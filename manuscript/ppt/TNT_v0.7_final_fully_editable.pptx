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  <p:sldId id="311" r:id="rId62"/>
    <p:sldId id="312" r:id="rId63"/>
    <p:sldId id="313" r:id="rId64"/>
    <p:sldId id="314" r:id="rId65"/>
    <p:sldId id="315" r:id="rId66"/>
    <p:sldId id="316" r:id="rId67"/>
    <p:sldId id="317" r:id="rId68"/>
    <p:sldId id="318" r:id="rId69"/>
    <p:sldId id="319" r:id="rId70"/>
    <p:sldId id="320" r:id="rId71"/>
    <p:sldId id="321" r:id="rId72"/>
    <p:sldId id="322" r:id="rId73"/>
    <p:sldId id="323" r:id="rId74"/>
    <p:sldId id="324" r:id="rId75"/>
    <p:sldId id="325" r:id="rId76"/>
    <p:sldId id="326" r:id="rId77"/>
    <p:sldId id="327" r:id="rId78"/>
    <p:sldId id="328" r:id="rId79"/>
    <p:sldId id="329" r:id="rId80"/>
  </p:sldIdLst>
  <p:sldSz cx="12188952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slide" Target="slides/slide5.xml"/><Relationship Id="rId12" Type="http://schemas.openxmlformats.org/officeDocument/2006/relationships/slide" Target="slides/slide6.xml"/><Relationship Id="rId13" Type="http://schemas.openxmlformats.org/officeDocument/2006/relationships/slide" Target="slides/slide7.xml"/><Relationship Id="rId14" Type="http://schemas.openxmlformats.org/officeDocument/2006/relationships/slide" Target="slides/slide8.xml"/><Relationship Id="rId15" Type="http://schemas.openxmlformats.org/officeDocument/2006/relationships/slide" Target="slides/slide9.xml"/><Relationship Id="rId16" Type="http://schemas.openxmlformats.org/officeDocument/2006/relationships/slide" Target="slides/slide10.xml"/><Relationship Id="rId17" Type="http://schemas.openxmlformats.org/officeDocument/2006/relationships/slide" Target="slides/slide11.xml"/><Relationship Id="rId18" Type="http://schemas.openxmlformats.org/officeDocument/2006/relationships/slide" Target="slides/slide12.xml"/><Relationship Id="rId19" Type="http://schemas.openxmlformats.org/officeDocument/2006/relationships/slide" Target="slides/slide13.xml"/><Relationship Id="rId20" Type="http://schemas.openxmlformats.org/officeDocument/2006/relationships/slide" Target="slides/slide14.xml"/><Relationship Id="rId21" Type="http://schemas.openxmlformats.org/officeDocument/2006/relationships/slide" Target="slides/slide15.xml"/><Relationship Id="rId22" Type="http://schemas.openxmlformats.org/officeDocument/2006/relationships/slide" Target="slides/slide16.xml"/><Relationship Id="rId23" Type="http://schemas.openxmlformats.org/officeDocument/2006/relationships/slide" Target="slides/slide17.xml"/><Relationship Id="rId24" Type="http://schemas.openxmlformats.org/officeDocument/2006/relationships/slide" Target="slides/slide18.xml"/><Relationship Id="rId25" Type="http://schemas.openxmlformats.org/officeDocument/2006/relationships/slide" Target="slides/slide19.xml"/><Relationship Id="rId26" Type="http://schemas.openxmlformats.org/officeDocument/2006/relationships/slide" Target="slides/slide20.xml"/><Relationship Id="rId27" Type="http://schemas.openxmlformats.org/officeDocument/2006/relationships/slide" Target="slides/slide21.xml"/><Relationship Id="rId28" Type="http://schemas.openxmlformats.org/officeDocument/2006/relationships/slide" Target="slides/slide22.xml"/><Relationship Id="rId29" Type="http://schemas.openxmlformats.org/officeDocument/2006/relationships/slide" Target="slides/slide23.xml"/><Relationship Id="rId30" Type="http://schemas.openxmlformats.org/officeDocument/2006/relationships/slide" Target="slides/slide24.xml"/><Relationship Id="rId31" Type="http://schemas.openxmlformats.org/officeDocument/2006/relationships/slide" Target="slides/slide25.xml"/><Relationship Id="rId32" Type="http://schemas.openxmlformats.org/officeDocument/2006/relationships/slide" Target="slides/slide26.xml"/><Relationship Id="rId33" Type="http://schemas.openxmlformats.org/officeDocument/2006/relationships/slide" Target="slides/slide27.xml"/><Relationship Id="rId34" Type="http://schemas.openxmlformats.org/officeDocument/2006/relationships/slide" Target="slides/slide28.xml"/><Relationship Id="rId35" Type="http://schemas.openxmlformats.org/officeDocument/2006/relationships/slide" Target="slides/slide29.xml"/><Relationship Id="rId36" Type="http://schemas.openxmlformats.org/officeDocument/2006/relationships/slide" Target="slides/slide30.xml"/><Relationship Id="rId37" Type="http://schemas.openxmlformats.org/officeDocument/2006/relationships/slide" Target="slides/slide31.xml"/><Relationship Id="rId38" Type="http://schemas.openxmlformats.org/officeDocument/2006/relationships/slide" Target="slides/slide32.xml"/><Relationship Id="rId39" Type="http://schemas.openxmlformats.org/officeDocument/2006/relationships/slide" Target="slides/slide33.xml"/><Relationship Id="rId40" Type="http://schemas.openxmlformats.org/officeDocument/2006/relationships/slide" Target="slides/slide34.xml"/><Relationship Id="rId41" Type="http://schemas.openxmlformats.org/officeDocument/2006/relationships/slide" Target="slides/slide35.xml"/><Relationship Id="rId42" Type="http://schemas.openxmlformats.org/officeDocument/2006/relationships/slide" Target="slides/slide36.xml"/><Relationship Id="rId43" Type="http://schemas.openxmlformats.org/officeDocument/2006/relationships/slide" Target="slides/slide37.xml"/><Relationship Id="rId44" Type="http://schemas.openxmlformats.org/officeDocument/2006/relationships/slide" Target="slides/slide38.xml"/><Relationship Id="rId45" Type="http://schemas.openxmlformats.org/officeDocument/2006/relationships/slide" Target="slides/slide39.xml"/><Relationship Id="rId46" Type="http://schemas.openxmlformats.org/officeDocument/2006/relationships/slide" Target="slides/slide40.xml"/><Relationship Id="rId47" Type="http://schemas.openxmlformats.org/officeDocument/2006/relationships/slide" Target="slides/slide41.xml"/><Relationship Id="rId48" Type="http://schemas.openxmlformats.org/officeDocument/2006/relationships/slide" Target="slides/slide42.xml"/><Relationship Id="rId49" Type="http://schemas.openxmlformats.org/officeDocument/2006/relationships/slide" Target="slides/slide43.xml"/><Relationship Id="rId50" Type="http://schemas.openxmlformats.org/officeDocument/2006/relationships/slide" Target="slides/slide44.xml"/><Relationship Id="rId51" Type="http://schemas.openxmlformats.org/officeDocument/2006/relationships/slide" Target="slides/slide45.xml"/><Relationship Id="rId52" Type="http://schemas.openxmlformats.org/officeDocument/2006/relationships/slide" Target="slides/slide46.xml"/><Relationship Id="rId53" Type="http://schemas.openxmlformats.org/officeDocument/2006/relationships/slide" Target="slides/slide47.xml"/><Relationship Id="rId54" Type="http://schemas.openxmlformats.org/officeDocument/2006/relationships/slide" Target="slides/slide48.xml"/><Relationship Id="rId55" Type="http://schemas.openxmlformats.org/officeDocument/2006/relationships/slide" Target="slides/slide49.xml"/><Relationship Id="rId56" Type="http://schemas.openxmlformats.org/officeDocument/2006/relationships/slide" Target="slides/slide50.xml"/><Relationship Id="rId57" Type="http://schemas.openxmlformats.org/officeDocument/2006/relationships/slide" Target="slides/slide51.xml"/><Relationship Id="rId58" Type="http://schemas.openxmlformats.org/officeDocument/2006/relationships/slide" Target="slides/slide52.xml"/><Relationship Id="rId59" Type="http://schemas.openxmlformats.org/officeDocument/2006/relationships/slide" Target="slides/slide53.xml"/><Relationship Id="rId60" Type="http://schemas.openxmlformats.org/officeDocument/2006/relationships/slide" Target="slides/slide54.xml"/><Relationship Id="rId61" Type="http://schemas.openxmlformats.org/officeDocument/2006/relationships/slide" Target="slides/slide55.xml"/><Relationship Id="rId62" Type="http://schemas.openxmlformats.org/officeDocument/2006/relationships/slide" Target="slides/slide56.xml"/><Relationship Id="rId63" Type="http://schemas.openxmlformats.org/officeDocument/2006/relationships/slide" Target="slides/slide57.xml"/><Relationship Id="rId64" Type="http://schemas.openxmlformats.org/officeDocument/2006/relationships/slide" Target="slides/slide58.xml"/><Relationship Id="rId65" Type="http://schemas.openxmlformats.org/officeDocument/2006/relationships/slide" Target="slides/slide59.xml"/><Relationship Id="rId66" Type="http://schemas.openxmlformats.org/officeDocument/2006/relationships/slide" Target="slides/slide60.xml"/><Relationship Id="rId67" Type="http://schemas.openxmlformats.org/officeDocument/2006/relationships/slide" Target="slides/slide61.xml"/><Relationship Id="rId68" Type="http://schemas.openxmlformats.org/officeDocument/2006/relationships/slide" Target="slides/slide62.xml"/><Relationship Id="rId69" Type="http://schemas.openxmlformats.org/officeDocument/2006/relationships/slide" Target="slides/slide63.xml"/><Relationship Id="rId70" Type="http://schemas.openxmlformats.org/officeDocument/2006/relationships/slide" Target="slides/slide64.xml"/><Relationship Id="rId71" Type="http://schemas.openxmlformats.org/officeDocument/2006/relationships/slide" Target="slides/slide65.xml"/><Relationship Id="rId72" Type="http://schemas.openxmlformats.org/officeDocument/2006/relationships/slide" Target="slides/slide66.xml"/><Relationship Id="rId73" Type="http://schemas.openxmlformats.org/officeDocument/2006/relationships/slide" Target="slides/slide67.xml"/><Relationship Id="rId74" Type="http://schemas.openxmlformats.org/officeDocument/2006/relationships/slide" Target="slides/slide68.xml"/><Relationship Id="rId75" Type="http://schemas.openxmlformats.org/officeDocument/2006/relationships/slide" Target="slides/slide69.xml"/><Relationship Id="rId76" Type="http://schemas.openxmlformats.org/officeDocument/2006/relationships/slide" Target="slides/slide70.xml"/><Relationship Id="rId77" Type="http://schemas.openxmlformats.org/officeDocument/2006/relationships/slide" Target="slides/slide71.xml"/><Relationship Id="rId78" Type="http://schemas.openxmlformats.org/officeDocument/2006/relationships/slide" Target="slides/slide72.xml"/><Relationship Id="rId79" Type="http://schemas.openxmlformats.org/officeDocument/2006/relationships/slide" Target="slides/slide73.xml"/><Relationship Id="rId80" Type="http://schemas.openxmlformats.org/officeDocument/2006/relationships/slide" Target="slides/slide74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4.png"/><Relationship Id="rId6" Type="http://schemas.openxmlformats.org/officeDocument/2006/relationships/image" Target="../media/image5.png"/><Relationship Id="rId7" Type="http://schemas.openxmlformats.org/officeDocument/2006/relationships/image" Target="../media/image6.png"/><Relationship Id="rId8" Type="http://schemas.openxmlformats.org/officeDocument/2006/relationships/image" Target="../media/image7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8.png"/><Relationship Id="rId3" Type="http://schemas.openxmlformats.org/officeDocument/2006/relationships/image" Target="../media/image9.png"/><Relationship Id="rId4" Type="http://schemas.openxmlformats.org/officeDocument/2006/relationships/image" Target="../media/image10.png"/><Relationship Id="rId5" Type="http://schemas.openxmlformats.org/officeDocument/2006/relationships/image" Target="../media/image1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png"/><Relationship Id="rId3" Type="http://schemas.openxmlformats.org/officeDocument/2006/relationships/image" Target="../media/image13.png"/><Relationship Id="rId4" Type="http://schemas.openxmlformats.org/officeDocument/2006/relationships/image" Target="../media/image14.png"/><Relationship Id="rId5" Type="http://schemas.openxmlformats.org/officeDocument/2006/relationships/image" Target="../media/image15.png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6.png"/><Relationship Id="rId3" Type="http://schemas.openxmlformats.org/officeDocument/2006/relationships/image" Target="../media/image17.png"/><Relationship Id="rId4" Type="http://schemas.openxmlformats.org/officeDocument/2006/relationships/image" Target="../media/image18.png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9.png"/><Relationship Id="rId3" Type="http://schemas.openxmlformats.org/officeDocument/2006/relationships/image" Target="../media/image20.png"/><Relationship Id="rId4" Type="http://schemas.openxmlformats.org/officeDocument/2006/relationships/image" Target="../media/image21.png"/><Relationship Id="rId5" Type="http://schemas.openxmlformats.org/officeDocument/2006/relationships/image" Target="../media/image22.png"/><Relationship Id="rId6" Type="http://schemas.openxmlformats.org/officeDocument/2006/relationships/image" Target="../media/image23.png"/><Relationship Id="rId7" Type="http://schemas.openxmlformats.org/officeDocument/2006/relationships/image" Target="../media/image24.png"/><Relationship Id="rId8" Type="http://schemas.openxmlformats.org/officeDocument/2006/relationships/image" Target="../media/image25.png"/><Relationship Id="rId9" Type="http://schemas.openxmlformats.org/officeDocument/2006/relationships/image" Target="../media/image26.png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7.png"/><Relationship Id="rId3" Type="http://schemas.openxmlformats.org/officeDocument/2006/relationships/image" Target="../media/image28.png"/><Relationship Id="rId4" Type="http://schemas.openxmlformats.org/officeDocument/2006/relationships/image" Target="../media/image29.png"/><Relationship Id="rId5" Type="http://schemas.openxmlformats.org/officeDocument/2006/relationships/image" Target="../media/image30.png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1.png"/><Relationship Id="rId3" Type="http://schemas.openxmlformats.org/officeDocument/2006/relationships/image" Target="../media/image32.png"/><Relationship Id="rId4" Type="http://schemas.openxmlformats.org/officeDocument/2006/relationships/image" Target="../media/image33.png"/><Relationship Id="rId5" Type="http://schemas.openxmlformats.org/officeDocument/2006/relationships/image" Target="../media/image34.png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5.png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6.png"/><Relationship Id="rId3" Type="http://schemas.openxmlformats.org/officeDocument/2006/relationships/image" Target="../media/image37.png"/><Relationship Id="rId4" Type="http://schemas.openxmlformats.org/officeDocument/2006/relationships/image" Target="../media/image38.png"/><Relationship Id="rId5" Type="http://schemas.openxmlformats.org/officeDocument/2006/relationships/image" Target="../media/image39.png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0.png"/><Relationship Id="rId3" Type="http://schemas.openxmlformats.org/officeDocument/2006/relationships/image" Target="../media/image41.png"/><Relationship Id="rId4" Type="http://schemas.openxmlformats.org/officeDocument/2006/relationships/image" Target="../media/image42.png"/><Relationship Id="rId5" Type="http://schemas.openxmlformats.org/officeDocument/2006/relationships/image" Target="../media/image43.png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4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5.png"/><Relationship Id="rId3" Type="http://schemas.openxmlformats.org/officeDocument/2006/relationships/image" Target="../media/image46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7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8.png"/><Relationship Id="rId3" Type="http://schemas.openxmlformats.org/officeDocument/2006/relationships/image" Target="../media/image49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0.png"/><Relationship Id="rId3" Type="http://schemas.openxmlformats.org/officeDocument/2006/relationships/image" Target="../media/image51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2.png"/><Relationship Id="rId3" Type="http://schemas.openxmlformats.org/officeDocument/2006/relationships/image" Target="../media/image53.png"/><Relationship Id="rId4" Type="http://schemas.openxmlformats.org/officeDocument/2006/relationships/image" Target="../media/image54.png"/><Relationship Id="rId5" Type="http://schemas.openxmlformats.org/officeDocument/2006/relationships/image" Target="../media/image55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Box 1"/>
          <p:cNvSpPr txBox="1"/>
          <p:nvPr/>
        </p:nvSpPr>
        <p:spPr>
          <a:xfrm>
            <a:off x="457200" y="914400"/>
            <a:ext cx="11247120" cy="10972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3000" b="1">
                <a:solidFill>
                  <a:srgbClr val="1F3B5C"/>
                </a:solidFill>
                <a:latin typeface="Arial"/>
              </a:rPr>
              <a:t>TNT MSS LARC — v0.7 fully-editable figure deck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57200" y="2103120"/>
            <a:ext cx="11247120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>
                <a:solidFill>
                  <a:srgbClr val="333333"/>
                </a:solidFill>
                <a:latin typeface="Arial"/>
              </a:rPr>
              <a:t>1 panel per slide. No figure titles.</a:t>
            </a:r>
          </a:p>
          <a:p>
            <a:r>
              <a:rPr sz="1400">
                <a:solidFill>
                  <a:srgbClr val="333333"/>
                </a:solidFill>
                <a:latin typeface="Arial"/>
              </a:rPr>
              <a:t>All in-plot text (axis labels, ticks, legend, P-values, cohort names) is a NATIVE PowerPoint text run.</a:t>
            </a:r>
          </a:p>
          <a:p>
            <a:r>
              <a:rPr sz="1400">
                <a:solidFill>
                  <a:srgbClr val="333333"/>
                </a:solidFill>
                <a:latin typeface="Arial"/>
              </a:rPr>
              <a:t>All embedded images are properly relocated to the master deck.</a:t>
            </a:r>
          </a:p>
          <a:p>
            <a:r>
              <a:rPr sz="1400">
                <a:solidFill>
                  <a:srgbClr val="333333"/>
                </a:solidFill>
                <a:latin typeface="Arial"/>
              </a:rPr>
              <a:t/>
            </a:r>
          </a:p>
          <a:p>
            <a:r>
              <a:rPr sz="1400">
                <a:solidFill>
                  <a:srgbClr val="333333"/>
                </a:solidFill>
                <a:latin typeface="Arial"/>
              </a:rPr>
              <a:t>Double-click anywhere to edit text. Images are editable via crop/resize/replace.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8065080" cy="3140280"/>
          </a:xfrm>
          <a:custGeom>
            <a:avLst/>
            <a:gdLst/>
            <a:ahLst/>
            <a:rect l="0" t="0" r="r" b="b"/>
            <a:pathLst>
              <a:path w="22403" h="8723">
                <a:moveTo>
                  <a:pt x="0" y="8723"/>
                </a:moveTo>
                <a:lnTo>
                  <a:pt x="22403" y="8723"/>
                </a:lnTo>
                <a:lnTo>
                  <a:pt x="22403" y="0"/>
                </a:lnTo>
                <a:lnTo>
                  <a:pt x="0" y="0"/>
                </a:lnTo>
                <a:lnTo>
                  <a:pt x="0" y="872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72800" y="1156680"/>
            <a:ext cx="811440" cy="639000"/>
          </a:xfrm>
          <a:custGeom>
            <a:avLst/>
            <a:gdLst/>
            <a:ahLst/>
            <a:rect l="0" t="0" r="r" b="b"/>
            <a:pathLst>
              <a:path w="2254" h="1775">
                <a:moveTo>
                  <a:pt x="33" y="1775"/>
                </a:moveTo>
                <a:lnTo>
                  <a:pt x="2221" y="1775"/>
                </a:lnTo>
                <a:cubicBezTo>
                  <a:pt x="2243" y="1775"/>
                  <a:pt x="2254" y="1761"/>
                  <a:pt x="2254" y="1735"/>
                </a:cubicBezTo>
                <a:lnTo>
                  <a:pt x="2254" y="39"/>
                </a:lnTo>
                <a:cubicBezTo>
                  <a:pt x="2254" y="13"/>
                  <a:pt x="2243" y="0"/>
                  <a:pt x="2221" y="0"/>
                </a:cubicBezTo>
                <a:lnTo>
                  <a:pt x="33" y="0"/>
                </a:lnTo>
                <a:cubicBezTo>
                  <a:pt x="11" y="0"/>
                  <a:pt x="0" y="13"/>
                  <a:pt x="0" y="39"/>
                </a:cubicBezTo>
                <a:lnTo>
                  <a:pt x="0" y="1735"/>
                </a:lnTo>
                <a:cubicBezTo>
                  <a:pt x="0" y="1761"/>
                  <a:pt x="11" y="1775"/>
                  <a:pt x="33" y="1775"/>
                </a:cubicBezTo>
                <a:close/>
              </a:path>
            </a:pathLst>
          </a:custGeom>
          <a:solidFill>
            <a:srgbClr val="eaf2f8"/>
          </a:solidFill>
          <a:ln w="10080">
            <a:solidFill>
              <a:srgbClr val="444444"/>
            </a:solidFill>
            <a:miter/>
          </a:ln>
        </p:spPr>
      </p:sp>
      <p:sp>
        <p:nvSpPr>
          <p:cNvPr id="38" name=""/>
          <p:cNvSpPr/>
          <p:nvPr/>
        </p:nvSpPr>
        <p:spPr>
          <a:xfrm>
            <a:off x="1038960" y="1156680"/>
            <a:ext cx="1598760" cy="639000"/>
          </a:xfrm>
          <a:custGeom>
            <a:avLst/>
            <a:gdLst/>
            <a:ahLst/>
            <a:rect l="0" t="0" r="r" b="b"/>
            <a:pathLst>
              <a:path w="4441" h="1775">
                <a:moveTo>
                  <a:pt x="33" y="1775"/>
                </a:moveTo>
                <a:lnTo>
                  <a:pt x="4409" y="1775"/>
                </a:lnTo>
                <a:cubicBezTo>
                  <a:pt x="4430" y="1775"/>
                  <a:pt x="4441" y="1761"/>
                  <a:pt x="4441" y="1735"/>
                </a:cubicBezTo>
                <a:lnTo>
                  <a:pt x="4441" y="39"/>
                </a:lnTo>
                <a:cubicBezTo>
                  <a:pt x="4441" y="13"/>
                  <a:pt x="4430" y="0"/>
                  <a:pt x="4409" y="0"/>
                </a:cubicBezTo>
                <a:lnTo>
                  <a:pt x="33" y="0"/>
                </a:lnTo>
                <a:cubicBezTo>
                  <a:pt x="11" y="0"/>
                  <a:pt x="0" y="13"/>
                  <a:pt x="0" y="39"/>
                </a:cubicBezTo>
                <a:lnTo>
                  <a:pt x="0" y="1735"/>
                </a:lnTo>
                <a:cubicBezTo>
                  <a:pt x="0" y="1761"/>
                  <a:pt x="11" y="1775"/>
                  <a:pt x="33" y="1775"/>
                </a:cubicBezTo>
                <a:close/>
              </a:path>
            </a:pathLst>
          </a:custGeom>
          <a:solidFill>
            <a:srgbClr val="f5e6a8"/>
          </a:solidFill>
          <a:ln w="10080">
            <a:solidFill>
              <a:srgbClr val="444444"/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2692440" y="1156680"/>
            <a:ext cx="811440" cy="639000"/>
          </a:xfrm>
          <a:custGeom>
            <a:avLst/>
            <a:gdLst/>
            <a:ahLst/>
            <a:rect l="0" t="0" r="r" b="b"/>
            <a:pathLst>
              <a:path w="2254" h="1775">
                <a:moveTo>
                  <a:pt x="33" y="1775"/>
                </a:moveTo>
                <a:lnTo>
                  <a:pt x="2221" y="1775"/>
                </a:lnTo>
                <a:cubicBezTo>
                  <a:pt x="2243" y="1775"/>
                  <a:pt x="2254" y="1761"/>
                  <a:pt x="2254" y="1735"/>
                </a:cubicBezTo>
                <a:lnTo>
                  <a:pt x="2254" y="39"/>
                </a:lnTo>
                <a:cubicBezTo>
                  <a:pt x="2254" y="13"/>
                  <a:pt x="2243" y="0"/>
                  <a:pt x="2221" y="0"/>
                </a:cubicBezTo>
                <a:lnTo>
                  <a:pt x="33" y="0"/>
                </a:lnTo>
                <a:cubicBezTo>
                  <a:pt x="11" y="0"/>
                  <a:pt x="0" y="13"/>
                  <a:pt x="0" y="39"/>
                </a:cubicBezTo>
                <a:lnTo>
                  <a:pt x="0" y="1735"/>
                </a:lnTo>
                <a:cubicBezTo>
                  <a:pt x="0" y="1761"/>
                  <a:pt x="11" y="1775"/>
                  <a:pt x="33" y="1775"/>
                </a:cubicBezTo>
                <a:close/>
              </a:path>
            </a:pathLst>
          </a:custGeom>
          <a:solidFill>
            <a:srgbClr val="fdebd0"/>
          </a:solidFill>
          <a:ln w="10080">
            <a:solidFill>
              <a:srgbClr val="444444"/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3558600" y="1156680"/>
            <a:ext cx="1795680" cy="639000"/>
          </a:xfrm>
          <a:custGeom>
            <a:avLst/>
            <a:gdLst/>
            <a:ahLst/>
            <a:rect l="0" t="0" r="r" b="b"/>
            <a:pathLst>
              <a:path w="4988" h="1775">
                <a:moveTo>
                  <a:pt x="33" y="1775"/>
                </a:moveTo>
                <a:lnTo>
                  <a:pt x="4955" y="1775"/>
                </a:lnTo>
                <a:cubicBezTo>
                  <a:pt x="4977" y="1775"/>
                  <a:pt x="4988" y="1761"/>
                  <a:pt x="4988" y="1735"/>
                </a:cubicBezTo>
                <a:lnTo>
                  <a:pt x="4988" y="39"/>
                </a:lnTo>
                <a:cubicBezTo>
                  <a:pt x="4988" y="13"/>
                  <a:pt x="4977" y="0"/>
                  <a:pt x="4955" y="0"/>
                </a:cubicBezTo>
                <a:lnTo>
                  <a:pt x="33" y="0"/>
                </a:lnTo>
                <a:cubicBezTo>
                  <a:pt x="11" y="0"/>
                  <a:pt x="0" y="13"/>
                  <a:pt x="0" y="39"/>
                </a:cubicBezTo>
                <a:lnTo>
                  <a:pt x="0" y="1735"/>
                </a:lnTo>
                <a:cubicBezTo>
                  <a:pt x="0" y="1761"/>
                  <a:pt x="11" y="1775"/>
                  <a:pt x="33" y="1775"/>
                </a:cubicBezTo>
                <a:close/>
              </a:path>
            </a:pathLst>
          </a:custGeom>
          <a:solidFill>
            <a:srgbClr val="d6eaf8"/>
          </a:solidFill>
          <a:ln w="10080">
            <a:solidFill>
              <a:srgbClr val="444444"/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5409000" y="1156680"/>
            <a:ext cx="1716840" cy="639000"/>
          </a:xfrm>
          <a:custGeom>
            <a:avLst/>
            <a:gdLst/>
            <a:ahLst/>
            <a:rect l="0" t="0" r="r" b="b"/>
            <a:pathLst>
              <a:path w="4769" h="1775">
                <a:moveTo>
                  <a:pt x="33" y="1775"/>
                </a:moveTo>
                <a:lnTo>
                  <a:pt x="4737" y="1775"/>
                </a:lnTo>
                <a:cubicBezTo>
                  <a:pt x="4759" y="1775"/>
                  <a:pt x="4769" y="1761"/>
                  <a:pt x="4769" y="1735"/>
                </a:cubicBezTo>
                <a:lnTo>
                  <a:pt x="4769" y="39"/>
                </a:lnTo>
                <a:cubicBezTo>
                  <a:pt x="4769" y="13"/>
                  <a:pt x="4759" y="0"/>
                  <a:pt x="4737" y="0"/>
                </a:cubicBezTo>
                <a:lnTo>
                  <a:pt x="33" y="0"/>
                </a:lnTo>
                <a:cubicBezTo>
                  <a:pt x="11" y="0"/>
                  <a:pt x="0" y="13"/>
                  <a:pt x="0" y="39"/>
                </a:cubicBezTo>
                <a:lnTo>
                  <a:pt x="0" y="1735"/>
                </a:lnTo>
                <a:cubicBezTo>
                  <a:pt x="0" y="1761"/>
                  <a:pt x="11" y="1775"/>
                  <a:pt x="33" y="1775"/>
                </a:cubicBezTo>
                <a:close/>
              </a:path>
            </a:pathLst>
          </a:custGeom>
          <a:solidFill>
            <a:srgbClr val="fadbd8"/>
          </a:solidFill>
          <a:ln w="10080">
            <a:solidFill>
              <a:srgbClr val="444444"/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469440" y="743760"/>
            <a:ext cx="218520" cy="225720"/>
          </a:xfrm>
          <a:custGeom>
            <a:avLst/>
            <a:gdLst/>
            <a:ahLst/>
            <a:rect l="0" t="0" r="r" b="b"/>
            <a:pathLst>
              <a:path w="607" h="627">
                <a:moveTo>
                  <a:pt x="304" y="627"/>
                </a:moveTo>
                <a:lnTo>
                  <a:pt x="607" y="0"/>
                </a:lnTo>
                <a:lnTo>
                  <a:pt x="0" y="0"/>
                </a:lnTo>
                <a:lnTo>
                  <a:pt x="304" y="627"/>
                </a:lnTo>
                <a:close/>
              </a:path>
            </a:pathLst>
          </a:custGeom>
          <a:solidFill>
            <a:srgbClr val="1f3b5c"/>
          </a:solidFill>
          <a:ln w="10080">
            <a:solidFill>
              <a:srgbClr val="000000"/>
            </a:solidFill>
            <a:miter/>
          </a:ln>
        </p:spPr>
      </p:sp>
      <p:sp>
        <p:nvSpPr>
          <p:cNvPr id="43" name=""/>
          <p:cNvSpPr/>
          <p:nvPr/>
        </p:nvSpPr>
        <p:spPr>
          <a:xfrm>
            <a:off x="2989080" y="743760"/>
            <a:ext cx="218520" cy="225720"/>
          </a:xfrm>
          <a:custGeom>
            <a:avLst/>
            <a:gdLst/>
            <a:ahLst/>
            <a:rect l="0" t="0" r="r" b="b"/>
            <a:pathLst>
              <a:path w="607" h="627">
                <a:moveTo>
                  <a:pt x="303" y="627"/>
                </a:moveTo>
                <a:lnTo>
                  <a:pt x="607" y="0"/>
                </a:lnTo>
                <a:lnTo>
                  <a:pt x="0" y="0"/>
                </a:lnTo>
                <a:lnTo>
                  <a:pt x="303" y="627"/>
                </a:lnTo>
                <a:close/>
              </a:path>
            </a:pathLst>
          </a:custGeom>
          <a:solidFill>
            <a:srgbClr val="1f3b5c"/>
          </a:solidFill>
          <a:ln w="10080">
            <a:solidFill>
              <a:srgbClr val="000000"/>
            </a:solidFill>
            <a:miter/>
          </a:ln>
        </p:spPr>
      </p:sp>
      <p:sp>
        <p:nvSpPr>
          <p:cNvPr id="44" name=""/>
          <p:cNvSpPr/>
          <p:nvPr/>
        </p:nvSpPr>
        <p:spPr>
          <a:xfrm>
            <a:off x="6141240" y="668520"/>
            <a:ext cx="252360" cy="300960"/>
          </a:xfrm>
          <a:custGeom>
            <a:avLst/>
            <a:gdLst/>
            <a:ahLst/>
            <a:rect l="0" t="0" r="r" b="b"/>
            <a:pathLst>
              <a:path w="701" h="836">
                <a:moveTo>
                  <a:pt x="351" y="836"/>
                </a:moveTo>
                <a:cubicBezTo>
                  <a:pt x="444" y="836"/>
                  <a:pt x="533" y="792"/>
                  <a:pt x="599" y="714"/>
                </a:cubicBezTo>
                <a:cubicBezTo>
                  <a:pt x="664" y="635"/>
                  <a:pt x="701" y="529"/>
                  <a:pt x="701" y="418"/>
                </a:cubicBezTo>
                <a:cubicBezTo>
                  <a:pt x="701" y="308"/>
                  <a:pt x="664" y="201"/>
                  <a:pt x="599" y="122"/>
                </a:cubicBezTo>
                <a:cubicBezTo>
                  <a:pt x="533" y="44"/>
                  <a:pt x="444" y="0"/>
                  <a:pt x="351" y="0"/>
                </a:cubicBezTo>
                <a:cubicBezTo>
                  <a:pt x="259" y="0"/>
                  <a:pt x="170" y="44"/>
                  <a:pt x="104" y="122"/>
                </a:cubicBezTo>
                <a:cubicBezTo>
                  <a:pt x="37" y="201"/>
                  <a:pt x="0" y="308"/>
                  <a:pt x="0" y="418"/>
                </a:cubicBezTo>
                <a:cubicBezTo>
                  <a:pt x="0" y="529"/>
                  <a:pt x="37" y="635"/>
                  <a:pt x="104" y="714"/>
                </a:cubicBezTo>
                <a:cubicBezTo>
                  <a:pt x="170" y="792"/>
                  <a:pt x="259" y="836"/>
                  <a:pt x="351" y="836"/>
                </a:cubicBezTo>
                <a:close/>
              </a:path>
            </a:pathLst>
          </a:custGeom>
          <a:solidFill>
            <a:srgbClr val="e63946"/>
          </a:solidFill>
          <a:ln w="10080">
            <a:solidFill>
              <a:srgbClr val="000000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578520" y="2250360"/>
            <a:ext cx="2519640" cy="0"/>
          </a:xfrm>
          <a:prstGeom prst="line">
            <a:avLst/>
          </a:prstGeom>
          <a:ln cap="sq" w="27720">
            <a:solidFill>
              <a:srgbClr val="1f3b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/>
          <p:nvPr/>
        </p:nvSpPr>
        <p:spPr>
          <a:xfrm flipV="1">
            <a:off x="578520" y="2156760"/>
            <a:ext cx="0" cy="187560"/>
          </a:xfrm>
          <a:prstGeom prst="line">
            <a:avLst/>
          </a:prstGeom>
          <a:ln cap="sq" w="27720">
            <a:solidFill>
              <a:srgbClr val="1f3b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/>
          <p:nvPr/>
        </p:nvSpPr>
        <p:spPr>
          <a:xfrm flipV="1">
            <a:off x="3098160" y="2156760"/>
            <a:ext cx="0" cy="187560"/>
          </a:xfrm>
          <a:prstGeom prst="line">
            <a:avLst/>
          </a:prstGeom>
          <a:ln cap="sq" w="27720">
            <a:solidFill>
              <a:srgbClr val="1f3b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322920" y="1328040"/>
            <a:ext cx="511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Baseline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295200" y="1470240"/>
            <a:ext cx="579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(pre-CRT)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0" name=""/>
          <p:cNvSpPr txBox="1"/>
          <p:nvPr/>
        </p:nvSpPr>
        <p:spPr>
          <a:xfrm>
            <a:off x="1352160" y="1257120"/>
            <a:ext cx="9716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Radiation phase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1" name=""/>
          <p:cNvSpPr txBox="1"/>
          <p:nvPr/>
        </p:nvSpPr>
        <p:spPr>
          <a:xfrm>
            <a:off x="1349640" y="1399320"/>
            <a:ext cx="9838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long-course CRT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>
            <a:off x="1127160" y="1541160"/>
            <a:ext cx="14166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50.4 Gy + capecitabine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3" name=""/>
          <p:cNvSpPr txBox="1"/>
          <p:nvPr/>
        </p:nvSpPr>
        <p:spPr>
          <a:xfrm>
            <a:off x="2834280" y="1328040"/>
            <a:ext cx="541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Post-CRT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>
            <a:off x="2437200" y="1470240"/>
            <a:ext cx="1320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(before consolidation)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4046400" y="1257120"/>
            <a:ext cx="816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Consolidation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4017600" y="1399320"/>
            <a:ext cx="875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chemotherapy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3723480" y="1541160"/>
            <a:ext cx="1482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(FOLFOX/CAPOX/Xeloda)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5417640" y="1328040"/>
            <a:ext cx="1715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Surgery  or  Watch-and-Wait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5173560" y="1470240"/>
            <a:ext cx="2184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(final TNT response by Dworak TRG)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>
            <a:off x="91440" y="359640"/>
            <a:ext cx="982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1f3b5c"/>
                </a:solidFill>
                <a:latin typeface="DejaVuSans"/>
              </a:rPr>
              <a:t>Pre-CRT biopsy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2577600" y="359640"/>
            <a:ext cx="1050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1f3b5c"/>
                </a:solidFill>
                <a:latin typeface="DejaVuSans"/>
              </a:rPr>
              <a:t>Post-CRT biopsy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5649120" y="360720"/>
            <a:ext cx="1241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e63946"/>
                </a:solidFill>
                <a:latin typeface="DejaVuSans"/>
              </a:rPr>
              <a:t>Response endpoint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131400" y="1476000"/>
            <a:ext cx="6980760" cy="0"/>
          </a:xfrm>
          <a:custGeom>
            <a:avLst/>
            <a:gdLst/>
            <a:ahLst/>
            <a:rect l="0" t="0" r="r" b="b"/>
            <a:pathLst>
              <a:path fill="none" w="19391" h="0">
                <a:moveTo>
                  <a:pt x="0" y="0"/>
                </a:moveTo>
                <a:cubicBezTo>
                  <a:pt x="6478" y="0"/>
                  <a:pt x="12942" y="0"/>
                  <a:pt x="19391" y="0"/>
                </a:cubicBezTo>
              </a:path>
            </a:pathLst>
          </a:custGeom>
          <a:ln cap="rnd" w="13680">
            <a:solidFill>
              <a:srgbClr val="000000"/>
            </a:solidFill>
            <a:round/>
          </a:ln>
        </p:spPr>
      </p:sp>
      <p:sp>
        <p:nvSpPr>
          <p:cNvPr id="64" name=""/>
          <p:cNvSpPr/>
          <p:nvPr/>
        </p:nvSpPr>
        <p:spPr>
          <a:xfrm>
            <a:off x="7066440" y="1452960"/>
            <a:ext cx="46080" cy="46080"/>
          </a:xfrm>
          <a:custGeom>
            <a:avLst/>
            <a:gdLst/>
            <a:ahLst/>
            <a:rect l="0" t="0" r="r" b="b"/>
            <a:pathLst>
              <a:path fill="none" w="128" h="128">
                <a:moveTo>
                  <a:pt x="0" y="0"/>
                </a:moveTo>
                <a:lnTo>
                  <a:pt x="128" y="64"/>
                </a:lnTo>
                <a:lnTo>
                  <a:pt x="0" y="128"/>
                </a:lnTo>
              </a:path>
            </a:pathLst>
          </a:custGeom>
          <a:ln cap="rnd" w="13680">
            <a:solidFill>
              <a:srgbClr val="000000"/>
            </a:solidFill>
            <a:round/>
          </a:ln>
        </p:spPr>
      </p:sp>
      <p:sp>
        <p:nvSpPr>
          <p:cNvPr id="65" name=""/>
          <p:cNvSpPr txBox="1"/>
          <p:nvPr/>
        </p:nvSpPr>
        <p:spPr>
          <a:xfrm>
            <a:off x="173160" y="2487240"/>
            <a:ext cx="3307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1f3b5c"/>
                </a:solidFill>
                <a:latin typeface="DejaVuSans"/>
              </a:rPr>
              <a:t>Radiation-phase sampling window (this study)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6870240" y="1644840"/>
            <a:ext cx="2840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900" spc="-1" strike="noStrike">
                <a:solidFill>
                  <a:srgbClr val="000000"/>
                </a:solidFill>
                <a:latin typeface="DejaVuSans"/>
              </a:rPr>
              <a:t>Time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145440" y="102600"/>
            <a:ext cx="55616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1f3b5c"/>
                </a:solidFill>
                <a:latin typeface="DejaVuSans"/>
              </a:rPr>
              <a:t>35 MSS LARC patients  |  good n=18  |  bad n=17  |  14 paired pre/post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145440" y="2644200"/>
            <a:ext cx="7855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900" spc="-1" strike="noStrike">
                <a:solidFill>
                  <a:srgbClr val="444444"/>
                </a:solidFill>
                <a:latin typeface="DejaVuSans"/>
              </a:rPr>
              <a:t>Final TNT response (Dworak TRG 0–1 vs 2–3) is assessed after surgery, after the full TNT regimen. Molecular profiling is powered only by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>
            <a:off x="145440" y="2772000"/>
            <a:ext cx="4617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900" spc="-1" strike="noStrike">
                <a:solidFill>
                  <a:srgbClr val="444444"/>
                </a:solidFill>
                <a:latin typeface="DejaVuSans"/>
              </a:rPr>
              <a:t>the pre-CRT / post-CRT biopsy pair — this is the mid-treatment decision window.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1A — Study design (v0.7.1)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5278680" cy="3351600"/>
          </a:xfrm>
          <a:custGeom>
            <a:avLst/>
            <a:gdLst/>
            <a:ahLst/>
            <a:rect l="0" t="0" r="r" b="b"/>
            <a:pathLst>
              <a:path w="14663" h="9310">
                <a:moveTo>
                  <a:pt x="0" y="9310"/>
                </a:moveTo>
                <a:lnTo>
                  <a:pt x="14663" y="9310"/>
                </a:lnTo>
                <a:lnTo>
                  <a:pt x="14663" y="0"/>
                </a:lnTo>
                <a:lnTo>
                  <a:pt x="0" y="0"/>
                </a:lnTo>
                <a:lnTo>
                  <a:pt x="0" y="931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09080" y="91440"/>
            <a:ext cx="4961160" cy="3168720"/>
          </a:xfrm>
          <a:custGeom>
            <a:avLst/>
            <a:gdLst/>
            <a:ahLst/>
            <a:rect l="0" t="0" r="r" b="b"/>
            <a:pathLst>
              <a:path w="13781" h="8802">
                <a:moveTo>
                  <a:pt x="0" y="8802"/>
                </a:moveTo>
                <a:lnTo>
                  <a:pt x="13781" y="8802"/>
                </a:lnTo>
                <a:lnTo>
                  <a:pt x="13781" y="0"/>
                </a:lnTo>
                <a:lnTo>
                  <a:pt x="0" y="0"/>
                </a:lnTo>
                <a:lnTo>
                  <a:pt x="0" y="880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58760" y="566640"/>
            <a:ext cx="397080" cy="2217960"/>
          </a:xfrm>
          <a:custGeom>
            <a:avLst/>
            <a:gdLst/>
            <a:ahLst/>
            <a:rect l="0" t="0" r="r" b="b"/>
            <a:pathLst>
              <a:path w="1103" h="6161">
                <a:moveTo>
                  <a:pt x="0" y="6161"/>
                </a:moveTo>
                <a:lnTo>
                  <a:pt x="1103" y="6161"/>
                </a:lnTo>
                <a:lnTo>
                  <a:pt x="1103" y="0"/>
                </a:lnTo>
                <a:lnTo>
                  <a:pt x="0" y="0"/>
                </a:lnTo>
                <a:lnTo>
                  <a:pt x="0" y="6161"/>
                </a:lnTo>
                <a:close/>
              </a:path>
            </a:pathLst>
          </a:custGeom>
          <a:solidFill>
            <a:srgbClr val="0e2a47"/>
          </a:solidFill>
          <a:ln w="15120">
            <a:solidFill>
              <a:srgbClr val="0e2a47"/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1647000" y="566640"/>
            <a:ext cx="397080" cy="1140840"/>
          </a:xfrm>
          <a:custGeom>
            <a:avLst/>
            <a:gdLst/>
            <a:ahLst/>
            <a:rect l="0" t="0" r="r" b="b"/>
            <a:pathLst>
              <a:path w="1103" h="3169">
                <a:moveTo>
                  <a:pt x="0" y="3169"/>
                </a:moveTo>
                <a:lnTo>
                  <a:pt x="1103" y="3169"/>
                </a:lnTo>
                <a:lnTo>
                  <a:pt x="1103" y="0"/>
                </a:lnTo>
                <a:lnTo>
                  <a:pt x="0" y="0"/>
                </a:lnTo>
                <a:lnTo>
                  <a:pt x="0" y="3169"/>
                </a:lnTo>
                <a:close/>
              </a:path>
            </a:pathLst>
          </a:custGeom>
          <a:solidFill>
            <a:srgbClr val="0a7d6e"/>
          </a:solidFill>
          <a:ln w="15120">
            <a:solidFill>
              <a:srgbClr val="0e2a47"/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1647000" y="1707120"/>
            <a:ext cx="397080" cy="1077480"/>
          </a:xfrm>
          <a:custGeom>
            <a:avLst/>
            <a:gdLst/>
            <a:ahLst/>
            <a:rect l="0" t="0" r="r" b="b"/>
            <a:pathLst>
              <a:path w="1103" h="2993">
                <a:moveTo>
                  <a:pt x="0" y="2993"/>
                </a:moveTo>
                <a:lnTo>
                  <a:pt x="1103" y="2993"/>
                </a:lnTo>
                <a:lnTo>
                  <a:pt x="1103" y="0"/>
                </a:lnTo>
                <a:lnTo>
                  <a:pt x="0" y="0"/>
                </a:lnTo>
                <a:lnTo>
                  <a:pt x="0" y="2993"/>
                </a:lnTo>
                <a:close/>
              </a:path>
            </a:pathLst>
          </a:custGeom>
          <a:solidFill>
            <a:srgbClr val="c53e1f"/>
          </a:solidFill>
          <a:ln w="15120">
            <a:solidFill>
              <a:srgbClr val="0e2a47"/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0" y="566640"/>
            <a:ext cx="1647360" cy="2784960"/>
          </a:xfrm>
          <a:custGeom>
            <a:avLst/>
            <a:gdLst/>
            <a:ahLst/>
            <a:rect l="0" t="0" r="r" b="b"/>
            <a:pathLst>
              <a:path w="4576" h="7736">
                <a:moveTo>
                  <a:pt x="1543" y="3169"/>
                </a:moveTo>
                <a:lnTo>
                  <a:pt x="1543" y="0"/>
                </a:lnTo>
                <a:cubicBezTo>
                  <a:pt x="3060" y="0"/>
                  <a:pt x="3060" y="0"/>
                  <a:pt x="4576" y="0"/>
                </a:cubicBezTo>
                <a:lnTo>
                  <a:pt x="4576" y="3169"/>
                </a:lnTo>
                <a:cubicBezTo>
                  <a:pt x="3060" y="3169"/>
                  <a:pt x="3060" y="3169"/>
                  <a:pt x="0" y="7736"/>
                </a:cubicBezTo>
                <a:lnTo>
                  <a:pt x="1543" y="3169"/>
                </a:lnTo>
                <a:close/>
              </a:path>
            </a:pathLst>
          </a:custGeom>
          <a:solidFill>
            <a:srgbClr val="0a7d6e">
              <a:alpha val="45000"/>
            </a:srgbClr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0" y="1707120"/>
            <a:ext cx="1647360" cy="1644480"/>
          </a:xfrm>
          <a:custGeom>
            <a:avLst/>
            <a:gdLst/>
            <a:ahLst/>
            <a:rect l="0" t="0" r="r" b="b"/>
            <a:pathLst>
              <a:path w="4576" h="4568">
                <a:moveTo>
                  <a:pt x="1543" y="2993"/>
                </a:moveTo>
                <a:lnTo>
                  <a:pt x="1543" y="0"/>
                </a:lnTo>
                <a:cubicBezTo>
                  <a:pt x="3060" y="0"/>
                  <a:pt x="3060" y="0"/>
                  <a:pt x="4576" y="0"/>
                </a:cubicBezTo>
                <a:lnTo>
                  <a:pt x="4576" y="2993"/>
                </a:lnTo>
                <a:cubicBezTo>
                  <a:pt x="3060" y="2993"/>
                  <a:pt x="3060" y="2993"/>
                  <a:pt x="0" y="4568"/>
                </a:cubicBezTo>
                <a:lnTo>
                  <a:pt x="1543" y="2993"/>
                </a:lnTo>
                <a:close/>
              </a:path>
            </a:pathLst>
          </a:custGeom>
          <a:solidFill>
            <a:srgbClr val="c53e1f">
              <a:alpha val="45000"/>
            </a:srgbClr>
          </a:solidFill>
          <a:ln w="0">
            <a:noFill/>
          </a:ln>
        </p:spPr>
      </p:sp>
      <p:sp>
        <p:nvSpPr>
          <p:cNvPr id="43" name=""/>
          <p:cNvSpPr/>
          <p:nvPr/>
        </p:nvSpPr>
        <p:spPr>
          <a:xfrm>
            <a:off x="3135240" y="566640"/>
            <a:ext cx="397080" cy="887400"/>
          </a:xfrm>
          <a:custGeom>
            <a:avLst/>
            <a:gdLst/>
            <a:ahLst/>
            <a:rect l="0" t="0" r="r" b="b"/>
            <a:pathLst>
              <a:path w="1103" h="2465">
                <a:moveTo>
                  <a:pt x="0" y="2465"/>
                </a:moveTo>
                <a:lnTo>
                  <a:pt x="1103" y="2465"/>
                </a:lnTo>
                <a:lnTo>
                  <a:pt x="1103" y="0"/>
                </a:lnTo>
                <a:lnTo>
                  <a:pt x="0" y="0"/>
                </a:lnTo>
                <a:lnTo>
                  <a:pt x="0" y="2465"/>
                </a:lnTo>
                <a:close/>
              </a:path>
            </a:pathLst>
          </a:custGeom>
          <a:solidFill>
            <a:srgbClr val="0e2a47"/>
          </a:solidFill>
          <a:ln w="15120">
            <a:solidFill>
              <a:srgbClr val="0e2a47"/>
            </a:solidFill>
            <a:miter/>
          </a:ln>
        </p:spPr>
      </p:sp>
      <p:sp>
        <p:nvSpPr>
          <p:cNvPr id="44" name=""/>
          <p:cNvSpPr/>
          <p:nvPr/>
        </p:nvSpPr>
        <p:spPr>
          <a:xfrm>
            <a:off x="3135240" y="1453680"/>
            <a:ext cx="397080" cy="1330920"/>
          </a:xfrm>
          <a:custGeom>
            <a:avLst/>
            <a:gdLst/>
            <a:ahLst/>
            <a:rect l="0" t="0" r="r" b="b"/>
            <a:pathLst>
              <a:path w="1103" h="3697">
                <a:moveTo>
                  <a:pt x="0" y="3697"/>
                </a:moveTo>
                <a:lnTo>
                  <a:pt x="1103" y="3697"/>
                </a:lnTo>
                <a:lnTo>
                  <a:pt x="1103" y="0"/>
                </a:lnTo>
                <a:lnTo>
                  <a:pt x="0" y="0"/>
                </a:lnTo>
                <a:lnTo>
                  <a:pt x="0" y="3697"/>
                </a:lnTo>
                <a:close/>
              </a:path>
            </a:pathLst>
          </a:custGeom>
          <a:solidFill>
            <a:srgbClr val="5a6772"/>
          </a:solidFill>
          <a:ln w="15120">
            <a:solidFill>
              <a:srgbClr val="0e2a47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0" y="566640"/>
            <a:ext cx="3135600" cy="2784960"/>
          </a:xfrm>
          <a:custGeom>
            <a:avLst/>
            <a:gdLst/>
            <a:ahLst/>
            <a:rect l="0" t="0" r="r" b="b"/>
            <a:pathLst>
              <a:path w="8710" h="7736">
                <a:moveTo>
                  <a:pt x="5678" y="1232"/>
                </a:moveTo>
                <a:lnTo>
                  <a:pt x="5678" y="0"/>
                </a:lnTo>
                <a:cubicBezTo>
                  <a:pt x="7194" y="0"/>
                  <a:pt x="7194" y="0"/>
                  <a:pt x="8710" y="0"/>
                </a:cubicBezTo>
                <a:lnTo>
                  <a:pt x="8710" y="1232"/>
                </a:lnTo>
                <a:cubicBezTo>
                  <a:pt x="7194" y="1232"/>
                  <a:pt x="7194" y="1232"/>
                  <a:pt x="0" y="7736"/>
                </a:cubicBezTo>
                <a:lnTo>
                  <a:pt x="5678" y="1232"/>
                </a:lnTo>
                <a:close/>
              </a:path>
            </a:pathLst>
          </a:custGeom>
          <a:solidFill>
            <a:srgbClr val="0a7d6e">
              <a:alpha val="35000"/>
            </a:srgbClr>
          </a:solidFill>
          <a:ln w="0">
            <a:noFill/>
          </a:ln>
        </p:spPr>
      </p:sp>
      <p:sp>
        <p:nvSpPr>
          <p:cNvPr id="46" name=""/>
          <p:cNvSpPr/>
          <p:nvPr/>
        </p:nvSpPr>
        <p:spPr>
          <a:xfrm>
            <a:off x="0" y="1010160"/>
            <a:ext cx="3135600" cy="2341440"/>
          </a:xfrm>
          <a:custGeom>
            <a:avLst/>
            <a:gdLst/>
            <a:ahLst/>
            <a:rect l="0" t="0" r="r" b="b"/>
            <a:pathLst>
              <a:path w="8710" h="6504">
                <a:moveTo>
                  <a:pt x="5678" y="1937"/>
                </a:moveTo>
                <a:lnTo>
                  <a:pt x="5678" y="0"/>
                </a:lnTo>
                <a:cubicBezTo>
                  <a:pt x="7194" y="0"/>
                  <a:pt x="7194" y="1233"/>
                  <a:pt x="8710" y="1233"/>
                </a:cubicBezTo>
                <a:lnTo>
                  <a:pt x="8710" y="3169"/>
                </a:lnTo>
                <a:cubicBezTo>
                  <a:pt x="7194" y="3169"/>
                  <a:pt x="7194" y="1937"/>
                  <a:pt x="0" y="6504"/>
                </a:cubicBezTo>
                <a:lnTo>
                  <a:pt x="5678" y="1937"/>
                </a:lnTo>
                <a:close/>
              </a:path>
            </a:pathLst>
          </a:custGeom>
          <a:solidFill>
            <a:srgbClr val="0a7d6e">
              <a:alpha val="30000"/>
            </a:srgbClr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0" y="1010160"/>
            <a:ext cx="3135600" cy="2341440"/>
          </a:xfrm>
          <a:custGeom>
            <a:avLst/>
            <a:gdLst/>
            <a:ahLst/>
            <a:rect l="0" t="0" r="r" b="b"/>
            <a:pathLst>
              <a:path w="8710" h="6504">
                <a:moveTo>
                  <a:pt x="5678" y="3169"/>
                </a:moveTo>
                <a:lnTo>
                  <a:pt x="5678" y="1937"/>
                </a:lnTo>
                <a:cubicBezTo>
                  <a:pt x="7194" y="1937"/>
                  <a:pt x="7194" y="0"/>
                  <a:pt x="8710" y="0"/>
                </a:cubicBezTo>
                <a:lnTo>
                  <a:pt x="8710" y="1233"/>
                </a:lnTo>
                <a:cubicBezTo>
                  <a:pt x="7194" y="1233"/>
                  <a:pt x="7194" y="3169"/>
                  <a:pt x="0" y="6504"/>
                </a:cubicBezTo>
                <a:lnTo>
                  <a:pt x="5678" y="3169"/>
                </a:lnTo>
                <a:close/>
              </a:path>
            </a:pathLst>
          </a:custGeom>
          <a:solidFill>
            <a:srgbClr val="c53e1f">
              <a:alpha val="35000"/>
            </a:srgbClr>
          </a:solidFill>
          <a:ln w="0">
            <a:noFill/>
          </a:ln>
        </p:spPr>
      </p:sp>
      <p:sp>
        <p:nvSpPr>
          <p:cNvPr id="48" name=""/>
          <p:cNvSpPr/>
          <p:nvPr/>
        </p:nvSpPr>
        <p:spPr>
          <a:xfrm>
            <a:off x="0" y="2150640"/>
            <a:ext cx="3135600" cy="1200960"/>
          </a:xfrm>
          <a:custGeom>
            <a:avLst/>
            <a:gdLst/>
            <a:ahLst/>
            <a:rect l="0" t="0" r="r" b="b"/>
            <a:pathLst>
              <a:path w="8710" h="3336">
                <a:moveTo>
                  <a:pt x="5678" y="1760"/>
                </a:moveTo>
                <a:lnTo>
                  <a:pt x="5678" y="0"/>
                </a:lnTo>
                <a:cubicBezTo>
                  <a:pt x="7194" y="0"/>
                  <a:pt x="7194" y="0"/>
                  <a:pt x="8710" y="0"/>
                </a:cubicBezTo>
                <a:lnTo>
                  <a:pt x="8710" y="1760"/>
                </a:lnTo>
                <a:cubicBezTo>
                  <a:pt x="7194" y="1760"/>
                  <a:pt x="7194" y="1760"/>
                  <a:pt x="0" y="3336"/>
                </a:cubicBezTo>
                <a:lnTo>
                  <a:pt x="5678" y="1760"/>
                </a:lnTo>
                <a:close/>
              </a:path>
            </a:pathLst>
          </a:custGeom>
          <a:solidFill>
            <a:srgbClr val="c53e1f">
              <a:alpha val="30000"/>
            </a:srgbClr>
          </a:solidFill>
          <a:ln w="0">
            <a:noFill/>
          </a:ln>
        </p:spPr>
      </p:sp>
      <p:sp>
        <p:nvSpPr>
          <p:cNvPr id="49" name=""/>
          <p:cNvSpPr/>
          <p:nvPr/>
        </p:nvSpPr>
        <p:spPr>
          <a:xfrm>
            <a:off x="4623120" y="566640"/>
            <a:ext cx="397440" cy="950760"/>
          </a:xfrm>
          <a:custGeom>
            <a:avLst/>
            <a:gdLst/>
            <a:ahLst/>
            <a:rect l="0" t="0" r="r" b="b"/>
            <a:pathLst>
              <a:path w="1104" h="2641">
                <a:moveTo>
                  <a:pt x="0" y="2641"/>
                </a:moveTo>
                <a:lnTo>
                  <a:pt x="1104" y="2641"/>
                </a:lnTo>
                <a:lnTo>
                  <a:pt x="1104" y="0"/>
                </a:lnTo>
                <a:lnTo>
                  <a:pt x="0" y="0"/>
                </a:lnTo>
                <a:lnTo>
                  <a:pt x="0" y="2641"/>
                </a:lnTo>
                <a:close/>
              </a:path>
            </a:pathLst>
          </a:custGeom>
          <a:solidFill>
            <a:srgbClr val="00567d"/>
          </a:solidFill>
          <a:ln w="15120">
            <a:solidFill>
              <a:srgbClr val="0e2a47"/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4623120" y="1833840"/>
            <a:ext cx="397440" cy="950760"/>
          </a:xfrm>
          <a:custGeom>
            <a:avLst/>
            <a:gdLst/>
            <a:ahLst/>
            <a:rect l="0" t="0" r="r" b="b"/>
            <a:pathLst>
              <a:path w="1104" h="2641">
                <a:moveTo>
                  <a:pt x="0" y="2641"/>
                </a:moveTo>
                <a:lnTo>
                  <a:pt x="1104" y="2641"/>
                </a:lnTo>
                <a:lnTo>
                  <a:pt x="1104" y="0"/>
                </a:lnTo>
                <a:lnTo>
                  <a:pt x="0" y="0"/>
                </a:lnTo>
                <a:lnTo>
                  <a:pt x="0" y="2641"/>
                </a:lnTo>
                <a:close/>
              </a:path>
            </a:pathLst>
          </a:custGeom>
          <a:solidFill>
            <a:srgbClr val="c96806"/>
          </a:solidFill>
          <a:ln w="15120">
            <a:solidFill>
              <a:srgbClr val="0e2a47"/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0" y="566640"/>
            <a:ext cx="4623480" cy="2784960"/>
          </a:xfrm>
          <a:custGeom>
            <a:avLst/>
            <a:gdLst/>
            <a:ahLst/>
            <a:rect l="0" t="0" r="r" b="b"/>
            <a:pathLst>
              <a:path w="12843" h="7736">
                <a:moveTo>
                  <a:pt x="9812" y="6161"/>
                </a:moveTo>
                <a:lnTo>
                  <a:pt x="9812" y="0"/>
                </a:lnTo>
                <a:cubicBezTo>
                  <a:pt x="11328" y="0"/>
                  <a:pt x="11328" y="0"/>
                  <a:pt x="12843" y="0"/>
                </a:cubicBezTo>
                <a:lnTo>
                  <a:pt x="12843" y="2641"/>
                </a:lnTo>
                <a:cubicBezTo>
                  <a:pt x="11328" y="2641"/>
                  <a:pt x="11328" y="6161"/>
                  <a:pt x="0" y="7736"/>
                </a:cubicBezTo>
                <a:lnTo>
                  <a:pt x="9812" y="6161"/>
                </a:lnTo>
                <a:close/>
              </a:path>
            </a:pathLst>
          </a:custGeom>
          <a:solidFill>
            <a:srgbClr val="00567d">
              <a:alpha val="30000"/>
            </a:srgbClr>
          </a:solidFill>
          <a:ln w="0">
            <a:noFill/>
          </a:ln>
        </p:spPr>
      </p:sp>
      <p:sp>
        <p:nvSpPr>
          <p:cNvPr id="52" name=""/>
          <p:cNvSpPr/>
          <p:nvPr/>
        </p:nvSpPr>
        <p:spPr>
          <a:xfrm>
            <a:off x="0" y="566640"/>
            <a:ext cx="4623480" cy="2784960"/>
          </a:xfrm>
          <a:custGeom>
            <a:avLst/>
            <a:gdLst/>
            <a:ahLst/>
            <a:rect l="0" t="0" r="r" b="b"/>
            <a:pathLst>
              <a:path w="12843" h="7736">
                <a:moveTo>
                  <a:pt x="9812" y="6161"/>
                </a:moveTo>
                <a:lnTo>
                  <a:pt x="9812" y="0"/>
                </a:lnTo>
                <a:cubicBezTo>
                  <a:pt x="11328" y="0"/>
                  <a:pt x="11328" y="3521"/>
                  <a:pt x="12843" y="3521"/>
                </a:cubicBezTo>
                <a:lnTo>
                  <a:pt x="12843" y="6161"/>
                </a:lnTo>
                <a:cubicBezTo>
                  <a:pt x="11328" y="6161"/>
                  <a:pt x="11328" y="6161"/>
                  <a:pt x="0" y="7736"/>
                </a:cubicBezTo>
                <a:lnTo>
                  <a:pt x="9812" y="6161"/>
                </a:lnTo>
                <a:close/>
              </a:path>
            </a:pathLst>
          </a:custGeom>
          <a:solidFill>
            <a:srgbClr val="c96806">
              <a:alpha val="30000"/>
            </a:srgbClr>
          </a:solidFill>
          <a:ln w="0">
            <a:noFill/>
          </a:ln>
        </p:spPr>
      </p:sp>
      <p:sp>
        <p:nvSpPr>
          <p:cNvPr id="53" name=""/>
          <p:cNvSpPr txBox="1"/>
          <p:nvPr/>
        </p:nvSpPr>
        <p:spPr>
          <a:xfrm>
            <a:off x="190800" y="1473120"/>
            <a:ext cx="334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LARC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>
            <a:off x="91440" y="1601280"/>
            <a:ext cx="5342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enrolled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137160" y="1729080"/>
            <a:ext cx="43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(n=35)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1679040" y="934560"/>
            <a:ext cx="335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1540080" y="1062360"/>
            <a:ext cx="610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(TRG 0-1)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1625040" y="1190520"/>
            <a:ext cx="43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(n=18)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1697040" y="2043360"/>
            <a:ext cx="299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Poor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>
            <a:off x="1540080" y="2171520"/>
            <a:ext cx="610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(TRG 2-3)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1625040" y="2299680"/>
            <a:ext cx="43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(n=17)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3127320" y="807480"/>
            <a:ext cx="41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Paired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3036600" y="935640"/>
            <a:ext cx="597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pre+post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3113280" y="1063800"/>
            <a:ext cx="43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(n=14)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>
            <a:off x="3039480" y="1916280"/>
            <a:ext cx="590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Unpaired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3069000" y="2044440"/>
            <a:ext cx="531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pre only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3113280" y="2173320"/>
            <a:ext cx="43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(n=21)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4678560" y="83916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WES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>
            <a:off x="4456800" y="967320"/>
            <a:ext cx="7322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77 samples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>
            <a:off x="4601520" y="1095480"/>
            <a:ext cx="43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(n=77)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>
            <a:off x="4548240" y="2106720"/>
            <a:ext cx="549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RNA-seq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>
            <a:off x="4456800" y="2234880"/>
            <a:ext cx="7322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56 samples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3" name=""/>
          <p:cNvSpPr txBox="1"/>
          <p:nvPr/>
        </p:nvSpPr>
        <p:spPr>
          <a:xfrm>
            <a:off x="4601520" y="2363040"/>
            <a:ext cx="43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(n=56)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1B — Cohort Sankey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1324520" cy="4961520"/>
          </a:xfrm>
          <a:custGeom>
            <a:avLst/>
            <a:gdLst/>
            <a:ahLst/>
            <a:rect l="0" t="0" r="r" b="b"/>
            <a:pathLst>
              <a:path w="31457" h="13782">
                <a:moveTo>
                  <a:pt x="0" y="13782"/>
                </a:moveTo>
                <a:lnTo>
                  <a:pt x="31457" y="13782"/>
                </a:lnTo>
                <a:lnTo>
                  <a:pt x="31457" y="0"/>
                </a:lnTo>
                <a:lnTo>
                  <a:pt x="0" y="0"/>
                </a:lnTo>
                <a:lnTo>
                  <a:pt x="0" y="1378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956880" y="91440"/>
            <a:ext cx="10276200" cy="194040"/>
          </a:xfrm>
          <a:custGeom>
            <a:avLst/>
            <a:gdLst/>
            <a:ahLst/>
            <a:rect l="0" t="0" r="r" b="b"/>
            <a:pathLst>
              <a:path w="28545" h="539">
                <a:moveTo>
                  <a:pt x="0" y="539"/>
                </a:moveTo>
                <a:lnTo>
                  <a:pt x="28545" y="539"/>
                </a:lnTo>
                <a:lnTo>
                  <a:pt x="28545" y="0"/>
                </a:lnTo>
                <a:lnTo>
                  <a:pt x="0" y="0"/>
                </a:lnTo>
                <a:lnTo>
                  <a:pt x="0" y="5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8" name="" descr=""/>
          <p:cNvPicPr/>
          <p:nvPr/>
        </p:nvPicPr>
        <p:blipFill>
          <a:blip r:embed="rId2"/>
          <a:stretch/>
        </p:blipFill>
        <p:spPr>
          <a:xfrm>
            <a:off x="957240" y="90360"/>
            <a:ext cx="10277640" cy="19476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/>
          <p:nvPr/>
        </p:nvSpPr>
        <p:spPr>
          <a:xfrm>
            <a:off x="956880" y="361080"/>
            <a:ext cx="10276200" cy="194400"/>
          </a:xfrm>
          <a:custGeom>
            <a:avLst/>
            <a:gdLst/>
            <a:ahLst/>
            <a:rect l="0" t="0" r="r" b="b"/>
            <a:pathLst>
              <a:path w="28545" h="540">
                <a:moveTo>
                  <a:pt x="0" y="540"/>
                </a:moveTo>
                <a:lnTo>
                  <a:pt x="28545" y="540"/>
                </a:lnTo>
                <a:lnTo>
                  <a:pt x="28545" y="0"/>
                </a:lnTo>
                <a:lnTo>
                  <a:pt x="0" y="0"/>
                </a:lnTo>
                <a:lnTo>
                  <a:pt x="0" y="5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0" name="" descr=""/>
          <p:cNvPicPr/>
          <p:nvPr/>
        </p:nvPicPr>
        <p:blipFill>
          <a:blip r:embed="rId3"/>
          <a:stretch/>
        </p:blipFill>
        <p:spPr>
          <a:xfrm>
            <a:off x="957240" y="360000"/>
            <a:ext cx="10277640" cy="194760"/>
          </a:xfrm>
          <a:prstGeom prst="rect">
            <a:avLst/>
          </a:prstGeom>
          <a:ln w="0">
            <a:noFill/>
          </a:ln>
        </p:spPr>
      </p:pic>
      <p:sp>
        <p:nvSpPr>
          <p:cNvPr id="41" name=""/>
          <p:cNvSpPr txBox="1"/>
          <p:nvPr/>
        </p:nvSpPr>
        <p:spPr>
          <a:xfrm>
            <a:off x="291600" y="125640"/>
            <a:ext cx="623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2" name=""/>
          <p:cNvSpPr/>
          <p:nvPr/>
        </p:nvSpPr>
        <p:spPr>
          <a:xfrm>
            <a:off x="956880" y="631080"/>
            <a:ext cx="10276200" cy="194040"/>
          </a:xfrm>
          <a:custGeom>
            <a:avLst/>
            <a:gdLst/>
            <a:ahLst/>
            <a:rect l="0" t="0" r="r" b="b"/>
            <a:pathLst>
              <a:path w="28545" h="539">
                <a:moveTo>
                  <a:pt x="0" y="539"/>
                </a:moveTo>
                <a:lnTo>
                  <a:pt x="28545" y="539"/>
                </a:lnTo>
                <a:lnTo>
                  <a:pt x="28545" y="0"/>
                </a:lnTo>
                <a:lnTo>
                  <a:pt x="0" y="0"/>
                </a:lnTo>
                <a:lnTo>
                  <a:pt x="0" y="5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3" name="" descr=""/>
          <p:cNvPicPr/>
          <p:nvPr/>
        </p:nvPicPr>
        <p:blipFill>
          <a:blip r:embed="rId4"/>
          <a:stretch/>
        </p:blipFill>
        <p:spPr>
          <a:xfrm>
            <a:off x="957240" y="630000"/>
            <a:ext cx="10277640" cy="194760"/>
          </a:xfrm>
          <a:prstGeom prst="rect">
            <a:avLst/>
          </a:prstGeom>
          <a:ln w="0">
            <a:noFill/>
          </a:ln>
        </p:spPr>
      </p:pic>
      <p:sp>
        <p:nvSpPr>
          <p:cNvPr id="44" name=""/>
          <p:cNvSpPr txBox="1"/>
          <p:nvPr/>
        </p:nvSpPr>
        <p:spPr>
          <a:xfrm>
            <a:off x="367920" y="395280"/>
            <a:ext cx="546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cT stage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956880" y="900720"/>
            <a:ext cx="10276200" cy="194400"/>
          </a:xfrm>
          <a:custGeom>
            <a:avLst/>
            <a:gdLst/>
            <a:ahLst/>
            <a:rect l="0" t="0" r="r" b="b"/>
            <a:pathLst>
              <a:path w="28545" h="540">
                <a:moveTo>
                  <a:pt x="0" y="540"/>
                </a:moveTo>
                <a:lnTo>
                  <a:pt x="28545" y="540"/>
                </a:lnTo>
                <a:lnTo>
                  <a:pt x="28545" y="0"/>
                </a:lnTo>
                <a:lnTo>
                  <a:pt x="0" y="0"/>
                </a:lnTo>
                <a:lnTo>
                  <a:pt x="0" y="5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6" name="" descr=""/>
          <p:cNvPicPr/>
          <p:nvPr/>
        </p:nvPicPr>
        <p:blipFill>
          <a:blip r:embed="rId5"/>
          <a:stretch/>
        </p:blipFill>
        <p:spPr>
          <a:xfrm>
            <a:off x="957240" y="899640"/>
            <a:ext cx="10277640" cy="194760"/>
          </a:xfrm>
          <a:prstGeom prst="rect">
            <a:avLst/>
          </a:prstGeom>
          <a:ln w="0">
            <a:noFill/>
          </a:ln>
        </p:spPr>
      </p:pic>
      <p:sp>
        <p:nvSpPr>
          <p:cNvPr id="47" name=""/>
          <p:cNvSpPr txBox="1"/>
          <p:nvPr/>
        </p:nvSpPr>
        <p:spPr>
          <a:xfrm>
            <a:off x="678960" y="665280"/>
            <a:ext cx="234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Sex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956880" y="1170720"/>
            <a:ext cx="10276200" cy="194040"/>
          </a:xfrm>
          <a:custGeom>
            <a:avLst/>
            <a:gdLst/>
            <a:ahLst/>
            <a:rect l="0" t="0" r="r" b="b"/>
            <a:pathLst>
              <a:path w="28545" h="539">
                <a:moveTo>
                  <a:pt x="0" y="539"/>
                </a:moveTo>
                <a:lnTo>
                  <a:pt x="28545" y="539"/>
                </a:lnTo>
                <a:lnTo>
                  <a:pt x="28545" y="0"/>
                </a:lnTo>
                <a:lnTo>
                  <a:pt x="0" y="0"/>
                </a:lnTo>
                <a:lnTo>
                  <a:pt x="0" y="5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9" name="" descr=""/>
          <p:cNvPicPr/>
          <p:nvPr/>
        </p:nvPicPr>
        <p:blipFill>
          <a:blip r:embed="rId6"/>
          <a:stretch/>
        </p:blipFill>
        <p:spPr>
          <a:xfrm>
            <a:off x="957240" y="1169640"/>
            <a:ext cx="10277640" cy="194760"/>
          </a:xfrm>
          <a:prstGeom prst="rect">
            <a:avLst/>
          </a:prstGeom>
          <a:ln w="0">
            <a:noFill/>
          </a:ln>
        </p:spPr>
      </p:pic>
      <p:sp>
        <p:nvSpPr>
          <p:cNvPr id="50" name=""/>
          <p:cNvSpPr txBox="1"/>
          <p:nvPr/>
        </p:nvSpPr>
        <p:spPr>
          <a:xfrm>
            <a:off x="664920" y="934920"/>
            <a:ext cx="249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Age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956880" y="1440360"/>
            <a:ext cx="10276200" cy="194400"/>
          </a:xfrm>
          <a:custGeom>
            <a:avLst/>
            <a:gdLst/>
            <a:ahLst/>
            <a:rect l="0" t="0" r="r" b="b"/>
            <a:pathLst>
              <a:path w="28545" h="540">
                <a:moveTo>
                  <a:pt x="0" y="540"/>
                </a:moveTo>
                <a:lnTo>
                  <a:pt x="28545" y="540"/>
                </a:lnTo>
                <a:lnTo>
                  <a:pt x="28545" y="0"/>
                </a:lnTo>
                <a:lnTo>
                  <a:pt x="0" y="0"/>
                </a:lnTo>
                <a:lnTo>
                  <a:pt x="0" y="5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52" name="" descr=""/>
          <p:cNvPicPr/>
          <p:nvPr/>
        </p:nvPicPr>
        <p:blipFill>
          <a:blip r:embed="rId7"/>
          <a:stretch/>
        </p:blipFill>
        <p:spPr>
          <a:xfrm>
            <a:off x="957240" y="1439280"/>
            <a:ext cx="10277640" cy="194760"/>
          </a:xfrm>
          <a:prstGeom prst="rect">
            <a:avLst/>
          </a:prstGeom>
          <a:ln w="0">
            <a:noFill/>
          </a:ln>
        </p:spPr>
      </p:pic>
      <p:sp>
        <p:nvSpPr>
          <p:cNvPr id="53" name=""/>
          <p:cNvSpPr txBox="1"/>
          <p:nvPr/>
        </p:nvSpPr>
        <p:spPr>
          <a:xfrm>
            <a:off x="396720" y="1204920"/>
            <a:ext cx="517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TMB/Mb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956880" y="1896840"/>
            <a:ext cx="10276200" cy="2771280"/>
          </a:xfrm>
          <a:custGeom>
            <a:avLst/>
            <a:gdLst/>
            <a:ahLst/>
            <a:rect l="0" t="0" r="r" b="b"/>
            <a:pathLst>
              <a:path w="28545" h="7698">
                <a:moveTo>
                  <a:pt x="0" y="7698"/>
                </a:moveTo>
                <a:lnTo>
                  <a:pt x="28545" y="7698"/>
                </a:lnTo>
                <a:lnTo>
                  <a:pt x="28545" y="0"/>
                </a:lnTo>
                <a:lnTo>
                  <a:pt x="0" y="0"/>
                </a:lnTo>
                <a:lnTo>
                  <a:pt x="0" y="769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55" name="" descr=""/>
          <p:cNvPicPr/>
          <p:nvPr/>
        </p:nvPicPr>
        <p:blipFill>
          <a:blip r:embed="rId8"/>
          <a:stretch/>
        </p:blipFill>
        <p:spPr>
          <a:xfrm>
            <a:off x="957240" y="1894320"/>
            <a:ext cx="10277640" cy="2773440"/>
          </a:xfrm>
          <a:prstGeom prst="rect">
            <a:avLst/>
          </a:prstGeom>
          <a:ln w="0">
            <a:noFill/>
          </a:ln>
        </p:spPr>
      </p:pic>
      <p:sp>
        <p:nvSpPr>
          <p:cNvPr id="56" name=""/>
          <p:cNvSpPr txBox="1"/>
          <p:nvPr/>
        </p:nvSpPr>
        <p:spPr>
          <a:xfrm>
            <a:off x="519840" y="1474920"/>
            <a:ext cx="393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MSI %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 rot="16200000">
            <a:off x="104796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 rot="16200000">
            <a:off x="134172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 rot="16200000">
            <a:off x="163512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S4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 rot="16200000">
            <a:off x="192888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S8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 rot="16200000">
            <a:off x="222228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 rot="16200000">
            <a:off x="249012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 rot="16200000">
            <a:off x="278352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S16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 rot="16200000">
            <a:off x="307728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S17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 rot="16200000">
            <a:off x="337068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S20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 rot="16200000">
            <a:off x="366444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 rot="16200000">
            <a:off x="395784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S24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 rot="16200000">
            <a:off x="425160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S25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 rot="16200000">
            <a:off x="454500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S27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 rot="16200000">
            <a:off x="483876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S30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 rot="16200000">
            <a:off x="513216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S31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 rot="16200000">
            <a:off x="545184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3" name=""/>
          <p:cNvSpPr txBox="1"/>
          <p:nvPr/>
        </p:nvSpPr>
        <p:spPr>
          <a:xfrm rot="16200000">
            <a:off x="571932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S28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 rot="16200000">
            <a:off x="601308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S29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 rot="16200000">
            <a:off x="633240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 rot="16200000">
            <a:off x="662616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7" name=""/>
          <p:cNvSpPr txBox="1"/>
          <p:nvPr/>
        </p:nvSpPr>
        <p:spPr>
          <a:xfrm rot="16200000">
            <a:off x="6919560" y="4717080"/>
            <a:ext cx="1044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8" name=""/>
          <p:cNvSpPr txBox="1"/>
          <p:nvPr/>
        </p:nvSpPr>
        <p:spPr>
          <a:xfrm rot="16200000">
            <a:off x="718740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9" name=""/>
          <p:cNvSpPr txBox="1"/>
          <p:nvPr/>
        </p:nvSpPr>
        <p:spPr>
          <a:xfrm rot="16200000">
            <a:off x="748080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S15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0" name=""/>
          <p:cNvSpPr txBox="1"/>
          <p:nvPr/>
        </p:nvSpPr>
        <p:spPr>
          <a:xfrm rot="16200000">
            <a:off x="777456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S18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1" name=""/>
          <p:cNvSpPr txBox="1"/>
          <p:nvPr/>
        </p:nvSpPr>
        <p:spPr>
          <a:xfrm rot="16200000">
            <a:off x="806832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S19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2" name=""/>
          <p:cNvSpPr txBox="1"/>
          <p:nvPr/>
        </p:nvSpPr>
        <p:spPr>
          <a:xfrm rot="16200000">
            <a:off x="836172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S21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3" name=""/>
          <p:cNvSpPr txBox="1"/>
          <p:nvPr/>
        </p:nvSpPr>
        <p:spPr>
          <a:xfrm rot="16200000">
            <a:off x="865548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S22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 rot="16200000">
            <a:off x="894888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S26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 rot="16200000">
            <a:off x="924264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S33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 rot="16200000">
            <a:off x="953604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S34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7" name=""/>
          <p:cNvSpPr txBox="1"/>
          <p:nvPr/>
        </p:nvSpPr>
        <p:spPr>
          <a:xfrm rot="16200000">
            <a:off x="982980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8" name=""/>
          <p:cNvSpPr txBox="1"/>
          <p:nvPr/>
        </p:nvSpPr>
        <p:spPr>
          <a:xfrm rot="16200000">
            <a:off x="1012320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 rot="16200000">
            <a:off x="1041696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S13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0" name=""/>
          <p:cNvSpPr txBox="1"/>
          <p:nvPr/>
        </p:nvSpPr>
        <p:spPr>
          <a:xfrm rot="16200000">
            <a:off x="1071036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S32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1" name=""/>
          <p:cNvSpPr txBox="1"/>
          <p:nvPr/>
        </p:nvSpPr>
        <p:spPr>
          <a:xfrm rot="16200000">
            <a:off x="11004120" y="4743720"/>
            <a:ext cx="1562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S35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2" name=""/>
          <p:cNvSpPr txBox="1"/>
          <p:nvPr/>
        </p:nvSpPr>
        <p:spPr>
          <a:xfrm>
            <a:off x="91440" y="2064240"/>
            <a:ext cx="819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WES normal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3" name=""/>
          <p:cNvSpPr txBox="1"/>
          <p:nvPr/>
        </p:nvSpPr>
        <p:spPr>
          <a:xfrm>
            <a:off x="340560" y="2526120"/>
            <a:ext cx="5738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WES pre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>
            <a:off x="269280" y="2988000"/>
            <a:ext cx="6436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WES post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106560" y="3449880"/>
            <a:ext cx="8038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RNA normal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355680" y="3911400"/>
            <a:ext cx="5583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RNA pre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284400" y="4373280"/>
            <a:ext cx="6285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RNA post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1C — Sample × assay matrix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1024280" cy="2717640"/>
          </a:xfrm>
          <a:custGeom>
            <a:avLst/>
            <a:gdLst/>
            <a:ahLst/>
            <a:rect l="0" t="0" r="r" b="b"/>
            <a:pathLst>
              <a:path w="30623" h="7549">
                <a:moveTo>
                  <a:pt x="0" y="7549"/>
                </a:moveTo>
                <a:lnTo>
                  <a:pt x="30623" y="7549"/>
                </a:lnTo>
                <a:lnTo>
                  <a:pt x="30623" y="0"/>
                </a:lnTo>
                <a:lnTo>
                  <a:pt x="0" y="0"/>
                </a:lnTo>
                <a:lnTo>
                  <a:pt x="0" y="754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418280" y="128916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4" y="387"/>
                </a:moveTo>
                <a:lnTo>
                  <a:pt x="388" y="194"/>
                </a:lnTo>
                <a:lnTo>
                  <a:pt x="194" y="0"/>
                </a:lnTo>
                <a:lnTo>
                  <a:pt x="0" y="194"/>
                </a:lnTo>
                <a:lnTo>
                  <a:pt x="194" y="387"/>
                </a:lnTo>
                <a:close/>
              </a:path>
            </a:pathLst>
          </a:custGeom>
          <a:solidFill>
            <a:srgbClr val="b0b0b0">
              <a:alpha val="70000"/>
            </a:srgbClr>
          </a:solidFill>
          <a:ln w="12600">
            <a:solidFill>
              <a:srgbClr val="000000">
                <a:alpha val="70000"/>
              </a:srgbClr>
            </a:solidFill>
            <a:round/>
          </a:ln>
        </p:spPr>
      </p:sp>
      <p:sp>
        <p:nvSpPr>
          <p:cNvPr id="38" name=""/>
          <p:cNvSpPr/>
          <p:nvPr/>
        </p:nvSpPr>
        <p:spPr>
          <a:xfrm>
            <a:off x="2031480" y="2169720"/>
            <a:ext cx="6141600" cy="0"/>
          </a:xfrm>
          <a:prstGeom prst="line">
            <a:avLst/>
          </a:prstGeom>
          <a:ln cap="sq"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" name=""/>
          <p:cNvSpPr/>
          <p:nvPr/>
        </p:nvSpPr>
        <p:spPr>
          <a:xfrm flipV="1">
            <a:off x="2031480" y="2159640"/>
            <a:ext cx="0" cy="20160"/>
          </a:xfrm>
          <a:prstGeom prst="line">
            <a:avLst/>
          </a:prstGeom>
          <a:ln cap="sq"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 flipV="1">
            <a:off x="2976120" y="2159640"/>
            <a:ext cx="0" cy="20160"/>
          </a:xfrm>
          <a:prstGeom prst="line">
            <a:avLst/>
          </a:prstGeom>
          <a:ln cap="sq"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" name=""/>
          <p:cNvSpPr/>
          <p:nvPr/>
        </p:nvSpPr>
        <p:spPr>
          <a:xfrm flipV="1">
            <a:off x="3921120" y="2159640"/>
            <a:ext cx="0" cy="20160"/>
          </a:xfrm>
          <a:prstGeom prst="line">
            <a:avLst/>
          </a:prstGeom>
          <a:ln cap="sq"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/>
          <p:nvPr/>
        </p:nvSpPr>
        <p:spPr>
          <a:xfrm flipV="1">
            <a:off x="4866120" y="2159640"/>
            <a:ext cx="0" cy="20160"/>
          </a:xfrm>
          <a:prstGeom prst="line">
            <a:avLst/>
          </a:prstGeom>
          <a:ln cap="sq"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/>
          <p:nvPr/>
        </p:nvSpPr>
        <p:spPr>
          <a:xfrm flipV="1">
            <a:off x="5810760" y="2159640"/>
            <a:ext cx="0" cy="20160"/>
          </a:xfrm>
          <a:prstGeom prst="line">
            <a:avLst/>
          </a:prstGeom>
          <a:ln cap="sq"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/>
          <p:nvPr/>
        </p:nvSpPr>
        <p:spPr>
          <a:xfrm flipV="1">
            <a:off x="6755760" y="2159640"/>
            <a:ext cx="0" cy="20160"/>
          </a:xfrm>
          <a:prstGeom prst="line">
            <a:avLst/>
          </a:prstGeom>
          <a:ln cap="sq"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/>
          <p:nvPr/>
        </p:nvSpPr>
        <p:spPr>
          <a:xfrm flipV="1">
            <a:off x="7700760" y="2159640"/>
            <a:ext cx="0" cy="20160"/>
          </a:xfrm>
          <a:prstGeom prst="line">
            <a:avLst/>
          </a:prstGeom>
          <a:ln cap="sq"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/>
          <p:nvPr/>
        </p:nvSpPr>
        <p:spPr>
          <a:xfrm flipV="1">
            <a:off x="3921120" y="243360"/>
            <a:ext cx="0" cy="1926360"/>
          </a:xfrm>
          <a:prstGeom prst="line">
            <a:avLst/>
          </a:prstGeom>
          <a:ln w="6120">
            <a:solidFill>
              <a:srgbClr val="808080"/>
            </a:solidFill>
            <a:custDash>
              <a:ds d="382353" sp="16470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/>
          <p:nvPr/>
        </p:nvSpPr>
        <p:spPr>
          <a:xfrm>
            <a:off x="3448800" y="648720"/>
            <a:ext cx="3590280" cy="0"/>
          </a:xfrm>
          <a:prstGeom prst="line">
            <a:avLst/>
          </a:prstGeom>
          <a:ln cap="sq" w="252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/>
          <p:nvPr/>
        </p:nvSpPr>
        <p:spPr>
          <a:xfrm flipV="1">
            <a:off x="3448800" y="598320"/>
            <a:ext cx="0" cy="101160"/>
          </a:xfrm>
          <a:prstGeom prst="line">
            <a:avLst/>
          </a:prstGeom>
          <a:ln cap="sq" w="252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/>
          <p:nvPr/>
        </p:nvSpPr>
        <p:spPr>
          <a:xfrm flipV="1">
            <a:off x="7039080" y="598320"/>
            <a:ext cx="0" cy="101160"/>
          </a:xfrm>
          <a:prstGeom prst="line">
            <a:avLst/>
          </a:prstGeom>
          <a:ln cap="sq" w="252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" name=""/>
          <p:cNvSpPr/>
          <p:nvPr/>
        </p:nvSpPr>
        <p:spPr>
          <a:xfrm>
            <a:off x="3977640" y="1155960"/>
            <a:ext cx="1805040" cy="0"/>
          </a:xfrm>
          <a:prstGeom prst="line">
            <a:avLst/>
          </a:prstGeom>
          <a:ln cap="sq" w="2520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/>
          <p:nvPr/>
        </p:nvSpPr>
        <p:spPr>
          <a:xfrm flipV="1">
            <a:off x="3977640" y="1105200"/>
            <a:ext cx="0" cy="101160"/>
          </a:xfrm>
          <a:prstGeom prst="line">
            <a:avLst/>
          </a:prstGeom>
          <a:ln cap="sq" w="2520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/>
          <p:nvPr/>
        </p:nvSpPr>
        <p:spPr>
          <a:xfrm flipV="1">
            <a:off x="5782680" y="1105200"/>
            <a:ext cx="0" cy="101160"/>
          </a:xfrm>
          <a:prstGeom prst="line">
            <a:avLst/>
          </a:prstGeom>
          <a:ln cap="sq" w="2520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" name=""/>
          <p:cNvSpPr/>
          <p:nvPr/>
        </p:nvSpPr>
        <p:spPr>
          <a:xfrm>
            <a:off x="3448800" y="1358640"/>
            <a:ext cx="2172960" cy="0"/>
          </a:xfrm>
          <a:prstGeom prst="line">
            <a:avLst/>
          </a:prstGeom>
          <a:ln cap="sq"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/>
          <p:nvPr/>
        </p:nvSpPr>
        <p:spPr>
          <a:xfrm>
            <a:off x="3968280" y="1814760"/>
            <a:ext cx="264600" cy="0"/>
          </a:xfrm>
          <a:prstGeom prst="line">
            <a:avLst/>
          </a:prstGeom>
          <a:ln cap="sq" w="252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/>
          <p:nvPr/>
        </p:nvSpPr>
        <p:spPr>
          <a:xfrm flipV="1">
            <a:off x="3968280" y="1764000"/>
            <a:ext cx="0" cy="101520"/>
          </a:xfrm>
          <a:prstGeom prst="line">
            <a:avLst/>
          </a:prstGeom>
          <a:ln cap="sq" w="252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/>
          <p:nvPr/>
        </p:nvSpPr>
        <p:spPr>
          <a:xfrm flipV="1">
            <a:off x="4232880" y="1764000"/>
            <a:ext cx="0" cy="101520"/>
          </a:xfrm>
          <a:prstGeom prst="line">
            <a:avLst/>
          </a:prstGeom>
          <a:ln cap="sq" w="252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/>
          <p:nvPr/>
        </p:nvSpPr>
        <p:spPr>
          <a:xfrm>
            <a:off x="3977640" y="2017800"/>
            <a:ext cx="226800" cy="0"/>
          </a:xfrm>
          <a:prstGeom prst="line">
            <a:avLst/>
          </a:prstGeom>
          <a:ln cap="sq" w="25200">
            <a:solidFill>
              <a:srgbClr val="6a4c93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1977840" y="2257920"/>
            <a:ext cx="109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-2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2922480" y="2257920"/>
            <a:ext cx="109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-1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>
            <a:off x="3886920" y="22579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4786560" y="2257920"/>
            <a:ext cx="159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+1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5731560" y="2257920"/>
            <a:ext cx="159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+2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6676200" y="2257920"/>
            <a:ext cx="159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+3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7621200" y="2257920"/>
            <a:ext cx="159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+4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>
            <a:off x="3281400" y="2414520"/>
            <a:ext cx="3173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900" spc="-1" strike="noStrike">
                <a:solidFill>
                  <a:srgbClr val="555555"/>
                </a:solidFill>
                <a:latin typeface="DejaVuSans"/>
              </a:rPr>
              <a:t>Standardized effect size (log-scale for narratives 1 &amp; 3)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797400" y="566280"/>
            <a:ext cx="805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1f3b5c"/>
                </a:solidFill>
                <a:latin typeface="DejaVuSans"/>
              </a:rPr>
              <a:t>Narrative 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363960" y="693720"/>
            <a:ext cx="1265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55555"/>
                </a:solidFill>
                <a:latin typeface="DejaVuSans"/>
              </a:rPr>
              <a:t>Pre-CRT tumor-intrinsic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262800" y="821880"/>
            <a:ext cx="1351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55555"/>
                </a:solidFill>
                <a:latin typeface="DejaVuSans"/>
              </a:rPr>
              <a:t>predictor (DSB/HDR/E2F)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>
            <a:off x="7181280" y="572040"/>
            <a:ext cx="37785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2e86ab"/>
                </a:solidFill>
                <a:latin typeface="DejaVuSans"/>
              </a:rPr>
              <a:t>LASSO AUC = 0.65 [0.45, 0.83]  (nested LOOCV, n = 35)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>
            <a:off x="797400" y="1073160"/>
            <a:ext cx="805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1f3b5c"/>
                </a:solidFill>
                <a:latin typeface="DejaVuSans"/>
              </a:rPr>
              <a:t>Narrative 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>
            <a:off x="150840" y="1226160"/>
            <a:ext cx="146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55555"/>
                </a:solidFill>
                <a:latin typeface="DejaVuSans"/>
              </a:rPr>
              <a:t>Radiation-induced cascade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>
            <a:off x="91440" y="1354320"/>
            <a:ext cx="1526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55555"/>
                </a:solidFill>
                <a:latin typeface="DejaVuSans"/>
              </a:rPr>
              <a:t>(exploratory, n = 14 paired)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3" name=""/>
          <p:cNvSpPr txBox="1"/>
          <p:nvPr/>
        </p:nvSpPr>
        <p:spPr>
          <a:xfrm>
            <a:off x="5924520" y="1078560"/>
            <a:ext cx="37450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2a9d8f"/>
                </a:solidFill>
                <a:latin typeface="DejaVuSans"/>
              </a:rPr>
              <a:t>Treg Δ = +1.21 [+0.06, +1.97]  (robust, MW P = 0.026)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5811120" y="1290240"/>
            <a:ext cx="2652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50" spc="-1" strike="noStrike">
                <a:solidFill>
                  <a:srgbClr val="888888"/>
                </a:solidFill>
                <a:latin typeface="DejaVuSans"/>
              </a:rPr>
              <a:t>Other cascade features (exploratory, CIs span 0)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>
            <a:off x="797400" y="1732320"/>
            <a:ext cx="805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1f3b5c"/>
                </a:solidFill>
                <a:latin typeface="DejaVuSans"/>
              </a:rPr>
              <a:t>Narrative 3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>
            <a:off x="367560" y="1885320"/>
            <a:ext cx="1250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55555"/>
                </a:solidFill>
                <a:latin typeface="DejaVuSans"/>
              </a:rPr>
              <a:t>External CD8-cytotoxic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7" name=""/>
          <p:cNvSpPr txBox="1"/>
          <p:nvPr/>
        </p:nvSpPr>
        <p:spPr>
          <a:xfrm>
            <a:off x="828720" y="2013120"/>
            <a:ext cx="784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55555"/>
                </a:solidFill>
                <a:latin typeface="DejaVuSans"/>
              </a:rPr>
              <a:t>reproducibility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8" name=""/>
          <p:cNvSpPr txBox="1"/>
          <p:nvPr/>
        </p:nvSpPr>
        <p:spPr>
          <a:xfrm>
            <a:off x="4374720" y="1738080"/>
            <a:ext cx="4810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e63946"/>
                </a:solidFill>
                <a:latin typeface="DejaVuSans"/>
              </a:rPr>
              <a:t>9-cohort meta Stouffer Z = +2.74, P = 0.006 (N = 721, 8/9 concordant)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9" name=""/>
          <p:cNvSpPr txBox="1"/>
          <p:nvPr/>
        </p:nvSpPr>
        <p:spPr>
          <a:xfrm>
            <a:off x="4251960" y="1949040"/>
            <a:ext cx="4394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50" spc="-1" strike="noStrike">
                <a:solidFill>
                  <a:srgbClr val="6a4c93"/>
                </a:solidFill>
                <a:latin typeface="DejaVuSans"/>
              </a:rPr>
              <a:t>Akiyoshi 2023  n = 298, OR = 3.81 [1.82, 7.97]  →  &gt; 1,000 patients / 10 cohorts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5278320" y="588600"/>
            <a:ext cx="120600" cy="120960"/>
          </a:xfrm>
          <a:custGeom>
            <a:avLst/>
            <a:gdLst/>
            <a:ahLst/>
            <a:rect l="0" t="0" r="r" b="b"/>
            <a:pathLst>
              <a:path w="335" h="336">
                <a:moveTo>
                  <a:pt x="167" y="336"/>
                </a:moveTo>
                <a:cubicBezTo>
                  <a:pt x="212" y="336"/>
                  <a:pt x="255" y="318"/>
                  <a:pt x="286" y="287"/>
                </a:cubicBezTo>
                <a:cubicBezTo>
                  <a:pt x="318" y="255"/>
                  <a:pt x="335" y="213"/>
                  <a:pt x="335" y="167"/>
                </a:cubicBezTo>
                <a:cubicBezTo>
                  <a:pt x="335" y="123"/>
                  <a:pt x="318" y="81"/>
                  <a:pt x="286" y="49"/>
                </a:cubicBezTo>
                <a:cubicBezTo>
                  <a:pt x="255" y="18"/>
                  <a:pt x="212" y="0"/>
                  <a:pt x="167" y="0"/>
                </a:cubicBezTo>
                <a:cubicBezTo>
                  <a:pt x="123" y="0"/>
                  <a:pt x="80" y="18"/>
                  <a:pt x="49" y="49"/>
                </a:cubicBezTo>
                <a:cubicBezTo>
                  <a:pt x="17" y="81"/>
                  <a:pt x="0" y="123"/>
                  <a:pt x="0" y="167"/>
                </a:cubicBezTo>
                <a:cubicBezTo>
                  <a:pt x="0" y="213"/>
                  <a:pt x="17" y="255"/>
                  <a:pt x="49" y="287"/>
                </a:cubicBezTo>
                <a:cubicBezTo>
                  <a:pt x="80" y="318"/>
                  <a:pt x="123" y="336"/>
                  <a:pt x="167" y="336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000000"/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4974480" y="106596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lnTo>
                  <a:pt x="500" y="250"/>
                </a:lnTo>
                <a:lnTo>
                  <a:pt x="250" y="0"/>
                </a:lnTo>
                <a:lnTo>
                  <a:pt x="0" y="250"/>
                </a:lnTo>
                <a:lnTo>
                  <a:pt x="250" y="50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000000"/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3980160" y="1694520"/>
            <a:ext cx="241200" cy="241200"/>
          </a:xfrm>
          <a:custGeom>
            <a:avLst/>
            <a:gdLst/>
            <a:ahLst/>
            <a:rect l="0" t="0" r="r" b="b"/>
            <a:pathLst>
              <a:path w="670" h="670">
                <a:moveTo>
                  <a:pt x="335" y="670"/>
                </a:moveTo>
                <a:lnTo>
                  <a:pt x="670" y="335"/>
                </a:lnTo>
                <a:lnTo>
                  <a:pt x="335" y="0"/>
                </a:lnTo>
                <a:lnTo>
                  <a:pt x="0" y="335"/>
                </a:lnTo>
                <a:lnTo>
                  <a:pt x="335" y="670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000000"/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4006080" y="193248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6" y="474"/>
                </a:moveTo>
                <a:lnTo>
                  <a:pt x="474" y="238"/>
                </a:lnTo>
                <a:lnTo>
                  <a:pt x="236" y="0"/>
                </a:lnTo>
                <a:lnTo>
                  <a:pt x="0" y="238"/>
                </a:lnTo>
                <a:lnTo>
                  <a:pt x="236" y="474"/>
                </a:lnTo>
                <a:close/>
              </a:path>
            </a:pathLst>
          </a:custGeom>
          <a:solidFill>
            <a:srgbClr val="ffffff"/>
          </a:solidFill>
          <a:ln w="22680">
            <a:solidFill>
              <a:srgbClr val="6a4c93"/>
            </a:solidFill>
            <a:round/>
          </a:ln>
        </p:spPr>
      </p:sp>
      <p:sp>
        <p:nvSpPr>
          <p:cNvPr id="84" name=""/>
          <p:cNvSpPr txBox="1"/>
          <p:nvPr/>
        </p:nvSpPr>
        <p:spPr>
          <a:xfrm>
            <a:off x="1606320" y="126360"/>
            <a:ext cx="22777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1f3b5c"/>
                </a:solidFill>
                <a:latin typeface="DejaVuSans"/>
              </a:rPr>
              <a:t>Headline summary of results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1D — Headline 3-narrative preview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12256200" cy="8435520"/>
          </a:xfrm>
          <a:custGeom>
            <a:avLst/>
            <a:gdLst/>
            <a:ahLst/>
            <a:rect l="0" t="0" r="r" b="b"/>
            <a:pathLst>
              <a:path w="34045" h="23432">
                <a:moveTo>
                  <a:pt x="0" y="23432"/>
                </a:moveTo>
                <a:lnTo>
                  <a:pt x="34045" y="23432"/>
                </a:lnTo>
                <a:lnTo>
                  <a:pt x="34045" y="0"/>
                </a:lnTo>
                <a:lnTo>
                  <a:pt x="0" y="0"/>
                </a:lnTo>
                <a:lnTo>
                  <a:pt x="0" y="2343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825840" y="91080"/>
            <a:ext cx="7394760" cy="1228320"/>
          </a:xfrm>
          <a:custGeom>
            <a:avLst/>
            <a:gdLst/>
            <a:ahLst/>
            <a:rect l="0" t="0" r="r" b="b"/>
            <a:pathLst>
              <a:path w="20541" h="3412">
                <a:moveTo>
                  <a:pt x="0" y="3412"/>
                </a:moveTo>
                <a:lnTo>
                  <a:pt x="20541" y="3412"/>
                </a:lnTo>
                <a:lnTo>
                  <a:pt x="20541" y="0"/>
                </a:lnTo>
                <a:lnTo>
                  <a:pt x="0" y="0"/>
                </a:lnTo>
                <a:lnTo>
                  <a:pt x="0" y="341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787680" y="1319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 flipH="1">
            <a:off x="787680" y="1319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787680" y="974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 flipH="1">
            <a:off x="787680" y="974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674640" y="12625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787680" y="629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787680" y="629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537480" y="917280"/>
            <a:ext cx="20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787680" y="284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 flipH="1">
            <a:off x="787680" y="284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537480" y="572400"/>
            <a:ext cx="20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537480" y="227520"/>
            <a:ext cx="20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300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0" name=""/>
          <p:cNvSpPr txBox="1"/>
          <p:nvPr/>
        </p:nvSpPr>
        <p:spPr>
          <a:xfrm rot="16200000">
            <a:off x="-356400" y="634680"/>
            <a:ext cx="12596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Coding mutations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834120" y="1084320"/>
            <a:ext cx="194760" cy="235080"/>
          </a:xfrm>
          <a:custGeom>
            <a:avLst/>
            <a:gdLst/>
            <a:ahLst/>
            <a:rect l="0" t="0" r="r" b="b"/>
            <a:pathLst>
              <a:path w="541" h="653">
                <a:moveTo>
                  <a:pt x="0" y="653"/>
                </a:moveTo>
                <a:lnTo>
                  <a:pt x="541" y="653"/>
                </a:lnTo>
                <a:lnTo>
                  <a:pt x="541" y="0"/>
                </a:lnTo>
                <a:lnTo>
                  <a:pt x="0" y="0"/>
                </a:lnTo>
                <a:lnTo>
                  <a:pt x="0" y="653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1045440" y="1115280"/>
            <a:ext cx="194760" cy="204120"/>
          </a:xfrm>
          <a:custGeom>
            <a:avLst/>
            <a:gdLst/>
            <a:ahLst/>
            <a:rect l="0" t="0" r="r" b="b"/>
            <a:pathLst>
              <a:path w="541" h="567">
                <a:moveTo>
                  <a:pt x="0" y="567"/>
                </a:moveTo>
                <a:lnTo>
                  <a:pt x="541" y="567"/>
                </a:lnTo>
                <a:lnTo>
                  <a:pt x="541" y="0"/>
                </a:lnTo>
                <a:lnTo>
                  <a:pt x="0" y="0"/>
                </a:lnTo>
                <a:lnTo>
                  <a:pt x="0" y="567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1256760" y="1091160"/>
            <a:ext cx="194760" cy="228240"/>
          </a:xfrm>
          <a:custGeom>
            <a:avLst/>
            <a:gdLst/>
            <a:ahLst/>
            <a:rect l="0" t="0" r="r" b="b"/>
            <a:pathLst>
              <a:path w="541" h="634">
                <a:moveTo>
                  <a:pt x="0" y="634"/>
                </a:moveTo>
                <a:lnTo>
                  <a:pt x="541" y="634"/>
                </a:lnTo>
                <a:lnTo>
                  <a:pt x="541" y="0"/>
                </a:lnTo>
                <a:lnTo>
                  <a:pt x="0" y="0"/>
                </a:lnTo>
                <a:lnTo>
                  <a:pt x="0" y="634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1468080" y="1025640"/>
            <a:ext cx="194760" cy="293760"/>
          </a:xfrm>
          <a:custGeom>
            <a:avLst/>
            <a:gdLst/>
            <a:ahLst/>
            <a:rect l="0" t="0" r="r" b="b"/>
            <a:pathLst>
              <a:path w="541" h="816">
                <a:moveTo>
                  <a:pt x="0" y="816"/>
                </a:moveTo>
                <a:lnTo>
                  <a:pt x="541" y="816"/>
                </a:lnTo>
                <a:lnTo>
                  <a:pt x="541" y="0"/>
                </a:lnTo>
                <a:lnTo>
                  <a:pt x="0" y="0"/>
                </a:lnTo>
                <a:lnTo>
                  <a:pt x="0" y="816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1679400" y="1077480"/>
            <a:ext cx="194400" cy="241920"/>
          </a:xfrm>
          <a:custGeom>
            <a:avLst/>
            <a:gdLst/>
            <a:ahLst/>
            <a:rect l="0" t="0" r="r" b="b"/>
            <a:pathLst>
              <a:path w="540" h="672">
                <a:moveTo>
                  <a:pt x="0" y="672"/>
                </a:moveTo>
                <a:lnTo>
                  <a:pt x="540" y="672"/>
                </a:lnTo>
                <a:lnTo>
                  <a:pt x="540" y="0"/>
                </a:lnTo>
                <a:lnTo>
                  <a:pt x="0" y="0"/>
                </a:lnTo>
                <a:lnTo>
                  <a:pt x="0" y="672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1890360" y="1029240"/>
            <a:ext cx="194760" cy="290160"/>
          </a:xfrm>
          <a:custGeom>
            <a:avLst/>
            <a:gdLst/>
            <a:ahLst/>
            <a:rect l="0" t="0" r="r" b="b"/>
            <a:pathLst>
              <a:path w="541" h="806">
                <a:moveTo>
                  <a:pt x="0" y="806"/>
                </a:moveTo>
                <a:lnTo>
                  <a:pt x="541" y="806"/>
                </a:lnTo>
                <a:lnTo>
                  <a:pt x="541" y="0"/>
                </a:lnTo>
                <a:lnTo>
                  <a:pt x="0" y="0"/>
                </a:lnTo>
                <a:lnTo>
                  <a:pt x="0" y="806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2101680" y="239400"/>
            <a:ext cx="194760" cy="1080000"/>
          </a:xfrm>
          <a:custGeom>
            <a:avLst/>
            <a:gdLst/>
            <a:ahLst/>
            <a:rect l="0" t="0" r="r" b="b"/>
            <a:pathLst>
              <a:path w="541" h="3000">
                <a:moveTo>
                  <a:pt x="0" y="3000"/>
                </a:moveTo>
                <a:lnTo>
                  <a:pt x="541" y="3000"/>
                </a:lnTo>
                <a:lnTo>
                  <a:pt x="541" y="0"/>
                </a:lnTo>
                <a:lnTo>
                  <a:pt x="0" y="0"/>
                </a:lnTo>
                <a:lnTo>
                  <a:pt x="0" y="300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2313000" y="1177560"/>
            <a:ext cx="194760" cy="141840"/>
          </a:xfrm>
          <a:custGeom>
            <a:avLst/>
            <a:gdLst/>
            <a:ahLst/>
            <a:rect l="0" t="0" r="r" b="b"/>
            <a:pathLst>
              <a:path w="541" h="394">
                <a:moveTo>
                  <a:pt x="0" y="394"/>
                </a:moveTo>
                <a:lnTo>
                  <a:pt x="541" y="394"/>
                </a:lnTo>
                <a:lnTo>
                  <a:pt x="541" y="0"/>
                </a:lnTo>
                <a:lnTo>
                  <a:pt x="0" y="0"/>
                </a:lnTo>
                <a:lnTo>
                  <a:pt x="0" y="394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2524320" y="994680"/>
            <a:ext cx="194760" cy="324720"/>
          </a:xfrm>
          <a:custGeom>
            <a:avLst/>
            <a:gdLst/>
            <a:ahLst/>
            <a:rect l="0" t="0" r="r" b="b"/>
            <a:pathLst>
              <a:path w="541" h="902">
                <a:moveTo>
                  <a:pt x="0" y="902"/>
                </a:moveTo>
                <a:lnTo>
                  <a:pt x="541" y="902"/>
                </a:lnTo>
                <a:lnTo>
                  <a:pt x="541" y="0"/>
                </a:lnTo>
                <a:lnTo>
                  <a:pt x="0" y="0"/>
                </a:lnTo>
                <a:lnTo>
                  <a:pt x="0" y="902"/>
                </a:lnTo>
                <a:close/>
              </a:path>
            </a:pathLst>
          </a:custGeom>
          <a:solidFill>
            <a:srgbClr val="057a64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>
            <a:off x="2524320" y="994680"/>
            <a:ext cx="194760" cy="324720"/>
          </a:xfrm>
          <a:custGeom>
            <a:avLst/>
            <a:gdLst/>
            <a:ahLst/>
            <a:rect l="0" t="0" r="r" b="b"/>
            <a:pathLst>
              <a:path w="541" h="902">
                <a:moveTo>
                  <a:pt x="0" y="902"/>
                </a:moveTo>
                <a:lnTo>
                  <a:pt x="541" y="902"/>
                </a:lnTo>
                <a:lnTo>
                  <a:pt x="541" y="0"/>
                </a:lnTo>
                <a:lnTo>
                  <a:pt x="0" y="0"/>
                </a:lnTo>
                <a:lnTo>
                  <a:pt x="0" y="902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2735640" y="1222200"/>
            <a:ext cx="194760" cy="97200"/>
          </a:xfrm>
          <a:custGeom>
            <a:avLst/>
            <a:gdLst/>
            <a:ahLst/>
            <a:rect l="0" t="0" r="r" b="b"/>
            <a:pathLst>
              <a:path w="541" h="270">
                <a:moveTo>
                  <a:pt x="0" y="270"/>
                </a:moveTo>
                <a:lnTo>
                  <a:pt x="541" y="270"/>
                </a:lnTo>
                <a:lnTo>
                  <a:pt x="541" y="0"/>
                </a:lnTo>
                <a:lnTo>
                  <a:pt x="0" y="0"/>
                </a:lnTo>
                <a:lnTo>
                  <a:pt x="0" y="27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2946960" y="1184400"/>
            <a:ext cx="194760" cy="135000"/>
          </a:xfrm>
          <a:custGeom>
            <a:avLst/>
            <a:gdLst/>
            <a:ahLst/>
            <a:rect l="0" t="0" r="r" b="b"/>
            <a:pathLst>
              <a:path w="541" h="375">
                <a:moveTo>
                  <a:pt x="0" y="375"/>
                </a:moveTo>
                <a:lnTo>
                  <a:pt x="541" y="375"/>
                </a:lnTo>
                <a:lnTo>
                  <a:pt x="541" y="0"/>
                </a:lnTo>
                <a:lnTo>
                  <a:pt x="0" y="0"/>
                </a:lnTo>
                <a:lnTo>
                  <a:pt x="0" y="375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3158280" y="353160"/>
            <a:ext cx="194760" cy="966240"/>
          </a:xfrm>
          <a:custGeom>
            <a:avLst/>
            <a:gdLst/>
            <a:ahLst/>
            <a:rect l="0" t="0" r="r" b="b"/>
            <a:pathLst>
              <a:path w="541" h="2684">
                <a:moveTo>
                  <a:pt x="0" y="2684"/>
                </a:moveTo>
                <a:lnTo>
                  <a:pt x="541" y="2684"/>
                </a:lnTo>
                <a:lnTo>
                  <a:pt x="541" y="0"/>
                </a:lnTo>
                <a:lnTo>
                  <a:pt x="0" y="0"/>
                </a:lnTo>
                <a:lnTo>
                  <a:pt x="0" y="2684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3369600" y="277200"/>
            <a:ext cx="194760" cy="1042200"/>
          </a:xfrm>
          <a:custGeom>
            <a:avLst/>
            <a:gdLst/>
            <a:ahLst/>
            <a:rect l="0" t="0" r="r" b="b"/>
            <a:pathLst>
              <a:path w="541" h="2895">
                <a:moveTo>
                  <a:pt x="0" y="2895"/>
                </a:moveTo>
                <a:lnTo>
                  <a:pt x="541" y="2895"/>
                </a:lnTo>
                <a:lnTo>
                  <a:pt x="541" y="0"/>
                </a:lnTo>
                <a:lnTo>
                  <a:pt x="0" y="0"/>
                </a:lnTo>
                <a:lnTo>
                  <a:pt x="0" y="2895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3580560" y="422280"/>
            <a:ext cx="194760" cy="897120"/>
          </a:xfrm>
          <a:custGeom>
            <a:avLst/>
            <a:gdLst/>
            <a:ahLst/>
            <a:rect l="0" t="0" r="r" b="b"/>
            <a:pathLst>
              <a:path w="541" h="2492">
                <a:moveTo>
                  <a:pt x="0" y="2492"/>
                </a:moveTo>
                <a:lnTo>
                  <a:pt x="541" y="2492"/>
                </a:lnTo>
                <a:lnTo>
                  <a:pt x="541" y="0"/>
                </a:lnTo>
                <a:lnTo>
                  <a:pt x="0" y="0"/>
                </a:lnTo>
                <a:lnTo>
                  <a:pt x="0" y="2492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3791880" y="743040"/>
            <a:ext cx="194760" cy="576360"/>
          </a:xfrm>
          <a:custGeom>
            <a:avLst/>
            <a:gdLst/>
            <a:ahLst/>
            <a:rect l="0" t="0" r="r" b="b"/>
            <a:pathLst>
              <a:path w="541" h="1601">
                <a:moveTo>
                  <a:pt x="0" y="1601"/>
                </a:moveTo>
                <a:lnTo>
                  <a:pt x="541" y="1601"/>
                </a:lnTo>
                <a:lnTo>
                  <a:pt x="541" y="0"/>
                </a:lnTo>
                <a:lnTo>
                  <a:pt x="0" y="0"/>
                </a:lnTo>
                <a:lnTo>
                  <a:pt x="0" y="1601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4003200" y="130860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4214520" y="1291320"/>
            <a:ext cx="194760" cy="28080"/>
          </a:xfrm>
          <a:custGeom>
            <a:avLst/>
            <a:gdLst/>
            <a:ahLst/>
            <a:rect l="0" t="0" r="r" b="b"/>
            <a:pathLst>
              <a:path w="541" h="78">
                <a:moveTo>
                  <a:pt x="0" y="78"/>
                </a:moveTo>
                <a:lnTo>
                  <a:pt x="541" y="78"/>
                </a:lnTo>
                <a:lnTo>
                  <a:pt x="541" y="0"/>
                </a:lnTo>
                <a:lnTo>
                  <a:pt x="0" y="0"/>
                </a:lnTo>
                <a:lnTo>
                  <a:pt x="0" y="78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69" name=""/>
          <p:cNvSpPr/>
          <p:nvPr/>
        </p:nvSpPr>
        <p:spPr>
          <a:xfrm>
            <a:off x="4425840" y="567000"/>
            <a:ext cx="194760" cy="752400"/>
          </a:xfrm>
          <a:custGeom>
            <a:avLst/>
            <a:gdLst/>
            <a:ahLst/>
            <a:rect l="0" t="0" r="r" b="b"/>
            <a:pathLst>
              <a:path w="541" h="2090">
                <a:moveTo>
                  <a:pt x="0" y="2090"/>
                </a:moveTo>
                <a:lnTo>
                  <a:pt x="541" y="2090"/>
                </a:lnTo>
                <a:lnTo>
                  <a:pt x="541" y="0"/>
                </a:lnTo>
                <a:lnTo>
                  <a:pt x="0" y="0"/>
                </a:lnTo>
                <a:lnTo>
                  <a:pt x="0" y="209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70" name=""/>
          <p:cNvSpPr/>
          <p:nvPr/>
        </p:nvSpPr>
        <p:spPr>
          <a:xfrm>
            <a:off x="4637160" y="998280"/>
            <a:ext cx="194760" cy="321120"/>
          </a:xfrm>
          <a:custGeom>
            <a:avLst/>
            <a:gdLst/>
            <a:ahLst/>
            <a:rect l="0" t="0" r="r" b="b"/>
            <a:pathLst>
              <a:path w="541" h="892">
                <a:moveTo>
                  <a:pt x="0" y="892"/>
                </a:moveTo>
                <a:lnTo>
                  <a:pt x="541" y="892"/>
                </a:lnTo>
                <a:lnTo>
                  <a:pt x="541" y="0"/>
                </a:lnTo>
                <a:lnTo>
                  <a:pt x="0" y="0"/>
                </a:lnTo>
                <a:lnTo>
                  <a:pt x="0" y="892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71" name=""/>
          <p:cNvSpPr/>
          <p:nvPr/>
        </p:nvSpPr>
        <p:spPr>
          <a:xfrm>
            <a:off x="4848480" y="1101600"/>
            <a:ext cx="194760" cy="217800"/>
          </a:xfrm>
          <a:custGeom>
            <a:avLst/>
            <a:gdLst/>
            <a:ahLst/>
            <a:rect l="0" t="0" r="r" b="b"/>
            <a:pathLst>
              <a:path w="541" h="605">
                <a:moveTo>
                  <a:pt x="0" y="605"/>
                </a:moveTo>
                <a:lnTo>
                  <a:pt x="541" y="605"/>
                </a:lnTo>
                <a:lnTo>
                  <a:pt x="541" y="0"/>
                </a:lnTo>
                <a:lnTo>
                  <a:pt x="0" y="0"/>
                </a:lnTo>
                <a:lnTo>
                  <a:pt x="0" y="605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72" name=""/>
          <p:cNvSpPr/>
          <p:nvPr/>
        </p:nvSpPr>
        <p:spPr>
          <a:xfrm>
            <a:off x="5059800" y="1011960"/>
            <a:ext cx="194760" cy="307440"/>
          </a:xfrm>
          <a:custGeom>
            <a:avLst/>
            <a:gdLst/>
            <a:ahLst/>
            <a:rect l="0" t="0" r="r" b="b"/>
            <a:pathLst>
              <a:path w="541" h="854">
                <a:moveTo>
                  <a:pt x="0" y="854"/>
                </a:moveTo>
                <a:lnTo>
                  <a:pt x="541" y="854"/>
                </a:lnTo>
                <a:lnTo>
                  <a:pt x="541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057a64"/>
          </a:solidFill>
          <a:ln w="0">
            <a:noFill/>
          </a:ln>
        </p:spPr>
      </p:sp>
      <p:sp>
        <p:nvSpPr>
          <p:cNvPr id="73" name=""/>
          <p:cNvSpPr/>
          <p:nvPr/>
        </p:nvSpPr>
        <p:spPr>
          <a:xfrm>
            <a:off x="5059800" y="1011960"/>
            <a:ext cx="194760" cy="307440"/>
          </a:xfrm>
          <a:custGeom>
            <a:avLst/>
            <a:gdLst/>
            <a:ahLst/>
            <a:rect l="0" t="0" r="r" b="b"/>
            <a:pathLst>
              <a:path w="541" h="854">
                <a:moveTo>
                  <a:pt x="0" y="854"/>
                </a:moveTo>
                <a:lnTo>
                  <a:pt x="541" y="854"/>
                </a:lnTo>
                <a:lnTo>
                  <a:pt x="541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74" name=""/>
          <p:cNvSpPr/>
          <p:nvPr/>
        </p:nvSpPr>
        <p:spPr>
          <a:xfrm>
            <a:off x="5271120" y="977400"/>
            <a:ext cx="194400" cy="342000"/>
          </a:xfrm>
          <a:custGeom>
            <a:avLst/>
            <a:gdLst/>
            <a:ahLst/>
            <a:rect l="0" t="0" r="r" b="b"/>
            <a:pathLst>
              <a:path w="540" h="950">
                <a:moveTo>
                  <a:pt x="0" y="950"/>
                </a:moveTo>
                <a:lnTo>
                  <a:pt x="540" y="950"/>
                </a:lnTo>
                <a:lnTo>
                  <a:pt x="540" y="0"/>
                </a:lnTo>
                <a:lnTo>
                  <a:pt x="0" y="0"/>
                </a:lnTo>
                <a:lnTo>
                  <a:pt x="0" y="95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5482080" y="984240"/>
            <a:ext cx="194760" cy="335160"/>
          </a:xfrm>
          <a:custGeom>
            <a:avLst/>
            <a:gdLst/>
            <a:ahLst/>
            <a:rect l="0" t="0" r="r" b="b"/>
            <a:pathLst>
              <a:path w="541" h="931">
                <a:moveTo>
                  <a:pt x="0" y="931"/>
                </a:moveTo>
                <a:lnTo>
                  <a:pt x="541" y="931"/>
                </a:lnTo>
                <a:lnTo>
                  <a:pt x="541" y="0"/>
                </a:lnTo>
                <a:lnTo>
                  <a:pt x="0" y="0"/>
                </a:lnTo>
                <a:lnTo>
                  <a:pt x="0" y="931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5693400" y="1188000"/>
            <a:ext cx="194760" cy="131400"/>
          </a:xfrm>
          <a:custGeom>
            <a:avLst/>
            <a:gdLst/>
            <a:ahLst/>
            <a:rect l="0" t="0" r="r" b="b"/>
            <a:pathLst>
              <a:path w="541" h="365">
                <a:moveTo>
                  <a:pt x="0" y="365"/>
                </a:moveTo>
                <a:lnTo>
                  <a:pt x="541" y="365"/>
                </a:lnTo>
                <a:lnTo>
                  <a:pt x="541" y="0"/>
                </a:lnTo>
                <a:lnTo>
                  <a:pt x="0" y="0"/>
                </a:lnTo>
                <a:lnTo>
                  <a:pt x="0" y="365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5904720" y="1046520"/>
            <a:ext cx="194760" cy="272880"/>
          </a:xfrm>
          <a:custGeom>
            <a:avLst/>
            <a:gdLst/>
            <a:ahLst/>
            <a:rect l="0" t="0" r="r" b="b"/>
            <a:pathLst>
              <a:path w="541" h="758">
                <a:moveTo>
                  <a:pt x="0" y="758"/>
                </a:moveTo>
                <a:lnTo>
                  <a:pt x="541" y="758"/>
                </a:lnTo>
                <a:lnTo>
                  <a:pt x="541" y="0"/>
                </a:lnTo>
                <a:lnTo>
                  <a:pt x="0" y="0"/>
                </a:lnTo>
                <a:lnTo>
                  <a:pt x="0" y="758"/>
                </a:lnTo>
                <a:close/>
              </a:path>
            </a:pathLst>
          </a:custGeom>
          <a:solidFill>
            <a:srgbClr val="057a64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>
            <a:off x="5904720" y="1046520"/>
            <a:ext cx="194760" cy="272880"/>
          </a:xfrm>
          <a:custGeom>
            <a:avLst/>
            <a:gdLst/>
            <a:ahLst/>
            <a:rect l="0" t="0" r="r" b="b"/>
            <a:pathLst>
              <a:path w="541" h="758">
                <a:moveTo>
                  <a:pt x="0" y="758"/>
                </a:moveTo>
                <a:lnTo>
                  <a:pt x="541" y="758"/>
                </a:lnTo>
                <a:lnTo>
                  <a:pt x="541" y="0"/>
                </a:lnTo>
                <a:lnTo>
                  <a:pt x="0" y="0"/>
                </a:lnTo>
                <a:lnTo>
                  <a:pt x="0" y="758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6116040" y="1222200"/>
            <a:ext cx="194760" cy="97200"/>
          </a:xfrm>
          <a:custGeom>
            <a:avLst/>
            <a:gdLst/>
            <a:ahLst/>
            <a:rect l="0" t="0" r="r" b="b"/>
            <a:pathLst>
              <a:path w="541" h="270">
                <a:moveTo>
                  <a:pt x="0" y="270"/>
                </a:moveTo>
                <a:lnTo>
                  <a:pt x="541" y="270"/>
                </a:lnTo>
                <a:lnTo>
                  <a:pt x="541" y="0"/>
                </a:lnTo>
                <a:lnTo>
                  <a:pt x="0" y="0"/>
                </a:lnTo>
                <a:lnTo>
                  <a:pt x="0" y="27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0" name=""/>
          <p:cNvSpPr/>
          <p:nvPr/>
        </p:nvSpPr>
        <p:spPr>
          <a:xfrm>
            <a:off x="6327360" y="939600"/>
            <a:ext cx="194760" cy="379800"/>
          </a:xfrm>
          <a:custGeom>
            <a:avLst/>
            <a:gdLst/>
            <a:ahLst/>
            <a:rect l="0" t="0" r="r" b="b"/>
            <a:pathLst>
              <a:path w="541" h="1055">
                <a:moveTo>
                  <a:pt x="0" y="1055"/>
                </a:moveTo>
                <a:lnTo>
                  <a:pt x="541" y="1055"/>
                </a:lnTo>
                <a:lnTo>
                  <a:pt x="541" y="0"/>
                </a:lnTo>
                <a:lnTo>
                  <a:pt x="0" y="0"/>
                </a:lnTo>
                <a:lnTo>
                  <a:pt x="0" y="1055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1" name=""/>
          <p:cNvSpPr/>
          <p:nvPr/>
        </p:nvSpPr>
        <p:spPr>
          <a:xfrm>
            <a:off x="6538680" y="1067040"/>
            <a:ext cx="194760" cy="252360"/>
          </a:xfrm>
          <a:custGeom>
            <a:avLst/>
            <a:gdLst/>
            <a:ahLst/>
            <a:rect l="0" t="0" r="r" b="b"/>
            <a:pathLst>
              <a:path w="541" h="701">
                <a:moveTo>
                  <a:pt x="0" y="701"/>
                </a:moveTo>
                <a:lnTo>
                  <a:pt x="541" y="701"/>
                </a:lnTo>
                <a:lnTo>
                  <a:pt x="541" y="0"/>
                </a:lnTo>
                <a:lnTo>
                  <a:pt x="0" y="0"/>
                </a:lnTo>
                <a:lnTo>
                  <a:pt x="0" y="701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2" name=""/>
          <p:cNvSpPr/>
          <p:nvPr/>
        </p:nvSpPr>
        <p:spPr>
          <a:xfrm>
            <a:off x="6750000" y="353160"/>
            <a:ext cx="194760" cy="966240"/>
          </a:xfrm>
          <a:custGeom>
            <a:avLst/>
            <a:gdLst/>
            <a:ahLst/>
            <a:rect l="0" t="0" r="r" b="b"/>
            <a:pathLst>
              <a:path w="541" h="2684">
                <a:moveTo>
                  <a:pt x="0" y="2684"/>
                </a:moveTo>
                <a:lnTo>
                  <a:pt x="541" y="2684"/>
                </a:lnTo>
                <a:lnTo>
                  <a:pt x="541" y="0"/>
                </a:lnTo>
                <a:lnTo>
                  <a:pt x="0" y="0"/>
                </a:lnTo>
                <a:lnTo>
                  <a:pt x="0" y="2684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3" name=""/>
          <p:cNvSpPr/>
          <p:nvPr/>
        </p:nvSpPr>
        <p:spPr>
          <a:xfrm>
            <a:off x="6961320" y="1036080"/>
            <a:ext cx="194760" cy="283320"/>
          </a:xfrm>
          <a:custGeom>
            <a:avLst/>
            <a:gdLst/>
            <a:ahLst/>
            <a:rect l="0" t="0" r="r" b="b"/>
            <a:pathLst>
              <a:path w="541" h="787">
                <a:moveTo>
                  <a:pt x="0" y="787"/>
                </a:moveTo>
                <a:lnTo>
                  <a:pt x="541" y="787"/>
                </a:lnTo>
                <a:lnTo>
                  <a:pt x="541" y="0"/>
                </a:lnTo>
                <a:lnTo>
                  <a:pt x="0" y="0"/>
                </a:lnTo>
                <a:lnTo>
                  <a:pt x="0" y="787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4" name=""/>
          <p:cNvSpPr/>
          <p:nvPr/>
        </p:nvSpPr>
        <p:spPr>
          <a:xfrm>
            <a:off x="7172280" y="1029240"/>
            <a:ext cx="194760" cy="290160"/>
          </a:xfrm>
          <a:custGeom>
            <a:avLst/>
            <a:gdLst/>
            <a:ahLst/>
            <a:rect l="0" t="0" r="r" b="b"/>
            <a:pathLst>
              <a:path w="541" h="806">
                <a:moveTo>
                  <a:pt x="0" y="806"/>
                </a:moveTo>
                <a:lnTo>
                  <a:pt x="541" y="806"/>
                </a:lnTo>
                <a:lnTo>
                  <a:pt x="541" y="0"/>
                </a:lnTo>
                <a:lnTo>
                  <a:pt x="0" y="0"/>
                </a:lnTo>
                <a:lnTo>
                  <a:pt x="0" y="806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5" name=""/>
          <p:cNvSpPr/>
          <p:nvPr/>
        </p:nvSpPr>
        <p:spPr>
          <a:xfrm>
            <a:off x="7383600" y="1112040"/>
            <a:ext cx="194760" cy="207360"/>
          </a:xfrm>
          <a:custGeom>
            <a:avLst/>
            <a:gdLst/>
            <a:ahLst/>
            <a:rect l="0" t="0" r="r" b="b"/>
            <a:pathLst>
              <a:path w="541" h="576">
                <a:moveTo>
                  <a:pt x="0" y="576"/>
                </a:moveTo>
                <a:lnTo>
                  <a:pt x="541" y="576"/>
                </a:lnTo>
                <a:lnTo>
                  <a:pt x="541" y="0"/>
                </a:lnTo>
                <a:lnTo>
                  <a:pt x="0" y="0"/>
                </a:lnTo>
                <a:lnTo>
                  <a:pt x="0" y="576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6" name=""/>
          <p:cNvSpPr/>
          <p:nvPr/>
        </p:nvSpPr>
        <p:spPr>
          <a:xfrm>
            <a:off x="7594920" y="456840"/>
            <a:ext cx="194760" cy="862560"/>
          </a:xfrm>
          <a:custGeom>
            <a:avLst/>
            <a:gdLst/>
            <a:ahLst/>
            <a:rect l="0" t="0" r="r" b="b"/>
            <a:pathLst>
              <a:path w="541" h="2396">
                <a:moveTo>
                  <a:pt x="0" y="2396"/>
                </a:moveTo>
                <a:lnTo>
                  <a:pt x="541" y="2396"/>
                </a:lnTo>
                <a:lnTo>
                  <a:pt x="541" y="0"/>
                </a:lnTo>
                <a:lnTo>
                  <a:pt x="0" y="0"/>
                </a:lnTo>
                <a:lnTo>
                  <a:pt x="0" y="2396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7" name=""/>
          <p:cNvSpPr/>
          <p:nvPr/>
        </p:nvSpPr>
        <p:spPr>
          <a:xfrm>
            <a:off x="7806240" y="1305000"/>
            <a:ext cx="194760" cy="14400"/>
          </a:xfrm>
          <a:custGeom>
            <a:avLst/>
            <a:gdLst/>
            <a:ahLst/>
            <a:rect l="0" t="0" r="r" b="b"/>
            <a:pathLst>
              <a:path w="541" h="40">
                <a:moveTo>
                  <a:pt x="0" y="40"/>
                </a:moveTo>
                <a:lnTo>
                  <a:pt x="541" y="40"/>
                </a:lnTo>
                <a:lnTo>
                  <a:pt x="541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8" name=""/>
          <p:cNvSpPr/>
          <p:nvPr/>
        </p:nvSpPr>
        <p:spPr>
          <a:xfrm>
            <a:off x="8017560" y="130860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9" name=""/>
          <p:cNvSpPr/>
          <p:nvPr/>
        </p:nvSpPr>
        <p:spPr>
          <a:xfrm>
            <a:off x="834120" y="107388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1045440" y="1101600"/>
            <a:ext cx="194760" cy="14040"/>
          </a:xfrm>
          <a:custGeom>
            <a:avLst/>
            <a:gdLst/>
            <a:ahLst/>
            <a:rect l="0" t="0" r="r" b="b"/>
            <a:pathLst>
              <a:path w="541" h="39">
                <a:moveTo>
                  <a:pt x="0" y="39"/>
                </a:moveTo>
                <a:lnTo>
                  <a:pt x="541" y="39"/>
                </a:lnTo>
                <a:lnTo>
                  <a:pt x="541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1256760" y="108432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1468080" y="998280"/>
            <a:ext cx="194760" cy="27720"/>
          </a:xfrm>
          <a:custGeom>
            <a:avLst/>
            <a:gdLst/>
            <a:ahLst/>
            <a:rect l="0" t="0" r="r" b="b"/>
            <a:pathLst>
              <a:path w="541" h="77">
                <a:moveTo>
                  <a:pt x="0" y="77"/>
                </a:moveTo>
                <a:lnTo>
                  <a:pt x="541" y="77"/>
                </a:lnTo>
                <a:lnTo>
                  <a:pt x="541" y="0"/>
                </a:lnTo>
                <a:lnTo>
                  <a:pt x="0" y="0"/>
                </a:lnTo>
                <a:lnTo>
                  <a:pt x="0" y="77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1679400" y="1063800"/>
            <a:ext cx="194400" cy="14040"/>
          </a:xfrm>
          <a:custGeom>
            <a:avLst/>
            <a:gdLst/>
            <a:ahLst/>
            <a:rect l="0" t="0" r="r" b="b"/>
            <a:pathLst>
              <a:path w="540" h="39">
                <a:moveTo>
                  <a:pt x="0" y="39"/>
                </a:moveTo>
                <a:lnTo>
                  <a:pt x="540" y="39"/>
                </a:lnTo>
                <a:lnTo>
                  <a:pt x="540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1890360" y="1005120"/>
            <a:ext cx="194760" cy="24480"/>
          </a:xfrm>
          <a:custGeom>
            <a:avLst/>
            <a:gdLst/>
            <a:ahLst/>
            <a:rect l="0" t="0" r="r" b="b"/>
            <a:pathLst>
              <a:path w="541" h="68">
                <a:moveTo>
                  <a:pt x="0" y="68"/>
                </a:moveTo>
                <a:lnTo>
                  <a:pt x="541" y="68"/>
                </a:lnTo>
                <a:lnTo>
                  <a:pt x="541" y="0"/>
                </a:lnTo>
                <a:lnTo>
                  <a:pt x="0" y="0"/>
                </a:lnTo>
                <a:lnTo>
                  <a:pt x="0" y="68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2101680" y="204840"/>
            <a:ext cx="194760" cy="34920"/>
          </a:xfrm>
          <a:custGeom>
            <a:avLst/>
            <a:gdLst/>
            <a:ahLst/>
            <a:rect l="0" t="0" r="r" b="b"/>
            <a:pathLst>
              <a:path w="541" h="97">
                <a:moveTo>
                  <a:pt x="0" y="97"/>
                </a:moveTo>
                <a:lnTo>
                  <a:pt x="541" y="97"/>
                </a:lnTo>
                <a:lnTo>
                  <a:pt x="541" y="0"/>
                </a:lnTo>
                <a:lnTo>
                  <a:pt x="0" y="0"/>
                </a:lnTo>
                <a:lnTo>
                  <a:pt x="0" y="97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2313000" y="1160280"/>
            <a:ext cx="194760" cy="17640"/>
          </a:xfrm>
          <a:custGeom>
            <a:avLst/>
            <a:gdLst/>
            <a:ahLst/>
            <a:rect l="0" t="0" r="r" b="b"/>
            <a:pathLst>
              <a:path w="541" h="49">
                <a:moveTo>
                  <a:pt x="0" y="49"/>
                </a:moveTo>
                <a:lnTo>
                  <a:pt x="541" y="49"/>
                </a:lnTo>
                <a:lnTo>
                  <a:pt x="541" y="0"/>
                </a:lnTo>
                <a:lnTo>
                  <a:pt x="0" y="0"/>
                </a:lnTo>
                <a:lnTo>
                  <a:pt x="0" y="4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2524320" y="960120"/>
            <a:ext cx="194760" cy="34920"/>
          </a:xfrm>
          <a:custGeom>
            <a:avLst/>
            <a:gdLst/>
            <a:ahLst/>
            <a:rect l="0" t="0" r="r" b="b"/>
            <a:pathLst>
              <a:path w="541" h="97">
                <a:moveTo>
                  <a:pt x="0" y="97"/>
                </a:moveTo>
                <a:lnTo>
                  <a:pt x="541" y="97"/>
                </a:lnTo>
                <a:lnTo>
                  <a:pt x="541" y="0"/>
                </a:lnTo>
                <a:lnTo>
                  <a:pt x="0" y="0"/>
                </a:lnTo>
                <a:lnTo>
                  <a:pt x="0" y="97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2735640" y="121536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2946960" y="117756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3158280" y="34632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3369600" y="263520"/>
            <a:ext cx="194760" cy="14040"/>
          </a:xfrm>
          <a:custGeom>
            <a:avLst/>
            <a:gdLst/>
            <a:ahLst/>
            <a:rect l="0" t="0" r="r" b="b"/>
            <a:pathLst>
              <a:path w="541" h="39">
                <a:moveTo>
                  <a:pt x="0" y="39"/>
                </a:moveTo>
                <a:lnTo>
                  <a:pt x="541" y="39"/>
                </a:lnTo>
                <a:lnTo>
                  <a:pt x="541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3580560" y="408240"/>
            <a:ext cx="194760" cy="14400"/>
          </a:xfrm>
          <a:custGeom>
            <a:avLst/>
            <a:gdLst/>
            <a:ahLst/>
            <a:rect l="0" t="0" r="r" b="b"/>
            <a:pathLst>
              <a:path w="541" h="40">
                <a:moveTo>
                  <a:pt x="0" y="40"/>
                </a:moveTo>
                <a:lnTo>
                  <a:pt x="541" y="40"/>
                </a:lnTo>
                <a:lnTo>
                  <a:pt x="541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3791880" y="711720"/>
            <a:ext cx="194760" cy="31680"/>
          </a:xfrm>
          <a:custGeom>
            <a:avLst/>
            <a:gdLst/>
            <a:ahLst/>
            <a:rect l="0" t="0" r="r" b="b"/>
            <a:pathLst>
              <a:path w="541" h="88">
                <a:moveTo>
                  <a:pt x="0" y="88"/>
                </a:moveTo>
                <a:lnTo>
                  <a:pt x="541" y="88"/>
                </a:lnTo>
                <a:lnTo>
                  <a:pt x="541" y="0"/>
                </a:lnTo>
                <a:lnTo>
                  <a:pt x="0" y="0"/>
                </a:lnTo>
                <a:lnTo>
                  <a:pt x="0" y="88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4003200" y="130500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4214520" y="129132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4425840" y="505080"/>
            <a:ext cx="194760" cy="62280"/>
          </a:xfrm>
          <a:custGeom>
            <a:avLst/>
            <a:gdLst/>
            <a:ahLst/>
            <a:rect l="0" t="0" r="r" b="b"/>
            <a:pathLst>
              <a:path w="541" h="173">
                <a:moveTo>
                  <a:pt x="0" y="173"/>
                </a:moveTo>
                <a:lnTo>
                  <a:pt x="541" y="173"/>
                </a:lnTo>
                <a:lnTo>
                  <a:pt x="541" y="0"/>
                </a:lnTo>
                <a:lnTo>
                  <a:pt x="0" y="0"/>
                </a:lnTo>
                <a:lnTo>
                  <a:pt x="0" y="173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4637160" y="974160"/>
            <a:ext cx="194760" cy="24480"/>
          </a:xfrm>
          <a:custGeom>
            <a:avLst/>
            <a:gdLst/>
            <a:ahLst/>
            <a:rect l="0" t="0" r="r" b="b"/>
            <a:pathLst>
              <a:path w="541" h="68">
                <a:moveTo>
                  <a:pt x="0" y="68"/>
                </a:moveTo>
                <a:lnTo>
                  <a:pt x="541" y="68"/>
                </a:lnTo>
                <a:lnTo>
                  <a:pt x="541" y="0"/>
                </a:lnTo>
                <a:lnTo>
                  <a:pt x="0" y="0"/>
                </a:lnTo>
                <a:lnTo>
                  <a:pt x="0" y="68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4848480" y="109116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5059800" y="994680"/>
            <a:ext cx="194760" cy="17640"/>
          </a:xfrm>
          <a:custGeom>
            <a:avLst/>
            <a:gdLst/>
            <a:ahLst/>
            <a:rect l="0" t="0" r="r" b="b"/>
            <a:pathLst>
              <a:path w="541" h="49">
                <a:moveTo>
                  <a:pt x="0" y="49"/>
                </a:moveTo>
                <a:lnTo>
                  <a:pt x="541" y="49"/>
                </a:lnTo>
                <a:lnTo>
                  <a:pt x="541" y="0"/>
                </a:lnTo>
                <a:lnTo>
                  <a:pt x="0" y="0"/>
                </a:lnTo>
                <a:lnTo>
                  <a:pt x="0" y="4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5271120" y="932760"/>
            <a:ext cx="194400" cy="45000"/>
          </a:xfrm>
          <a:custGeom>
            <a:avLst/>
            <a:gdLst/>
            <a:ahLst/>
            <a:rect l="0" t="0" r="r" b="b"/>
            <a:pathLst>
              <a:path w="540" h="125">
                <a:moveTo>
                  <a:pt x="0" y="125"/>
                </a:moveTo>
                <a:lnTo>
                  <a:pt x="540" y="125"/>
                </a:lnTo>
                <a:lnTo>
                  <a:pt x="540" y="0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>
            <a:off x="5271120" y="932760"/>
            <a:ext cx="194400" cy="45000"/>
          </a:xfrm>
          <a:custGeom>
            <a:avLst/>
            <a:gdLst/>
            <a:ahLst/>
            <a:rect l="0" t="0" r="r" b="b"/>
            <a:pathLst>
              <a:path w="540" h="125">
                <a:moveTo>
                  <a:pt x="0" y="125"/>
                </a:moveTo>
                <a:lnTo>
                  <a:pt x="540" y="125"/>
                </a:lnTo>
                <a:lnTo>
                  <a:pt x="540" y="0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5482080" y="960120"/>
            <a:ext cx="194760" cy="24480"/>
          </a:xfrm>
          <a:custGeom>
            <a:avLst/>
            <a:gdLst/>
            <a:ahLst/>
            <a:rect l="0" t="0" r="r" b="b"/>
            <a:pathLst>
              <a:path w="541" h="68">
                <a:moveTo>
                  <a:pt x="0" y="68"/>
                </a:moveTo>
                <a:lnTo>
                  <a:pt x="541" y="68"/>
                </a:lnTo>
                <a:lnTo>
                  <a:pt x="541" y="0"/>
                </a:lnTo>
                <a:lnTo>
                  <a:pt x="0" y="0"/>
                </a:lnTo>
                <a:lnTo>
                  <a:pt x="0" y="68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5693400" y="1173960"/>
            <a:ext cx="194760" cy="14400"/>
          </a:xfrm>
          <a:custGeom>
            <a:avLst/>
            <a:gdLst/>
            <a:ahLst/>
            <a:rect l="0" t="0" r="r" b="b"/>
            <a:pathLst>
              <a:path w="541" h="40">
                <a:moveTo>
                  <a:pt x="0" y="40"/>
                </a:moveTo>
                <a:lnTo>
                  <a:pt x="541" y="40"/>
                </a:lnTo>
                <a:lnTo>
                  <a:pt x="541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5904720" y="1015560"/>
            <a:ext cx="194760" cy="31320"/>
          </a:xfrm>
          <a:custGeom>
            <a:avLst/>
            <a:gdLst/>
            <a:ahLst/>
            <a:rect l="0" t="0" r="r" b="b"/>
            <a:pathLst>
              <a:path w="541" h="87">
                <a:moveTo>
                  <a:pt x="0" y="87"/>
                </a:moveTo>
                <a:lnTo>
                  <a:pt x="541" y="87"/>
                </a:lnTo>
                <a:lnTo>
                  <a:pt x="541" y="0"/>
                </a:lnTo>
                <a:lnTo>
                  <a:pt x="0" y="0"/>
                </a:lnTo>
                <a:lnTo>
                  <a:pt x="0" y="87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6116040" y="1208520"/>
            <a:ext cx="194760" cy="14040"/>
          </a:xfrm>
          <a:custGeom>
            <a:avLst/>
            <a:gdLst/>
            <a:ahLst/>
            <a:rect l="0" t="0" r="r" b="b"/>
            <a:pathLst>
              <a:path w="541" h="39">
                <a:moveTo>
                  <a:pt x="0" y="39"/>
                </a:moveTo>
                <a:lnTo>
                  <a:pt x="541" y="39"/>
                </a:lnTo>
                <a:lnTo>
                  <a:pt x="541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6327360" y="911880"/>
            <a:ext cx="194760" cy="28080"/>
          </a:xfrm>
          <a:custGeom>
            <a:avLst/>
            <a:gdLst/>
            <a:ahLst/>
            <a:rect l="0" t="0" r="r" b="b"/>
            <a:pathLst>
              <a:path w="541" h="78">
                <a:moveTo>
                  <a:pt x="0" y="78"/>
                </a:moveTo>
                <a:lnTo>
                  <a:pt x="541" y="78"/>
                </a:lnTo>
                <a:lnTo>
                  <a:pt x="541" y="0"/>
                </a:lnTo>
                <a:lnTo>
                  <a:pt x="0" y="0"/>
                </a:lnTo>
                <a:lnTo>
                  <a:pt x="0" y="78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17" name=""/>
          <p:cNvSpPr/>
          <p:nvPr/>
        </p:nvSpPr>
        <p:spPr>
          <a:xfrm>
            <a:off x="6538680" y="106020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18" name=""/>
          <p:cNvSpPr/>
          <p:nvPr/>
        </p:nvSpPr>
        <p:spPr>
          <a:xfrm>
            <a:off x="6750000" y="349920"/>
            <a:ext cx="194760" cy="3600"/>
          </a:xfrm>
          <a:custGeom>
            <a:avLst/>
            <a:gdLst/>
            <a:ahLst/>
            <a:rect l="0" t="0" r="r" b="b"/>
            <a:pathLst>
              <a:path w="541" h="10">
                <a:moveTo>
                  <a:pt x="0" y="10"/>
                </a:moveTo>
                <a:lnTo>
                  <a:pt x="541" y="10"/>
                </a:lnTo>
                <a:lnTo>
                  <a:pt x="541" y="0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6961320" y="102564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7172280" y="1011960"/>
            <a:ext cx="194760" cy="17640"/>
          </a:xfrm>
          <a:custGeom>
            <a:avLst/>
            <a:gdLst/>
            <a:ahLst/>
            <a:rect l="0" t="0" r="r" b="b"/>
            <a:pathLst>
              <a:path w="541" h="49">
                <a:moveTo>
                  <a:pt x="0" y="49"/>
                </a:moveTo>
                <a:lnTo>
                  <a:pt x="541" y="49"/>
                </a:lnTo>
                <a:lnTo>
                  <a:pt x="541" y="0"/>
                </a:lnTo>
                <a:lnTo>
                  <a:pt x="0" y="0"/>
                </a:lnTo>
                <a:lnTo>
                  <a:pt x="0" y="4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7383600" y="110160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7594920" y="45324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7806240" y="130500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8017560" y="130860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834120" y="1063800"/>
            <a:ext cx="194760" cy="10440"/>
          </a:xfrm>
          <a:custGeom>
            <a:avLst/>
            <a:gdLst/>
            <a:ahLst/>
            <a:rect l="0" t="0" r="r" b="b"/>
            <a:pathLst>
              <a:path w="541" h="29">
                <a:moveTo>
                  <a:pt x="0" y="29"/>
                </a:moveTo>
                <a:lnTo>
                  <a:pt x="541" y="29"/>
                </a:lnTo>
                <a:lnTo>
                  <a:pt x="541" y="0"/>
                </a:lnTo>
                <a:lnTo>
                  <a:pt x="0" y="0"/>
                </a:lnTo>
                <a:lnTo>
                  <a:pt x="0" y="29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1045440" y="109800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1256760" y="1063800"/>
            <a:ext cx="194760" cy="20880"/>
          </a:xfrm>
          <a:custGeom>
            <a:avLst/>
            <a:gdLst/>
            <a:ahLst/>
            <a:rect l="0" t="0" r="r" b="b"/>
            <a:pathLst>
              <a:path w="541" h="58">
                <a:moveTo>
                  <a:pt x="0" y="58"/>
                </a:moveTo>
                <a:lnTo>
                  <a:pt x="541" y="58"/>
                </a:lnTo>
                <a:lnTo>
                  <a:pt x="541" y="0"/>
                </a:lnTo>
                <a:lnTo>
                  <a:pt x="0" y="0"/>
                </a:lnTo>
                <a:lnTo>
                  <a:pt x="0" y="58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1468080" y="981000"/>
            <a:ext cx="194760" cy="17640"/>
          </a:xfrm>
          <a:custGeom>
            <a:avLst/>
            <a:gdLst/>
            <a:ahLst/>
            <a:rect l="0" t="0" r="r" b="b"/>
            <a:pathLst>
              <a:path w="541" h="49">
                <a:moveTo>
                  <a:pt x="0" y="49"/>
                </a:moveTo>
                <a:lnTo>
                  <a:pt x="541" y="49"/>
                </a:lnTo>
                <a:lnTo>
                  <a:pt x="541" y="0"/>
                </a:lnTo>
                <a:lnTo>
                  <a:pt x="0" y="0"/>
                </a:lnTo>
                <a:lnTo>
                  <a:pt x="0" y="49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29" name=""/>
          <p:cNvSpPr/>
          <p:nvPr/>
        </p:nvSpPr>
        <p:spPr>
          <a:xfrm>
            <a:off x="1679400" y="1022400"/>
            <a:ext cx="194400" cy="41760"/>
          </a:xfrm>
          <a:custGeom>
            <a:avLst/>
            <a:gdLst/>
            <a:ahLst/>
            <a:rect l="0" t="0" r="r" b="b"/>
            <a:pathLst>
              <a:path w="540" h="116">
                <a:moveTo>
                  <a:pt x="0" y="116"/>
                </a:moveTo>
                <a:lnTo>
                  <a:pt x="540" y="116"/>
                </a:lnTo>
                <a:lnTo>
                  <a:pt x="540" y="0"/>
                </a:lnTo>
                <a:lnTo>
                  <a:pt x="0" y="0"/>
                </a:lnTo>
                <a:lnTo>
                  <a:pt x="0" y="116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1890360" y="99828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2101680" y="170280"/>
            <a:ext cx="194760" cy="34920"/>
          </a:xfrm>
          <a:custGeom>
            <a:avLst/>
            <a:gdLst/>
            <a:ahLst/>
            <a:rect l="0" t="0" r="r" b="b"/>
            <a:pathLst>
              <a:path w="541" h="97">
                <a:moveTo>
                  <a:pt x="0" y="97"/>
                </a:moveTo>
                <a:lnTo>
                  <a:pt x="541" y="97"/>
                </a:lnTo>
                <a:lnTo>
                  <a:pt x="541" y="0"/>
                </a:lnTo>
                <a:lnTo>
                  <a:pt x="0" y="0"/>
                </a:lnTo>
                <a:lnTo>
                  <a:pt x="0" y="97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2313000" y="115344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2524320" y="946440"/>
            <a:ext cx="194760" cy="14040"/>
          </a:xfrm>
          <a:custGeom>
            <a:avLst/>
            <a:gdLst/>
            <a:ahLst/>
            <a:rect l="0" t="0" r="r" b="b"/>
            <a:pathLst>
              <a:path w="541" h="39">
                <a:moveTo>
                  <a:pt x="0" y="39"/>
                </a:moveTo>
                <a:lnTo>
                  <a:pt x="541" y="39"/>
                </a:lnTo>
                <a:lnTo>
                  <a:pt x="541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2735640" y="120852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5" name=""/>
          <p:cNvSpPr/>
          <p:nvPr/>
        </p:nvSpPr>
        <p:spPr>
          <a:xfrm>
            <a:off x="2946960" y="116712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6" name=""/>
          <p:cNvSpPr/>
          <p:nvPr/>
        </p:nvSpPr>
        <p:spPr>
          <a:xfrm>
            <a:off x="3158280" y="33588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3369600" y="222120"/>
            <a:ext cx="194760" cy="41760"/>
          </a:xfrm>
          <a:custGeom>
            <a:avLst/>
            <a:gdLst/>
            <a:ahLst/>
            <a:rect l="0" t="0" r="r" b="b"/>
            <a:pathLst>
              <a:path w="541" h="116">
                <a:moveTo>
                  <a:pt x="0" y="116"/>
                </a:moveTo>
                <a:lnTo>
                  <a:pt x="541" y="116"/>
                </a:lnTo>
                <a:lnTo>
                  <a:pt x="541" y="0"/>
                </a:lnTo>
                <a:lnTo>
                  <a:pt x="0" y="0"/>
                </a:lnTo>
                <a:lnTo>
                  <a:pt x="0" y="116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8" name=""/>
          <p:cNvSpPr/>
          <p:nvPr/>
        </p:nvSpPr>
        <p:spPr>
          <a:xfrm>
            <a:off x="3580560" y="377280"/>
            <a:ext cx="194760" cy="31320"/>
          </a:xfrm>
          <a:custGeom>
            <a:avLst/>
            <a:gdLst/>
            <a:ahLst/>
            <a:rect l="0" t="0" r="r" b="b"/>
            <a:pathLst>
              <a:path w="541" h="87">
                <a:moveTo>
                  <a:pt x="0" y="87"/>
                </a:moveTo>
                <a:lnTo>
                  <a:pt x="541" y="87"/>
                </a:lnTo>
                <a:lnTo>
                  <a:pt x="541" y="0"/>
                </a:lnTo>
                <a:lnTo>
                  <a:pt x="0" y="0"/>
                </a:lnTo>
                <a:lnTo>
                  <a:pt x="0" y="87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3791880" y="70488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0" name=""/>
          <p:cNvSpPr/>
          <p:nvPr/>
        </p:nvSpPr>
        <p:spPr>
          <a:xfrm>
            <a:off x="4003200" y="1301760"/>
            <a:ext cx="194760" cy="3600"/>
          </a:xfrm>
          <a:custGeom>
            <a:avLst/>
            <a:gdLst/>
            <a:ahLst/>
            <a:rect l="0" t="0" r="r" b="b"/>
            <a:pathLst>
              <a:path w="541" h="10">
                <a:moveTo>
                  <a:pt x="0" y="10"/>
                </a:moveTo>
                <a:lnTo>
                  <a:pt x="541" y="10"/>
                </a:lnTo>
                <a:lnTo>
                  <a:pt x="541" y="0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1" name=""/>
          <p:cNvSpPr/>
          <p:nvPr/>
        </p:nvSpPr>
        <p:spPr>
          <a:xfrm>
            <a:off x="4214520" y="129132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2" name=""/>
          <p:cNvSpPr/>
          <p:nvPr/>
        </p:nvSpPr>
        <p:spPr>
          <a:xfrm>
            <a:off x="4425840" y="463680"/>
            <a:ext cx="194760" cy="41760"/>
          </a:xfrm>
          <a:custGeom>
            <a:avLst/>
            <a:gdLst/>
            <a:ahLst/>
            <a:rect l="0" t="0" r="r" b="b"/>
            <a:pathLst>
              <a:path w="541" h="116">
                <a:moveTo>
                  <a:pt x="0" y="116"/>
                </a:moveTo>
                <a:lnTo>
                  <a:pt x="541" y="116"/>
                </a:lnTo>
                <a:lnTo>
                  <a:pt x="541" y="0"/>
                </a:lnTo>
                <a:lnTo>
                  <a:pt x="0" y="0"/>
                </a:lnTo>
                <a:lnTo>
                  <a:pt x="0" y="116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3" name=""/>
          <p:cNvSpPr/>
          <p:nvPr/>
        </p:nvSpPr>
        <p:spPr>
          <a:xfrm>
            <a:off x="4637160" y="960120"/>
            <a:ext cx="194760" cy="14400"/>
          </a:xfrm>
          <a:custGeom>
            <a:avLst/>
            <a:gdLst/>
            <a:ahLst/>
            <a:rect l="0" t="0" r="r" b="b"/>
            <a:pathLst>
              <a:path w="541" h="40">
                <a:moveTo>
                  <a:pt x="0" y="40"/>
                </a:moveTo>
                <a:lnTo>
                  <a:pt x="541" y="40"/>
                </a:lnTo>
                <a:lnTo>
                  <a:pt x="541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4" name=""/>
          <p:cNvSpPr/>
          <p:nvPr/>
        </p:nvSpPr>
        <p:spPr>
          <a:xfrm>
            <a:off x="4848480" y="1087920"/>
            <a:ext cx="194760" cy="3600"/>
          </a:xfrm>
          <a:custGeom>
            <a:avLst/>
            <a:gdLst/>
            <a:ahLst/>
            <a:rect l="0" t="0" r="r" b="b"/>
            <a:pathLst>
              <a:path w="541" h="10">
                <a:moveTo>
                  <a:pt x="0" y="10"/>
                </a:moveTo>
                <a:lnTo>
                  <a:pt x="541" y="10"/>
                </a:lnTo>
                <a:lnTo>
                  <a:pt x="541" y="0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5" name=""/>
          <p:cNvSpPr/>
          <p:nvPr/>
        </p:nvSpPr>
        <p:spPr>
          <a:xfrm>
            <a:off x="5059800" y="966960"/>
            <a:ext cx="194760" cy="28080"/>
          </a:xfrm>
          <a:custGeom>
            <a:avLst/>
            <a:gdLst/>
            <a:ahLst/>
            <a:rect l="0" t="0" r="r" b="b"/>
            <a:pathLst>
              <a:path w="541" h="78">
                <a:moveTo>
                  <a:pt x="0" y="78"/>
                </a:moveTo>
                <a:lnTo>
                  <a:pt x="541" y="78"/>
                </a:lnTo>
                <a:lnTo>
                  <a:pt x="541" y="0"/>
                </a:lnTo>
                <a:lnTo>
                  <a:pt x="0" y="0"/>
                </a:lnTo>
                <a:lnTo>
                  <a:pt x="0" y="78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6" name=""/>
          <p:cNvSpPr/>
          <p:nvPr/>
        </p:nvSpPr>
        <p:spPr>
          <a:xfrm>
            <a:off x="5271120" y="915480"/>
            <a:ext cx="194400" cy="17640"/>
          </a:xfrm>
          <a:custGeom>
            <a:avLst/>
            <a:gdLst/>
            <a:ahLst/>
            <a:rect l="0" t="0" r="r" b="b"/>
            <a:pathLst>
              <a:path w="540" h="49">
                <a:moveTo>
                  <a:pt x="0" y="49"/>
                </a:moveTo>
                <a:lnTo>
                  <a:pt x="540" y="49"/>
                </a:lnTo>
                <a:lnTo>
                  <a:pt x="540" y="0"/>
                </a:lnTo>
                <a:lnTo>
                  <a:pt x="0" y="0"/>
                </a:lnTo>
                <a:lnTo>
                  <a:pt x="0" y="49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7" name=""/>
          <p:cNvSpPr/>
          <p:nvPr/>
        </p:nvSpPr>
        <p:spPr>
          <a:xfrm>
            <a:off x="5482080" y="936000"/>
            <a:ext cx="194760" cy="24480"/>
          </a:xfrm>
          <a:custGeom>
            <a:avLst/>
            <a:gdLst/>
            <a:ahLst/>
            <a:rect l="0" t="0" r="r" b="b"/>
            <a:pathLst>
              <a:path w="541" h="68">
                <a:moveTo>
                  <a:pt x="0" y="68"/>
                </a:moveTo>
                <a:lnTo>
                  <a:pt x="541" y="68"/>
                </a:lnTo>
                <a:lnTo>
                  <a:pt x="541" y="0"/>
                </a:lnTo>
                <a:lnTo>
                  <a:pt x="0" y="0"/>
                </a:lnTo>
                <a:lnTo>
                  <a:pt x="0" y="68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8" name=""/>
          <p:cNvSpPr/>
          <p:nvPr/>
        </p:nvSpPr>
        <p:spPr>
          <a:xfrm>
            <a:off x="5693400" y="116712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49" name=""/>
          <p:cNvSpPr/>
          <p:nvPr/>
        </p:nvSpPr>
        <p:spPr>
          <a:xfrm>
            <a:off x="5904720" y="100512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0" name=""/>
          <p:cNvSpPr/>
          <p:nvPr/>
        </p:nvSpPr>
        <p:spPr>
          <a:xfrm>
            <a:off x="6116040" y="120492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1" name=""/>
          <p:cNvSpPr/>
          <p:nvPr/>
        </p:nvSpPr>
        <p:spPr>
          <a:xfrm>
            <a:off x="6327360" y="898200"/>
            <a:ext cx="194760" cy="14040"/>
          </a:xfrm>
          <a:custGeom>
            <a:avLst/>
            <a:gdLst/>
            <a:ahLst/>
            <a:rect l="0" t="0" r="r" b="b"/>
            <a:pathLst>
              <a:path w="541" h="39">
                <a:moveTo>
                  <a:pt x="0" y="39"/>
                </a:moveTo>
                <a:lnTo>
                  <a:pt x="541" y="39"/>
                </a:lnTo>
                <a:lnTo>
                  <a:pt x="541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2" name=""/>
          <p:cNvSpPr/>
          <p:nvPr/>
        </p:nvSpPr>
        <p:spPr>
          <a:xfrm>
            <a:off x="6538680" y="1046520"/>
            <a:ext cx="194760" cy="14040"/>
          </a:xfrm>
          <a:custGeom>
            <a:avLst/>
            <a:gdLst/>
            <a:ahLst/>
            <a:rect l="0" t="0" r="r" b="b"/>
            <a:pathLst>
              <a:path w="541" h="39">
                <a:moveTo>
                  <a:pt x="0" y="39"/>
                </a:moveTo>
                <a:lnTo>
                  <a:pt x="541" y="39"/>
                </a:lnTo>
                <a:lnTo>
                  <a:pt x="541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3" name=""/>
          <p:cNvSpPr/>
          <p:nvPr/>
        </p:nvSpPr>
        <p:spPr>
          <a:xfrm>
            <a:off x="6750000" y="322200"/>
            <a:ext cx="194760" cy="28080"/>
          </a:xfrm>
          <a:custGeom>
            <a:avLst/>
            <a:gdLst/>
            <a:ahLst/>
            <a:rect l="0" t="0" r="r" b="b"/>
            <a:pathLst>
              <a:path w="541" h="78">
                <a:moveTo>
                  <a:pt x="0" y="78"/>
                </a:moveTo>
                <a:lnTo>
                  <a:pt x="541" y="78"/>
                </a:lnTo>
                <a:lnTo>
                  <a:pt x="541" y="0"/>
                </a:lnTo>
                <a:lnTo>
                  <a:pt x="0" y="0"/>
                </a:lnTo>
                <a:lnTo>
                  <a:pt x="0" y="78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4" name=""/>
          <p:cNvSpPr/>
          <p:nvPr/>
        </p:nvSpPr>
        <p:spPr>
          <a:xfrm>
            <a:off x="6961320" y="998280"/>
            <a:ext cx="194760" cy="27720"/>
          </a:xfrm>
          <a:custGeom>
            <a:avLst/>
            <a:gdLst/>
            <a:ahLst/>
            <a:rect l="0" t="0" r="r" b="b"/>
            <a:pathLst>
              <a:path w="541" h="77">
                <a:moveTo>
                  <a:pt x="0" y="77"/>
                </a:moveTo>
                <a:lnTo>
                  <a:pt x="541" y="77"/>
                </a:lnTo>
                <a:lnTo>
                  <a:pt x="541" y="0"/>
                </a:lnTo>
                <a:lnTo>
                  <a:pt x="0" y="0"/>
                </a:lnTo>
                <a:lnTo>
                  <a:pt x="0" y="77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5" name=""/>
          <p:cNvSpPr/>
          <p:nvPr/>
        </p:nvSpPr>
        <p:spPr>
          <a:xfrm>
            <a:off x="7172280" y="100152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6" name=""/>
          <p:cNvSpPr/>
          <p:nvPr/>
        </p:nvSpPr>
        <p:spPr>
          <a:xfrm>
            <a:off x="7383600" y="109476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7" name=""/>
          <p:cNvSpPr/>
          <p:nvPr/>
        </p:nvSpPr>
        <p:spPr>
          <a:xfrm>
            <a:off x="7594920" y="432360"/>
            <a:ext cx="194760" cy="21240"/>
          </a:xfrm>
          <a:custGeom>
            <a:avLst/>
            <a:gdLst/>
            <a:ahLst/>
            <a:rect l="0" t="0" r="r" b="b"/>
            <a:pathLst>
              <a:path w="541" h="59">
                <a:moveTo>
                  <a:pt x="0" y="59"/>
                </a:moveTo>
                <a:lnTo>
                  <a:pt x="541" y="59"/>
                </a:lnTo>
                <a:lnTo>
                  <a:pt x="541" y="0"/>
                </a:lnTo>
                <a:lnTo>
                  <a:pt x="0" y="0"/>
                </a:lnTo>
                <a:lnTo>
                  <a:pt x="0" y="59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8" name=""/>
          <p:cNvSpPr/>
          <p:nvPr/>
        </p:nvSpPr>
        <p:spPr>
          <a:xfrm>
            <a:off x="7806240" y="130500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59" name=""/>
          <p:cNvSpPr/>
          <p:nvPr/>
        </p:nvSpPr>
        <p:spPr>
          <a:xfrm>
            <a:off x="8017560" y="130176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160" name=""/>
          <p:cNvSpPr/>
          <p:nvPr/>
        </p:nvSpPr>
        <p:spPr>
          <a:xfrm>
            <a:off x="834120" y="106020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1" name=""/>
          <p:cNvSpPr/>
          <p:nvPr/>
        </p:nvSpPr>
        <p:spPr>
          <a:xfrm>
            <a:off x="1045440" y="1094760"/>
            <a:ext cx="194760" cy="3600"/>
          </a:xfrm>
          <a:custGeom>
            <a:avLst/>
            <a:gdLst/>
            <a:ahLst/>
            <a:rect l="0" t="0" r="r" b="b"/>
            <a:pathLst>
              <a:path w="541" h="10">
                <a:moveTo>
                  <a:pt x="0" y="10"/>
                </a:moveTo>
                <a:lnTo>
                  <a:pt x="541" y="10"/>
                </a:lnTo>
                <a:lnTo>
                  <a:pt x="541" y="0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2" name=""/>
          <p:cNvSpPr/>
          <p:nvPr/>
        </p:nvSpPr>
        <p:spPr>
          <a:xfrm>
            <a:off x="1256760" y="106020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3" name=""/>
          <p:cNvSpPr/>
          <p:nvPr/>
        </p:nvSpPr>
        <p:spPr>
          <a:xfrm>
            <a:off x="1468080" y="97416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4" name=""/>
          <p:cNvSpPr/>
          <p:nvPr/>
        </p:nvSpPr>
        <p:spPr>
          <a:xfrm>
            <a:off x="1679400" y="1008360"/>
            <a:ext cx="194400" cy="14400"/>
          </a:xfrm>
          <a:custGeom>
            <a:avLst/>
            <a:gdLst/>
            <a:ahLst/>
            <a:rect l="0" t="0" r="r" b="b"/>
            <a:pathLst>
              <a:path w="540" h="40">
                <a:moveTo>
                  <a:pt x="0" y="40"/>
                </a:moveTo>
                <a:lnTo>
                  <a:pt x="540" y="40"/>
                </a:lnTo>
                <a:lnTo>
                  <a:pt x="540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5" name=""/>
          <p:cNvSpPr/>
          <p:nvPr/>
        </p:nvSpPr>
        <p:spPr>
          <a:xfrm>
            <a:off x="1890360" y="991080"/>
            <a:ext cx="194760" cy="7560"/>
          </a:xfrm>
          <a:custGeom>
            <a:avLst/>
            <a:gdLst/>
            <a:ahLst/>
            <a:rect l="0" t="0" r="r" b="b"/>
            <a:pathLst>
              <a:path w="541" h="21">
                <a:moveTo>
                  <a:pt x="0" y="21"/>
                </a:moveTo>
                <a:lnTo>
                  <a:pt x="541" y="21"/>
                </a:lnTo>
                <a:lnTo>
                  <a:pt x="541" y="0"/>
                </a:lnTo>
                <a:lnTo>
                  <a:pt x="0" y="0"/>
                </a:lnTo>
                <a:lnTo>
                  <a:pt x="0" y="21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6" name=""/>
          <p:cNvSpPr/>
          <p:nvPr/>
        </p:nvSpPr>
        <p:spPr>
          <a:xfrm>
            <a:off x="2101680" y="149760"/>
            <a:ext cx="194760" cy="20880"/>
          </a:xfrm>
          <a:custGeom>
            <a:avLst/>
            <a:gdLst/>
            <a:ahLst/>
            <a:rect l="0" t="0" r="r" b="b"/>
            <a:pathLst>
              <a:path w="541" h="58">
                <a:moveTo>
                  <a:pt x="0" y="58"/>
                </a:moveTo>
                <a:lnTo>
                  <a:pt x="541" y="58"/>
                </a:lnTo>
                <a:lnTo>
                  <a:pt x="541" y="0"/>
                </a:lnTo>
                <a:lnTo>
                  <a:pt x="0" y="0"/>
                </a:lnTo>
                <a:lnTo>
                  <a:pt x="0" y="58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7" name=""/>
          <p:cNvSpPr/>
          <p:nvPr/>
        </p:nvSpPr>
        <p:spPr>
          <a:xfrm>
            <a:off x="2313000" y="114300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8" name=""/>
          <p:cNvSpPr/>
          <p:nvPr/>
        </p:nvSpPr>
        <p:spPr>
          <a:xfrm>
            <a:off x="2524320" y="94284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69" name=""/>
          <p:cNvSpPr/>
          <p:nvPr/>
        </p:nvSpPr>
        <p:spPr>
          <a:xfrm>
            <a:off x="2735640" y="120492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0" name=""/>
          <p:cNvSpPr/>
          <p:nvPr/>
        </p:nvSpPr>
        <p:spPr>
          <a:xfrm>
            <a:off x="2946960" y="116712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1" name=""/>
          <p:cNvSpPr/>
          <p:nvPr/>
        </p:nvSpPr>
        <p:spPr>
          <a:xfrm>
            <a:off x="3158280" y="322200"/>
            <a:ext cx="194760" cy="14040"/>
          </a:xfrm>
          <a:custGeom>
            <a:avLst/>
            <a:gdLst/>
            <a:ahLst/>
            <a:rect l="0" t="0" r="r" b="b"/>
            <a:pathLst>
              <a:path w="541" h="39">
                <a:moveTo>
                  <a:pt x="0" y="39"/>
                </a:moveTo>
                <a:lnTo>
                  <a:pt x="541" y="39"/>
                </a:lnTo>
                <a:lnTo>
                  <a:pt x="541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2" name=""/>
          <p:cNvSpPr/>
          <p:nvPr/>
        </p:nvSpPr>
        <p:spPr>
          <a:xfrm>
            <a:off x="3369600" y="201600"/>
            <a:ext cx="194760" cy="20880"/>
          </a:xfrm>
          <a:custGeom>
            <a:avLst/>
            <a:gdLst/>
            <a:ahLst/>
            <a:rect l="0" t="0" r="r" b="b"/>
            <a:pathLst>
              <a:path w="541" h="58">
                <a:moveTo>
                  <a:pt x="0" y="58"/>
                </a:moveTo>
                <a:lnTo>
                  <a:pt x="541" y="58"/>
                </a:lnTo>
                <a:lnTo>
                  <a:pt x="541" y="0"/>
                </a:lnTo>
                <a:lnTo>
                  <a:pt x="0" y="0"/>
                </a:lnTo>
                <a:lnTo>
                  <a:pt x="0" y="58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3" name=""/>
          <p:cNvSpPr/>
          <p:nvPr/>
        </p:nvSpPr>
        <p:spPr>
          <a:xfrm>
            <a:off x="3580560" y="360000"/>
            <a:ext cx="194760" cy="17640"/>
          </a:xfrm>
          <a:custGeom>
            <a:avLst/>
            <a:gdLst/>
            <a:ahLst/>
            <a:rect l="0" t="0" r="r" b="b"/>
            <a:pathLst>
              <a:path w="541" h="49">
                <a:moveTo>
                  <a:pt x="0" y="49"/>
                </a:moveTo>
                <a:lnTo>
                  <a:pt x="541" y="49"/>
                </a:lnTo>
                <a:lnTo>
                  <a:pt x="541" y="0"/>
                </a:lnTo>
                <a:lnTo>
                  <a:pt x="0" y="0"/>
                </a:lnTo>
                <a:lnTo>
                  <a:pt x="0" y="49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4" name=""/>
          <p:cNvSpPr/>
          <p:nvPr/>
        </p:nvSpPr>
        <p:spPr>
          <a:xfrm>
            <a:off x="3791880" y="694800"/>
            <a:ext cx="194760" cy="10440"/>
          </a:xfrm>
          <a:custGeom>
            <a:avLst/>
            <a:gdLst/>
            <a:ahLst/>
            <a:rect l="0" t="0" r="r" b="b"/>
            <a:pathLst>
              <a:path w="541" h="29">
                <a:moveTo>
                  <a:pt x="0" y="29"/>
                </a:moveTo>
                <a:lnTo>
                  <a:pt x="541" y="29"/>
                </a:lnTo>
                <a:lnTo>
                  <a:pt x="541" y="0"/>
                </a:lnTo>
                <a:lnTo>
                  <a:pt x="0" y="0"/>
                </a:lnTo>
                <a:lnTo>
                  <a:pt x="0" y="29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5" name=""/>
          <p:cNvSpPr/>
          <p:nvPr/>
        </p:nvSpPr>
        <p:spPr>
          <a:xfrm>
            <a:off x="4003200" y="130176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6" name=""/>
          <p:cNvSpPr/>
          <p:nvPr/>
        </p:nvSpPr>
        <p:spPr>
          <a:xfrm>
            <a:off x="4214520" y="129132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7" name=""/>
          <p:cNvSpPr/>
          <p:nvPr/>
        </p:nvSpPr>
        <p:spPr>
          <a:xfrm>
            <a:off x="4425840" y="449640"/>
            <a:ext cx="194760" cy="14400"/>
          </a:xfrm>
          <a:custGeom>
            <a:avLst/>
            <a:gdLst/>
            <a:ahLst/>
            <a:rect l="0" t="0" r="r" b="b"/>
            <a:pathLst>
              <a:path w="541" h="40">
                <a:moveTo>
                  <a:pt x="0" y="40"/>
                </a:moveTo>
                <a:lnTo>
                  <a:pt x="541" y="40"/>
                </a:lnTo>
                <a:lnTo>
                  <a:pt x="541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8" name=""/>
          <p:cNvSpPr/>
          <p:nvPr/>
        </p:nvSpPr>
        <p:spPr>
          <a:xfrm>
            <a:off x="4637160" y="95328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79" name=""/>
          <p:cNvSpPr/>
          <p:nvPr/>
        </p:nvSpPr>
        <p:spPr>
          <a:xfrm>
            <a:off x="4848480" y="108108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0" name=""/>
          <p:cNvSpPr/>
          <p:nvPr/>
        </p:nvSpPr>
        <p:spPr>
          <a:xfrm>
            <a:off x="5059800" y="96696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1" name=""/>
          <p:cNvSpPr/>
          <p:nvPr/>
        </p:nvSpPr>
        <p:spPr>
          <a:xfrm>
            <a:off x="5271120" y="901440"/>
            <a:ext cx="194400" cy="14400"/>
          </a:xfrm>
          <a:custGeom>
            <a:avLst/>
            <a:gdLst/>
            <a:ahLst/>
            <a:rect l="0" t="0" r="r" b="b"/>
            <a:pathLst>
              <a:path w="540" h="40">
                <a:moveTo>
                  <a:pt x="0" y="40"/>
                </a:moveTo>
                <a:lnTo>
                  <a:pt x="540" y="40"/>
                </a:lnTo>
                <a:lnTo>
                  <a:pt x="540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2" name=""/>
          <p:cNvSpPr/>
          <p:nvPr/>
        </p:nvSpPr>
        <p:spPr>
          <a:xfrm>
            <a:off x="5482080" y="922320"/>
            <a:ext cx="194760" cy="14040"/>
          </a:xfrm>
          <a:custGeom>
            <a:avLst/>
            <a:gdLst/>
            <a:ahLst/>
            <a:rect l="0" t="0" r="r" b="b"/>
            <a:pathLst>
              <a:path w="541" h="39">
                <a:moveTo>
                  <a:pt x="0" y="39"/>
                </a:moveTo>
                <a:lnTo>
                  <a:pt x="541" y="39"/>
                </a:lnTo>
                <a:lnTo>
                  <a:pt x="541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3" name=""/>
          <p:cNvSpPr/>
          <p:nvPr/>
        </p:nvSpPr>
        <p:spPr>
          <a:xfrm>
            <a:off x="5693400" y="116352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4" name=""/>
          <p:cNvSpPr/>
          <p:nvPr/>
        </p:nvSpPr>
        <p:spPr>
          <a:xfrm>
            <a:off x="5904720" y="100152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5" name=""/>
          <p:cNvSpPr/>
          <p:nvPr/>
        </p:nvSpPr>
        <p:spPr>
          <a:xfrm>
            <a:off x="6116040" y="120492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6" name=""/>
          <p:cNvSpPr/>
          <p:nvPr/>
        </p:nvSpPr>
        <p:spPr>
          <a:xfrm>
            <a:off x="6327360" y="887760"/>
            <a:ext cx="194760" cy="10800"/>
          </a:xfrm>
          <a:custGeom>
            <a:avLst/>
            <a:gdLst/>
            <a:ahLst/>
            <a:rect l="0" t="0" r="r" b="b"/>
            <a:pathLst>
              <a:path w="541" h="30">
                <a:moveTo>
                  <a:pt x="0" y="30"/>
                </a:moveTo>
                <a:lnTo>
                  <a:pt x="541" y="30"/>
                </a:lnTo>
                <a:lnTo>
                  <a:pt x="541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7" name=""/>
          <p:cNvSpPr/>
          <p:nvPr/>
        </p:nvSpPr>
        <p:spPr>
          <a:xfrm>
            <a:off x="6538680" y="103968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8" name=""/>
          <p:cNvSpPr/>
          <p:nvPr/>
        </p:nvSpPr>
        <p:spPr>
          <a:xfrm>
            <a:off x="6750000" y="315360"/>
            <a:ext cx="194760" cy="7200"/>
          </a:xfrm>
          <a:custGeom>
            <a:avLst/>
            <a:gdLst/>
            <a:ahLst/>
            <a:rect l="0" t="0" r="r" b="b"/>
            <a:pathLst>
              <a:path w="541" h="20">
                <a:moveTo>
                  <a:pt x="0" y="20"/>
                </a:moveTo>
                <a:lnTo>
                  <a:pt x="541" y="20"/>
                </a:lnTo>
                <a:lnTo>
                  <a:pt x="541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89" name=""/>
          <p:cNvSpPr/>
          <p:nvPr/>
        </p:nvSpPr>
        <p:spPr>
          <a:xfrm>
            <a:off x="6961320" y="981000"/>
            <a:ext cx="194760" cy="17640"/>
          </a:xfrm>
          <a:custGeom>
            <a:avLst/>
            <a:gdLst/>
            <a:ahLst/>
            <a:rect l="0" t="0" r="r" b="b"/>
            <a:pathLst>
              <a:path w="541" h="49">
                <a:moveTo>
                  <a:pt x="0" y="49"/>
                </a:moveTo>
                <a:lnTo>
                  <a:pt x="541" y="49"/>
                </a:lnTo>
                <a:lnTo>
                  <a:pt x="541" y="0"/>
                </a:lnTo>
                <a:lnTo>
                  <a:pt x="0" y="0"/>
                </a:lnTo>
                <a:lnTo>
                  <a:pt x="0" y="49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90" name=""/>
          <p:cNvSpPr/>
          <p:nvPr/>
        </p:nvSpPr>
        <p:spPr>
          <a:xfrm>
            <a:off x="7172280" y="998280"/>
            <a:ext cx="194760" cy="3600"/>
          </a:xfrm>
          <a:custGeom>
            <a:avLst/>
            <a:gdLst/>
            <a:ahLst/>
            <a:rect l="0" t="0" r="r" b="b"/>
            <a:pathLst>
              <a:path w="541" h="10">
                <a:moveTo>
                  <a:pt x="0" y="10"/>
                </a:moveTo>
                <a:lnTo>
                  <a:pt x="541" y="10"/>
                </a:lnTo>
                <a:lnTo>
                  <a:pt x="541" y="0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91" name=""/>
          <p:cNvSpPr/>
          <p:nvPr/>
        </p:nvSpPr>
        <p:spPr>
          <a:xfrm>
            <a:off x="7383600" y="1091160"/>
            <a:ext cx="194760" cy="3960"/>
          </a:xfrm>
          <a:custGeom>
            <a:avLst/>
            <a:gdLst/>
            <a:ahLst/>
            <a:rect l="0" t="0" r="r" b="b"/>
            <a:pathLst>
              <a:path w="541" h="11">
                <a:moveTo>
                  <a:pt x="0" y="11"/>
                </a:moveTo>
                <a:lnTo>
                  <a:pt x="541" y="11"/>
                </a:lnTo>
                <a:lnTo>
                  <a:pt x="541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92" name=""/>
          <p:cNvSpPr/>
          <p:nvPr/>
        </p:nvSpPr>
        <p:spPr>
          <a:xfrm>
            <a:off x="7594920" y="411840"/>
            <a:ext cx="194760" cy="20880"/>
          </a:xfrm>
          <a:custGeom>
            <a:avLst/>
            <a:gdLst/>
            <a:ahLst/>
            <a:rect l="0" t="0" r="r" b="b"/>
            <a:pathLst>
              <a:path w="541" h="58">
                <a:moveTo>
                  <a:pt x="0" y="58"/>
                </a:moveTo>
                <a:lnTo>
                  <a:pt x="541" y="58"/>
                </a:lnTo>
                <a:lnTo>
                  <a:pt x="541" y="0"/>
                </a:lnTo>
                <a:lnTo>
                  <a:pt x="0" y="0"/>
                </a:lnTo>
                <a:lnTo>
                  <a:pt x="0" y="58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93" name=""/>
          <p:cNvSpPr/>
          <p:nvPr/>
        </p:nvSpPr>
        <p:spPr>
          <a:xfrm>
            <a:off x="7806240" y="130500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94" name=""/>
          <p:cNvSpPr/>
          <p:nvPr/>
        </p:nvSpPr>
        <p:spPr>
          <a:xfrm>
            <a:off x="8017560" y="1301760"/>
            <a:ext cx="194400" cy="0"/>
          </a:xfrm>
          <a:custGeom>
            <a:avLst/>
            <a:gdLst/>
            <a:ahLst/>
            <a:rect l="0" t="0" r="r" b="b"/>
            <a:pathLst>
              <a:path w="540" h="0">
                <a:moveTo>
                  <a:pt x="0" y="0"/>
                </a:moveTo>
                <a:lnTo>
                  <a:pt x="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195" name=""/>
          <p:cNvSpPr/>
          <p:nvPr/>
        </p:nvSpPr>
        <p:spPr>
          <a:xfrm flipV="1">
            <a:off x="825840" y="91080"/>
            <a:ext cx="0" cy="12279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6" name=""/>
          <p:cNvSpPr/>
          <p:nvPr/>
        </p:nvSpPr>
        <p:spPr>
          <a:xfrm>
            <a:off x="825840" y="1319040"/>
            <a:ext cx="73944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7" name=""/>
          <p:cNvSpPr/>
          <p:nvPr/>
        </p:nvSpPr>
        <p:spPr>
          <a:xfrm>
            <a:off x="825840" y="1376640"/>
            <a:ext cx="7394760" cy="147600"/>
          </a:xfrm>
          <a:custGeom>
            <a:avLst/>
            <a:gdLst/>
            <a:ahLst/>
            <a:rect l="0" t="0" r="r" b="b"/>
            <a:pathLst>
              <a:path w="20541" h="410">
                <a:moveTo>
                  <a:pt x="0" y="410"/>
                </a:moveTo>
                <a:lnTo>
                  <a:pt x="20541" y="410"/>
                </a:lnTo>
                <a:lnTo>
                  <a:pt x="20541" y="0"/>
                </a:lnTo>
                <a:lnTo>
                  <a:pt x="0" y="0"/>
                </a:lnTo>
                <a:lnTo>
                  <a:pt x="0" y="41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198" name="" descr=""/>
          <p:cNvPicPr/>
          <p:nvPr/>
        </p:nvPicPr>
        <p:blipFill>
          <a:blip r:embed="rId2"/>
          <a:stretch/>
        </p:blipFill>
        <p:spPr>
          <a:xfrm>
            <a:off x="825840" y="1374840"/>
            <a:ext cx="7397280" cy="149040"/>
          </a:xfrm>
          <a:prstGeom prst="rect">
            <a:avLst/>
          </a:prstGeom>
          <a:ln w="0">
            <a:noFill/>
          </a:ln>
        </p:spPr>
      </p:pic>
      <p:sp>
        <p:nvSpPr>
          <p:cNvPr id="199" name=""/>
          <p:cNvSpPr txBox="1"/>
          <p:nvPr/>
        </p:nvSpPr>
        <p:spPr>
          <a:xfrm rot="16200000">
            <a:off x="-37080" y="634320"/>
            <a:ext cx="9075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(per sample)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825840" y="1581480"/>
            <a:ext cx="7394760" cy="147960"/>
          </a:xfrm>
          <a:custGeom>
            <a:avLst/>
            <a:gdLst/>
            <a:ahLst/>
            <a:rect l="0" t="0" r="r" b="b"/>
            <a:pathLst>
              <a:path w="20541" h="411">
                <a:moveTo>
                  <a:pt x="0" y="411"/>
                </a:moveTo>
                <a:lnTo>
                  <a:pt x="20541" y="411"/>
                </a:lnTo>
                <a:lnTo>
                  <a:pt x="20541" y="0"/>
                </a:lnTo>
                <a:lnTo>
                  <a:pt x="0" y="0"/>
                </a:lnTo>
                <a:lnTo>
                  <a:pt x="0" y="41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201" name="" descr=""/>
          <p:cNvPicPr/>
          <p:nvPr/>
        </p:nvPicPr>
        <p:blipFill>
          <a:blip r:embed="rId3"/>
          <a:stretch/>
        </p:blipFill>
        <p:spPr>
          <a:xfrm>
            <a:off x="825840" y="1579680"/>
            <a:ext cx="7397280" cy="149040"/>
          </a:xfrm>
          <a:prstGeom prst="rect">
            <a:avLst/>
          </a:prstGeom>
          <a:ln w="0">
            <a:noFill/>
          </a:ln>
        </p:spPr>
      </p:pic>
      <p:sp>
        <p:nvSpPr>
          <p:cNvPr id="202" name=""/>
          <p:cNvSpPr txBox="1"/>
          <p:nvPr/>
        </p:nvSpPr>
        <p:spPr>
          <a:xfrm>
            <a:off x="91440" y="1380960"/>
            <a:ext cx="685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825840" y="1786680"/>
            <a:ext cx="7394760" cy="147600"/>
          </a:xfrm>
          <a:custGeom>
            <a:avLst/>
            <a:gdLst/>
            <a:ahLst/>
            <a:rect l="0" t="0" r="r" b="b"/>
            <a:pathLst>
              <a:path w="20541" h="410">
                <a:moveTo>
                  <a:pt x="0" y="410"/>
                </a:moveTo>
                <a:lnTo>
                  <a:pt x="20541" y="410"/>
                </a:lnTo>
                <a:lnTo>
                  <a:pt x="20541" y="0"/>
                </a:lnTo>
                <a:lnTo>
                  <a:pt x="0" y="0"/>
                </a:lnTo>
                <a:lnTo>
                  <a:pt x="0" y="41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204" name="" descr=""/>
          <p:cNvPicPr/>
          <p:nvPr/>
        </p:nvPicPr>
        <p:blipFill>
          <a:blip r:embed="rId4"/>
          <a:stretch/>
        </p:blipFill>
        <p:spPr>
          <a:xfrm>
            <a:off x="825840" y="1784880"/>
            <a:ext cx="7397280" cy="149040"/>
          </a:xfrm>
          <a:prstGeom prst="rect">
            <a:avLst/>
          </a:prstGeom>
          <a:ln w="0">
            <a:noFill/>
          </a:ln>
        </p:spPr>
      </p:pic>
      <p:sp>
        <p:nvSpPr>
          <p:cNvPr id="205" name=""/>
          <p:cNvSpPr txBox="1"/>
          <p:nvPr/>
        </p:nvSpPr>
        <p:spPr>
          <a:xfrm>
            <a:off x="176040" y="1585440"/>
            <a:ext cx="6026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cT stage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825840" y="1991520"/>
            <a:ext cx="7394760" cy="147960"/>
          </a:xfrm>
          <a:custGeom>
            <a:avLst/>
            <a:gdLst/>
            <a:ahLst/>
            <a:rect l="0" t="0" r="r" b="b"/>
            <a:pathLst>
              <a:path w="20541" h="411">
                <a:moveTo>
                  <a:pt x="0" y="411"/>
                </a:moveTo>
                <a:lnTo>
                  <a:pt x="20541" y="411"/>
                </a:lnTo>
                <a:lnTo>
                  <a:pt x="20541" y="0"/>
                </a:lnTo>
                <a:lnTo>
                  <a:pt x="0" y="0"/>
                </a:lnTo>
                <a:lnTo>
                  <a:pt x="0" y="41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207" name="" descr=""/>
          <p:cNvPicPr/>
          <p:nvPr/>
        </p:nvPicPr>
        <p:blipFill>
          <a:blip r:embed="rId5"/>
          <a:stretch/>
        </p:blipFill>
        <p:spPr>
          <a:xfrm>
            <a:off x="825840" y="1989720"/>
            <a:ext cx="7397280" cy="149040"/>
          </a:xfrm>
          <a:prstGeom prst="rect">
            <a:avLst/>
          </a:prstGeom>
          <a:ln w="0">
            <a:noFill/>
          </a:ln>
        </p:spPr>
      </p:pic>
      <p:sp>
        <p:nvSpPr>
          <p:cNvPr id="208" name=""/>
          <p:cNvSpPr txBox="1"/>
          <p:nvPr/>
        </p:nvSpPr>
        <p:spPr>
          <a:xfrm>
            <a:off x="207720" y="1790640"/>
            <a:ext cx="572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TMB/Mb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825840" y="2196720"/>
            <a:ext cx="7394760" cy="4976280"/>
          </a:xfrm>
          <a:custGeom>
            <a:avLst/>
            <a:gdLst/>
            <a:ahLst/>
            <a:rect l="0" t="0" r="r" b="b"/>
            <a:pathLst>
              <a:path w="20541" h="13823">
                <a:moveTo>
                  <a:pt x="0" y="13823"/>
                </a:moveTo>
                <a:lnTo>
                  <a:pt x="20541" y="13823"/>
                </a:lnTo>
                <a:lnTo>
                  <a:pt x="20541" y="0"/>
                </a:lnTo>
                <a:lnTo>
                  <a:pt x="0" y="0"/>
                </a:lnTo>
                <a:lnTo>
                  <a:pt x="0" y="1382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10" name=""/>
          <p:cNvSpPr txBox="1"/>
          <p:nvPr/>
        </p:nvSpPr>
        <p:spPr>
          <a:xfrm>
            <a:off x="344880" y="1995840"/>
            <a:ext cx="436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MSI %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1" name=""/>
          <p:cNvSpPr txBox="1"/>
          <p:nvPr/>
        </p:nvSpPr>
        <p:spPr>
          <a:xfrm>
            <a:off x="529200" y="2257920"/>
            <a:ext cx="252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APC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2" name=""/>
          <p:cNvSpPr txBox="1"/>
          <p:nvPr/>
        </p:nvSpPr>
        <p:spPr>
          <a:xfrm>
            <a:off x="465840" y="2518920"/>
            <a:ext cx="316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TP53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3" name=""/>
          <p:cNvSpPr txBox="1"/>
          <p:nvPr/>
        </p:nvSpPr>
        <p:spPr>
          <a:xfrm>
            <a:off x="442440" y="2780280"/>
            <a:ext cx="339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KRAS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4" name=""/>
          <p:cNvSpPr txBox="1"/>
          <p:nvPr/>
        </p:nvSpPr>
        <p:spPr>
          <a:xfrm>
            <a:off x="327600" y="3041280"/>
            <a:ext cx="453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FBXW7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5" name=""/>
          <p:cNvSpPr txBox="1"/>
          <p:nvPr/>
        </p:nvSpPr>
        <p:spPr>
          <a:xfrm>
            <a:off x="332280" y="3302640"/>
            <a:ext cx="4489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KMT2D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6" name=""/>
          <p:cNvSpPr txBox="1"/>
          <p:nvPr/>
        </p:nvSpPr>
        <p:spPr>
          <a:xfrm>
            <a:off x="435960" y="3563640"/>
            <a:ext cx="348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SOX9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7" name=""/>
          <p:cNvSpPr txBox="1"/>
          <p:nvPr/>
        </p:nvSpPr>
        <p:spPr>
          <a:xfrm>
            <a:off x="303120" y="3825000"/>
            <a:ext cx="477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ARID1A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8" name=""/>
          <p:cNvSpPr txBox="1"/>
          <p:nvPr/>
        </p:nvSpPr>
        <p:spPr>
          <a:xfrm>
            <a:off x="309600" y="4086360"/>
            <a:ext cx="4716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TCF7L2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9" name=""/>
          <p:cNvSpPr txBox="1"/>
          <p:nvPr/>
        </p:nvSpPr>
        <p:spPr>
          <a:xfrm>
            <a:off x="327600" y="4347360"/>
            <a:ext cx="451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PIK3CA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0" name=""/>
          <p:cNvSpPr txBox="1"/>
          <p:nvPr/>
        </p:nvSpPr>
        <p:spPr>
          <a:xfrm>
            <a:off x="357840" y="4608720"/>
            <a:ext cx="423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ERBB3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1" name=""/>
          <p:cNvSpPr txBox="1"/>
          <p:nvPr/>
        </p:nvSpPr>
        <p:spPr>
          <a:xfrm>
            <a:off x="516960" y="4869720"/>
            <a:ext cx="275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ATM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2" name=""/>
          <p:cNvSpPr txBox="1"/>
          <p:nvPr/>
        </p:nvSpPr>
        <p:spPr>
          <a:xfrm>
            <a:off x="325800" y="5131080"/>
            <a:ext cx="456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SMAD4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3" name=""/>
          <p:cNvSpPr txBox="1"/>
          <p:nvPr/>
        </p:nvSpPr>
        <p:spPr>
          <a:xfrm>
            <a:off x="335880" y="5392440"/>
            <a:ext cx="445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AMER1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4" name=""/>
          <p:cNvSpPr txBox="1"/>
          <p:nvPr/>
        </p:nvSpPr>
        <p:spPr>
          <a:xfrm>
            <a:off x="257040" y="5653440"/>
            <a:ext cx="523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CTNNB1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5" name=""/>
          <p:cNvSpPr txBox="1"/>
          <p:nvPr/>
        </p:nvSpPr>
        <p:spPr>
          <a:xfrm>
            <a:off x="420480" y="5914800"/>
            <a:ext cx="360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GNAS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6" name=""/>
          <p:cNvSpPr txBox="1"/>
          <p:nvPr/>
        </p:nvSpPr>
        <p:spPr>
          <a:xfrm>
            <a:off x="415080" y="6175800"/>
            <a:ext cx="366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MSH6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7" name=""/>
          <p:cNvSpPr txBox="1"/>
          <p:nvPr/>
        </p:nvSpPr>
        <p:spPr>
          <a:xfrm>
            <a:off x="453960" y="6437160"/>
            <a:ext cx="325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POLE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8" name=""/>
          <p:cNvSpPr txBox="1"/>
          <p:nvPr/>
        </p:nvSpPr>
        <p:spPr>
          <a:xfrm>
            <a:off x="430560" y="6698160"/>
            <a:ext cx="351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NRAS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8445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0" name=""/>
          <p:cNvSpPr/>
          <p:nvPr/>
        </p:nvSpPr>
        <p:spPr>
          <a:xfrm>
            <a:off x="10555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1" name=""/>
          <p:cNvSpPr/>
          <p:nvPr/>
        </p:nvSpPr>
        <p:spPr>
          <a:xfrm>
            <a:off x="126648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2" name=""/>
          <p:cNvSpPr/>
          <p:nvPr/>
        </p:nvSpPr>
        <p:spPr>
          <a:xfrm>
            <a:off x="147744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3" name=""/>
          <p:cNvSpPr/>
          <p:nvPr/>
        </p:nvSpPr>
        <p:spPr>
          <a:xfrm>
            <a:off x="168840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4" name=""/>
          <p:cNvSpPr/>
          <p:nvPr/>
        </p:nvSpPr>
        <p:spPr>
          <a:xfrm>
            <a:off x="18997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5" name=""/>
          <p:cNvSpPr/>
          <p:nvPr/>
        </p:nvSpPr>
        <p:spPr>
          <a:xfrm>
            <a:off x="211068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6" name=""/>
          <p:cNvSpPr/>
          <p:nvPr/>
        </p:nvSpPr>
        <p:spPr>
          <a:xfrm>
            <a:off x="23216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7" name=""/>
          <p:cNvSpPr/>
          <p:nvPr/>
        </p:nvSpPr>
        <p:spPr>
          <a:xfrm>
            <a:off x="253260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8" name=""/>
          <p:cNvSpPr/>
          <p:nvPr/>
        </p:nvSpPr>
        <p:spPr>
          <a:xfrm>
            <a:off x="27435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39" name=""/>
          <p:cNvSpPr/>
          <p:nvPr/>
        </p:nvSpPr>
        <p:spPr>
          <a:xfrm>
            <a:off x="29545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0" name=""/>
          <p:cNvSpPr/>
          <p:nvPr/>
        </p:nvSpPr>
        <p:spPr>
          <a:xfrm>
            <a:off x="316548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1" name=""/>
          <p:cNvSpPr/>
          <p:nvPr/>
        </p:nvSpPr>
        <p:spPr>
          <a:xfrm>
            <a:off x="33764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2" name=""/>
          <p:cNvSpPr/>
          <p:nvPr/>
        </p:nvSpPr>
        <p:spPr>
          <a:xfrm>
            <a:off x="358740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3" name=""/>
          <p:cNvSpPr/>
          <p:nvPr/>
        </p:nvSpPr>
        <p:spPr>
          <a:xfrm>
            <a:off x="37983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4" name=""/>
          <p:cNvSpPr/>
          <p:nvPr/>
        </p:nvSpPr>
        <p:spPr>
          <a:xfrm>
            <a:off x="40093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5" name=""/>
          <p:cNvSpPr/>
          <p:nvPr/>
        </p:nvSpPr>
        <p:spPr>
          <a:xfrm>
            <a:off x="422028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6" name=""/>
          <p:cNvSpPr/>
          <p:nvPr/>
        </p:nvSpPr>
        <p:spPr>
          <a:xfrm>
            <a:off x="44312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7" name=""/>
          <p:cNvSpPr/>
          <p:nvPr/>
        </p:nvSpPr>
        <p:spPr>
          <a:xfrm>
            <a:off x="464220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8" name=""/>
          <p:cNvSpPr/>
          <p:nvPr/>
        </p:nvSpPr>
        <p:spPr>
          <a:xfrm>
            <a:off x="48531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49" name=""/>
          <p:cNvSpPr/>
          <p:nvPr/>
        </p:nvSpPr>
        <p:spPr>
          <a:xfrm>
            <a:off x="50641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0" name=""/>
          <p:cNvSpPr/>
          <p:nvPr/>
        </p:nvSpPr>
        <p:spPr>
          <a:xfrm>
            <a:off x="527508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1" name=""/>
          <p:cNvSpPr/>
          <p:nvPr/>
        </p:nvSpPr>
        <p:spPr>
          <a:xfrm>
            <a:off x="54860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2" name=""/>
          <p:cNvSpPr/>
          <p:nvPr/>
        </p:nvSpPr>
        <p:spPr>
          <a:xfrm>
            <a:off x="569700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3" name=""/>
          <p:cNvSpPr/>
          <p:nvPr/>
        </p:nvSpPr>
        <p:spPr>
          <a:xfrm>
            <a:off x="590796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4" name=""/>
          <p:cNvSpPr/>
          <p:nvPr/>
        </p:nvSpPr>
        <p:spPr>
          <a:xfrm>
            <a:off x="611892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5" name=""/>
          <p:cNvSpPr/>
          <p:nvPr/>
        </p:nvSpPr>
        <p:spPr>
          <a:xfrm>
            <a:off x="632988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6" name=""/>
          <p:cNvSpPr/>
          <p:nvPr/>
        </p:nvSpPr>
        <p:spPr>
          <a:xfrm>
            <a:off x="654120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7" name=""/>
          <p:cNvSpPr/>
          <p:nvPr/>
        </p:nvSpPr>
        <p:spPr>
          <a:xfrm>
            <a:off x="67521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8" name=""/>
          <p:cNvSpPr/>
          <p:nvPr/>
        </p:nvSpPr>
        <p:spPr>
          <a:xfrm>
            <a:off x="69631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59" name=""/>
          <p:cNvSpPr/>
          <p:nvPr/>
        </p:nvSpPr>
        <p:spPr>
          <a:xfrm>
            <a:off x="717408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0" name=""/>
          <p:cNvSpPr/>
          <p:nvPr/>
        </p:nvSpPr>
        <p:spPr>
          <a:xfrm>
            <a:off x="73850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1" name=""/>
          <p:cNvSpPr/>
          <p:nvPr/>
        </p:nvSpPr>
        <p:spPr>
          <a:xfrm>
            <a:off x="759600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2" name=""/>
          <p:cNvSpPr/>
          <p:nvPr/>
        </p:nvSpPr>
        <p:spPr>
          <a:xfrm>
            <a:off x="78069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3" name=""/>
          <p:cNvSpPr/>
          <p:nvPr/>
        </p:nvSpPr>
        <p:spPr>
          <a:xfrm>
            <a:off x="80179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4" name=""/>
          <p:cNvSpPr/>
          <p:nvPr/>
        </p:nvSpPr>
        <p:spPr>
          <a:xfrm>
            <a:off x="84456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5" name=""/>
          <p:cNvSpPr/>
          <p:nvPr/>
        </p:nvSpPr>
        <p:spPr>
          <a:xfrm>
            <a:off x="10555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6" name=""/>
          <p:cNvSpPr/>
          <p:nvPr/>
        </p:nvSpPr>
        <p:spPr>
          <a:xfrm>
            <a:off x="126648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7" name=""/>
          <p:cNvSpPr/>
          <p:nvPr/>
        </p:nvSpPr>
        <p:spPr>
          <a:xfrm>
            <a:off x="147744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8" name=""/>
          <p:cNvSpPr/>
          <p:nvPr/>
        </p:nvSpPr>
        <p:spPr>
          <a:xfrm>
            <a:off x="168840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69" name=""/>
          <p:cNvSpPr/>
          <p:nvPr/>
        </p:nvSpPr>
        <p:spPr>
          <a:xfrm>
            <a:off x="18997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0" name=""/>
          <p:cNvSpPr/>
          <p:nvPr/>
        </p:nvSpPr>
        <p:spPr>
          <a:xfrm>
            <a:off x="211068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1" name=""/>
          <p:cNvSpPr/>
          <p:nvPr/>
        </p:nvSpPr>
        <p:spPr>
          <a:xfrm>
            <a:off x="232164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2" name=""/>
          <p:cNvSpPr/>
          <p:nvPr/>
        </p:nvSpPr>
        <p:spPr>
          <a:xfrm>
            <a:off x="25326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3" name=""/>
          <p:cNvSpPr/>
          <p:nvPr/>
        </p:nvSpPr>
        <p:spPr>
          <a:xfrm>
            <a:off x="274356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4" name=""/>
          <p:cNvSpPr/>
          <p:nvPr/>
        </p:nvSpPr>
        <p:spPr>
          <a:xfrm>
            <a:off x="29545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5" name=""/>
          <p:cNvSpPr/>
          <p:nvPr/>
        </p:nvSpPr>
        <p:spPr>
          <a:xfrm>
            <a:off x="316548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6" name=""/>
          <p:cNvSpPr/>
          <p:nvPr/>
        </p:nvSpPr>
        <p:spPr>
          <a:xfrm>
            <a:off x="337644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7" name=""/>
          <p:cNvSpPr/>
          <p:nvPr/>
        </p:nvSpPr>
        <p:spPr>
          <a:xfrm>
            <a:off x="35874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8" name=""/>
          <p:cNvSpPr/>
          <p:nvPr/>
        </p:nvSpPr>
        <p:spPr>
          <a:xfrm>
            <a:off x="379836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79" name=""/>
          <p:cNvSpPr/>
          <p:nvPr/>
        </p:nvSpPr>
        <p:spPr>
          <a:xfrm>
            <a:off x="40093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0" name=""/>
          <p:cNvSpPr/>
          <p:nvPr/>
        </p:nvSpPr>
        <p:spPr>
          <a:xfrm>
            <a:off x="422028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1" name=""/>
          <p:cNvSpPr/>
          <p:nvPr/>
        </p:nvSpPr>
        <p:spPr>
          <a:xfrm>
            <a:off x="443124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2" name=""/>
          <p:cNvSpPr/>
          <p:nvPr/>
        </p:nvSpPr>
        <p:spPr>
          <a:xfrm>
            <a:off x="46422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3" name=""/>
          <p:cNvSpPr/>
          <p:nvPr/>
        </p:nvSpPr>
        <p:spPr>
          <a:xfrm>
            <a:off x="485316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4" name=""/>
          <p:cNvSpPr/>
          <p:nvPr/>
        </p:nvSpPr>
        <p:spPr>
          <a:xfrm>
            <a:off x="50641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5" name=""/>
          <p:cNvSpPr/>
          <p:nvPr/>
        </p:nvSpPr>
        <p:spPr>
          <a:xfrm>
            <a:off x="527508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6" name=""/>
          <p:cNvSpPr/>
          <p:nvPr/>
        </p:nvSpPr>
        <p:spPr>
          <a:xfrm>
            <a:off x="548604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7" name=""/>
          <p:cNvSpPr/>
          <p:nvPr/>
        </p:nvSpPr>
        <p:spPr>
          <a:xfrm>
            <a:off x="56970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8" name=""/>
          <p:cNvSpPr/>
          <p:nvPr/>
        </p:nvSpPr>
        <p:spPr>
          <a:xfrm>
            <a:off x="590796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89" name=""/>
          <p:cNvSpPr/>
          <p:nvPr/>
        </p:nvSpPr>
        <p:spPr>
          <a:xfrm>
            <a:off x="611892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0" name=""/>
          <p:cNvSpPr/>
          <p:nvPr/>
        </p:nvSpPr>
        <p:spPr>
          <a:xfrm>
            <a:off x="632988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1" name=""/>
          <p:cNvSpPr/>
          <p:nvPr/>
        </p:nvSpPr>
        <p:spPr>
          <a:xfrm>
            <a:off x="65412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2" name=""/>
          <p:cNvSpPr/>
          <p:nvPr/>
        </p:nvSpPr>
        <p:spPr>
          <a:xfrm>
            <a:off x="675216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3" name=""/>
          <p:cNvSpPr/>
          <p:nvPr/>
        </p:nvSpPr>
        <p:spPr>
          <a:xfrm>
            <a:off x="69631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4" name=""/>
          <p:cNvSpPr/>
          <p:nvPr/>
        </p:nvSpPr>
        <p:spPr>
          <a:xfrm>
            <a:off x="717408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5" name=""/>
          <p:cNvSpPr/>
          <p:nvPr/>
        </p:nvSpPr>
        <p:spPr>
          <a:xfrm>
            <a:off x="738504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6" name=""/>
          <p:cNvSpPr/>
          <p:nvPr/>
        </p:nvSpPr>
        <p:spPr>
          <a:xfrm>
            <a:off x="75960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7" name=""/>
          <p:cNvSpPr/>
          <p:nvPr/>
        </p:nvSpPr>
        <p:spPr>
          <a:xfrm>
            <a:off x="780696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8" name=""/>
          <p:cNvSpPr/>
          <p:nvPr/>
        </p:nvSpPr>
        <p:spPr>
          <a:xfrm>
            <a:off x="80179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299" name=""/>
          <p:cNvSpPr/>
          <p:nvPr/>
        </p:nvSpPr>
        <p:spPr>
          <a:xfrm>
            <a:off x="84456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0" name=""/>
          <p:cNvSpPr/>
          <p:nvPr/>
        </p:nvSpPr>
        <p:spPr>
          <a:xfrm>
            <a:off x="10555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1" name=""/>
          <p:cNvSpPr/>
          <p:nvPr/>
        </p:nvSpPr>
        <p:spPr>
          <a:xfrm>
            <a:off x="1266480" y="27345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2" name=""/>
          <p:cNvSpPr/>
          <p:nvPr/>
        </p:nvSpPr>
        <p:spPr>
          <a:xfrm>
            <a:off x="1477440" y="27345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3" name=""/>
          <p:cNvSpPr/>
          <p:nvPr/>
        </p:nvSpPr>
        <p:spPr>
          <a:xfrm>
            <a:off x="1688400" y="27345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4" name=""/>
          <p:cNvSpPr/>
          <p:nvPr/>
        </p:nvSpPr>
        <p:spPr>
          <a:xfrm>
            <a:off x="18997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5" name=""/>
          <p:cNvSpPr/>
          <p:nvPr/>
        </p:nvSpPr>
        <p:spPr>
          <a:xfrm>
            <a:off x="211068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6" name=""/>
          <p:cNvSpPr/>
          <p:nvPr/>
        </p:nvSpPr>
        <p:spPr>
          <a:xfrm>
            <a:off x="232164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7" name=""/>
          <p:cNvSpPr/>
          <p:nvPr/>
        </p:nvSpPr>
        <p:spPr>
          <a:xfrm>
            <a:off x="253260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8" name=""/>
          <p:cNvSpPr/>
          <p:nvPr/>
        </p:nvSpPr>
        <p:spPr>
          <a:xfrm>
            <a:off x="274356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09" name=""/>
          <p:cNvSpPr/>
          <p:nvPr/>
        </p:nvSpPr>
        <p:spPr>
          <a:xfrm>
            <a:off x="29545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0" name=""/>
          <p:cNvSpPr/>
          <p:nvPr/>
        </p:nvSpPr>
        <p:spPr>
          <a:xfrm>
            <a:off x="316548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1" name=""/>
          <p:cNvSpPr/>
          <p:nvPr/>
        </p:nvSpPr>
        <p:spPr>
          <a:xfrm>
            <a:off x="337644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2" name=""/>
          <p:cNvSpPr/>
          <p:nvPr/>
        </p:nvSpPr>
        <p:spPr>
          <a:xfrm>
            <a:off x="358740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3" name=""/>
          <p:cNvSpPr/>
          <p:nvPr/>
        </p:nvSpPr>
        <p:spPr>
          <a:xfrm>
            <a:off x="379836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4" name=""/>
          <p:cNvSpPr/>
          <p:nvPr/>
        </p:nvSpPr>
        <p:spPr>
          <a:xfrm>
            <a:off x="40093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5" name=""/>
          <p:cNvSpPr/>
          <p:nvPr/>
        </p:nvSpPr>
        <p:spPr>
          <a:xfrm>
            <a:off x="422028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6" name=""/>
          <p:cNvSpPr/>
          <p:nvPr/>
        </p:nvSpPr>
        <p:spPr>
          <a:xfrm>
            <a:off x="443124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7" name=""/>
          <p:cNvSpPr/>
          <p:nvPr/>
        </p:nvSpPr>
        <p:spPr>
          <a:xfrm>
            <a:off x="464220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8" name=""/>
          <p:cNvSpPr/>
          <p:nvPr/>
        </p:nvSpPr>
        <p:spPr>
          <a:xfrm>
            <a:off x="485316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19" name=""/>
          <p:cNvSpPr/>
          <p:nvPr/>
        </p:nvSpPr>
        <p:spPr>
          <a:xfrm>
            <a:off x="50641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0" name=""/>
          <p:cNvSpPr/>
          <p:nvPr/>
        </p:nvSpPr>
        <p:spPr>
          <a:xfrm>
            <a:off x="527508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1" name=""/>
          <p:cNvSpPr/>
          <p:nvPr/>
        </p:nvSpPr>
        <p:spPr>
          <a:xfrm>
            <a:off x="548604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2" name=""/>
          <p:cNvSpPr/>
          <p:nvPr/>
        </p:nvSpPr>
        <p:spPr>
          <a:xfrm>
            <a:off x="569700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3" name=""/>
          <p:cNvSpPr/>
          <p:nvPr/>
        </p:nvSpPr>
        <p:spPr>
          <a:xfrm>
            <a:off x="5907960" y="27345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4" name=""/>
          <p:cNvSpPr/>
          <p:nvPr/>
        </p:nvSpPr>
        <p:spPr>
          <a:xfrm>
            <a:off x="6118920" y="27345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5" name=""/>
          <p:cNvSpPr/>
          <p:nvPr/>
        </p:nvSpPr>
        <p:spPr>
          <a:xfrm>
            <a:off x="6329880" y="27345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6" name=""/>
          <p:cNvSpPr/>
          <p:nvPr/>
        </p:nvSpPr>
        <p:spPr>
          <a:xfrm>
            <a:off x="654120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7" name=""/>
          <p:cNvSpPr/>
          <p:nvPr/>
        </p:nvSpPr>
        <p:spPr>
          <a:xfrm>
            <a:off x="675216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8" name=""/>
          <p:cNvSpPr/>
          <p:nvPr/>
        </p:nvSpPr>
        <p:spPr>
          <a:xfrm>
            <a:off x="69631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29" name=""/>
          <p:cNvSpPr/>
          <p:nvPr/>
        </p:nvSpPr>
        <p:spPr>
          <a:xfrm>
            <a:off x="717408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0" name=""/>
          <p:cNvSpPr/>
          <p:nvPr/>
        </p:nvSpPr>
        <p:spPr>
          <a:xfrm>
            <a:off x="738504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1" name=""/>
          <p:cNvSpPr/>
          <p:nvPr/>
        </p:nvSpPr>
        <p:spPr>
          <a:xfrm>
            <a:off x="759600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2" name=""/>
          <p:cNvSpPr/>
          <p:nvPr/>
        </p:nvSpPr>
        <p:spPr>
          <a:xfrm>
            <a:off x="780696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3" name=""/>
          <p:cNvSpPr/>
          <p:nvPr/>
        </p:nvSpPr>
        <p:spPr>
          <a:xfrm>
            <a:off x="80179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4" name=""/>
          <p:cNvSpPr/>
          <p:nvPr/>
        </p:nvSpPr>
        <p:spPr>
          <a:xfrm>
            <a:off x="84456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5" name=""/>
          <p:cNvSpPr/>
          <p:nvPr/>
        </p:nvSpPr>
        <p:spPr>
          <a:xfrm>
            <a:off x="105552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6" name=""/>
          <p:cNvSpPr/>
          <p:nvPr/>
        </p:nvSpPr>
        <p:spPr>
          <a:xfrm>
            <a:off x="1266480" y="29959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7" name=""/>
          <p:cNvSpPr/>
          <p:nvPr/>
        </p:nvSpPr>
        <p:spPr>
          <a:xfrm>
            <a:off x="1477440" y="29959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8" name=""/>
          <p:cNvSpPr/>
          <p:nvPr/>
        </p:nvSpPr>
        <p:spPr>
          <a:xfrm>
            <a:off x="1688400" y="29959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39" name=""/>
          <p:cNvSpPr/>
          <p:nvPr/>
        </p:nvSpPr>
        <p:spPr>
          <a:xfrm>
            <a:off x="189972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0" name=""/>
          <p:cNvSpPr/>
          <p:nvPr/>
        </p:nvSpPr>
        <p:spPr>
          <a:xfrm>
            <a:off x="211068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1" name=""/>
          <p:cNvSpPr/>
          <p:nvPr/>
        </p:nvSpPr>
        <p:spPr>
          <a:xfrm>
            <a:off x="232164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2" name=""/>
          <p:cNvSpPr/>
          <p:nvPr/>
        </p:nvSpPr>
        <p:spPr>
          <a:xfrm>
            <a:off x="253260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3" name=""/>
          <p:cNvSpPr/>
          <p:nvPr/>
        </p:nvSpPr>
        <p:spPr>
          <a:xfrm>
            <a:off x="274356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4" name=""/>
          <p:cNvSpPr/>
          <p:nvPr/>
        </p:nvSpPr>
        <p:spPr>
          <a:xfrm>
            <a:off x="295452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5" name=""/>
          <p:cNvSpPr/>
          <p:nvPr/>
        </p:nvSpPr>
        <p:spPr>
          <a:xfrm>
            <a:off x="316548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6" name=""/>
          <p:cNvSpPr/>
          <p:nvPr/>
        </p:nvSpPr>
        <p:spPr>
          <a:xfrm>
            <a:off x="337644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7" name=""/>
          <p:cNvSpPr/>
          <p:nvPr/>
        </p:nvSpPr>
        <p:spPr>
          <a:xfrm>
            <a:off x="358740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8" name=""/>
          <p:cNvSpPr/>
          <p:nvPr/>
        </p:nvSpPr>
        <p:spPr>
          <a:xfrm>
            <a:off x="379836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49" name=""/>
          <p:cNvSpPr/>
          <p:nvPr/>
        </p:nvSpPr>
        <p:spPr>
          <a:xfrm>
            <a:off x="400932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0" name=""/>
          <p:cNvSpPr/>
          <p:nvPr/>
        </p:nvSpPr>
        <p:spPr>
          <a:xfrm>
            <a:off x="422028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1" name=""/>
          <p:cNvSpPr/>
          <p:nvPr/>
        </p:nvSpPr>
        <p:spPr>
          <a:xfrm>
            <a:off x="443124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2" name=""/>
          <p:cNvSpPr/>
          <p:nvPr/>
        </p:nvSpPr>
        <p:spPr>
          <a:xfrm>
            <a:off x="464220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3" name=""/>
          <p:cNvSpPr/>
          <p:nvPr/>
        </p:nvSpPr>
        <p:spPr>
          <a:xfrm>
            <a:off x="485316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4" name=""/>
          <p:cNvSpPr/>
          <p:nvPr/>
        </p:nvSpPr>
        <p:spPr>
          <a:xfrm>
            <a:off x="506412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5" name=""/>
          <p:cNvSpPr/>
          <p:nvPr/>
        </p:nvSpPr>
        <p:spPr>
          <a:xfrm>
            <a:off x="527508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6" name=""/>
          <p:cNvSpPr/>
          <p:nvPr/>
        </p:nvSpPr>
        <p:spPr>
          <a:xfrm>
            <a:off x="548604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7" name=""/>
          <p:cNvSpPr/>
          <p:nvPr/>
        </p:nvSpPr>
        <p:spPr>
          <a:xfrm>
            <a:off x="569700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8" name=""/>
          <p:cNvSpPr/>
          <p:nvPr/>
        </p:nvSpPr>
        <p:spPr>
          <a:xfrm>
            <a:off x="5907960" y="29959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59" name=""/>
          <p:cNvSpPr/>
          <p:nvPr/>
        </p:nvSpPr>
        <p:spPr>
          <a:xfrm>
            <a:off x="6118920" y="29959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0" name=""/>
          <p:cNvSpPr/>
          <p:nvPr/>
        </p:nvSpPr>
        <p:spPr>
          <a:xfrm>
            <a:off x="6329880" y="29959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1" name=""/>
          <p:cNvSpPr/>
          <p:nvPr/>
        </p:nvSpPr>
        <p:spPr>
          <a:xfrm>
            <a:off x="654120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2" name=""/>
          <p:cNvSpPr/>
          <p:nvPr/>
        </p:nvSpPr>
        <p:spPr>
          <a:xfrm>
            <a:off x="675216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3" name=""/>
          <p:cNvSpPr/>
          <p:nvPr/>
        </p:nvSpPr>
        <p:spPr>
          <a:xfrm>
            <a:off x="696312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4" name=""/>
          <p:cNvSpPr/>
          <p:nvPr/>
        </p:nvSpPr>
        <p:spPr>
          <a:xfrm>
            <a:off x="717408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5" name=""/>
          <p:cNvSpPr/>
          <p:nvPr/>
        </p:nvSpPr>
        <p:spPr>
          <a:xfrm>
            <a:off x="738504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6" name=""/>
          <p:cNvSpPr/>
          <p:nvPr/>
        </p:nvSpPr>
        <p:spPr>
          <a:xfrm>
            <a:off x="759600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7" name=""/>
          <p:cNvSpPr/>
          <p:nvPr/>
        </p:nvSpPr>
        <p:spPr>
          <a:xfrm>
            <a:off x="780696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8" name=""/>
          <p:cNvSpPr/>
          <p:nvPr/>
        </p:nvSpPr>
        <p:spPr>
          <a:xfrm>
            <a:off x="801792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69" name=""/>
          <p:cNvSpPr/>
          <p:nvPr/>
        </p:nvSpPr>
        <p:spPr>
          <a:xfrm>
            <a:off x="84456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0" name=""/>
          <p:cNvSpPr/>
          <p:nvPr/>
        </p:nvSpPr>
        <p:spPr>
          <a:xfrm>
            <a:off x="105552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1" name=""/>
          <p:cNvSpPr/>
          <p:nvPr/>
        </p:nvSpPr>
        <p:spPr>
          <a:xfrm>
            <a:off x="1266480" y="32572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2" name=""/>
          <p:cNvSpPr/>
          <p:nvPr/>
        </p:nvSpPr>
        <p:spPr>
          <a:xfrm>
            <a:off x="1477440" y="32572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3" name=""/>
          <p:cNvSpPr/>
          <p:nvPr/>
        </p:nvSpPr>
        <p:spPr>
          <a:xfrm>
            <a:off x="1688400" y="32572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4" name=""/>
          <p:cNvSpPr/>
          <p:nvPr/>
        </p:nvSpPr>
        <p:spPr>
          <a:xfrm>
            <a:off x="189972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5" name=""/>
          <p:cNvSpPr/>
          <p:nvPr/>
        </p:nvSpPr>
        <p:spPr>
          <a:xfrm>
            <a:off x="211068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6" name=""/>
          <p:cNvSpPr/>
          <p:nvPr/>
        </p:nvSpPr>
        <p:spPr>
          <a:xfrm>
            <a:off x="232164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7" name=""/>
          <p:cNvSpPr/>
          <p:nvPr/>
        </p:nvSpPr>
        <p:spPr>
          <a:xfrm>
            <a:off x="253260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8" name=""/>
          <p:cNvSpPr/>
          <p:nvPr/>
        </p:nvSpPr>
        <p:spPr>
          <a:xfrm>
            <a:off x="274356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79" name=""/>
          <p:cNvSpPr/>
          <p:nvPr/>
        </p:nvSpPr>
        <p:spPr>
          <a:xfrm>
            <a:off x="295452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0" name=""/>
          <p:cNvSpPr/>
          <p:nvPr/>
        </p:nvSpPr>
        <p:spPr>
          <a:xfrm>
            <a:off x="316548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1" name=""/>
          <p:cNvSpPr/>
          <p:nvPr/>
        </p:nvSpPr>
        <p:spPr>
          <a:xfrm>
            <a:off x="337644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2" name=""/>
          <p:cNvSpPr/>
          <p:nvPr/>
        </p:nvSpPr>
        <p:spPr>
          <a:xfrm>
            <a:off x="358740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3" name=""/>
          <p:cNvSpPr/>
          <p:nvPr/>
        </p:nvSpPr>
        <p:spPr>
          <a:xfrm>
            <a:off x="379836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4" name=""/>
          <p:cNvSpPr/>
          <p:nvPr/>
        </p:nvSpPr>
        <p:spPr>
          <a:xfrm>
            <a:off x="400932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5" name=""/>
          <p:cNvSpPr/>
          <p:nvPr/>
        </p:nvSpPr>
        <p:spPr>
          <a:xfrm>
            <a:off x="422028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6" name=""/>
          <p:cNvSpPr/>
          <p:nvPr/>
        </p:nvSpPr>
        <p:spPr>
          <a:xfrm>
            <a:off x="443124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7" name=""/>
          <p:cNvSpPr/>
          <p:nvPr/>
        </p:nvSpPr>
        <p:spPr>
          <a:xfrm>
            <a:off x="464220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8" name=""/>
          <p:cNvSpPr/>
          <p:nvPr/>
        </p:nvSpPr>
        <p:spPr>
          <a:xfrm>
            <a:off x="485316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89" name=""/>
          <p:cNvSpPr/>
          <p:nvPr/>
        </p:nvSpPr>
        <p:spPr>
          <a:xfrm>
            <a:off x="506412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0" name=""/>
          <p:cNvSpPr/>
          <p:nvPr/>
        </p:nvSpPr>
        <p:spPr>
          <a:xfrm>
            <a:off x="527508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1" name=""/>
          <p:cNvSpPr/>
          <p:nvPr/>
        </p:nvSpPr>
        <p:spPr>
          <a:xfrm>
            <a:off x="548604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2" name=""/>
          <p:cNvSpPr/>
          <p:nvPr/>
        </p:nvSpPr>
        <p:spPr>
          <a:xfrm>
            <a:off x="569700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3" name=""/>
          <p:cNvSpPr/>
          <p:nvPr/>
        </p:nvSpPr>
        <p:spPr>
          <a:xfrm>
            <a:off x="5907960" y="32572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4" name=""/>
          <p:cNvSpPr/>
          <p:nvPr/>
        </p:nvSpPr>
        <p:spPr>
          <a:xfrm>
            <a:off x="6118920" y="32572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5" name=""/>
          <p:cNvSpPr/>
          <p:nvPr/>
        </p:nvSpPr>
        <p:spPr>
          <a:xfrm>
            <a:off x="6329880" y="32572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6" name=""/>
          <p:cNvSpPr/>
          <p:nvPr/>
        </p:nvSpPr>
        <p:spPr>
          <a:xfrm>
            <a:off x="654120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7" name=""/>
          <p:cNvSpPr/>
          <p:nvPr/>
        </p:nvSpPr>
        <p:spPr>
          <a:xfrm>
            <a:off x="675216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8" name=""/>
          <p:cNvSpPr/>
          <p:nvPr/>
        </p:nvSpPr>
        <p:spPr>
          <a:xfrm>
            <a:off x="696312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399" name=""/>
          <p:cNvSpPr/>
          <p:nvPr/>
        </p:nvSpPr>
        <p:spPr>
          <a:xfrm>
            <a:off x="717408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0" name=""/>
          <p:cNvSpPr/>
          <p:nvPr/>
        </p:nvSpPr>
        <p:spPr>
          <a:xfrm>
            <a:off x="738504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1" name=""/>
          <p:cNvSpPr/>
          <p:nvPr/>
        </p:nvSpPr>
        <p:spPr>
          <a:xfrm>
            <a:off x="759600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2" name=""/>
          <p:cNvSpPr/>
          <p:nvPr/>
        </p:nvSpPr>
        <p:spPr>
          <a:xfrm>
            <a:off x="780696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3" name=""/>
          <p:cNvSpPr/>
          <p:nvPr/>
        </p:nvSpPr>
        <p:spPr>
          <a:xfrm>
            <a:off x="801792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4" name=""/>
          <p:cNvSpPr/>
          <p:nvPr/>
        </p:nvSpPr>
        <p:spPr>
          <a:xfrm>
            <a:off x="84456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5" name=""/>
          <p:cNvSpPr/>
          <p:nvPr/>
        </p:nvSpPr>
        <p:spPr>
          <a:xfrm>
            <a:off x="105552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6" name=""/>
          <p:cNvSpPr/>
          <p:nvPr/>
        </p:nvSpPr>
        <p:spPr>
          <a:xfrm>
            <a:off x="1266480" y="35182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7" name=""/>
          <p:cNvSpPr/>
          <p:nvPr/>
        </p:nvSpPr>
        <p:spPr>
          <a:xfrm>
            <a:off x="1477440" y="35182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8" name=""/>
          <p:cNvSpPr/>
          <p:nvPr/>
        </p:nvSpPr>
        <p:spPr>
          <a:xfrm>
            <a:off x="1688400" y="35182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09" name=""/>
          <p:cNvSpPr/>
          <p:nvPr/>
        </p:nvSpPr>
        <p:spPr>
          <a:xfrm>
            <a:off x="189972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0" name=""/>
          <p:cNvSpPr/>
          <p:nvPr/>
        </p:nvSpPr>
        <p:spPr>
          <a:xfrm>
            <a:off x="211068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1" name=""/>
          <p:cNvSpPr/>
          <p:nvPr/>
        </p:nvSpPr>
        <p:spPr>
          <a:xfrm>
            <a:off x="232164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2" name=""/>
          <p:cNvSpPr/>
          <p:nvPr/>
        </p:nvSpPr>
        <p:spPr>
          <a:xfrm>
            <a:off x="253260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3" name=""/>
          <p:cNvSpPr/>
          <p:nvPr/>
        </p:nvSpPr>
        <p:spPr>
          <a:xfrm>
            <a:off x="274356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4" name=""/>
          <p:cNvSpPr/>
          <p:nvPr/>
        </p:nvSpPr>
        <p:spPr>
          <a:xfrm>
            <a:off x="295452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5" name=""/>
          <p:cNvSpPr/>
          <p:nvPr/>
        </p:nvSpPr>
        <p:spPr>
          <a:xfrm>
            <a:off x="316548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6" name=""/>
          <p:cNvSpPr/>
          <p:nvPr/>
        </p:nvSpPr>
        <p:spPr>
          <a:xfrm>
            <a:off x="337644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7" name=""/>
          <p:cNvSpPr/>
          <p:nvPr/>
        </p:nvSpPr>
        <p:spPr>
          <a:xfrm>
            <a:off x="358740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8" name=""/>
          <p:cNvSpPr/>
          <p:nvPr/>
        </p:nvSpPr>
        <p:spPr>
          <a:xfrm>
            <a:off x="379836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19" name=""/>
          <p:cNvSpPr/>
          <p:nvPr/>
        </p:nvSpPr>
        <p:spPr>
          <a:xfrm>
            <a:off x="400932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0" name=""/>
          <p:cNvSpPr/>
          <p:nvPr/>
        </p:nvSpPr>
        <p:spPr>
          <a:xfrm>
            <a:off x="422028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1" name=""/>
          <p:cNvSpPr/>
          <p:nvPr/>
        </p:nvSpPr>
        <p:spPr>
          <a:xfrm>
            <a:off x="443124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2" name=""/>
          <p:cNvSpPr/>
          <p:nvPr/>
        </p:nvSpPr>
        <p:spPr>
          <a:xfrm>
            <a:off x="464220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3" name=""/>
          <p:cNvSpPr/>
          <p:nvPr/>
        </p:nvSpPr>
        <p:spPr>
          <a:xfrm>
            <a:off x="485316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4" name=""/>
          <p:cNvSpPr/>
          <p:nvPr/>
        </p:nvSpPr>
        <p:spPr>
          <a:xfrm>
            <a:off x="506412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5" name=""/>
          <p:cNvSpPr/>
          <p:nvPr/>
        </p:nvSpPr>
        <p:spPr>
          <a:xfrm>
            <a:off x="527508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6" name=""/>
          <p:cNvSpPr/>
          <p:nvPr/>
        </p:nvSpPr>
        <p:spPr>
          <a:xfrm>
            <a:off x="548604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7" name=""/>
          <p:cNvSpPr/>
          <p:nvPr/>
        </p:nvSpPr>
        <p:spPr>
          <a:xfrm>
            <a:off x="569700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8" name=""/>
          <p:cNvSpPr/>
          <p:nvPr/>
        </p:nvSpPr>
        <p:spPr>
          <a:xfrm>
            <a:off x="5907960" y="35182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29" name=""/>
          <p:cNvSpPr/>
          <p:nvPr/>
        </p:nvSpPr>
        <p:spPr>
          <a:xfrm>
            <a:off x="6118920" y="35182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0" name=""/>
          <p:cNvSpPr/>
          <p:nvPr/>
        </p:nvSpPr>
        <p:spPr>
          <a:xfrm>
            <a:off x="6329880" y="35182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1" name=""/>
          <p:cNvSpPr/>
          <p:nvPr/>
        </p:nvSpPr>
        <p:spPr>
          <a:xfrm>
            <a:off x="654120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2" name=""/>
          <p:cNvSpPr/>
          <p:nvPr/>
        </p:nvSpPr>
        <p:spPr>
          <a:xfrm>
            <a:off x="675216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3" name=""/>
          <p:cNvSpPr/>
          <p:nvPr/>
        </p:nvSpPr>
        <p:spPr>
          <a:xfrm>
            <a:off x="696312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4" name=""/>
          <p:cNvSpPr/>
          <p:nvPr/>
        </p:nvSpPr>
        <p:spPr>
          <a:xfrm>
            <a:off x="717408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5" name=""/>
          <p:cNvSpPr/>
          <p:nvPr/>
        </p:nvSpPr>
        <p:spPr>
          <a:xfrm>
            <a:off x="738504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6" name=""/>
          <p:cNvSpPr/>
          <p:nvPr/>
        </p:nvSpPr>
        <p:spPr>
          <a:xfrm>
            <a:off x="759600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7" name=""/>
          <p:cNvSpPr/>
          <p:nvPr/>
        </p:nvSpPr>
        <p:spPr>
          <a:xfrm>
            <a:off x="780696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8" name=""/>
          <p:cNvSpPr/>
          <p:nvPr/>
        </p:nvSpPr>
        <p:spPr>
          <a:xfrm>
            <a:off x="801792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39" name=""/>
          <p:cNvSpPr/>
          <p:nvPr/>
        </p:nvSpPr>
        <p:spPr>
          <a:xfrm>
            <a:off x="84456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0" name=""/>
          <p:cNvSpPr/>
          <p:nvPr/>
        </p:nvSpPr>
        <p:spPr>
          <a:xfrm>
            <a:off x="105552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1" name=""/>
          <p:cNvSpPr/>
          <p:nvPr/>
        </p:nvSpPr>
        <p:spPr>
          <a:xfrm>
            <a:off x="1266480" y="37796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2" name=""/>
          <p:cNvSpPr/>
          <p:nvPr/>
        </p:nvSpPr>
        <p:spPr>
          <a:xfrm>
            <a:off x="1477440" y="37796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3" name=""/>
          <p:cNvSpPr/>
          <p:nvPr/>
        </p:nvSpPr>
        <p:spPr>
          <a:xfrm>
            <a:off x="1688400" y="37796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4" name=""/>
          <p:cNvSpPr/>
          <p:nvPr/>
        </p:nvSpPr>
        <p:spPr>
          <a:xfrm>
            <a:off x="189972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5" name=""/>
          <p:cNvSpPr/>
          <p:nvPr/>
        </p:nvSpPr>
        <p:spPr>
          <a:xfrm>
            <a:off x="211068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6" name=""/>
          <p:cNvSpPr/>
          <p:nvPr/>
        </p:nvSpPr>
        <p:spPr>
          <a:xfrm>
            <a:off x="232164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7" name=""/>
          <p:cNvSpPr/>
          <p:nvPr/>
        </p:nvSpPr>
        <p:spPr>
          <a:xfrm>
            <a:off x="253260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8" name=""/>
          <p:cNvSpPr/>
          <p:nvPr/>
        </p:nvSpPr>
        <p:spPr>
          <a:xfrm>
            <a:off x="274356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49" name=""/>
          <p:cNvSpPr/>
          <p:nvPr/>
        </p:nvSpPr>
        <p:spPr>
          <a:xfrm>
            <a:off x="295452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0" name=""/>
          <p:cNvSpPr/>
          <p:nvPr/>
        </p:nvSpPr>
        <p:spPr>
          <a:xfrm>
            <a:off x="316548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1" name=""/>
          <p:cNvSpPr/>
          <p:nvPr/>
        </p:nvSpPr>
        <p:spPr>
          <a:xfrm>
            <a:off x="337644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2" name=""/>
          <p:cNvSpPr/>
          <p:nvPr/>
        </p:nvSpPr>
        <p:spPr>
          <a:xfrm>
            <a:off x="358740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3" name=""/>
          <p:cNvSpPr/>
          <p:nvPr/>
        </p:nvSpPr>
        <p:spPr>
          <a:xfrm>
            <a:off x="379836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4" name=""/>
          <p:cNvSpPr/>
          <p:nvPr/>
        </p:nvSpPr>
        <p:spPr>
          <a:xfrm>
            <a:off x="400932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5" name=""/>
          <p:cNvSpPr/>
          <p:nvPr/>
        </p:nvSpPr>
        <p:spPr>
          <a:xfrm>
            <a:off x="422028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6" name=""/>
          <p:cNvSpPr/>
          <p:nvPr/>
        </p:nvSpPr>
        <p:spPr>
          <a:xfrm>
            <a:off x="443124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7" name=""/>
          <p:cNvSpPr/>
          <p:nvPr/>
        </p:nvSpPr>
        <p:spPr>
          <a:xfrm>
            <a:off x="464220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8" name=""/>
          <p:cNvSpPr/>
          <p:nvPr/>
        </p:nvSpPr>
        <p:spPr>
          <a:xfrm>
            <a:off x="485316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59" name=""/>
          <p:cNvSpPr/>
          <p:nvPr/>
        </p:nvSpPr>
        <p:spPr>
          <a:xfrm>
            <a:off x="506412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0" name=""/>
          <p:cNvSpPr/>
          <p:nvPr/>
        </p:nvSpPr>
        <p:spPr>
          <a:xfrm>
            <a:off x="527508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1" name=""/>
          <p:cNvSpPr/>
          <p:nvPr/>
        </p:nvSpPr>
        <p:spPr>
          <a:xfrm>
            <a:off x="548604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2" name=""/>
          <p:cNvSpPr/>
          <p:nvPr/>
        </p:nvSpPr>
        <p:spPr>
          <a:xfrm>
            <a:off x="569700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3" name=""/>
          <p:cNvSpPr/>
          <p:nvPr/>
        </p:nvSpPr>
        <p:spPr>
          <a:xfrm>
            <a:off x="5907960" y="37796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4" name=""/>
          <p:cNvSpPr/>
          <p:nvPr/>
        </p:nvSpPr>
        <p:spPr>
          <a:xfrm>
            <a:off x="6118920" y="37796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5" name=""/>
          <p:cNvSpPr/>
          <p:nvPr/>
        </p:nvSpPr>
        <p:spPr>
          <a:xfrm>
            <a:off x="6329880" y="37796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6" name=""/>
          <p:cNvSpPr/>
          <p:nvPr/>
        </p:nvSpPr>
        <p:spPr>
          <a:xfrm>
            <a:off x="654120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7" name=""/>
          <p:cNvSpPr/>
          <p:nvPr/>
        </p:nvSpPr>
        <p:spPr>
          <a:xfrm>
            <a:off x="675216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8" name=""/>
          <p:cNvSpPr/>
          <p:nvPr/>
        </p:nvSpPr>
        <p:spPr>
          <a:xfrm>
            <a:off x="696312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69" name=""/>
          <p:cNvSpPr/>
          <p:nvPr/>
        </p:nvSpPr>
        <p:spPr>
          <a:xfrm>
            <a:off x="717408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0" name=""/>
          <p:cNvSpPr/>
          <p:nvPr/>
        </p:nvSpPr>
        <p:spPr>
          <a:xfrm>
            <a:off x="738504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1" name=""/>
          <p:cNvSpPr/>
          <p:nvPr/>
        </p:nvSpPr>
        <p:spPr>
          <a:xfrm>
            <a:off x="759600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2" name=""/>
          <p:cNvSpPr/>
          <p:nvPr/>
        </p:nvSpPr>
        <p:spPr>
          <a:xfrm>
            <a:off x="780696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3" name=""/>
          <p:cNvSpPr/>
          <p:nvPr/>
        </p:nvSpPr>
        <p:spPr>
          <a:xfrm>
            <a:off x="801792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4" name=""/>
          <p:cNvSpPr/>
          <p:nvPr/>
        </p:nvSpPr>
        <p:spPr>
          <a:xfrm>
            <a:off x="84456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5" name=""/>
          <p:cNvSpPr/>
          <p:nvPr/>
        </p:nvSpPr>
        <p:spPr>
          <a:xfrm>
            <a:off x="105552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6" name=""/>
          <p:cNvSpPr/>
          <p:nvPr/>
        </p:nvSpPr>
        <p:spPr>
          <a:xfrm>
            <a:off x="1266480" y="40406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7" name=""/>
          <p:cNvSpPr/>
          <p:nvPr/>
        </p:nvSpPr>
        <p:spPr>
          <a:xfrm>
            <a:off x="1477440" y="40406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8" name=""/>
          <p:cNvSpPr/>
          <p:nvPr/>
        </p:nvSpPr>
        <p:spPr>
          <a:xfrm>
            <a:off x="1688400" y="40406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79" name=""/>
          <p:cNvSpPr/>
          <p:nvPr/>
        </p:nvSpPr>
        <p:spPr>
          <a:xfrm>
            <a:off x="189972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0" name=""/>
          <p:cNvSpPr/>
          <p:nvPr/>
        </p:nvSpPr>
        <p:spPr>
          <a:xfrm>
            <a:off x="211068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1" name=""/>
          <p:cNvSpPr/>
          <p:nvPr/>
        </p:nvSpPr>
        <p:spPr>
          <a:xfrm>
            <a:off x="232164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2" name=""/>
          <p:cNvSpPr/>
          <p:nvPr/>
        </p:nvSpPr>
        <p:spPr>
          <a:xfrm>
            <a:off x="253260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3" name=""/>
          <p:cNvSpPr/>
          <p:nvPr/>
        </p:nvSpPr>
        <p:spPr>
          <a:xfrm>
            <a:off x="274356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4" name=""/>
          <p:cNvSpPr/>
          <p:nvPr/>
        </p:nvSpPr>
        <p:spPr>
          <a:xfrm>
            <a:off x="295452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5" name=""/>
          <p:cNvSpPr/>
          <p:nvPr/>
        </p:nvSpPr>
        <p:spPr>
          <a:xfrm>
            <a:off x="316548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6" name=""/>
          <p:cNvSpPr/>
          <p:nvPr/>
        </p:nvSpPr>
        <p:spPr>
          <a:xfrm>
            <a:off x="337644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7" name=""/>
          <p:cNvSpPr/>
          <p:nvPr/>
        </p:nvSpPr>
        <p:spPr>
          <a:xfrm>
            <a:off x="358740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8" name=""/>
          <p:cNvSpPr/>
          <p:nvPr/>
        </p:nvSpPr>
        <p:spPr>
          <a:xfrm>
            <a:off x="379836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89" name=""/>
          <p:cNvSpPr/>
          <p:nvPr/>
        </p:nvSpPr>
        <p:spPr>
          <a:xfrm>
            <a:off x="400932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0" name=""/>
          <p:cNvSpPr/>
          <p:nvPr/>
        </p:nvSpPr>
        <p:spPr>
          <a:xfrm>
            <a:off x="422028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1" name=""/>
          <p:cNvSpPr/>
          <p:nvPr/>
        </p:nvSpPr>
        <p:spPr>
          <a:xfrm>
            <a:off x="443124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2" name=""/>
          <p:cNvSpPr/>
          <p:nvPr/>
        </p:nvSpPr>
        <p:spPr>
          <a:xfrm>
            <a:off x="464220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3" name=""/>
          <p:cNvSpPr/>
          <p:nvPr/>
        </p:nvSpPr>
        <p:spPr>
          <a:xfrm>
            <a:off x="485316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4" name=""/>
          <p:cNvSpPr/>
          <p:nvPr/>
        </p:nvSpPr>
        <p:spPr>
          <a:xfrm>
            <a:off x="506412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5" name=""/>
          <p:cNvSpPr/>
          <p:nvPr/>
        </p:nvSpPr>
        <p:spPr>
          <a:xfrm>
            <a:off x="527508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6" name=""/>
          <p:cNvSpPr/>
          <p:nvPr/>
        </p:nvSpPr>
        <p:spPr>
          <a:xfrm>
            <a:off x="548604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7" name=""/>
          <p:cNvSpPr/>
          <p:nvPr/>
        </p:nvSpPr>
        <p:spPr>
          <a:xfrm>
            <a:off x="569700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8" name=""/>
          <p:cNvSpPr/>
          <p:nvPr/>
        </p:nvSpPr>
        <p:spPr>
          <a:xfrm>
            <a:off x="5907960" y="40406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499" name=""/>
          <p:cNvSpPr/>
          <p:nvPr/>
        </p:nvSpPr>
        <p:spPr>
          <a:xfrm>
            <a:off x="6118920" y="40406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0" name=""/>
          <p:cNvSpPr/>
          <p:nvPr/>
        </p:nvSpPr>
        <p:spPr>
          <a:xfrm>
            <a:off x="6329880" y="40406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1" name=""/>
          <p:cNvSpPr/>
          <p:nvPr/>
        </p:nvSpPr>
        <p:spPr>
          <a:xfrm>
            <a:off x="654120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2" name=""/>
          <p:cNvSpPr/>
          <p:nvPr/>
        </p:nvSpPr>
        <p:spPr>
          <a:xfrm>
            <a:off x="675216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3" name=""/>
          <p:cNvSpPr/>
          <p:nvPr/>
        </p:nvSpPr>
        <p:spPr>
          <a:xfrm>
            <a:off x="696312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4" name=""/>
          <p:cNvSpPr/>
          <p:nvPr/>
        </p:nvSpPr>
        <p:spPr>
          <a:xfrm>
            <a:off x="717408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5" name=""/>
          <p:cNvSpPr/>
          <p:nvPr/>
        </p:nvSpPr>
        <p:spPr>
          <a:xfrm>
            <a:off x="738504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6" name=""/>
          <p:cNvSpPr/>
          <p:nvPr/>
        </p:nvSpPr>
        <p:spPr>
          <a:xfrm>
            <a:off x="759600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7" name=""/>
          <p:cNvSpPr/>
          <p:nvPr/>
        </p:nvSpPr>
        <p:spPr>
          <a:xfrm>
            <a:off x="780696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8" name=""/>
          <p:cNvSpPr/>
          <p:nvPr/>
        </p:nvSpPr>
        <p:spPr>
          <a:xfrm>
            <a:off x="801792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09" name=""/>
          <p:cNvSpPr/>
          <p:nvPr/>
        </p:nvSpPr>
        <p:spPr>
          <a:xfrm>
            <a:off x="84456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0" name=""/>
          <p:cNvSpPr/>
          <p:nvPr/>
        </p:nvSpPr>
        <p:spPr>
          <a:xfrm>
            <a:off x="105552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1" name=""/>
          <p:cNvSpPr/>
          <p:nvPr/>
        </p:nvSpPr>
        <p:spPr>
          <a:xfrm>
            <a:off x="1266480" y="430200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2" name=""/>
          <p:cNvSpPr/>
          <p:nvPr/>
        </p:nvSpPr>
        <p:spPr>
          <a:xfrm>
            <a:off x="1477440" y="430200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3" name=""/>
          <p:cNvSpPr/>
          <p:nvPr/>
        </p:nvSpPr>
        <p:spPr>
          <a:xfrm>
            <a:off x="1688400" y="430200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4" name=""/>
          <p:cNvSpPr/>
          <p:nvPr/>
        </p:nvSpPr>
        <p:spPr>
          <a:xfrm>
            <a:off x="189972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5" name=""/>
          <p:cNvSpPr/>
          <p:nvPr/>
        </p:nvSpPr>
        <p:spPr>
          <a:xfrm>
            <a:off x="211068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6" name=""/>
          <p:cNvSpPr/>
          <p:nvPr/>
        </p:nvSpPr>
        <p:spPr>
          <a:xfrm>
            <a:off x="232164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7" name=""/>
          <p:cNvSpPr/>
          <p:nvPr/>
        </p:nvSpPr>
        <p:spPr>
          <a:xfrm>
            <a:off x="253260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8" name=""/>
          <p:cNvSpPr/>
          <p:nvPr/>
        </p:nvSpPr>
        <p:spPr>
          <a:xfrm>
            <a:off x="274356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19" name=""/>
          <p:cNvSpPr/>
          <p:nvPr/>
        </p:nvSpPr>
        <p:spPr>
          <a:xfrm>
            <a:off x="295452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0" name=""/>
          <p:cNvSpPr/>
          <p:nvPr/>
        </p:nvSpPr>
        <p:spPr>
          <a:xfrm>
            <a:off x="316548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1" name=""/>
          <p:cNvSpPr/>
          <p:nvPr/>
        </p:nvSpPr>
        <p:spPr>
          <a:xfrm>
            <a:off x="337644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2" name=""/>
          <p:cNvSpPr/>
          <p:nvPr/>
        </p:nvSpPr>
        <p:spPr>
          <a:xfrm>
            <a:off x="358740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3" name=""/>
          <p:cNvSpPr/>
          <p:nvPr/>
        </p:nvSpPr>
        <p:spPr>
          <a:xfrm>
            <a:off x="379836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4" name=""/>
          <p:cNvSpPr/>
          <p:nvPr/>
        </p:nvSpPr>
        <p:spPr>
          <a:xfrm>
            <a:off x="400932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5" name=""/>
          <p:cNvSpPr/>
          <p:nvPr/>
        </p:nvSpPr>
        <p:spPr>
          <a:xfrm>
            <a:off x="422028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6" name=""/>
          <p:cNvSpPr/>
          <p:nvPr/>
        </p:nvSpPr>
        <p:spPr>
          <a:xfrm>
            <a:off x="443124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7" name=""/>
          <p:cNvSpPr/>
          <p:nvPr/>
        </p:nvSpPr>
        <p:spPr>
          <a:xfrm>
            <a:off x="464220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8" name=""/>
          <p:cNvSpPr/>
          <p:nvPr/>
        </p:nvSpPr>
        <p:spPr>
          <a:xfrm>
            <a:off x="485316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29" name=""/>
          <p:cNvSpPr/>
          <p:nvPr/>
        </p:nvSpPr>
        <p:spPr>
          <a:xfrm>
            <a:off x="506412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0" name=""/>
          <p:cNvSpPr/>
          <p:nvPr/>
        </p:nvSpPr>
        <p:spPr>
          <a:xfrm>
            <a:off x="527508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1" name=""/>
          <p:cNvSpPr/>
          <p:nvPr/>
        </p:nvSpPr>
        <p:spPr>
          <a:xfrm>
            <a:off x="548604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2" name=""/>
          <p:cNvSpPr/>
          <p:nvPr/>
        </p:nvSpPr>
        <p:spPr>
          <a:xfrm>
            <a:off x="569700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3" name=""/>
          <p:cNvSpPr/>
          <p:nvPr/>
        </p:nvSpPr>
        <p:spPr>
          <a:xfrm>
            <a:off x="5907960" y="430200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4" name=""/>
          <p:cNvSpPr/>
          <p:nvPr/>
        </p:nvSpPr>
        <p:spPr>
          <a:xfrm>
            <a:off x="6118920" y="430200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5" name=""/>
          <p:cNvSpPr/>
          <p:nvPr/>
        </p:nvSpPr>
        <p:spPr>
          <a:xfrm>
            <a:off x="6329880" y="430200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6" name=""/>
          <p:cNvSpPr/>
          <p:nvPr/>
        </p:nvSpPr>
        <p:spPr>
          <a:xfrm>
            <a:off x="654120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7" name=""/>
          <p:cNvSpPr/>
          <p:nvPr/>
        </p:nvSpPr>
        <p:spPr>
          <a:xfrm>
            <a:off x="675216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8" name=""/>
          <p:cNvSpPr/>
          <p:nvPr/>
        </p:nvSpPr>
        <p:spPr>
          <a:xfrm>
            <a:off x="696312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39" name=""/>
          <p:cNvSpPr/>
          <p:nvPr/>
        </p:nvSpPr>
        <p:spPr>
          <a:xfrm>
            <a:off x="717408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0" name=""/>
          <p:cNvSpPr/>
          <p:nvPr/>
        </p:nvSpPr>
        <p:spPr>
          <a:xfrm>
            <a:off x="738504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1" name=""/>
          <p:cNvSpPr/>
          <p:nvPr/>
        </p:nvSpPr>
        <p:spPr>
          <a:xfrm>
            <a:off x="759600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2" name=""/>
          <p:cNvSpPr/>
          <p:nvPr/>
        </p:nvSpPr>
        <p:spPr>
          <a:xfrm>
            <a:off x="780696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3" name=""/>
          <p:cNvSpPr/>
          <p:nvPr/>
        </p:nvSpPr>
        <p:spPr>
          <a:xfrm>
            <a:off x="801792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4" name=""/>
          <p:cNvSpPr/>
          <p:nvPr/>
        </p:nvSpPr>
        <p:spPr>
          <a:xfrm>
            <a:off x="84456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5" name=""/>
          <p:cNvSpPr/>
          <p:nvPr/>
        </p:nvSpPr>
        <p:spPr>
          <a:xfrm>
            <a:off x="105552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6" name=""/>
          <p:cNvSpPr/>
          <p:nvPr/>
        </p:nvSpPr>
        <p:spPr>
          <a:xfrm>
            <a:off x="1266480" y="45630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7" name=""/>
          <p:cNvSpPr/>
          <p:nvPr/>
        </p:nvSpPr>
        <p:spPr>
          <a:xfrm>
            <a:off x="1477440" y="45630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8" name=""/>
          <p:cNvSpPr/>
          <p:nvPr/>
        </p:nvSpPr>
        <p:spPr>
          <a:xfrm>
            <a:off x="1688400" y="45630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49" name=""/>
          <p:cNvSpPr/>
          <p:nvPr/>
        </p:nvSpPr>
        <p:spPr>
          <a:xfrm>
            <a:off x="189972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0" name=""/>
          <p:cNvSpPr/>
          <p:nvPr/>
        </p:nvSpPr>
        <p:spPr>
          <a:xfrm>
            <a:off x="211068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1" name=""/>
          <p:cNvSpPr/>
          <p:nvPr/>
        </p:nvSpPr>
        <p:spPr>
          <a:xfrm>
            <a:off x="232164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2" name=""/>
          <p:cNvSpPr/>
          <p:nvPr/>
        </p:nvSpPr>
        <p:spPr>
          <a:xfrm>
            <a:off x="253260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3" name=""/>
          <p:cNvSpPr/>
          <p:nvPr/>
        </p:nvSpPr>
        <p:spPr>
          <a:xfrm>
            <a:off x="274356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4" name=""/>
          <p:cNvSpPr/>
          <p:nvPr/>
        </p:nvSpPr>
        <p:spPr>
          <a:xfrm>
            <a:off x="295452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5" name=""/>
          <p:cNvSpPr/>
          <p:nvPr/>
        </p:nvSpPr>
        <p:spPr>
          <a:xfrm>
            <a:off x="316548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6" name=""/>
          <p:cNvSpPr/>
          <p:nvPr/>
        </p:nvSpPr>
        <p:spPr>
          <a:xfrm>
            <a:off x="337644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7" name=""/>
          <p:cNvSpPr/>
          <p:nvPr/>
        </p:nvSpPr>
        <p:spPr>
          <a:xfrm>
            <a:off x="358740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8" name=""/>
          <p:cNvSpPr/>
          <p:nvPr/>
        </p:nvSpPr>
        <p:spPr>
          <a:xfrm>
            <a:off x="379836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59" name=""/>
          <p:cNvSpPr/>
          <p:nvPr/>
        </p:nvSpPr>
        <p:spPr>
          <a:xfrm>
            <a:off x="400932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0" name=""/>
          <p:cNvSpPr/>
          <p:nvPr/>
        </p:nvSpPr>
        <p:spPr>
          <a:xfrm>
            <a:off x="422028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1" name=""/>
          <p:cNvSpPr/>
          <p:nvPr/>
        </p:nvSpPr>
        <p:spPr>
          <a:xfrm>
            <a:off x="443124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2" name=""/>
          <p:cNvSpPr/>
          <p:nvPr/>
        </p:nvSpPr>
        <p:spPr>
          <a:xfrm>
            <a:off x="464220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3" name=""/>
          <p:cNvSpPr/>
          <p:nvPr/>
        </p:nvSpPr>
        <p:spPr>
          <a:xfrm>
            <a:off x="485316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4" name=""/>
          <p:cNvSpPr/>
          <p:nvPr/>
        </p:nvSpPr>
        <p:spPr>
          <a:xfrm>
            <a:off x="506412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5" name=""/>
          <p:cNvSpPr/>
          <p:nvPr/>
        </p:nvSpPr>
        <p:spPr>
          <a:xfrm>
            <a:off x="527508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6" name=""/>
          <p:cNvSpPr/>
          <p:nvPr/>
        </p:nvSpPr>
        <p:spPr>
          <a:xfrm>
            <a:off x="548604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7" name=""/>
          <p:cNvSpPr/>
          <p:nvPr/>
        </p:nvSpPr>
        <p:spPr>
          <a:xfrm>
            <a:off x="569700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8" name=""/>
          <p:cNvSpPr/>
          <p:nvPr/>
        </p:nvSpPr>
        <p:spPr>
          <a:xfrm>
            <a:off x="5907960" y="45630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69" name=""/>
          <p:cNvSpPr/>
          <p:nvPr/>
        </p:nvSpPr>
        <p:spPr>
          <a:xfrm>
            <a:off x="6118920" y="45630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0" name=""/>
          <p:cNvSpPr/>
          <p:nvPr/>
        </p:nvSpPr>
        <p:spPr>
          <a:xfrm>
            <a:off x="6329880" y="45630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1" name=""/>
          <p:cNvSpPr/>
          <p:nvPr/>
        </p:nvSpPr>
        <p:spPr>
          <a:xfrm>
            <a:off x="654120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2" name=""/>
          <p:cNvSpPr/>
          <p:nvPr/>
        </p:nvSpPr>
        <p:spPr>
          <a:xfrm>
            <a:off x="675216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3" name=""/>
          <p:cNvSpPr/>
          <p:nvPr/>
        </p:nvSpPr>
        <p:spPr>
          <a:xfrm>
            <a:off x="696312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4" name=""/>
          <p:cNvSpPr/>
          <p:nvPr/>
        </p:nvSpPr>
        <p:spPr>
          <a:xfrm>
            <a:off x="717408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5" name=""/>
          <p:cNvSpPr/>
          <p:nvPr/>
        </p:nvSpPr>
        <p:spPr>
          <a:xfrm>
            <a:off x="738504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6" name=""/>
          <p:cNvSpPr/>
          <p:nvPr/>
        </p:nvSpPr>
        <p:spPr>
          <a:xfrm>
            <a:off x="759600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7" name=""/>
          <p:cNvSpPr/>
          <p:nvPr/>
        </p:nvSpPr>
        <p:spPr>
          <a:xfrm>
            <a:off x="780696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8" name=""/>
          <p:cNvSpPr/>
          <p:nvPr/>
        </p:nvSpPr>
        <p:spPr>
          <a:xfrm>
            <a:off x="801792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79" name=""/>
          <p:cNvSpPr/>
          <p:nvPr/>
        </p:nvSpPr>
        <p:spPr>
          <a:xfrm>
            <a:off x="84456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0" name=""/>
          <p:cNvSpPr/>
          <p:nvPr/>
        </p:nvSpPr>
        <p:spPr>
          <a:xfrm>
            <a:off x="105552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1" name=""/>
          <p:cNvSpPr/>
          <p:nvPr/>
        </p:nvSpPr>
        <p:spPr>
          <a:xfrm>
            <a:off x="1266480" y="48243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2" name=""/>
          <p:cNvSpPr/>
          <p:nvPr/>
        </p:nvSpPr>
        <p:spPr>
          <a:xfrm>
            <a:off x="1477440" y="48243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3" name=""/>
          <p:cNvSpPr/>
          <p:nvPr/>
        </p:nvSpPr>
        <p:spPr>
          <a:xfrm>
            <a:off x="1688400" y="48243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4" name=""/>
          <p:cNvSpPr/>
          <p:nvPr/>
        </p:nvSpPr>
        <p:spPr>
          <a:xfrm>
            <a:off x="189972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5" name=""/>
          <p:cNvSpPr/>
          <p:nvPr/>
        </p:nvSpPr>
        <p:spPr>
          <a:xfrm>
            <a:off x="211068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6" name=""/>
          <p:cNvSpPr/>
          <p:nvPr/>
        </p:nvSpPr>
        <p:spPr>
          <a:xfrm>
            <a:off x="232164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7" name=""/>
          <p:cNvSpPr/>
          <p:nvPr/>
        </p:nvSpPr>
        <p:spPr>
          <a:xfrm>
            <a:off x="253260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8" name=""/>
          <p:cNvSpPr/>
          <p:nvPr/>
        </p:nvSpPr>
        <p:spPr>
          <a:xfrm>
            <a:off x="274356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89" name=""/>
          <p:cNvSpPr/>
          <p:nvPr/>
        </p:nvSpPr>
        <p:spPr>
          <a:xfrm>
            <a:off x="295452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0" name=""/>
          <p:cNvSpPr/>
          <p:nvPr/>
        </p:nvSpPr>
        <p:spPr>
          <a:xfrm>
            <a:off x="316548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1" name=""/>
          <p:cNvSpPr/>
          <p:nvPr/>
        </p:nvSpPr>
        <p:spPr>
          <a:xfrm>
            <a:off x="337644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2" name=""/>
          <p:cNvSpPr/>
          <p:nvPr/>
        </p:nvSpPr>
        <p:spPr>
          <a:xfrm>
            <a:off x="358740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3" name=""/>
          <p:cNvSpPr/>
          <p:nvPr/>
        </p:nvSpPr>
        <p:spPr>
          <a:xfrm>
            <a:off x="379836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4" name=""/>
          <p:cNvSpPr/>
          <p:nvPr/>
        </p:nvSpPr>
        <p:spPr>
          <a:xfrm>
            <a:off x="400932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5" name=""/>
          <p:cNvSpPr/>
          <p:nvPr/>
        </p:nvSpPr>
        <p:spPr>
          <a:xfrm>
            <a:off x="422028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6" name=""/>
          <p:cNvSpPr/>
          <p:nvPr/>
        </p:nvSpPr>
        <p:spPr>
          <a:xfrm>
            <a:off x="443124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7" name=""/>
          <p:cNvSpPr/>
          <p:nvPr/>
        </p:nvSpPr>
        <p:spPr>
          <a:xfrm>
            <a:off x="464220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8" name=""/>
          <p:cNvSpPr/>
          <p:nvPr/>
        </p:nvSpPr>
        <p:spPr>
          <a:xfrm>
            <a:off x="485316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599" name=""/>
          <p:cNvSpPr/>
          <p:nvPr/>
        </p:nvSpPr>
        <p:spPr>
          <a:xfrm>
            <a:off x="506412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0" name=""/>
          <p:cNvSpPr/>
          <p:nvPr/>
        </p:nvSpPr>
        <p:spPr>
          <a:xfrm>
            <a:off x="527508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1" name=""/>
          <p:cNvSpPr/>
          <p:nvPr/>
        </p:nvSpPr>
        <p:spPr>
          <a:xfrm>
            <a:off x="548604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2" name=""/>
          <p:cNvSpPr/>
          <p:nvPr/>
        </p:nvSpPr>
        <p:spPr>
          <a:xfrm>
            <a:off x="569700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3" name=""/>
          <p:cNvSpPr/>
          <p:nvPr/>
        </p:nvSpPr>
        <p:spPr>
          <a:xfrm>
            <a:off x="5907960" y="48243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4" name=""/>
          <p:cNvSpPr/>
          <p:nvPr/>
        </p:nvSpPr>
        <p:spPr>
          <a:xfrm>
            <a:off x="6118920" y="48243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5" name=""/>
          <p:cNvSpPr/>
          <p:nvPr/>
        </p:nvSpPr>
        <p:spPr>
          <a:xfrm>
            <a:off x="6329880" y="48243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6" name=""/>
          <p:cNvSpPr/>
          <p:nvPr/>
        </p:nvSpPr>
        <p:spPr>
          <a:xfrm>
            <a:off x="654120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7" name=""/>
          <p:cNvSpPr/>
          <p:nvPr/>
        </p:nvSpPr>
        <p:spPr>
          <a:xfrm>
            <a:off x="675216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8" name=""/>
          <p:cNvSpPr/>
          <p:nvPr/>
        </p:nvSpPr>
        <p:spPr>
          <a:xfrm>
            <a:off x="696312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09" name=""/>
          <p:cNvSpPr/>
          <p:nvPr/>
        </p:nvSpPr>
        <p:spPr>
          <a:xfrm>
            <a:off x="717408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0" name=""/>
          <p:cNvSpPr/>
          <p:nvPr/>
        </p:nvSpPr>
        <p:spPr>
          <a:xfrm>
            <a:off x="738504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1" name=""/>
          <p:cNvSpPr/>
          <p:nvPr/>
        </p:nvSpPr>
        <p:spPr>
          <a:xfrm>
            <a:off x="759600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2" name=""/>
          <p:cNvSpPr/>
          <p:nvPr/>
        </p:nvSpPr>
        <p:spPr>
          <a:xfrm>
            <a:off x="780696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3" name=""/>
          <p:cNvSpPr/>
          <p:nvPr/>
        </p:nvSpPr>
        <p:spPr>
          <a:xfrm>
            <a:off x="801792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4" name=""/>
          <p:cNvSpPr/>
          <p:nvPr/>
        </p:nvSpPr>
        <p:spPr>
          <a:xfrm>
            <a:off x="84456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5" name=""/>
          <p:cNvSpPr/>
          <p:nvPr/>
        </p:nvSpPr>
        <p:spPr>
          <a:xfrm>
            <a:off x="105552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6" name=""/>
          <p:cNvSpPr/>
          <p:nvPr/>
        </p:nvSpPr>
        <p:spPr>
          <a:xfrm>
            <a:off x="1266480" y="508572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7" name=""/>
          <p:cNvSpPr/>
          <p:nvPr/>
        </p:nvSpPr>
        <p:spPr>
          <a:xfrm>
            <a:off x="1477440" y="508572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8" name=""/>
          <p:cNvSpPr/>
          <p:nvPr/>
        </p:nvSpPr>
        <p:spPr>
          <a:xfrm>
            <a:off x="1688400" y="508572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19" name=""/>
          <p:cNvSpPr/>
          <p:nvPr/>
        </p:nvSpPr>
        <p:spPr>
          <a:xfrm>
            <a:off x="189972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0" name=""/>
          <p:cNvSpPr/>
          <p:nvPr/>
        </p:nvSpPr>
        <p:spPr>
          <a:xfrm>
            <a:off x="211068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1" name=""/>
          <p:cNvSpPr/>
          <p:nvPr/>
        </p:nvSpPr>
        <p:spPr>
          <a:xfrm>
            <a:off x="232164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2" name=""/>
          <p:cNvSpPr/>
          <p:nvPr/>
        </p:nvSpPr>
        <p:spPr>
          <a:xfrm>
            <a:off x="253260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3" name=""/>
          <p:cNvSpPr/>
          <p:nvPr/>
        </p:nvSpPr>
        <p:spPr>
          <a:xfrm>
            <a:off x="274356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4" name=""/>
          <p:cNvSpPr/>
          <p:nvPr/>
        </p:nvSpPr>
        <p:spPr>
          <a:xfrm>
            <a:off x="295452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5" name=""/>
          <p:cNvSpPr/>
          <p:nvPr/>
        </p:nvSpPr>
        <p:spPr>
          <a:xfrm>
            <a:off x="316548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6" name=""/>
          <p:cNvSpPr/>
          <p:nvPr/>
        </p:nvSpPr>
        <p:spPr>
          <a:xfrm>
            <a:off x="337644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7" name=""/>
          <p:cNvSpPr/>
          <p:nvPr/>
        </p:nvSpPr>
        <p:spPr>
          <a:xfrm>
            <a:off x="358740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8" name=""/>
          <p:cNvSpPr/>
          <p:nvPr/>
        </p:nvSpPr>
        <p:spPr>
          <a:xfrm>
            <a:off x="379836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29" name=""/>
          <p:cNvSpPr/>
          <p:nvPr/>
        </p:nvSpPr>
        <p:spPr>
          <a:xfrm>
            <a:off x="400932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0" name=""/>
          <p:cNvSpPr/>
          <p:nvPr/>
        </p:nvSpPr>
        <p:spPr>
          <a:xfrm>
            <a:off x="422028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1" name=""/>
          <p:cNvSpPr/>
          <p:nvPr/>
        </p:nvSpPr>
        <p:spPr>
          <a:xfrm>
            <a:off x="443124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2" name=""/>
          <p:cNvSpPr/>
          <p:nvPr/>
        </p:nvSpPr>
        <p:spPr>
          <a:xfrm>
            <a:off x="464220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3" name=""/>
          <p:cNvSpPr/>
          <p:nvPr/>
        </p:nvSpPr>
        <p:spPr>
          <a:xfrm>
            <a:off x="485316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4" name=""/>
          <p:cNvSpPr/>
          <p:nvPr/>
        </p:nvSpPr>
        <p:spPr>
          <a:xfrm>
            <a:off x="506412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5" name=""/>
          <p:cNvSpPr/>
          <p:nvPr/>
        </p:nvSpPr>
        <p:spPr>
          <a:xfrm>
            <a:off x="527508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6" name=""/>
          <p:cNvSpPr/>
          <p:nvPr/>
        </p:nvSpPr>
        <p:spPr>
          <a:xfrm>
            <a:off x="548604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7" name=""/>
          <p:cNvSpPr/>
          <p:nvPr/>
        </p:nvSpPr>
        <p:spPr>
          <a:xfrm>
            <a:off x="569700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8" name=""/>
          <p:cNvSpPr/>
          <p:nvPr/>
        </p:nvSpPr>
        <p:spPr>
          <a:xfrm>
            <a:off x="5907960" y="508572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39" name=""/>
          <p:cNvSpPr/>
          <p:nvPr/>
        </p:nvSpPr>
        <p:spPr>
          <a:xfrm>
            <a:off x="6118920" y="508572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0" name=""/>
          <p:cNvSpPr/>
          <p:nvPr/>
        </p:nvSpPr>
        <p:spPr>
          <a:xfrm>
            <a:off x="6329880" y="508572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1" name=""/>
          <p:cNvSpPr/>
          <p:nvPr/>
        </p:nvSpPr>
        <p:spPr>
          <a:xfrm>
            <a:off x="654120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2" name=""/>
          <p:cNvSpPr/>
          <p:nvPr/>
        </p:nvSpPr>
        <p:spPr>
          <a:xfrm>
            <a:off x="675216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3" name=""/>
          <p:cNvSpPr/>
          <p:nvPr/>
        </p:nvSpPr>
        <p:spPr>
          <a:xfrm>
            <a:off x="696312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4" name=""/>
          <p:cNvSpPr/>
          <p:nvPr/>
        </p:nvSpPr>
        <p:spPr>
          <a:xfrm>
            <a:off x="717408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5" name=""/>
          <p:cNvSpPr/>
          <p:nvPr/>
        </p:nvSpPr>
        <p:spPr>
          <a:xfrm>
            <a:off x="738504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6" name=""/>
          <p:cNvSpPr/>
          <p:nvPr/>
        </p:nvSpPr>
        <p:spPr>
          <a:xfrm>
            <a:off x="759600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7" name=""/>
          <p:cNvSpPr/>
          <p:nvPr/>
        </p:nvSpPr>
        <p:spPr>
          <a:xfrm>
            <a:off x="780696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8" name=""/>
          <p:cNvSpPr/>
          <p:nvPr/>
        </p:nvSpPr>
        <p:spPr>
          <a:xfrm>
            <a:off x="801792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49" name=""/>
          <p:cNvSpPr/>
          <p:nvPr/>
        </p:nvSpPr>
        <p:spPr>
          <a:xfrm>
            <a:off x="84456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0" name=""/>
          <p:cNvSpPr/>
          <p:nvPr/>
        </p:nvSpPr>
        <p:spPr>
          <a:xfrm>
            <a:off x="105552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1" name=""/>
          <p:cNvSpPr/>
          <p:nvPr/>
        </p:nvSpPr>
        <p:spPr>
          <a:xfrm>
            <a:off x="1266480" y="53467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2" name=""/>
          <p:cNvSpPr/>
          <p:nvPr/>
        </p:nvSpPr>
        <p:spPr>
          <a:xfrm>
            <a:off x="1477440" y="53467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3" name=""/>
          <p:cNvSpPr/>
          <p:nvPr/>
        </p:nvSpPr>
        <p:spPr>
          <a:xfrm>
            <a:off x="1688400" y="53467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4" name=""/>
          <p:cNvSpPr/>
          <p:nvPr/>
        </p:nvSpPr>
        <p:spPr>
          <a:xfrm>
            <a:off x="189972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5" name=""/>
          <p:cNvSpPr/>
          <p:nvPr/>
        </p:nvSpPr>
        <p:spPr>
          <a:xfrm>
            <a:off x="211068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6" name=""/>
          <p:cNvSpPr/>
          <p:nvPr/>
        </p:nvSpPr>
        <p:spPr>
          <a:xfrm>
            <a:off x="232164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7" name=""/>
          <p:cNvSpPr/>
          <p:nvPr/>
        </p:nvSpPr>
        <p:spPr>
          <a:xfrm>
            <a:off x="253260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8" name=""/>
          <p:cNvSpPr/>
          <p:nvPr/>
        </p:nvSpPr>
        <p:spPr>
          <a:xfrm>
            <a:off x="274356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59" name=""/>
          <p:cNvSpPr/>
          <p:nvPr/>
        </p:nvSpPr>
        <p:spPr>
          <a:xfrm>
            <a:off x="295452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0" name=""/>
          <p:cNvSpPr/>
          <p:nvPr/>
        </p:nvSpPr>
        <p:spPr>
          <a:xfrm>
            <a:off x="316548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1" name=""/>
          <p:cNvSpPr/>
          <p:nvPr/>
        </p:nvSpPr>
        <p:spPr>
          <a:xfrm>
            <a:off x="337644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2" name=""/>
          <p:cNvSpPr/>
          <p:nvPr/>
        </p:nvSpPr>
        <p:spPr>
          <a:xfrm>
            <a:off x="358740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3" name=""/>
          <p:cNvSpPr/>
          <p:nvPr/>
        </p:nvSpPr>
        <p:spPr>
          <a:xfrm>
            <a:off x="379836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4" name=""/>
          <p:cNvSpPr/>
          <p:nvPr/>
        </p:nvSpPr>
        <p:spPr>
          <a:xfrm>
            <a:off x="400932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5" name=""/>
          <p:cNvSpPr/>
          <p:nvPr/>
        </p:nvSpPr>
        <p:spPr>
          <a:xfrm>
            <a:off x="422028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6" name=""/>
          <p:cNvSpPr/>
          <p:nvPr/>
        </p:nvSpPr>
        <p:spPr>
          <a:xfrm>
            <a:off x="443124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7" name=""/>
          <p:cNvSpPr/>
          <p:nvPr/>
        </p:nvSpPr>
        <p:spPr>
          <a:xfrm>
            <a:off x="464220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8" name=""/>
          <p:cNvSpPr/>
          <p:nvPr/>
        </p:nvSpPr>
        <p:spPr>
          <a:xfrm>
            <a:off x="485316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69" name=""/>
          <p:cNvSpPr/>
          <p:nvPr/>
        </p:nvSpPr>
        <p:spPr>
          <a:xfrm>
            <a:off x="506412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0" name=""/>
          <p:cNvSpPr/>
          <p:nvPr/>
        </p:nvSpPr>
        <p:spPr>
          <a:xfrm>
            <a:off x="527508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1" name=""/>
          <p:cNvSpPr/>
          <p:nvPr/>
        </p:nvSpPr>
        <p:spPr>
          <a:xfrm>
            <a:off x="548604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2" name=""/>
          <p:cNvSpPr/>
          <p:nvPr/>
        </p:nvSpPr>
        <p:spPr>
          <a:xfrm>
            <a:off x="569700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3" name=""/>
          <p:cNvSpPr/>
          <p:nvPr/>
        </p:nvSpPr>
        <p:spPr>
          <a:xfrm>
            <a:off x="5907960" y="53467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4" name=""/>
          <p:cNvSpPr/>
          <p:nvPr/>
        </p:nvSpPr>
        <p:spPr>
          <a:xfrm>
            <a:off x="6118920" y="53467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5" name=""/>
          <p:cNvSpPr/>
          <p:nvPr/>
        </p:nvSpPr>
        <p:spPr>
          <a:xfrm>
            <a:off x="6329880" y="53467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6" name=""/>
          <p:cNvSpPr/>
          <p:nvPr/>
        </p:nvSpPr>
        <p:spPr>
          <a:xfrm>
            <a:off x="654120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7" name=""/>
          <p:cNvSpPr/>
          <p:nvPr/>
        </p:nvSpPr>
        <p:spPr>
          <a:xfrm>
            <a:off x="675216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8" name=""/>
          <p:cNvSpPr/>
          <p:nvPr/>
        </p:nvSpPr>
        <p:spPr>
          <a:xfrm>
            <a:off x="696312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79" name=""/>
          <p:cNvSpPr/>
          <p:nvPr/>
        </p:nvSpPr>
        <p:spPr>
          <a:xfrm>
            <a:off x="717408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0" name=""/>
          <p:cNvSpPr/>
          <p:nvPr/>
        </p:nvSpPr>
        <p:spPr>
          <a:xfrm>
            <a:off x="738504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1" name=""/>
          <p:cNvSpPr/>
          <p:nvPr/>
        </p:nvSpPr>
        <p:spPr>
          <a:xfrm>
            <a:off x="759600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2" name=""/>
          <p:cNvSpPr/>
          <p:nvPr/>
        </p:nvSpPr>
        <p:spPr>
          <a:xfrm>
            <a:off x="780696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3" name=""/>
          <p:cNvSpPr/>
          <p:nvPr/>
        </p:nvSpPr>
        <p:spPr>
          <a:xfrm>
            <a:off x="801792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4" name=""/>
          <p:cNvSpPr/>
          <p:nvPr/>
        </p:nvSpPr>
        <p:spPr>
          <a:xfrm>
            <a:off x="84456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5" name=""/>
          <p:cNvSpPr/>
          <p:nvPr/>
        </p:nvSpPr>
        <p:spPr>
          <a:xfrm>
            <a:off x="105552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6" name=""/>
          <p:cNvSpPr/>
          <p:nvPr/>
        </p:nvSpPr>
        <p:spPr>
          <a:xfrm>
            <a:off x="1266480" y="56080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7" name=""/>
          <p:cNvSpPr/>
          <p:nvPr/>
        </p:nvSpPr>
        <p:spPr>
          <a:xfrm>
            <a:off x="1477440" y="56080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8" name=""/>
          <p:cNvSpPr/>
          <p:nvPr/>
        </p:nvSpPr>
        <p:spPr>
          <a:xfrm>
            <a:off x="1688400" y="56080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89" name=""/>
          <p:cNvSpPr/>
          <p:nvPr/>
        </p:nvSpPr>
        <p:spPr>
          <a:xfrm>
            <a:off x="189972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0" name=""/>
          <p:cNvSpPr/>
          <p:nvPr/>
        </p:nvSpPr>
        <p:spPr>
          <a:xfrm>
            <a:off x="211068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1" name=""/>
          <p:cNvSpPr/>
          <p:nvPr/>
        </p:nvSpPr>
        <p:spPr>
          <a:xfrm>
            <a:off x="232164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2" name=""/>
          <p:cNvSpPr/>
          <p:nvPr/>
        </p:nvSpPr>
        <p:spPr>
          <a:xfrm>
            <a:off x="253260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3" name=""/>
          <p:cNvSpPr/>
          <p:nvPr/>
        </p:nvSpPr>
        <p:spPr>
          <a:xfrm>
            <a:off x="274356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4" name=""/>
          <p:cNvSpPr/>
          <p:nvPr/>
        </p:nvSpPr>
        <p:spPr>
          <a:xfrm>
            <a:off x="295452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5" name=""/>
          <p:cNvSpPr/>
          <p:nvPr/>
        </p:nvSpPr>
        <p:spPr>
          <a:xfrm>
            <a:off x="316548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6" name=""/>
          <p:cNvSpPr/>
          <p:nvPr/>
        </p:nvSpPr>
        <p:spPr>
          <a:xfrm>
            <a:off x="337644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7" name=""/>
          <p:cNvSpPr/>
          <p:nvPr/>
        </p:nvSpPr>
        <p:spPr>
          <a:xfrm>
            <a:off x="358740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8" name=""/>
          <p:cNvSpPr/>
          <p:nvPr/>
        </p:nvSpPr>
        <p:spPr>
          <a:xfrm>
            <a:off x="379836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699" name=""/>
          <p:cNvSpPr/>
          <p:nvPr/>
        </p:nvSpPr>
        <p:spPr>
          <a:xfrm>
            <a:off x="400932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0" name=""/>
          <p:cNvSpPr/>
          <p:nvPr/>
        </p:nvSpPr>
        <p:spPr>
          <a:xfrm>
            <a:off x="422028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1" name=""/>
          <p:cNvSpPr/>
          <p:nvPr/>
        </p:nvSpPr>
        <p:spPr>
          <a:xfrm>
            <a:off x="443124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2" name=""/>
          <p:cNvSpPr/>
          <p:nvPr/>
        </p:nvSpPr>
        <p:spPr>
          <a:xfrm>
            <a:off x="464220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3" name=""/>
          <p:cNvSpPr/>
          <p:nvPr/>
        </p:nvSpPr>
        <p:spPr>
          <a:xfrm>
            <a:off x="485316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4" name=""/>
          <p:cNvSpPr/>
          <p:nvPr/>
        </p:nvSpPr>
        <p:spPr>
          <a:xfrm>
            <a:off x="506412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5" name=""/>
          <p:cNvSpPr/>
          <p:nvPr/>
        </p:nvSpPr>
        <p:spPr>
          <a:xfrm>
            <a:off x="527508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6" name=""/>
          <p:cNvSpPr/>
          <p:nvPr/>
        </p:nvSpPr>
        <p:spPr>
          <a:xfrm>
            <a:off x="548604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7" name=""/>
          <p:cNvSpPr/>
          <p:nvPr/>
        </p:nvSpPr>
        <p:spPr>
          <a:xfrm>
            <a:off x="569700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8" name=""/>
          <p:cNvSpPr/>
          <p:nvPr/>
        </p:nvSpPr>
        <p:spPr>
          <a:xfrm>
            <a:off x="5907960" y="56080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09" name=""/>
          <p:cNvSpPr/>
          <p:nvPr/>
        </p:nvSpPr>
        <p:spPr>
          <a:xfrm>
            <a:off x="6118920" y="56080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0" name=""/>
          <p:cNvSpPr/>
          <p:nvPr/>
        </p:nvSpPr>
        <p:spPr>
          <a:xfrm>
            <a:off x="6329880" y="560808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1" name=""/>
          <p:cNvSpPr/>
          <p:nvPr/>
        </p:nvSpPr>
        <p:spPr>
          <a:xfrm>
            <a:off x="654120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2" name=""/>
          <p:cNvSpPr/>
          <p:nvPr/>
        </p:nvSpPr>
        <p:spPr>
          <a:xfrm>
            <a:off x="675216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3" name=""/>
          <p:cNvSpPr/>
          <p:nvPr/>
        </p:nvSpPr>
        <p:spPr>
          <a:xfrm>
            <a:off x="696312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4" name=""/>
          <p:cNvSpPr/>
          <p:nvPr/>
        </p:nvSpPr>
        <p:spPr>
          <a:xfrm>
            <a:off x="717408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5" name=""/>
          <p:cNvSpPr/>
          <p:nvPr/>
        </p:nvSpPr>
        <p:spPr>
          <a:xfrm>
            <a:off x="738504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6" name=""/>
          <p:cNvSpPr/>
          <p:nvPr/>
        </p:nvSpPr>
        <p:spPr>
          <a:xfrm>
            <a:off x="759600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7" name=""/>
          <p:cNvSpPr/>
          <p:nvPr/>
        </p:nvSpPr>
        <p:spPr>
          <a:xfrm>
            <a:off x="780696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8" name=""/>
          <p:cNvSpPr/>
          <p:nvPr/>
        </p:nvSpPr>
        <p:spPr>
          <a:xfrm>
            <a:off x="801792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19" name=""/>
          <p:cNvSpPr/>
          <p:nvPr/>
        </p:nvSpPr>
        <p:spPr>
          <a:xfrm>
            <a:off x="84456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0" name=""/>
          <p:cNvSpPr/>
          <p:nvPr/>
        </p:nvSpPr>
        <p:spPr>
          <a:xfrm>
            <a:off x="105552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1" name=""/>
          <p:cNvSpPr/>
          <p:nvPr/>
        </p:nvSpPr>
        <p:spPr>
          <a:xfrm>
            <a:off x="1266480" y="58690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2" name=""/>
          <p:cNvSpPr/>
          <p:nvPr/>
        </p:nvSpPr>
        <p:spPr>
          <a:xfrm>
            <a:off x="1477440" y="58690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3" name=""/>
          <p:cNvSpPr/>
          <p:nvPr/>
        </p:nvSpPr>
        <p:spPr>
          <a:xfrm>
            <a:off x="1688400" y="58690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4" name=""/>
          <p:cNvSpPr/>
          <p:nvPr/>
        </p:nvSpPr>
        <p:spPr>
          <a:xfrm>
            <a:off x="189972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5" name=""/>
          <p:cNvSpPr/>
          <p:nvPr/>
        </p:nvSpPr>
        <p:spPr>
          <a:xfrm>
            <a:off x="211068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6" name=""/>
          <p:cNvSpPr/>
          <p:nvPr/>
        </p:nvSpPr>
        <p:spPr>
          <a:xfrm>
            <a:off x="232164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7" name=""/>
          <p:cNvSpPr/>
          <p:nvPr/>
        </p:nvSpPr>
        <p:spPr>
          <a:xfrm>
            <a:off x="253260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8" name=""/>
          <p:cNvSpPr/>
          <p:nvPr/>
        </p:nvSpPr>
        <p:spPr>
          <a:xfrm>
            <a:off x="274356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29" name=""/>
          <p:cNvSpPr/>
          <p:nvPr/>
        </p:nvSpPr>
        <p:spPr>
          <a:xfrm>
            <a:off x="295452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0" name=""/>
          <p:cNvSpPr/>
          <p:nvPr/>
        </p:nvSpPr>
        <p:spPr>
          <a:xfrm>
            <a:off x="316548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1" name=""/>
          <p:cNvSpPr/>
          <p:nvPr/>
        </p:nvSpPr>
        <p:spPr>
          <a:xfrm>
            <a:off x="337644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2" name=""/>
          <p:cNvSpPr/>
          <p:nvPr/>
        </p:nvSpPr>
        <p:spPr>
          <a:xfrm>
            <a:off x="358740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3" name=""/>
          <p:cNvSpPr/>
          <p:nvPr/>
        </p:nvSpPr>
        <p:spPr>
          <a:xfrm>
            <a:off x="379836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4" name=""/>
          <p:cNvSpPr/>
          <p:nvPr/>
        </p:nvSpPr>
        <p:spPr>
          <a:xfrm>
            <a:off x="400932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5" name=""/>
          <p:cNvSpPr/>
          <p:nvPr/>
        </p:nvSpPr>
        <p:spPr>
          <a:xfrm>
            <a:off x="422028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6" name=""/>
          <p:cNvSpPr/>
          <p:nvPr/>
        </p:nvSpPr>
        <p:spPr>
          <a:xfrm>
            <a:off x="443124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7" name=""/>
          <p:cNvSpPr/>
          <p:nvPr/>
        </p:nvSpPr>
        <p:spPr>
          <a:xfrm>
            <a:off x="464220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8" name=""/>
          <p:cNvSpPr/>
          <p:nvPr/>
        </p:nvSpPr>
        <p:spPr>
          <a:xfrm>
            <a:off x="485316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39" name=""/>
          <p:cNvSpPr/>
          <p:nvPr/>
        </p:nvSpPr>
        <p:spPr>
          <a:xfrm>
            <a:off x="506412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0" name=""/>
          <p:cNvSpPr/>
          <p:nvPr/>
        </p:nvSpPr>
        <p:spPr>
          <a:xfrm>
            <a:off x="527508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1" name=""/>
          <p:cNvSpPr/>
          <p:nvPr/>
        </p:nvSpPr>
        <p:spPr>
          <a:xfrm>
            <a:off x="548604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2" name=""/>
          <p:cNvSpPr/>
          <p:nvPr/>
        </p:nvSpPr>
        <p:spPr>
          <a:xfrm>
            <a:off x="569700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3" name=""/>
          <p:cNvSpPr/>
          <p:nvPr/>
        </p:nvSpPr>
        <p:spPr>
          <a:xfrm>
            <a:off x="5907960" y="58690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4" name=""/>
          <p:cNvSpPr/>
          <p:nvPr/>
        </p:nvSpPr>
        <p:spPr>
          <a:xfrm>
            <a:off x="6118920" y="58690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5" name=""/>
          <p:cNvSpPr/>
          <p:nvPr/>
        </p:nvSpPr>
        <p:spPr>
          <a:xfrm>
            <a:off x="6329880" y="586908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6" name=""/>
          <p:cNvSpPr/>
          <p:nvPr/>
        </p:nvSpPr>
        <p:spPr>
          <a:xfrm>
            <a:off x="654120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7" name=""/>
          <p:cNvSpPr/>
          <p:nvPr/>
        </p:nvSpPr>
        <p:spPr>
          <a:xfrm>
            <a:off x="675216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8" name=""/>
          <p:cNvSpPr/>
          <p:nvPr/>
        </p:nvSpPr>
        <p:spPr>
          <a:xfrm>
            <a:off x="696312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49" name=""/>
          <p:cNvSpPr/>
          <p:nvPr/>
        </p:nvSpPr>
        <p:spPr>
          <a:xfrm>
            <a:off x="717408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0" name=""/>
          <p:cNvSpPr/>
          <p:nvPr/>
        </p:nvSpPr>
        <p:spPr>
          <a:xfrm>
            <a:off x="738504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1" name=""/>
          <p:cNvSpPr/>
          <p:nvPr/>
        </p:nvSpPr>
        <p:spPr>
          <a:xfrm>
            <a:off x="759600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2" name=""/>
          <p:cNvSpPr/>
          <p:nvPr/>
        </p:nvSpPr>
        <p:spPr>
          <a:xfrm>
            <a:off x="780696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3" name=""/>
          <p:cNvSpPr/>
          <p:nvPr/>
        </p:nvSpPr>
        <p:spPr>
          <a:xfrm>
            <a:off x="801792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4" name=""/>
          <p:cNvSpPr/>
          <p:nvPr/>
        </p:nvSpPr>
        <p:spPr>
          <a:xfrm>
            <a:off x="84456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5" name=""/>
          <p:cNvSpPr/>
          <p:nvPr/>
        </p:nvSpPr>
        <p:spPr>
          <a:xfrm>
            <a:off x="105552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6" name=""/>
          <p:cNvSpPr/>
          <p:nvPr/>
        </p:nvSpPr>
        <p:spPr>
          <a:xfrm>
            <a:off x="1266480" y="61304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7" name=""/>
          <p:cNvSpPr/>
          <p:nvPr/>
        </p:nvSpPr>
        <p:spPr>
          <a:xfrm>
            <a:off x="1477440" y="61304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8" name=""/>
          <p:cNvSpPr/>
          <p:nvPr/>
        </p:nvSpPr>
        <p:spPr>
          <a:xfrm>
            <a:off x="1688400" y="61304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59" name=""/>
          <p:cNvSpPr/>
          <p:nvPr/>
        </p:nvSpPr>
        <p:spPr>
          <a:xfrm>
            <a:off x="189972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0" name=""/>
          <p:cNvSpPr/>
          <p:nvPr/>
        </p:nvSpPr>
        <p:spPr>
          <a:xfrm>
            <a:off x="211068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1" name=""/>
          <p:cNvSpPr/>
          <p:nvPr/>
        </p:nvSpPr>
        <p:spPr>
          <a:xfrm>
            <a:off x="232164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2" name=""/>
          <p:cNvSpPr/>
          <p:nvPr/>
        </p:nvSpPr>
        <p:spPr>
          <a:xfrm>
            <a:off x="253260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3" name=""/>
          <p:cNvSpPr/>
          <p:nvPr/>
        </p:nvSpPr>
        <p:spPr>
          <a:xfrm>
            <a:off x="274356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4" name=""/>
          <p:cNvSpPr/>
          <p:nvPr/>
        </p:nvSpPr>
        <p:spPr>
          <a:xfrm>
            <a:off x="295452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5" name=""/>
          <p:cNvSpPr/>
          <p:nvPr/>
        </p:nvSpPr>
        <p:spPr>
          <a:xfrm>
            <a:off x="316548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6" name=""/>
          <p:cNvSpPr/>
          <p:nvPr/>
        </p:nvSpPr>
        <p:spPr>
          <a:xfrm>
            <a:off x="337644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7" name=""/>
          <p:cNvSpPr/>
          <p:nvPr/>
        </p:nvSpPr>
        <p:spPr>
          <a:xfrm>
            <a:off x="358740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8" name=""/>
          <p:cNvSpPr/>
          <p:nvPr/>
        </p:nvSpPr>
        <p:spPr>
          <a:xfrm>
            <a:off x="379836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69" name=""/>
          <p:cNvSpPr/>
          <p:nvPr/>
        </p:nvSpPr>
        <p:spPr>
          <a:xfrm>
            <a:off x="400932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0" name=""/>
          <p:cNvSpPr/>
          <p:nvPr/>
        </p:nvSpPr>
        <p:spPr>
          <a:xfrm>
            <a:off x="422028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1" name=""/>
          <p:cNvSpPr/>
          <p:nvPr/>
        </p:nvSpPr>
        <p:spPr>
          <a:xfrm>
            <a:off x="443124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2" name=""/>
          <p:cNvSpPr/>
          <p:nvPr/>
        </p:nvSpPr>
        <p:spPr>
          <a:xfrm>
            <a:off x="464220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3" name=""/>
          <p:cNvSpPr/>
          <p:nvPr/>
        </p:nvSpPr>
        <p:spPr>
          <a:xfrm>
            <a:off x="485316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4" name=""/>
          <p:cNvSpPr/>
          <p:nvPr/>
        </p:nvSpPr>
        <p:spPr>
          <a:xfrm>
            <a:off x="506412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5" name=""/>
          <p:cNvSpPr/>
          <p:nvPr/>
        </p:nvSpPr>
        <p:spPr>
          <a:xfrm>
            <a:off x="527508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6" name=""/>
          <p:cNvSpPr/>
          <p:nvPr/>
        </p:nvSpPr>
        <p:spPr>
          <a:xfrm>
            <a:off x="548604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7" name=""/>
          <p:cNvSpPr/>
          <p:nvPr/>
        </p:nvSpPr>
        <p:spPr>
          <a:xfrm>
            <a:off x="569700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8" name=""/>
          <p:cNvSpPr/>
          <p:nvPr/>
        </p:nvSpPr>
        <p:spPr>
          <a:xfrm>
            <a:off x="5907960" y="61304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79" name=""/>
          <p:cNvSpPr/>
          <p:nvPr/>
        </p:nvSpPr>
        <p:spPr>
          <a:xfrm>
            <a:off x="6118920" y="61304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0" name=""/>
          <p:cNvSpPr/>
          <p:nvPr/>
        </p:nvSpPr>
        <p:spPr>
          <a:xfrm>
            <a:off x="6329880" y="613044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1" name=""/>
          <p:cNvSpPr/>
          <p:nvPr/>
        </p:nvSpPr>
        <p:spPr>
          <a:xfrm>
            <a:off x="654120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2" name=""/>
          <p:cNvSpPr/>
          <p:nvPr/>
        </p:nvSpPr>
        <p:spPr>
          <a:xfrm>
            <a:off x="675216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3" name=""/>
          <p:cNvSpPr/>
          <p:nvPr/>
        </p:nvSpPr>
        <p:spPr>
          <a:xfrm>
            <a:off x="696312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4" name=""/>
          <p:cNvSpPr/>
          <p:nvPr/>
        </p:nvSpPr>
        <p:spPr>
          <a:xfrm>
            <a:off x="717408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5" name=""/>
          <p:cNvSpPr/>
          <p:nvPr/>
        </p:nvSpPr>
        <p:spPr>
          <a:xfrm>
            <a:off x="738504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6" name=""/>
          <p:cNvSpPr/>
          <p:nvPr/>
        </p:nvSpPr>
        <p:spPr>
          <a:xfrm>
            <a:off x="759600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7" name=""/>
          <p:cNvSpPr/>
          <p:nvPr/>
        </p:nvSpPr>
        <p:spPr>
          <a:xfrm>
            <a:off x="780696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8" name=""/>
          <p:cNvSpPr/>
          <p:nvPr/>
        </p:nvSpPr>
        <p:spPr>
          <a:xfrm>
            <a:off x="801792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89" name=""/>
          <p:cNvSpPr/>
          <p:nvPr/>
        </p:nvSpPr>
        <p:spPr>
          <a:xfrm>
            <a:off x="84456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0" name=""/>
          <p:cNvSpPr/>
          <p:nvPr/>
        </p:nvSpPr>
        <p:spPr>
          <a:xfrm>
            <a:off x="105552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1" name=""/>
          <p:cNvSpPr/>
          <p:nvPr/>
        </p:nvSpPr>
        <p:spPr>
          <a:xfrm>
            <a:off x="1266480" y="63914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2" name=""/>
          <p:cNvSpPr/>
          <p:nvPr/>
        </p:nvSpPr>
        <p:spPr>
          <a:xfrm>
            <a:off x="1477440" y="63914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3" name=""/>
          <p:cNvSpPr/>
          <p:nvPr/>
        </p:nvSpPr>
        <p:spPr>
          <a:xfrm>
            <a:off x="1688400" y="63914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4" name=""/>
          <p:cNvSpPr/>
          <p:nvPr/>
        </p:nvSpPr>
        <p:spPr>
          <a:xfrm>
            <a:off x="189972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5" name=""/>
          <p:cNvSpPr/>
          <p:nvPr/>
        </p:nvSpPr>
        <p:spPr>
          <a:xfrm>
            <a:off x="211068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6" name=""/>
          <p:cNvSpPr/>
          <p:nvPr/>
        </p:nvSpPr>
        <p:spPr>
          <a:xfrm>
            <a:off x="232164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7" name=""/>
          <p:cNvSpPr/>
          <p:nvPr/>
        </p:nvSpPr>
        <p:spPr>
          <a:xfrm>
            <a:off x="253260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8" name=""/>
          <p:cNvSpPr/>
          <p:nvPr/>
        </p:nvSpPr>
        <p:spPr>
          <a:xfrm>
            <a:off x="274356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799" name=""/>
          <p:cNvSpPr/>
          <p:nvPr/>
        </p:nvSpPr>
        <p:spPr>
          <a:xfrm>
            <a:off x="295452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0" name=""/>
          <p:cNvSpPr/>
          <p:nvPr/>
        </p:nvSpPr>
        <p:spPr>
          <a:xfrm>
            <a:off x="316548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1" name=""/>
          <p:cNvSpPr/>
          <p:nvPr/>
        </p:nvSpPr>
        <p:spPr>
          <a:xfrm>
            <a:off x="337644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2" name=""/>
          <p:cNvSpPr/>
          <p:nvPr/>
        </p:nvSpPr>
        <p:spPr>
          <a:xfrm>
            <a:off x="358740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3" name=""/>
          <p:cNvSpPr/>
          <p:nvPr/>
        </p:nvSpPr>
        <p:spPr>
          <a:xfrm>
            <a:off x="379836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4" name=""/>
          <p:cNvSpPr/>
          <p:nvPr/>
        </p:nvSpPr>
        <p:spPr>
          <a:xfrm>
            <a:off x="400932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5" name=""/>
          <p:cNvSpPr/>
          <p:nvPr/>
        </p:nvSpPr>
        <p:spPr>
          <a:xfrm>
            <a:off x="422028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6" name=""/>
          <p:cNvSpPr/>
          <p:nvPr/>
        </p:nvSpPr>
        <p:spPr>
          <a:xfrm>
            <a:off x="443124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7" name=""/>
          <p:cNvSpPr/>
          <p:nvPr/>
        </p:nvSpPr>
        <p:spPr>
          <a:xfrm>
            <a:off x="464220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8" name=""/>
          <p:cNvSpPr/>
          <p:nvPr/>
        </p:nvSpPr>
        <p:spPr>
          <a:xfrm>
            <a:off x="485316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09" name=""/>
          <p:cNvSpPr/>
          <p:nvPr/>
        </p:nvSpPr>
        <p:spPr>
          <a:xfrm>
            <a:off x="506412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0" name=""/>
          <p:cNvSpPr/>
          <p:nvPr/>
        </p:nvSpPr>
        <p:spPr>
          <a:xfrm>
            <a:off x="527508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1" name=""/>
          <p:cNvSpPr/>
          <p:nvPr/>
        </p:nvSpPr>
        <p:spPr>
          <a:xfrm>
            <a:off x="548604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2" name=""/>
          <p:cNvSpPr/>
          <p:nvPr/>
        </p:nvSpPr>
        <p:spPr>
          <a:xfrm>
            <a:off x="569700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3" name=""/>
          <p:cNvSpPr/>
          <p:nvPr/>
        </p:nvSpPr>
        <p:spPr>
          <a:xfrm>
            <a:off x="5907960" y="63914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4" name=""/>
          <p:cNvSpPr/>
          <p:nvPr/>
        </p:nvSpPr>
        <p:spPr>
          <a:xfrm>
            <a:off x="6118920" y="63914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5" name=""/>
          <p:cNvSpPr/>
          <p:nvPr/>
        </p:nvSpPr>
        <p:spPr>
          <a:xfrm>
            <a:off x="6329880" y="639144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6" name=""/>
          <p:cNvSpPr/>
          <p:nvPr/>
        </p:nvSpPr>
        <p:spPr>
          <a:xfrm>
            <a:off x="654120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7" name=""/>
          <p:cNvSpPr/>
          <p:nvPr/>
        </p:nvSpPr>
        <p:spPr>
          <a:xfrm>
            <a:off x="675216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8" name=""/>
          <p:cNvSpPr/>
          <p:nvPr/>
        </p:nvSpPr>
        <p:spPr>
          <a:xfrm>
            <a:off x="696312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19" name=""/>
          <p:cNvSpPr/>
          <p:nvPr/>
        </p:nvSpPr>
        <p:spPr>
          <a:xfrm>
            <a:off x="717408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0" name=""/>
          <p:cNvSpPr/>
          <p:nvPr/>
        </p:nvSpPr>
        <p:spPr>
          <a:xfrm>
            <a:off x="738504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1" name=""/>
          <p:cNvSpPr/>
          <p:nvPr/>
        </p:nvSpPr>
        <p:spPr>
          <a:xfrm>
            <a:off x="759600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2" name=""/>
          <p:cNvSpPr/>
          <p:nvPr/>
        </p:nvSpPr>
        <p:spPr>
          <a:xfrm>
            <a:off x="780696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3" name=""/>
          <p:cNvSpPr/>
          <p:nvPr/>
        </p:nvSpPr>
        <p:spPr>
          <a:xfrm>
            <a:off x="801792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4" name=""/>
          <p:cNvSpPr/>
          <p:nvPr/>
        </p:nvSpPr>
        <p:spPr>
          <a:xfrm>
            <a:off x="84456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5" name=""/>
          <p:cNvSpPr/>
          <p:nvPr/>
        </p:nvSpPr>
        <p:spPr>
          <a:xfrm>
            <a:off x="105552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6" name=""/>
          <p:cNvSpPr/>
          <p:nvPr/>
        </p:nvSpPr>
        <p:spPr>
          <a:xfrm>
            <a:off x="1266480" y="66528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7" name=""/>
          <p:cNvSpPr/>
          <p:nvPr/>
        </p:nvSpPr>
        <p:spPr>
          <a:xfrm>
            <a:off x="1477440" y="66528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8" name=""/>
          <p:cNvSpPr/>
          <p:nvPr/>
        </p:nvSpPr>
        <p:spPr>
          <a:xfrm>
            <a:off x="1688400" y="66528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29" name=""/>
          <p:cNvSpPr/>
          <p:nvPr/>
        </p:nvSpPr>
        <p:spPr>
          <a:xfrm>
            <a:off x="189972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0" name=""/>
          <p:cNvSpPr/>
          <p:nvPr/>
        </p:nvSpPr>
        <p:spPr>
          <a:xfrm>
            <a:off x="211068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1" name=""/>
          <p:cNvSpPr/>
          <p:nvPr/>
        </p:nvSpPr>
        <p:spPr>
          <a:xfrm>
            <a:off x="232164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2" name=""/>
          <p:cNvSpPr/>
          <p:nvPr/>
        </p:nvSpPr>
        <p:spPr>
          <a:xfrm>
            <a:off x="253260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3" name=""/>
          <p:cNvSpPr/>
          <p:nvPr/>
        </p:nvSpPr>
        <p:spPr>
          <a:xfrm>
            <a:off x="274356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4" name=""/>
          <p:cNvSpPr/>
          <p:nvPr/>
        </p:nvSpPr>
        <p:spPr>
          <a:xfrm>
            <a:off x="295452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5" name=""/>
          <p:cNvSpPr/>
          <p:nvPr/>
        </p:nvSpPr>
        <p:spPr>
          <a:xfrm>
            <a:off x="316548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6" name=""/>
          <p:cNvSpPr/>
          <p:nvPr/>
        </p:nvSpPr>
        <p:spPr>
          <a:xfrm>
            <a:off x="337644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7" name=""/>
          <p:cNvSpPr/>
          <p:nvPr/>
        </p:nvSpPr>
        <p:spPr>
          <a:xfrm>
            <a:off x="358740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8" name=""/>
          <p:cNvSpPr/>
          <p:nvPr/>
        </p:nvSpPr>
        <p:spPr>
          <a:xfrm>
            <a:off x="379836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39" name=""/>
          <p:cNvSpPr/>
          <p:nvPr/>
        </p:nvSpPr>
        <p:spPr>
          <a:xfrm>
            <a:off x="400932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0" name=""/>
          <p:cNvSpPr/>
          <p:nvPr/>
        </p:nvSpPr>
        <p:spPr>
          <a:xfrm>
            <a:off x="422028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1" name=""/>
          <p:cNvSpPr/>
          <p:nvPr/>
        </p:nvSpPr>
        <p:spPr>
          <a:xfrm>
            <a:off x="443124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2" name=""/>
          <p:cNvSpPr/>
          <p:nvPr/>
        </p:nvSpPr>
        <p:spPr>
          <a:xfrm>
            <a:off x="464220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3" name=""/>
          <p:cNvSpPr/>
          <p:nvPr/>
        </p:nvSpPr>
        <p:spPr>
          <a:xfrm>
            <a:off x="485316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4" name=""/>
          <p:cNvSpPr/>
          <p:nvPr/>
        </p:nvSpPr>
        <p:spPr>
          <a:xfrm>
            <a:off x="506412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5" name=""/>
          <p:cNvSpPr/>
          <p:nvPr/>
        </p:nvSpPr>
        <p:spPr>
          <a:xfrm>
            <a:off x="527508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6" name=""/>
          <p:cNvSpPr/>
          <p:nvPr/>
        </p:nvSpPr>
        <p:spPr>
          <a:xfrm>
            <a:off x="548604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7" name=""/>
          <p:cNvSpPr/>
          <p:nvPr/>
        </p:nvSpPr>
        <p:spPr>
          <a:xfrm>
            <a:off x="569700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8" name=""/>
          <p:cNvSpPr/>
          <p:nvPr/>
        </p:nvSpPr>
        <p:spPr>
          <a:xfrm>
            <a:off x="5907960" y="66528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49" name=""/>
          <p:cNvSpPr/>
          <p:nvPr/>
        </p:nvSpPr>
        <p:spPr>
          <a:xfrm>
            <a:off x="6118920" y="66528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0" name=""/>
          <p:cNvSpPr/>
          <p:nvPr/>
        </p:nvSpPr>
        <p:spPr>
          <a:xfrm>
            <a:off x="6329880" y="66528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1" name=""/>
          <p:cNvSpPr/>
          <p:nvPr/>
        </p:nvSpPr>
        <p:spPr>
          <a:xfrm>
            <a:off x="654120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2" name=""/>
          <p:cNvSpPr/>
          <p:nvPr/>
        </p:nvSpPr>
        <p:spPr>
          <a:xfrm>
            <a:off x="675216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3" name=""/>
          <p:cNvSpPr/>
          <p:nvPr/>
        </p:nvSpPr>
        <p:spPr>
          <a:xfrm>
            <a:off x="696312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4" name=""/>
          <p:cNvSpPr/>
          <p:nvPr/>
        </p:nvSpPr>
        <p:spPr>
          <a:xfrm>
            <a:off x="717408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5" name=""/>
          <p:cNvSpPr/>
          <p:nvPr/>
        </p:nvSpPr>
        <p:spPr>
          <a:xfrm>
            <a:off x="738504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6" name=""/>
          <p:cNvSpPr/>
          <p:nvPr/>
        </p:nvSpPr>
        <p:spPr>
          <a:xfrm>
            <a:off x="759600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7" name=""/>
          <p:cNvSpPr/>
          <p:nvPr/>
        </p:nvSpPr>
        <p:spPr>
          <a:xfrm>
            <a:off x="780696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8" name=""/>
          <p:cNvSpPr/>
          <p:nvPr/>
        </p:nvSpPr>
        <p:spPr>
          <a:xfrm>
            <a:off x="8017920" y="66528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59" name=""/>
          <p:cNvSpPr/>
          <p:nvPr/>
        </p:nvSpPr>
        <p:spPr>
          <a:xfrm>
            <a:off x="84456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0" name=""/>
          <p:cNvSpPr/>
          <p:nvPr/>
        </p:nvSpPr>
        <p:spPr>
          <a:xfrm>
            <a:off x="105552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1" name=""/>
          <p:cNvSpPr/>
          <p:nvPr/>
        </p:nvSpPr>
        <p:spPr>
          <a:xfrm>
            <a:off x="1266480" y="69141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2" name=""/>
          <p:cNvSpPr/>
          <p:nvPr/>
        </p:nvSpPr>
        <p:spPr>
          <a:xfrm>
            <a:off x="1477440" y="69141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3" name=""/>
          <p:cNvSpPr/>
          <p:nvPr/>
        </p:nvSpPr>
        <p:spPr>
          <a:xfrm>
            <a:off x="1688400" y="69141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4" name=""/>
          <p:cNvSpPr/>
          <p:nvPr/>
        </p:nvSpPr>
        <p:spPr>
          <a:xfrm>
            <a:off x="189972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5" name=""/>
          <p:cNvSpPr/>
          <p:nvPr/>
        </p:nvSpPr>
        <p:spPr>
          <a:xfrm>
            <a:off x="211068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6" name=""/>
          <p:cNvSpPr/>
          <p:nvPr/>
        </p:nvSpPr>
        <p:spPr>
          <a:xfrm>
            <a:off x="232164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7" name=""/>
          <p:cNvSpPr/>
          <p:nvPr/>
        </p:nvSpPr>
        <p:spPr>
          <a:xfrm>
            <a:off x="253260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8" name=""/>
          <p:cNvSpPr/>
          <p:nvPr/>
        </p:nvSpPr>
        <p:spPr>
          <a:xfrm>
            <a:off x="274356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69" name=""/>
          <p:cNvSpPr/>
          <p:nvPr/>
        </p:nvSpPr>
        <p:spPr>
          <a:xfrm>
            <a:off x="295452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0" name=""/>
          <p:cNvSpPr/>
          <p:nvPr/>
        </p:nvSpPr>
        <p:spPr>
          <a:xfrm>
            <a:off x="316548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1" name=""/>
          <p:cNvSpPr/>
          <p:nvPr/>
        </p:nvSpPr>
        <p:spPr>
          <a:xfrm>
            <a:off x="337644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2" name=""/>
          <p:cNvSpPr/>
          <p:nvPr/>
        </p:nvSpPr>
        <p:spPr>
          <a:xfrm>
            <a:off x="358740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3" name=""/>
          <p:cNvSpPr/>
          <p:nvPr/>
        </p:nvSpPr>
        <p:spPr>
          <a:xfrm>
            <a:off x="379836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4" name=""/>
          <p:cNvSpPr/>
          <p:nvPr/>
        </p:nvSpPr>
        <p:spPr>
          <a:xfrm>
            <a:off x="400932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5" name=""/>
          <p:cNvSpPr/>
          <p:nvPr/>
        </p:nvSpPr>
        <p:spPr>
          <a:xfrm>
            <a:off x="422028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6" name=""/>
          <p:cNvSpPr/>
          <p:nvPr/>
        </p:nvSpPr>
        <p:spPr>
          <a:xfrm>
            <a:off x="443124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7" name=""/>
          <p:cNvSpPr/>
          <p:nvPr/>
        </p:nvSpPr>
        <p:spPr>
          <a:xfrm>
            <a:off x="464220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8" name=""/>
          <p:cNvSpPr/>
          <p:nvPr/>
        </p:nvSpPr>
        <p:spPr>
          <a:xfrm>
            <a:off x="485316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79" name=""/>
          <p:cNvSpPr/>
          <p:nvPr/>
        </p:nvSpPr>
        <p:spPr>
          <a:xfrm>
            <a:off x="506412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0" name=""/>
          <p:cNvSpPr/>
          <p:nvPr/>
        </p:nvSpPr>
        <p:spPr>
          <a:xfrm>
            <a:off x="527508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1" name=""/>
          <p:cNvSpPr/>
          <p:nvPr/>
        </p:nvSpPr>
        <p:spPr>
          <a:xfrm>
            <a:off x="548604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2" name=""/>
          <p:cNvSpPr/>
          <p:nvPr/>
        </p:nvSpPr>
        <p:spPr>
          <a:xfrm>
            <a:off x="569700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3" name=""/>
          <p:cNvSpPr/>
          <p:nvPr/>
        </p:nvSpPr>
        <p:spPr>
          <a:xfrm>
            <a:off x="5907960" y="69141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4" name=""/>
          <p:cNvSpPr/>
          <p:nvPr/>
        </p:nvSpPr>
        <p:spPr>
          <a:xfrm>
            <a:off x="6118920" y="69141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5" name=""/>
          <p:cNvSpPr/>
          <p:nvPr/>
        </p:nvSpPr>
        <p:spPr>
          <a:xfrm>
            <a:off x="6329880" y="69141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6" name=""/>
          <p:cNvSpPr/>
          <p:nvPr/>
        </p:nvSpPr>
        <p:spPr>
          <a:xfrm>
            <a:off x="654120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7" name=""/>
          <p:cNvSpPr/>
          <p:nvPr/>
        </p:nvSpPr>
        <p:spPr>
          <a:xfrm>
            <a:off x="675216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8" name=""/>
          <p:cNvSpPr/>
          <p:nvPr/>
        </p:nvSpPr>
        <p:spPr>
          <a:xfrm>
            <a:off x="696312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89" name=""/>
          <p:cNvSpPr/>
          <p:nvPr/>
        </p:nvSpPr>
        <p:spPr>
          <a:xfrm>
            <a:off x="717408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90" name=""/>
          <p:cNvSpPr/>
          <p:nvPr/>
        </p:nvSpPr>
        <p:spPr>
          <a:xfrm>
            <a:off x="738504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91" name=""/>
          <p:cNvSpPr/>
          <p:nvPr/>
        </p:nvSpPr>
        <p:spPr>
          <a:xfrm>
            <a:off x="759600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92" name=""/>
          <p:cNvSpPr/>
          <p:nvPr/>
        </p:nvSpPr>
        <p:spPr>
          <a:xfrm>
            <a:off x="780696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93" name=""/>
          <p:cNvSpPr/>
          <p:nvPr/>
        </p:nvSpPr>
        <p:spPr>
          <a:xfrm>
            <a:off x="801792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ef2f5"/>
          </a:solidFill>
          <a:ln w="3600">
            <a:solidFill>
              <a:srgbClr val="ffffff"/>
            </a:solidFill>
            <a:miter/>
          </a:ln>
        </p:spPr>
      </p:sp>
      <p:sp>
        <p:nvSpPr>
          <p:cNvPr id="894" name=""/>
          <p:cNvSpPr/>
          <p:nvPr/>
        </p:nvSpPr>
        <p:spPr>
          <a:xfrm>
            <a:off x="18997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895" name=""/>
          <p:cNvSpPr/>
          <p:nvPr/>
        </p:nvSpPr>
        <p:spPr>
          <a:xfrm>
            <a:off x="18997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96" name=""/>
          <p:cNvSpPr/>
          <p:nvPr/>
        </p:nvSpPr>
        <p:spPr>
          <a:xfrm>
            <a:off x="126648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897" name=""/>
          <p:cNvSpPr/>
          <p:nvPr/>
        </p:nvSpPr>
        <p:spPr>
          <a:xfrm>
            <a:off x="1266480" y="27345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898" name=""/>
          <p:cNvSpPr/>
          <p:nvPr/>
        </p:nvSpPr>
        <p:spPr>
          <a:xfrm>
            <a:off x="126648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899" name=""/>
          <p:cNvSpPr/>
          <p:nvPr/>
        </p:nvSpPr>
        <p:spPr>
          <a:xfrm>
            <a:off x="8445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00" name=""/>
          <p:cNvSpPr/>
          <p:nvPr/>
        </p:nvSpPr>
        <p:spPr>
          <a:xfrm>
            <a:off x="84456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01" name=""/>
          <p:cNvSpPr/>
          <p:nvPr/>
        </p:nvSpPr>
        <p:spPr>
          <a:xfrm>
            <a:off x="84456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02" name=""/>
          <p:cNvSpPr/>
          <p:nvPr/>
        </p:nvSpPr>
        <p:spPr>
          <a:xfrm>
            <a:off x="844560" y="2588400"/>
            <a:ext cx="194400" cy="115200"/>
          </a:xfrm>
          <a:custGeom>
            <a:avLst/>
            <a:gdLst/>
            <a:ahLst/>
            <a:rect l="0" t="0" r="r" b="b"/>
            <a:pathLst>
              <a:path w="540" h="320">
                <a:moveTo>
                  <a:pt x="0" y="320"/>
                </a:moveTo>
                <a:lnTo>
                  <a:pt x="540" y="320"/>
                </a:lnTo>
                <a:lnTo>
                  <a:pt x="540" y="0"/>
                </a:lnTo>
                <a:lnTo>
                  <a:pt x="0" y="0"/>
                </a:lnTo>
                <a:lnTo>
                  <a:pt x="0" y="32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03" name=""/>
          <p:cNvSpPr/>
          <p:nvPr/>
        </p:nvSpPr>
        <p:spPr>
          <a:xfrm>
            <a:off x="844560" y="2473560"/>
            <a:ext cx="194400" cy="115200"/>
          </a:xfrm>
          <a:custGeom>
            <a:avLst/>
            <a:gdLst/>
            <a:ahLst/>
            <a:rect l="0" t="0" r="r" b="b"/>
            <a:pathLst>
              <a:path w="540" h="320">
                <a:moveTo>
                  <a:pt x="0" y="320"/>
                </a:moveTo>
                <a:lnTo>
                  <a:pt x="540" y="320"/>
                </a:lnTo>
                <a:lnTo>
                  <a:pt x="540" y="0"/>
                </a:lnTo>
                <a:lnTo>
                  <a:pt x="0" y="0"/>
                </a:lnTo>
                <a:lnTo>
                  <a:pt x="0" y="3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04" name=""/>
          <p:cNvSpPr/>
          <p:nvPr/>
        </p:nvSpPr>
        <p:spPr>
          <a:xfrm>
            <a:off x="147744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905" name=""/>
          <p:cNvSpPr/>
          <p:nvPr/>
        </p:nvSpPr>
        <p:spPr>
          <a:xfrm>
            <a:off x="147744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06" name=""/>
          <p:cNvSpPr/>
          <p:nvPr/>
        </p:nvSpPr>
        <p:spPr>
          <a:xfrm>
            <a:off x="1477440" y="508572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07" name=""/>
          <p:cNvSpPr/>
          <p:nvPr/>
        </p:nvSpPr>
        <p:spPr>
          <a:xfrm>
            <a:off x="3165480" y="61304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08" name=""/>
          <p:cNvSpPr/>
          <p:nvPr/>
        </p:nvSpPr>
        <p:spPr>
          <a:xfrm>
            <a:off x="527508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09" name=""/>
          <p:cNvSpPr/>
          <p:nvPr/>
        </p:nvSpPr>
        <p:spPr>
          <a:xfrm>
            <a:off x="527508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10" name=""/>
          <p:cNvSpPr/>
          <p:nvPr/>
        </p:nvSpPr>
        <p:spPr>
          <a:xfrm>
            <a:off x="527508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11" name=""/>
          <p:cNvSpPr/>
          <p:nvPr/>
        </p:nvSpPr>
        <p:spPr>
          <a:xfrm>
            <a:off x="527508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912" name=""/>
          <p:cNvSpPr/>
          <p:nvPr/>
        </p:nvSpPr>
        <p:spPr>
          <a:xfrm>
            <a:off x="3376440" y="377964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913" name=""/>
          <p:cNvSpPr/>
          <p:nvPr/>
        </p:nvSpPr>
        <p:spPr>
          <a:xfrm>
            <a:off x="67521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14" name=""/>
          <p:cNvSpPr/>
          <p:nvPr/>
        </p:nvSpPr>
        <p:spPr>
          <a:xfrm>
            <a:off x="211068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15" name=""/>
          <p:cNvSpPr/>
          <p:nvPr/>
        </p:nvSpPr>
        <p:spPr>
          <a:xfrm>
            <a:off x="211068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16" name=""/>
          <p:cNvSpPr/>
          <p:nvPr/>
        </p:nvSpPr>
        <p:spPr>
          <a:xfrm>
            <a:off x="3587400" y="32572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17" name=""/>
          <p:cNvSpPr/>
          <p:nvPr/>
        </p:nvSpPr>
        <p:spPr>
          <a:xfrm>
            <a:off x="69631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18" name=""/>
          <p:cNvSpPr/>
          <p:nvPr/>
        </p:nvSpPr>
        <p:spPr>
          <a:xfrm>
            <a:off x="105552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19" name=""/>
          <p:cNvSpPr/>
          <p:nvPr/>
        </p:nvSpPr>
        <p:spPr>
          <a:xfrm>
            <a:off x="10555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20" name=""/>
          <p:cNvSpPr/>
          <p:nvPr/>
        </p:nvSpPr>
        <p:spPr>
          <a:xfrm>
            <a:off x="10555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21" name=""/>
          <p:cNvSpPr/>
          <p:nvPr/>
        </p:nvSpPr>
        <p:spPr>
          <a:xfrm>
            <a:off x="10555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22" name=""/>
          <p:cNvSpPr/>
          <p:nvPr/>
        </p:nvSpPr>
        <p:spPr>
          <a:xfrm>
            <a:off x="23216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23" name=""/>
          <p:cNvSpPr/>
          <p:nvPr/>
        </p:nvSpPr>
        <p:spPr>
          <a:xfrm>
            <a:off x="232164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24" name=""/>
          <p:cNvSpPr/>
          <p:nvPr/>
        </p:nvSpPr>
        <p:spPr>
          <a:xfrm>
            <a:off x="717408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25" name=""/>
          <p:cNvSpPr/>
          <p:nvPr/>
        </p:nvSpPr>
        <p:spPr>
          <a:xfrm>
            <a:off x="4431240" y="3894480"/>
            <a:ext cx="194400" cy="115200"/>
          </a:xfrm>
          <a:custGeom>
            <a:avLst/>
            <a:gdLst/>
            <a:ahLst/>
            <a:rect l="0" t="0" r="r" b="b"/>
            <a:pathLst>
              <a:path w="540" h="320">
                <a:moveTo>
                  <a:pt x="0" y="320"/>
                </a:moveTo>
                <a:lnTo>
                  <a:pt x="540" y="320"/>
                </a:lnTo>
                <a:lnTo>
                  <a:pt x="540" y="0"/>
                </a:lnTo>
                <a:lnTo>
                  <a:pt x="0" y="0"/>
                </a:lnTo>
                <a:lnTo>
                  <a:pt x="0" y="3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26" name=""/>
          <p:cNvSpPr/>
          <p:nvPr/>
        </p:nvSpPr>
        <p:spPr>
          <a:xfrm>
            <a:off x="4431240" y="3779640"/>
            <a:ext cx="194400" cy="115200"/>
          </a:xfrm>
          <a:custGeom>
            <a:avLst/>
            <a:gdLst/>
            <a:ahLst/>
            <a:rect l="0" t="0" r="r" b="b"/>
            <a:pathLst>
              <a:path w="540" h="320">
                <a:moveTo>
                  <a:pt x="0" y="320"/>
                </a:moveTo>
                <a:lnTo>
                  <a:pt x="540" y="320"/>
                </a:lnTo>
                <a:lnTo>
                  <a:pt x="540" y="0"/>
                </a:lnTo>
                <a:lnTo>
                  <a:pt x="0" y="0"/>
                </a:lnTo>
                <a:lnTo>
                  <a:pt x="0" y="3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27" name=""/>
          <p:cNvSpPr/>
          <p:nvPr/>
        </p:nvSpPr>
        <p:spPr>
          <a:xfrm>
            <a:off x="443124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28" name=""/>
          <p:cNvSpPr/>
          <p:nvPr/>
        </p:nvSpPr>
        <p:spPr>
          <a:xfrm>
            <a:off x="44312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29" name=""/>
          <p:cNvSpPr/>
          <p:nvPr/>
        </p:nvSpPr>
        <p:spPr>
          <a:xfrm>
            <a:off x="4431240" y="48243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30" name=""/>
          <p:cNvSpPr/>
          <p:nvPr/>
        </p:nvSpPr>
        <p:spPr>
          <a:xfrm>
            <a:off x="443124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31" name=""/>
          <p:cNvSpPr/>
          <p:nvPr/>
        </p:nvSpPr>
        <p:spPr>
          <a:xfrm>
            <a:off x="4431240" y="63914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32" name=""/>
          <p:cNvSpPr/>
          <p:nvPr/>
        </p:nvSpPr>
        <p:spPr>
          <a:xfrm>
            <a:off x="4431240" y="69141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33" name=""/>
          <p:cNvSpPr/>
          <p:nvPr/>
        </p:nvSpPr>
        <p:spPr>
          <a:xfrm>
            <a:off x="4431240" y="58690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34" name=""/>
          <p:cNvSpPr/>
          <p:nvPr/>
        </p:nvSpPr>
        <p:spPr>
          <a:xfrm>
            <a:off x="4642200" y="3110760"/>
            <a:ext cx="194400" cy="115560"/>
          </a:xfrm>
          <a:custGeom>
            <a:avLst/>
            <a:gdLst/>
            <a:ahLst/>
            <a:rect l="0" t="0" r="r" b="b"/>
            <a:pathLst>
              <a:path w="540" h="321">
                <a:moveTo>
                  <a:pt x="0" y="321"/>
                </a:moveTo>
                <a:lnTo>
                  <a:pt x="540" y="321"/>
                </a:lnTo>
                <a:lnTo>
                  <a:pt x="540" y="0"/>
                </a:lnTo>
                <a:lnTo>
                  <a:pt x="0" y="0"/>
                </a:lnTo>
                <a:lnTo>
                  <a:pt x="0" y="321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35" name=""/>
          <p:cNvSpPr/>
          <p:nvPr/>
        </p:nvSpPr>
        <p:spPr>
          <a:xfrm>
            <a:off x="4642200" y="2995920"/>
            <a:ext cx="194400" cy="115200"/>
          </a:xfrm>
          <a:custGeom>
            <a:avLst/>
            <a:gdLst/>
            <a:ahLst/>
            <a:rect l="0" t="0" r="r" b="b"/>
            <a:pathLst>
              <a:path w="540" h="320">
                <a:moveTo>
                  <a:pt x="0" y="320"/>
                </a:moveTo>
                <a:lnTo>
                  <a:pt x="540" y="320"/>
                </a:lnTo>
                <a:lnTo>
                  <a:pt x="540" y="0"/>
                </a:lnTo>
                <a:lnTo>
                  <a:pt x="0" y="0"/>
                </a:lnTo>
                <a:lnTo>
                  <a:pt x="0" y="3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36" name=""/>
          <p:cNvSpPr/>
          <p:nvPr/>
        </p:nvSpPr>
        <p:spPr>
          <a:xfrm>
            <a:off x="464220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37" name=""/>
          <p:cNvSpPr/>
          <p:nvPr/>
        </p:nvSpPr>
        <p:spPr>
          <a:xfrm>
            <a:off x="46422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38" name=""/>
          <p:cNvSpPr/>
          <p:nvPr/>
        </p:nvSpPr>
        <p:spPr>
          <a:xfrm>
            <a:off x="464220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39" name=""/>
          <p:cNvSpPr/>
          <p:nvPr/>
        </p:nvSpPr>
        <p:spPr>
          <a:xfrm>
            <a:off x="4642200" y="508572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40" name=""/>
          <p:cNvSpPr/>
          <p:nvPr/>
        </p:nvSpPr>
        <p:spPr>
          <a:xfrm>
            <a:off x="2532600" y="2327400"/>
            <a:ext cx="194400" cy="115200"/>
          </a:xfrm>
          <a:custGeom>
            <a:avLst/>
            <a:gdLst/>
            <a:ahLst/>
            <a:rect l="0" t="0" r="r" b="b"/>
            <a:pathLst>
              <a:path w="540" h="320">
                <a:moveTo>
                  <a:pt x="0" y="320"/>
                </a:moveTo>
                <a:lnTo>
                  <a:pt x="540" y="320"/>
                </a:lnTo>
                <a:lnTo>
                  <a:pt x="540" y="0"/>
                </a:lnTo>
                <a:lnTo>
                  <a:pt x="0" y="0"/>
                </a:lnTo>
                <a:lnTo>
                  <a:pt x="0" y="3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41" name=""/>
          <p:cNvSpPr/>
          <p:nvPr/>
        </p:nvSpPr>
        <p:spPr>
          <a:xfrm>
            <a:off x="2532600" y="2212200"/>
            <a:ext cx="194400" cy="115560"/>
          </a:xfrm>
          <a:custGeom>
            <a:avLst/>
            <a:gdLst/>
            <a:ahLst/>
            <a:rect l="0" t="0" r="r" b="b"/>
            <a:pathLst>
              <a:path w="540" h="321">
                <a:moveTo>
                  <a:pt x="0" y="321"/>
                </a:moveTo>
                <a:lnTo>
                  <a:pt x="540" y="321"/>
                </a:lnTo>
                <a:lnTo>
                  <a:pt x="540" y="0"/>
                </a:lnTo>
                <a:lnTo>
                  <a:pt x="0" y="0"/>
                </a:lnTo>
                <a:lnTo>
                  <a:pt x="0" y="321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42" name=""/>
          <p:cNvSpPr/>
          <p:nvPr/>
        </p:nvSpPr>
        <p:spPr>
          <a:xfrm>
            <a:off x="25326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43" name=""/>
          <p:cNvSpPr/>
          <p:nvPr/>
        </p:nvSpPr>
        <p:spPr>
          <a:xfrm>
            <a:off x="590796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44" name=""/>
          <p:cNvSpPr/>
          <p:nvPr/>
        </p:nvSpPr>
        <p:spPr>
          <a:xfrm>
            <a:off x="590796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45" name=""/>
          <p:cNvSpPr/>
          <p:nvPr/>
        </p:nvSpPr>
        <p:spPr>
          <a:xfrm>
            <a:off x="5486040" y="29959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46" name=""/>
          <p:cNvSpPr/>
          <p:nvPr/>
        </p:nvSpPr>
        <p:spPr>
          <a:xfrm>
            <a:off x="54860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47" name=""/>
          <p:cNvSpPr/>
          <p:nvPr/>
        </p:nvSpPr>
        <p:spPr>
          <a:xfrm>
            <a:off x="548604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48" name=""/>
          <p:cNvSpPr/>
          <p:nvPr/>
        </p:nvSpPr>
        <p:spPr>
          <a:xfrm>
            <a:off x="548604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49" name=""/>
          <p:cNvSpPr/>
          <p:nvPr/>
        </p:nvSpPr>
        <p:spPr>
          <a:xfrm>
            <a:off x="6118920" y="299592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50" name=""/>
          <p:cNvSpPr/>
          <p:nvPr/>
        </p:nvSpPr>
        <p:spPr>
          <a:xfrm>
            <a:off x="611892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51" name=""/>
          <p:cNvSpPr/>
          <p:nvPr/>
        </p:nvSpPr>
        <p:spPr>
          <a:xfrm>
            <a:off x="4853160" y="560808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52" name=""/>
          <p:cNvSpPr/>
          <p:nvPr/>
        </p:nvSpPr>
        <p:spPr>
          <a:xfrm>
            <a:off x="48531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953" name=""/>
          <p:cNvSpPr/>
          <p:nvPr/>
        </p:nvSpPr>
        <p:spPr>
          <a:xfrm>
            <a:off x="485316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54" name=""/>
          <p:cNvSpPr/>
          <p:nvPr/>
        </p:nvSpPr>
        <p:spPr>
          <a:xfrm>
            <a:off x="485316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55" name=""/>
          <p:cNvSpPr/>
          <p:nvPr/>
        </p:nvSpPr>
        <p:spPr>
          <a:xfrm>
            <a:off x="485316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56" name=""/>
          <p:cNvSpPr/>
          <p:nvPr/>
        </p:nvSpPr>
        <p:spPr>
          <a:xfrm>
            <a:off x="569700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57" name=""/>
          <p:cNvSpPr/>
          <p:nvPr/>
        </p:nvSpPr>
        <p:spPr>
          <a:xfrm>
            <a:off x="5697000" y="404064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e05a0e"/>
          </a:solidFill>
          <a:ln w="3600">
            <a:solidFill>
              <a:srgbClr val="ffffff"/>
            </a:solidFill>
            <a:miter/>
          </a:ln>
        </p:spPr>
      </p:sp>
      <p:sp>
        <p:nvSpPr>
          <p:cNvPr id="958" name=""/>
          <p:cNvSpPr/>
          <p:nvPr/>
        </p:nvSpPr>
        <p:spPr>
          <a:xfrm>
            <a:off x="569700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59" name=""/>
          <p:cNvSpPr/>
          <p:nvPr/>
        </p:nvSpPr>
        <p:spPr>
          <a:xfrm>
            <a:off x="1688400" y="66528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60" name=""/>
          <p:cNvSpPr/>
          <p:nvPr/>
        </p:nvSpPr>
        <p:spPr>
          <a:xfrm>
            <a:off x="168840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61" name=""/>
          <p:cNvSpPr/>
          <p:nvPr/>
        </p:nvSpPr>
        <p:spPr>
          <a:xfrm>
            <a:off x="1688400" y="482436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62" name=""/>
          <p:cNvSpPr/>
          <p:nvPr/>
        </p:nvSpPr>
        <p:spPr>
          <a:xfrm>
            <a:off x="37983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63" name=""/>
          <p:cNvSpPr/>
          <p:nvPr/>
        </p:nvSpPr>
        <p:spPr>
          <a:xfrm>
            <a:off x="274356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64" name=""/>
          <p:cNvSpPr/>
          <p:nvPr/>
        </p:nvSpPr>
        <p:spPr>
          <a:xfrm>
            <a:off x="2743560" y="351828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65" name=""/>
          <p:cNvSpPr/>
          <p:nvPr/>
        </p:nvSpPr>
        <p:spPr>
          <a:xfrm>
            <a:off x="738504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66" name=""/>
          <p:cNvSpPr/>
          <p:nvPr/>
        </p:nvSpPr>
        <p:spPr>
          <a:xfrm>
            <a:off x="6329880" y="2212200"/>
            <a:ext cx="194760" cy="230400"/>
          </a:xfrm>
          <a:custGeom>
            <a:avLst/>
            <a:gdLst/>
            <a:ahLst/>
            <a:rect l="0" t="0" r="r" b="b"/>
            <a:pathLst>
              <a:path w="541" h="640">
                <a:moveTo>
                  <a:pt x="0" y="640"/>
                </a:moveTo>
                <a:lnTo>
                  <a:pt x="541" y="640"/>
                </a:lnTo>
                <a:lnTo>
                  <a:pt x="541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67" name=""/>
          <p:cNvSpPr/>
          <p:nvPr/>
        </p:nvSpPr>
        <p:spPr>
          <a:xfrm>
            <a:off x="6329880" y="2473560"/>
            <a:ext cx="194760" cy="230040"/>
          </a:xfrm>
          <a:custGeom>
            <a:avLst/>
            <a:gdLst/>
            <a:ahLst/>
            <a:rect l="0" t="0" r="r" b="b"/>
            <a:pathLst>
              <a:path w="541" h="639">
                <a:moveTo>
                  <a:pt x="0" y="639"/>
                </a:moveTo>
                <a:lnTo>
                  <a:pt x="541" y="639"/>
                </a:lnTo>
                <a:lnTo>
                  <a:pt x="541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68" name=""/>
          <p:cNvSpPr/>
          <p:nvPr/>
        </p:nvSpPr>
        <p:spPr>
          <a:xfrm>
            <a:off x="29545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69" name=""/>
          <p:cNvSpPr/>
          <p:nvPr/>
        </p:nvSpPr>
        <p:spPr>
          <a:xfrm>
            <a:off x="295452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70" name=""/>
          <p:cNvSpPr/>
          <p:nvPr/>
        </p:nvSpPr>
        <p:spPr>
          <a:xfrm>
            <a:off x="6541200" y="45630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71" name=""/>
          <p:cNvSpPr/>
          <p:nvPr/>
        </p:nvSpPr>
        <p:spPr>
          <a:xfrm>
            <a:off x="6541200" y="247356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72" name=""/>
          <p:cNvSpPr/>
          <p:nvPr/>
        </p:nvSpPr>
        <p:spPr>
          <a:xfrm>
            <a:off x="5064120" y="4302000"/>
            <a:ext cx="194400" cy="230040"/>
          </a:xfrm>
          <a:custGeom>
            <a:avLst/>
            <a:gdLst/>
            <a:ahLst/>
            <a:rect l="0" t="0" r="r" b="b"/>
            <a:pathLst>
              <a:path w="540" h="639">
                <a:moveTo>
                  <a:pt x="0" y="639"/>
                </a:moveTo>
                <a:lnTo>
                  <a:pt x="540" y="639"/>
                </a:lnTo>
                <a:lnTo>
                  <a:pt x="540" y="0"/>
                </a:lnTo>
                <a:lnTo>
                  <a:pt x="0" y="0"/>
                </a:lnTo>
                <a:lnTo>
                  <a:pt x="0" y="639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73" name=""/>
          <p:cNvSpPr/>
          <p:nvPr/>
        </p:nvSpPr>
        <p:spPr>
          <a:xfrm>
            <a:off x="5064120" y="221220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974" name=""/>
          <p:cNvSpPr/>
          <p:nvPr/>
        </p:nvSpPr>
        <p:spPr>
          <a:xfrm>
            <a:off x="5064120" y="273456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75" name=""/>
          <p:cNvSpPr/>
          <p:nvPr/>
        </p:nvSpPr>
        <p:spPr>
          <a:xfrm>
            <a:off x="5064120" y="3633120"/>
            <a:ext cx="194400" cy="115560"/>
          </a:xfrm>
          <a:custGeom>
            <a:avLst/>
            <a:gdLst/>
            <a:ahLst/>
            <a:rect l="0" t="0" r="r" b="b"/>
            <a:pathLst>
              <a:path w="540" h="321">
                <a:moveTo>
                  <a:pt x="0" y="321"/>
                </a:moveTo>
                <a:lnTo>
                  <a:pt x="540" y="321"/>
                </a:lnTo>
                <a:lnTo>
                  <a:pt x="540" y="0"/>
                </a:lnTo>
                <a:lnTo>
                  <a:pt x="0" y="0"/>
                </a:lnTo>
                <a:lnTo>
                  <a:pt x="0" y="321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976" name=""/>
          <p:cNvSpPr/>
          <p:nvPr/>
        </p:nvSpPr>
        <p:spPr>
          <a:xfrm>
            <a:off x="5064120" y="3518280"/>
            <a:ext cx="194400" cy="115200"/>
          </a:xfrm>
          <a:custGeom>
            <a:avLst/>
            <a:gdLst/>
            <a:ahLst/>
            <a:rect l="0" t="0" r="r" b="b"/>
            <a:pathLst>
              <a:path w="540" h="320">
                <a:moveTo>
                  <a:pt x="0" y="320"/>
                </a:moveTo>
                <a:lnTo>
                  <a:pt x="540" y="320"/>
                </a:lnTo>
                <a:lnTo>
                  <a:pt x="540" y="0"/>
                </a:lnTo>
                <a:lnTo>
                  <a:pt x="0" y="0"/>
                </a:lnTo>
                <a:lnTo>
                  <a:pt x="0" y="32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77" name=""/>
          <p:cNvSpPr/>
          <p:nvPr/>
        </p:nvSpPr>
        <p:spPr>
          <a:xfrm>
            <a:off x="5064120" y="5346720"/>
            <a:ext cx="194400" cy="230400"/>
          </a:xfrm>
          <a:custGeom>
            <a:avLst/>
            <a:gdLst/>
            <a:ahLst/>
            <a:rect l="0" t="0" r="r" b="b"/>
            <a:pathLst>
              <a:path w="540" h="640">
                <a:moveTo>
                  <a:pt x="0" y="640"/>
                </a:moveTo>
                <a:lnTo>
                  <a:pt x="540" y="640"/>
                </a:lnTo>
                <a:lnTo>
                  <a:pt x="540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e2a47"/>
          </a:solidFill>
          <a:ln w="3600">
            <a:solidFill>
              <a:srgbClr val="ffffff"/>
            </a:solidFill>
            <a:miter/>
          </a:ln>
        </p:spPr>
      </p:sp>
      <p:sp>
        <p:nvSpPr>
          <p:cNvPr id="978" name=""/>
          <p:cNvSpPr/>
          <p:nvPr/>
        </p:nvSpPr>
        <p:spPr>
          <a:xfrm>
            <a:off x="8367480" y="2196720"/>
            <a:ext cx="1153080" cy="4976280"/>
          </a:xfrm>
          <a:custGeom>
            <a:avLst/>
            <a:gdLst/>
            <a:ahLst/>
            <a:rect l="0" t="0" r="r" b="b"/>
            <a:pathLst>
              <a:path w="3203" h="13823">
                <a:moveTo>
                  <a:pt x="0" y="13823"/>
                </a:moveTo>
                <a:lnTo>
                  <a:pt x="3203" y="13823"/>
                </a:lnTo>
                <a:lnTo>
                  <a:pt x="3203" y="0"/>
                </a:lnTo>
                <a:lnTo>
                  <a:pt x="0" y="0"/>
                </a:lnTo>
                <a:lnTo>
                  <a:pt x="0" y="1382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979" name=""/>
          <p:cNvSpPr/>
          <p:nvPr/>
        </p:nvSpPr>
        <p:spPr>
          <a:xfrm>
            <a:off x="8367480" y="7172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80" name=""/>
          <p:cNvSpPr/>
          <p:nvPr/>
        </p:nvSpPr>
        <p:spPr>
          <a:xfrm>
            <a:off x="8367480" y="7172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1" name=""/>
          <p:cNvSpPr txBox="1"/>
          <p:nvPr/>
        </p:nvSpPr>
        <p:spPr>
          <a:xfrm>
            <a:off x="355320" y="6959520"/>
            <a:ext cx="424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POLD1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82" name=""/>
          <p:cNvSpPr/>
          <p:nvPr/>
        </p:nvSpPr>
        <p:spPr>
          <a:xfrm>
            <a:off x="9061560" y="7172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83" name=""/>
          <p:cNvSpPr/>
          <p:nvPr/>
        </p:nvSpPr>
        <p:spPr>
          <a:xfrm>
            <a:off x="9061560" y="7172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4" name=""/>
          <p:cNvSpPr txBox="1"/>
          <p:nvPr/>
        </p:nvSpPr>
        <p:spPr>
          <a:xfrm>
            <a:off x="8333640" y="72421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85" name=""/>
          <p:cNvSpPr txBox="1"/>
          <p:nvPr/>
        </p:nvSpPr>
        <p:spPr>
          <a:xfrm>
            <a:off x="8992800" y="724212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86" name=""/>
          <p:cNvSpPr/>
          <p:nvPr/>
        </p:nvSpPr>
        <p:spPr>
          <a:xfrm>
            <a:off x="8367480" y="2327760"/>
            <a:ext cx="1002600" cy="91800"/>
          </a:xfrm>
          <a:custGeom>
            <a:avLst/>
            <a:gdLst/>
            <a:ahLst/>
            <a:rect l="0" t="0" r="r" b="b"/>
            <a:pathLst>
              <a:path w="2785" h="255">
                <a:moveTo>
                  <a:pt x="0" y="255"/>
                </a:moveTo>
                <a:lnTo>
                  <a:pt x="2785" y="255"/>
                </a:lnTo>
                <a:lnTo>
                  <a:pt x="2785" y="0"/>
                </a:ln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87" name=""/>
          <p:cNvSpPr/>
          <p:nvPr/>
        </p:nvSpPr>
        <p:spPr>
          <a:xfrm>
            <a:off x="8367480" y="2589480"/>
            <a:ext cx="617040" cy="92160"/>
          </a:xfrm>
          <a:custGeom>
            <a:avLst/>
            <a:gdLst/>
            <a:ahLst/>
            <a:rect l="0" t="0" r="r" b="b"/>
            <a:pathLst>
              <a:path w="1714" h="256">
                <a:moveTo>
                  <a:pt x="0" y="256"/>
                </a:moveTo>
                <a:lnTo>
                  <a:pt x="1714" y="256"/>
                </a:lnTo>
                <a:lnTo>
                  <a:pt x="1714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88" name=""/>
          <p:cNvSpPr/>
          <p:nvPr/>
        </p:nvSpPr>
        <p:spPr>
          <a:xfrm>
            <a:off x="8367480" y="2851200"/>
            <a:ext cx="385920" cy="92160"/>
          </a:xfrm>
          <a:custGeom>
            <a:avLst/>
            <a:gdLst/>
            <a:ahLst/>
            <a:rect l="0" t="0" r="r" b="b"/>
            <a:pathLst>
              <a:path w="1072" h="256">
                <a:moveTo>
                  <a:pt x="0" y="256"/>
                </a:moveTo>
                <a:lnTo>
                  <a:pt x="1072" y="256"/>
                </a:lnTo>
                <a:lnTo>
                  <a:pt x="1072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89" name=""/>
          <p:cNvSpPr/>
          <p:nvPr/>
        </p:nvSpPr>
        <p:spPr>
          <a:xfrm>
            <a:off x="8367480" y="3113280"/>
            <a:ext cx="308880" cy="92160"/>
          </a:xfrm>
          <a:custGeom>
            <a:avLst/>
            <a:gdLst/>
            <a:ahLst/>
            <a:rect l="0" t="0" r="r" b="b"/>
            <a:pathLst>
              <a:path w="858" h="256">
                <a:moveTo>
                  <a:pt x="0" y="256"/>
                </a:moveTo>
                <a:lnTo>
                  <a:pt x="858" y="256"/>
                </a:lnTo>
                <a:lnTo>
                  <a:pt x="858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0" name=""/>
          <p:cNvSpPr/>
          <p:nvPr/>
        </p:nvSpPr>
        <p:spPr>
          <a:xfrm>
            <a:off x="8367480" y="3375000"/>
            <a:ext cx="0" cy="91800"/>
          </a:xfrm>
          <a:custGeom>
            <a:avLst/>
            <a:gdLst/>
            <a:ahLst/>
            <a:rect l="0" t="0" r="r" b="b"/>
            <a:pathLst>
              <a:path w="0" h="255">
                <a:moveTo>
                  <a:pt x="0" y="255"/>
                </a:move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1" name=""/>
          <p:cNvSpPr/>
          <p:nvPr/>
        </p:nvSpPr>
        <p:spPr>
          <a:xfrm>
            <a:off x="8367480" y="3637080"/>
            <a:ext cx="154800" cy="92160"/>
          </a:xfrm>
          <a:custGeom>
            <a:avLst/>
            <a:gdLst/>
            <a:ahLst/>
            <a:rect l="0" t="0" r="r" b="b"/>
            <a:pathLst>
              <a:path w="430" h="256">
                <a:moveTo>
                  <a:pt x="0" y="256"/>
                </a:moveTo>
                <a:lnTo>
                  <a:pt x="430" y="256"/>
                </a:lnTo>
                <a:lnTo>
                  <a:pt x="430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2" name=""/>
          <p:cNvSpPr/>
          <p:nvPr/>
        </p:nvSpPr>
        <p:spPr>
          <a:xfrm>
            <a:off x="8367480" y="3898800"/>
            <a:ext cx="77760" cy="92160"/>
          </a:xfrm>
          <a:custGeom>
            <a:avLst/>
            <a:gdLst/>
            <a:ahLst/>
            <a:rect l="0" t="0" r="r" b="b"/>
            <a:pathLst>
              <a:path w="216" h="256">
                <a:moveTo>
                  <a:pt x="0" y="256"/>
                </a:moveTo>
                <a:lnTo>
                  <a:pt x="216" y="256"/>
                </a:lnTo>
                <a:lnTo>
                  <a:pt x="216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3" name=""/>
          <p:cNvSpPr/>
          <p:nvPr/>
        </p:nvSpPr>
        <p:spPr>
          <a:xfrm>
            <a:off x="8367480" y="4160880"/>
            <a:ext cx="154800" cy="92160"/>
          </a:xfrm>
          <a:custGeom>
            <a:avLst/>
            <a:gdLst/>
            <a:ahLst/>
            <a:rect l="0" t="0" r="r" b="b"/>
            <a:pathLst>
              <a:path w="430" h="256">
                <a:moveTo>
                  <a:pt x="0" y="256"/>
                </a:moveTo>
                <a:lnTo>
                  <a:pt x="430" y="256"/>
                </a:lnTo>
                <a:lnTo>
                  <a:pt x="430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4" name=""/>
          <p:cNvSpPr/>
          <p:nvPr/>
        </p:nvSpPr>
        <p:spPr>
          <a:xfrm>
            <a:off x="8367480" y="4422600"/>
            <a:ext cx="154800" cy="92160"/>
          </a:xfrm>
          <a:custGeom>
            <a:avLst/>
            <a:gdLst/>
            <a:ahLst/>
            <a:rect l="0" t="0" r="r" b="b"/>
            <a:pathLst>
              <a:path w="430" h="256">
                <a:moveTo>
                  <a:pt x="0" y="256"/>
                </a:moveTo>
                <a:lnTo>
                  <a:pt x="430" y="256"/>
                </a:lnTo>
                <a:lnTo>
                  <a:pt x="430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5" name=""/>
          <p:cNvSpPr/>
          <p:nvPr/>
        </p:nvSpPr>
        <p:spPr>
          <a:xfrm>
            <a:off x="8367480" y="4684680"/>
            <a:ext cx="154800" cy="91800"/>
          </a:xfrm>
          <a:custGeom>
            <a:avLst/>
            <a:gdLst/>
            <a:ahLst/>
            <a:rect l="0" t="0" r="r" b="b"/>
            <a:pathLst>
              <a:path w="430" h="255">
                <a:moveTo>
                  <a:pt x="0" y="255"/>
                </a:moveTo>
                <a:lnTo>
                  <a:pt x="430" y="255"/>
                </a:lnTo>
                <a:lnTo>
                  <a:pt x="430" y="0"/>
                </a:ln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6" name=""/>
          <p:cNvSpPr/>
          <p:nvPr/>
        </p:nvSpPr>
        <p:spPr>
          <a:xfrm>
            <a:off x="8367480" y="4946400"/>
            <a:ext cx="77760" cy="92160"/>
          </a:xfrm>
          <a:custGeom>
            <a:avLst/>
            <a:gdLst/>
            <a:ahLst/>
            <a:rect l="0" t="0" r="r" b="b"/>
            <a:pathLst>
              <a:path w="216" h="256">
                <a:moveTo>
                  <a:pt x="0" y="256"/>
                </a:moveTo>
                <a:lnTo>
                  <a:pt x="216" y="256"/>
                </a:lnTo>
                <a:lnTo>
                  <a:pt x="216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7" name=""/>
          <p:cNvSpPr/>
          <p:nvPr/>
        </p:nvSpPr>
        <p:spPr>
          <a:xfrm>
            <a:off x="8367480" y="5208480"/>
            <a:ext cx="77760" cy="91800"/>
          </a:xfrm>
          <a:custGeom>
            <a:avLst/>
            <a:gdLst/>
            <a:ahLst/>
            <a:rect l="0" t="0" r="r" b="b"/>
            <a:pathLst>
              <a:path w="216" h="255">
                <a:moveTo>
                  <a:pt x="0" y="255"/>
                </a:moveTo>
                <a:lnTo>
                  <a:pt x="216" y="255"/>
                </a:lnTo>
                <a:lnTo>
                  <a:pt x="216" y="0"/>
                </a:ln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8" name=""/>
          <p:cNvSpPr/>
          <p:nvPr/>
        </p:nvSpPr>
        <p:spPr>
          <a:xfrm>
            <a:off x="8367480" y="5470200"/>
            <a:ext cx="77760" cy="92160"/>
          </a:xfrm>
          <a:custGeom>
            <a:avLst/>
            <a:gdLst/>
            <a:ahLst/>
            <a:rect l="0" t="0" r="r" b="b"/>
            <a:pathLst>
              <a:path w="216" h="256">
                <a:moveTo>
                  <a:pt x="0" y="256"/>
                </a:moveTo>
                <a:lnTo>
                  <a:pt x="216" y="256"/>
                </a:lnTo>
                <a:lnTo>
                  <a:pt x="216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999" name=""/>
          <p:cNvSpPr/>
          <p:nvPr/>
        </p:nvSpPr>
        <p:spPr>
          <a:xfrm>
            <a:off x="8367480" y="5732280"/>
            <a:ext cx="77760" cy="91800"/>
          </a:xfrm>
          <a:custGeom>
            <a:avLst/>
            <a:gdLst/>
            <a:ahLst/>
            <a:rect l="0" t="0" r="r" b="b"/>
            <a:pathLst>
              <a:path w="216" h="255">
                <a:moveTo>
                  <a:pt x="0" y="255"/>
                </a:moveTo>
                <a:lnTo>
                  <a:pt x="216" y="255"/>
                </a:lnTo>
                <a:lnTo>
                  <a:pt x="216" y="0"/>
                </a:ln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1000" name=""/>
          <p:cNvSpPr/>
          <p:nvPr/>
        </p:nvSpPr>
        <p:spPr>
          <a:xfrm>
            <a:off x="8367480" y="5994000"/>
            <a:ext cx="77760" cy="92160"/>
          </a:xfrm>
          <a:custGeom>
            <a:avLst/>
            <a:gdLst/>
            <a:ahLst/>
            <a:rect l="0" t="0" r="r" b="b"/>
            <a:pathLst>
              <a:path w="216" h="256">
                <a:moveTo>
                  <a:pt x="0" y="256"/>
                </a:moveTo>
                <a:lnTo>
                  <a:pt x="216" y="256"/>
                </a:lnTo>
                <a:lnTo>
                  <a:pt x="216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1001" name=""/>
          <p:cNvSpPr/>
          <p:nvPr/>
        </p:nvSpPr>
        <p:spPr>
          <a:xfrm>
            <a:off x="8367480" y="6256080"/>
            <a:ext cx="0" cy="91440"/>
          </a:xfrm>
          <a:custGeom>
            <a:avLst/>
            <a:gdLst/>
            <a:ahLst/>
            <a:rect l="0" t="0" r="r" b="b"/>
            <a:pathLst>
              <a:path w="0" h="254">
                <a:moveTo>
                  <a:pt x="0" y="254"/>
                </a:moveTo>
                <a:lnTo>
                  <a:pt x="0" y="0"/>
                </a:lnTo>
                <a:lnTo>
                  <a:pt x="0" y="254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1002" name=""/>
          <p:cNvSpPr/>
          <p:nvPr/>
        </p:nvSpPr>
        <p:spPr>
          <a:xfrm>
            <a:off x="8367480" y="6517800"/>
            <a:ext cx="77760" cy="92160"/>
          </a:xfrm>
          <a:custGeom>
            <a:avLst/>
            <a:gdLst/>
            <a:ahLst/>
            <a:rect l="0" t="0" r="r" b="b"/>
            <a:pathLst>
              <a:path w="216" h="256">
                <a:moveTo>
                  <a:pt x="0" y="256"/>
                </a:moveTo>
                <a:lnTo>
                  <a:pt x="216" y="256"/>
                </a:lnTo>
                <a:lnTo>
                  <a:pt x="216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1003" name=""/>
          <p:cNvSpPr/>
          <p:nvPr/>
        </p:nvSpPr>
        <p:spPr>
          <a:xfrm>
            <a:off x="8367480" y="6779880"/>
            <a:ext cx="0" cy="91440"/>
          </a:xfrm>
          <a:custGeom>
            <a:avLst/>
            <a:gdLst/>
            <a:ahLst/>
            <a:rect l="0" t="0" r="r" b="b"/>
            <a:pathLst>
              <a:path w="0" h="254">
                <a:moveTo>
                  <a:pt x="0" y="254"/>
                </a:moveTo>
                <a:lnTo>
                  <a:pt x="0" y="0"/>
                </a:lnTo>
                <a:lnTo>
                  <a:pt x="0" y="254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1004" name=""/>
          <p:cNvSpPr/>
          <p:nvPr/>
        </p:nvSpPr>
        <p:spPr>
          <a:xfrm>
            <a:off x="8367480" y="7041600"/>
            <a:ext cx="77760" cy="92160"/>
          </a:xfrm>
          <a:custGeom>
            <a:avLst/>
            <a:gdLst/>
            <a:ahLst/>
            <a:rect l="0" t="0" r="r" b="b"/>
            <a:pathLst>
              <a:path w="216" h="256">
                <a:moveTo>
                  <a:pt x="0" y="256"/>
                </a:moveTo>
                <a:lnTo>
                  <a:pt x="216" y="256"/>
                </a:lnTo>
                <a:lnTo>
                  <a:pt x="216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1005" name=""/>
          <p:cNvSpPr/>
          <p:nvPr/>
        </p:nvSpPr>
        <p:spPr>
          <a:xfrm>
            <a:off x="8367480" y="2235960"/>
            <a:ext cx="898200" cy="92160"/>
          </a:xfrm>
          <a:custGeom>
            <a:avLst/>
            <a:gdLst/>
            <a:ahLst/>
            <a:rect l="0" t="0" r="r" b="b"/>
            <a:pathLst>
              <a:path w="2495" h="256">
                <a:moveTo>
                  <a:pt x="0" y="256"/>
                </a:moveTo>
                <a:lnTo>
                  <a:pt x="2495" y="256"/>
                </a:lnTo>
                <a:lnTo>
                  <a:pt x="2495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06" name=""/>
          <p:cNvSpPr/>
          <p:nvPr/>
        </p:nvSpPr>
        <p:spPr>
          <a:xfrm>
            <a:off x="8367480" y="2497680"/>
            <a:ext cx="572040" cy="92160"/>
          </a:xfrm>
          <a:custGeom>
            <a:avLst/>
            <a:gdLst/>
            <a:ahLst/>
            <a:rect l="0" t="0" r="r" b="b"/>
            <a:pathLst>
              <a:path w="1589" h="256">
                <a:moveTo>
                  <a:pt x="0" y="256"/>
                </a:moveTo>
                <a:lnTo>
                  <a:pt x="1589" y="256"/>
                </a:lnTo>
                <a:lnTo>
                  <a:pt x="1589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07" name=""/>
          <p:cNvSpPr/>
          <p:nvPr/>
        </p:nvSpPr>
        <p:spPr>
          <a:xfrm>
            <a:off x="8367480" y="2759760"/>
            <a:ext cx="408600" cy="91800"/>
          </a:xfrm>
          <a:custGeom>
            <a:avLst/>
            <a:gdLst/>
            <a:ahLst/>
            <a:rect l="0" t="0" r="r" b="b"/>
            <a:pathLst>
              <a:path w="1135" h="255">
                <a:moveTo>
                  <a:pt x="0" y="255"/>
                </a:moveTo>
                <a:lnTo>
                  <a:pt x="1135" y="255"/>
                </a:lnTo>
                <a:lnTo>
                  <a:pt x="1135" y="0"/>
                </a:ln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08" name=""/>
          <p:cNvSpPr/>
          <p:nvPr/>
        </p:nvSpPr>
        <p:spPr>
          <a:xfrm>
            <a:off x="8367480" y="3021480"/>
            <a:ext cx="82080" cy="92160"/>
          </a:xfrm>
          <a:custGeom>
            <a:avLst/>
            <a:gdLst/>
            <a:ahLst/>
            <a:rect l="0" t="0" r="r" b="b"/>
            <a:pathLst>
              <a:path w="228" h="256">
                <a:moveTo>
                  <a:pt x="0" y="256"/>
                </a:moveTo>
                <a:lnTo>
                  <a:pt x="228" y="256"/>
                </a:lnTo>
                <a:lnTo>
                  <a:pt x="228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09" name=""/>
          <p:cNvSpPr/>
          <p:nvPr/>
        </p:nvSpPr>
        <p:spPr>
          <a:xfrm>
            <a:off x="8367480" y="3283560"/>
            <a:ext cx="245520" cy="91800"/>
          </a:xfrm>
          <a:custGeom>
            <a:avLst/>
            <a:gdLst/>
            <a:ahLst/>
            <a:rect l="0" t="0" r="r" b="b"/>
            <a:pathLst>
              <a:path w="682" h="255">
                <a:moveTo>
                  <a:pt x="0" y="255"/>
                </a:moveTo>
                <a:lnTo>
                  <a:pt x="682" y="255"/>
                </a:lnTo>
                <a:lnTo>
                  <a:pt x="682" y="0"/>
                </a:ln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0" name=""/>
          <p:cNvSpPr/>
          <p:nvPr/>
        </p:nvSpPr>
        <p:spPr>
          <a:xfrm>
            <a:off x="8367480" y="3545280"/>
            <a:ext cx="82080" cy="92160"/>
          </a:xfrm>
          <a:custGeom>
            <a:avLst/>
            <a:gdLst/>
            <a:ahLst/>
            <a:rect l="0" t="0" r="r" b="b"/>
            <a:pathLst>
              <a:path w="228" h="256">
                <a:moveTo>
                  <a:pt x="0" y="256"/>
                </a:moveTo>
                <a:lnTo>
                  <a:pt x="228" y="256"/>
                </a:lnTo>
                <a:lnTo>
                  <a:pt x="228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1" name=""/>
          <p:cNvSpPr/>
          <p:nvPr/>
        </p:nvSpPr>
        <p:spPr>
          <a:xfrm>
            <a:off x="8367480" y="3807360"/>
            <a:ext cx="82080" cy="91800"/>
          </a:xfrm>
          <a:custGeom>
            <a:avLst/>
            <a:gdLst/>
            <a:ahLst/>
            <a:rect l="0" t="0" r="r" b="b"/>
            <a:pathLst>
              <a:path w="228" h="255">
                <a:moveTo>
                  <a:pt x="0" y="255"/>
                </a:moveTo>
                <a:lnTo>
                  <a:pt x="228" y="255"/>
                </a:lnTo>
                <a:lnTo>
                  <a:pt x="228" y="0"/>
                </a:ln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2" name=""/>
          <p:cNvSpPr/>
          <p:nvPr/>
        </p:nvSpPr>
        <p:spPr>
          <a:xfrm>
            <a:off x="8367480" y="4069080"/>
            <a:ext cx="0" cy="91800"/>
          </a:xfrm>
          <a:custGeom>
            <a:avLst/>
            <a:gdLst/>
            <a:ahLst/>
            <a:rect l="0" t="0" r="r" b="b"/>
            <a:pathLst>
              <a:path w="0" h="255">
                <a:moveTo>
                  <a:pt x="0" y="255"/>
                </a:move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3" name=""/>
          <p:cNvSpPr/>
          <p:nvPr/>
        </p:nvSpPr>
        <p:spPr>
          <a:xfrm>
            <a:off x="8367480" y="4331160"/>
            <a:ext cx="0" cy="91440"/>
          </a:xfrm>
          <a:custGeom>
            <a:avLst/>
            <a:gdLst/>
            <a:ahLst/>
            <a:rect l="0" t="0" r="r" b="b"/>
            <a:pathLst>
              <a:path w="0" h="254">
                <a:moveTo>
                  <a:pt x="0" y="254"/>
                </a:moveTo>
                <a:lnTo>
                  <a:pt x="0" y="0"/>
                </a:lnTo>
                <a:lnTo>
                  <a:pt x="0" y="254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4" name=""/>
          <p:cNvSpPr/>
          <p:nvPr/>
        </p:nvSpPr>
        <p:spPr>
          <a:xfrm>
            <a:off x="8367480" y="4592880"/>
            <a:ext cx="0" cy="91800"/>
          </a:xfrm>
          <a:custGeom>
            <a:avLst/>
            <a:gdLst/>
            <a:ahLst/>
            <a:rect l="0" t="0" r="r" b="b"/>
            <a:pathLst>
              <a:path w="0" h="255">
                <a:moveTo>
                  <a:pt x="0" y="255"/>
                </a:move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5" name=""/>
          <p:cNvSpPr/>
          <p:nvPr/>
        </p:nvSpPr>
        <p:spPr>
          <a:xfrm>
            <a:off x="8367480" y="4854960"/>
            <a:ext cx="82080" cy="91800"/>
          </a:xfrm>
          <a:custGeom>
            <a:avLst/>
            <a:gdLst/>
            <a:ahLst/>
            <a:rect l="0" t="0" r="r" b="b"/>
            <a:pathLst>
              <a:path w="228" h="255">
                <a:moveTo>
                  <a:pt x="0" y="255"/>
                </a:moveTo>
                <a:lnTo>
                  <a:pt x="228" y="255"/>
                </a:lnTo>
                <a:lnTo>
                  <a:pt x="228" y="0"/>
                </a:ln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6" name=""/>
          <p:cNvSpPr/>
          <p:nvPr/>
        </p:nvSpPr>
        <p:spPr>
          <a:xfrm>
            <a:off x="8367480" y="5116680"/>
            <a:ext cx="82080" cy="92160"/>
          </a:xfrm>
          <a:custGeom>
            <a:avLst/>
            <a:gdLst/>
            <a:ahLst/>
            <a:rect l="0" t="0" r="r" b="b"/>
            <a:pathLst>
              <a:path w="228" h="256">
                <a:moveTo>
                  <a:pt x="0" y="256"/>
                </a:moveTo>
                <a:lnTo>
                  <a:pt x="228" y="256"/>
                </a:lnTo>
                <a:lnTo>
                  <a:pt x="228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7" name=""/>
          <p:cNvSpPr/>
          <p:nvPr/>
        </p:nvSpPr>
        <p:spPr>
          <a:xfrm>
            <a:off x="8367480" y="5378760"/>
            <a:ext cx="0" cy="91440"/>
          </a:xfrm>
          <a:custGeom>
            <a:avLst/>
            <a:gdLst/>
            <a:ahLst/>
            <a:rect l="0" t="0" r="r" b="b"/>
            <a:pathLst>
              <a:path w="0" h="254">
                <a:moveTo>
                  <a:pt x="0" y="254"/>
                </a:moveTo>
                <a:lnTo>
                  <a:pt x="0" y="0"/>
                </a:lnTo>
                <a:lnTo>
                  <a:pt x="0" y="254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8" name=""/>
          <p:cNvSpPr/>
          <p:nvPr/>
        </p:nvSpPr>
        <p:spPr>
          <a:xfrm>
            <a:off x="8367480" y="5640480"/>
            <a:ext cx="0" cy="91800"/>
          </a:xfrm>
          <a:custGeom>
            <a:avLst/>
            <a:gdLst/>
            <a:ahLst/>
            <a:rect l="0" t="0" r="r" b="b"/>
            <a:pathLst>
              <a:path w="0" h="255">
                <a:moveTo>
                  <a:pt x="0" y="255"/>
                </a:moveTo>
                <a:lnTo>
                  <a:pt x="0" y="0"/>
                </a:lnTo>
                <a:lnTo>
                  <a:pt x="0" y="255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19" name=""/>
          <p:cNvSpPr/>
          <p:nvPr/>
        </p:nvSpPr>
        <p:spPr>
          <a:xfrm>
            <a:off x="8367480" y="5902560"/>
            <a:ext cx="0" cy="91440"/>
          </a:xfrm>
          <a:custGeom>
            <a:avLst/>
            <a:gdLst/>
            <a:ahLst/>
            <a:rect l="0" t="0" r="r" b="b"/>
            <a:pathLst>
              <a:path w="0" h="254">
                <a:moveTo>
                  <a:pt x="0" y="254"/>
                </a:moveTo>
                <a:lnTo>
                  <a:pt x="0" y="0"/>
                </a:lnTo>
                <a:lnTo>
                  <a:pt x="0" y="254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20" name=""/>
          <p:cNvSpPr/>
          <p:nvPr/>
        </p:nvSpPr>
        <p:spPr>
          <a:xfrm>
            <a:off x="8367480" y="6164280"/>
            <a:ext cx="82080" cy="92160"/>
          </a:xfrm>
          <a:custGeom>
            <a:avLst/>
            <a:gdLst/>
            <a:ahLst/>
            <a:rect l="0" t="0" r="r" b="b"/>
            <a:pathLst>
              <a:path w="228" h="256">
                <a:moveTo>
                  <a:pt x="0" y="256"/>
                </a:moveTo>
                <a:lnTo>
                  <a:pt x="228" y="256"/>
                </a:lnTo>
                <a:lnTo>
                  <a:pt x="228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21" name=""/>
          <p:cNvSpPr/>
          <p:nvPr/>
        </p:nvSpPr>
        <p:spPr>
          <a:xfrm>
            <a:off x="8367480" y="6426360"/>
            <a:ext cx="0" cy="91440"/>
          </a:xfrm>
          <a:custGeom>
            <a:avLst/>
            <a:gdLst/>
            <a:ahLst/>
            <a:rect l="0" t="0" r="r" b="b"/>
            <a:pathLst>
              <a:path w="0" h="254">
                <a:moveTo>
                  <a:pt x="0" y="254"/>
                </a:moveTo>
                <a:lnTo>
                  <a:pt x="0" y="0"/>
                </a:lnTo>
                <a:lnTo>
                  <a:pt x="0" y="254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22" name=""/>
          <p:cNvSpPr/>
          <p:nvPr/>
        </p:nvSpPr>
        <p:spPr>
          <a:xfrm>
            <a:off x="8367480" y="6688080"/>
            <a:ext cx="82080" cy="92160"/>
          </a:xfrm>
          <a:custGeom>
            <a:avLst/>
            <a:gdLst/>
            <a:ahLst/>
            <a:rect l="0" t="0" r="r" b="b"/>
            <a:pathLst>
              <a:path w="228" h="256">
                <a:moveTo>
                  <a:pt x="0" y="256"/>
                </a:moveTo>
                <a:lnTo>
                  <a:pt x="228" y="256"/>
                </a:lnTo>
                <a:lnTo>
                  <a:pt x="228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23" name=""/>
          <p:cNvSpPr/>
          <p:nvPr/>
        </p:nvSpPr>
        <p:spPr>
          <a:xfrm>
            <a:off x="8367480" y="6950160"/>
            <a:ext cx="0" cy="91440"/>
          </a:xfrm>
          <a:custGeom>
            <a:avLst/>
            <a:gdLst/>
            <a:ahLst/>
            <a:rect l="0" t="0" r="r" b="b"/>
            <a:pathLst>
              <a:path w="0" h="254">
                <a:moveTo>
                  <a:pt x="0" y="254"/>
                </a:moveTo>
                <a:lnTo>
                  <a:pt x="0" y="0"/>
                </a:lnTo>
                <a:lnTo>
                  <a:pt x="0" y="254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24" name=""/>
          <p:cNvSpPr/>
          <p:nvPr/>
        </p:nvSpPr>
        <p:spPr>
          <a:xfrm flipV="1">
            <a:off x="8367480" y="2196720"/>
            <a:ext cx="0" cy="49759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25" name=""/>
          <p:cNvSpPr/>
          <p:nvPr/>
        </p:nvSpPr>
        <p:spPr>
          <a:xfrm>
            <a:off x="8367480" y="7172640"/>
            <a:ext cx="11527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26" name=""/>
          <p:cNvSpPr/>
          <p:nvPr/>
        </p:nvSpPr>
        <p:spPr>
          <a:xfrm>
            <a:off x="8796240" y="67978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1027" name=""/>
          <p:cNvSpPr txBox="1"/>
          <p:nvPr/>
        </p:nvSpPr>
        <p:spPr>
          <a:xfrm>
            <a:off x="8554680" y="7395480"/>
            <a:ext cx="775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% mutated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28" name=""/>
          <p:cNvSpPr/>
          <p:nvPr/>
        </p:nvSpPr>
        <p:spPr>
          <a:xfrm>
            <a:off x="8796240" y="696600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1029" name=""/>
          <p:cNvSpPr txBox="1"/>
          <p:nvPr/>
        </p:nvSpPr>
        <p:spPr>
          <a:xfrm>
            <a:off x="9116640" y="6772320"/>
            <a:ext cx="302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30" name=""/>
          <p:cNvSpPr/>
          <p:nvPr/>
        </p:nvSpPr>
        <p:spPr>
          <a:xfrm>
            <a:off x="9667440" y="2209680"/>
            <a:ext cx="100080" cy="223200"/>
          </a:xfrm>
          <a:custGeom>
            <a:avLst/>
            <a:gdLst/>
            <a:ahLst/>
            <a:rect l="0" t="0" r="r" b="b"/>
            <a:pathLst>
              <a:path w="278" h="620">
                <a:moveTo>
                  <a:pt x="0" y="620"/>
                </a:moveTo>
                <a:lnTo>
                  <a:pt x="278" y="620"/>
                </a:lnTo>
                <a:lnTo>
                  <a:pt x="278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00567d"/>
          </a:solidFill>
          <a:ln w="3600">
            <a:solidFill>
              <a:srgbClr val="ffffff"/>
            </a:solidFill>
            <a:miter/>
          </a:ln>
        </p:spPr>
      </p:sp>
      <p:sp>
        <p:nvSpPr>
          <p:cNvPr id="1031" name=""/>
          <p:cNvSpPr/>
          <p:nvPr/>
        </p:nvSpPr>
        <p:spPr>
          <a:xfrm>
            <a:off x="9667440" y="247176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c96806"/>
          </a:solidFill>
          <a:ln w="3600">
            <a:solidFill>
              <a:srgbClr val="ffffff"/>
            </a:solidFill>
            <a:miter/>
          </a:ln>
        </p:spPr>
      </p:sp>
      <p:sp>
        <p:nvSpPr>
          <p:cNvPr id="1032" name=""/>
          <p:cNvSpPr/>
          <p:nvPr/>
        </p:nvSpPr>
        <p:spPr>
          <a:xfrm>
            <a:off x="9667440" y="27334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33" name=""/>
          <p:cNvSpPr/>
          <p:nvPr/>
        </p:nvSpPr>
        <p:spPr>
          <a:xfrm>
            <a:off x="9667440" y="299556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b8a000"/>
          </a:solidFill>
          <a:ln w="3600">
            <a:solidFill>
              <a:srgbClr val="ffffff"/>
            </a:solidFill>
            <a:miter/>
          </a:ln>
        </p:spPr>
      </p:sp>
      <p:sp>
        <p:nvSpPr>
          <p:cNvPr id="1034" name=""/>
          <p:cNvSpPr/>
          <p:nvPr/>
        </p:nvSpPr>
        <p:spPr>
          <a:xfrm>
            <a:off x="9667440" y="32572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4a5565"/>
          </a:solidFill>
          <a:ln w="3600">
            <a:solidFill>
              <a:srgbClr val="ffffff"/>
            </a:solidFill>
            <a:miter/>
          </a:ln>
        </p:spPr>
      </p:sp>
      <p:sp>
        <p:nvSpPr>
          <p:cNvPr id="1035" name=""/>
          <p:cNvSpPr/>
          <p:nvPr/>
        </p:nvSpPr>
        <p:spPr>
          <a:xfrm>
            <a:off x="9667440" y="351936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0099b8"/>
          </a:solidFill>
          <a:ln w="3600">
            <a:solidFill>
              <a:srgbClr val="ffffff"/>
            </a:solidFill>
            <a:miter/>
          </a:ln>
        </p:spPr>
      </p:sp>
      <p:sp>
        <p:nvSpPr>
          <p:cNvPr id="1036" name=""/>
          <p:cNvSpPr/>
          <p:nvPr/>
        </p:nvSpPr>
        <p:spPr>
          <a:xfrm>
            <a:off x="9667440" y="37810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4a5565"/>
          </a:solidFill>
          <a:ln w="3600">
            <a:solidFill>
              <a:srgbClr val="ffffff"/>
            </a:solidFill>
            <a:miter/>
          </a:ln>
        </p:spPr>
      </p:sp>
      <p:sp>
        <p:nvSpPr>
          <p:cNvPr id="1037" name=""/>
          <p:cNvSpPr/>
          <p:nvPr/>
        </p:nvSpPr>
        <p:spPr>
          <a:xfrm>
            <a:off x="9667440" y="404316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00567d"/>
          </a:solidFill>
          <a:ln w="3600">
            <a:solidFill>
              <a:srgbClr val="ffffff"/>
            </a:solidFill>
            <a:miter/>
          </a:ln>
        </p:spPr>
      </p:sp>
      <p:sp>
        <p:nvSpPr>
          <p:cNvPr id="1038" name=""/>
          <p:cNvSpPr/>
          <p:nvPr/>
        </p:nvSpPr>
        <p:spPr>
          <a:xfrm>
            <a:off x="9667440" y="43048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7a3aad"/>
          </a:solidFill>
          <a:ln w="3600">
            <a:solidFill>
              <a:srgbClr val="ffffff"/>
            </a:solidFill>
            <a:miter/>
          </a:ln>
        </p:spPr>
      </p:sp>
      <p:sp>
        <p:nvSpPr>
          <p:cNvPr id="1039" name=""/>
          <p:cNvSpPr/>
          <p:nvPr/>
        </p:nvSpPr>
        <p:spPr>
          <a:xfrm>
            <a:off x="9667440" y="4566600"/>
            <a:ext cx="100080" cy="223200"/>
          </a:xfrm>
          <a:custGeom>
            <a:avLst/>
            <a:gdLst/>
            <a:ahLst/>
            <a:rect l="0" t="0" r="r" b="b"/>
            <a:pathLst>
              <a:path w="278" h="620">
                <a:moveTo>
                  <a:pt x="0" y="620"/>
                </a:moveTo>
                <a:lnTo>
                  <a:pt x="278" y="620"/>
                </a:lnTo>
                <a:lnTo>
                  <a:pt x="278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40" name=""/>
          <p:cNvSpPr/>
          <p:nvPr/>
        </p:nvSpPr>
        <p:spPr>
          <a:xfrm>
            <a:off x="9667440" y="48286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ad2974"/>
          </a:solidFill>
          <a:ln w="3600">
            <a:solidFill>
              <a:srgbClr val="ffffff"/>
            </a:solidFill>
            <a:miter/>
          </a:ln>
        </p:spPr>
      </p:sp>
      <p:sp>
        <p:nvSpPr>
          <p:cNvPr id="1041" name=""/>
          <p:cNvSpPr/>
          <p:nvPr/>
        </p:nvSpPr>
        <p:spPr>
          <a:xfrm>
            <a:off x="9667440" y="5090400"/>
            <a:ext cx="100080" cy="223200"/>
          </a:xfrm>
          <a:custGeom>
            <a:avLst/>
            <a:gdLst/>
            <a:ahLst/>
            <a:rect l="0" t="0" r="r" b="b"/>
            <a:pathLst>
              <a:path w="278" h="620">
                <a:moveTo>
                  <a:pt x="0" y="620"/>
                </a:moveTo>
                <a:lnTo>
                  <a:pt x="278" y="620"/>
                </a:lnTo>
                <a:lnTo>
                  <a:pt x="278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6a4c24"/>
          </a:solidFill>
          <a:ln w="3600">
            <a:solidFill>
              <a:srgbClr val="ffffff"/>
            </a:solidFill>
            <a:miter/>
          </a:ln>
        </p:spPr>
      </p:sp>
      <p:sp>
        <p:nvSpPr>
          <p:cNvPr id="1042" name=""/>
          <p:cNvSpPr/>
          <p:nvPr/>
        </p:nvSpPr>
        <p:spPr>
          <a:xfrm>
            <a:off x="9667440" y="53524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00567d"/>
          </a:solidFill>
          <a:ln w="3600">
            <a:solidFill>
              <a:srgbClr val="ffffff"/>
            </a:solidFill>
            <a:miter/>
          </a:ln>
        </p:spPr>
      </p:sp>
      <p:sp>
        <p:nvSpPr>
          <p:cNvPr id="1043" name=""/>
          <p:cNvSpPr/>
          <p:nvPr/>
        </p:nvSpPr>
        <p:spPr>
          <a:xfrm>
            <a:off x="9667440" y="5614200"/>
            <a:ext cx="100080" cy="223200"/>
          </a:xfrm>
          <a:custGeom>
            <a:avLst/>
            <a:gdLst/>
            <a:ahLst/>
            <a:rect l="0" t="0" r="r" b="b"/>
            <a:pathLst>
              <a:path w="278" h="620">
                <a:moveTo>
                  <a:pt x="0" y="620"/>
                </a:moveTo>
                <a:lnTo>
                  <a:pt x="278" y="620"/>
                </a:lnTo>
                <a:lnTo>
                  <a:pt x="278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00567d"/>
          </a:solidFill>
          <a:ln w="3600">
            <a:solidFill>
              <a:srgbClr val="ffffff"/>
            </a:solidFill>
            <a:miter/>
          </a:ln>
        </p:spPr>
      </p:sp>
      <p:sp>
        <p:nvSpPr>
          <p:cNvPr id="1044" name=""/>
          <p:cNvSpPr/>
          <p:nvPr/>
        </p:nvSpPr>
        <p:spPr>
          <a:xfrm>
            <a:off x="9667440" y="58762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0099b8"/>
          </a:solidFill>
          <a:ln w="3600">
            <a:solidFill>
              <a:srgbClr val="ffffff"/>
            </a:solidFill>
            <a:miter/>
          </a:ln>
        </p:spPr>
      </p:sp>
      <p:sp>
        <p:nvSpPr>
          <p:cNvPr id="1045" name=""/>
          <p:cNvSpPr/>
          <p:nvPr/>
        </p:nvSpPr>
        <p:spPr>
          <a:xfrm>
            <a:off x="9667440" y="6138000"/>
            <a:ext cx="100080" cy="223200"/>
          </a:xfrm>
          <a:custGeom>
            <a:avLst/>
            <a:gdLst/>
            <a:ahLst/>
            <a:rect l="0" t="0" r="r" b="b"/>
            <a:pathLst>
              <a:path w="278" h="620">
                <a:moveTo>
                  <a:pt x="0" y="620"/>
                </a:moveTo>
                <a:lnTo>
                  <a:pt x="278" y="620"/>
                </a:lnTo>
                <a:lnTo>
                  <a:pt x="278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057a64"/>
          </a:solidFill>
          <a:ln w="3600">
            <a:solidFill>
              <a:srgbClr val="ffffff"/>
            </a:solidFill>
            <a:miter/>
          </a:ln>
        </p:spPr>
      </p:sp>
      <p:sp>
        <p:nvSpPr>
          <p:cNvPr id="1046" name=""/>
          <p:cNvSpPr/>
          <p:nvPr/>
        </p:nvSpPr>
        <p:spPr>
          <a:xfrm>
            <a:off x="9667440" y="64000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ad2974"/>
          </a:solidFill>
          <a:ln w="3600">
            <a:solidFill>
              <a:srgbClr val="ffffff"/>
            </a:solidFill>
            <a:miter/>
          </a:ln>
        </p:spPr>
      </p:sp>
      <p:sp>
        <p:nvSpPr>
          <p:cNvPr id="1047" name=""/>
          <p:cNvSpPr/>
          <p:nvPr/>
        </p:nvSpPr>
        <p:spPr>
          <a:xfrm>
            <a:off x="9667440" y="6661800"/>
            <a:ext cx="100080" cy="223200"/>
          </a:xfrm>
          <a:custGeom>
            <a:avLst/>
            <a:gdLst/>
            <a:ahLst/>
            <a:rect l="0" t="0" r="r" b="b"/>
            <a:pathLst>
              <a:path w="278" h="620">
                <a:moveTo>
                  <a:pt x="0" y="620"/>
                </a:moveTo>
                <a:lnTo>
                  <a:pt x="278" y="620"/>
                </a:lnTo>
                <a:lnTo>
                  <a:pt x="278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c01a1a"/>
          </a:solidFill>
          <a:ln w="3600">
            <a:solidFill>
              <a:srgbClr val="ffffff"/>
            </a:solidFill>
            <a:miter/>
          </a:ln>
        </p:spPr>
      </p:sp>
      <p:sp>
        <p:nvSpPr>
          <p:cNvPr id="1048" name=""/>
          <p:cNvSpPr/>
          <p:nvPr/>
        </p:nvSpPr>
        <p:spPr>
          <a:xfrm>
            <a:off x="9667440" y="6923880"/>
            <a:ext cx="100080" cy="222840"/>
          </a:xfrm>
          <a:custGeom>
            <a:avLst/>
            <a:gdLst/>
            <a:ahLst/>
            <a:rect l="0" t="0" r="r" b="b"/>
            <a:pathLst>
              <a:path w="278" h="619">
                <a:moveTo>
                  <a:pt x="0" y="619"/>
                </a:moveTo>
                <a:lnTo>
                  <a:pt x="278" y="619"/>
                </a:lnTo>
                <a:lnTo>
                  <a:pt x="27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ad2974"/>
          </a:solidFill>
          <a:ln w="3600">
            <a:solidFill>
              <a:srgbClr val="ffffff"/>
            </a:solidFill>
            <a:miter/>
          </a:ln>
        </p:spPr>
      </p:sp>
      <p:sp>
        <p:nvSpPr>
          <p:cNvPr id="1049" name=""/>
          <p:cNvSpPr txBox="1"/>
          <p:nvPr/>
        </p:nvSpPr>
        <p:spPr>
          <a:xfrm>
            <a:off x="9116640" y="694008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Poor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0" name=""/>
          <p:cNvSpPr txBox="1"/>
          <p:nvPr/>
        </p:nvSpPr>
        <p:spPr>
          <a:xfrm>
            <a:off x="9792360" y="2229120"/>
            <a:ext cx="143928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Pathway / Function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051" name=""/>
          <p:cNvSpPr txBox="1"/>
          <p:nvPr/>
        </p:nvSpPr>
        <p:spPr>
          <a:xfrm>
            <a:off x="9817200" y="2253240"/>
            <a:ext cx="268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WNT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2" name=""/>
          <p:cNvSpPr txBox="1"/>
          <p:nvPr/>
        </p:nvSpPr>
        <p:spPr>
          <a:xfrm>
            <a:off x="9817200" y="2515320"/>
            <a:ext cx="285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TP53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3" name=""/>
          <p:cNvSpPr txBox="1"/>
          <p:nvPr/>
        </p:nvSpPr>
        <p:spPr>
          <a:xfrm>
            <a:off x="9817200" y="2777040"/>
            <a:ext cx="49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RTK/RAS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4" name=""/>
          <p:cNvSpPr txBox="1"/>
          <p:nvPr/>
        </p:nvSpPr>
        <p:spPr>
          <a:xfrm>
            <a:off x="9817200" y="3038760"/>
            <a:ext cx="544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Cell cycle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5" name=""/>
          <p:cNvSpPr txBox="1"/>
          <p:nvPr/>
        </p:nvSpPr>
        <p:spPr>
          <a:xfrm>
            <a:off x="9817200" y="3300840"/>
            <a:ext cx="601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Chromatin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6" name=""/>
          <p:cNvSpPr txBox="1"/>
          <p:nvPr/>
        </p:nvSpPr>
        <p:spPr>
          <a:xfrm>
            <a:off x="9817200" y="3562560"/>
            <a:ext cx="32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Other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7" name=""/>
          <p:cNvSpPr txBox="1"/>
          <p:nvPr/>
        </p:nvSpPr>
        <p:spPr>
          <a:xfrm>
            <a:off x="9817200" y="3824640"/>
            <a:ext cx="601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Chromatin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8" name=""/>
          <p:cNvSpPr txBox="1"/>
          <p:nvPr/>
        </p:nvSpPr>
        <p:spPr>
          <a:xfrm>
            <a:off x="9817200" y="4086360"/>
            <a:ext cx="268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WNT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9" name=""/>
          <p:cNvSpPr txBox="1"/>
          <p:nvPr/>
        </p:nvSpPr>
        <p:spPr>
          <a:xfrm>
            <a:off x="9817200" y="4348440"/>
            <a:ext cx="250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PI3K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0" name=""/>
          <p:cNvSpPr txBox="1"/>
          <p:nvPr/>
        </p:nvSpPr>
        <p:spPr>
          <a:xfrm>
            <a:off x="9817200" y="4610160"/>
            <a:ext cx="49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RTK/RAS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1" name=""/>
          <p:cNvSpPr txBox="1"/>
          <p:nvPr/>
        </p:nvSpPr>
        <p:spPr>
          <a:xfrm>
            <a:off x="9817200" y="487224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DDR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2" name=""/>
          <p:cNvSpPr txBox="1"/>
          <p:nvPr/>
        </p:nvSpPr>
        <p:spPr>
          <a:xfrm>
            <a:off x="9817200" y="5134320"/>
            <a:ext cx="29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TGFβ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3" name=""/>
          <p:cNvSpPr txBox="1"/>
          <p:nvPr/>
        </p:nvSpPr>
        <p:spPr>
          <a:xfrm>
            <a:off x="9817200" y="5396040"/>
            <a:ext cx="268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WNT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4" name=""/>
          <p:cNvSpPr txBox="1"/>
          <p:nvPr/>
        </p:nvSpPr>
        <p:spPr>
          <a:xfrm>
            <a:off x="9817200" y="5657760"/>
            <a:ext cx="268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WNT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5" name=""/>
          <p:cNvSpPr txBox="1"/>
          <p:nvPr/>
        </p:nvSpPr>
        <p:spPr>
          <a:xfrm>
            <a:off x="9817200" y="5919840"/>
            <a:ext cx="32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Other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6" name=""/>
          <p:cNvSpPr txBox="1"/>
          <p:nvPr/>
        </p:nvSpPr>
        <p:spPr>
          <a:xfrm>
            <a:off x="9817200" y="6181560"/>
            <a:ext cx="277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MMR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7" name=""/>
          <p:cNvSpPr txBox="1"/>
          <p:nvPr/>
        </p:nvSpPr>
        <p:spPr>
          <a:xfrm>
            <a:off x="9817200" y="644364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DDR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8" name=""/>
          <p:cNvSpPr txBox="1"/>
          <p:nvPr/>
        </p:nvSpPr>
        <p:spPr>
          <a:xfrm>
            <a:off x="9817200" y="6705360"/>
            <a:ext cx="49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RTK/RAS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9" name=""/>
          <p:cNvSpPr txBox="1"/>
          <p:nvPr/>
        </p:nvSpPr>
        <p:spPr>
          <a:xfrm>
            <a:off x="9817200" y="696744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DDR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70" name=""/>
          <p:cNvSpPr/>
          <p:nvPr/>
        </p:nvSpPr>
        <p:spPr>
          <a:xfrm>
            <a:off x="934200" y="753408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057a64"/>
          </a:solidFill>
          <a:ln w="12600">
            <a:solidFill>
              <a:srgbClr val="057a64"/>
            </a:solidFill>
            <a:miter/>
          </a:ln>
        </p:spPr>
      </p:sp>
      <p:sp>
        <p:nvSpPr>
          <p:cNvPr id="1071" name=""/>
          <p:cNvSpPr txBox="1"/>
          <p:nvPr/>
        </p:nvSpPr>
        <p:spPr>
          <a:xfrm>
            <a:off x="2727000" y="7317720"/>
            <a:ext cx="886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Mutation type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2064600" y="753408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c01a1a"/>
          </a:solidFill>
          <a:ln w="12600">
            <a:solidFill>
              <a:srgbClr val="c01a1a"/>
            </a:solidFill>
            <a:miter/>
          </a:ln>
        </p:spPr>
      </p:sp>
      <p:sp>
        <p:nvSpPr>
          <p:cNvPr id="1073" name=""/>
          <p:cNvSpPr txBox="1"/>
          <p:nvPr/>
        </p:nvSpPr>
        <p:spPr>
          <a:xfrm>
            <a:off x="1272240" y="7506720"/>
            <a:ext cx="550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Missense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3234960" y="753408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0e2a47"/>
          </a:solidFill>
          <a:ln w="12600">
            <a:solidFill>
              <a:srgbClr val="0e2a47"/>
            </a:solidFill>
            <a:miter/>
          </a:ln>
        </p:spPr>
      </p:sp>
      <p:sp>
        <p:nvSpPr>
          <p:cNvPr id="1075" name=""/>
          <p:cNvSpPr txBox="1"/>
          <p:nvPr/>
        </p:nvSpPr>
        <p:spPr>
          <a:xfrm>
            <a:off x="2402640" y="7506720"/>
            <a:ext cx="590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Nonsense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76" name=""/>
          <p:cNvSpPr/>
          <p:nvPr/>
        </p:nvSpPr>
        <p:spPr>
          <a:xfrm>
            <a:off x="4450320" y="753408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e05a0e"/>
          </a:solidFill>
          <a:ln w="12600">
            <a:solidFill>
              <a:srgbClr val="e05a0e"/>
            </a:solidFill>
            <a:miter/>
          </a:ln>
        </p:spPr>
      </p:sp>
      <p:sp>
        <p:nvSpPr>
          <p:cNvPr id="1077" name=""/>
          <p:cNvSpPr txBox="1"/>
          <p:nvPr/>
        </p:nvSpPr>
        <p:spPr>
          <a:xfrm>
            <a:off x="3573000" y="7506720"/>
            <a:ext cx="645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Frameshift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78" name=""/>
          <p:cNvSpPr txBox="1"/>
          <p:nvPr/>
        </p:nvSpPr>
        <p:spPr>
          <a:xfrm>
            <a:off x="4788360" y="7506720"/>
            <a:ext cx="616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Splice site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934200" y="800100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80" name=""/>
          <p:cNvSpPr txBox="1"/>
          <p:nvPr/>
        </p:nvSpPr>
        <p:spPr>
          <a:xfrm>
            <a:off x="2973600" y="7784640"/>
            <a:ext cx="1126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Annotation tracks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934200" y="818424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082" name=""/>
          <p:cNvSpPr txBox="1"/>
          <p:nvPr/>
        </p:nvSpPr>
        <p:spPr>
          <a:xfrm>
            <a:off x="1272240" y="7973640"/>
            <a:ext cx="299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1814040" y="8001000"/>
            <a:ext cx="241920" cy="84600"/>
          </a:xfrm>
          <a:custGeom>
            <a:avLst/>
            <a:gdLst/>
            <a:ahLst/>
            <a:rect l="0" t="0" r="r" b="b"/>
            <a:pathLst>
              <a:path w="672" h="235">
                <a:moveTo>
                  <a:pt x="0" y="235"/>
                </a:moveTo>
                <a:lnTo>
                  <a:pt x="672" y="235"/>
                </a:lnTo>
                <a:lnTo>
                  <a:pt x="672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7fb0c4"/>
          </a:solidFill>
          <a:ln w="12600">
            <a:solidFill>
              <a:srgbClr val="7fb0c4"/>
            </a:solidFill>
            <a:miter/>
          </a:ln>
        </p:spPr>
      </p:sp>
      <p:sp>
        <p:nvSpPr>
          <p:cNvPr id="1084" name=""/>
          <p:cNvSpPr txBox="1"/>
          <p:nvPr/>
        </p:nvSpPr>
        <p:spPr>
          <a:xfrm>
            <a:off x="1272240" y="8156880"/>
            <a:ext cx="2264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1814040" y="8184240"/>
            <a:ext cx="241920" cy="84600"/>
          </a:xfrm>
          <a:custGeom>
            <a:avLst/>
            <a:gdLst/>
            <a:ahLst/>
            <a:rect l="0" t="0" r="r" b="b"/>
            <a:pathLst>
              <a:path w="672" h="235">
                <a:moveTo>
                  <a:pt x="0" y="235"/>
                </a:moveTo>
                <a:lnTo>
                  <a:pt x="672" y="235"/>
                </a:lnTo>
                <a:lnTo>
                  <a:pt x="672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1c5d7e"/>
          </a:solidFill>
          <a:ln w="12600">
            <a:solidFill>
              <a:srgbClr val="1c5d7e"/>
            </a:solidFill>
            <a:miter/>
          </a:ln>
        </p:spPr>
      </p:sp>
      <p:sp>
        <p:nvSpPr>
          <p:cNvPr id="1086" name=""/>
          <p:cNvSpPr txBox="1"/>
          <p:nvPr/>
        </p:nvSpPr>
        <p:spPr>
          <a:xfrm>
            <a:off x="2152080" y="7973640"/>
            <a:ext cx="150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2734920" y="800100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0e2a47"/>
          </a:solidFill>
          <a:ln w="12600">
            <a:solidFill>
              <a:srgbClr val="0e2a47"/>
            </a:solidFill>
            <a:miter/>
          </a:ln>
        </p:spPr>
      </p:sp>
      <p:sp>
        <p:nvSpPr>
          <p:cNvPr id="1088" name=""/>
          <p:cNvSpPr txBox="1"/>
          <p:nvPr/>
        </p:nvSpPr>
        <p:spPr>
          <a:xfrm>
            <a:off x="2152080" y="8156880"/>
            <a:ext cx="3405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T2/T3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2734920" y="818424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a01b2b"/>
          </a:solidFill>
          <a:ln w="12600">
            <a:solidFill>
              <a:srgbClr val="a01b2b"/>
            </a:solidFill>
            <a:miter/>
          </a:ln>
        </p:spPr>
      </p:sp>
      <p:sp>
        <p:nvSpPr>
          <p:cNvPr id="1090" name=""/>
          <p:cNvSpPr txBox="1"/>
          <p:nvPr/>
        </p:nvSpPr>
        <p:spPr>
          <a:xfrm>
            <a:off x="3072960" y="7973640"/>
            <a:ext cx="150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3464280" y="8001000"/>
            <a:ext cx="241920" cy="84600"/>
          </a:xfrm>
          <a:custGeom>
            <a:avLst/>
            <a:gdLst/>
            <a:ahLst/>
            <a:rect l="0" t="0" r="r" b="b"/>
            <a:pathLst>
              <a:path w="672" h="235">
                <a:moveTo>
                  <a:pt x="0" y="235"/>
                </a:moveTo>
                <a:lnTo>
                  <a:pt x="672" y="235"/>
                </a:lnTo>
                <a:lnTo>
                  <a:pt x="672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7262ac"/>
          </a:solidFill>
          <a:ln w="12600">
            <a:solidFill>
              <a:srgbClr val="7262ac"/>
            </a:solidFill>
            <a:miter/>
          </a:ln>
        </p:spPr>
      </p:sp>
      <p:sp>
        <p:nvSpPr>
          <p:cNvPr id="1092" name=""/>
          <p:cNvSpPr txBox="1"/>
          <p:nvPr/>
        </p:nvSpPr>
        <p:spPr>
          <a:xfrm>
            <a:off x="3072960" y="8156880"/>
            <a:ext cx="150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T4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93" name=""/>
          <p:cNvSpPr/>
          <p:nvPr/>
        </p:nvSpPr>
        <p:spPr>
          <a:xfrm>
            <a:off x="4944600" y="800100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2f974e"/>
          </a:solidFill>
          <a:ln w="12600">
            <a:solidFill>
              <a:srgbClr val="2f974e"/>
            </a:solidFill>
            <a:miter/>
          </a:ln>
        </p:spPr>
      </p:sp>
      <p:sp>
        <p:nvSpPr>
          <p:cNvPr id="1094" name=""/>
          <p:cNvSpPr txBox="1"/>
          <p:nvPr/>
        </p:nvSpPr>
        <p:spPr>
          <a:xfrm>
            <a:off x="3802320" y="7973640"/>
            <a:ext cx="898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TMB (gradient)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95" name=""/>
          <p:cNvSpPr txBox="1"/>
          <p:nvPr/>
        </p:nvSpPr>
        <p:spPr>
          <a:xfrm>
            <a:off x="5282640" y="7973640"/>
            <a:ext cx="854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MSI (gradient)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96" name="TextBox 1095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2A — Driver oncoprint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3999960" cy="3651840"/>
          </a:xfrm>
          <a:custGeom>
            <a:avLst/>
            <a:gdLst/>
            <a:ahLst/>
            <a:rect l="0" t="0" r="r" b="b"/>
            <a:pathLst>
              <a:path w="11111" h="10144">
                <a:moveTo>
                  <a:pt x="0" y="10144"/>
                </a:moveTo>
                <a:lnTo>
                  <a:pt x="11111" y="10144"/>
                </a:lnTo>
                <a:lnTo>
                  <a:pt x="11111" y="0"/>
                </a:lnTo>
                <a:lnTo>
                  <a:pt x="0" y="0"/>
                </a:lnTo>
                <a:lnTo>
                  <a:pt x="0" y="1014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06520" y="91440"/>
            <a:ext cx="3402000" cy="3168720"/>
          </a:xfrm>
          <a:custGeom>
            <a:avLst/>
            <a:gdLst/>
            <a:ahLst/>
            <a:rect l="0" t="0" r="r" b="b"/>
            <a:pathLst>
              <a:path w="9450" h="8802">
                <a:moveTo>
                  <a:pt x="0" y="8802"/>
                </a:moveTo>
                <a:lnTo>
                  <a:pt x="9450" y="8802"/>
                </a:lnTo>
                <a:lnTo>
                  <a:pt x="9450" y="0"/>
                </a:lnTo>
                <a:lnTo>
                  <a:pt x="0" y="0"/>
                </a:lnTo>
                <a:lnTo>
                  <a:pt x="0" y="880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220760" y="32598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220760" y="32598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921760" y="32598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921760" y="32598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046880" y="3401280"/>
            <a:ext cx="348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468360" y="3138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468360" y="3138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790360" y="3401280"/>
            <a:ext cx="262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468360" y="2558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 flipH="1">
            <a:off x="468360" y="2558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351360" y="3076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468360" y="1977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 flipH="1">
            <a:off x="468360" y="1977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351360" y="24958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468360" y="1396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 flipH="1">
            <a:off x="468360" y="1396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51360" y="19148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468360" y="816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 flipH="1">
            <a:off x="468360" y="816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351360" y="1334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468360" y="235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 flipH="1">
            <a:off x="468360" y="235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351360" y="753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278640" y="1728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625680" y="1658160"/>
            <a:ext cx="342000" cy="1458000"/>
          </a:xfrm>
          <a:custGeom>
            <a:avLst/>
            <a:gdLst/>
            <a:ahLst/>
            <a:rect l="0" t="0" r="r" b="b"/>
            <a:pathLst>
              <a:path w="950" h="4050">
                <a:moveTo>
                  <a:pt x="950" y="4050"/>
                </a:moveTo>
                <a:lnTo>
                  <a:pt x="599" y="4050"/>
                </a:lnTo>
                <a:lnTo>
                  <a:pt x="582" y="4009"/>
                </a:lnTo>
                <a:lnTo>
                  <a:pt x="566" y="3968"/>
                </a:lnTo>
                <a:lnTo>
                  <a:pt x="549" y="3927"/>
                </a:lnTo>
                <a:lnTo>
                  <a:pt x="533" y="3886"/>
                </a:lnTo>
                <a:lnTo>
                  <a:pt x="516" y="3845"/>
                </a:lnTo>
                <a:lnTo>
                  <a:pt x="499" y="3804"/>
                </a:lnTo>
                <a:lnTo>
                  <a:pt x="483" y="3763"/>
                </a:lnTo>
                <a:lnTo>
                  <a:pt x="465" y="3722"/>
                </a:lnTo>
                <a:lnTo>
                  <a:pt x="448" y="3681"/>
                </a:lnTo>
                <a:lnTo>
                  <a:pt x="430" y="3641"/>
                </a:lnTo>
                <a:lnTo>
                  <a:pt x="412" y="3600"/>
                </a:lnTo>
                <a:lnTo>
                  <a:pt x="393" y="3559"/>
                </a:lnTo>
                <a:lnTo>
                  <a:pt x="374" y="3518"/>
                </a:lnTo>
                <a:lnTo>
                  <a:pt x="355" y="3477"/>
                </a:lnTo>
                <a:lnTo>
                  <a:pt x="335" y="3436"/>
                </a:lnTo>
                <a:lnTo>
                  <a:pt x="314" y="3395"/>
                </a:lnTo>
                <a:lnTo>
                  <a:pt x="293" y="3354"/>
                </a:lnTo>
                <a:lnTo>
                  <a:pt x="272" y="3313"/>
                </a:lnTo>
                <a:lnTo>
                  <a:pt x="250" y="3272"/>
                </a:lnTo>
                <a:lnTo>
                  <a:pt x="228" y="3232"/>
                </a:lnTo>
                <a:lnTo>
                  <a:pt x="206" y="3191"/>
                </a:lnTo>
                <a:lnTo>
                  <a:pt x="184" y="3150"/>
                </a:lnTo>
                <a:lnTo>
                  <a:pt x="162" y="3109"/>
                </a:lnTo>
                <a:lnTo>
                  <a:pt x="141" y="3068"/>
                </a:lnTo>
                <a:lnTo>
                  <a:pt x="120" y="3027"/>
                </a:lnTo>
                <a:lnTo>
                  <a:pt x="100" y="2986"/>
                </a:lnTo>
                <a:lnTo>
                  <a:pt x="82" y="2945"/>
                </a:lnTo>
                <a:lnTo>
                  <a:pt x="64" y="2904"/>
                </a:lnTo>
                <a:lnTo>
                  <a:pt x="49" y="2864"/>
                </a:lnTo>
                <a:lnTo>
                  <a:pt x="35" y="2823"/>
                </a:lnTo>
                <a:lnTo>
                  <a:pt x="23" y="2782"/>
                </a:lnTo>
                <a:lnTo>
                  <a:pt x="13" y="2741"/>
                </a:lnTo>
                <a:lnTo>
                  <a:pt x="6" y="2700"/>
                </a:lnTo>
                <a:lnTo>
                  <a:pt x="1" y="2659"/>
                </a:lnTo>
                <a:lnTo>
                  <a:pt x="0" y="2618"/>
                </a:lnTo>
                <a:lnTo>
                  <a:pt x="1" y="2577"/>
                </a:lnTo>
                <a:lnTo>
                  <a:pt x="6" y="2536"/>
                </a:lnTo>
                <a:lnTo>
                  <a:pt x="13" y="2495"/>
                </a:lnTo>
                <a:lnTo>
                  <a:pt x="24" y="2455"/>
                </a:lnTo>
                <a:lnTo>
                  <a:pt x="38" y="2414"/>
                </a:lnTo>
                <a:lnTo>
                  <a:pt x="55" y="2373"/>
                </a:lnTo>
                <a:lnTo>
                  <a:pt x="74" y="2332"/>
                </a:lnTo>
                <a:lnTo>
                  <a:pt x="97" y="2291"/>
                </a:lnTo>
                <a:lnTo>
                  <a:pt x="122" y="2250"/>
                </a:lnTo>
                <a:lnTo>
                  <a:pt x="150" y="2209"/>
                </a:lnTo>
                <a:lnTo>
                  <a:pt x="179" y="2168"/>
                </a:lnTo>
                <a:lnTo>
                  <a:pt x="211" y="2127"/>
                </a:lnTo>
                <a:lnTo>
                  <a:pt x="244" y="2086"/>
                </a:lnTo>
                <a:lnTo>
                  <a:pt x="279" y="2046"/>
                </a:lnTo>
                <a:lnTo>
                  <a:pt x="314" y="2005"/>
                </a:lnTo>
                <a:lnTo>
                  <a:pt x="350" y="1964"/>
                </a:lnTo>
                <a:lnTo>
                  <a:pt x="387" y="1923"/>
                </a:lnTo>
                <a:lnTo>
                  <a:pt x="423" y="1882"/>
                </a:lnTo>
                <a:lnTo>
                  <a:pt x="459" y="1841"/>
                </a:lnTo>
                <a:lnTo>
                  <a:pt x="495" y="1800"/>
                </a:lnTo>
                <a:lnTo>
                  <a:pt x="530" y="1759"/>
                </a:lnTo>
                <a:lnTo>
                  <a:pt x="564" y="1718"/>
                </a:lnTo>
                <a:lnTo>
                  <a:pt x="596" y="1677"/>
                </a:lnTo>
                <a:lnTo>
                  <a:pt x="628" y="1637"/>
                </a:lnTo>
                <a:lnTo>
                  <a:pt x="658" y="1596"/>
                </a:lnTo>
                <a:lnTo>
                  <a:pt x="686" y="1555"/>
                </a:lnTo>
                <a:lnTo>
                  <a:pt x="712" y="1514"/>
                </a:lnTo>
                <a:lnTo>
                  <a:pt x="737" y="1473"/>
                </a:lnTo>
                <a:lnTo>
                  <a:pt x="759" y="1431"/>
                </a:lnTo>
                <a:lnTo>
                  <a:pt x="780" y="1390"/>
                </a:lnTo>
                <a:lnTo>
                  <a:pt x="799" y="1349"/>
                </a:lnTo>
                <a:lnTo>
                  <a:pt x="816" y="1308"/>
                </a:lnTo>
                <a:lnTo>
                  <a:pt x="831" y="1267"/>
                </a:lnTo>
                <a:lnTo>
                  <a:pt x="844" y="1227"/>
                </a:lnTo>
                <a:lnTo>
                  <a:pt x="856" y="1186"/>
                </a:lnTo>
                <a:lnTo>
                  <a:pt x="866" y="1145"/>
                </a:lnTo>
                <a:lnTo>
                  <a:pt x="874" y="1104"/>
                </a:lnTo>
                <a:lnTo>
                  <a:pt x="881" y="1063"/>
                </a:lnTo>
                <a:lnTo>
                  <a:pt x="887" y="1022"/>
                </a:lnTo>
                <a:lnTo>
                  <a:pt x="891" y="981"/>
                </a:lnTo>
                <a:lnTo>
                  <a:pt x="895" y="940"/>
                </a:lnTo>
                <a:lnTo>
                  <a:pt x="897" y="899"/>
                </a:lnTo>
                <a:lnTo>
                  <a:pt x="898" y="859"/>
                </a:lnTo>
                <a:lnTo>
                  <a:pt x="898" y="818"/>
                </a:lnTo>
                <a:lnTo>
                  <a:pt x="898" y="777"/>
                </a:lnTo>
                <a:lnTo>
                  <a:pt x="897" y="736"/>
                </a:lnTo>
                <a:lnTo>
                  <a:pt x="895" y="695"/>
                </a:lnTo>
                <a:lnTo>
                  <a:pt x="893" y="654"/>
                </a:lnTo>
                <a:lnTo>
                  <a:pt x="890" y="613"/>
                </a:lnTo>
                <a:lnTo>
                  <a:pt x="887" y="572"/>
                </a:lnTo>
                <a:lnTo>
                  <a:pt x="884" y="531"/>
                </a:lnTo>
                <a:lnTo>
                  <a:pt x="880" y="490"/>
                </a:lnTo>
                <a:lnTo>
                  <a:pt x="877" y="450"/>
                </a:lnTo>
                <a:lnTo>
                  <a:pt x="873" y="409"/>
                </a:lnTo>
                <a:lnTo>
                  <a:pt x="870" y="368"/>
                </a:lnTo>
                <a:lnTo>
                  <a:pt x="866" y="327"/>
                </a:lnTo>
                <a:lnTo>
                  <a:pt x="863" y="286"/>
                </a:lnTo>
                <a:lnTo>
                  <a:pt x="860" y="245"/>
                </a:lnTo>
                <a:lnTo>
                  <a:pt x="858" y="204"/>
                </a:lnTo>
                <a:lnTo>
                  <a:pt x="856" y="163"/>
                </a:lnTo>
                <a:lnTo>
                  <a:pt x="854" y="122"/>
                </a:lnTo>
                <a:lnTo>
                  <a:pt x="853" y="81"/>
                </a:lnTo>
                <a:lnTo>
                  <a:pt x="852" y="41"/>
                </a:lnTo>
                <a:lnTo>
                  <a:pt x="852" y="0"/>
                </a:lnTo>
                <a:lnTo>
                  <a:pt x="950" y="0"/>
                </a:lnTo>
                <a:lnTo>
                  <a:pt x="950" y="41"/>
                </a:lnTo>
                <a:lnTo>
                  <a:pt x="950" y="81"/>
                </a:lnTo>
                <a:lnTo>
                  <a:pt x="950" y="122"/>
                </a:lnTo>
                <a:lnTo>
                  <a:pt x="950" y="163"/>
                </a:lnTo>
                <a:lnTo>
                  <a:pt x="950" y="204"/>
                </a:lnTo>
                <a:lnTo>
                  <a:pt x="950" y="245"/>
                </a:lnTo>
                <a:lnTo>
                  <a:pt x="950" y="286"/>
                </a:lnTo>
                <a:lnTo>
                  <a:pt x="950" y="327"/>
                </a:lnTo>
                <a:lnTo>
                  <a:pt x="950" y="368"/>
                </a:lnTo>
                <a:lnTo>
                  <a:pt x="950" y="409"/>
                </a:lnTo>
                <a:lnTo>
                  <a:pt x="950" y="450"/>
                </a:lnTo>
                <a:lnTo>
                  <a:pt x="950" y="490"/>
                </a:lnTo>
                <a:lnTo>
                  <a:pt x="950" y="531"/>
                </a:lnTo>
                <a:lnTo>
                  <a:pt x="950" y="572"/>
                </a:lnTo>
                <a:lnTo>
                  <a:pt x="950" y="613"/>
                </a:lnTo>
                <a:lnTo>
                  <a:pt x="950" y="654"/>
                </a:lnTo>
                <a:lnTo>
                  <a:pt x="950" y="695"/>
                </a:lnTo>
                <a:lnTo>
                  <a:pt x="950" y="736"/>
                </a:lnTo>
                <a:lnTo>
                  <a:pt x="950" y="777"/>
                </a:lnTo>
                <a:lnTo>
                  <a:pt x="950" y="818"/>
                </a:lnTo>
                <a:lnTo>
                  <a:pt x="950" y="859"/>
                </a:lnTo>
                <a:lnTo>
                  <a:pt x="950" y="899"/>
                </a:lnTo>
                <a:lnTo>
                  <a:pt x="950" y="940"/>
                </a:lnTo>
                <a:lnTo>
                  <a:pt x="950" y="981"/>
                </a:lnTo>
                <a:lnTo>
                  <a:pt x="950" y="1022"/>
                </a:lnTo>
                <a:lnTo>
                  <a:pt x="950" y="1063"/>
                </a:lnTo>
                <a:lnTo>
                  <a:pt x="950" y="1104"/>
                </a:lnTo>
                <a:lnTo>
                  <a:pt x="950" y="1145"/>
                </a:lnTo>
                <a:lnTo>
                  <a:pt x="950" y="1186"/>
                </a:lnTo>
                <a:lnTo>
                  <a:pt x="950" y="1227"/>
                </a:lnTo>
                <a:lnTo>
                  <a:pt x="950" y="1267"/>
                </a:lnTo>
                <a:lnTo>
                  <a:pt x="950" y="1308"/>
                </a:lnTo>
                <a:lnTo>
                  <a:pt x="950" y="1349"/>
                </a:lnTo>
                <a:lnTo>
                  <a:pt x="950" y="1390"/>
                </a:lnTo>
                <a:lnTo>
                  <a:pt x="950" y="1431"/>
                </a:lnTo>
                <a:lnTo>
                  <a:pt x="950" y="1473"/>
                </a:lnTo>
                <a:lnTo>
                  <a:pt x="950" y="1514"/>
                </a:lnTo>
                <a:lnTo>
                  <a:pt x="950" y="1555"/>
                </a:lnTo>
                <a:lnTo>
                  <a:pt x="950" y="1596"/>
                </a:lnTo>
                <a:lnTo>
                  <a:pt x="950" y="1637"/>
                </a:lnTo>
                <a:lnTo>
                  <a:pt x="950" y="1677"/>
                </a:lnTo>
                <a:lnTo>
                  <a:pt x="950" y="1718"/>
                </a:lnTo>
                <a:lnTo>
                  <a:pt x="950" y="1759"/>
                </a:lnTo>
                <a:lnTo>
                  <a:pt x="950" y="1800"/>
                </a:lnTo>
                <a:lnTo>
                  <a:pt x="950" y="1841"/>
                </a:lnTo>
                <a:lnTo>
                  <a:pt x="950" y="1882"/>
                </a:lnTo>
                <a:lnTo>
                  <a:pt x="950" y="1923"/>
                </a:lnTo>
                <a:lnTo>
                  <a:pt x="950" y="1964"/>
                </a:lnTo>
                <a:lnTo>
                  <a:pt x="950" y="2005"/>
                </a:lnTo>
                <a:lnTo>
                  <a:pt x="950" y="2046"/>
                </a:lnTo>
                <a:lnTo>
                  <a:pt x="950" y="2086"/>
                </a:lnTo>
                <a:lnTo>
                  <a:pt x="950" y="2127"/>
                </a:lnTo>
                <a:lnTo>
                  <a:pt x="950" y="2168"/>
                </a:lnTo>
                <a:lnTo>
                  <a:pt x="950" y="2209"/>
                </a:lnTo>
                <a:lnTo>
                  <a:pt x="950" y="2250"/>
                </a:lnTo>
                <a:lnTo>
                  <a:pt x="950" y="2291"/>
                </a:lnTo>
                <a:lnTo>
                  <a:pt x="950" y="2332"/>
                </a:lnTo>
                <a:lnTo>
                  <a:pt x="950" y="2373"/>
                </a:lnTo>
                <a:lnTo>
                  <a:pt x="950" y="2414"/>
                </a:lnTo>
                <a:lnTo>
                  <a:pt x="950" y="2455"/>
                </a:lnTo>
                <a:lnTo>
                  <a:pt x="950" y="2495"/>
                </a:lnTo>
                <a:lnTo>
                  <a:pt x="950" y="2536"/>
                </a:lnTo>
                <a:lnTo>
                  <a:pt x="950" y="2577"/>
                </a:lnTo>
                <a:lnTo>
                  <a:pt x="950" y="2618"/>
                </a:lnTo>
                <a:lnTo>
                  <a:pt x="950" y="2659"/>
                </a:lnTo>
                <a:lnTo>
                  <a:pt x="950" y="2700"/>
                </a:lnTo>
                <a:lnTo>
                  <a:pt x="950" y="2741"/>
                </a:lnTo>
                <a:lnTo>
                  <a:pt x="950" y="2782"/>
                </a:lnTo>
                <a:lnTo>
                  <a:pt x="950" y="2823"/>
                </a:lnTo>
                <a:lnTo>
                  <a:pt x="950" y="2864"/>
                </a:lnTo>
                <a:lnTo>
                  <a:pt x="950" y="2904"/>
                </a:lnTo>
                <a:lnTo>
                  <a:pt x="950" y="2945"/>
                </a:lnTo>
                <a:lnTo>
                  <a:pt x="950" y="2986"/>
                </a:lnTo>
                <a:lnTo>
                  <a:pt x="950" y="3027"/>
                </a:lnTo>
                <a:lnTo>
                  <a:pt x="950" y="3068"/>
                </a:lnTo>
                <a:lnTo>
                  <a:pt x="950" y="3109"/>
                </a:lnTo>
                <a:lnTo>
                  <a:pt x="950" y="3150"/>
                </a:lnTo>
                <a:lnTo>
                  <a:pt x="950" y="3191"/>
                </a:lnTo>
                <a:lnTo>
                  <a:pt x="950" y="3232"/>
                </a:lnTo>
                <a:lnTo>
                  <a:pt x="950" y="3272"/>
                </a:lnTo>
                <a:lnTo>
                  <a:pt x="950" y="3313"/>
                </a:lnTo>
                <a:lnTo>
                  <a:pt x="950" y="3354"/>
                </a:lnTo>
                <a:lnTo>
                  <a:pt x="950" y="3395"/>
                </a:lnTo>
                <a:lnTo>
                  <a:pt x="950" y="3436"/>
                </a:lnTo>
                <a:lnTo>
                  <a:pt x="950" y="3477"/>
                </a:lnTo>
                <a:lnTo>
                  <a:pt x="950" y="3518"/>
                </a:lnTo>
                <a:lnTo>
                  <a:pt x="950" y="3559"/>
                </a:lnTo>
                <a:lnTo>
                  <a:pt x="950" y="3600"/>
                </a:lnTo>
                <a:lnTo>
                  <a:pt x="950" y="3641"/>
                </a:lnTo>
                <a:lnTo>
                  <a:pt x="950" y="3681"/>
                </a:lnTo>
                <a:lnTo>
                  <a:pt x="950" y="3722"/>
                </a:lnTo>
                <a:lnTo>
                  <a:pt x="950" y="3763"/>
                </a:lnTo>
                <a:lnTo>
                  <a:pt x="950" y="3804"/>
                </a:lnTo>
                <a:lnTo>
                  <a:pt x="950" y="3845"/>
                </a:lnTo>
                <a:lnTo>
                  <a:pt x="950" y="3886"/>
                </a:lnTo>
                <a:lnTo>
                  <a:pt x="950" y="3927"/>
                </a:lnTo>
                <a:lnTo>
                  <a:pt x="950" y="3968"/>
                </a:lnTo>
                <a:lnTo>
                  <a:pt x="950" y="4009"/>
                </a:lnTo>
                <a:lnTo>
                  <a:pt x="950" y="405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11160">
            <a:solidFill>
              <a:srgbClr val="0a7d6e">
                <a:alpha val="55000"/>
              </a:srgbClr>
            </a:solidFill>
            <a:round/>
          </a:ln>
        </p:spPr>
      </p:sp>
      <p:sp>
        <p:nvSpPr>
          <p:cNvPr id="63" name=""/>
          <p:cNvSpPr/>
          <p:nvPr/>
        </p:nvSpPr>
        <p:spPr>
          <a:xfrm>
            <a:off x="2326320" y="2505960"/>
            <a:ext cx="343080" cy="604080"/>
          </a:xfrm>
          <a:custGeom>
            <a:avLst/>
            <a:gdLst/>
            <a:ahLst/>
            <a:rect l="0" t="0" r="r" b="b"/>
            <a:pathLst>
              <a:path w="953" h="1678">
                <a:moveTo>
                  <a:pt x="953" y="1678"/>
                </a:moveTo>
                <a:lnTo>
                  <a:pt x="528" y="1678"/>
                </a:lnTo>
                <a:lnTo>
                  <a:pt x="518" y="1661"/>
                </a:lnTo>
                <a:lnTo>
                  <a:pt x="509" y="1645"/>
                </a:lnTo>
                <a:lnTo>
                  <a:pt x="499" y="1628"/>
                </a:lnTo>
                <a:lnTo>
                  <a:pt x="490" y="1611"/>
                </a:lnTo>
                <a:lnTo>
                  <a:pt x="481" y="1594"/>
                </a:lnTo>
                <a:lnTo>
                  <a:pt x="472" y="1577"/>
                </a:lnTo>
                <a:lnTo>
                  <a:pt x="464" y="1560"/>
                </a:lnTo>
                <a:lnTo>
                  <a:pt x="455" y="1543"/>
                </a:lnTo>
                <a:lnTo>
                  <a:pt x="447" y="1526"/>
                </a:lnTo>
                <a:lnTo>
                  <a:pt x="439" y="1509"/>
                </a:lnTo>
                <a:lnTo>
                  <a:pt x="432" y="1492"/>
                </a:lnTo>
                <a:lnTo>
                  <a:pt x="424" y="1475"/>
                </a:lnTo>
                <a:lnTo>
                  <a:pt x="416" y="1458"/>
                </a:lnTo>
                <a:lnTo>
                  <a:pt x="409" y="1441"/>
                </a:lnTo>
                <a:lnTo>
                  <a:pt x="401" y="1424"/>
                </a:lnTo>
                <a:lnTo>
                  <a:pt x="394" y="1407"/>
                </a:lnTo>
                <a:lnTo>
                  <a:pt x="386" y="1390"/>
                </a:lnTo>
                <a:lnTo>
                  <a:pt x="379" y="1373"/>
                </a:lnTo>
                <a:lnTo>
                  <a:pt x="371" y="1356"/>
                </a:lnTo>
                <a:lnTo>
                  <a:pt x="364" y="1340"/>
                </a:lnTo>
                <a:lnTo>
                  <a:pt x="356" y="1323"/>
                </a:lnTo>
                <a:lnTo>
                  <a:pt x="349" y="1306"/>
                </a:lnTo>
                <a:lnTo>
                  <a:pt x="341" y="1289"/>
                </a:lnTo>
                <a:lnTo>
                  <a:pt x="334" y="1272"/>
                </a:lnTo>
                <a:lnTo>
                  <a:pt x="326" y="1255"/>
                </a:lnTo>
                <a:lnTo>
                  <a:pt x="318" y="1238"/>
                </a:lnTo>
                <a:lnTo>
                  <a:pt x="310" y="1221"/>
                </a:lnTo>
                <a:lnTo>
                  <a:pt x="302" y="1204"/>
                </a:lnTo>
                <a:lnTo>
                  <a:pt x="294" y="1187"/>
                </a:lnTo>
                <a:lnTo>
                  <a:pt x="286" y="1170"/>
                </a:lnTo>
                <a:lnTo>
                  <a:pt x="278" y="1153"/>
                </a:lnTo>
                <a:lnTo>
                  <a:pt x="269" y="1136"/>
                </a:lnTo>
                <a:lnTo>
                  <a:pt x="261" y="1119"/>
                </a:lnTo>
                <a:lnTo>
                  <a:pt x="253" y="1102"/>
                </a:lnTo>
                <a:lnTo>
                  <a:pt x="244" y="1085"/>
                </a:lnTo>
                <a:lnTo>
                  <a:pt x="236" y="1068"/>
                </a:lnTo>
                <a:lnTo>
                  <a:pt x="227" y="1051"/>
                </a:lnTo>
                <a:lnTo>
                  <a:pt x="218" y="1034"/>
                </a:lnTo>
                <a:lnTo>
                  <a:pt x="210" y="1018"/>
                </a:lnTo>
                <a:lnTo>
                  <a:pt x="201" y="1001"/>
                </a:lnTo>
                <a:lnTo>
                  <a:pt x="193" y="984"/>
                </a:lnTo>
                <a:lnTo>
                  <a:pt x="184" y="967"/>
                </a:lnTo>
                <a:lnTo>
                  <a:pt x="176" y="950"/>
                </a:lnTo>
                <a:lnTo>
                  <a:pt x="167" y="933"/>
                </a:lnTo>
                <a:lnTo>
                  <a:pt x="159" y="916"/>
                </a:lnTo>
                <a:lnTo>
                  <a:pt x="150" y="899"/>
                </a:lnTo>
                <a:lnTo>
                  <a:pt x="142" y="882"/>
                </a:lnTo>
                <a:lnTo>
                  <a:pt x="133" y="865"/>
                </a:lnTo>
                <a:lnTo>
                  <a:pt x="125" y="848"/>
                </a:lnTo>
                <a:lnTo>
                  <a:pt x="117" y="831"/>
                </a:lnTo>
                <a:lnTo>
                  <a:pt x="109" y="814"/>
                </a:lnTo>
                <a:lnTo>
                  <a:pt x="101" y="797"/>
                </a:lnTo>
                <a:lnTo>
                  <a:pt x="93" y="780"/>
                </a:lnTo>
                <a:lnTo>
                  <a:pt x="85" y="763"/>
                </a:lnTo>
                <a:lnTo>
                  <a:pt x="78" y="746"/>
                </a:lnTo>
                <a:lnTo>
                  <a:pt x="71" y="729"/>
                </a:lnTo>
                <a:lnTo>
                  <a:pt x="63" y="713"/>
                </a:lnTo>
                <a:lnTo>
                  <a:pt x="57" y="696"/>
                </a:lnTo>
                <a:lnTo>
                  <a:pt x="50" y="679"/>
                </a:lnTo>
                <a:lnTo>
                  <a:pt x="44" y="662"/>
                </a:lnTo>
                <a:lnTo>
                  <a:pt x="37" y="645"/>
                </a:lnTo>
                <a:lnTo>
                  <a:pt x="32" y="628"/>
                </a:lnTo>
                <a:lnTo>
                  <a:pt x="26" y="611"/>
                </a:lnTo>
                <a:lnTo>
                  <a:pt x="21" y="594"/>
                </a:lnTo>
                <a:lnTo>
                  <a:pt x="17" y="576"/>
                </a:lnTo>
                <a:lnTo>
                  <a:pt x="13" y="559"/>
                </a:lnTo>
                <a:lnTo>
                  <a:pt x="9" y="542"/>
                </a:lnTo>
                <a:lnTo>
                  <a:pt x="6" y="525"/>
                </a:lnTo>
                <a:lnTo>
                  <a:pt x="4" y="508"/>
                </a:lnTo>
                <a:lnTo>
                  <a:pt x="2" y="491"/>
                </a:lnTo>
                <a:lnTo>
                  <a:pt x="1" y="474"/>
                </a:lnTo>
                <a:lnTo>
                  <a:pt x="0" y="457"/>
                </a:lnTo>
                <a:lnTo>
                  <a:pt x="1" y="440"/>
                </a:lnTo>
                <a:lnTo>
                  <a:pt x="2" y="423"/>
                </a:lnTo>
                <a:lnTo>
                  <a:pt x="3" y="406"/>
                </a:lnTo>
                <a:lnTo>
                  <a:pt x="6" y="390"/>
                </a:lnTo>
                <a:lnTo>
                  <a:pt x="9" y="373"/>
                </a:lnTo>
                <a:lnTo>
                  <a:pt x="14" y="356"/>
                </a:lnTo>
                <a:lnTo>
                  <a:pt x="19" y="339"/>
                </a:lnTo>
                <a:lnTo>
                  <a:pt x="25" y="322"/>
                </a:lnTo>
                <a:lnTo>
                  <a:pt x="32" y="305"/>
                </a:lnTo>
                <a:lnTo>
                  <a:pt x="40" y="288"/>
                </a:lnTo>
                <a:lnTo>
                  <a:pt x="49" y="271"/>
                </a:lnTo>
                <a:lnTo>
                  <a:pt x="59" y="254"/>
                </a:lnTo>
                <a:lnTo>
                  <a:pt x="69" y="237"/>
                </a:lnTo>
                <a:lnTo>
                  <a:pt x="81" y="220"/>
                </a:lnTo>
                <a:lnTo>
                  <a:pt x="94" y="203"/>
                </a:lnTo>
                <a:lnTo>
                  <a:pt x="107" y="186"/>
                </a:lnTo>
                <a:lnTo>
                  <a:pt x="122" y="169"/>
                </a:lnTo>
                <a:lnTo>
                  <a:pt x="137" y="152"/>
                </a:lnTo>
                <a:lnTo>
                  <a:pt x="153" y="135"/>
                </a:lnTo>
                <a:lnTo>
                  <a:pt x="170" y="118"/>
                </a:lnTo>
                <a:lnTo>
                  <a:pt x="187" y="101"/>
                </a:lnTo>
                <a:lnTo>
                  <a:pt x="206" y="85"/>
                </a:lnTo>
                <a:lnTo>
                  <a:pt x="224" y="68"/>
                </a:lnTo>
                <a:lnTo>
                  <a:pt x="244" y="51"/>
                </a:lnTo>
                <a:lnTo>
                  <a:pt x="264" y="34"/>
                </a:lnTo>
                <a:lnTo>
                  <a:pt x="284" y="17"/>
                </a:lnTo>
                <a:lnTo>
                  <a:pt x="305" y="0"/>
                </a:lnTo>
                <a:lnTo>
                  <a:pt x="953" y="0"/>
                </a:lnTo>
                <a:lnTo>
                  <a:pt x="953" y="17"/>
                </a:lnTo>
                <a:lnTo>
                  <a:pt x="953" y="34"/>
                </a:lnTo>
                <a:lnTo>
                  <a:pt x="953" y="51"/>
                </a:lnTo>
                <a:lnTo>
                  <a:pt x="953" y="68"/>
                </a:lnTo>
                <a:lnTo>
                  <a:pt x="953" y="85"/>
                </a:lnTo>
                <a:lnTo>
                  <a:pt x="953" y="101"/>
                </a:lnTo>
                <a:lnTo>
                  <a:pt x="953" y="118"/>
                </a:lnTo>
                <a:lnTo>
                  <a:pt x="953" y="135"/>
                </a:lnTo>
                <a:lnTo>
                  <a:pt x="953" y="152"/>
                </a:lnTo>
                <a:lnTo>
                  <a:pt x="953" y="169"/>
                </a:lnTo>
                <a:lnTo>
                  <a:pt x="953" y="186"/>
                </a:lnTo>
                <a:lnTo>
                  <a:pt x="953" y="203"/>
                </a:lnTo>
                <a:lnTo>
                  <a:pt x="953" y="220"/>
                </a:lnTo>
                <a:lnTo>
                  <a:pt x="953" y="237"/>
                </a:lnTo>
                <a:lnTo>
                  <a:pt x="953" y="254"/>
                </a:lnTo>
                <a:lnTo>
                  <a:pt x="953" y="271"/>
                </a:lnTo>
                <a:lnTo>
                  <a:pt x="953" y="288"/>
                </a:lnTo>
                <a:lnTo>
                  <a:pt x="953" y="305"/>
                </a:lnTo>
                <a:lnTo>
                  <a:pt x="953" y="322"/>
                </a:lnTo>
                <a:lnTo>
                  <a:pt x="953" y="339"/>
                </a:lnTo>
                <a:lnTo>
                  <a:pt x="953" y="356"/>
                </a:lnTo>
                <a:lnTo>
                  <a:pt x="953" y="373"/>
                </a:lnTo>
                <a:lnTo>
                  <a:pt x="953" y="390"/>
                </a:lnTo>
                <a:lnTo>
                  <a:pt x="953" y="406"/>
                </a:lnTo>
                <a:lnTo>
                  <a:pt x="953" y="423"/>
                </a:lnTo>
                <a:lnTo>
                  <a:pt x="953" y="440"/>
                </a:lnTo>
                <a:lnTo>
                  <a:pt x="953" y="457"/>
                </a:lnTo>
                <a:lnTo>
                  <a:pt x="953" y="474"/>
                </a:lnTo>
                <a:lnTo>
                  <a:pt x="953" y="491"/>
                </a:lnTo>
                <a:lnTo>
                  <a:pt x="953" y="508"/>
                </a:lnTo>
                <a:lnTo>
                  <a:pt x="953" y="525"/>
                </a:lnTo>
                <a:lnTo>
                  <a:pt x="953" y="542"/>
                </a:lnTo>
                <a:lnTo>
                  <a:pt x="953" y="559"/>
                </a:lnTo>
                <a:lnTo>
                  <a:pt x="953" y="576"/>
                </a:lnTo>
                <a:lnTo>
                  <a:pt x="953" y="594"/>
                </a:lnTo>
                <a:lnTo>
                  <a:pt x="953" y="611"/>
                </a:lnTo>
                <a:lnTo>
                  <a:pt x="953" y="628"/>
                </a:lnTo>
                <a:lnTo>
                  <a:pt x="953" y="645"/>
                </a:lnTo>
                <a:lnTo>
                  <a:pt x="953" y="662"/>
                </a:lnTo>
                <a:lnTo>
                  <a:pt x="953" y="679"/>
                </a:lnTo>
                <a:lnTo>
                  <a:pt x="953" y="696"/>
                </a:lnTo>
                <a:lnTo>
                  <a:pt x="953" y="713"/>
                </a:lnTo>
                <a:lnTo>
                  <a:pt x="953" y="729"/>
                </a:lnTo>
                <a:lnTo>
                  <a:pt x="953" y="746"/>
                </a:lnTo>
                <a:lnTo>
                  <a:pt x="953" y="763"/>
                </a:lnTo>
                <a:lnTo>
                  <a:pt x="953" y="780"/>
                </a:lnTo>
                <a:lnTo>
                  <a:pt x="953" y="797"/>
                </a:lnTo>
                <a:lnTo>
                  <a:pt x="953" y="814"/>
                </a:lnTo>
                <a:lnTo>
                  <a:pt x="953" y="831"/>
                </a:lnTo>
                <a:lnTo>
                  <a:pt x="953" y="848"/>
                </a:lnTo>
                <a:lnTo>
                  <a:pt x="953" y="865"/>
                </a:lnTo>
                <a:lnTo>
                  <a:pt x="953" y="882"/>
                </a:lnTo>
                <a:lnTo>
                  <a:pt x="953" y="899"/>
                </a:lnTo>
                <a:lnTo>
                  <a:pt x="953" y="916"/>
                </a:lnTo>
                <a:lnTo>
                  <a:pt x="953" y="933"/>
                </a:lnTo>
                <a:lnTo>
                  <a:pt x="953" y="950"/>
                </a:lnTo>
                <a:lnTo>
                  <a:pt x="953" y="967"/>
                </a:lnTo>
                <a:lnTo>
                  <a:pt x="953" y="984"/>
                </a:lnTo>
                <a:lnTo>
                  <a:pt x="953" y="1001"/>
                </a:lnTo>
                <a:lnTo>
                  <a:pt x="953" y="1018"/>
                </a:lnTo>
                <a:lnTo>
                  <a:pt x="953" y="1034"/>
                </a:lnTo>
                <a:lnTo>
                  <a:pt x="953" y="1051"/>
                </a:lnTo>
                <a:lnTo>
                  <a:pt x="953" y="1068"/>
                </a:lnTo>
                <a:lnTo>
                  <a:pt x="953" y="1085"/>
                </a:lnTo>
                <a:lnTo>
                  <a:pt x="953" y="1102"/>
                </a:lnTo>
                <a:lnTo>
                  <a:pt x="953" y="1119"/>
                </a:lnTo>
                <a:lnTo>
                  <a:pt x="953" y="1136"/>
                </a:lnTo>
                <a:lnTo>
                  <a:pt x="953" y="1153"/>
                </a:lnTo>
                <a:lnTo>
                  <a:pt x="953" y="1170"/>
                </a:lnTo>
                <a:lnTo>
                  <a:pt x="953" y="1187"/>
                </a:lnTo>
                <a:lnTo>
                  <a:pt x="953" y="1204"/>
                </a:lnTo>
                <a:lnTo>
                  <a:pt x="953" y="1221"/>
                </a:lnTo>
                <a:lnTo>
                  <a:pt x="953" y="1238"/>
                </a:lnTo>
                <a:lnTo>
                  <a:pt x="953" y="1255"/>
                </a:lnTo>
                <a:lnTo>
                  <a:pt x="953" y="1272"/>
                </a:lnTo>
                <a:lnTo>
                  <a:pt x="953" y="1289"/>
                </a:lnTo>
                <a:lnTo>
                  <a:pt x="953" y="1306"/>
                </a:lnTo>
                <a:lnTo>
                  <a:pt x="953" y="1323"/>
                </a:lnTo>
                <a:lnTo>
                  <a:pt x="953" y="1340"/>
                </a:lnTo>
                <a:lnTo>
                  <a:pt x="953" y="1356"/>
                </a:lnTo>
                <a:lnTo>
                  <a:pt x="953" y="1373"/>
                </a:lnTo>
                <a:lnTo>
                  <a:pt x="953" y="1390"/>
                </a:lnTo>
                <a:lnTo>
                  <a:pt x="953" y="1407"/>
                </a:lnTo>
                <a:lnTo>
                  <a:pt x="953" y="1424"/>
                </a:lnTo>
                <a:lnTo>
                  <a:pt x="953" y="1441"/>
                </a:lnTo>
                <a:lnTo>
                  <a:pt x="953" y="1458"/>
                </a:lnTo>
                <a:lnTo>
                  <a:pt x="953" y="1475"/>
                </a:lnTo>
                <a:lnTo>
                  <a:pt x="953" y="1492"/>
                </a:lnTo>
                <a:lnTo>
                  <a:pt x="953" y="1509"/>
                </a:lnTo>
                <a:lnTo>
                  <a:pt x="953" y="1526"/>
                </a:lnTo>
                <a:lnTo>
                  <a:pt x="953" y="1543"/>
                </a:lnTo>
                <a:lnTo>
                  <a:pt x="953" y="1560"/>
                </a:lnTo>
                <a:lnTo>
                  <a:pt x="953" y="1577"/>
                </a:lnTo>
                <a:lnTo>
                  <a:pt x="953" y="1594"/>
                </a:lnTo>
                <a:lnTo>
                  <a:pt x="953" y="1611"/>
                </a:lnTo>
                <a:lnTo>
                  <a:pt x="953" y="1628"/>
                </a:lnTo>
                <a:lnTo>
                  <a:pt x="953" y="1645"/>
                </a:lnTo>
                <a:lnTo>
                  <a:pt x="953" y="1661"/>
                </a:lnTo>
                <a:lnTo>
                  <a:pt x="953" y="1678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11160">
            <a:solidFill>
              <a:srgbClr val="c53e1f">
                <a:alpha val="55000"/>
              </a:srgbClr>
            </a:solidFill>
            <a:round/>
          </a:ln>
        </p:spPr>
      </p:sp>
      <p:sp>
        <p:nvSpPr>
          <p:cNvPr id="64" name=""/>
          <p:cNvSpPr/>
          <p:nvPr/>
        </p:nvSpPr>
        <p:spPr>
          <a:xfrm>
            <a:off x="1229400" y="2510280"/>
            <a:ext cx="255600" cy="276120"/>
          </a:xfrm>
          <a:custGeom>
            <a:avLst/>
            <a:gdLst/>
            <a:ahLst/>
            <a:rect l="0" t="0" r="r" b="b"/>
            <a:pathLst>
              <a:path w="710" h="767">
                <a:moveTo>
                  <a:pt x="0" y="767"/>
                </a:moveTo>
                <a:lnTo>
                  <a:pt x="710" y="767"/>
                </a:lnTo>
                <a:lnTo>
                  <a:pt x="710" y="0"/>
                </a:lnTo>
                <a:lnTo>
                  <a:pt x="0" y="0"/>
                </a:lnTo>
                <a:lnTo>
                  <a:pt x="0" y="767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a7d6e">
                <a:alpha val="95000"/>
              </a:srgbClr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1356840" y="2786040"/>
            <a:ext cx="0" cy="32976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/>
          <p:nvPr/>
        </p:nvSpPr>
        <p:spPr>
          <a:xfrm flipV="1">
            <a:off x="1356840" y="2413080"/>
            <a:ext cx="0" cy="9720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/>
          <p:nvPr/>
        </p:nvSpPr>
        <p:spPr>
          <a:xfrm>
            <a:off x="1293120" y="3115800"/>
            <a:ext cx="127800" cy="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/>
          <p:nvPr/>
        </p:nvSpPr>
        <p:spPr>
          <a:xfrm>
            <a:off x="1293120" y="2413080"/>
            <a:ext cx="127800" cy="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/>
          <p:nvPr/>
        </p:nvSpPr>
        <p:spPr>
          <a:xfrm>
            <a:off x="2930040" y="2604600"/>
            <a:ext cx="255600" cy="295200"/>
          </a:xfrm>
          <a:custGeom>
            <a:avLst/>
            <a:gdLst/>
            <a:ahLst/>
            <a:rect l="0" t="0" r="r" b="b"/>
            <a:pathLst>
              <a:path w="710" h="820">
                <a:moveTo>
                  <a:pt x="0" y="820"/>
                </a:moveTo>
                <a:lnTo>
                  <a:pt x="710" y="820"/>
                </a:lnTo>
                <a:lnTo>
                  <a:pt x="710" y="0"/>
                </a:lnTo>
                <a:lnTo>
                  <a:pt x="0" y="0"/>
                </a:lnTo>
                <a:lnTo>
                  <a:pt x="0" y="820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c53e1f">
                <a:alpha val="95000"/>
              </a:srgbClr>
            </a:solidFill>
            <a:miter/>
          </a:ln>
        </p:spPr>
      </p:sp>
      <p:sp>
        <p:nvSpPr>
          <p:cNvPr id="70" name=""/>
          <p:cNvSpPr/>
          <p:nvPr/>
        </p:nvSpPr>
        <p:spPr>
          <a:xfrm>
            <a:off x="3057840" y="2899440"/>
            <a:ext cx="0" cy="21024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/>
          <p:nvPr/>
        </p:nvSpPr>
        <p:spPr>
          <a:xfrm flipV="1">
            <a:off x="3057840" y="2505960"/>
            <a:ext cx="0" cy="9864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>
            <a:off x="2994120" y="3109680"/>
            <a:ext cx="127440" cy="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/>
          <p:nvPr/>
        </p:nvSpPr>
        <p:spPr>
          <a:xfrm>
            <a:off x="2994120" y="2505960"/>
            <a:ext cx="127440" cy="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>
            <a:off x="506520" y="235440"/>
            <a:ext cx="3401640" cy="0"/>
          </a:xfrm>
          <a:prstGeom prst="line">
            <a:avLst/>
          </a:prstGeom>
          <a:ln w="12600">
            <a:solidFill>
              <a:srgbClr val="c01a1a"/>
            </a:solidFill>
            <a:custDash>
              <a:ds d="371429" sp="160000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/>
          <p:nvPr/>
        </p:nvSpPr>
        <p:spPr>
          <a:xfrm>
            <a:off x="1220760" y="1476000"/>
            <a:ext cx="1701360" cy="95400"/>
          </a:xfrm>
          <a:custGeom>
            <a:avLst/>
            <a:gdLst/>
            <a:ahLst/>
            <a:rect l="0" t="0" r="r" b="b"/>
            <a:pathLst>
              <a:path fill="none" w="4726" h="265">
                <a:moveTo>
                  <a:pt x="0" y="265"/>
                </a:moveTo>
                <a:lnTo>
                  <a:pt x="0" y="0"/>
                </a:lnTo>
                <a:lnTo>
                  <a:pt x="4726" y="0"/>
                </a:lnTo>
                <a:lnTo>
                  <a:pt x="4726" y="265"/>
                </a:lnTo>
              </a:path>
            </a:pathLst>
          </a:custGeom>
          <a:ln cap="sq" w="11160">
            <a:solidFill>
              <a:srgbClr val="000000"/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1229400" y="2601720"/>
            <a:ext cx="25524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" name=""/>
          <p:cNvSpPr/>
          <p:nvPr/>
        </p:nvSpPr>
        <p:spPr>
          <a:xfrm>
            <a:off x="2930040" y="2732400"/>
            <a:ext cx="25524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 flipV="1">
            <a:off x="506520" y="91440"/>
            <a:ext cx="0" cy="31683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/>
          <p:nvPr/>
        </p:nvSpPr>
        <p:spPr>
          <a:xfrm>
            <a:off x="506520" y="3259800"/>
            <a:ext cx="34016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/>
          <p:nvPr/>
        </p:nvSpPr>
        <p:spPr>
          <a:xfrm>
            <a:off x="1701720" y="24033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9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1567440" y="253692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6" y="8"/>
                  <a:pt x="22" y="22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1734120" y="308880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3"/>
                  <a:pt x="129" y="127"/>
                </a:cubicBezTo>
                <a:cubicBezTo>
                  <a:pt x="143" y="113"/>
                  <a:pt x="151" y="94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4"/>
                  <a:pt x="8" y="113"/>
                  <a:pt x="22" y="127"/>
                </a:cubicBezTo>
                <a:cubicBezTo>
                  <a:pt x="37" y="143"/>
                  <a:pt x="56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1760760" y="25718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5" y="143"/>
                  <a:pt x="129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1555200" y="163116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6" y="150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0"/>
                  <a:pt x="75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652760" y="24962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1783080" y="308304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6" y="8"/>
                  <a:pt x="22" y="23"/>
                </a:cubicBezTo>
                <a:cubicBezTo>
                  <a:pt x="8" y="37"/>
                  <a:pt x="0" y="56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6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722240" y="257760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1681560" y="244404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3"/>
                  <a:pt x="128" y="128"/>
                </a:cubicBezTo>
                <a:cubicBezTo>
                  <a:pt x="142" y="114"/>
                  <a:pt x="150" y="95"/>
                  <a:pt x="150" y="75"/>
                </a:cubicBezTo>
                <a:cubicBezTo>
                  <a:pt x="150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6" y="0"/>
                  <a:pt x="37" y="8"/>
                  <a:pt x="22" y="22"/>
                </a:cubicBezTo>
                <a:cubicBezTo>
                  <a:pt x="7" y="36"/>
                  <a:pt x="0" y="55"/>
                  <a:pt x="0" y="75"/>
                </a:cubicBezTo>
                <a:cubicBezTo>
                  <a:pt x="0" y="95"/>
                  <a:pt x="7" y="114"/>
                  <a:pt x="22" y="128"/>
                </a:cubicBezTo>
                <a:cubicBezTo>
                  <a:pt x="37" y="143"/>
                  <a:pt x="56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1691280" y="292032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4" y="151"/>
                  <a:pt x="113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7"/>
                  <a:pt x="128" y="23"/>
                </a:cubicBezTo>
                <a:cubicBezTo>
                  <a:pt x="113" y="8"/>
                  <a:pt x="94" y="0"/>
                  <a:pt x="75" y="0"/>
                </a:cubicBezTo>
                <a:cubicBezTo>
                  <a:pt x="55" y="0"/>
                  <a:pt x="36" y="8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1721520" y="27111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1645560" y="285048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1622880" y="272880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4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7"/>
                  <a:pt x="96" y="0"/>
                  <a:pt x="76" y="0"/>
                </a:cubicBezTo>
                <a:cubicBezTo>
                  <a:pt x="56" y="0"/>
                  <a:pt x="36" y="7"/>
                  <a:pt x="22" y="22"/>
                </a:cubicBezTo>
                <a:cubicBezTo>
                  <a:pt x="8" y="36"/>
                  <a:pt x="0" y="55"/>
                  <a:pt x="0" y="74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6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1641960" y="238608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4" y="151"/>
                  <a:pt x="113" y="143"/>
                  <a:pt x="127" y="129"/>
                </a:cubicBezTo>
                <a:cubicBezTo>
                  <a:pt x="143" y="115"/>
                  <a:pt x="150" y="96"/>
                  <a:pt x="150" y="76"/>
                </a:cubicBezTo>
                <a:cubicBezTo>
                  <a:pt x="150" y="56"/>
                  <a:pt x="143" y="37"/>
                  <a:pt x="127" y="23"/>
                </a:cubicBezTo>
                <a:cubicBezTo>
                  <a:pt x="113" y="9"/>
                  <a:pt x="94" y="0"/>
                  <a:pt x="75" y="0"/>
                </a:cubicBezTo>
                <a:cubicBezTo>
                  <a:pt x="55" y="0"/>
                  <a:pt x="36" y="9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1560960" y="264168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1709280" y="25196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3409200" y="25603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5" y="150"/>
                  <a:pt x="114" y="143"/>
                  <a:pt x="128" y="129"/>
                </a:cubicBezTo>
                <a:cubicBezTo>
                  <a:pt x="143" y="114"/>
                  <a:pt x="151" y="94"/>
                  <a:pt x="151" y="75"/>
                </a:cubicBezTo>
                <a:cubicBezTo>
                  <a:pt x="151" y="55"/>
                  <a:pt x="143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4"/>
                  <a:pt x="8" y="114"/>
                  <a:pt x="22" y="129"/>
                </a:cubicBezTo>
                <a:cubicBezTo>
                  <a:pt x="36" y="143"/>
                  <a:pt x="55" y="150"/>
                  <a:pt x="75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3463560" y="26762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3476160" y="266472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5" y="143"/>
                  <a:pt x="129" y="129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3443040" y="253116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6" y="0"/>
                  <a:pt x="36" y="8"/>
                  <a:pt x="22" y="22"/>
                </a:cubicBezTo>
                <a:cubicBezTo>
                  <a:pt x="7" y="36"/>
                  <a:pt x="0" y="56"/>
                  <a:pt x="0" y="76"/>
                </a:cubicBezTo>
                <a:cubicBezTo>
                  <a:pt x="0" y="96"/>
                  <a:pt x="7" y="115"/>
                  <a:pt x="22" y="129"/>
                </a:cubicBezTo>
                <a:cubicBezTo>
                  <a:pt x="36" y="143"/>
                  <a:pt x="56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3411360" y="2734560"/>
            <a:ext cx="54000" cy="54000"/>
          </a:xfrm>
          <a:custGeom>
            <a:avLst/>
            <a:gdLst/>
            <a:ahLst/>
            <a:rect l="0" t="0" r="r" b="b"/>
            <a:pathLst>
              <a:path w="150" h="150">
                <a:moveTo>
                  <a:pt x="74" y="150"/>
                </a:moveTo>
                <a:cubicBezTo>
                  <a:pt x="94" y="150"/>
                  <a:pt x="113" y="143"/>
                  <a:pt x="127" y="128"/>
                </a:cubicBezTo>
                <a:cubicBezTo>
                  <a:pt x="142" y="114"/>
                  <a:pt x="150" y="95"/>
                  <a:pt x="150" y="75"/>
                </a:cubicBezTo>
                <a:cubicBezTo>
                  <a:pt x="150" y="55"/>
                  <a:pt x="142" y="36"/>
                  <a:pt x="127" y="22"/>
                </a:cubicBezTo>
                <a:cubicBezTo>
                  <a:pt x="113" y="8"/>
                  <a:pt x="94" y="0"/>
                  <a:pt x="74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3"/>
                  <a:pt x="55" y="150"/>
                  <a:pt x="74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3368520" y="28159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5" y="150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6"/>
                  <a:pt x="143" y="37"/>
                  <a:pt x="129" y="22"/>
                </a:cubicBezTo>
                <a:cubicBezTo>
                  <a:pt x="115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7"/>
                  <a:pt x="0" y="56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5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3378600" y="24789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3273840" y="258336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1" y="22"/>
                </a:cubicBezTo>
                <a:cubicBezTo>
                  <a:pt x="7" y="36"/>
                  <a:pt x="0" y="56"/>
                  <a:pt x="0" y="76"/>
                </a:cubicBezTo>
                <a:cubicBezTo>
                  <a:pt x="0" y="96"/>
                  <a:pt x="7" y="115"/>
                  <a:pt x="21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4" name=""/>
          <p:cNvSpPr/>
          <p:nvPr/>
        </p:nvSpPr>
        <p:spPr>
          <a:xfrm>
            <a:off x="3432960" y="308304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3"/>
                </a:cubicBezTo>
                <a:cubicBezTo>
                  <a:pt x="8" y="37"/>
                  <a:pt x="0" y="56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6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5" name=""/>
          <p:cNvSpPr/>
          <p:nvPr/>
        </p:nvSpPr>
        <p:spPr>
          <a:xfrm>
            <a:off x="3425760" y="292032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3264840" y="306540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7" name=""/>
          <p:cNvSpPr/>
          <p:nvPr/>
        </p:nvSpPr>
        <p:spPr>
          <a:xfrm>
            <a:off x="3388680" y="28562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6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8" name=""/>
          <p:cNvSpPr txBox="1"/>
          <p:nvPr/>
        </p:nvSpPr>
        <p:spPr>
          <a:xfrm rot="16200000">
            <a:off x="-930240" y="1590120"/>
            <a:ext cx="21603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Nonsynonymous TMB (/Mb)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>
            <a:off x="2685600" y="110520"/>
            <a:ext cx="1089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TMB-high (10/Mb)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>
            <a:off x="1818720" y="1351080"/>
            <a:ext cx="509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 = 0.186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1072800" y="3377160"/>
            <a:ext cx="296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a6772"/>
                </a:solidFill>
                <a:latin typeface="DejaVuSans"/>
              </a:rPr>
              <a:t>n=16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2773800" y="3377160"/>
            <a:ext cx="296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a6772"/>
                </a:solidFill>
                <a:latin typeface="DejaVuSans"/>
              </a:rPr>
              <a:t>n=12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2B — TMB raincloud by response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12732120" cy="8751240"/>
          </a:xfrm>
          <a:custGeom>
            <a:avLst/>
            <a:gdLst/>
            <a:ahLst/>
            <a:rect l="0" t="0" r="r" b="b"/>
            <a:pathLst>
              <a:path w="35367" h="24309">
                <a:moveTo>
                  <a:pt x="0" y="24309"/>
                </a:moveTo>
                <a:lnTo>
                  <a:pt x="35367" y="24309"/>
                </a:lnTo>
                <a:lnTo>
                  <a:pt x="35367" y="0"/>
                </a:lnTo>
                <a:lnTo>
                  <a:pt x="0" y="0"/>
                </a:lnTo>
                <a:lnTo>
                  <a:pt x="0" y="2430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602640" y="734760"/>
            <a:ext cx="12038040" cy="1483560"/>
          </a:xfrm>
          <a:custGeom>
            <a:avLst/>
            <a:gdLst/>
            <a:ahLst/>
            <a:rect l="0" t="0" r="r" b="b"/>
            <a:pathLst>
              <a:path w="33439" h="4121">
                <a:moveTo>
                  <a:pt x="0" y="4121"/>
                </a:moveTo>
                <a:lnTo>
                  <a:pt x="33439" y="4121"/>
                </a:lnTo>
                <a:lnTo>
                  <a:pt x="33439" y="0"/>
                </a:lnTo>
                <a:lnTo>
                  <a:pt x="0" y="0"/>
                </a:lnTo>
                <a:lnTo>
                  <a:pt x="0" y="412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6778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6778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8028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8028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/>
          <p:nvPr/>
        </p:nvSpPr>
        <p:spPr>
          <a:xfrm>
            <a:off x="9280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" name=""/>
          <p:cNvSpPr/>
          <p:nvPr/>
        </p:nvSpPr>
        <p:spPr>
          <a:xfrm>
            <a:off x="9280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/>
          <p:nvPr/>
        </p:nvSpPr>
        <p:spPr>
          <a:xfrm>
            <a:off x="10530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10530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/>
          <p:nvPr/>
        </p:nvSpPr>
        <p:spPr>
          <a:xfrm>
            <a:off x="11782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11782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/>
          <p:nvPr/>
        </p:nvSpPr>
        <p:spPr>
          <a:xfrm>
            <a:off x="13035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" name=""/>
          <p:cNvSpPr/>
          <p:nvPr/>
        </p:nvSpPr>
        <p:spPr>
          <a:xfrm>
            <a:off x="13035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" name=""/>
          <p:cNvSpPr/>
          <p:nvPr/>
        </p:nvSpPr>
        <p:spPr>
          <a:xfrm>
            <a:off x="14284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>
            <a:off x="14284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/>
          <p:nvPr/>
        </p:nvSpPr>
        <p:spPr>
          <a:xfrm>
            <a:off x="15537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15537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/>
          <p:nvPr/>
        </p:nvSpPr>
        <p:spPr>
          <a:xfrm>
            <a:off x="16786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5" name=""/>
          <p:cNvSpPr/>
          <p:nvPr/>
        </p:nvSpPr>
        <p:spPr>
          <a:xfrm>
            <a:off x="16786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/>
          <p:nvPr/>
        </p:nvSpPr>
        <p:spPr>
          <a:xfrm>
            <a:off x="18039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>
            <a:off x="18039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/>
          <p:nvPr/>
        </p:nvSpPr>
        <p:spPr>
          <a:xfrm>
            <a:off x="19292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19292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/>
          <p:nvPr/>
        </p:nvSpPr>
        <p:spPr>
          <a:xfrm>
            <a:off x="20541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>
            <a:off x="20541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/>
          <p:nvPr/>
        </p:nvSpPr>
        <p:spPr>
          <a:xfrm>
            <a:off x="21794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>
            <a:off x="21794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/>
          <p:nvPr/>
        </p:nvSpPr>
        <p:spPr>
          <a:xfrm>
            <a:off x="23043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>
            <a:off x="23043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/>
          <p:nvPr/>
        </p:nvSpPr>
        <p:spPr>
          <a:xfrm>
            <a:off x="24296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7" name=""/>
          <p:cNvSpPr/>
          <p:nvPr/>
        </p:nvSpPr>
        <p:spPr>
          <a:xfrm>
            <a:off x="24296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/>
          <p:nvPr/>
        </p:nvSpPr>
        <p:spPr>
          <a:xfrm>
            <a:off x="25545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>
            <a:off x="25545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>
            <a:off x="26798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" name=""/>
          <p:cNvSpPr/>
          <p:nvPr/>
        </p:nvSpPr>
        <p:spPr>
          <a:xfrm>
            <a:off x="26798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>
            <a:off x="28051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" name=""/>
          <p:cNvSpPr/>
          <p:nvPr/>
        </p:nvSpPr>
        <p:spPr>
          <a:xfrm>
            <a:off x="28051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>
            <a:off x="29300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>
            <a:off x="29300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/>
          <p:nvPr/>
        </p:nvSpPr>
        <p:spPr>
          <a:xfrm>
            <a:off x="30553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" name=""/>
          <p:cNvSpPr/>
          <p:nvPr/>
        </p:nvSpPr>
        <p:spPr>
          <a:xfrm>
            <a:off x="30553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>
            <a:off x="31802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9" name=""/>
          <p:cNvSpPr/>
          <p:nvPr/>
        </p:nvSpPr>
        <p:spPr>
          <a:xfrm>
            <a:off x="31802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/>
          <p:nvPr/>
        </p:nvSpPr>
        <p:spPr>
          <a:xfrm>
            <a:off x="33055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>
            <a:off x="33055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/>
          <p:nvPr/>
        </p:nvSpPr>
        <p:spPr>
          <a:xfrm>
            <a:off x="34308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" name=""/>
          <p:cNvSpPr/>
          <p:nvPr/>
        </p:nvSpPr>
        <p:spPr>
          <a:xfrm>
            <a:off x="34308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/>
          <p:nvPr/>
        </p:nvSpPr>
        <p:spPr>
          <a:xfrm>
            <a:off x="35557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" name=""/>
          <p:cNvSpPr/>
          <p:nvPr/>
        </p:nvSpPr>
        <p:spPr>
          <a:xfrm>
            <a:off x="35557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/>
          <p:nvPr/>
        </p:nvSpPr>
        <p:spPr>
          <a:xfrm>
            <a:off x="36810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>
            <a:off x="36810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/>
          <p:nvPr/>
        </p:nvSpPr>
        <p:spPr>
          <a:xfrm>
            <a:off x="38059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9" name=""/>
          <p:cNvSpPr/>
          <p:nvPr/>
        </p:nvSpPr>
        <p:spPr>
          <a:xfrm>
            <a:off x="38059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/>
          <p:nvPr/>
        </p:nvSpPr>
        <p:spPr>
          <a:xfrm>
            <a:off x="39312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1" name=""/>
          <p:cNvSpPr/>
          <p:nvPr/>
        </p:nvSpPr>
        <p:spPr>
          <a:xfrm>
            <a:off x="39312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/>
          <p:nvPr/>
        </p:nvSpPr>
        <p:spPr>
          <a:xfrm>
            <a:off x="40564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>
            <a:off x="40564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/>
          <p:nvPr/>
        </p:nvSpPr>
        <p:spPr>
          <a:xfrm>
            <a:off x="41814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5" name=""/>
          <p:cNvSpPr/>
          <p:nvPr/>
        </p:nvSpPr>
        <p:spPr>
          <a:xfrm>
            <a:off x="41814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/>
          <p:nvPr/>
        </p:nvSpPr>
        <p:spPr>
          <a:xfrm>
            <a:off x="43066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7" name=""/>
          <p:cNvSpPr/>
          <p:nvPr/>
        </p:nvSpPr>
        <p:spPr>
          <a:xfrm>
            <a:off x="43066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/>
          <p:nvPr/>
        </p:nvSpPr>
        <p:spPr>
          <a:xfrm>
            <a:off x="44316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9" name=""/>
          <p:cNvSpPr/>
          <p:nvPr/>
        </p:nvSpPr>
        <p:spPr>
          <a:xfrm>
            <a:off x="44316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/>
          <p:nvPr/>
        </p:nvSpPr>
        <p:spPr>
          <a:xfrm>
            <a:off x="45568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>
            <a:off x="45568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>
            <a:off x="46821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" name=""/>
          <p:cNvSpPr/>
          <p:nvPr/>
        </p:nvSpPr>
        <p:spPr>
          <a:xfrm>
            <a:off x="46821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/>
          <p:nvPr/>
        </p:nvSpPr>
        <p:spPr>
          <a:xfrm>
            <a:off x="48070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" name=""/>
          <p:cNvSpPr/>
          <p:nvPr/>
        </p:nvSpPr>
        <p:spPr>
          <a:xfrm>
            <a:off x="48070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/>
          <p:nvPr/>
        </p:nvSpPr>
        <p:spPr>
          <a:xfrm>
            <a:off x="49323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49323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/>
          <p:nvPr/>
        </p:nvSpPr>
        <p:spPr>
          <a:xfrm>
            <a:off x="50572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9" name=""/>
          <p:cNvSpPr/>
          <p:nvPr/>
        </p:nvSpPr>
        <p:spPr>
          <a:xfrm>
            <a:off x="50572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" name=""/>
          <p:cNvSpPr/>
          <p:nvPr/>
        </p:nvSpPr>
        <p:spPr>
          <a:xfrm>
            <a:off x="51825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>
            <a:off x="51825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/>
          <p:nvPr/>
        </p:nvSpPr>
        <p:spPr>
          <a:xfrm>
            <a:off x="53074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53074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/>
          <p:nvPr/>
        </p:nvSpPr>
        <p:spPr>
          <a:xfrm>
            <a:off x="54327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5" name=""/>
          <p:cNvSpPr/>
          <p:nvPr/>
        </p:nvSpPr>
        <p:spPr>
          <a:xfrm>
            <a:off x="54327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/>
          <p:nvPr/>
        </p:nvSpPr>
        <p:spPr>
          <a:xfrm>
            <a:off x="55580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>
            <a:off x="55580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/>
          <p:nvPr/>
        </p:nvSpPr>
        <p:spPr>
          <a:xfrm>
            <a:off x="56829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>
            <a:off x="56829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>
            <a:off x="58082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1" name=""/>
          <p:cNvSpPr/>
          <p:nvPr/>
        </p:nvSpPr>
        <p:spPr>
          <a:xfrm>
            <a:off x="58082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/>
          <p:nvPr/>
        </p:nvSpPr>
        <p:spPr>
          <a:xfrm>
            <a:off x="59331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>
            <a:off x="59331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>
            <a:off x="60584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>
            <a:off x="60584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>
            <a:off x="61837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7" name=""/>
          <p:cNvSpPr/>
          <p:nvPr/>
        </p:nvSpPr>
        <p:spPr>
          <a:xfrm>
            <a:off x="61837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/>
          <p:nvPr/>
        </p:nvSpPr>
        <p:spPr>
          <a:xfrm>
            <a:off x="63086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>
            <a:off x="63086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>
            <a:off x="64339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>
            <a:off x="64339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>
            <a:off x="65588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>
            <a:off x="65588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66841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5" name=""/>
          <p:cNvSpPr/>
          <p:nvPr/>
        </p:nvSpPr>
        <p:spPr>
          <a:xfrm>
            <a:off x="66841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68094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>
            <a:off x="68094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69343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9" name=""/>
          <p:cNvSpPr/>
          <p:nvPr/>
        </p:nvSpPr>
        <p:spPr>
          <a:xfrm>
            <a:off x="69343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>
            <a:off x="70596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>
            <a:off x="70596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/>
          <p:nvPr/>
        </p:nvSpPr>
        <p:spPr>
          <a:xfrm>
            <a:off x="71845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>
            <a:off x="71845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/>
          <p:nvPr/>
        </p:nvSpPr>
        <p:spPr>
          <a:xfrm>
            <a:off x="73098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>
            <a:off x="73098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/>
          <p:nvPr/>
        </p:nvSpPr>
        <p:spPr>
          <a:xfrm>
            <a:off x="74347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>
            <a:off x="74347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/>
          <p:nvPr/>
        </p:nvSpPr>
        <p:spPr>
          <a:xfrm>
            <a:off x="75600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>
            <a:off x="75600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/>
          <p:nvPr/>
        </p:nvSpPr>
        <p:spPr>
          <a:xfrm>
            <a:off x="76852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>
            <a:off x="76852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/>
          <p:nvPr/>
        </p:nvSpPr>
        <p:spPr>
          <a:xfrm>
            <a:off x="78102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3" name=""/>
          <p:cNvSpPr/>
          <p:nvPr/>
        </p:nvSpPr>
        <p:spPr>
          <a:xfrm>
            <a:off x="78102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4" name=""/>
          <p:cNvSpPr/>
          <p:nvPr/>
        </p:nvSpPr>
        <p:spPr>
          <a:xfrm>
            <a:off x="79354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>
            <a:off x="79354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/>
          <p:nvPr/>
        </p:nvSpPr>
        <p:spPr>
          <a:xfrm>
            <a:off x="80604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7" name=""/>
          <p:cNvSpPr/>
          <p:nvPr/>
        </p:nvSpPr>
        <p:spPr>
          <a:xfrm>
            <a:off x="80604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8" name=""/>
          <p:cNvSpPr/>
          <p:nvPr/>
        </p:nvSpPr>
        <p:spPr>
          <a:xfrm>
            <a:off x="81856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9" name=""/>
          <p:cNvSpPr/>
          <p:nvPr/>
        </p:nvSpPr>
        <p:spPr>
          <a:xfrm>
            <a:off x="81856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0" name=""/>
          <p:cNvSpPr/>
          <p:nvPr/>
        </p:nvSpPr>
        <p:spPr>
          <a:xfrm>
            <a:off x="83109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>
            <a:off x="83109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/>
          <p:nvPr/>
        </p:nvSpPr>
        <p:spPr>
          <a:xfrm>
            <a:off x="84358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3" name=""/>
          <p:cNvSpPr/>
          <p:nvPr/>
        </p:nvSpPr>
        <p:spPr>
          <a:xfrm>
            <a:off x="84358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4" name=""/>
          <p:cNvSpPr/>
          <p:nvPr/>
        </p:nvSpPr>
        <p:spPr>
          <a:xfrm>
            <a:off x="85611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5" name=""/>
          <p:cNvSpPr/>
          <p:nvPr/>
        </p:nvSpPr>
        <p:spPr>
          <a:xfrm>
            <a:off x="85611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/>
          <p:nvPr/>
        </p:nvSpPr>
        <p:spPr>
          <a:xfrm>
            <a:off x="86860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>
            <a:off x="86860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/>
          <p:nvPr/>
        </p:nvSpPr>
        <p:spPr>
          <a:xfrm>
            <a:off x="88113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9" name=""/>
          <p:cNvSpPr/>
          <p:nvPr/>
        </p:nvSpPr>
        <p:spPr>
          <a:xfrm>
            <a:off x="88113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0" name=""/>
          <p:cNvSpPr/>
          <p:nvPr/>
        </p:nvSpPr>
        <p:spPr>
          <a:xfrm>
            <a:off x="89366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1" name=""/>
          <p:cNvSpPr/>
          <p:nvPr/>
        </p:nvSpPr>
        <p:spPr>
          <a:xfrm>
            <a:off x="89366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2" name=""/>
          <p:cNvSpPr/>
          <p:nvPr/>
        </p:nvSpPr>
        <p:spPr>
          <a:xfrm>
            <a:off x="90615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>
            <a:off x="90615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/>
          <p:nvPr/>
        </p:nvSpPr>
        <p:spPr>
          <a:xfrm>
            <a:off x="91868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5" name=""/>
          <p:cNvSpPr/>
          <p:nvPr/>
        </p:nvSpPr>
        <p:spPr>
          <a:xfrm>
            <a:off x="91868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6" name=""/>
          <p:cNvSpPr/>
          <p:nvPr/>
        </p:nvSpPr>
        <p:spPr>
          <a:xfrm>
            <a:off x="93117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7" name=""/>
          <p:cNvSpPr/>
          <p:nvPr/>
        </p:nvSpPr>
        <p:spPr>
          <a:xfrm>
            <a:off x="93117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/>
          <p:nvPr/>
        </p:nvSpPr>
        <p:spPr>
          <a:xfrm>
            <a:off x="94370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9" name=""/>
          <p:cNvSpPr/>
          <p:nvPr/>
        </p:nvSpPr>
        <p:spPr>
          <a:xfrm>
            <a:off x="94370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/>
          <p:nvPr/>
        </p:nvSpPr>
        <p:spPr>
          <a:xfrm>
            <a:off x="95623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1" name=""/>
          <p:cNvSpPr/>
          <p:nvPr/>
        </p:nvSpPr>
        <p:spPr>
          <a:xfrm>
            <a:off x="95623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2" name=""/>
          <p:cNvSpPr/>
          <p:nvPr/>
        </p:nvSpPr>
        <p:spPr>
          <a:xfrm>
            <a:off x="96872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3" name=""/>
          <p:cNvSpPr/>
          <p:nvPr/>
        </p:nvSpPr>
        <p:spPr>
          <a:xfrm>
            <a:off x="96872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/>
          <p:nvPr/>
        </p:nvSpPr>
        <p:spPr>
          <a:xfrm>
            <a:off x="98125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5" name=""/>
          <p:cNvSpPr/>
          <p:nvPr/>
        </p:nvSpPr>
        <p:spPr>
          <a:xfrm>
            <a:off x="98125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/>
          <p:nvPr/>
        </p:nvSpPr>
        <p:spPr>
          <a:xfrm>
            <a:off x="99374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7" name=""/>
          <p:cNvSpPr/>
          <p:nvPr/>
        </p:nvSpPr>
        <p:spPr>
          <a:xfrm>
            <a:off x="99374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8" name=""/>
          <p:cNvSpPr/>
          <p:nvPr/>
        </p:nvSpPr>
        <p:spPr>
          <a:xfrm>
            <a:off x="100627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9" name=""/>
          <p:cNvSpPr/>
          <p:nvPr/>
        </p:nvSpPr>
        <p:spPr>
          <a:xfrm>
            <a:off x="100627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/>
          <p:nvPr/>
        </p:nvSpPr>
        <p:spPr>
          <a:xfrm>
            <a:off x="101876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1" name=""/>
          <p:cNvSpPr/>
          <p:nvPr/>
        </p:nvSpPr>
        <p:spPr>
          <a:xfrm>
            <a:off x="101876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/>
          <p:nvPr/>
        </p:nvSpPr>
        <p:spPr>
          <a:xfrm>
            <a:off x="103129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3" name=""/>
          <p:cNvSpPr/>
          <p:nvPr/>
        </p:nvSpPr>
        <p:spPr>
          <a:xfrm>
            <a:off x="103129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4" name=""/>
          <p:cNvSpPr/>
          <p:nvPr/>
        </p:nvSpPr>
        <p:spPr>
          <a:xfrm>
            <a:off x="104382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5" name=""/>
          <p:cNvSpPr/>
          <p:nvPr/>
        </p:nvSpPr>
        <p:spPr>
          <a:xfrm>
            <a:off x="104382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6" name=""/>
          <p:cNvSpPr/>
          <p:nvPr/>
        </p:nvSpPr>
        <p:spPr>
          <a:xfrm>
            <a:off x="105631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7" name=""/>
          <p:cNvSpPr/>
          <p:nvPr/>
        </p:nvSpPr>
        <p:spPr>
          <a:xfrm>
            <a:off x="105631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/>
          <p:nvPr/>
        </p:nvSpPr>
        <p:spPr>
          <a:xfrm>
            <a:off x="106884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9" name=""/>
          <p:cNvSpPr/>
          <p:nvPr/>
        </p:nvSpPr>
        <p:spPr>
          <a:xfrm>
            <a:off x="106884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0" name=""/>
          <p:cNvSpPr/>
          <p:nvPr/>
        </p:nvSpPr>
        <p:spPr>
          <a:xfrm>
            <a:off x="1081332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1" name=""/>
          <p:cNvSpPr/>
          <p:nvPr/>
        </p:nvSpPr>
        <p:spPr>
          <a:xfrm>
            <a:off x="1081332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2" name=""/>
          <p:cNvSpPr/>
          <p:nvPr/>
        </p:nvSpPr>
        <p:spPr>
          <a:xfrm>
            <a:off x="109386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3" name=""/>
          <p:cNvSpPr/>
          <p:nvPr/>
        </p:nvSpPr>
        <p:spPr>
          <a:xfrm>
            <a:off x="109386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/>
          <p:nvPr/>
        </p:nvSpPr>
        <p:spPr>
          <a:xfrm>
            <a:off x="110638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5" name=""/>
          <p:cNvSpPr/>
          <p:nvPr/>
        </p:nvSpPr>
        <p:spPr>
          <a:xfrm>
            <a:off x="110638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6" name=""/>
          <p:cNvSpPr/>
          <p:nvPr/>
        </p:nvSpPr>
        <p:spPr>
          <a:xfrm>
            <a:off x="111888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7" name=""/>
          <p:cNvSpPr/>
          <p:nvPr/>
        </p:nvSpPr>
        <p:spPr>
          <a:xfrm>
            <a:off x="111888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8" name=""/>
          <p:cNvSpPr/>
          <p:nvPr/>
        </p:nvSpPr>
        <p:spPr>
          <a:xfrm>
            <a:off x="113140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9" name=""/>
          <p:cNvSpPr/>
          <p:nvPr/>
        </p:nvSpPr>
        <p:spPr>
          <a:xfrm>
            <a:off x="113140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0" name=""/>
          <p:cNvSpPr/>
          <p:nvPr/>
        </p:nvSpPr>
        <p:spPr>
          <a:xfrm>
            <a:off x="1143900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1" name=""/>
          <p:cNvSpPr/>
          <p:nvPr/>
        </p:nvSpPr>
        <p:spPr>
          <a:xfrm>
            <a:off x="1143900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2" name=""/>
          <p:cNvSpPr/>
          <p:nvPr/>
        </p:nvSpPr>
        <p:spPr>
          <a:xfrm>
            <a:off x="115642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3" name=""/>
          <p:cNvSpPr/>
          <p:nvPr/>
        </p:nvSpPr>
        <p:spPr>
          <a:xfrm>
            <a:off x="115642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4" name=""/>
          <p:cNvSpPr/>
          <p:nvPr/>
        </p:nvSpPr>
        <p:spPr>
          <a:xfrm>
            <a:off x="116895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5" name=""/>
          <p:cNvSpPr/>
          <p:nvPr/>
        </p:nvSpPr>
        <p:spPr>
          <a:xfrm>
            <a:off x="116895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6" name=""/>
          <p:cNvSpPr/>
          <p:nvPr/>
        </p:nvSpPr>
        <p:spPr>
          <a:xfrm>
            <a:off x="118144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7" name=""/>
          <p:cNvSpPr/>
          <p:nvPr/>
        </p:nvSpPr>
        <p:spPr>
          <a:xfrm>
            <a:off x="118144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8" name=""/>
          <p:cNvSpPr/>
          <p:nvPr/>
        </p:nvSpPr>
        <p:spPr>
          <a:xfrm>
            <a:off x="119397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9" name=""/>
          <p:cNvSpPr/>
          <p:nvPr/>
        </p:nvSpPr>
        <p:spPr>
          <a:xfrm>
            <a:off x="119397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0" name=""/>
          <p:cNvSpPr/>
          <p:nvPr/>
        </p:nvSpPr>
        <p:spPr>
          <a:xfrm>
            <a:off x="120646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1" name=""/>
          <p:cNvSpPr/>
          <p:nvPr/>
        </p:nvSpPr>
        <p:spPr>
          <a:xfrm>
            <a:off x="120646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2" name=""/>
          <p:cNvSpPr/>
          <p:nvPr/>
        </p:nvSpPr>
        <p:spPr>
          <a:xfrm>
            <a:off x="121899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3" name=""/>
          <p:cNvSpPr/>
          <p:nvPr/>
        </p:nvSpPr>
        <p:spPr>
          <a:xfrm>
            <a:off x="121899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4" name=""/>
          <p:cNvSpPr/>
          <p:nvPr/>
        </p:nvSpPr>
        <p:spPr>
          <a:xfrm>
            <a:off x="1231488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5" name=""/>
          <p:cNvSpPr/>
          <p:nvPr/>
        </p:nvSpPr>
        <p:spPr>
          <a:xfrm>
            <a:off x="1231488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/>
          <p:nvPr/>
        </p:nvSpPr>
        <p:spPr>
          <a:xfrm>
            <a:off x="1244016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7" name=""/>
          <p:cNvSpPr/>
          <p:nvPr/>
        </p:nvSpPr>
        <p:spPr>
          <a:xfrm>
            <a:off x="1244016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8" name=""/>
          <p:cNvSpPr/>
          <p:nvPr/>
        </p:nvSpPr>
        <p:spPr>
          <a:xfrm>
            <a:off x="12565440" y="2217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9" name=""/>
          <p:cNvSpPr/>
          <p:nvPr/>
        </p:nvSpPr>
        <p:spPr>
          <a:xfrm>
            <a:off x="12565440" y="2217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0" name=""/>
          <p:cNvSpPr/>
          <p:nvPr/>
        </p:nvSpPr>
        <p:spPr>
          <a:xfrm>
            <a:off x="564480" y="2217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1" name=""/>
          <p:cNvSpPr/>
          <p:nvPr/>
        </p:nvSpPr>
        <p:spPr>
          <a:xfrm flipH="1">
            <a:off x="564480" y="2217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2" name=""/>
          <p:cNvSpPr/>
          <p:nvPr/>
        </p:nvSpPr>
        <p:spPr>
          <a:xfrm>
            <a:off x="564480" y="1855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3" name=""/>
          <p:cNvSpPr/>
          <p:nvPr/>
        </p:nvSpPr>
        <p:spPr>
          <a:xfrm flipH="1">
            <a:off x="564480" y="1855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4" name=""/>
          <p:cNvSpPr txBox="1"/>
          <p:nvPr/>
        </p:nvSpPr>
        <p:spPr>
          <a:xfrm>
            <a:off x="463680" y="216936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564480" y="1493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6" name=""/>
          <p:cNvSpPr/>
          <p:nvPr/>
        </p:nvSpPr>
        <p:spPr>
          <a:xfrm flipH="1">
            <a:off x="564480" y="1493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7" name=""/>
          <p:cNvSpPr txBox="1"/>
          <p:nvPr/>
        </p:nvSpPr>
        <p:spPr>
          <a:xfrm>
            <a:off x="407160" y="180720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564480" y="1131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9" name=""/>
          <p:cNvSpPr/>
          <p:nvPr/>
        </p:nvSpPr>
        <p:spPr>
          <a:xfrm flipH="1">
            <a:off x="564480" y="1131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0" name=""/>
          <p:cNvSpPr txBox="1"/>
          <p:nvPr/>
        </p:nvSpPr>
        <p:spPr>
          <a:xfrm>
            <a:off x="407160" y="14450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>
            <a:off x="564480" y="769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2" name=""/>
          <p:cNvSpPr/>
          <p:nvPr/>
        </p:nvSpPr>
        <p:spPr>
          <a:xfrm flipH="1">
            <a:off x="564480" y="769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3" name=""/>
          <p:cNvSpPr txBox="1"/>
          <p:nvPr/>
        </p:nvSpPr>
        <p:spPr>
          <a:xfrm>
            <a:off x="407160" y="108288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44" name=""/>
          <p:cNvSpPr txBox="1"/>
          <p:nvPr/>
        </p:nvSpPr>
        <p:spPr>
          <a:xfrm>
            <a:off x="407160" y="72072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45" name=""/>
          <p:cNvSpPr txBox="1"/>
          <p:nvPr/>
        </p:nvSpPr>
        <p:spPr>
          <a:xfrm rot="16200000">
            <a:off x="-1440" y="1402200"/>
            <a:ext cx="29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1-PR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62460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47" name=""/>
          <p:cNvSpPr/>
          <p:nvPr/>
        </p:nvSpPr>
        <p:spPr>
          <a:xfrm>
            <a:off x="749880" y="2145600"/>
            <a:ext cx="106560" cy="72720"/>
          </a:xfrm>
          <a:custGeom>
            <a:avLst/>
            <a:gdLst/>
            <a:ahLst/>
            <a:rect l="0" t="0" r="r" b="b"/>
            <a:pathLst>
              <a:path w="296" h="202">
                <a:moveTo>
                  <a:pt x="0" y="202"/>
                </a:moveTo>
                <a:lnTo>
                  <a:pt x="296" y="202"/>
                </a:lnTo>
                <a:lnTo>
                  <a:pt x="296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48" name=""/>
          <p:cNvSpPr/>
          <p:nvPr/>
        </p:nvSpPr>
        <p:spPr>
          <a:xfrm>
            <a:off x="87480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49" name=""/>
          <p:cNvSpPr/>
          <p:nvPr/>
        </p:nvSpPr>
        <p:spPr>
          <a:xfrm>
            <a:off x="100008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0" name=""/>
          <p:cNvSpPr/>
          <p:nvPr/>
        </p:nvSpPr>
        <p:spPr>
          <a:xfrm>
            <a:off x="112500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1" name=""/>
          <p:cNvSpPr/>
          <p:nvPr/>
        </p:nvSpPr>
        <p:spPr>
          <a:xfrm>
            <a:off x="1250280" y="2109600"/>
            <a:ext cx="106560" cy="108720"/>
          </a:xfrm>
          <a:custGeom>
            <a:avLst/>
            <a:gdLst/>
            <a:ahLst/>
            <a:rect l="0" t="0" r="r" b="b"/>
            <a:pathLst>
              <a:path w="296" h="302">
                <a:moveTo>
                  <a:pt x="0" y="302"/>
                </a:moveTo>
                <a:lnTo>
                  <a:pt x="296" y="302"/>
                </a:lnTo>
                <a:lnTo>
                  <a:pt x="296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2" name=""/>
          <p:cNvSpPr/>
          <p:nvPr/>
        </p:nvSpPr>
        <p:spPr>
          <a:xfrm>
            <a:off x="1375200" y="2109600"/>
            <a:ext cx="106920" cy="108720"/>
          </a:xfrm>
          <a:custGeom>
            <a:avLst/>
            <a:gdLst/>
            <a:ahLst/>
            <a:rect l="0" t="0" r="r" b="b"/>
            <a:pathLst>
              <a:path w="297" h="302">
                <a:moveTo>
                  <a:pt x="0" y="302"/>
                </a:moveTo>
                <a:lnTo>
                  <a:pt x="297" y="302"/>
                </a:lnTo>
                <a:lnTo>
                  <a:pt x="297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3" name=""/>
          <p:cNvSpPr/>
          <p:nvPr/>
        </p:nvSpPr>
        <p:spPr>
          <a:xfrm>
            <a:off x="150048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4" name=""/>
          <p:cNvSpPr/>
          <p:nvPr/>
        </p:nvSpPr>
        <p:spPr>
          <a:xfrm>
            <a:off x="162576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5" name=""/>
          <p:cNvSpPr/>
          <p:nvPr/>
        </p:nvSpPr>
        <p:spPr>
          <a:xfrm>
            <a:off x="1750680" y="221796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6" name=""/>
          <p:cNvSpPr/>
          <p:nvPr/>
        </p:nvSpPr>
        <p:spPr>
          <a:xfrm>
            <a:off x="1875960" y="2145600"/>
            <a:ext cx="106560" cy="72720"/>
          </a:xfrm>
          <a:custGeom>
            <a:avLst/>
            <a:gdLst/>
            <a:ahLst/>
            <a:rect l="0" t="0" r="r" b="b"/>
            <a:pathLst>
              <a:path w="296" h="202">
                <a:moveTo>
                  <a:pt x="0" y="202"/>
                </a:moveTo>
                <a:lnTo>
                  <a:pt x="296" y="202"/>
                </a:lnTo>
                <a:lnTo>
                  <a:pt x="296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7" name=""/>
          <p:cNvSpPr/>
          <p:nvPr/>
        </p:nvSpPr>
        <p:spPr>
          <a:xfrm>
            <a:off x="2000880" y="221796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8" name=""/>
          <p:cNvSpPr/>
          <p:nvPr/>
        </p:nvSpPr>
        <p:spPr>
          <a:xfrm>
            <a:off x="212616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59" name=""/>
          <p:cNvSpPr/>
          <p:nvPr/>
        </p:nvSpPr>
        <p:spPr>
          <a:xfrm>
            <a:off x="225144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60" name=""/>
          <p:cNvSpPr/>
          <p:nvPr/>
        </p:nvSpPr>
        <p:spPr>
          <a:xfrm>
            <a:off x="237636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61" name=""/>
          <p:cNvSpPr/>
          <p:nvPr/>
        </p:nvSpPr>
        <p:spPr>
          <a:xfrm>
            <a:off x="2501640" y="2073240"/>
            <a:ext cx="106560" cy="145080"/>
          </a:xfrm>
          <a:custGeom>
            <a:avLst/>
            <a:gdLst/>
            <a:ahLst/>
            <a:rect l="0" t="0" r="r" b="b"/>
            <a:pathLst>
              <a:path w="296" h="403">
                <a:moveTo>
                  <a:pt x="0" y="403"/>
                </a:moveTo>
                <a:lnTo>
                  <a:pt x="296" y="403"/>
                </a:lnTo>
                <a:lnTo>
                  <a:pt x="296" y="0"/>
                </a:lnTo>
                <a:lnTo>
                  <a:pt x="0" y="0"/>
                </a:lnTo>
                <a:lnTo>
                  <a:pt x="0" y="403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262" name=""/>
          <p:cNvSpPr/>
          <p:nvPr/>
        </p:nvSpPr>
        <p:spPr>
          <a:xfrm>
            <a:off x="262656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63" name=""/>
          <p:cNvSpPr/>
          <p:nvPr/>
        </p:nvSpPr>
        <p:spPr>
          <a:xfrm>
            <a:off x="275184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64" name=""/>
          <p:cNvSpPr/>
          <p:nvPr/>
        </p:nvSpPr>
        <p:spPr>
          <a:xfrm>
            <a:off x="287712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65" name=""/>
          <p:cNvSpPr/>
          <p:nvPr/>
        </p:nvSpPr>
        <p:spPr>
          <a:xfrm>
            <a:off x="300204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66" name=""/>
          <p:cNvSpPr/>
          <p:nvPr/>
        </p:nvSpPr>
        <p:spPr>
          <a:xfrm>
            <a:off x="312732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67" name=""/>
          <p:cNvSpPr/>
          <p:nvPr/>
        </p:nvSpPr>
        <p:spPr>
          <a:xfrm>
            <a:off x="325224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68" name=""/>
          <p:cNvSpPr/>
          <p:nvPr/>
        </p:nvSpPr>
        <p:spPr>
          <a:xfrm>
            <a:off x="337752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69" name=""/>
          <p:cNvSpPr/>
          <p:nvPr/>
        </p:nvSpPr>
        <p:spPr>
          <a:xfrm>
            <a:off x="350244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0" name=""/>
          <p:cNvSpPr/>
          <p:nvPr/>
        </p:nvSpPr>
        <p:spPr>
          <a:xfrm>
            <a:off x="362772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1" name=""/>
          <p:cNvSpPr/>
          <p:nvPr/>
        </p:nvSpPr>
        <p:spPr>
          <a:xfrm>
            <a:off x="375300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2" name=""/>
          <p:cNvSpPr/>
          <p:nvPr/>
        </p:nvSpPr>
        <p:spPr>
          <a:xfrm>
            <a:off x="387792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3" name=""/>
          <p:cNvSpPr/>
          <p:nvPr/>
        </p:nvSpPr>
        <p:spPr>
          <a:xfrm>
            <a:off x="4003200" y="2145600"/>
            <a:ext cx="106560" cy="72720"/>
          </a:xfrm>
          <a:custGeom>
            <a:avLst/>
            <a:gdLst/>
            <a:ahLst/>
            <a:rect l="0" t="0" r="r" b="b"/>
            <a:pathLst>
              <a:path w="296" h="202">
                <a:moveTo>
                  <a:pt x="0" y="202"/>
                </a:moveTo>
                <a:lnTo>
                  <a:pt x="296" y="202"/>
                </a:lnTo>
                <a:lnTo>
                  <a:pt x="296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4" name=""/>
          <p:cNvSpPr/>
          <p:nvPr/>
        </p:nvSpPr>
        <p:spPr>
          <a:xfrm>
            <a:off x="412812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5" name=""/>
          <p:cNvSpPr/>
          <p:nvPr/>
        </p:nvSpPr>
        <p:spPr>
          <a:xfrm>
            <a:off x="425340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6" name=""/>
          <p:cNvSpPr/>
          <p:nvPr/>
        </p:nvSpPr>
        <p:spPr>
          <a:xfrm>
            <a:off x="437868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7" name=""/>
          <p:cNvSpPr/>
          <p:nvPr/>
        </p:nvSpPr>
        <p:spPr>
          <a:xfrm>
            <a:off x="4503600" y="221796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278" name=""/>
          <p:cNvSpPr/>
          <p:nvPr/>
        </p:nvSpPr>
        <p:spPr>
          <a:xfrm>
            <a:off x="4628880" y="2109600"/>
            <a:ext cx="106560" cy="108720"/>
          </a:xfrm>
          <a:custGeom>
            <a:avLst/>
            <a:gdLst/>
            <a:ahLst/>
            <a:rect l="0" t="0" r="r" b="b"/>
            <a:pathLst>
              <a:path w="296" h="302">
                <a:moveTo>
                  <a:pt x="0" y="302"/>
                </a:moveTo>
                <a:lnTo>
                  <a:pt x="296" y="302"/>
                </a:lnTo>
                <a:lnTo>
                  <a:pt x="296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79" name=""/>
          <p:cNvSpPr/>
          <p:nvPr/>
        </p:nvSpPr>
        <p:spPr>
          <a:xfrm>
            <a:off x="4753800" y="2073240"/>
            <a:ext cx="106920" cy="145080"/>
          </a:xfrm>
          <a:custGeom>
            <a:avLst/>
            <a:gdLst/>
            <a:ahLst/>
            <a:rect l="0" t="0" r="r" b="b"/>
            <a:pathLst>
              <a:path w="297" h="403">
                <a:moveTo>
                  <a:pt x="0" y="403"/>
                </a:moveTo>
                <a:lnTo>
                  <a:pt x="297" y="403"/>
                </a:lnTo>
                <a:lnTo>
                  <a:pt x="297" y="0"/>
                </a:lnTo>
                <a:lnTo>
                  <a:pt x="0" y="0"/>
                </a:lnTo>
                <a:lnTo>
                  <a:pt x="0" y="403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0" name=""/>
          <p:cNvSpPr/>
          <p:nvPr/>
        </p:nvSpPr>
        <p:spPr>
          <a:xfrm>
            <a:off x="4879080" y="1167840"/>
            <a:ext cx="106560" cy="1050480"/>
          </a:xfrm>
          <a:custGeom>
            <a:avLst/>
            <a:gdLst/>
            <a:ahLst/>
            <a:rect l="0" t="0" r="r" b="b"/>
            <a:pathLst>
              <a:path w="296" h="2918">
                <a:moveTo>
                  <a:pt x="0" y="2918"/>
                </a:moveTo>
                <a:lnTo>
                  <a:pt x="296" y="2918"/>
                </a:lnTo>
                <a:lnTo>
                  <a:pt x="296" y="0"/>
                </a:lnTo>
                <a:lnTo>
                  <a:pt x="0" y="0"/>
                </a:lnTo>
                <a:lnTo>
                  <a:pt x="0" y="2918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1" name=""/>
          <p:cNvSpPr/>
          <p:nvPr/>
        </p:nvSpPr>
        <p:spPr>
          <a:xfrm>
            <a:off x="5004360" y="2109600"/>
            <a:ext cx="106560" cy="108720"/>
          </a:xfrm>
          <a:custGeom>
            <a:avLst/>
            <a:gdLst/>
            <a:ahLst/>
            <a:rect l="0" t="0" r="r" b="b"/>
            <a:pathLst>
              <a:path w="296" h="302">
                <a:moveTo>
                  <a:pt x="0" y="302"/>
                </a:moveTo>
                <a:lnTo>
                  <a:pt x="296" y="302"/>
                </a:lnTo>
                <a:lnTo>
                  <a:pt x="296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2" name=""/>
          <p:cNvSpPr/>
          <p:nvPr/>
        </p:nvSpPr>
        <p:spPr>
          <a:xfrm>
            <a:off x="512928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3" name=""/>
          <p:cNvSpPr/>
          <p:nvPr/>
        </p:nvSpPr>
        <p:spPr>
          <a:xfrm>
            <a:off x="525456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4" name=""/>
          <p:cNvSpPr/>
          <p:nvPr/>
        </p:nvSpPr>
        <p:spPr>
          <a:xfrm>
            <a:off x="5379480" y="1240200"/>
            <a:ext cx="106920" cy="978120"/>
          </a:xfrm>
          <a:custGeom>
            <a:avLst/>
            <a:gdLst/>
            <a:ahLst/>
            <a:rect l="0" t="0" r="r" b="b"/>
            <a:pathLst>
              <a:path w="297" h="2717">
                <a:moveTo>
                  <a:pt x="0" y="2717"/>
                </a:moveTo>
                <a:lnTo>
                  <a:pt x="297" y="2717"/>
                </a:lnTo>
                <a:lnTo>
                  <a:pt x="297" y="0"/>
                </a:lnTo>
                <a:lnTo>
                  <a:pt x="0" y="0"/>
                </a:lnTo>
                <a:lnTo>
                  <a:pt x="0" y="271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5" name=""/>
          <p:cNvSpPr/>
          <p:nvPr/>
        </p:nvSpPr>
        <p:spPr>
          <a:xfrm>
            <a:off x="550476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6" name=""/>
          <p:cNvSpPr/>
          <p:nvPr/>
        </p:nvSpPr>
        <p:spPr>
          <a:xfrm>
            <a:off x="563004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7" name=""/>
          <p:cNvSpPr/>
          <p:nvPr/>
        </p:nvSpPr>
        <p:spPr>
          <a:xfrm>
            <a:off x="5754960" y="1783440"/>
            <a:ext cx="106920" cy="434880"/>
          </a:xfrm>
          <a:custGeom>
            <a:avLst/>
            <a:gdLst/>
            <a:ahLst/>
            <a:rect l="0" t="0" r="r" b="b"/>
            <a:pathLst>
              <a:path w="297" h="1208">
                <a:moveTo>
                  <a:pt x="0" y="1208"/>
                </a:moveTo>
                <a:lnTo>
                  <a:pt x="297" y="1208"/>
                </a:lnTo>
                <a:lnTo>
                  <a:pt x="297" y="0"/>
                </a:lnTo>
                <a:lnTo>
                  <a:pt x="0" y="0"/>
                </a:lnTo>
                <a:lnTo>
                  <a:pt x="0" y="1208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8" name=""/>
          <p:cNvSpPr/>
          <p:nvPr/>
        </p:nvSpPr>
        <p:spPr>
          <a:xfrm>
            <a:off x="5880240" y="805320"/>
            <a:ext cx="106560" cy="1413000"/>
          </a:xfrm>
          <a:custGeom>
            <a:avLst/>
            <a:gdLst/>
            <a:ahLst/>
            <a:rect l="0" t="0" r="r" b="b"/>
            <a:pathLst>
              <a:path w="296" h="3925">
                <a:moveTo>
                  <a:pt x="0" y="3925"/>
                </a:moveTo>
                <a:lnTo>
                  <a:pt x="296" y="3925"/>
                </a:lnTo>
                <a:lnTo>
                  <a:pt x="296" y="0"/>
                </a:lnTo>
                <a:lnTo>
                  <a:pt x="0" y="0"/>
                </a:lnTo>
                <a:lnTo>
                  <a:pt x="0" y="3925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89" name=""/>
          <p:cNvSpPr/>
          <p:nvPr/>
        </p:nvSpPr>
        <p:spPr>
          <a:xfrm>
            <a:off x="600516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90" name=""/>
          <p:cNvSpPr/>
          <p:nvPr/>
        </p:nvSpPr>
        <p:spPr>
          <a:xfrm>
            <a:off x="6130440" y="2145600"/>
            <a:ext cx="106560" cy="72720"/>
          </a:xfrm>
          <a:custGeom>
            <a:avLst/>
            <a:gdLst/>
            <a:ahLst/>
            <a:rect l="0" t="0" r="r" b="b"/>
            <a:pathLst>
              <a:path w="296" h="202">
                <a:moveTo>
                  <a:pt x="0" y="202"/>
                </a:moveTo>
                <a:lnTo>
                  <a:pt x="296" y="202"/>
                </a:lnTo>
                <a:lnTo>
                  <a:pt x="296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91" name=""/>
          <p:cNvSpPr/>
          <p:nvPr/>
        </p:nvSpPr>
        <p:spPr>
          <a:xfrm>
            <a:off x="625536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92" name=""/>
          <p:cNvSpPr/>
          <p:nvPr/>
        </p:nvSpPr>
        <p:spPr>
          <a:xfrm>
            <a:off x="6380640" y="1602360"/>
            <a:ext cx="106920" cy="615960"/>
          </a:xfrm>
          <a:custGeom>
            <a:avLst/>
            <a:gdLst/>
            <a:ahLst/>
            <a:rect l="0" t="0" r="r" b="b"/>
            <a:pathLst>
              <a:path w="297" h="1711">
                <a:moveTo>
                  <a:pt x="0" y="1711"/>
                </a:moveTo>
                <a:lnTo>
                  <a:pt x="297" y="1711"/>
                </a:lnTo>
                <a:lnTo>
                  <a:pt x="297" y="0"/>
                </a:lnTo>
                <a:lnTo>
                  <a:pt x="0" y="0"/>
                </a:lnTo>
                <a:lnTo>
                  <a:pt x="0" y="1711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93" name=""/>
          <p:cNvSpPr/>
          <p:nvPr/>
        </p:nvSpPr>
        <p:spPr>
          <a:xfrm>
            <a:off x="6505920" y="1928160"/>
            <a:ext cx="106560" cy="290160"/>
          </a:xfrm>
          <a:custGeom>
            <a:avLst/>
            <a:gdLst/>
            <a:ahLst/>
            <a:rect l="0" t="0" r="r" b="b"/>
            <a:pathLst>
              <a:path w="296" h="806">
                <a:moveTo>
                  <a:pt x="0" y="806"/>
                </a:moveTo>
                <a:lnTo>
                  <a:pt x="296" y="806"/>
                </a:lnTo>
                <a:lnTo>
                  <a:pt x="296" y="0"/>
                </a:lnTo>
                <a:lnTo>
                  <a:pt x="0" y="0"/>
                </a:lnTo>
                <a:lnTo>
                  <a:pt x="0" y="806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294" name=""/>
          <p:cNvSpPr/>
          <p:nvPr/>
        </p:nvSpPr>
        <p:spPr>
          <a:xfrm>
            <a:off x="6630840" y="2073240"/>
            <a:ext cx="106920" cy="145080"/>
          </a:xfrm>
          <a:custGeom>
            <a:avLst/>
            <a:gdLst/>
            <a:ahLst/>
            <a:rect l="0" t="0" r="r" b="b"/>
            <a:pathLst>
              <a:path w="297" h="403">
                <a:moveTo>
                  <a:pt x="0" y="403"/>
                </a:moveTo>
                <a:lnTo>
                  <a:pt x="297" y="403"/>
                </a:lnTo>
                <a:lnTo>
                  <a:pt x="297" y="0"/>
                </a:lnTo>
                <a:lnTo>
                  <a:pt x="0" y="0"/>
                </a:lnTo>
                <a:lnTo>
                  <a:pt x="0" y="403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295" name=""/>
          <p:cNvSpPr/>
          <p:nvPr/>
        </p:nvSpPr>
        <p:spPr>
          <a:xfrm>
            <a:off x="675612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296" name=""/>
          <p:cNvSpPr/>
          <p:nvPr/>
        </p:nvSpPr>
        <p:spPr>
          <a:xfrm>
            <a:off x="688104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297" name=""/>
          <p:cNvSpPr/>
          <p:nvPr/>
        </p:nvSpPr>
        <p:spPr>
          <a:xfrm>
            <a:off x="7006320" y="2109600"/>
            <a:ext cx="106560" cy="108720"/>
          </a:xfrm>
          <a:custGeom>
            <a:avLst/>
            <a:gdLst/>
            <a:ahLst/>
            <a:rect l="0" t="0" r="r" b="b"/>
            <a:pathLst>
              <a:path w="296" h="302">
                <a:moveTo>
                  <a:pt x="0" y="302"/>
                </a:moveTo>
                <a:lnTo>
                  <a:pt x="296" y="302"/>
                </a:lnTo>
                <a:lnTo>
                  <a:pt x="296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298" name=""/>
          <p:cNvSpPr/>
          <p:nvPr/>
        </p:nvSpPr>
        <p:spPr>
          <a:xfrm>
            <a:off x="713160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299" name=""/>
          <p:cNvSpPr/>
          <p:nvPr/>
        </p:nvSpPr>
        <p:spPr>
          <a:xfrm>
            <a:off x="725652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0" name=""/>
          <p:cNvSpPr/>
          <p:nvPr/>
        </p:nvSpPr>
        <p:spPr>
          <a:xfrm>
            <a:off x="738180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1" name=""/>
          <p:cNvSpPr/>
          <p:nvPr/>
        </p:nvSpPr>
        <p:spPr>
          <a:xfrm>
            <a:off x="750672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2" name=""/>
          <p:cNvSpPr/>
          <p:nvPr/>
        </p:nvSpPr>
        <p:spPr>
          <a:xfrm>
            <a:off x="763200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3" name=""/>
          <p:cNvSpPr/>
          <p:nvPr/>
        </p:nvSpPr>
        <p:spPr>
          <a:xfrm>
            <a:off x="775728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4" name=""/>
          <p:cNvSpPr/>
          <p:nvPr/>
        </p:nvSpPr>
        <p:spPr>
          <a:xfrm>
            <a:off x="7882200" y="221796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5" name=""/>
          <p:cNvSpPr/>
          <p:nvPr/>
        </p:nvSpPr>
        <p:spPr>
          <a:xfrm>
            <a:off x="800748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6" name=""/>
          <p:cNvSpPr/>
          <p:nvPr/>
        </p:nvSpPr>
        <p:spPr>
          <a:xfrm>
            <a:off x="8132400" y="2145600"/>
            <a:ext cx="106920" cy="72720"/>
          </a:xfrm>
          <a:custGeom>
            <a:avLst/>
            <a:gdLst/>
            <a:ahLst/>
            <a:rect l="0" t="0" r="r" b="b"/>
            <a:pathLst>
              <a:path w="297" h="202">
                <a:moveTo>
                  <a:pt x="0" y="202"/>
                </a:moveTo>
                <a:lnTo>
                  <a:pt x="297" y="202"/>
                </a:lnTo>
                <a:lnTo>
                  <a:pt x="297" y="0"/>
                </a:lnTo>
                <a:lnTo>
                  <a:pt x="0" y="0"/>
                </a:lnTo>
                <a:lnTo>
                  <a:pt x="0" y="202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7" name=""/>
          <p:cNvSpPr/>
          <p:nvPr/>
        </p:nvSpPr>
        <p:spPr>
          <a:xfrm>
            <a:off x="825768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8" name=""/>
          <p:cNvSpPr/>
          <p:nvPr/>
        </p:nvSpPr>
        <p:spPr>
          <a:xfrm>
            <a:off x="838260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09" name=""/>
          <p:cNvSpPr/>
          <p:nvPr/>
        </p:nvSpPr>
        <p:spPr>
          <a:xfrm>
            <a:off x="8507880" y="1928160"/>
            <a:ext cx="106920" cy="290160"/>
          </a:xfrm>
          <a:custGeom>
            <a:avLst/>
            <a:gdLst/>
            <a:ahLst/>
            <a:rect l="0" t="0" r="r" b="b"/>
            <a:pathLst>
              <a:path w="297" h="806">
                <a:moveTo>
                  <a:pt x="0" y="806"/>
                </a:moveTo>
                <a:lnTo>
                  <a:pt x="297" y="806"/>
                </a:lnTo>
                <a:lnTo>
                  <a:pt x="297" y="0"/>
                </a:lnTo>
                <a:lnTo>
                  <a:pt x="0" y="0"/>
                </a:lnTo>
                <a:lnTo>
                  <a:pt x="0" y="806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310" name=""/>
          <p:cNvSpPr/>
          <p:nvPr/>
        </p:nvSpPr>
        <p:spPr>
          <a:xfrm>
            <a:off x="8633160" y="1928160"/>
            <a:ext cx="106560" cy="290160"/>
          </a:xfrm>
          <a:custGeom>
            <a:avLst/>
            <a:gdLst/>
            <a:ahLst/>
            <a:rect l="0" t="0" r="r" b="b"/>
            <a:pathLst>
              <a:path w="296" h="806">
                <a:moveTo>
                  <a:pt x="0" y="806"/>
                </a:moveTo>
                <a:lnTo>
                  <a:pt x="296" y="806"/>
                </a:lnTo>
                <a:lnTo>
                  <a:pt x="296" y="0"/>
                </a:lnTo>
                <a:lnTo>
                  <a:pt x="0" y="0"/>
                </a:lnTo>
                <a:lnTo>
                  <a:pt x="0" y="806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1" name=""/>
          <p:cNvSpPr/>
          <p:nvPr/>
        </p:nvSpPr>
        <p:spPr>
          <a:xfrm>
            <a:off x="8758080" y="2109600"/>
            <a:ext cx="106920" cy="108720"/>
          </a:xfrm>
          <a:custGeom>
            <a:avLst/>
            <a:gdLst/>
            <a:ahLst/>
            <a:rect l="0" t="0" r="r" b="b"/>
            <a:pathLst>
              <a:path w="297" h="302">
                <a:moveTo>
                  <a:pt x="0" y="302"/>
                </a:moveTo>
                <a:lnTo>
                  <a:pt x="297" y="302"/>
                </a:lnTo>
                <a:lnTo>
                  <a:pt x="297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2" name=""/>
          <p:cNvSpPr/>
          <p:nvPr/>
        </p:nvSpPr>
        <p:spPr>
          <a:xfrm>
            <a:off x="8883360" y="2073240"/>
            <a:ext cx="106560" cy="145080"/>
          </a:xfrm>
          <a:custGeom>
            <a:avLst/>
            <a:gdLst/>
            <a:ahLst/>
            <a:rect l="0" t="0" r="r" b="b"/>
            <a:pathLst>
              <a:path w="296" h="403">
                <a:moveTo>
                  <a:pt x="0" y="403"/>
                </a:moveTo>
                <a:lnTo>
                  <a:pt x="296" y="403"/>
                </a:lnTo>
                <a:lnTo>
                  <a:pt x="296" y="0"/>
                </a:lnTo>
                <a:lnTo>
                  <a:pt x="0" y="0"/>
                </a:lnTo>
                <a:lnTo>
                  <a:pt x="0" y="403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3" name=""/>
          <p:cNvSpPr/>
          <p:nvPr/>
        </p:nvSpPr>
        <p:spPr>
          <a:xfrm>
            <a:off x="9008280" y="1711080"/>
            <a:ext cx="106920" cy="507240"/>
          </a:xfrm>
          <a:custGeom>
            <a:avLst/>
            <a:gdLst/>
            <a:ahLst/>
            <a:rect l="0" t="0" r="r" b="b"/>
            <a:pathLst>
              <a:path w="297" h="1409">
                <a:moveTo>
                  <a:pt x="0" y="1409"/>
                </a:moveTo>
                <a:lnTo>
                  <a:pt x="297" y="1409"/>
                </a:lnTo>
                <a:lnTo>
                  <a:pt x="297" y="0"/>
                </a:lnTo>
                <a:lnTo>
                  <a:pt x="0" y="0"/>
                </a:lnTo>
                <a:lnTo>
                  <a:pt x="0" y="1409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4" name=""/>
          <p:cNvSpPr/>
          <p:nvPr/>
        </p:nvSpPr>
        <p:spPr>
          <a:xfrm>
            <a:off x="913356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5" name=""/>
          <p:cNvSpPr/>
          <p:nvPr/>
        </p:nvSpPr>
        <p:spPr>
          <a:xfrm>
            <a:off x="925884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6" name=""/>
          <p:cNvSpPr/>
          <p:nvPr/>
        </p:nvSpPr>
        <p:spPr>
          <a:xfrm>
            <a:off x="9383760" y="2109600"/>
            <a:ext cx="106920" cy="108720"/>
          </a:xfrm>
          <a:custGeom>
            <a:avLst/>
            <a:gdLst/>
            <a:ahLst/>
            <a:rect l="0" t="0" r="r" b="b"/>
            <a:pathLst>
              <a:path w="297" h="302">
                <a:moveTo>
                  <a:pt x="0" y="302"/>
                </a:moveTo>
                <a:lnTo>
                  <a:pt x="297" y="302"/>
                </a:lnTo>
                <a:lnTo>
                  <a:pt x="297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7" name=""/>
          <p:cNvSpPr/>
          <p:nvPr/>
        </p:nvSpPr>
        <p:spPr>
          <a:xfrm>
            <a:off x="950904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8" name=""/>
          <p:cNvSpPr/>
          <p:nvPr/>
        </p:nvSpPr>
        <p:spPr>
          <a:xfrm>
            <a:off x="963396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19" name=""/>
          <p:cNvSpPr/>
          <p:nvPr/>
        </p:nvSpPr>
        <p:spPr>
          <a:xfrm>
            <a:off x="9759240" y="2036880"/>
            <a:ext cx="106560" cy="181440"/>
          </a:xfrm>
          <a:custGeom>
            <a:avLst/>
            <a:gdLst/>
            <a:ahLst/>
            <a:rect l="0" t="0" r="r" b="b"/>
            <a:pathLst>
              <a:path w="296" h="504">
                <a:moveTo>
                  <a:pt x="0" y="504"/>
                </a:moveTo>
                <a:lnTo>
                  <a:pt x="296" y="504"/>
                </a:lnTo>
                <a:lnTo>
                  <a:pt x="296" y="0"/>
                </a:lnTo>
                <a:lnTo>
                  <a:pt x="0" y="0"/>
                </a:lnTo>
                <a:lnTo>
                  <a:pt x="0" y="504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20" name=""/>
          <p:cNvSpPr/>
          <p:nvPr/>
        </p:nvSpPr>
        <p:spPr>
          <a:xfrm>
            <a:off x="988452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21" name=""/>
          <p:cNvSpPr/>
          <p:nvPr/>
        </p:nvSpPr>
        <p:spPr>
          <a:xfrm>
            <a:off x="10009440" y="2073240"/>
            <a:ext cx="106920" cy="145080"/>
          </a:xfrm>
          <a:custGeom>
            <a:avLst/>
            <a:gdLst/>
            <a:ahLst/>
            <a:rect l="0" t="0" r="r" b="b"/>
            <a:pathLst>
              <a:path w="297" h="403">
                <a:moveTo>
                  <a:pt x="0" y="403"/>
                </a:moveTo>
                <a:lnTo>
                  <a:pt x="297" y="403"/>
                </a:lnTo>
                <a:lnTo>
                  <a:pt x="297" y="0"/>
                </a:lnTo>
                <a:lnTo>
                  <a:pt x="0" y="0"/>
                </a:lnTo>
                <a:lnTo>
                  <a:pt x="0" y="403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22" name=""/>
          <p:cNvSpPr/>
          <p:nvPr/>
        </p:nvSpPr>
        <p:spPr>
          <a:xfrm>
            <a:off x="1013472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23" name=""/>
          <p:cNvSpPr/>
          <p:nvPr/>
        </p:nvSpPr>
        <p:spPr>
          <a:xfrm>
            <a:off x="1025964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24" name=""/>
          <p:cNvSpPr/>
          <p:nvPr/>
        </p:nvSpPr>
        <p:spPr>
          <a:xfrm>
            <a:off x="1038492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25" name=""/>
          <p:cNvSpPr/>
          <p:nvPr/>
        </p:nvSpPr>
        <p:spPr>
          <a:xfrm>
            <a:off x="10510200" y="1964520"/>
            <a:ext cx="106560" cy="253800"/>
          </a:xfrm>
          <a:custGeom>
            <a:avLst/>
            <a:gdLst/>
            <a:ahLst/>
            <a:rect l="0" t="0" r="r" b="b"/>
            <a:pathLst>
              <a:path w="296" h="705">
                <a:moveTo>
                  <a:pt x="0" y="705"/>
                </a:moveTo>
                <a:lnTo>
                  <a:pt x="296" y="705"/>
                </a:lnTo>
                <a:lnTo>
                  <a:pt x="296" y="0"/>
                </a:lnTo>
                <a:lnTo>
                  <a:pt x="0" y="0"/>
                </a:lnTo>
                <a:lnTo>
                  <a:pt x="0" y="705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326" name=""/>
          <p:cNvSpPr/>
          <p:nvPr/>
        </p:nvSpPr>
        <p:spPr>
          <a:xfrm>
            <a:off x="10635120" y="221796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27" name=""/>
          <p:cNvSpPr/>
          <p:nvPr/>
        </p:nvSpPr>
        <p:spPr>
          <a:xfrm>
            <a:off x="1076040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28" name=""/>
          <p:cNvSpPr/>
          <p:nvPr/>
        </p:nvSpPr>
        <p:spPr>
          <a:xfrm>
            <a:off x="10885320" y="2181960"/>
            <a:ext cx="107280" cy="36360"/>
          </a:xfrm>
          <a:custGeom>
            <a:avLst/>
            <a:gdLst/>
            <a:ahLst/>
            <a:rect l="0" t="0" r="r" b="b"/>
            <a:pathLst>
              <a:path w="298" h="101">
                <a:moveTo>
                  <a:pt x="0" y="101"/>
                </a:moveTo>
                <a:lnTo>
                  <a:pt x="298" y="101"/>
                </a:lnTo>
                <a:lnTo>
                  <a:pt x="298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29" name=""/>
          <p:cNvSpPr/>
          <p:nvPr/>
        </p:nvSpPr>
        <p:spPr>
          <a:xfrm>
            <a:off x="11010600" y="2109600"/>
            <a:ext cx="106560" cy="108720"/>
          </a:xfrm>
          <a:custGeom>
            <a:avLst/>
            <a:gdLst/>
            <a:ahLst/>
            <a:rect l="0" t="0" r="r" b="b"/>
            <a:pathLst>
              <a:path w="296" h="302">
                <a:moveTo>
                  <a:pt x="0" y="302"/>
                </a:moveTo>
                <a:lnTo>
                  <a:pt x="296" y="302"/>
                </a:lnTo>
                <a:lnTo>
                  <a:pt x="296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0" name=""/>
          <p:cNvSpPr/>
          <p:nvPr/>
        </p:nvSpPr>
        <p:spPr>
          <a:xfrm>
            <a:off x="1113552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1" name=""/>
          <p:cNvSpPr/>
          <p:nvPr/>
        </p:nvSpPr>
        <p:spPr>
          <a:xfrm>
            <a:off x="11260800" y="221796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2" name=""/>
          <p:cNvSpPr/>
          <p:nvPr/>
        </p:nvSpPr>
        <p:spPr>
          <a:xfrm>
            <a:off x="1138608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3" name=""/>
          <p:cNvSpPr/>
          <p:nvPr/>
        </p:nvSpPr>
        <p:spPr>
          <a:xfrm>
            <a:off x="11511000" y="221796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4" name=""/>
          <p:cNvSpPr/>
          <p:nvPr/>
        </p:nvSpPr>
        <p:spPr>
          <a:xfrm>
            <a:off x="1163628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5" name=""/>
          <p:cNvSpPr/>
          <p:nvPr/>
        </p:nvSpPr>
        <p:spPr>
          <a:xfrm>
            <a:off x="1176120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6" name=""/>
          <p:cNvSpPr/>
          <p:nvPr/>
        </p:nvSpPr>
        <p:spPr>
          <a:xfrm>
            <a:off x="1188648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7" name=""/>
          <p:cNvSpPr/>
          <p:nvPr/>
        </p:nvSpPr>
        <p:spPr>
          <a:xfrm>
            <a:off x="12011760" y="221796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8" name=""/>
          <p:cNvSpPr/>
          <p:nvPr/>
        </p:nvSpPr>
        <p:spPr>
          <a:xfrm>
            <a:off x="12136680" y="2181960"/>
            <a:ext cx="106920" cy="36360"/>
          </a:xfrm>
          <a:custGeom>
            <a:avLst/>
            <a:gdLst/>
            <a:ahLst/>
            <a:rect l="0" t="0" r="r" b="b"/>
            <a:pathLst>
              <a:path w="297" h="101">
                <a:moveTo>
                  <a:pt x="0" y="101"/>
                </a:moveTo>
                <a:lnTo>
                  <a:pt x="297" y="101"/>
                </a:lnTo>
                <a:lnTo>
                  <a:pt x="297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39" name=""/>
          <p:cNvSpPr/>
          <p:nvPr/>
        </p:nvSpPr>
        <p:spPr>
          <a:xfrm>
            <a:off x="12261960" y="2181960"/>
            <a:ext cx="106560" cy="36360"/>
          </a:xfrm>
          <a:custGeom>
            <a:avLst/>
            <a:gdLst/>
            <a:ahLst/>
            <a:rect l="0" t="0" r="r" b="b"/>
            <a:pathLst>
              <a:path w="296" h="101">
                <a:moveTo>
                  <a:pt x="0" y="101"/>
                </a:moveTo>
                <a:lnTo>
                  <a:pt x="296" y="101"/>
                </a:lnTo>
                <a:lnTo>
                  <a:pt x="296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40" name=""/>
          <p:cNvSpPr/>
          <p:nvPr/>
        </p:nvSpPr>
        <p:spPr>
          <a:xfrm>
            <a:off x="12386880" y="221796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41" name=""/>
          <p:cNvSpPr/>
          <p:nvPr/>
        </p:nvSpPr>
        <p:spPr>
          <a:xfrm>
            <a:off x="12512160" y="2000880"/>
            <a:ext cx="106560" cy="217440"/>
          </a:xfrm>
          <a:custGeom>
            <a:avLst/>
            <a:gdLst/>
            <a:ahLst/>
            <a:rect l="0" t="0" r="r" b="b"/>
            <a:pathLst>
              <a:path w="296" h="604">
                <a:moveTo>
                  <a:pt x="0" y="604"/>
                </a:moveTo>
                <a:lnTo>
                  <a:pt x="296" y="604"/>
                </a:lnTo>
                <a:lnTo>
                  <a:pt x="296" y="0"/>
                </a:lnTo>
                <a:lnTo>
                  <a:pt x="0" y="0"/>
                </a:lnTo>
                <a:lnTo>
                  <a:pt x="0" y="604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342" name=""/>
          <p:cNvSpPr/>
          <p:nvPr/>
        </p:nvSpPr>
        <p:spPr>
          <a:xfrm>
            <a:off x="621360" y="61632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03bcee"/>
          </a:solidFill>
          <a:ln w="0">
            <a:noFill/>
          </a:ln>
        </p:spPr>
      </p:sp>
      <p:sp>
        <p:nvSpPr>
          <p:cNvPr id="343" name=""/>
          <p:cNvSpPr/>
          <p:nvPr/>
        </p:nvSpPr>
        <p:spPr>
          <a:xfrm>
            <a:off x="2623680" y="61632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010101"/>
          </a:solidFill>
          <a:ln w="0">
            <a:noFill/>
          </a:ln>
        </p:spPr>
      </p:sp>
      <p:sp>
        <p:nvSpPr>
          <p:cNvPr id="344" name=""/>
          <p:cNvSpPr/>
          <p:nvPr/>
        </p:nvSpPr>
        <p:spPr>
          <a:xfrm>
            <a:off x="4625640" y="61632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e32925"/>
          </a:solidFill>
          <a:ln w="0">
            <a:noFill/>
          </a:ln>
        </p:spPr>
      </p:sp>
      <p:sp>
        <p:nvSpPr>
          <p:cNvPr id="345" name=""/>
          <p:cNvSpPr/>
          <p:nvPr/>
        </p:nvSpPr>
        <p:spPr>
          <a:xfrm>
            <a:off x="6627960" y="61632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cac9c9"/>
          </a:solidFill>
          <a:ln w="0">
            <a:noFill/>
          </a:ln>
        </p:spPr>
      </p:sp>
      <p:sp>
        <p:nvSpPr>
          <p:cNvPr id="346" name=""/>
          <p:cNvSpPr/>
          <p:nvPr/>
        </p:nvSpPr>
        <p:spPr>
          <a:xfrm>
            <a:off x="8629920" y="61632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a1ce63"/>
          </a:solidFill>
          <a:ln w="0">
            <a:noFill/>
          </a:ln>
        </p:spPr>
      </p:sp>
      <p:sp>
        <p:nvSpPr>
          <p:cNvPr id="347" name=""/>
          <p:cNvSpPr/>
          <p:nvPr/>
        </p:nvSpPr>
        <p:spPr>
          <a:xfrm>
            <a:off x="10631880" y="61632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ebc6c5"/>
          </a:solidFill>
          <a:ln w="0">
            <a:noFill/>
          </a:ln>
        </p:spPr>
      </p:sp>
      <p:sp>
        <p:nvSpPr>
          <p:cNvPr id="348" name=""/>
          <p:cNvSpPr/>
          <p:nvPr/>
        </p:nvSpPr>
        <p:spPr>
          <a:xfrm flipV="1">
            <a:off x="602640" y="734760"/>
            <a:ext cx="0" cy="14832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49" name=""/>
          <p:cNvSpPr/>
          <p:nvPr/>
        </p:nvSpPr>
        <p:spPr>
          <a:xfrm>
            <a:off x="602640" y="2217960"/>
            <a:ext cx="120376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50" name=""/>
          <p:cNvSpPr txBox="1"/>
          <p:nvPr/>
        </p:nvSpPr>
        <p:spPr>
          <a:xfrm rot="16200000">
            <a:off x="-318240" y="1402920"/>
            <a:ext cx="1209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(n=283 mutations)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51" name=""/>
          <p:cNvSpPr txBox="1"/>
          <p:nvPr/>
        </p:nvSpPr>
        <p:spPr>
          <a:xfrm>
            <a:off x="1467360" y="379800"/>
            <a:ext cx="298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C&gt;A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52" name=""/>
          <p:cNvSpPr txBox="1"/>
          <p:nvPr/>
        </p:nvSpPr>
        <p:spPr>
          <a:xfrm>
            <a:off x="3466800" y="379800"/>
            <a:ext cx="303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ffffff"/>
                </a:solidFill>
                <a:latin typeface="DejaVuSans"/>
              </a:rPr>
              <a:t>C&gt;G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53" name=""/>
          <p:cNvSpPr txBox="1"/>
          <p:nvPr/>
        </p:nvSpPr>
        <p:spPr>
          <a:xfrm>
            <a:off x="5477400" y="37980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C&gt;T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54" name=""/>
          <p:cNvSpPr txBox="1"/>
          <p:nvPr/>
        </p:nvSpPr>
        <p:spPr>
          <a:xfrm>
            <a:off x="7477200" y="379800"/>
            <a:ext cx="29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55" name=""/>
          <p:cNvSpPr txBox="1"/>
          <p:nvPr/>
        </p:nvSpPr>
        <p:spPr>
          <a:xfrm>
            <a:off x="9481680" y="37980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T&gt;C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56" name=""/>
          <p:cNvSpPr/>
          <p:nvPr/>
        </p:nvSpPr>
        <p:spPr>
          <a:xfrm>
            <a:off x="602640" y="2726280"/>
            <a:ext cx="12038040" cy="1483560"/>
          </a:xfrm>
          <a:custGeom>
            <a:avLst/>
            <a:gdLst/>
            <a:ahLst/>
            <a:rect l="0" t="0" r="r" b="b"/>
            <a:pathLst>
              <a:path w="33439" h="4121">
                <a:moveTo>
                  <a:pt x="0" y="4121"/>
                </a:moveTo>
                <a:lnTo>
                  <a:pt x="33439" y="4121"/>
                </a:lnTo>
                <a:lnTo>
                  <a:pt x="33439" y="0"/>
                </a:lnTo>
                <a:lnTo>
                  <a:pt x="0" y="0"/>
                </a:lnTo>
                <a:lnTo>
                  <a:pt x="0" y="412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57" name=""/>
          <p:cNvSpPr/>
          <p:nvPr/>
        </p:nvSpPr>
        <p:spPr>
          <a:xfrm>
            <a:off x="6778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58" name=""/>
          <p:cNvSpPr/>
          <p:nvPr/>
        </p:nvSpPr>
        <p:spPr>
          <a:xfrm>
            <a:off x="6778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9" name=""/>
          <p:cNvSpPr/>
          <p:nvPr/>
        </p:nvSpPr>
        <p:spPr>
          <a:xfrm>
            <a:off x="8028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60" name=""/>
          <p:cNvSpPr/>
          <p:nvPr/>
        </p:nvSpPr>
        <p:spPr>
          <a:xfrm>
            <a:off x="8028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1" name=""/>
          <p:cNvSpPr/>
          <p:nvPr/>
        </p:nvSpPr>
        <p:spPr>
          <a:xfrm>
            <a:off x="9280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62" name=""/>
          <p:cNvSpPr/>
          <p:nvPr/>
        </p:nvSpPr>
        <p:spPr>
          <a:xfrm>
            <a:off x="9280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3" name=""/>
          <p:cNvSpPr/>
          <p:nvPr/>
        </p:nvSpPr>
        <p:spPr>
          <a:xfrm>
            <a:off x="10530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64" name=""/>
          <p:cNvSpPr/>
          <p:nvPr/>
        </p:nvSpPr>
        <p:spPr>
          <a:xfrm>
            <a:off x="10530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5" name=""/>
          <p:cNvSpPr/>
          <p:nvPr/>
        </p:nvSpPr>
        <p:spPr>
          <a:xfrm>
            <a:off x="11782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66" name=""/>
          <p:cNvSpPr/>
          <p:nvPr/>
        </p:nvSpPr>
        <p:spPr>
          <a:xfrm>
            <a:off x="11782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7" name=""/>
          <p:cNvSpPr/>
          <p:nvPr/>
        </p:nvSpPr>
        <p:spPr>
          <a:xfrm>
            <a:off x="13035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68" name=""/>
          <p:cNvSpPr/>
          <p:nvPr/>
        </p:nvSpPr>
        <p:spPr>
          <a:xfrm>
            <a:off x="13035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9" name=""/>
          <p:cNvSpPr/>
          <p:nvPr/>
        </p:nvSpPr>
        <p:spPr>
          <a:xfrm>
            <a:off x="14284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70" name=""/>
          <p:cNvSpPr/>
          <p:nvPr/>
        </p:nvSpPr>
        <p:spPr>
          <a:xfrm>
            <a:off x="14284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1" name=""/>
          <p:cNvSpPr/>
          <p:nvPr/>
        </p:nvSpPr>
        <p:spPr>
          <a:xfrm>
            <a:off x="15537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72" name=""/>
          <p:cNvSpPr/>
          <p:nvPr/>
        </p:nvSpPr>
        <p:spPr>
          <a:xfrm>
            <a:off x="15537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3" name=""/>
          <p:cNvSpPr/>
          <p:nvPr/>
        </p:nvSpPr>
        <p:spPr>
          <a:xfrm>
            <a:off x="16786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74" name=""/>
          <p:cNvSpPr/>
          <p:nvPr/>
        </p:nvSpPr>
        <p:spPr>
          <a:xfrm>
            <a:off x="16786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5" name=""/>
          <p:cNvSpPr/>
          <p:nvPr/>
        </p:nvSpPr>
        <p:spPr>
          <a:xfrm>
            <a:off x="18039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76" name=""/>
          <p:cNvSpPr/>
          <p:nvPr/>
        </p:nvSpPr>
        <p:spPr>
          <a:xfrm>
            <a:off x="18039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7" name=""/>
          <p:cNvSpPr/>
          <p:nvPr/>
        </p:nvSpPr>
        <p:spPr>
          <a:xfrm>
            <a:off x="19292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78" name=""/>
          <p:cNvSpPr/>
          <p:nvPr/>
        </p:nvSpPr>
        <p:spPr>
          <a:xfrm>
            <a:off x="19292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9" name=""/>
          <p:cNvSpPr/>
          <p:nvPr/>
        </p:nvSpPr>
        <p:spPr>
          <a:xfrm>
            <a:off x="20541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80" name=""/>
          <p:cNvSpPr/>
          <p:nvPr/>
        </p:nvSpPr>
        <p:spPr>
          <a:xfrm>
            <a:off x="20541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1" name=""/>
          <p:cNvSpPr/>
          <p:nvPr/>
        </p:nvSpPr>
        <p:spPr>
          <a:xfrm>
            <a:off x="21794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82" name=""/>
          <p:cNvSpPr/>
          <p:nvPr/>
        </p:nvSpPr>
        <p:spPr>
          <a:xfrm>
            <a:off x="21794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3" name=""/>
          <p:cNvSpPr/>
          <p:nvPr/>
        </p:nvSpPr>
        <p:spPr>
          <a:xfrm>
            <a:off x="23043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84" name=""/>
          <p:cNvSpPr/>
          <p:nvPr/>
        </p:nvSpPr>
        <p:spPr>
          <a:xfrm>
            <a:off x="23043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5" name=""/>
          <p:cNvSpPr/>
          <p:nvPr/>
        </p:nvSpPr>
        <p:spPr>
          <a:xfrm>
            <a:off x="24296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86" name=""/>
          <p:cNvSpPr/>
          <p:nvPr/>
        </p:nvSpPr>
        <p:spPr>
          <a:xfrm>
            <a:off x="24296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7" name=""/>
          <p:cNvSpPr/>
          <p:nvPr/>
        </p:nvSpPr>
        <p:spPr>
          <a:xfrm>
            <a:off x="25545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88" name=""/>
          <p:cNvSpPr/>
          <p:nvPr/>
        </p:nvSpPr>
        <p:spPr>
          <a:xfrm>
            <a:off x="25545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9" name=""/>
          <p:cNvSpPr/>
          <p:nvPr/>
        </p:nvSpPr>
        <p:spPr>
          <a:xfrm>
            <a:off x="26798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0" name=""/>
          <p:cNvSpPr/>
          <p:nvPr/>
        </p:nvSpPr>
        <p:spPr>
          <a:xfrm>
            <a:off x="26798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1" name=""/>
          <p:cNvSpPr/>
          <p:nvPr/>
        </p:nvSpPr>
        <p:spPr>
          <a:xfrm>
            <a:off x="28051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2" name=""/>
          <p:cNvSpPr/>
          <p:nvPr/>
        </p:nvSpPr>
        <p:spPr>
          <a:xfrm>
            <a:off x="28051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3" name=""/>
          <p:cNvSpPr/>
          <p:nvPr/>
        </p:nvSpPr>
        <p:spPr>
          <a:xfrm>
            <a:off x="29300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4" name=""/>
          <p:cNvSpPr/>
          <p:nvPr/>
        </p:nvSpPr>
        <p:spPr>
          <a:xfrm>
            <a:off x="29300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5" name=""/>
          <p:cNvSpPr/>
          <p:nvPr/>
        </p:nvSpPr>
        <p:spPr>
          <a:xfrm>
            <a:off x="30553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6" name=""/>
          <p:cNvSpPr/>
          <p:nvPr/>
        </p:nvSpPr>
        <p:spPr>
          <a:xfrm>
            <a:off x="30553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7" name=""/>
          <p:cNvSpPr/>
          <p:nvPr/>
        </p:nvSpPr>
        <p:spPr>
          <a:xfrm>
            <a:off x="31802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8" name=""/>
          <p:cNvSpPr/>
          <p:nvPr/>
        </p:nvSpPr>
        <p:spPr>
          <a:xfrm>
            <a:off x="31802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9" name=""/>
          <p:cNvSpPr/>
          <p:nvPr/>
        </p:nvSpPr>
        <p:spPr>
          <a:xfrm>
            <a:off x="33055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0" name=""/>
          <p:cNvSpPr/>
          <p:nvPr/>
        </p:nvSpPr>
        <p:spPr>
          <a:xfrm>
            <a:off x="33055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1" name=""/>
          <p:cNvSpPr/>
          <p:nvPr/>
        </p:nvSpPr>
        <p:spPr>
          <a:xfrm>
            <a:off x="34308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2" name=""/>
          <p:cNvSpPr/>
          <p:nvPr/>
        </p:nvSpPr>
        <p:spPr>
          <a:xfrm>
            <a:off x="34308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3" name=""/>
          <p:cNvSpPr/>
          <p:nvPr/>
        </p:nvSpPr>
        <p:spPr>
          <a:xfrm>
            <a:off x="35557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4" name=""/>
          <p:cNvSpPr/>
          <p:nvPr/>
        </p:nvSpPr>
        <p:spPr>
          <a:xfrm>
            <a:off x="35557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5" name=""/>
          <p:cNvSpPr/>
          <p:nvPr/>
        </p:nvSpPr>
        <p:spPr>
          <a:xfrm>
            <a:off x="36810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6" name=""/>
          <p:cNvSpPr/>
          <p:nvPr/>
        </p:nvSpPr>
        <p:spPr>
          <a:xfrm>
            <a:off x="36810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7" name=""/>
          <p:cNvSpPr/>
          <p:nvPr/>
        </p:nvSpPr>
        <p:spPr>
          <a:xfrm>
            <a:off x="38059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8" name=""/>
          <p:cNvSpPr/>
          <p:nvPr/>
        </p:nvSpPr>
        <p:spPr>
          <a:xfrm>
            <a:off x="38059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9" name=""/>
          <p:cNvSpPr/>
          <p:nvPr/>
        </p:nvSpPr>
        <p:spPr>
          <a:xfrm>
            <a:off x="39312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0" name=""/>
          <p:cNvSpPr/>
          <p:nvPr/>
        </p:nvSpPr>
        <p:spPr>
          <a:xfrm>
            <a:off x="39312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1" name=""/>
          <p:cNvSpPr/>
          <p:nvPr/>
        </p:nvSpPr>
        <p:spPr>
          <a:xfrm>
            <a:off x="40564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2" name=""/>
          <p:cNvSpPr/>
          <p:nvPr/>
        </p:nvSpPr>
        <p:spPr>
          <a:xfrm>
            <a:off x="40564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3" name=""/>
          <p:cNvSpPr/>
          <p:nvPr/>
        </p:nvSpPr>
        <p:spPr>
          <a:xfrm>
            <a:off x="41814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4" name=""/>
          <p:cNvSpPr/>
          <p:nvPr/>
        </p:nvSpPr>
        <p:spPr>
          <a:xfrm>
            <a:off x="41814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5" name=""/>
          <p:cNvSpPr/>
          <p:nvPr/>
        </p:nvSpPr>
        <p:spPr>
          <a:xfrm>
            <a:off x="43066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6" name=""/>
          <p:cNvSpPr/>
          <p:nvPr/>
        </p:nvSpPr>
        <p:spPr>
          <a:xfrm>
            <a:off x="43066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7" name=""/>
          <p:cNvSpPr/>
          <p:nvPr/>
        </p:nvSpPr>
        <p:spPr>
          <a:xfrm>
            <a:off x="44316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8" name=""/>
          <p:cNvSpPr/>
          <p:nvPr/>
        </p:nvSpPr>
        <p:spPr>
          <a:xfrm>
            <a:off x="44316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9" name=""/>
          <p:cNvSpPr/>
          <p:nvPr/>
        </p:nvSpPr>
        <p:spPr>
          <a:xfrm>
            <a:off x="45568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0" name=""/>
          <p:cNvSpPr/>
          <p:nvPr/>
        </p:nvSpPr>
        <p:spPr>
          <a:xfrm>
            <a:off x="45568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1" name=""/>
          <p:cNvSpPr/>
          <p:nvPr/>
        </p:nvSpPr>
        <p:spPr>
          <a:xfrm>
            <a:off x="46821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2" name=""/>
          <p:cNvSpPr/>
          <p:nvPr/>
        </p:nvSpPr>
        <p:spPr>
          <a:xfrm>
            <a:off x="46821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3" name=""/>
          <p:cNvSpPr/>
          <p:nvPr/>
        </p:nvSpPr>
        <p:spPr>
          <a:xfrm>
            <a:off x="48070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4" name=""/>
          <p:cNvSpPr/>
          <p:nvPr/>
        </p:nvSpPr>
        <p:spPr>
          <a:xfrm>
            <a:off x="48070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5" name=""/>
          <p:cNvSpPr/>
          <p:nvPr/>
        </p:nvSpPr>
        <p:spPr>
          <a:xfrm>
            <a:off x="49323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6" name=""/>
          <p:cNvSpPr/>
          <p:nvPr/>
        </p:nvSpPr>
        <p:spPr>
          <a:xfrm>
            <a:off x="49323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7" name=""/>
          <p:cNvSpPr/>
          <p:nvPr/>
        </p:nvSpPr>
        <p:spPr>
          <a:xfrm>
            <a:off x="50572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8" name=""/>
          <p:cNvSpPr/>
          <p:nvPr/>
        </p:nvSpPr>
        <p:spPr>
          <a:xfrm>
            <a:off x="50572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9" name=""/>
          <p:cNvSpPr/>
          <p:nvPr/>
        </p:nvSpPr>
        <p:spPr>
          <a:xfrm>
            <a:off x="51825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0" name=""/>
          <p:cNvSpPr/>
          <p:nvPr/>
        </p:nvSpPr>
        <p:spPr>
          <a:xfrm>
            <a:off x="51825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1" name=""/>
          <p:cNvSpPr/>
          <p:nvPr/>
        </p:nvSpPr>
        <p:spPr>
          <a:xfrm>
            <a:off x="53074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2" name=""/>
          <p:cNvSpPr/>
          <p:nvPr/>
        </p:nvSpPr>
        <p:spPr>
          <a:xfrm>
            <a:off x="53074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3" name=""/>
          <p:cNvSpPr/>
          <p:nvPr/>
        </p:nvSpPr>
        <p:spPr>
          <a:xfrm>
            <a:off x="54327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4" name=""/>
          <p:cNvSpPr/>
          <p:nvPr/>
        </p:nvSpPr>
        <p:spPr>
          <a:xfrm>
            <a:off x="54327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5" name=""/>
          <p:cNvSpPr/>
          <p:nvPr/>
        </p:nvSpPr>
        <p:spPr>
          <a:xfrm>
            <a:off x="55580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6" name=""/>
          <p:cNvSpPr/>
          <p:nvPr/>
        </p:nvSpPr>
        <p:spPr>
          <a:xfrm>
            <a:off x="55580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7" name=""/>
          <p:cNvSpPr/>
          <p:nvPr/>
        </p:nvSpPr>
        <p:spPr>
          <a:xfrm>
            <a:off x="56829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8" name=""/>
          <p:cNvSpPr/>
          <p:nvPr/>
        </p:nvSpPr>
        <p:spPr>
          <a:xfrm>
            <a:off x="56829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9" name=""/>
          <p:cNvSpPr/>
          <p:nvPr/>
        </p:nvSpPr>
        <p:spPr>
          <a:xfrm>
            <a:off x="58082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0" name=""/>
          <p:cNvSpPr/>
          <p:nvPr/>
        </p:nvSpPr>
        <p:spPr>
          <a:xfrm>
            <a:off x="58082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1" name=""/>
          <p:cNvSpPr/>
          <p:nvPr/>
        </p:nvSpPr>
        <p:spPr>
          <a:xfrm>
            <a:off x="59331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2" name=""/>
          <p:cNvSpPr/>
          <p:nvPr/>
        </p:nvSpPr>
        <p:spPr>
          <a:xfrm>
            <a:off x="59331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3" name=""/>
          <p:cNvSpPr/>
          <p:nvPr/>
        </p:nvSpPr>
        <p:spPr>
          <a:xfrm>
            <a:off x="60584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4" name=""/>
          <p:cNvSpPr/>
          <p:nvPr/>
        </p:nvSpPr>
        <p:spPr>
          <a:xfrm>
            <a:off x="60584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5" name=""/>
          <p:cNvSpPr/>
          <p:nvPr/>
        </p:nvSpPr>
        <p:spPr>
          <a:xfrm>
            <a:off x="61837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6" name=""/>
          <p:cNvSpPr/>
          <p:nvPr/>
        </p:nvSpPr>
        <p:spPr>
          <a:xfrm>
            <a:off x="61837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7" name=""/>
          <p:cNvSpPr/>
          <p:nvPr/>
        </p:nvSpPr>
        <p:spPr>
          <a:xfrm>
            <a:off x="63086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8" name=""/>
          <p:cNvSpPr/>
          <p:nvPr/>
        </p:nvSpPr>
        <p:spPr>
          <a:xfrm>
            <a:off x="63086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9" name=""/>
          <p:cNvSpPr/>
          <p:nvPr/>
        </p:nvSpPr>
        <p:spPr>
          <a:xfrm>
            <a:off x="64339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0" name=""/>
          <p:cNvSpPr/>
          <p:nvPr/>
        </p:nvSpPr>
        <p:spPr>
          <a:xfrm>
            <a:off x="64339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1" name=""/>
          <p:cNvSpPr/>
          <p:nvPr/>
        </p:nvSpPr>
        <p:spPr>
          <a:xfrm>
            <a:off x="65588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2" name=""/>
          <p:cNvSpPr/>
          <p:nvPr/>
        </p:nvSpPr>
        <p:spPr>
          <a:xfrm>
            <a:off x="65588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3" name=""/>
          <p:cNvSpPr/>
          <p:nvPr/>
        </p:nvSpPr>
        <p:spPr>
          <a:xfrm>
            <a:off x="66841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4" name=""/>
          <p:cNvSpPr/>
          <p:nvPr/>
        </p:nvSpPr>
        <p:spPr>
          <a:xfrm>
            <a:off x="66841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5" name=""/>
          <p:cNvSpPr/>
          <p:nvPr/>
        </p:nvSpPr>
        <p:spPr>
          <a:xfrm>
            <a:off x="68094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6" name=""/>
          <p:cNvSpPr/>
          <p:nvPr/>
        </p:nvSpPr>
        <p:spPr>
          <a:xfrm>
            <a:off x="68094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7" name=""/>
          <p:cNvSpPr/>
          <p:nvPr/>
        </p:nvSpPr>
        <p:spPr>
          <a:xfrm>
            <a:off x="69343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8" name=""/>
          <p:cNvSpPr/>
          <p:nvPr/>
        </p:nvSpPr>
        <p:spPr>
          <a:xfrm>
            <a:off x="69343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9" name=""/>
          <p:cNvSpPr/>
          <p:nvPr/>
        </p:nvSpPr>
        <p:spPr>
          <a:xfrm>
            <a:off x="70596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60" name=""/>
          <p:cNvSpPr/>
          <p:nvPr/>
        </p:nvSpPr>
        <p:spPr>
          <a:xfrm>
            <a:off x="70596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1" name=""/>
          <p:cNvSpPr/>
          <p:nvPr/>
        </p:nvSpPr>
        <p:spPr>
          <a:xfrm>
            <a:off x="71845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62" name=""/>
          <p:cNvSpPr/>
          <p:nvPr/>
        </p:nvSpPr>
        <p:spPr>
          <a:xfrm>
            <a:off x="71845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3" name=""/>
          <p:cNvSpPr/>
          <p:nvPr/>
        </p:nvSpPr>
        <p:spPr>
          <a:xfrm>
            <a:off x="73098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64" name=""/>
          <p:cNvSpPr/>
          <p:nvPr/>
        </p:nvSpPr>
        <p:spPr>
          <a:xfrm>
            <a:off x="73098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5" name=""/>
          <p:cNvSpPr/>
          <p:nvPr/>
        </p:nvSpPr>
        <p:spPr>
          <a:xfrm>
            <a:off x="74347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66" name=""/>
          <p:cNvSpPr/>
          <p:nvPr/>
        </p:nvSpPr>
        <p:spPr>
          <a:xfrm>
            <a:off x="74347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7" name=""/>
          <p:cNvSpPr/>
          <p:nvPr/>
        </p:nvSpPr>
        <p:spPr>
          <a:xfrm>
            <a:off x="75600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68" name=""/>
          <p:cNvSpPr/>
          <p:nvPr/>
        </p:nvSpPr>
        <p:spPr>
          <a:xfrm>
            <a:off x="75600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9" name=""/>
          <p:cNvSpPr/>
          <p:nvPr/>
        </p:nvSpPr>
        <p:spPr>
          <a:xfrm>
            <a:off x="76852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0" name=""/>
          <p:cNvSpPr/>
          <p:nvPr/>
        </p:nvSpPr>
        <p:spPr>
          <a:xfrm>
            <a:off x="76852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1" name=""/>
          <p:cNvSpPr/>
          <p:nvPr/>
        </p:nvSpPr>
        <p:spPr>
          <a:xfrm>
            <a:off x="78102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2" name=""/>
          <p:cNvSpPr/>
          <p:nvPr/>
        </p:nvSpPr>
        <p:spPr>
          <a:xfrm>
            <a:off x="78102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3" name=""/>
          <p:cNvSpPr/>
          <p:nvPr/>
        </p:nvSpPr>
        <p:spPr>
          <a:xfrm>
            <a:off x="79354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4" name=""/>
          <p:cNvSpPr/>
          <p:nvPr/>
        </p:nvSpPr>
        <p:spPr>
          <a:xfrm>
            <a:off x="79354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5" name=""/>
          <p:cNvSpPr/>
          <p:nvPr/>
        </p:nvSpPr>
        <p:spPr>
          <a:xfrm>
            <a:off x="80604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6" name=""/>
          <p:cNvSpPr/>
          <p:nvPr/>
        </p:nvSpPr>
        <p:spPr>
          <a:xfrm>
            <a:off x="80604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7" name=""/>
          <p:cNvSpPr/>
          <p:nvPr/>
        </p:nvSpPr>
        <p:spPr>
          <a:xfrm>
            <a:off x="81856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8" name=""/>
          <p:cNvSpPr/>
          <p:nvPr/>
        </p:nvSpPr>
        <p:spPr>
          <a:xfrm>
            <a:off x="81856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9" name=""/>
          <p:cNvSpPr/>
          <p:nvPr/>
        </p:nvSpPr>
        <p:spPr>
          <a:xfrm>
            <a:off x="83109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0" name=""/>
          <p:cNvSpPr/>
          <p:nvPr/>
        </p:nvSpPr>
        <p:spPr>
          <a:xfrm>
            <a:off x="83109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1" name=""/>
          <p:cNvSpPr/>
          <p:nvPr/>
        </p:nvSpPr>
        <p:spPr>
          <a:xfrm>
            <a:off x="84358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2" name=""/>
          <p:cNvSpPr/>
          <p:nvPr/>
        </p:nvSpPr>
        <p:spPr>
          <a:xfrm>
            <a:off x="84358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3" name=""/>
          <p:cNvSpPr/>
          <p:nvPr/>
        </p:nvSpPr>
        <p:spPr>
          <a:xfrm>
            <a:off x="85611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4" name=""/>
          <p:cNvSpPr/>
          <p:nvPr/>
        </p:nvSpPr>
        <p:spPr>
          <a:xfrm>
            <a:off x="85611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5" name=""/>
          <p:cNvSpPr/>
          <p:nvPr/>
        </p:nvSpPr>
        <p:spPr>
          <a:xfrm>
            <a:off x="86860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6" name=""/>
          <p:cNvSpPr/>
          <p:nvPr/>
        </p:nvSpPr>
        <p:spPr>
          <a:xfrm>
            <a:off x="86860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7" name=""/>
          <p:cNvSpPr/>
          <p:nvPr/>
        </p:nvSpPr>
        <p:spPr>
          <a:xfrm>
            <a:off x="88113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8" name=""/>
          <p:cNvSpPr/>
          <p:nvPr/>
        </p:nvSpPr>
        <p:spPr>
          <a:xfrm>
            <a:off x="88113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9" name=""/>
          <p:cNvSpPr/>
          <p:nvPr/>
        </p:nvSpPr>
        <p:spPr>
          <a:xfrm>
            <a:off x="89366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0" name=""/>
          <p:cNvSpPr/>
          <p:nvPr/>
        </p:nvSpPr>
        <p:spPr>
          <a:xfrm>
            <a:off x="89366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1" name=""/>
          <p:cNvSpPr/>
          <p:nvPr/>
        </p:nvSpPr>
        <p:spPr>
          <a:xfrm>
            <a:off x="90615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2" name=""/>
          <p:cNvSpPr/>
          <p:nvPr/>
        </p:nvSpPr>
        <p:spPr>
          <a:xfrm>
            <a:off x="90615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3" name=""/>
          <p:cNvSpPr/>
          <p:nvPr/>
        </p:nvSpPr>
        <p:spPr>
          <a:xfrm>
            <a:off x="91868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4" name=""/>
          <p:cNvSpPr/>
          <p:nvPr/>
        </p:nvSpPr>
        <p:spPr>
          <a:xfrm>
            <a:off x="91868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5" name=""/>
          <p:cNvSpPr/>
          <p:nvPr/>
        </p:nvSpPr>
        <p:spPr>
          <a:xfrm>
            <a:off x="93117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6" name=""/>
          <p:cNvSpPr/>
          <p:nvPr/>
        </p:nvSpPr>
        <p:spPr>
          <a:xfrm>
            <a:off x="93117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7" name=""/>
          <p:cNvSpPr/>
          <p:nvPr/>
        </p:nvSpPr>
        <p:spPr>
          <a:xfrm>
            <a:off x="94370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8" name=""/>
          <p:cNvSpPr/>
          <p:nvPr/>
        </p:nvSpPr>
        <p:spPr>
          <a:xfrm>
            <a:off x="94370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9" name=""/>
          <p:cNvSpPr/>
          <p:nvPr/>
        </p:nvSpPr>
        <p:spPr>
          <a:xfrm>
            <a:off x="95623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0" name=""/>
          <p:cNvSpPr/>
          <p:nvPr/>
        </p:nvSpPr>
        <p:spPr>
          <a:xfrm>
            <a:off x="95623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1" name=""/>
          <p:cNvSpPr/>
          <p:nvPr/>
        </p:nvSpPr>
        <p:spPr>
          <a:xfrm>
            <a:off x="96872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2" name=""/>
          <p:cNvSpPr/>
          <p:nvPr/>
        </p:nvSpPr>
        <p:spPr>
          <a:xfrm>
            <a:off x="96872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3" name=""/>
          <p:cNvSpPr/>
          <p:nvPr/>
        </p:nvSpPr>
        <p:spPr>
          <a:xfrm>
            <a:off x="98125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4" name=""/>
          <p:cNvSpPr/>
          <p:nvPr/>
        </p:nvSpPr>
        <p:spPr>
          <a:xfrm>
            <a:off x="98125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5" name=""/>
          <p:cNvSpPr/>
          <p:nvPr/>
        </p:nvSpPr>
        <p:spPr>
          <a:xfrm>
            <a:off x="99374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6" name=""/>
          <p:cNvSpPr/>
          <p:nvPr/>
        </p:nvSpPr>
        <p:spPr>
          <a:xfrm>
            <a:off x="99374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7" name=""/>
          <p:cNvSpPr/>
          <p:nvPr/>
        </p:nvSpPr>
        <p:spPr>
          <a:xfrm>
            <a:off x="100627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8" name=""/>
          <p:cNvSpPr/>
          <p:nvPr/>
        </p:nvSpPr>
        <p:spPr>
          <a:xfrm>
            <a:off x="100627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9" name=""/>
          <p:cNvSpPr/>
          <p:nvPr/>
        </p:nvSpPr>
        <p:spPr>
          <a:xfrm>
            <a:off x="101876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0" name=""/>
          <p:cNvSpPr/>
          <p:nvPr/>
        </p:nvSpPr>
        <p:spPr>
          <a:xfrm>
            <a:off x="101876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1" name=""/>
          <p:cNvSpPr/>
          <p:nvPr/>
        </p:nvSpPr>
        <p:spPr>
          <a:xfrm>
            <a:off x="103129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2" name=""/>
          <p:cNvSpPr/>
          <p:nvPr/>
        </p:nvSpPr>
        <p:spPr>
          <a:xfrm>
            <a:off x="103129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3" name=""/>
          <p:cNvSpPr/>
          <p:nvPr/>
        </p:nvSpPr>
        <p:spPr>
          <a:xfrm>
            <a:off x="104382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4" name=""/>
          <p:cNvSpPr/>
          <p:nvPr/>
        </p:nvSpPr>
        <p:spPr>
          <a:xfrm>
            <a:off x="104382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5" name=""/>
          <p:cNvSpPr/>
          <p:nvPr/>
        </p:nvSpPr>
        <p:spPr>
          <a:xfrm>
            <a:off x="105631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6" name=""/>
          <p:cNvSpPr/>
          <p:nvPr/>
        </p:nvSpPr>
        <p:spPr>
          <a:xfrm>
            <a:off x="105631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7" name=""/>
          <p:cNvSpPr/>
          <p:nvPr/>
        </p:nvSpPr>
        <p:spPr>
          <a:xfrm>
            <a:off x="106884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8" name=""/>
          <p:cNvSpPr/>
          <p:nvPr/>
        </p:nvSpPr>
        <p:spPr>
          <a:xfrm>
            <a:off x="106884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9" name=""/>
          <p:cNvSpPr/>
          <p:nvPr/>
        </p:nvSpPr>
        <p:spPr>
          <a:xfrm>
            <a:off x="1081332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0" name=""/>
          <p:cNvSpPr/>
          <p:nvPr/>
        </p:nvSpPr>
        <p:spPr>
          <a:xfrm>
            <a:off x="1081332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1" name=""/>
          <p:cNvSpPr/>
          <p:nvPr/>
        </p:nvSpPr>
        <p:spPr>
          <a:xfrm>
            <a:off x="109386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2" name=""/>
          <p:cNvSpPr/>
          <p:nvPr/>
        </p:nvSpPr>
        <p:spPr>
          <a:xfrm>
            <a:off x="109386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3" name=""/>
          <p:cNvSpPr/>
          <p:nvPr/>
        </p:nvSpPr>
        <p:spPr>
          <a:xfrm>
            <a:off x="110638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4" name=""/>
          <p:cNvSpPr/>
          <p:nvPr/>
        </p:nvSpPr>
        <p:spPr>
          <a:xfrm>
            <a:off x="110638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5" name=""/>
          <p:cNvSpPr/>
          <p:nvPr/>
        </p:nvSpPr>
        <p:spPr>
          <a:xfrm>
            <a:off x="111888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6" name=""/>
          <p:cNvSpPr/>
          <p:nvPr/>
        </p:nvSpPr>
        <p:spPr>
          <a:xfrm>
            <a:off x="111888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7" name=""/>
          <p:cNvSpPr/>
          <p:nvPr/>
        </p:nvSpPr>
        <p:spPr>
          <a:xfrm>
            <a:off x="113140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8" name=""/>
          <p:cNvSpPr/>
          <p:nvPr/>
        </p:nvSpPr>
        <p:spPr>
          <a:xfrm>
            <a:off x="113140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9" name=""/>
          <p:cNvSpPr/>
          <p:nvPr/>
        </p:nvSpPr>
        <p:spPr>
          <a:xfrm>
            <a:off x="1143900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0" name=""/>
          <p:cNvSpPr/>
          <p:nvPr/>
        </p:nvSpPr>
        <p:spPr>
          <a:xfrm>
            <a:off x="1143900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1" name=""/>
          <p:cNvSpPr/>
          <p:nvPr/>
        </p:nvSpPr>
        <p:spPr>
          <a:xfrm>
            <a:off x="115642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2" name=""/>
          <p:cNvSpPr/>
          <p:nvPr/>
        </p:nvSpPr>
        <p:spPr>
          <a:xfrm>
            <a:off x="115642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3" name=""/>
          <p:cNvSpPr/>
          <p:nvPr/>
        </p:nvSpPr>
        <p:spPr>
          <a:xfrm>
            <a:off x="116895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4" name=""/>
          <p:cNvSpPr/>
          <p:nvPr/>
        </p:nvSpPr>
        <p:spPr>
          <a:xfrm>
            <a:off x="116895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5" name=""/>
          <p:cNvSpPr/>
          <p:nvPr/>
        </p:nvSpPr>
        <p:spPr>
          <a:xfrm>
            <a:off x="118144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6" name=""/>
          <p:cNvSpPr/>
          <p:nvPr/>
        </p:nvSpPr>
        <p:spPr>
          <a:xfrm>
            <a:off x="118144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7" name=""/>
          <p:cNvSpPr/>
          <p:nvPr/>
        </p:nvSpPr>
        <p:spPr>
          <a:xfrm>
            <a:off x="119397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8" name=""/>
          <p:cNvSpPr/>
          <p:nvPr/>
        </p:nvSpPr>
        <p:spPr>
          <a:xfrm>
            <a:off x="119397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9" name=""/>
          <p:cNvSpPr/>
          <p:nvPr/>
        </p:nvSpPr>
        <p:spPr>
          <a:xfrm>
            <a:off x="120646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0" name=""/>
          <p:cNvSpPr/>
          <p:nvPr/>
        </p:nvSpPr>
        <p:spPr>
          <a:xfrm>
            <a:off x="120646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1" name=""/>
          <p:cNvSpPr/>
          <p:nvPr/>
        </p:nvSpPr>
        <p:spPr>
          <a:xfrm>
            <a:off x="121899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2" name=""/>
          <p:cNvSpPr/>
          <p:nvPr/>
        </p:nvSpPr>
        <p:spPr>
          <a:xfrm>
            <a:off x="121899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3" name=""/>
          <p:cNvSpPr/>
          <p:nvPr/>
        </p:nvSpPr>
        <p:spPr>
          <a:xfrm>
            <a:off x="1231488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4" name=""/>
          <p:cNvSpPr/>
          <p:nvPr/>
        </p:nvSpPr>
        <p:spPr>
          <a:xfrm>
            <a:off x="1231488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5" name=""/>
          <p:cNvSpPr/>
          <p:nvPr/>
        </p:nvSpPr>
        <p:spPr>
          <a:xfrm>
            <a:off x="1244016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6" name=""/>
          <p:cNvSpPr/>
          <p:nvPr/>
        </p:nvSpPr>
        <p:spPr>
          <a:xfrm>
            <a:off x="1244016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7" name=""/>
          <p:cNvSpPr/>
          <p:nvPr/>
        </p:nvSpPr>
        <p:spPr>
          <a:xfrm>
            <a:off x="12565440" y="4209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8" name=""/>
          <p:cNvSpPr/>
          <p:nvPr/>
        </p:nvSpPr>
        <p:spPr>
          <a:xfrm>
            <a:off x="12565440" y="4209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9" name=""/>
          <p:cNvSpPr/>
          <p:nvPr/>
        </p:nvSpPr>
        <p:spPr>
          <a:xfrm>
            <a:off x="564480" y="4209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50" name=""/>
          <p:cNvSpPr/>
          <p:nvPr/>
        </p:nvSpPr>
        <p:spPr>
          <a:xfrm flipH="1">
            <a:off x="564480" y="4209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1" name=""/>
          <p:cNvSpPr txBox="1"/>
          <p:nvPr/>
        </p:nvSpPr>
        <p:spPr>
          <a:xfrm>
            <a:off x="11478240" y="379800"/>
            <a:ext cx="298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52" name=""/>
          <p:cNvSpPr/>
          <p:nvPr/>
        </p:nvSpPr>
        <p:spPr>
          <a:xfrm>
            <a:off x="564480" y="4023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53" name=""/>
          <p:cNvSpPr/>
          <p:nvPr/>
        </p:nvSpPr>
        <p:spPr>
          <a:xfrm flipH="1">
            <a:off x="564480" y="4023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4" name=""/>
          <p:cNvSpPr txBox="1"/>
          <p:nvPr/>
        </p:nvSpPr>
        <p:spPr>
          <a:xfrm>
            <a:off x="463680" y="416088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55" name=""/>
          <p:cNvSpPr/>
          <p:nvPr/>
        </p:nvSpPr>
        <p:spPr>
          <a:xfrm>
            <a:off x="564480" y="3837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56" name=""/>
          <p:cNvSpPr/>
          <p:nvPr/>
        </p:nvSpPr>
        <p:spPr>
          <a:xfrm flipH="1">
            <a:off x="564480" y="3837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7" name=""/>
          <p:cNvSpPr txBox="1"/>
          <p:nvPr/>
        </p:nvSpPr>
        <p:spPr>
          <a:xfrm>
            <a:off x="463680" y="397512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58" name=""/>
          <p:cNvSpPr/>
          <p:nvPr/>
        </p:nvSpPr>
        <p:spPr>
          <a:xfrm>
            <a:off x="564480" y="3651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59" name=""/>
          <p:cNvSpPr/>
          <p:nvPr/>
        </p:nvSpPr>
        <p:spPr>
          <a:xfrm flipH="1">
            <a:off x="564480" y="3651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0" name=""/>
          <p:cNvSpPr txBox="1"/>
          <p:nvPr/>
        </p:nvSpPr>
        <p:spPr>
          <a:xfrm>
            <a:off x="407160" y="378936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61" name=""/>
          <p:cNvSpPr/>
          <p:nvPr/>
        </p:nvSpPr>
        <p:spPr>
          <a:xfrm>
            <a:off x="564480" y="3466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2" name=""/>
          <p:cNvSpPr/>
          <p:nvPr/>
        </p:nvSpPr>
        <p:spPr>
          <a:xfrm flipH="1">
            <a:off x="564480" y="3466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3" name=""/>
          <p:cNvSpPr txBox="1"/>
          <p:nvPr/>
        </p:nvSpPr>
        <p:spPr>
          <a:xfrm>
            <a:off x="407160" y="36032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64" name=""/>
          <p:cNvSpPr/>
          <p:nvPr/>
        </p:nvSpPr>
        <p:spPr>
          <a:xfrm>
            <a:off x="564480" y="3280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5" name=""/>
          <p:cNvSpPr/>
          <p:nvPr/>
        </p:nvSpPr>
        <p:spPr>
          <a:xfrm flipH="1">
            <a:off x="564480" y="3280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6" name=""/>
          <p:cNvSpPr txBox="1"/>
          <p:nvPr/>
        </p:nvSpPr>
        <p:spPr>
          <a:xfrm>
            <a:off x="407160" y="341748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67" name=""/>
          <p:cNvSpPr/>
          <p:nvPr/>
        </p:nvSpPr>
        <p:spPr>
          <a:xfrm>
            <a:off x="564480" y="3094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8" name=""/>
          <p:cNvSpPr/>
          <p:nvPr/>
        </p:nvSpPr>
        <p:spPr>
          <a:xfrm flipH="1">
            <a:off x="564480" y="3094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9" name=""/>
          <p:cNvSpPr txBox="1"/>
          <p:nvPr/>
        </p:nvSpPr>
        <p:spPr>
          <a:xfrm>
            <a:off x="407160" y="323172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70" name=""/>
          <p:cNvSpPr/>
          <p:nvPr/>
        </p:nvSpPr>
        <p:spPr>
          <a:xfrm>
            <a:off x="564480" y="2908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1" name=""/>
          <p:cNvSpPr/>
          <p:nvPr/>
        </p:nvSpPr>
        <p:spPr>
          <a:xfrm flipH="1">
            <a:off x="564480" y="2908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2" name=""/>
          <p:cNvSpPr txBox="1"/>
          <p:nvPr/>
        </p:nvSpPr>
        <p:spPr>
          <a:xfrm>
            <a:off x="407160" y="304560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73" name=""/>
          <p:cNvSpPr txBox="1"/>
          <p:nvPr/>
        </p:nvSpPr>
        <p:spPr>
          <a:xfrm>
            <a:off x="407160" y="28598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74" name=""/>
          <p:cNvSpPr txBox="1"/>
          <p:nvPr/>
        </p:nvSpPr>
        <p:spPr>
          <a:xfrm rot="16200000">
            <a:off x="-41760" y="3393720"/>
            <a:ext cx="3726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12-PR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75" name=""/>
          <p:cNvSpPr/>
          <p:nvPr/>
        </p:nvSpPr>
        <p:spPr>
          <a:xfrm>
            <a:off x="624600" y="3949200"/>
            <a:ext cx="106560" cy="260640"/>
          </a:xfrm>
          <a:custGeom>
            <a:avLst/>
            <a:gdLst/>
            <a:ahLst/>
            <a:rect l="0" t="0" r="r" b="b"/>
            <a:pathLst>
              <a:path w="296" h="724">
                <a:moveTo>
                  <a:pt x="0" y="724"/>
                </a:moveTo>
                <a:lnTo>
                  <a:pt x="296" y="724"/>
                </a:lnTo>
                <a:lnTo>
                  <a:pt x="296" y="0"/>
                </a:lnTo>
                <a:lnTo>
                  <a:pt x="0" y="0"/>
                </a:lnTo>
                <a:lnTo>
                  <a:pt x="0" y="724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76" name=""/>
          <p:cNvSpPr/>
          <p:nvPr/>
        </p:nvSpPr>
        <p:spPr>
          <a:xfrm>
            <a:off x="749880" y="4135320"/>
            <a:ext cx="106560" cy="74520"/>
          </a:xfrm>
          <a:custGeom>
            <a:avLst/>
            <a:gdLst/>
            <a:ahLst/>
            <a:rect l="0" t="0" r="r" b="b"/>
            <a:pathLst>
              <a:path w="296" h="207">
                <a:moveTo>
                  <a:pt x="0" y="207"/>
                </a:moveTo>
                <a:lnTo>
                  <a:pt x="296" y="207"/>
                </a:lnTo>
                <a:lnTo>
                  <a:pt x="296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77" name=""/>
          <p:cNvSpPr/>
          <p:nvPr/>
        </p:nvSpPr>
        <p:spPr>
          <a:xfrm>
            <a:off x="87480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78" name=""/>
          <p:cNvSpPr/>
          <p:nvPr/>
        </p:nvSpPr>
        <p:spPr>
          <a:xfrm>
            <a:off x="1000080" y="4135320"/>
            <a:ext cx="106560" cy="74520"/>
          </a:xfrm>
          <a:custGeom>
            <a:avLst/>
            <a:gdLst/>
            <a:ahLst/>
            <a:rect l="0" t="0" r="r" b="b"/>
            <a:pathLst>
              <a:path w="296" h="207">
                <a:moveTo>
                  <a:pt x="0" y="207"/>
                </a:moveTo>
                <a:lnTo>
                  <a:pt x="296" y="207"/>
                </a:lnTo>
                <a:lnTo>
                  <a:pt x="296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79" name=""/>
          <p:cNvSpPr/>
          <p:nvPr/>
        </p:nvSpPr>
        <p:spPr>
          <a:xfrm>
            <a:off x="1125000" y="3986640"/>
            <a:ext cx="106920" cy="223200"/>
          </a:xfrm>
          <a:custGeom>
            <a:avLst/>
            <a:gdLst/>
            <a:ahLst/>
            <a:rect l="0" t="0" r="r" b="b"/>
            <a:pathLst>
              <a:path w="297" h="620">
                <a:moveTo>
                  <a:pt x="0" y="620"/>
                </a:moveTo>
                <a:lnTo>
                  <a:pt x="297" y="620"/>
                </a:lnTo>
                <a:lnTo>
                  <a:pt x="297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0" name=""/>
          <p:cNvSpPr/>
          <p:nvPr/>
        </p:nvSpPr>
        <p:spPr>
          <a:xfrm>
            <a:off x="1250280" y="4023720"/>
            <a:ext cx="106560" cy="186120"/>
          </a:xfrm>
          <a:custGeom>
            <a:avLst/>
            <a:gdLst/>
            <a:ahLst/>
            <a:rect l="0" t="0" r="r" b="b"/>
            <a:pathLst>
              <a:path w="296" h="517">
                <a:moveTo>
                  <a:pt x="0" y="517"/>
                </a:moveTo>
                <a:lnTo>
                  <a:pt x="296" y="517"/>
                </a:lnTo>
                <a:lnTo>
                  <a:pt x="296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1" name=""/>
          <p:cNvSpPr/>
          <p:nvPr/>
        </p:nvSpPr>
        <p:spPr>
          <a:xfrm>
            <a:off x="1375200" y="4172400"/>
            <a:ext cx="106920" cy="37440"/>
          </a:xfrm>
          <a:custGeom>
            <a:avLst/>
            <a:gdLst/>
            <a:ahLst/>
            <a:rect l="0" t="0" r="r" b="b"/>
            <a:pathLst>
              <a:path w="297" h="104">
                <a:moveTo>
                  <a:pt x="0" y="104"/>
                </a:moveTo>
                <a:lnTo>
                  <a:pt x="297" y="104"/>
                </a:lnTo>
                <a:lnTo>
                  <a:pt x="297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2" name=""/>
          <p:cNvSpPr/>
          <p:nvPr/>
        </p:nvSpPr>
        <p:spPr>
          <a:xfrm>
            <a:off x="1500480" y="4023720"/>
            <a:ext cx="106920" cy="186120"/>
          </a:xfrm>
          <a:custGeom>
            <a:avLst/>
            <a:gdLst/>
            <a:ahLst/>
            <a:rect l="0" t="0" r="r" b="b"/>
            <a:pathLst>
              <a:path w="297" h="517">
                <a:moveTo>
                  <a:pt x="0" y="517"/>
                </a:moveTo>
                <a:lnTo>
                  <a:pt x="297" y="517"/>
                </a:lnTo>
                <a:lnTo>
                  <a:pt x="297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3" name=""/>
          <p:cNvSpPr/>
          <p:nvPr/>
        </p:nvSpPr>
        <p:spPr>
          <a:xfrm>
            <a:off x="1625760" y="3875040"/>
            <a:ext cx="106560" cy="334800"/>
          </a:xfrm>
          <a:custGeom>
            <a:avLst/>
            <a:gdLst/>
            <a:ahLst/>
            <a:rect l="0" t="0" r="r" b="b"/>
            <a:pathLst>
              <a:path w="296" h="930">
                <a:moveTo>
                  <a:pt x="0" y="930"/>
                </a:moveTo>
                <a:lnTo>
                  <a:pt x="296" y="930"/>
                </a:lnTo>
                <a:lnTo>
                  <a:pt x="296" y="0"/>
                </a:lnTo>
                <a:lnTo>
                  <a:pt x="0" y="0"/>
                </a:lnTo>
                <a:lnTo>
                  <a:pt x="0" y="93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4" name=""/>
          <p:cNvSpPr/>
          <p:nvPr/>
        </p:nvSpPr>
        <p:spPr>
          <a:xfrm>
            <a:off x="175068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5" name=""/>
          <p:cNvSpPr/>
          <p:nvPr/>
        </p:nvSpPr>
        <p:spPr>
          <a:xfrm>
            <a:off x="1875960" y="4135320"/>
            <a:ext cx="106560" cy="74520"/>
          </a:xfrm>
          <a:custGeom>
            <a:avLst/>
            <a:gdLst/>
            <a:ahLst/>
            <a:rect l="0" t="0" r="r" b="b"/>
            <a:pathLst>
              <a:path w="296" h="207">
                <a:moveTo>
                  <a:pt x="0" y="207"/>
                </a:moveTo>
                <a:lnTo>
                  <a:pt x="296" y="207"/>
                </a:lnTo>
                <a:lnTo>
                  <a:pt x="296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6" name=""/>
          <p:cNvSpPr/>
          <p:nvPr/>
        </p:nvSpPr>
        <p:spPr>
          <a:xfrm>
            <a:off x="2000880" y="4023720"/>
            <a:ext cx="106920" cy="186120"/>
          </a:xfrm>
          <a:custGeom>
            <a:avLst/>
            <a:gdLst/>
            <a:ahLst/>
            <a:rect l="0" t="0" r="r" b="b"/>
            <a:pathLst>
              <a:path w="297" h="517">
                <a:moveTo>
                  <a:pt x="0" y="517"/>
                </a:moveTo>
                <a:lnTo>
                  <a:pt x="297" y="517"/>
                </a:lnTo>
                <a:lnTo>
                  <a:pt x="297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7" name=""/>
          <p:cNvSpPr/>
          <p:nvPr/>
        </p:nvSpPr>
        <p:spPr>
          <a:xfrm>
            <a:off x="2126160" y="4023720"/>
            <a:ext cx="106560" cy="186120"/>
          </a:xfrm>
          <a:custGeom>
            <a:avLst/>
            <a:gdLst/>
            <a:ahLst/>
            <a:rect l="0" t="0" r="r" b="b"/>
            <a:pathLst>
              <a:path w="296" h="517">
                <a:moveTo>
                  <a:pt x="0" y="517"/>
                </a:moveTo>
                <a:lnTo>
                  <a:pt x="296" y="517"/>
                </a:lnTo>
                <a:lnTo>
                  <a:pt x="296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8" name=""/>
          <p:cNvSpPr/>
          <p:nvPr/>
        </p:nvSpPr>
        <p:spPr>
          <a:xfrm>
            <a:off x="2251440" y="4097880"/>
            <a:ext cx="106560" cy="111960"/>
          </a:xfrm>
          <a:custGeom>
            <a:avLst/>
            <a:gdLst/>
            <a:ahLst/>
            <a:rect l="0" t="0" r="r" b="b"/>
            <a:pathLst>
              <a:path w="296" h="311">
                <a:moveTo>
                  <a:pt x="0" y="311"/>
                </a:moveTo>
                <a:lnTo>
                  <a:pt x="296" y="311"/>
                </a:lnTo>
                <a:lnTo>
                  <a:pt x="296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89" name=""/>
          <p:cNvSpPr/>
          <p:nvPr/>
        </p:nvSpPr>
        <p:spPr>
          <a:xfrm>
            <a:off x="237636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90" name=""/>
          <p:cNvSpPr/>
          <p:nvPr/>
        </p:nvSpPr>
        <p:spPr>
          <a:xfrm>
            <a:off x="2501640" y="3912120"/>
            <a:ext cx="106560" cy="297720"/>
          </a:xfrm>
          <a:custGeom>
            <a:avLst/>
            <a:gdLst/>
            <a:ahLst/>
            <a:rect l="0" t="0" r="r" b="b"/>
            <a:pathLst>
              <a:path w="296" h="827">
                <a:moveTo>
                  <a:pt x="0" y="827"/>
                </a:moveTo>
                <a:lnTo>
                  <a:pt x="296" y="827"/>
                </a:lnTo>
                <a:lnTo>
                  <a:pt x="296" y="0"/>
                </a:lnTo>
                <a:lnTo>
                  <a:pt x="0" y="0"/>
                </a:lnTo>
                <a:lnTo>
                  <a:pt x="0" y="82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591" name=""/>
          <p:cNvSpPr/>
          <p:nvPr/>
        </p:nvSpPr>
        <p:spPr>
          <a:xfrm>
            <a:off x="2626560" y="4097880"/>
            <a:ext cx="106920" cy="111960"/>
          </a:xfrm>
          <a:custGeom>
            <a:avLst/>
            <a:gdLst/>
            <a:ahLst/>
            <a:rect l="0" t="0" r="r" b="b"/>
            <a:pathLst>
              <a:path w="297" h="311">
                <a:moveTo>
                  <a:pt x="0" y="311"/>
                </a:moveTo>
                <a:lnTo>
                  <a:pt x="297" y="311"/>
                </a:lnTo>
                <a:lnTo>
                  <a:pt x="297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592" name=""/>
          <p:cNvSpPr/>
          <p:nvPr/>
        </p:nvSpPr>
        <p:spPr>
          <a:xfrm>
            <a:off x="275184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593" name=""/>
          <p:cNvSpPr/>
          <p:nvPr/>
        </p:nvSpPr>
        <p:spPr>
          <a:xfrm>
            <a:off x="287712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594" name=""/>
          <p:cNvSpPr/>
          <p:nvPr/>
        </p:nvSpPr>
        <p:spPr>
          <a:xfrm>
            <a:off x="3002040" y="4135320"/>
            <a:ext cx="106920" cy="74520"/>
          </a:xfrm>
          <a:custGeom>
            <a:avLst/>
            <a:gdLst/>
            <a:ahLst/>
            <a:rect l="0" t="0" r="r" b="b"/>
            <a:pathLst>
              <a:path w="297" h="207">
                <a:moveTo>
                  <a:pt x="0" y="207"/>
                </a:moveTo>
                <a:lnTo>
                  <a:pt x="297" y="207"/>
                </a:lnTo>
                <a:lnTo>
                  <a:pt x="297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595" name=""/>
          <p:cNvSpPr/>
          <p:nvPr/>
        </p:nvSpPr>
        <p:spPr>
          <a:xfrm>
            <a:off x="3127320" y="4097880"/>
            <a:ext cx="106560" cy="111960"/>
          </a:xfrm>
          <a:custGeom>
            <a:avLst/>
            <a:gdLst/>
            <a:ahLst/>
            <a:rect l="0" t="0" r="r" b="b"/>
            <a:pathLst>
              <a:path w="296" h="311">
                <a:moveTo>
                  <a:pt x="0" y="311"/>
                </a:moveTo>
                <a:lnTo>
                  <a:pt x="296" y="311"/>
                </a:lnTo>
                <a:lnTo>
                  <a:pt x="296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010101"/>
          </a:solidFill>
          <a:ln w="0">
            <a:noFill/>
          </a:ln>
        </p:spPr>
      </p:sp>
      <p:sp>
        <p:nvSpPr>
          <p:cNvPr id="596" name=""/>
          <p:cNvSpPr/>
          <p:nvPr/>
        </p:nvSpPr>
        <p:spPr>
          <a:xfrm>
            <a:off x="3127320" y="4097880"/>
            <a:ext cx="106560" cy="111960"/>
          </a:xfrm>
          <a:custGeom>
            <a:avLst/>
            <a:gdLst/>
            <a:ahLst/>
            <a:rect l="0" t="0" r="r" b="b"/>
            <a:pathLst>
              <a:path w="296" h="311">
                <a:moveTo>
                  <a:pt x="0" y="311"/>
                </a:moveTo>
                <a:lnTo>
                  <a:pt x="296" y="311"/>
                </a:lnTo>
                <a:lnTo>
                  <a:pt x="296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noFill/>
          <a:ln w="1800">
            <a:solidFill>
              <a:srgbClr val="000000"/>
            </a:solidFill>
            <a:miter/>
          </a:ln>
        </p:spPr>
      </p:sp>
      <p:sp>
        <p:nvSpPr>
          <p:cNvPr id="597" name=""/>
          <p:cNvSpPr/>
          <p:nvPr/>
        </p:nvSpPr>
        <p:spPr>
          <a:xfrm>
            <a:off x="325224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598" name=""/>
          <p:cNvSpPr/>
          <p:nvPr/>
        </p:nvSpPr>
        <p:spPr>
          <a:xfrm>
            <a:off x="337752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599" name=""/>
          <p:cNvSpPr/>
          <p:nvPr/>
        </p:nvSpPr>
        <p:spPr>
          <a:xfrm>
            <a:off x="3502440" y="4097880"/>
            <a:ext cx="106920" cy="111960"/>
          </a:xfrm>
          <a:custGeom>
            <a:avLst/>
            <a:gdLst/>
            <a:ahLst/>
            <a:rect l="0" t="0" r="r" b="b"/>
            <a:pathLst>
              <a:path w="297" h="311">
                <a:moveTo>
                  <a:pt x="0" y="311"/>
                </a:moveTo>
                <a:lnTo>
                  <a:pt x="297" y="311"/>
                </a:lnTo>
                <a:lnTo>
                  <a:pt x="297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0" name=""/>
          <p:cNvSpPr/>
          <p:nvPr/>
        </p:nvSpPr>
        <p:spPr>
          <a:xfrm>
            <a:off x="362772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1" name=""/>
          <p:cNvSpPr/>
          <p:nvPr/>
        </p:nvSpPr>
        <p:spPr>
          <a:xfrm>
            <a:off x="375300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2" name=""/>
          <p:cNvSpPr/>
          <p:nvPr/>
        </p:nvSpPr>
        <p:spPr>
          <a:xfrm>
            <a:off x="387792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3" name=""/>
          <p:cNvSpPr/>
          <p:nvPr/>
        </p:nvSpPr>
        <p:spPr>
          <a:xfrm>
            <a:off x="400320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4" name=""/>
          <p:cNvSpPr/>
          <p:nvPr/>
        </p:nvSpPr>
        <p:spPr>
          <a:xfrm>
            <a:off x="412812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5" name=""/>
          <p:cNvSpPr/>
          <p:nvPr/>
        </p:nvSpPr>
        <p:spPr>
          <a:xfrm>
            <a:off x="425340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6" name=""/>
          <p:cNvSpPr/>
          <p:nvPr/>
        </p:nvSpPr>
        <p:spPr>
          <a:xfrm>
            <a:off x="437868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7" name=""/>
          <p:cNvSpPr/>
          <p:nvPr/>
        </p:nvSpPr>
        <p:spPr>
          <a:xfrm>
            <a:off x="4503600" y="4097880"/>
            <a:ext cx="106920" cy="111960"/>
          </a:xfrm>
          <a:custGeom>
            <a:avLst/>
            <a:gdLst/>
            <a:ahLst/>
            <a:rect l="0" t="0" r="r" b="b"/>
            <a:pathLst>
              <a:path w="297" h="311">
                <a:moveTo>
                  <a:pt x="0" y="311"/>
                </a:moveTo>
                <a:lnTo>
                  <a:pt x="297" y="311"/>
                </a:lnTo>
                <a:lnTo>
                  <a:pt x="297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608" name=""/>
          <p:cNvSpPr/>
          <p:nvPr/>
        </p:nvSpPr>
        <p:spPr>
          <a:xfrm>
            <a:off x="4628880" y="3986640"/>
            <a:ext cx="106560" cy="223200"/>
          </a:xfrm>
          <a:custGeom>
            <a:avLst/>
            <a:gdLst/>
            <a:ahLst/>
            <a:rect l="0" t="0" r="r" b="b"/>
            <a:pathLst>
              <a:path w="296" h="620">
                <a:moveTo>
                  <a:pt x="0" y="620"/>
                </a:moveTo>
                <a:lnTo>
                  <a:pt x="296" y="620"/>
                </a:lnTo>
                <a:lnTo>
                  <a:pt x="296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09" name=""/>
          <p:cNvSpPr/>
          <p:nvPr/>
        </p:nvSpPr>
        <p:spPr>
          <a:xfrm>
            <a:off x="4753800" y="4135320"/>
            <a:ext cx="106920" cy="74520"/>
          </a:xfrm>
          <a:custGeom>
            <a:avLst/>
            <a:gdLst/>
            <a:ahLst/>
            <a:rect l="0" t="0" r="r" b="b"/>
            <a:pathLst>
              <a:path w="297" h="207">
                <a:moveTo>
                  <a:pt x="0" y="207"/>
                </a:moveTo>
                <a:lnTo>
                  <a:pt x="297" y="207"/>
                </a:lnTo>
                <a:lnTo>
                  <a:pt x="297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0" name=""/>
          <p:cNvSpPr/>
          <p:nvPr/>
        </p:nvSpPr>
        <p:spPr>
          <a:xfrm>
            <a:off x="4879080" y="2796840"/>
            <a:ext cx="106560" cy="1413000"/>
          </a:xfrm>
          <a:custGeom>
            <a:avLst/>
            <a:gdLst/>
            <a:ahLst/>
            <a:rect l="0" t="0" r="r" b="b"/>
            <a:pathLst>
              <a:path w="296" h="3925">
                <a:moveTo>
                  <a:pt x="0" y="3925"/>
                </a:moveTo>
                <a:lnTo>
                  <a:pt x="296" y="3925"/>
                </a:lnTo>
                <a:lnTo>
                  <a:pt x="296" y="0"/>
                </a:lnTo>
                <a:lnTo>
                  <a:pt x="0" y="0"/>
                </a:lnTo>
                <a:lnTo>
                  <a:pt x="0" y="3925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1" name=""/>
          <p:cNvSpPr/>
          <p:nvPr/>
        </p:nvSpPr>
        <p:spPr>
          <a:xfrm>
            <a:off x="5004360" y="4097880"/>
            <a:ext cx="106560" cy="111960"/>
          </a:xfrm>
          <a:custGeom>
            <a:avLst/>
            <a:gdLst/>
            <a:ahLst/>
            <a:rect l="0" t="0" r="r" b="b"/>
            <a:pathLst>
              <a:path w="296" h="311">
                <a:moveTo>
                  <a:pt x="0" y="311"/>
                </a:moveTo>
                <a:lnTo>
                  <a:pt x="296" y="311"/>
                </a:lnTo>
                <a:lnTo>
                  <a:pt x="296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2" name=""/>
          <p:cNvSpPr/>
          <p:nvPr/>
        </p:nvSpPr>
        <p:spPr>
          <a:xfrm>
            <a:off x="5129280" y="4172400"/>
            <a:ext cx="106920" cy="37440"/>
          </a:xfrm>
          <a:custGeom>
            <a:avLst/>
            <a:gdLst/>
            <a:ahLst/>
            <a:rect l="0" t="0" r="r" b="b"/>
            <a:pathLst>
              <a:path w="297" h="104">
                <a:moveTo>
                  <a:pt x="0" y="104"/>
                </a:moveTo>
                <a:lnTo>
                  <a:pt x="297" y="104"/>
                </a:lnTo>
                <a:lnTo>
                  <a:pt x="297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3" name=""/>
          <p:cNvSpPr/>
          <p:nvPr/>
        </p:nvSpPr>
        <p:spPr>
          <a:xfrm>
            <a:off x="5254560" y="3949200"/>
            <a:ext cx="106560" cy="260640"/>
          </a:xfrm>
          <a:custGeom>
            <a:avLst/>
            <a:gdLst/>
            <a:ahLst/>
            <a:rect l="0" t="0" r="r" b="b"/>
            <a:pathLst>
              <a:path w="296" h="724">
                <a:moveTo>
                  <a:pt x="0" y="724"/>
                </a:moveTo>
                <a:lnTo>
                  <a:pt x="296" y="724"/>
                </a:lnTo>
                <a:lnTo>
                  <a:pt x="296" y="0"/>
                </a:lnTo>
                <a:lnTo>
                  <a:pt x="0" y="0"/>
                </a:lnTo>
                <a:lnTo>
                  <a:pt x="0" y="724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4" name=""/>
          <p:cNvSpPr/>
          <p:nvPr/>
        </p:nvSpPr>
        <p:spPr>
          <a:xfrm>
            <a:off x="5379480" y="3094200"/>
            <a:ext cx="106920" cy="1115640"/>
          </a:xfrm>
          <a:custGeom>
            <a:avLst/>
            <a:gdLst/>
            <a:ahLst/>
            <a:rect l="0" t="0" r="r" b="b"/>
            <a:pathLst>
              <a:path w="297" h="3099">
                <a:moveTo>
                  <a:pt x="0" y="3099"/>
                </a:moveTo>
                <a:lnTo>
                  <a:pt x="297" y="3099"/>
                </a:lnTo>
                <a:lnTo>
                  <a:pt x="297" y="0"/>
                </a:lnTo>
                <a:lnTo>
                  <a:pt x="0" y="0"/>
                </a:lnTo>
                <a:lnTo>
                  <a:pt x="0" y="3099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5" name=""/>
          <p:cNvSpPr/>
          <p:nvPr/>
        </p:nvSpPr>
        <p:spPr>
          <a:xfrm>
            <a:off x="5504760" y="4097880"/>
            <a:ext cx="106560" cy="111960"/>
          </a:xfrm>
          <a:custGeom>
            <a:avLst/>
            <a:gdLst/>
            <a:ahLst/>
            <a:rect l="0" t="0" r="r" b="b"/>
            <a:pathLst>
              <a:path w="296" h="311">
                <a:moveTo>
                  <a:pt x="0" y="311"/>
                </a:moveTo>
                <a:lnTo>
                  <a:pt x="296" y="311"/>
                </a:lnTo>
                <a:lnTo>
                  <a:pt x="296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6" name=""/>
          <p:cNvSpPr/>
          <p:nvPr/>
        </p:nvSpPr>
        <p:spPr>
          <a:xfrm>
            <a:off x="5630040" y="4060800"/>
            <a:ext cx="106560" cy="149040"/>
          </a:xfrm>
          <a:custGeom>
            <a:avLst/>
            <a:gdLst/>
            <a:ahLst/>
            <a:rect l="0" t="0" r="r" b="b"/>
            <a:pathLst>
              <a:path w="296" h="414">
                <a:moveTo>
                  <a:pt x="0" y="414"/>
                </a:moveTo>
                <a:lnTo>
                  <a:pt x="296" y="414"/>
                </a:lnTo>
                <a:lnTo>
                  <a:pt x="296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7" name=""/>
          <p:cNvSpPr/>
          <p:nvPr/>
        </p:nvSpPr>
        <p:spPr>
          <a:xfrm>
            <a:off x="5754960" y="4023720"/>
            <a:ext cx="106920" cy="186120"/>
          </a:xfrm>
          <a:custGeom>
            <a:avLst/>
            <a:gdLst/>
            <a:ahLst/>
            <a:rect l="0" t="0" r="r" b="b"/>
            <a:pathLst>
              <a:path w="297" h="517">
                <a:moveTo>
                  <a:pt x="0" y="517"/>
                </a:moveTo>
                <a:lnTo>
                  <a:pt x="297" y="517"/>
                </a:lnTo>
                <a:lnTo>
                  <a:pt x="297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8" name=""/>
          <p:cNvSpPr/>
          <p:nvPr/>
        </p:nvSpPr>
        <p:spPr>
          <a:xfrm>
            <a:off x="5880240" y="3429000"/>
            <a:ext cx="106560" cy="780840"/>
          </a:xfrm>
          <a:custGeom>
            <a:avLst/>
            <a:gdLst/>
            <a:ahLst/>
            <a:rect l="0" t="0" r="r" b="b"/>
            <a:pathLst>
              <a:path w="296" h="2169">
                <a:moveTo>
                  <a:pt x="0" y="2169"/>
                </a:moveTo>
                <a:lnTo>
                  <a:pt x="296" y="2169"/>
                </a:lnTo>
                <a:lnTo>
                  <a:pt x="296" y="0"/>
                </a:lnTo>
                <a:lnTo>
                  <a:pt x="0" y="0"/>
                </a:lnTo>
                <a:lnTo>
                  <a:pt x="0" y="2169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19" name=""/>
          <p:cNvSpPr/>
          <p:nvPr/>
        </p:nvSpPr>
        <p:spPr>
          <a:xfrm>
            <a:off x="6005160" y="4172400"/>
            <a:ext cx="106920" cy="37440"/>
          </a:xfrm>
          <a:custGeom>
            <a:avLst/>
            <a:gdLst/>
            <a:ahLst/>
            <a:rect l="0" t="0" r="r" b="b"/>
            <a:pathLst>
              <a:path w="297" h="104">
                <a:moveTo>
                  <a:pt x="0" y="104"/>
                </a:moveTo>
                <a:lnTo>
                  <a:pt x="297" y="104"/>
                </a:lnTo>
                <a:lnTo>
                  <a:pt x="297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20" name=""/>
          <p:cNvSpPr/>
          <p:nvPr/>
        </p:nvSpPr>
        <p:spPr>
          <a:xfrm>
            <a:off x="6130440" y="3875040"/>
            <a:ext cx="106560" cy="334800"/>
          </a:xfrm>
          <a:custGeom>
            <a:avLst/>
            <a:gdLst/>
            <a:ahLst/>
            <a:rect l="0" t="0" r="r" b="b"/>
            <a:pathLst>
              <a:path w="296" h="930">
                <a:moveTo>
                  <a:pt x="0" y="930"/>
                </a:moveTo>
                <a:lnTo>
                  <a:pt x="296" y="930"/>
                </a:lnTo>
                <a:lnTo>
                  <a:pt x="296" y="0"/>
                </a:lnTo>
                <a:lnTo>
                  <a:pt x="0" y="0"/>
                </a:lnTo>
                <a:lnTo>
                  <a:pt x="0" y="930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21" name=""/>
          <p:cNvSpPr/>
          <p:nvPr/>
        </p:nvSpPr>
        <p:spPr>
          <a:xfrm>
            <a:off x="6255360" y="4023720"/>
            <a:ext cx="106920" cy="186120"/>
          </a:xfrm>
          <a:custGeom>
            <a:avLst/>
            <a:gdLst/>
            <a:ahLst/>
            <a:rect l="0" t="0" r="r" b="b"/>
            <a:pathLst>
              <a:path w="297" h="517">
                <a:moveTo>
                  <a:pt x="0" y="517"/>
                </a:moveTo>
                <a:lnTo>
                  <a:pt x="297" y="517"/>
                </a:lnTo>
                <a:lnTo>
                  <a:pt x="297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22" name=""/>
          <p:cNvSpPr/>
          <p:nvPr/>
        </p:nvSpPr>
        <p:spPr>
          <a:xfrm>
            <a:off x="6380640" y="3800520"/>
            <a:ext cx="106920" cy="409320"/>
          </a:xfrm>
          <a:custGeom>
            <a:avLst/>
            <a:gdLst/>
            <a:ahLst/>
            <a:rect l="0" t="0" r="r" b="b"/>
            <a:pathLst>
              <a:path w="297" h="1137">
                <a:moveTo>
                  <a:pt x="0" y="1137"/>
                </a:moveTo>
                <a:lnTo>
                  <a:pt x="297" y="1137"/>
                </a:lnTo>
                <a:lnTo>
                  <a:pt x="297" y="0"/>
                </a:lnTo>
                <a:lnTo>
                  <a:pt x="0" y="0"/>
                </a:lnTo>
                <a:lnTo>
                  <a:pt x="0" y="113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23" name=""/>
          <p:cNvSpPr/>
          <p:nvPr/>
        </p:nvSpPr>
        <p:spPr>
          <a:xfrm>
            <a:off x="6505920" y="3949200"/>
            <a:ext cx="106560" cy="260640"/>
          </a:xfrm>
          <a:custGeom>
            <a:avLst/>
            <a:gdLst/>
            <a:ahLst/>
            <a:rect l="0" t="0" r="r" b="b"/>
            <a:pathLst>
              <a:path w="296" h="724">
                <a:moveTo>
                  <a:pt x="0" y="724"/>
                </a:moveTo>
                <a:lnTo>
                  <a:pt x="296" y="724"/>
                </a:lnTo>
                <a:lnTo>
                  <a:pt x="296" y="0"/>
                </a:lnTo>
                <a:lnTo>
                  <a:pt x="0" y="0"/>
                </a:lnTo>
                <a:lnTo>
                  <a:pt x="0" y="724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624" name=""/>
          <p:cNvSpPr/>
          <p:nvPr/>
        </p:nvSpPr>
        <p:spPr>
          <a:xfrm>
            <a:off x="663084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25" name=""/>
          <p:cNvSpPr/>
          <p:nvPr/>
        </p:nvSpPr>
        <p:spPr>
          <a:xfrm>
            <a:off x="675612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26" name=""/>
          <p:cNvSpPr/>
          <p:nvPr/>
        </p:nvSpPr>
        <p:spPr>
          <a:xfrm>
            <a:off x="6881040" y="4172400"/>
            <a:ext cx="106920" cy="37440"/>
          </a:xfrm>
          <a:custGeom>
            <a:avLst/>
            <a:gdLst/>
            <a:ahLst/>
            <a:rect l="0" t="0" r="r" b="b"/>
            <a:pathLst>
              <a:path w="297" h="104">
                <a:moveTo>
                  <a:pt x="0" y="104"/>
                </a:moveTo>
                <a:lnTo>
                  <a:pt x="297" y="104"/>
                </a:lnTo>
                <a:lnTo>
                  <a:pt x="297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27" name=""/>
          <p:cNvSpPr/>
          <p:nvPr/>
        </p:nvSpPr>
        <p:spPr>
          <a:xfrm>
            <a:off x="7006320" y="4135320"/>
            <a:ext cx="106560" cy="74520"/>
          </a:xfrm>
          <a:custGeom>
            <a:avLst/>
            <a:gdLst/>
            <a:ahLst/>
            <a:rect l="0" t="0" r="r" b="b"/>
            <a:pathLst>
              <a:path w="296" h="207">
                <a:moveTo>
                  <a:pt x="0" y="207"/>
                </a:moveTo>
                <a:lnTo>
                  <a:pt x="296" y="207"/>
                </a:lnTo>
                <a:lnTo>
                  <a:pt x="296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28" name=""/>
          <p:cNvSpPr/>
          <p:nvPr/>
        </p:nvSpPr>
        <p:spPr>
          <a:xfrm>
            <a:off x="713160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29" name=""/>
          <p:cNvSpPr/>
          <p:nvPr/>
        </p:nvSpPr>
        <p:spPr>
          <a:xfrm>
            <a:off x="7256520" y="4135320"/>
            <a:ext cx="106920" cy="74520"/>
          </a:xfrm>
          <a:custGeom>
            <a:avLst/>
            <a:gdLst/>
            <a:ahLst/>
            <a:rect l="0" t="0" r="r" b="b"/>
            <a:pathLst>
              <a:path w="297" h="207">
                <a:moveTo>
                  <a:pt x="0" y="207"/>
                </a:moveTo>
                <a:lnTo>
                  <a:pt x="297" y="207"/>
                </a:lnTo>
                <a:lnTo>
                  <a:pt x="297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0" name=""/>
          <p:cNvSpPr/>
          <p:nvPr/>
        </p:nvSpPr>
        <p:spPr>
          <a:xfrm>
            <a:off x="7381800" y="4135320"/>
            <a:ext cx="106560" cy="74520"/>
          </a:xfrm>
          <a:custGeom>
            <a:avLst/>
            <a:gdLst/>
            <a:ahLst/>
            <a:rect l="0" t="0" r="r" b="b"/>
            <a:pathLst>
              <a:path w="296" h="207">
                <a:moveTo>
                  <a:pt x="0" y="207"/>
                </a:moveTo>
                <a:lnTo>
                  <a:pt x="296" y="207"/>
                </a:lnTo>
                <a:lnTo>
                  <a:pt x="296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1" name=""/>
          <p:cNvSpPr/>
          <p:nvPr/>
        </p:nvSpPr>
        <p:spPr>
          <a:xfrm>
            <a:off x="7506720" y="4097880"/>
            <a:ext cx="106920" cy="111960"/>
          </a:xfrm>
          <a:custGeom>
            <a:avLst/>
            <a:gdLst/>
            <a:ahLst/>
            <a:rect l="0" t="0" r="r" b="b"/>
            <a:pathLst>
              <a:path w="297" h="311">
                <a:moveTo>
                  <a:pt x="0" y="311"/>
                </a:moveTo>
                <a:lnTo>
                  <a:pt x="297" y="311"/>
                </a:lnTo>
                <a:lnTo>
                  <a:pt x="297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2" name=""/>
          <p:cNvSpPr/>
          <p:nvPr/>
        </p:nvSpPr>
        <p:spPr>
          <a:xfrm>
            <a:off x="7632000" y="4135320"/>
            <a:ext cx="106560" cy="74520"/>
          </a:xfrm>
          <a:custGeom>
            <a:avLst/>
            <a:gdLst/>
            <a:ahLst/>
            <a:rect l="0" t="0" r="r" b="b"/>
            <a:pathLst>
              <a:path w="296" h="207">
                <a:moveTo>
                  <a:pt x="0" y="207"/>
                </a:moveTo>
                <a:lnTo>
                  <a:pt x="296" y="207"/>
                </a:lnTo>
                <a:lnTo>
                  <a:pt x="296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3" name=""/>
          <p:cNvSpPr/>
          <p:nvPr/>
        </p:nvSpPr>
        <p:spPr>
          <a:xfrm>
            <a:off x="775728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4" name=""/>
          <p:cNvSpPr/>
          <p:nvPr/>
        </p:nvSpPr>
        <p:spPr>
          <a:xfrm>
            <a:off x="788220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5" name=""/>
          <p:cNvSpPr/>
          <p:nvPr/>
        </p:nvSpPr>
        <p:spPr>
          <a:xfrm>
            <a:off x="800748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6" name=""/>
          <p:cNvSpPr/>
          <p:nvPr/>
        </p:nvSpPr>
        <p:spPr>
          <a:xfrm>
            <a:off x="8132400" y="4172400"/>
            <a:ext cx="106920" cy="37440"/>
          </a:xfrm>
          <a:custGeom>
            <a:avLst/>
            <a:gdLst/>
            <a:ahLst/>
            <a:rect l="0" t="0" r="r" b="b"/>
            <a:pathLst>
              <a:path w="297" h="104">
                <a:moveTo>
                  <a:pt x="0" y="104"/>
                </a:moveTo>
                <a:lnTo>
                  <a:pt x="297" y="104"/>
                </a:lnTo>
                <a:lnTo>
                  <a:pt x="297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7" name=""/>
          <p:cNvSpPr/>
          <p:nvPr/>
        </p:nvSpPr>
        <p:spPr>
          <a:xfrm>
            <a:off x="825768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8" name=""/>
          <p:cNvSpPr/>
          <p:nvPr/>
        </p:nvSpPr>
        <p:spPr>
          <a:xfrm>
            <a:off x="8382600" y="4172400"/>
            <a:ext cx="106920" cy="37440"/>
          </a:xfrm>
          <a:custGeom>
            <a:avLst/>
            <a:gdLst/>
            <a:ahLst/>
            <a:rect l="0" t="0" r="r" b="b"/>
            <a:pathLst>
              <a:path w="297" h="104">
                <a:moveTo>
                  <a:pt x="0" y="104"/>
                </a:moveTo>
                <a:lnTo>
                  <a:pt x="297" y="104"/>
                </a:lnTo>
                <a:lnTo>
                  <a:pt x="297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39" name=""/>
          <p:cNvSpPr/>
          <p:nvPr/>
        </p:nvSpPr>
        <p:spPr>
          <a:xfrm>
            <a:off x="8507880" y="4135320"/>
            <a:ext cx="106920" cy="74520"/>
          </a:xfrm>
          <a:custGeom>
            <a:avLst/>
            <a:gdLst/>
            <a:ahLst/>
            <a:rect l="0" t="0" r="r" b="b"/>
            <a:pathLst>
              <a:path w="297" h="207">
                <a:moveTo>
                  <a:pt x="0" y="207"/>
                </a:moveTo>
                <a:lnTo>
                  <a:pt x="297" y="207"/>
                </a:lnTo>
                <a:lnTo>
                  <a:pt x="297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640" name=""/>
          <p:cNvSpPr/>
          <p:nvPr/>
        </p:nvSpPr>
        <p:spPr>
          <a:xfrm>
            <a:off x="8633160" y="4060800"/>
            <a:ext cx="106560" cy="149040"/>
          </a:xfrm>
          <a:custGeom>
            <a:avLst/>
            <a:gdLst/>
            <a:ahLst/>
            <a:rect l="0" t="0" r="r" b="b"/>
            <a:pathLst>
              <a:path w="296" h="414">
                <a:moveTo>
                  <a:pt x="0" y="414"/>
                </a:moveTo>
                <a:lnTo>
                  <a:pt x="296" y="414"/>
                </a:lnTo>
                <a:lnTo>
                  <a:pt x="296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solidFill>
            <a:srgbClr val="a1ce63"/>
          </a:solidFill>
          <a:ln w="0">
            <a:noFill/>
          </a:ln>
        </p:spPr>
      </p:sp>
      <p:sp>
        <p:nvSpPr>
          <p:cNvPr id="641" name=""/>
          <p:cNvSpPr/>
          <p:nvPr/>
        </p:nvSpPr>
        <p:spPr>
          <a:xfrm>
            <a:off x="8633160" y="4060800"/>
            <a:ext cx="106560" cy="149040"/>
          </a:xfrm>
          <a:custGeom>
            <a:avLst/>
            <a:gdLst/>
            <a:ahLst/>
            <a:rect l="0" t="0" r="r" b="b"/>
            <a:pathLst>
              <a:path w="296" h="414">
                <a:moveTo>
                  <a:pt x="0" y="414"/>
                </a:moveTo>
                <a:lnTo>
                  <a:pt x="296" y="414"/>
                </a:lnTo>
                <a:lnTo>
                  <a:pt x="296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noFill/>
          <a:ln w="1800">
            <a:solidFill>
              <a:srgbClr val="000000"/>
            </a:solidFill>
            <a:miter/>
          </a:ln>
        </p:spPr>
      </p:sp>
      <p:sp>
        <p:nvSpPr>
          <p:cNvPr id="642" name=""/>
          <p:cNvSpPr/>
          <p:nvPr/>
        </p:nvSpPr>
        <p:spPr>
          <a:xfrm>
            <a:off x="8758080" y="4135320"/>
            <a:ext cx="106920" cy="74520"/>
          </a:xfrm>
          <a:custGeom>
            <a:avLst/>
            <a:gdLst/>
            <a:ahLst/>
            <a:rect l="0" t="0" r="r" b="b"/>
            <a:pathLst>
              <a:path w="297" h="207">
                <a:moveTo>
                  <a:pt x="0" y="207"/>
                </a:moveTo>
                <a:lnTo>
                  <a:pt x="297" y="207"/>
                </a:lnTo>
                <a:lnTo>
                  <a:pt x="297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43" name=""/>
          <p:cNvSpPr/>
          <p:nvPr/>
        </p:nvSpPr>
        <p:spPr>
          <a:xfrm>
            <a:off x="888336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44" name=""/>
          <p:cNvSpPr/>
          <p:nvPr/>
        </p:nvSpPr>
        <p:spPr>
          <a:xfrm>
            <a:off x="9008280" y="4135320"/>
            <a:ext cx="106920" cy="74520"/>
          </a:xfrm>
          <a:custGeom>
            <a:avLst/>
            <a:gdLst/>
            <a:ahLst/>
            <a:rect l="0" t="0" r="r" b="b"/>
            <a:pathLst>
              <a:path w="297" h="207">
                <a:moveTo>
                  <a:pt x="0" y="207"/>
                </a:moveTo>
                <a:lnTo>
                  <a:pt x="297" y="207"/>
                </a:lnTo>
                <a:lnTo>
                  <a:pt x="297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45" name=""/>
          <p:cNvSpPr/>
          <p:nvPr/>
        </p:nvSpPr>
        <p:spPr>
          <a:xfrm>
            <a:off x="9133560" y="4023720"/>
            <a:ext cx="106560" cy="186120"/>
          </a:xfrm>
          <a:custGeom>
            <a:avLst/>
            <a:gdLst/>
            <a:ahLst/>
            <a:rect l="0" t="0" r="r" b="b"/>
            <a:pathLst>
              <a:path w="296" h="517">
                <a:moveTo>
                  <a:pt x="0" y="517"/>
                </a:moveTo>
                <a:lnTo>
                  <a:pt x="296" y="517"/>
                </a:lnTo>
                <a:lnTo>
                  <a:pt x="296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46" name=""/>
          <p:cNvSpPr/>
          <p:nvPr/>
        </p:nvSpPr>
        <p:spPr>
          <a:xfrm>
            <a:off x="925884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47" name=""/>
          <p:cNvSpPr/>
          <p:nvPr/>
        </p:nvSpPr>
        <p:spPr>
          <a:xfrm>
            <a:off x="9383760" y="4097880"/>
            <a:ext cx="106920" cy="111960"/>
          </a:xfrm>
          <a:custGeom>
            <a:avLst/>
            <a:gdLst/>
            <a:ahLst/>
            <a:rect l="0" t="0" r="r" b="b"/>
            <a:pathLst>
              <a:path w="297" h="311">
                <a:moveTo>
                  <a:pt x="0" y="311"/>
                </a:moveTo>
                <a:lnTo>
                  <a:pt x="297" y="311"/>
                </a:lnTo>
                <a:lnTo>
                  <a:pt x="297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48" name=""/>
          <p:cNvSpPr/>
          <p:nvPr/>
        </p:nvSpPr>
        <p:spPr>
          <a:xfrm>
            <a:off x="9509040" y="4172400"/>
            <a:ext cx="106560" cy="37440"/>
          </a:xfrm>
          <a:custGeom>
            <a:avLst/>
            <a:gdLst/>
            <a:ahLst/>
            <a:rect l="0" t="0" r="r" b="b"/>
            <a:pathLst>
              <a:path w="296" h="104">
                <a:moveTo>
                  <a:pt x="0" y="104"/>
                </a:moveTo>
                <a:lnTo>
                  <a:pt x="296" y="104"/>
                </a:lnTo>
                <a:lnTo>
                  <a:pt x="296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49" name=""/>
          <p:cNvSpPr/>
          <p:nvPr/>
        </p:nvSpPr>
        <p:spPr>
          <a:xfrm>
            <a:off x="9633960" y="4097880"/>
            <a:ext cx="106920" cy="111960"/>
          </a:xfrm>
          <a:custGeom>
            <a:avLst/>
            <a:gdLst/>
            <a:ahLst/>
            <a:rect l="0" t="0" r="r" b="b"/>
            <a:pathLst>
              <a:path w="297" h="311">
                <a:moveTo>
                  <a:pt x="0" y="311"/>
                </a:moveTo>
                <a:lnTo>
                  <a:pt x="297" y="311"/>
                </a:lnTo>
                <a:lnTo>
                  <a:pt x="297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50" name=""/>
          <p:cNvSpPr/>
          <p:nvPr/>
        </p:nvSpPr>
        <p:spPr>
          <a:xfrm>
            <a:off x="975924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51" name=""/>
          <p:cNvSpPr/>
          <p:nvPr/>
        </p:nvSpPr>
        <p:spPr>
          <a:xfrm>
            <a:off x="988452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52" name=""/>
          <p:cNvSpPr/>
          <p:nvPr/>
        </p:nvSpPr>
        <p:spPr>
          <a:xfrm>
            <a:off x="10009440" y="4135320"/>
            <a:ext cx="106920" cy="74520"/>
          </a:xfrm>
          <a:custGeom>
            <a:avLst/>
            <a:gdLst/>
            <a:ahLst/>
            <a:rect l="0" t="0" r="r" b="b"/>
            <a:pathLst>
              <a:path w="297" h="207">
                <a:moveTo>
                  <a:pt x="0" y="207"/>
                </a:moveTo>
                <a:lnTo>
                  <a:pt x="297" y="207"/>
                </a:lnTo>
                <a:lnTo>
                  <a:pt x="297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53" name=""/>
          <p:cNvSpPr/>
          <p:nvPr/>
        </p:nvSpPr>
        <p:spPr>
          <a:xfrm>
            <a:off x="10134720" y="4135320"/>
            <a:ext cx="106560" cy="74520"/>
          </a:xfrm>
          <a:custGeom>
            <a:avLst/>
            <a:gdLst/>
            <a:ahLst/>
            <a:rect l="0" t="0" r="r" b="b"/>
            <a:pathLst>
              <a:path w="296" h="207">
                <a:moveTo>
                  <a:pt x="0" y="207"/>
                </a:moveTo>
                <a:lnTo>
                  <a:pt x="296" y="207"/>
                </a:lnTo>
                <a:lnTo>
                  <a:pt x="296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54" name=""/>
          <p:cNvSpPr/>
          <p:nvPr/>
        </p:nvSpPr>
        <p:spPr>
          <a:xfrm>
            <a:off x="1025964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55" name=""/>
          <p:cNvSpPr/>
          <p:nvPr/>
        </p:nvSpPr>
        <p:spPr>
          <a:xfrm>
            <a:off x="10384920" y="4097880"/>
            <a:ext cx="106560" cy="111960"/>
          </a:xfrm>
          <a:custGeom>
            <a:avLst/>
            <a:gdLst/>
            <a:ahLst/>
            <a:rect l="0" t="0" r="r" b="b"/>
            <a:pathLst>
              <a:path w="296" h="311">
                <a:moveTo>
                  <a:pt x="0" y="311"/>
                </a:moveTo>
                <a:lnTo>
                  <a:pt x="296" y="311"/>
                </a:lnTo>
                <a:lnTo>
                  <a:pt x="296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a1ce63"/>
          </a:solidFill>
          <a:ln w="0">
            <a:noFill/>
          </a:ln>
        </p:spPr>
      </p:sp>
      <p:sp>
        <p:nvSpPr>
          <p:cNvPr id="656" name=""/>
          <p:cNvSpPr/>
          <p:nvPr/>
        </p:nvSpPr>
        <p:spPr>
          <a:xfrm>
            <a:off x="10384920" y="4097880"/>
            <a:ext cx="106560" cy="111960"/>
          </a:xfrm>
          <a:custGeom>
            <a:avLst/>
            <a:gdLst/>
            <a:ahLst/>
            <a:rect l="0" t="0" r="r" b="b"/>
            <a:pathLst>
              <a:path w="296" h="311">
                <a:moveTo>
                  <a:pt x="0" y="311"/>
                </a:moveTo>
                <a:lnTo>
                  <a:pt x="296" y="311"/>
                </a:lnTo>
                <a:lnTo>
                  <a:pt x="296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noFill/>
          <a:ln w="1800">
            <a:solidFill>
              <a:srgbClr val="000000"/>
            </a:solidFill>
            <a:miter/>
          </a:ln>
        </p:spPr>
      </p:sp>
      <p:sp>
        <p:nvSpPr>
          <p:cNvPr id="657" name=""/>
          <p:cNvSpPr/>
          <p:nvPr/>
        </p:nvSpPr>
        <p:spPr>
          <a:xfrm>
            <a:off x="10510200" y="4060800"/>
            <a:ext cx="106560" cy="149040"/>
          </a:xfrm>
          <a:custGeom>
            <a:avLst/>
            <a:gdLst/>
            <a:ahLst/>
            <a:rect l="0" t="0" r="r" b="b"/>
            <a:pathLst>
              <a:path w="296" h="414">
                <a:moveTo>
                  <a:pt x="0" y="414"/>
                </a:moveTo>
                <a:lnTo>
                  <a:pt x="296" y="414"/>
                </a:lnTo>
                <a:lnTo>
                  <a:pt x="296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658" name=""/>
          <p:cNvSpPr/>
          <p:nvPr/>
        </p:nvSpPr>
        <p:spPr>
          <a:xfrm>
            <a:off x="1063512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59" name=""/>
          <p:cNvSpPr/>
          <p:nvPr/>
        </p:nvSpPr>
        <p:spPr>
          <a:xfrm>
            <a:off x="1076040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0" name=""/>
          <p:cNvSpPr/>
          <p:nvPr/>
        </p:nvSpPr>
        <p:spPr>
          <a:xfrm>
            <a:off x="1088532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1" name=""/>
          <p:cNvSpPr/>
          <p:nvPr/>
        </p:nvSpPr>
        <p:spPr>
          <a:xfrm>
            <a:off x="11010600" y="4060800"/>
            <a:ext cx="106560" cy="149040"/>
          </a:xfrm>
          <a:custGeom>
            <a:avLst/>
            <a:gdLst/>
            <a:ahLst/>
            <a:rect l="0" t="0" r="r" b="b"/>
            <a:pathLst>
              <a:path w="296" h="414">
                <a:moveTo>
                  <a:pt x="0" y="414"/>
                </a:moveTo>
                <a:lnTo>
                  <a:pt x="296" y="414"/>
                </a:lnTo>
                <a:lnTo>
                  <a:pt x="296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2" name=""/>
          <p:cNvSpPr/>
          <p:nvPr/>
        </p:nvSpPr>
        <p:spPr>
          <a:xfrm>
            <a:off x="11135520" y="4097880"/>
            <a:ext cx="106920" cy="111960"/>
          </a:xfrm>
          <a:custGeom>
            <a:avLst/>
            <a:gdLst/>
            <a:ahLst/>
            <a:rect l="0" t="0" r="r" b="b"/>
            <a:pathLst>
              <a:path w="297" h="311">
                <a:moveTo>
                  <a:pt x="0" y="311"/>
                </a:moveTo>
                <a:lnTo>
                  <a:pt x="297" y="311"/>
                </a:lnTo>
                <a:lnTo>
                  <a:pt x="297" y="0"/>
                </a:lnTo>
                <a:lnTo>
                  <a:pt x="0" y="0"/>
                </a:lnTo>
                <a:lnTo>
                  <a:pt x="0" y="311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3" name=""/>
          <p:cNvSpPr/>
          <p:nvPr/>
        </p:nvSpPr>
        <p:spPr>
          <a:xfrm>
            <a:off x="1126080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4" name=""/>
          <p:cNvSpPr/>
          <p:nvPr/>
        </p:nvSpPr>
        <p:spPr>
          <a:xfrm>
            <a:off x="11386080" y="4060800"/>
            <a:ext cx="106560" cy="149040"/>
          </a:xfrm>
          <a:custGeom>
            <a:avLst/>
            <a:gdLst/>
            <a:ahLst/>
            <a:rect l="0" t="0" r="r" b="b"/>
            <a:pathLst>
              <a:path w="296" h="414">
                <a:moveTo>
                  <a:pt x="0" y="414"/>
                </a:moveTo>
                <a:lnTo>
                  <a:pt x="296" y="414"/>
                </a:lnTo>
                <a:lnTo>
                  <a:pt x="296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5" name=""/>
          <p:cNvSpPr/>
          <p:nvPr/>
        </p:nvSpPr>
        <p:spPr>
          <a:xfrm>
            <a:off x="11511000" y="4060800"/>
            <a:ext cx="106920" cy="149040"/>
          </a:xfrm>
          <a:custGeom>
            <a:avLst/>
            <a:gdLst/>
            <a:ahLst/>
            <a:rect l="0" t="0" r="r" b="b"/>
            <a:pathLst>
              <a:path w="297" h="414">
                <a:moveTo>
                  <a:pt x="0" y="414"/>
                </a:moveTo>
                <a:lnTo>
                  <a:pt x="297" y="414"/>
                </a:lnTo>
                <a:lnTo>
                  <a:pt x="297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6" name=""/>
          <p:cNvSpPr/>
          <p:nvPr/>
        </p:nvSpPr>
        <p:spPr>
          <a:xfrm>
            <a:off x="1163628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7" name=""/>
          <p:cNvSpPr/>
          <p:nvPr/>
        </p:nvSpPr>
        <p:spPr>
          <a:xfrm>
            <a:off x="11761200" y="420948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8" name=""/>
          <p:cNvSpPr/>
          <p:nvPr/>
        </p:nvSpPr>
        <p:spPr>
          <a:xfrm>
            <a:off x="11886480" y="4060800"/>
            <a:ext cx="106560" cy="149040"/>
          </a:xfrm>
          <a:custGeom>
            <a:avLst/>
            <a:gdLst/>
            <a:ahLst/>
            <a:rect l="0" t="0" r="r" b="b"/>
            <a:pathLst>
              <a:path w="296" h="414">
                <a:moveTo>
                  <a:pt x="0" y="414"/>
                </a:moveTo>
                <a:lnTo>
                  <a:pt x="296" y="414"/>
                </a:lnTo>
                <a:lnTo>
                  <a:pt x="296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69" name=""/>
          <p:cNvSpPr/>
          <p:nvPr/>
        </p:nvSpPr>
        <p:spPr>
          <a:xfrm>
            <a:off x="1201176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70" name=""/>
          <p:cNvSpPr/>
          <p:nvPr/>
        </p:nvSpPr>
        <p:spPr>
          <a:xfrm>
            <a:off x="12136680" y="3986640"/>
            <a:ext cx="106920" cy="223200"/>
          </a:xfrm>
          <a:custGeom>
            <a:avLst/>
            <a:gdLst/>
            <a:ahLst/>
            <a:rect l="0" t="0" r="r" b="b"/>
            <a:pathLst>
              <a:path w="297" h="620">
                <a:moveTo>
                  <a:pt x="0" y="620"/>
                </a:moveTo>
                <a:lnTo>
                  <a:pt x="297" y="620"/>
                </a:lnTo>
                <a:lnTo>
                  <a:pt x="297" y="0"/>
                </a:lnTo>
                <a:lnTo>
                  <a:pt x="0" y="0"/>
                </a:lnTo>
                <a:lnTo>
                  <a:pt x="0" y="62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71" name=""/>
          <p:cNvSpPr/>
          <p:nvPr/>
        </p:nvSpPr>
        <p:spPr>
          <a:xfrm>
            <a:off x="12261960" y="420948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72" name=""/>
          <p:cNvSpPr/>
          <p:nvPr/>
        </p:nvSpPr>
        <p:spPr>
          <a:xfrm>
            <a:off x="12386880" y="4135320"/>
            <a:ext cx="106920" cy="74520"/>
          </a:xfrm>
          <a:custGeom>
            <a:avLst/>
            <a:gdLst/>
            <a:ahLst/>
            <a:rect l="0" t="0" r="r" b="b"/>
            <a:pathLst>
              <a:path w="297" h="207">
                <a:moveTo>
                  <a:pt x="0" y="207"/>
                </a:moveTo>
                <a:lnTo>
                  <a:pt x="297" y="207"/>
                </a:lnTo>
                <a:lnTo>
                  <a:pt x="297" y="0"/>
                </a:lnTo>
                <a:lnTo>
                  <a:pt x="0" y="0"/>
                </a:lnTo>
                <a:lnTo>
                  <a:pt x="0" y="20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73" name=""/>
          <p:cNvSpPr/>
          <p:nvPr/>
        </p:nvSpPr>
        <p:spPr>
          <a:xfrm>
            <a:off x="12512160" y="3912120"/>
            <a:ext cx="106560" cy="297720"/>
          </a:xfrm>
          <a:custGeom>
            <a:avLst/>
            <a:gdLst/>
            <a:ahLst/>
            <a:rect l="0" t="0" r="r" b="b"/>
            <a:pathLst>
              <a:path w="296" h="827">
                <a:moveTo>
                  <a:pt x="0" y="827"/>
                </a:moveTo>
                <a:lnTo>
                  <a:pt x="296" y="827"/>
                </a:lnTo>
                <a:lnTo>
                  <a:pt x="296" y="0"/>
                </a:lnTo>
                <a:lnTo>
                  <a:pt x="0" y="0"/>
                </a:lnTo>
                <a:lnTo>
                  <a:pt x="0" y="82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674" name=""/>
          <p:cNvSpPr/>
          <p:nvPr/>
        </p:nvSpPr>
        <p:spPr>
          <a:xfrm>
            <a:off x="621360" y="2607480"/>
            <a:ext cx="2002680" cy="89640"/>
          </a:xfrm>
          <a:custGeom>
            <a:avLst/>
            <a:gdLst/>
            <a:ahLst/>
            <a:rect l="0" t="0" r="r" b="b"/>
            <a:pathLst>
              <a:path w="5563" h="249">
                <a:moveTo>
                  <a:pt x="0" y="249"/>
                </a:moveTo>
                <a:lnTo>
                  <a:pt x="5563" y="249"/>
                </a:lnTo>
                <a:lnTo>
                  <a:pt x="5563" y="0"/>
                </a:lnTo>
                <a:lnTo>
                  <a:pt x="0" y="0"/>
                </a:lnTo>
                <a:lnTo>
                  <a:pt x="0" y="249"/>
                </a:lnTo>
                <a:close/>
              </a:path>
            </a:pathLst>
          </a:custGeom>
          <a:solidFill>
            <a:srgbClr val="03bcee"/>
          </a:solidFill>
          <a:ln w="0">
            <a:noFill/>
          </a:ln>
        </p:spPr>
      </p:sp>
      <p:sp>
        <p:nvSpPr>
          <p:cNvPr id="675" name=""/>
          <p:cNvSpPr/>
          <p:nvPr/>
        </p:nvSpPr>
        <p:spPr>
          <a:xfrm>
            <a:off x="2623680" y="2607480"/>
            <a:ext cx="2002320" cy="89640"/>
          </a:xfrm>
          <a:custGeom>
            <a:avLst/>
            <a:gdLst/>
            <a:ahLst/>
            <a:rect l="0" t="0" r="r" b="b"/>
            <a:pathLst>
              <a:path w="5562" h="249">
                <a:moveTo>
                  <a:pt x="0" y="249"/>
                </a:moveTo>
                <a:lnTo>
                  <a:pt x="5562" y="249"/>
                </a:lnTo>
                <a:lnTo>
                  <a:pt x="5562" y="0"/>
                </a:lnTo>
                <a:lnTo>
                  <a:pt x="0" y="0"/>
                </a:lnTo>
                <a:lnTo>
                  <a:pt x="0" y="249"/>
                </a:lnTo>
                <a:close/>
              </a:path>
            </a:pathLst>
          </a:custGeom>
          <a:solidFill>
            <a:srgbClr val="010101"/>
          </a:solidFill>
          <a:ln w="0">
            <a:noFill/>
          </a:ln>
        </p:spPr>
      </p:sp>
      <p:sp>
        <p:nvSpPr>
          <p:cNvPr id="676" name=""/>
          <p:cNvSpPr/>
          <p:nvPr/>
        </p:nvSpPr>
        <p:spPr>
          <a:xfrm>
            <a:off x="4625640" y="2607480"/>
            <a:ext cx="2002680" cy="89640"/>
          </a:xfrm>
          <a:custGeom>
            <a:avLst/>
            <a:gdLst/>
            <a:ahLst/>
            <a:rect l="0" t="0" r="r" b="b"/>
            <a:pathLst>
              <a:path w="5563" h="249">
                <a:moveTo>
                  <a:pt x="0" y="249"/>
                </a:moveTo>
                <a:lnTo>
                  <a:pt x="5563" y="249"/>
                </a:lnTo>
                <a:lnTo>
                  <a:pt x="5563" y="0"/>
                </a:lnTo>
                <a:lnTo>
                  <a:pt x="0" y="0"/>
                </a:lnTo>
                <a:lnTo>
                  <a:pt x="0" y="249"/>
                </a:lnTo>
                <a:close/>
              </a:path>
            </a:pathLst>
          </a:custGeom>
          <a:solidFill>
            <a:srgbClr val="e32925"/>
          </a:solidFill>
          <a:ln w="0">
            <a:noFill/>
          </a:ln>
        </p:spPr>
      </p:sp>
      <p:sp>
        <p:nvSpPr>
          <p:cNvPr id="677" name=""/>
          <p:cNvSpPr/>
          <p:nvPr/>
        </p:nvSpPr>
        <p:spPr>
          <a:xfrm>
            <a:off x="6627960" y="2607480"/>
            <a:ext cx="2002320" cy="89640"/>
          </a:xfrm>
          <a:custGeom>
            <a:avLst/>
            <a:gdLst/>
            <a:ahLst/>
            <a:rect l="0" t="0" r="r" b="b"/>
            <a:pathLst>
              <a:path w="5562" h="249">
                <a:moveTo>
                  <a:pt x="0" y="249"/>
                </a:moveTo>
                <a:lnTo>
                  <a:pt x="5562" y="249"/>
                </a:lnTo>
                <a:lnTo>
                  <a:pt x="5562" y="0"/>
                </a:lnTo>
                <a:lnTo>
                  <a:pt x="0" y="0"/>
                </a:lnTo>
                <a:lnTo>
                  <a:pt x="0" y="249"/>
                </a:lnTo>
                <a:close/>
              </a:path>
            </a:pathLst>
          </a:custGeom>
          <a:solidFill>
            <a:srgbClr val="cac9c9"/>
          </a:solidFill>
          <a:ln w="0">
            <a:noFill/>
          </a:ln>
        </p:spPr>
      </p:sp>
      <p:sp>
        <p:nvSpPr>
          <p:cNvPr id="678" name=""/>
          <p:cNvSpPr/>
          <p:nvPr/>
        </p:nvSpPr>
        <p:spPr>
          <a:xfrm>
            <a:off x="8629920" y="2607480"/>
            <a:ext cx="2002320" cy="89640"/>
          </a:xfrm>
          <a:custGeom>
            <a:avLst/>
            <a:gdLst/>
            <a:ahLst/>
            <a:rect l="0" t="0" r="r" b="b"/>
            <a:pathLst>
              <a:path w="5562" h="249">
                <a:moveTo>
                  <a:pt x="0" y="249"/>
                </a:moveTo>
                <a:lnTo>
                  <a:pt x="5562" y="249"/>
                </a:lnTo>
                <a:lnTo>
                  <a:pt x="5562" y="0"/>
                </a:lnTo>
                <a:lnTo>
                  <a:pt x="0" y="0"/>
                </a:lnTo>
                <a:lnTo>
                  <a:pt x="0" y="249"/>
                </a:lnTo>
                <a:close/>
              </a:path>
            </a:pathLst>
          </a:custGeom>
          <a:solidFill>
            <a:srgbClr val="a1ce63"/>
          </a:solidFill>
          <a:ln w="0">
            <a:noFill/>
          </a:ln>
        </p:spPr>
      </p:sp>
      <p:sp>
        <p:nvSpPr>
          <p:cNvPr id="679" name=""/>
          <p:cNvSpPr/>
          <p:nvPr/>
        </p:nvSpPr>
        <p:spPr>
          <a:xfrm>
            <a:off x="10631880" y="2607480"/>
            <a:ext cx="2002680" cy="89640"/>
          </a:xfrm>
          <a:custGeom>
            <a:avLst/>
            <a:gdLst/>
            <a:ahLst/>
            <a:rect l="0" t="0" r="r" b="b"/>
            <a:pathLst>
              <a:path w="5563" h="249">
                <a:moveTo>
                  <a:pt x="0" y="249"/>
                </a:moveTo>
                <a:lnTo>
                  <a:pt x="5563" y="249"/>
                </a:lnTo>
                <a:lnTo>
                  <a:pt x="5563" y="0"/>
                </a:lnTo>
                <a:lnTo>
                  <a:pt x="0" y="0"/>
                </a:lnTo>
                <a:lnTo>
                  <a:pt x="0" y="249"/>
                </a:lnTo>
                <a:close/>
              </a:path>
            </a:pathLst>
          </a:custGeom>
          <a:solidFill>
            <a:srgbClr val="ebc6c5"/>
          </a:solidFill>
          <a:ln w="0">
            <a:noFill/>
          </a:ln>
        </p:spPr>
      </p:sp>
      <p:sp>
        <p:nvSpPr>
          <p:cNvPr id="680" name=""/>
          <p:cNvSpPr/>
          <p:nvPr/>
        </p:nvSpPr>
        <p:spPr>
          <a:xfrm flipV="1">
            <a:off x="602640" y="2726280"/>
            <a:ext cx="0" cy="14832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81" name=""/>
          <p:cNvSpPr/>
          <p:nvPr/>
        </p:nvSpPr>
        <p:spPr>
          <a:xfrm>
            <a:off x="602640" y="4209480"/>
            <a:ext cx="120376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82" name=""/>
          <p:cNvSpPr txBox="1"/>
          <p:nvPr/>
        </p:nvSpPr>
        <p:spPr>
          <a:xfrm rot="16200000">
            <a:off x="-318240" y="3394440"/>
            <a:ext cx="1209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(n=318 mutations)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3" name=""/>
          <p:cNvSpPr txBox="1"/>
          <p:nvPr/>
        </p:nvSpPr>
        <p:spPr>
          <a:xfrm>
            <a:off x="1467360" y="2371320"/>
            <a:ext cx="298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C&gt;A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4" name=""/>
          <p:cNvSpPr txBox="1"/>
          <p:nvPr/>
        </p:nvSpPr>
        <p:spPr>
          <a:xfrm>
            <a:off x="3466800" y="2371320"/>
            <a:ext cx="303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ffffff"/>
                </a:solidFill>
                <a:latin typeface="DejaVuSans"/>
              </a:rPr>
              <a:t>C&gt;G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5" name=""/>
          <p:cNvSpPr txBox="1"/>
          <p:nvPr/>
        </p:nvSpPr>
        <p:spPr>
          <a:xfrm>
            <a:off x="5477400" y="237132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C&gt;T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6" name=""/>
          <p:cNvSpPr txBox="1"/>
          <p:nvPr/>
        </p:nvSpPr>
        <p:spPr>
          <a:xfrm>
            <a:off x="7477200" y="2371320"/>
            <a:ext cx="29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7" name=""/>
          <p:cNvSpPr txBox="1"/>
          <p:nvPr/>
        </p:nvSpPr>
        <p:spPr>
          <a:xfrm>
            <a:off x="9481680" y="237132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T&gt;C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8" name=""/>
          <p:cNvSpPr/>
          <p:nvPr/>
        </p:nvSpPr>
        <p:spPr>
          <a:xfrm>
            <a:off x="602640" y="4717800"/>
            <a:ext cx="12038040" cy="1483560"/>
          </a:xfrm>
          <a:custGeom>
            <a:avLst/>
            <a:gdLst/>
            <a:ahLst/>
            <a:rect l="0" t="0" r="r" b="b"/>
            <a:pathLst>
              <a:path w="33439" h="4121">
                <a:moveTo>
                  <a:pt x="0" y="4121"/>
                </a:moveTo>
                <a:lnTo>
                  <a:pt x="33439" y="4121"/>
                </a:lnTo>
                <a:lnTo>
                  <a:pt x="33439" y="0"/>
                </a:lnTo>
                <a:lnTo>
                  <a:pt x="0" y="0"/>
                </a:lnTo>
                <a:lnTo>
                  <a:pt x="0" y="412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689" name=""/>
          <p:cNvSpPr/>
          <p:nvPr/>
        </p:nvSpPr>
        <p:spPr>
          <a:xfrm>
            <a:off x="6778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0" name=""/>
          <p:cNvSpPr/>
          <p:nvPr/>
        </p:nvSpPr>
        <p:spPr>
          <a:xfrm>
            <a:off x="6778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1" name=""/>
          <p:cNvSpPr/>
          <p:nvPr/>
        </p:nvSpPr>
        <p:spPr>
          <a:xfrm>
            <a:off x="8028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2" name=""/>
          <p:cNvSpPr/>
          <p:nvPr/>
        </p:nvSpPr>
        <p:spPr>
          <a:xfrm>
            <a:off x="8028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3" name=""/>
          <p:cNvSpPr/>
          <p:nvPr/>
        </p:nvSpPr>
        <p:spPr>
          <a:xfrm>
            <a:off x="9280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4" name=""/>
          <p:cNvSpPr/>
          <p:nvPr/>
        </p:nvSpPr>
        <p:spPr>
          <a:xfrm>
            <a:off x="9280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5" name=""/>
          <p:cNvSpPr/>
          <p:nvPr/>
        </p:nvSpPr>
        <p:spPr>
          <a:xfrm>
            <a:off x="10530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6" name=""/>
          <p:cNvSpPr/>
          <p:nvPr/>
        </p:nvSpPr>
        <p:spPr>
          <a:xfrm>
            <a:off x="10530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7" name=""/>
          <p:cNvSpPr/>
          <p:nvPr/>
        </p:nvSpPr>
        <p:spPr>
          <a:xfrm>
            <a:off x="11782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8" name=""/>
          <p:cNvSpPr/>
          <p:nvPr/>
        </p:nvSpPr>
        <p:spPr>
          <a:xfrm>
            <a:off x="11782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9" name=""/>
          <p:cNvSpPr/>
          <p:nvPr/>
        </p:nvSpPr>
        <p:spPr>
          <a:xfrm>
            <a:off x="13035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0" name=""/>
          <p:cNvSpPr/>
          <p:nvPr/>
        </p:nvSpPr>
        <p:spPr>
          <a:xfrm>
            <a:off x="13035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1" name=""/>
          <p:cNvSpPr/>
          <p:nvPr/>
        </p:nvSpPr>
        <p:spPr>
          <a:xfrm>
            <a:off x="14284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2" name=""/>
          <p:cNvSpPr/>
          <p:nvPr/>
        </p:nvSpPr>
        <p:spPr>
          <a:xfrm>
            <a:off x="14284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3" name=""/>
          <p:cNvSpPr/>
          <p:nvPr/>
        </p:nvSpPr>
        <p:spPr>
          <a:xfrm>
            <a:off x="15537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4" name=""/>
          <p:cNvSpPr/>
          <p:nvPr/>
        </p:nvSpPr>
        <p:spPr>
          <a:xfrm>
            <a:off x="15537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5" name=""/>
          <p:cNvSpPr/>
          <p:nvPr/>
        </p:nvSpPr>
        <p:spPr>
          <a:xfrm>
            <a:off x="16786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6" name=""/>
          <p:cNvSpPr/>
          <p:nvPr/>
        </p:nvSpPr>
        <p:spPr>
          <a:xfrm>
            <a:off x="16786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7" name=""/>
          <p:cNvSpPr/>
          <p:nvPr/>
        </p:nvSpPr>
        <p:spPr>
          <a:xfrm>
            <a:off x="18039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8" name=""/>
          <p:cNvSpPr/>
          <p:nvPr/>
        </p:nvSpPr>
        <p:spPr>
          <a:xfrm>
            <a:off x="18039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9" name=""/>
          <p:cNvSpPr/>
          <p:nvPr/>
        </p:nvSpPr>
        <p:spPr>
          <a:xfrm>
            <a:off x="19292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0" name=""/>
          <p:cNvSpPr/>
          <p:nvPr/>
        </p:nvSpPr>
        <p:spPr>
          <a:xfrm>
            <a:off x="19292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1" name=""/>
          <p:cNvSpPr/>
          <p:nvPr/>
        </p:nvSpPr>
        <p:spPr>
          <a:xfrm>
            <a:off x="20541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2" name=""/>
          <p:cNvSpPr/>
          <p:nvPr/>
        </p:nvSpPr>
        <p:spPr>
          <a:xfrm>
            <a:off x="20541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3" name=""/>
          <p:cNvSpPr/>
          <p:nvPr/>
        </p:nvSpPr>
        <p:spPr>
          <a:xfrm>
            <a:off x="21794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4" name=""/>
          <p:cNvSpPr/>
          <p:nvPr/>
        </p:nvSpPr>
        <p:spPr>
          <a:xfrm>
            <a:off x="21794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5" name=""/>
          <p:cNvSpPr/>
          <p:nvPr/>
        </p:nvSpPr>
        <p:spPr>
          <a:xfrm>
            <a:off x="23043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6" name=""/>
          <p:cNvSpPr/>
          <p:nvPr/>
        </p:nvSpPr>
        <p:spPr>
          <a:xfrm>
            <a:off x="23043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7" name=""/>
          <p:cNvSpPr/>
          <p:nvPr/>
        </p:nvSpPr>
        <p:spPr>
          <a:xfrm>
            <a:off x="24296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8" name=""/>
          <p:cNvSpPr/>
          <p:nvPr/>
        </p:nvSpPr>
        <p:spPr>
          <a:xfrm>
            <a:off x="24296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9" name=""/>
          <p:cNvSpPr/>
          <p:nvPr/>
        </p:nvSpPr>
        <p:spPr>
          <a:xfrm>
            <a:off x="25545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0" name=""/>
          <p:cNvSpPr/>
          <p:nvPr/>
        </p:nvSpPr>
        <p:spPr>
          <a:xfrm>
            <a:off x="25545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1" name=""/>
          <p:cNvSpPr/>
          <p:nvPr/>
        </p:nvSpPr>
        <p:spPr>
          <a:xfrm>
            <a:off x="26798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2" name=""/>
          <p:cNvSpPr/>
          <p:nvPr/>
        </p:nvSpPr>
        <p:spPr>
          <a:xfrm>
            <a:off x="26798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3" name=""/>
          <p:cNvSpPr/>
          <p:nvPr/>
        </p:nvSpPr>
        <p:spPr>
          <a:xfrm>
            <a:off x="28051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4" name=""/>
          <p:cNvSpPr/>
          <p:nvPr/>
        </p:nvSpPr>
        <p:spPr>
          <a:xfrm>
            <a:off x="28051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5" name=""/>
          <p:cNvSpPr/>
          <p:nvPr/>
        </p:nvSpPr>
        <p:spPr>
          <a:xfrm>
            <a:off x="29300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6" name=""/>
          <p:cNvSpPr/>
          <p:nvPr/>
        </p:nvSpPr>
        <p:spPr>
          <a:xfrm>
            <a:off x="29300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7" name=""/>
          <p:cNvSpPr/>
          <p:nvPr/>
        </p:nvSpPr>
        <p:spPr>
          <a:xfrm>
            <a:off x="30553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8" name=""/>
          <p:cNvSpPr/>
          <p:nvPr/>
        </p:nvSpPr>
        <p:spPr>
          <a:xfrm>
            <a:off x="30553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9" name=""/>
          <p:cNvSpPr/>
          <p:nvPr/>
        </p:nvSpPr>
        <p:spPr>
          <a:xfrm>
            <a:off x="31802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0" name=""/>
          <p:cNvSpPr/>
          <p:nvPr/>
        </p:nvSpPr>
        <p:spPr>
          <a:xfrm>
            <a:off x="31802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1" name=""/>
          <p:cNvSpPr/>
          <p:nvPr/>
        </p:nvSpPr>
        <p:spPr>
          <a:xfrm>
            <a:off x="33055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2" name=""/>
          <p:cNvSpPr/>
          <p:nvPr/>
        </p:nvSpPr>
        <p:spPr>
          <a:xfrm>
            <a:off x="33055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3" name=""/>
          <p:cNvSpPr/>
          <p:nvPr/>
        </p:nvSpPr>
        <p:spPr>
          <a:xfrm>
            <a:off x="34308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4" name=""/>
          <p:cNvSpPr/>
          <p:nvPr/>
        </p:nvSpPr>
        <p:spPr>
          <a:xfrm>
            <a:off x="34308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5" name=""/>
          <p:cNvSpPr/>
          <p:nvPr/>
        </p:nvSpPr>
        <p:spPr>
          <a:xfrm>
            <a:off x="35557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6" name=""/>
          <p:cNvSpPr/>
          <p:nvPr/>
        </p:nvSpPr>
        <p:spPr>
          <a:xfrm>
            <a:off x="35557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7" name=""/>
          <p:cNvSpPr/>
          <p:nvPr/>
        </p:nvSpPr>
        <p:spPr>
          <a:xfrm>
            <a:off x="36810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8" name=""/>
          <p:cNvSpPr/>
          <p:nvPr/>
        </p:nvSpPr>
        <p:spPr>
          <a:xfrm>
            <a:off x="36810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9" name=""/>
          <p:cNvSpPr/>
          <p:nvPr/>
        </p:nvSpPr>
        <p:spPr>
          <a:xfrm>
            <a:off x="38059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0" name=""/>
          <p:cNvSpPr/>
          <p:nvPr/>
        </p:nvSpPr>
        <p:spPr>
          <a:xfrm>
            <a:off x="38059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1" name=""/>
          <p:cNvSpPr/>
          <p:nvPr/>
        </p:nvSpPr>
        <p:spPr>
          <a:xfrm>
            <a:off x="39312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2" name=""/>
          <p:cNvSpPr/>
          <p:nvPr/>
        </p:nvSpPr>
        <p:spPr>
          <a:xfrm>
            <a:off x="39312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3" name=""/>
          <p:cNvSpPr/>
          <p:nvPr/>
        </p:nvSpPr>
        <p:spPr>
          <a:xfrm>
            <a:off x="40564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4" name=""/>
          <p:cNvSpPr/>
          <p:nvPr/>
        </p:nvSpPr>
        <p:spPr>
          <a:xfrm>
            <a:off x="40564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5" name=""/>
          <p:cNvSpPr/>
          <p:nvPr/>
        </p:nvSpPr>
        <p:spPr>
          <a:xfrm>
            <a:off x="41814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6" name=""/>
          <p:cNvSpPr/>
          <p:nvPr/>
        </p:nvSpPr>
        <p:spPr>
          <a:xfrm>
            <a:off x="41814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7" name=""/>
          <p:cNvSpPr/>
          <p:nvPr/>
        </p:nvSpPr>
        <p:spPr>
          <a:xfrm>
            <a:off x="43066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8" name=""/>
          <p:cNvSpPr/>
          <p:nvPr/>
        </p:nvSpPr>
        <p:spPr>
          <a:xfrm>
            <a:off x="43066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9" name=""/>
          <p:cNvSpPr/>
          <p:nvPr/>
        </p:nvSpPr>
        <p:spPr>
          <a:xfrm>
            <a:off x="44316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0" name=""/>
          <p:cNvSpPr/>
          <p:nvPr/>
        </p:nvSpPr>
        <p:spPr>
          <a:xfrm>
            <a:off x="44316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1" name=""/>
          <p:cNvSpPr/>
          <p:nvPr/>
        </p:nvSpPr>
        <p:spPr>
          <a:xfrm>
            <a:off x="45568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2" name=""/>
          <p:cNvSpPr/>
          <p:nvPr/>
        </p:nvSpPr>
        <p:spPr>
          <a:xfrm>
            <a:off x="45568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3" name=""/>
          <p:cNvSpPr/>
          <p:nvPr/>
        </p:nvSpPr>
        <p:spPr>
          <a:xfrm>
            <a:off x="46821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4" name=""/>
          <p:cNvSpPr/>
          <p:nvPr/>
        </p:nvSpPr>
        <p:spPr>
          <a:xfrm>
            <a:off x="46821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5" name=""/>
          <p:cNvSpPr/>
          <p:nvPr/>
        </p:nvSpPr>
        <p:spPr>
          <a:xfrm>
            <a:off x="48070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6" name=""/>
          <p:cNvSpPr/>
          <p:nvPr/>
        </p:nvSpPr>
        <p:spPr>
          <a:xfrm>
            <a:off x="48070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7" name=""/>
          <p:cNvSpPr/>
          <p:nvPr/>
        </p:nvSpPr>
        <p:spPr>
          <a:xfrm>
            <a:off x="49323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8" name=""/>
          <p:cNvSpPr/>
          <p:nvPr/>
        </p:nvSpPr>
        <p:spPr>
          <a:xfrm>
            <a:off x="49323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9" name=""/>
          <p:cNvSpPr/>
          <p:nvPr/>
        </p:nvSpPr>
        <p:spPr>
          <a:xfrm>
            <a:off x="50572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60" name=""/>
          <p:cNvSpPr/>
          <p:nvPr/>
        </p:nvSpPr>
        <p:spPr>
          <a:xfrm>
            <a:off x="50572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1" name=""/>
          <p:cNvSpPr/>
          <p:nvPr/>
        </p:nvSpPr>
        <p:spPr>
          <a:xfrm>
            <a:off x="51825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62" name=""/>
          <p:cNvSpPr/>
          <p:nvPr/>
        </p:nvSpPr>
        <p:spPr>
          <a:xfrm>
            <a:off x="51825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3" name=""/>
          <p:cNvSpPr/>
          <p:nvPr/>
        </p:nvSpPr>
        <p:spPr>
          <a:xfrm>
            <a:off x="53074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64" name=""/>
          <p:cNvSpPr/>
          <p:nvPr/>
        </p:nvSpPr>
        <p:spPr>
          <a:xfrm>
            <a:off x="53074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5" name=""/>
          <p:cNvSpPr/>
          <p:nvPr/>
        </p:nvSpPr>
        <p:spPr>
          <a:xfrm>
            <a:off x="54327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66" name=""/>
          <p:cNvSpPr/>
          <p:nvPr/>
        </p:nvSpPr>
        <p:spPr>
          <a:xfrm>
            <a:off x="54327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7" name=""/>
          <p:cNvSpPr/>
          <p:nvPr/>
        </p:nvSpPr>
        <p:spPr>
          <a:xfrm>
            <a:off x="55580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68" name=""/>
          <p:cNvSpPr/>
          <p:nvPr/>
        </p:nvSpPr>
        <p:spPr>
          <a:xfrm>
            <a:off x="55580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9" name=""/>
          <p:cNvSpPr/>
          <p:nvPr/>
        </p:nvSpPr>
        <p:spPr>
          <a:xfrm>
            <a:off x="56829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0" name=""/>
          <p:cNvSpPr/>
          <p:nvPr/>
        </p:nvSpPr>
        <p:spPr>
          <a:xfrm>
            <a:off x="56829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1" name=""/>
          <p:cNvSpPr/>
          <p:nvPr/>
        </p:nvSpPr>
        <p:spPr>
          <a:xfrm>
            <a:off x="58082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2" name=""/>
          <p:cNvSpPr/>
          <p:nvPr/>
        </p:nvSpPr>
        <p:spPr>
          <a:xfrm>
            <a:off x="58082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3" name=""/>
          <p:cNvSpPr/>
          <p:nvPr/>
        </p:nvSpPr>
        <p:spPr>
          <a:xfrm>
            <a:off x="59331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4" name=""/>
          <p:cNvSpPr/>
          <p:nvPr/>
        </p:nvSpPr>
        <p:spPr>
          <a:xfrm>
            <a:off x="59331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5" name=""/>
          <p:cNvSpPr/>
          <p:nvPr/>
        </p:nvSpPr>
        <p:spPr>
          <a:xfrm>
            <a:off x="60584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6" name=""/>
          <p:cNvSpPr/>
          <p:nvPr/>
        </p:nvSpPr>
        <p:spPr>
          <a:xfrm>
            <a:off x="60584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7" name=""/>
          <p:cNvSpPr/>
          <p:nvPr/>
        </p:nvSpPr>
        <p:spPr>
          <a:xfrm>
            <a:off x="61837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8" name=""/>
          <p:cNvSpPr/>
          <p:nvPr/>
        </p:nvSpPr>
        <p:spPr>
          <a:xfrm>
            <a:off x="61837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9" name=""/>
          <p:cNvSpPr/>
          <p:nvPr/>
        </p:nvSpPr>
        <p:spPr>
          <a:xfrm>
            <a:off x="63086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0" name=""/>
          <p:cNvSpPr/>
          <p:nvPr/>
        </p:nvSpPr>
        <p:spPr>
          <a:xfrm>
            <a:off x="63086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1" name=""/>
          <p:cNvSpPr/>
          <p:nvPr/>
        </p:nvSpPr>
        <p:spPr>
          <a:xfrm>
            <a:off x="64339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2" name=""/>
          <p:cNvSpPr/>
          <p:nvPr/>
        </p:nvSpPr>
        <p:spPr>
          <a:xfrm>
            <a:off x="64339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3" name=""/>
          <p:cNvSpPr/>
          <p:nvPr/>
        </p:nvSpPr>
        <p:spPr>
          <a:xfrm>
            <a:off x="65588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4" name=""/>
          <p:cNvSpPr/>
          <p:nvPr/>
        </p:nvSpPr>
        <p:spPr>
          <a:xfrm>
            <a:off x="65588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5" name=""/>
          <p:cNvSpPr/>
          <p:nvPr/>
        </p:nvSpPr>
        <p:spPr>
          <a:xfrm>
            <a:off x="66841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6" name=""/>
          <p:cNvSpPr/>
          <p:nvPr/>
        </p:nvSpPr>
        <p:spPr>
          <a:xfrm>
            <a:off x="66841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7" name=""/>
          <p:cNvSpPr/>
          <p:nvPr/>
        </p:nvSpPr>
        <p:spPr>
          <a:xfrm>
            <a:off x="68094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8" name=""/>
          <p:cNvSpPr/>
          <p:nvPr/>
        </p:nvSpPr>
        <p:spPr>
          <a:xfrm>
            <a:off x="68094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9" name=""/>
          <p:cNvSpPr/>
          <p:nvPr/>
        </p:nvSpPr>
        <p:spPr>
          <a:xfrm>
            <a:off x="69343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90" name=""/>
          <p:cNvSpPr/>
          <p:nvPr/>
        </p:nvSpPr>
        <p:spPr>
          <a:xfrm>
            <a:off x="69343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1" name=""/>
          <p:cNvSpPr/>
          <p:nvPr/>
        </p:nvSpPr>
        <p:spPr>
          <a:xfrm>
            <a:off x="70596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92" name=""/>
          <p:cNvSpPr/>
          <p:nvPr/>
        </p:nvSpPr>
        <p:spPr>
          <a:xfrm>
            <a:off x="70596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3" name=""/>
          <p:cNvSpPr/>
          <p:nvPr/>
        </p:nvSpPr>
        <p:spPr>
          <a:xfrm>
            <a:off x="71845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94" name=""/>
          <p:cNvSpPr/>
          <p:nvPr/>
        </p:nvSpPr>
        <p:spPr>
          <a:xfrm>
            <a:off x="71845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5" name=""/>
          <p:cNvSpPr/>
          <p:nvPr/>
        </p:nvSpPr>
        <p:spPr>
          <a:xfrm>
            <a:off x="73098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96" name=""/>
          <p:cNvSpPr/>
          <p:nvPr/>
        </p:nvSpPr>
        <p:spPr>
          <a:xfrm>
            <a:off x="73098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7" name=""/>
          <p:cNvSpPr/>
          <p:nvPr/>
        </p:nvSpPr>
        <p:spPr>
          <a:xfrm>
            <a:off x="74347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98" name=""/>
          <p:cNvSpPr/>
          <p:nvPr/>
        </p:nvSpPr>
        <p:spPr>
          <a:xfrm>
            <a:off x="74347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9" name=""/>
          <p:cNvSpPr/>
          <p:nvPr/>
        </p:nvSpPr>
        <p:spPr>
          <a:xfrm>
            <a:off x="75600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0" name=""/>
          <p:cNvSpPr/>
          <p:nvPr/>
        </p:nvSpPr>
        <p:spPr>
          <a:xfrm>
            <a:off x="75600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1" name=""/>
          <p:cNvSpPr/>
          <p:nvPr/>
        </p:nvSpPr>
        <p:spPr>
          <a:xfrm>
            <a:off x="76852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2" name=""/>
          <p:cNvSpPr/>
          <p:nvPr/>
        </p:nvSpPr>
        <p:spPr>
          <a:xfrm>
            <a:off x="76852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3" name=""/>
          <p:cNvSpPr/>
          <p:nvPr/>
        </p:nvSpPr>
        <p:spPr>
          <a:xfrm>
            <a:off x="78102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4" name=""/>
          <p:cNvSpPr/>
          <p:nvPr/>
        </p:nvSpPr>
        <p:spPr>
          <a:xfrm>
            <a:off x="78102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5" name=""/>
          <p:cNvSpPr/>
          <p:nvPr/>
        </p:nvSpPr>
        <p:spPr>
          <a:xfrm>
            <a:off x="79354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6" name=""/>
          <p:cNvSpPr/>
          <p:nvPr/>
        </p:nvSpPr>
        <p:spPr>
          <a:xfrm>
            <a:off x="79354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7" name=""/>
          <p:cNvSpPr/>
          <p:nvPr/>
        </p:nvSpPr>
        <p:spPr>
          <a:xfrm>
            <a:off x="80604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8" name=""/>
          <p:cNvSpPr/>
          <p:nvPr/>
        </p:nvSpPr>
        <p:spPr>
          <a:xfrm>
            <a:off x="80604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9" name=""/>
          <p:cNvSpPr/>
          <p:nvPr/>
        </p:nvSpPr>
        <p:spPr>
          <a:xfrm>
            <a:off x="81856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0" name=""/>
          <p:cNvSpPr/>
          <p:nvPr/>
        </p:nvSpPr>
        <p:spPr>
          <a:xfrm>
            <a:off x="81856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1" name=""/>
          <p:cNvSpPr/>
          <p:nvPr/>
        </p:nvSpPr>
        <p:spPr>
          <a:xfrm>
            <a:off x="83109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2" name=""/>
          <p:cNvSpPr/>
          <p:nvPr/>
        </p:nvSpPr>
        <p:spPr>
          <a:xfrm>
            <a:off x="83109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3" name=""/>
          <p:cNvSpPr/>
          <p:nvPr/>
        </p:nvSpPr>
        <p:spPr>
          <a:xfrm>
            <a:off x="84358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4" name=""/>
          <p:cNvSpPr/>
          <p:nvPr/>
        </p:nvSpPr>
        <p:spPr>
          <a:xfrm>
            <a:off x="84358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5" name=""/>
          <p:cNvSpPr/>
          <p:nvPr/>
        </p:nvSpPr>
        <p:spPr>
          <a:xfrm>
            <a:off x="85611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6" name=""/>
          <p:cNvSpPr/>
          <p:nvPr/>
        </p:nvSpPr>
        <p:spPr>
          <a:xfrm>
            <a:off x="85611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7" name=""/>
          <p:cNvSpPr/>
          <p:nvPr/>
        </p:nvSpPr>
        <p:spPr>
          <a:xfrm>
            <a:off x="86860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8" name=""/>
          <p:cNvSpPr/>
          <p:nvPr/>
        </p:nvSpPr>
        <p:spPr>
          <a:xfrm>
            <a:off x="86860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9" name=""/>
          <p:cNvSpPr/>
          <p:nvPr/>
        </p:nvSpPr>
        <p:spPr>
          <a:xfrm>
            <a:off x="88113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20" name=""/>
          <p:cNvSpPr/>
          <p:nvPr/>
        </p:nvSpPr>
        <p:spPr>
          <a:xfrm>
            <a:off x="88113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1" name=""/>
          <p:cNvSpPr/>
          <p:nvPr/>
        </p:nvSpPr>
        <p:spPr>
          <a:xfrm>
            <a:off x="89366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22" name=""/>
          <p:cNvSpPr/>
          <p:nvPr/>
        </p:nvSpPr>
        <p:spPr>
          <a:xfrm>
            <a:off x="89366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3" name=""/>
          <p:cNvSpPr/>
          <p:nvPr/>
        </p:nvSpPr>
        <p:spPr>
          <a:xfrm>
            <a:off x="90615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24" name=""/>
          <p:cNvSpPr/>
          <p:nvPr/>
        </p:nvSpPr>
        <p:spPr>
          <a:xfrm>
            <a:off x="90615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5" name=""/>
          <p:cNvSpPr/>
          <p:nvPr/>
        </p:nvSpPr>
        <p:spPr>
          <a:xfrm>
            <a:off x="91868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26" name=""/>
          <p:cNvSpPr/>
          <p:nvPr/>
        </p:nvSpPr>
        <p:spPr>
          <a:xfrm>
            <a:off x="91868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7" name=""/>
          <p:cNvSpPr/>
          <p:nvPr/>
        </p:nvSpPr>
        <p:spPr>
          <a:xfrm>
            <a:off x="93117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28" name=""/>
          <p:cNvSpPr/>
          <p:nvPr/>
        </p:nvSpPr>
        <p:spPr>
          <a:xfrm>
            <a:off x="93117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9" name=""/>
          <p:cNvSpPr/>
          <p:nvPr/>
        </p:nvSpPr>
        <p:spPr>
          <a:xfrm>
            <a:off x="94370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0" name=""/>
          <p:cNvSpPr/>
          <p:nvPr/>
        </p:nvSpPr>
        <p:spPr>
          <a:xfrm>
            <a:off x="94370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1" name=""/>
          <p:cNvSpPr/>
          <p:nvPr/>
        </p:nvSpPr>
        <p:spPr>
          <a:xfrm>
            <a:off x="95623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2" name=""/>
          <p:cNvSpPr/>
          <p:nvPr/>
        </p:nvSpPr>
        <p:spPr>
          <a:xfrm>
            <a:off x="95623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3" name=""/>
          <p:cNvSpPr/>
          <p:nvPr/>
        </p:nvSpPr>
        <p:spPr>
          <a:xfrm>
            <a:off x="96872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4" name=""/>
          <p:cNvSpPr/>
          <p:nvPr/>
        </p:nvSpPr>
        <p:spPr>
          <a:xfrm>
            <a:off x="96872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5" name=""/>
          <p:cNvSpPr/>
          <p:nvPr/>
        </p:nvSpPr>
        <p:spPr>
          <a:xfrm>
            <a:off x="98125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6" name=""/>
          <p:cNvSpPr/>
          <p:nvPr/>
        </p:nvSpPr>
        <p:spPr>
          <a:xfrm>
            <a:off x="98125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7" name=""/>
          <p:cNvSpPr/>
          <p:nvPr/>
        </p:nvSpPr>
        <p:spPr>
          <a:xfrm>
            <a:off x="99374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8" name=""/>
          <p:cNvSpPr/>
          <p:nvPr/>
        </p:nvSpPr>
        <p:spPr>
          <a:xfrm>
            <a:off x="99374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9" name=""/>
          <p:cNvSpPr/>
          <p:nvPr/>
        </p:nvSpPr>
        <p:spPr>
          <a:xfrm>
            <a:off x="100627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0" name=""/>
          <p:cNvSpPr/>
          <p:nvPr/>
        </p:nvSpPr>
        <p:spPr>
          <a:xfrm>
            <a:off x="100627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1" name=""/>
          <p:cNvSpPr/>
          <p:nvPr/>
        </p:nvSpPr>
        <p:spPr>
          <a:xfrm>
            <a:off x="101876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2" name=""/>
          <p:cNvSpPr/>
          <p:nvPr/>
        </p:nvSpPr>
        <p:spPr>
          <a:xfrm>
            <a:off x="101876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3" name=""/>
          <p:cNvSpPr/>
          <p:nvPr/>
        </p:nvSpPr>
        <p:spPr>
          <a:xfrm>
            <a:off x="103129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4" name=""/>
          <p:cNvSpPr/>
          <p:nvPr/>
        </p:nvSpPr>
        <p:spPr>
          <a:xfrm>
            <a:off x="103129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5" name=""/>
          <p:cNvSpPr/>
          <p:nvPr/>
        </p:nvSpPr>
        <p:spPr>
          <a:xfrm>
            <a:off x="104382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6" name=""/>
          <p:cNvSpPr/>
          <p:nvPr/>
        </p:nvSpPr>
        <p:spPr>
          <a:xfrm>
            <a:off x="104382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7" name=""/>
          <p:cNvSpPr/>
          <p:nvPr/>
        </p:nvSpPr>
        <p:spPr>
          <a:xfrm>
            <a:off x="105631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8" name=""/>
          <p:cNvSpPr/>
          <p:nvPr/>
        </p:nvSpPr>
        <p:spPr>
          <a:xfrm>
            <a:off x="105631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9" name=""/>
          <p:cNvSpPr/>
          <p:nvPr/>
        </p:nvSpPr>
        <p:spPr>
          <a:xfrm>
            <a:off x="106884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0" name=""/>
          <p:cNvSpPr/>
          <p:nvPr/>
        </p:nvSpPr>
        <p:spPr>
          <a:xfrm>
            <a:off x="106884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1" name=""/>
          <p:cNvSpPr/>
          <p:nvPr/>
        </p:nvSpPr>
        <p:spPr>
          <a:xfrm>
            <a:off x="1081332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2" name=""/>
          <p:cNvSpPr/>
          <p:nvPr/>
        </p:nvSpPr>
        <p:spPr>
          <a:xfrm>
            <a:off x="1081332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3" name=""/>
          <p:cNvSpPr/>
          <p:nvPr/>
        </p:nvSpPr>
        <p:spPr>
          <a:xfrm>
            <a:off x="109386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4" name=""/>
          <p:cNvSpPr/>
          <p:nvPr/>
        </p:nvSpPr>
        <p:spPr>
          <a:xfrm>
            <a:off x="109386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5" name=""/>
          <p:cNvSpPr/>
          <p:nvPr/>
        </p:nvSpPr>
        <p:spPr>
          <a:xfrm>
            <a:off x="110638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6" name=""/>
          <p:cNvSpPr/>
          <p:nvPr/>
        </p:nvSpPr>
        <p:spPr>
          <a:xfrm>
            <a:off x="110638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7" name=""/>
          <p:cNvSpPr/>
          <p:nvPr/>
        </p:nvSpPr>
        <p:spPr>
          <a:xfrm>
            <a:off x="111888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8" name=""/>
          <p:cNvSpPr/>
          <p:nvPr/>
        </p:nvSpPr>
        <p:spPr>
          <a:xfrm>
            <a:off x="111888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9" name=""/>
          <p:cNvSpPr/>
          <p:nvPr/>
        </p:nvSpPr>
        <p:spPr>
          <a:xfrm>
            <a:off x="113140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0" name=""/>
          <p:cNvSpPr/>
          <p:nvPr/>
        </p:nvSpPr>
        <p:spPr>
          <a:xfrm>
            <a:off x="113140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1" name=""/>
          <p:cNvSpPr/>
          <p:nvPr/>
        </p:nvSpPr>
        <p:spPr>
          <a:xfrm>
            <a:off x="1143900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2" name=""/>
          <p:cNvSpPr/>
          <p:nvPr/>
        </p:nvSpPr>
        <p:spPr>
          <a:xfrm>
            <a:off x="1143900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3" name=""/>
          <p:cNvSpPr/>
          <p:nvPr/>
        </p:nvSpPr>
        <p:spPr>
          <a:xfrm>
            <a:off x="115642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4" name=""/>
          <p:cNvSpPr/>
          <p:nvPr/>
        </p:nvSpPr>
        <p:spPr>
          <a:xfrm>
            <a:off x="115642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5" name=""/>
          <p:cNvSpPr/>
          <p:nvPr/>
        </p:nvSpPr>
        <p:spPr>
          <a:xfrm>
            <a:off x="116895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6" name=""/>
          <p:cNvSpPr/>
          <p:nvPr/>
        </p:nvSpPr>
        <p:spPr>
          <a:xfrm>
            <a:off x="116895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7" name=""/>
          <p:cNvSpPr/>
          <p:nvPr/>
        </p:nvSpPr>
        <p:spPr>
          <a:xfrm>
            <a:off x="118144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8" name=""/>
          <p:cNvSpPr/>
          <p:nvPr/>
        </p:nvSpPr>
        <p:spPr>
          <a:xfrm>
            <a:off x="118144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9" name=""/>
          <p:cNvSpPr/>
          <p:nvPr/>
        </p:nvSpPr>
        <p:spPr>
          <a:xfrm>
            <a:off x="119397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0" name=""/>
          <p:cNvSpPr/>
          <p:nvPr/>
        </p:nvSpPr>
        <p:spPr>
          <a:xfrm>
            <a:off x="119397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1" name=""/>
          <p:cNvSpPr/>
          <p:nvPr/>
        </p:nvSpPr>
        <p:spPr>
          <a:xfrm>
            <a:off x="120646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2" name=""/>
          <p:cNvSpPr/>
          <p:nvPr/>
        </p:nvSpPr>
        <p:spPr>
          <a:xfrm>
            <a:off x="120646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3" name=""/>
          <p:cNvSpPr/>
          <p:nvPr/>
        </p:nvSpPr>
        <p:spPr>
          <a:xfrm>
            <a:off x="121899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4" name=""/>
          <p:cNvSpPr/>
          <p:nvPr/>
        </p:nvSpPr>
        <p:spPr>
          <a:xfrm>
            <a:off x="121899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5" name=""/>
          <p:cNvSpPr/>
          <p:nvPr/>
        </p:nvSpPr>
        <p:spPr>
          <a:xfrm>
            <a:off x="1231488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6" name=""/>
          <p:cNvSpPr/>
          <p:nvPr/>
        </p:nvSpPr>
        <p:spPr>
          <a:xfrm>
            <a:off x="1231488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7" name=""/>
          <p:cNvSpPr/>
          <p:nvPr/>
        </p:nvSpPr>
        <p:spPr>
          <a:xfrm>
            <a:off x="1244016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8" name=""/>
          <p:cNvSpPr/>
          <p:nvPr/>
        </p:nvSpPr>
        <p:spPr>
          <a:xfrm>
            <a:off x="1244016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9" name=""/>
          <p:cNvSpPr/>
          <p:nvPr/>
        </p:nvSpPr>
        <p:spPr>
          <a:xfrm>
            <a:off x="12565440" y="6201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80" name=""/>
          <p:cNvSpPr/>
          <p:nvPr/>
        </p:nvSpPr>
        <p:spPr>
          <a:xfrm>
            <a:off x="12565440" y="6201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1" name=""/>
          <p:cNvSpPr/>
          <p:nvPr/>
        </p:nvSpPr>
        <p:spPr>
          <a:xfrm>
            <a:off x="564480" y="6201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82" name=""/>
          <p:cNvSpPr/>
          <p:nvPr/>
        </p:nvSpPr>
        <p:spPr>
          <a:xfrm flipH="1">
            <a:off x="564480" y="6201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3" name=""/>
          <p:cNvSpPr txBox="1"/>
          <p:nvPr/>
        </p:nvSpPr>
        <p:spPr>
          <a:xfrm>
            <a:off x="11478240" y="2371320"/>
            <a:ext cx="298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84" name=""/>
          <p:cNvSpPr/>
          <p:nvPr/>
        </p:nvSpPr>
        <p:spPr>
          <a:xfrm>
            <a:off x="564480" y="5847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85" name=""/>
          <p:cNvSpPr/>
          <p:nvPr/>
        </p:nvSpPr>
        <p:spPr>
          <a:xfrm flipH="1">
            <a:off x="564480" y="5847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6" name=""/>
          <p:cNvSpPr txBox="1"/>
          <p:nvPr/>
        </p:nvSpPr>
        <p:spPr>
          <a:xfrm>
            <a:off x="463680" y="615240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87" name=""/>
          <p:cNvSpPr/>
          <p:nvPr/>
        </p:nvSpPr>
        <p:spPr>
          <a:xfrm>
            <a:off x="564480" y="5494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88" name=""/>
          <p:cNvSpPr/>
          <p:nvPr/>
        </p:nvSpPr>
        <p:spPr>
          <a:xfrm flipH="1">
            <a:off x="564480" y="5494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9" name=""/>
          <p:cNvSpPr txBox="1"/>
          <p:nvPr/>
        </p:nvSpPr>
        <p:spPr>
          <a:xfrm>
            <a:off x="463680" y="579924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90" name=""/>
          <p:cNvSpPr/>
          <p:nvPr/>
        </p:nvSpPr>
        <p:spPr>
          <a:xfrm>
            <a:off x="564480" y="5141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91" name=""/>
          <p:cNvSpPr/>
          <p:nvPr/>
        </p:nvSpPr>
        <p:spPr>
          <a:xfrm flipH="1">
            <a:off x="564480" y="5141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2" name=""/>
          <p:cNvSpPr txBox="1"/>
          <p:nvPr/>
        </p:nvSpPr>
        <p:spPr>
          <a:xfrm>
            <a:off x="407160" y="544608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93" name=""/>
          <p:cNvSpPr/>
          <p:nvPr/>
        </p:nvSpPr>
        <p:spPr>
          <a:xfrm>
            <a:off x="564480" y="478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94" name=""/>
          <p:cNvSpPr/>
          <p:nvPr/>
        </p:nvSpPr>
        <p:spPr>
          <a:xfrm flipH="1">
            <a:off x="564480" y="478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5" name=""/>
          <p:cNvSpPr txBox="1"/>
          <p:nvPr/>
        </p:nvSpPr>
        <p:spPr>
          <a:xfrm>
            <a:off x="407160" y="509292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96" name=""/>
          <p:cNvSpPr txBox="1"/>
          <p:nvPr/>
        </p:nvSpPr>
        <p:spPr>
          <a:xfrm>
            <a:off x="407160" y="473976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97" name=""/>
          <p:cNvSpPr txBox="1"/>
          <p:nvPr/>
        </p:nvSpPr>
        <p:spPr>
          <a:xfrm rot="16200000">
            <a:off x="-1440" y="5384880"/>
            <a:ext cx="29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5-PR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98" name=""/>
          <p:cNvSpPr/>
          <p:nvPr/>
        </p:nvSpPr>
        <p:spPr>
          <a:xfrm>
            <a:off x="624600" y="5847840"/>
            <a:ext cx="106560" cy="353520"/>
          </a:xfrm>
          <a:custGeom>
            <a:avLst/>
            <a:gdLst/>
            <a:ahLst/>
            <a:rect l="0" t="0" r="r" b="b"/>
            <a:pathLst>
              <a:path w="296" h="982">
                <a:moveTo>
                  <a:pt x="0" y="982"/>
                </a:moveTo>
                <a:lnTo>
                  <a:pt x="296" y="982"/>
                </a:lnTo>
                <a:lnTo>
                  <a:pt x="296" y="0"/>
                </a:lnTo>
                <a:lnTo>
                  <a:pt x="0" y="0"/>
                </a:lnTo>
                <a:lnTo>
                  <a:pt x="0" y="98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899" name=""/>
          <p:cNvSpPr/>
          <p:nvPr/>
        </p:nvSpPr>
        <p:spPr>
          <a:xfrm>
            <a:off x="749880" y="5918400"/>
            <a:ext cx="106560" cy="282960"/>
          </a:xfrm>
          <a:custGeom>
            <a:avLst/>
            <a:gdLst/>
            <a:ahLst/>
            <a:rect l="0" t="0" r="r" b="b"/>
            <a:pathLst>
              <a:path w="296" h="786">
                <a:moveTo>
                  <a:pt x="0" y="786"/>
                </a:moveTo>
                <a:lnTo>
                  <a:pt x="296" y="786"/>
                </a:lnTo>
                <a:lnTo>
                  <a:pt x="296" y="0"/>
                </a:lnTo>
                <a:lnTo>
                  <a:pt x="0" y="0"/>
                </a:lnTo>
                <a:lnTo>
                  <a:pt x="0" y="786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0" name=""/>
          <p:cNvSpPr/>
          <p:nvPr/>
        </p:nvSpPr>
        <p:spPr>
          <a:xfrm>
            <a:off x="87480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1" name=""/>
          <p:cNvSpPr/>
          <p:nvPr/>
        </p:nvSpPr>
        <p:spPr>
          <a:xfrm>
            <a:off x="100008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2" name=""/>
          <p:cNvSpPr/>
          <p:nvPr/>
        </p:nvSpPr>
        <p:spPr>
          <a:xfrm>
            <a:off x="112500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3" name=""/>
          <p:cNvSpPr/>
          <p:nvPr/>
        </p:nvSpPr>
        <p:spPr>
          <a:xfrm>
            <a:off x="125028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4" name=""/>
          <p:cNvSpPr/>
          <p:nvPr/>
        </p:nvSpPr>
        <p:spPr>
          <a:xfrm>
            <a:off x="137520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5" name=""/>
          <p:cNvSpPr/>
          <p:nvPr/>
        </p:nvSpPr>
        <p:spPr>
          <a:xfrm>
            <a:off x="1500480" y="5988960"/>
            <a:ext cx="106920" cy="212400"/>
          </a:xfrm>
          <a:custGeom>
            <a:avLst/>
            <a:gdLst/>
            <a:ahLst/>
            <a:rect l="0" t="0" r="r" b="b"/>
            <a:pathLst>
              <a:path w="297" h="590">
                <a:moveTo>
                  <a:pt x="0" y="590"/>
                </a:moveTo>
                <a:lnTo>
                  <a:pt x="297" y="590"/>
                </a:lnTo>
                <a:lnTo>
                  <a:pt x="297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6" name=""/>
          <p:cNvSpPr/>
          <p:nvPr/>
        </p:nvSpPr>
        <p:spPr>
          <a:xfrm>
            <a:off x="1625760" y="5918400"/>
            <a:ext cx="106560" cy="282960"/>
          </a:xfrm>
          <a:custGeom>
            <a:avLst/>
            <a:gdLst/>
            <a:ahLst/>
            <a:rect l="0" t="0" r="r" b="b"/>
            <a:pathLst>
              <a:path w="296" h="786">
                <a:moveTo>
                  <a:pt x="0" y="786"/>
                </a:moveTo>
                <a:lnTo>
                  <a:pt x="296" y="786"/>
                </a:lnTo>
                <a:lnTo>
                  <a:pt x="296" y="0"/>
                </a:lnTo>
                <a:lnTo>
                  <a:pt x="0" y="0"/>
                </a:lnTo>
                <a:lnTo>
                  <a:pt x="0" y="786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7" name=""/>
          <p:cNvSpPr/>
          <p:nvPr/>
        </p:nvSpPr>
        <p:spPr>
          <a:xfrm>
            <a:off x="1750680" y="5918400"/>
            <a:ext cx="106920" cy="282960"/>
          </a:xfrm>
          <a:custGeom>
            <a:avLst/>
            <a:gdLst/>
            <a:ahLst/>
            <a:rect l="0" t="0" r="r" b="b"/>
            <a:pathLst>
              <a:path w="297" h="786">
                <a:moveTo>
                  <a:pt x="0" y="786"/>
                </a:moveTo>
                <a:lnTo>
                  <a:pt x="297" y="786"/>
                </a:lnTo>
                <a:lnTo>
                  <a:pt x="297" y="0"/>
                </a:lnTo>
                <a:lnTo>
                  <a:pt x="0" y="0"/>
                </a:lnTo>
                <a:lnTo>
                  <a:pt x="0" y="786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8" name=""/>
          <p:cNvSpPr/>
          <p:nvPr/>
        </p:nvSpPr>
        <p:spPr>
          <a:xfrm>
            <a:off x="187596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09" name=""/>
          <p:cNvSpPr/>
          <p:nvPr/>
        </p:nvSpPr>
        <p:spPr>
          <a:xfrm>
            <a:off x="2000880" y="5988960"/>
            <a:ext cx="106920" cy="212400"/>
          </a:xfrm>
          <a:custGeom>
            <a:avLst/>
            <a:gdLst/>
            <a:ahLst/>
            <a:rect l="0" t="0" r="r" b="b"/>
            <a:pathLst>
              <a:path w="297" h="590">
                <a:moveTo>
                  <a:pt x="0" y="590"/>
                </a:moveTo>
                <a:lnTo>
                  <a:pt x="297" y="590"/>
                </a:lnTo>
                <a:lnTo>
                  <a:pt x="297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10" name=""/>
          <p:cNvSpPr/>
          <p:nvPr/>
        </p:nvSpPr>
        <p:spPr>
          <a:xfrm>
            <a:off x="2126160" y="5988960"/>
            <a:ext cx="106560" cy="212400"/>
          </a:xfrm>
          <a:custGeom>
            <a:avLst/>
            <a:gdLst/>
            <a:ahLst/>
            <a:rect l="0" t="0" r="r" b="b"/>
            <a:pathLst>
              <a:path w="296" h="590">
                <a:moveTo>
                  <a:pt x="0" y="590"/>
                </a:moveTo>
                <a:lnTo>
                  <a:pt x="296" y="590"/>
                </a:lnTo>
                <a:lnTo>
                  <a:pt x="296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11" name=""/>
          <p:cNvSpPr/>
          <p:nvPr/>
        </p:nvSpPr>
        <p:spPr>
          <a:xfrm>
            <a:off x="2251440" y="5988960"/>
            <a:ext cx="106560" cy="212400"/>
          </a:xfrm>
          <a:custGeom>
            <a:avLst/>
            <a:gdLst/>
            <a:ahLst/>
            <a:rect l="0" t="0" r="r" b="b"/>
            <a:pathLst>
              <a:path w="296" h="590">
                <a:moveTo>
                  <a:pt x="0" y="590"/>
                </a:moveTo>
                <a:lnTo>
                  <a:pt x="296" y="590"/>
                </a:lnTo>
                <a:lnTo>
                  <a:pt x="296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12" name=""/>
          <p:cNvSpPr/>
          <p:nvPr/>
        </p:nvSpPr>
        <p:spPr>
          <a:xfrm>
            <a:off x="237636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13" name=""/>
          <p:cNvSpPr/>
          <p:nvPr/>
        </p:nvSpPr>
        <p:spPr>
          <a:xfrm>
            <a:off x="2501640" y="5988960"/>
            <a:ext cx="106560" cy="212400"/>
          </a:xfrm>
          <a:custGeom>
            <a:avLst/>
            <a:gdLst/>
            <a:ahLst/>
            <a:rect l="0" t="0" r="r" b="b"/>
            <a:pathLst>
              <a:path w="296" h="590">
                <a:moveTo>
                  <a:pt x="0" y="590"/>
                </a:moveTo>
                <a:lnTo>
                  <a:pt x="296" y="590"/>
                </a:lnTo>
                <a:lnTo>
                  <a:pt x="296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914" name=""/>
          <p:cNvSpPr/>
          <p:nvPr/>
        </p:nvSpPr>
        <p:spPr>
          <a:xfrm>
            <a:off x="262656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15" name=""/>
          <p:cNvSpPr/>
          <p:nvPr/>
        </p:nvSpPr>
        <p:spPr>
          <a:xfrm>
            <a:off x="275184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16" name=""/>
          <p:cNvSpPr/>
          <p:nvPr/>
        </p:nvSpPr>
        <p:spPr>
          <a:xfrm>
            <a:off x="287712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17" name=""/>
          <p:cNvSpPr/>
          <p:nvPr/>
        </p:nvSpPr>
        <p:spPr>
          <a:xfrm>
            <a:off x="3002040" y="5988960"/>
            <a:ext cx="106920" cy="212400"/>
          </a:xfrm>
          <a:custGeom>
            <a:avLst/>
            <a:gdLst/>
            <a:ahLst/>
            <a:rect l="0" t="0" r="r" b="b"/>
            <a:pathLst>
              <a:path w="297" h="590">
                <a:moveTo>
                  <a:pt x="0" y="590"/>
                </a:moveTo>
                <a:lnTo>
                  <a:pt x="297" y="590"/>
                </a:lnTo>
                <a:lnTo>
                  <a:pt x="297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18" name=""/>
          <p:cNvSpPr/>
          <p:nvPr/>
        </p:nvSpPr>
        <p:spPr>
          <a:xfrm>
            <a:off x="312732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19" name=""/>
          <p:cNvSpPr/>
          <p:nvPr/>
        </p:nvSpPr>
        <p:spPr>
          <a:xfrm>
            <a:off x="325224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0" name=""/>
          <p:cNvSpPr/>
          <p:nvPr/>
        </p:nvSpPr>
        <p:spPr>
          <a:xfrm>
            <a:off x="337752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1" name=""/>
          <p:cNvSpPr/>
          <p:nvPr/>
        </p:nvSpPr>
        <p:spPr>
          <a:xfrm>
            <a:off x="350244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2" name=""/>
          <p:cNvSpPr/>
          <p:nvPr/>
        </p:nvSpPr>
        <p:spPr>
          <a:xfrm>
            <a:off x="362772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3" name=""/>
          <p:cNvSpPr/>
          <p:nvPr/>
        </p:nvSpPr>
        <p:spPr>
          <a:xfrm>
            <a:off x="375300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4" name=""/>
          <p:cNvSpPr/>
          <p:nvPr/>
        </p:nvSpPr>
        <p:spPr>
          <a:xfrm>
            <a:off x="387792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5" name=""/>
          <p:cNvSpPr/>
          <p:nvPr/>
        </p:nvSpPr>
        <p:spPr>
          <a:xfrm>
            <a:off x="400320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6" name=""/>
          <p:cNvSpPr/>
          <p:nvPr/>
        </p:nvSpPr>
        <p:spPr>
          <a:xfrm>
            <a:off x="4128120" y="5988960"/>
            <a:ext cx="106920" cy="212400"/>
          </a:xfrm>
          <a:custGeom>
            <a:avLst/>
            <a:gdLst/>
            <a:ahLst/>
            <a:rect l="0" t="0" r="r" b="b"/>
            <a:pathLst>
              <a:path w="297" h="590">
                <a:moveTo>
                  <a:pt x="0" y="590"/>
                </a:moveTo>
                <a:lnTo>
                  <a:pt x="297" y="590"/>
                </a:lnTo>
                <a:lnTo>
                  <a:pt x="297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7" name=""/>
          <p:cNvSpPr/>
          <p:nvPr/>
        </p:nvSpPr>
        <p:spPr>
          <a:xfrm>
            <a:off x="425340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8" name=""/>
          <p:cNvSpPr/>
          <p:nvPr/>
        </p:nvSpPr>
        <p:spPr>
          <a:xfrm>
            <a:off x="437868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29" name=""/>
          <p:cNvSpPr/>
          <p:nvPr/>
        </p:nvSpPr>
        <p:spPr>
          <a:xfrm>
            <a:off x="4503600" y="5847840"/>
            <a:ext cx="106920" cy="353520"/>
          </a:xfrm>
          <a:custGeom>
            <a:avLst/>
            <a:gdLst/>
            <a:ahLst/>
            <a:rect l="0" t="0" r="r" b="b"/>
            <a:pathLst>
              <a:path w="297" h="982">
                <a:moveTo>
                  <a:pt x="0" y="982"/>
                </a:moveTo>
                <a:lnTo>
                  <a:pt x="297" y="982"/>
                </a:lnTo>
                <a:lnTo>
                  <a:pt x="297" y="0"/>
                </a:lnTo>
                <a:lnTo>
                  <a:pt x="0" y="0"/>
                </a:lnTo>
                <a:lnTo>
                  <a:pt x="0" y="982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930" name=""/>
          <p:cNvSpPr/>
          <p:nvPr/>
        </p:nvSpPr>
        <p:spPr>
          <a:xfrm>
            <a:off x="462888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1" name=""/>
          <p:cNvSpPr/>
          <p:nvPr/>
        </p:nvSpPr>
        <p:spPr>
          <a:xfrm>
            <a:off x="4753800" y="5847840"/>
            <a:ext cx="106920" cy="353520"/>
          </a:xfrm>
          <a:custGeom>
            <a:avLst/>
            <a:gdLst/>
            <a:ahLst/>
            <a:rect l="0" t="0" r="r" b="b"/>
            <a:pathLst>
              <a:path w="297" h="982">
                <a:moveTo>
                  <a:pt x="0" y="982"/>
                </a:moveTo>
                <a:lnTo>
                  <a:pt x="297" y="982"/>
                </a:lnTo>
                <a:lnTo>
                  <a:pt x="297" y="0"/>
                </a:lnTo>
                <a:lnTo>
                  <a:pt x="0" y="0"/>
                </a:lnTo>
                <a:lnTo>
                  <a:pt x="0" y="98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2" name=""/>
          <p:cNvSpPr/>
          <p:nvPr/>
        </p:nvSpPr>
        <p:spPr>
          <a:xfrm>
            <a:off x="4879080" y="4788360"/>
            <a:ext cx="106560" cy="1413000"/>
          </a:xfrm>
          <a:custGeom>
            <a:avLst/>
            <a:gdLst/>
            <a:ahLst/>
            <a:rect l="0" t="0" r="r" b="b"/>
            <a:pathLst>
              <a:path w="296" h="3925">
                <a:moveTo>
                  <a:pt x="0" y="3925"/>
                </a:moveTo>
                <a:lnTo>
                  <a:pt x="296" y="3925"/>
                </a:lnTo>
                <a:lnTo>
                  <a:pt x="296" y="0"/>
                </a:lnTo>
                <a:lnTo>
                  <a:pt x="0" y="0"/>
                </a:lnTo>
                <a:lnTo>
                  <a:pt x="0" y="3925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3" name=""/>
          <p:cNvSpPr/>
          <p:nvPr/>
        </p:nvSpPr>
        <p:spPr>
          <a:xfrm>
            <a:off x="500436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4" name=""/>
          <p:cNvSpPr/>
          <p:nvPr/>
        </p:nvSpPr>
        <p:spPr>
          <a:xfrm>
            <a:off x="5129280" y="6059880"/>
            <a:ext cx="106920" cy="141480"/>
          </a:xfrm>
          <a:custGeom>
            <a:avLst/>
            <a:gdLst/>
            <a:ahLst/>
            <a:rect l="0" t="0" r="r" b="b"/>
            <a:pathLst>
              <a:path w="297" h="393">
                <a:moveTo>
                  <a:pt x="0" y="393"/>
                </a:moveTo>
                <a:lnTo>
                  <a:pt x="297" y="393"/>
                </a:lnTo>
                <a:lnTo>
                  <a:pt x="297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5" name=""/>
          <p:cNvSpPr/>
          <p:nvPr/>
        </p:nvSpPr>
        <p:spPr>
          <a:xfrm>
            <a:off x="525456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6" name=""/>
          <p:cNvSpPr/>
          <p:nvPr/>
        </p:nvSpPr>
        <p:spPr>
          <a:xfrm>
            <a:off x="5379480" y="5141520"/>
            <a:ext cx="106920" cy="1059840"/>
          </a:xfrm>
          <a:custGeom>
            <a:avLst/>
            <a:gdLst/>
            <a:ahLst/>
            <a:rect l="0" t="0" r="r" b="b"/>
            <a:pathLst>
              <a:path w="297" h="2944">
                <a:moveTo>
                  <a:pt x="0" y="2944"/>
                </a:moveTo>
                <a:lnTo>
                  <a:pt x="297" y="2944"/>
                </a:lnTo>
                <a:lnTo>
                  <a:pt x="297" y="0"/>
                </a:lnTo>
                <a:lnTo>
                  <a:pt x="0" y="0"/>
                </a:lnTo>
                <a:lnTo>
                  <a:pt x="0" y="2944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7" name=""/>
          <p:cNvSpPr/>
          <p:nvPr/>
        </p:nvSpPr>
        <p:spPr>
          <a:xfrm>
            <a:off x="5504760" y="5777280"/>
            <a:ext cx="106560" cy="424080"/>
          </a:xfrm>
          <a:custGeom>
            <a:avLst/>
            <a:gdLst/>
            <a:ahLst/>
            <a:rect l="0" t="0" r="r" b="b"/>
            <a:pathLst>
              <a:path w="296" h="1178">
                <a:moveTo>
                  <a:pt x="0" y="1178"/>
                </a:moveTo>
                <a:lnTo>
                  <a:pt x="296" y="1178"/>
                </a:lnTo>
                <a:lnTo>
                  <a:pt x="296" y="0"/>
                </a:lnTo>
                <a:lnTo>
                  <a:pt x="0" y="0"/>
                </a:lnTo>
                <a:lnTo>
                  <a:pt x="0" y="1178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8" name=""/>
          <p:cNvSpPr/>
          <p:nvPr/>
        </p:nvSpPr>
        <p:spPr>
          <a:xfrm>
            <a:off x="5630040" y="5918400"/>
            <a:ext cx="106560" cy="282960"/>
          </a:xfrm>
          <a:custGeom>
            <a:avLst/>
            <a:gdLst/>
            <a:ahLst/>
            <a:rect l="0" t="0" r="r" b="b"/>
            <a:pathLst>
              <a:path w="296" h="786">
                <a:moveTo>
                  <a:pt x="0" y="786"/>
                </a:moveTo>
                <a:lnTo>
                  <a:pt x="296" y="786"/>
                </a:lnTo>
                <a:lnTo>
                  <a:pt x="296" y="0"/>
                </a:lnTo>
                <a:lnTo>
                  <a:pt x="0" y="0"/>
                </a:lnTo>
                <a:lnTo>
                  <a:pt x="0" y="786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39" name=""/>
          <p:cNvSpPr/>
          <p:nvPr/>
        </p:nvSpPr>
        <p:spPr>
          <a:xfrm>
            <a:off x="5754960" y="5988960"/>
            <a:ext cx="106920" cy="212400"/>
          </a:xfrm>
          <a:custGeom>
            <a:avLst/>
            <a:gdLst/>
            <a:ahLst/>
            <a:rect l="0" t="0" r="r" b="b"/>
            <a:pathLst>
              <a:path w="297" h="590">
                <a:moveTo>
                  <a:pt x="0" y="590"/>
                </a:moveTo>
                <a:lnTo>
                  <a:pt x="297" y="590"/>
                </a:lnTo>
                <a:lnTo>
                  <a:pt x="297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40" name=""/>
          <p:cNvSpPr/>
          <p:nvPr/>
        </p:nvSpPr>
        <p:spPr>
          <a:xfrm>
            <a:off x="5880240" y="4858920"/>
            <a:ext cx="106560" cy="1342440"/>
          </a:xfrm>
          <a:custGeom>
            <a:avLst/>
            <a:gdLst/>
            <a:ahLst/>
            <a:rect l="0" t="0" r="r" b="b"/>
            <a:pathLst>
              <a:path w="296" h="3729">
                <a:moveTo>
                  <a:pt x="0" y="3729"/>
                </a:moveTo>
                <a:lnTo>
                  <a:pt x="296" y="3729"/>
                </a:lnTo>
                <a:lnTo>
                  <a:pt x="296" y="0"/>
                </a:lnTo>
                <a:lnTo>
                  <a:pt x="0" y="0"/>
                </a:lnTo>
                <a:lnTo>
                  <a:pt x="0" y="3729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41" name=""/>
          <p:cNvSpPr/>
          <p:nvPr/>
        </p:nvSpPr>
        <p:spPr>
          <a:xfrm>
            <a:off x="6005160" y="5918400"/>
            <a:ext cx="106920" cy="282960"/>
          </a:xfrm>
          <a:custGeom>
            <a:avLst/>
            <a:gdLst/>
            <a:ahLst/>
            <a:rect l="0" t="0" r="r" b="b"/>
            <a:pathLst>
              <a:path w="297" h="786">
                <a:moveTo>
                  <a:pt x="0" y="786"/>
                </a:moveTo>
                <a:lnTo>
                  <a:pt x="297" y="786"/>
                </a:lnTo>
                <a:lnTo>
                  <a:pt x="297" y="0"/>
                </a:lnTo>
                <a:lnTo>
                  <a:pt x="0" y="0"/>
                </a:lnTo>
                <a:lnTo>
                  <a:pt x="0" y="786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42" name=""/>
          <p:cNvSpPr/>
          <p:nvPr/>
        </p:nvSpPr>
        <p:spPr>
          <a:xfrm>
            <a:off x="613044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43" name=""/>
          <p:cNvSpPr/>
          <p:nvPr/>
        </p:nvSpPr>
        <p:spPr>
          <a:xfrm>
            <a:off x="6255360" y="5918400"/>
            <a:ext cx="106920" cy="282960"/>
          </a:xfrm>
          <a:custGeom>
            <a:avLst/>
            <a:gdLst/>
            <a:ahLst/>
            <a:rect l="0" t="0" r="r" b="b"/>
            <a:pathLst>
              <a:path w="297" h="786">
                <a:moveTo>
                  <a:pt x="0" y="786"/>
                </a:moveTo>
                <a:lnTo>
                  <a:pt x="297" y="786"/>
                </a:lnTo>
                <a:lnTo>
                  <a:pt x="297" y="0"/>
                </a:lnTo>
                <a:lnTo>
                  <a:pt x="0" y="0"/>
                </a:lnTo>
                <a:lnTo>
                  <a:pt x="0" y="786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44" name=""/>
          <p:cNvSpPr/>
          <p:nvPr/>
        </p:nvSpPr>
        <p:spPr>
          <a:xfrm>
            <a:off x="6380640" y="5282640"/>
            <a:ext cx="106920" cy="918720"/>
          </a:xfrm>
          <a:custGeom>
            <a:avLst/>
            <a:gdLst/>
            <a:ahLst/>
            <a:rect l="0" t="0" r="r" b="b"/>
            <a:pathLst>
              <a:path w="297" h="2552">
                <a:moveTo>
                  <a:pt x="0" y="2552"/>
                </a:moveTo>
                <a:lnTo>
                  <a:pt x="297" y="2552"/>
                </a:lnTo>
                <a:lnTo>
                  <a:pt x="297" y="0"/>
                </a:lnTo>
                <a:lnTo>
                  <a:pt x="0" y="0"/>
                </a:lnTo>
                <a:lnTo>
                  <a:pt x="0" y="255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45" name=""/>
          <p:cNvSpPr/>
          <p:nvPr/>
        </p:nvSpPr>
        <p:spPr>
          <a:xfrm>
            <a:off x="650592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946" name=""/>
          <p:cNvSpPr/>
          <p:nvPr/>
        </p:nvSpPr>
        <p:spPr>
          <a:xfrm>
            <a:off x="6630840" y="6059880"/>
            <a:ext cx="106920" cy="141480"/>
          </a:xfrm>
          <a:custGeom>
            <a:avLst/>
            <a:gdLst/>
            <a:ahLst/>
            <a:rect l="0" t="0" r="r" b="b"/>
            <a:pathLst>
              <a:path w="297" h="393">
                <a:moveTo>
                  <a:pt x="0" y="393"/>
                </a:moveTo>
                <a:lnTo>
                  <a:pt x="297" y="393"/>
                </a:lnTo>
                <a:lnTo>
                  <a:pt x="297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47" name=""/>
          <p:cNvSpPr/>
          <p:nvPr/>
        </p:nvSpPr>
        <p:spPr>
          <a:xfrm>
            <a:off x="675612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48" name=""/>
          <p:cNvSpPr/>
          <p:nvPr/>
        </p:nvSpPr>
        <p:spPr>
          <a:xfrm>
            <a:off x="688104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49" name=""/>
          <p:cNvSpPr/>
          <p:nvPr/>
        </p:nvSpPr>
        <p:spPr>
          <a:xfrm>
            <a:off x="700632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50" name=""/>
          <p:cNvSpPr/>
          <p:nvPr/>
        </p:nvSpPr>
        <p:spPr>
          <a:xfrm>
            <a:off x="713160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51" name=""/>
          <p:cNvSpPr/>
          <p:nvPr/>
        </p:nvSpPr>
        <p:spPr>
          <a:xfrm>
            <a:off x="7256520" y="6059880"/>
            <a:ext cx="106920" cy="141480"/>
          </a:xfrm>
          <a:custGeom>
            <a:avLst/>
            <a:gdLst/>
            <a:ahLst/>
            <a:rect l="0" t="0" r="r" b="b"/>
            <a:pathLst>
              <a:path w="297" h="393">
                <a:moveTo>
                  <a:pt x="0" y="393"/>
                </a:moveTo>
                <a:lnTo>
                  <a:pt x="297" y="393"/>
                </a:lnTo>
                <a:lnTo>
                  <a:pt x="297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52" name=""/>
          <p:cNvSpPr/>
          <p:nvPr/>
        </p:nvSpPr>
        <p:spPr>
          <a:xfrm>
            <a:off x="738180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53" name=""/>
          <p:cNvSpPr/>
          <p:nvPr/>
        </p:nvSpPr>
        <p:spPr>
          <a:xfrm>
            <a:off x="750672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54" name=""/>
          <p:cNvSpPr/>
          <p:nvPr/>
        </p:nvSpPr>
        <p:spPr>
          <a:xfrm>
            <a:off x="763200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55" name=""/>
          <p:cNvSpPr/>
          <p:nvPr/>
        </p:nvSpPr>
        <p:spPr>
          <a:xfrm>
            <a:off x="775728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56" name=""/>
          <p:cNvSpPr/>
          <p:nvPr/>
        </p:nvSpPr>
        <p:spPr>
          <a:xfrm>
            <a:off x="7882200" y="6059880"/>
            <a:ext cx="106920" cy="141480"/>
          </a:xfrm>
          <a:custGeom>
            <a:avLst/>
            <a:gdLst/>
            <a:ahLst/>
            <a:rect l="0" t="0" r="r" b="b"/>
            <a:pathLst>
              <a:path w="297" h="393">
                <a:moveTo>
                  <a:pt x="0" y="393"/>
                </a:moveTo>
                <a:lnTo>
                  <a:pt x="297" y="393"/>
                </a:lnTo>
                <a:lnTo>
                  <a:pt x="297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cac9c9"/>
          </a:solidFill>
          <a:ln w="0">
            <a:noFill/>
          </a:ln>
        </p:spPr>
      </p:sp>
      <p:sp>
        <p:nvSpPr>
          <p:cNvPr id="957" name=""/>
          <p:cNvSpPr/>
          <p:nvPr/>
        </p:nvSpPr>
        <p:spPr>
          <a:xfrm>
            <a:off x="7882200" y="6059880"/>
            <a:ext cx="106920" cy="141480"/>
          </a:xfrm>
          <a:custGeom>
            <a:avLst/>
            <a:gdLst/>
            <a:ahLst/>
            <a:rect l="0" t="0" r="r" b="b"/>
            <a:pathLst>
              <a:path w="297" h="393">
                <a:moveTo>
                  <a:pt x="0" y="393"/>
                </a:moveTo>
                <a:lnTo>
                  <a:pt x="297" y="393"/>
                </a:lnTo>
                <a:lnTo>
                  <a:pt x="297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noFill/>
          <a:ln w="1800">
            <a:solidFill>
              <a:srgbClr val="000000"/>
            </a:solidFill>
            <a:miter/>
          </a:ln>
        </p:spPr>
      </p:sp>
      <p:sp>
        <p:nvSpPr>
          <p:cNvPr id="958" name=""/>
          <p:cNvSpPr/>
          <p:nvPr/>
        </p:nvSpPr>
        <p:spPr>
          <a:xfrm>
            <a:off x="800748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59" name=""/>
          <p:cNvSpPr/>
          <p:nvPr/>
        </p:nvSpPr>
        <p:spPr>
          <a:xfrm>
            <a:off x="8132400" y="6059880"/>
            <a:ext cx="106920" cy="141480"/>
          </a:xfrm>
          <a:custGeom>
            <a:avLst/>
            <a:gdLst/>
            <a:ahLst/>
            <a:rect l="0" t="0" r="r" b="b"/>
            <a:pathLst>
              <a:path w="297" h="393">
                <a:moveTo>
                  <a:pt x="0" y="393"/>
                </a:moveTo>
                <a:lnTo>
                  <a:pt x="297" y="393"/>
                </a:lnTo>
                <a:lnTo>
                  <a:pt x="297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60" name=""/>
          <p:cNvSpPr/>
          <p:nvPr/>
        </p:nvSpPr>
        <p:spPr>
          <a:xfrm>
            <a:off x="825768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61" name=""/>
          <p:cNvSpPr/>
          <p:nvPr/>
        </p:nvSpPr>
        <p:spPr>
          <a:xfrm>
            <a:off x="838260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62" name=""/>
          <p:cNvSpPr/>
          <p:nvPr/>
        </p:nvSpPr>
        <p:spPr>
          <a:xfrm>
            <a:off x="8507880" y="6059880"/>
            <a:ext cx="106920" cy="141480"/>
          </a:xfrm>
          <a:custGeom>
            <a:avLst/>
            <a:gdLst/>
            <a:ahLst/>
            <a:rect l="0" t="0" r="r" b="b"/>
            <a:pathLst>
              <a:path w="297" h="393">
                <a:moveTo>
                  <a:pt x="0" y="393"/>
                </a:moveTo>
                <a:lnTo>
                  <a:pt x="297" y="393"/>
                </a:lnTo>
                <a:lnTo>
                  <a:pt x="297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963" name=""/>
          <p:cNvSpPr/>
          <p:nvPr/>
        </p:nvSpPr>
        <p:spPr>
          <a:xfrm>
            <a:off x="863316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64" name=""/>
          <p:cNvSpPr/>
          <p:nvPr/>
        </p:nvSpPr>
        <p:spPr>
          <a:xfrm>
            <a:off x="875808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65" name=""/>
          <p:cNvSpPr/>
          <p:nvPr/>
        </p:nvSpPr>
        <p:spPr>
          <a:xfrm>
            <a:off x="888336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66" name=""/>
          <p:cNvSpPr/>
          <p:nvPr/>
        </p:nvSpPr>
        <p:spPr>
          <a:xfrm>
            <a:off x="900828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67" name=""/>
          <p:cNvSpPr/>
          <p:nvPr/>
        </p:nvSpPr>
        <p:spPr>
          <a:xfrm>
            <a:off x="913356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68" name=""/>
          <p:cNvSpPr/>
          <p:nvPr/>
        </p:nvSpPr>
        <p:spPr>
          <a:xfrm>
            <a:off x="925884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69" name=""/>
          <p:cNvSpPr/>
          <p:nvPr/>
        </p:nvSpPr>
        <p:spPr>
          <a:xfrm>
            <a:off x="938376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0" name=""/>
          <p:cNvSpPr/>
          <p:nvPr/>
        </p:nvSpPr>
        <p:spPr>
          <a:xfrm>
            <a:off x="9509040" y="5918400"/>
            <a:ext cx="106560" cy="282960"/>
          </a:xfrm>
          <a:custGeom>
            <a:avLst/>
            <a:gdLst/>
            <a:ahLst/>
            <a:rect l="0" t="0" r="r" b="b"/>
            <a:pathLst>
              <a:path w="296" h="786">
                <a:moveTo>
                  <a:pt x="0" y="786"/>
                </a:moveTo>
                <a:lnTo>
                  <a:pt x="296" y="786"/>
                </a:lnTo>
                <a:lnTo>
                  <a:pt x="296" y="0"/>
                </a:lnTo>
                <a:lnTo>
                  <a:pt x="0" y="0"/>
                </a:lnTo>
                <a:lnTo>
                  <a:pt x="0" y="786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1" name=""/>
          <p:cNvSpPr/>
          <p:nvPr/>
        </p:nvSpPr>
        <p:spPr>
          <a:xfrm>
            <a:off x="963396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2" name=""/>
          <p:cNvSpPr/>
          <p:nvPr/>
        </p:nvSpPr>
        <p:spPr>
          <a:xfrm>
            <a:off x="975924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3" name=""/>
          <p:cNvSpPr/>
          <p:nvPr/>
        </p:nvSpPr>
        <p:spPr>
          <a:xfrm>
            <a:off x="988452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4" name=""/>
          <p:cNvSpPr/>
          <p:nvPr/>
        </p:nvSpPr>
        <p:spPr>
          <a:xfrm>
            <a:off x="1000944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5" name=""/>
          <p:cNvSpPr/>
          <p:nvPr/>
        </p:nvSpPr>
        <p:spPr>
          <a:xfrm>
            <a:off x="10134720" y="5988960"/>
            <a:ext cx="106560" cy="212400"/>
          </a:xfrm>
          <a:custGeom>
            <a:avLst/>
            <a:gdLst/>
            <a:ahLst/>
            <a:rect l="0" t="0" r="r" b="b"/>
            <a:pathLst>
              <a:path w="296" h="590">
                <a:moveTo>
                  <a:pt x="0" y="590"/>
                </a:moveTo>
                <a:lnTo>
                  <a:pt x="296" y="590"/>
                </a:lnTo>
                <a:lnTo>
                  <a:pt x="296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6" name=""/>
          <p:cNvSpPr/>
          <p:nvPr/>
        </p:nvSpPr>
        <p:spPr>
          <a:xfrm>
            <a:off x="10259640" y="5988960"/>
            <a:ext cx="106920" cy="212400"/>
          </a:xfrm>
          <a:custGeom>
            <a:avLst/>
            <a:gdLst/>
            <a:ahLst/>
            <a:rect l="0" t="0" r="r" b="b"/>
            <a:pathLst>
              <a:path w="297" h="590">
                <a:moveTo>
                  <a:pt x="0" y="590"/>
                </a:moveTo>
                <a:lnTo>
                  <a:pt x="297" y="590"/>
                </a:lnTo>
                <a:lnTo>
                  <a:pt x="297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7" name=""/>
          <p:cNvSpPr/>
          <p:nvPr/>
        </p:nvSpPr>
        <p:spPr>
          <a:xfrm>
            <a:off x="1038492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8" name=""/>
          <p:cNvSpPr/>
          <p:nvPr/>
        </p:nvSpPr>
        <p:spPr>
          <a:xfrm>
            <a:off x="1051020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979" name=""/>
          <p:cNvSpPr/>
          <p:nvPr/>
        </p:nvSpPr>
        <p:spPr>
          <a:xfrm>
            <a:off x="1063512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0" name=""/>
          <p:cNvSpPr/>
          <p:nvPr/>
        </p:nvSpPr>
        <p:spPr>
          <a:xfrm>
            <a:off x="1076040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1" name=""/>
          <p:cNvSpPr/>
          <p:nvPr/>
        </p:nvSpPr>
        <p:spPr>
          <a:xfrm>
            <a:off x="1088532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2" name=""/>
          <p:cNvSpPr/>
          <p:nvPr/>
        </p:nvSpPr>
        <p:spPr>
          <a:xfrm>
            <a:off x="1101060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3" name=""/>
          <p:cNvSpPr/>
          <p:nvPr/>
        </p:nvSpPr>
        <p:spPr>
          <a:xfrm>
            <a:off x="1113552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4" name=""/>
          <p:cNvSpPr/>
          <p:nvPr/>
        </p:nvSpPr>
        <p:spPr>
          <a:xfrm>
            <a:off x="11260800" y="6130440"/>
            <a:ext cx="106920" cy="70920"/>
          </a:xfrm>
          <a:custGeom>
            <a:avLst/>
            <a:gdLst/>
            <a:ahLst/>
            <a:rect l="0" t="0" r="r" b="b"/>
            <a:pathLst>
              <a:path w="297" h="197">
                <a:moveTo>
                  <a:pt x="0" y="197"/>
                </a:moveTo>
                <a:lnTo>
                  <a:pt x="297" y="197"/>
                </a:lnTo>
                <a:lnTo>
                  <a:pt x="297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5" name=""/>
          <p:cNvSpPr/>
          <p:nvPr/>
        </p:nvSpPr>
        <p:spPr>
          <a:xfrm>
            <a:off x="11386080" y="6130440"/>
            <a:ext cx="106560" cy="70920"/>
          </a:xfrm>
          <a:custGeom>
            <a:avLst/>
            <a:gdLst/>
            <a:ahLst/>
            <a:rect l="0" t="0" r="r" b="b"/>
            <a:pathLst>
              <a:path w="296" h="197">
                <a:moveTo>
                  <a:pt x="0" y="197"/>
                </a:moveTo>
                <a:lnTo>
                  <a:pt x="296" y="197"/>
                </a:lnTo>
                <a:lnTo>
                  <a:pt x="296" y="0"/>
                </a:lnTo>
                <a:lnTo>
                  <a:pt x="0" y="0"/>
                </a:lnTo>
                <a:lnTo>
                  <a:pt x="0" y="19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6" name=""/>
          <p:cNvSpPr/>
          <p:nvPr/>
        </p:nvSpPr>
        <p:spPr>
          <a:xfrm>
            <a:off x="11511000" y="5918400"/>
            <a:ext cx="106920" cy="282960"/>
          </a:xfrm>
          <a:custGeom>
            <a:avLst/>
            <a:gdLst/>
            <a:ahLst/>
            <a:rect l="0" t="0" r="r" b="b"/>
            <a:pathLst>
              <a:path w="297" h="786">
                <a:moveTo>
                  <a:pt x="0" y="786"/>
                </a:moveTo>
                <a:lnTo>
                  <a:pt x="297" y="786"/>
                </a:lnTo>
                <a:lnTo>
                  <a:pt x="297" y="0"/>
                </a:lnTo>
                <a:lnTo>
                  <a:pt x="0" y="0"/>
                </a:lnTo>
                <a:lnTo>
                  <a:pt x="0" y="786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7" name=""/>
          <p:cNvSpPr/>
          <p:nvPr/>
        </p:nvSpPr>
        <p:spPr>
          <a:xfrm>
            <a:off x="1163628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8" name=""/>
          <p:cNvSpPr/>
          <p:nvPr/>
        </p:nvSpPr>
        <p:spPr>
          <a:xfrm>
            <a:off x="1176120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89" name=""/>
          <p:cNvSpPr/>
          <p:nvPr/>
        </p:nvSpPr>
        <p:spPr>
          <a:xfrm>
            <a:off x="1188648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ebc6c5"/>
          </a:solidFill>
          <a:ln w="0">
            <a:noFill/>
          </a:ln>
        </p:spPr>
      </p:sp>
      <p:sp>
        <p:nvSpPr>
          <p:cNvPr id="990" name=""/>
          <p:cNvSpPr/>
          <p:nvPr/>
        </p:nvSpPr>
        <p:spPr>
          <a:xfrm>
            <a:off x="1188648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noFill/>
          <a:ln w="1800">
            <a:solidFill>
              <a:srgbClr val="000000"/>
            </a:solidFill>
            <a:miter/>
          </a:ln>
        </p:spPr>
      </p:sp>
      <p:sp>
        <p:nvSpPr>
          <p:cNvPr id="991" name=""/>
          <p:cNvSpPr/>
          <p:nvPr/>
        </p:nvSpPr>
        <p:spPr>
          <a:xfrm>
            <a:off x="1201176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92" name=""/>
          <p:cNvSpPr/>
          <p:nvPr/>
        </p:nvSpPr>
        <p:spPr>
          <a:xfrm>
            <a:off x="12136680" y="6059880"/>
            <a:ext cx="106920" cy="141480"/>
          </a:xfrm>
          <a:custGeom>
            <a:avLst/>
            <a:gdLst/>
            <a:ahLst/>
            <a:rect l="0" t="0" r="r" b="b"/>
            <a:pathLst>
              <a:path w="297" h="393">
                <a:moveTo>
                  <a:pt x="0" y="393"/>
                </a:moveTo>
                <a:lnTo>
                  <a:pt x="297" y="393"/>
                </a:lnTo>
                <a:lnTo>
                  <a:pt x="297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93" name=""/>
          <p:cNvSpPr/>
          <p:nvPr/>
        </p:nvSpPr>
        <p:spPr>
          <a:xfrm>
            <a:off x="12261960" y="620100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94" name=""/>
          <p:cNvSpPr/>
          <p:nvPr/>
        </p:nvSpPr>
        <p:spPr>
          <a:xfrm>
            <a:off x="12386880" y="620100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95" name=""/>
          <p:cNvSpPr/>
          <p:nvPr/>
        </p:nvSpPr>
        <p:spPr>
          <a:xfrm>
            <a:off x="12512160" y="6059880"/>
            <a:ext cx="106560" cy="141480"/>
          </a:xfrm>
          <a:custGeom>
            <a:avLst/>
            <a:gdLst/>
            <a:ahLst/>
            <a:rect l="0" t="0" r="r" b="b"/>
            <a:pathLst>
              <a:path w="296" h="393">
                <a:moveTo>
                  <a:pt x="0" y="393"/>
                </a:moveTo>
                <a:lnTo>
                  <a:pt x="296" y="393"/>
                </a:lnTo>
                <a:lnTo>
                  <a:pt x="296" y="0"/>
                </a:lnTo>
                <a:lnTo>
                  <a:pt x="0" y="0"/>
                </a:lnTo>
                <a:lnTo>
                  <a:pt x="0" y="393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996" name=""/>
          <p:cNvSpPr/>
          <p:nvPr/>
        </p:nvSpPr>
        <p:spPr>
          <a:xfrm>
            <a:off x="621360" y="459900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03bcee"/>
          </a:solidFill>
          <a:ln w="0">
            <a:noFill/>
          </a:ln>
        </p:spPr>
      </p:sp>
      <p:sp>
        <p:nvSpPr>
          <p:cNvPr id="997" name=""/>
          <p:cNvSpPr/>
          <p:nvPr/>
        </p:nvSpPr>
        <p:spPr>
          <a:xfrm>
            <a:off x="2623680" y="459900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010101"/>
          </a:solidFill>
          <a:ln w="0">
            <a:noFill/>
          </a:ln>
        </p:spPr>
      </p:sp>
      <p:sp>
        <p:nvSpPr>
          <p:cNvPr id="998" name=""/>
          <p:cNvSpPr/>
          <p:nvPr/>
        </p:nvSpPr>
        <p:spPr>
          <a:xfrm>
            <a:off x="4625640" y="459900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e32925"/>
          </a:solidFill>
          <a:ln w="0">
            <a:noFill/>
          </a:ln>
        </p:spPr>
      </p:sp>
      <p:sp>
        <p:nvSpPr>
          <p:cNvPr id="999" name=""/>
          <p:cNvSpPr/>
          <p:nvPr/>
        </p:nvSpPr>
        <p:spPr>
          <a:xfrm>
            <a:off x="6627960" y="459900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cac9c9"/>
          </a:solidFill>
          <a:ln w="0">
            <a:noFill/>
          </a:ln>
        </p:spPr>
      </p:sp>
      <p:sp>
        <p:nvSpPr>
          <p:cNvPr id="1000" name=""/>
          <p:cNvSpPr/>
          <p:nvPr/>
        </p:nvSpPr>
        <p:spPr>
          <a:xfrm>
            <a:off x="8629920" y="459900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a1ce63"/>
          </a:solidFill>
          <a:ln w="0">
            <a:noFill/>
          </a:ln>
        </p:spPr>
      </p:sp>
      <p:sp>
        <p:nvSpPr>
          <p:cNvPr id="1001" name=""/>
          <p:cNvSpPr/>
          <p:nvPr/>
        </p:nvSpPr>
        <p:spPr>
          <a:xfrm>
            <a:off x="10631880" y="459900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ebc6c5"/>
          </a:solidFill>
          <a:ln w="0">
            <a:noFill/>
          </a:ln>
        </p:spPr>
      </p:sp>
      <p:sp>
        <p:nvSpPr>
          <p:cNvPr id="1002" name=""/>
          <p:cNvSpPr/>
          <p:nvPr/>
        </p:nvSpPr>
        <p:spPr>
          <a:xfrm flipV="1">
            <a:off x="602640" y="4717800"/>
            <a:ext cx="0" cy="14832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03" name=""/>
          <p:cNvSpPr/>
          <p:nvPr/>
        </p:nvSpPr>
        <p:spPr>
          <a:xfrm>
            <a:off x="602640" y="6201000"/>
            <a:ext cx="120376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04" name=""/>
          <p:cNvSpPr txBox="1"/>
          <p:nvPr/>
        </p:nvSpPr>
        <p:spPr>
          <a:xfrm rot="16200000">
            <a:off x="-318240" y="5385960"/>
            <a:ext cx="1209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(n=209 mutations)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05" name=""/>
          <p:cNvSpPr txBox="1"/>
          <p:nvPr/>
        </p:nvSpPr>
        <p:spPr>
          <a:xfrm>
            <a:off x="1467360" y="4362840"/>
            <a:ext cx="298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C&gt;A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06" name=""/>
          <p:cNvSpPr txBox="1"/>
          <p:nvPr/>
        </p:nvSpPr>
        <p:spPr>
          <a:xfrm>
            <a:off x="3466800" y="4362840"/>
            <a:ext cx="303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ffffff"/>
                </a:solidFill>
                <a:latin typeface="DejaVuSans"/>
              </a:rPr>
              <a:t>C&gt;G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07" name=""/>
          <p:cNvSpPr txBox="1"/>
          <p:nvPr/>
        </p:nvSpPr>
        <p:spPr>
          <a:xfrm>
            <a:off x="5477400" y="436284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C&gt;T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08" name=""/>
          <p:cNvSpPr txBox="1"/>
          <p:nvPr/>
        </p:nvSpPr>
        <p:spPr>
          <a:xfrm>
            <a:off x="7477200" y="4362840"/>
            <a:ext cx="29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09" name=""/>
          <p:cNvSpPr txBox="1"/>
          <p:nvPr/>
        </p:nvSpPr>
        <p:spPr>
          <a:xfrm>
            <a:off x="9481680" y="436284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T&gt;C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10" name=""/>
          <p:cNvSpPr/>
          <p:nvPr/>
        </p:nvSpPr>
        <p:spPr>
          <a:xfrm>
            <a:off x="602640" y="6709320"/>
            <a:ext cx="12038040" cy="1483560"/>
          </a:xfrm>
          <a:custGeom>
            <a:avLst/>
            <a:gdLst/>
            <a:ahLst/>
            <a:rect l="0" t="0" r="r" b="b"/>
            <a:pathLst>
              <a:path w="33439" h="4121">
                <a:moveTo>
                  <a:pt x="0" y="4121"/>
                </a:moveTo>
                <a:lnTo>
                  <a:pt x="33439" y="4121"/>
                </a:lnTo>
                <a:lnTo>
                  <a:pt x="33439" y="0"/>
                </a:lnTo>
                <a:lnTo>
                  <a:pt x="0" y="0"/>
                </a:lnTo>
                <a:lnTo>
                  <a:pt x="0" y="412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11" name=""/>
          <p:cNvSpPr/>
          <p:nvPr/>
        </p:nvSpPr>
        <p:spPr>
          <a:xfrm>
            <a:off x="6778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2" name=""/>
          <p:cNvSpPr/>
          <p:nvPr/>
        </p:nvSpPr>
        <p:spPr>
          <a:xfrm>
            <a:off x="6778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3" name=""/>
          <p:cNvSpPr txBox="1"/>
          <p:nvPr/>
        </p:nvSpPr>
        <p:spPr>
          <a:xfrm>
            <a:off x="11478240" y="4362840"/>
            <a:ext cx="298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14" name=""/>
          <p:cNvSpPr/>
          <p:nvPr/>
        </p:nvSpPr>
        <p:spPr>
          <a:xfrm>
            <a:off x="8028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5" name=""/>
          <p:cNvSpPr/>
          <p:nvPr/>
        </p:nvSpPr>
        <p:spPr>
          <a:xfrm>
            <a:off x="8028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6" name=""/>
          <p:cNvSpPr txBox="1"/>
          <p:nvPr/>
        </p:nvSpPr>
        <p:spPr>
          <a:xfrm rot="16200000">
            <a:off x="5684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AC&gt;AA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17" name=""/>
          <p:cNvSpPr/>
          <p:nvPr/>
        </p:nvSpPr>
        <p:spPr>
          <a:xfrm>
            <a:off x="9280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8" name=""/>
          <p:cNvSpPr/>
          <p:nvPr/>
        </p:nvSpPr>
        <p:spPr>
          <a:xfrm>
            <a:off x="9280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9" name=""/>
          <p:cNvSpPr txBox="1"/>
          <p:nvPr/>
        </p:nvSpPr>
        <p:spPr>
          <a:xfrm rot="16200000">
            <a:off x="6937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AC&gt;AC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20" name=""/>
          <p:cNvSpPr/>
          <p:nvPr/>
        </p:nvSpPr>
        <p:spPr>
          <a:xfrm>
            <a:off x="10530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1" name=""/>
          <p:cNvSpPr/>
          <p:nvPr/>
        </p:nvSpPr>
        <p:spPr>
          <a:xfrm>
            <a:off x="10530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2" name=""/>
          <p:cNvSpPr txBox="1"/>
          <p:nvPr/>
        </p:nvSpPr>
        <p:spPr>
          <a:xfrm rot="16200000">
            <a:off x="8186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AC&gt;AG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11782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4" name=""/>
          <p:cNvSpPr/>
          <p:nvPr/>
        </p:nvSpPr>
        <p:spPr>
          <a:xfrm>
            <a:off x="11782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5" name=""/>
          <p:cNvSpPr txBox="1"/>
          <p:nvPr/>
        </p:nvSpPr>
        <p:spPr>
          <a:xfrm rot="16200000">
            <a:off x="9439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AC&gt;AT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13035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7" name=""/>
          <p:cNvSpPr/>
          <p:nvPr/>
        </p:nvSpPr>
        <p:spPr>
          <a:xfrm>
            <a:off x="13035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8" name=""/>
          <p:cNvSpPr txBox="1"/>
          <p:nvPr/>
        </p:nvSpPr>
        <p:spPr>
          <a:xfrm rot="16200000">
            <a:off x="10688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CC&gt;AA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14284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0" name=""/>
          <p:cNvSpPr/>
          <p:nvPr/>
        </p:nvSpPr>
        <p:spPr>
          <a:xfrm>
            <a:off x="14284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1" name=""/>
          <p:cNvSpPr txBox="1"/>
          <p:nvPr/>
        </p:nvSpPr>
        <p:spPr>
          <a:xfrm rot="16200000">
            <a:off x="11941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CC&gt;AC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15537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3" name=""/>
          <p:cNvSpPr/>
          <p:nvPr/>
        </p:nvSpPr>
        <p:spPr>
          <a:xfrm>
            <a:off x="15537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4" name=""/>
          <p:cNvSpPr txBox="1"/>
          <p:nvPr/>
        </p:nvSpPr>
        <p:spPr>
          <a:xfrm rot="16200000">
            <a:off x="13194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CC&gt;AG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16786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6" name=""/>
          <p:cNvSpPr/>
          <p:nvPr/>
        </p:nvSpPr>
        <p:spPr>
          <a:xfrm>
            <a:off x="16786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7" name=""/>
          <p:cNvSpPr txBox="1"/>
          <p:nvPr/>
        </p:nvSpPr>
        <p:spPr>
          <a:xfrm rot="16200000">
            <a:off x="14443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CC&gt;AT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18039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9" name=""/>
          <p:cNvSpPr/>
          <p:nvPr/>
        </p:nvSpPr>
        <p:spPr>
          <a:xfrm>
            <a:off x="18039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0" name=""/>
          <p:cNvSpPr txBox="1"/>
          <p:nvPr/>
        </p:nvSpPr>
        <p:spPr>
          <a:xfrm rot="16200000">
            <a:off x="15696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GC&gt;AA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19292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2" name=""/>
          <p:cNvSpPr/>
          <p:nvPr/>
        </p:nvSpPr>
        <p:spPr>
          <a:xfrm>
            <a:off x="19292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3" name=""/>
          <p:cNvSpPr txBox="1"/>
          <p:nvPr/>
        </p:nvSpPr>
        <p:spPr>
          <a:xfrm rot="16200000">
            <a:off x="16945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GC&gt;AC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44" name=""/>
          <p:cNvSpPr/>
          <p:nvPr/>
        </p:nvSpPr>
        <p:spPr>
          <a:xfrm>
            <a:off x="20541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5" name=""/>
          <p:cNvSpPr/>
          <p:nvPr/>
        </p:nvSpPr>
        <p:spPr>
          <a:xfrm>
            <a:off x="20541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6" name=""/>
          <p:cNvSpPr txBox="1"/>
          <p:nvPr/>
        </p:nvSpPr>
        <p:spPr>
          <a:xfrm rot="16200000">
            <a:off x="18198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GC&gt;AG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47" name=""/>
          <p:cNvSpPr/>
          <p:nvPr/>
        </p:nvSpPr>
        <p:spPr>
          <a:xfrm>
            <a:off x="21794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8" name=""/>
          <p:cNvSpPr/>
          <p:nvPr/>
        </p:nvSpPr>
        <p:spPr>
          <a:xfrm>
            <a:off x="21794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9" name=""/>
          <p:cNvSpPr txBox="1"/>
          <p:nvPr/>
        </p:nvSpPr>
        <p:spPr>
          <a:xfrm rot="16200000">
            <a:off x="19450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GC&gt;AT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50" name=""/>
          <p:cNvSpPr/>
          <p:nvPr/>
        </p:nvSpPr>
        <p:spPr>
          <a:xfrm>
            <a:off x="23043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1" name=""/>
          <p:cNvSpPr/>
          <p:nvPr/>
        </p:nvSpPr>
        <p:spPr>
          <a:xfrm>
            <a:off x="23043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2" name=""/>
          <p:cNvSpPr txBox="1"/>
          <p:nvPr/>
        </p:nvSpPr>
        <p:spPr>
          <a:xfrm rot="16200000">
            <a:off x="20700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TC&gt;AA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53" name=""/>
          <p:cNvSpPr/>
          <p:nvPr/>
        </p:nvSpPr>
        <p:spPr>
          <a:xfrm>
            <a:off x="24296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4" name=""/>
          <p:cNvSpPr/>
          <p:nvPr/>
        </p:nvSpPr>
        <p:spPr>
          <a:xfrm>
            <a:off x="24296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5" name=""/>
          <p:cNvSpPr txBox="1"/>
          <p:nvPr/>
        </p:nvSpPr>
        <p:spPr>
          <a:xfrm rot="16200000">
            <a:off x="21952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TC&gt;AC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56" name=""/>
          <p:cNvSpPr/>
          <p:nvPr/>
        </p:nvSpPr>
        <p:spPr>
          <a:xfrm>
            <a:off x="25545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7" name=""/>
          <p:cNvSpPr/>
          <p:nvPr/>
        </p:nvSpPr>
        <p:spPr>
          <a:xfrm>
            <a:off x="25545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8" name=""/>
          <p:cNvSpPr txBox="1"/>
          <p:nvPr/>
        </p:nvSpPr>
        <p:spPr>
          <a:xfrm rot="16200000">
            <a:off x="23202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TC&gt;AG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59" name=""/>
          <p:cNvSpPr/>
          <p:nvPr/>
        </p:nvSpPr>
        <p:spPr>
          <a:xfrm>
            <a:off x="26798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0" name=""/>
          <p:cNvSpPr/>
          <p:nvPr/>
        </p:nvSpPr>
        <p:spPr>
          <a:xfrm>
            <a:off x="26798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1" name=""/>
          <p:cNvSpPr txBox="1"/>
          <p:nvPr/>
        </p:nvSpPr>
        <p:spPr>
          <a:xfrm rot="16200000">
            <a:off x="24454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TC&gt;AT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62" name=""/>
          <p:cNvSpPr/>
          <p:nvPr/>
        </p:nvSpPr>
        <p:spPr>
          <a:xfrm>
            <a:off x="28051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3" name=""/>
          <p:cNvSpPr/>
          <p:nvPr/>
        </p:nvSpPr>
        <p:spPr>
          <a:xfrm>
            <a:off x="28051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4" name=""/>
          <p:cNvSpPr txBox="1"/>
          <p:nvPr/>
        </p:nvSpPr>
        <p:spPr>
          <a:xfrm rot="16200000">
            <a:off x="25707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AC&gt;GA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65" name=""/>
          <p:cNvSpPr/>
          <p:nvPr/>
        </p:nvSpPr>
        <p:spPr>
          <a:xfrm>
            <a:off x="29300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6" name=""/>
          <p:cNvSpPr/>
          <p:nvPr/>
        </p:nvSpPr>
        <p:spPr>
          <a:xfrm>
            <a:off x="29300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7" name=""/>
          <p:cNvSpPr txBox="1"/>
          <p:nvPr/>
        </p:nvSpPr>
        <p:spPr>
          <a:xfrm rot="16200000">
            <a:off x="26956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AC&gt;GC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68" name=""/>
          <p:cNvSpPr/>
          <p:nvPr/>
        </p:nvSpPr>
        <p:spPr>
          <a:xfrm>
            <a:off x="30553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9" name=""/>
          <p:cNvSpPr/>
          <p:nvPr/>
        </p:nvSpPr>
        <p:spPr>
          <a:xfrm>
            <a:off x="30553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0" name=""/>
          <p:cNvSpPr txBox="1"/>
          <p:nvPr/>
        </p:nvSpPr>
        <p:spPr>
          <a:xfrm rot="16200000">
            <a:off x="28209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AC&gt;GG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71" name=""/>
          <p:cNvSpPr/>
          <p:nvPr/>
        </p:nvSpPr>
        <p:spPr>
          <a:xfrm>
            <a:off x="31802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2" name=""/>
          <p:cNvSpPr/>
          <p:nvPr/>
        </p:nvSpPr>
        <p:spPr>
          <a:xfrm>
            <a:off x="31802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3" name=""/>
          <p:cNvSpPr txBox="1"/>
          <p:nvPr/>
        </p:nvSpPr>
        <p:spPr>
          <a:xfrm rot="16200000">
            <a:off x="29458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AC&gt;GT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33055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5" name=""/>
          <p:cNvSpPr/>
          <p:nvPr/>
        </p:nvSpPr>
        <p:spPr>
          <a:xfrm>
            <a:off x="33055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6" name=""/>
          <p:cNvSpPr txBox="1"/>
          <p:nvPr/>
        </p:nvSpPr>
        <p:spPr>
          <a:xfrm rot="16200000">
            <a:off x="30711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CC&gt;GA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77" name=""/>
          <p:cNvSpPr/>
          <p:nvPr/>
        </p:nvSpPr>
        <p:spPr>
          <a:xfrm>
            <a:off x="34308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8" name=""/>
          <p:cNvSpPr/>
          <p:nvPr/>
        </p:nvSpPr>
        <p:spPr>
          <a:xfrm>
            <a:off x="34308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9" name=""/>
          <p:cNvSpPr txBox="1"/>
          <p:nvPr/>
        </p:nvSpPr>
        <p:spPr>
          <a:xfrm rot="16200000">
            <a:off x="31960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CC&gt;GC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80" name=""/>
          <p:cNvSpPr/>
          <p:nvPr/>
        </p:nvSpPr>
        <p:spPr>
          <a:xfrm>
            <a:off x="35557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1" name=""/>
          <p:cNvSpPr/>
          <p:nvPr/>
        </p:nvSpPr>
        <p:spPr>
          <a:xfrm>
            <a:off x="35557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2" name=""/>
          <p:cNvSpPr txBox="1"/>
          <p:nvPr/>
        </p:nvSpPr>
        <p:spPr>
          <a:xfrm rot="16200000">
            <a:off x="33213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CC&gt;GG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36810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4" name=""/>
          <p:cNvSpPr/>
          <p:nvPr/>
        </p:nvSpPr>
        <p:spPr>
          <a:xfrm>
            <a:off x="36810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5" name=""/>
          <p:cNvSpPr txBox="1"/>
          <p:nvPr/>
        </p:nvSpPr>
        <p:spPr>
          <a:xfrm rot="16200000">
            <a:off x="34466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CC&gt;GT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86" name=""/>
          <p:cNvSpPr/>
          <p:nvPr/>
        </p:nvSpPr>
        <p:spPr>
          <a:xfrm>
            <a:off x="38059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7" name=""/>
          <p:cNvSpPr/>
          <p:nvPr/>
        </p:nvSpPr>
        <p:spPr>
          <a:xfrm>
            <a:off x="38059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8" name=""/>
          <p:cNvSpPr txBox="1"/>
          <p:nvPr/>
        </p:nvSpPr>
        <p:spPr>
          <a:xfrm rot="16200000">
            <a:off x="35715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GC&gt;GA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39312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90" name=""/>
          <p:cNvSpPr/>
          <p:nvPr/>
        </p:nvSpPr>
        <p:spPr>
          <a:xfrm>
            <a:off x="39312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1" name=""/>
          <p:cNvSpPr txBox="1"/>
          <p:nvPr/>
        </p:nvSpPr>
        <p:spPr>
          <a:xfrm rot="16200000">
            <a:off x="36968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GC&gt;GC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92" name=""/>
          <p:cNvSpPr/>
          <p:nvPr/>
        </p:nvSpPr>
        <p:spPr>
          <a:xfrm>
            <a:off x="40564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93" name=""/>
          <p:cNvSpPr/>
          <p:nvPr/>
        </p:nvSpPr>
        <p:spPr>
          <a:xfrm>
            <a:off x="40564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4" name=""/>
          <p:cNvSpPr txBox="1"/>
          <p:nvPr/>
        </p:nvSpPr>
        <p:spPr>
          <a:xfrm rot="16200000">
            <a:off x="38217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GC&gt;GG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95" name=""/>
          <p:cNvSpPr/>
          <p:nvPr/>
        </p:nvSpPr>
        <p:spPr>
          <a:xfrm>
            <a:off x="41814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96" name=""/>
          <p:cNvSpPr/>
          <p:nvPr/>
        </p:nvSpPr>
        <p:spPr>
          <a:xfrm>
            <a:off x="41814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7" name=""/>
          <p:cNvSpPr txBox="1"/>
          <p:nvPr/>
        </p:nvSpPr>
        <p:spPr>
          <a:xfrm rot="16200000">
            <a:off x="39470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GC&gt;GT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098" name=""/>
          <p:cNvSpPr/>
          <p:nvPr/>
        </p:nvSpPr>
        <p:spPr>
          <a:xfrm>
            <a:off x="43066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99" name=""/>
          <p:cNvSpPr/>
          <p:nvPr/>
        </p:nvSpPr>
        <p:spPr>
          <a:xfrm>
            <a:off x="43066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0" name=""/>
          <p:cNvSpPr txBox="1"/>
          <p:nvPr/>
        </p:nvSpPr>
        <p:spPr>
          <a:xfrm rot="16200000">
            <a:off x="40723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TC&gt;GA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01" name=""/>
          <p:cNvSpPr/>
          <p:nvPr/>
        </p:nvSpPr>
        <p:spPr>
          <a:xfrm>
            <a:off x="44316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2" name=""/>
          <p:cNvSpPr/>
          <p:nvPr/>
        </p:nvSpPr>
        <p:spPr>
          <a:xfrm>
            <a:off x="44316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3" name=""/>
          <p:cNvSpPr txBox="1"/>
          <p:nvPr/>
        </p:nvSpPr>
        <p:spPr>
          <a:xfrm rot="16200000">
            <a:off x="41972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TC&gt;GC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04" name=""/>
          <p:cNvSpPr/>
          <p:nvPr/>
        </p:nvSpPr>
        <p:spPr>
          <a:xfrm>
            <a:off x="45568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5" name=""/>
          <p:cNvSpPr/>
          <p:nvPr/>
        </p:nvSpPr>
        <p:spPr>
          <a:xfrm>
            <a:off x="45568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6" name=""/>
          <p:cNvSpPr txBox="1"/>
          <p:nvPr/>
        </p:nvSpPr>
        <p:spPr>
          <a:xfrm rot="16200000">
            <a:off x="43225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TC&gt;GG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07" name=""/>
          <p:cNvSpPr/>
          <p:nvPr/>
        </p:nvSpPr>
        <p:spPr>
          <a:xfrm>
            <a:off x="46821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8" name=""/>
          <p:cNvSpPr/>
          <p:nvPr/>
        </p:nvSpPr>
        <p:spPr>
          <a:xfrm>
            <a:off x="46821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9" name=""/>
          <p:cNvSpPr txBox="1"/>
          <p:nvPr/>
        </p:nvSpPr>
        <p:spPr>
          <a:xfrm rot="16200000">
            <a:off x="44474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TC&gt;GT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10" name=""/>
          <p:cNvSpPr/>
          <p:nvPr/>
        </p:nvSpPr>
        <p:spPr>
          <a:xfrm>
            <a:off x="48070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1" name=""/>
          <p:cNvSpPr/>
          <p:nvPr/>
        </p:nvSpPr>
        <p:spPr>
          <a:xfrm>
            <a:off x="48070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2" name=""/>
          <p:cNvSpPr txBox="1"/>
          <p:nvPr/>
        </p:nvSpPr>
        <p:spPr>
          <a:xfrm rot="16200000">
            <a:off x="45727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AC&gt;TA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13" name=""/>
          <p:cNvSpPr/>
          <p:nvPr/>
        </p:nvSpPr>
        <p:spPr>
          <a:xfrm>
            <a:off x="49323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4" name=""/>
          <p:cNvSpPr/>
          <p:nvPr/>
        </p:nvSpPr>
        <p:spPr>
          <a:xfrm>
            <a:off x="49323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5" name=""/>
          <p:cNvSpPr txBox="1"/>
          <p:nvPr/>
        </p:nvSpPr>
        <p:spPr>
          <a:xfrm rot="16200000">
            <a:off x="46980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AC&gt;TC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16" name=""/>
          <p:cNvSpPr/>
          <p:nvPr/>
        </p:nvSpPr>
        <p:spPr>
          <a:xfrm>
            <a:off x="50572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7" name=""/>
          <p:cNvSpPr/>
          <p:nvPr/>
        </p:nvSpPr>
        <p:spPr>
          <a:xfrm>
            <a:off x="50572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8" name=""/>
          <p:cNvSpPr txBox="1"/>
          <p:nvPr/>
        </p:nvSpPr>
        <p:spPr>
          <a:xfrm rot="16200000">
            <a:off x="48229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AC&gt;TG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19" name=""/>
          <p:cNvSpPr/>
          <p:nvPr/>
        </p:nvSpPr>
        <p:spPr>
          <a:xfrm>
            <a:off x="51825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20" name=""/>
          <p:cNvSpPr/>
          <p:nvPr/>
        </p:nvSpPr>
        <p:spPr>
          <a:xfrm>
            <a:off x="51825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1" name=""/>
          <p:cNvSpPr txBox="1"/>
          <p:nvPr/>
        </p:nvSpPr>
        <p:spPr>
          <a:xfrm rot="16200000">
            <a:off x="49482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AC&gt;TT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22" name=""/>
          <p:cNvSpPr/>
          <p:nvPr/>
        </p:nvSpPr>
        <p:spPr>
          <a:xfrm>
            <a:off x="53074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23" name=""/>
          <p:cNvSpPr/>
          <p:nvPr/>
        </p:nvSpPr>
        <p:spPr>
          <a:xfrm>
            <a:off x="53074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4" name=""/>
          <p:cNvSpPr txBox="1"/>
          <p:nvPr/>
        </p:nvSpPr>
        <p:spPr>
          <a:xfrm rot="16200000">
            <a:off x="50731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CC&gt;TA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25" name=""/>
          <p:cNvSpPr/>
          <p:nvPr/>
        </p:nvSpPr>
        <p:spPr>
          <a:xfrm>
            <a:off x="54327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26" name=""/>
          <p:cNvSpPr/>
          <p:nvPr/>
        </p:nvSpPr>
        <p:spPr>
          <a:xfrm>
            <a:off x="54327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7" name=""/>
          <p:cNvSpPr txBox="1"/>
          <p:nvPr/>
        </p:nvSpPr>
        <p:spPr>
          <a:xfrm rot="16200000">
            <a:off x="51984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CC&gt;TC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28" name=""/>
          <p:cNvSpPr/>
          <p:nvPr/>
        </p:nvSpPr>
        <p:spPr>
          <a:xfrm>
            <a:off x="55580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29" name=""/>
          <p:cNvSpPr/>
          <p:nvPr/>
        </p:nvSpPr>
        <p:spPr>
          <a:xfrm>
            <a:off x="55580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0" name=""/>
          <p:cNvSpPr txBox="1"/>
          <p:nvPr/>
        </p:nvSpPr>
        <p:spPr>
          <a:xfrm rot="16200000">
            <a:off x="53233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CC&gt;TG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31" name=""/>
          <p:cNvSpPr/>
          <p:nvPr/>
        </p:nvSpPr>
        <p:spPr>
          <a:xfrm>
            <a:off x="56829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2" name=""/>
          <p:cNvSpPr/>
          <p:nvPr/>
        </p:nvSpPr>
        <p:spPr>
          <a:xfrm>
            <a:off x="56829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3" name=""/>
          <p:cNvSpPr txBox="1"/>
          <p:nvPr/>
        </p:nvSpPr>
        <p:spPr>
          <a:xfrm rot="16200000">
            <a:off x="54486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CC&gt;TT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34" name=""/>
          <p:cNvSpPr/>
          <p:nvPr/>
        </p:nvSpPr>
        <p:spPr>
          <a:xfrm>
            <a:off x="58082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5" name=""/>
          <p:cNvSpPr/>
          <p:nvPr/>
        </p:nvSpPr>
        <p:spPr>
          <a:xfrm>
            <a:off x="58082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6" name=""/>
          <p:cNvSpPr txBox="1"/>
          <p:nvPr/>
        </p:nvSpPr>
        <p:spPr>
          <a:xfrm rot="16200000">
            <a:off x="55738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GC&gt;TA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37" name=""/>
          <p:cNvSpPr/>
          <p:nvPr/>
        </p:nvSpPr>
        <p:spPr>
          <a:xfrm>
            <a:off x="59331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8" name=""/>
          <p:cNvSpPr/>
          <p:nvPr/>
        </p:nvSpPr>
        <p:spPr>
          <a:xfrm>
            <a:off x="59331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9" name=""/>
          <p:cNvSpPr txBox="1"/>
          <p:nvPr/>
        </p:nvSpPr>
        <p:spPr>
          <a:xfrm rot="16200000">
            <a:off x="56988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GC&gt;TC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40" name=""/>
          <p:cNvSpPr/>
          <p:nvPr/>
        </p:nvSpPr>
        <p:spPr>
          <a:xfrm>
            <a:off x="60584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1" name=""/>
          <p:cNvSpPr/>
          <p:nvPr/>
        </p:nvSpPr>
        <p:spPr>
          <a:xfrm>
            <a:off x="60584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2" name=""/>
          <p:cNvSpPr txBox="1"/>
          <p:nvPr/>
        </p:nvSpPr>
        <p:spPr>
          <a:xfrm rot="16200000">
            <a:off x="58240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GC&gt;TG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43" name=""/>
          <p:cNvSpPr/>
          <p:nvPr/>
        </p:nvSpPr>
        <p:spPr>
          <a:xfrm>
            <a:off x="61837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4" name=""/>
          <p:cNvSpPr/>
          <p:nvPr/>
        </p:nvSpPr>
        <p:spPr>
          <a:xfrm>
            <a:off x="61837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5" name=""/>
          <p:cNvSpPr txBox="1"/>
          <p:nvPr/>
        </p:nvSpPr>
        <p:spPr>
          <a:xfrm rot="16200000">
            <a:off x="59490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GC&gt;TT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46" name=""/>
          <p:cNvSpPr/>
          <p:nvPr/>
        </p:nvSpPr>
        <p:spPr>
          <a:xfrm>
            <a:off x="63086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7" name=""/>
          <p:cNvSpPr/>
          <p:nvPr/>
        </p:nvSpPr>
        <p:spPr>
          <a:xfrm>
            <a:off x="63086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8" name=""/>
          <p:cNvSpPr txBox="1"/>
          <p:nvPr/>
        </p:nvSpPr>
        <p:spPr>
          <a:xfrm rot="16200000">
            <a:off x="60742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TC&gt;TA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49" name=""/>
          <p:cNvSpPr/>
          <p:nvPr/>
        </p:nvSpPr>
        <p:spPr>
          <a:xfrm>
            <a:off x="64339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50" name=""/>
          <p:cNvSpPr/>
          <p:nvPr/>
        </p:nvSpPr>
        <p:spPr>
          <a:xfrm>
            <a:off x="64339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1" name=""/>
          <p:cNvSpPr txBox="1"/>
          <p:nvPr/>
        </p:nvSpPr>
        <p:spPr>
          <a:xfrm rot="16200000">
            <a:off x="61995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TC&gt;TC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52" name=""/>
          <p:cNvSpPr/>
          <p:nvPr/>
        </p:nvSpPr>
        <p:spPr>
          <a:xfrm>
            <a:off x="65588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53" name=""/>
          <p:cNvSpPr/>
          <p:nvPr/>
        </p:nvSpPr>
        <p:spPr>
          <a:xfrm>
            <a:off x="65588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4" name=""/>
          <p:cNvSpPr txBox="1"/>
          <p:nvPr/>
        </p:nvSpPr>
        <p:spPr>
          <a:xfrm rot="16200000">
            <a:off x="63244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TC&gt;TG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55" name=""/>
          <p:cNvSpPr/>
          <p:nvPr/>
        </p:nvSpPr>
        <p:spPr>
          <a:xfrm>
            <a:off x="66841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56" name=""/>
          <p:cNvSpPr/>
          <p:nvPr/>
        </p:nvSpPr>
        <p:spPr>
          <a:xfrm>
            <a:off x="66841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7" name=""/>
          <p:cNvSpPr txBox="1"/>
          <p:nvPr/>
        </p:nvSpPr>
        <p:spPr>
          <a:xfrm rot="16200000">
            <a:off x="64497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TC&gt;TT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58" name=""/>
          <p:cNvSpPr/>
          <p:nvPr/>
        </p:nvSpPr>
        <p:spPr>
          <a:xfrm>
            <a:off x="68094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59" name=""/>
          <p:cNvSpPr/>
          <p:nvPr/>
        </p:nvSpPr>
        <p:spPr>
          <a:xfrm>
            <a:off x="68094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0" name=""/>
          <p:cNvSpPr txBox="1"/>
          <p:nvPr/>
        </p:nvSpPr>
        <p:spPr>
          <a:xfrm rot="16200000">
            <a:off x="65746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AT&gt;AA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61" name=""/>
          <p:cNvSpPr/>
          <p:nvPr/>
        </p:nvSpPr>
        <p:spPr>
          <a:xfrm>
            <a:off x="69343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2" name=""/>
          <p:cNvSpPr/>
          <p:nvPr/>
        </p:nvSpPr>
        <p:spPr>
          <a:xfrm>
            <a:off x="69343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3" name=""/>
          <p:cNvSpPr txBox="1"/>
          <p:nvPr/>
        </p:nvSpPr>
        <p:spPr>
          <a:xfrm rot="16200000">
            <a:off x="66999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AT&gt;AC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64" name=""/>
          <p:cNvSpPr/>
          <p:nvPr/>
        </p:nvSpPr>
        <p:spPr>
          <a:xfrm>
            <a:off x="70596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5" name=""/>
          <p:cNvSpPr/>
          <p:nvPr/>
        </p:nvSpPr>
        <p:spPr>
          <a:xfrm>
            <a:off x="70596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6" name=""/>
          <p:cNvSpPr txBox="1"/>
          <p:nvPr/>
        </p:nvSpPr>
        <p:spPr>
          <a:xfrm rot="16200000">
            <a:off x="68252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AT&gt;AG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67" name=""/>
          <p:cNvSpPr/>
          <p:nvPr/>
        </p:nvSpPr>
        <p:spPr>
          <a:xfrm>
            <a:off x="71845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8" name=""/>
          <p:cNvSpPr/>
          <p:nvPr/>
        </p:nvSpPr>
        <p:spPr>
          <a:xfrm>
            <a:off x="71845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9" name=""/>
          <p:cNvSpPr txBox="1"/>
          <p:nvPr/>
        </p:nvSpPr>
        <p:spPr>
          <a:xfrm rot="16200000">
            <a:off x="69501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AT&gt;AT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70" name=""/>
          <p:cNvSpPr/>
          <p:nvPr/>
        </p:nvSpPr>
        <p:spPr>
          <a:xfrm>
            <a:off x="73098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1" name=""/>
          <p:cNvSpPr/>
          <p:nvPr/>
        </p:nvSpPr>
        <p:spPr>
          <a:xfrm>
            <a:off x="73098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2" name=""/>
          <p:cNvSpPr txBox="1"/>
          <p:nvPr/>
        </p:nvSpPr>
        <p:spPr>
          <a:xfrm rot="16200000">
            <a:off x="70754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CT&gt;AA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73" name=""/>
          <p:cNvSpPr/>
          <p:nvPr/>
        </p:nvSpPr>
        <p:spPr>
          <a:xfrm>
            <a:off x="74347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4" name=""/>
          <p:cNvSpPr/>
          <p:nvPr/>
        </p:nvSpPr>
        <p:spPr>
          <a:xfrm>
            <a:off x="74347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5" name=""/>
          <p:cNvSpPr txBox="1"/>
          <p:nvPr/>
        </p:nvSpPr>
        <p:spPr>
          <a:xfrm rot="16200000">
            <a:off x="72003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CT&gt;AC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76" name=""/>
          <p:cNvSpPr/>
          <p:nvPr/>
        </p:nvSpPr>
        <p:spPr>
          <a:xfrm>
            <a:off x="75600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7" name=""/>
          <p:cNvSpPr/>
          <p:nvPr/>
        </p:nvSpPr>
        <p:spPr>
          <a:xfrm>
            <a:off x="75600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8" name=""/>
          <p:cNvSpPr txBox="1"/>
          <p:nvPr/>
        </p:nvSpPr>
        <p:spPr>
          <a:xfrm rot="16200000">
            <a:off x="73256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CT&gt;AG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79" name=""/>
          <p:cNvSpPr/>
          <p:nvPr/>
        </p:nvSpPr>
        <p:spPr>
          <a:xfrm>
            <a:off x="76852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80" name=""/>
          <p:cNvSpPr/>
          <p:nvPr/>
        </p:nvSpPr>
        <p:spPr>
          <a:xfrm>
            <a:off x="76852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1" name=""/>
          <p:cNvSpPr txBox="1"/>
          <p:nvPr/>
        </p:nvSpPr>
        <p:spPr>
          <a:xfrm rot="16200000">
            <a:off x="74509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CT&gt;AT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82" name=""/>
          <p:cNvSpPr/>
          <p:nvPr/>
        </p:nvSpPr>
        <p:spPr>
          <a:xfrm>
            <a:off x="78102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83" name=""/>
          <p:cNvSpPr/>
          <p:nvPr/>
        </p:nvSpPr>
        <p:spPr>
          <a:xfrm>
            <a:off x="78102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4" name=""/>
          <p:cNvSpPr txBox="1"/>
          <p:nvPr/>
        </p:nvSpPr>
        <p:spPr>
          <a:xfrm rot="16200000">
            <a:off x="75758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GT&gt;AA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85" name=""/>
          <p:cNvSpPr/>
          <p:nvPr/>
        </p:nvSpPr>
        <p:spPr>
          <a:xfrm>
            <a:off x="79354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86" name=""/>
          <p:cNvSpPr/>
          <p:nvPr/>
        </p:nvSpPr>
        <p:spPr>
          <a:xfrm>
            <a:off x="79354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7" name=""/>
          <p:cNvSpPr txBox="1"/>
          <p:nvPr/>
        </p:nvSpPr>
        <p:spPr>
          <a:xfrm rot="16200000">
            <a:off x="77011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GT&gt;AC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88" name=""/>
          <p:cNvSpPr/>
          <p:nvPr/>
        </p:nvSpPr>
        <p:spPr>
          <a:xfrm>
            <a:off x="80604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89" name=""/>
          <p:cNvSpPr/>
          <p:nvPr/>
        </p:nvSpPr>
        <p:spPr>
          <a:xfrm>
            <a:off x="80604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0" name=""/>
          <p:cNvSpPr txBox="1"/>
          <p:nvPr/>
        </p:nvSpPr>
        <p:spPr>
          <a:xfrm rot="16200000">
            <a:off x="78260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GT&gt;AG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91" name=""/>
          <p:cNvSpPr/>
          <p:nvPr/>
        </p:nvSpPr>
        <p:spPr>
          <a:xfrm>
            <a:off x="81856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2" name=""/>
          <p:cNvSpPr/>
          <p:nvPr/>
        </p:nvSpPr>
        <p:spPr>
          <a:xfrm>
            <a:off x="81856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3" name=""/>
          <p:cNvSpPr txBox="1"/>
          <p:nvPr/>
        </p:nvSpPr>
        <p:spPr>
          <a:xfrm rot="16200000">
            <a:off x="79513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GT&gt;AT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94" name=""/>
          <p:cNvSpPr/>
          <p:nvPr/>
        </p:nvSpPr>
        <p:spPr>
          <a:xfrm>
            <a:off x="83109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5" name=""/>
          <p:cNvSpPr/>
          <p:nvPr/>
        </p:nvSpPr>
        <p:spPr>
          <a:xfrm>
            <a:off x="83109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6" name=""/>
          <p:cNvSpPr txBox="1"/>
          <p:nvPr/>
        </p:nvSpPr>
        <p:spPr>
          <a:xfrm rot="16200000">
            <a:off x="80762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TT&gt;AA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197" name=""/>
          <p:cNvSpPr/>
          <p:nvPr/>
        </p:nvSpPr>
        <p:spPr>
          <a:xfrm>
            <a:off x="84358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8" name=""/>
          <p:cNvSpPr/>
          <p:nvPr/>
        </p:nvSpPr>
        <p:spPr>
          <a:xfrm>
            <a:off x="84358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9" name=""/>
          <p:cNvSpPr txBox="1"/>
          <p:nvPr/>
        </p:nvSpPr>
        <p:spPr>
          <a:xfrm rot="16200000">
            <a:off x="82015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TT&gt;AC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00" name=""/>
          <p:cNvSpPr/>
          <p:nvPr/>
        </p:nvSpPr>
        <p:spPr>
          <a:xfrm>
            <a:off x="85611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1" name=""/>
          <p:cNvSpPr/>
          <p:nvPr/>
        </p:nvSpPr>
        <p:spPr>
          <a:xfrm>
            <a:off x="85611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2" name=""/>
          <p:cNvSpPr txBox="1"/>
          <p:nvPr/>
        </p:nvSpPr>
        <p:spPr>
          <a:xfrm rot="16200000">
            <a:off x="83268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TT&gt;AG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03" name=""/>
          <p:cNvSpPr/>
          <p:nvPr/>
        </p:nvSpPr>
        <p:spPr>
          <a:xfrm>
            <a:off x="86860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4" name=""/>
          <p:cNvSpPr/>
          <p:nvPr/>
        </p:nvSpPr>
        <p:spPr>
          <a:xfrm>
            <a:off x="86860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5" name=""/>
          <p:cNvSpPr txBox="1"/>
          <p:nvPr/>
        </p:nvSpPr>
        <p:spPr>
          <a:xfrm rot="16200000">
            <a:off x="84517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TT&gt;AT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06" name=""/>
          <p:cNvSpPr/>
          <p:nvPr/>
        </p:nvSpPr>
        <p:spPr>
          <a:xfrm>
            <a:off x="88113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7" name=""/>
          <p:cNvSpPr/>
          <p:nvPr/>
        </p:nvSpPr>
        <p:spPr>
          <a:xfrm>
            <a:off x="88113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8" name=""/>
          <p:cNvSpPr txBox="1"/>
          <p:nvPr/>
        </p:nvSpPr>
        <p:spPr>
          <a:xfrm rot="16200000">
            <a:off x="85770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AT&gt;CA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09" name=""/>
          <p:cNvSpPr/>
          <p:nvPr/>
        </p:nvSpPr>
        <p:spPr>
          <a:xfrm>
            <a:off x="89366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10" name=""/>
          <p:cNvSpPr/>
          <p:nvPr/>
        </p:nvSpPr>
        <p:spPr>
          <a:xfrm>
            <a:off x="89366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1" name=""/>
          <p:cNvSpPr txBox="1"/>
          <p:nvPr/>
        </p:nvSpPr>
        <p:spPr>
          <a:xfrm rot="16200000">
            <a:off x="87019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AT&gt;CC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12" name=""/>
          <p:cNvSpPr/>
          <p:nvPr/>
        </p:nvSpPr>
        <p:spPr>
          <a:xfrm>
            <a:off x="90615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13" name=""/>
          <p:cNvSpPr/>
          <p:nvPr/>
        </p:nvSpPr>
        <p:spPr>
          <a:xfrm>
            <a:off x="90615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4" name=""/>
          <p:cNvSpPr txBox="1"/>
          <p:nvPr/>
        </p:nvSpPr>
        <p:spPr>
          <a:xfrm rot="16200000">
            <a:off x="88272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AT&gt;CG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15" name=""/>
          <p:cNvSpPr/>
          <p:nvPr/>
        </p:nvSpPr>
        <p:spPr>
          <a:xfrm>
            <a:off x="91868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16" name=""/>
          <p:cNvSpPr/>
          <p:nvPr/>
        </p:nvSpPr>
        <p:spPr>
          <a:xfrm>
            <a:off x="91868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7" name=""/>
          <p:cNvSpPr txBox="1"/>
          <p:nvPr/>
        </p:nvSpPr>
        <p:spPr>
          <a:xfrm rot="16200000">
            <a:off x="89524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AT&gt;CT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18" name=""/>
          <p:cNvSpPr/>
          <p:nvPr/>
        </p:nvSpPr>
        <p:spPr>
          <a:xfrm>
            <a:off x="93117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19" name=""/>
          <p:cNvSpPr/>
          <p:nvPr/>
        </p:nvSpPr>
        <p:spPr>
          <a:xfrm>
            <a:off x="93117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0" name=""/>
          <p:cNvSpPr txBox="1"/>
          <p:nvPr/>
        </p:nvSpPr>
        <p:spPr>
          <a:xfrm rot="16200000">
            <a:off x="90774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CT&gt;CA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21" name=""/>
          <p:cNvSpPr/>
          <p:nvPr/>
        </p:nvSpPr>
        <p:spPr>
          <a:xfrm>
            <a:off x="94370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2" name=""/>
          <p:cNvSpPr/>
          <p:nvPr/>
        </p:nvSpPr>
        <p:spPr>
          <a:xfrm>
            <a:off x="94370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3" name=""/>
          <p:cNvSpPr txBox="1"/>
          <p:nvPr/>
        </p:nvSpPr>
        <p:spPr>
          <a:xfrm rot="16200000">
            <a:off x="92026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CT&gt;CC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24" name=""/>
          <p:cNvSpPr/>
          <p:nvPr/>
        </p:nvSpPr>
        <p:spPr>
          <a:xfrm>
            <a:off x="95623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5" name=""/>
          <p:cNvSpPr/>
          <p:nvPr/>
        </p:nvSpPr>
        <p:spPr>
          <a:xfrm>
            <a:off x="95623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6" name=""/>
          <p:cNvSpPr txBox="1"/>
          <p:nvPr/>
        </p:nvSpPr>
        <p:spPr>
          <a:xfrm rot="16200000">
            <a:off x="93276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CT&gt;CG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27" name=""/>
          <p:cNvSpPr/>
          <p:nvPr/>
        </p:nvSpPr>
        <p:spPr>
          <a:xfrm>
            <a:off x="96872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8" name=""/>
          <p:cNvSpPr/>
          <p:nvPr/>
        </p:nvSpPr>
        <p:spPr>
          <a:xfrm>
            <a:off x="96872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9" name=""/>
          <p:cNvSpPr txBox="1"/>
          <p:nvPr/>
        </p:nvSpPr>
        <p:spPr>
          <a:xfrm rot="16200000">
            <a:off x="94528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CT&gt;CT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30" name=""/>
          <p:cNvSpPr/>
          <p:nvPr/>
        </p:nvSpPr>
        <p:spPr>
          <a:xfrm>
            <a:off x="98125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1" name=""/>
          <p:cNvSpPr/>
          <p:nvPr/>
        </p:nvSpPr>
        <p:spPr>
          <a:xfrm>
            <a:off x="98125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2" name=""/>
          <p:cNvSpPr txBox="1"/>
          <p:nvPr/>
        </p:nvSpPr>
        <p:spPr>
          <a:xfrm rot="16200000">
            <a:off x="95781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GT&gt;CA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33" name=""/>
          <p:cNvSpPr/>
          <p:nvPr/>
        </p:nvSpPr>
        <p:spPr>
          <a:xfrm>
            <a:off x="99374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4" name=""/>
          <p:cNvSpPr/>
          <p:nvPr/>
        </p:nvSpPr>
        <p:spPr>
          <a:xfrm>
            <a:off x="99374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5" name=""/>
          <p:cNvSpPr txBox="1"/>
          <p:nvPr/>
        </p:nvSpPr>
        <p:spPr>
          <a:xfrm rot="16200000">
            <a:off x="97030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GT&gt;CC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36" name=""/>
          <p:cNvSpPr/>
          <p:nvPr/>
        </p:nvSpPr>
        <p:spPr>
          <a:xfrm>
            <a:off x="100627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7" name=""/>
          <p:cNvSpPr/>
          <p:nvPr/>
        </p:nvSpPr>
        <p:spPr>
          <a:xfrm>
            <a:off x="100627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8" name=""/>
          <p:cNvSpPr txBox="1"/>
          <p:nvPr/>
        </p:nvSpPr>
        <p:spPr>
          <a:xfrm rot="16200000">
            <a:off x="98283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GT&gt;CG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39" name=""/>
          <p:cNvSpPr/>
          <p:nvPr/>
        </p:nvSpPr>
        <p:spPr>
          <a:xfrm>
            <a:off x="101876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40" name=""/>
          <p:cNvSpPr/>
          <p:nvPr/>
        </p:nvSpPr>
        <p:spPr>
          <a:xfrm>
            <a:off x="101876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1" name=""/>
          <p:cNvSpPr txBox="1"/>
          <p:nvPr/>
        </p:nvSpPr>
        <p:spPr>
          <a:xfrm rot="16200000">
            <a:off x="99532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GT&gt;CT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42" name=""/>
          <p:cNvSpPr/>
          <p:nvPr/>
        </p:nvSpPr>
        <p:spPr>
          <a:xfrm>
            <a:off x="103129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43" name=""/>
          <p:cNvSpPr/>
          <p:nvPr/>
        </p:nvSpPr>
        <p:spPr>
          <a:xfrm>
            <a:off x="103129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4" name=""/>
          <p:cNvSpPr txBox="1"/>
          <p:nvPr/>
        </p:nvSpPr>
        <p:spPr>
          <a:xfrm rot="16200000">
            <a:off x="100785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TT&gt;CA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45" name=""/>
          <p:cNvSpPr/>
          <p:nvPr/>
        </p:nvSpPr>
        <p:spPr>
          <a:xfrm>
            <a:off x="104382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46" name=""/>
          <p:cNvSpPr/>
          <p:nvPr/>
        </p:nvSpPr>
        <p:spPr>
          <a:xfrm>
            <a:off x="104382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7" name=""/>
          <p:cNvSpPr txBox="1"/>
          <p:nvPr/>
        </p:nvSpPr>
        <p:spPr>
          <a:xfrm rot="16200000">
            <a:off x="102034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TT&gt;CC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48" name=""/>
          <p:cNvSpPr/>
          <p:nvPr/>
        </p:nvSpPr>
        <p:spPr>
          <a:xfrm>
            <a:off x="105631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49" name=""/>
          <p:cNvSpPr/>
          <p:nvPr/>
        </p:nvSpPr>
        <p:spPr>
          <a:xfrm>
            <a:off x="105631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0" name=""/>
          <p:cNvSpPr txBox="1"/>
          <p:nvPr/>
        </p:nvSpPr>
        <p:spPr>
          <a:xfrm rot="16200000">
            <a:off x="103287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TT&gt;CG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51" name=""/>
          <p:cNvSpPr/>
          <p:nvPr/>
        </p:nvSpPr>
        <p:spPr>
          <a:xfrm>
            <a:off x="106884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2" name=""/>
          <p:cNvSpPr/>
          <p:nvPr/>
        </p:nvSpPr>
        <p:spPr>
          <a:xfrm>
            <a:off x="106884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3" name=""/>
          <p:cNvSpPr txBox="1"/>
          <p:nvPr/>
        </p:nvSpPr>
        <p:spPr>
          <a:xfrm rot="16200000">
            <a:off x="104540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TT&gt;CT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54" name=""/>
          <p:cNvSpPr/>
          <p:nvPr/>
        </p:nvSpPr>
        <p:spPr>
          <a:xfrm>
            <a:off x="1081332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5" name=""/>
          <p:cNvSpPr/>
          <p:nvPr/>
        </p:nvSpPr>
        <p:spPr>
          <a:xfrm>
            <a:off x="1081332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6" name=""/>
          <p:cNvSpPr txBox="1"/>
          <p:nvPr/>
        </p:nvSpPr>
        <p:spPr>
          <a:xfrm rot="16200000">
            <a:off x="105789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AT&gt;GA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57" name=""/>
          <p:cNvSpPr/>
          <p:nvPr/>
        </p:nvSpPr>
        <p:spPr>
          <a:xfrm>
            <a:off x="109386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8" name=""/>
          <p:cNvSpPr/>
          <p:nvPr/>
        </p:nvSpPr>
        <p:spPr>
          <a:xfrm>
            <a:off x="109386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9" name=""/>
          <p:cNvSpPr txBox="1"/>
          <p:nvPr/>
        </p:nvSpPr>
        <p:spPr>
          <a:xfrm rot="16200000">
            <a:off x="107042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AT&gt;GC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60" name=""/>
          <p:cNvSpPr/>
          <p:nvPr/>
        </p:nvSpPr>
        <p:spPr>
          <a:xfrm>
            <a:off x="110638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1" name=""/>
          <p:cNvSpPr/>
          <p:nvPr/>
        </p:nvSpPr>
        <p:spPr>
          <a:xfrm>
            <a:off x="110638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2" name=""/>
          <p:cNvSpPr txBox="1"/>
          <p:nvPr/>
        </p:nvSpPr>
        <p:spPr>
          <a:xfrm rot="16200000">
            <a:off x="1082916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AT&gt;GG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63" name=""/>
          <p:cNvSpPr/>
          <p:nvPr/>
        </p:nvSpPr>
        <p:spPr>
          <a:xfrm>
            <a:off x="111888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4" name=""/>
          <p:cNvSpPr/>
          <p:nvPr/>
        </p:nvSpPr>
        <p:spPr>
          <a:xfrm>
            <a:off x="111888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5" name=""/>
          <p:cNvSpPr txBox="1"/>
          <p:nvPr/>
        </p:nvSpPr>
        <p:spPr>
          <a:xfrm rot="16200000">
            <a:off x="109544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AT&gt;GT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66" name=""/>
          <p:cNvSpPr/>
          <p:nvPr/>
        </p:nvSpPr>
        <p:spPr>
          <a:xfrm>
            <a:off x="113140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7" name=""/>
          <p:cNvSpPr/>
          <p:nvPr/>
        </p:nvSpPr>
        <p:spPr>
          <a:xfrm>
            <a:off x="113140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8" name=""/>
          <p:cNvSpPr txBox="1"/>
          <p:nvPr/>
        </p:nvSpPr>
        <p:spPr>
          <a:xfrm rot="16200000">
            <a:off x="110797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CT&gt;GA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69" name=""/>
          <p:cNvSpPr/>
          <p:nvPr/>
        </p:nvSpPr>
        <p:spPr>
          <a:xfrm>
            <a:off x="1143900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70" name=""/>
          <p:cNvSpPr/>
          <p:nvPr/>
        </p:nvSpPr>
        <p:spPr>
          <a:xfrm>
            <a:off x="1143900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1" name=""/>
          <p:cNvSpPr txBox="1"/>
          <p:nvPr/>
        </p:nvSpPr>
        <p:spPr>
          <a:xfrm rot="16200000">
            <a:off x="112046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CT&gt;GC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72" name=""/>
          <p:cNvSpPr/>
          <p:nvPr/>
        </p:nvSpPr>
        <p:spPr>
          <a:xfrm>
            <a:off x="115642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73" name=""/>
          <p:cNvSpPr/>
          <p:nvPr/>
        </p:nvSpPr>
        <p:spPr>
          <a:xfrm>
            <a:off x="115642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4" name=""/>
          <p:cNvSpPr txBox="1"/>
          <p:nvPr/>
        </p:nvSpPr>
        <p:spPr>
          <a:xfrm rot="16200000">
            <a:off x="113299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CT&gt;GG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75" name=""/>
          <p:cNvSpPr/>
          <p:nvPr/>
        </p:nvSpPr>
        <p:spPr>
          <a:xfrm>
            <a:off x="116895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76" name=""/>
          <p:cNvSpPr/>
          <p:nvPr/>
        </p:nvSpPr>
        <p:spPr>
          <a:xfrm>
            <a:off x="116895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7" name=""/>
          <p:cNvSpPr txBox="1"/>
          <p:nvPr/>
        </p:nvSpPr>
        <p:spPr>
          <a:xfrm rot="16200000">
            <a:off x="1145484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CT&gt;GT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78" name=""/>
          <p:cNvSpPr/>
          <p:nvPr/>
        </p:nvSpPr>
        <p:spPr>
          <a:xfrm>
            <a:off x="118144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79" name=""/>
          <p:cNvSpPr/>
          <p:nvPr/>
        </p:nvSpPr>
        <p:spPr>
          <a:xfrm>
            <a:off x="118144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0" name=""/>
          <p:cNvSpPr txBox="1"/>
          <p:nvPr/>
        </p:nvSpPr>
        <p:spPr>
          <a:xfrm rot="16200000">
            <a:off x="115801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GT&gt;GA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81" name=""/>
          <p:cNvSpPr/>
          <p:nvPr/>
        </p:nvSpPr>
        <p:spPr>
          <a:xfrm>
            <a:off x="119397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2" name=""/>
          <p:cNvSpPr/>
          <p:nvPr/>
        </p:nvSpPr>
        <p:spPr>
          <a:xfrm>
            <a:off x="119397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3" name=""/>
          <p:cNvSpPr txBox="1"/>
          <p:nvPr/>
        </p:nvSpPr>
        <p:spPr>
          <a:xfrm rot="16200000">
            <a:off x="117054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GT&gt;GC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84" name=""/>
          <p:cNvSpPr/>
          <p:nvPr/>
        </p:nvSpPr>
        <p:spPr>
          <a:xfrm>
            <a:off x="120646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5" name=""/>
          <p:cNvSpPr/>
          <p:nvPr/>
        </p:nvSpPr>
        <p:spPr>
          <a:xfrm>
            <a:off x="120646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6" name=""/>
          <p:cNvSpPr txBox="1"/>
          <p:nvPr/>
        </p:nvSpPr>
        <p:spPr>
          <a:xfrm rot="16200000">
            <a:off x="118303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GT&gt;GG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87" name=""/>
          <p:cNvSpPr/>
          <p:nvPr/>
        </p:nvSpPr>
        <p:spPr>
          <a:xfrm>
            <a:off x="121899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8" name=""/>
          <p:cNvSpPr/>
          <p:nvPr/>
        </p:nvSpPr>
        <p:spPr>
          <a:xfrm>
            <a:off x="121899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9" name=""/>
          <p:cNvSpPr txBox="1"/>
          <p:nvPr/>
        </p:nvSpPr>
        <p:spPr>
          <a:xfrm rot="16200000">
            <a:off x="119556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GT&gt;GT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90" name=""/>
          <p:cNvSpPr/>
          <p:nvPr/>
        </p:nvSpPr>
        <p:spPr>
          <a:xfrm>
            <a:off x="1231488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1" name=""/>
          <p:cNvSpPr/>
          <p:nvPr/>
        </p:nvSpPr>
        <p:spPr>
          <a:xfrm>
            <a:off x="1231488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2" name=""/>
          <p:cNvSpPr txBox="1"/>
          <p:nvPr/>
        </p:nvSpPr>
        <p:spPr>
          <a:xfrm rot="16200000">
            <a:off x="1208052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TT&gt;GA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93" name=""/>
          <p:cNvSpPr/>
          <p:nvPr/>
        </p:nvSpPr>
        <p:spPr>
          <a:xfrm>
            <a:off x="1244016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4" name=""/>
          <p:cNvSpPr/>
          <p:nvPr/>
        </p:nvSpPr>
        <p:spPr>
          <a:xfrm>
            <a:off x="1244016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5" name=""/>
          <p:cNvSpPr txBox="1"/>
          <p:nvPr/>
        </p:nvSpPr>
        <p:spPr>
          <a:xfrm rot="16200000">
            <a:off x="122058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TT&gt;GC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96" name=""/>
          <p:cNvSpPr/>
          <p:nvPr/>
        </p:nvSpPr>
        <p:spPr>
          <a:xfrm>
            <a:off x="12565440" y="8192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7" name=""/>
          <p:cNvSpPr/>
          <p:nvPr/>
        </p:nvSpPr>
        <p:spPr>
          <a:xfrm>
            <a:off x="12565440" y="8192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8" name=""/>
          <p:cNvSpPr txBox="1"/>
          <p:nvPr/>
        </p:nvSpPr>
        <p:spPr>
          <a:xfrm rot="16200000">
            <a:off x="1233108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TT&gt;GG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299" name=""/>
          <p:cNvSpPr txBox="1"/>
          <p:nvPr/>
        </p:nvSpPr>
        <p:spPr>
          <a:xfrm rot="16200000">
            <a:off x="12456000" y="8336880"/>
            <a:ext cx="214200" cy="82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550" spc="-1" strike="noStrike">
                <a:solidFill>
                  <a:srgbClr val="1d3557"/>
                </a:solidFill>
                <a:latin typeface="DejaVuSansMono"/>
              </a:rPr>
              <a:t>TT&gt;GT</a:t>
            </a:r>
            <a:endParaRPr b="0" lang="en-US" sz="550" spc="-1" strike="noStrike">
              <a:latin typeface="Times New Roman"/>
            </a:endParaRPr>
          </a:p>
        </p:txBody>
      </p:sp>
      <p:sp>
        <p:nvSpPr>
          <p:cNvPr id="1300" name=""/>
          <p:cNvSpPr/>
          <p:nvPr/>
        </p:nvSpPr>
        <p:spPr>
          <a:xfrm>
            <a:off x="564480" y="8192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1" name=""/>
          <p:cNvSpPr/>
          <p:nvPr/>
        </p:nvSpPr>
        <p:spPr>
          <a:xfrm flipH="1">
            <a:off x="564480" y="8192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2" name=""/>
          <p:cNvSpPr txBox="1"/>
          <p:nvPr/>
        </p:nvSpPr>
        <p:spPr>
          <a:xfrm>
            <a:off x="4988520" y="8514720"/>
            <a:ext cx="3297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Trinucleotide mutation context (5'-N[REF&gt;ALT]N-3')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303" name=""/>
          <p:cNvSpPr/>
          <p:nvPr/>
        </p:nvSpPr>
        <p:spPr>
          <a:xfrm>
            <a:off x="564480" y="7948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4" name=""/>
          <p:cNvSpPr/>
          <p:nvPr/>
        </p:nvSpPr>
        <p:spPr>
          <a:xfrm flipH="1">
            <a:off x="564480" y="7948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5" name=""/>
          <p:cNvSpPr txBox="1"/>
          <p:nvPr/>
        </p:nvSpPr>
        <p:spPr>
          <a:xfrm>
            <a:off x="463680" y="814392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06" name=""/>
          <p:cNvSpPr/>
          <p:nvPr/>
        </p:nvSpPr>
        <p:spPr>
          <a:xfrm>
            <a:off x="564480" y="7705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7" name=""/>
          <p:cNvSpPr/>
          <p:nvPr/>
        </p:nvSpPr>
        <p:spPr>
          <a:xfrm flipH="1">
            <a:off x="564480" y="7705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8" name=""/>
          <p:cNvSpPr txBox="1"/>
          <p:nvPr/>
        </p:nvSpPr>
        <p:spPr>
          <a:xfrm>
            <a:off x="463680" y="790020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09" name=""/>
          <p:cNvSpPr/>
          <p:nvPr/>
        </p:nvSpPr>
        <p:spPr>
          <a:xfrm>
            <a:off x="564480" y="7461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0" name=""/>
          <p:cNvSpPr/>
          <p:nvPr/>
        </p:nvSpPr>
        <p:spPr>
          <a:xfrm flipH="1">
            <a:off x="564480" y="7461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1" name=""/>
          <p:cNvSpPr txBox="1"/>
          <p:nvPr/>
        </p:nvSpPr>
        <p:spPr>
          <a:xfrm>
            <a:off x="407160" y="76568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12" name=""/>
          <p:cNvSpPr/>
          <p:nvPr/>
        </p:nvSpPr>
        <p:spPr>
          <a:xfrm>
            <a:off x="564480" y="721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3" name=""/>
          <p:cNvSpPr/>
          <p:nvPr/>
        </p:nvSpPr>
        <p:spPr>
          <a:xfrm flipH="1">
            <a:off x="564480" y="721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4" name=""/>
          <p:cNvSpPr txBox="1"/>
          <p:nvPr/>
        </p:nvSpPr>
        <p:spPr>
          <a:xfrm>
            <a:off x="407160" y="741312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15" name=""/>
          <p:cNvSpPr/>
          <p:nvPr/>
        </p:nvSpPr>
        <p:spPr>
          <a:xfrm>
            <a:off x="564480" y="697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6" name=""/>
          <p:cNvSpPr/>
          <p:nvPr/>
        </p:nvSpPr>
        <p:spPr>
          <a:xfrm flipH="1">
            <a:off x="564480" y="697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7" name=""/>
          <p:cNvSpPr txBox="1"/>
          <p:nvPr/>
        </p:nvSpPr>
        <p:spPr>
          <a:xfrm>
            <a:off x="407160" y="716976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18" name=""/>
          <p:cNvSpPr/>
          <p:nvPr/>
        </p:nvSpPr>
        <p:spPr>
          <a:xfrm>
            <a:off x="564480" y="6730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9" name=""/>
          <p:cNvSpPr/>
          <p:nvPr/>
        </p:nvSpPr>
        <p:spPr>
          <a:xfrm flipH="1">
            <a:off x="564480" y="6730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0" name=""/>
          <p:cNvSpPr txBox="1"/>
          <p:nvPr/>
        </p:nvSpPr>
        <p:spPr>
          <a:xfrm>
            <a:off x="407160" y="69260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21" name=""/>
          <p:cNvSpPr txBox="1"/>
          <p:nvPr/>
        </p:nvSpPr>
        <p:spPr>
          <a:xfrm>
            <a:off x="407160" y="668232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22" name=""/>
          <p:cNvSpPr txBox="1"/>
          <p:nvPr/>
        </p:nvSpPr>
        <p:spPr>
          <a:xfrm rot="16200000">
            <a:off x="-41760" y="7376400"/>
            <a:ext cx="3726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14-PR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323" name=""/>
          <p:cNvSpPr/>
          <p:nvPr/>
        </p:nvSpPr>
        <p:spPr>
          <a:xfrm>
            <a:off x="624600" y="7948800"/>
            <a:ext cx="106560" cy="244080"/>
          </a:xfrm>
          <a:custGeom>
            <a:avLst/>
            <a:gdLst/>
            <a:ahLst/>
            <a:rect l="0" t="0" r="r" b="b"/>
            <a:pathLst>
              <a:path w="296" h="678">
                <a:moveTo>
                  <a:pt x="0" y="678"/>
                </a:moveTo>
                <a:lnTo>
                  <a:pt x="296" y="678"/>
                </a:lnTo>
                <a:lnTo>
                  <a:pt x="296" y="0"/>
                </a:lnTo>
                <a:lnTo>
                  <a:pt x="0" y="0"/>
                </a:lnTo>
                <a:lnTo>
                  <a:pt x="0" y="678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24" name=""/>
          <p:cNvSpPr/>
          <p:nvPr/>
        </p:nvSpPr>
        <p:spPr>
          <a:xfrm>
            <a:off x="749880" y="7997400"/>
            <a:ext cx="106560" cy="195480"/>
          </a:xfrm>
          <a:custGeom>
            <a:avLst/>
            <a:gdLst/>
            <a:ahLst/>
            <a:rect l="0" t="0" r="r" b="b"/>
            <a:pathLst>
              <a:path w="296" h="543">
                <a:moveTo>
                  <a:pt x="0" y="543"/>
                </a:moveTo>
                <a:lnTo>
                  <a:pt x="296" y="543"/>
                </a:lnTo>
                <a:lnTo>
                  <a:pt x="296" y="0"/>
                </a:lnTo>
                <a:lnTo>
                  <a:pt x="0" y="0"/>
                </a:lnTo>
                <a:lnTo>
                  <a:pt x="0" y="543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25" name=""/>
          <p:cNvSpPr/>
          <p:nvPr/>
        </p:nvSpPr>
        <p:spPr>
          <a:xfrm>
            <a:off x="87480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26" name=""/>
          <p:cNvSpPr/>
          <p:nvPr/>
        </p:nvSpPr>
        <p:spPr>
          <a:xfrm>
            <a:off x="1000080" y="7900200"/>
            <a:ext cx="106560" cy="292680"/>
          </a:xfrm>
          <a:custGeom>
            <a:avLst/>
            <a:gdLst/>
            <a:ahLst/>
            <a:rect l="0" t="0" r="r" b="b"/>
            <a:pathLst>
              <a:path w="296" h="813">
                <a:moveTo>
                  <a:pt x="0" y="813"/>
                </a:moveTo>
                <a:lnTo>
                  <a:pt x="296" y="813"/>
                </a:lnTo>
                <a:lnTo>
                  <a:pt x="296" y="0"/>
                </a:lnTo>
                <a:lnTo>
                  <a:pt x="0" y="0"/>
                </a:lnTo>
                <a:lnTo>
                  <a:pt x="0" y="813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27" name=""/>
          <p:cNvSpPr/>
          <p:nvPr/>
        </p:nvSpPr>
        <p:spPr>
          <a:xfrm>
            <a:off x="1125000" y="7851600"/>
            <a:ext cx="106920" cy="341280"/>
          </a:xfrm>
          <a:custGeom>
            <a:avLst/>
            <a:gdLst/>
            <a:ahLst/>
            <a:rect l="0" t="0" r="r" b="b"/>
            <a:pathLst>
              <a:path w="297" h="948">
                <a:moveTo>
                  <a:pt x="0" y="948"/>
                </a:moveTo>
                <a:lnTo>
                  <a:pt x="297" y="948"/>
                </a:lnTo>
                <a:lnTo>
                  <a:pt x="297" y="0"/>
                </a:lnTo>
                <a:lnTo>
                  <a:pt x="0" y="0"/>
                </a:lnTo>
                <a:lnTo>
                  <a:pt x="0" y="948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28" name=""/>
          <p:cNvSpPr/>
          <p:nvPr/>
        </p:nvSpPr>
        <p:spPr>
          <a:xfrm>
            <a:off x="1250280" y="8046360"/>
            <a:ext cx="106560" cy="146520"/>
          </a:xfrm>
          <a:custGeom>
            <a:avLst/>
            <a:gdLst/>
            <a:ahLst/>
            <a:rect l="0" t="0" r="r" b="b"/>
            <a:pathLst>
              <a:path w="296" h="407">
                <a:moveTo>
                  <a:pt x="0" y="407"/>
                </a:moveTo>
                <a:lnTo>
                  <a:pt x="296" y="407"/>
                </a:lnTo>
                <a:lnTo>
                  <a:pt x="29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29" name=""/>
          <p:cNvSpPr/>
          <p:nvPr/>
        </p:nvSpPr>
        <p:spPr>
          <a:xfrm>
            <a:off x="137520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0" name=""/>
          <p:cNvSpPr/>
          <p:nvPr/>
        </p:nvSpPr>
        <p:spPr>
          <a:xfrm>
            <a:off x="150048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1" name=""/>
          <p:cNvSpPr/>
          <p:nvPr/>
        </p:nvSpPr>
        <p:spPr>
          <a:xfrm>
            <a:off x="1625760" y="7851600"/>
            <a:ext cx="106560" cy="341280"/>
          </a:xfrm>
          <a:custGeom>
            <a:avLst/>
            <a:gdLst/>
            <a:ahLst/>
            <a:rect l="0" t="0" r="r" b="b"/>
            <a:pathLst>
              <a:path w="296" h="948">
                <a:moveTo>
                  <a:pt x="0" y="948"/>
                </a:moveTo>
                <a:lnTo>
                  <a:pt x="296" y="948"/>
                </a:lnTo>
                <a:lnTo>
                  <a:pt x="296" y="0"/>
                </a:lnTo>
                <a:lnTo>
                  <a:pt x="0" y="0"/>
                </a:lnTo>
                <a:lnTo>
                  <a:pt x="0" y="948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2" name=""/>
          <p:cNvSpPr/>
          <p:nvPr/>
        </p:nvSpPr>
        <p:spPr>
          <a:xfrm>
            <a:off x="1750680" y="7948800"/>
            <a:ext cx="106920" cy="244080"/>
          </a:xfrm>
          <a:custGeom>
            <a:avLst/>
            <a:gdLst/>
            <a:ahLst/>
            <a:rect l="0" t="0" r="r" b="b"/>
            <a:pathLst>
              <a:path w="297" h="678">
                <a:moveTo>
                  <a:pt x="0" y="678"/>
                </a:moveTo>
                <a:lnTo>
                  <a:pt x="297" y="678"/>
                </a:lnTo>
                <a:lnTo>
                  <a:pt x="297" y="0"/>
                </a:lnTo>
                <a:lnTo>
                  <a:pt x="0" y="0"/>
                </a:lnTo>
                <a:lnTo>
                  <a:pt x="0" y="678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3" name=""/>
          <p:cNvSpPr/>
          <p:nvPr/>
        </p:nvSpPr>
        <p:spPr>
          <a:xfrm>
            <a:off x="1875960" y="8046360"/>
            <a:ext cx="106560" cy="146520"/>
          </a:xfrm>
          <a:custGeom>
            <a:avLst/>
            <a:gdLst/>
            <a:ahLst/>
            <a:rect l="0" t="0" r="r" b="b"/>
            <a:pathLst>
              <a:path w="296" h="407">
                <a:moveTo>
                  <a:pt x="0" y="407"/>
                </a:moveTo>
                <a:lnTo>
                  <a:pt x="296" y="407"/>
                </a:lnTo>
                <a:lnTo>
                  <a:pt x="29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4" name=""/>
          <p:cNvSpPr/>
          <p:nvPr/>
        </p:nvSpPr>
        <p:spPr>
          <a:xfrm>
            <a:off x="2000880" y="7900200"/>
            <a:ext cx="106920" cy="292680"/>
          </a:xfrm>
          <a:custGeom>
            <a:avLst/>
            <a:gdLst/>
            <a:ahLst/>
            <a:rect l="0" t="0" r="r" b="b"/>
            <a:pathLst>
              <a:path w="297" h="813">
                <a:moveTo>
                  <a:pt x="0" y="813"/>
                </a:moveTo>
                <a:lnTo>
                  <a:pt x="297" y="813"/>
                </a:lnTo>
                <a:lnTo>
                  <a:pt x="297" y="0"/>
                </a:lnTo>
                <a:lnTo>
                  <a:pt x="0" y="0"/>
                </a:lnTo>
                <a:lnTo>
                  <a:pt x="0" y="813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5" name=""/>
          <p:cNvSpPr/>
          <p:nvPr/>
        </p:nvSpPr>
        <p:spPr>
          <a:xfrm>
            <a:off x="212616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6" name=""/>
          <p:cNvSpPr/>
          <p:nvPr/>
        </p:nvSpPr>
        <p:spPr>
          <a:xfrm>
            <a:off x="225144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7" name=""/>
          <p:cNvSpPr/>
          <p:nvPr/>
        </p:nvSpPr>
        <p:spPr>
          <a:xfrm>
            <a:off x="237636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8" name=""/>
          <p:cNvSpPr/>
          <p:nvPr/>
        </p:nvSpPr>
        <p:spPr>
          <a:xfrm>
            <a:off x="2501640" y="7754040"/>
            <a:ext cx="106560" cy="438840"/>
          </a:xfrm>
          <a:custGeom>
            <a:avLst/>
            <a:gdLst/>
            <a:ahLst/>
            <a:rect l="0" t="0" r="r" b="b"/>
            <a:pathLst>
              <a:path w="296" h="1219">
                <a:moveTo>
                  <a:pt x="0" y="1219"/>
                </a:moveTo>
                <a:lnTo>
                  <a:pt x="296" y="1219"/>
                </a:lnTo>
                <a:lnTo>
                  <a:pt x="296" y="0"/>
                </a:lnTo>
                <a:lnTo>
                  <a:pt x="0" y="0"/>
                </a:lnTo>
                <a:lnTo>
                  <a:pt x="0" y="1219"/>
                </a:lnTo>
                <a:close/>
              </a:path>
            </a:pathLst>
          </a:custGeom>
          <a:solidFill>
            <a:srgbClr val="03bcee"/>
          </a:solidFill>
          <a:ln w="1800">
            <a:solidFill>
              <a:srgbClr val="000000"/>
            </a:solidFill>
            <a:miter/>
          </a:ln>
        </p:spPr>
      </p:sp>
      <p:sp>
        <p:nvSpPr>
          <p:cNvPr id="1339" name=""/>
          <p:cNvSpPr/>
          <p:nvPr/>
        </p:nvSpPr>
        <p:spPr>
          <a:xfrm>
            <a:off x="2626560" y="7997400"/>
            <a:ext cx="106920" cy="195480"/>
          </a:xfrm>
          <a:custGeom>
            <a:avLst/>
            <a:gdLst/>
            <a:ahLst/>
            <a:rect l="0" t="0" r="r" b="b"/>
            <a:pathLst>
              <a:path w="297" h="543">
                <a:moveTo>
                  <a:pt x="0" y="543"/>
                </a:moveTo>
                <a:lnTo>
                  <a:pt x="297" y="543"/>
                </a:lnTo>
                <a:lnTo>
                  <a:pt x="297" y="0"/>
                </a:lnTo>
                <a:lnTo>
                  <a:pt x="0" y="0"/>
                </a:lnTo>
                <a:lnTo>
                  <a:pt x="0" y="543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0" name=""/>
          <p:cNvSpPr/>
          <p:nvPr/>
        </p:nvSpPr>
        <p:spPr>
          <a:xfrm>
            <a:off x="275184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1" name=""/>
          <p:cNvSpPr/>
          <p:nvPr/>
        </p:nvSpPr>
        <p:spPr>
          <a:xfrm>
            <a:off x="287712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2" name=""/>
          <p:cNvSpPr/>
          <p:nvPr/>
        </p:nvSpPr>
        <p:spPr>
          <a:xfrm>
            <a:off x="3002040" y="7900200"/>
            <a:ext cx="106920" cy="292680"/>
          </a:xfrm>
          <a:custGeom>
            <a:avLst/>
            <a:gdLst/>
            <a:ahLst/>
            <a:rect l="0" t="0" r="r" b="b"/>
            <a:pathLst>
              <a:path w="297" h="813">
                <a:moveTo>
                  <a:pt x="0" y="813"/>
                </a:moveTo>
                <a:lnTo>
                  <a:pt x="297" y="813"/>
                </a:lnTo>
                <a:lnTo>
                  <a:pt x="297" y="0"/>
                </a:lnTo>
                <a:lnTo>
                  <a:pt x="0" y="0"/>
                </a:lnTo>
                <a:lnTo>
                  <a:pt x="0" y="813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3" name=""/>
          <p:cNvSpPr/>
          <p:nvPr/>
        </p:nvSpPr>
        <p:spPr>
          <a:xfrm>
            <a:off x="312732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4" name=""/>
          <p:cNvSpPr/>
          <p:nvPr/>
        </p:nvSpPr>
        <p:spPr>
          <a:xfrm>
            <a:off x="3252240" y="8046360"/>
            <a:ext cx="106920" cy="146520"/>
          </a:xfrm>
          <a:custGeom>
            <a:avLst/>
            <a:gdLst/>
            <a:ahLst/>
            <a:rect l="0" t="0" r="r" b="b"/>
            <a:pathLst>
              <a:path w="297" h="407">
                <a:moveTo>
                  <a:pt x="0" y="407"/>
                </a:moveTo>
                <a:lnTo>
                  <a:pt x="297" y="407"/>
                </a:lnTo>
                <a:lnTo>
                  <a:pt x="297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5" name=""/>
          <p:cNvSpPr/>
          <p:nvPr/>
        </p:nvSpPr>
        <p:spPr>
          <a:xfrm>
            <a:off x="3377520" y="8143560"/>
            <a:ext cx="106560" cy="49320"/>
          </a:xfrm>
          <a:custGeom>
            <a:avLst/>
            <a:gdLst/>
            <a:ahLst/>
            <a:rect l="0" t="0" r="r" b="b"/>
            <a:pathLst>
              <a:path w="296" h="137">
                <a:moveTo>
                  <a:pt x="0" y="137"/>
                </a:moveTo>
                <a:lnTo>
                  <a:pt x="296" y="137"/>
                </a:lnTo>
                <a:lnTo>
                  <a:pt x="296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6" name=""/>
          <p:cNvSpPr/>
          <p:nvPr/>
        </p:nvSpPr>
        <p:spPr>
          <a:xfrm>
            <a:off x="3502440" y="8046360"/>
            <a:ext cx="106920" cy="146520"/>
          </a:xfrm>
          <a:custGeom>
            <a:avLst/>
            <a:gdLst/>
            <a:ahLst/>
            <a:rect l="0" t="0" r="r" b="b"/>
            <a:pathLst>
              <a:path w="297" h="407">
                <a:moveTo>
                  <a:pt x="0" y="407"/>
                </a:moveTo>
                <a:lnTo>
                  <a:pt x="297" y="407"/>
                </a:lnTo>
                <a:lnTo>
                  <a:pt x="297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7" name=""/>
          <p:cNvSpPr/>
          <p:nvPr/>
        </p:nvSpPr>
        <p:spPr>
          <a:xfrm>
            <a:off x="362772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8" name=""/>
          <p:cNvSpPr/>
          <p:nvPr/>
        </p:nvSpPr>
        <p:spPr>
          <a:xfrm>
            <a:off x="375300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49" name=""/>
          <p:cNvSpPr/>
          <p:nvPr/>
        </p:nvSpPr>
        <p:spPr>
          <a:xfrm>
            <a:off x="387792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50" name=""/>
          <p:cNvSpPr/>
          <p:nvPr/>
        </p:nvSpPr>
        <p:spPr>
          <a:xfrm>
            <a:off x="4003200" y="8143560"/>
            <a:ext cx="106560" cy="49320"/>
          </a:xfrm>
          <a:custGeom>
            <a:avLst/>
            <a:gdLst/>
            <a:ahLst/>
            <a:rect l="0" t="0" r="r" b="b"/>
            <a:pathLst>
              <a:path w="296" h="137">
                <a:moveTo>
                  <a:pt x="0" y="137"/>
                </a:moveTo>
                <a:lnTo>
                  <a:pt x="296" y="137"/>
                </a:lnTo>
                <a:lnTo>
                  <a:pt x="296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51" name=""/>
          <p:cNvSpPr/>
          <p:nvPr/>
        </p:nvSpPr>
        <p:spPr>
          <a:xfrm>
            <a:off x="412812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52" name=""/>
          <p:cNvSpPr/>
          <p:nvPr/>
        </p:nvSpPr>
        <p:spPr>
          <a:xfrm>
            <a:off x="425340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53" name=""/>
          <p:cNvSpPr/>
          <p:nvPr/>
        </p:nvSpPr>
        <p:spPr>
          <a:xfrm>
            <a:off x="437868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54" name=""/>
          <p:cNvSpPr/>
          <p:nvPr/>
        </p:nvSpPr>
        <p:spPr>
          <a:xfrm>
            <a:off x="450360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10101"/>
          </a:solidFill>
          <a:ln w="1800">
            <a:solidFill>
              <a:srgbClr val="000000"/>
            </a:solidFill>
            <a:miter/>
          </a:ln>
        </p:spPr>
      </p:sp>
      <p:sp>
        <p:nvSpPr>
          <p:cNvPr id="1355" name=""/>
          <p:cNvSpPr/>
          <p:nvPr/>
        </p:nvSpPr>
        <p:spPr>
          <a:xfrm>
            <a:off x="4628880" y="8046360"/>
            <a:ext cx="106560" cy="146520"/>
          </a:xfrm>
          <a:custGeom>
            <a:avLst/>
            <a:gdLst/>
            <a:ahLst/>
            <a:rect l="0" t="0" r="r" b="b"/>
            <a:pathLst>
              <a:path w="296" h="407">
                <a:moveTo>
                  <a:pt x="0" y="407"/>
                </a:moveTo>
                <a:lnTo>
                  <a:pt x="296" y="407"/>
                </a:lnTo>
                <a:lnTo>
                  <a:pt x="29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56" name=""/>
          <p:cNvSpPr/>
          <p:nvPr/>
        </p:nvSpPr>
        <p:spPr>
          <a:xfrm>
            <a:off x="4753800" y="7997400"/>
            <a:ext cx="106920" cy="195480"/>
          </a:xfrm>
          <a:custGeom>
            <a:avLst/>
            <a:gdLst/>
            <a:ahLst/>
            <a:rect l="0" t="0" r="r" b="b"/>
            <a:pathLst>
              <a:path w="297" h="543">
                <a:moveTo>
                  <a:pt x="0" y="543"/>
                </a:moveTo>
                <a:lnTo>
                  <a:pt x="297" y="543"/>
                </a:lnTo>
                <a:lnTo>
                  <a:pt x="297" y="0"/>
                </a:lnTo>
                <a:lnTo>
                  <a:pt x="0" y="0"/>
                </a:lnTo>
                <a:lnTo>
                  <a:pt x="0" y="543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57" name=""/>
          <p:cNvSpPr/>
          <p:nvPr/>
        </p:nvSpPr>
        <p:spPr>
          <a:xfrm>
            <a:off x="4879080" y="7315560"/>
            <a:ext cx="106560" cy="877320"/>
          </a:xfrm>
          <a:custGeom>
            <a:avLst/>
            <a:gdLst/>
            <a:ahLst/>
            <a:rect l="0" t="0" r="r" b="b"/>
            <a:pathLst>
              <a:path w="296" h="2437">
                <a:moveTo>
                  <a:pt x="0" y="2437"/>
                </a:moveTo>
                <a:lnTo>
                  <a:pt x="296" y="2437"/>
                </a:lnTo>
                <a:lnTo>
                  <a:pt x="296" y="0"/>
                </a:lnTo>
                <a:lnTo>
                  <a:pt x="0" y="0"/>
                </a:lnTo>
                <a:lnTo>
                  <a:pt x="0" y="243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58" name=""/>
          <p:cNvSpPr/>
          <p:nvPr/>
        </p:nvSpPr>
        <p:spPr>
          <a:xfrm>
            <a:off x="5004360" y="8143560"/>
            <a:ext cx="106560" cy="49320"/>
          </a:xfrm>
          <a:custGeom>
            <a:avLst/>
            <a:gdLst/>
            <a:ahLst/>
            <a:rect l="0" t="0" r="r" b="b"/>
            <a:pathLst>
              <a:path w="296" h="137">
                <a:moveTo>
                  <a:pt x="0" y="137"/>
                </a:moveTo>
                <a:lnTo>
                  <a:pt x="296" y="137"/>
                </a:lnTo>
                <a:lnTo>
                  <a:pt x="296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59" name=""/>
          <p:cNvSpPr/>
          <p:nvPr/>
        </p:nvSpPr>
        <p:spPr>
          <a:xfrm>
            <a:off x="5129280" y="8094960"/>
            <a:ext cx="106920" cy="97920"/>
          </a:xfrm>
          <a:custGeom>
            <a:avLst/>
            <a:gdLst/>
            <a:ahLst/>
            <a:rect l="0" t="0" r="r" b="b"/>
            <a:pathLst>
              <a:path w="297" h="272">
                <a:moveTo>
                  <a:pt x="0" y="272"/>
                </a:moveTo>
                <a:lnTo>
                  <a:pt x="297" y="272"/>
                </a:lnTo>
                <a:lnTo>
                  <a:pt x="297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0" name=""/>
          <p:cNvSpPr/>
          <p:nvPr/>
        </p:nvSpPr>
        <p:spPr>
          <a:xfrm>
            <a:off x="525456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1" name=""/>
          <p:cNvSpPr/>
          <p:nvPr/>
        </p:nvSpPr>
        <p:spPr>
          <a:xfrm>
            <a:off x="5379480" y="6779880"/>
            <a:ext cx="106920" cy="1413000"/>
          </a:xfrm>
          <a:custGeom>
            <a:avLst/>
            <a:gdLst/>
            <a:ahLst/>
            <a:rect l="0" t="0" r="r" b="b"/>
            <a:pathLst>
              <a:path w="297" h="3925">
                <a:moveTo>
                  <a:pt x="0" y="3925"/>
                </a:moveTo>
                <a:lnTo>
                  <a:pt x="297" y="3925"/>
                </a:lnTo>
                <a:lnTo>
                  <a:pt x="297" y="0"/>
                </a:lnTo>
                <a:lnTo>
                  <a:pt x="0" y="0"/>
                </a:lnTo>
                <a:lnTo>
                  <a:pt x="0" y="3925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2" name=""/>
          <p:cNvSpPr/>
          <p:nvPr/>
        </p:nvSpPr>
        <p:spPr>
          <a:xfrm>
            <a:off x="5504760" y="7900200"/>
            <a:ext cx="106560" cy="292680"/>
          </a:xfrm>
          <a:custGeom>
            <a:avLst/>
            <a:gdLst/>
            <a:ahLst/>
            <a:rect l="0" t="0" r="r" b="b"/>
            <a:pathLst>
              <a:path w="296" h="813">
                <a:moveTo>
                  <a:pt x="0" y="813"/>
                </a:moveTo>
                <a:lnTo>
                  <a:pt x="296" y="813"/>
                </a:lnTo>
                <a:lnTo>
                  <a:pt x="296" y="0"/>
                </a:lnTo>
                <a:lnTo>
                  <a:pt x="0" y="0"/>
                </a:lnTo>
                <a:lnTo>
                  <a:pt x="0" y="813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3" name=""/>
          <p:cNvSpPr/>
          <p:nvPr/>
        </p:nvSpPr>
        <p:spPr>
          <a:xfrm>
            <a:off x="5630040" y="8046360"/>
            <a:ext cx="106560" cy="146520"/>
          </a:xfrm>
          <a:custGeom>
            <a:avLst/>
            <a:gdLst/>
            <a:ahLst/>
            <a:rect l="0" t="0" r="r" b="b"/>
            <a:pathLst>
              <a:path w="296" h="407">
                <a:moveTo>
                  <a:pt x="0" y="407"/>
                </a:moveTo>
                <a:lnTo>
                  <a:pt x="296" y="407"/>
                </a:lnTo>
                <a:lnTo>
                  <a:pt x="29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4" name=""/>
          <p:cNvSpPr/>
          <p:nvPr/>
        </p:nvSpPr>
        <p:spPr>
          <a:xfrm>
            <a:off x="5754960" y="8046360"/>
            <a:ext cx="106920" cy="146520"/>
          </a:xfrm>
          <a:custGeom>
            <a:avLst/>
            <a:gdLst/>
            <a:ahLst/>
            <a:rect l="0" t="0" r="r" b="b"/>
            <a:pathLst>
              <a:path w="297" h="407">
                <a:moveTo>
                  <a:pt x="0" y="407"/>
                </a:moveTo>
                <a:lnTo>
                  <a:pt x="297" y="407"/>
                </a:lnTo>
                <a:lnTo>
                  <a:pt x="297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5" name=""/>
          <p:cNvSpPr/>
          <p:nvPr/>
        </p:nvSpPr>
        <p:spPr>
          <a:xfrm>
            <a:off x="5880240" y="6779880"/>
            <a:ext cx="106560" cy="1413000"/>
          </a:xfrm>
          <a:custGeom>
            <a:avLst/>
            <a:gdLst/>
            <a:ahLst/>
            <a:rect l="0" t="0" r="r" b="b"/>
            <a:pathLst>
              <a:path w="296" h="3925">
                <a:moveTo>
                  <a:pt x="0" y="3925"/>
                </a:moveTo>
                <a:lnTo>
                  <a:pt x="296" y="3925"/>
                </a:lnTo>
                <a:lnTo>
                  <a:pt x="296" y="0"/>
                </a:lnTo>
                <a:lnTo>
                  <a:pt x="0" y="0"/>
                </a:lnTo>
                <a:lnTo>
                  <a:pt x="0" y="3925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6" name=""/>
          <p:cNvSpPr/>
          <p:nvPr/>
        </p:nvSpPr>
        <p:spPr>
          <a:xfrm>
            <a:off x="6005160" y="7948800"/>
            <a:ext cx="106920" cy="244080"/>
          </a:xfrm>
          <a:custGeom>
            <a:avLst/>
            <a:gdLst/>
            <a:ahLst/>
            <a:rect l="0" t="0" r="r" b="b"/>
            <a:pathLst>
              <a:path w="297" h="678">
                <a:moveTo>
                  <a:pt x="0" y="678"/>
                </a:moveTo>
                <a:lnTo>
                  <a:pt x="297" y="678"/>
                </a:lnTo>
                <a:lnTo>
                  <a:pt x="297" y="0"/>
                </a:lnTo>
                <a:lnTo>
                  <a:pt x="0" y="0"/>
                </a:lnTo>
                <a:lnTo>
                  <a:pt x="0" y="678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7" name=""/>
          <p:cNvSpPr/>
          <p:nvPr/>
        </p:nvSpPr>
        <p:spPr>
          <a:xfrm>
            <a:off x="6130440" y="8046360"/>
            <a:ext cx="106560" cy="146520"/>
          </a:xfrm>
          <a:custGeom>
            <a:avLst/>
            <a:gdLst/>
            <a:ahLst/>
            <a:rect l="0" t="0" r="r" b="b"/>
            <a:pathLst>
              <a:path w="296" h="407">
                <a:moveTo>
                  <a:pt x="0" y="407"/>
                </a:moveTo>
                <a:lnTo>
                  <a:pt x="296" y="407"/>
                </a:lnTo>
                <a:lnTo>
                  <a:pt x="29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8" name=""/>
          <p:cNvSpPr/>
          <p:nvPr/>
        </p:nvSpPr>
        <p:spPr>
          <a:xfrm>
            <a:off x="6255360" y="8046360"/>
            <a:ext cx="106920" cy="146520"/>
          </a:xfrm>
          <a:custGeom>
            <a:avLst/>
            <a:gdLst/>
            <a:ahLst/>
            <a:rect l="0" t="0" r="r" b="b"/>
            <a:pathLst>
              <a:path w="297" h="407">
                <a:moveTo>
                  <a:pt x="0" y="407"/>
                </a:moveTo>
                <a:lnTo>
                  <a:pt x="297" y="407"/>
                </a:lnTo>
                <a:lnTo>
                  <a:pt x="297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69" name=""/>
          <p:cNvSpPr/>
          <p:nvPr/>
        </p:nvSpPr>
        <p:spPr>
          <a:xfrm>
            <a:off x="6380640" y="7656480"/>
            <a:ext cx="106920" cy="536400"/>
          </a:xfrm>
          <a:custGeom>
            <a:avLst/>
            <a:gdLst/>
            <a:ahLst/>
            <a:rect l="0" t="0" r="r" b="b"/>
            <a:pathLst>
              <a:path w="297" h="1490">
                <a:moveTo>
                  <a:pt x="0" y="1490"/>
                </a:moveTo>
                <a:lnTo>
                  <a:pt x="297" y="1490"/>
                </a:lnTo>
                <a:lnTo>
                  <a:pt x="297" y="0"/>
                </a:lnTo>
                <a:lnTo>
                  <a:pt x="0" y="0"/>
                </a:lnTo>
                <a:lnTo>
                  <a:pt x="0" y="1490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70" name=""/>
          <p:cNvSpPr/>
          <p:nvPr/>
        </p:nvSpPr>
        <p:spPr>
          <a:xfrm>
            <a:off x="650592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e32925"/>
          </a:solidFill>
          <a:ln w="1800">
            <a:solidFill>
              <a:srgbClr val="000000"/>
            </a:solidFill>
            <a:miter/>
          </a:ln>
        </p:spPr>
      </p:sp>
      <p:sp>
        <p:nvSpPr>
          <p:cNvPr id="1371" name=""/>
          <p:cNvSpPr/>
          <p:nvPr/>
        </p:nvSpPr>
        <p:spPr>
          <a:xfrm>
            <a:off x="663084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72" name=""/>
          <p:cNvSpPr/>
          <p:nvPr/>
        </p:nvSpPr>
        <p:spPr>
          <a:xfrm>
            <a:off x="6756120" y="7997400"/>
            <a:ext cx="106560" cy="195480"/>
          </a:xfrm>
          <a:custGeom>
            <a:avLst/>
            <a:gdLst/>
            <a:ahLst/>
            <a:rect l="0" t="0" r="r" b="b"/>
            <a:pathLst>
              <a:path w="296" h="543">
                <a:moveTo>
                  <a:pt x="0" y="543"/>
                </a:moveTo>
                <a:lnTo>
                  <a:pt x="296" y="543"/>
                </a:lnTo>
                <a:lnTo>
                  <a:pt x="296" y="0"/>
                </a:lnTo>
                <a:lnTo>
                  <a:pt x="0" y="0"/>
                </a:lnTo>
                <a:lnTo>
                  <a:pt x="0" y="543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73" name=""/>
          <p:cNvSpPr/>
          <p:nvPr/>
        </p:nvSpPr>
        <p:spPr>
          <a:xfrm>
            <a:off x="688104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74" name=""/>
          <p:cNvSpPr/>
          <p:nvPr/>
        </p:nvSpPr>
        <p:spPr>
          <a:xfrm>
            <a:off x="700632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75" name=""/>
          <p:cNvSpPr/>
          <p:nvPr/>
        </p:nvSpPr>
        <p:spPr>
          <a:xfrm>
            <a:off x="713160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76" name=""/>
          <p:cNvSpPr/>
          <p:nvPr/>
        </p:nvSpPr>
        <p:spPr>
          <a:xfrm>
            <a:off x="725652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77" name=""/>
          <p:cNvSpPr/>
          <p:nvPr/>
        </p:nvSpPr>
        <p:spPr>
          <a:xfrm>
            <a:off x="7381800" y="7997400"/>
            <a:ext cx="106560" cy="195480"/>
          </a:xfrm>
          <a:custGeom>
            <a:avLst/>
            <a:gdLst/>
            <a:ahLst/>
            <a:rect l="0" t="0" r="r" b="b"/>
            <a:pathLst>
              <a:path w="296" h="543">
                <a:moveTo>
                  <a:pt x="0" y="543"/>
                </a:moveTo>
                <a:lnTo>
                  <a:pt x="296" y="543"/>
                </a:lnTo>
                <a:lnTo>
                  <a:pt x="296" y="0"/>
                </a:lnTo>
                <a:lnTo>
                  <a:pt x="0" y="0"/>
                </a:lnTo>
                <a:lnTo>
                  <a:pt x="0" y="543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78" name=""/>
          <p:cNvSpPr/>
          <p:nvPr/>
        </p:nvSpPr>
        <p:spPr>
          <a:xfrm>
            <a:off x="7506720" y="7948800"/>
            <a:ext cx="106920" cy="244080"/>
          </a:xfrm>
          <a:custGeom>
            <a:avLst/>
            <a:gdLst/>
            <a:ahLst/>
            <a:rect l="0" t="0" r="r" b="b"/>
            <a:pathLst>
              <a:path w="297" h="678">
                <a:moveTo>
                  <a:pt x="0" y="678"/>
                </a:moveTo>
                <a:lnTo>
                  <a:pt x="297" y="678"/>
                </a:lnTo>
                <a:lnTo>
                  <a:pt x="297" y="0"/>
                </a:lnTo>
                <a:lnTo>
                  <a:pt x="0" y="0"/>
                </a:lnTo>
                <a:lnTo>
                  <a:pt x="0" y="678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79" name=""/>
          <p:cNvSpPr/>
          <p:nvPr/>
        </p:nvSpPr>
        <p:spPr>
          <a:xfrm>
            <a:off x="763200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80" name=""/>
          <p:cNvSpPr/>
          <p:nvPr/>
        </p:nvSpPr>
        <p:spPr>
          <a:xfrm>
            <a:off x="775728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81" name=""/>
          <p:cNvSpPr/>
          <p:nvPr/>
        </p:nvSpPr>
        <p:spPr>
          <a:xfrm>
            <a:off x="7882200" y="8094960"/>
            <a:ext cx="106920" cy="97920"/>
          </a:xfrm>
          <a:custGeom>
            <a:avLst/>
            <a:gdLst/>
            <a:ahLst/>
            <a:rect l="0" t="0" r="r" b="b"/>
            <a:pathLst>
              <a:path w="297" h="272">
                <a:moveTo>
                  <a:pt x="0" y="272"/>
                </a:moveTo>
                <a:lnTo>
                  <a:pt x="297" y="272"/>
                </a:lnTo>
                <a:lnTo>
                  <a:pt x="297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82" name=""/>
          <p:cNvSpPr/>
          <p:nvPr/>
        </p:nvSpPr>
        <p:spPr>
          <a:xfrm>
            <a:off x="800748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83" name=""/>
          <p:cNvSpPr/>
          <p:nvPr/>
        </p:nvSpPr>
        <p:spPr>
          <a:xfrm>
            <a:off x="813240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84" name=""/>
          <p:cNvSpPr/>
          <p:nvPr/>
        </p:nvSpPr>
        <p:spPr>
          <a:xfrm>
            <a:off x="825768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85" name=""/>
          <p:cNvSpPr/>
          <p:nvPr/>
        </p:nvSpPr>
        <p:spPr>
          <a:xfrm>
            <a:off x="838260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86" name=""/>
          <p:cNvSpPr/>
          <p:nvPr/>
        </p:nvSpPr>
        <p:spPr>
          <a:xfrm>
            <a:off x="850788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cac9c9"/>
          </a:solidFill>
          <a:ln w="1800">
            <a:solidFill>
              <a:srgbClr val="000000"/>
            </a:solidFill>
            <a:miter/>
          </a:ln>
        </p:spPr>
      </p:sp>
      <p:sp>
        <p:nvSpPr>
          <p:cNvPr id="1387" name=""/>
          <p:cNvSpPr/>
          <p:nvPr/>
        </p:nvSpPr>
        <p:spPr>
          <a:xfrm>
            <a:off x="8633160" y="7997400"/>
            <a:ext cx="106560" cy="195480"/>
          </a:xfrm>
          <a:custGeom>
            <a:avLst/>
            <a:gdLst/>
            <a:ahLst/>
            <a:rect l="0" t="0" r="r" b="b"/>
            <a:pathLst>
              <a:path w="296" h="543">
                <a:moveTo>
                  <a:pt x="0" y="543"/>
                </a:moveTo>
                <a:lnTo>
                  <a:pt x="296" y="543"/>
                </a:lnTo>
                <a:lnTo>
                  <a:pt x="296" y="0"/>
                </a:lnTo>
                <a:lnTo>
                  <a:pt x="0" y="0"/>
                </a:lnTo>
                <a:lnTo>
                  <a:pt x="0" y="543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88" name=""/>
          <p:cNvSpPr/>
          <p:nvPr/>
        </p:nvSpPr>
        <p:spPr>
          <a:xfrm>
            <a:off x="875808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89" name=""/>
          <p:cNvSpPr/>
          <p:nvPr/>
        </p:nvSpPr>
        <p:spPr>
          <a:xfrm>
            <a:off x="8883360" y="7948800"/>
            <a:ext cx="106560" cy="244080"/>
          </a:xfrm>
          <a:custGeom>
            <a:avLst/>
            <a:gdLst/>
            <a:ahLst/>
            <a:rect l="0" t="0" r="r" b="b"/>
            <a:pathLst>
              <a:path w="296" h="678">
                <a:moveTo>
                  <a:pt x="0" y="678"/>
                </a:moveTo>
                <a:lnTo>
                  <a:pt x="296" y="678"/>
                </a:lnTo>
                <a:lnTo>
                  <a:pt x="296" y="0"/>
                </a:lnTo>
                <a:lnTo>
                  <a:pt x="0" y="0"/>
                </a:lnTo>
                <a:lnTo>
                  <a:pt x="0" y="678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0" name=""/>
          <p:cNvSpPr/>
          <p:nvPr/>
        </p:nvSpPr>
        <p:spPr>
          <a:xfrm>
            <a:off x="9008280" y="7997400"/>
            <a:ext cx="106920" cy="195480"/>
          </a:xfrm>
          <a:custGeom>
            <a:avLst/>
            <a:gdLst/>
            <a:ahLst/>
            <a:rect l="0" t="0" r="r" b="b"/>
            <a:pathLst>
              <a:path w="297" h="543">
                <a:moveTo>
                  <a:pt x="0" y="543"/>
                </a:moveTo>
                <a:lnTo>
                  <a:pt x="297" y="543"/>
                </a:lnTo>
                <a:lnTo>
                  <a:pt x="297" y="0"/>
                </a:lnTo>
                <a:lnTo>
                  <a:pt x="0" y="0"/>
                </a:lnTo>
                <a:lnTo>
                  <a:pt x="0" y="543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1" name=""/>
          <p:cNvSpPr/>
          <p:nvPr/>
        </p:nvSpPr>
        <p:spPr>
          <a:xfrm>
            <a:off x="913356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2" name=""/>
          <p:cNvSpPr/>
          <p:nvPr/>
        </p:nvSpPr>
        <p:spPr>
          <a:xfrm>
            <a:off x="925884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3" name=""/>
          <p:cNvSpPr/>
          <p:nvPr/>
        </p:nvSpPr>
        <p:spPr>
          <a:xfrm>
            <a:off x="9383760" y="7997400"/>
            <a:ext cx="106920" cy="195480"/>
          </a:xfrm>
          <a:custGeom>
            <a:avLst/>
            <a:gdLst/>
            <a:ahLst/>
            <a:rect l="0" t="0" r="r" b="b"/>
            <a:pathLst>
              <a:path w="297" h="543">
                <a:moveTo>
                  <a:pt x="0" y="543"/>
                </a:moveTo>
                <a:lnTo>
                  <a:pt x="297" y="543"/>
                </a:lnTo>
                <a:lnTo>
                  <a:pt x="297" y="0"/>
                </a:lnTo>
                <a:lnTo>
                  <a:pt x="0" y="0"/>
                </a:lnTo>
                <a:lnTo>
                  <a:pt x="0" y="543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4" name=""/>
          <p:cNvSpPr/>
          <p:nvPr/>
        </p:nvSpPr>
        <p:spPr>
          <a:xfrm>
            <a:off x="9509040" y="7948800"/>
            <a:ext cx="106560" cy="244080"/>
          </a:xfrm>
          <a:custGeom>
            <a:avLst/>
            <a:gdLst/>
            <a:ahLst/>
            <a:rect l="0" t="0" r="r" b="b"/>
            <a:pathLst>
              <a:path w="296" h="678">
                <a:moveTo>
                  <a:pt x="0" y="678"/>
                </a:moveTo>
                <a:lnTo>
                  <a:pt x="296" y="678"/>
                </a:lnTo>
                <a:lnTo>
                  <a:pt x="296" y="0"/>
                </a:lnTo>
                <a:lnTo>
                  <a:pt x="0" y="0"/>
                </a:lnTo>
                <a:lnTo>
                  <a:pt x="0" y="678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5" name=""/>
          <p:cNvSpPr/>
          <p:nvPr/>
        </p:nvSpPr>
        <p:spPr>
          <a:xfrm>
            <a:off x="963396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6" name=""/>
          <p:cNvSpPr/>
          <p:nvPr/>
        </p:nvSpPr>
        <p:spPr>
          <a:xfrm>
            <a:off x="9759240" y="8046360"/>
            <a:ext cx="106560" cy="146520"/>
          </a:xfrm>
          <a:custGeom>
            <a:avLst/>
            <a:gdLst/>
            <a:ahLst/>
            <a:rect l="0" t="0" r="r" b="b"/>
            <a:pathLst>
              <a:path w="296" h="407">
                <a:moveTo>
                  <a:pt x="0" y="407"/>
                </a:moveTo>
                <a:lnTo>
                  <a:pt x="296" y="407"/>
                </a:lnTo>
                <a:lnTo>
                  <a:pt x="29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7" name=""/>
          <p:cNvSpPr/>
          <p:nvPr/>
        </p:nvSpPr>
        <p:spPr>
          <a:xfrm>
            <a:off x="9884520" y="7948800"/>
            <a:ext cx="106560" cy="244080"/>
          </a:xfrm>
          <a:custGeom>
            <a:avLst/>
            <a:gdLst/>
            <a:ahLst/>
            <a:rect l="0" t="0" r="r" b="b"/>
            <a:pathLst>
              <a:path w="296" h="678">
                <a:moveTo>
                  <a:pt x="0" y="678"/>
                </a:moveTo>
                <a:lnTo>
                  <a:pt x="296" y="678"/>
                </a:lnTo>
                <a:lnTo>
                  <a:pt x="296" y="0"/>
                </a:lnTo>
                <a:lnTo>
                  <a:pt x="0" y="0"/>
                </a:lnTo>
                <a:lnTo>
                  <a:pt x="0" y="678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8" name=""/>
          <p:cNvSpPr/>
          <p:nvPr/>
        </p:nvSpPr>
        <p:spPr>
          <a:xfrm>
            <a:off x="10009440" y="8046360"/>
            <a:ext cx="106920" cy="146520"/>
          </a:xfrm>
          <a:custGeom>
            <a:avLst/>
            <a:gdLst/>
            <a:ahLst/>
            <a:rect l="0" t="0" r="r" b="b"/>
            <a:pathLst>
              <a:path w="297" h="407">
                <a:moveTo>
                  <a:pt x="0" y="407"/>
                </a:moveTo>
                <a:lnTo>
                  <a:pt x="297" y="407"/>
                </a:lnTo>
                <a:lnTo>
                  <a:pt x="297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399" name=""/>
          <p:cNvSpPr/>
          <p:nvPr/>
        </p:nvSpPr>
        <p:spPr>
          <a:xfrm>
            <a:off x="10134720" y="8094960"/>
            <a:ext cx="106560" cy="97920"/>
          </a:xfrm>
          <a:custGeom>
            <a:avLst/>
            <a:gdLst/>
            <a:ahLst/>
            <a:rect l="0" t="0" r="r" b="b"/>
            <a:pathLst>
              <a:path w="296" h="272">
                <a:moveTo>
                  <a:pt x="0" y="272"/>
                </a:moveTo>
                <a:lnTo>
                  <a:pt x="296" y="272"/>
                </a:lnTo>
                <a:lnTo>
                  <a:pt x="296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400" name=""/>
          <p:cNvSpPr/>
          <p:nvPr/>
        </p:nvSpPr>
        <p:spPr>
          <a:xfrm>
            <a:off x="1025964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401" name=""/>
          <p:cNvSpPr/>
          <p:nvPr/>
        </p:nvSpPr>
        <p:spPr>
          <a:xfrm>
            <a:off x="10384920" y="8143560"/>
            <a:ext cx="106560" cy="49320"/>
          </a:xfrm>
          <a:custGeom>
            <a:avLst/>
            <a:gdLst/>
            <a:ahLst/>
            <a:rect l="0" t="0" r="r" b="b"/>
            <a:pathLst>
              <a:path w="296" h="137">
                <a:moveTo>
                  <a:pt x="0" y="137"/>
                </a:moveTo>
                <a:lnTo>
                  <a:pt x="296" y="137"/>
                </a:lnTo>
                <a:lnTo>
                  <a:pt x="296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402" name=""/>
          <p:cNvSpPr/>
          <p:nvPr/>
        </p:nvSpPr>
        <p:spPr>
          <a:xfrm>
            <a:off x="10510200" y="8046360"/>
            <a:ext cx="106560" cy="146520"/>
          </a:xfrm>
          <a:custGeom>
            <a:avLst/>
            <a:gdLst/>
            <a:ahLst/>
            <a:rect l="0" t="0" r="r" b="b"/>
            <a:pathLst>
              <a:path w="296" h="407">
                <a:moveTo>
                  <a:pt x="0" y="407"/>
                </a:moveTo>
                <a:lnTo>
                  <a:pt x="296" y="407"/>
                </a:lnTo>
                <a:lnTo>
                  <a:pt x="29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a1ce63"/>
          </a:solidFill>
          <a:ln w="1800">
            <a:solidFill>
              <a:srgbClr val="000000"/>
            </a:solidFill>
            <a:miter/>
          </a:ln>
        </p:spPr>
      </p:sp>
      <p:sp>
        <p:nvSpPr>
          <p:cNvPr id="1403" name=""/>
          <p:cNvSpPr/>
          <p:nvPr/>
        </p:nvSpPr>
        <p:spPr>
          <a:xfrm>
            <a:off x="1063512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04" name=""/>
          <p:cNvSpPr/>
          <p:nvPr/>
        </p:nvSpPr>
        <p:spPr>
          <a:xfrm>
            <a:off x="1076040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05" name=""/>
          <p:cNvSpPr/>
          <p:nvPr/>
        </p:nvSpPr>
        <p:spPr>
          <a:xfrm>
            <a:off x="1088532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06" name=""/>
          <p:cNvSpPr/>
          <p:nvPr/>
        </p:nvSpPr>
        <p:spPr>
          <a:xfrm>
            <a:off x="1101060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07" name=""/>
          <p:cNvSpPr/>
          <p:nvPr/>
        </p:nvSpPr>
        <p:spPr>
          <a:xfrm>
            <a:off x="11135520" y="8094960"/>
            <a:ext cx="106920" cy="97920"/>
          </a:xfrm>
          <a:custGeom>
            <a:avLst/>
            <a:gdLst/>
            <a:ahLst/>
            <a:rect l="0" t="0" r="r" b="b"/>
            <a:pathLst>
              <a:path w="297" h="272">
                <a:moveTo>
                  <a:pt x="0" y="272"/>
                </a:moveTo>
                <a:lnTo>
                  <a:pt x="297" y="272"/>
                </a:lnTo>
                <a:lnTo>
                  <a:pt x="297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08" name=""/>
          <p:cNvSpPr/>
          <p:nvPr/>
        </p:nvSpPr>
        <p:spPr>
          <a:xfrm>
            <a:off x="11260800" y="8094960"/>
            <a:ext cx="106920" cy="97920"/>
          </a:xfrm>
          <a:custGeom>
            <a:avLst/>
            <a:gdLst/>
            <a:ahLst/>
            <a:rect l="0" t="0" r="r" b="b"/>
            <a:pathLst>
              <a:path w="297" h="272">
                <a:moveTo>
                  <a:pt x="0" y="272"/>
                </a:moveTo>
                <a:lnTo>
                  <a:pt x="297" y="272"/>
                </a:lnTo>
                <a:lnTo>
                  <a:pt x="297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09" name=""/>
          <p:cNvSpPr/>
          <p:nvPr/>
        </p:nvSpPr>
        <p:spPr>
          <a:xfrm>
            <a:off x="11386080" y="8143560"/>
            <a:ext cx="106560" cy="49320"/>
          </a:xfrm>
          <a:custGeom>
            <a:avLst/>
            <a:gdLst/>
            <a:ahLst/>
            <a:rect l="0" t="0" r="r" b="b"/>
            <a:pathLst>
              <a:path w="296" h="137">
                <a:moveTo>
                  <a:pt x="0" y="137"/>
                </a:moveTo>
                <a:lnTo>
                  <a:pt x="296" y="137"/>
                </a:lnTo>
                <a:lnTo>
                  <a:pt x="296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0" name=""/>
          <p:cNvSpPr/>
          <p:nvPr/>
        </p:nvSpPr>
        <p:spPr>
          <a:xfrm>
            <a:off x="1151100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1" name=""/>
          <p:cNvSpPr/>
          <p:nvPr/>
        </p:nvSpPr>
        <p:spPr>
          <a:xfrm>
            <a:off x="1163628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2" name=""/>
          <p:cNvSpPr/>
          <p:nvPr/>
        </p:nvSpPr>
        <p:spPr>
          <a:xfrm>
            <a:off x="11761200" y="8192520"/>
            <a:ext cx="106560" cy="0"/>
          </a:xfrm>
          <a:custGeom>
            <a:avLst/>
            <a:gdLst/>
            <a:ahLst/>
            <a:rect l="0" t="0" r="r" b="b"/>
            <a:pathLst>
              <a:path w="296" h="0">
                <a:moveTo>
                  <a:pt x="0" y="0"/>
                </a:moveTo>
                <a:lnTo>
                  <a:pt x="296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3" name=""/>
          <p:cNvSpPr/>
          <p:nvPr/>
        </p:nvSpPr>
        <p:spPr>
          <a:xfrm>
            <a:off x="11886480" y="8192520"/>
            <a:ext cx="106200" cy="0"/>
          </a:xfrm>
          <a:custGeom>
            <a:avLst/>
            <a:gdLst/>
            <a:ahLst/>
            <a:rect l="0" t="0" r="r" b="b"/>
            <a:pathLst>
              <a:path w="295" h="0">
                <a:moveTo>
                  <a:pt x="0" y="0"/>
                </a:moveTo>
                <a:lnTo>
                  <a:pt x="295" y="0"/>
                </a:lnTo>
                <a:lnTo>
                  <a:pt x="0" y="0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4" name=""/>
          <p:cNvSpPr/>
          <p:nvPr/>
        </p:nvSpPr>
        <p:spPr>
          <a:xfrm>
            <a:off x="12011760" y="8046360"/>
            <a:ext cx="106560" cy="146520"/>
          </a:xfrm>
          <a:custGeom>
            <a:avLst/>
            <a:gdLst/>
            <a:ahLst/>
            <a:rect l="0" t="0" r="r" b="b"/>
            <a:pathLst>
              <a:path w="296" h="407">
                <a:moveTo>
                  <a:pt x="0" y="407"/>
                </a:moveTo>
                <a:lnTo>
                  <a:pt x="296" y="407"/>
                </a:lnTo>
                <a:lnTo>
                  <a:pt x="29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5" name=""/>
          <p:cNvSpPr/>
          <p:nvPr/>
        </p:nvSpPr>
        <p:spPr>
          <a:xfrm>
            <a:off x="12136680" y="8094960"/>
            <a:ext cx="106920" cy="97920"/>
          </a:xfrm>
          <a:custGeom>
            <a:avLst/>
            <a:gdLst/>
            <a:ahLst/>
            <a:rect l="0" t="0" r="r" b="b"/>
            <a:pathLst>
              <a:path w="297" h="272">
                <a:moveTo>
                  <a:pt x="0" y="272"/>
                </a:moveTo>
                <a:lnTo>
                  <a:pt x="297" y="272"/>
                </a:lnTo>
                <a:lnTo>
                  <a:pt x="297" y="0"/>
                </a:lnTo>
                <a:lnTo>
                  <a:pt x="0" y="0"/>
                </a:lnTo>
                <a:lnTo>
                  <a:pt x="0" y="272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6" name=""/>
          <p:cNvSpPr/>
          <p:nvPr/>
        </p:nvSpPr>
        <p:spPr>
          <a:xfrm>
            <a:off x="12261960" y="8143560"/>
            <a:ext cx="106560" cy="49320"/>
          </a:xfrm>
          <a:custGeom>
            <a:avLst/>
            <a:gdLst/>
            <a:ahLst/>
            <a:rect l="0" t="0" r="r" b="b"/>
            <a:pathLst>
              <a:path w="296" h="137">
                <a:moveTo>
                  <a:pt x="0" y="137"/>
                </a:moveTo>
                <a:lnTo>
                  <a:pt x="296" y="137"/>
                </a:lnTo>
                <a:lnTo>
                  <a:pt x="296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7" name=""/>
          <p:cNvSpPr/>
          <p:nvPr/>
        </p:nvSpPr>
        <p:spPr>
          <a:xfrm>
            <a:off x="12386880" y="8143560"/>
            <a:ext cx="106920" cy="49320"/>
          </a:xfrm>
          <a:custGeom>
            <a:avLst/>
            <a:gdLst/>
            <a:ahLst/>
            <a:rect l="0" t="0" r="r" b="b"/>
            <a:pathLst>
              <a:path w="297" h="137">
                <a:moveTo>
                  <a:pt x="0" y="137"/>
                </a:moveTo>
                <a:lnTo>
                  <a:pt x="297" y="137"/>
                </a:lnTo>
                <a:lnTo>
                  <a:pt x="297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8" name=""/>
          <p:cNvSpPr/>
          <p:nvPr/>
        </p:nvSpPr>
        <p:spPr>
          <a:xfrm>
            <a:off x="12512160" y="7948800"/>
            <a:ext cx="106560" cy="244080"/>
          </a:xfrm>
          <a:custGeom>
            <a:avLst/>
            <a:gdLst/>
            <a:ahLst/>
            <a:rect l="0" t="0" r="r" b="b"/>
            <a:pathLst>
              <a:path w="296" h="678">
                <a:moveTo>
                  <a:pt x="0" y="678"/>
                </a:moveTo>
                <a:lnTo>
                  <a:pt x="296" y="678"/>
                </a:lnTo>
                <a:lnTo>
                  <a:pt x="296" y="0"/>
                </a:lnTo>
                <a:lnTo>
                  <a:pt x="0" y="0"/>
                </a:lnTo>
                <a:lnTo>
                  <a:pt x="0" y="678"/>
                </a:lnTo>
                <a:close/>
              </a:path>
            </a:pathLst>
          </a:custGeom>
          <a:solidFill>
            <a:srgbClr val="ebc6c5"/>
          </a:solidFill>
          <a:ln w="1800">
            <a:solidFill>
              <a:srgbClr val="000000"/>
            </a:solidFill>
            <a:miter/>
          </a:ln>
        </p:spPr>
      </p:sp>
      <p:sp>
        <p:nvSpPr>
          <p:cNvPr id="1419" name=""/>
          <p:cNvSpPr/>
          <p:nvPr/>
        </p:nvSpPr>
        <p:spPr>
          <a:xfrm>
            <a:off x="621360" y="659052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03bcee"/>
          </a:solidFill>
          <a:ln w="0">
            <a:noFill/>
          </a:ln>
        </p:spPr>
      </p:sp>
      <p:sp>
        <p:nvSpPr>
          <p:cNvPr id="1420" name=""/>
          <p:cNvSpPr/>
          <p:nvPr/>
        </p:nvSpPr>
        <p:spPr>
          <a:xfrm>
            <a:off x="2623680" y="659052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010101"/>
          </a:solidFill>
          <a:ln w="0">
            <a:noFill/>
          </a:ln>
        </p:spPr>
      </p:sp>
      <p:sp>
        <p:nvSpPr>
          <p:cNvPr id="1421" name=""/>
          <p:cNvSpPr/>
          <p:nvPr/>
        </p:nvSpPr>
        <p:spPr>
          <a:xfrm>
            <a:off x="4625640" y="659052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e32925"/>
          </a:solidFill>
          <a:ln w="0">
            <a:noFill/>
          </a:ln>
        </p:spPr>
      </p:sp>
      <p:sp>
        <p:nvSpPr>
          <p:cNvPr id="1422" name=""/>
          <p:cNvSpPr/>
          <p:nvPr/>
        </p:nvSpPr>
        <p:spPr>
          <a:xfrm>
            <a:off x="6627960" y="659052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cac9c9"/>
          </a:solidFill>
          <a:ln w="0">
            <a:noFill/>
          </a:ln>
        </p:spPr>
      </p:sp>
      <p:sp>
        <p:nvSpPr>
          <p:cNvPr id="1423" name=""/>
          <p:cNvSpPr/>
          <p:nvPr/>
        </p:nvSpPr>
        <p:spPr>
          <a:xfrm>
            <a:off x="8629920" y="6590520"/>
            <a:ext cx="2002320" cy="89280"/>
          </a:xfrm>
          <a:custGeom>
            <a:avLst/>
            <a:gdLst/>
            <a:ahLst/>
            <a:rect l="0" t="0" r="r" b="b"/>
            <a:pathLst>
              <a:path w="5562" h="248">
                <a:moveTo>
                  <a:pt x="0" y="248"/>
                </a:moveTo>
                <a:lnTo>
                  <a:pt x="5562" y="248"/>
                </a:lnTo>
                <a:lnTo>
                  <a:pt x="5562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a1ce63"/>
          </a:solidFill>
          <a:ln w="0">
            <a:noFill/>
          </a:ln>
        </p:spPr>
      </p:sp>
      <p:sp>
        <p:nvSpPr>
          <p:cNvPr id="1424" name=""/>
          <p:cNvSpPr/>
          <p:nvPr/>
        </p:nvSpPr>
        <p:spPr>
          <a:xfrm>
            <a:off x="10631880" y="6590520"/>
            <a:ext cx="2002680" cy="89280"/>
          </a:xfrm>
          <a:custGeom>
            <a:avLst/>
            <a:gdLst/>
            <a:ahLst/>
            <a:rect l="0" t="0" r="r" b="b"/>
            <a:pathLst>
              <a:path w="5563" h="248">
                <a:moveTo>
                  <a:pt x="0" y="248"/>
                </a:moveTo>
                <a:lnTo>
                  <a:pt x="5563" y="248"/>
                </a:lnTo>
                <a:lnTo>
                  <a:pt x="5563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ebc6c5"/>
          </a:solidFill>
          <a:ln w="0">
            <a:noFill/>
          </a:ln>
        </p:spPr>
      </p:sp>
      <p:sp>
        <p:nvSpPr>
          <p:cNvPr id="1425" name=""/>
          <p:cNvSpPr/>
          <p:nvPr/>
        </p:nvSpPr>
        <p:spPr>
          <a:xfrm flipV="1">
            <a:off x="602640" y="6709320"/>
            <a:ext cx="0" cy="14832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6" name=""/>
          <p:cNvSpPr/>
          <p:nvPr/>
        </p:nvSpPr>
        <p:spPr>
          <a:xfrm>
            <a:off x="602640" y="8192520"/>
            <a:ext cx="120376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7" name=""/>
          <p:cNvSpPr txBox="1"/>
          <p:nvPr/>
        </p:nvSpPr>
        <p:spPr>
          <a:xfrm rot="16200000">
            <a:off x="-318240" y="7377480"/>
            <a:ext cx="1209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(n=292 mutations)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28" name=""/>
          <p:cNvSpPr txBox="1"/>
          <p:nvPr/>
        </p:nvSpPr>
        <p:spPr>
          <a:xfrm>
            <a:off x="1467360" y="6354000"/>
            <a:ext cx="298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C&gt;A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29" name=""/>
          <p:cNvSpPr txBox="1"/>
          <p:nvPr/>
        </p:nvSpPr>
        <p:spPr>
          <a:xfrm>
            <a:off x="3466800" y="6354000"/>
            <a:ext cx="303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ffffff"/>
                </a:solidFill>
                <a:latin typeface="DejaVuSans"/>
              </a:rPr>
              <a:t>C&gt;G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30" name=""/>
          <p:cNvSpPr txBox="1"/>
          <p:nvPr/>
        </p:nvSpPr>
        <p:spPr>
          <a:xfrm>
            <a:off x="5477400" y="635400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C&gt;T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31" name=""/>
          <p:cNvSpPr txBox="1"/>
          <p:nvPr/>
        </p:nvSpPr>
        <p:spPr>
          <a:xfrm>
            <a:off x="7477200" y="6354000"/>
            <a:ext cx="29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32" name=""/>
          <p:cNvSpPr txBox="1"/>
          <p:nvPr/>
        </p:nvSpPr>
        <p:spPr>
          <a:xfrm>
            <a:off x="9481680" y="635400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T&gt;C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33" name=""/>
          <p:cNvSpPr txBox="1"/>
          <p:nvPr/>
        </p:nvSpPr>
        <p:spPr>
          <a:xfrm>
            <a:off x="11478240" y="6354000"/>
            <a:ext cx="298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T&gt;G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34" name=""/>
          <p:cNvSpPr txBox="1"/>
          <p:nvPr/>
        </p:nvSpPr>
        <p:spPr>
          <a:xfrm>
            <a:off x="3461040" y="65880"/>
            <a:ext cx="5804280" cy="1789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200" spc="-1" strike="noStrike">
                <a:solidFill>
                  <a:srgbClr val="1d3557"/>
                </a:solidFill>
                <a:latin typeface="DejaVuSans"/>
              </a:rPr>
              <a:t>SBS96 trinucleotide mutational context profiles  (Alexandrov-style)</a:t>
            </a:r>
            <a:endParaRPr b="0" lang="en-US" sz="1200" spc="-1" strike="noStrike">
              <a:latin typeface="Times New Roman"/>
            </a:endParaRPr>
          </a:p>
        </p:txBody>
      </p:sp>
      <p:sp>
        <p:nvSpPr>
          <p:cNvPr id="1435" name="TextBox 143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2B(alt) — SBS96 profile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2142800" cy="6582960"/>
          </a:xfrm>
          <a:custGeom>
            <a:avLst/>
            <a:gdLst/>
            <a:ahLst/>
            <a:rect l="0" t="0" r="r" b="b"/>
            <a:pathLst>
              <a:path w="33730" h="18286">
                <a:moveTo>
                  <a:pt x="0" y="18286"/>
                </a:moveTo>
                <a:lnTo>
                  <a:pt x="33730" y="18286"/>
                </a:lnTo>
                <a:lnTo>
                  <a:pt x="33730" y="0"/>
                </a:lnTo>
                <a:lnTo>
                  <a:pt x="0" y="0"/>
                </a:lnTo>
                <a:lnTo>
                  <a:pt x="0" y="1828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2057040" y="879840"/>
            <a:ext cx="9567360" cy="325800"/>
          </a:xfrm>
          <a:custGeom>
            <a:avLst/>
            <a:gdLst/>
            <a:ahLst/>
            <a:rect l="0" t="0" r="r" b="b"/>
            <a:pathLst>
              <a:path w="26576" h="905">
                <a:moveTo>
                  <a:pt x="0" y="905"/>
                </a:moveTo>
                <a:lnTo>
                  <a:pt x="26576" y="905"/>
                </a:lnTo>
                <a:lnTo>
                  <a:pt x="26576" y="0"/>
                </a:lnTo>
                <a:lnTo>
                  <a:pt x="0" y="0"/>
                </a:lnTo>
                <a:lnTo>
                  <a:pt x="0" y="9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2019240" y="12052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 flipH="1">
            <a:off x="2019240" y="12052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019240" y="9262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 flipH="1">
            <a:off x="2019240" y="9262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910160" y="114948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" name=""/>
          <p:cNvSpPr txBox="1"/>
          <p:nvPr/>
        </p:nvSpPr>
        <p:spPr>
          <a:xfrm>
            <a:off x="1716120" y="870840"/>
            <a:ext cx="262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2000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084400" y="1172520"/>
            <a:ext cx="219240" cy="33120"/>
          </a:xfrm>
          <a:custGeom>
            <a:avLst/>
            <a:gdLst/>
            <a:ahLst/>
            <a:rect l="0" t="0" r="r" b="b"/>
            <a:pathLst>
              <a:path w="609" h="92">
                <a:moveTo>
                  <a:pt x="0" y="92"/>
                </a:moveTo>
                <a:lnTo>
                  <a:pt x="609" y="92"/>
                </a:lnTo>
                <a:lnTo>
                  <a:pt x="609" y="0"/>
                </a:lnTo>
                <a:lnTo>
                  <a:pt x="0" y="0"/>
                </a:lnTo>
                <a:lnTo>
                  <a:pt x="0" y="92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2358000" y="1181160"/>
            <a:ext cx="218880" cy="24480"/>
          </a:xfrm>
          <a:custGeom>
            <a:avLst/>
            <a:gdLst/>
            <a:ahLst/>
            <a:rect l="0" t="0" r="r" b="b"/>
            <a:pathLst>
              <a:path w="608" h="68">
                <a:moveTo>
                  <a:pt x="0" y="68"/>
                </a:moveTo>
                <a:lnTo>
                  <a:pt x="608" y="68"/>
                </a:lnTo>
                <a:lnTo>
                  <a:pt x="608" y="0"/>
                </a:lnTo>
                <a:lnTo>
                  <a:pt x="0" y="0"/>
                </a:lnTo>
                <a:lnTo>
                  <a:pt x="0" y="68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46" name=""/>
          <p:cNvSpPr/>
          <p:nvPr/>
        </p:nvSpPr>
        <p:spPr>
          <a:xfrm>
            <a:off x="2631240" y="1176120"/>
            <a:ext cx="218880" cy="29520"/>
          </a:xfrm>
          <a:custGeom>
            <a:avLst/>
            <a:gdLst/>
            <a:ahLst/>
            <a:rect l="0" t="0" r="r" b="b"/>
            <a:pathLst>
              <a:path w="608" h="82">
                <a:moveTo>
                  <a:pt x="0" y="82"/>
                </a:moveTo>
                <a:lnTo>
                  <a:pt x="608" y="82"/>
                </a:lnTo>
                <a:lnTo>
                  <a:pt x="608" y="0"/>
                </a:lnTo>
                <a:lnTo>
                  <a:pt x="0" y="0"/>
                </a:lnTo>
                <a:lnTo>
                  <a:pt x="0" y="82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47" name=""/>
          <p:cNvSpPr/>
          <p:nvPr/>
        </p:nvSpPr>
        <p:spPr>
          <a:xfrm>
            <a:off x="2904480" y="1160640"/>
            <a:ext cx="219240" cy="45000"/>
          </a:xfrm>
          <a:custGeom>
            <a:avLst/>
            <a:gdLst/>
            <a:ahLst/>
            <a:rect l="0" t="0" r="r" b="b"/>
            <a:pathLst>
              <a:path w="609" h="125">
                <a:moveTo>
                  <a:pt x="0" y="125"/>
                </a:moveTo>
                <a:lnTo>
                  <a:pt x="609" y="125"/>
                </a:lnTo>
                <a:lnTo>
                  <a:pt x="609" y="0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48" name=""/>
          <p:cNvSpPr/>
          <p:nvPr/>
        </p:nvSpPr>
        <p:spPr>
          <a:xfrm>
            <a:off x="3177720" y="1171440"/>
            <a:ext cx="219240" cy="34200"/>
          </a:xfrm>
          <a:custGeom>
            <a:avLst/>
            <a:gdLst/>
            <a:ahLst/>
            <a:rect l="0" t="0" r="r" b="b"/>
            <a:pathLst>
              <a:path w="609" h="95">
                <a:moveTo>
                  <a:pt x="0" y="95"/>
                </a:moveTo>
                <a:lnTo>
                  <a:pt x="609" y="95"/>
                </a:lnTo>
                <a:lnTo>
                  <a:pt x="609" y="0"/>
                </a:lnTo>
                <a:lnTo>
                  <a:pt x="0" y="0"/>
                </a:lnTo>
                <a:lnTo>
                  <a:pt x="0" y="95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49" name=""/>
          <p:cNvSpPr/>
          <p:nvPr/>
        </p:nvSpPr>
        <p:spPr>
          <a:xfrm>
            <a:off x="3451320" y="1173240"/>
            <a:ext cx="218880" cy="32400"/>
          </a:xfrm>
          <a:custGeom>
            <a:avLst/>
            <a:gdLst/>
            <a:ahLst/>
            <a:rect l="0" t="0" r="r" b="b"/>
            <a:pathLst>
              <a:path w="608" h="90">
                <a:moveTo>
                  <a:pt x="0" y="90"/>
                </a:moveTo>
                <a:lnTo>
                  <a:pt x="608" y="90"/>
                </a:lnTo>
                <a:lnTo>
                  <a:pt x="608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3724560" y="936720"/>
            <a:ext cx="218880" cy="268920"/>
          </a:xfrm>
          <a:custGeom>
            <a:avLst/>
            <a:gdLst/>
            <a:ahLst/>
            <a:rect l="0" t="0" r="r" b="b"/>
            <a:pathLst>
              <a:path w="608" h="747">
                <a:moveTo>
                  <a:pt x="0" y="747"/>
                </a:moveTo>
                <a:lnTo>
                  <a:pt x="608" y="747"/>
                </a:lnTo>
                <a:lnTo>
                  <a:pt x="608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3997800" y="1181520"/>
            <a:ext cx="219240" cy="24480"/>
          </a:xfrm>
          <a:custGeom>
            <a:avLst/>
            <a:gdLst/>
            <a:ahLst/>
            <a:rect l="0" t="0" r="r" b="b"/>
            <a:pathLst>
              <a:path w="609" h="68">
                <a:moveTo>
                  <a:pt x="0" y="68"/>
                </a:moveTo>
                <a:lnTo>
                  <a:pt x="609" y="68"/>
                </a:lnTo>
                <a:lnTo>
                  <a:pt x="609" y="0"/>
                </a:lnTo>
                <a:lnTo>
                  <a:pt x="0" y="0"/>
                </a:lnTo>
                <a:lnTo>
                  <a:pt x="0" y="68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4271400" y="1167480"/>
            <a:ext cx="218880" cy="38160"/>
          </a:xfrm>
          <a:custGeom>
            <a:avLst/>
            <a:gdLst/>
            <a:ahLst/>
            <a:rect l="0" t="0" r="r" b="b"/>
            <a:pathLst>
              <a:path w="608" h="106">
                <a:moveTo>
                  <a:pt x="0" y="106"/>
                </a:moveTo>
                <a:lnTo>
                  <a:pt x="608" y="106"/>
                </a:lnTo>
                <a:lnTo>
                  <a:pt x="608" y="0"/>
                </a:lnTo>
                <a:lnTo>
                  <a:pt x="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4544640" y="1197360"/>
            <a:ext cx="218880" cy="8280"/>
          </a:xfrm>
          <a:custGeom>
            <a:avLst/>
            <a:gdLst/>
            <a:ahLst/>
            <a:rect l="0" t="0" r="r" b="b"/>
            <a:pathLst>
              <a:path w="608" h="23">
                <a:moveTo>
                  <a:pt x="0" y="23"/>
                </a:moveTo>
                <a:lnTo>
                  <a:pt x="608" y="23"/>
                </a:lnTo>
                <a:lnTo>
                  <a:pt x="608" y="0"/>
                </a:lnTo>
                <a:lnTo>
                  <a:pt x="0" y="0"/>
                </a:lnTo>
                <a:lnTo>
                  <a:pt x="0" y="23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4817880" y="1186560"/>
            <a:ext cx="219240" cy="19080"/>
          </a:xfrm>
          <a:custGeom>
            <a:avLst/>
            <a:gdLst/>
            <a:ahLst/>
            <a:rect l="0" t="0" r="r" b="b"/>
            <a:pathLst>
              <a:path w="609" h="53">
                <a:moveTo>
                  <a:pt x="0" y="53"/>
                </a:moveTo>
                <a:lnTo>
                  <a:pt x="609" y="53"/>
                </a:lnTo>
                <a:lnTo>
                  <a:pt x="609" y="0"/>
                </a:lnTo>
                <a:lnTo>
                  <a:pt x="0" y="0"/>
                </a:lnTo>
                <a:lnTo>
                  <a:pt x="0" y="53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5091120" y="933480"/>
            <a:ext cx="219240" cy="272160"/>
          </a:xfrm>
          <a:custGeom>
            <a:avLst/>
            <a:gdLst/>
            <a:ahLst/>
            <a:rect l="0" t="0" r="r" b="b"/>
            <a:pathLst>
              <a:path w="609" h="756">
                <a:moveTo>
                  <a:pt x="0" y="756"/>
                </a:moveTo>
                <a:lnTo>
                  <a:pt x="609" y="756"/>
                </a:lnTo>
                <a:lnTo>
                  <a:pt x="609" y="0"/>
                </a:lnTo>
                <a:lnTo>
                  <a:pt x="0" y="0"/>
                </a:lnTo>
                <a:lnTo>
                  <a:pt x="0" y="756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5364720" y="931680"/>
            <a:ext cx="218880" cy="273960"/>
          </a:xfrm>
          <a:custGeom>
            <a:avLst/>
            <a:gdLst/>
            <a:ahLst/>
            <a:rect l="0" t="0" r="r" b="b"/>
            <a:pathLst>
              <a:path w="608" h="761">
                <a:moveTo>
                  <a:pt x="0" y="761"/>
                </a:moveTo>
                <a:lnTo>
                  <a:pt x="608" y="761"/>
                </a:lnTo>
                <a:lnTo>
                  <a:pt x="608" y="0"/>
                </a:lnTo>
                <a:lnTo>
                  <a:pt x="0" y="0"/>
                </a:lnTo>
                <a:lnTo>
                  <a:pt x="0" y="761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5637960" y="944640"/>
            <a:ext cx="218880" cy="261000"/>
          </a:xfrm>
          <a:custGeom>
            <a:avLst/>
            <a:gdLst/>
            <a:ahLst/>
            <a:rect l="0" t="0" r="r" b="b"/>
            <a:pathLst>
              <a:path w="608" h="725">
                <a:moveTo>
                  <a:pt x="0" y="725"/>
                </a:moveTo>
                <a:lnTo>
                  <a:pt x="608" y="725"/>
                </a:lnTo>
                <a:lnTo>
                  <a:pt x="608" y="0"/>
                </a:lnTo>
                <a:lnTo>
                  <a:pt x="0" y="0"/>
                </a:lnTo>
                <a:lnTo>
                  <a:pt x="0" y="725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5911200" y="895320"/>
            <a:ext cx="219240" cy="310320"/>
          </a:xfrm>
          <a:custGeom>
            <a:avLst/>
            <a:gdLst/>
            <a:ahLst/>
            <a:rect l="0" t="0" r="r" b="b"/>
            <a:pathLst>
              <a:path w="609" h="862">
                <a:moveTo>
                  <a:pt x="0" y="862"/>
                </a:moveTo>
                <a:lnTo>
                  <a:pt x="609" y="862"/>
                </a:lnTo>
                <a:lnTo>
                  <a:pt x="609" y="0"/>
                </a:lnTo>
                <a:lnTo>
                  <a:pt x="0" y="0"/>
                </a:lnTo>
                <a:lnTo>
                  <a:pt x="0" y="862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6184440" y="1202760"/>
            <a:ext cx="219240" cy="2880"/>
          </a:xfrm>
          <a:custGeom>
            <a:avLst/>
            <a:gdLst/>
            <a:ahLst/>
            <a:rect l="0" t="0" r="r" b="b"/>
            <a:pathLst>
              <a:path w="609" h="8">
                <a:moveTo>
                  <a:pt x="0" y="8"/>
                </a:moveTo>
                <a:lnTo>
                  <a:pt x="609" y="8"/>
                </a:lnTo>
                <a:lnTo>
                  <a:pt x="609" y="0"/>
                </a:lnTo>
                <a:lnTo>
                  <a:pt x="0" y="0"/>
                </a:lnTo>
                <a:lnTo>
                  <a:pt x="0" y="8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0" name=""/>
          <p:cNvSpPr/>
          <p:nvPr/>
        </p:nvSpPr>
        <p:spPr>
          <a:xfrm>
            <a:off x="6458040" y="1176120"/>
            <a:ext cx="218880" cy="29520"/>
          </a:xfrm>
          <a:custGeom>
            <a:avLst/>
            <a:gdLst/>
            <a:ahLst/>
            <a:rect l="0" t="0" r="r" b="b"/>
            <a:pathLst>
              <a:path w="608" h="82">
                <a:moveTo>
                  <a:pt x="0" y="82"/>
                </a:moveTo>
                <a:lnTo>
                  <a:pt x="608" y="82"/>
                </a:lnTo>
                <a:lnTo>
                  <a:pt x="608" y="0"/>
                </a:lnTo>
                <a:lnTo>
                  <a:pt x="0" y="0"/>
                </a:lnTo>
                <a:lnTo>
                  <a:pt x="0" y="82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6731280" y="1122480"/>
            <a:ext cx="218880" cy="83160"/>
          </a:xfrm>
          <a:custGeom>
            <a:avLst/>
            <a:gdLst/>
            <a:ahLst/>
            <a:rect l="0" t="0" r="r" b="b"/>
            <a:pathLst>
              <a:path w="608" h="231">
                <a:moveTo>
                  <a:pt x="0" y="231"/>
                </a:moveTo>
                <a:lnTo>
                  <a:pt x="608" y="231"/>
                </a:lnTo>
                <a:lnTo>
                  <a:pt x="608" y="0"/>
                </a:lnTo>
                <a:lnTo>
                  <a:pt x="0" y="0"/>
                </a:lnTo>
                <a:lnTo>
                  <a:pt x="0" y="231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7004520" y="1174680"/>
            <a:ext cx="219240" cy="30960"/>
          </a:xfrm>
          <a:custGeom>
            <a:avLst/>
            <a:gdLst/>
            <a:ahLst/>
            <a:rect l="0" t="0" r="r" b="b"/>
            <a:pathLst>
              <a:path w="609" h="86">
                <a:moveTo>
                  <a:pt x="0" y="86"/>
                </a:moveTo>
                <a:lnTo>
                  <a:pt x="609" y="86"/>
                </a:lnTo>
                <a:lnTo>
                  <a:pt x="609" y="0"/>
                </a:lnTo>
                <a:lnTo>
                  <a:pt x="0" y="0"/>
                </a:lnTo>
                <a:lnTo>
                  <a:pt x="0" y="86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7278120" y="1182960"/>
            <a:ext cx="218880" cy="22680"/>
          </a:xfrm>
          <a:custGeom>
            <a:avLst/>
            <a:gdLst/>
            <a:ahLst/>
            <a:rect l="0" t="0" r="r" b="b"/>
            <a:pathLst>
              <a:path w="608" h="63">
                <a:moveTo>
                  <a:pt x="0" y="63"/>
                </a:moveTo>
                <a:lnTo>
                  <a:pt x="608" y="63"/>
                </a:lnTo>
                <a:lnTo>
                  <a:pt x="608" y="0"/>
                </a:lnTo>
                <a:lnTo>
                  <a:pt x="0" y="0"/>
                </a:lnTo>
                <a:lnTo>
                  <a:pt x="0" y="63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7551360" y="1168920"/>
            <a:ext cx="218880" cy="36720"/>
          </a:xfrm>
          <a:custGeom>
            <a:avLst/>
            <a:gdLst/>
            <a:ahLst/>
            <a:rect l="0" t="0" r="r" b="b"/>
            <a:pathLst>
              <a:path w="608" h="102">
                <a:moveTo>
                  <a:pt x="0" y="102"/>
                </a:moveTo>
                <a:lnTo>
                  <a:pt x="608" y="102"/>
                </a:lnTo>
                <a:lnTo>
                  <a:pt x="608" y="0"/>
                </a:lnTo>
                <a:lnTo>
                  <a:pt x="0" y="0"/>
                </a:lnTo>
                <a:lnTo>
                  <a:pt x="0" y="102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7824600" y="1164600"/>
            <a:ext cx="219240" cy="41040"/>
          </a:xfrm>
          <a:custGeom>
            <a:avLst/>
            <a:gdLst/>
            <a:ahLst/>
            <a:rect l="0" t="0" r="r" b="b"/>
            <a:pathLst>
              <a:path w="609" h="114">
                <a:moveTo>
                  <a:pt x="0" y="114"/>
                </a:moveTo>
                <a:lnTo>
                  <a:pt x="609" y="114"/>
                </a:lnTo>
                <a:lnTo>
                  <a:pt x="609" y="0"/>
                </a:lnTo>
                <a:lnTo>
                  <a:pt x="0" y="0"/>
                </a:lnTo>
                <a:lnTo>
                  <a:pt x="0" y="114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8097840" y="1162440"/>
            <a:ext cx="219240" cy="43200"/>
          </a:xfrm>
          <a:custGeom>
            <a:avLst/>
            <a:gdLst/>
            <a:ahLst/>
            <a:rect l="0" t="0" r="r" b="b"/>
            <a:pathLst>
              <a:path w="609" h="120">
                <a:moveTo>
                  <a:pt x="0" y="120"/>
                </a:moveTo>
                <a:lnTo>
                  <a:pt x="609" y="120"/>
                </a:lnTo>
                <a:lnTo>
                  <a:pt x="609" y="0"/>
                </a:lnTo>
                <a:lnTo>
                  <a:pt x="0" y="0"/>
                </a:lnTo>
                <a:lnTo>
                  <a:pt x="0" y="120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8371440" y="1191240"/>
            <a:ext cx="218880" cy="14400"/>
          </a:xfrm>
          <a:custGeom>
            <a:avLst/>
            <a:gdLst/>
            <a:ahLst/>
            <a:rect l="0" t="0" r="r" b="b"/>
            <a:pathLst>
              <a:path w="608" h="40">
                <a:moveTo>
                  <a:pt x="0" y="40"/>
                </a:moveTo>
                <a:lnTo>
                  <a:pt x="608" y="40"/>
                </a:lnTo>
                <a:lnTo>
                  <a:pt x="608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8644680" y="1168200"/>
            <a:ext cx="218880" cy="37440"/>
          </a:xfrm>
          <a:custGeom>
            <a:avLst/>
            <a:gdLst/>
            <a:ahLst/>
            <a:rect l="0" t="0" r="r" b="b"/>
            <a:pathLst>
              <a:path w="608" h="104">
                <a:moveTo>
                  <a:pt x="0" y="104"/>
                </a:moveTo>
                <a:lnTo>
                  <a:pt x="608" y="104"/>
                </a:lnTo>
                <a:lnTo>
                  <a:pt x="608" y="0"/>
                </a:lnTo>
                <a:lnTo>
                  <a:pt x="0" y="0"/>
                </a:lnTo>
                <a:lnTo>
                  <a:pt x="0" y="104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69" name=""/>
          <p:cNvSpPr/>
          <p:nvPr/>
        </p:nvSpPr>
        <p:spPr>
          <a:xfrm>
            <a:off x="8917920" y="1171800"/>
            <a:ext cx="219240" cy="33840"/>
          </a:xfrm>
          <a:custGeom>
            <a:avLst/>
            <a:gdLst/>
            <a:ahLst/>
            <a:rect l="0" t="0" r="r" b="b"/>
            <a:pathLst>
              <a:path w="609" h="94">
                <a:moveTo>
                  <a:pt x="0" y="94"/>
                </a:moveTo>
                <a:lnTo>
                  <a:pt x="609" y="94"/>
                </a:lnTo>
                <a:lnTo>
                  <a:pt x="609" y="0"/>
                </a:lnTo>
                <a:lnTo>
                  <a:pt x="0" y="0"/>
                </a:lnTo>
                <a:lnTo>
                  <a:pt x="0" y="94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0" name=""/>
          <p:cNvSpPr/>
          <p:nvPr/>
        </p:nvSpPr>
        <p:spPr>
          <a:xfrm>
            <a:off x="9191520" y="1161360"/>
            <a:ext cx="218880" cy="44280"/>
          </a:xfrm>
          <a:custGeom>
            <a:avLst/>
            <a:gdLst/>
            <a:ahLst/>
            <a:rect l="0" t="0" r="r" b="b"/>
            <a:pathLst>
              <a:path w="608" h="123">
                <a:moveTo>
                  <a:pt x="0" y="123"/>
                </a:moveTo>
                <a:lnTo>
                  <a:pt x="608" y="123"/>
                </a:lnTo>
                <a:lnTo>
                  <a:pt x="608" y="0"/>
                </a:lnTo>
                <a:lnTo>
                  <a:pt x="0" y="0"/>
                </a:lnTo>
                <a:lnTo>
                  <a:pt x="0" y="123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1" name=""/>
          <p:cNvSpPr/>
          <p:nvPr/>
        </p:nvSpPr>
        <p:spPr>
          <a:xfrm>
            <a:off x="9464760" y="1174320"/>
            <a:ext cx="218880" cy="31320"/>
          </a:xfrm>
          <a:custGeom>
            <a:avLst/>
            <a:gdLst/>
            <a:ahLst/>
            <a:rect l="0" t="0" r="r" b="b"/>
            <a:pathLst>
              <a:path w="608" h="87">
                <a:moveTo>
                  <a:pt x="0" y="87"/>
                </a:moveTo>
                <a:lnTo>
                  <a:pt x="608" y="87"/>
                </a:lnTo>
                <a:lnTo>
                  <a:pt x="608" y="0"/>
                </a:lnTo>
                <a:lnTo>
                  <a:pt x="0" y="0"/>
                </a:lnTo>
                <a:lnTo>
                  <a:pt x="0" y="87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2" name=""/>
          <p:cNvSpPr/>
          <p:nvPr/>
        </p:nvSpPr>
        <p:spPr>
          <a:xfrm>
            <a:off x="9738000" y="943920"/>
            <a:ext cx="219240" cy="261720"/>
          </a:xfrm>
          <a:custGeom>
            <a:avLst/>
            <a:gdLst/>
            <a:ahLst/>
            <a:rect l="0" t="0" r="r" b="b"/>
            <a:pathLst>
              <a:path w="609" h="727">
                <a:moveTo>
                  <a:pt x="0" y="727"/>
                </a:moveTo>
                <a:lnTo>
                  <a:pt x="609" y="727"/>
                </a:lnTo>
                <a:lnTo>
                  <a:pt x="609" y="0"/>
                </a:lnTo>
                <a:lnTo>
                  <a:pt x="0" y="0"/>
                </a:lnTo>
                <a:lnTo>
                  <a:pt x="0" y="727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3" name=""/>
          <p:cNvSpPr/>
          <p:nvPr/>
        </p:nvSpPr>
        <p:spPr>
          <a:xfrm>
            <a:off x="10011240" y="1175760"/>
            <a:ext cx="219240" cy="29880"/>
          </a:xfrm>
          <a:custGeom>
            <a:avLst/>
            <a:gdLst/>
            <a:ahLst/>
            <a:rect l="0" t="0" r="r" b="b"/>
            <a:pathLst>
              <a:path w="609" h="83">
                <a:moveTo>
                  <a:pt x="0" y="83"/>
                </a:moveTo>
                <a:lnTo>
                  <a:pt x="609" y="83"/>
                </a:lnTo>
                <a:lnTo>
                  <a:pt x="609" y="0"/>
                </a:lnTo>
                <a:lnTo>
                  <a:pt x="0" y="0"/>
                </a:lnTo>
                <a:lnTo>
                  <a:pt x="0" y="83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4" name=""/>
          <p:cNvSpPr/>
          <p:nvPr/>
        </p:nvSpPr>
        <p:spPr>
          <a:xfrm>
            <a:off x="10284840" y="1169280"/>
            <a:ext cx="218880" cy="36360"/>
          </a:xfrm>
          <a:custGeom>
            <a:avLst/>
            <a:gdLst/>
            <a:ahLst/>
            <a:rect l="0" t="0" r="r" b="b"/>
            <a:pathLst>
              <a:path w="608" h="101">
                <a:moveTo>
                  <a:pt x="0" y="101"/>
                </a:moveTo>
                <a:lnTo>
                  <a:pt x="608" y="101"/>
                </a:lnTo>
                <a:lnTo>
                  <a:pt x="608" y="0"/>
                </a:lnTo>
                <a:lnTo>
                  <a:pt x="0" y="0"/>
                </a:lnTo>
                <a:lnTo>
                  <a:pt x="0" y="101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10558080" y="1132560"/>
            <a:ext cx="218880" cy="73080"/>
          </a:xfrm>
          <a:custGeom>
            <a:avLst/>
            <a:gdLst/>
            <a:ahLst/>
            <a:rect l="0" t="0" r="r" b="b"/>
            <a:pathLst>
              <a:path w="608" h="203">
                <a:moveTo>
                  <a:pt x="0" y="203"/>
                </a:moveTo>
                <a:lnTo>
                  <a:pt x="608" y="203"/>
                </a:lnTo>
                <a:lnTo>
                  <a:pt x="608" y="0"/>
                </a:lnTo>
                <a:lnTo>
                  <a:pt x="0" y="0"/>
                </a:lnTo>
                <a:lnTo>
                  <a:pt x="0" y="203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10831320" y="949320"/>
            <a:ext cx="219240" cy="256320"/>
          </a:xfrm>
          <a:custGeom>
            <a:avLst/>
            <a:gdLst/>
            <a:ahLst/>
            <a:rect l="0" t="0" r="r" b="b"/>
            <a:pathLst>
              <a:path w="609" h="712">
                <a:moveTo>
                  <a:pt x="0" y="712"/>
                </a:moveTo>
                <a:lnTo>
                  <a:pt x="609" y="712"/>
                </a:lnTo>
                <a:lnTo>
                  <a:pt x="609" y="0"/>
                </a:lnTo>
                <a:lnTo>
                  <a:pt x="0" y="0"/>
                </a:lnTo>
                <a:lnTo>
                  <a:pt x="0" y="712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11104920" y="1199520"/>
            <a:ext cx="218880" cy="6120"/>
          </a:xfrm>
          <a:custGeom>
            <a:avLst/>
            <a:gdLst/>
            <a:ahLst/>
            <a:rect l="0" t="0" r="r" b="b"/>
            <a:pathLst>
              <a:path w="608" h="17">
                <a:moveTo>
                  <a:pt x="0" y="17"/>
                </a:moveTo>
                <a:lnTo>
                  <a:pt x="608" y="17"/>
                </a:lnTo>
                <a:lnTo>
                  <a:pt x="608" y="0"/>
                </a:lnTo>
                <a:lnTo>
                  <a:pt x="0" y="0"/>
                </a:lnTo>
                <a:lnTo>
                  <a:pt x="0" y="17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11378160" y="1203840"/>
            <a:ext cx="218880" cy="1800"/>
          </a:xfrm>
          <a:custGeom>
            <a:avLst/>
            <a:gdLst/>
            <a:ahLst/>
            <a:rect l="0" t="0" r="r" b="b"/>
            <a:pathLst>
              <a:path w="608" h="5">
                <a:moveTo>
                  <a:pt x="0" y="5"/>
                </a:moveTo>
                <a:lnTo>
                  <a:pt x="608" y="5"/>
                </a:lnTo>
                <a:lnTo>
                  <a:pt x="608" y="0"/>
                </a:lnTo>
                <a:lnTo>
                  <a:pt x="0" y="0"/>
                </a:lnTo>
                <a:lnTo>
                  <a:pt x="0" y="5"/>
                </a:lnTo>
                <a:close/>
              </a:path>
            </a:pathLst>
          </a:custGeom>
          <a:solidFill>
            <a:srgbClr val="1d3557"/>
          </a:solidFill>
          <a:ln w="5040">
            <a:solidFill>
              <a:srgbClr val="ffffff"/>
            </a:solidFill>
            <a:miter/>
          </a:ln>
        </p:spPr>
      </p:sp>
      <p:sp>
        <p:nvSpPr>
          <p:cNvPr id="79" name=""/>
          <p:cNvSpPr/>
          <p:nvPr/>
        </p:nvSpPr>
        <p:spPr>
          <a:xfrm flipV="1">
            <a:off x="2057040" y="879840"/>
            <a:ext cx="0" cy="3254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/>
          <p:nvPr/>
        </p:nvSpPr>
        <p:spPr>
          <a:xfrm>
            <a:off x="2057040" y="1205280"/>
            <a:ext cx="95670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/>
          <p:nvPr/>
        </p:nvSpPr>
        <p:spPr>
          <a:xfrm>
            <a:off x="2057040" y="1268640"/>
            <a:ext cx="9567360" cy="146880"/>
          </a:xfrm>
          <a:custGeom>
            <a:avLst/>
            <a:gdLst/>
            <a:ahLst/>
            <a:rect l="0" t="0" r="r" b="b"/>
            <a:pathLst>
              <a:path w="26576" h="408">
                <a:moveTo>
                  <a:pt x="0" y="408"/>
                </a:moveTo>
                <a:lnTo>
                  <a:pt x="26576" y="408"/>
                </a:lnTo>
                <a:lnTo>
                  <a:pt x="26576" y="0"/>
                </a:lnTo>
                <a:lnTo>
                  <a:pt x="0" y="0"/>
                </a:lnTo>
                <a:lnTo>
                  <a:pt x="0" y="40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82" name="" descr=""/>
          <p:cNvPicPr/>
          <p:nvPr/>
        </p:nvPicPr>
        <p:blipFill>
          <a:blip r:embed="rId2"/>
          <a:stretch/>
        </p:blipFill>
        <p:spPr>
          <a:xfrm>
            <a:off x="2057400" y="1266120"/>
            <a:ext cx="9567360" cy="149040"/>
          </a:xfrm>
          <a:prstGeom prst="rect">
            <a:avLst/>
          </a:prstGeom>
          <a:ln w="0">
            <a:noFill/>
          </a:ln>
        </p:spPr>
      </p:pic>
      <p:sp>
        <p:nvSpPr>
          <p:cNvPr id="83" name=""/>
          <p:cNvSpPr txBox="1"/>
          <p:nvPr/>
        </p:nvSpPr>
        <p:spPr>
          <a:xfrm rot="16200000">
            <a:off x="1152000" y="965160"/>
            <a:ext cx="901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Total mutations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2057040" y="1478880"/>
            <a:ext cx="9567360" cy="146520"/>
          </a:xfrm>
          <a:custGeom>
            <a:avLst/>
            <a:gdLst/>
            <a:ahLst/>
            <a:rect l="0" t="0" r="r" b="b"/>
            <a:pathLst>
              <a:path w="26576" h="407">
                <a:moveTo>
                  <a:pt x="0" y="407"/>
                </a:moveTo>
                <a:lnTo>
                  <a:pt x="26576" y="407"/>
                </a:lnTo>
                <a:lnTo>
                  <a:pt x="26576" y="0"/>
                </a:lnTo>
                <a:lnTo>
                  <a:pt x="0" y="0"/>
                </a:lnTo>
                <a:lnTo>
                  <a:pt x="0" y="40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85" name="" descr=""/>
          <p:cNvPicPr/>
          <p:nvPr/>
        </p:nvPicPr>
        <p:blipFill>
          <a:blip r:embed="rId3"/>
          <a:stretch/>
        </p:blipFill>
        <p:spPr>
          <a:xfrm>
            <a:off x="2057400" y="1476000"/>
            <a:ext cx="9567360" cy="149040"/>
          </a:xfrm>
          <a:prstGeom prst="rect">
            <a:avLst/>
          </a:prstGeom>
          <a:ln w="0">
            <a:noFill/>
          </a:ln>
        </p:spPr>
      </p:pic>
      <p:sp>
        <p:nvSpPr>
          <p:cNvPr id="86" name=""/>
          <p:cNvSpPr txBox="1"/>
          <p:nvPr/>
        </p:nvSpPr>
        <p:spPr>
          <a:xfrm>
            <a:off x="1463760" y="1279440"/>
            <a:ext cx="555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Response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2057040" y="1688760"/>
            <a:ext cx="9232560" cy="4472280"/>
          </a:xfrm>
          <a:custGeom>
            <a:avLst/>
            <a:gdLst/>
            <a:ahLst/>
            <a:rect l="0" t="0" r="r" b="b"/>
            <a:pathLst>
              <a:path w="25646" h="12423">
                <a:moveTo>
                  <a:pt x="0" y="12423"/>
                </a:moveTo>
                <a:lnTo>
                  <a:pt x="25646" y="12423"/>
                </a:lnTo>
                <a:lnTo>
                  <a:pt x="25646" y="0"/>
                </a:lnTo>
                <a:lnTo>
                  <a:pt x="0" y="0"/>
                </a:lnTo>
                <a:lnTo>
                  <a:pt x="0" y="1242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88" name="" descr=""/>
          <p:cNvPicPr/>
          <p:nvPr/>
        </p:nvPicPr>
        <p:blipFill>
          <a:blip r:embed="rId4"/>
          <a:stretch/>
        </p:blipFill>
        <p:spPr>
          <a:xfrm>
            <a:off x="2057400" y="1686240"/>
            <a:ext cx="9232200" cy="4474080"/>
          </a:xfrm>
          <a:prstGeom prst="rect">
            <a:avLst/>
          </a:prstGeom>
          <a:ln w="0">
            <a:noFill/>
          </a:ln>
        </p:spPr>
      </p:pic>
      <p:sp>
        <p:nvSpPr>
          <p:cNvPr id="89" name=""/>
          <p:cNvSpPr/>
          <p:nvPr/>
        </p:nvSpPr>
        <p:spPr>
          <a:xfrm>
            <a:off x="218916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>
            <a:off x="218916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>
            <a:off x="1526400" y="1489320"/>
            <a:ext cx="486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cT stage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245268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>
            <a:off x="245268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 rot="16200000">
            <a:off x="2053080" y="630900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11-PR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271656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>
            <a:off x="271656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 rot="16200000">
            <a:off x="234756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21-P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98044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9" name=""/>
          <p:cNvSpPr/>
          <p:nvPr/>
        </p:nvSpPr>
        <p:spPr>
          <a:xfrm>
            <a:off x="298044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 txBox="1"/>
          <p:nvPr/>
        </p:nvSpPr>
        <p:spPr>
          <a:xfrm rot="16200000">
            <a:off x="2580840" y="630900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10-PR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324432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" name=""/>
          <p:cNvSpPr/>
          <p:nvPr/>
        </p:nvSpPr>
        <p:spPr>
          <a:xfrm>
            <a:off x="324432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 txBox="1"/>
          <p:nvPr/>
        </p:nvSpPr>
        <p:spPr>
          <a:xfrm rot="16200000">
            <a:off x="2844360" y="630900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12-PR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350784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" name=""/>
          <p:cNvSpPr/>
          <p:nvPr/>
        </p:nvSpPr>
        <p:spPr>
          <a:xfrm>
            <a:off x="350784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 txBox="1"/>
          <p:nvPr/>
        </p:nvSpPr>
        <p:spPr>
          <a:xfrm rot="16200000">
            <a:off x="313884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32-P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377172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" name=""/>
          <p:cNvSpPr/>
          <p:nvPr/>
        </p:nvSpPr>
        <p:spPr>
          <a:xfrm>
            <a:off x="377172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 txBox="1"/>
          <p:nvPr/>
        </p:nvSpPr>
        <p:spPr>
          <a:xfrm rot="16200000">
            <a:off x="340056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403560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>
            <a:off x="403560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 txBox="1"/>
          <p:nvPr/>
        </p:nvSpPr>
        <p:spPr>
          <a:xfrm rot="16200000">
            <a:off x="366624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18-P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429912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" name=""/>
          <p:cNvSpPr/>
          <p:nvPr/>
        </p:nvSpPr>
        <p:spPr>
          <a:xfrm>
            <a:off x="429912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 txBox="1"/>
          <p:nvPr/>
        </p:nvSpPr>
        <p:spPr>
          <a:xfrm rot="16200000">
            <a:off x="393012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22-P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456300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>
            <a:off x="456300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 txBox="1"/>
          <p:nvPr/>
        </p:nvSpPr>
        <p:spPr>
          <a:xfrm rot="16200000">
            <a:off x="419400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26-P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482688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>
            <a:off x="482688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 txBox="1"/>
          <p:nvPr/>
        </p:nvSpPr>
        <p:spPr>
          <a:xfrm rot="16200000">
            <a:off x="445752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35-P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509040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>
            <a:off x="509040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 txBox="1"/>
          <p:nvPr/>
        </p:nvSpPr>
        <p:spPr>
          <a:xfrm rot="16200000">
            <a:off x="471924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7-PR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535428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" name=""/>
          <p:cNvSpPr/>
          <p:nvPr/>
        </p:nvSpPr>
        <p:spPr>
          <a:xfrm>
            <a:off x="535428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 txBox="1"/>
          <p:nvPr/>
        </p:nvSpPr>
        <p:spPr>
          <a:xfrm rot="16200000">
            <a:off x="4954680" y="630900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13-PR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561816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>
            <a:off x="561816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 txBox="1"/>
          <p:nvPr/>
        </p:nvSpPr>
        <p:spPr>
          <a:xfrm rot="16200000">
            <a:off x="524916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15-P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588204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2" name=""/>
          <p:cNvSpPr/>
          <p:nvPr/>
        </p:nvSpPr>
        <p:spPr>
          <a:xfrm>
            <a:off x="588204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 txBox="1"/>
          <p:nvPr/>
        </p:nvSpPr>
        <p:spPr>
          <a:xfrm rot="16200000">
            <a:off x="551268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19-P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614556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5" name=""/>
          <p:cNvSpPr/>
          <p:nvPr/>
        </p:nvSpPr>
        <p:spPr>
          <a:xfrm>
            <a:off x="614556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 txBox="1"/>
          <p:nvPr/>
        </p:nvSpPr>
        <p:spPr>
          <a:xfrm rot="16200000">
            <a:off x="577656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33-P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640944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8" name=""/>
          <p:cNvSpPr/>
          <p:nvPr/>
        </p:nvSpPr>
        <p:spPr>
          <a:xfrm>
            <a:off x="640944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 txBox="1"/>
          <p:nvPr/>
        </p:nvSpPr>
        <p:spPr>
          <a:xfrm rot="16200000">
            <a:off x="604044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34-P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667332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>
            <a:off x="667332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 txBox="1"/>
          <p:nvPr/>
        </p:nvSpPr>
        <p:spPr>
          <a:xfrm rot="16200000">
            <a:off x="630180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5-PR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693684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4" name=""/>
          <p:cNvSpPr/>
          <p:nvPr/>
        </p:nvSpPr>
        <p:spPr>
          <a:xfrm>
            <a:off x="693684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 txBox="1"/>
          <p:nvPr/>
        </p:nvSpPr>
        <p:spPr>
          <a:xfrm rot="16200000">
            <a:off x="656784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24-P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720072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>
            <a:off x="720072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 txBox="1"/>
          <p:nvPr/>
        </p:nvSpPr>
        <p:spPr>
          <a:xfrm rot="16200000">
            <a:off x="683172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25-P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746460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0" name=""/>
          <p:cNvSpPr/>
          <p:nvPr/>
        </p:nvSpPr>
        <p:spPr>
          <a:xfrm>
            <a:off x="746460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 txBox="1"/>
          <p:nvPr/>
        </p:nvSpPr>
        <p:spPr>
          <a:xfrm rot="16200000">
            <a:off x="709560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30-P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772848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3" name=""/>
          <p:cNvSpPr/>
          <p:nvPr/>
        </p:nvSpPr>
        <p:spPr>
          <a:xfrm>
            <a:off x="772848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4" name=""/>
          <p:cNvSpPr txBox="1"/>
          <p:nvPr/>
        </p:nvSpPr>
        <p:spPr>
          <a:xfrm rot="16200000">
            <a:off x="735696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9-PR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799200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6" name=""/>
          <p:cNvSpPr/>
          <p:nvPr/>
        </p:nvSpPr>
        <p:spPr>
          <a:xfrm>
            <a:off x="799200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7" name=""/>
          <p:cNvSpPr txBox="1"/>
          <p:nvPr/>
        </p:nvSpPr>
        <p:spPr>
          <a:xfrm rot="16200000">
            <a:off x="7592400" y="630900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14-PR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825588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9" name=""/>
          <p:cNvSpPr/>
          <p:nvPr/>
        </p:nvSpPr>
        <p:spPr>
          <a:xfrm>
            <a:off x="825588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0" name=""/>
          <p:cNvSpPr txBox="1"/>
          <p:nvPr/>
        </p:nvSpPr>
        <p:spPr>
          <a:xfrm rot="16200000">
            <a:off x="788688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29-P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851976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2" name=""/>
          <p:cNvSpPr/>
          <p:nvPr/>
        </p:nvSpPr>
        <p:spPr>
          <a:xfrm>
            <a:off x="851976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3" name=""/>
          <p:cNvSpPr txBox="1"/>
          <p:nvPr/>
        </p:nvSpPr>
        <p:spPr>
          <a:xfrm rot="16200000">
            <a:off x="815040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31-P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878328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5" name=""/>
          <p:cNvSpPr/>
          <p:nvPr/>
        </p:nvSpPr>
        <p:spPr>
          <a:xfrm>
            <a:off x="878328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 txBox="1"/>
          <p:nvPr/>
        </p:nvSpPr>
        <p:spPr>
          <a:xfrm rot="16200000">
            <a:off x="841428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28-P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904716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8" name=""/>
          <p:cNvSpPr/>
          <p:nvPr/>
        </p:nvSpPr>
        <p:spPr>
          <a:xfrm>
            <a:off x="904716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9" name=""/>
          <p:cNvSpPr txBox="1"/>
          <p:nvPr/>
        </p:nvSpPr>
        <p:spPr>
          <a:xfrm rot="16200000">
            <a:off x="867600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931104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1" name=""/>
          <p:cNvSpPr/>
          <p:nvPr/>
        </p:nvSpPr>
        <p:spPr>
          <a:xfrm>
            <a:off x="931104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2" name=""/>
          <p:cNvSpPr txBox="1"/>
          <p:nvPr/>
        </p:nvSpPr>
        <p:spPr>
          <a:xfrm rot="16200000">
            <a:off x="893952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6-PR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957456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4" name=""/>
          <p:cNvSpPr/>
          <p:nvPr/>
        </p:nvSpPr>
        <p:spPr>
          <a:xfrm>
            <a:off x="957456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5" name=""/>
          <p:cNvSpPr txBox="1"/>
          <p:nvPr/>
        </p:nvSpPr>
        <p:spPr>
          <a:xfrm rot="16200000">
            <a:off x="920340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8-PR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983844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7" name=""/>
          <p:cNvSpPr/>
          <p:nvPr/>
        </p:nvSpPr>
        <p:spPr>
          <a:xfrm>
            <a:off x="983844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 txBox="1"/>
          <p:nvPr/>
        </p:nvSpPr>
        <p:spPr>
          <a:xfrm rot="16200000">
            <a:off x="946944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17-P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1010232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0" name=""/>
          <p:cNvSpPr/>
          <p:nvPr/>
        </p:nvSpPr>
        <p:spPr>
          <a:xfrm>
            <a:off x="1010232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 txBox="1"/>
          <p:nvPr/>
        </p:nvSpPr>
        <p:spPr>
          <a:xfrm rot="16200000">
            <a:off x="973116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1036620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3" name=""/>
          <p:cNvSpPr/>
          <p:nvPr/>
        </p:nvSpPr>
        <p:spPr>
          <a:xfrm>
            <a:off x="1036620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 txBox="1"/>
          <p:nvPr/>
        </p:nvSpPr>
        <p:spPr>
          <a:xfrm rot="16200000">
            <a:off x="999684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23-P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1062972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6" name=""/>
          <p:cNvSpPr/>
          <p:nvPr/>
        </p:nvSpPr>
        <p:spPr>
          <a:xfrm>
            <a:off x="1062972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7" name=""/>
          <p:cNvSpPr txBox="1"/>
          <p:nvPr/>
        </p:nvSpPr>
        <p:spPr>
          <a:xfrm rot="16200000">
            <a:off x="10258560" y="6280920"/>
            <a:ext cx="20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4-PR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1089360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9" name=""/>
          <p:cNvSpPr/>
          <p:nvPr/>
        </p:nvSpPr>
        <p:spPr>
          <a:xfrm>
            <a:off x="1089360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 txBox="1"/>
          <p:nvPr/>
        </p:nvSpPr>
        <p:spPr>
          <a:xfrm rot="16200000">
            <a:off x="1052460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16-P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11157480" y="6160680"/>
            <a:ext cx="0" cy="25200"/>
          </a:xfrm>
          <a:custGeom>
            <a:avLst/>
            <a:gdLst/>
            <a:ahLst/>
            <a:rect l="0" t="0" r="r" b="b"/>
            <a:pathLst>
              <a:path w="0" h="70">
                <a:moveTo>
                  <a:pt x="0" y="0"/>
                </a:moveTo>
                <a:lnTo>
                  <a:pt x="0" y="7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2" name=""/>
          <p:cNvSpPr/>
          <p:nvPr/>
        </p:nvSpPr>
        <p:spPr>
          <a:xfrm>
            <a:off x="11157480" y="6160680"/>
            <a:ext cx="0" cy="252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3" name=""/>
          <p:cNvSpPr txBox="1"/>
          <p:nvPr/>
        </p:nvSpPr>
        <p:spPr>
          <a:xfrm rot="16200000">
            <a:off x="1078812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20-P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2031840" y="183780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5" name=""/>
          <p:cNvSpPr/>
          <p:nvPr/>
        </p:nvSpPr>
        <p:spPr>
          <a:xfrm flipH="1">
            <a:off x="2031840" y="183780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6" name=""/>
          <p:cNvSpPr txBox="1"/>
          <p:nvPr/>
        </p:nvSpPr>
        <p:spPr>
          <a:xfrm rot="16200000">
            <a:off x="11052000" y="6278040"/>
            <a:ext cx="198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27-P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2031840" y="213588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8" name=""/>
          <p:cNvSpPr/>
          <p:nvPr/>
        </p:nvSpPr>
        <p:spPr>
          <a:xfrm flipH="1">
            <a:off x="2031840" y="213588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9" name=""/>
          <p:cNvSpPr txBox="1"/>
          <p:nvPr/>
        </p:nvSpPr>
        <p:spPr>
          <a:xfrm>
            <a:off x="627120" y="1781280"/>
            <a:ext cx="1375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SBS5  (Aging (clock-like))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2031840" y="243396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1" name=""/>
          <p:cNvSpPr/>
          <p:nvPr/>
        </p:nvSpPr>
        <p:spPr>
          <a:xfrm flipH="1">
            <a:off x="2031840" y="243396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2" name=""/>
          <p:cNvSpPr txBox="1"/>
          <p:nvPr/>
        </p:nvSpPr>
        <p:spPr>
          <a:xfrm>
            <a:off x="367560" y="2079360"/>
            <a:ext cx="1634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SBS1  (Aging (5-mC deamin.))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2031840" y="273204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4" name=""/>
          <p:cNvSpPr/>
          <p:nvPr/>
        </p:nvSpPr>
        <p:spPr>
          <a:xfrm flipH="1">
            <a:off x="2031840" y="273204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5" name=""/>
          <p:cNvSpPr txBox="1"/>
          <p:nvPr/>
        </p:nvSpPr>
        <p:spPr>
          <a:xfrm>
            <a:off x="710640" y="2377440"/>
            <a:ext cx="1285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SBS6  (MMR deficiency)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2031840" y="303012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7" name=""/>
          <p:cNvSpPr/>
          <p:nvPr/>
        </p:nvSpPr>
        <p:spPr>
          <a:xfrm flipH="1">
            <a:off x="2031840" y="303012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8" name=""/>
          <p:cNvSpPr txBox="1"/>
          <p:nvPr/>
        </p:nvSpPr>
        <p:spPr>
          <a:xfrm>
            <a:off x="593640" y="2675520"/>
            <a:ext cx="1409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SBS54  (Possible artefact)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2031840" y="332856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0" name=""/>
          <p:cNvSpPr/>
          <p:nvPr/>
        </p:nvSpPr>
        <p:spPr>
          <a:xfrm flipH="1">
            <a:off x="2031840" y="332856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1" name=""/>
          <p:cNvSpPr txBox="1"/>
          <p:nvPr/>
        </p:nvSpPr>
        <p:spPr>
          <a:xfrm>
            <a:off x="344880" y="2973600"/>
            <a:ext cx="1657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SBS40  (Aging-like (unknown))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2031840" y="362664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3" name=""/>
          <p:cNvSpPr/>
          <p:nvPr/>
        </p:nvSpPr>
        <p:spPr>
          <a:xfrm flipH="1">
            <a:off x="2031840" y="362664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4" name=""/>
          <p:cNvSpPr txBox="1"/>
          <p:nvPr/>
        </p:nvSpPr>
        <p:spPr>
          <a:xfrm>
            <a:off x="986760" y="3272040"/>
            <a:ext cx="1006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SBS39  (Unknown)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2031840" y="392472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6" name=""/>
          <p:cNvSpPr/>
          <p:nvPr/>
        </p:nvSpPr>
        <p:spPr>
          <a:xfrm flipH="1">
            <a:off x="2031840" y="392472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7" name=""/>
          <p:cNvSpPr txBox="1"/>
          <p:nvPr/>
        </p:nvSpPr>
        <p:spPr>
          <a:xfrm>
            <a:off x="642240" y="3570120"/>
            <a:ext cx="13539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SBS15  (MMR deficiency)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8" name=""/>
          <p:cNvSpPr/>
          <p:nvPr/>
        </p:nvSpPr>
        <p:spPr>
          <a:xfrm>
            <a:off x="2031840" y="422280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9" name=""/>
          <p:cNvSpPr/>
          <p:nvPr/>
        </p:nvSpPr>
        <p:spPr>
          <a:xfrm flipH="1">
            <a:off x="2031840" y="422280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0" name=""/>
          <p:cNvSpPr txBox="1"/>
          <p:nvPr/>
        </p:nvSpPr>
        <p:spPr>
          <a:xfrm>
            <a:off x="91440" y="3868200"/>
            <a:ext cx="1905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SBS87  (Thiopurine chemotherapy)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2031840" y="452088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2" name=""/>
          <p:cNvSpPr/>
          <p:nvPr/>
        </p:nvSpPr>
        <p:spPr>
          <a:xfrm flipH="1">
            <a:off x="2031840" y="452088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3" name=""/>
          <p:cNvSpPr txBox="1"/>
          <p:nvPr/>
        </p:nvSpPr>
        <p:spPr>
          <a:xfrm>
            <a:off x="546480" y="4166280"/>
            <a:ext cx="1450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SBS30  (NTHL1 deficiency)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2031840" y="481896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5" name=""/>
          <p:cNvSpPr/>
          <p:nvPr/>
        </p:nvSpPr>
        <p:spPr>
          <a:xfrm flipH="1">
            <a:off x="2031840" y="481896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 txBox="1"/>
          <p:nvPr/>
        </p:nvSpPr>
        <p:spPr>
          <a:xfrm>
            <a:off x="158400" y="4464360"/>
            <a:ext cx="1855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SBS24  (Aflatoxin (likely artefact))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2031840" y="511704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8" name=""/>
          <p:cNvSpPr/>
          <p:nvPr/>
        </p:nvSpPr>
        <p:spPr>
          <a:xfrm flipH="1">
            <a:off x="2031840" y="511704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9" name=""/>
          <p:cNvSpPr txBox="1"/>
          <p:nvPr/>
        </p:nvSpPr>
        <p:spPr>
          <a:xfrm>
            <a:off x="633240" y="4762440"/>
            <a:ext cx="1379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SBS4  (Tobacco smoking)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2031840" y="541512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1" name=""/>
          <p:cNvSpPr/>
          <p:nvPr/>
        </p:nvSpPr>
        <p:spPr>
          <a:xfrm flipH="1">
            <a:off x="2031840" y="541512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2" name=""/>
          <p:cNvSpPr txBox="1"/>
          <p:nvPr/>
        </p:nvSpPr>
        <p:spPr>
          <a:xfrm>
            <a:off x="784440" y="5060520"/>
            <a:ext cx="1212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SBS18  (ROS damage)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2031840" y="571356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4" name=""/>
          <p:cNvSpPr/>
          <p:nvPr/>
        </p:nvSpPr>
        <p:spPr>
          <a:xfrm flipH="1">
            <a:off x="2031840" y="571356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5" name=""/>
          <p:cNvSpPr txBox="1"/>
          <p:nvPr/>
        </p:nvSpPr>
        <p:spPr>
          <a:xfrm>
            <a:off x="572040" y="5358600"/>
            <a:ext cx="1442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SBS29  (Tobacco chewing)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2031840" y="601164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7" name=""/>
          <p:cNvSpPr/>
          <p:nvPr/>
        </p:nvSpPr>
        <p:spPr>
          <a:xfrm flipH="1">
            <a:off x="2031840" y="601164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8" name=""/>
          <p:cNvSpPr txBox="1"/>
          <p:nvPr/>
        </p:nvSpPr>
        <p:spPr>
          <a:xfrm>
            <a:off x="720720" y="5657040"/>
            <a:ext cx="1280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SBS9  (Polymerase eta)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2848680" y="1688760"/>
            <a:ext cx="263880" cy="4472280"/>
          </a:xfrm>
          <a:custGeom>
            <a:avLst/>
            <a:gdLst/>
            <a:ahLst/>
            <a:rect l="0" t="0" r="r" b="b"/>
            <a:pathLst>
              <a:path w="733" h="12423">
                <a:moveTo>
                  <a:pt x="0" y="0"/>
                </a:moveTo>
                <a:lnTo>
                  <a:pt x="733" y="0"/>
                </a:lnTo>
                <a:lnTo>
                  <a:pt x="733" y="12423"/>
                </a:lnTo>
                <a:lnTo>
                  <a:pt x="0" y="12423"/>
                </a:lnTo>
                <a:lnTo>
                  <a:pt x="0" y="0"/>
                </a:lnTo>
                <a:close/>
              </a:path>
            </a:pathLst>
          </a:custGeom>
          <a:noFill/>
          <a:ln w="18720">
            <a:solidFill>
              <a:srgbClr val="1d3557"/>
            </a:solidFill>
            <a:miter/>
          </a:ln>
        </p:spPr>
      </p:sp>
      <p:sp>
        <p:nvSpPr>
          <p:cNvPr id="240" name=""/>
          <p:cNvSpPr/>
          <p:nvPr/>
        </p:nvSpPr>
        <p:spPr>
          <a:xfrm>
            <a:off x="3376080" y="1688760"/>
            <a:ext cx="264240" cy="4472280"/>
          </a:xfrm>
          <a:custGeom>
            <a:avLst/>
            <a:gdLst/>
            <a:ahLst/>
            <a:rect l="0" t="0" r="r" b="b"/>
            <a:pathLst>
              <a:path w="734" h="12423">
                <a:moveTo>
                  <a:pt x="0" y="0"/>
                </a:moveTo>
                <a:lnTo>
                  <a:pt x="734" y="0"/>
                </a:lnTo>
                <a:lnTo>
                  <a:pt x="734" y="12423"/>
                </a:lnTo>
                <a:lnTo>
                  <a:pt x="0" y="12423"/>
                </a:lnTo>
                <a:lnTo>
                  <a:pt x="0" y="0"/>
                </a:lnTo>
                <a:close/>
              </a:path>
            </a:pathLst>
          </a:custGeom>
          <a:noFill/>
          <a:ln w="18720">
            <a:solidFill>
              <a:srgbClr val="1d3557"/>
            </a:solidFill>
            <a:miter/>
          </a:ln>
        </p:spPr>
      </p:sp>
      <p:sp>
        <p:nvSpPr>
          <p:cNvPr id="241" name=""/>
          <p:cNvSpPr/>
          <p:nvPr/>
        </p:nvSpPr>
        <p:spPr>
          <a:xfrm>
            <a:off x="6277680" y="1688760"/>
            <a:ext cx="263880" cy="4472280"/>
          </a:xfrm>
          <a:custGeom>
            <a:avLst/>
            <a:gdLst/>
            <a:ahLst/>
            <a:rect l="0" t="0" r="r" b="b"/>
            <a:pathLst>
              <a:path w="733" h="12423">
                <a:moveTo>
                  <a:pt x="0" y="0"/>
                </a:moveTo>
                <a:lnTo>
                  <a:pt x="733" y="0"/>
                </a:lnTo>
                <a:lnTo>
                  <a:pt x="733" y="12423"/>
                </a:lnTo>
                <a:lnTo>
                  <a:pt x="0" y="12423"/>
                </a:lnTo>
                <a:lnTo>
                  <a:pt x="0" y="0"/>
                </a:lnTo>
                <a:close/>
              </a:path>
            </a:pathLst>
          </a:custGeom>
          <a:noFill/>
          <a:ln w="18720">
            <a:solidFill>
              <a:srgbClr val="1d3557"/>
            </a:solidFill>
            <a:miter/>
          </a:ln>
        </p:spPr>
      </p:sp>
      <p:sp>
        <p:nvSpPr>
          <p:cNvPr id="242" name=""/>
          <p:cNvSpPr/>
          <p:nvPr/>
        </p:nvSpPr>
        <p:spPr>
          <a:xfrm>
            <a:off x="7332480" y="1688760"/>
            <a:ext cx="264240" cy="4472280"/>
          </a:xfrm>
          <a:custGeom>
            <a:avLst/>
            <a:gdLst/>
            <a:ahLst/>
            <a:rect l="0" t="0" r="r" b="b"/>
            <a:pathLst>
              <a:path w="734" h="12423">
                <a:moveTo>
                  <a:pt x="0" y="0"/>
                </a:moveTo>
                <a:lnTo>
                  <a:pt x="734" y="0"/>
                </a:lnTo>
                <a:lnTo>
                  <a:pt x="734" y="12423"/>
                </a:lnTo>
                <a:lnTo>
                  <a:pt x="0" y="12423"/>
                </a:lnTo>
                <a:lnTo>
                  <a:pt x="0" y="0"/>
                </a:lnTo>
                <a:close/>
              </a:path>
            </a:pathLst>
          </a:custGeom>
          <a:noFill/>
          <a:ln w="18720">
            <a:solidFill>
              <a:srgbClr val="1d3557"/>
            </a:solidFill>
            <a:miter/>
          </a:ln>
        </p:spPr>
      </p:sp>
      <p:sp>
        <p:nvSpPr>
          <p:cNvPr id="243" name=""/>
          <p:cNvSpPr/>
          <p:nvPr/>
        </p:nvSpPr>
        <p:spPr>
          <a:xfrm>
            <a:off x="7596360" y="1688760"/>
            <a:ext cx="264240" cy="4472280"/>
          </a:xfrm>
          <a:custGeom>
            <a:avLst/>
            <a:gdLst/>
            <a:ahLst/>
            <a:rect l="0" t="0" r="r" b="b"/>
            <a:pathLst>
              <a:path w="734" h="12423">
                <a:moveTo>
                  <a:pt x="0" y="0"/>
                </a:moveTo>
                <a:lnTo>
                  <a:pt x="734" y="0"/>
                </a:lnTo>
                <a:lnTo>
                  <a:pt x="734" y="12423"/>
                </a:lnTo>
                <a:lnTo>
                  <a:pt x="0" y="12423"/>
                </a:lnTo>
                <a:lnTo>
                  <a:pt x="0" y="0"/>
                </a:lnTo>
                <a:close/>
              </a:path>
            </a:pathLst>
          </a:custGeom>
          <a:noFill/>
          <a:ln w="18720">
            <a:solidFill>
              <a:srgbClr val="1d3557"/>
            </a:solidFill>
            <a:miter/>
          </a:ln>
        </p:spPr>
      </p:sp>
      <p:sp>
        <p:nvSpPr>
          <p:cNvPr id="244" name=""/>
          <p:cNvSpPr/>
          <p:nvPr/>
        </p:nvSpPr>
        <p:spPr>
          <a:xfrm flipV="1">
            <a:off x="2057040" y="1688760"/>
            <a:ext cx="0" cy="44719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45" name=""/>
          <p:cNvSpPr/>
          <p:nvPr/>
        </p:nvSpPr>
        <p:spPr>
          <a:xfrm>
            <a:off x="2057040" y="6160680"/>
            <a:ext cx="92322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46" name=""/>
          <p:cNvSpPr/>
          <p:nvPr/>
        </p:nvSpPr>
        <p:spPr>
          <a:xfrm>
            <a:off x="11385000" y="2806560"/>
            <a:ext cx="111960" cy="2236320"/>
          </a:xfrm>
          <a:custGeom>
            <a:avLst/>
            <a:gdLst/>
            <a:ahLst/>
            <a:rect l="0" t="0" r="r" b="b"/>
            <a:pathLst>
              <a:path w="311" h="6212">
                <a:moveTo>
                  <a:pt x="0" y="6212"/>
                </a:moveTo>
                <a:lnTo>
                  <a:pt x="311" y="6212"/>
                </a:lnTo>
                <a:lnTo>
                  <a:pt x="311" y="0"/>
                </a:lnTo>
                <a:lnTo>
                  <a:pt x="0" y="0"/>
                </a:lnTo>
                <a:lnTo>
                  <a:pt x="0" y="621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47" name=""/>
          <p:cNvSpPr/>
          <p:nvPr/>
        </p:nvSpPr>
        <p:spPr>
          <a:xfrm>
            <a:off x="11496600" y="5042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8" name=""/>
          <p:cNvSpPr/>
          <p:nvPr/>
        </p:nvSpPr>
        <p:spPr>
          <a:xfrm>
            <a:off x="11496600" y="5042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9" name=""/>
          <p:cNvSpPr txBox="1"/>
          <p:nvPr/>
        </p:nvSpPr>
        <p:spPr>
          <a:xfrm>
            <a:off x="986760" y="5955120"/>
            <a:ext cx="1006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SBS93  (Unknown)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11496600" y="4595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1" name=""/>
          <p:cNvSpPr/>
          <p:nvPr/>
        </p:nvSpPr>
        <p:spPr>
          <a:xfrm>
            <a:off x="11496600" y="4595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2" name=""/>
          <p:cNvSpPr txBox="1"/>
          <p:nvPr/>
        </p:nvSpPr>
        <p:spPr>
          <a:xfrm>
            <a:off x="11579400" y="49802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11496600" y="4148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4" name=""/>
          <p:cNvSpPr/>
          <p:nvPr/>
        </p:nvSpPr>
        <p:spPr>
          <a:xfrm>
            <a:off x="11496600" y="4148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5" name=""/>
          <p:cNvSpPr txBox="1"/>
          <p:nvPr/>
        </p:nvSpPr>
        <p:spPr>
          <a:xfrm>
            <a:off x="11579400" y="45331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11496600" y="3701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7" name=""/>
          <p:cNvSpPr/>
          <p:nvPr/>
        </p:nvSpPr>
        <p:spPr>
          <a:xfrm>
            <a:off x="11496600" y="3701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8" name=""/>
          <p:cNvSpPr txBox="1"/>
          <p:nvPr/>
        </p:nvSpPr>
        <p:spPr>
          <a:xfrm>
            <a:off x="11579400" y="40856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11496600" y="3254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0" name=""/>
          <p:cNvSpPr/>
          <p:nvPr/>
        </p:nvSpPr>
        <p:spPr>
          <a:xfrm>
            <a:off x="11496600" y="3254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1" name=""/>
          <p:cNvSpPr txBox="1"/>
          <p:nvPr/>
        </p:nvSpPr>
        <p:spPr>
          <a:xfrm>
            <a:off x="11579400" y="36385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11496600" y="2806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3" name=""/>
          <p:cNvSpPr/>
          <p:nvPr/>
        </p:nvSpPr>
        <p:spPr>
          <a:xfrm>
            <a:off x="11496600" y="2806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4" name=""/>
          <p:cNvSpPr txBox="1"/>
          <p:nvPr/>
        </p:nvSpPr>
        <p:spPr>
          <a:xfrm>
            <a:off x="11579400" y="31914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5" name=""/>
          <p:cNvSpPr txBox="1"/>
          <p:nvPr/>
        </p:nvSpPr>
        <p:spPr>
          <a:xfrm>
            <a:off x="11579400" y="27442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6" name=""/>
          <p:cNvSpPr txBox="1"/>
          <p:nvPr/>
        </p:nvSpPr>
        <p:spPr>
          <a:xfrm rot="16200000">
            <a:off x="11215800" y="3853080"/>
            <a:ext cx="1288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Signature contribution</a:t>
            </a:r>
            <a:endParaRPr b="0" lang="en-US" sz="900" spc="-1" strike="noStrike">
              <a:latin typeface="Times New Roman"/>
            </a:endParaRPr>
          </a:p>
        </p:txBody>
      </p:sp>
      <p:pic>
        <p:nvPicPr>
          <p:cNvPr id="267" name="" descr=""/>
          <p:cNvPicPr/>
          <p:nvPr/>
        </p:nvPicPr>
        <p:blipFill>
          <a:blip r:embed="rId5"/>
          <a:stretch/>
        </p:blipFill>
        <p:spPr>
          <a:xfrm>
            <a:off x="11384280" y="2804040"/>
            <a:ext cx="112320" cy="2237040"/>
          </a:xfrm>
          <a:prstGeom prst="rect">
            <a:avLst/>
          </a:prstGeom>
          <a:ln w="0">
            <a:noFill/>
          </a:ln>
        </p:spPr>
      </p:pic>
      <p:sp>
        <p:nvSpPr>
          <p:cNvPr id="268" name=""/>
          <p:cNvSpPr/>
          <p:nvPr/>
        </p:nvSpPr>
        <p:spPr>
          <a:xfrm>
            <a:off x="11385000" y="2806560"/>
            <a:ext cx="111960" cy="2236320"/>
          </a:xfrm>
          <a:custGeom>
            <a:avLst/>
            <a:gdLst/>
            <a:ahLst/>
            <a:rect l="0" t="0" r="r" b="b"/>
            <a:pathLst>
              <a:path w="311" h="6212">
                <a:moveTo>
                  <a:pt x="0" y="6212"/>
                </a:moveTo>
                <a:lnTo>
                  <a:pt x="156" y="6212"/>
                </a:lnTo>
                <a:lnTo>
                  <a:pt x="311" y="6212"/>
                </a:lnTo>
                <a:lnTo>
                  <a:pt x="311" y="0"/>
                </a:lnTo>
                <a:lnTo>
                  <a:pt x="156" y="0"/>
                </a:lnTo>
                <a:lnTo>
                  <a:pt x="0" y="0"/>
                </a:lnTo>
                <a:lnTo>
                  <a:pt x="0" y="6212"/>
                </a:lnTo>
                <a:close/>
              </a:path>
            </a:pathLst>
          </a:custGeom>
          <a:noFill/>
          <a:ln cap="sq" w="11160">
            <a:solidFill>
              <a:srgbClr val="1d3557"/>
            </a:solidFill>
            <a:miter/>
          </a:ln>
        </p:spPr>
      </p:sp>
      <p:sp>
        <p:nvSpPr>
          <p:cNvPr id="269" name=""/>
          <p:cNvSpPr txBox="1"/>
          <p:nvPr/>
        </p:nvSpPr>
        <p:spPr>
          <a:xfrm rot="16200000">
            <a:off x="11643480" y="3854520"/>
            <a:ext cx="689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(proportion)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0" name=""/>
          <p:cNvSpPr txBox="1"/>
          <p:nvPr/>
        </p:nvSpPr>
        <p:spPr>
          <a:xfrm>
            <a:off x="2009160" y="71640"/>
            <a:ext cx="93610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1d3557"/>
                </a:solidFill>
                <a:latin typeface="DejaVuSans"/>
              </a:rPr>
              <a:t>Mutational signature attribution (COSMIC v3.3)  — pre-treatment samples sorted by response × mutation burden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271" name=""/>
          <p:cNvSpPr txBox="1"/>
          <p:nvPr/>
        </p:nvSpPr>
        <p:spPr>
          <a:xfrm>
            <a:off x="4244400" y="243720"/>
            <a:ext cx="489132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1d3557"/>
                </a:solidFill>
                <a:latin typeface="DejaVuSans"/>
              </a:rPr>
              <a:t>black-bordered samples = prior MMR/HRD signature claims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2C — SBS signature attribution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6297120" cy="3986640"/>
          </a:xfrm>
          <a:custGeom>
            <a:avLst/>
            <a:gdLst/>
            <a:ahLst/>
            <a:rect l="0" t="0" r="r" b="b"/>
            <a:pathLst>
              <a:path w="17492" h="11074">
                <a:moveTo>
                  <a:pt x="0" y="11074"/>
                </a:moveTo>
                <a:lnTo>
                  <a:pt x="17492" y="11074"/>
                </a:lnTo>
                <a:lnTo>
                  <a:pt x="17492" y="0"/>
                </a:lnTo>
                <a:lnTo>
                  <a:pt x="0" y="0"/>
                </a:lnTo>
                <a:lnTo>
                  <a:pt x="0" y="1107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42880" y="134640"/>
            <a:ext cx="4252320" cy="3380040"/>
          </a:xfrm>
          <a:custGeom>
            <a:avLst/>
            <a:gdLst/>
            <a:ahLst/>
            <a:rect l="0" t="0" r="r" b="b"/>
            <a:pathLst>
              <a:path w="11812" h="9389">
                <a:moveTo>
                  <a:pt x="0" y="9389"/>
                </a:moveTo>
                <a:lnTo>
                  <a:pt x="11812" y="9389"/>
                </a:lnTo>
                <a:lnTo>
                  <a:pt x="11812" y="0"/>
                </a:lnTo>
                <a:lnTo>
                  <a:pt x="0" y="0"/>
                </a:lnTo>
                <a:lnTo>
                  <a:pt x="0" y="93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63864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63864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27800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27800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60228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91736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91736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24164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55672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55672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188100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319608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319608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52072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383544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383544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16008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447480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447480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376308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440244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504720" y="3431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504720" y="3431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1592280" y="3735000"/>
            <a:ext cx="21603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Nonsynonymous TMB (/Mb)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504720" y="3019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504720" y="3019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278280" y="33696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504720" y="2607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504720" y="2607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78280" y="29574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504720" y="2195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504720" y="2195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278280" y="25452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504720" y="1783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504720" y="1783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278280" y="2133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504720" y="1371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504720" y="1371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278280" y="17208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504720" y="959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504720" y="959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278280" y="13086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504720" y="546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504720" y="546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278280" y="8967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504720" y="13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504720" y="13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278280" y="484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>
            <a:off x="278280" y="723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542880" y="-408717000"/>
            <a:ext cx="4252320" cy="329719320"/>
          </a:xfrm>
          <a:custGeom>
            <a:avLst/>
            <a:gdLst/>
            <a:ahLst/>
            <a:rect l="0" t="0" r="r" b="b"/>
            <a:pathLst>
              <a:path w="11812" h="915887">
                <a:moveTo>
                  <a:pt x="0" y="915887"/>
                </a:moveTo>
                <a:lnTo>
                  <a:pt x="11812" y="915887"/>
                </a:lnTo>
                <a:lnTo>
                  <a:pt x="11812" y="0"/>
                </a:lnTo>
                <a:lnTo>
                  <a:pt x="0" y="0"/>
                </a:lnTo>
                <a:lnTo>
                  <a:pt x="0" y="915887"/>
                </a:lnTo>
                <a:close/>
              </a:path>
            </a:pathLst>
          </a:custGeom>
          <a:solidFill>
            <a:srgbClr val="0a7d6e">
              <a:alpha val="7000"/>
            </a:srgbClr>
          </a:solidFill>
          <a:ln w="12600">
            <a:solidFill>
              <a:srgbClr val="0a7d6e">
                <a:alpha val="7000"/>
              </a:srgbClr>
            </a:solidFill>
            <a:miter/>
          </a:ln>
        </p:spPr>
      </p:sp>
      <p:sp>
        <p:nvSpPr>
          <p:cNvPr id="88" name=""/>
          <p:cNvSpPr/>
          <p:nvPr/>
        </p:nvSpPr>
        <p:spPr>
          <a:xfrm>
            <a:off x="3835440" y="134640"/>
            <a:ext cx="28773000" cy="3380040"/>
          </a:xfrm>
          <a:custGeom>
            <a:avLst/>
            <a:gdLst/>
            <a:ahLst/>
            <a:rect l="0" t="0" r="r" b="b"/>
            <a:pathLst>
              <a:path w="79925" h="9389">
                <a:moveTo>
                  <a:pt x="0" y="9389"/>
                </a:moveTo>
                <a:lnTo>
                  <a:pt x="79925" y="9389"/>
                </a:lnTo>
                <a:lnTo>
                  <a:pt x="79925" y="0"/>
                </a:lnTo>
                <a:lnTo>
                  <a:pt x="0" y="0"/>
                </a:lnTo>
                <a:lnTo>
                  <a:pt x="0" y="9389"/>
                </a:lnTo>
                <a:close/>
              </a:path>
            </a:pathLst>
          </a:custGeom>
          <a:solidFill>
            <a:srgbClr val="d4a300">
              <a:alpha val="7000"/>
            </a:srgbClr>
          </a:solidFill>
          <a:ln w="12600">
            <a:solidFill>
              <a:srgbClr val="d4a300">
                <a:alpha val="7000"/>
              </a:srgbClr>
            </a:solidFill>
            <a:miter/>
          </a:ln>
        </p:spPr>
      </p:sp>
      <p:sp>
        <p:nvSpPr>
          <p:cNvPr id="89" name=""/>
          <p:cNvSpPr/>
          <p:nvPr/>
        </p:nvSpPr>
        <p:spPr>
          <a:xfrm flipV="1">
            <a:off x="3835440" y="134640"/>
            <a:ext cx="0" cy="3379680"/>
          </a:xfrm>
          <a:prstGeom prst="line">
            <a:avLst/>
          </a:prstGeom>
          <a:ln w="11160">
            <a:solidFill>
              <a:srgbClr val="d4a300"/>
            </a:solidFill>
            <a:custDash>
              <a:ds d="377419" sp="161290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/>
          <p:nvPr/>
        </p:nvSpPr>
        <p:spPr>
          <a:xfrm flipV="1">
            <a:off x="542880" y="134640"/>
            <a:ext cx="0" cy="33796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/>
          <p:nvPr/>
        </p:nvSpPr>
        <p:spPr>
          <a:xfrm>
            <a:off x="542880" y="3514320"/>
            <a:ext cx="42519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/>
          <p:nvPr/>
        </p:nvSpPr>
        <p:spPr>
          <a:xfrm>
            <a:off x="147528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2" y="327"/>
                </a:moveTo>
                <a:cubicBezTo>
                  <a:pt x="206" y="327"/>
                  <a:pt x="247" y="310"/>
                  <a:pt x="277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7" y="48"/>
                </a:cubicBezTo>
                <a:cubicBezTo>
                  <a:pt x="247" y="18"/>
                  <a:pt x="206" y="0"/>
                  <a:pt x="162" y="0"/>
                </a:cubicBezTo>
                <a:cubicBezTo>
                  <a:pt x="119" y="0"/>
                  <a:pt x="78" y="18"/>
                  <a:pt x="47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7" y="279"/>
                </a:cubicBezTo>
                <a:cubicBezTo>
                  <a:pt x="78" y="310"/>
                  <a:pt x="119" y="327"/>
                  <a:pt x="162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136008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6" y="327"/>
                  <a:pt x="247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7" y="18"/>
                  <a:pt x="206" y="0"/>
                  <a:pt x="163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68220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6" y="327"/>
                  <a:pt x="249" y="310"/>
                  <a:pt x="279" y="279"/>
                </a:cubicBezTo>
                <a:cubicBezTo>
                  <a:pt x="310" y="249"/>
                  <a:pt x="327" y="206"/>
                  <a:pt x="327" y="163"/>
                </a:cubicBezTo>
                <a:cubicBezTo>
                  <a:pt x="327" y="120"/>
                  <a:pt x="310" y="79"/>
                  <a:pt x="279" y="48"/>
                </a:cubicBezTo>
                <a:cubicBezTo>
                  <a:pt x="249" y="18"/>
                  <a:pt x="206" y="0"/>
                  <a:pt x="163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8" y="79"/>
                  <a:pt x="0" y="120"/>
                  <a:pt x="0" y="163"/>
                </a:cubicBezTo>
                <a:cubicBezTo>
                  <a:pt x="0" y="206"/>
                  <a:pt x="18" y="249"/>
                  <a:pt x="48" y="279"/>
                </a:cubicBezTo>
                <a:cubicBezTo>
                  <a:pt x="79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121320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6" y="327"/>
                  <a:pt x="248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8" y="18"/>
                  <a:pt x="206" y="0"/>
                  <a:pt x="163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9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60552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7" y="206"/>
                  <a:pt x="327" y="163"/>
                </a:cubicBezTo>
                <a:cubicBezTo>
                  <a:pt x="327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1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1" y="327"/>
                  <a:pt x="164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1174680" y="3332160"/>
            <a:ext cx="117360" cy="117360"/>
          </a:xfrm>
          <a:custGeom>
            <a:avLst/>
            <a:gdLst/>
            <a:ahLst/>
            <a:rect l="0" t="0" r="r" b="b"/>
            <a:pathLst>
              <a:path w="326" h="326">
                <a:moveTo>
                  <a:pt x="164" y="326"/>
                </a:moveTo>
                <a:cubicBezTo>
                  <a:pt x="207" y="326"/>
                  <a:pt x="248" y="309"/>
                  <a:pt x="279" y="279"/>
                </a:cubicBezTo>
                <a:cubicBezTo>
                  <a:pt x="309" y="248"/>
                  <a:pt x="326" y="207"/>
                  <a:pt x="326" y="164"/>
                </a:cubicBezTo>
                <a:cubicBezTo>
                  <a:pt x="326" y="120"/>
                  <a:pt x="309" y="79"/>
                  <a:pt x="279" y="49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0" y="0"/>
                  <a:pt x="78" y="18"/>
                  <a:pt x="48" y="49"/>
                </a:cubicBezTo>
                <a:cubicBezTo>
                  <a:pt x="17" y="79"/>
                  <a:pt x="0" y="120"/>
                  <a:pt x="0" y="164"/>
                </a:cubicBezTo>
                <a:cubicBezTo>
                  <a:pt x="0" y="207"/>
                  <a:pt x="17" y="248"/>
                  <a:pt x="48" y="279"/>
                </a:cubicBezTo>
                <a:cubicBezTo>
                  <a:pt x="78" y="309"/>
                  <a:pt x="120" y="326"/>
                  <a:pt x="164" y="326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221040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7" y="206"/>
                  <a:pt x="327" y="163"/>
                </a:cubicBezTo>
                <a:cubicBezTo>
                  <a:pt x="327" y="120"/>
                  <a:pt x="309" y="79"/>
                  <a:pt x="279" y="48"/>
                </a:cubicBezTo>
                <a:cubicBezTo>
                  <a:pt x="248" y="18"/>
                  <a:pt x="207" y="0"/>
                  <a:pt x="163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125784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6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6" y="0"/>
                  <a:pt x="163" y="0"/>
                </a:cubicBezTo>
                <a:cubicBezTo>
                  <a:pt x="119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19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61200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1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1" y="327"/>
                  <a:pt x="164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116820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7" y="206"/>
                  <a:pt x="327" y="163"/>
                </a:cubicBezTo>
                <a:cubicBezTo>
                  <a:pt x="327" y="120"/>
                  <a:pt x="309" y="79"/>
                  <a:pt x="279" y="48"/>
                </a:cubicBezTo>
                <a:cubicBezTo>
                  <a:pt x="248" y="18"/>
                  <a:pt x="207" y="0"/>
                  <a:pt x="163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1315440" y="3084840"/>
            <a:ext cx="117360" cy="117360"/>
          </a:xfrm>
          <a:custGeom>
            <a:avLst/>
            <a:gdLst/>
            <a:ahLst/>
            <a:rect l="0" t="0" r="r" b="b"/>
            <a:pathLst>
              <a:path w="326" h="326">
                <a:moveTo>
                  <a:pt x="163" y="326"/>
                </a:moveTo>
                <a:cubicBezTo>
                  <a:pt x="207" y="326"/>
                  <a:pt x="248" y="309"/>
                  <a:pt x="278" y="279"/>
                </a:cubicBezTo>
                <a:cubicBezTo>
                  <a:pt x="309" y="248"/>
                  <a:pt x="326" y="207"/>
                  <a:pt x="326" y="164"/>
                </a:cubicBezTo>
                <a:cubicBezTo>
                  <a:pt x="326" y="121"/>
                  <a:pt x="309" y="79"/>
                  <a:pt x="278" y="49"/>
                </a:cubicBezTo>
                <a:cubicBezTo>
                  <a:pt x="248" y="17"/>
                  <a:pt x="207" y="0"/>
                  <a:pt x="163" y="0"/>
                </a:cubicBezTo>
                <a:cubicBezTo>
                  <a:pt x="120" y="0"/>
                  <a:pt x="78" y="17"/>
                  <a:pt x="47" y="49"/>
                </a:cubicBezTo>
                <a:cubicBezTo>
                  <a:pt x="17" y="79"/>
                  <a:pt x="0" y="121"/>
                  <a:pt x="0" y="164"/>
                </a:cubicBezTo>
                <a:cubicBezTo>
                  <a:pt x="0" y="207"/>
                  <a:pt x="17" y="248"/>
                  <a:pt x="47" y="279"/>
                </a:cubicBezTo>
                <a:cubicBezTo>
                  <a:pt x="78" y="309"/>
                  <a:pt x="120" y="326"/>
                  <a:pt x="163" y="326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95724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1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1" y="327"/>
                  <a:pt x="164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4" name=""/>
          <p:cNvSpPr/>
          <p:nvPr/>
        </p:nvSpPr>
        <p:spPr>
          <a:xfrm>
            <a:off x="790920" y="2590200"/>
            <a:ext cx="117720" cy="117360"/>
          </a:xfrm>
          <a:custGeom>
            <a:avLst/>
            <a:gdLst/>
            <a:ahLst/>
            <a:rect l="0" t="0" r="r" b="b"/>
            <a:pathLst>
              <a:path w="327" h="326">
                <a:moveTo>
                  <a:pt x="163" y="326"/>
                </a:moveTo>
                <a:cubicBezTo>
                  <a:pt x="206" y="326"/>
                  <a:pt x="249" y="309"/>
                  <a:pt x="279" y="279"/>
                </a:cubicBezTo>
                <a:cubicBezTo>
                  <a:pt x="310" y="248"/>
                  <a:pt x="327" y="207"/>
                  <a:pt x="327" y="164"/>
                </a:cubicBezTo>
                <a:cubicBezTo>
                  <a:pt x="327" y="121"/>
                  <a:pt x="310" y="78"/>
                  <a:pt x="279" y="48"/>
                </a:cubicBezTo>
                <a:cubicBezTo>
                  <a:pt x="249" y="17"/>
                  <a:pt x="206" y="0"/>
                  <a:pt x="163" y="0"/>
                </a:cubicBezTo>
                <a:cubicBezTo>
                  <a:pt x="120" y="0"/>
                  <a:pt x="79" y="17"/>
                  <a:pt x="48" y="48"/>
                </a:cubicBezTo>
                <a:cubicBezTo>
                  <a:pt x="18" y="78"/>
                  <a:pt x="0" y="121"/>
                  <a:pt x="0" y="164"/>
                </a:cubicBezTo>
                <a:cubicBezTo>
                  <a:pt x="0" y="207"/>
                  <a:pt x="18" y="248"/>
                  <a:pt x="48" y="279"/>
                </a:cubicBezTo>
                <a:cubicBezTo>
                  <a:pt x="79" y="309"/>
                  <a:pt x="120" y="326"/>
                  <a:pt x="163" y="326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5" name=""/>
          <p:cNvSpPr/>
          <p:nvPr/>
        </p:nvSpPr>
        <p:spPr>
          <a:xfrm>
            <a:off x="102132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2" y="327"/>
                </a:moveTo>
                <a:cubicBezTo>
                  <a:pt x="206" y="327"/>
                  <a:pt x="247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7" y="18"/>
                  <a:pt x="206" y="0"/>
                  <a:pt x="162" y="0"/>
                </a:cubicBezTo>
                <a:cubicBezTo>
                  <a:pt x="119" y="0"/>
                  <a:pt x="78" y="18"/>
                  <a:pt x="47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7" y="279"/>
                </a:cubicBezTo>
                <a:cubicBezTo>
                  <a:pt x="78" y="310"/>
                  <a:pt x="119" y="327"/>
                  <a:pt x="162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86796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6" y="327"/>
                  <a:pt x="248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8" y="18"/>
                  <a:pt x="206" y="0"/>
                  <a:pt x="163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9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7" name=""/>
          <p:cNvSpPr/>
          <p:nvPr/>
        </p:nvSpPr>
        <p:spPr>
          <a:xfrm>
            <a:off x="57996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7" y="206"/>
                  <a:pt x="327" y="163"/>
                </a:cubicBezTo>
                <a:cubicBezTo>
                  <a:pt x="327" y="120"/>
                  <a:pt x="309" y="79"/>
                  <a:pt x="279" y="48"/>
                </a:cubicBezTo>
                <a:cubicBezTo>
                  <a:pt x="248" y="18"/>
                  <a:pt x="207" y="0"/>
                  <a:pt x="163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8" name=""/>
          <p:cNvSpPr/>
          <p:nvPr/>
        </p:nvSpPr>
        <p:spPr>
          <a:xfrm>
            <a:off x="1002240" y="3332160"/>
            <a:ext cx="117360" cy="117360"/>
          </a:xfrm>
          <a:custGeom>
            <a:avLst/>
            <a:gdLst/>
            <a:ahLst/>
            <a:rect l="0" t="0" r="r" b="b"/>
            <a:pathLst>
              <a:path w="326" h="326">
                <a:moveTo>
                  <a:pt x="162" y="326"/>
                </a:moveTo>
                <a:cubicBezTo>
                  <a:pt x="205" y="326"/>
                  <a:pt x="247" y="309"/>
                  <a:pt x="277" y="279"/>
                </a:cubicBezTo>
                <a:cubicBezTo>
                  <a:pt x="309" y="248"/>
                  <a:pt x="326" y="207"/>
                  <a:pt x="326" y="164"/>
                </a:cubicBezTo>
                <a:cubicBezTo>
                  <a:pt x="326" y="120"/>
                  <a:pt x="309" y="79"/>
                  <a:pt x="277" y="49"/>
                </a:cubicBezTo>
                <a:cubicBezTo>
                  <a:pt x="247" y="18"/>
                  <a:pt x="205" y="0"/>
                  <a:pt x="162" y="0"/>
                </a:cubicBezTo>
                <a:cubicBezTo>
                  <a:pt x="119" y="0"/>
                  <a:pt x="78" y="18"/>
                  <a:pt x="47" y="49"/>
                </a:cubicBezTo>
                <a:cubicBezTo>
                  <a:pt x="17" y="79"/>
                  <a:pt x="0" y="120"/>
                  <a:pt x="0" y="164"/>
                </a:cubicBezTo>
                <a:cubicBezTo>
                  <a:pt x="0" y="207"/>
                  <a:pt x="17" y="248"/>
                  <a:pt x="47" y="279"/>
                </a:cubicBezTo>
                <a:cubicBezTo>
                  <a:pt x="78" y="309"/>
                  <a:pt x="119" y="326"/>
                  <a:pt x="162" y="326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09" name=""/>
          <p:cNvSpPr/>
          <p:nvPr/>
        </p:nvSpPr>
        <p:spPr>
          <a:xfrm>
            <a:off x="65052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2" y="327"/>
                </a:moveTo>
                <a:cubicBezTo>
                  <a:pt x="205" y="327"/>
                  <a:pt x="247" y="310"/>
                  <a:pt x="277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7" y="48"/>
                </a:cubicBezTo>
                <a:cubicBezTo>
                  <a:pt x="247" y="18"/>
                  <a:pt x="205" y="0"/>
                  <a:pt x="162" y="0"/>
                </a:cubicBezTo>
                <a:cubicBezTo>
                  <a:pt x="119" y="0"/>
                  <a:pt x="78" y="18"/>
                  <a:pt x="47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7" y="279"/>
                </a:cubicBezTo>
                <a:cubicBezTo>
                  <a:pt x="78" y="310"/>
                  <a:pt x="119" y="327"/>
                  <a:pt x="162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0" name=""/>
          <p:cNvSpPr/>
          <p:nvPr/>
        </p:nvSpPr>
        <p:spPr>
          <a:xfrm>
            <a:off x="137916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6" y="327"/>
                  <a:pt x="249" y="310"/>
                  <a:pt x="279" y="279"/>
                </a:cubicBezTo>
                <a:cubicBezTo>
                  <a:pt x="310" y="249"/>
                  <a:pt x="327" y="206"/>
                  <a:pt x="327" y="163"/>
                </a:cubicBezTo>
                <a:cubicBezTo>
                  <a:pt x="327" y="120"/>
                  <a:pt x="310" y="79"/>
                  <a:pt x="279" y="48"/>
                </a:cubicBezTo>
                <a:cubicBezTo>
                  <a:pt x="249" y="18"/>
                  <a:pt x="206" y="0"/>
                  <a:pt x="163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8" y="79"/>
                  <a:pt x="0" y="120"/>
                  <a:pt x="0" y="163"/>
                </a:cubicBezTo>
                <a:cubicBezTo>
                  <a:pt x="0" y="206"/>
                  <a:pt x="18" y="249"/>
                  <a:pt x="48" y="279"/>
                </a:cubicBezTo>
                <a:cubicBezTo>
                  <a:pt x="79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1" name=""/>
          <p:cNvSpPr/>
          <p:nvPr/>
        </p:nvSpPr>
        <p:spPr>
          <a:xfrm>
            <a:off x="57996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7" y="206"/>
                  <a:pt x="327" y="163"/>
                </a:cubicBezTo>
                <a:cubicBezTo>
                  <a:pt x="327" y="120"/>
                  <a:pt x="309" y="79"/>
                  <a:pt x="279" y="48"/>
                </a:cubicBezTo>
                <a:cubicBezTo>
                  <a:pt x="248" y="18"/>
                  <a:pt x="207" y="0"/>
                  <a:pt x="163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2" name=""/>
          <p:cNvSpPr/>
          <p:nvPr/>
        </p:nvSpPr>
        <p:spPr>
          <a:xfrm>
            <a:off x="109800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0" y="0"/>
                  <a:pt x="79" y="18"/>
                  <a:pt x="49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9" y="279"/>
                </a:cubicBezTo>
                <a:cubicBezTo>
                  <a:pt x="79" y="310"/>
                  <a:pt x="120" y="327"/>
                  <a:pt x="164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3" name=""/>
          <p:cNvSpPr/>
          <p:nvPr/>
        </p:nvSpPr>
        <p:spPr>
          <a:xfrm>
            <a:off x="61200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1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1" y="327"/>
                  <a:pt x="164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4" name=""/>
          <p:cNvSpPr/>
          <p:nvPr/>
        </p:nvSpPr>
        <p:spPr>
          <a:xfrm>
            <a:off x="1232280" y="3332160"/>
            <a:ext cx="117360" cy="117360"/>
          </a:xfrm>
          <a:custGeom>
            <a:avLst/>
            <a:gdLst/>
            <a:ahLst/>
            <a:rect l="0" t="0" r="r" b="b"/>
            <a:pathLst>
              <a:path w="326" h="326">
                <a:moveTo>
                  <a:pt x="163" y="326"/>
                </a:moveTo>
                <a:cubicBezTo>
                  <a:pt x="206" y="326"/>
                  <a:pt x="247" y="309"/>
                  <a:pt x="278" y="279"/>
                </a:cubicBezTo>
                <a:cubicBezTo>
                  <a:pt x="308" y="248"/>
                  <a:pt x="326" y="207"/>
                  <a:pt x="326" y="164"/>
                </a:cubicBezTo>
                <a:cubicBezTo>
                  <a:pt x="326" y="120"/>
                  <a:pt x="308" y="79"/>
                  <a:pt x="278" y="49"/>
                </a:cubicBezTo>
                <a:cubicBezTo>
                  <a:pt x="247" y="18"/>
                  <a:pt x="206" y="0"/>
                  <a:pt x="163" y="0"/>
                </a:cubicBezTo>
                <a:cubicBezTo>
                  <a:pt x="119" y="0"/>
                  <a:pt x="78" y="18"/>
                  <a:pt x="48" y="49"/>
                </a:cubicBezTo>
                <a:cubicBezTo>
                  <a:pt x="17" y="79"/>
                  <a:pt x="0" y="120"/>
                  <a:pt x="0" y="164"/>
                </a:cubicBezTo>
                <a:cubicBezTo>
                  <a:pt x="0" y="207"/>
                  <a:pt x="17" y="248"/>
                  <a:pt x="48" y="279"/>
                </a:cubicBezTo>
                <a:cubicBezTo>
                  <a:pt x="78" y="309"/>
                  <a:pt x="119" y="326"/>
                  <a:pt x="163" y="326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5" name=""/>
          <p:cNvSpPr/>
          <p:nvPr/>
        </p:nvSpPr>
        <p:spPr>
          <a:xfrm>
            <a:off x="105948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7" y="206"/>
                  <a:pt x="327" y="163"/>
                </a:cubicBezTo>
                <a:cubicBezTo>
                  <a:pt x="327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8" y="79"/>
                  <a:pt x="0" y="120"/>
                  <a:pt x="0" y="163"/>
                </a:cubicBezTo>
                <a:cubicBezTo>
                  <a:pt x="0" y="206"/>
                  <a:pt x="18" y="249"/>
                  <a:pt x="48" y="279"/>
                </a:cubicBezTo>
                <a:cubicBezTo>
                  <a:pt x="79" y="310"/>
                  <a:pt x="120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6" name=""/>
          <p:cNvSpPr/>
          <p:nvPr/>
        </p:nvSpPr>
        <p:spPr>
          <a:xfrm>
            <a:off x="118764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6" y="327"/>
                  <a:pt x="248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8" y="18"/>
                  <a:pt x="206" y="0"/>
                  <a:pt x="163" y="0"/>
                </a:cubicBezTo>
                <a:cubicBezTo>
                  <a:pt x="120" y="0"/>
                  <a:pt x="78" y="18"/>
                  <a:pt x="47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7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7" name=""/>
          <p:cNvSpPr/>
          <p:nvPr/>
        </p:nvSpPr>
        <p:spPr>
          <a:xfrm>
            <a:off x="106596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8" name=""/>
          <p:cNvSpPr/>
          <p:nvPr/>
        </p:nvSpPr>
        <p:spPr>
          <a:xfrm>
            <a:off x="105948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7" y="206"/>
                  <a:pt x="327" y="163"/>
                </a:cubicBezTo>
                <a:cubicBezTo>
                  <a:pt x="327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8" y="79"/>
                  <a:pt x="0" y="120"/>
                  <a:pt x="0" y="163"/>
                </a:cubicBezTo>
                <a:cubicBezTo>
                  <a:pt x="0" y="206"/>
                  <a:pt x="18" y="249"/>
                  <a:pt x="48" y="279"/>
                </a:cubicBezTo>
                <a:cubicBezTo>
                  <a:pt x="79" y="310"/>
                  <a:pt x="120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19" name=""/>
          <p:cNvSpPr/>
          <p:nvPr/>
        </p:nvSpPr>
        <p:spPr>
          <a:xfrm>
            <a:off x="106596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0" name=""/>
          <p:cNvSpPr/>
          <p:nvPr/>
        </p:nvSpPr>
        <p:spPr>
          <a:xfrm>
            <a:off x="107244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1" name=""/>
          <p:cNvSpPr/>
          <p:nvPr/>
        </p:nvSpPr>
        <p:spPr>
          <a:xfrm>
            <a:off x="107892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6" y="327"/>
                  <a:pt x="248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8" y="18"/>
                  <a:pt x="206" y="0"/>
                  <a:pt x="163" y="0"/>
                </a:cubicBezTo>
                <a:cubicBezTo>
                  <a:pt x="120" y="0"/>
                  <a:pt x="78" y="18"/>
                  <a:pt x="47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7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2" name=""/>
          <p:cNvSpPr/>
          <p:nvPr/>
        </p:nvSpPr>
        <p:spPr>
          <a:xfrm>
            <a:off x="121932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4" y="327"/>
                </a:moveTo>
                <a:cubicBezTo>
                  <a:pt x="207" y="327"/>
                  <a:pt x="249" y="310"/>
                  <a:pt x="279" y="279"/>
                </a:cubicBezTo>
                <a:cubicBezTo>
                  <a:pt x="310" y="249"/>
                  <a:pt x="327" y="206"/>
                  <a:pt x="327" y="163"/>
                </a:cubicBezTo>
                <a:cubicBezTo>
                  <a:pt x="327" y="120"/>
                  <a:pt x="310" y="79"/>
                  <a:pt x="279" y="48"/>
                </a:cubicBezTo>
                <a:cubicBezTo>
                  <a:pt x="249" y="18"/>
                  <a:pt x="207" y="0"/>
                  <a:pt x="164" y="0"/>
                </a:cubicBezTo>
                <a:cubicBezTo>
                  <a:pt x="121" y="0"/>
                  <a:pt x="80" y="18"/>
                  <a:pt x="49" y="48"/>
                </a:cubicBezTo>
                <a:cubicBezTo>
                  <a:pt x="18" y="79"/>
                  <a:pt x="0" y="120"/>
                  <a:pt x="0" y="163"/>
                </a:cubicBezTo>
                <a:cubicBezTo>
                  <a:pt x="0" y="206"/>
                  <a:pt x="18" y="249"/>
                  <a:pt x="49" y="279"/>
                </a:cubicBezTo>
                <a:cubicBezTo>
                  <a:pt x="80" y="310"/>
                  <a:pt x="121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3" name=""/>
          <p:cNvSpPr/>
          <p:nvPr/>
        </p:nvSpPr>
        <p:spPr>
          <a:xfrm>
            <a:off x="995760" y="3332160"/>
            <a:ext cx="117360" cy="117360"/>
          </a:xfrm>
          <a:custGeom>
            <a:avLst/>
            <a:gdLst/>
            <a:ahLst/>
            <a:rect l="0" t="0" r="r" b="b"/>
            <a:pathLst>
              <a:path w="326" h="326">
                <a:moveTo>
                  <a:pt x="162" y="326"/>
                </a:moveTo>
                <a:cubicBezTo>
                  <a:pt x="206" y="326"/>
                  <a:pt x="247" y="309"/>
                  <a:pt x="277" y="279"/>
                </a:cubicBezTo>
                <a:cubicBezTo>
                  <a:pt x="308" y="248"/>
                  <a:pt x="326" y="207"/>
                  <a:pt x="326" y="164"/>
                </a:cubicBezTo>
                <a:cubicBezTo>
                  <a:pt x="326" y="120"/>
                  <a:pt x="308" y="79"/>
                  <a:pt x="277" y="49"/>
                </a:cubicBezTo>
                <a:cubicBezTo>
                  <a:pt x="247" y="18"/>
                  <a:pt x="206" y="0"/>
                  <a:pt x="162" y="0"/>
                </a:cubicBezTo>
                <a:cubicBezTo>
                  <a:pt x="119" y="0"/>
                  <a:pt x="78" y="18"/>
                  <a:pt x="47" y="49"/>
                </a:cubicBezTo>
                <a:cubicBezTo>
                  <a:pt x="17" y="79"/>
                  <a:pt x="0" y="120"/>
                  <a:pt x="0" y="164"/>
                </a:cubicBezTo>
                <a:cubicBezTo>
                  <a:pt x="0" y="207"/>
                  <a:pt x="17" y="248"/>
                  <a:pt x="47" y="279"/>
                </a:cubicBezTo>
                <a:cubicBezTo>
                  <a:pt x="78" y="309"/>
                  <a:pt x="119" y="326"/>
                  <a:pt x="162" y="326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4" name=""/>
          <p:cNvSpPr/>
          <p:nvPr/>
        </p:nvSpPr>
        <p:spPr>
          <a:xfrm>
            <a:off x="90612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6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6" y="0"/>
                  <a:pt x="163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5" name=""/>
          <p:cNvSpPr/>
          <p:nvPr/>
        </p:nvSpPr>
        <p:spPr>
          <a:xfrm>
            <a:off x="127692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3" y="0"/>
                </a:cubicBezTo>
                <a:cubicBezTo>
                  <a:pt x="120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116208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2" y="327"/>
                </a:moveTo>
                <a:cubicBezTo>
                  <a:pt x="206" y="327"/>
                  <a:pt x="248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8" y="18"/>
                  <a:pt x="206" y="0"/>
                  <a:pt x="162" y="0"/>
                </a:cubicBezTo>
                <a:cubicBezTo>
                  <a:pt x="119" y="0"/>
                  <a:pt x="78" y="18"/>
                  <a:pt x="47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7" y="279"/>
                </a:cubicBezTo>
                <a:cubicBezTo>
                  <a:pt x="78" y="310"/>
                  <a:pt x="119" y="327"/>
                  <a:pt x="162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61200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1" y="0"/>
                  <a:pt x="78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8" y="310"/>
                  <a:pt x="121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79092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6" y="327"/>
                  <a:pt x="249" y="310"/>
                  <a:pt x="279" y="279"/>
                </a:cubicBezTo>
                <a:cubicBezTo>
                  <a:pt x="310" y="249"/>
                  <a:pt x="327" y="206"/>
                  <a:pt x="327" y="163"/>
                </a:cubicBezTo>
                <a:cubicBezTo>
                  <a:pt x="327" y="120"/>
                  <a:pt x="310" y="79"/>
                  <a:pt x="279" y="48"/>
                </a:cubicBezTo>
                <a:cubicBezTo>
                  <a:pt x="249" y="18"/>
                  <a:pt x="206" y="0"/>
                  <a:pt x="163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8" y="79"/>
                  <a:pt x="0" y="120"/>
                  <a:pt x="0" y="163"/>
                </a:cubicBezTo>
                <a:cubicBezTo>
                  <a:pt x="0" y="206"/>
                  <a:pt x="18" y="249"/>
                  <a:pt x="48" y="279"/>
                </a:cubicBezTo>
                <a:cubicBezTo>
                  <a:pt x="79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29" name=""/>
          <p:cNvSpPr/>
          <p:nvPr/>
        </p:nvSpPr>
        <p:spPr>
          <a:xfrm>
            <a:off x="63756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4" y="327"/>
                </a:moveTo>
                <a:cubicBezTo>
                  <a:pt x="207" y="327"/>
                  <a:pt x="248" y="310"/>
                  <a:pt x="279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9" y="48"/>
                </a:cubicBezTo>
                <a:cubicBezTo>
                  <a:pt x="248" y="18"/>
                  <a:pt x="207" y="0"/>
                  <a:pt x="164" y="0"/>
                </a:cubicBezTo>
                <a:cubicBezTo>
                  <a:pt x="121" y="0"/>
                  <a:pt x="79" y="18"/>
                  <a:pt x="49" y="48"/>
                </a:cubicBezTo>
                <a:cubicBezTo>
                  <a:pt x="18" y="79"/>
                  <a:pt x="0" y="120"/>
                  <a:pt x="0" y="163"/>
                </a:cubicBezTo>
                <a:cubicBezTo>
                  <a:pt x="0" y="206"/>
                  <a:pt x="18" y="249"/>
                  <a:pt x="49" y="279"/>
                </a:cubicBezTo>
                <a:cubicBezTo>
                  <a:pt x="79" y="310"/>
                  <a:pt x="121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30" name=""/>
          <p:cNvSpPr/>
          <p:nvPr/>
        </p:nvSpPr>
        <p:spPr>
          <a:xfrm>
            <a:off x="631080" y="337320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4" y="327"/>
                </a:moveTo>
                <a:cubicBezTo>
                  <a:pt x="207" y="327"/>
                  <a:pt x="249" y="310"/>
                  <a:pt x="279" y="279"/>
                </a:cubicBezTo>
                <a:cubicBezTo>
                  <a:pt x="310" y="249"/>
                  <a:pt x="327" y="206"/>
                  <a:pt x="327" y="163"/>
                </a:cubicBezTo>
                <a:cubicBezTo>
                  <a:pt x="327" y="120"/>
                  <a:pt x="310" y="79"/>
                  <a:pt x="279" y="48"/>
                </a:cubicBezTo>
                <a:cubicBezTo>
                  <a:pt x="249" y="18"/>
                  <a:pt x="207" y="0"/>
                  <a:pt x="164" y="0"/>
                </a:cubicBezTo>
                <a:cubicBezTo>
                  <a:pt x="121" y="0"/>
                  <a:pt x="80" y="18"/>
                  <a:pt x="49" y="48"/>
                </a:cubicBezTo>
                <a:cubicBezTo>
                  <a:pt x="18" y="79"/>
                  <a:pt x="0" y="120"/>
                  <a:pt x="0" y="163"/>
                </a:cubicBezTo>
                <a:cubicBezTo>
                  <a:pt x="0" y="206"/>
                  <a:pt x="18" y="249"/>
                  <a:pt x="49" y="279"/>
                </a:cubicBezTo>
                <a:cubicBezTo>
                  <a:pt x="80" y="310"/>
                  <a:pt x="121" y="327"/>
                  <a:pt x="164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31" name=""/>
          <p:cNvSpPr/>
          <p:nvPr/>
        </p:nvSpPr>
        <p:spPr>
          <a:xfrm>
            <a:off x="61848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7" y="327"/>
                  <a:pt x="248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8" y="18"/>
                  <a:pt x="207" y="0"/>
                  <a:pt x="163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9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32" name=""/>
          <p:cNvSpPr/>
          <p:nvPr/>
        </p:nvSpPr>
        <p:spPr>
          <a:xfrm>
            <a:off x="861480" y="3373200"/>
            <a:ext cx="117360" cy="117720"/>
          </a:xfrm>
          <a:custGeom>
            <a:avLst/>
            <a:gdLst/>
            <a:ahLst/>
            <a:rect l="0" t="0" r="r" b="b"/>
            <a:pathLst>
              <a:path w="326" h="327">
                <a:moveTo>
                  <a:pt x="163" y="327"/>
                </a:moveTo>
                <a:cubicBezTo>
                  <a:pt x="207" y="327"/>
                  <a:pt x="248" y="310"/>
                  <a:pt x="278" y="279"/>
                </a:cubicBezTo>
                <a:cubicBezTo>
                  <a:pt x="309" y="249"/>
                  <a:pt x="326" y="206"/>
                  <a:pt x="326" y="163"/>
                </a:cubicBezTo>
                <a:cubicBezTo>
                  <a:pt x="326" y="120"/>
                  <a:pt x="309" y="79"/>
                  <a:pt x="278" y="48"/>
                </a:cubicBezTo>
                <a:cubicBezTo>
                  <a:pt x="248" y="18"/>
                  <a:pt x="207" y="0"/>
                  <a:pt x="163" y="0"/>
                </a:cubicBezTo>
                <a:cubicBezTo>
                  <a:pt x="120" y="0"/>
                  <a:pt x="79" y="18"/>
                  <a:pt x="48" y="48"/>
                </a:cubicBezTo>
                <a:cubicBezTo>
                  <a:pt x="17" y="79"/>
                  <a:pt x="0" y="120"/>
                  <a:pt x="0" y="163"/>
                </a:cubicBezTo>
                <a:cubicBezTo>
                  <a:pt x="0" y="206"/>
                  <a:pt x="17" y="249"/>
                  <a:pt x="48" y="279"/>
                </a:cubicBezTo>
                <a:cubicBezTo>
                  <a:pt x="79" y="310"/>
                  <a:pt x="120" y="327"/>
                  <a:pt x="163" y="327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33" name=""/>
          <p:cNvSpPr txBox="1"/>
          <p:nvPr/>
        </p:nvSpPr>
        <p:spPr>
          <a:xfrm rot="16200000">
            <a:off x="-628560" y="1741320"/>
            <a:ext cx="15566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MSI percentage (%)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34" name=""/>
          <p:cNvSpPr txBox="1"/>
          <p:nvPr/>
        </p:nvSpPr>
        <p:spPr>
          <a:xfrm>
            <a:off x="2864160" y="3110400"/>
            <a:ext cx="6577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i="1" lang="en-US" sz="950" spc="-1" strike="noStrike">
                <a:solidFill>
                  <a:srgbClr val="0e2a47"/>
                </a:solidFill>
                <a:latin typeface="DejaVuSans"/>
              </a:rPr>
              <a:t>MSS zone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5062320" y="25344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4" y="327"/>
                </a:moveTo>
                <a:cubicBezTo>
                  <a:pt x="207" y="327"/>
                  <a:pt x="249" y="309"/>
                  <a:pt x="279" y="279"/>
                </a:cubicBezTo>
                <a:cubicBezTo>
                  <a:pt x="310" y="248"/>
                  <a:pt x="327" y="207"/>
                  <a:pt x="327" y="164"/>
                </a:cubicBezTo>
                <a:cubicBezTo>
                  <a:pt x="327" y="121"/>
                  <a:pt x="310" y="79"/>
                  <a:pt x="279" y="48"/>
                </a:cubicBezTo>
                <a:cubicBezTo>
                  <a:pt x="249" y="18"/>
                  <a:pt x="207" y="0"/>
                  <a:pt x="164" y="0"/>
                </a:cubicBezTo>
                <a:cubicBezTo>
                  <a:pt x="121" y="0"/>
                  <a:pt x="80" y="18"/>
                  <a:pt x="48" y="48"/>
                </a:cubicBezTo>
                <a:cubicBezTo>
                  <a:pt x="18" y="79"/>
                  <a:pt x="0" y="121"/>
                  <a:pt x="0" y="164"/>
                </a:cubicBezTo>
                <a:cubicBezTo>
                  <a:pt x="0" y="207"/>
                  <a:pt x="18" y="248"/>
                  <a:pt x="48" y="279"/>
                </a:cubicBezTo>
                <a:cubicBezTo>
                  <a:pt x="80" y="309"/>
                  <a:pt x="121" y="327"/>
                  <a:pt x="164" y="327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36" name=""/>
          <p:cNvSpPr txBox="1"/>
          <p:nvPr/>
        </p:nvSpPr>
        <p:spPr>
          <a:xfrm>
            <a:off x="2825640" y="3252600"/>
            <a:ext cx="689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i="1" lang="en-US" sz="950" spc="-1" strike="noStrike">
                <a:solidFill>
                  <a:srgbClr val="0e2a47"/>
                </a:solidFill>
                <a:latin typeface="DejaVuSans"/>
              </a:rPr>
              <a:t>(TMB-low)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5062320" y="439920"/>
            <a:ext cx="117720" cy="117360"/>
          </a:xfrm>
          <a:custGeom>
            <a:avLst/>
            <a:gdLst/>
            <a:ahLst/>
            <a:rect l="0" t="0" r="r" b="b"/>
            <a:pathLst>
              <a:path w="327" h="326">
                <a:moveTo>
                  <a:pt x="164" y="326"/>
                </a:moveTo>
                <a:cubicBezTo>
                  <a:pt x="207" y="326"/>
                  <a:pt x="249" y="309"/>
                  <a:pt x="279" y="279"/>
                </a:cubicBezTo>
                <a:cubicBezTo>
                  <a:pt x="310" y="248"/>
                  <a:pt x="327" y="206"/>
                  <a:pt x="327" y="163"/>
                </a:cubicBezTo>
                <a:cubicBezTo>
                  <a:pt x="327" y="119"/>
                  <a:pt x="310" y="78"/>
                  <a:pt x="279" y="48"/>
                </a:cubicBezTo>
                <a:cubicBezTo>
                  <a:pt x="249" y="17"/>
                  <a:pt x="207" y="0"/>
                  <a:pt x="164" y="0"/>
                </a:cubicBezTo>
                <a:cubicBezTo>
                  <a:pt x="121" y="0"/>
                  <a:pt x="80" y="17"/>
                  <a:pt x="48" y="48"/>
                </a:cubicBezTo>
                <a:cubicBezTo>
                  <a:pt x="18" y="78"/>
                  <a:pt x="0" y="119"/>
                  <a:pt x="0" y="163"/>
                </a:cubicBezTo>
                <a:cubicBezTo>
                  <a:pt x="0" y="206"/>
                  <a:pt x="18" y="248"/>
                  <a:pt x="48" y="279"/>
                </a:cubicBezTo>
                <a:cubicBezTo>
                  <a:pt x="80" y="309"/>
                  <a:pt x="121" y="326"/>
                  <a:pt x="164" y="326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12600">
            <a:solidFill>
              <a:srgbClr val="ffffff">
                <a:alpha val="85000"/>
              </a:srgbClr>
            </a:solidFill>
            <a:round/>
          </a:ln>
        </p:spPr>
      </p:sp>
      <p:sp>
        <p:nvSpPr>
          <p:cNvPr id="138" name=""/>
          <p:cNvSpPr txBox="1"/>
          <p:nvPr/>
        </p:nvSpPr>
        <p:spPr>
          <a:xfrm>
            <a:off x="5349960" y="227880"/>
            <a:ext cx="803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good (n=23)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39" name=""/>
          <p:cNvSpPr txBox="1"/>
          <p:nvPr/>
        </p:nvSpPr>
        <p:spPr>
          <a:xfrm>
            <a:off x="5349960" y="414000"/>
            <a:ext cx="726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bad (n=18)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2C(alt) — MSI × TMB scatter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10676880" cy="5255280"/>
          </a:xfrm>
          <a:custGeom>
            <a:avLst/>
            <a:gdLst/>
            <a:ahLst/>
            <a:rect l="0" t="0" r="r" b="b"/>
            <a:pathLst>
              <a:path w="29658" h="14598">
                <a:moveTo>
                  <a:pt x="0" y="14598"/>
                </a:moveTo>
                <a:lnTo>
                  <a:pt x="29658" y="14598"/>
                </a:lnTo>
                <a:lnTo>
                  <a:pt x="29658" y="0"/>
                </a:lnTo>
                <a:lnTo>
                  <a:pt x="0" y="0"/>
                </a:lnTo>
                <a:lnTo>
                  <a:pt x="0" y="1459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980640" y="661680"/>
            <a:ext cx="9213120" cy="140040"/>
          </a:xfrm>
          <a:custGeom>
            <a:avLst/>
            <a:gdLst/>
            <a:ahLst/>
            <a:rect l="0" t="0" r="r" b="b"/>
            <a:pathLst>
              <a:path w="25592" h="389">
                <a:moveTo>
                  <a:pt x="0" y="389"/>
                </a:moveTo>
                <a:lnTo>
                  <a:pt x="25592" y="389"/>
                </a:lnTo>
                <a:lnTo>
                  <a:pt x="2559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00296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1226520" y="661680"/>
            <a:ext cx="224280" cy="140040"/>
          </a:xfrm>
          <a:custGeom>
            <a:avLst/>
            <a:gdLst/>
            <a:ahLst/>
            <a:rect l="0" t="0" r="r" b="b"/>
            <a:pathLst>
              <a:path w="623" h="389">
                <a:moveTo>
                  <a:pt x="0" y="389"/>
                </a:moveTo>
                <a:lnTo>
                  <a:pt x="623" y="389"/>
                </a:lnTo>
                <a:lnTo>
                  <a:pt x="623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145044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167400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189756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43" name=""/>
          <p:cNvSpPr/>
          <p:nvPr/>
        </p:nvSpPr>
        <p:spPr>
          <a:xfrm>
            <a:off x="212112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44" name=""/>
          <p:cNvSpPr/>
          <p:nvPr/>
        </p:nvSpPr>
        <p:spPr>
          <a:xfrm>
            <a:off x="234468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256824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46" name=""/>
          <p:cNvSpPr/>
          <p:nvPr/>
        </p:nvSpPr>
        <p:spPr>
          <a:xfrm>
            <a:off x="279180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47" name=""/>
          <p:cNvSpPr/>
          <p:nvPr/>
        </p:nvSpPr>
        <p:spPr>
          <a:xfrm>
            <a:off x="3015360" y="661680"/>
            <a:ext cx="224280" cy="140040"/>
          </a:xfrm>
          <a:custGeom>
            <a:avLst/>
            <a:gdLst/>
            <a:ahLst/>
            <a:rect l="0" t="0" r="r" b="b"/>
            <a:pathLst>
              <a:path w="623" h="389">
                <a:moveTo>
                  <a:pt x="0" y="389"/>
                </a:moveTo>
                <a:lnTo>
                  <a:pt x="623" y="389"/>
                </a:lnTo>
                <a:lnTo>
                  <a:pt x="623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48" name=""/>
          <p:cNvSpPr/>
          <p:nvPr/>
        </p:nvSpPr>
        <p:spPr>
          <a:xfrm>
            <a:off x="323928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49" name=""/>
          <p:cNvSpPr/>
          <p:nvPr/>
        </p:nvSpPr>
        <p:spPr>
          <a:xfrm>
            <a:off x="346284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368640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390996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413352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435708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458064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4804200" y="661680"/>
            <a:ext cx="224280" cy="140040"/>
          </a:xfrm>
          <a:custGeom>
            <a:avLst/>
            <a:gdLst/>
            <a:ahLst/>
            <a:rect l="0" t="0" r="r" b="b"/>
            <a:pathLst>
              <a:path w="623" h="389">
                <a:moveTo>
                  <a:pt x="0" y="389"/>
                </a:moveTo>
                <a:lnTo>
                  <a:pt x="623" y="389"/>
                </a:lnTo>
                <a:lnTo>
                  <a:pt x="623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502812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525168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547524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569880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60" name=""/>
          <p:cNvSpPr/>
          <p:nvPr/>
        </p:nvSpPr>
        <p:spPr>
          <a:xfrm>
            <a:off x="592236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614592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636948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6593040" y="661680"/>
            <a:ext cx="224280" cy="140040"/>
          </a:xfrm>
          <a:custGeom>
            <a:avLst/>
            <a:gdLst/>
            <a:ahLst/>
            <a:rect l="0" t="0" r="r" b="b"/>
            <a:pathLst>
              <a:path w="623" h="389">
                <a:moveTo>
                  <a:pt x="0" y="389"/>
                </a:moveTo>
                <a:lnTo>
                  <a:pt x="623" y="389"/>
                </a:lnTo>
                <a:lnTo>
                  <a:pt x="623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681696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704052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726408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748764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771120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69" name=""/>
          <p:cNvSpPr/>
          <p:nvPr/>
        </p:nvSpPr>
        <p:spPr>
          <a:xfrm>
            <a:off x="793476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70" name=""/>
          <p:cNvSpPr/>
          <p:nvPr/>
        </p:nvSpPr>
        <p:spPr>
          <a:xfrm>
            <a:off x="8158320" y="661680"/>
            <a:ext cx="224280" cy="140040"/>
          </a:xfrm>
          <a:custGeom>
            <a:avLst/>
            <a:gdLst/>
            <a:ahLst/>
            <a:rect l="0" t="0" r="r" b="b"/>
            <a:pathLst>
              <a:path w="623" h="389">
                <a:moveTo>
                  <a:pt x="0" y="389"/>
                </a:moveTo>
                <a:lnTo>
                  <a:pt x="623" y="389"/>
                </a:lnTo>
                <a:lnTo>
                  <a:pt x="623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71" name=""/>
          <p:cNvSpPr/>
          <p:nvPr/>
        </p:nvSpPr>
        <p:spPr>
          <a:xfrm>
            <a:off x="838224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72" name=""/>
          <p:cNvSpPr/>
          <p:nvPr/>
        </p:nvSpPr>
        <p:spPr>
          <a:xfrm>
            <a:off x="860580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73" name=""/>
          <p:cNvSpPr/>
          <p:nvPr/>
        </p:nvSpPr>
        <p:spPr>
          <a:xfrm>
            <a:off x="882936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74" name=""/>
          <p:cNvSpPr/>
          <p:nvPr/>
        </p:nvSpPr>
        <p:spPr>
          <a:xfrm>
            <a:off x="905292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927648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/>
          </a:solidFill>
          <a:ln w="3600">
            <a:solidFill>
              <a:srgbClr val="e63946"/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950004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9723600" y="661680"/>
            <a:ext cx="223920" cy="140040"/>
          </a:xfrm>
          <a:custGeom>
            <a:avLst/>
            <a:gdLst/>
            <a:ahLst/>
            <a:rect l="0" t="0" r="r" b="b"/>
            <a:pathLst>
              <a:path w="622" h="389">
                <a:moveTo>
                  <a:pt x="0" y="389"/>
                </a:moveTo>
                <a:lnTo>
                  <a:pt x="622" y="389"/>
                </a:lnTo>
                <a:lnTo>
                  <a:pt x="622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9947160" y="661680"/>
            <a:ext cx="224280" cy="140040"/>
          </a:xfrm>
          <a:custGeom>
            <a:avLst/>
            <a:gdLst/>
            <a:ahLst/>
            <a:rect l="0" t="0" r="r" b="b"/>
            <a:pathLst>
              <a:path w="623" h="389">
                <a:moveTo>
                  <a:pt x="0" y="389"/>
                </a:moveTo>
                <a:lnTo>
                  <a:pt x="623" y="389"/>
                </a:lnTo>
                <a:lnTo>
                  <a:pt x="623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/>
          </a:solidFill>
          <a:ln w="3600">
            <a:solidFill>
              <a:srgbClr val="2e86ab"/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980640" y="837360"/>
            <a:ext cx="9213120" cy="3486240"/>
          </a:xfrm>
          <a:custGeom>
            <a:avLst/>
            <a:gdLst/>
            <a:ahLst/>
            <a:rect l="0" t="0" r="r" b="b"/>
            <a:pathLst>
              <a:path w="25592" h="9684">
                <a:moveTo>
                  <a:pt x="0" y="9684"/>
                </a:moveTo>
                <a:lnTo>
                  <a:pt x="25592" y="9684"/>
                </a:lnTo>
                <a:lnTo>
                  <a:pt x="25592" y="0"/>
                </a:lnTo>
                <a:lnTo>
                  <a:pt x="0" y="0"/>
                </a:lnTo>
                <a:lnTo>
                  <a:pt x="0" y="968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80" name=""/>
          <p:cNvSpPr/>
          <p:nvPr/>
        </p:nvSpPr>
        <p:spPr>
          <a:xfrm>
            <a:off x="1025280" y="1674000"/>
            <a:ext cx="179280" cy="2649600"/>
          </a:xfrm>
          <a:custGeom>
            <a:avLst/>
            <a:gdLst/>
            <a:ahLst/>
            <a:rect l="0" t="0" r="r" b="b"/>
            <a:pathLst>
              <a:path w="498" h="7360">
                <a:moveTo>
                  <a:pt x="0" y="7360"/>
                </a:moveTo>
                <a:lnTo>
                  <a:pt x="498" y="7360"/>
                </a:lnTo>
                <a:lnTo>
                  <a:pt x="498" y="0"/>
                </a:lnTo>
                <a:lnTo>
                  <a:pt x="0" y="0"/>
                </a:lnTo>
                <a:lnTo>
                  <a:pt x="0" y="7360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1" name=""/>
          <p:cNvSpPr/>
          <p:nvPr/>
        </p:nvSpPr>
        <p:spPr>
          <a:xfrm>
            <a:off x="1249200" y="3347280"/>
            <a:ext cx="178920" cy="976320"/>
          </a:xfrm>
          <a:custGeom>
            <a:avLst/>
            <a:gdLst/>
            <a:ahLst/>
            <a:rect l="0" t="0" r="r" b="b"/>
            <a:pathLst>
              <a:path w="497" h="2712">
                <a:moveTo>
                  <a:pt x="0" y="2712"/>
                </a:moveTo>
                <a:lnTo>
                  <a:pt x="497" y="2712"/>
                </a:lnTo>
                <a:lnTo>
                  <a:pt x="497" y="0"/>
                </a:lnTo>
                <a:lnTo>
                  <a:pt x="0" y="0"/>
                </a:lnTo>
                <a:lnTo>
                  <a:pt x="0" y="2712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2" name=""/>
          <p:cNvSpPr/>
          <p:nvPr/>
        </p:nvSpPr>
        <p:spPr>
          <a:xfrm>
            <a:off x="1472760" y="4183560"/>
            <a:ext cx="179280" cy="140040"/>
          </a:xfrm>
          <a:custGeom>
            <a:avLst/>
            <a:gdLst/>
            <a:ahLst/>
            <a:rect l="0" t="0" r="r" b="b"/>
            <a:pathLst>
              <a:path w="498" h="389">
                <a:moveTo>
                  <a:pt x="0" y="389"/>
                </a:moveTo>
                <a:lnTo>
                  <a:pt x="498" y="389"/>
                </a:lnTo>
                <a:lnTo>
                  <a:pt x="498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3" name=""/>
          <p:cNvSpPr/>
          <p:nvPr/>
        </p:nvSpPr>
        <p:spPr>
          <a:xfrm>
            <a:off x="1696320" y="4183560"/>
            <a:ext cx="179280" cy="140040"/>
          </a:xfrm>
          <a:custGeom>
            <a:avLst/>
            <a:gdLst/>
            <a:ahLst/>
            <a:rect l="0" t="0" r="r" b="b"/>
            <a:pathLst>
              <a:path w="498" h="389">
                <a:moveTo>
                  <a:pt x="0" y="389"/>
                </a:moveTo>
                <a:lnTo>
                  <a:pt x="498" y="389"/>
                </a:lnTo>
                <a:lnTo>
                  <a:pt x="498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4" name=""/>
          <p:cNvSpPr/>
          <p:nvPr/>
        </p:nvSpPr>
        <p:spPr>
          <a:xfrm>
            <a:off x="1919880" y="4183560"/>
            <a:ext cx="179280" cy="140040"/>
          </a:xfrm>
          <a:custGeom>
            <a:avLst/>
            <a:gdLst/>
            <a:ahLst/>
            <a:rect l="0" t="0" r="r" b="b"/>
            <a:pathLst>
              <a:path w="498" h="389">
                <a:moveTo>
                  <a:pt x="0" y="389"/>
                </a:moveTo>
                <a:lnTo>
                  <a:pt x="498" y="389"/>
                </a:lnTo>
                <a:lnTo>
                  <a:pt x="498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5" name=""/>
          <p:cNvSpPr/>
          <p:nvPr/>
        </p:nvSpPr>
        <p:spPr>
          <a:xfrm>
            <a:off x="2143440" y="4183560"/>
            <a:ext cx="179280" cy="140040"/>
          </a:xfrm>
          <a:custGeom>
            <a:avLst/>
            <a:gdLst/>
            <a:ahLst/>
            <a:rect l="0" t="0" r="r" b="b"/>
            <a:pathLst>
              <a:path w="498" h="389">
                <a:moveTo>
                  <a:pt x="0" y="389"/>
                </a:moveTo>
                <a:lnTo>
                  <a:pt x="498" y="389"/>
                </a:lnTo>
                <a:lnTo>
                  <a:pt x="498" y="0"/>
                </a:lnTo>
                <a:lnTo>
                  <a:pt x="0" y="0"/>
                </a:lnTo>
                <a:lnTo>
                  <a:pt x="0" y="389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6" name=""/>
          <p:cNvSpPr/>
          <p:nvPr/>
        </p:nvSpPr>
        <p:spPr>
          <a:xfrm>
            <a:off x="236700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7" name=""/>
          <p:cNvSpPr/>
          <p:nvPr/>
        </p:nvSpPr>
        <p:spPr>
          <a:xfrm>
            <a:off x="259056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8" name=""/>
          <p:cNvSpPr/>
          <p:nvPr/>
        </p:nvSpPr>
        <p:spPr>
          <a:xfrm>
            <a:off x="281412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89" name=""/>
          <p:cNvSpPr/>
          <p:nvPr/>
        </p:nvSpPr>
        <p:spPr>
          <a:xfrm>
            <a:off x="3038040" y="4281120"/>
            <a:ext cx="178920" cy="42480"/>
          </a:xfrm>
          <a:custGeom>
            <a:avLst/>
            <a:gdLst/>
            <a:ahLst/>
            <a:rect l="0" t="0" r="r" b="b"/>
            <a:pathLst>
              <a:path w="497" h="118">
                <a:moveTo>
                  <a:pt x="0" y="118"/>
                </a:moveTo>
                <a:lnTo>
                  <a:pt x="497" y="118"/>
                </a:lnTo>
                <a:lnTo>
                  <a:pt x="497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326160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348516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370872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393228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415584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437940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460296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4826880" y="4281120"/>
            <a:ext cx="178920" cy="42480"/>
          </a:xfrm>
          <a:custGeom>
            <a:avLst/>
            <a:gdLst/>
            <a:ahLst/>
            <a:rect l="0" t="0" r="r" b="b"/>
            <a:pathLst>
              <a:path w="497" h="118">
                <a:moveTo>
                  <a:pt x="0" y="118"/>
                </a:moveTo>
                <a:lnTo>
                  <a:pt x="497" y="118"/>
                </a:lnTo>
                <a:lnTo>
                  <a:pt x="497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505044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527400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549756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572112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594468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616824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639180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661572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683928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706284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728640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750996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773352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795708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8181000" y="4281120"/>
            <a:ext cx="178920" cy="42480"/>
          </a:xfrm>
          <a:custGeom>
            <a:avLst/>
            <a:gdLst/>
            <a:ahLst/>
            <a:rect l="0" t="0" r="r" b="b"/>
            <a:pathLst>
              <a:path w="497" h="118">
                <a:moveTo>
                  <a:pt x="0" y="118"/>
                </a:moveTo>
                <a:lnTo>
                  <a:pt x="497" y="118"/>
                </a:lnTo>
                <a:lnTo>
                  <a:pt x="497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840456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862812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885168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907524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7" name=""/>
          <p:cNvSpPr/>
          <p:nvPr/>
        </p:nvSpPr>
        <p:spPr>
          <a:xfrm>
            <a:off x="929880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e63946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8" name=""/>
          <p:cNvSpPr/>
          <p:nvPr/>
        </p:nvSpPr>
        <p:spPr>
          <a:xfrm>
            <a:off x="952236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9745920" y="4281120"/>
            <a:ext cx="179280" cy="42480"/>
          </a:xfrm>
          <a:custGeom>
            <a:avLst/>
            <a:gdLst/>
            <a:ahLst/>
            <a:rect l="0" t="0" r="r" b="b"/>
            <a:pathLst>
              <a:path w="498" h="118">
                <a:moveTo>
                  <a:pt x="0" y="118"/>
                </a:moveTo>
                <a:lnTo>
                  <a:pt x="498" y="118"/>
                </a:lnTo>
                <a:lnTo>
                  <a:pt x="498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9969840" y="4281120"/>
            <a:ext cx="178920" cy="42480"/>
          </a:xfrm>
          <a:custGeom>
            <a:avLst/>
            <a:gdLst/>
            <a:ahLst/>
            <a:rect l="0" t="0" r="r" b="b"/>
            <a:pathLst>
              <a:path w="497" h="118">
                <a:moveTo>
                  <a:pt x="0" y="118"/>
                </a:moveTo>
                <a:lnTo>
                  <a:pt x="497" y="118"/>
                </a:lnTo>
                <a:lnTo>
                  <a:pt x="497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2e86ab">
              <a:alpha val="95000"/>
            </a:srgbClr>
          </a:solidFill>
          <a:ln w="756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11149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>
            <a:off x="11149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>
            <a:off x="91440" y="657360"/>
            <a:ext cx="623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1d3557"/>
                </a:solidFill>
                <a:latin typeface="DejaVuSans"/>
              </a:rPr>
              <a:t>Response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133848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>
            <a:off x="133848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 rot="16200000">
            <a:off x="99036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3-PR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156204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>
            <a:off x="156204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 rot="16200000">
            <a:off x="121716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29-P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178560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>
            <a:off x="178560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 rot="16200000">
            <a:off x="144072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23-P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200916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>
            <a:off x="200916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 rot="16200000">
            <a:off x="166464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21-P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22327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>
            <a:off x="22327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 rot="16200000">
            <a:off x="188496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9-PR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245664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>
            <a:off x="245664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 txBox="1"/>
          <p:nvPr/>
        </p:nvSpPr>
        <p:spPr>
          <a:xfrm rot="16200000">
            <a:off x="210852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4-PR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268020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>
            <a:off x="268020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 txBox="1"/>
          <p:nvPr/>
        </p:nvSpPr>
        <p:spPr>
          <a:xfrm rot="16200000">
            <a:off x="2295000" y="450504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10-PO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290376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6" name=""/>
          <p:cNvSpPr/>
          <p:nvPr/>
        </p:nvSpPr>
        <p:spPr>
          <a:xfrm>
            <a:off x="290376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 txBox="1"/>
          <p:nvPr/>
        </p:nvSpPr>
        <p:spPr>
          <a:xfrm rot="16200000">
            <a:off x="255564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31273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>
            <a:off x="31273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 txBox="1"/>
          <p:nvPr/>
        </p:nvSpPr>
        <p:spPr>
          <a:xfrm rot="16200000">
            <a:off x="277488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335088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>
            <a:off x="335088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 txBox="1"/>
          <p:nvPr/>
        </p:nvSpPr>
        <p:spPr>
          <a:xfrm rot="16200000">
            <a:off x="2965680" y="450504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14-PO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357444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>
            <a:off x="357444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 rot="16200000">
            <a:off x="3193560" y="4500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12-PR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379800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>
            <a:off x="379800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 rot="16200000">
            <a:off x="3413160" y="450504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12-PO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40219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>
            <a:off x="40219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 rot="16200000">
            <a:off x="3641040" y="4500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11-PR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424548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>
            <a:off x="424548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 rot="16200000">
            <a:off x="3860280" y="450504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11-PO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446904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>
            <a:off x="446904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 txBox="1"/>
          <p:nvPr/>
        </p:nvSpPr>
        <p:spPr>
          <a:xfrm rot="16200000">
            <a:off x="4088160" y="4500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10-PR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469260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>
            <a:off x="469260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 rot="16200000">
            <a:off x="434772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20-P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491616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>
            <a:off x="491616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 txBox="1"/>
          <p:nvPr/>
        </p:nvSpPr>
        <p:spPr>
          <a:xfrm rot="16200000">
            <a:off x="456804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51397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>
            <a:off x="51397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 txBox="1"/>
          <p:nvPr/>
        </p:nvSpPr>
        <p:spPr>
          <a:xfrm rot="16200000">
            <a:off x="479484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24-P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536328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9" name=""/>
          <p:cNvSpPr/>
          <p:nvPr/>
        </p:nvSpPr>
        <p:spPr>
          <a:xfrm>
            <a:off x="536328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 txBox="1"/>
          <p:nvPr/>
        </p:nvSpPr>
        <p:spPr>
          <a:xfrm rot="16200000">
            <a:off x="501840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22-P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558684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2" name=""/>
          <p:cNvSpPr/>
          <p:nvPr/>
        </p:nvSpPr>
        <p:spPr>
          <a:xfrm>
            <a:off x="558684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 txBox="1"/>
          <p:nvPr/>
        </p:nvSpPr>
        <p:spPr>
          <a:xfrm rot="16200000">
            <a:off x="524232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581076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5" name=""/>
          <p:cNvSpPr/>
          <p:nvPr/>
        </p:nvSpPr>
        <p:spPr>
          <a:xfrm>
            <a:off x="581076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 txBox="1"/>
          <p:nvPr/>
        </p:nvSpPr>
        <p:spPr>
          <a:xfrm rot="16200000">
            <a:off x="546588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26-P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60343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8" name=""/>
          <p:cNvSpPr/>
          <p:nvPr/>
        </p:nvSpPr>
        <p:spPr>
          <a:xfrm>
            <a:off x="60343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9" name=""/>
          <p:cNvSpPr txBox="1"/>
          <p:nvPr/>
        </p:nvSpPr>
        <p:spPr>
          <a:xfrm rot="16200000">
            <a:off x="568944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28-P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625788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91" name=""/>
          <p:cNvSpPr/>
          <p:nvPr/>
        </p:nvSpPr>
        <p:spPr>
          <a:xfrm>
            <a:off x="625788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 txBox="1"/>
          <p:nvPr/>
        </p:nvSpPr>
        <p:spPr>
          <a:xfrm rot="16200000">
            <a:off x="591300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27-P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648144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>
            <a:off x="648144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5" name=""/>
          <p:cNvSpPr txBox="1"/>
          <p:nvPr/>
        </p:nvSpPr>
        <p:spPr>
          <a:xfrm rot="16200000">
            <a:off x="6100560" y="4500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14-PR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670500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97" name=""/>
          <p:cNvSpPr/>
          <p:nvPr/>
        </p:nvSpPr>
        <p:spPr>
          <a:xfrm>
            <a:off x="670500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 txBox="1"/>
          <p:nvPr/>
        </p:nvSpPr>
        <p:spPr>
          <a:xfrm rot="16200000">
            <a:off x="635256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2-PO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692856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>
            <a:off x="692856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 txBox="1"/>
          <p:nvPr/>
        </p:nvSpPr>
        <p:spPr>
          <a:xfrm rot="16200000">
            <a:off x="658368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30-P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71521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3" name=""/>
          <p:cNvSpPr/>
          <p:nvPr/>
        </p:nvSpPr>
        <p:spPr>
          <a:xfrm>
            <a:off x="71521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 txBox="1"/>
          <p:nvPr/>
        </p:nvSpPr>
        <p:spPr>
          <a:xfrm rot="16200000">
            <a:off x="679968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3-PO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737568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>
            <a:off x="737568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7" name=""/>
          <p:cNvSpPr txBox="1"/>
          <p:nvPr/>
        </p:nvSpPr>
        <p:spPr>
          <a:xfrm rot="16200000">
            <a:off x="703116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34-P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759960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9" name=""/>
          <p:cNvSpPr/>
          <p:nvPr/>
        </p:nvSpPr>
        <p:spPr>
          <a:xfrm>
            <a:off x="759960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0" name=""/>
          <p:cNvSpPr txBox="1"/>
          <p:nvPr/>
        </p:nvSpPr>
        <p:spPr>
          <a:xfrm rot="16200000">
            <a:off x="725472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31-P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11" name=""/>
          <p:cNvSpPr/>
          <p:nvPr/>
        </p:nvSpPr>
        <p:spPr>
          <a:xfrm>
            <a:off x="782316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2" name=""/>
          <p:cNvSpPr/>
          <p:nvPr/>
        </p:nvSpPr>
        <p:spPr>
          <a:xfrm>
            <a:off x="782316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3" name=""/>
          <p:cNvSpPr txBox="1"/>
          <p:nvPr/>
        </p:nvSpPr>
        <p:spPr>
          <a:xfrm rot="16200000">
            <a:off x="747828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35-P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80467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5" name=""/>
          <p:cNvSpPr/>
          <p:nvPr/>
        </p:nvSpPr>
        <p:spPr>
          <a:xfrm>
            <a:off x="80467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6" name=""/>
          <p:cNvSpPr txBox="1"/>
          <p:nvPr/>
        </p:nvSpPr>
        <p:spPr>
          <a:xfrm rot="16200000">
            <a:off x="769428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4-PO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827028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8" name=""/>
          <p:cNvSpPr/>
          <p:nvPr/>
        </p:nvSpPr>
        <p:spPr>
          <a:xfrm>
            <a:off x="827028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9" name=""/>
          <p:cNvSpPr txBox="1"/>
          <p:nvPr/>
        </p:nvSpPr>
        <p:spPr>
          <a:xfrm rot="16200000">
            <a:off x="791784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5-PO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849384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1" name=""/>
          <p:cNvSpPr/>
          <p:nvPr/>
        </p:nvSpPr>
        <p:spPr>
          <a:xfrm>
            <a:off x="849384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2" name=""/>
          <p:cNvSpPr txBox="1"/>
          <p:nvPr/>
        </p:nvSpPr>
        <p:spPr>
          <a:xfrm rot="16200000">
            <a:off x="8148960" y="4465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32-P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871740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4" name=""/>
          <p:cNvSpPr/>
          <p:nvPr/>
        </p:nvSpPr>
        <p:spPr>
          <a:xfrm>
            <a:off x="871740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5" name=""/>
          <p:cNvSpPr txBox="1"/>
          <p:nvPr/>
        </p:nvSpPr>
        <p:spPr>
          <a:xfrm rot="16200000">
            <a:off x="836928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5-PR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894096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7" name=""/>
          <p:cNvSpPr/>
          <p:nvPr/>
        </p:nvSpPr>
        <p:spPr>
          <a:xfrm>
            <a:off x="894096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8" name=""/>
          <p:cNvSpPr txBox="1"/>
          <p:nvPr/>
        </p:nvSpPr>
        <p:spPr>
          <a:xfrm rot="16200000">
            <a:off x="858888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6-PO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91645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0" name=""/>
          <p:cNvSpPr/>
          <p:nvPr/>
        </p:nvSpPr>
        <p:spPr>
          <a:xfrm>
            <a:off x="91645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1" name=""/>
          <p:cNvSpPr txBox="1"/>
          <p:nvPr/>
        </p:nvSpPr>
        <p:spPr>
          <a:xfrm rot="16200000">
            <a:off x="881244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7-PO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938844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3" name=""/>
          <p:cNvSpPr/>
          <p:nvPr/>
        </p:nvSpPr>
        <p:spPr>
          <a:xfrm>
            <a:off x="938844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4" name=""/>
          <p:cNvSpPr txBox="1"/>
          <p:nvPr/>
        </p:nvSpPr>
        <p:spPr>
          <a:xfrm rot="16200000">
            <a:off x="904032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6-PR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961200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6" name=""/>
          <p:cNvSpPr/>
          <p:nvPr/>
        </p:nvSpPr>
        <p:spPr>
          <a:xfrm>
            <a:off x="961200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7" name=""/>
          <p:cNvSpPr txBox="1"/>
          <p:nvPr/>
        </p:nvSpPr>
        <p:spPr>
          <a:xfrm rot="16200000">
            <a:off x="926388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7-PR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983556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9" name=""/>
          <p:cNvSpPr/>
          <p:nvPr/>
        </p:nvSpPr>
        <p:spPr>
          <a:xfrm>
            <a:off x="983556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0" name=""/>
          <p:cNvSpPr txBox="1"/>
          <p:nvPr/>
        </p:nvSpPr>
        <p:spPr>
          <a:xfrm rot="16200000">
            <a:off x="948312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8-PO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>
            <a:off x="10059120" y="432324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42" name=""/>
          <p:cNvSpPr/>
          <p:nvPr/>
        </p:nvSpPr>
        <p:spPr>
          <a:xfrm>
            <a:off x="10059120" y="432324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3" name=""/>
          <p:cNvSpPr txBox="1"/>
          <p:nvPr/>
        </p:nvSpPr>
        <p:spPr>
          <a:xfrm rot="16200000">
            <a:off x="9711000" y="4467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8-PR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936360" y="432324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45" name=""/>
          <p:cNvSpPr/>
          <p:nvPr/>
        </p:nvSpPr>
        <p:spPr>
          <a:xfrm flipH="1">
            <a:off x="936360" y="432324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6" name=""/>
          <p:cNvSpPr txBox="1"/>
          <p:nvPr/>
        </p:nvSpPr>
        <p:spPr>
          <a:xfrm rot="16200000">
            <a:off x="9930240" y="4473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9-PO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47" name=""/>
          <p:cNvSpPr/>
          <p:nvPr/>
        </p:nvSpPr>
        <p:spPr>
          <a:xfrm>
            <a:off x="936360" y="36259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48" name=""/>
          <p:cNvSpPr/>
          <p:nvPr/>
        </p:nvSpPr>
        <p:spPr>
          <a:xfrm flipH="1">
            <a:off x="936360" y="36259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9" name=""/>
          <p:cNvSpPr txBox="1"/>
          <p:nvPr/>
        </p:nvSpPr>
        <p:spPr>
          <a:xfrm>
            <a:off x="665640" y="42674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0.00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936360" y="29289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51" name=""/>
          <p:cNvSpPr/>
          <p:nvPr/>
        </p:nvSpPr>
        <p:spPr>
          <a:xfrm flipH="1">
            <a:off x="936360" y="29289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2" name=""/>
          <p:cNvSpPr txBox="1"/>
          <p:nvPr/>
        </p:nvSpPr>
        <p:spPr>
          <a:xfrm>
            <a:off x="665640" y="35704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0.05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936360" y="223164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54" name=""/>
          <p:cNvSpPr/>
          <p:nvPr/>
        </p:nvSpPr>
        <p:spPr>
          <a:xfrm flipH="1">
            <a:off x="936360" y="223164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5" name=""/>
          <p:cNvSpPr txBox="1"/>
          <p:nvPr/>
        </p:nvSpPr>
        <p:spPr>
          <a:xfrm>
            <a:off x="665640" y="287352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0.10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936360" y="15346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57" name=""/>
          <p:cNvSpPr/>
          <p:nvPr/>
        </p:nvSpPr>
        <p:spPr>
          <a:xfrm flipH="1">
            <a:off x="936360" y="15346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8" name=""/>
          <p:cNvSpPr txBox="1"/>
          <p:nvPr/>
        </p:nvSpPr>
        <p:spPr>
          <a:xfrm>
            <a:off x="665640" y="217620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0.15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936360" y="8373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0" name=""/>
          <p:cNvSpPr/>
          <p:nvPr/>
        </p:nvSpPr>
        <p:spPr>
          <a:xfrm flipH="1">
            <a:off x="936360" y="8373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1" name=""/>
          <p:cNvSpPr txBox="1"/>
          <p:nvPr/>
        </p:nvSpPr>
        <p:spPr>
          <a:xfrm>
            <a:off x="665640" y="147924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0.20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62" name=""/>
          <p:cNvSpPr txBox="1"/>
          <p:nvPr/>
        </p:nvSpPr>
        <p:spPr>
          <a:xfrm>
            <a:off x="665640" y="78192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0.25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63" name=""/>
          <p:cNvSpPr/>
          <p:nvPr/>
        </p:nvSpPr>
        <p:spPr>
          <a:xfrm flipV="1">
            <a:off x="980640" y="837360"/>
            <a:ext cx="0" cy="3485880"/>
          </a:xfrm>
          <a:prstGeom prst="line">
            <a:avLst/>
          </a:prstGeom>
          <a:ln cap="sq" w="75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64" name=""/>
          <p:cNvSpPr/>
          <p:nvPr/>
        </p:nvSpPr>
        <p:spPr>
          <a:xfrm>
            <a:off x="980640" y="4323240"/>
            <a:ext cx="9212760" cy="0"/>
          </a:xfrm>
          <a:prstGeom prst="line">
            <a:avLst/>
          </a:prstGeom>
          <a:ln cap="sq" w="75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65" name=""/>
          <p:cNvSpPr txBox="1"/>
          <p:nvPr/>
        </p:nvSpPr>
        <p:spPr>
          <a:xfrm rot="16200000">
            <a:off x="-80280" y="2506680"/>
            <a:ext cx="1250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MSI percentage (%)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6" name=""/>
          <p:cNvSpPr txBox="1"/>
          <p:nvPr/>
        </p:nvSpPr>
        <p:spPr>
          <a:xfrm>
            <a:off x="1009080" y="1526400"/>
            <a:ext cx="2142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333333"/>
                </a:solidFill>
                <a:latin typeface="DejaVuSans"/>
              </a:rPr>
              <a:t>0.19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7" name=""/>
          <p:cNvSpPr txBox="1"/>
          <p:nvPr/>
        </p:nvSpPr>
        <p:spPr>
          <a:xfrm>
            <a:off x="1232640" y="3199680"/>
            <a:ext cx="2142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333333"/>
                </a:solidFill>
                <a:latin typeface="DejaVuSans"/>
              </a:rPr>
              <a:t>0.07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6552000" y="931320"/>
            <a:ext cx="3503160" cy="330480"/>
          </a:xfrm>
          <a:custGeom>
            <a:avLst/>
            <a:gdLst/>
            <a:ahLst/>
            <a:rect l="0" t="0" r="r" b="b"/>
            <a:pathLst>
              <a:path w="9731" h="918">
                <a:moveTo>
                  <a:pt x="127" y="918"/>
                </a:moveTo>
                <a:lnTo>
                  <a:pt x="9604" y="918"/>
                </a:lnTo>
                <a:cubicBezTo>
                  <a:pt x="9689" y="918"/>
                  <a:pt x="9731" y="876"/>
                  <a:pt x="9731" y="791"/>
                </a:cubicBezTo>
                <a:lnTo>
                  <a:pt x="9731" y="127"/>
                </a:lnTo>
                <a:cubicBezTo>
                  <a:pt x="9731" y="42"/>
                  <a:pt x="9689" y="0"/>
                  <a:pt x="9604" y="0"/>
                </a:cubicBezTo>
                <a:lnTo>
                  <a:pt x="127" y="0"/>
                </a:lnTo>
                <a:cubicBezTo>
                  <a:pt x="42" y="0"/>
                  <a:pt x="0" y="42"/>
                  <a:pt x="0" y="127"/>
                </a:cubicBezTo>
                <a:lnTo>
                  <a:pt x="0" y="791"/>
                </a:lnTo>
                <a:cubicBezTo>
                  <a:pt x="0" y="876"/>
                  <a:pt x="42" y="918"/>
                  <a:pt x="127" y="918"/>
                </a:cubicBezTo>
                <a:close/>
              </a:path>
            </a:pathLst>
          </a:custGeom>
          <a:solidFill>
            <a:srgbClr val="ffffff"/>
          </a:solidFill>
          <a:ln w="10080">
            <a:solidFill>
              <a:srgbClr val="d62828"/>
            </a:solidFill>
            <a:miter/>
          </a:ln>
        </p:spPr>
      </p:sp>
      <p:sp>
        <p:nvSpPr>
          <p:cNvPr id="269" name=""/>
          <p:cNvSpPr txBox="1"/>
          <p:nvPr/>
        </p:nvSpPr>
        <p:spPr>
          <a:xfrm>
            <a:off x="1456200" y="4035960"/>
            <a:ext cx="9457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333333"/>
                </a:solidFill>
                <a:latin typeface="DejaVuSans"/>
              </a:rPr>
              <a:t>0.01 0.01 0.01 0.01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0" name=""/>
          <p:cNvSpPr txBox="1"/>
          <p:nvPr/>
        </p:nvSpPr>
        <p:spPr>
          <a:xfrm>
            <a:off x="8225280" y="957960"/>
            <a:ext cx="17762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d62828"/>
                </a:solidFill>
                <a:latin typeface="DejaVuSans"/>
              </a:rPr>
              <a:t>MSI-H clinical cutoff = 20 %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10193400" y="416484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0" y="0"/>
                </a:moveTo>
                <a:lnTo>
                  <a:pt x="12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2" name=""/>
          <p:cNvSpPr/>
          <p:nvPr/>
        </p:nvSpPr>
        <p:spPr>
          <a:xfrm>
            <a:off x="10193400" y="416484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3" name=""/>
          <p:cNvSpPr txBox="1"/>
          <p:nvPr/>
        </p:nvSpPr>
        <p:spPr>
          <a:xfrm>
            <a:off x="6597720" y="1086120"/>
            <a:ext cx="3412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d62828"/>
                </a:solidFill>
                <a:latin typeface="DejaVuSans"/>
              </a:rPr>
              <a:t>(all samples shown here are ≤ 0.19 %; axis rescaled)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10193400" y="35308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0" y="0"/>
                </a:moveTo>
                <a:lnTo>
                  <a:pt x="12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5" name=""/>
          <p:cNvSpPr/>
          <p:nvPr/>
        </p:nvSpPr>
        <p:spPr>
          <a:xfrm>
            <a:off x="10193400" y="35308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6" name=""/>
          <p:cNvSpPr txBox="1"/>
          <p:nvPr/>
        </p:nvSpPr>
        <p:spPr>
          <a:xfrm>
            <a:off x="10282320" y="410904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9467bd"/>
                </a:solidFill>
                <a:latin typeface="DejaVuSans"/>
              </a:rPr>
              <a:t>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10193400" y="28972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0" y="0"/>
                </a:moveTo>
                <a:lnTo>
                  <a:pt x="12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8" name=""/>
          <p:cNvSpPr/>
          <p:nvPr/>
        </p:nvSpPr>
        <p:spPr>
          <a:xfrm>
            <a:off x="10193400" y="28972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9" name=""/>
          <p:cNvSpPr txBox="1"/>
          <p:nvPr/>
        </p:nvSpPr>
        <p:spPr>
          <a:xfrm>
            <a:off x="10282320" y="347544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9467bd"/>
                </a:solidFill>
                <a:latin typeface="DejaVuSans"/>
              </a:rPr>
              <a:t>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10193400" y="22633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0" y="0"/>
                </a:moveTo>
                <a:lnTo>
                  <a:pt x="12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1" name=""/>
          <p:cNvSpPr/>
          <p:nvPr/>
        </p:nvSpPr>
        <p:spPr>
          <a:xfrm>
            <a:off x="10193400" y="22633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2" name=""/>
          <p:cNvSpPr txBox="1"/>
          <p:nvPr/>
        </p:nvSpPr>
        <p:spPr>
          <a:xfrm>
            <a:off x="10282320" y="284184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9467bd"/>
                </a:solidFill>
                <a:latin typeface="DejaVuSans"/>
              </a:rPr>
              <a:t>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10193400" y="16297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0" y="0"/>
                </a:moveTo>
                <a:lnTo>
                  <a:pt x="12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4" name=""/>
          <p:cNvSpPr/>
          <p:nvPr/>
        </p:nvSpPr>
        <p:spPr>
          <a:xfrm>
            <a:off x="10193400" y="16297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5" name=""/>
          <p:cNvSpPr txBox="1"/>
          <p:nvPr/>
        </p:nvSpPr>
        <p:spPr>
          <a:xfrm>
            <a:off x="10282320" y="220788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9467bd"/>
                </a:solidFill>
                <a:latin typeface="DejaVuSans"/>
              </a:rPr>
              <a:t>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86" name=""/>
          <p:cNvSpPr/>
          <p:nvPr/>
        </p:nvSpPr>
        <p:spPr>
          <a:xfrm>
            <a:off x="10193400" y="9961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0" y="0"/>
                </a:moveTo>
                <a:lnTo>
                  <a:pt x="12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7" name=""/>
          <p:cNvSpPr/>
          <p:nvPr/>
        </p:nvSpPr>
        <p:spPr>
          <a:xfrm>
            <a:off x="10193400" y="9961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8" name=""/>
          <p:cNvSpPr txBox="1"/>
          <p:nvPr/>
        </p:nvSpPr>
        <p:spPr>
          <a:xfrm>
            <a:off x="10282320" y="157428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9467bd"/>
                </a:solidFill>
                <a:latin typeface="DejaVuSans"/>
              </a:rPr>
              <a:t>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89" name=""/>
          <p:cNvSpPr txBox="1"/>
          <p:nvPr/>
        </p:nvSpPr>
        <p:spPr>
          <a:xfrm>
            <a:off x="10282320" y="94032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9467bd"/>
                </a:solidFill>
                <a:latin typeface="DejaVuSans"/>
              </a:rPr>
              <a:t>10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90" name=""/>
          <p:cNvSpPr/>
          <p:nvPr/>
        </p:nvSpPr>
        <p:spPr>
          <a:xfrm>
            <a:off x="980640" y="996120"/>
            <a:ext cx="9212760" cy="0"/>
          </a:xfrm>
          <a:prstGeom prst="line">
            <a:avLst/>
          </a:prstGeom>
          <a:ln w="12600">
            <a:solidFill>
              <a:srgbClr val="9467bd"/>
            </a:solidFill>
            <a:custDash>
              <a:ds d="100000" sp="165714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1" name=""/>
          <p:cNvSpPr/>
          <p:nvPr/>
        </p:nvSpPr>
        <p:spPr>
          <a:xfrm flipV="1">
            <a:off x="980640" y="837360"/>
            <a:ext cx="0" cy="3485880"/>
          </a:xfrm>
          <a:prstGeom prst="line">
            <a:avLst/>
          </a:prstGeom>
          <a:ln cap="sq" w="75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92" name=""/>
          <p:cNvSpPr/>
          <p:nvPr/>
        </p:nvSpPr>
        <p:spPr>
          <a:xfrm flipV="1">
            <a:off x="10193400" y="837360"/>
            <a:ext cx="0" cy="3485880"/>
          </a:xfrm>
          <a:prstGeom prst="line">
            <a:avLst/>
          </a:prstGeom>
          <a:ln cap="sq" w="7560">
            <a:solidFill>
              <a:srgbClr val="9467bd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93" name=""/>
          <p:cNvSpPr/>
          <p:nvPr/>
        </p:nvSpPr>
        <p:spPr>
          <a:xfrm>
            <a:off x="980640" y="4323240"/>
            <a:ext cx="9212760" cy="0"/>
          </a:xfrm>
          <a:prstGeom prst="line">
            <a:avLst/>
          </a:prstGeom>
          <a:ln cap="sq" w="756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94" name=""/>
          <p:cNvSpPr/>
          <p:nvPr/>
        </p:nvSpPr>
        <p:spPr>
          <a:xfrm>
            <a:off x="1075680" y="39164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2"/>
                  <a:pt x="187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1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295" name=""/>
          <p:cNvSpPr/>
          <p:nvPr/>
        </p:nvSpPr>
        <p:spPr>
          <a:xfrm>
            <a:off x="1299240" y="339660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5" y="207"/>
                  <a:pt x="186" y="187"/>
                </a:cubicBezTo>
                <a:cubicBezTo>
                  <a:pt x="207" y="167"/>
                  <a:pt x="219" y="139"/>
                  <a:pt x="219" y="110"/>
                </a:cubicBezTo>
                <a:cubicBezTo>
                  <a:pt x="219" y="81"/>
                  <a:pt x="207" y="54"/>
                  <a:pt x="186" y="33"/>
                </a:cubicBezTo>
                <a:cubicBezTo>
                  <a:pt x="165" y="13"/>
                  <a:pt x="138" y="0"/>
                  <a:pt x="109" y="0"/>
                </a:cubicBezTo>
                <a:cubicBezTo>
                  <a:pt x="80" y="0"/>
                  <a:pt x="52" y="13"/>
                  <a:pt x="32" y="33"/>
                </a:cubicBezTo>
                <a:cubicBezTo>
                  <a:pt x="12" y="54"/>
                  <a:pt x="0" y="81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296" name=""/>
          <p:cNvSpPr/>
          <p:nvPr/>
        </p:nvSpPr>
        <p:spPr>
          <a:xfrm>
            <a:off x="1522800" y="353628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7"/>
                  <a:pt x="187" y="186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1"/>
                  <a:pt x="207" y="53"/>
                  <a:pt x="187" y="31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4" y="11"/>
                  <a:pt x="33" y="31"/>
                </a:cubicBezTo>
                <a:cubicBezTo>
                  <a:pt x="13" y="53"/>
                  <a:pt x="0" y="81"/>
                  <a:pt x="0" y="109"/>
                </a:cubicBezTo>
                <a:cubicBezTo>
                  <a:pt x="0" y="138"/>
                  <a:pt x="13" y="166"/>
                  <a:pt x="33" y="186"/>
                </a:cubicBezTo>
                <a:cubicBezTo>
                  <a:pt x="54" y="207"/>
                  <a:pt x="81" y="218"/>
                  <a:pt x="110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297" name=""/>
          <p:cNvSpPr/>
          <p:nvPr/>
        </p:nvSpPr>
        <p:spPr>
          <a:xfrm>
            <a:off x="1746360" y="371376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6"/>
                  <a:pt x="187" y="185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79"/>
                  <a:pt x="207" y="52"/>
                  <a:pt x="187" y="31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4" y="11"/>
                  <a:pt x="33" y="31"/>
                </a:cubicBezTo>
                <a:cubicBezTo>
                  <a:pt x="12" y="52"/>
                  <a:pt x="0" y="79"/>
                  <a:pt x="0" y="108"/>
                </a:cubicBezTo>
                <a:cubicBezTo>
                  <a:pt x="0" y="137"/>
                  <a:pt x="12" y="165"/>
                  <a:pt x="33" y="185"/>
                </a:cubicBezTo>
                <a:cubicBezTo>
                  <a:pt x="54" y="206"/>
                  <a:pt x="81" y="218"/>
                  <a:pt x="110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298" name=""/>
          <p:cNvSpPr/>
          <p:nvPr/>
        </p:nvSpPr>
        <p:spPr>
          <a:xfrm>
            <a:off x="1970280" y="34790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6"/>
                  <a:pt x="186" y="186"/>
                </a:cubicBezTo>
                <a:cubicBezTo>
                  <a:pt x="207" y="165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1" y="0"/>
                  <a:pt x="52" y="12"/>
                  <a:pt x="31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5"/>
                  <a:pt x="31" y="186"/>
                </a:cubicBezTo>
                <a:cubicBezTo>
                  <a:pt x="52" y="206"/>
                  <a:pt x="81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299" name=""/>
          <p:cNvSpPr/>
          <p:nvPr/>
        </p:nvSpPr>
        <p:spPr>
          <a:xfrm>
            <a:off x="2193840" y="370728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2" y="12"/>
                  <a:pt x="32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0" name=""/>
          <p:cNvSpPr/>
          <p:nvPr/>
        </p:nvSpPr>
        <p:spPr>
          <a:xfrm>
            <a:off x="2417400" y="36439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5"/>
                  <a:pt x="218" y="137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7"/>
                  <a:pt x="11" y="165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1" name=""/>
          <p:cNvSpPr/>
          <p:nvPr/>
        </p:nvSpPr>
        <p:spPr>
          <a:xfrm>
            <a:off x="2640960" y="352332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7" y="187"/>
                </a:cubicBezTo>
                <a:cubicBezTo>
                  <a:pt x="207" y="167"/>
                  <a:pt x="218" y="139"/>
                  <a:pt x="218" y="110"/>
                </a:cubicBezTo>
                <a:cubicBezTo>
                  <a:pt x="218" y="80"/>
                  <a:pt x="207" y="53"/>
                  <a:pt x="187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0"/>
                  <a:pt x="0" y="110"/>
                </a:cubicBezTo>
                <a:cubicBezTo>
                  <a:pt x="0" y="139"/>
                  <a:pt x="11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2" name=""/>
          <p:cNvSpPr/>
          <p:nvPr/>
        </p:nvSpPr>
        <p:spPr>
          <a:xfrm>
            <a:off x="2864520" y="365004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5" y="208"/>
                  <a:pt x="187" y="187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5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2" y="208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3" name=""/>
          <p:cNvSpPr/>
          <p:nvPr/>
        </p:nvSpPr>
        <p:spPr>
          <a:xfrm>
            <a:off x="3088080" y="323820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5" y="207"/>
                  <a:pt x="186" y="187"/>
                </a:cubicBezTo>
                <a:cubicBezTo>
                  <a:pt x="206" y="166"/>
                  <a:pt x="219" y="139"/>
                  <a:pt x="219" y="110"/>
                </a:cubicBezTo>
                <a:cubicBezTo>
                  <a:pt x="219" y="81"/>
                  <a:pt x="206" y="53"/>
                  <a:pt x="186" y="33"/>
                </a:cubicBezTo>
                <a:cubicBezTo>
                  <a:pt x="165" y="13"/>
                  <a:pt x="138" y="0"/>
                  <a:pt x="109" y="0"/>
                </a:cubicBezTo>
                <a:cubicBezTo>
                  <a:pt x="80" y="0"/>
                  <a:pt x="52" y="13"/>
                  <a:pt x="32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4" name=""/>
          <p:cNvSpPr/>
          <p:nvPr/>
        </p:nvSpPr>
        <p:spPr>
          <a:xfrm>
            <a:off x="3311640" y="349164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7" y="207"/>
                  <a:pt x="187" y="187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7" y="12"/>
                  <a:pt x="139" y="0"/>
                  <a:pt x="110" y="0"/>
                </a:cubicBezTo>
                <a:cubicBezTo>
                  <a:pt x="81" y="0"/>
                  <a:pt x="54" y="12"/>
                  <a:pt x="33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6"/>
                  <a:pt x="33" y="187"/>
                </a:cubicBezTo>
                <a:cubicBezTo>
                  <a:pt x="54" y="207"/>
                  <a:pt x="81" y="219"/>
                  <a:pt x="110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5" name=""/>
          <p:cNvSpPr/>
          <p:nvPr/>
        </p:nvSpPr>
        <p:spPr>
          <a:xfrm>
            <a:off x="3535560" y="36313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2" y="12"/>
                  <a:pt x="31" y="33"/>
                </a:cubicBezTo>
                <a:cubicBezTo>
                  <a:pt x="11" y="53"/>
                  <a:pt x="0" y="81"/>
                  <a:pt x="0" y="109"/>
                </a:cubicBezTo>
                <a:cubicBezTo>
                  <a:pt x="0" y="138"/>
                  <a:pt x="11" y="166"/>
                  <a:pt x="31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6" name=""/>
          <p:cNvSpPr/>
          <p:nvPr/>
        </p:nvSpPr>
        <p:spPr>
          <a:xfrm>
            <a:off x="3759120" y="36374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6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2" y="12"/>
                  <a:pt x="31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1" y="186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7" name=""/>
          <p:cNvSpPr/>
          <p:nvPr/>
        </p:nvSpPr>
        <p:spPr>
          <a:xfrm>
            <a:off x="3982680" y="36439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5"/>
                  <a:pt x="218" y="137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7"/>
                  <a:pt x="11" y="165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8" name=""/>
          <p:cNvSpPr/>
          <p:nvPr/>
        </p:nvSpPr>
        <p:spPr>
          <a:xfrm>
            <a:off x="4206240" y="36500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7" y="219"/>
                  <a:pt x="166" y="208"/>
                  <a:pt x="187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7" y="32"/>
                </a:cubicBezTo>
                <a:cubicBezTo>
                  <a:pt x="166" y="12"/>
                  <a:pt x="137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2" y="208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09" name=""/>
          <p:cNvSpPr/>
          <p:nvPr/>
        </p:nvSpPr>
        <p:spPr>
          <a:xfrm>
            <a:off x="4429800" y="41000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5" y="207"/>
                  <a:pt x="187" y="187"/>
                </a:cubicBezTo>
                <a:cubicBezTo>
                  <a:pt x="207" y="167"/>
                  <a:pt x="218" y="139"/>
                  <a:pt x="218" y="110"/>
                </a:cubicBezTo>
                <a:cubicBezTo>
                  <a:pt x="218" y="81"/>
                  <a:pt x="207" y="54"/>
                  <a:pt x="187" y="33"/>
                </a:cubicBezTo>
                <a:cubicBezTo>
                  <a:pt x="165" y="13"/>
                  <a:pt x="138" y="0"/>
                  <a:pt x="109" y="0"/>
                </a:cubicBezTo>
                <a:cubicBezTo>
                  <a:pt x="80" y="0"/>
                  <a:pt x="52" y="13"/>
                  <a:pt x="32" y="33"/>
                </a:cubicBezTo>
                <a:cubicBezTo>
                  <a:pt x="11" y="54"/>
                  <a:pt x="0" y="81"/>
                  <a:pt x="0" y="110"/>
                </a:cubicBezTo>
                <a:cubicBezTo>
                  <a:pt x="0" y="139"/>
                  <a:pt x="11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0" name=""/>
          <p:cNvSpPr/>
          <p:nvPr/>
        </p:nvSpPr>
        <p:spPr>
          <a:xfrm>
            <a:off x="4653360" y="34981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5" y="207"/>
                  <a:pt x="186" y="187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2"/>
                  <a:pt x="186" y="32"/>
                </a:cubicBezTo>
                <a:cubicBezTo>
                  <a:pt x="165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1" name=""/>
          <p:cNvSpPr/>
          <p:nvPr/>
        </p:nvSpPr>
        <p:spPr>
          <a:xfrm>
            <a:off x="4876920" y="250956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4" y="11"/>
                  <a:pt x="33" y="32"/>
                </a:cubicBezTo>
                <a:cubicBezTo>
                  <a:pt x="12" y="52"/>
                  <a:pt x="0" y="80"/>
                  <a:pt x="0" y="110"/>
                </a:cubicBezTo>
                <a:cubicBezTo>
                  <a:pt x="0" y="138"/>
                  <a:pt x="12" y="166"/>
                  <a:pt x="33" y="186"/>
                </a:cubicBezTo>
                <a:cubicBezTo>
                  <a:pt x="54" y="207"/>
                  <a:pt x="81" y="218"/>
                  <a:pt x="110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2" name=""/>
          <p:cNvSpPr/>
          <p:nvPr/>
        </p:nvSpPr>
        <p:spPr>
          <a:xfrm>
            <a:off x="5100480" y="38023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7"/>
                  <a:pt x="187" y="187"/>
                </a:cubicBezTo>
                <a:cubicBezTo>
                  <a:pt x="207" y="165"/>
                  <a:pt x="219" y="138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4" y="11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8"/>
                  <a:pt x="12" y="165"/>
                  <a:pt x="32" y="187"/>
                </a:cubicBezTo>
                <a:cubicBezTo>
                  <a:pt x="54" y="207"/>
                  <a:pt x="81" y="218"/>
                  <a:pt x="110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3" name=""/>
          <p:cNvSpPr/>
          <p:nvPr/>
        </p:nvSpPr>
        <p:spPr>
          <a:xfrm>
            <a:off x="5324400" y="34538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1" y="32"/>
                </a:cubicBezTo>
                <a:cubicBezTo>
                  <a:pt x="11" y="52"/>
                  <a:pt x="0" y="81"/>
                  <a:pt x="0" y="110"/>
                </a:cubicBezTo>
                <a:cubicBezTo>
                  <a:pt x="0" y="138"/>
                  <a:pt x="11" y="166"/>
                  <a:pt x="31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4" name=""/>
          <p:cNvSpPr/>
          <p:nvPr/>
        </p:nvSpPr>
        <p:spPr>
          <a:xfrm>
            <a:off x="5547960" y="343476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6"/>
                  <a:pt x="218" y="139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5" name=""/>
          <p:cNvSpPr/>
          <p:nvPr/>
        </p:nvSpPr>
        <p:spPr>
          <a:xfrm>
            <a:off x="5771520" y="35424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6" name=""/>
          <p:cNvSpPr/>
          <p:nvPr/>
        </p:nvSpPr>
        <p:spPr>
          <a:xfrm>
            <a:off x="5995080" y="40939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7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7" y="33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7" name=""/>
          <p:cNvSpPr/>
          <p:nvPr/>
        </p:nvSpPr>
        <p:spPr>
          <a:xfrm>
            <a:off x="6218640" y="33523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5" y="207"/>
                  <a:pt x="186" y="187"/>
                </a:cubicBezTo>
                <a:cubicBezTo>
                  <a:pt x="207" y="166"/>
                  <a:pt x="219" y="139"/>
                  <a:pt x="219" y="109"/>
                </a:cubicBezTo>
                <a:cubicBezTo>
                  <a:pt x="219" y="80"/>
                  <a:pt x="207" y="52"/>
                  <a:pt x="186" y="32"/>
                </a:cubicBezTo>
                <a:cubicBezTo>
                  <a:pt x="165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8" name=""/>
          <p:cNvSpPr/>
          <p:nvPr/>
        </p:nvSpPr>
        <p:spPr>
          <a:xfrm>
            <a:off x="6442200" y="402408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6"/>
                  <a:pt x="187" y="186"/>
                </a:cubicBezTo>
                <a:cubicBezTo>
                  <a:pt x="207" y="165"/>
                  <a:pt x="219" y="138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3" y="32"/>
                </a:cubicBezTo>
                <a:cubicBezTo>
                  <a:pt x="13" y="52"/>
                  <a:pt x="0" y="80"/>
                  <a:pt x="0" y="109"/>
                </a:cubicBezTo>
                <a:cubicBezTo>
                  <a:pt x="0" y="138"/>
                  <a:pt x="13" y="165"/>
                  <a:pt x="33" y="186"/>
                </a:cubicBezTo>
                <a:cubicBezTo>
                  <a:pt x="53" y="206"/>
                  <a:pt x="81" y="219"/>
                  <a:pt x="110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19" name=""/>
          <p:cNvSpPr/>
          <p:nvPr/>
        </p:nvSpPr>
        <p:spPr>
          <a:xfrm>
            <a:off x="6665760" y="368820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7" y="207"/>
                  <a:pt x="187" y="187"/>
                </a:cubicBezTo>
                <a:cubicBezTo>
                  <a:pt x="207" y="166"/>
                  <a:pt x="219" y="139"/>
                  <a:pt x="219" y="110"/>
                </a:cubicBezTo>
                <a:cubicBezTo>
                  <a:pt x="219" y="81"/>
                  <a:pt x="207" y="52"/>
                  <a:pt x="187" y="32"/>
                </a:cubicBezTo>
                <a:cubicBezTo>
                  <a:pt x="167" y="12"/>
                  <a:pt x="139" y="0"/>
                  <a:pt x="110" y="0"/>
                </a:cubicBezTo>
                <a:cubicBezTo>
                  <a:pt x="81" y="0"/>
                  <a:pt x="54" y="12"/>
                  <a:pt x="32" y="32"/>
                </a:cubicBezTo>
                <a:cubicBezTo>
                  <a:pt x="12" y="52"/>
                  <a:pt x="0" y="81"/>
                  <a:pt x="0" y="110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4" y="207"/>
                  <a:pt x="81" y="219"/>
                  <a:pt x="110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0" name=""/>
          <p:cNvSpPr/>
          <p:nvPr/>
        </p:nvSpPr>
        <p:spPr>
          <a:xfrm>
            <a:off x="6889320" y="375156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7" y="207"/>
                  <a:pt x="187" y="187"/>
                </a:cubicBezTo>
                <a:cubicBezTo>
                  <a:pt x="207" y="166"/>
                  <a:pt x="219" y="139"/>
                  <a:pt x="219" y="110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7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2"/>
                  <a:pt x="0" y="80"/>
                  <a:pt x="0" y="110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1" name=""/>
          <p:cNvSpPr/>
          <p:nvPr/>
        </p:nvSpPr>
        <p:spPr>
          <a:xfrm>
            <a:off x="7113240" y="40939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6" y="11"/>
                  <a:pt x="138" y="0"/>
                  <a:pt x="109" y="0"/>
                </a:cubicBezTo>
                <a:cubicBezTo>
                  <a:pt x="79" y="0"/>
                  <a:pt x="52" y="11"/>
                  <a:pt x="31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1" y="186"/>
                </a:cubicBezTo>
                <a:cubicBezTo>
                  <a:pt x="52" y="207"/>
                  <a:pt x="79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2" name=""/>
          <p:cNvSpPr/>
          <p:nvPr/>
        </p:nvSpPr>
        <p:spPr>
          <a:xfrm>
            <a:off x="7336800" y="384048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8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1"/>
                  <a:pt x="207" y="52"/>
                  <a:pt x="186" y="31"/>
                </a:cubicBezTo>
                <a:cubicBezTo>
                  <a:pt x="166" y="11"/>
                  <a:pt x="138" y="0"/>
                  <a:pt x="108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2"/>
                  <a:pt x="0" y="81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8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3" name=""/>
          <p:cNvSpPr/>
          <p:nvPr/>
        </p:nvSpPr>
        <p:spPr>
          <a:xfrm>
            <a:off x="7560360" y="39164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2"/>
                  <a:pt x="186" y="32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1"/>
                  <a:pt x="0" y="110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4" name=""/>
          <p:cNvSpPr/>
          <p:nvPr/>
        </p:nvSpPr>
        <p:spPr>
          <a:xfrm>
            <a:off x="7783920" y="41256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5" y="207"/>
                  <a:pt x="186" y="186"/>
                </a:cubicBezTo>
                <a:cubicBezTo>
                  <a:pt x="207" y="166"/>
                  <a:pt x="218" y="137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5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7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5" name=""/>
          <p:cNvSpPr/>
          <p:nvPr/>
        </p:nvSpPr>
        <p:spPr>
          <a:xfrm>
            <a:off x="8007480" y="406836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5" y="207"/>
                  <a:pt x="186" y="187"/>
                </a:cubicBezTo>
                <a:cubicBezTo>
                  <a:pt x="206" y="167"/>
                  <a:pt x="219" y="139"/>
                  <a:pt x="219" y="110"/>
                </a:cubicBezTo>
                <a:cubicBezTo>
                  <a:pt x="219" y="80"/>
                  <a:pt x="206" y="53"/>
                  <a:pt x="186" y="32"/>
                </a:cubicBezTo>
                <a:cubicBezTo>
                  <a:pt x="165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3"/>
                  <a:pt x="0" y="80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6" name=""/>
          <p:cNvSpPr/>
          <p:nvPr/>
        </p:nvSpPr>
        <p:spPr>
          <a:xfrm>
            <a:off x="8231040" y="354888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3"/>
                  <a:pt x="187" y="33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3" y="11"/>
                  <a:pt x="33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8"/>
                  <a:pt x="12" y="166"/>
                  <a:pt x="33" y="186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7" name=""/>
          <p:cNvSpPr/>
          <p:nvPr/>
        </p:nvSpPr>
        <p:spPr>
          <a:xfrm>
            <a:off x="8454600" y="40748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7"/>
                  <a:pt x="187" y="187"/>
                </a:cubicBezTo>
                <a:cubicBezTo>
                  <a:pt x="207" y="166"/>
                  <a:pt x="219" y="139"/>
                  <a:pt x="219" y="110"/>
                </a:cubicBezTo>
                <a:cubicBezTo>
                  <a:pt x="219" y="81"/>
                  <a:pt x="207" y="52"/>
                  <a:pt x="187" y="32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3" y="11"/>
                  <a:pt x="32" y="32"/>
                </a:cubicBezTo>
                <a:cubicBezTo>
                  <a:pt x="12" y="52"/>
                  <a:pt x="0" y="81"/>
                  <a:pt x="0" y="110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8" name=""/>
          <p:cNvSpPr/>
          <p:nvPr/>
        </p:nvSpPr>
        <p:spPr>
          <a:xfrm>
            <a:off x="8678160" y="405576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7" y="207"/>
                  <a:pt x="187" y="187"/>
                </a:cubicBezTo>
                <a:cubicBezTo>
                  <a:pt x="207" y="166"/>
                  <a:pt x="219" y="139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7" y="12"/>
                  <a:pt x="139" y="0"/>
                  <a:pt x="110" y="0"/>
                </a:cubicBezTo>
                <a:cubicBezTo>
                  <a:pt x="80" y="0"/>
                  <a:pt x="53" y="12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3" y="207"/>
                  <a:pt x="80" y="219"/>
                  <a:pt x="110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29" name=""/>
          <p:cNvSpPr/>
          <p:nvPr/>
        </p:nvSpPr>
        <p:spPr>
          <a:xfrm>
            <a:off x="8902080" y="40874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8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2"/>
                  <a:pt x="138" y="0"/>
                  <a:pt x="108" y="0"/>
                </a:cubicBezTo>
                <a:cubicBezTo>
                  <a:pt x="80" y="0"/>
                  <a:pt x="52" y="12"/>
                  <a:pt x="31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1" y="187"/>
                </a:cubicBezTo>
                <a:cubicBezTo>
                  <a:pt x="52" y="207"/>
                  <a:pt x="80" y="219"/>
                  <a:pt x="108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30" name=""/>
          <p:cNvSpPr/>
          <p:nvPr/>
        </p:nvSpPr>
        <p:spPr>
          <a:xfrm>
            <a:off x="9125640" y="33332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8" y="219"/>
                </a:moveTo>
                <a:cubicBezTo>
                  <a:pt x="137" y="219"/>
                  <a:pt x="166" y="207"/>
                  <a:pt x="186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6" y="32"/>
                </a:cubicBezTo>
                <a:cubicBezTo>
                  <a:pt x="166" y="12"/>
                  <a:pt x="137" y="0"/>
                  <a:pt x="108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2" y="207"/>
                  <a:pt x="80" y="219"/>
                  <a:pt x="108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31" name=""/>
          <p:cNvSpPr/>
          <p:nvPr/>
        </p:nvSpPr>
        <p:spPr>
          <a:xfrm>
            <a:off x="9349200" y="38466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7" y="219"/>
                  <a:pt x="165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2"/>
                  <a:pt x="186" y="32"/>
                </a:cubicBezTo>
                <a:cubicBezTo>
                  <a:pt x="165" y="12"/>
                  <a:pt x="137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1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32" name=""/>
          <p:cNvSpPr/>
          <p:nvPr/>
        </p:nvSpPr>
        <p:spPr>
          <a:xfrm>
            <a:off x="9572760" y="41256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5" y="207"/>
                  <a:pt x="186" y="186"/>
                </a:cubicBezTo>
                <a:cubicBezTo>
                  <a:pt x="206" y="166"/>
                  <a:pt x="218" y="137"/>
                  <a:pt x="218" y="109"/>
                </a:cubicBezTo>
                <a:cubicBezTo>
                  <a:pt x="218" y="80"/>
                  <a:pt x="206" y="52"/>
                  <a:pt x="186" y="32"/>
                </a:cubicBezTo>
                <a:cubicBezTo>
                  <a:pt x="165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7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33" name=""/>
          <p:cNvSpPr/>
          <p:nvPr/>
        </p:nvSpPr>
        <p:spPr>
          <a:xfrm>
            <a:off x="9796320" y="36122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3" y="11"/>
                  <a:pt x="33" y="32"/>
                </a:cubicBezTo>
                <a:cubicBezTo>
                  <a:pt x="12" y="52"/>
                  <a:pt x="0" y="81"/>
                  <a:pt x="0" y="110"/>
                </a:cubicBezTo>
                <a:cubicBezTo>
                  <a:pt x="0" y="138"/>
                  <a:pt x="12" y="166"/>
                  <a:pt x="33" y="186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34" name=""/>
          <p:cNvSpPr/>
          <p:nvPr/>
        </p:nvSpPr>
        <p:spPr>
          <a:xfrm>
            <a:off x="10019880" y="40939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3"/>
                  <a:pt x="187" y="33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3" y="11"/>
                  <a:pt x="32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9467bd">
              <a:alpha val="88000"/>
            </a:srgbClr>
          </a:solidFill>
          <a:ln w="6120">
            <a:solidFill>
              <a:srgbClr val="ffffff">
                <a:alpha val="88000"/>
              </a:srgbClr>
            </a:solidFill>
            <a:round/>
          </a:ln>
        </p:spPr>
      </p:sp>
      <p:sp>
        <p:nvSpPr>
          <p:cNvPr id="335" name=""/>
          <p:cNvSpPr txBox="1"/>
          <p:nvPr/>
        </p:nvSpPr>
        <p:spPr>
          <a:xfrm rot="16200000">
            <a:off x="9291600" y="2509200"/>
            <a:ext cx="24469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9467bd"/>
                </a:solidFill>
                <a:latin typeface="DejaVuSans"/>
              </a:rPr>
              <a:t>TMB (nonsynonymous mutations / Mb)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36" name=""/>
          <p:cNvSpPr txBox="1"/>
          <p:nvPr/>
        </p:nvSpPr>
        <p:spPr>
          <a:xfrm>
            <a:off x="1206720" y="808920"/>
            <a:ext cx="604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9467bd"/>
                </a:solidFill>
                <a:latin typeface="DejaVuSans"/>
              </a:rPr>
              <a:t>TMB 10/Mb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37" name=""/>
          <p:cNvSpPr/>
          <p:nvPr/>
        </p:nvSpPr>
        <p:spPr>
          <a:xfrm>
            <a:off x="3170520" y="4996800"/>
            <a:ext cx="254520" cy="89280"/>
          </a:xfrm>
          <a:custGeom>
            <a:avLst/>
            <a:gdLst/>
            <a:ahLst/>
            <a:rect l="0" t="0" r="r" b="b"/>
            <a:pathLst>
              <a:path w="707" h="248">
                <a:moveTo>
                  <a:pt x="0" y="248"/>
                </a:moveTo>
                <a:lnTo>
                  <a:pt x="707" y="248"/>
                </a:lnTo>
                <a:lnTo>
                  <a:pt x="707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338" name=""/>
          <p:cNvSpPr txBox="1"/>
          <p:nvPr/>
        </p:nvSpPr>
        <p:spPr>
          <a:xfrm>
            <a:off x="435960" y="68040"/>
            <a:ext cx="10048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1d3557"/>
                </a:solidFill>
                <a:latin typeface="DejaVuSans"/>
              </a:rPr>
              <a:t>Sample-level MSI percentage (waterfall) with TMB overlay — all matched tumors are MSS (MSI &lt; 1 %) and TMB-low (&lt; 10 / Mb)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339" name=""/>
          <p:cNvSpPr/>
          <p:nvPr/>
        </p:nvSpPr>
        <p:spPr>
          <a:xfrm>
            <a:off x="4784400" y="4996800"/>
            <a:ext cx="254160" cy="89280"/>
          </a:xfrm>
          <a:custGeom>
            <a:avLst/>
            <a:gdLst/>
            <a:ahLst/>
            <a:rect l="0" t="0" r="r" b="b"/>
            <a:pathLst>
              <a:path w="706" h="248">
                <a:moveTo>
                  <a:pt x="0" y="248"/>
                </a:moveTo>
                <a:lnTo>
                  <a:pt x="706" y="248"/>
                </a:lnTo>
                <a:lnTo>
                  <a:pt x="706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340" name=""/>
          <p:cNvSpPr txBox="1"/>
          <p:nvPr/>
        </p:nvSpPr>
        <p:spPr>
          <a:xfrm>
            <a:off x="3526560" y="4968000"/>
            <a:ext cx="1000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Good (TRG 0–1)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41" name=""/>
          <p:cNvSpPr/>
          <p:nvPr/>
        </p:nvSpPr>
        <p:spPr>
          <a:xfrm>
            <a:off x="6343200" y="5041440"/>
            <a:ext cx="253800" cy="0"/>
          </a:xfrm>
          <a:custGeom>
            <a:avLst/>
            <a:gdLst/>
            <a:ahLst/>
            <a:rect l="0" t="0" r="r" b="b"/>
            <a:pathLst>
              <a:path fill="none" w="705" h="0">
                <a:moveTo>
                  <a:pt x="0" y="0"/>
                </a:moveTo>
                <a:lnTo>
                  <a:pt x="352" y="0"/>
                </a:lnTo>
                <a:lnTo>
                  <a:pt x="705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342" name=""/>
          <p:cNvSpPr/>
          <p:nvPr/>
        </p:nvSpPr>
        <p:spPr>
          <a:xfrm>
            <a:off x="6419160" y="4990680"/>
            <a:ext cx="102240" cy="101880"/>
          </a:xfrm>
          <a:custGeom>
            <a:avLst/>
            <a:gdLst/>
            <a:ahLst/>
            <a:rect l="0" t="0" r="r" b="b"/>
            <a:pathLst>
              <a:path w="284" h="283">
                <a:moveTo>
                  <a:pt x="142" y="283"/>
                </a:moveTo>
                <a:cubicBezTo>
                  <a:pt x="180" y="283"/>
                  <a:pt x="216" y="268"/>
                  <a:pt x="242" y="242"/>
                </a:cubicBezTo>
                <a:cubicBezTo>
                  <a:pt x="269" y="215"/>
                  <a:pt x="284" y="179"/>
                  <a:pt x="284" y="142"/>
                </a:cubicBezTo>
                <a:cubicBezTo>
                  <a:pt x="284" y="104"/>
                  <a:pt x="269" y="68"/>
                  <a:pt x="242" y="41"/>
                </a:cubicBezTo>
                <a:cubicBezTo>
                  <a:pt x="216" y="15"/>
                  <a:pt x="180" y="0"/>
                  <a:pt x="142" y="0"/>
                </a:cubicBezTo>
                <a:cubicBezTo>
                  <a:pt x="105" y="0"/>
                  <a:pt x="68" y="15"/>
                  <a:pt x="42" y="41"/>
                </a:cubicBezTo>
                <a:cubicBezTo>
                  <a:pt x="15" y="68"/>
                  <a:pt x="0" y="104"/>
                  <a:pt x="0" y="142"/>
                </a:cubicBezTo>
                <a:cubicBezTo>
                  <a:pt x="0" y="179"/>
                  <a:pt x="15" y="215"/>
                  <a:pt x="42" y="242"/>
                </a:cubicBezTo>
                <a:cubicBezTo>
                  <a:pt x="68" y="268"/>
                  <a:pt x="105" y="283"/>
                  <a:pt x="142" y="283"/>
                </a:cubicBezTo>
                <a:close/>
              </a:path>
            </a:pathLst>
          </a:custGeom>
          <a:solidFill>
            <a:srgbClr val="9467bd"/>
          </a:solidFill>
          <a:ln w="12600">
            <a:solidFill>
              <a:srgbClr val="ffffff"/>
            </a:solidFill>
            <a:round/>
          </a:ln>
        </p:spPr>
      </p:sp>
      <p:sp>
        <p:nvSpPr>
          <p:cNvPr id="343" name=""/>
          <p:cNvSpPr txBox="1"/>
          <p:nvPr/>
        </p:nvSpPr>
        <p:spPr>
          <a:xfrm>
            <a:off x="5140080" y="4968000"/>
            <a:ext cx="950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Poor (TRG 2–3)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44" name=""/>
          <p:cNvSpPr txBox="1"/>
          <p:nvPr/>
        </p:nvSpPr>
        <p:spPr>
          <a:xfrm>
            <a:off x="6698880" y="4968000"/>
            <a:ext cx="1003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TMB (right axis)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45" name="TextBox 34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2D — TMB + MSI waterfall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8393760" cy="3986640"/>
          </a:xfrm>
          <a:custGeom>
            <a:avLst/>
            <a:gdLst/>
            <a:ahLst/>
            <a:rect l="0" t="0" r="r" b="b"/>
            <a:pathLst>
              <a:path w="23316" h="11074">
                <a:moveTo>
                  <a:pt x="0" y="11074"/>
                </a:moveTo>
                <a:lnTo>
                  <a:pt x="23316" y="11074"/>
                </a:lnTo>
                <a:lnTo>
                  <a:pt x="23316" y="0"/>
                </a:lnTo>
                <a:lnTo>
                  <a:pt x="0" y="0"/>
                </a:lnTo>
                <a:lnTo>
                  <a:pt x="0" y="1107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06520" y="134640"/>
            <a:ext cx="3543840" cy="3380040"/>
          </a:xfrm>
          <a:custGeom>
            <a:avLst/>
            <a:gdLst/>
            <a:ahLst/>
            <a:rect l="0" t="0" r="r" b="b"/>
            <a:pathLst>
              <a:path w="9844" h="9389">
                <a:moveTo>
                  <a:pt x="0" y="9389"/>
                </a:moveTo>
                <a:lnTo>
                  <a:pt x="9844" y="9389"/>
                </a:lnTo>
                <a:lnTo>
                  <a:pt x="9844" y="0"/>
                </a:lnTo>
                <a:lnTo>
                  <a:pt x="0" y="0"/>
                </a:lnTo>
                <a:lnTo>
                  <a:pt x="0" y="93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57276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57276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04652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04652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53676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52028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52028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01052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199404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199404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144756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46780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246780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192132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94156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294156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239508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341496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341496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286884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388872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388872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334260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381636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468360" y="3360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468360" y="3360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1261080" y="3735000"/>
            <a:ext cx="20397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Subject ID (matched, pre)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468360" y="2976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468360" y="2976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351360" y="32983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468360" y="2592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468360" y="2592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351360" y="29142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468360" y="2208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468360" y="2208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278640" y="25300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468360" y="1824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468360" y="1824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278640" y="2146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468360" y="1440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468360" y="1440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278640" y="17622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468360" y="1056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468360" y="1056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278640" y="13780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468360" y="672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468360" y="672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278640" y="9939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468360" y="28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468360" y="28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278640" y="609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>
            <a:off x="278640" y="2260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146808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6"/>
                  <a:pt x="249" y="249"/>
                </a:cubicBezTo>
                <a:cubicBezTo>
                  <a:pt x="276" y="221"/>
                  <a:pt x="292" y="184"/>
                  <a:pt x="292" y="145"/>
                </a:cubicBezTo>
                <a:cubicBezTo>
                  <a:pt x="292" y="107"/>
                  <a:pt x="276" y="70"/>
                  <a:pt x="249" y="42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7" y="0"/>
                  <a:pt x="70" y="15"/>
                  <a:pt x="42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2" y="249"/>
                </a:cubicBezTo>
                <a:cubicBezTo>
                  <a:pt x="70" y="276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1562760" y="166716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5" y="292"/>
                  <a:pt x="222" y="276"/>
                  <a:pt x="249" y="249"/>
                </a:cubicBezTo>
                <a:cubicBezTo>
                  <a:pt x="276" y="222"/>
                  <a:pt x="292" y="185"/>
                  <a:pt x="292" y="145"/>
                </a:cubicBezTo>
                <a:cubicBezTo>
                  <a:pt x="292" y="107"/>
                  <a:pt x="276" y="70"/>
                  <a:pt x="249" y="43"/>
                </a:cubicBezTo>
                <a:cubicBezTo>
                  <a:pt x="222" y="15"/>
                  <a:pt x="185" y="0"/>
                  <a:pt x="145" y="0"/>
                </a:cubicBezTo>
                <a:cubicBezTo>
                  <a:pt x="107" y="0"/>
                  <a:pt x="70" y="15"/>
                  <a:pt x="42" y="43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0" y="276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1846800" y="1966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1" y="277"/>
                  <a:pt x="250" y="250"/>
                </a:cubicBezTo>
                <a:cubicBezTo>
                  <a:pt x="277" y="222"/>
                  <a:pt x="292" y="184"/>
                  <a:pt x="292" y="146"/>
                </a:cubicBezTo>
                <a:cubicBezTo>
                  <a:pt x="292" y="107"/>
                  <a:pt x="277" y="70"/>
                  <a:pt x="250" y="43"/>
                </a:cubicBezTo>
                <a:cubicBezTo>
                  <a:pt x="221" y="16"/>
                  <a:pt x="184" y="0"/>
                  <a:pt x="146" y="0"/>
                </a:cubicBezTo>
                <a:cubicBezTo>
                  <a:pt x="107" y="0"/>
                  <a:pt x="70" y="16"/>
                  <a:pt x="43" y="43"/>
                </a:cubicBezTo>
                <a:cubicBezTo>
                  <a:pt x="16" y="70"/>
                  <a:pt x="0" y="107"/>
                  <a:pt x="0" y="146"/>
                </a:cubicBezTo>
                <a:cubicBezTo>
                  <a:pt x="0" y="184"/>
                  <a:pt x="16" y="222"/>
                  <a:pt x="43" y="250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70992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2" y="276"/>
                  <a:pt x="250" y="249"/>
                </a:cubicBezTo>
                <a:cubicBezTo>
                  <a:pt x="277" y="221"/>
                  <a:pt x="292" y="184"/>
                  <a:pt x="292" y="145"/>
                </a:cubicBezTo>
                <a:cubicBezTo>
                  <a:pt x="292" y="107"/>
                  <a:pt x="277" y="70"/>
                  <a:pt x="250" y="42"/>
                </a:cubicBezTo>
                <a:cubicBezTo>
                  <a:pt x="222" y="15"/>
                  <a:pt x="184" y="0"/>
                  <a:pt x="146" y="0"/>
                </a:cubicBezTo>
                <a:cubicBezTo>
                  <a:pt x="107" y="0"/>
                  <a:pt x="70" y="15"/>
                  <a:pt x="43" y="42"/>
                </a:cubicBezTo>
                <a:cubicBezTo>
                  <a:pt x="16" y="70"/>
                  <a:pt x="0" y="107"/>
                  <a:pt x="0" y="145"/>
                </a:cubicBezTo>
                <a:cubicBezTo>
                  <a:pt x="0" y="184"/>
                  <a:pt x="16" y="221"/>
                  <a:pt x="43" y="249"/>
                </a:cubicBezTo>
                <a:cubicBezTo>
                  <a:pt x="70" y="276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2415240" y="31104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6"/>
                  <a:pt x="250" y="249"/>
                </a:cubicBezTo>
                <a:cubicBezTo>
                  <a:pt x="277" y="222"/>
                  <a:pt x="292" y="185"/>
                  <a:pt x="292" y="145"/>
                </a:cubicBezTo>
                <a:cubicBezTo>
                  <a:pt x="292" y="107"/>
                  <a:pt x="277" y="70"/>
                  <a:pt x="250" y="42"/>
                </a:cubicBezTo>
                <a:cubicBezTo>
                  <a:pt x="222" y="15"/>
                  <a:pt x="185" y="0"/>
                  <a:pt x="147" y="0"/>
                </a:cubicBezTo>
                <a:cubicBezTo>
                  <a:pt x="108" y="0"/>
                  <a:pt x="70" y="15"/>
                  <a:pt x="43" y="42"/>
                </a:cubicBezTo>
                <a:cubicBezTo>
                  <a:pt x="16" y="70"/>
                  <a:pt x="0" y="107"/>
                  <a:pt x="0" y="145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6"/>
                  <a:pt x="108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250992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6" y="292"/>
                  <a:pt x="223" y="276"/>
                  <a:pt x="250" y="249"/>
                </a:cubicBezTo>
                <a:cubicBezTo>
                  <a:pt x="277" y="221"/>
                  <a:pt x="292" y="184"/>
                  <a:pt x="292" y="145"/>
                </a:cubicBezTo>
                <a:cubicBezTo>
                  <a:pt x="292" y="107"/>
                  <a:pt x="277" y="70"/>
                  <a:pt x="250" y="42"/>
                </a:cubicBezTo>
                <a:cubicBezTo>
                  <a:pt x="223" y="15"/>
                  <a:pt x="186" y="0"/>
                  <a:pt x="147" y="0"/>
                </a:cubicBezTo>
                <a:cubicBezTo>
                  <a:pt x="107" y="0"/>
                  <a:pt x="70" y="15"/>
                  <a:pt x="43" y="42"/>
                </a:cubicBezTo>
                <a:cubicBezTo>
                  <a:pt x="16" y="70"/>
                  <a:pt x="0" y="107"/>
                  <a:pt x="0" y="145"/>
                </a:cubicBezTo>
                <a:cubicBezTo>
                  <a:pt x="0" y="184"/>
                  <a:pt x="16" y="221"/>
                  <a:pt x="43" y="249"/>
                </a:cubicBezTo>
                <a:cubicBezTo>
                  <a:pt x="70" y="276"/>
                  <a:pt x="107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260496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5" y="292"/>
                  <a:pt x="222" y="276"/>
                  <a:pt x="249" y="249"/>
                </a:cubicBezTo>
                <a:cubicBezTo>
                  <a:pt x="276" y="221"/>
                  <a:pt x="292" y="184"/>
                  <a:pt x="292" y="145"/>
                </a:cubicBezTo>
                <a:cubicBezTo>
                  <a:pt x="292" y="107"/>
                  <a:pt x="276" y="70"/>
                  <a:pt x="249" y="42"/>
                </a:cubicBezTo>
                <a:cubicBezTo>
                  <a:pt x="222" y="15"/>
                  <a:pt x="185" y="0"/>
                  <a:pt x="145" y="0"/>
                </a:cubicBezTo>
                <a:cubicBezTo>
                  <a:pt x="107" y="0"/>
                  <a:pt x="70" y="15"/>
                  <a:pt x="42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2" y="249"/>
                </a:cubicBezTo>
                <a:cubicBezTo>
                  <a:pt x="70" y="276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2699640" y="100692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2" y="277"/>
                  <a:pt x="249" y="250"/>
                </a:cubicBezTo>
                <a:cubicBezTo>
                  <a:pt x="276" y="221"/>
                  <a:pt x="292" y="184"/>
                  <a:pt x="292" y="146"/>
                </a:cubicBezTo>
                <a:cubicBezTo>
                  <a:pt x="292" y="107"/>
                  <a:pt x="276" y="70"/>
                  <a:pt x="249" y="43"/>
                </a:cubicBezTo>
                <a:cubicBezTo>
                  <a:pt x="222" y="16"/>
                  <a:pt x="184" y="0"/>
                  <a:pt x="145" y="0"/>
                </a:cubicBezTo>
                <a:cubicBezTo>
                  <a:pt x="107" y="0"/>
                  <a:pt x="70" y="16"/>
                  <a:pt x="42" y="43"/>
                </a:cubicBezTo>
                <a:cubicBezTo>
                  <a:pt x="15" y="70"/>
                  <a:pt x="0" y="107"/>
                  <a:pt x="0" y="146"/>
                </a:cubicBezTo>
                <a:cubicBezTo>
                  <a:pt x="0" y="184"/>
                  <a:pt x="15" y="221"/>
                  <a:pt x="42" y="250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279432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2" y="276"/>
                  <a:pt x="249" y="249"/>
                </a:cubicBezTo>
                <a:cubicBezTo>
                  <a:pt x="277" y="221"/>
                  <a:pt x="292" y="184"/>
                  <a:pt x="292" y="145"/>
                </a:cubicBezTo>
                <a:cubicBezTo>
                  <a:pt x="292" y="107"/>
                  <a:pt x="277" y="70"/>
                  <a:pt x="249" y="42"/>
                </a:cubicBezTo>
                <a:cubicBezTo>
                  <a:pt x="222" y="15"/>
                  <a:pt x="184" y="0"/>
                  <a:pt x="145" y="0"/>
                </a:cubicBezTo>
                <a:cubicBezTo>
                  <a:pt x="107" y="0"/>
                  <a:pt x="70" y="15"/>
                  <a:pt x="43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3" y="249"/>
                </a:cubicBezTo>
                <a:cubicBezTo>
                  <a:pt x="70" y="276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288900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1" y="276"/>
                  <a:pt x="249" y="249"/>
                </a:cubicBezTo>
                <a:cubicBezTo>
                  <a:pt x="277" y="221"/>
                  <a:pt x="292" y="184"/>
                  <a:pt x="292" y="145"/>
                </a:cubicBezTo>
                <a:cubicBezTo>
                  <a:pt x="292" y="107"/>
                  <a:pt x="277" y="70"/>
                  <a:pt x="249" y="42"/>
                </a:cubicBezTo>
                <a:cubicBezTo>
                  <a:pt x="221" y="15"/>
                  <a:pt x="184" y="0"/>
                  <a:pt x="146" y="0"/>
                </a:cubicBezTo>
                <a:cubicBezTo>
                  <a:pt x="107" y="0"/>
                  <a:pt x="70" y="15"/>
                  <a:pt x="43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3" y="249"/>
                </a:cubicBezTo>
                <a:cubicBezTo>
                  <a:pt x="70" y="276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2983680" y="138096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1" y="277"/>
                  <a:pt x="249" y="250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9" y="43"/>
                </a:cubicBezTo>
                <a:cubicBezTo>
                  <a:pt x="221" y="16"/>
                  <a:pt x="184" y="0"/>
                  <a:pt x="146" y="0"/>
                </a:cubicBezTo>
                <a:cubicBezTo>
                  <a:pt x="107" y="0"/>
                  <a:pt x="70" y="16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50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3078720" y="3308400"/>
            <a:ext cx="104760" cy="105120"/>
          </a:xfrm>
          <a:custGeom>
            <a:avLst/>
            <a:gdLst/>
            <a:ahLst/>
            <a:rect l="0" t="0" r="r" b="b"/>
            <a:pathLst>
              <a:path w="291" h="292">
                <a:moveTo>
                  <a:pt x="146" y="292"/>
                </a:moveTo>
                <a:cubicBezTo>
                  <a:pt x="185" y="292"/>
                  <a:pt x="222" y="276"/>
                  <a:pt x="249" y="249"/>
                </a:cubicBezTo>
                <a:cubicBezTo>
                  <a:pt x="276" y="221"/>
                  <a:pt x="291" y="184"/>
                  <a:pt x="291" y="145"/>
                </a:cubicBezTo>
                <a:cubicBezTo>
                  <a:pt x="291" y="107"/>
                  <a:pt x="276" y="70"/>
                  <a:pt x="249" y="42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7" y="0"/>
                  <a:pt x="70" y="15"/>
                  <a:pt x="43" y="42"/>
                </a:cubicBezTo>
                <a:cubicBezTo>
                  <a:pt x="16" y="70"/>
                  <a:pt x="0" y="107"/>
                  <a:pt x="0" y="145"/>
                </a:cubicBezTo>
                <a:cubicBezTo>
                  <a:pt x="0" y="184"/>
                  <a:pt x="16" y="221"/>
                  <a:pt x="43" y="249"/>
                </a:cubicBezTo>
                <a:cubicBezTo>
                  <a:pt x="70" y="276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3173400" y="1893600"/>
            <a:ext cx="105120" cy="104760"/>
          </a:xfrm>
          <a:custGeom>
            <a:avLst/>
            <a:gdLst/>
            <a:ahLst/>
            <a:rect l="0" t="0" r="r" b="b"/>
            <a:pathLst>
              <a:path w="292" h="291">
                <a:moveTo>
                  <a:pt x="146" y="291"/>
                </a:moveTo>
                <a:cubicBezTo>
                  <a:pt x="185" y="291"/>
                  <a:pt x="222" y="276"/>
                  <a:pt x="249" y="249"/>
                </a:cubicBezTo>
                <a:cubicBezTo>
                  <a:pt x="276" y="222"/>
                  <a:pt x="292" y="185"/>
                  <a:pt x="292" y="146"/>
                </a:cubicBezTo>
                <a:cubicBezTo>
                  <a:pt x="292" y="107"/>
                  <a:pt x="276" y="69"/>
                  <a:pt x="249" y="42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8" y="0"/>
                  <a:pt x="71" y="15"/>
                  <a:pt x="43" y="42"/>
                </a:cubicBezTo>
                <a:cubicBezTo>
                  <a:pt x="15" y="69"/>
                  <a:pt x="0" y="107"/>
                  <a:pt x="0" y="146"/>
                </a:cubicBezTo>
                <a:cubicBezTo>
                  <a:pt x="0" y="185"/>
                  <a:pt x="15" y="222"/>
                  <a:pt x="43" y="249"/>
                </a:cubicBezTo>
                <a:cubicBezTo>
                  <a:pt x="71" y="276"/>
                  <a:pt x="108" y="291"/>
                  <a:pt x="146" y="291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3268080" y="14760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6" y="222"/>
                  <a:pt x="292" y="185"/>
                  <a:pt x="292" y="146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8" y="0"/>
                  <a:pt x="71" y="15"/>
                  <a:pt x="42" y="43"/>
                </a:cubicBezTo>
                <a:cubicBezTo>
                  <a:pt x="15" y="70"/>
                  <a:pt x="0" y="108"/>
                  <a:pt x="0" y="146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1" y="277"/>
                  <a:pt x="108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4" name=""/>
          <p:cNvSpPr/>
          <p:nvPr/>
        </p:nvSpPr>
        <p:spPr>
          <a:xfrm>
            <a:off x="804600" y="1804320"/>
            <a:ext cx="105120" cy="104760"/>
          </a:xfrm>
          <a:custGeom>
            <a:avLst/>
            <a:gdLst/>
            <a:ahLst/>
            <a:rect l="0" t="0" r="r" b="b"/>
            <a:pathLst>
              <a:path w="292" h="291">
                <a:moveTo>
                  <a:pt x="146" y="291"/>
                </a:moveTo>
                <a:cubicBezTo>
                  <a:pt x="184" y="291"/>
                  <a:pt x="221" y="276"/>
                  <a:pt x="250" y="249"/>
                </a:cubicBezTo>
                <a:cubicBezTo>
                  <a:pt x="277" y="222"/>
                  <a:pt x="292" y="185"/>
                  <a:pt x="292" y="146"/>
                </a:cubicBezTo>
                <a:cubicBezTo>
                  <a:pt x="292" y="107"/>
                  <a:pt x="277" y="70"/>
                  <a:pt x="250" y="42"/>
                </a:cubicBezTo>
                <a:cubicBezTo>
                  <a:pt x="221" y="15"/>
                  <a:pt x="184" y="0"/>
                  <a:pt x="146" y="0"/>
                </a:cubicBezTo>
                <a:cubicBezTo>
                  <a:pt x="107" y="0"/>
                  <a:pt x="70" y="15"/>
                  <a:pt x="43" y="42"/>
                </a:cubicBezTo>
                <a:cubicBezTo>
                  <a:pt x="16" y="70"/>
                  <a:pt x="0" y="107"/>
                  <a:pt x="0" y="146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6"/>
                  <a:pt x="107" y="291"/>
                  <a:pt x="146" y="291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5" name=""/>
          <p:cNvSpPr/>
          <p:nvPr/>
        </p:nvSpPr>
        <p:spPr>
          <a:xfrm>
            <a:off x="336276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6"/>
                  <a:pt x="249" y="249"/>
                </a:cubicBezTo>
                <a:cubicBezTo>
                  <a:pt x="277" y="221"/>
                  <a:pt x="292" y="184"/>
                  <a:pt x="292" y="145"/>
                </a:cubicBezTo>
                <a:cubicBezTo>
                  <a:pt x="292" y="107"/>
                  <a:pt x="277" y="70"/>
                  <a:pt x="249" y="42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8" y="0"/>
                  <a:pt x="70" y="15"/>
                  <a:pt x="43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3" y="249"/>
                </a:cubicBezTo>
                <a:cubicBezTo>
                  <a:pt x="70" y="276"/>
                  <a:pt x="108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345744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6"/>
                  <a:pt x="249" y="249"/>
                </a:cubicBezTo>
                <a:cubicBezTo>
                  <a:pt x="277" y="221"/>
                  <a:pt x="292" y="184"/>
                  <a:pt x="292" y="145"/>
                </a:cubicBezTo>
                <a:cubicBezTo>
                  <a:pt x="292" y="107"/>
                  <a:pt x="277" y="70"/>
                  <a:pt x="249" y="42"/>
                </a:cubicBezTo>
                <a:cubicBezTo>
                  <a:pt x="222" y="15"/>
                  <a:pt x="185" y="0"/>
                  <a:pt x="147" y="0"/>
                </a:cubicBezTo>
                <a:cubicBezTo>
                  <a:pt x="107" y="0"/>
                  <a:pt x="70" y="15"/>
                  <a:pt x="43" y="42"/>
                </a:cubicBezTo>
                <a:cubicBezTo>
                  <a:pt x="16" y="70"/>
                  <a:pt x="0" y="107"/>
                  <a:pt x="0" y="145"/>
                </a:cubicBezTo>
                <a:cubicBezTo>
                  <a:pt x="0" y="184"/>
                  <a:pt x="16" y="221"/>
                  <a:pt x="43" y="249"/>
                </a:cubicBezTo>
                <a:cubicBezTo>
                  <a:pt x="70" y="276"/>
                  <a:pt x="107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7" name=""/>
          <p:cNvSpPr/>
          <p:nvPr/>
        </p:nvSpPr>
        <p:spPr>
          <a:xfrm>
            <a:off x="3552120" y="171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7"/>
                  <a:pt x="250" y="250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1"/>
                  <a:pt x="250" y="44"/>
                </a:cubicBezTo>
                <a:cubicBezTo>
                  <a:pt x="222" y="16"/>
                  <a:pt x="185" y="0"/>
                  <a:pt x="147" y="0"/>
                </a:cubicBezTo>
                <a:cubicBezTo>
                  <a:pt x="107" y="0"/>
                  <a:pt x="70" y="16"/>
                  <a:pt x="43" y="44"/>
                </a:cubicBezTo>
                <a:cubicBezTo>
                  <a:pt x="16" y="71"/>
                  <a:pt x="0" y="108"/>
                  <a:pt x="0" y="147"/>
                </a:cubicBezTo>
                <a:cubicBezTo>
                  <a:pt x="0" y="185"/>
                  <a:pt x="16" y="222"/>
                  <a:pt x="43" y="250"/>
                </a:cubicBezTo>
                <a:cubicBezTo>
                  <a:pt x="70" y="277"/>
                  <a:pt x="107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8" name=""/>
          <p:cNvSpPr/>
          <p:nvPr/>
        </p:nvSpPr>
        <p:spPr>
          <a:xfrm>
            <a:off x="374184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2" y="276"/>
                  <a:pt x="249" y="249"/>
                </a:cubicBezTo>
                <a:cubicBezTo>
                  <a:pt x="276" y="221"/>
                  <a:pt x="292" y="184"/>
                  <a:pt x="292" y="145"/>
                </a:cubicBezTo>
                <a:cubicBezTo>
                  <a:pt x="292" y="107"/>
                  <a:pt x="276" y="70"/>
                  <a:pt x="249" y="42"/>
                </a:cubicBezTo>
                <a:cubicBezTo>
                  <a:pt x="222" y="15"/>
                  <a:pt x="184" y="0"/>
                  <a:pt x="145" y="0"/>
                </a:cubicBezTo>
                <a:cubicBezTo>
                  <a:pt x="107" y="0"/>
                  <a:pt x="70" y="15"/>
                  <a:pt x="42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2" y="249"/>
                </a:cubicBezTo>
                <a:cubicBezTo>
                  <a:pt x="70" y="276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09" name=""/>
          <p:cNvSpPr/>
          <p:nvPr/>
        </p:nvSpPr>
        <p:spPr>
          <a:xfrm>
            <a:off x="3836520" y="2358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2" y="277"/>
                  <a:pt x="249" y="250"/>
                </a:cubicBezTo>
                <a:cubicBezTo>
                  <a:pt x="276" y="223"/>
                  <a:pt x="292" y="186"/>
                  <a:pt x="292" y="147"/>
                </a:cubicBezTo>
                <a:cubicBezTo>
                  <a:pt x="292" y="108"/>
                  <a:pt x="276" y="71"/>
                  <a:pt x="249" y="43"/>
                </a:cubicBezTo>
                <a:cubicBezTo>
                  <a:pt x="222" y="16"/>
                  <a:pt x="184" y="0"/>
                  <a:pt x="145" y="0"/>
                </a:cubicBezTo>
                <a:cubicBezTo>
                  <a:pt x="107" y="0"/>
                  <a:pt x="70" y="16"/>
                  <a:pt x="42" y="43"/>
                </a:cubicBezTo>
                <a:cubicBezTo>
                  <a:pt x="15" y="71"/>
                  <a:pt x="0" y="108"/>
                  <a:pt x="0" y="147"/>
                </a:cubicBezTo>
                <a:cubicBezTo>
                  <a:pt x="0" y="186"/>
                  <a:pt x="15" y="223"/>
                  <a:pt x="42" y="250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10" name=""/>
          <p:cNvSpPr/>
          <p:nvPr/>
        </p:nvSpPr>
        <p:spPr>
          <a:xfrm>
            <a:off x="89964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1" y="276"/>
                  <a:pt x="248" y="249"/>
                </a:cubicBezTo>
                <a:cubicBezTo>
                  <a:pt x="276" y="221"/>
                  <a:pt x="292" y="184"/>
                  <a:pt x="292" y="145"/>
                </a:cubicBezTo>
                <a:cubicBezTo>
                  <a:pt x="292" y="107"/>
                  <a:pt x="276" y="70"/>
                  <a:pt x="248" y="42"/>
                </a:cubicBezTo>
                <a:cubicBezTo>
                  <a:pt x="221" y="15"/>
                  <a:pt x="184" y="0"/>
                  <a:pt x="145" y="0"/>
                </a:cubicBezTo>
                <a:cubicBezTo>
                  <a:pt x="107" y="0"/>
                  <a:pt x="70" y="15"/>
                  <a:pt x="42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2" y="249"/>
                </a:cubicBezTo>
                <a:cubicBezTo>
                  <a:pt x="70" y="276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11" name=""/>
          <p:cNvSpPr/>
          <p:nvPr/>
        </p:nvSpPr>
        <p:spPr>
          <a:xfrm>
            <a:off x="99432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1" y="276"/>
                  <a:pt x="248" y="249"/>
                </a:cubicBezTo>
                <a:cubicBezTo>
                  <a:pt x="275" y="221"/>
                  <a:pt x="292" y="184"/>
                  <a:pt x="292" y="145"/>
                </a:cubicBezTo>
                <a:cubicBezTo>
                  <a:pt x="292" y="107"/>
                  <a:pt x="275" y="70"/>
                  <a:pt x="248" y="42"/>
                </a:cubicBezTo>
                <a:cubicBezTo>
                  <a:pt x="221" y="15"/>
                  <a:pt x="184" y="0"/>
                  <a:pt x="145" y="0"/>
                </a:cubicBezTo>
                <a:cubicBezTo>
                  <a:pt x="107" y="0"/>
                  <a:pt x="70" y="15"/>
                  <a:pt x="42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2" y="249"/>
                </a:cubicBezTo>
                <a:cubicBezTo>
                  <a:pt x="70" y="276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12" name=""/>
          <p:cNvSpPr/>
          <p:nvPr/>
        </p:nvSpPr>
        <p:spPr>
          <a:xfrm>
            <a:off x="1089000" y="33084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6"/>
                  <a:pt x="249" y="249"/>
                </a:cubicBezTo>
                <a:cubicBezTo>
                  <a:pt x="277" y="221"/>
                  <a:pt x="292" y="184"/>
                  <a:pt x="292" y="145"/>
                </a:cubicBezTo>
                <a:cubicBezTo>
                  <a:pt x="292" y="107"/>
                  <a:pt x="277" y="70"/>
                  <a:pt x="249" y="42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8" y="0"/>
                  <a:pt x="71" y="15"/>
                  <a:pt x="44" y="42"/>
                </a:cubicBezTo>
                <a:cubicBezTo>
                  <a:pt x="15" y="70"/>
                  <a:pt x="0" y="107"/>
                  <a:pt x="0" y="145"/>
                </a:cubicBezTo>
                <a:cubicBezTo>
                  <a:pt x="0" y="184"/>
                  <a:pt x="15" y="221"/>
                  <a:pt x="44" y="249"/>
                </a:cubicBezTo>
                <a:cubicBezTo>
                  <a:pt x="71" y="276"/>
                  <a:pt x="108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13" name=""/>
          <p:cNvSpPr/>
          <p:nvPr/>
        </p:nvSpPr>
        <p:spPr>
          <a:xfrm>
            <a:off x="1183680" y="141660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7" y="222"/>
                  <a:pt x="292" y="185"/>
                  <a:pt x="292" y="146"/>
                </a:cubicBezTo>
                <a:cubicBezTo>
                  <a:pt x="292" y="107"/>
                  <a:pt x="277" y="70"/>
                  <a:pt x="249" y="43"/>
                </a:cubicBezTo>
                <a:cubicBezTo>
                  <a:pt x="222" y="16"/>
                  <a:pt x="185" y="0"/>
                  <a:pt x="147" y="0"/>
                </a:cubicBezTo>
                <a:cubicBezTo>
                  <a:pt x="108" y="0"/>
                  <a:pt x="71" y="16"/>
                  <a:pt x="43" y="43"/>
                </a:cubicBezTo>
                <a:cubicBezTo>
                  <a:pt x="15" y="70"/>
                  <a:pt x="0" y="107"/>
                  <a:pt x="0" y="146"/>
                </a:cubicBezTo>
                <a:cubicBezTo>
                  <a:pt x="0" y="185"/>
                  <a:pt x="15" y="222"/>
                  <a:pt x="43" y="249"/>
                </a:cubicBezTo>
                <a:cubicBezTo>
                  <a:pt x="71" y="277"/>
                  <a:pt x="108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14" name=""/>
          <p:cNvSpPr/>
          <p:nvPr/>
        </p:nvSpPr>
        <p:spPr>
          <a:xfrm>
            <a:off x="1278360" y="215604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7"/>
                  <a:pt x="250" y="250"/>
                </a:cubicBezTo>
                <a:cubicBezTo>
                  <a:pt x="277" y="222"/>
                  <a:pt x="292" y="185"/>
                  <a:pt x="292" y="146"/>
                </a:cubicBezTo>
                <a:cubicBezTo>
                  <a:pt x="292" y="107"/>
                  <a:pt x="277" y="70"/>
                  <a:pt x="250" y="43"/>
                </a:cubicBezTo>
                <a:cubicBezTo>
                  <a:pt x="222" y="16"/>
                  <a:pt x="185" y="0"/>
                  <a:pt x="147" y="0"/>
                </a:cubicBezTo>
                <a:cubicBezTo>
                  <a:pt x="108" y="0"/>
                  <a:pt x="70" y="16"/>
                  <a:pt x="43" y="43"/>
                </a:cubicBezTo>
                <a:cubicBezTo>
                  <a:pt x="16" y="70"/>
                  <a:pt x="0" y="107"/>
                  <a:pt x="0" y="146"/>
                </a:cubicBezTo>
                <a:cubicBezTo>
                  <a:pt x="0" y="185"/>
                  <a:pt x="16" y="222"/>
                  <a:pt x="43" y="250"/>
                </a:cubicBezTo>
                <a:cubicBezTo>
                  <a:pt x="70" y="277"/>
                  <a:pt x="108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15" name=""/>
          <p:cNvSpPr/>
          <p:nvPr/>
        </p:nvSpPr>
        <p:spPr>
          <a:xfrm>
            <a:off x="506520" y="1824480"/>
            <a:ext cx="3543480" cy="0"/>
          </a:xfrm>
          <a:prstGeom prst="line">
            <a:avLst/>
          </a:prstGeom>
          <a:ln w="11160">
            <a:solidFill>
              <a:srgbClr val="c01a1a"/>
            </a:solidFill>
            <a:custDash>
              <a:ds d="377419" sp="161290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/>
          <p:nvPr/>
        </p:nvSpPr>
        <p:spPr>
          <a:xfrm flipV="1">
            <a:off x="506520" y="134640"/>
            <a:ext cx="0" cy="33796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/>
          <p:nvPr/>
        </p:nvSpPr>
        <p:spPr>
          <a:xfrm>
            <a:off x="506520" y="3514320"/>
            <a:ext cx="35434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 txBox="1"/>
          <p:nvPr/>
        </p:nvSpPr>
        <p:spPr>
          <a:xfrm rot="16200000">
            <a:off x="-1050480" y="1739520"/>
            <a:ext cx="24012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MMR signature proportion (%)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19" name=""/>
          <p:cNvSpPr txBox="1"/>
          <p:nvPr/>
        </p:nvSpPr>
        <p:spPr>
          <a:xfrm>
            <a:off x="731160" y="1348200"/>
            <a:ext cx="153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S1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731160" y="1476360"/>
            <a:ext cx="1093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(prior MMR claim)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1" name=""/>
          <p:cNvSpPr txBox="1"/>
          <p:nvPr/>
        </p:nvSpPr>
        <p:spPr>
          <a:xfrm>
            <a:off x="1773360" y="3030840"/>
            <a:ext cx="22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S12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2" name=""/>
          <p:cNvSpPr txBox="1"/>
          <p:nvPr/>
        </p:nvSpPr>
        <p:spPr>
          <a:xfrm>
            <a:off x="1773360" y="3159000"/>
            <a:ext cx="1093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(prior MMR claim)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3" name=""/>
          <p:cNvSpPr txBox="1"/>
          <p:nvPr/>
        </p:nvSpPr>
        <p:spPr>
          <a:xfrm>
            <a:off x="1489320" y="1983600"/>
            <a:ext cx="153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S9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4" name=""/>
          <p:cNvSpPr txBox="1"/>
          <p:nvPr/>
        </p:nvSpPr>
        <p:spPr>
          <a:xfrm>
            <a:off x="1489320" y="2111760"/>
            <a:ext cx="1093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(prior MMR claim)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576000" y="1581840"/>
            <a:ext cx="183600" cy="174240"/>
          </a:xfrm>
          <a:custGeom>
            <a:avLst/>
            <a:gdLst/>
            <a:ahLst/>
            <a:rect l="0" t="0" r="r" b="b"/>
            <a:pathLst>
              <a:path w="510" h="484">
                <a:moveTo>
                  <a:pt x="256" y="0"/>
                </a:moveTo>
                <a:lnTo>
                  <a:pt x="196" y="184"/>
                </a:lnTo>
                <a:lnTo>
                  <a:pt x="0" y="184"/>
                </a:lnTo>
                <a:lnTo>
                  <a:pt x="157" y="300"/>
                </a:lnTo>
                <a:lnTo>
                  <a:pt x="97" y="484"/>
                </a:lnTo>
                <a:lnTo>
                  <a:pt x="256" y="370"/>
                </a:lnTo>
                <a:lnTo>
                  <a:pt x="413" y="484"/>
                </a:lnTo>
                <a:lnTo>
                  <a:pt x="353" y="300"/>
                </a:lnTo>
                <a:lnTo>
                  <a:pt x="510" y="184"/>
                </a:lnTo>
                <a:lnTo>
                  <a:pt x="316" y="184"/>
                </a:lnTo>
                <a:lnTo>
                  <a:pt x="256" y="0"/>
                </a:lnTo>
                <a:close/>
              </a:path>
            </a:pathLst>
          </a:custGeom>
          <a:solidFill>
            <a:srgbClr val="d4a300"/>
          </a:solidFill>
          <a:ln w="27720">
            <a:solidFill>
              <a:srgbClr val="c01a1a"/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1618200" y="3264480"/>
            <a:ext cx="183600" cy="174600"/>
          </a:xfrm>
          <a:custGeom>
            <a:avLst/>
            <a:gdLst/>
            <a:ahLst/>
            <a:rect l="0" t="0" r="r" b="b"/>
            <a:pathLst>
              <a:path w="510" h="485">
                <a:moveTo>
                  <a:pt x="254" y="0"/>
                </a:moveTo>
                <a:lnTo>
                  <a:pt x="194" y="185"/>
                </a:lnTo>
                <a:lnTo>
                  <a:pt x="0" y="185"/>
                </a:lnTo>
                <a:lnTo>
                  <a:pt x="157" y="299"/>
                </a:lnTo>
                <a:lnTo>
                  <a:pt x="97" y="485"/>
                </a:lnTo>
                <a:lnTo>
                  <a:pt x="254" y="371"/>
                </a:lnTo>
                <a:lnTo>
                  <a:pt x="413" y="485"/>
                </a:lnTo>
                <a:lnTo>
                  <a:pt x="353" y="299"/>
                </a:lnTo>
                <a:lnTo>
                  <a:pt x="510" y="185"/>
                </a:lnTo>
                <a:lnTo>
                  <a:pt x="314" y="185"/>
                </a:lnTo>
                <a:lnTo>
                  <a:pt x="254" y="0"/>
                </a:lnTo>
                <a:close/>
              </a:path>
            </a:pathLst>
          </a:custGeom>
          <a:solidFill>
            <a:srgbClr val="d4a300"/>
          </a:solidFill>
          <a:ln w="27720">
            <a:solidFill>
              <a:srgbClr val="c01a1a"/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1334160" y="2216880"/>
            <a:ext cx="183240" cy="174600"/>
          </a:xfrm>
          <a:custGeom>
            <a:avLst/>
            <a:gdLst/>
            <a:ahLst/>
            <a:rect l="0" t="0" r="r" b="b"/>
            <a:pathLst>
              <a:path w="509" h="485">
                <a:moveTo>
                  <a:pt x="255" y="0"/>
                </a:moveTo>
                <a:lnTo>
                  <a:pt x="195" y="185"/>
                </a:lnTo>
                <a:lnTo>
                  <a:pt x="0" y="185"/>
                </a:lnTo>
                <a:lnTo>
                  <a:pt x="158" y="299"/>
                </a:lnTo>
                <a:lnTo>
                  <a:pt x="97" y="485"/>
                </a:lnTo>
                <a:lnTo>
                  <a:pt x="255" y="371"/>
                </a:lnTo>
                <a:lnTo>
                  <a:pt x="412" y="485"/>
                </a:lnTo>
                <a:lnTo>
                  <a:pt x="352" y="299"/>
                </a:lnTo>
                <a:lnTo>
                  <a:pt x="509" y="185"/>
                </a:lnTo>
                <a:lnTo>
                  <a:pt x="315" y="185"/>
                </a:lnTo>
                <a:lnTo>
                  <a:pt x="255" y="0"/>
                </a:lnTo>
                <a:close/>
              </a:path>
            </a:pathLst>
          </a:custGeom>
          <a:solidFill>
            <a:srgbClr val="d4a300"/>
          </a:solidFill>
          <a:ln w="27720">
            <a:solidFill>
              <a:srgbClr val="c01a1a"/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4758480" y="134640"/>
            <a:ext cx="3543840" cy="3380040"/>
          </a:xfrm>
          <a:custGeom>
            <a:avLst/>
            <a:gdLst/>
            <a:ahLst/>
            <a:rect l="0" t="0" r="r" b="b"/>
            <a:pathLst>
              <a:path w="9844" h="9389">
                <a:moveTo>
                  <a:pt x="0" y="9389"/>
                </a:moveTo>
                <a:lnTo>
                  <a:pt x="9844" y="9389"/>
                </a:lnTo>
                <a:lnTo>
                  <a:pt x="9844" y="0"/>
                </a:lnTo>
                <a:lnTo>
                  <a:pt x="0" y="0"/>
                </a:lnTo>
                <a:lnTo>
                  <a:pt x="0" y="93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>
            <a:off x="482472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" name=""/>
          <p:cNvSpPr/>
          <p:nvPr/>
        </p:nvSpPr>
        <p:spPr>
          <a:xfrm>
            <a:off x="482472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 txBox="1"/>
          <p:nvPr/>
        </p:nvSpPr>
        <p:spPr>
          <a:xfrm>
            <a:off x="2592000" y="1663200"/>
            <a:ext cx="1296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Clinical MMR-d cutoff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529848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>
            <a:off x="529848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 txBox="1"/>
          <p:nvPr/>
        </p:nvSpPr>
        <p:spPr>
          <a:xfrm>
            <a:off x="478872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577224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6" name=""/>
          <p:cNvSpPr/>
          <p:nvPr/>
        </p:nvSpPr>
        <p:spPr>
          <a:xfrm>
            <a:off x="577224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 txBox="1"/>
          <p:nvPr/>
        </p:nvSpPr>
        <p:spPr>
          <a:xfrm>
            <a:off x="5262480" y="35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624600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9" name=""/>
          <p:cNvSpPr/>
          <p:nvPr/>
        </p:nvSpPr>
        <p:spPr>
          <a:xfrm>
            <a:off x="624600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 txBox="1"/>
          <p:nvPr/>
        </p:nvSpPr>
        <p:spPr>
          <a:xfrm>
            <a:off x="569952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671976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>
            <a:off x="671976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 txBox="1"/>
          <p:nvPr/>
        </p:nvSpPr>
        <p:spPr>
          <a:xfrm>
            <a:off x="617328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719352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>
            <a:off x="719352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 txBox="1"/>
          <p:nvPr/>
        </p:nvSpPr>
        <p:spPr>
          <a:xfrm>
            <a:off x="664704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766692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>
            <a:off x="766692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 txBox="1"/>
          <p:nvPr/>
        </p:nvSpPr>
        <p:spPr>
          <a:xfrm>
            <a:off x="712080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8140680" y="35143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>
            <a:off x="8140680" y="35143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 txBox="1"/>
          <p:nvPr/>
        </p:nvSpPr>
        <p:spPr>
          <a:xfrm>
            <a:off x="759456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8068320" y="3578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4720320" y="3207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 flipH="1">
            <a:off x="4720320" y="3207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>
            <a:off x="5513040" y="3735000"/>
            <a:ext cx="20397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Subject ID (matched, pre)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4720320" y="2592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 flipH="1">
            <a:off x="4720320" y="2592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4603320" y="31446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4720320" y="1978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 flipH="1">
            <a:off x="4720320" y="1978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>
            <a:off x="4603320" y="25300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4720320" y="1363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 flipH="1">
            <a:off x="4720320" y="1363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>
            <a:off x="4603320" y="1915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4720320" y="749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 flipH="1">
            <a:off x="4720320" y="749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 txBox="1"/>
          <p:nvPr/>
        </p:nvSpPr>
        <p:spPr>
          <a:xfrm>
            <a:off x="4603320" y="13014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4720320" y="13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 flipH="1">
            <a:off x="4720320" y="13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>
            <a:off x="4603320" y="6868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2" name=""/>
          <p:cNvSpPr txBox="1"/>
          <p:nvPr/>
        </p:nvSpPr>
        <p:spPr>
          <a:xfrm>
            <a:off x="4603320" y="72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486720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1" y="277"/>
                  <a:pt x="248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8" y="43"/>
                </a:cubicBezTo>
                <a:cubicBezTo>
                  <a:pt x="221" y="15"/>
                  <a:pt x="184" y="0"/>
                  <a:pt x="146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3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74" name=""/>
          <p:cNvSpPr/>
          <p:nvPr/>
        </p:nvSpPr>
        <p:spPr>
          <a:xfrm>
            <a:off x="572004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2" y="277"/>
                  <a:pt x="249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2" y="15"/>
                  <a:pt x="184" y="0"/>
                  <a:pt x="145" y="0"/>
                </a:cubicBezTo>
                <a:cubicBezTo>
                  <a:pt x="107" y="0"/>
                  <a:pt x="70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75" name=""/>
          <p:cNvSpPr/>
          <p:nvPr/>
        </p:nvSpPr>
        <p:spPr>
          <a:xfrm>
            <a:off x="581472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1" y="277"/>
                  <a:pt x="249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1" y="15"/>
                  <a:pt x="184" y="0"/>
                  <a:pt x="145" y="0"/>
                </a:cubicBezTo>
                <a:cubicBezTo>
                  <a:pt x="107" y="0"/>
                  <a:pt x="70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76" name=""/>
          <p:cNvSpPr/>
          <p:nvPr/>
        </p:nvSpPr>
        <p:spPr>
          <a:xfrm>
            <a:off x="590940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1" y="277"/>
                  <a:pt x="248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8" y="43"/>
                </a:cubicBezTo>
                <a:cubicBezTo>
                  <a:pt x="221" y="15"/>
                  <a:pt x="184" y="0"/>
                  <a:pt x="145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3" y="249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77" name=""/>
          <p:cNvSpPr/>
          <p:nvPr/>
        </p:nvSpPr>
        <p:spPr>
          <a:xfrm>
            <a:off x="496188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1" y="277"/>
                  <a:pt x="249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1" y="15"/>
                  <a:pt x="184" y="0"/>
                  <a:pt x="146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78" name=""/>
          <p:cNvSpPr/>
          <p:nvPr/>
        </p:nvSpPr>
        <p:spPr>
          <a:xfrm>
            <a:off x="666720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2" y="277"/>
                  <a:pt x="250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50" y="43"/>
                </a:cubicBezTo>
                <a:cubicBezTo>
                  <a:pt x="222" y="15"/>
                  <a:pt x="184" y="0"/>
                  <a:pt x="146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79" name=""/>
          <p:cNvSpPr/>
          <p:nvPr/>
        </p:nvSpPr>
        <p:spPr>
          <a:xfrm>
            <a:off x="676188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3" y="277"/>
                  <a:pt x="250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50" y="43"/>
                </a:cubicBezTo>
                <a:cubicBezTo>
                  <a:pt x="223" y="15"/>
                  <a:pt x="185" y="0"/>
                  <a:pt x="146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0" name=""/>
          <p:cNvSpPr/>
          <p:nvPr/>
        </p:nvSpPr>
        <p:spPr>
          <a:xfrm>
            <a:off x="685692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1" y="277"/>
                  <a:pt x="249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1" y="15"/>
                  <a:pt x="184" y="0"/>
                  <a:pt x="145" y="0"/>
                </a:cubicBezTo>
                <a:cubicBezTo>
                  <a:pt x="107" y="0"/>
                  <a:pt x="70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1" name=""/>
          <p:cNvSpPr/>
          <p:nvPr/>
        </p:nvSpPr>
        <p:spPr>
          <a:xfrm>
            <a:off x="695160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1" y="277"/>
                  <a:pt x="248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8" y="43"/>
                </a:cubicBezTo>
                <a:cubicBezTo>
                  <a:pt x="221" y="15"/>
                  <a:pt x="184" y="0"/>
                  <a:pt x="145" y="0"/>
                </a:cubicBezTo>
                <a:cubicBezTo>
                  <a:pt x="107" y="0"/>
                  <a:pt x="70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2" name=""/>
          <p:cNvSpPr/>
          <p:nvPr/>
        </p:nvSpPr>
        <p:spPr>
          <a:xfrm>
            <a:off x="704628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9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8" y="0"/>
                  <a:pt x="71" y="15"/>
                  <a:pt x="44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4" y="249"/>
                </a:cubicBezTo>
                <a:cubicBezTo>
                  <a:pt x="71" y="277"/>
                  <a:pt x="108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3" name=""/>
          <p:cNvSpPr/>
          <p:nvPr/>
        </p:nvSpPr>
        <p:spPr>
          <a:xfrm>
            <a:off x="714096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9" y="43"/>
                </a:cubicBezTo>
                <a:cubicBezTo>
                  <a:pt x="222" y="15"/>
                  <a:pt x="185" y="0"/>
                  <a:pt x="147" y="0"/>
                </a:cubicBezTo>
                <a:cubicBezTo>
                  <a:pt x="108" y="0"/>
                  <a:pt x="71" y="15"/>
                  <a:pt x="44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4" y="249"/>
                </a:cubicBezTo>
                <a:cubicBezTo>
                  <a:pt x="71" y="277"/>
                  <a:pt x="108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4" name=""/>
          <p:cNvSpPr/>
          <p:nvPr/>
        </p:nvSpPr>
        <p:spPr>
          <a:xfrm>
            <a:off x="723564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7"/>
                  <a:pt x="250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50" y="43"/>
                </a:cubicBezTo>
                <a:cubicBezTo>
                  <a:pt x="222" y="15"/>
                  <a:pt x="185" y="0"/>
                  <a:pt x="147" y="0"/>
                </a:cubicBezTo>
                <a:cubicBezTo>
                  <a:pt x="108" y="0"/>
                  <a:pt x="71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1" y="277"/>
                  <a:pt x="108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5" name=""/>
          <p:cNvSpPr/>
          <p:nvPr/>
        </p:nvSpPr>
        <p:spPr>
          <a:xfrm>
            <a:off x="7330680" y="3154680"/>
            <a:ext cx="104760" cy="105120"/>
          </a:xfrm>
          <a:custGeom>
            <a:avLst/>
            <a:gdLst/>
            <a:ahLst/>
            <a:rect l="0" t="0" r="r" b="b"/>
            <a:pathLst>
              <a:path w="291" h="292">
                <a:moveTo>
                  <a:pt x="146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6" y="222"/>
                  <a:pt x="291" y="185"/>
                  <a:pt x="291" y="147"/>
                </a:cubicBezTo>
                <a:cubicBezTo>
                  <a:pt x="291" y="108"/>
                  <a:pt x="276" y="70"/>
                  <a:pt x="249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7" y="0"/>
                  <a:pt x="69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69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742536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7" y="0"/>
                  <a:pt x="70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7" name=""/>
          <p:cNvSpPr/>
          <p:nvPr/>
        </p:nvSpPr>
        <p:spPr>
          <a:xfrm>
            <a:off x="752004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7" y="0"/>
                  <a:pt x="70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8" name=""/>
          <p:cNvSpPr/>
          <p:nvPr/>
        </p:nvSpPr>
        <p:spPr>
          <a:xfrm>
            <a:off x="505656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7"/>
                  <a:pt x="250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50" y="43"/>
                </a:cubicBezTo>
                <a:cubicBezTo>
                  <a:pt x="222" y="15"/>
                  <a:pt x="185" y="0"/>
                  <a:pt x="147" y="0"/>
                </a:cubicBezTo>
                <a:cubicBezTo>
                  <a:pt x="108" y="0"/>
                  <a:pt x="71" y="15"/>
                  <a:pt x="44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4" y="249"/>
                </a:cubicBezTo>
                <a:cubicBezTo>
                  <a:pt x="71" y="277"/>
                  <a:pt x="108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89" name=""/>
          <p:cNvSpPr/>
          <p:nvPr/>
        </p:nvSpPr>
        <p:spPr>
          <a:xfrm>
            <a:off x="761472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9" y="43"/>
                </a:cubicBezTo>
                <a:cubicBezTo>
                  <a:pt x="222" y="15"/>
                  <a:pt x="185" y="0"/>
                  <a:pt x="145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3" y="249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0" name=""/>
          <p:cNvSpPr/>
          <p:nvPr/>
        </p:nvSpPr>
        <p:spPr>
          <a:xfrm>
            <a:off x="770940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2" y="277"/>
                  <a:pt x="249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9" y="43"/>
                </a:cubicBezTo>
                <a:cubicBezTo>
                  <a:pt x="222" y="15"/>
                  <a:pt x="184" y="0"/>
                  <a:pt x="146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1" name=""/>
          <p:cNvSpPr/>
          <p:nvPr/>
        </p:nvSpPr>
        <p:spPr>
          <a:xfrm>
            <a:off x="780408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4" y="292"/>
                  <a:pt x="222" y="277"/>
                  <a:pt x="250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50" y="43"/>
                </a:cubicBezTo>
                <a:cubicBezTo>
                  <a:pt x="222" y="15"/>
                  <a:pt x="184" y="0"/>
                  <a:pt x="146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2" name=""/>
          <p:cNvSpPr/>
          <p:nvPr/>
        </p:nvSpPr>
        <p:spPr>
          <a:xfrm>
            <a:off x="799380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5" y="292"/>
                </a:moveTo>
                <a:cubicBezTo>
                  <a:pt x="184" y="292"/>
                  <a:pt x="221" y="277"/>
                  <a:pt x="248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8" y="43"/>
                </a:cubicBezTo>
                <a:cubicBezTo>
                  <a:pt x="221" y="15"/>
                  <a:pt x="184" y="0"/>
                  <a:pt x="145" y="0"/>
                </a:cubicBezTo>
                <a:cubicBezTo>
                  <a:pt x="107" y="0"/>
                  <a:pt x="70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0" y="277"/>
                  <a:pt x="107" y="292"/>
                  <a:pt x="145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3" name=""/>
          <p:cNvSpPr/>
          <p:nvPr/>
        </p:nvSpPr>
        <p:spPr>
          <a:xfrm>
            <a:off x="808848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8" y="0"/>
                  <a:pt x="71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1" y="277"/>
                  <a:pt x="108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4" name=""/>
          <p:cNvSpPr/>
          <p:nvPr/>
        </p:nvSpPr>
        <p:spPr>
          <a:xfrm>
            <a:off x="515160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6" y="222"/>
                  <a:pt x="292" y="185"/>
                  <a:pt x="292" y="147"/>
                </a:cubicBezTo>
                <a:cubicBezTo>
                  <a:pt x="292" y="108"/>
                  <a:pt x="276" y="70"/>
                  <a:pt x="249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8" y="0"/>
                  <a:pt x="71" y="15"/>
                  <a:pt x="42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2" y="249"/>
                </a:cubicBezTo>
                <a:cubicBezTo>
                  <a:pt x="71" y="277"/>
                  <a:pt x="108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5" name=""/>
          <p:cNvSpPr/>
          <p:nvPr/>
        </p:nvSpPr>
        <p:spPr>
          <a:xfrm>
            <a:off x="534096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9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8" y="0"/>
                  <a:pt x="70" y="15"/>
                  <a:pt x="43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3" y="249"/>
                </a:cubicBezTo>
                <a:cubicBezTo>
                  <a:pt x="70" y="277"/>
                  <a:pt x="108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543564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7" y="292"/>
                </a:moveTo>
                <a:cubicBezTo>
                  <a:pt x="185" y="292"/>
                  <a:pt x="222" y="277"/>
                  <a:pt x="249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49" y="43"/>
                </a:cubicBezTo>
                <a:cubicBezTo>
                  <a:pt x="222" y="15"/>
                  <a:pt x="185" y="0"/>
                  <a:pt x="147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5" y="70"/>
                  <a:pt x="0" y="108"/>
                  <a:pt x="0" y="147"/>
                </a:cubicBezTo>
                <a:cubicBezTo>
                  <a:pt x="0" y="185"/>
                  <a:pt x="15" y="222"/>
                  <a:pt x="43" y="249"/>
                </a:cubicBezTo>
                <a:cubicBezTo>
                  <a:pt x="70" y="277"/>
                  <a:pt x="107" y="292"/>
                  <a:pt x="147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7" name=""/>
          <p:cNvSpPr/>
          <p:nvPr/>
        </p:nvSpPr>
        <p:spPr>
          <a:xfrm>
            <a:off x="553032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5" y="292"/>
                  <a:pt x="222" y="277"/>
                  <a:pt x="250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50" y="43"/>
                </a:cubicBezTo>
                <a:cubicBezTo>
                  <a:pt x="222" y="15"/>
                  <a:pt x="185" y="0"/>
                  <a:pt x="146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8" name=""/>
          <p:cNvSpPr/>
          <p:nvPr/>
        </p:nvSpPr>
        <p:spPr>
          <a:xfrm>
            <a:off x="5625000" y="3154680"/>
            <a:ext cx="105120" cy="105120"/>
          </a:xfrm>
          <a:custGeom>
            <a:avLst/>
            <a:gdLst/>
            <a:ahLst/>
            <a:rect l="0" t="0" r="r" b="b"/>
            <a:pathLst>
              <a:path w="292" h="292">
                <a:moveTo>
                  <a:pt x="146" y="292"/>
                </a:moveTo>
                <a:cubicBezTo>
                  <a:pt x="186" y="292"/>
                  <a:pt x="223" y="277"/>
                  <a:pt x="250" y="249"/>
                </a:cubicBezTo>
                <a:cubicBezTo>
                  <a:pt x="277" y="222"/>
                  <a:pt x="292" y="185"/>
                  <a:pt x="292" y="147"/>
                </a:cubicBezTo>
                <a:cubicBezTo>
                  <a:pt x="292" y="108"/>
                  <a:pt x="277" y="70"/>
                  <a:pt x="250" y="43"/>
                </a:cubicBezTo>
                <a:cubicBezTo>
                  <a:pt x="223" y="15"/>
                  <a:pt x="186" y="0"/>
                  <a:pt x="146" y="0"/>
                </a:cubicBezTo>
                <a:cubicBezTo>
                  <a:pt x="107" y="0"/>
                  <a:pt x="70" y="15"/>
                  <a:pt x="43" y="43"/>
                </a:cubicBezTo>
                <a:cubicBezTo>
                  <a:pt x="16" y="70"/>
                  <a:pt x="0" y="108"/>
                  <a:pt x="0" y="147"/>
                </a:cubicBezTo>
                <a:cubicBezTo>
                  <a:pt x="0" y="185"/>
                  <a:pt x="16" y="222"/>
                  <a:pt x="43" y="249"/>
                </a:cubicBezTo>
                <a:cubicBezTo>
                  <a:pt x="70" y="277"/>
                  <a:pt x="107" y="292"/>
                  <a:pt x="146" y="292"/>
                </a:cubicBezTo>
                <a:close/>
              </a:path>
            </a:pathLst>
          </a:custGeom>
          <a:solidFill>
            <a:srgbClr val="5a6772">
              <a:alpha val="82000"/>
            </a:srgbClr>
          </a:solidFill>
          <a:ln w="10080">
            <a:solidFill>
              <a:srgbClr val="ffffff">
                <a:alpha val="82000"/>
              </a:srgbClr>
            </a:solidFill>
            <a:round/>
          </a:ln>
        </p:spPr>
      </p:sp>
      <p:sp>
        <p:nvSpPr>
          <p:cNvPr id="199" name=""/>
          <p:cNvSpPr/>
          <p:nvPr/>
        </p:nvSpPr>
        <p:spPr>
          <a:xfrm flipV="1">
            <a:off x="4758480" y="134640"/>
            <a:ext cx="0" cy="33796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0" name=""/>
          <p:cNvSpPr/>
          <p:nvPr/>
        </p:nvSpPr>
        <p:spPr>
          <a:xfrm>
            <a:off x="4758480" y="3514320"/>
            <a:ext cx="35434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 txBox="1"/>
          <p:nvPr/>
        </p:nvSpPr>
        <p:spPr>
          <a:xfrm rot="16200000">
            <a:off x="3409920" y="1740600"/>
            <a:ext cx="21312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SBS3 (HRD) proportion (%)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02" name=""/>
          <p:cNvSpPr txBox="1"/>
          <p:nvPr/>
        </p:nvSpPr>
        <p:spPr>
          <a:xfrm>
            <a:off x="6215040" y="2877480"/>
            <a:ext cx="22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S14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3" name=""/>
          <p:cNvSpPr txBox="1"/>
          <p:nvPr/>
        </p:nvSpPr>
        <p:spPr>
          <a:xfrm>
            <a:off x="6215040" y="3005640"/>
            <a:ext cx="1105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(prior SBS3 claim)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4" name=""/>
          <p:cNvSpPr txBox="1"/>
          <p:nvPr/>
        </p:nvSpPr>
        <p:spPr>
          <a:xfrm>
            <a:off x="5362200" y="2877480"/>
            <a:ext cx="153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S5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6059520" y="3110760"/>
            <a:ext cx="183600" cy="174600"/>
          </a:xfrm>
          <a:custGeom>
            <a:avLst/>
            <a:gdLst/>
            <a:ahLst/>
            <a:rect l="0" t="0" r="r" b="b"/>
            <a:pathLst>
              <a:path w="510" h="485">
                <a:moveTo>
                  <a:pt x="256" y="0"/>
                </a:moveTo>
                <a:lnTo>
                  <a:pt x="196" y="185"/>
                </a:lnTo>
                <a:lnTo>
                  <a:pt x="0" y="185"/>
                </a:lnTo>
                <a:lnTo>
                  <a:pt x="158" y="300"/>
                </a:lnTo>
                <a:lnTo>
                  <a:pt x="98" y="485"/>
                </a:lnTo>
                <a:lnTo>
                  <a:pt x="256" y="371"/>
                </a:lnTo>
                <a:lnTo>
                  <a:pt x="413" y="485"/>
                </a:lnTo>
                <a:lnTo>
                  <a:pt x="353" y="300"/>
                </a:lnTo>
                <a:lnTo>
                  <a:pt x="510" y="185"/>
                </a:lnTo>
                <a:lnTo>
                  <a:pt x="316" y="185"/>
                </a:lnTo>
                <a:lnTo>
                  <a:pt x="256" y="0"/>
                </a:lnTo>
                <a:close/>
              </a:path>
            </a:pathLst>
          </a:custGeom>
          <a:solidFill>
            <a:srgbClr val="d4a300"/>
          </a:solidFill>
          <a:ln w="27720">
            <a:solidFill>
              <a:srgbClr val="c01a1a"/>
            </a:solidFill>
            <a:round/>
          </a:ln>
        </p:spPr>
      </p:sp>
      <p:sp>
        <p:nvSpPr>
          <p:cNvPr id="206" name=""/>
          <p:cNvSpPr/>
          <p:nvPr/>
        </p:nvSpPr>
        <p:spPr>
          <a:xfrm>
            <a:off x="5207040" y="3110760"/>
            <a:ext cx="183600" cy="174600"/>
          </a:xfrm>
          <a:custGeom>
            <a:avLst/>
            <a:gdLst/>
            <a:ahLst/>
            <a:rect l="0" t="0" r="r" b="b"/>
            <a:pathLst>
              <a:path w="510" h="485">
                <a:moveTo>
                  <a:pt x="255" y="0"/>
                </a:moveTo>
                <a:lnTo>
                  <a:pt x="195" y="185"/>
                </a:lnTo>
                <a:lnTo>
                  <a:pt x="0" y="185"/>
                </a:lnTo>
                <a:lnTo>
                  <a:pt x="158" y="300"/>
                </a:lnTo>
                <a:lnTo>
                  <a:pt x="98" y="485"/>
                </a:lnTo>
                <a:lnTo>
                  <a:pt x="255" y="371"/>
                </a:lnTo>
                <a:lnTo>
                  <a:pt x="412" y="485"/>
                </a:lnTo>
                <a:lnTo>
                  <a:pt x="352" y="300"/>
                </a:lnTo>
                <a:lnTo>
                  <a:pt x="510" y="185"/>
                </a:lnTo>
                <a:lnTo>
                  <a:pt x="315" y="185"/>
                </a:lnTo>
                <a:lnTo>
                  <a:pt x="255" y="0"/>
                </a:lnTo>
                <a:close/>
              </a:path>
            </a:pathLst>
          </a:custGeom>
          <a:solidFill>
            <a:srgbClr val="d4a300"/>
          </a:solidFill>
          <a:ln w="27720">
            <a:solidFill>
              <a:srgbClr val="c01a1a"/>
            </a:solidFill>
            <a:round/>
          </a:ln>
        </p:spPr>
      </p:sp>
      <p:sp>
        <p:nvSpPr>
          <p:cNvPr id="207" name=""/>
          <p:cNvSpPr txBox="1"/>
          <p:nvPr/>
        </p:nvSpPr>
        <p:spPr>
          <a:xfrm>
            <a:off x="5362200" y="3005640"/>
            <a:ext cx="1105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01a1a"/>
                </a:solidFill>
                <a:latin typeface="DejaVuSans"/>
              </a:rPr>
              <a:t>(prior SBS3 claim)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8" name="TextBox 207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2D(alt) — SBS reassessment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895760" cy="3757320"/>
          </a:xfrm>
          <a:custGeom>
            <a:avLst/>
            <a:gdLst/>
            <a:ahLst/>
            <a:rect l="0" t="0" r="r" b="b"/>
            <a:pathLst>
              <a:path w="30266" h="10437">
                <a:moveTo>
                  <a:pt x="0" y="10437"/>
                </a:moveTo>
                <a:lnTo>
                  <a:pt x="30266" y="10437"/>
                </a:lnTo>
                <a:lnTo>
                  <a:pt x="30266" y="0"/>
                </a:lnTo>
                <a:lnTo>
                  <a:pt x="0" y="0"/>
                </a:lnTo>
                <a:lnTo>
                  <a:pt x="0" y="1043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42880" y="91440"/>
            <a:ext cx="3052800" cy="3356640"/>
          </a:xfrm>
          <a:custGeom>
            <a:avLst/>
            <a:gdLst/>
            <a:ahLst/>
            <a:rect l="0" t="0" r="r" b="b"/>
            <a:pathLst>
              <a:path w="8480" h="9324">
                <a:moveTo>
                  <a:pt x="0" y="9324"/>
                </a:moveTo>
                <a:lnTo>
                  <a:pt x="8480" y="9324"/>
                </a:lnTo>
                <a:lnTo>
                  <a:pt x="8480" y="0"/>
                </a:lnTo>
                <a:lnTo>
                  <a:pt x="0" y="0"/>
                </a:lnTo>
                <a:lnTo>
                  <a:pt x="0" y="932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184040" y="34477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184040" y="34477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710080" y="34477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710080" y="34477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009800" y="3507120"/>
            <a:ext cx="348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504720" y="3146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504720" y="3146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578680" y="3507120"/>
            <a:ext cx="262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504720" y="2508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 flipH="1">
            <a:off x="504720" y="2508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78640" y="30841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504720" y="1869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 flipH="1">
            <a:off x="504720" y="1869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78640" y="24454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504720" y="1231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 flipH="1">
            <a:off x="504720" y="1231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278640" y="18072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504720" y="592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 flipH="1">
            <a:off x="504720" y="592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278640" y="11689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278640" y="5302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649800" y="464760"/>
            <a:ext cx="308520" cy="2830680"/>
          </a:xfrm>
          <a:custGeom>
            <a:avLst/>
            <a:gdLst/>
            <a:ahLst/>
            <a:rect l="0" t="0" r="r" b="b"/>
            <a:pathLst>
              <a:path w="857" h="7863">
                <a:moveTo>
                  <a:pt x="857" y="7863"/>
                </a:moveTo>
                <a:lnTo>
                  <a:pt x="168" y="7863"/>
                </a:lnTo>
                <a:lnTo>
                  <a:pt x="149" y="7784"/>
                </a:lnTo>
                <a:lnTo>
                  <a:pt x="131" y="7705"/>
                </a:lnTo>
                <a:lnTo>
                  <a:pt x="114" y="7625"/>
                </a:lnTo>
                <a:lnTo>
                  <a:pt x="97" y="7546"/>
                </a:lnTo>
                <a:lnTo>
                  <a:pt x="82" y="7466"/>
                </a:lnTo>
                <a:lnTo>
                  <a:pt x="68" y="7387"/>
                </a:lnTo>
                <a:lnTo>
                  <a:pt x="56" y="7308"/>
                </a:lnTo>
                <a:lnTo>
                  <a:pt x="44" y="7228"/>
                </a:lnTo>
                <a:lnTo>
                  <a:pt x="34" y="7149"/>
                </a:lnTo>
                <a:lnTo>
                  <a:pt x="25" y="7069"/>
                </a:lnTo>
                <a:lnTo>
                  <a:pt x="17" y="6990"/>
                </a:lnTo>
                <a:lnTo>
                  <a:pt x="11" y="6911"/>
                </a:lnTo>
                <a:lnTo>
                  <a:pt x="6" y="6831"/>
                </a:lnTo>
                <a:lnTo>
                  <a:pt x="3" y="6752"/>
                </a:lnTo>
                <a:lnTo>
                  <a:pt x="1" y="6672"/>
                </a:lnTo>
                <a:lnTo>
                  <a:pt x="0" y="6593"/>
                </a:lnTo>
                <a:lnTo>
                  <a:pt x="0" y="6513"/>
                </a:lnTo>
                <a:lnTo>
                  <a:pt x="2" y="6434"/>
                </a:lnTo>
                <a:lnTo>
                  <a:pt x="5" y="6355"/>
                </a:lnTo>
                <a:lnTo>
                  <a:pt x="9" y="6275"/>
                </a:lnTo>
                <a:lnTo>
                  <a:pt x="15" y="6196"/>
                </a:lnTo>
                <a:lnTo>
                  <a:pt x="21" y="6116"/>
                </a:lnTo>
                <a:lnTo>
                  <a:pt x="29" y="6037"/>
                </a:lnTo>
                <a:lnTo>
                  <a:pt x="37" y="5958"/>
                </a:lnTo>
                <a:lnTo>
                  <a:pt x="46" y="5878"/>
                </a:lnTo>
                <a:lnTo>
                  <a:pt x="56" y="5799"/>
                </a:lnTo>
                <a:lnTo>
                  <a:pt x="67" y="5719"/>
                </a:lnTo>
                <a:lnTo>
                  <a:pt x="78" y="5640"/>
                </a:lnTo>
                <a:lnTo>
                  <a:pt x="90" y="5560"/>
                </a:lnTo>
                <a:lnTo>
                  <a:pt x="103" y="5481"/>
                </a:lnTo>
                <a:lnTo>
                  <a:pt x="115" y="5402"/>
                </a:lnTo>
                <a:lnTo>
                  <a:pt x="128" y="5322"/>
                </a:lnTo>
                <a:lnTo>
                  <a:pt x="141" y="5243"/>
                </a:lnTo>
                <a:lnTo>
                  <a:pt x="155" y="5163"/>
                </a:lnTo>
                <a:lnTo>
                  <a:pt x="168" y="5084"/>
                </a:lnTo>
                <a:lnTo>
                  <a:pt x="181" y="5005"/>
                </a:lnTo>
                <a:lnTo>
                  <a:pt x="194" y="4925"/>
                </a:lnTo>
                <a:lnTo>
                  <a:pt x="207" y="4846"/>
                </a:lnTo>
                <a:lnTo>
                  <a:pt x="220" y="4766"/>
                </a:lnTo>
                <a:lnTo>
                  <a:pt x="232" y="4687"/>
                </a:lnTo>
                <a:lnTo>
                  <a:pt x="244" y="4607"/>
                </a:lnTo>
                <a:lnTo>
                  <a:pt x="256" y="4528"/>
                </a:lnTo>
                <a:lnTo>
                  <a:pt x="267" y="4449"/>
                </a:lnTo>
                <a:lnTo>
                  <a:pt x="278" y="4369"/>
                </a:lnTo>
                <a:lnTo>
                  <a:pt x="288" y="4290"/>
                </a:lnTo>
                <a:lnTo>
                  <a:pt x="298" y="4210"/>
                </a:lnTo>
                <a:lnTo>
                  <a:pt x="307" y="4131"/>
                </a:lnTo>
                <a:lnTo>
                  <a:pt x="316" y="4052"/>
                </a:lnTo>
                <a:lnTo>
                  <a:pt x="324" y="3972"/>
                </a:lnTo>
                <a:lnTo>
                  <a:pt x="331" y="3893"/>
                </a:lnTo>
                <a:lnTo>
                  <a:pt x="339" y="3813"/>
                </a:lnTo>
                <a:lnTo>
                  <a:pt x="345" y="3734"/>
                </a:lnTo>
                <a:lnTo>
                  <a:pt x="351" y="3655"/>
                </a:lnTo>
                <a:lnTo>
                  <a:pt x="356" y="3575"/>
                </a:lnTo>
                <a:lnTo>
                  <a:pt x="360" y="3496"/>
                </a:lnTo>
                <a:lnTo>
                  <a:pt x="364" y="3416"/>
                </a:lnTo>
                <a:lnTo>
                  <a:pt x="368" y="3337"/>
                </a:lnTo>
                <a:lnTo>
                  <a:pt x="371" y="3257"/>
                </a:lnTo>
                <a:lnTo>
                  <a:pt x="374" y="3178"/>
                </a:lnTo>
                <a:lnTo>
                  <a:pt x="376" y="3099"/>
                </a:lnTo>
                <a:lnTo>
                  <a:pt x="378" y="3019"/>
                </a:lnTo>
                <a:lnTo>
                  <a:pt x="380" y="2940"/>
                </a:lnTo>
                <a:lnTo>
                  <a:pt x="381" y="2860"/>
                </a:lnTo>
                <a:lnTo>
                  <a:pt x="382" y="2781"/>
                </a:lnTo>
                <a:lnTo>
                  <a:pt x="383" y="2702"/>
                </a:lnTo>
                <a:lnTo>
                  <a:pt x="384" y="2621"/>
                </a:lnTo>
                <a:lnTo>
                  <a:pt x="384" y="2542"/>
                </a:lnTo>
                <a:lnTo>
                  <a:pt x="385" y="2462"/>
                </a:lnTo>
                <a:lnTo>
                  <a:pt x="385" y="2383"/>
                </a:lnTo>
                <a:lnTo>
                  <a:pt x="386" y="2303"/>
                </a:lnTo>
                <a:lnTo>
                  <a:pt x="386" y="2224"/>
                </a:lnTo>
                <a:lnTo>
                  <a:pt x="387" y="2145"/>
                </a:lnTo>
                <a:lnTo>
                  <a:pt x="387" y="2065"/>
                </a:lnTo>
                <a:lnTo>
                  <a:pt x="388" y="1986"/>
                </a:lnTo>
                <a:lnTo>
                  <a:pt x="389" y="1906"/>
                </a:lnTo>
                <a:lnTo>
                  <a:pt x="390" y="1827"/>
                </a:lnTo>
                <a:lnTo>
                  <a:pt x="392" y="1748"/>
                </a:lnTo>
                <a:lnTo>
                  <a:pt x="393" y="1668"/>
                </a:lnTo>
                <a:lnTo>
                  <a:pt x="395" y="1589"/>
                </a:lnTo>
                <a:lnTo>
                  <a:pt x="397" y="1509"/>
                </a:lnTo>
                <a:lnTo>
                  <a:pt x="400" y="1430"/>
                </a:lnTo>
                <a:lnTo>
                  <a:pt x="403" y="1350"/>
                </a:lnTo>
                <a:lnTo>
                  <a:pt x="406" y="1271"/>
                </a:lnTo>
                <a:lnTo>
                  <a:pt x="410" y="1192"/>
                </a:lnTo>
                <a:lnTo>
                  <a:pt x="414" y="1112"/>
                </a:lnTo>
                <a:lnTo>
                  <a:pt x="419" y="1033"/>
                </a:lnTo>
                <a:lnTo>
                  <a:pt x="424" y="953"/>
                </a:lnTo>
                <a:lnTo>
                  <a:pt x="429" y="874"/>
                </a:lnTo>
                <a:lnTo>
                  <a:pt x="435" y="795"/>
                </a:lnTo>
                <a:lnTo>
                  <a:pt x="441" y="715"/>
                </a:lnTo>
                <a:lnTo>
                  <a:pt x="448" y="636"/>
                </a:lnTo>
                <a:lnTo>
                  <a:pt x="455" y="556"/>
                </a:lnTo>
                <a:lnTo>
                  <a:pt x="462" y="477"/>
                </a:lnTo>
                <a:lnTo>
                  <a:pt x="470" y="398"/>
                </a:lnTo>
                <a:lnTo>
                  <a:pt x="478" y="318"/>
                </a:lnTo>
                <a:lnTo>
                  <a:pt x="487" y="239"/>
                </a:lnTo>
                <a:lnTo>
                  <a:pt x="496" y="159"/>
                </a:lnTo>
                <a:lnTo>
                  <a:pt x="505" y="80"/>
                </a:lnTo>
                <a:lnTo>
                  <a:pt x="515" y="0"/>
                </a:lnTo>
                <a:lnTo>
                  <a:pt x="857" y="0"/>
                </a:lnTo>
                <a:lnTo>
                  <a:pt x="857" y="80"/>
                </a:lnTo>
                <a:lnTo>
                  <a:pt x="857" y="159"/>
                </a:lnTo>
                <a:lnTo>
                  <a:pt x="857" y="239"/>
                </a:lnTo>
                <a:lnTo>
                  <a:pt x="857" y="318"/>
                </a:lnTo>
                <a:lnTo>
                  <a:pt x="857" y="398"/>
                </a:lnTo>
                <a:lnTo>
                  <a:pt x="857" y="477"/>
                </a:lnTo>
                <a:lnTo>
                  <a:pt x="857" y="556"/>
                </a:lnTo>
                <a:lnTo>
                  <a:pt x="857" y="636"/>
                </a:lnTo>
                <a:lnTo>
                  <a:pt x="857" y="715"/>
                </a:lnTo>
                <a:lnTo>
                  <a:pt x="857" y="795"/>
                </a:lnTo>
                <a:lnTo>
                  <a:pt x="857" y="874"/>
                </a:lnTo>
                <a:lnTo>
                  <a:pt x="857" y="953"/>
                </a:lnTo>
                <a:lnTo>
                  <a:pt x="857" y="1033"/>
                </a:lnTo>
                <a:lnTo>
                  <a:pt x="857" y="1112"/>
                </a:lnTo>
                <a:lnTo>
                  <a:pt x="857" y="1192"/>
                </a:lnTo>
                <a:lnTo>
                  <a:pt x="857" y="1271"/>
                </a:lnTo>
                <a:lnTo>
                  <a:pt x="857" y="1350"/>
                </a:lnTo>
                <a:lnTo>
                  <a:pt x="857" y="1430"/>
                </a:lnTo>
                <a:lnTo>
                  <a:pt x="857" y="1509"/>
                </a:lnTo>
                <a:lnTo>
                  <a:pt x="857" y="1589"/>
                </a:lnTo>
                <a:lnTo>
                  <a:pt x="857" y="1668"/>
                </a:lnTo>
                <a:lnTo>
                  <a:pt x="857" y="1748"/>
                </a:lnTo>
                <a:lnTo>
                  <a:pt x="857" y="1827"/>
                </a:lnTo>
                <a:lnTo>
                  <a:pt x="857" y="1906"/>
                </a:lnTo>
                <a:lnTo>
                  <a:pt x="857" y="1986"/>
                </a:lnTo>
                <a:lnTo>
                  <a:pt x="857" y="2065"/>
                </a:lnTo>
                <a:lnTo>
                  <a:pt x="857" y="2145"/>
                </a:lnTo>
                <a:lnTo>
                  <a:pt x="857" y="2224"/>
                </a:lnTo>
                <a:lnTo>
                  <a:pt x="857" y="2303"/>
                </a:lnTo>
                <a:lnTo>
                  <a:pt x="857" y="2383"/>
                </a:lnTo>
                <a:lnTo>
                  <a:pt x="857" y="2462"/>
                </a:lnTo>
                <a:lnTo>
                  <a:pt x="857" y="2542"/>
                </a:lnTo>
                <a:lnTo>
                  <a:pt x="857" y="2621"/>
                </a:lnTo>
                <a:lnTo>
                  <a:pt x="857" y="2702"/>
                </a:lnTo>
                <a:lnTo>
                  <a:pt x="857" y="2781"/>
                </a:lnTo>
                <a:lnTo>
                  <a:pt x="857" y="2860"/>
                </a:lnTo>
                <a:lnTo>
                  <a:pt x="857" y="2940"/>
                </a:lnTo>
                <a:lnTo>
                  <a:pt x="857" y="3019"/>
                </a:lnTo>
                <a:lnTo>
                  <a:pt x="857" y="3099"/>
                </a:lnTo>
                <a:lnTo>
                  <a:pt x="857" y="3178"/>
                </a:lnTo>
                <a:lnTo>
                  <a:pt x="857" y="3257"/>
                </a:lnTo>
                <a:lnTo>
                  <a:pt x="857" y="3337"/>
                </a:lnTo>
                <a:lnTo>
                  <a:pt x="857" y="3416"/>
                </a:lnTo>
                <a:lnTo>
                  <a:pt x="857" y="3496"/>
                </a:lnTo>
                <a:lnTo>
                  <a:pt x="857" y="3575"/>
                </a:lnTo>
                <a:lnTo>
                  <a:pt x="857" y="3655"/>
                </a:lnTo>
                <a:lnTo>
                  <a:pt x="857" y="3734"/>
                </a:lnTo>
                <a:lnTo>
                  <a:pt x="857" y="3813"/>
                </a:lnTo>
                <a:lnTo>
                  <a:pt x="857" y="3893"/>
                </a:lnTo>
                <a:lnTo>
                  <a:pt x="857" y="3972"/>
                </a:lnTo>
                <a:lnTo>
                  <a:pt x="857" y="4052"/>
                </a:lnTo>
                <a:lnTo>
                  <a:pt x="857" y="4131"/>
                </a:lnTo>
                <a:lnTo>
                  <a:pt x="857" y="4210"/>
                </a:lnTo>
                <a:lnTo>
                  <a:pt x="857" y="4290"/>
                </a:lnTo>
                <a:lnTo>
                  <a:pt x="857" y="4369"/>
                </a:lnTo>
                <a:lnTo>
                  <a:pt x="857" y="4449"/>
                </a:lnTo>
                <a:lnTo>
                  <a:pt x="857" y="4528"/>
                </a:lnTo>
                <a:lnTo>
                  <a:pt x="857" y="4607"/>
                </a:lnTo>
                <a:lnTo>
                  <a:pt x="857" y="4687"/>
                </a:lnTo>
                <a:lnTo>
                  <a:pt x="857" y="4766"/>
                </a:lnTo>
                <a:lnTo>
                  <a:pt x="857" y="4846"/>
                </a:lnTo>
                <a:lnTo>
                  <a:pt x="857" y="4925"/>
                </a:lnTo>
                <a:lnTo>
                  <a:pt x="857" y="5005"/>
                </a:lnTo>
                <a:lnTo>
                  <a:pt x="857" y="5084"/>
                </a:lnTo>
                <a:lnTo>
                  <a:pt x="857" y="5163"/>
                </a:lnTo>
                <a:lnTo>
                  <a:pt x="857" y="5243"/>
                </a:lnTo>
                <a:lnTo>
                  <a:pt x="857" y="5322"/>
                </a:lnTo>
                <a:lnTo>
                  <a:pt x="857" y="5402"/>
                </a:lnTo>
                <a:lnTo>
                  <a:pt x="857" y="5481"/>
                </a:lnTo>
                <a:lnTo>
                  <a:pt x="857" y="5560"/>
                </a:lnTo>
                <a:lnTo>
                  <a:pt x="857" y="5640"/>
                </a:lnTo>
                <a:lnTo>
                  <a:pt x="857" y="5719"/>
                </a:lnTo>
                <a:lnTo>
                  <a:pt x="857" y="5799"/>
                </a:lnTo>
                <a:lnTo>
                  <a:pt x="857" y="5878"/>
                </a:lnTo>
                <a:lnTo>
                  <a:pt x="857" y="5958"/>
                </a:lnTo>
                <a:lnTo>
                  <a:pt x="857" y="6037"/>
                </a:lnTo>
                <a:lnTo>
                  <a:pt x="857" y="6116"/>
                </a:lnTo>
                <a:lnTo>
                  <a:pt x="857" y="6196"/>
                </a:lnTo>
                <a:lnTo>
                  <a:pt x="857" y="6275"/>
                </a:lnTo>
                <a:lnTo>
                  <a:pt x="857" y="6355"/>
                </a:lnTo>
                <a:lnTo>
                  <a:pt x="857" y="6434"/>
                </a:lnTo>
                <a:lnTo>
                  <a:pt x="857" y="6513"/>
                </a:lnTo>
                <a:lnTo>
                  <a:pt x="857" y="6593"/>
                </a:lnTo>
                <a:lnTo>
                  <a:pt x="857" y="6672"/>
                </a:lnTo>
                <a:lnTo>
                  <a:pt x="857" y="6752"/>
                </a:lnTo>
                <a:lnTo>
                  <a:pt x="857" y="6831"/>
                </a:lnTo>
                <a:lnTo>
                  <a:pt x="857" y="6911"/>
                </a:lnTo>
                <a:lnTo>
                  <a:pt x="857" y="6990"/>
                </a:lnTo>
                <a:lnTo>
                  <a:pt x="857" y="7069"/>
                </a:lnTo>
                <a:lnTo>
                  <a:pt x="857" y="7149"/>
                </a:lnTo>
                <a:lnTo>
                  <a:pt x="857" y="7228"/>
                </a:lnTo>
                <a:lnTo>
                  <a:pt x="857" y="7308"/>
                </a:lnTo>
                <a:lnTo>
                  <a:pt x="857" y="7387"/>
                </a:lnTo>
                <a:lnTo>
                  <a:pt x="857" y="7466"/>
                </a:lnTo>
                <a:lnTo>
                  <a:pt x="857" y="7546"/>
                </a:lnTo>
                <a:lnTo>
                  <a:pt x="857" y="7625"/>
                </a:lnTo>
                <a:lnTo>
                  <a:pt x="857" y="7705"/>
                </a:lnTo>
                <a:lnTo>
                  <a:pt x="857" y="7784"/>
                </a:lnTo>
                <a:lnTo>
                  <a:pt x="857" y="7863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11160">
            <a:solidFill>
              <a:srgbClr val="0a7d6e">
                <a:alpha val="55000"/>
              </a:srgbClr>
            </a:solidFill>
            <a:round/>
          </a:ln>
        </p:spPr>
      </p:sp>
      <p:sp>
        <p:nvSpPr>
          <p:cNvPr id="60" name=""/>
          <p:cNvSpPr/>
          <p:nvPr/>
        </p:nvSpPr>
        <p:spPr>
          <a:xfrm>
            <a:off x="2175840" y="981720"/>
            <a:ext cx="309240" cy="2162160"/>
          </a:xfrm>
          <a:custGeom>
            <a:avLst/>
            <a:gdLst/>
            <a:ahLst/>
            <a:rect l="0" t="0" r="r" b="b"/>
            <a:pathLst>
              <a:path w="859" h="6006">
                <a:moveTo>
                  <a:pt x="859" y="6006"/>
                </a:moveTo>
                <a:lnTo>
                  <a:pt x="174" y="6006"/>
                </a:lnTo>
                <a:lnTo>
                  <a:pt x="159" y="5945"/>
                </a:lnTo>
                <a:lnTo>
                  <a:pt x="144" y="5884"/>
                </a:lnTo>
                <a:lnTo>
                  <a:pt x="130" y="5824"/>
                </a:lnTo>
                <a:lnTo>
                  <a:pt x="116" y="5763"/>
                </a:lnTo>
                <a:lnTo>
                  <a:pt x="103" y="5702"/>
                </a:lnTo>
                <a:lnTo>
                  <a:pt x="91" y="5642"/>
                </a:lnTo>
                <a:lnTo>
                  <a:pt x="80" y="5581"/>
                </a:lnTo>
                <a:lnTo>
                  <a:pt x="69" y="5520"/>
                </a:lnTo>
                <a:lnTo>
                  <a:pt x="59" y="5460"/>
                </a:lnTo>
                <a:lnTo>
                  <a:pt x="50" y="5399"/>
                </a:lnTo>
                <a:lnTo>
                  <a:pt x="42" y="5338"/>
                </a:lnTo>
                <a:lnTo>
                  <a:pt x="34" y="5278"/>
                </a:lnTo>
                <a:lnTo>
                  <a:pt x="27" y="5217"/>
                </a:lnTo>
                <a:lnTo>
                  <a:pt x="21" y="5157"/>
                </a:lnTo>
                <a:lnTo>
                  <a:pt x="16" y="5096"/>
                </a:lnTo>
                <a:lnTo>
                  <a:pt x="11" y="5035"/>
                </a:lnTo>
                <a:lnTo>
                  <a:pt x="8" y="4975"/>
                </a:lnTo>
                <a:lnTo>
                  <a:pt x="5" y="4914"/>
                </a:lnTo>
                <a:lnTo>
                  <a:pt x="2" y="4853"/>
                </a:lnTo>
                <a:lnTo>
                  <a:pt x="1" y="4793"/>
                </a:lnTo>
                <a:lnTo>
                  <a:pt x="0" y="4732"/>
                </a:lnTo>
                <a:lnTo>
                  <a:pt x="0" y="4671"/>
                </a:lnTo>
                <a:lnTo>
                  <a:pt x="1" y="4611"/>
                </a:lnTo>
                <a:lnTo>
                  <a:pt x="2" y="4550"/>
                </a:lnTo>
                <a:lnTo>
                  <a:pt x="4" y="4489"/>
                </a:lnTo>
                <a:lnTo>
                  <a:pt x="7" y="4429"/>
                </a:lnTo>
                <a:lnTo>
                  <a:pt x="10" y="4368"/>
                </a:lnTo>
                <a:lnTo>
                  <a:pt x="14" y="4307"/>
                </a:lnTo>
                <a:lnTo>
                  <a:pt x="18" y="4247"/>
                </a:lnTo>
                <a:lnTo>
                  <a:pt x="23" y="4186"/>
                </a:lnTo>
                <a:lnTo>
                  <a:pt x="28" y="4126"/>
                </a:lnTo>
                <a:lnTo>
                  <a:pt x="33" y="4065"/>
                </a:lnTo>
                <a:lnTo>
                  <a:pt x="39" y="4004"/>
                </a:lnTo>
                <a:lnTo>
                  <a:pt x="45" y="3944"/>
                </a:lnTo>
                <a:lnTo>
                  <a:pt x="51" y="3883"/>
                </a:lnTo>
                <a:lnTo>
                  <a:pt x="58" y="3822"/>
                </a:lnTo>
                <a:lnTo>
                  <a:pt x="65" y="3762"/>
                </a:lnTo>
                <a:lnTo>
                  <a:pt x="71" y="3701"/>
                </a:lnTo>
                <a:lnTo>
                  <a:pt x="78" y="3640"/>
                </a:lnTo>
                <a:lnTo>
                  <a:pt x="85" y="3580"/>
                </a:lnTo>
                <a:lnTo>
                  <a:pt x="92" y="3519"/>
                </a:lnTo>
                <a:lnTo>
                  <a:pt x="99" y="3458"/>
                </a:lnTo>
                <a:lnTo>
                  <a:pt x="106" y="3398"/>
                </a:lnTo>
                <a:lnTo>
                  <a:pt x="112" y="3337"/>
                </a:lnTo>
                <a:lnTo>
                  <a:pt x="118" y="3276"/>
                </a:lnTo>
                <a:lnTo>
                  <a:pt x="125" y="3216"/>
                </a:lnTo>
                <a:lnTo>
                  <a:pt x="130" y="3155"/>
                </a:lnTo>
                <a:lnTo>
                  <a:pt x="136" y="3094"/>
                </a:lnTo>
                <a:lnTo>
                  <a:pt x="141" y="3034"/>
                </a:lnTo>
                <a:lnTo>
                  <a:pt x="146" y="2973"/>
                </a:lnTo>
                <a:lnTo>
                  <a:pt x="150" y="2913"/>
                </a:lnTo>
                <a:lnTo>
                  <a:pt x="154" y="2852"/>
                </a:lnTo>
                <a:lnTo>
                  <a:pt x="157" y="2791"/>
                </a:lnTo>
                <a:lnTo>
                  <a:pt x="160" y="2731"/>
                </a:lnTo>
                <a:lnTo>
                  <a:pt x="162" y="2670"/>
                </a:lnTo>
                <a:lnTo>
                  <a:pt x="164" y="2609"/>
                </a:lnTo>
                <a:lnTo>
                  <a:pt x="165" y="2549"/>
                </a:lnTo>
                <a:lnTo>
                  <a:pt x="166" y="2488"/>
                </a:lnTo>
                <a:lnTo>
                  <a:pt x="167" y="2427"/>
                </a:lnTo>
                <a:lnTo>
                  <a:pt x="166" y="2367"/>
                </a:lnTo>
                <a:lnTo>
                  <a:pt x="166" y="2306"/>
                </a:lnTo>
                <a:lnTo>
                  <a:pt x="164" y="2245"/>
                </a:lnTo>
                <a:lnTo>
                  <a:pt x="163" y="2185"/>
                </a:lnTo>
                <a:lnTo>
                  <a:pt x="161" y="2124"/>
                </a:lnTo>
                <a:lnTo>
                  <a:pt x="158" y="2063"/>
                </a:lnTo>
                <a:lnTo>
                  <a:pt x="155" y="2003"/>
                </a:lnTo>
                <a:lnTo>
                  <a:pt x="152" y="1942"/>
                </a:lnTo>
                <a:lnTo>
                  <a:pt x="149" y="1881"/>
                </a:lnTo>
                <a:lnTo>
                  <a:pt x="146" y="1821"/>
                </a:lnTo>
                <a:lnTo>
                  <a:pt x="142" y="1760"/>
                </a:lnTo>
                <a:lnTo>
                  <a:pt x="138" y="1700"/>
                </a:lnTo>
                <a:lnTo>
                  <a:pt x="134" y="1639"/>
                </a:lnTo>
                <a:lnTo>
                  <a:pt x="131" y="1578"/>
                </a:lnTo>
                <a:lnTo>
                  <a:pt x="127" y="1518"/>
                </a:lnTo>
                <a:lnTo>
                  <a:pt x="123" y="1457"/>
                </a:lnTo>
                <a:lnTo>
                  <a:pt x="120" y="1396"/>
                </a:lnTo>
                <a:lnTo>
                  <a:pt x="117" y="1336"/>
                </a:lnTo>
                <a:lnTo>
                  <a:pt x="115" y="1275"/>
                </a:lnTo>
                <a:lnTo>
                  <a:pt x="112" y="1214"/>
                </a:lnTo>
                <a:lnTo>
                  <a:pt x="111" y="1154"/>
                </a:lnTo>
                <a:lnTo>
                  <a:pt x="109" y="1093"/>
                </a:lnTo>
                <a:lnTo>
                  <a:pt x="109" y="1032"/>
                </a:lnTo>
                <a:lnTo>
                  <a:pt x="109" y="972"/>
                </a:lnTo>
                <a:lnTo>
                  <a:pt x="109" y="911"/>
                </a:lnTo>
                <a:lnTo>
                  <a:pt x="111" y="850"/>
                </a:lnTo>
                <a:lnTo>
                  <a:pt x="113" y="790"/>
                </a:lnTo>
                <a:lnTo>
                  <a:pt x="116" y="729"/>
                </a:lnTo>
                <a:lnTo>
                  <a:pt x="119" y="668"/>
                </a:lnTo>
                <a:lnTo>
                  <a:pt x="124" y="608"/>
                </a:lnTo>
                <a:lnTo>
                  <a:pt x="129" y="547"/>
                </a:lnTo>
                <a:lnTo>
                  <a:pt x="136" y="487"/>
                </a:lnTo>
                <a:lnTo>
                  <a:pt x="143" y="426"/>
                </a:lnTo>
                <a:lnTo>
                  <a:pt x="150" y="365"/>
                </a:lnTo>
                <a:lnTo>
                  <a:pt x="159" y="305"/>
                </a:lnTo>
                <a:lnTo>
                  <a:pt x="169" y="243"/>
                </a:lnTo>
                <a:lnTo>
                  <a:pt x="179" y="182"/>
                </a:lnTo>
                <a:lnTo>
                  <a:pt x="190" y="122"/>
                </a:lnTo>
                <a:lnTo>
                  <a:pt x="202" y="61"/>
                </a:lnTo>
                <a:lnTo>
                  <a:pt x="215" y="0"/>
                </a:lnTo>
                <a:lnTo>
                  <a:pt x="859" y="0"/>
                </a:lnTo>
                <a:lnTo>
                  <a:pt x="859" y="61"/>
                </a:lnTo>
                <a:lnTo>
                  <a:pt x="859" y="122"/>
                </a:lnTo>
                <a:lnTo>
                  <a:pt x="859" y="182"/>
                </a:lnTo>
                <a:lnTo>
                  <a:pt x="859" y="243"/>
                </a:lnTo>
                <a:lnTo>
                  <a:pt x="859" y="305"/>
                </a:lnTo>
                <a:lnTo>
                  <a:pt x="859" y="365"/>
                </a:lnTo>
                <a:lnTo>
                  <a:pt x="859" y="426"/>
                </a:lnTo>
                <a:lnTo>
                  <a:pt x="859" y="487"/>
                </a:lnTo>
                <a:lnTo>
                  <a:pt x="859" y="547"/>
                </a:lnTo>
                <a:lnTo>
                  <a:pt x="859" y="608"/>
                </a:lnTo>
                <a:lnTo>
                  <a:pt x="859" y="668"/>
                </a:lnTo>
                <a:lnTo>
                  <a:pt x="859" y="729"/>
                </a:lnTo>
                <a:lnTo>
                  <a:pt x="859" y="790"/>
                </a:lnTo>
                <a:lnTo>
                  <a:pt x="859" y="850"/>
                </a:lnTo>
                <a:lnTo>
                  <a:pt x="859" y="911"/>
                </a:lnTo>
                <a:lnTo>
                  <a:pt x="859" y="972"/>
                </a:lnTo>
                <a:lnTo>
                  <a:pt x="859" y="1032"/>
                </a:lnTo>
                <a:lnTo>
                  <a:pt x="859" y="1093"/>
                </a:lnTo>
                <a:lnTo>
                  <a:pt x="859" y="1154"/>
                </a:lnTo>
                <a:lnTo>
                  <a:pt x="859" y="1214"/>
                </a:lnTo>
                <a:lnTo>
                  <a:pt x="859" y="1275"/>
                </a:lnTo>
                <a:lnTo>
                  <a:pt x="859" y="1336"/>
                </a:lnTo>
                <a:lnTo>
                  <a:pt x="859" y="1396"/>
                </a:lnTo>
                <a:lnTo>
                  <a:pt x="859" y="1457"/>
                </a:lnTo>
                <a:lnTo>
                  <a:pt x="859" y="1518"/>
                </a:lnTo>
                <a:lnTo>
                  <a:pt x="859" y="1578"/>
                </a:lnTo>
                <a:lnTo>
                  <a:pt x="859" y="1639"/>
                </a:lnTo>
                <a:lnTo>
                  <a:pt x="859" y="1700"/>
                </a:lnTo>
                <a:lnTo>
                  <a:pt x="859" y="1760"/>
                </a:lnTo>
                <a:lnTo>
                  <a:pt x="859" y="1821"/>
                </a:lnTo>
                <a:lnTo>
                  <a:pt x="859" y="1881"/>
                </a:lnTo>
                <a:lnTo>
                  <a:pt x="859" y="1942"/>
                </a:lnTo>
                <a:lnTo>
                  <a:pt x="859" y="2003"/>
                </a:lnTo>
                <a:lnTo>
                  <a:pt x="859" y="2063"/>
                </a:lnTo>
                <a:lnTo>
                  <a:pt x="859" y="2124"/>
                </a:lnTo>
                <a:lnTo>
                  <a:pt x="859" y="2185"/>
                </a:lnTo>
                <a:lnTo>
                  <a:pt x="859" y="2245"/>
                </a:lnTo>
                <a:lnTo>
                  <a:pt x="859" y="2306"/>
                </a:lnTo>
                <a:lnTo>
                  <a:pt x="859" y="2367"/>
                </a:lnTo>
                <a:lnTo>
                  <a:pt x="859" y="2427"/>
                </a:lnTo>
                <a:lnTo>
                  <a:pt x="859" y="2488"/>
                </a:lnTo>
                <a:lnTo>
                  <a:pt x="859" y="2549"/>
                </a:lnTo>
                <a:lnTo>
                  <a:pt x="859" y="2609"/>
                </a:lnTo>
                <a:lnTo>
                  <a:pt x="859" y="2670"/>
                </a:lnTo>
                <a:lnTo>
                  <a:pt x="859" y="2731"/>
                </a:lnTo>
                <a:lnTo>
                  <a:pt x="859" y="2791"/>
                </a:lnTo>
                <a:lnTo>
                  <a:pt x="859" y="2852"/>
                </a:lnTo>
                <a:lnTo>
                  <a:pt x="859" y="2913"/>
                </a:lnTo>
                <a:lnTo>
                  <a:pt x="859" y="2973"/>
                </a:lnTo>
                <a:lnTo>
                  <a:pt x="859" y="3034"/>
                </a:lnTo>
                <a:lnTo>
                  <a:pt x="859" y="3094"/>
                </a:lnTo>
                <a:lnTo>
                  <a:pt x="859" y="3155"/>
                </a:lnTo>
                <a:lnTo>
                  <a:pt x="859" y="3216"/>
                </a:lnTo>
                <a:lnTo>
                  <a:pt x="859" y="3276"/>
                </a:lnTo>
                <a:lnTo>
                  <a:pt x="859" y="3337"/>
                </a:lnTo>
                <a:lnTo>
                  <a:pt x="859" y="3398"/>
                </a:lnTo>
                <a:lnTo>
                  <a:pt x="859" y="3458"/>
                </a:lnTo>
                <a:lnTo>
                  <a:pt x="859" y="3519"/>
                </a:lnTo>
                <a:lnTo>
                  <a:pt x="859" y="3580"/>
                </a:lnTo>
                <a:lnTo>
                  <a:pt x="859" y="3640"/>
                </a:lnTo>
                <a:lnTo>
                  <a:pt x="859" y="3701"/>
                </a:lnTo>
                <a:lnTo>
                  <a:pt x="859" y="3762"/>
                </a:lnTo>
                <a:lnTo>
                  <a:pt x="859" y="3822"/>
                </a:lnTo>
                <a:lnTo>
                  <a:pt x="859" y="3883"/>
                </a:lnTo>
                <a:lnTo>
                  <a:pt x="859" y="3944"/>
                </a:lnTo>
                <a:lnTo>
                  <a:pt x="859" y="4004"/>
                </a:lnTo>
                <a:lnTo>
                  <a:pt x="859" y="4065"/>
                </a:lnTo>
                <a:lnTo>
                  <a:pt x="859" y="4126"/>
                </a:lnTo>
                <a:lnTo>
                  <a:pt x="859" y="4186"/>
                </a:lnTo>
                <a:lnTo>
                  <a:pt x="859" y="4247"/>
                </a:lnTo>
                <a:lnTo>
                  <a:pt x="859" y="4307"/>
                </a:lnTo>
                <a:lnTo>
                  <a:pt x="859" y="4368"/>
                </a:lnTo>
                <a:lnTo>
                  <a:pt x="859" y="4429"/>
                </a:lnTo>
                <a:lnTo>
                  <a:pt x="859" y="4489"/>
                </a:lnTo>
                <a:lnTo>
                  <a:pt x="859" y="4550"/>
                </a:lnTo>
                <a:lnTo>
                  <a:pt x="859" y="4611"/>
                </a:lnTo>
                <a:lnTo>
                  <a:pt x="859" y="4671"/>
                </a:lnTo>
                <a:lnTo>
                  <a:pt x="859" y="4732"/>
                </a:lnTo>
                <a:lnTo>
                  <a:pt x="859" y="4793"/>
                </a:lnTo>
                <a:lnTo>
                  <a:pt x="859" y="4853"/>
                </a:lnTo>
                <a:lnTo>
                  <a:pt x="859" y="4914"/>
                </a:lnTo>
                <a:lnTo>
                  <a:pt x="859" y="4975"/>
                </a:lnTo>
                <a:lnTo>
                  <a:pt x="859" y="5035"/>
                </a:lnTo>
                <a:lnTo>
                  <a:pt x="859" y="5096"/>
                </a:lnTo>
                <a:lnTo>
                  <a:pt x="859" y="5157"/>
                </a:lnTo>
                <a:lnTo>
                  <a:pt x="859" y="5217"/>
                </a:lnTo>
                <a:lnTo>
                  <a:pt x="859" y="5278"/>
                </a:lnTo>
                <a:lnTo>
                  <a:pt x="859" y="5338"/>
                </a:lnTo>
                <a:lnTo>
                  <a:pt x="859" y="5399"/>
                </a:lnTo>
                <a:lnTo>
                  <a:pt x="859" y="5460"/>
                </a:lnTo>
                <a:lnTo>
                  <a:pt x="859" y="5520"/>
                </a:lnTo>
                <a:lnTo>
                  <a:pt x="859" y="5581"/>
                </a:lnTo>
                <a:lnTo>
                  <a:pt x="859" y="5642"/>
                </a:lnTo>
                <a:lnTo>
                  <a:pt x="859" y="5702"/>
                </a:lnTo>
                <a:lnTo>
                  <a:pt x="859" y="5763"/>
                </a:lnTo>
                <a:lnTo>
                  <a:pt x="859" y="5824"/>
                </a:lnTo>
                <a:lnTo>
                  <a:pt x="859" y="5884"/>
                </a:lnTo>
                <a:lnTo>
                  <a:pt x="859" y="5945"/>
                </a:lnTo>
                <a:lnTo>
                  <a:pt x="859" y="6006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11160">
            <a:solidFill>
              <a:srgbClr val="c53e1f">
                <a:alpha val="55000"/>
              </a:srgbClr>
            </a:solidFill>
            <a:round/>
          </a:ln>
        </p:spPr>
      </p:sp>
      <p:sp>
        <p:nvSpPr>
          <p:cNvPr id="61" name=""/>
          <p:cNvSpPr/>
          <p:nvPr/>
        </p:nvSpPr>
        <p:spPr>
          <a:xfrm>
            <a:off x="1191600" y="1320120"/>
            <a:ext cx="229320" cy="1632240"/>
          </a:xfrm>
          <a:custGeom>
            <a:avLst/>
            <a:gdLst/>
            <a:ahLst/>
            <a:rect l="0" t="0" r="r" b="b"/>
            <a:pathLst>
              <a:path w="637" h="4534">
                <a:moveTo>
                  <a:pt x="0" y="4534"/>
                </a:moveTo>
                <a:lnTo>
                  <a:pt x="637" y="4534"/>
                </a:lnTo>
                <a:lnTo>
                  <a:pt x="637" y="0"/>
                </a:lnTo>
                <a:lnTo>
                  <a:pt x="0" y="0"/>
                </a:lnTo>
                <a:lnTo>
                  <a:pt x="0" y="4534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a7d6e">
                <a:alpha val="95000"/>
              </a:srgbClr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1306080" y="2952000"/>
            <a:ext cx="0" cy="34308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/>
          <p:nvPr/>
        </p:nvSpPr>
        <p:spPr>
          <a:xfrm flipV="1">
            <a:off x="1306080" y="464760"/>
            <a:ext cx="0" cy="85536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/>
          <p:nvPr/>
        </p:nvSpPr>
        <p:spPr>
          <a:xfrm>
            <a:off x="1248840" y="3295080"/>
            <a:ext cx="114480" cy="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/>
          <p:nvPr/>
        </p:nvSpPr>
        <p:spPr>
          <a:xfrm>
            <a:off x="1248840" y="464760"/>
            <a:ext cx="114480" cy="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/>
          <p:nvPr/>
        </p:nvSpPr>
        <p:spPr>
          <a:xfrm>
            <a:off x="2717640" y="1286640"/>
            <a:ext cx="229320" cy="1591560"/>
          </a:xfrm>
          <a:custGeom>
            <a:avLst/>
            <a:gdLst/>
            <a:ahLst/>
            <a:rect l="0" t="0" r="r" b="b"/>
            <a:pathLst>
              <a:path w="637" h="4421">
                <a:moveTo>
                  <a:pt x="0" y="4421"/>
                </a:moveTo>
                <a:lnTo>
                  <a:pt x="637" y="4421"/>
                </a:lnTo>
                <a:lnTo>
                  <a:pt x="637" y="0"/>
                </a:lnTo>
                <a:lnTo>
                  <a:pt x="0" y="0"/>
                </a:lnTo>
                <a:lnTo>
                  <a:pt x="0" y="4421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c53e1f">
                <a:alpha val="95000"/>
              </a:srgbClr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2832120" y="2877840"/>
            <a:ext cx="0" cy="26568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/>
          <p:nvPr/>
        </p:nvSpPr>
        <p:spPr>
          <a:xfrm flipV="1">
            <a:off x="2832120" y="981720"/>
            <a:ext cx="0" cy="30492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/>
          <p:nvPr/>
        </p:nvSpPr>
        <p:spPr>
          <a:xfrm>
            <a:off x="2774880" y="3143520"/>
            <a:ext cx="114480" cy="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>
            <a:off x="2774880" y="981720"/>
            <a:ext cx="114480" cy="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/>
          <p:nvPr/>
        </p:nvSpPr>
        <p:spPr>
          <a:xfrm>
            <a:off x="1184040" y="243720"/>
            <a:ext cx="1526400" cy="93960"/>
          </a:xfrm>
          <a:custGeom>
            <a:avLst/>
            <a:gdLst/>
            <a:ahLst/>
            <a:rect l="0" t="0" r="r" b="b"/>
            <a:pathLst>
              <a:path fill="none" w="4240" h="261">
                <a:moveTo>
                  <a:pt x="0" y="261"/>
                </a:moveTo>
                <a:lnTo>
                  <a:pt x="0" y="0"/>
                </a:lnTo>
                <a:lnTo>
                  <a:pt x="4240" y="0"/>
                </a:lnTo>
                <a:lnTo>
                  <a:pt x="4240" y="261"/>
                </a:lnTo>
              </a:path>
            </a:pathLst>
          </a:custGeom>
          <a:ln cap="sq" w="11160">
            <a:solidFill>
              <a:srgbClr val="000000"/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1191600" y="2534400"/>
            <a:ext cx="22896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/>
          <p:nvPr/>
        </p:nvSpPr>
        <p:spPr>
          <a:xfrm>
            <a:off x="2717640" y="2319120"/>
            <a:ext cx="22896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 flipV="1">
            <a:off x="542880" y="91440"/>
            <a:ext cx="0" cy="33562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/>
          <p:nvPr/>
        </p:nvSpPr>
        <p:spPr>
          <a:xfrm>
            <a:off x="542880" y="3447720"/>
            <a:ext cx="30524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/>
          <p:nvPr/>
        </p:nvSpPr>
        <p:spPr>
          <a:xfrm>
            <a:off x="1614240" y="276300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2"/>
                  <a:pt x="128" y="128"/>
                </a:cubicBezTo>
                <a:cubicBezTo>
                  <a:pt x="142" y="114"/>
                  <a:pt x="150" y="95"/>
                  <a:pt x="150" y="75"/>
                </a:cubicBezTo>
                <a:cubicBezTo>
                  <a:pt x="150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5" y="8"/>
                  <a:pt x="21" y="22"/>
                </a:cubicBezTo>
                <a:cubicBezTo>
                  <a:pt x="7" y="36"/>
                  <a:pt x="0" y="55"/>
                  <a:pt x="0" y="75"/>
                </a:cubicBezTo>
                <a:cubicBezTo>
                  <a:pt x="0" y="95"/>
                  <a:pt x="7" y="114"/>
                  <a:pt x="21" y="128"/>
                </a:cubicBezTo>
                <a:cubicBezTo>
                  <a:pt x="35" y="142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1546560" y="2912760"/>
            <a:ext cx="54000" cy="54000"/>
          </a:xfrm>
          <a:custGeom>
            <a:avLst/>
            <a:gdLst/>
            <a:ahLst/>
            <a:rect l="0" t="0" r="r" b="b"/>
            <a:pathLst>
              <a:path w="150" h="150">
                <a:moveTo>
                  <a:pt x="75" y="150"/>
                </a:moveTo>
                <a:cubicBezTo>
                  <a:pt x="94" y="150"/>
                  <a:pt x="114" y="143"/>
                  <a:pt x="128" y="129"/>
                </a:cubicBezTo>
                <a:cubicBezTo>
                  <a:pt x="143" y="114"/>
                  <a:pt x="150" y="95"/>
                  <a:pt x="150" y="76"/>
                </a:cubicBezTo>
                <a:cubicBezTo>
                  <a:pt x="150" y="56"/>
                  <a:pt x="143" y="37"/>
                  <a:pt x="128" y="22"/>
                </a:cubicBezTo>
                <a:cubicBezTo>
                  <a:pt x="114" y="8"/>
                  <a:pt x="94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5"/>
                  <a:pt x="8" y="114"/>
                  <a:pt x="22" y="129"/>
                </a:cubicBezTo>
                <a:cubicBezTo>
                  <a:pt x="36" y="143"/>
                  <a:pt x="55" y="150"/>
                  <a:pt x="75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1606320" y="320652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1588320" y="12812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1557000" y="2801880"/>
            <a:ext cx="54000" cy="54000"/>
          </a:xfrm>
          <a:custGeom>
            <a:avLst/>
            <a:gdLst/>
            <a:ahLst/>
            <a:rect l="0" t="0" r="r" b="b"/>
            <a:pathLst>
              <a:path w="150" h="150">
                <a:moveTo>
                  <a:pt x="76" y="150"/>
                </a:moveTo>
                <a:cubicBezTo>
                  <a:pt x="95" y="150"/>
                  <a:pt x="115" y="142"/>
                  <a:pt x="129" y="128"/>
                </a:cubicBezTo>
                <a:cubicBezTo>
                  <a:pt x="143" y="114"/>
                  <a:pt x="150" y="95"/>
                  <a:pt x="150" y="75"/>
                </a:cubicBezTo>
                <a:cubicBezTo>
                  <a:pt x="150" y="56"/>
                  <a:pt x="143" y="35"/>
                  <a:pt x="129" y="21"/>
                </a:cubicBezTo>
                <a:cubicBezTo>
                  <a:pt x="115" y="7"/>
                  <a:pt x="95" y="0"/>
                  <a:pt x="76" y="0"/>
                </a:cubicBezTo>
                <a:cubicBezTo>
                  <a:pt x="55" y="0"/>
                  <a:pt x="36" y="7"/>
                  <a:pt x="22" y="21"/>
                </a:cubicBezTo>
                <a:cubicBezTo>
                  <a:pt x="8" y="35"/>
                  <a:pt x="0" y="56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1686960" y="326844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4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3" y="22"/>
                </a:cubicBezTo>
                <a:cubicBezTo>
                  <a:pt x="9" y="36"/>
                  <a:pt x="0" y="55"/>
                  <a:pt x="0" y="74"/>
                </a:cubicBezTo>
                <a:cubicBezTo>
                  <a:pt x="0" y="95"/>
                  <a:pt x="9" y="114"/>
                  <a:pt x="23" y="128"/>
                </a:cubicBezTo>
                <a:cubicBezTo>
                  <a:pt x="37" y="142"/>
                  <a:pt x="56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1684440" y="316260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3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3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1616400" y="17690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1549800" y="4381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7"/>
                  <a:pt x="96" y="0"/>
                  <a:pt x="75" y="0"/>
                </a:cubicBezTo>
                <a:cubicBezTo>
                  <a:pt x="55" y="0"/>
                  <a:pt x="36" y="7"/>
                  <a:pt x="22" y="22"/>
                </a:cubicBezTo>
                <a:cubicBezTo>
                  <a:pt x="8" y="36"/>
                  <a:pt x="0" y="56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5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645200" y="6015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1652400" y="247860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5" y="150"/>
                  <a:pt x="115" y="143"/>
                  <a:pt x="129" y="128"/>
                </a:cubicBezTo>
                <a:cubicBezTo>
                  <a:pt x="143" y="114"/>
                  <a:pt x="151" y="95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3"/>
                  <a:pt x="55" y="150"/>
                  <a:pt x="75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521720" y="296208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6" y="0"/>
                  <a:pt x="37" y="8"/>
                  <a:pt x="22" y="22"/>
                </a:cubicBezTo>
                <a:cubicBezTo>
                  <a:pt x="7" y="36"/>
                  <a:pt x="0" y="56"/>
                  <a:pt x="0" y="76"/>
                </a:cubicBezTo>
                <a:cubicBezTo>
                  <a:pt x="0" y="96"/>
                  <a:pt x="7" y="115"/>
                  <a:pt x="22" y="129"/>
                </a:cubicBezTo>
                <a:cubicBezTo>
                  <a:pt x="37" y="143"/>
                  <a:pt x="56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1622520" y="129744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6"/>
                  <a:pt x="143" y="35"/>
                  <a:pt x="129" y="21"/>
                </a:cubicBezTo>
                <a:cubicBezTo>
                  <a:pt x="115" y="7"/>
                  <a:pt x="96" y="0"/>
                  <a:pt x="76" y="0"/>
                </a:cubicBezTo>
                <a:cubicBezTo>
                  <a:pt x="56" y="0"/>
                  <a:pt x="36" y="7"/>
                  <a:pt x="22" y="21"/>
                </a:cubicBezTo>
                <a:cubicBezTo>
                  <a:pt x="8" y="35"/>
                  <a:pt x="0" y="56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6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1568520" y="217368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2"/>
                  <a:pt x="128" y="128"/>
                </a:cubicBezTo>
                <a:cubicBezTo>
                  <a:pt x="142" y="114"/>
                  <a:pt x="150" y="95"/>
                  <a:pt x="150" y="75"/>
                </a:cubicBezTo>
                <a:cubicBezTo>
                  <a:pt x="150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6" y="0"/>
                  <a:pt x="36" y="8"/>
                  <a:pt x="21" y="22"/>
                </a:cubicBezTo>
                <a:cubicBezTo>
                  <a:pt x="7" y="36"/>
                  <a:pt x="0" y="55"/>
                  <a:pt x="0" y="75"/>
                </a:cubicBezTo>
                <a:cubicBezTo>
                  <a:pt x="0" y="95"/>
                  <a:pt x="7" y="114"/>
                  <a:pt x="21" y="128"/>
                </a:cubicBezTo>
                <a:cubicBezTo>
                  <a:pt x="36" y="142"/>
                  <a:pt x="56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1677960" y="8323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1"/>
                  <a:pt x="129" y="127"/>
                </a:cubicBezTo>
                <a:cubicBezTo>
                  <a:pt x="143" y="113"/>
                  <a:pt x="151" y="94"/>
                  <a:pt x="151" y="74"/>
                </a:cubicBezTo>
                <a:cubicBezTo>
                  <a:pt x="151" y="55"/>
                  <a:pt x="143" y="35"/>
                  <a:pt x="129" y="21"/>
                </a:cubicBezTo>
                <a:cubicBezTo>
                  <a:pt x="115" y="7"/>
                  <a:pt x="96" y="0"/>
                  <a:pt x="76" y="0"/>
                </a:cubicBezTo>
                <a:cubicBezTo>
                  <a:pt x="56" y="0"/>
                  <a:pt x="37" y="7"/>
                  <a:pt x="22" y="21"/>
                </a:cubicBezTo>
                <a:cubicBezTo>
                  <a:pt x="8" y="35"/>
                  <a:pt x="0" y="55"/>
                  <a:pt x="0" y="74"/>
                </a:cubicBezTo>
                <a:cubicBezTo>
                  <a:pt x="0" y="94"/>
                  <a:pt x="8" y="113"/>
                  <a:pt x="22" y="127"/>
                </a:cubicBezTo>
                <a:cubicBezTo>
                  <a:pt x="37" y="141"/>
                  <a:pt x="56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1582920" y="253620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5" y="150"/>
                  <a:pt x="114" y="142"/>
                  <a:pt x="128" y="128"/>
                </a:cubicBezTo>
                <a:cubicBezTo>
                  <a:pt x="142" y="114"/>
                  <a:pt x="151" y="95"/>
                  <a:pt x="151" y="75"/>
                </a:cubicBezTo>
                <a:cubicBezTo>
                  <a:pt x="151" y="56"/>
                  <a:pt x="142" y="37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7"/>
                  <a:pt x="0" y="56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5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3004920" y="28555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3"/>
                  <a:pt x="129" y="129"/>
                </a:cubicBezTo>
                <a:cubicBezTo>
                  <a:pt x="143" y="114"/>
                  <a:pt x="151" y="95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5"/>
                  <a:pt x="8" y="114"/>
                  <a:pt x="22" y="129"/>
                </a:cubicBezTo>
                <a:cubicBezTo>
                  <a:pt x="36" y="143"/>
                  <a:pt x="55" y="150"/>
                  <a:pt x="76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3150000" y="10605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9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3135240" y="1531080"/>
            <a:ext cx="54000" cy="54000"/>
          </a:xfrm>
          <a:custGeom>
            <a:avLst/>
            <a:gdLst/>
            <a:ahLst/>
            <a:rect l="0" t="0" r="r" b="b"/>
            <a:pathLst>
              <a:path w="150" h="150">
                <a:moveTo>
                  <a:pt x="75" y="150"/>
                </a:moveTo>
                <a:cubicBezTo>
                  <a:pt x="95" y="150"/>
                  <a:pt x="114" y="141"/>
                  <a:pt x="128" y="127"/>
                </a:cubicBezTo>
                <a:cubicBezTo>
                  <a:pt x="142" y="113"/>
                  <a:pt x="150" y="94"/>
                  <a:pt x="150" y="74"/>
                </a:cubicBezTo>
                <a:cubicBezTo>
                  <a:pt x="150" y="55"/>
                  <a:pt x="142" y="35"/>
                  <a:pt x="128" y="21"/>
                </a:cubicBezTo>
                <a:cubicBezTo>
                  <a:pt x="114" y="7"/>
                  <a:pt x="95" y="0"/>
                  <a:pt x="75" y="0"/>
                </a:cubicBezTo>
                <a:cubicBezTo>
                  <a:pt x="56" y="0"/>
                  <a:pt x="37" y="7"/>
                  <a:pt x="22" y="21"/>
                </a:cubicBezTo>
                <a:cubicBezTo>
                  <a:pt x="7" y="35"/>
                  <a:pt x="0" y="55"/>
                  <a:pt x="0" y="74"/>
                </a:cubicBezTo>
                <a:cubicBezTo>
                  <a:pt x="0" y="94"/>
                  <a:pt x="7" y="113"/>
                  <a:pt x="22" y="127"/>
                </a:cubicBezTo>
                <a:cubicBezTo>
                  <a:pt x="37" y="141"/>
                  <a:pt x="56" y="150"/>
                  <a:pt x="75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3216960" y="2279520"/>
            <a:ext cx="54000" cy="54720"/>
          </a:xfrm>
          <a:custGeom>
            <a:avLst/>
            <a:gdLst/>
            <a:ahLst/>
            <a:rect l="0" t="0" r="r" b="b"/>
            <a:pathLst>
              <a:path w="150" h="152">
                <a:moveTo>
                  <a:pt x="74" y="152"/>
                </a:moveTo>
                <a:cubicBezTo>
                  <a:pt x="95" y="152"/>
                  <a:pt x="114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7"/>
                  <a:pt x="128" y="23"/>
                </a:cubicBezTo>
                <a:cubicBezTo>
                  <a:pt x="114" y="9"/>
                  <a:pt x="95" y="0"/>
                  <a:pt x="74" y="0"/>
                </a:cubicBezTo>
                <a:cubicBezTo>
                  <a:pt x="55" y="0"/>
                  <a:pt x="35" y="9"/>
                  <a:pt x="21" y="23"/>
                </a:cubicBezTo>
                <a:cubicBezTo>
                  <a:pt x="7" y="37"/>
                  <a:pt x="0" y="56"/>
                  <a:pt x="0" y="76"/>
                </a:cubicBezTo>
                <a:cubicBezTo>
                  <a:pt x="0" y="96"/>
                  <a:pt x="7" y="115"/>
                  <a:pt x="21" y="129"/>
                </a:cubicBezTo>
                <a:cubicBezTo>
                  <a:pt x="35" y="143"/>
                  <a:pt x="55" y="152"/>
                  <a:pt x="74" y="152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3152880" y="12092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3106440" y="230508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3108960" y="12769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4"/>
                  <a:pt x="151" y="74"/>
                </a:cubicBezTo>
                <a:cubicBezTo>
                  <a:pt x="151" y="55"/>
                  <a:pt x="143" y="36"/>
                  <a:pt x="129" y="21"/>
                </a:cubicBezTo>
                <a:cubicBezTo>
                  <a:pt x="115" y="7"/>
                  <a:pt x="96" y="0"/>
                  <a:pt x="75" y="0"/>
                </a:cubicBezTo>
                <a:cubicBezTo>
                  <a:pt x="55" y="0"/>
                  <a:pt x="36" y="7"/>
                  <a:pt x="22" y="21"/>
                </a:cubicBezTo>
                <a:cubicBezTo>
                  <a:pt x="8" y="36"/>
                  <a:pt x="0" y="55"/>
                  <a:pt x="0" y="74"/>
                </a:cubicBezTo>
                <a:cubicBezTo>
                  <a:pt x="0" y="94"/>
                  <a:pt x="8" y="114"/>
                  <a:pt x="22" y="128"/>
                </a:cubicBezTo>
                <a:cubicBezTo>
                  <a:pt x="36" y="142"/>
                  <a:pt x="55" y="150"/>
                  <a:pt x="75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3075120" y="232992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3031560" y="3046320"/>
            <a:ext cx="54000" cy="54000"/>
          </a:xfrm>
          <a:custGeom>
            <a:avLst/>
            <a:gdLst/>
            <a:ahLst/>
            <a:rect l="0" t="0" r="r" b="b"/>
            <a:pathLst>
              <a:path w="150" h="150">
                <a:moveTo>
                  <a:pt x="74" y="150"/>
                </a:moveTo>
                <a:cubicBezTo>
                  <a:pt x="94" y="150"/>
                  <a:pt x="113" y="143"/>
                  <a:pt x="127" y="128"/>
                </a:cubicBezTo>
                <a:cubicBezTo>
                  <a:pt x="141" y="114"/>
                  <a:pt x="150" y="94"/>
                  <a:pt x="150" y="75"/>
                </a:cubicBezTo>
                <a:cubicBezTo>
                  <a:pt x="150" y="55"/>
                  <a:pt x="141" y="36"/>
                  <a:pt x="127" y="22"/>
                </a:cubicBezTo>
                <a:cubicBezTo>
                  <a:pt x="113" y="8"/>
                  <a:pt x="94" y="0"/>
                  <a:pt x="74" y="0"/>
                </a:cubicBezTo>
                <a:cubicBezTo>
                  <a:pt x="55" y="0"/>
                  <a:pt x="36" y="8"/>
                  <a:pt x="21" y="22"/>
                </a:cubicBezTo>
                <a:cubicBezTo>
                  <a:pt x="7" y="36"/>
                  <a:pt x="0" y="55"/>
                  <a:pt x="0" y="75"/>
                </a:cubicBezTo>
                <a:cubicBezTo>
                  <a:pt x="0" y="94"/>
                  <a:pt x="7" y="114"/>
                  <a:pt x="21" y="128"/>
                </a:cubicBezTo>
                <a:cubicBezTo>
                  <a:pt x="36" y="143"/>
                  <a:pt x="55" y="150"/>
                  <a:pt x="74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3192120" y="31165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5" y="150"/>
                  <a:pt x="114" y="143"/>
                  <a:pt x="128" y="129"/>
                </a:cubicBezTo>
                <a:cubicBezTo>
                  <a:pt x="142" y="115"/>
                  <a:pt x="151" y="95"/>
                  <a:pt x="151" y="76"/>
                </a:cubicBezTo>
                <a:cubicBezTo>
                  <a:pt x="151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6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0"/>
                  <a:pt x="75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3095640" y="95508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5" y="150"/>
                  <a:pt x="114" y="142"/>
                  <a:pt x="129" y="128"/>
                </a:cubicBezTo>
                <a:cubicBezTo>
                  <a:pt x="143" y="114"/>
                  <a:pt x="151" y="94"/>
                  <a:pt x="151" y="74"/>
                </a:cubicBezTo>
                <a:cubicBezTo>
                  <a:pt x="151" y="54"/>
                  <a:pt x="143" y="35"/>
                  <a:pt x="129" y="21"/>
                </a:cubicBezTo>
                <a:cubicBezTo>
                  <a:pt x="114" y="7"/>
                  <a:pt x="95" y="0"/>
                  <a:pt x="75" y="0"/>
                </a:cubicBezTo>
                <a:cubicBezTo>
                  <a:pt x="55" y="0"/>
                  <a:pt x="36" y="7"/>
                  <a:pt x="22" y="21"/>
                </a:cubicBezTo>
                <a:cubicBezTo>
                  <a:pt x="8" y="35"/>
                  <a:pt x="0" y="54"/>
                  <a:pt x="0" y="74"/>
                </a:cubicBezTo>
                <a:cubicBezTo>
                  <a:pt x="0" y="94"/>
                  <a:pt x="8" y="114"/>
                  <a:pt x="22" y="128"/>
                </a:cubicBezTo>
                <a:cubicBezTo>
                  <a:pt x="36" y="142"/>
                  <a:pt x="55" y="150"/>
                  <a:pt x="75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3209040" y="284940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04" name=""/>
          <p:cNvSpPr txBox="1"/>
          <p:nvPr/>
        </p:nvSpPr>
        <p:spPr>
          <a:xfrm rot="16200000">
            <a:off x="-1050480" y="1680120"/>
            <a:ext cx="24012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Fraction genome altered (CIN)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4147200" y="91440"/>
            <a:ext cx="3052800" cy="3356640"/>
          </a:xfrm>
          <a:custGeom>
            <a:avLst/>
            <a:gdLst/>
            <a:ahLst/>
            <a:rect l="0" t="0" r="r" b="b"/>
            <a:pathLst>
              <a:path w="8480" h="9324">
                <a:moveTo>
                  <a:pt x="0" y="9324"/>
                </a:moveTo>
                <a:lnTo>
                  <a:pt x="8480" y="9324"/>
                </a:lnTo>
                <a:lnTo>
                  <a:pt x="8480" y="0"/>
                </a:lnTo>
                <a:lnTo>
                  <a:pt x="0" y="0"/>
                </a:lnTo>
                <a:lnTo>
                  <a:pt x="0" y="932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6" name=""/>
          <p:cNvSpPr/>
          <p:nvPr/>
        </p:nvSpPr>
        <p:spPr>
          <a:xfrm>
            <a:off x="4788360" y="34477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4788360" y="34477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>
            <a:off x="1694520" y="119160"/>
            <a:ext cx="509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 = 0.659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6314400" y="34477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6314400" y="34477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>
            <a:off x="4614120" y="3507120"/>
            <a:ext cx="348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4109040" y="3295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 flipH="1">
            <a:off x="4109040" y="3295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>
            <a:off x="6183000" y="3507120"/>
            <a:ext cx="262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4109040" y="2900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 flipH="1">
            <a:off x="4109040" y="2900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>
            <a:off x="3992040" y="32328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4109040" y="2505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 flipH="1">
            <a:off x="4109040" y="2505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>
            <a:off x="3992040" y="28382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4109040" y="2111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 flipH="1">
            <a:off x="4109040" y="2111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>
            <a:off x="3992040" y="24433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4109040" y="1716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 flipH="1">
            <a:off x="4109040" y="1716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>
            <a:off x="3992040" y="20487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4109040" y="1321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 flipH="1">
            <a:off x="4109040" y="1321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>
            <a:off x="3992040" y="16542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4109040" y="927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 flipH="1">
            <a:off x="4109040" y="927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>
            <a:off x="3992040" y="12592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4109040" y="532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 flipH="1">
            <a:off x="4109040" y="532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>
            <a:off x="3992040" y="8647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4109040" y="13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 flipH="1">
            <a:off x="4109040" y="13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>
            <a:off x="3992040" y="4698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9" name=""/>
          <p:cNvSpPr txBox="1"/>
          <p:nvPr/>
        </p:nvSpPr>
        <p:spPr>
          <a:xfrm>
            <a:off x="3992040" y="752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4254120" y="532440"/>
            <a:ext cx="307080" cy="2763000"/>
          </a:xfrm>
          <a:custGeom>
            <a:avLst/>
            <a:gdLst/>
            <a:ahLst/>
            <a:rect l="0" t="0" r="r" b="b"/>
            <a:pathLst>
              <a:path w="853" h="7675">
                <a:moveTo>
                  <a:pt x="853" y="7675"/>
                </a:moveTo>
                <a:lnTo>
                  <a:pt x="553" y="7675"/>
                </a:lnTo>
                <a:lnTo>
                  <a:pt x="535" y="7598"/>
                </a:lnTo>
                <a:lnTo>
                  <a:pt x="516" y="7520"/>
                </a:lnTo>
                <a:lnTo>
                  <a:pt x="498" y="7443"/>
                </a:lnTo>
                <a:lnTo>
                  <a:pt x="479" y="7365"/>
                </a:lnTo>
                <a:lnTo>
                  <a:pt x="460" y="7288"/>
                </a:lnTo>
                <a:lnTo>
                  <a:pt x="440" y="7210"/>
                </a:lnTo>
                <a:lnTo>
                  <a:pt x="420" y="7133"/>
                </a:lnTo>
                <a:lnTo>
                  <a:pt x="401" y="7055"/>
                </a:lnTo>
                <a:lnTo>
                  <a:pt x="381" y="6978"/>
                </a:lnTo>
                <a:lnTo>
                  <a:pt x="360" y="6900"/>
                </a:lnTo>
                <a:lnTo>
                  <a:pt x="340" y="6823"/>
                </a:lnTo>
                <a:lnTo>
                  <a:pt x="320" y="6745"/>
                </a:lnTo>
                <a:lnTo>
                  <a:pt x="300" y="6668"/>
                </a:lnTo>
                <a:lnTo>
                  <a:pt x="280" y="6590"/>
                </a:lnTo>
                <a:lnTo>
                  <a:pt x="261" y="6513"/>
                </a:lnTo>
                <a:lnTo>
                  <a:pt x="241" y="6435"/>
                </a:lnTo>
                <a:lnTo>
                  <a:pt x="223" y="6358"/>
                </a:lnTo>
                <a:lnTo>
                  <a:pt x="204" y="6280"/>
                </a:lnTo>
                <a:lnTo>
                  <a:pt x="186" y="6203"/>
                </a:lnTo>
                <a:lnTo>
                  <a:pt x="169" y="6125"/>
                </a:lnTo>
                <a:lnTo>
                  <a:pt x="152" y="6048"/>
                </a:lnTo>
                <a:lnTo>
                  <a:pt x="136" y="5970"/>
                </a:lnTo>
                <a:lnTo>
                  <a:pt x="120" y="5892"/>
                </a:lnTo>
                <a:lnTo>
                  <a:pt x="105" y="5815"/>
                </a:lnTo>
                <a:lnTo>
                  <a:pt x="92" y="5737"/>
                </a:lnTo>
                <a:lnTo>
                  <a:pt x="79" y="5660"/>
                </a:lnTo>
                <a:lnTo>
                  <a:pt x="67" y="5582"/>
                </a:lnTo>
                <a:lnTo>
                  <a:pt x="56" y="5505"/>
                </a:lnTo>
                <a:lnTo>
                  <a:pt x="46" y="5427"/>
                </a:lnTo>
                <a:lnTo>
                  <a:pt x="36" y="5350"/>
                </a:lnTo>
                <a:lnTo>
                  <a:pt x="28" y="5272"/>
                </a:lnTo>
                <a:lnTo>
                  <a:pt x="21" y="5195"/>
                </a:lnTo>
                <a:lnTo>
                  <a:pt x="15" y="5117"/>
                </a:lnTo>
                <a:lnTo>
                  <a:pt x="10" y="5040"/>
                </a:lnTo>
                <a:lnTo>
                  <a:pt x="6" y="4962"/>
                </a:lnTo>
                <a:lnTo>
                  <a:pt x="3" y="4885"/>
                </a:lnTo>
                <a:lnTo>
                  <a:pt x="1" y="4807"/>
                </a:lnTo>
                <a:lnTo>
                  <a:pt x="0" y="4730"/>
                </a:lnTo>
                <a:lnTo>
                  <a:pt x="0" y="4652"/>
                </a:lnTo>
                <a:lnTo>
                  <a:pt x="1" y="4575"/>
                </a:lnTo>
                <a:lnTo>
                  <a:pt x="3" y="4497"/>
                </a:lnTo>
                <a:lnTo>
                  <a:pt x="6" y="4420"/>
                </a:lnTo>
                <a:lnTo>
                  <a:pt x="10" y="4342"/>
                </a:lnTo>
                <a:lnTo>
                  <a:pt x="16" y="4265"/>
                </a:lnTo>
                <a:lnTo>
                  <a:pt x="22" y="4187"/>
                </a:lnTo>
                <a:lnTo>
                  <a:pt x="30" y="4109"/>
                </a:lnTo>
                <a:lnTo>
                  <a:pt x="38" y="4032"/>
                </a:lnTo>
                <a:lnTo>
                  <a:pt x="48" y="3954"/>
                </a:lnTo>
                <a:lnTo>
                  <a:pt x="59" y="3877"/>
                </a:lnTo>
                <a:lnTo>
                  <a:pt x="70" y="3799"/>
                </a:lnTo>
                <a:lnTo>
                  <a:pt x="83" y="3722"/>
                </a:lnTo>
                <a:lnTo>
                  <a:pt x="97" y="3644"/>
                </a:lnTo>
                <a:lnTo>
                  <a:pt x="113" y="3567"/>
                </a:lnTo>
                <a:lnTo>
                  <a:pt x="129" y="3489"/>
                </a:lnTo>
                <a:lnTo>
                  <a:pt x="146" y="3412"/>
                </a:lnTo>
                <a:lnTo>
                  <a:pt x="164" y="3334"/>
                </a:lnTo>
                <a:lnTo>
                  <a:pt x="182" y="3257"/>
                </a:lnTo>
                <a:lnTo>
                  <a:pt x="202" y="3179"/>
                </a:lnTo>
                <a:lnTo>
                  <a:pt x="222" y="3102"/>
                </a:lnTo>
                <a:lnTo>
                  <a:pt x="242" y="3024"/>
                </a:lnTo>
                <a:lnTo>
                  <a:pt x="263" y="2947"/>
                </a:lnTo>
                <a:lnTo>
                  <a:pt x="284" y="2869"/>
                </a:lnTo>
                <a:lnTo>
                  <a:pt x="306" y="2792"/>
                </a:lnTo>
                <a:lnTo>
                  <a:pt x="327" y="2714"/>
                </a:lnTo>
                <a:lnTo>
                  <a:pt x="348" y="2637"/>
                </a:lnTo>
                <a:lnTo>
                  <a:pt x="369" y="2559"/>
                </a:lnTo>
                <a:lnTo>
                  <a:pt x="390" y="2481"/>
                </a:lnTo>
                <a:lnTo>
                  <a:pt x="410" y="2404"/>
                </a:lnTo>
                <a:lnTo>
                  <a:pt x="429" y="2325"/>
                </a:lnTo>
                <a:lnTo>
                  <a:pt x="448" y="2248"/>
                </a:lnTo>
                <a:lnTo>
                  <a:pt x="465" y="2170"/>
                </a:lnTo>
                <a:lnTo>
                  <a:pt x="482" y="2093"/>
                </a:lnTo>
                <a:lnTo>
                  <a:pt x="498" y="2015"/>
                </a:lnTo>
                <a:lnTo>
                  <a:pt x="513" y="1938"/>
                </a:lnTo>
                <a:lnTo>
                  <a:pt x="528" y="1860"/>
                </a:lnTo>
                <a:lnTo>
                  <a:pt x="541" y="1783"/>
                </a:lnTo>
                <a:lnTo>
                  <a:pt x="553" y="1705"/>
                </a:lnTo>
                <a:lnTo>
                  <a:pt x="564" y="1628"/>
                </a:lnTo>
                <a:lnTo>
                  <a:pt x="574" y="1550"/>
                </a:lnTo>
                <a:lnTo>
                  <a:pt x="583" y="1473"/>
                </a:lnTo>
                <a:lnTo>
                  <a:pt x="591" y="1395"/>
                </a:lnTo>
                <a:lnTo>
                  <a:pt x="599" y="1318"/>
                </a:lnTo>
                <a:lnTo>
                  <a:pt x="605" y="1240"/>
                </a:lnTo>
                <a:lnTo>
                  <a:pt x="611" y="1163"/>
                </a:lnTo>
                <a:lnTo>
                  <a:pt x="617" y="1085"/>
                </a:lnTo>
                <a:lnTo>
                  <a:pt x="622" y="1008"/>
                </a:lnTo>
                <a:lnTo>
                  <a:pt x="626" y="930"/>
                </a:lnTo>
                <a:lnTo>
                  <a:pt x="631" y="853"/>
                </a:lnTo>
                <a:lnTo>
                  <a:pt x="635" y="775"/>
                </a:lnTo>
                <a:lnTo>
                  <a:pt x="639" y="697"/>
                </a:lnTo>
                <a:lnTo>
                  <a:pt x="643" y="620"/>
                </a:lnTo>
                <a:lnTo>
                  <a:pt x="647" y="542"/>
                </a:lnTo>
                <a:lnTo>
                  <a:pt x="651" y="465"/>
                </a:lnTo>
                <a:lnTo>
                  <a:pt x="655" y="387"/>
                </a:lnTo>
                <a:lnTo>
                  <a:pt x="659" y="310"/>
                </a:lnTo>
                <a:lnTo>
                  <a:pt x="664" y="232"/>
                </a:lnTo>
                <a:lnTo>
                  <a:pt x="669" y="155"/>
                </a:lnTo>
                <a:lnTo>
                  <a:pt x="674" y="77"/>
                </a:lnTo>
                <a:lnTo>
                  <a:pt x="679" y="0"/>
                </a:lnTo>
                <a:lnTo>
                  <a:pt x="853" y="0"/>
                </a:lnTo>
                <a:lnTo>
                  <a:pt x="853" y="77"/>
                </a:lnTo>
                <a:lnTo>
                  <a:pt x="853" y="155"/>
                </a:lnTo>
                <a:lnTo>
                  <a:pt x="853" y="232"/>
                </a:lnTo>
                <a:lnTo>
                  <a:pt x="853" y="310"/>
                </a:lnTo>
                <a:lnTo>
                  <a:pt x="853" y="387"/>
                </a:lnTo>
                <a:lnTo>
                  <a:pt x="853" y="465"/>
                </a:lnTo>
                <a:lnTo>
                  <a:pt x="853" y="542"/>
                </a:lnTo>
                <a:lnTo>
                  <a:pt x="853" y="620"/>
                </a:lnTo>
                <a:lnTo>
                  <a:pt x="853" y="697"/>
                </a:lnTo>
                <a:lnTo>
                  <a:pt x="853" y="775"/>
                </a:lnTo>
                <a:lnTo>
                  <a:pt x="853" y="853"/>
                </a:lnTo>
                <a:lnTo>
                  <a:pt x="853" y="930"/>
                </a:lnTo>
                <a:lnTo>
                  <a:pt x="853" y="1008"/>
                </a:lnTo>
                <a:lnTo>
                  <a:pt x="853" y="1085"/>
                </a:lnTo>
                <a:lnTo>
                  <a:pt x="853" y="1163"/>
                </a:lnTo>
                <a:lnTo>
                  <a:pt x="853" y="1240"/>
                </a:lnTo>
                <a:lnTo>
                  <a:pt x="853" y="1318"/>
                </a:lnTo>
                <a:lnTo>
                  <a:pt x="853" y="1395"/>
                </a:lnTo>
                <a:lnTo>
                  <a:pt x="853" y="1473"/>
                </a:lnTo>
                <a:lnTo>
                  <a:pt x="853" y="1550"/>
                </a:lnTo>
                <a:lnTo>
                  <a:pt x="853" y="1628"/>
                </a:lnTo>
                <a:lnTo>
                  <a:pt x="853" y="1705"/>
                </a:lnTo>
                <a:lnTo>
                  <a:pt x="853" y="1783"/>
                </a:lnTo>
                <a:lnTo>
                  <a:pt x="853" y="1860"/>
                </a:lnTo>
                <a:lnTo>
                  <a:pt x="853" y="1938"/>
                </a:lnTo>
                <a:lnTo>
                  <a:pt x="853" y="2015"/>
                </a:lnTo>
                <a:lnTo>
                  <a:pt x="853" y="2093"/>
                </a:lnTo>
                <a:lnTo>
                  <a:pt x="853" y="2170"/>
                </a:lnTo>
                <a:lnTo>
                  <a:pt x="853" y="2248"/>
                </a:lnTo>
                <a:lnTo>
                  <a:pt x="853" y="2325"/>
                </a:lnTo>
                <a:lnTo>
                  <a:pt x="853" y="2404"/>
                </a:lnTo>
                <a:lnTo>
                  <a:pt x="853" y="2481"/>
                </a:lnTo>
                <a:lnTo>
                  <a:pt x="853" y="2559"/>
                </a:lnTo>
                <a:lnTo>
                  <a:pt x="853" y="2637"/>
                </a:lnTo>
                <a:lnTo>
                  <a:pt x="853" y="2714"/>
                </a:lnTo>
                <a:lnTo>
                  <a:pt x="853" y="2792"/>
                </a:lnTo>
                <a:lnTo>
                  <a:pt x="853" y="2869"/>
                </a:lnTo>
                <a:lnTo>
                  <a:pt x="853" y="2947"/>
                </a:lnTo>
                <a:lnTo>
                  <a:pt x="853" y="3024"/>
                </a:lnTo>
                <a:lnTo>
                  <a:pt x="853" y="3102"/>
                </a:lnTo>
                <a:lnTo>
                  <a:pt x="853" y="3179"/>
                </a:lnTo>
                <a:lnTo>
                  <a:pt x="853" y="3257"/>
                </a:lnTo>
                <a:lnTo>
                  <a:pt x="853" y="3334"/>
                </a:lnTo>
                <a:lnTo>
                  <a:pt x="853" y="3412"/>
                </a:lnTo>
                <a:lnTo>
                  <a:pt x="853" y="3489"/>
                </a:lnTo>
                <a:lnTo>
                  <a:pt x="853" y="3567"/>
                </a:lnTo>
                <a:lnTo>
                  <a:pt x="853" y="3644"/>
                </a:lnTo>
                <a:lnTo>
                  <a:pt x="853" y="3722"/>
                </a:lnTo>
                <a:lnTo>
                  <a:pt x="853" y="3799"/>
                </a:lnTo>
                <a:lnTo>
                  <a:pt x="853" y="3877"/>
                </a:lnTo>
                <a:lnTo>
                  <a:pt x="853" y="3954"/>
                </a:lnTo>
                <a:lnTo>
                  <a:pt x="853" y="4032"/>
                </a:lnTo>
                <a:lnTo>
                  <a:pt x="853" y="4109"/>
                </a:lnTo>
                <a:lnTo>
                  <a:pt x="853" y="4187"/>
                </a:lnTo>
                <a:lnTo>
                  <a:pt x="853" y="4265"/>
                </a:lnTo>
                <a:lnTo>
                  <a:pt x="853" y="4342"/>
                </a:lnTo>
                <a:lnTo>
                  <a:pt x="853" y="4420"/>
                </a:lnTo>
                <a:lnTo>
                  <a:pt x="853" y="4497"/>
                </a:lnTo>
                <a:lnTo>
                  <a:pt x="853" y="4575"/>
                </a:lnTo>
                <a:lnTo>
                  <a:pt x="853" y="4652"/>
                </a:lnTo>
                <a:lnTo>
                  <a:pt x="853" y="4730"/>
                </a:lnTo>
                <a:lnTo>
                  <a:pt x="853" y="4807"/>
                </a:lnTo>
                <a:lnTo>
                  <a:pt x="853" y="4885"/>
                </a:lnTo>
                <a:lnTo>
                  <a:pt x="853" y="4962"/>
                </a:lnTo>
                <a:lnTo>
                  <a:pt x="853" y="5040"/>
                </a:lnTo>
                <a:lnTo>
                  <a:pt x="853" y="5117"/>
                </a:lnTo>
                <a:lnTo>
                  <a:pt x="853" y="5195"/>
                </a:lnTo>
                <a:lnTo>
                  <a:pt x="853" y="5272"/>
                </a:lnTo>
                <a:lnTo>
                  <a:pt x="853" y="5350"/>
                </a:lnTo>
                <a:lnTo>
                  <a:pt x="853" y="5427"/>
                </a:lnTo>
                <a:lnTo>
                  <a:pt x="853" y="5505"/>
                </a:lnTo>
                <a:lnTo>
                  <a:pt x="853" y="5582"/>
                </a:lnTo>
                <a:lnTo>
                  <a:pt x="853" y="5660"/>
                </a:lnTo>
                <a:lnTo>
                  <a:pt x="853" y="5737"/>
                </a:lnTo>
                <a:lnTo>
                  <a:pt x="853" y="5815"/>
                </a:lnTo>
                <a:lnTo>
                  <a:pt x="853" y="5892"/>
                </a:lnTo>
                <a:lnTo>
                  <a:pt x="853" y="5970"/>
                </a:lnTo>
                <a:lnTo>
                  <a:pt x="853" y="6048"/>
                </a:lnTo>
                <a:lnTo>
                  <a:pt x="853" y="6125"/>
                </a:lnTo>
                <a:lnTo>
                  <a:pt x="853" y="6203"/>
                </a:lnTo>
                <a:lnTo>
                  <a:pt x="853" y="6280"/>
                </a:lnTo>
                <a:lnTo>
                  <a:pt x="853" y="6358"/>
                </a:lnTo>
                <a:lnTo>
                  <a:pt x="853" y="6435"/>
                </a:lnTo>
                <a:lnTo>
                  <a:pt x="853" y="6513"/>
                </a:lnTo>
                <a:lnTo>
                  <a:pt x="853" y="6590"/>
                </a:lnTo>
                <a:lnTo>
                  <a:pt x="853" y="6668"/>
                </a:lnTo>
                <a:lnTo>
                  <a:pt x="853" y="6745"/>
                </a:lnTo>
                <a:lnTo>
                  <a:pt x="853" y="6823"/>
                </a:lnTo>
                <a:lnTo>
                  <a:pt x="853" y="6900"/>
                </a:lnTo>
                <a:lnTo>
                  <a:pt x="853" y="6978"/>
                </a:lnTo>
                <a:lnTo>
                  <a:pt x="853" y="7055"/>
                </a:lnTo>
                <a:lnTo>
                  <a:pt x="853" y="7133"/>
                </a:lnTo>
                <a:lnTo>
                  <a:pt x="853" y="7210"/>
                </a:lnTo>
                <a:lnTo>
                  <a:pt x="853" y="7288"/>
                </a:lnTo>
                <a:lnTo>
                  <a:pt x="853" y="7365"/>
                </a:lnTo>
                <a:lnTo>
                  <a:pt x="853" y="7443"/>
                </a:lnTo>
                <a:lnTo>
                  <a:pt x="853" y="7520"/>
                </a:lnTo>
                <a:lnTo>
                  <a:pt x="853" y="7598"/>
                </a:lnTo>
                <a:lnTo>
                  <a:pt x="853" y="7675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11160">
            <a:solidFill>
              <a:srgbClr val="0a7d6e">
                <a:alpha val="55000"/>
              </a:srgbClr>
            </a:solidFill>
            <a:round/>
          </a:ln>
        </p:spPr>
      </p:sp>
      <p:sp>
        <p:nvSpPr>
          <p:cNvPr id="141" name=""/>
          <p:cNvSpPr/>
          <p:nvPr/>
        </p:nvSpPr>
        <p:spPr>
          <a:xfrm>
            <a:off x="5780160" y="927000"/>
            <a:ext cx="308880" cy="1184400"/>
          </a:xfrm>
          <a:custGeom>
            <a:avLst/>
            <a:gdLst/>
            <a:ahLst/>
            <a:rect l="0" t="0" r="r" b="b"/>
            <a:pathLst>
              <a:path w="858" h="3290">
                <a:moveTo>
                  <a:pt x="858" y="3290"/>
                </a:moveTo>
                <a:lnTo>
                  <a:pt x="84" y="3290"/>
                </a:lnTo>
                <a:lnTo>
                  <a:pt x="74" y="3257"/>
                </a:lnTo>
                <a:lnTo>
                  <a:pt x="64" y="3224"/>
                </a:lnTo>
                <a:lnTo>
                  <a:pt x="56" y="3191"/>
                </a:lnTo>
                <a:lnTo>
                  <a:pt x="48" y="3157"/>
                </a:lnTo>
                <a:lnTo>
                  <a:pt x="41" y="3124"/>
                </a:lnTo>
                <a:lnTo>
                  <a:pt x="35" y="3091"/>
                </a:lnTo>
                <a:lnTo>
                  <a:pt x="30" y="3058"/>
                </a:lnTo>
                <a:lnTo>
                  <a:pt x="26" y="3025"/>
                </a:lnTo>
                <a:lnTo>
                  <a:pt x="22" y="2991"/>
                </a:lnTo>
                <a:lnTo>
                  <a:pt x="19" y="2958"/>
                </a:lnTo>
                <a:lnTo>
                  <a:pt x="17" y="2925"/>
                </a:lnTo>
                <a:lnTo>
                  <a:pt x="15" y="2892"/>
                </a:lnTo>
                <a:lnTo>
                  <a:pt x="14" y="2858"/>
                </a:lnTo>
                <a:lnTo>
                  <a:pt x="13" y="2825"/>
                </a:lnTo>
                <a:lnTo>
                  <a:pt x="13" y="2792"/>
                </a:lnTo>
                <a:lnTo>
                  <a:pt x="12" y="2759"/>
                </a:lnTo>
                <a:lnTo>
                  <a:pt x="13" y="2726"/>
                </a:lnTo>
                <a:lnTo>
                  <a:pt x="13" y="2692"/>
                </a:lnTo>
                <a:lnTo>
                  <a:pt x="14" y="2659"/>
                </a:lnTo>
                <a:lnTo>
                  <a:pt x="15" y="2626"/>
                </a:lnTo>
                <a:lnTo>
                  <a:pt x="16" y="2593"/>
                </a:lnTo>
                <a:lnTo>
                  <a:pt x="17" y="2559"/>
                </a:lnTo>
                <a:lnTo>
                  <a:pt x="18" y="2526"/>
                </a:lnTo>
                <a:lnTo>
                  <a:pt x="19" y="2493"/>
                </a:lnTo>
                <a:lnTo>
                  <a:pt x="20" y="2460"/>
                </a:lnTo>
                <a:lnTo>
                  <a:pt x="21" y="2427"/>
                </a:lnTo>
                <a:lnTo>
                  <a:pt x="22" y="2393"/>
                </a:lnTo>
                <a:lnTo>
                  <a:pt x="23" y="2360"/>
                </a:lnTo>
                <a:lnTo>
                  <a:pt x="23" y="2326"/>
                </a:lnTo>
                <a:lnTo>
                  <a:pt x="24" y="2293"/>
                </a:lnTo>
                <a:lnTo>
                  <a:pt x="24" y="2259"/>
                </a:lnTo>
                <a:lnTo>
                  <a:pt x="24" y="2226"/>
                </a:lnTo>
                <a:lnTo>
                  <a:pt x="24" y="2193"/>
                </a:lnTo>
                <a:lnTo>
                  <a:pt x="24" y="2160"/>
                </a:lnTo>
                <a:lnTo>
                  <a:pt x="24" y="2126"/>
                </a:lnTo>
                <a:lnTo>
                  <a:pt x="23" y="2093"/>
                </a:lnTo>
                <a:lnTo>
                  <a:pt x="22" y="2060"/>
                </a:lnTo>
                <a:lnTo>
                  <a:pt x="21" y="2027"/>
                </a:lnTo>
                <a:lnTo>
                  <a:pt x="20" y="1994"/>
                </a:lnTo>
                <a:lnTo>
                  <a:pt x="19" y="1960"/>
                </a:lnTo>
                <a:lnTo>
                  <a:pt x="17" y="1927"/>
                </a:lnTo>
                <a:lnTo>
                  <a:pt x="16" y="1894"/>
                </a:lnTo>
                <a:lnTo>
                  <a:pt x="14" y="1861"/>
                </a:lnTo>
                <a:lnTo>
                  <a:pt x="12" y="1827"/>
                </a:lnTo>
                <a:lnTo>
                  <a:pt x="11" y="1794"/>
                </a:lnTo>
                <a:lnTo>
                  <a:pt x="9" y="1761"/>
                </a:lnTo>
                <a:lnTo>
                  <a:pt x="7" y="1728"/>
                </a:lnTo>
                <a:lnTo>
                  <a:pt x="6" y="1695"/>
                </a:lnTo>
                <a:lnTo>
                  <a:pt x="4" y="1661"/>
                </a:lnTo>
                <a:lnTo>
                  <a:pt x="3" y="1628"/>
                </a:lnTo>
                <a:lnTo>
                  <a:pt x="2" y="1595"/>
                </a:lnTo>
                <a:lnTo>
                  <a:pt x="1" y="1562"/>
                </a:lnTo>
                <a:lnTo>
                  <a:pt x="1" y="1528"/>
                </a:lnTo>
                <a:lnTo>
                  <a:pt x="0" y="1495"/>
                </a:lnTo>
                <a:lnTo>
                  <a:pt x="1" y="1462"/>
                </a:lnTo>
                <a:lnTo>
                  <a:pt x="1" y="1429"/>
                </a:lnTo>
                <a:lnTo>
                  <a:pt x="2" y="1396"/>
                </a:lnTo>
                <a:lnTo>
                  <a:pt x="4" y="1362"/>
                </a:lnTo>
                <a:lnTo>
                  <a:pt x="6" y="1329"/>
                </a:lnTo>
                <a:lnTo>
                  <a:pt x="9" y="1296"/>
                </a:lnTo>
                <a:lnTo>
                  <a:pt x="12" y="1263"/>
                </a:lnTo>
                <a:lnTo>
                  <a:pt x="16" y="1229"/>
                </a:lnTo>
                <a:lnTo>
                  <a:pt x="21" y="1196"/>
                </a:lnTo>
                <a:lnTo>
                  <a:pt x="27" y="1163"/>
                </a:lnTo>
                <a:lnTo>
                  <a:pt x="33" y="1130"/>
                </a:lnTo>
                <a:lnTo>
                  <a:pt x="40" y="1097"/>
                </a:lnTo>
                <a:lnTo>
                  <a:pt x="48" y="1063"/>
                </a:lnTo>
                <a:lnTo>
                  <a:pt x="56" y="1030"/>
                </a:lnTo>
                <a:lnTo>
                  <a:pt x="66" y="997"/>
                </a:lnTo>
                <a:lnTo>
                  <a:pt x="76" y="964"/>
                </a:lnTo>
                <a:lnTo>
                  <a:pt x="86" y="930"/>
                </a:lnTo>
                <a:lnTo>
                  <a:pt x="98" y="897"/>
                </a:lnTo>
                <a:lnTo>
                  <a:pt x="110" y="864"/>
                </a:lnTo>
                <a:lnTo>
                  <a:pt x="122" y="831"/>
                </a:lnTo>
                <a:lnTo>
                  <a:pt x="136" y="798"/>
                </a:lnTo>
                <a:lnTo>
                  <a:pt x="150" y="764"/>
                </a:lnTo>
                <a:lnTo>
                  <a:pt x="164" y="731"/>
                </a:lnTo>
                <a:lnTo>
                  <a:pt x="179" y="698"/>
                </a:lnTo>
                <a:lnTo>
                  <a:pt x="194" y="665"/>
                </a:lnTo>
                <a:lnTo>
                  <a:pt x="210" y="631"/>
                </a:lnTo>
                <a:lnTo>
                  <a:pt x="226" y="598"/>
                </a:lnTo>
                <a:lnTo>
                  <a:pt x="242" y="565"/>
                </a:lnTo>
                <a:lnTo>
                  <a:pt x="258" y="532"/>
                </a:lnTo>
                <a:lnTo>
                  <a:pt x="275" y="499"/>
                </a:lnTo>
                <a:lnTo>
                  <a:pt x="291" y="465"/>
                </a:lnTo>
                <a:lnTo>
                  <a:pt x="308" y="432"/>
                </a:lnTo>
                <a:lnTo>
                  <a:pt x="325" y="399"/>
                </a:lnTo>
                <a:lnTo>
                  <a:pt x="341" y="366"/>
                </a:lnTo>
                <a:lnTo>
                  <a:pt x="358" y="332"/>
                </a:lnTo>
                <a:lnTo>
                  <a:pt x="374" y="299"/>
                </a:lnTo>
                <a:lnTo>
                  <a:pt x="391" y="266"/>
                </a:lnTo>
                <a:lnTo>
                  <a:pt x="407" y="233"/>
                </a:lnTo>
                <a:lnTo>
                  <a:pt x="423" y="200"/>
                </a:lnTo>
                <a:lnTo>
                  <a:pt x="438" y="166"/>
                </a:lnTo>
                <a:lnTo>
                  <a:pt x="454" y="133"/>
                </a:lnTo>
                <a:lnTo>
                  <a:pt x="469" y="100"/>
                </a:lnTo>
                <a:lnTo>
                  <a:pt x="484" y="67"/>
                </a:lnTo>
                <a:lnTo>
                  <a:pt x="498" y="33"/>
                </a:lnTo>
                <a:lnTo>
                  <a:pt x="512" y="0"/>
                </a:lnTo>
                <a:lnTo>
                  <a:pt x="858" y="0"/>
                </a:lnTo>
                <a:lnTo>
                  <a:pt x="858" y="33"/>
                </a:lnTo>
                <a:lnTo>
                  <a:pt x="858" y="67"/>
                </a:lnTo>
                <a:lnTo>
                  <a:pt x="858" y="100"/>
                </a:lnTo>
                <a:lnTo>
                  <a:pt x="858" y="133"/>
                </a:lnTo>
                <a:lnTo>
                  <a:pt x="858" y="166"/>
                </a:lnTo>
                <a:lnTo>
                  <a:pt x="858" y="200"/>
                </a:lnTo>
                <a:lnTo>
                  <a:pt x="858" y="233"/>
                </a:lnTo>
                <a:lnTo>
                  <a:pt x="858" y="266"/>
                </a:lnTo>
                <a:lnTo>
                  <a:pt x="858" y="299"/>
                </a:lnTo>
                <a:lnTo>
                  <a:pt x="858" y="332"/>
                </a:lnTo>
                <a:lnTo>
                  <a:pt x="858" y="366"/>
                </a:lnTo>
                <a:lnTo>
                  <a:pt x="858" y="399"/>
                </a:lnTo>
                <a:lnTo>
                  <a:pt x="858" y="432"/>
                </a:lnTo>
                <a:lnTo>
                  <a:pt x="858" y="465"/>
                </a:lnTo>
                <a:lnTo>
                  <a:pt x="858" y="499"/>
                </a:lnTo>
                <a:lnTo>
                  <a:pt x="858" y="532"/>
                </a:lnTo>
                <a:lnTo>
                  <a:pt x="858" y="565"/>
                </a:lnTo>
                <a:lnTo>
                  <a:pt x="858" y="598"/>
                </a:lnTo>
                <a:lnTo>
                  <a:pt x="858" y="631"/>
                </a:lnTo>
                <a:lnTo>
                  <a:pt x="858" y="665"/>
                </a:lnTo>
                <a:lnTo>
                  <a:pt x="858" y="698"/>
                </a:lnTo>
                <a:lnTo>
                  <a:pt x="858" y="731"/>
                </a:lnTo>
                <a:lnTo>
                  <a:pt x="858" y="764"/>
                </a:lnTo>
                <a:lnTo>
                  <a:pt x="858" y="798"/>
                </a:lnTo>
                <a:lnTo>
                  <a:pt x="858" y="831"/>
                </a:lnTo>
                <a:lnTo>
                  <a:pt x="858" y="864"/>
                </a:lnTo>
                <a:lnTo>
                  <a:pt x="858" y="897"/>
                </a:lnTo>
                <a:lnTo>
                  <a:pt x="858" y="930"/>
                </a:lnTo>
                <a:lnTo>
                  <a:pt x="858" y="964"/>
                </a:lnTo>
                <a:lnTo>
                  <a:pt x="858" y="997"/>
                </a:lnTo>
                <a:lnTo>
                  <a:pt x="858" y="1030"/>
                </a:lnTo>
                <a:lnTo>
                  <a:pt x="858" y="1063"/>
                </a:lnTo>
                <a:lnTo>
                  <a:pt x="858" y="1097"/>
                </a:lnTo>
                <a:lnTo>
                  <a:pt x="858" y="1130"/>
                </a:lnTo>
                <a:lnTo>
                  <a:pt x="858" y="1163"/>
                </a:lnTo>
                <a:lnTo>
                  <a:pt x="858" y="1196"/>
                </a:lnTo>
                <a:lnTo>
                  <a:pt x="858" y="1229"/>
                </a:lnTo>
                <a:lnTo>
                  <a:pt x="858" y="1263"/>
                </a:lnTo>
                <a:lnTo>
                  <a:pt x="858" y="1296"/>
                </a:lnTo>
                <a:lnTo>
                  <a:pt x="858" y="1329"/>
                </a:lnTo>
                <a:lnTo>
                  <a:pt x="858" y="1362"/>
                </a:lnTo>
                <a:lnTo>
                  <a:pt x="858" y="1396"/>
                </a:lnTo>
                <a:lnTo>
                  <a:pt x="858" y="1429"/>
                </a:lnTo>
                <a:lnTo>
                  <a:pt x="858" y="1462"/>
                </a:lnTo>
                <a:lnTo>
                  <a:pt x="858" y="1495"/>
                </a:lnTo>
                <a:lnTo>
                  <a:pt x="858" y="1528"/>
                </a:lnTo>
                <a:lnTo>
                  <a:pt x="858" y="1562"/>
                </a:lnTo>
                <a:lnTo>
                  <a:pt x="858" y="1595"/>
                </a:lnTo>
                <a:lnTo>
                  <a:pt x="858" y="1628"/>
                </a:lnTo>
                <a:lnTo>
                  <a:pt x="858" y="1661"/>
                </a:lnTo>
                <a:lnTo>
                  <a:pt x="858" y="1695"/>
                </a:lnTo>
                <a:lnTo>
                  <a:pt x="858" y="1728"/>
                </a:lnTo>
                <a:lnTo>
                  <a:pt x="858" y="1761"/>
                </a:lnTo>
                <a:lnTo>
                  <a:pt x="858" y="1794"/>
                </a:lnTo>
                <a:lnTo>
                  <a:pt x="858" y="1827"/>
                </a:lnTo>
                <a:lnTo>
                  <a:pt x="858" y="1861"/>
                </a:lnTo>
                <a:lnTo>
                  <a:pt x="858" y="1894"/>
                </a:lnTo>
                <a:lnTo>
                  <a:pt x="858" y="1927"/>
                </a:lnTo>
                <a:lnTo>
                  <a:pt x="858" y="1960"/>
                </a:lnTo>
                <a:lnTo>
                  <a:pt x="858" y="1994"/>
                </a:lnTo>
                <a:lnTo>
                  <a:pt x="858" y="2027"/>
                </a:lnTo>
                <a:lnTo>
                  <a:pt x="858" y="2060"/>
                </a:lnTo>
                <a:lnTo>
                  <a:pt x="858" y="2093"/>
                </a:lnTo>
                <a:lnTo>
                  <a:pt x="858" y="2126"/>
                </a:lnTo>
                <a:lnTo>
                  <a:pt x="858" y="2160"/>
                </a:lnTo>
                <a:lnTo>
                  <a:pt x="858" y="2193"/>
                </a:lnTo>
                <a:lnTo>
                  <a:pt x="858" y="2226"/>
                </a:lnTo>
                <a:lnTo>
                  <a:pt x="858" y="2259"/>
                </a:lnTo>
                <a:lnTo>
                  <a:pt x="858" y="2293"/>
                </a:lnTo>
                <a:lnTo>
                  <a:pt x="858" y="2326"/>
                </a:lnTo>
                <a:lnTo>
                  <a:pt x="858" y="2360"/>
                </a:lnTo>
                <a:lnTo>
                  <a:pt x="858" y="2393"/>
                </a:lnTo>
                <a:lnTo>
                  <a:pt x="858" y="2427"/>
                </a:lnTo>
                <a:lnTo>
                  <a:pt x="858" y="2460"/>
                </a:lnTo>
                <a:lnTo>
                  <a:pt x="858" y="2493"/>
                </a:lnTo>
                <a:lnTo>
                  <a:pt x="858" y="2526"/>
                </a:lnTo>
                <a:lnTo>
                  <a:pt x="858" y="2559"/>
                </a:lnTo>
                <a:lnTo>
                  <a:pt x="858" y="2593"/>
                </a:lnTo>
                <a:lnTo>
                  <a:pt x="858" y="2626"/>
                </a:lnTo>
                <a:lnTo>
                  <a:pt x="858" y="2659"/>
                </a:lnTo>
                <a:lnTo>
                  <a:pt x="858" y="2692"/>
                </a:lnTo>
                <a:lnTo>
                  <a:pt x="858" y="2726"/>
                </a:lnTo>
                <a:lnTo>
                  <a:pt x="858" y="2759"/>
                </a:lnTo>
                <a:lnTo>
                  <a:pt x="858" y="2792"/>
                </a:lnTo>
                <a:lnTo>
                  <a:pt x="858" y="2825"/>
                </a:lnTo>
                <a:lnTo>
                  <a:pt x="858" y="2858"/>
                </a:lnTo>
                <a:lnTo>
                  <a:pt x="858" y="2892"/>
                </a:lnTo>
                <a:lnTo>
                  <a:pt x="858" y="2925"/>
                </a:lnTo>
                <a:lnTo>
                  <a:pt x="858" y="2958"/>
                </a:lnTo>
                <a:lnTo>
                  <a:pt x="858" y="2991"/>
                </a:lnTo>
                <a:lnTo>
                  <a:pt x="858" y="3025"/>
                </a:lnTo>
                <a:lnTo>
                  <a:pt x="858" y="3058"/>
                </a:lnTo>
                <a:lnTo>
                  <a:pt x="858" y="3091"/>
                </a:lnTo>
                <a:lnTo>
                  <a:pt x="858" y="3124"/>
                </a:lnTo>
                <a:lnTo>
                  <a:pt x="858" y="3157"/>
                </a:lnTo>
                <a:lnTo>
                  <a:pt x="858" y="3191"/>
                </a:lnTo>
                <a:lnTo>
                  <a:pt x="858" y="3224"/>
                </a:lnTo>
                <a:lnTo>
                  <a:pt x="858" y="3257"/>
                </a:lnTo>
                <a:lnTo>
                  <a:pt x="858" y="329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11160">
            <a:solidFill>
              <a:srgbClr val="c53e1f">
                <a:alpha val="55000"/>
              </a:srgbClr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4795920" y="1716480"/>
            <a:ext cx="229320" cy="789840"/>
          </a:xfrm>
          <a:custGeom>
            <a:avLst/>
            <a:gdLst/>
            <a:ahLst/>
            <a:rect l="0" t="0" r="r" b="b"/>
            <a:pathLst>
              <a:path w="637" h="2194">
                <a:moveTo>
                  <a:pt x="0" y="2194"/>
                </a:moveTo>
                <a:lnTo>
                  <a:pt x="637" y="2194"/>
                </a:lnTo>
                <a:lnTo>
                  <a:pt x="637" y="0"/>
                </a:lnTo>
                <a:lnTo>
                  <a:pt x="0" y="0"/>
                </a:lnTo>
                <a:lnTo>
                  <a:pt x="0" y="2194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a7d6e">
                <a:alpha val="95000"/>
              </a:srgbClr>
            </a:solidFill>
            <a:miter/>
          </a:ln>
        </p:spPr>
      </p:sp>
      <p:sp>
        <p:nvSpPr>
          <p:cNvPr id="143" name=""/>
          <p:cNvSpPr/>
          <p:nvPr/>
        </p:nvSpPr>
        <p:spPr>
          <a:xfrm>
            <a:off x="4910400" y="2505960"/>
            <a:ext cx="0" cy="78912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/>
          <p:nvPr/>
        </p:nvSpPr>
        <p:spPr>
          <a:xfrm flipV="1">
            <a:off x="4910400" y="532440"/>
            <a:ext cx="0" cy="118404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/>
          <p:nvPr/>
        </p:nvSpPr>
        <p:spPr>
          <a:xfrm>
            <a:off x="4853160" y="3295080"/>
            <a:ext cx="114480" cy="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/>
          <p:nvPr/>
        </p:nvSpPr>
        <p:spPr>
          <a:xfrm>
            <a:off x="4853160" y="532440"/>
            <a:ext cx="114480" cy="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/>
          <p:nvPr/>
        </p:nvSpPr>
        <p:spPr>
          <a:xfrm>
            <a:off x="6321960" y="1321920"/>
            <a:ext cx="229320" cy="789480"/>
          </a:xfrm>
          <a:custGeom>
            <a:avLst/>
            <a:gdLst/>
            <a:ahLst/>
            <a:rect l="0" t="0" r="r" b="b"/>
            <a:pathLst>
              <a:path w="637" h="2193">
                <a:moveTo>
                  <a:pt x="0" y="2193"/>
                </a:moveTo>
                <a:lnTo>
                  <a:pt x="637" y="2193"/>
                </a:lnTo>
                <a:lnTo>
                  <a:pt x="637" y="0"/>
                </a:lnTo>
                <a:lnTo>
                  <a:pt x="0" y="0"/>
                </a:lnTo>
                <a:lnTo>
                  <a:pt x="0" y="2193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c53e1f">
                <a:alpha val="95000"/>
              </a:srgbClr>
            </a:solidFill>
            <a:miter/>
          </a:ln>
        </p:spPr>
      </p:sp>
      <p:sp>
        <p:nvSpPr>
          <p:cNvPr id="148" name=""/>
          <p:cNvSpPr/>
          <p:nvPr/>
        </p:nvSpPr>
        <p:spPr>
          <a:xfrm>
            <a:off x="6436440" y="2111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cap="sq" w="11160">
            <a:solidFill>
              <a:srgbClr val="c53e1f"/>
            </a:solidFill>
            <a:round/>
          </a:ln>
        </p:spPr>
      </p:sp>
      <p:sp>
        <p:nvSpPr>
          <p:cNvPr id="149" name=""/>
          <p:cNvSpPr/>
          <p:nvPr/>
        </p:nvSpPr>
        <p:spPr>
          <a:xfrm flipV="1">
            <a:off x="6436440" y="927000"/>
            <a:ext cx="0" cy="39492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/>
          <p:nvPr/>
        </p:nvSpPr>
        <p:spPr>
          <a:xfrm>
            <a:off x="6379200" y="2111040"/>
            <a:ext cx="114480" cy="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/>
          <p:nvPr/>
        </p:nvSpPr>
        <p:spPr>
          <a:xfrm>
            <a:off x="6379200" y="927000"/>
            <a:ext cx="114480" cy="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/>
          <p:nvPr/>
        </p:nvSpPr>
        <p:spPr>
          <a:xfrm>
            <a:off x="4788360" y="243720"/>
            <a:ext cx="1526400" cy="91800"/>
          </a:xfrm>
          <a:custGeom>
            <a:avLst/>
            <a:gdLst/>
            <a:ahLst/>
            <a:rect l="0" t="0" r="r" b="b"/>
            <a:pathLst>
              <a:path fill="none" w="4240" h="255">
                <a:moveTo>
                  <a:pt x="0" y="255"/>
                </a:moveTo>
                <a:lnTo>
                  <a:pt x="0" y="0"/>
                </a:lnTo>
                <a:lnTo>
                  <a:pt x="4240" y="0"/>
                </a:lnTo>
                <a:lnTo>
                  <a:pt x="4240" y="255"/>
                </a:lnTo>
              </a:path>
            </a:pathLst>
          </a:custGeom>
          <a:ln cap="sq" w="11160">
            <a:solidFill>
              <a:srgbClr val="000000"/>
            </a:solidFill>
            <a:round/>
          </a:ln>
        </p:spPr>
      </p:sp>
      <p:sp>
        <p:nvSpPr>
          <p:cNvPr id="153" name=""/>
          <p:cNvSpPr/>
          <p:nvPr/>
        </p:nvSpPr>
        <p:spPr>
          <a:xfrm>
            <a:off x="4795920" y="2111040"/>
            <a:ext cx="22896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4" name=""/>
          <p:cNvSpPr/>
          <p:nvPr/>
        </p:nvSpPr>
        <p:spPr>
          <a:xfrm>
            <a:off x="6321960" y="1716480"/>
            <a:ext cx="22896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5" name=""/>
          <p:cNvSpPr/>
          <p:nvPr/>
        </p:nvSpPr>
        <p:spPr>
          <a:xfrm flipV="1">
            <a:off x="4147200" y="91440"/>
            <a:ext cx="0" cy="33562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/>
          <p:nvPr/>
        </p:nvSpPr>
        <p:spPr>
          <a:xfrm>
            <a:off x="4147200" y="3447720"/>
            <a:ext cx="30524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57" name=""/>
          <p:cNvSpPr/>
          <p:nvPr/>
        </p:nvSpPr>
        <p:spPr>
          <a:xfrm>
            <a:off x="5283720" y="20840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1" y="95"/>
                  <a:pt x="151" y="75"/>
                </a:cubicBezTo>
                <a:cubicBezTo>
                  <a:pt x="151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5265000" y="1689480"/>
            <a:ext cx="54360" cy="54720"/>
          </a:xfrm>
          <a:custGeom>
            <a:avLst/>
            <a:gdLst/>
            <a:ahLst/>
            <a:rect l="0" t="0" r="r" b="b"/>
            <a:pathLst>
              <a:path w="151" h="152">
                <a:moveTo>
                  <a:pt x="76" y="152"/>
                </a:moveTo>
                <a:cubicBezTo>
                  <a:pt x="96" y="152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9"/>
                  <a:pt x="96" y="0"/>
                  <a:pt x="76" y="0"/>
                </a:cubicBezTo>
                <a:cubicBezTo>
                  <a:pt x="56" y="0"/>
                  <a:pt x="36" y="9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6" y="152"/>
                  <a:pt x="76" y="152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5109840" y="24789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0" name=""/>
          <p:cNvSpPr/>
          <p:nvPr/>
        </p:nvSpPr>
        <p:spPr>
          <a:xfrm>
            <a:off x="5264640" y="287352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6" y="151"/>
                </a:moveTo>
                <a:cubicBezTo>
                  <a:pt x="95" y="151"/>
                  <a:pt x="114" y="143"/>
                  <a:pt x="128" y="128"/>
                </a:cubicBezTo>
                <a:cubicBezTo>
                  <a:pt x="142" y="114"/>
                  <a:pt x="150" y="95"/>
                  <a:pt x="150" y="75"/>
                </a:cubicBezTo>
                <a:cubicBezTo>
                  <a:pt x="150" y="55"/>
                  <a:pt x="142" y="36"/>
                  <a:pt x="128" y="22"/>
                </a:cubicBezTo>
                <a:cubicBezTo>
                  <a:pt x="114" y="8"/>
                  <a:pt x="95" y="0"/>
                  <a:pt x="76" y="0"/>
                </a:cubicBezTo>
                <a:cubicBezTo>
                  <a:pt x="56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1" name=""/>
          <p:cNvSpPr/>
          <p:nvPr/>
        </p:nvSpPr>
        <p:spPr>
          <a:xfrm>
            <a:off x="5131440" y="247896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4" y="151"/>
                </a:moveTo>
                <a:cubicBezTo>
                  <a:pt x="94" y="151"/>
                  <a:pt x="113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6"/>
                  <a:pt x="128" y="22"/>
                </a:cubicBezTo>
                <a:cubicBezTo>
                  <a:pt x="113" y="8"/>
                  <a:pt x="94" y="0"/>
                  <a:pt x="74" y="0"/>
                </a:cubicBezTo>
                <a:cubicBezTo>
                  <a:pt x="55" y="0"/>
                  <a:pt x="35" y="8"/>
                  <a:pt x="21" y="22"/>
                </a:cubicBezTo>
                <a:cubicBezTo>
                  <a:pt x="7" y="36"/>
                  <a:pt x="0" y="56"/>
                  <a:pt x="0" y="76"/>
                </a:cubicBezTo>
                <a:cubicBezTo>
                  <a:pt x="0" y="96"/>
                  <a:pt x="7" y="115"/>
                  <a:pt x="21" y="129"/>
                </a:cubicBezTo>
                <a:cubicBezTo>
                  <a:pt x="35" y="143"/>
                  <a:pt x="55" y="151"/>
                  <a:pt x="74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2" name=""/>
          <p:cNvSpPr/>
          <p:nvPr/>
        </p:nvSpPr>
        <p:spPr>
          <a:xfrm>
            <a:off x="5280120" y="20840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3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3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3" name=""/>
          <p:cNvSpPr/>
          <p:nvPr/>
        </p:nvSpPr>
        <p:spPr>
          <a:xfrm>
            <a:off x="5122800" y="24789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1" y="96"/>
                  <a:pt x="151" y="76"/>
                </a:cubicBezTo>
                <a:cubicBezTo>
                  <a:pt x="151" y="56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4" name=""/>
          <p:cNvSpPr/>
          <p:nvPr/>
        </p:nvSpPr>
        <p:spPr>
          <a:xfrm>
            <a:off x="5220720" y="90000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5" name=""/>
          <p:cNvSpPr/>
          <p:nvPr/>
        </p:nvSpPr>
        <p:spPr>
          <a:xfrm>
            <a:off x="5095440" y="50544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4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7"/>
                  <a:pt x="128" y="23"/>
                </a:cubicBezTo>
                <a:cubicBezTo>
                  <a:pt x="114" y="8"/>
                  <a:pt x="95" y="0"/>
                  <a:pt x="74" y="0"/>
                </a:cubicBezTo>
                <a:cubicBezTo>
                  <a:pt x="55" y="0"/>
                  <a:pt x="35" y="8"/>
                  <a:pt x="21" y="23"/>
                </a:cubicBezTo>
                <a:cubicBezTo>
                  <a:pt x="7" y="37"/>
                  <a:pt x="0" y="56"/>
                  <a:pt x="0" y="76"/>
                </a:cubicBezTo>
                <a:cubicBezTo>
                  <a:pt x="0" y="96"/>
                  <a:pt x="7" y="115"/>
                  <a:pt x="21" y="129"/>
                </a:cubicBezTo>
                <a:cubicBezTo>
                  <a:pt x="35" y="143"/>
                  <a:pt x="55" y="151"/>
                  <a:pt x="74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6" name=""/>
          <p:cNvSpPr/>
          <p:nvPr/>
        </p:nvSpPr>
        <p:spPr>
          <a:xfrm>
            <a:off x="5200920" y="1689480"/>
            <a:ext cx="54000" cy="54720"/>
          </a:xfrm>
          <a:custGeom>
            <a:avLst/>
            <a:gdLst/>
            <a:ahLst/>
            <a:rect l="0" t="0" r="r" b="b"/>
            <a:pathLst>
              <a:path w="150" h="152">
                <a:moveTo>
                  <a:pt x="74" y="152"/>
                </a:moveTo>
                <a:cubicBezTo>
                  <a:pt x="95" y="152"/>
                  <a:pt x="114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7"/>
                  <a:pt x="128" y="23"/>
                </a:cubicBezTo>
                <a:cubicBezTo>
                  <a:pt x="114" y="9"/>
                  <a:pt x="95" y="0"/>
                  <a:pt x="74" y="0"/>
                </a:cubicBezTo>
                <a:cubicBezTo>
                  <a:pt x="55" y="0"/>
                  <a:pt x="36" y="9"/>
                  <a:pt x="21" y="23"/>
                </a:cubicBezTo>
                <a:cubicBezTo>
                  <a:pt x="7" y="37"/>
                  <a:pt x="0" y="56"/>
                  <a:pt x="0" y="76"/>
                </a:cubicBezTo>
                <a:cubicBezTo>
                  <a:pt x="0" y="96"/>
                  <a:pt x="7" y="115"/>
                  <a:pt x="21" y="129"/>
                </a:cubicBezTo>
                <a:cubicBezTo>
                  <a:pt x="36" y="143"/>
                  <a:pt x="55" y="152"/>
                  <a:pt x="74" y="152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7" name=""/>
          <p:cNvSpPr/>
          <p:nvPr/>
        </p:nvSpPr>
        <p:spPr>
          <a:xfrm>
            <a:off x="5106600" y="287352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8" name=""/>
          <p:cNvSpPr/>
          <p:nvPr/>
        </p:nvSpPr>
        <p:spPr>
          <a:xfrm>
            <a:off x="5124240" y="1689480"/>
            <a:ext cx="54000" cy="54720"/>
          </a:xfrm>
          <a:custGeom>
            <a:avLst/>
            <a:gdLst/>
            <a:ahLst/>
            <a:rect l="0" t="0" r="r" b="b"/>
            <a:pathLst>
              <a:path w="150" h="152">
                <a:moveTo>
                  <a:pt x="75" y="152"/>
                </a:moveTo>
                <a:cubicBezTo>
                  <a:pt x="94" y="152"/>
                  <a:pt x="114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7"/>
                  <a:pt x="128" y="23"/>
                </a:cubicBezTo>
                <a:cubicBezTo>
                  <a:pt x="114" y="9"/>
                  <a:pt x="94" y="0"/>
                  <a:pt x="75" y="0"/>
                </a:cubicBezTo>
                <a:cubicBezTo>
                  <a:pt x="55" y="0"/>
                  <a:pt x="36" y="9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2"/>
                  <a:pt x="75" y="152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69" name=""/>
          <p:cNvSpPr/>
          <p:nvPr/>
        </p:nvSpPr>
        <p:spPr>
          <a:xfrm>
            <a:off x="5092200" y="1689480"/>
            <a:ext cx="54000" cy="54720"/>
          </a:xfrm>
          <a:custGeom>
            <a:avLst/>
            <a:gdLst/>
            <a:ahLst/>
            <a:rect l="0" t="0" r="r" b="b"/>
            <a:pathLst>
              <a:path w="150" h="152">
                <a:moveTo>
                  <a:pt x="75" y="152"/>
                </a:moveTo>
                <a:cubicBezTo>
                  <a:pt x="95" y="152"/>
                  <a:pt x="115" y="143"/>
                  <a:pt x="129" y="129"/>
                </a:cubicBezTo>
                <a:cubicBezTo>
                  <a:pt x="143" y="115"/>
                  <a:pt x="150" y="96"/>
                  <a:pt x="150" y="76"/>
                </a:cubicBezTo>
                <a:cubicBezTo>
                  <a:pt x="150" y="56"/>
                  <a:pt x="143" y="37"/>
                  <a:pt x="129" y="23"/>
                </a:cubicBezTo>
                <a:cubicBezTo>
                  <a:pt x="115" y="9"/>
                  <a:pt x="95" y="0"/>
                  <a:pt x="75" y="0"/>
                </a:cubicBezTo>
                <a:cubicBezTo>
                  <a:pt x="55" y="0"/>
                  <a:pt x="36" y="9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2"/>
                  <a:pt x="75" y="152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0" name=""/>
          <p:cNvSpPr/>
          <p:nvPr/>
        </p:nvSpPr>
        <p:spPr>
          <a:xfrm>
            <a:off x="5153760" y="326844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4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4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1" name=""/>
          <p:cNvSpPr/>
          <p:nvPr/>
        </p:nvSpPr>
        <p:spPr>
          <a:xfrm>
            <a:off x="5187240" y="24789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2" name=""/>
          <p:cNvSpPr/>
          <p:nvPr/>
        </p:nvSpPr>
        <p:spPr>
          <a:xfrm>
            <a:off x="5126400" y="20840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3" name=""/>
          <p:cNvSpPr/>
          <p:nvPr/>
        </p:nvSpPr>
        <p:spPr>
          <a:xfrm>
            <a:off x="6764400" y="20840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4" name=""/>
          <p:cNvSpPr/>
          <p:nvPr/>
        </p:nvSpPr>
        <p:spPr>
          <a:xfrm>
            <a:off x="6698520" y="12949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5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5" name=""/>
          <p:cNvSpPr/>
          <p:nvPr/>
        </p:nvSpPr>
        <p:spPr>
          <a:xfrm>
            <a:off x="6660000" y="1689480"/>
            <a:ext cx="54360" cy="54720"/>
          </a:xfrm>
          <a:custGeom>
            <a:avLst/>
            <a:gdLst/>
            <a:ahLst/>
            <a:rect l="0" t="0" r="r" b="b"/>
            <a:pathLst>
              <a:path w="151" h="152">
                <a:moveTo>
                  <a:pt x="76" y="152"/>
                </a:moveTo>
                <a:cubicBezTo>
                  <a:pt x="96" y="152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9"/>
                  <a:pt x="96" y="0"/>
                  <a:pt x="76" y="0"/>
                </a:cubicBezTo>
                <a:cubicBezTo>
                  <a:pt x="56" y="0"/>
                  <a:pt x="36" y="9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6" y="152"/>
                  <a:pt x="76" y="152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6" name=""/>
          <p:cNvSpPr/>
          <p:nvPr/>
        </p:nvSpPr>
        <p:spPr>
          <a:xfrm>
            <a:off x="6614640" y="12949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5"/>
                  <a:pt x="8" y="114"/>
                  <a:pt x="22" y="128"/>
                </a:cubicBezTo>
                <a:cubicBezTo>
                  <a:pt x="37" y="142"/>
                  <a:pt x="56" y="150"/>
                  <a:pt x="76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7" name=""/>
          <p:cNvSpPr/>
          <p:nvPr/>
        </p:nvSpPr>
        <p:spPr>
          <a:xfrm>
            <a:off x="6754320" y="1689480"/>
            <a:ext cx="54360" cy="54720"/>
          </a:xfrm>
          <a:custGeom>
            <a:avLst/>
            <a:gdLst/>
            <a:ahLst/>
            <a:rect l="0" t="0" r="r" b="b"/>
            <a:pathLst>
              <a:path w="151" h="152">
                <a:moveTo>
                  <a:pt x="75" y="152"/>
                </a:moveTo>
                <a:cubicBezTo>
                  <a:pt x="96" y="152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9"/>
                  <a:pt x="96" y="0"/>
                  <a:pt x="75" y="0"/>
                </a:cubicBezTo>
                <a:cubicBezTo>
                  <a:pt x="55" y="0"/>
                  <a:pt x="36" y="9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2"/>
                  <a:pt x="75" y="152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8" name=""/>
          <p:cNvSpPr/>
          <p:nvPr/>
        </p:nvSpPr>
        <p:spPr>
          <a:xfrm>
            <a:off x="6673680" y="90000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3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3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79" name=""/>
          <p:cNvSpPr/>
          <p:nvPr/>
        </p:nvSpPr>
        <p:spPr>
          <a:xfrm>
            <a:off x="6710040" y="208404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0" y="95"/>
                  <a:pt x="150" y="75"/>
                </a:cubicBezTo>
                <a:cubicBezTo>
                  <a:pt x="150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1" y="22"/>
                </a:cubicBezTo>
                <a:cubicBezTo>
                  <a:pt x="7" y="36"/>
                  <a:pt x="0" y="55"/>
                  <a:pt x="0" y="75"/>
                </a:cubicBezTo>
                <a:cubicBezTo>
                  <a:pt x="0" y="95"/>
                  <a:pt x="7" y="115"/>
                  <a:pt x="21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80" name=""/>
          <p:cNvSpPr/>
          <p:nvPr/>
        </p:nvSpPr>
        <p:spPr>
          <a:xfrm>
            <a:off x="6711120" y="208404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6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3" y="115"/>
                  <a:pt x="150" y="95"/>
                  <a:pt x="150" y="75"/>
                </a:cubicBezTo>
                <a:cubicBezTo>
                  <a:pt x="150" y="55"/>
                  <a:pt x="143" y="36"/>
                  <a:pt x="128" y="22"/>
                </a:cubicBezTo>
                <a:cubicBezTo>
                  <a:pt x="114" y="8"/>
                  <a:pt x="95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81" name=""/>
          <p:cNvSpPr/>
          <p:nvPr/>
        </p:nvSpPr>
        <p:spPr>
          <a:xfrm>
            <a:off x="6819480" y="1689480"/>
            <a:ext cx="54360" cy="54720"/>
          </a:xfrm>
          <a:custGeom>
            <a:avLst/>
            <a:gdLst/>
            <a:ahLst/>
            <a:rect l="0" t="0" r="r" b="b"/>
            <a:pathLst>
              <a:path w="151" h="152">
                <a:moveTo>
                  <a:pt x="76" y="152"/>
                </a:moveTo>
                <a:cubicBezTo>
                  <a:pt x="96" y="152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3"/>
                </a:cubicBezTo>
                <a:cubicBezTo>
                  <a:pt x="115" y="9"/>
                  <a:pt x="96" y="0"/>
                  <a:pt x="76" y="0"/>
                </a:cubicBezTo>
                <a:cubicBezTo>
                  <a:pt x="56" y="0"/>
                  <a:pt x="36" y="9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6" y="152"/>
                  <a:pt x="76" y="152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82" name=""/>
          <p:cNvSpPr/>
          <p:nvPr/>
        </p:nvSpPr>
        <p:spPr>
          <a:xfrm>
            <a:off x="6774120" y="208404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6" y="151"/>
                </a:moveTo>
                <a:cubicBezTo>
                  <a:pt x="95" y="151"/>
                  <a:pt x="115" y="143"/>
                  <a:pt x="129" y="129"/>
                </a:cubicBezTo>
                <a:cubicBezTo>
                  <a:pt x="143" y="115"/>
                  <a:pt x="150" y="95"/>
                  <a:pt x="150" y="75"/>
                </a:cubicBezTo>
                <a:cubicBezTo>
                  <a:pt x="150" y="55"/>
                  <a:pt x="143" y="36"/>
                  <a:pt x="129" y="22"/>
                </a:cubicBezTo>
                <a:cubicBezTo>
                  <a:pt x="115" y="8"/>
                  <a:pt x="95" y="0"/>
                  <a:pt x="76" y="0"/>
                </a:cubicBezTo>
                <a:cubicBezTo>
                  <a:pt x="56" y="0"/>
                  <a:pt x="37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83" name=""/>
          <p:cNvSpPr/>
          <p:nvPr/>
        </p:nvSpPr>
        <p:spPr>
          <a:xfrm>
            <a:off x="6670800" y="12949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3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5"/>
                  <a:pt x="8" y="114"/>
                  <a:pt x="23" y="128"/>
                </a:cubicBezTo>
                <a:cubicBezTo>
                  <a:pt x="37" y="142"/>
                  <a:pt x="56" y="150"/>
                  <a:pt x="76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84" name=""/>
          <p:cNvSpPr/>
          <p:nvPr/>
        </p:nvSpPr>
        <p:spPr>
          <a:xfrm>
            <a:off x="6698880" y="12949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5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5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5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185" name=""/>
          <p:cNvSpPr txBox="1"/>
          <p:nvPr/>
        </p:nvSpPr>
        <p:spPr>
          <a:xfrm rot="16200000">
            <a:off x="2722680" y="1683360"/>
            <a:ext cx="22806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Large-scale transitions (LST)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7751520" y="91440"/>
            <a:ext cx="3052800" cy="3356640"/>
          </a:xfrm>
          <a:custGeom>
            <a:avLst/>
            <a:gdLst/>
            <a:ahLst/>
            <a:rect l="0" t="0" r="r" b="b"/>
            <a:pathLst>
              <a:path w="8480" h="9324">
                <a:moveTo>
                  <a:pt x="0" y="9324"/>
                </a:moveTo>
                <a:lnTo>
                  <a:pt x="8480" y="9324"/>
                </a:lnTo>
                <a:lnTo>
                  <a:pt x="8480" y="0"/>
                </a:lnTo>
                <a:lnTo>
                  <a:pt x="0" y="0"/>
                </a:lnTo>
                <a:lnTo>
                  <a:pt x="0" y="932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87" name=""/>
          <p:cNvSpPr/>
          <p:nvPr/>
        </p:nvSpPr>
        <p:spPr>
          <a:xfrm>
            <a:off x="8392680" y="34477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8" name=""/>
          <p:cNvSpPr/>
          <p:nvPr/>
        </p:nvSpPr>
        <p:spPr>
          <a:xfrm>
            <a:off x="8392680" y="34477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9" name=""/>
          <p:cNvSpPr txBox="1"/>
          <p:nvPr/>
        </p:nvSpPr>
        <p:spPr>
          <a:xfrm>
            <a:off x="5225040" y="119520"/>
            <a:ext cx="659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 = 0.0374 *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9918720" y="34477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1" name=""/>
          <p:cNvSpPr/>
          <p:nvPr/>
        </p:nvSpPr>
        <p:spPr>
          <a:xfrm>
            <a:off x="9918720" y="34477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 txBox="1"/>
          <p:nvPr/>
        </p:nvSpPr>
        <p:spPr>
          <a:xfrm>
            <a:off x="8218440" y="3507120"/>
            <a:ext cx="348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7713360" y="3295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 flipH="1">
            <a:off x="7713360" y="3295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5" name=""/>
          <p:cNvSpPr txBox="1"/>
          <p:nvPr/>
        </p:nvSpPr>
        <p:spPr>
          <a:xfrm>
            <a:off x="9787680" y="3507120"/>
            <a:ext cx="262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7713360" y="274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7" name=""/>
          <p:cNvSpPr/>
          <p:nvPr/>
        </p:nvSpPr>
        <p:spPr>
          <a:xfrm flipH="1">
            <a:off x="7713360" y="274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 txBox="1"/>
          <p:nvPr/>
        </p:nvSpPr>
        <p:spPr>
          <a:xfrm>
            <a:off x="7523640" y="32328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7713360" y="2199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 flipH="1">
            <a:off x="7713360" y="2199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 txBox="1"/>
          <p:nvPr/>
        </p:nvSpPr>
        <p:spPr>
          <a:xfrm>
            <a:off x="7523640" y="26852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7713360" y="1652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3" name=""/>
          <p:cNvSpPr/>
          <p:nvPr/>
        </p:nvSpPr>
        <p:spPr>
          <a:xfrm flipH="1">
            <a:off x="7713360" y="1652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 txBox="1"/>
          <p:nvPr/>
        </p:nvSpPr>
        <p:spPr>
          <a:xfrm>
            <a:off x="7523640" y="2137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7713360" y="1104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 flipH="1">
            <a:off x="7713360" y="1104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7" name=""/>
          <p:cNvSpPr txBox="1"/>
          <p:nvPr/>
        </p:nvSpPr>
        <p:spPr>
          <a:xfrm>
            <a:off x="7523640" y="15897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7713360" y="556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9" name=""/>
          <p:cNvSpPr/>
          <p:nvPr/>
        </p:nvSpPr>
        <p:spPr>
          <a:xfrm flipH="1">
            <a:off x="7713360" y="556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0" name=""/>
          <p:cNvSpPr txBox="1"/>
          <p:nvPr/>
        </p:nvSpPr>
        <p:spPr>
          <a:xfrm>
            <a:off x="7523640" y="10422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1" name=""/>
          <p:cNvSpPr txBox="1"/>
          <p:nvPr/>
        </p:nvSpPr>
        <p:spPr>
          <a:xfrm>
            <a:off x="7523640" y="4942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7858440" y="447480"/>
            <a:ext cx="308160" cy="2847960"/>
          </a:xfrm>
          <a:custGeom>
            <a:avLst/>
            <a:gdLst/>
            <a:ahLst/>
            <a:rect l="0" t="0" r="r" b="b"/>
            <a:pathLst>
              <a:path w="856" h="7911">
                <a:moveTo>
                  <a:pt x="856" y="7911"/>
                </a:moveTo>
                <a:lnTo>
                  <a:pt x="203" y="7911"/>
                </a:lnTo>
                <a:lnTo>
                  <a:pt x="179" y="7832"/>
                </a:lnTo>
                <a:lnTo>
                  <a:pt x="156" y="7752"/>
                </a:lnTo>
                <a:lnTo>
                  <a:pt x="135" y="7672"/>
                </a:lnTo>
                <a:lnTo>
                  <a:pt x="114" y="7592"/>
                </a:lnTo>
                <a:lnTo>
                  <a:pt x="95" y="7512"/>
                </a:lnTo>
                <a:lnTo>
                  <a:pt x="78" y="7432"/>
                </a:lnTo>
                <a:lnTo>
                  <a:pt x="62" y="7352"/>
                </a:lnTo>
                <a:lnTo>
                  <a:pt x="48" y="7272"/>
                </a:lnTo>
                <a:lnTo>
                  <a:pt x="36" y="7192"/>
                </a:lnTo>
                <a:lnTo>
                  <a:pt x="25" y="7112"/>
                </a:lnTo>
                <a:lnTo>
                  <a:pt x="16" y="7033"/>
                </a:lnTo>
                <a:lnTo>
                  <a:pt x="10" y="6953"/>
                </a:lnTo>
                <a:lnTo>
                  <a:pt x="4" y="6873"/>
                </a:lnTo>
                <a:lnTo>
                  <a:pt x="1" y="6793"/>
                </a:lnTo>
                <a:lnTo>
                  <a:pt x="0" y="6713"/>
                </a:lnTo>
                <a:lnTo>
                  <a:pt x="0" y="6633"/>
                </a:lnTo>
                <a:lnTo>
                  <a:pt x="2" y="6553"/>
                </a:lnTo>
                <a:lnTo>
                  <a:pt x="6" y="6473"/>
                </a:lnTo>
                <a:lnTo>
                  <a:pt x="11" y="6393"/>
                </a:lnTo>
                <a:lnTo>
                  <a:pt x="17" y="6313"/>
                </a:lnTo>
                <a:lnTo>
                  <a:pt x="25" y="6233"/>
                </a:lnTo>
                <a:lnTo>
                  <a:pt x="34" y="6154"/>
                </a:lnTo>
                <a:lnTo>
                  <a:pt x="44" y="6074"/>
                </a:lnTo>
                <a:lnTo>
                  <a:pt x="55" y="5994"/>
                </a:lnTo>
                <a:lnTo>
                  <a:pt x="67" y="5914"/>
                </a:lnTo>
                <a:lnTo>
                  <a:pt x="79" y="5834"/>
                </a:lnTo>
                <a:lnTo>
                  <a:pt x="92" y="5754"/>
                </a:lnTo>
                <a:lnTo>
                  <a:pt x="106" y="5674"/>
                </a:lnTo>
                <a:lnTo>
                  <a:pt x="119" y="5594"/>
                </a:lnTo>
                <a:lnTo>
                  <a:pt x="133" y="5514"/>
                </a:lnTo>
                <a:lnTo>
                  <a:pt x="147" y="5434"/>
                </a:lnTo>
                <a:lnTo>
                  <a:pt x="161" y="5354"/>
                </a:lnTo>
                <a:lnTo>
                  <a:pt x="174" y="5275"/>
                </a:lnTo>
                <a:lnTo>
                  <a:pt x="188" y="5195"/>
                </a:lnTo>
                <a:lnTo>
                  <a:pt x="201" y="5115"/>
                </a:lnTo>
                <a:lnTo>
                  <a:pt x="214" y="5035"/>
                </a:lnTo>
                <a:lnTo>
                  <a:pt x="226" y="4955"/>
                </a:lnTo>
                <a:lnTo>
                  <a:pt x="238" y="4875"/>
                </a:lnTo>
                <a:lnTo>
                  <a:pt x="250" y="4795"/>
                </a:lnTo>
                <a:lnTo>
                  <a:pt x="261" y="4715"/>
                </a:lnTo>
                <a:lnTo>
                  <a:pt x="272" y="4635"/>
                </a:lnTo>
                <a:lnTo>
                  <a:pt x="282" y="4555"/>
                </a:lnTo>
                <a:lnTo>
                  <a:pt x="292" y="4475"/>
                </a:lnTo>
                <a:lnTo>
                  <a:pt x="302" y="4396"/>
                </a:lnTo>
                <a:lnTo>
                  <a:pt x="311" y="4316"/>
                </a:lnTo>
                <a:lnTo>
                  <a:pt x="320" y="4236"/>
                </a:lnTo>
                <a:lnTo>
                  <a:pt x="329" y="4156"/>
                </a:lnTo>
                <a:lnTo>
                  <a:pt x="337" y="4076"/>
                </a:lnTo>
                <a:lnTo>
                  <a:pt x="345" y="3996"/>
                </a:lnTo>
                <a:lnTo>
                  <a:pt x="354" y="3916"/>
                </a:lnTo>
                <a:lnTo>
                  <a:pt x="361" y="3836"/>
                </a:lnTo>
                <a:lnTo>
                  <a:pt x="369" y="3756"/>
                </a:lnTo>
                <a:lnTo>
                  <a:pt x="377" y="3676"/>
                </a:lnTo>
                <a:lnTo>
                  <a:pt x="385" y="3596"/>
                </a:lnTo>
                <a:lnTo>
                  <a:pt x="393" y="3517"/>
                </a:lnTo>
                <a:lnTo>
                  <a:pt x="401" y="3437"/>
                </a:lnTo>
                <a:lnTo>
                  <a:pt x="409" y="3357"/>
                </a:lnTo>
                <a:lnTo>
                  <a:pt x="417" y="3277"/>
                </a:lnTo>
                <a:lnTo>
                  <a:pt x="425" y="3197"/>
                </a:lnTo>
                <a:lnTo>
                  <a:pt x="433" y="3117"/>
                </a:lnTo>
                <a:lnTo>
                  <a:pt x="442" y="3037"/>
                </a:lnTo>
                <a:lnTo>
                  <a:pt x="450" y="2957"/>
                </a:lnTo>
                <a:lnTo>
                  <a:pt x="459" y="2877"/>
                </a:lnTo>
                <a:lnTo>
                  <a:pt x="468" y="2797"/>
                </a:lnTo>
                <a:lnTo>
                  <a:pt x="477" y="2717"/>
                </a:lnTo>
                <a:lnTo>
                  <a:pt x="486" y="2637"/>
                </a:lnTo>
                <a:lnTo>
                  <a:pt x="495" y="2557"/>
                </a:lnTo>
                <a:lnTo>
                  <a:pt x="504" y="2477"/>
                </a:lnTo>
                <a:lnTo>
                  <a:pt x="513" y="2397"/>
                </a:lnTo>
                <a:lnTo>
                  <a:pt x="522" y="2317"/>
                </a:lnTo>
                <a:lnTo>
                  <a:pt x="531" y="2237"/>
                </a:lnTo>
                <a:lnTo>
                  <a:pt x="539" y="2157"/>
                </a:lnTo>
                <a:lnTo>
                  <a:pt x="548" y="2077"/>
                </a:lnTo>
                <a:lnTo>
                  <a:pt x="557" y="1997"/>
                </a:lnTo>
                <a:lnTo>
                  <a:pt x="565" y="1917"/>
                </a:lnTo>
                <a:lnTo>
                  <a:pt x="573" y="1838"/>
                </a:lnTo>
                <a:lnTo>
                  <a:pt x="581" y="1758"/>
                </a:lnTo>
                <a:lnTo>
                  <a:pt x="589" y="1678"/>
                </a:lnTo>
                <a:lnTo>
                  <a:pt x="597" y="1598"/>
                </a:lnTo>
                <a:lnTo>
                  <a:pt x="604" y="1518"/>
                </a:lnTo>
                <a:lnTo>
                  <a:pt x="611" y="1438"/>
                </a:lnTo>
                <a:lnTo>
                  <a:pt x="618" y="1358"/>
                </a:lnTo>
                <a:lnTo>
                  <a:pt x="625" y="1278"/>
                </a:lnTo>
                <a:lnTo>
                  <a:pt x="631" y="1198"/>
                </a:lnTo>
                <a:lnTo>
                  <a:pt x="637" y="1118"/>
                </a:lnTo>
                <a:lnTo>
                  <a:pt x="643" y="1038"/>
                </a:lnTo>
                <a:lnTo>
                  <a:pt x="649" y="959"/>
                </a:lnTo>
                <a:lnTo>
                  <a:pt x="654" y="879"/>
                </a:lnTo>
                <a:lnTo>
                  <a:pt x="660" y="799"/>
                </a:lnTo>
                <a:lnTo>
                  <a:pt x="665" y="719"/>
                </a:lnTo>
                <a:lnTo>
                  <a:pt x="670" y="639"/>
                </a:lnTo>
                <a:lnTo>
                  <a:pt x="675" y="559"/>
                </a:lnTo>
                <a:lnTo>
                  <a:pt x="680" y="479"/>
                </a:lnTo>
                <a:lnTo>
                  <a:pt x="685" y="399"/>
                </a:lnTo>
                <a:lnTo>
                  <a:pt x="689" y="319"/>
                </a:lnTo>
                <a:lnTo>
                  <a:pt x="694" y="239"/>
                </a:lnTo>
                <a:lnTo>
                  <a:pt x="699" y="159"/>
                </a:lnTo>
                <a:lnTo>
                  <a:pt x="703" y="80"/>
                </a:lnTo>
                <a:lnTo>
                  <a:pt x="708" y="0"/>
                </a:lnTo>
                <a:lnTo>
                  <a:pt x="856" y="0"/>
                </a:lnTo>
                <a:lnTo>
                  <a:pt x="856" y="80"/>
                </a:lnTo>
                <a:lnTo>
                  <a:pt x="856" y="159"/>
                </a:lnTo>
                <a:lnTo>
                  <a:pt x="856" y="239"/>
                </a:lnTo>
                <a:lnTo>
                  <a:pt x="856" y="319"/>
                </a:lnTo>
                <a:lnTo>
                  <a:pt x="856" y="399"/>
                </a:lnTo>
                <a:lnTo>
                  <a:pt x="856" y="479"/>
                </a:lnTo>
                <a:lnTo>
                  <a:pt x="856" y="559"/>
                </a:lnTo>
                <a:lnTo>
                  <a:pt x="856" y="639"/>
                </a:lnTo>
                <a:lnTo>
                  <a:pt x="856" y="719"/>
                </a:lnTo>
                <a:lnTo>
                  <a:pt x="856" y="799"/>
                </a:lnTo>
                <a:lnTo>
                  <a:pt x="856" y="879"/>
                </a:lnTo>
                <a:lnTo>
                  <a:pt x="856" y="959"/>
                </a:lnTo>
                <a:lnTo>
                  <a:pt x="856" y="1038"/>
                </a:lnTo>
                <a:lnTo>
                  <a:pt x="856" y="1118"/>
                </a:lnTo>
                <a:lnTo>
                  <a:pt x="856" y="1198"/>
                </a:lnTo>
                <a:lnTo>
                  <a:pt x="856" y="1278"/>
                </a:lnTo>
                <a:lnTo>
                  <a:pt x="856" y="1358"/>
                </a:lnTo>
                <a:lnTo>
                  <a:pt x="856" y="1438"/>
                </a:lnTo>
                <a:lnTo>
                  <a:pt x="856" y="1518"/>
                </a:lnTo>
                <a:lnTo>
                  <a:pt x="856" y="1598"/>
                </a:lnTo>
                <a:lnTo>
                  <a:pt x="856" y="1678"/>
                </a:lnTo>
                <a:lnTo>
                  <a:pt x="856" y="1758"/>
                </a:lnTo>
                <a:lnTo>
                  <a:pt x="856" y="1838"/>
                </a:lnTo>
                <a:lnTo>
                  <a:pt x="856" y="1917"/>
                </a:lnTo>
                <a:lnTo>
                  <a:pt x="856" y="1997"/>
                </a:lnTo>
                <a:lnTo>
                  <a:pt x="856" y="2077"/>
                </a:lnTo>
                <a:lnTo>
                  <a:pt x="856" y="2157"/>
                </a:lnTo>
                <a:lnTo>
                  <a:pt x="856" y="2237"/>
                </a:lnTo>
                <a:lnTo>
                  <a:pt x="856" y="2317"/>
                </a:lnTo>
                <a:lnTo>
                  <a:pt x="856" y="2397"/>
                </a:lnTo>
                <a:lnTo>
                  <a:pt x="856" y="2477"/>
                </a:lnTo>
                <a:lnTo>
                  <a:pt x="856" y="2557"/>
                </a:lnTo>
                <a:lnTo>
                  <a:pt x="856" y="2637"/>
                </a:lnTo>
                <a:lnTo>
                  <a:pt x="856" y="2717"/>
                </a:lnTo>
                <a:lnTo>
                  <a:pt x="856" y="2797"/>
                </a:lnTo>
                <a:lnTo>
                  <a:pt x="856" y="2877"/>
                </a:lnTo>
                <a:lnTo>
                  <a:pt x="856" y="2957"/>
                </a:lnTo>
                <a:lnTo>
                  <a:pt x="856" y="3037"/>
                </a:lnTo>
                <a:lnTo>
                  <a:pt x="856" y="3117"/>
                </a:lnTo>
                <a:lnTo>
                  <a:pt x="856" y="3197"/>
                </a:lnTo>
                <a:lnTo>
                  <a:pt x="856" y="3277"/>
                </a:lnTo>
                <a:lnTo>
                  <a:pt x="856" y="3357"/>
                </a:lnTo>
                <a:lnTo>
                  <a:pt x="856" y="3437"/>
                </a:lnTo>
                <a:lnTo>
                  <a:pt x="856" y="3517"/>
                </a:lnTo>
                <a:lnTo>
                  <a:pt x="856" y="3596"/>
                </a:lnTo>
                <a:lnTo>
                  <a:pt x="856" y="3676"/>
                </a:lnTo>
                <a:lnTo>
                  <a:pt x="856" y="3756"/>
                </a:lnTo>
                <a:lnTo>
                  <a:pt x="856" y="3836"/>
                </a:lnTo>
                <a:lnTo>
                  <a:pt x="856" y="3916"/>
                </a:lnTo>
                <a:lnTo>
                  <a:pt x="856" y="3996"/>
                </a:lnTo>
                <a:lnTo>
                  <a:pt x="856" y="4076"/>
                </a:lnTo>
                <a:lnTo>
                  <a:pt x="856" y="4156"/>
                </a:lnTo>
                <a:lnTo>
                  <a:pt x="856" y="4236"/>
                </a:lnTo>
                <a:lnTo>
                  <a:pt x="856" y="4316"/>
                </a:lnTo>
                <a:lnTo>
                  <a:pt x="856" y="4396"/>
                </a:lnTo>
                <a:lnTo>
                  <a:pt x="856" y="4475"/>
                </a:lnTo>
                <a:lnTo>
                  <a:pt x="856" y="4555"/>
                </a:lnTo>
                <a:lnTo>
                  <a:pt x="856" y="4635"/>
                </a:lnTo>
                <a:lnTo>
                  <a:pt x="856" y="4715"/>
                </a:lnTo>
                <a:lnTo>
                  <a:pt x="856" y="4795"/>
                </a:lnTo>
                <a:lnTo>
                  <a:pt x="856" y="4875"/>
                </a:lnTo>
                <a:lnTo>
                  <a:pt x="856" y="4955"/>
                </a:lnTo>
                <a:lnTo>
                  <a:pt x="856" y="5035"/>
                </a:lnTo>
                <a:lnTo>
                  <a:pt x="856" y="5115"/>
                </a:lnTo>
                <a:lnTo>
                  <a:pt x="856" y="5195"/>
                </a:lnTo>
                <a:lnTo>
                  <a:pt x="856" y="5275"/>
                </a:lnTo>
                <a:lnTo>
                  <a:pt x="856" y="5354"/>
                </a:lnTo>
                <a:lnTo>
                  <a:pt x="856" y="5434"/>
                </a:lnTo>
                <a:lnTo>
                  <a:pt x="856" y="5514"/>
                </a:lnTo>
                <a:lnTo>
                  <a:pt x="856" y="5594"/>
                </a:lnTo>
                <a:lnTo>
                  <a:pt x="856" y="5674"/>
                </a:lnTo>
                <a:lnTo>
                  <a:pt x="856" y="5754"/>
                </a:lnTo>
                <a:lnTo>
                  <a:pt x="856" y="5834"/>
                </a:lnTo>
                <a:lnTo>
                  <a:pt x="856" y="5914"/>
                </a:lnTo>
                <a:lnTo>
                  <a:pt x="856" y="5994"/>
                </a:lnTo>
                <a:lnTo>
                  <a:pt x="856" y="6074"/>
                </a:lnTo>
                <a:lnTo>
                  <a:pt x="856" y="6154"/>
                </a:lnTo>
                <a:lnTo>
                  <a:pt x="856" y="6233"/>
                </a:lnTo>
                <a:lnTo>
                  <a:pt x="856" y="6313"/>
                </a:lnTo>
                <a:lnTo>
                  <a:pt x="856" y="6393"/>
                </a:lnTo>
                <a:lnTo>
                  <a:pt x="856" y="6473"/>
                </a:lnTo>
                <a:lnTo>
                  <a:pt x="856" y="6553"/>
                </a:lnTo>
                <a:lnTo>
                  <a:pt x="856" y="6633"/>
                </a:lnTo>
                <a:lnTo>
                  <a:pt x="856" y="6713"/>
                </a:lnTo>
                <a:lnTo>
                  <a:pt x="856" y="6793"/>
                </a:lnTo>
                <a:lnTo>
                  <a:pt x="856" y="6873"/>
                </a:lnTo>
                <a:lnTo>
                  <a:pt x="856" y="6953"/>
                </a:lnTo>
                <a:lnTo>
                  <a:pt x="856" y="7033"/>
                </a:lnTo>
                <a:lnTo>
                  <a:pt x="856" y="7112"/>
                </a:lnTo>
                <a:lnTo>
                  <a:pt x="856" y="7192"/>
                </a:lnTo>
                <a:lnTo>
                  <a:pt x="856" y="7272"/>
                </a:lnTo>
                <a:lnTo>
                  <a:pt x="856" y="7352"/>
                </a:lnTo>
                <a:lnTo>
                  <a:pt x="856" y="7432"/>
                </a:lnTo>
                <a:lnTo>
                  <a:pt x="856" y="7512"/>
                </a:lnTo>
                <a:lnTo>
                  <a:pt x="856" y="7592"/>
                </a:lnTo>
                <a:lnTo>
                  <a:pt x="856" y="7672"/>
                </a:lnTo>
                <a:lnTo>
                  <a:pt x="856" y="7752"/>
                </a:lnTo>
                <a:lnTo>
                  <a:pt x="856" y="7832"/>
                </a:lnTo>
                <a:lnTo>
                  <a:pt x="856" y="7911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11160">
            <a:solidFill>
              <a:srgbClr val="0a7d6e">
                <a:alpha val="55000"/>
              </a:srgbClr>
            </a:solidFill>
            <a:round/>
          </a:ln>
        </p:spPr>
      </p:sp>
      <p:sp>
        <p:nvSpPr>
          <p:cNvPr id="213" name=""/>
          <p:cNvSpPr/>
          <p:nvPr/>
        </p:nvSpPr>
        <p:spPr>
          <a:xfrm>
            <a:off x="9384480" y="1104480"/>
            <a:ext cx="307440" cy="2081520"/>
          </a:xfrm>
          <a:custGeom>
            <a:avLst/>
            <a:gdLst/>
            <a:ahLst/>
            <a:rect l="0" t="0" r="r" b="b"/>
            <a:pathLst>
              <a:path w="854" h="5782">
                <a:moveTo>
                  <a:pt x="854" y="5782"/>
                </a:moveTo>
                <a:lnTo>
                  <a:pt x="531" y="5782"/>
                </a:lnTo>
                <a:lnTo>
                  <a:pt x="516" y="5724"/>
                </a:lnTo>
                <a:lnTo>
                  <a:pt x="500" y="5665"/>
                </a:lnTo>
                <a:lnTo>
                  <a:pt x="484" y="5607"/>
                </a:lnTo>
                <a:lnTo>
                  <a:pt x="467" y="5548"/>
                </a:lnTo>
                <a:lnTo>
                  <a:pt x="450" y="5489"/>
                </a:lnTo>
                <a:lnTo>
                  <a:pt x="433" y="5431"/>
                </a:lnTo>
                <a:lnTo>
                  <a:pt x="416" y="5372"/>
                </a:lnTo>
                <a:lnTo>
                  <a:pt x="398" y="5314"/>
                </a:lnTo>
                <a:lnTo>
                  <a:pt x="380" y="5256"/>
                </a:lnTo>
                <a:lnTo>
                  <a:pt x="362" y="5197"/>
                </a:lnTo>
                <a:lnTo>
                  <a:pt x="345" y="5139"/>
                </a:lnTo>
                <a:lnTo>
                  <a:pt x="327" y="5081"/>
                </a:lnTo>
                <a:lnTo>
                  <a:pt x="309" y="5022"/>
                </a:lnTo>
                <a:lnTo>
                  <a:pt x="291" y="4964"/>
                </a:lnTo>
                <a:lnTo>
                  <a:pt x="273" y="4905"/>
                </a:lnTo>
                <a:lnTo>
                  <a:pt x="256" y="4847"/>
                </a:lnTo>
                <a:lnTo>
                  <a:pt x="238" y="4789"/>
                </a:lnTo>
                <a:lnTo>
                  <a:pt x="221" y="4730"/>
                </a:lnTo>
                <a:lnTo>
                  <a:pt x="205" y="4672"/>
                </a:lnTo>
                <a:lnTo>
                  <a:pt x="189" y="4613"/>
                </a:lnTo>
                <a:lnTo>
                  <a:pt x="174" y="4555"/>
                </a:lnTo>
                <a:lnTo>
                  <a:pt x="159" y="4497"/>
                </a:lnTo>
                <a:lnTo>
                  <a:pt x="145" y="4438"/>
                </a:lnTo>
                <a:lnTo>
                  <a:pt x="131" y="4380"/>
                </a:lnTo>
                <a:lnTo>
                  <a:pt x="118" y="4321"/>
                </a:lnTo>
                <a:lnTo>
                  <a:pt x="106" y="4263"/>
                </a:lnTo>
                <a:lnTo>
                  <a:pt x="95" y="4205"/>
                </a:lnTo>
                <a:lnTo>
                  <a:pt x="85" y="4146"/>
                </a:lnTo>
                <a:lnTo>
                  <a:pt x="75" y="4088"/>
                </a:lnTo>
                <a:lnTo>
                  <a:pt x="66" y="4029"/>
                </a:lnTo>
                <a:lnTo>
                  <a:pt x="58" y="3971"/>
                </a:lnTo>
                <a:lnTo>
                  <a:pt x="50" y="3913"/>
                </a:lnTo>
                <a:lnTo>
                  <a:pt x="44" y="3854"/>
                </a:lnTo>
                <a:lnTo>
                  <a:pt x="38" y="3796"/>
                </a:lnTo>
                <a:lnTo>
                  <a:pt x="32" y="3737"/>
                </a:lnTo>
                <a:lnTo>
                  <a:pt x="28" y="3679"/>
                </a:lnTo>
                <a:lnTo>
                  <a:pt x="23" y="3621"/>
                </a:lnTo>
                <a:lnTo>
                  <a:pt x="20" y="3562"/>
                </a:lnTo>
                <a:lnTo>
                  <a:pt x="17" y="3504"/>
                </a:lnTo>
                <a:lnTo>
                  <a:pt x="14" y="3445"/>
                </a:lnTo>
                <a:lnTo>
                  <a:pt x="11" y="3387"/>
                </a:lnTo>
                <a:lnTo>
                  <a:pt x="9" y="3329"/>
                </a:lnTo>
                <a:lnTo>
                  <a:pt x="7" y="3270"/>
                </a:lnTo>
                <a:lnTo>
                  <a:pt x="6" y="3212"/>
                </a:lnTo>
                <a:lnTo>
                  <a:pt x="5" y="3153"/>
                </a:lnTo>
                <a:lnTo>
                  <a:pt x="3" y="3095"/>
                </a:lnTo>
                <a:lnTo>
                  <a:pt x="2" y="3037"/>
                </a:lnTo>
                <a:lnTo>
                  <a:pt x="2" y="2978"/>
                </a:lnTo>
                <a:lnTo>
                  <a:pt x="1" y="2920"/>
                </a:lnTo>
                <a:lnTo>
                  <a:pt x="1" y="2862"/>
                </a:lnTo>
                <a:lnTo>
                  <a:pt x="0" y="2803"/>
                </a:lnTo>
                <a:lnTo>
                  <a:pt x="0" y="2745"/>
                </a:lnTo>
                <a:lnTo>
                  <a:pt x="1" y="2686"/>
                </a:lnTo>
                <a:lnTo>
                  <a:pt x="1" y="2628"/>
                </a:lnTo>
                <a:lnTo>
                  <a:pt x="2" y="2570"/>
                </a:lnTo>
                <a:lnTo>
                  <a:pt x="3" y="2511"/>
                </a:lnTo>
                <a:lnTo>
                  <a:pt x="4" y="2453"/>
                </a:lnTo>
                <a:lnTo>
                  <a:pt x="6" y="2394"/>
                </a:lnTo>
                <a:lnTo>
                  <a:pt x="8" y="2336"/>
                </a:lnTo>
                <a:lnTo>
                  <a:pt x="11" y="2278"/>
                </a:lnTo>
                <a:lnTo>
                  <a:pt x="14" y="2219"/>
                </a:lnTo>
                <a:lnTo>
                  <a:pt x="18" y="2161"/>
                </a:lnTo>
                <a:lnTo>
                  <a:pt x="22" y="2102"/>
                </a:lnTo>
                <a:lnTo>
                  <a:pt x="27" y="2044"/>
                </a:lnTo>
                <a:lnTo>
                  <a:pt x="33" y="1986"/>
                </a:lnTo>
                <a:lnTo>
                  <a:pt x="39" y="1927"/>
                </a:lnTo>
                <a:lnTo>
                  <a:pt x="46" y="1869"/>
                </a:lnTo>
                <a:lnTo>
                  <a:pt x="54" y="1810"/>
                </a:lnTo>
                <a:lnTo>
                  <a:pt x="62" y="1752"/>
                </a:lnTo>
                <a:lnTo>
                  <a:pt x="71" y="1694"/>
                </a:lnTo>
                <a:lnTo>
                  <a:pt x="81" y="1635"/>
                </a:lnTo>
                <a:lnTo>
                  <a:pt x="91" y="1577"/>
                </a:lnTo>
                <a:lnTo>
                  <a:pt x="101" y="1518"/>
                </a:lnTo>
                <a:lnTo>
                  <a:pt x="113" y="1460"/>
                </a:lnTo>
                <a:lnTo>
                  <a:pt x="125" y="1402"/>
                </a:lnTo>
                <a:lnTo>
                  <a:pt x="137" y="1343"/>
                </a:lnTo>
                <a:lnTo>
                  <a:pt x="150" y="1285"/>
                </a:lnTo>
                <a:lnTo>
                  <a:pt x="163" y="1226"/>
                </a:lnTo>
                <a:lnTo>
                  <a:pt x="176" y="1168"/>
                </a:lnTo>
                <a:lnTo>
                  <a:pt x="190" y="1110"/>
                </a:lnTo>
                <a:lnTo>
                  <a:pt x="204" y="1051"/>
                </a:lnTo>
                <a:lnTo>
                  <a:pt x="219" y="993"/>
                </a:lnTo>
                <a:lnTo>
                  <a:pt x="233" y="935"/>
                </a:lnTo>
                <a:lnTo>
                  <a:pt x="248" y="876"/>
                </a:lnTo>
                <a:lnTo>
                  <a:pt x="263" y="818"/>
                </a:lnTo>
                <a:lnTo>
                  <a:pt x="278" y="759"/>
                </a:lnTo>
                <a:lnTo>
                  <a:pt x="293" y="701"/>
                </a:lnTo>
                <a:lnTo>
                  <a:pt x="309" y="643"/>
                </a:lnTo>
                <a:lnTo>
                  <a:pt x="324" y="584"/>
                </a:lnTo>
                <a:lnTo>
                  <a:pt x="339" y="526"/>
                </a:lnTo>
                <a:lnTo>
                  <a:pt x="354" y="467"/>
                </a:lnTo>
                <a:lnTo>
                  <a:pt x="370" y="409"/>
                </a:lnTo>
                <a:lnTo>
                  <a:pt x="385" y="351"/>
                </a:lnTo>
                <a:lnTo>
                  <a:pt x="400" y="292"/>
                </a:lnTo>
                <a:lnTo>
                  <a:pt x="416" y="234"/>
                </a:lnTo>
                <a:lnTo>
                  <a:pt x="431" y="175"/>
                </a:lnTo>
                <a:lnTo>
                  <a:pt x="446" y="117"/>
                </a:lnTo>
                <a:lnTo>
                  <a:pt x="461" y="59"/>
                </a:lnTo>
                <a:lnTo>
                  <a:pt x="476" y="0"/>
                </a:lnTo>
                <a:lnTo>
                  <a:pt x="854" y="0"/>
                </a:lnTo>
                <a:lnTo>
                  <a:pt x="854" y="59"/>
                </a:lnTo>
                <a:lnTo>
                  <a:pt x="854" y="117"/>
                </a:lnTo>
                <a:lnTo>
                  <a:pt x="854" y="175"/>
                </a:lnTo>
                <a:lnTo>
                  <a:pt x="854" y="234"/>
                </a:lnTo>
                <a:lnTo>
                  <a:pt x="854" y="292"/>
                </a:lnTo>
                <a:lnTo>
                  <a:pt x="854" y="351"/>
                </a:lnTo>
                <a:lnTo>
                  <a:pt x="854" y="409"/>
                </a:lnTo>
                <a:lnTo>
                  <a:pt x="854" y="467"/>
                </a:lnTo>
                <a:lnTo>
                  <a:pt x="854" y="526"/>
                </a:lnTo>
                <a:lnTo>
                  <a:pt x="854" y="584"/>
                </a:lnTo>
                <a:lnTo>
                  <a:pt x="854" y="643"/>
                </a:lnTo>
                <a:lnTo>
                  <a:pt x="854" y="701"/>
                </a:lnTo>
                <a:lnTo>
                  <a:pt x="854" y="759"/>
                </a:lnTo>
                <a:lnTo>
                  <a:pt x="854" y="818"/>
                </a:lnTo>
                <a:lnTo>
                  <a:pt x="854" y="876"/>
                </a:lnTo>
                <a:lnTo>
                  <a:pt x="854" y="935"/>
                </a:lnTo>
                <a:lnTo>
                  <a:pt x="854" y="993"/>
                </a:lnTo>
                <a:lnTo>
                  <a:pt x="854" y="1051"/>
                </a:lnTo>
                <a:lnTo>
                  <a:pt x="854" y="1110"/>
                </a:lnTo>
                <a:lnTo>
                  <a:pt x="854" y="1168"/>
                </a:lnTo>
                <a:lnTo>
                  <a:pt x="854" y="1226"/>
                </a:lnTo>
                <a:lnTo>
                  <a:pt x="854" y="1285"/>
                </a:lnTo>
                <a:lnTo>
                  <a:pt x="854" y="1343"/>
                </a:lnTo>
                <a:lnTo>
                  <a:pt x="854" y="1402"/>
                </a:lnTo>
                <a:lnTo>
                  <a:pt x="854" y="1460"/>
                </a:lnTo>
                <a:lnTo>
                  <a:pt x="854" y="1518"/>
                </a:lnTo>
                <a:lnTo>
                  <a:pt x="854" y="1577"/>
                </a:lnTo>
                <a:lnTo>
                  <a:pt x="854" y="1635"/>
                </a:lnTo>
                <a:lnTo>
                  <a:pt x="854" y="1694"/>
                </a:lnTo>
                <a:lnTo>
                  <a:pt x="854" y="1752"/>
                </a:lnTo>
                <a:lnTo>
                  <a:pt x="854" y="1810"/>
                </a:lnTo>
                <a:lnTo>
                  <a:pt x="854" y="1869"/>
                </a:lnTo>
                <a:lnTo>
                  <a:pt x="854" y="1927"/>
                </a:lnTo>
                <a:lnTo>
                  <a:pt x="854" y="1986"/>
                </a:lnTo>
                <a:lnTo>
                  <a:pt x="854" y="2044"/>
                </a:lnTo>
                <a:lnTo>
                  <a:pt x="854" y="2102"/>
                </a:lnTo>
                <a:lnTo>
                  <a:pt x="854" y="2161"/>
                </a:lnTo>
                <a:lnTo>
                  <a:pt x="854" y="2219"/>
                </a:lnTo>
                <a:lnTo>
                  <a:pt x="854" y="2278"/>
                </a:lnTo>
                <a:lnTo>
                  <a:pt x="854" y="2336"/>
                </a:lnTo>
                <a:lnTo>
                  <a:pt x="854" y="2394"/>
                </a:lnTo>
                <a:lnTo>
                  <a:pt x="854" y="2453"/>
                </a:lnTo>
                <a:lnTo>
                  <a:pt x="854" y="2511"/>
                </a:lnTo>
                <a:lnTo>
                  <a:pt x="854" y="2570"/>
                </a:lnTo>
                <a:lnTo>
                  <a:pt x="854" y="2628"/>
                </a:lnTo>
                <a:lnTo>
                  <a:pt x="854" y="2686"/>
                </a:lnTo>
                <a:lnTo>
                  <a:pt x="854" y="2745"/>
                </a:lnTo>
                <a:lnTo>
                  <a:pt x="854" y="2803"/>
                </a:lnTo>
                <a:lnTo>
                  <a:pt x="854" y="2862"/>
                </a:lnTo>
                <a:lnTo>
                  <a:pt x="854" y="2920"/>
                </a:lnTo>
                <a:lnTo>
                  <a:pt x="854" y="2978"/>
                </a:lnTo>
                <a:lnTo>
                  <a:pt x="854" y="3037"/>
                </a:lnTo>
                <a:lnTo>
                  <a:pt x="854" y="3095"/>
                </a:lnTo>
                <a:lnTo>
                  <a:pt x="854" y="3153"/>
                </a:lnTo>
                <a:lnTo>
                  <a:pt x="854" y="3212"/>
                </a:lnTo>
                <a:lnTo>
                  <a:pt x="854" y="3270"/>
                </a:lnTo>
                <a:lnTo>
                  <a:pt x="854" y="3329"/>
                </a:lnTo>
                <a:lnTo>
                  <a:pt x="854" y="3387"/>
                </a:lnTo>
                <a:lnTo>
                  <a:pt x="854" y="3445"/>
                </a:lnTo>
                <a:lnTo>
                  <a:pt x="854" y="3504"/>
                </a:lnTo>
                <a:lnTo>
                  <a:pt x="854" y="3562"/>
                </a:lnTo>
                <a:lnTo>
                  <a:pt x="854" y="3621"/>
                </a:lnTo>
                <a:lnTo>
                  <a:pt x="854" y="3679"/>
                </a:lnTo>
                <a:lnTo>
                  <a:pt x="854" y="3737"/>
                </a:lnTo>
                <a:lnTo>
                  <a:pt x="854" y="3796"/>
                </a:lnTo>
                <a:lnTo>
                  <a:pt x="854" y="3854"/>
                </a:lnTo>
                <a:lnTo>
                  <a:pt x="854" y="3913"/>
                </a:lnTo>
                <a:lnTo>
                  <a:pt x="854" y="3971"/>
                </a:lnTo>
                <a:lnTo>
                  <a:pt x="854" y="4029"/>
                </a:lnTo>
                <a:lnTo>
                  <a:pt x="854" y="4088"/>
                </a:lnTo>
                <a:lnTo>
                  <a:pt x="854" y="4146"/>
                </a:lnTo>
                <a:lnTo>
                  <a:pt x="854" y="4205"/>
                </a:lnTo>
                <a:lnTo>
                  <a:pt x="854" y="4263"/>
                </a:lnTo>
                <a:lnTo>
                  <a:pt x="854" y="4321"/>
                </a:lnTo>
                <a:lnTo>
                  <a:pt x="854" y="4380"/>
                </a:lnTo>
                <a:lnTo>
                  <a:pt x="854" y="4438"/>
                </a:lnTo>
                <a:lnTo>
                  <a:pt x="854" y="4497"/>
                </a:lnTo>
                <a:lnTo>
                  <a:pt x="854" y="4555"/>
                </a:lnTo>
                <a:lnTo>
                  <a:pt x="854" y="4613"/>
                </a:lnTo>
                <a:lnTo>
                  <a:pt x="854" y="4672"/>
                </a:lnTo>
                <a:lnTo>
                  <a:pt x="854" y="4730"/>
                </a:lnTo>
                <a:lnTo>
                  <a:pt x="854" y="4789"/>
                </a:lnTo>
                <a:lnTo>
                  <a:pt x="854" y="4847"/>
                </a:lnTo>
                <a:lnTo>
                  <a:pt x="854" y="4905"/>
                </a:lnTo>
                <a:lnTo>
                  <a:pt x="854" y="4964"/>
                </a:lnTo>
                <a:lnTo>
                  <a:pt x="854" y="5022"/>
                </a:lnTo>
                <a:lnTo>
                  <a:pt x="854" y="5081"/>
                </a:lnTo>
                <a:lnTo>
                  <a:pt x="854" y="5139"/>
                </a:lnTo>
                <a:lnTo>
                  <a:pt x="854" y="5197"/>
                </a:lnTo>
                <a:lnTo>
                  <a:pt x="854" y="5256"/>
                </a:lnTo>
                <a:lnTo>
                  <a:pt x="854" y="5314"/>
                </a:lnTo>
                <a:lnTo>
                  <a:pt x="854" y="5372"/>
                </a:lnTo>
                <a:lnTo>
                  <a:pt x="854" y="5431"/>
                </a:lnTo>
                <a:lnTo>
                  <a:pt x="854" y="5489"/>
                </a:lnTo>
                <a:lnTo>
                  <a:pt x="854" y="5548"/>
                </a:lnTo>
                <a:lnTo>
                  <a:pt x="854" y="5607"/>
                </a:lnTo>
                <a:lnTo>
                  <a:pt x="854" y="5665"/>
                </a:lnTo>
                <a:lnTo>
                  <a:pt x="854" y="5724"/>
                </a:lnTo>
                <a:lnTo>
                  <a:pt x="854" y="5782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11160">
            <a:solidFill>
              <a:srgbClr val="c53e1f">
                <a:alpha val="55000"/>
              </a:srgbClr>
            </a:solidFill>
            <a:round/>
          </a:ln>
        </p:spPr>
      </p:sp>
      <p:sp>
        <p:nvSpPr>
          <p:cNvPr id="214" name=""/>
          <p:cNvSpPr/>
          <p:nvPr/>
        </p:nvSpPr>
        <p:spPr>
          <a:xfrm>
            <a:off x="8400240" y="1761840"/>
            <a:ext cx="229320" cy="1205280"/>
          </a:xfrm>
          <a:custGeom>
            <a:avLst/>
            <a:gdLst/>
            <a:ahLst/>
            <a:rect l="0" t="0" r="r" b="b"/>
            <a:pathLst>
              <a:path w="637" h="3348">
                <a:moveTo>
                  <a:pt x="0" y="3348"/>
                </a:moveTo>
                <a:lnTo>
                  <a:pt x="637" y="3348"/>
                </a:lnTo>
                <a:lnTo>
                  <a:pt x="637" y="0"/>
                </a:lnTo>
                <a:lnTo>
                  <a:pt x="0" y="0"/>
                </a:lnTo>
                <a:lnTo>
                  <a:pt x="0" y="3348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a7d6e">
                <a:alpha val="95000"/>
              </a:srgbClr>
            </a:solidFill>
            <a:miter/>
          </a:ln>
        </p:spPr>
      </p:sp>
      <p:sp>
        <p:nvSpPr>
          <p:cNvPr id="215" name=""/>
          <p:cNvSpPr/>
          <p:nvPr/>
        </p:nvSpPr>
        <p:spPr>
          <a:xfrm>
            <a:off x="8514720" y="2966760"/>
            <a:ext cx="0" cy="32832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6" name=""/>
          <p:cNvSpPr/>
          <p:nvPr/>
        </p:nvSpPr>
        <p:spPr>
          <a:xfrm flipV="1">
            <a:off x="8514720" y="447480"/>
            <a:ext cx="0" cy="131436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7" name=""/>
          <p:cNvSpPr/>
          <p:nvPr/>
        </p:nvSpPr>
        <p:spPr>
          <a:xfrm>
            <a:off x="8457480" y="3295080"/>
            <a:ext cx="114480" cy="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8" name=""/>
          <p:cNvSpPr/>
          <p:nvPr/>
        </p:nvSpPr>
        <p:spPr>
          <a:xfrm>
            <a:off x="8457480" y="447480"/>
            <a:ext cx="114480" cy="0"/>
          </a:xfrm>
          <a:prstGeom prst="line">
            <a:avLst/>
          </a:prstGeom>
          <a:ln cap="sq" w="1116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9" name=""/>
          <p:cNvSpPr/>
          <p:nvPr/>
        </p:nvSpPr>
        <p:spPr>
          <a:xfrm>
            <a:off x="9926280" y="1761840"/>
            <a:ext cx="229320" cy="876600"/>
          </a:xfrm>
          <a:custGeom>
            <a:avLst/>
            <a:gdLst/>
            <a:ahLst/>
            <a:rect l="0" t="0" r="r" b="b"/>
            <a:pathLst>
              <a:path w="637" h="2435">
                <a:moveTo>
                  <a:pt x="0" y="2435"/>
                </a:moveTo>
                <a:lnTo>
                  <a:pt x="637" y="2435"/>
                </a:lnTo>
                <a:lnTo>
                  <a:pt x="637" y="0"/>
                </a:lnTo>
                <a:lnTo>
                  <a:pt x="0" y="0"/>
                </a:lnTo>
                <a:lnTo>
                  <a:pt x="0" y="2435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c53e1f">
                <a:alpha val="95000"/>
              </a:srgbClr>
            </a:solidFill>
            <a:miter/>
          </a:ln>
        </p:spPr>
      </p:sp>
      <p:sp>
        <p:nvSpPr>
          <p:cNvPr id="220" name=""/>
          <p:cNvSpPr/>
          <p:nvPr/>
        </p:nvSpPr>
        <p:spPr>
          <a:xfrm>
            <a:off x="10040760" y="2638080"/>
            <a:ext cx="0" cy="54756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1" name=""/>
          <p:cNvSpPr/>
          <p:nvPr/>
        </p:nvSpPr>
        <p:spPr>
          <a:xfrm flipV="1">
            <a:off x="10040760" y="1104480"/>
            <a:ext cx="0" cy="65736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2" name=""/>
          <p:cNvSpPr/>
          <p:nvPr/>
        </p:nvSpPr>
        <p:spPr>
          <a:xfrm>
            <a:off x="9983520" y="3185640"/>
            <a:ext cx="114480" cy="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3" name=""/>
          <p:cNvSpPr/>
          <p:nvPr/>
        </p:nvSpPr>
        <p:spPr>
          <a:xfrm>
            <a:off x="9983520" y="1104480"/>
            <a:ext cx="114480" cy="0"/>
          </a:xfrm>
          <a:prstGeom prst="line">
            <a:avLst/>
          </a:prstGeom>
          <a:ln cap="sq" w="1116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4" name=""/>
          <p:cNvSpPr/>
          <p:nvPr/>
        </p:nvSpPr>
        <p:spPr>
          <a:xfrm>
            <a:off x="8392680" y="243720"/>
            <a:ext cx="1526400" cy="94320"/>
          </a:xfrm>
          <a:custGeom>
            <a:avLst/>
            <a:gdLst/>
            <a:ahLst/>
            <a:rect l="0" t="0" r="r" b="b"/>
            <a:pathLst>
              <a:path fill="none" w="4240" h="262">
                <a:moveTo>
                  <a:pt x="0" y="262"/>
                </a:moveTo>
                <a:lnTo>
                  <a:pt x="0" y="0"/>
                </a:lnTo>
                <a:lnTo>
                  <a:pt x="4240" y="0"/>
                </a:lnTo>
                <a:lnTo>
                  <a:pt x="4240" y="262"/>
                </a:lnTo>
              </a:path>
            </a:pathLst>
          </a:custGeom>
          <a:ln cap="sq" w="11160">
            <a:solidFill>
              <a:srgbClr val="000000"/>
            </a:solidFill>
            <a:round/>
          </a:ln>
        </p:spPr>
      </p:sp>
      <p:sp>
        <p:nvSpPr>
          <p:cNvPr id="225" name=""/>
          <p:cNvSpPr/>
          <p:nvPr/>
        </p:nvSpPr>
        <p:spPr>
          <a:xfrm>
            <a:off x="8400240" y="2692800"/>
            <a:ext cx="22896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/>
          <p:nvPr/>
        </p:nvSpPr>
        <p:spPr>
          <a:xfrm>
            <a:off x="9926280" y="2090520"/>
            <a:ext cx="22896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7" name=""/>
          <p:cNvSpPr/>
          <p:nvPr/>
        </p:nvSpPr>
        <p:spPr>
          <a:xfrm flipV="1">
            <a:off x="7751520" y="91440"/>
            <a:ext cx="0" cy="33562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28" name=""/>
          <p:cNvSpPr/>
          <p:nvPr/>
        </p:nvSpPr>
        <p:spPr>
          <a:xfrm>
            <a:off x="7751520" y="3447720"/>
            <a:ext cx="30524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29" name=""/>
          <p:cNvSpPr/>
          <p:nvPr/>
        </p:nvSpPr>
        <p:spPr>
          <a:xfrm>
            <a:off x="8727840" y="261108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9" y="129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0" name=""/>
          <p:cNvSpPr/>
          <p:nvPr/>
        </p:nvSpPr>
        <p:spPr>
          <a:xfrm>
            <a:off x="8846280" y="228240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4" y="151"/>
                </a:moveTo>
                <a:cubicBezTo>
                  <a:pt x="95" y="151"/>
                  <a:pt x="114" y="143"/>
                  <a:pt x="128" y="128"/>
                </a:cubicBezTo>
                <a:cubicBezTo>
                  <a:pt x="142" y="114"/>
                  <a:pt x="150" y="95"/>
                  <a:pt x="150" y="75"/>
                </a:cubicBezTo>
                <a:cubicBezTo>
                  <a:pt x="150" y="55"/>
                  <a:pt x="142" y="36"/>
                  <a:pt x="128" y="22"/>
                </a:cubicBezTo>
                <a:cubicBezTo>
                  <a:pt x="114" y="8"/>
                  <a:pt x="95" y="0"/>
                  <a:pt x="74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3"/>
                  <a:pt x="55" y="151"/>
                  <a:pt x="74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1" name=""/>
          <p:cNvSpPr/>
          <p:nvPr/>
        </p:nvSpPr>
        <p:spPr>
          <a:xfrm>
            <a:off x="8740800" y="31586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2" name=""/>
          <p:cNvSpPr/>
          <p:nvPr/>
        </p:nvSpPr>
        <p:spPr>
          <a:xfrm>
            <a:off x="8776080" y="21729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2"/>
                  <a:pt x="128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3" name=""/>
          <p:cNvSpPr/>
          <p:nvPr/>
        </p:nvSpPr>
        <p:spPr>
          <a:xfrm>
            <a:off x="8759880" y="293976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0" y="95"/>
                  <a:pt x="150" y="75"/>
                </a:cubicBezTo>
                <a:cubicBezTo>
                  <a:pt x="150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6" y="0"/>
                  <a:pt x="37" y="8"/>
                  <a:pt x="21" y="22"/>
                </a:cubicBezTo>
                <a:cubicBezTo>
                  <a:pt x="7" y="36"/>
                  <a:pt x="0" y="55"/>
                  <a:pt x="0" y="75"/>
                </a:cubicBezTo>
                <a:cubicBezTo>
                  <a:pt x="0" y="95"/>
                  <a:pt x="7" y="115"/>
                  <a:pt x="21" y="129"/>
                </a:cubicBezTo>
                <a:cubicBezTo>
                  <a:pt x="37" y="143"/>
                  <a:pt x="56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4" name=""/>
          <p:cNvSpPr/>
          <p:nvPr/>
        </p:nvSpPr>
        <p:spPr>
          <a:xfrm>
            <a:off x="8760600" y="2830320"/>
            <a:ext cx="54000" cy="54000"/>
          </a:xfrm>
          <a:custGeom>
            <a:avLst/>
            <a:gdLst/>
            <a:ahLst/>
            <a:rect l="0" t="0" r="r" b="b"/>
            <a:pathLst>
              <a:path w="150" h="150">
                <a:moveTo>
                  <a:pt x="76" y="150"/>
                </a:moveTo>
                <a:cubicBezTo>
                  <a:pt x="95" y="150"/>
                  <a:pt x="114" y="142"/>
                  <a:pt x="128" y="128"/>
                </a:cubicBezTo>
                <a:cubicBezTo>
                  <a:pt x="142" y="114"/>
                  <a:pt x="150" y="94"/>
                  <a:pt x="150" y="74"/>
                </a:cubicBezTo>
                <a:cubicBezTo>
                  <a:pt x="150" y="55"/>
                  <a:pt x="142" y="36"/>
                  <a:pt x="128" y="22"/>
                </a:cubicBezTo>
                <a:cubicBezTo>
                  <a:pt x="114" y="7"/>
                  <a:pt x="95" y="0"/>
                  <a:pt x="76" y="0"/>
                </a:cubicBezTo>
                <a:cubicBezTo>
                  <a:pt x="56" y="0"/>
                  <a:pt x="37" y="7"/>
                  <a:pt x="22" y="22"/>
                </a:cubicBezTo>
                <a:cubicBezTo>
                  <a:pt x="8" y="36"/>
                  <a:pt x="0" y="55"/>
                  <a:pt x="0" y="74"/>
                </a:cubicBezTo>
                <a:cubicBezTo>
                  <a:pt x="0" y="94"/>
                  <a:pt x="8" y="114"/>
                  <a:pt x="22" y="128"/>
                </a:cubicBezTo>
                <a:cubicBezTo>
                  <a:pt x="37" y="142"/>
                  <a:pt x="56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5" name=""/>
          <p:cNvSpPr/>
          <p:nvPr/>
        </p:nvSpPr>
        <p:spPr>
          <a:xfrm>
            <a:off x="8825400" y="3268440"/>
            <a:ext cx="54000" cy="54000"/>
          </a:xfrm>
          <a:custGeom>
            <a:avLst/>
            <a:gdLst/>
            <a:ahLst/>
            <a:rect l="0" t="0" r="r" b="b"/>
            <a:pathLst>
              <a:path w="150" h="150">
                <a:moveTo>
                  <a:pt x="74" y="150"/>
                </a:moveTo>
                <a:cubicBezTo>
                  <a:pt x="94" y="150"/>
                  <a:pt x="113" y="142"/>
                  <a:pt x="127" y="128"/>
                </a:cubicBezTo>
                <a:cubicBezTo>
                  <a:pt x="141" y="114"/>
                  <a:pt x="150" y="95"/>
                  <a:pt x="150" y="74"/>
                </a:cubicBezTo>
                <a:cubicBezTo>
                  <a:pt x="150" y="55"/>
                  <a:pt x="141" y="36"/>
                  <a:pt x="127" y="22"/>
                </a:cubicBezTo>
                <a:cubicBezTo>
                  <a:pt x="113" y="8"/>
                  <a:pt x="94" y="0"/>
                  <a:pt x="74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4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0"/>
                  <a:pt x="74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6" name=""/>
          <p:cNvSpPr/>
          <p:nvPr/>
        </p:nvSpPr>
        <p:spPr>
          <a:xfrm>
            <a:off x="8814240" y="151560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2" y="22"/>
                </a:cubicBezTo>
                <a:cubicBezTo>
                  <a:pt x="8" y="36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7" name=""/>
          <p:cNvSpPr/>
          <p:nvPr/>
        </p:nvSpPr>
        <p:spPr>
          <a:xfrm>
            <a:off x="8776080" y="420480"/>
            <a:ext cx="54000" cy="54000"/>
          </a:xfrm>
          <a:custGeom>
            <a:avLst/>
            <a:gdLst/>
            <a:ahLst/>
            <a:rect l="0" t="0" r="r" b="b"/>
            <a:pathLst>
              <a:path w="150" h="150">
                <a:moveTo>
                  <a:pt x="75" y="150"/>
                </a:moveTo>
                <a:cubicBezTo>
                  <a:pt x="94" y="150"/>
                  <a:pt x="113" y="143"/>
                  <a:pt x="128" y="129"/>
                </a:cubicBezTo>
                <a:cubicBezTo>
                  <a:pt x="143" y="115"/>
                  <a:pt x="150" y="94"/>
                  <a:pt x="150" y="75"/>
                </a:cubicBezTo>
                <a:cubicBezTo>
                  <a:pt x="150" y="55"/>
                  <a:pt x="143" y="36"/>
                  <a:pt x="128" y="22"/>
                </a:cubicBezTo>
                <a:cubicBezTo>
                  <a:pt x="113" y="8"/>
                  <a:pt x="94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4"/>
                  <a:pt x="8" y="115"/>
                  <a:pt x="22" y="129"/>
                </a:cubicBezTo>
                <a:cubicBezTo>
                  <a:pt x="36" y="143"/>
                  <a:pt x="55" y="150"/>
                  <a:pt x="75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8" name=""/>
          <p:cNvSpPr/>
          <p:nvPr/>
        </p:nvSpPr>
        <p:spPr>
          <a:xfrm>
            <a:off x="8878680" y="107748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1" y="96"/>
                  <a:pt x="151" y="76"/>
                </a:cubicBezTo>
                <a:cubicBezTo>
                  <a:pt x="151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39" name=""/>
          <p:cNvSpPr/>
          <p:nvPr/>
        </p:nvSpPr>
        <p:spPr>
          <a:xfrm>
            <a:off x="8691840" y="29397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5"/>
                  <a:pt x="22" y="129"/>
                </a:cubicBezTo>
                <a:cubicBezTo>
                  <a:pt x="36" y="143"/>
                  <a:pt x="55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0" name=""/>
          <p:cNvSpPr/>
          <p:nvPr/>
        </p:nvSpPr>
        <p:spPr>
          <a:xfrm>
            <a:off x="8769600" y="283032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8"/>
                </a:cubicBezTo>
                <a:cubicBezTo>
                  <a:pt x="143" y="114"/>
                  <a:pt x="151" y="94"/>
                  <a:pt x="151" y="74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7"/>
                  <a:pt x="96" y="0"/>
                  <a:pt x="76" y="0"/>
                </a:cubicBezTo>
                <a:cubicBezTo>
                  <a:pt x="56" y="0"/>
                  <a:pt x="37" y="7"/>
                  <a:pt x="23" y="22"/>
                </a:cubicBezTo>
                <a:cubicBezTo>
                  <a:pt x="9" y="36"/>
                  <a:pt x="0" y="55"/>
                  <a:pt x="0" y="74"/>
                </a:cubicBezTo>
                <a:cubicBezTo>
                  <a:pt x="0" y="94"/>
                  <a:pt x="9" y="114"/>
                  <a:pt x="23" y="128"/>
                </a:cubicBezTo>
                <a:cubicBezTo>
                  <a:pt x="37" y="142"/>
                  <a:pt x="56" y="150"/>
                  <a:pt x="76" y="150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1" name=""/>
          <p:cNvSpPr/>
          <p:nvPr/>
        </p:nvSpPr>
        <p:spPr>
          <a:xfrm>
            <a:off x="8753400" y="17348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6" y="8"/>
                  <a:pt x="22" y="22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2" name=""/>
          <p:cNvSpPr/>
          <p:nvPr/>
        </p:nvSpPr>
        <p:spPr>
          <a:xfrm>
            <a:off x="8695080" y="31586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3" name=""/>
          <p:cNvSpPr/>
          <p:nvPr/>
        </p:nvSpPr>
        <p:spPr>
          <a:xfrm>
            <a:off x="8874720" y="17348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3" y="22"/>
                </a:cubicBezTo>
                <a:cubicBezTo>
                  <a:pt x="9" y="37"/>
                  <a:pt x="0" y="56"/>
                  <a:pt x="0" y="76"/>
                </a:cubicBezTo>
                <a:cubicBezTo>
                  <a:pt x="0" y="96"/>
                  <a:pt x="9" y="115"/>
                  <a:pt x="23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4" name=""/>
          <p:cNvSpPr/>
          <p:nvPr/>
        </p:nvSpPr>
        <p:spPr>
          <a:xfrm>
            <a:off x="8829360" y="272052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4" y="151"/>
                  <a:pt x="113" y="143"/>
                  <a:pt x="127" y="129"/>
                </a:cubicBezTo>
                <a:cubicBezTo>
                  <a:pt x="143" y="114"/>
                  <a:pt x="150" y="95"/>
                  <a:pt x="150" y="75"/>
                </a:cubicBezTo>
                <a:cubicBezTo>
                  <a:pt x="150" y="55"/>
                  <a:pt x="143" y="36"/>
                  <a:pt x="127" y="22"/>
                </a:cubicBezTo>
                <a:cubicBezTo>
                  <a:pt x="113" y="8"/>
                  <a:pt x="94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5" name=""/>
          <p:cNvSpPr/>
          <p:nvPr/>
        </p:nvSpPr>
        <p:spPr>
          <a:xfrm>
            <a:off x="10354680" y="261108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9"/>
                </a:cubicBezTo>
                <a:cubicBezTo>
                  <a:pt x="36" y="143"/>
                  <a:pt x="55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6" name=""/>
          <p:cNvSpPr/>
          <p:nvPr/>
        </p:nvSpPr>
        <p:spPr>
          <a:xfrm>
            <a:off x="10325160" y="17348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3" y="22"/>
                </a:cubicBezTo>
                <a:cubicBezTo>
                  <a:pt x="9" y="37"/>
                  <a:pt x="0" y="56"/>
                  <a:pt x="0" y="76"/>
                </a:cubicBezTo>
                <a:cubicBezTo>
                  <a:pt x="0" y="96"/>
                  <a:pt x="9" y="115"/>
                  <a:pt x="23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7" name=""/>
          <p:cNvSpPr/>
          <p:nvPr/>
        </p:nvSpPr>
        <p:spPr>
          <a:xfrm>
            <a:off x="10283400" y="17348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8" name=""/>
          <p:cNvSpPr/>
          <p:nvPr/>
        </p:nvSpPr>
        <p:spPr>
          <a:xfrm>
            <a:off x="10351800" y="217296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6" y="151"/>
                  <a:pt x="115" y="142"/>
                  <a:pt x="129" y="128"/>
                </a:cubicBezTo>
                <a:cubicBezTo>
                  <a:pt x="143" y="114"/>
                  <a:pt x="151" y="95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8"/>
                </a:cubicBezTo>
                <a:cubicBezTo>
                  <a:pt x="36" y="142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49" name=""/>
          <p:cNvSpPr/>
          <p:nvPr/>
        </p:nvSpPr>
        <p:spPr>
          <a:xfrm>
            <a:off x="10286280" y="107748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5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50" name=""/>
          <p:cNvSpPr/>
          <p:nvPr/>
        </p:nvSpPr>
        <p:spPr>
          <a:xfrm>
            <a:off x="10277280" y="195372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8" y="23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3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51" name=""/>
          <p:cNvSpPr/>
          <p:nvPr/>
        </p:nvSpPr>
        <p:spPr>
          <a:xfrm>
            <a:off x="10387440" y="17348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9" y="129"/>
                </a:cubicBezTo>
                <a:cubicBezTo>
                  <a:pt x="143" y="115"/>
                  <a:pt x="151" y="96"/>
                  <a:pt x="151" y="76"/>
                </a:cubicBezTo>
                <a:cubicBezTo>
                  <a:pt x="151" y="56"/>
                  <a:pt x="143" y="37"/>
                  <a:pt x="129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7"/>
                  <a:pt x="0" y="56"/>
                  <a:pt x="0" y="76"/>
                </a:cubicBezTo>
                <a:cubicBezTo>
                  <a:pt x="0" y="96"/>
                  <a:pt x="8" y="115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52" name=""/>
          <p:cNvSpPr/>
          <p:nvPr/>
        </p:nvSpPr>
        <p:spPr>
          <a:xfrm>
            <a:off x="10372680" y="2392200"/>
            <a:ext cx="54360" cy="54000"/>
          </a:xfrm>
          <a:custGeom>
            <a:avLst/>
            <a:gdLst/>
            <a:ahLst/>
            <a:rect l="0" t="0" r="r" b="b"/>
            <a:pathLst>
              <a:path w="151" h="150">
                <a:moveTo>
                  <a:pt x="76" y="150"/>
                </a:moveTo>
                <a:cubicBezTo>
                  <a:pt x="96" y="150"/>
                  <a:pt x="115" y="142"/>
                  <a:pt x="129" y="127"/>
                </a:cubicBezTo>
                <a:cubicBezTo>
                  <a:pt x="143" y="113"/>
                  <a:pt x="151" y="94"/>
                  <a:pt x="151" y="74"/>
                </a:cubicBezTo>
                <a:cubicBezTo>
                  <a:pt x="151" y="55"/>
                  <a:pt x="143" y="35"/>
                  <a:pt x="129" y="21"/>
                </a:cubicBezTo>
                <a:cubicBezTo>
                  <a:pt x="115" y="7"/>
                  <a:pt x="96" y="0"/>
                  <a:pt x="76" y="0"/>
                </a:cubicBezTo>
                <a:cubicBezTo>
                  <a:pt x="56" y="0"/>
                  <a:pt x="37" y="7"/>
                  <a:pt x="23" y="21"/>
                </a:cubicBezTo>
                <a:cubicBezTo>
                  <a:pt x="8" y="35"/>
                  <a:pt x="0" y="55"/>
                  <a:pt x="0" y="74"/>
                </a:cubicBezTo>
                <a:cubicBezTo>
                  <a:pt x="0" y="94"/>
                  <a:pt x="8" y="113"/>
                  <a:pt x="23" y="127"/>
                </a:cubicBezTo>
                <a:cubicBezTo>
                  <a:pt x="37" y="142"/>
                  <a:pt x="56" y="150"/>
                  <a:pt x="76" y="1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53" name=""/>
          <p:cNvSpPr/>
          <p:nvPr/>
        </p:nvSpPr>
        <p:spPr>
          <a:xfrm>
            <a:off x="10294920" y="261108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3" y="114"/>
                  <a:pt x="150" y="95"/>
                  <a:pt x="150" y="75"/>
                </a:cubicBezTo>
                <a:cubicBezTo>
                  <a:pt x="150" y="55"/>
                  <a:pt x="143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54" name=""/>
          <p:cNvSpPr/>
          <p:nvPr/>
        </p:nvSpPr>
        <p:spPr>
          <a:xfrm>
            <a:off x="10320120" y="315864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6" y="151"/>
                </a:moveTo>
                <a:cubicBezTo>
                  <a:pt x="96" y="151"/>
                  <a:pt x="115" y="143"/>
                  <a:pt x="129" y="129"/>
                </a:cubicBezTo>
                <a:cubicBezTo>
                  <a:pt x="143" y="115"/>
                  <a:pt x="151" y="96"/>
                  <a:pt x="151" y="75"/>
                </a:cubicBezTo>
                <a:cubicBezTo>
                  <a:pt x="151" y="55"/>
                  <a:pt x="143" y="36"/>
                  <a:pt x="129" y="22"/>
                </a:cubicBezTo>
                <a:cubicBezTo>
                  <a:pt x="115" y="8"/>
                  <a:pt x="96" y="0"/>
                  <a:pt x="76" y="0"/>
                </a:cubicBezTo>
                <a:cubicBezTo>
                  <a:pt x="56" y="0"/>
                  <a:pt x="37" y="8"/>
                  <a:pt x="23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6"/>
                  <a:pt x="8" y="115"/>
                  <a:pt x="23" y="129"/>
                </a:cubicBezTo>
                <a:cubicBezTo>
                  <a:pt x="37" y="143"/>
                  <a:pt x="56" y="151"/>
                  <a:pt x="76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55" name=""/>
          <p:cNvSpPr/>
          <p:nvPr/>
        </p:nvSpPr>
        <p:spPr>
          <a:xfrm>
            <a:off x="10424160" y="1296720"/>
            <a:ext cx="54000" cy="54360"/>
          </a:xfrm>
          <a:custGeom>
            <a:avLst/>
            <a:gdLst/>
            <a:ahLst/>
            <a:rect l="0" t="0" r="r" b="b"/>
            <a:pathLst>
              <a:path w="150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5"/>
                  <a:pt x="150" y="96"/>
                  <a:pt x="150" y="76"/>
                </a:cubicBezTo>
                <a:cubicBezTo>
                  <a:pt x="150" y="56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6" y="0"/>
                  <a:pt x="36" y="8"/>
                  <a:pt x="21" y="22"/>
                </a:cubicBezTo>
                <a:cubicBezTo>
                  <a:pt x="7" y="36"/>
                  <a:pt x="0" y="56"/>
                  <a:pt x="0" y="76"/>
                </a:cubicBezTo>
                <a:cubicBezTo>
                  <a:pt x="0" y="96"/>
                  <a:pt x="7" y="115"/>
                  <a:pt x="21" y="129"/>
                </a:cubicBezTo>
                <a:cubicBezTo>
                  <a:pt x="36" y="143"/>
                  <a:pt x="56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56" name=""/>
          <p:cNvSpPr/>
          <p:nvPr/>
        </p:nvSpPr>
        <p:spPr>
          <a:xfrm>
            <a:off x="10380240" y="2611080"/>
            <a:ext cx="54360" cy="54360"/>
          </a:xfrm>
          <a:custGeom>
            <a:avLst/>
            <a:gdLst/>
            <a:ahLst/>
            <a:rect l="0" t="0" r="r" b="b"/>
            <a:pathLst>
              <a:path w="151" h="151">
                <a:moveTo>
                  <a:pt x="75" y="151"/>
                </a:moveTo>
                <a:cubicBezTo>
                  <a:pt x="95" y="151"/>
                  <a:pt x="114" y="143"/>
                  <a:pt x="128" y="129"/>
                </a:cubicBezTo>
                <a:cubicBezTo>
                  <a:pt x="142" y="114"/>
                  <a:pt x="151" y="95"/>
                  <a:pt x="151" y="75"/>
                </a:cubicBezTo>
                <a:cubicBezTo>
                  <a:pt x="151" y="55"/>
                  <a:pt x="142" y="36"/>
                  <a:pt x="128" y="22"/>
                </a:cubicBezTo>
                <a:cubicBezTo>
                  <a:pt x="114" y="8"/>
                  <a:pt x="95" y="0"/>
                  <a:pt x="75" y="0"/>
                </a:cubicBezTo>
                <a:cubicBezTo>
                  <a:pt x="55" y="0"/>
                  <a:pt x="36" y="8"/>
                  <a:pt x="22" y="22"/>
                </a:cubicBezTo>
                <a:cubicBezTo>
                  <a:pt x="8" y="36"/>
                  <a:pt x="0" y="55"/>
                  <a:pt x="0" y="75"/>
                </a:cubicBezTo>
                <a:cubicBezTo>
                  <a:pt x="0" y="95"/>
                  <a:pt x="8" y="114"/>
                  <a:pt x="22" y="129"/>
                </a:cubicBezTo>
                <a:cubicBezTo>
                  <a:pt x="36" y="143"/>
                  <a:pt x="55" y="151"/>
                  <a:pt x="75" y="15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ffffff">
                <a:alpha val="75000"/>
              </a:srgbClr>
            </a:solidFill>
            <a:round/>
          </a:ln>
        </p:spPr>
      </p:sp>
      <p:sp>
        <p:nvSpPr>
          <p:cNvPr id="257" name=""/>
          <p:cNvSpPr txBox="1"/>
          <p:nvPr/>
        </p:nvSpPr>
        <p:spPr>
          <a:xfrm rot="16200000">
            <a:off x="6135840" y="1675440"/>
            <a:ext cx="25200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HRD total score (LST+LOH+TAI)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58" name=""/>
          <p:cNvSpPr txBox="1"/>
          <p:nvPr/>
        </p:nvSpPr>
        <p:spPr>
          <a:xfrm>
            <a:off x="8903160" y="119160"/>
            <a:ext cx="509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 = 0.225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2E — CNV + HRD proxy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1696040" cy="5495760"/>
          </a:xfrm>
          <a:custGeom>
            <a:avLst/>
            <a:gdLst/>
            <a:ahLst/>
            <a:rect l="0" t="0" r="r" b="b"/>
            <a:pathLst>
              <a:path w="32489" h="15266">
                <a:moveTo>
                  <a:pt x="0" y="15266"/>
                </a:moveTo>
                <a:lnTo>
                  <a:pt x="32489" y="15266"/>
                </a:lnTo>
                <a:lnTo>
                  <a:pt x="32489" y="0"/>
                </a:lnTo>
                <a:lnTo>
                  <a:pt x="0" y="0"/>
                </a:lnTo>
                <a:lnTo>
                  <a:pt x="0" y="1526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22640" y="475200"/>
            <a:ext cx="10630080" cy="221400"/>
          </a:xfrm>
          <a:custGeom>
            <a:avLst/>
            <a:gdLst/>
            <a:ahLst/>
            <a:rect l="0" t="0" r="r" b="b"/>
            <a:pathLst>
              <a:path w="29528" h="615">
                <a:moveTo>
                  <a:pt x="0" y="615"/>
                </a:moveTo>
                <a:lnTo>
                  <a:pt x="29528" y="615"/>
                </a:lnTo>
                <a:lnTo>
                  <a:pt x="29528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422640" y="475200"/>
            <a:ext cx="904680" cy="221400"/>
          </a:xfrm>
          <a:custGeom>
            <a:avLst/>
            <a:gdLst/>
            <a:ahLst/>
            <a:rect l="0" t="0" r="r" b="b"/>
            <a:pathLst>
              <a:path w="2513" h="615">
                <a:moveTo>
                  <a:pt x="0" y="615"/>
                </a:moveTo>
                <a:lnTo>
                  <a:pt x="2513" y="615"/>
                </a:lnTo>
                <a:lnTo>
                  <a:pt x="2513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1326960" y="475200"/>
            <a:ext cx="885960" cy="221400"/>
          </a:xfrm>
          <a:custGeom>
            <a:avLst/>
            <a:gdLst/>
            <a:ahLst/>
            <a:rect l="0" t="0" r="r" b="b"/>
            <a:pathLst>
              <a:path w="2461" h="615">
                <a:moveTo>
                  <a:pt x="0" y="615"/>
                </a:moveTo>
                <a:lnTo>
                  <a:pt x="2461" y="615"/>
                </a:lnTo>
                <a:lnTo>
                  <a:pt x="2461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2231280" y="475200"/>
            <a:ext cx="720000" cy="221400"/>
          </a:xfrm>
          <a:custGeom>
            <a:avLst/>
            <a:gdLst/>
            <a:ahLst/>
            <a:rect l="0" t="0" r="r" b="b"/>
            <a:pathLst>
              <a:path w="2000" h="615">
                <a:moveTo>
                  <a:pt x="0" y="615"/>
                </a:moveTo>
                <a:lnTo>
                  <a:pt x="2000" y="615"/>
                </a:lnTo>
                <a:lnTo>
                  <a:pt x="2000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2950920" y="475200"/>
            <a:ext cx="701640" cy="221400"/>
          </a:xfrm>
          <a:custGeom>
            <a:avLst/>
            <a:gdLst/>
            <a:ahLst/>
            <a:rect l="0" t="0" r="r" b="b"/>
            <a:pathLst>
              <a:path w="1949" h="615">
                <a:moveTo>
                  <a:pt x="0" y="615"/>
                </a:moveTo>
                <a:lnTo>
                  <a:pt x="1949" y="615"/>
                </a:lnTo>
                <a:lnTo>
                  <a:pt x="1949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3652200" y="475200"/>
            <a:ext cx="664560" cy="221400"/>
          </a:xfrm>
          <a:custGeom>
            <a:avLst/>
            <a:gdLst/>
            <a:ahLst/>
            <a:rect l="0" t="0" r="r" b="b"/>
            <a:pathLst>
              <a:path w="1846" h="615">
                <a:moveTo>
                  <a:pt x="0" y="615"/>
                </a:moveTo>
                <a:lnTo>
                  <a:pt x="1846" y="615"/>
                </a:lnTo>
                <a:lnTo>
                  <a:pt x="1846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43" name=""/>
          <p:cNvSpPr/>
          <p:nvPr/>
        </p:nvSpPr>
        <p:spPr>
          <a:xfrm>
            <a:off x="4335120" y="475200"/>
            <a:ext cx="627840" cy="221400"/>
          </a:xfrm>
          <a:custGeom>
            <a:avLst/>
            <a:gdLst/>
            <a:ahLst/>
            <a:rect l="0" t="0" r="r" b="b"/>
            <a:pathLst>
              <a:path w="1744" h="615">
                <a:moveTo>
                  <a:pt x="0" y="615"/>
                </a:moveTo>
                <a:lnTo>
                  <a:pt x="1744" y="615"/>
                </a:lnTo>
                <a:lnTo>
                  <a:pt x="1744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44" name=""/>
          <p:cNvSpPr/>
          <p:nvPr/>
        </p:nvSpPr>
        <p:spPr>
          <a:xfrm>
            <a:off x="4962600" y="475200"/>
            <a:ext cx="572400" cy="221400"/>
          </a:xfrm>
          <a:custGeom>
            <a:avLst/>
            <a:gdLst/>
            <a:ahLst/>
            <a:rect l="0" t="0" r="r" b="b"/>
            <a:pathLst>
              <a:path w="1590" h="615">
                <a:moveTo>
                  <a:pt x="0" y="615"/>
                </a:moveTo>
                <a:lnTo>
                  <a:pt x="1590" y="615"/>
                </a:lnTo>
                <a:lnTo>
                  <a:pt x="1590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5553000" y="475200"/>
            <a:ext cx="535680" cy="221400"/>
          </a:xfrm>
          <a:custGeom>
            <a:avLst/>
            <a:gdLst/>
            <a:ahLst/>
            <a:rect l="0" t="0" r="r" b="b"/>
            <a:pathLst>
              <a:path w="1488" h="615">
                <a:moveTo>
                  <a:pt x="0" y="615"/>
                </a:moveTo>
                <a:lnTo>
                  <a:pt x="1488" y="615"/>
                </a:lnTo>
                <a:lnTo>
                  <a:pt x="1488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46" name=""/>
          <p:cNvSpPr/>
          <p:nvPr/>
        </p:nvSpPr>
        <p:spPr>
          <a:xfrm>
            <a:off x="6088320" y="475200"/>
            <a:ext cx="498600" cy="221400"/>
          </a:xfrm>
          <a:custGeom>
            <a:avLst/>
            <a:gdLst/>
            <a:ahLst/>
            <a:rect l="0" t="0" r="r" b="b"/>
            <a:pathLst>
              <a:path w="1385" h="615">
                <a:moveTo>
                  <a:pt x="0" y="615"/>
                </a:moveTo>
                <a:lnTo>
                  <a:pt x="1385" y="615"/>
                </a:lnTo>
                <a:lnTo>
                  <a:pt x="1385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47" name=""/>
          <p:cNvSpPr/>
          <p:nvPr/>
        </p:nvSpPr>
        <p:spPr>
          <a:xfrm>
            <a:off x="6586560" y="475200"/>
            <a:ext cx="480240" cy="221400"/>
          </a:xfrm>
          <a:custGeom>
            <a:avLst/>
            <a:gdLst/>
            <a:ahLst/>
            <a:rect l="0" t="0" r="r" b="b"/>
            <a:pathLst>
              <a:path w="1334" h="615">
                <a:moveTo>
                  <a:pt x="0" y="615"/>
                </a:moveTo>
                <a:lnTo>
                  <a:pt x="1334" y="615"/>
                </a:lnTo>
                <a:lnTo>
                  <a:pt x="1334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48" name=""/>
          <p:cNvSpPr/>
          <p:nvPr/>
        </p:nvSpPr>
        <p:spPr>
          <a:xfrm>
            <a:off x="7084800" y="475200"/>
            <a:ext cx="498600" cy="221400"/>
          </a:xfrm>
          <a:custGeom>
            <a:avLst/>
            <a:gdLst/>
            <a:ahLst/>
            <a:rect l="0" t="0" r="r" b="b"/>
            <a:pathLst>
              <a:path w="1385" h="615">
                <a:moveTo>
                  <a:pt x="0" y="615"/>
                </a:moveTo>
                <a:lnTo>
                  <a:pt x="1385" y="615"/>
                </a:lnTo>
                <a:lnTo>
                  <a:pt x="1385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49" name=""/>
          <p:cNvSpPr/>
          <p:nvPr/>
        </p:nvSpPr>
        <p:spPr>
          <a:xfrm>
            <a:off x="7583040" y="475200"/>
            <a:ext cx="480240" cy="221400"/>
          </a:xfrm>
          <a:custGeom>
            <a:avLst/>
            <a:gdLst/>
            <a:ahLst/>
            <a:rect l="0" t="0" r="r" b="b"/>
            <a:pathLst>
              <a:path w="1334" h="615">
                <a:moveTo>
                  <a:pt x="0" y="615"/>
                </a:moveTo>
                <a:lnTo>
                  <a:pt x="1334" y="615"/>
                </a:lnTo>
                <a:lnTo>
                  <a:pt x="1334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8081280" y="475200"/>
            <a:ext cx="406440" cy="221400"/>
          </a:xfrm>
          <a:custGeom>
            <a:avLst/>
            <a:gdLst/>
            <a:ahLst/>
            <a:rect l="0" t="0" r="r" b="b"/>
            <a:pathLst>
              <a:path w="1129" h="615">
                <a:moveTo>
                  <a:pt x="0" y="615"/>
                </a:moveTo>
                <a:lnTo>
                  <a:pt x="1129" y="615"/>
                </a:lnTo>
                <a:lnTo>
                  <a:pt x="1129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8505720" y="475200"/>
            <a:ext cx="388080" cy="221400"/>
          </a:xfrm>
          <a:custGeom>
            <a:avLst/>
            <a:gdLst/>
            <a:ahLst/>
            <a:rect l="0" t="0" r="r" b="b"/>
            <a:pathLst>
              <a:path w="1078" h="615">
                <a:moveTo>
                  <a:pt x="0" y="615"/>
                </a:moveTo>
                <a:lnTo>
                  <a:pt x="1078" y="615"/>
                </a:lnTo>
                <a:lnTo>
                  <a:pt x="1078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8893440" y="475200"/>
            <a:ext cx="369360" cy="221400"/>
          </a:xfrm>
          <a:custGeom>
            <a:avLst/>
            <a:gdLst/>
            <a:ahLst/>
            <a:rect l="0" t="0" r="r" b="b"/>
            <a:pathLst>
              <a:path w="1026" h="615">
                <a:moveTo>
                  <a:pt x="0" y="615"/>
                </a:moveTo>
                <a:lnTo>
                  <a:pt x="1026" y="615"/>
                </a:lnTo>
                <a:lnTo>
                  <a:pt x="1026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9280800" y="475200"/>
            <a:ext cx="332640" cy="221400"/>
          </a:xfrm>
          <a:custGeom>
            <a:avLst/>
            <a:gdLst/>
            <a:ahLst/>
            <a:rect l="0" t="0" r="r" b="b"/>
            <a:pathLst>
              <a:path w="924" h="615">
                <a:moveTo>
                  <a:pt x="0" y="615"/>
                </a:moveTo>
                <a:lnTo>
                  <a:pt x="924" y="615"/>
                </a:lnTo>
                <a:lnTo>
                  <a:pt x="924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9613080" y="475200"/>
            <a:ext cx="295560" cy="221400"/>
          </a:xfrm>
          <a:custGeom>
            <a:avLst/>
            <a:gdLst/>
            <a:ahLst/>
            <a:rect l="0" t="0" r="r" b="b"/>
            <a:pathLst>
              <a:path w="821" h="615">
                <a:moveTo>
                  <a:pt x="0" y="615"/>
                </a:moveTo>
                <a:lnTo>
                  <a:pt x="821" y="615"/>
                </a:lnTo>
                <a:lnTo>
                  <a:pt x="821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9908280" y="475200"/>
            <a:ext cx="295560" cy="221400"/>
          </a:xfrm>
          <a:custGeom>
            <a:avLst/>
            <a:gdLst/>
            <a:ahLst/>
            <a:rect l="0" t="0" r="r" b="b"/>
            <a:pathLst>
              <a:path w="821" h="615">
                <a:moveTo>
                  <a:pt x="0" y="615"/>
                </a:moveTo>
                <a:lnTo>
                  <a:pt x="821" y="615"/>
                </a:lnTo>
                <a:lnTo>
                  <a:pt x="821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10203480" y="475200"/>
            <a:ext cx="203400" cy="221400"/>
          </a:xfrm>
          <a:custGeom>
            <a:avLst/>
            <a:gdLst/>
            <a:ahLst/>
            <a:rect l="0" t="0" r="r" b="b"/>
            <a:pathLst>
              <a:path w="565" h="615">
                <a:moveTo>
                  <a:pt x="0" y="615"/>
                </a:moveTo>
                <a:lnTo>
                  <a:pt x="565" y="615"/>
                </a:lnTo>
                <a:lnTo>
                  <a:pt x="565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10424880" y="475200"/>
            <a:ext cx="222120" cy="221400"/>
          </a:xfrm>
          <a:custGeom>
            <a:avLst/>
            <a:gdLst/>
            <a:ahLst/>
            <a:rect l="0" t="0" r="r" b="b"/>
            <a:pathLst>
              <a:path w="617" h="615">
                <a:moveTo>
                  <a:pt x="0" y="615"/>
                </a:moveTo>
                <a:lnTo>
                  <a:pt x="617" y="615"/>
                </a:lnTo>
                <a:lnTo>
                  <a:pt x="617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10665000" y="475200"/>
            <a:ext cx="166320" cy="221400"/>
          </a:xfrm>
          <a:custGeom>
            <a:avLst/>
            <a:gdLst/>
            <a:ahLst/>
            <a:rect l="0" t="0" r="r" b="b"/>
            <a:pathLst>
              <a:path w="462" h="615">
                <a:moveTo>
                  <a:pt x="0" y="615"/>
                </a:moveTo>
                <a:lnTo>
                  <a:pt x="462" y="615"/>
                </a:lnTo>
                <a:lnTo>
                  <a:pt x="462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cccccc"/>
          </a:solidFill>
          <a:ln w="5040">
            <a:solidFill>
              <a:srgbClr val="ffffff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10830960" y="475200"/>
            <a:ext cx="185040" cy="221400"/>
          </a:xfrm>
          <a:custGeom>
            <a:avLst/>
            <a:gdLst/>
            <a:ahLst/>
            <a:rect l="0" t="0" r="r" b="b"/>
            <a:pathLst>
              <a:path w="514" h="615">
                <a:moveTo>
                  <a:pt x="0" y="615"/>
                </a:moveTo>
                <a:lnTo>
                  <a:pt x="514" y="615"/>
                </a:lnTo>
                <a:lnTo>
                  <a:pt x="514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88888"/>
          </a:solidFill>
          <a:ln w="5040">
            <a:solidFill>
              <a:srgbClr val="ffffff"/>
            </a:solidFill>
            <a:miter/>
          </a:ln>
        </p:spPr>
      </p:sp>
      <p:sp>
        <p:nvSpPr>
          <p:cNvPr id="60" name=""/>
          <p:cNvSpPr txBox="1"/>
          <p:nvPr/>
        </p:nvSpPr>
        <p:spPr>
          <a:xfrm>
            <a:off x="83736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173232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255348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326412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394704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>
            <a:off x="461124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521100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7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578304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8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6300000" y="51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9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>
            <a:off x="675144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>
            <a:off x="725904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>
            <a:off x="774792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>
            <a:off x="820944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3" name=""/>
          <p:cNvSpPr txBox="1"/>
          <p:nvPr/>
        </p:nvSpPr>
        <p:spPr>
          <a:xfrm>
            <a:off x="862452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900288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>
            <a:off x="937188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>
            <a:off x="968580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17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7" name=""/>
          <p:cNvSpPr txBox="1"/>
          <p:nvPr/>
        </p:nvSpPr>
        <p:spPr>
          <a:xfrm>
            <a:off x="9981000" y="51732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18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422640" y="775440"/>
            <a:ext cx="10630080" cy="133200"/>
          </a:xfrm>
          <a:custGeom>
            <a:avLst/>
            <a:gdLst/>
            <a:ahLst/>
            <a:rect l="0" t="0" r="r" b="b"/>
            <a:pathLst>
              <a:path w="29528" h="370">
                <a:moveTo>
                  <a:pt x="0" y="370"/>
                </a:moveTo>
                <a:lnTo>
                  <a:pt x="29528" y="370"/>
                </a:lnTo>
                <a:lnTo>
                  <a:pt x="29528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79" name="" descr=""/>
          <p:cNvPicPr/>
          <p:nvPr/>
        </p:nvPicPr>
        <p:blipFill>
          <a:blip r:embed="rId2"/>
          <a:stretch/>
        </p:blipFill>
        <p:spPr>
          <a:xfrm>
            <a:off x="422640" y="774000"/>
            <a:ext cx="10631160" cy="133920"/>
          </a:xfrm>
          <a:prstGeom prst="rect">
            <a:avLst/>
          </a:prstGeom>
          <a:ln w="0">
            <a:noFill/>
          </a:ln>
        </p:spPr>
      </p:pic>
      <p:sp>
        <p:nvSpPr>
          <p:cNvPr id="80" name=""/>
          <p:cNvSpPr txBox="1"/>
          <p:nvPr/>
        </p:nvSpPr>
        <p:spPr>
          <a:xfrm>
            <a:off x="10230120" y="517320"/>
            <a:ext cx="712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DejaVuSans"/>
              </a:rPr>
              <a:t>19 20 21 22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422640" y="987480"/>
            <a:ext cx="10258200" cy="4416840"/>
          </a:xfrm>
          <a:custGeom>
            <a:avLst/>
            <a:gdLst/>
            <a:ahLst/>
            <a:rect l="0" t="0" r="r" b="b"/>
            <a:pathLst>
              <a:path w="28495" h="12269">
                <a:moveTo>
                  <a:pt x="0" y="12269"/>
                </a:moveTo>
                <a:lnTo>
                  <a:pt x="28495" y="12269"/>
                </a:lnTo>
                <a:lnTo>
                  <a:pt x="28495" y="0"/>
                </a:lnTo>
                <a:lnTo>
                  <a:pt x="0" y="0"/>
                </a:lnTo>
                <a:lnTo>
                  <a:pt x="0" y="1226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82" name="" descr=""/>
          <p:cNvPicPr/>
          <p:nvPr/>
        </p:nvPicPr>
        <p:blipFill>
          <a:blip r:embed="rId3"/>
          <a:stretch/>
        </p:blipFill>
        <p:spPr>
          <a:xfrm>
            <a:off x="422640" y="987480"/>
            <a:ext cx="10249920" cy="4416120"/>
          </a:xfrm>
          <a:prstGeom prst="rect">
            <a:avLst/>
          </a:prstGeom>
          <a:ln w="0">
            <a:noFill/>
          </a:ln>
        </p:spPr>
      </p:pic>
      <p:sp>
        <p:nvSpPr>
          <p:cNvPr id="83" name=""/>
          <p:cNvSpPr txBox="1"/>
          <p:nvPr/>
        </p:nvSpPr>
        <p:spPr>
          <a:xfrm>
            <a:off x="91440" y="775800"/>
            <a:ext cx="285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Resp.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>
            <a:off x="189000" y="100800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>
            <a:off x="193680" y="113436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26-P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>
            <a:off x="193680" y="126036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32-P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7" name=""/>
          <p:cNvSpPr txBox="1"/>
          <p:nvPr/>
        </p:nvSpPr>
        <p:spPr>
          <a:xfrm>
            <a:off x="193680" y="138672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33-P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8" name=""/>
          <p:cNvSpPr txBox="1"/>
          <p:nvPr/>
        </p:nvSpPr>
        <p:spPr>
          <a:xfrm>
            <a:off x="193680" y="151272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34-P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>
            <a:off x="193680" y="163908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22-P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0" name=""/>
          <p:cNvSpPr txBox="1"/>
          <p:nvPr/>
        </p:nvSpPr>
        <p:spPr>
          <a:xfrm>
            <a:off x="193680" y="176508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21-P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1" name=""/>
          <p:cNvSpPr txBox="1"/>
          <p:nvPr/>
        </p:nvSpPr>
        <p:spPr>
          <a:xfrm>
            <a:off x="193680" y="189144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35-P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2" name=""/>
          <p:cNvSpPr txBox="1"/>
          <p:nvPr/>
        </p:nvSpPr>
        <p:spPr>
          <a:xfrm>
            <a:off x="193680" y="201744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18-P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3" name=""/>
          <p:cNvSpPr txBox="1"/>
          <p:nvPr/>
        </p:nvSpPr>
        <p:spPr>
          <a:xfrm>
            <a:off x="193680" y="21438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19-P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>
            <a:off x="193680" y="22698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15-P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189000" y="239616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7-PR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136080" y="252216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13-PR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136080" y="264852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12-PR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136080" y="277452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11-PR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136080" y="290088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10-PR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189000" y="302688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5-PR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>
            <a:off x="193680" y="315324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30-P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2" name=""/>
          <p:cNvSpPr txBox="1"/>
          <p:nvPr/>
        </p:nvSpPr>
        <p:spPr>
          <a:xfrm>
            <a:off x="189000" y="32792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4-PR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3" name=""/>
          <p:cNvSpPr txBox="1"/>
          <p:nvPr/>
        </p:nvSpPr>
        <p:spPr>
          <a:xfrm>
            <a:off x="189000" y="340560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6-PR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4" name=""/>
          <p:cNvSpPr txBox="1"/>
          <p:nvPr/>
        </p:nvSpPr>
        <p:spPr>
          <a:xfrm>
            <a:off x="193680" y="35316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31-P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5" name=""/>
          <p:cNvSpPr txBox="1"/>
          <p:nvPr/>
        </p:nvSpPr>
        <p:spPr>
          <a:xfrm>
            <a:off x="189000" y="365796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3-PR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6" name=""/>
          <p:cNvSpPr txBox="1"/>
          <p:nvPr/>
        </p:nvSpPr>
        <p:spPr>
          <a:xfrm>
            <a:off x="193680" y="378396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25-P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7" name=""/>
          <p:cNvSpPr txBox="1"/>
          <p:nvPr/>
        </p:nvSpPr>
        <p:spPr>
          <a:xfrm>
            <a:off x="193680" y="391032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28-P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>
            <a:off x="193680" y="403632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27-P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>
            <a:off x="189000" y="416268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8-PR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>
            <a:off x="193680" y="428868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24-P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193680" y="441504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23-P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193680" y="454104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20-P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3" name=""/>
          <p:cNvSpPr txBox="1"/>
          <p:nvPr/>
        </p:nvSpPr>
        <p:spPr>
          <a:xfrm>
            <a:off x="189000" y="466740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193680" y="47934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17-P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193680" y="491976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16-P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6" name=""/>
          <p:cNvSpPr txBox="1"/>
          <p:nvPr/>
        </p:nvSpPr>
        <p:spPr>
          <a:xfrm>
            <a:off x="136080" y="504576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14-PR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193680" y="517212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29-P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 flipV="1">
            <a:off x="129528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" name=""/>
          <p:cNvSpPr/>
          <p:nvPr/>
        </p:nvSpPr>
        <p:spPr>
          <a:xfrm flipV="1">
            <a:off x="216792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 flipV="1">
            <a:off x="286236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 flipV="1">
            <a:off x="353916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/>
          <p:nvPr/>
        </p:nvSpPr>
        <p:spPr>
          <a:xfrm flipV="1">
            <a:off x="419796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/>
          <p:nvPr/>
        </p:nvSpPr>
        <p:spPr>
          <a:xfrm flipV="1">
            <a:off x="480348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 flipV="1">
            <a:off x="537336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" name=""/>
          <p:cNvSpPr/>
          <p:nvPr/>
        </p:nvSpPr>
        <p:spPr>
          <a:xfrm flipV="1">
            <a:off x="588996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 flipV="1">
            <a:off x="637092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/>
          <p:nvPr/>
        </p:nvSpPr>
        <p:spPr>
          <a:xfrm flipV="1">
            <a:off x="685152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/>
          <p:nvPr/>
        </p:nvSpPr>
        <p:spPr>
          <a:xfrm flipV="1">
            <a:off x="733248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 flipV="1">
            <a:off x="781308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 flipV="1">
            <a:off x="822276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 flipV="1">
            <a:off x="859680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 flipV="1">
            <a:off x="897084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/>
          <p:nvPr/>
        </p:nvSpPr>
        <p:spPr>
          <a:xfrm flipV="1">
            <a:off x="929124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 flipV="1">
            <a:off x="957636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/>
          <p:nvPr/>
        </p:nvSpPr>
        <p:spPr>
          <a:xfrm flipV="1">
            <a:off x="986112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 flipV="1">
            <a:off x="1007496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 flipV="1">
            <a:off x="1030644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 flipV="1">
            <a:off x="10466640" y="987480"/>
            <a:ext cx="0" cy="4416480"/>
          </a:xfrm>
          <a:prstGeom prst="line">
            <a:avLst/>
          </a:prstGeom>
          <a:ln cap="sq" w="75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 flipV="1">
            <a:off x="422640" y="987480"/>
            <a:ext cx="0" cy="44164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>
            <a:off x="422640" y="5403960"/>
            <a:ext cx="102578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/>
          <p:nvPr/>
        </p:nvSpPr>
        <p:spPr>
          <a:xfrm>
            <a:off x="10786680" y="2312640"/>
            <a:ext cx="88920" cy="1766880"/>
          </a:xfrm>
          <a:custGeom>
            <a:avLst/>
            <a:gdLst/>
            <a:ahLst/>
            <a:rect l="0" t="0" r="r" b="b"/>
            <a:pathLst>
              <a:path w="247" h="4908">
                <a:moveTo>
                  <a:pt x="0" y="4908"/>
                </a:moveTo>
                <a:lnTo>
                  <a:pt x="247" y="4908"/>
                </a:lnTo>
                <a:lnTo>
                  <a:pt x="247" y="0"/>
                </a:lnTo>
                <a:lnTo>
                  <a:pt x="0" y="0"/>
                </a:lnTo>
                <a:lnTo>
                  <a:pt x="0" y="490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>
            <a:off x="10875240" y="40791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>
            <a:off x="10875240" y="40791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 txBox="1"/>
          <p:nvPr/>
        </p:nvSpPr>
        <p:spPr>
          <a:xfrm>
            <a:off x="189000" y="529812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1d3557"/>
                </a:solidFill>
                <a:latin typeface="DejaVuSans"/>
              </a:rPr>
              <a:t>9-PR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45" name=""/>
          <p:cNvSpPr txBox="1"/>
          <p:nvPr/>
        </p:nvSpPr>
        <p:spPr>
          <a:xfrm>
            <a:off x="10957680" y="398736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10875240" y="36374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>
            <a:off x="10875240" y="36374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 txBox="1"/>
          <p:nvPr/>
        </p:nvSpPr>
        <p:spPr>
          <a:xfrm>
            <a:off x="10957680" y="4086720"/>
            <a:ext cx="482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(homo del)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9" name=""/>
          <p:cNvSpPr txBox="1"/>
          <p:nvPr/>
        </p:nvSpPr>
        <p:spPr>
          <a:xfrm>
            <a:off x="10957680" y="354600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10875240" y="31957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>
            <a:off x="10875240" y="31957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 txBox="1"/>
          <p:nvPr/>
        </p:nvSpPr>
        <p:spPr>
          <a:xfrm>
            <a:off x="10957680" y="3645360"/>
            <a:ext cx="2401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(loss)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10957680" y="310428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10875240" y="27540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>
            <a:off x="10875240" y="27540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>
            <a:off x="10957680" y="3203640"/>
            <a:ext cx="3895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(neutral)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10957680" y="266256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10875240" y="23126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9" name=""/>
          <p:cNvSpPr/>
          <p:nvPr/>
        </p:nvSpPr>
        <p:spPr>
          <a:xfrm>
            <a:off x="10875240" y="23126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0" name=""/>
          <p:cNvSpPr txBox="1"/>
          <p:nvPr/>
        </p:nvSpPr>
        <p:spPr>
          <a:xfrm>
            <a:off x="10957680" y="2761920"/>
            <a:ext cx="2628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(gain)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1" name=""/>
          <p:cNvSpPr txBox="1"/>
          <p:nvPr/>
        </p:nvSpPr>
        <p:spPr>
          <a:xfrm>
            <a:off x="10957680" y="2220840"/>
            <a:ext cx="131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4+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10957680" y="2320200"/>
            <a:ext cx="2674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1d3557"/>
                </a:solidFill>
                <a:latin typeface="DejaVuSans"/>
              </a:rPr>
              <a:t>(amp)</a:t>
            </a:r>
            <a:endParaRPr b="0" lang="en-US" sz="700" spc="-1" strike="noStrike">
              <a:latin typeface="Times New Roman"/>
            </a:endParaRPr>
          </a:p>
        </p:txBody>
      </p:sp>
      <p:pic>
        <p:nvPicPr>
          <p:cNvPr id="163" name="" descr=""/>
          <p:cNvPicPr/>
          <p:nvPr/>
        </p:nvPicPr>
        <p:blipFill>
          <a:blip r:embed="rId4"/>
          <a:stretch/>
        </p:blipFill>
        <p:spPr>
          <a:xfrm>
            <a:off x="10787040" y="2310480"/>
            <a:ext cx="88200" cy="1764360"/>
          </a:xfrm>
          <a:prstGeom prst="rect">
            <a:avLst/>
          </a:prstGeom>
          <a:ln w="0">
            <a:noFill/>
          </a:ln>
        </p:spPr>
      </p:pic>
      <p:sp>
        <p:nvSpPr>
          <p:cNvPr id="164" name=""/>
          <p:cNvSpPr/>
          <p:nvPr/>
        </p:nvSpPr>
        <p:spPr>
          <a:xfrm>
            <a:off x="10786680" y="2312640"/>
            <a:ext cx="88920" cy="1766880"/>
          </a:xfrm>
          <a:custGeom>
            <a:avLst/>
            <a:gdLst/>
            <a:ahLst/>
            <a:rect l="0" t="0" r="r" b="b"/>
            <a:pathLst>
              <a:path w="247" h="4908">
                <a:moveTo>
                  <a:pt x="0" y="4908"/>
                </a:moveTo>
                <a:lnTo>
                  <a:pt x="124" y="4908"/>
                </a:lnTo>
                <a:lnTo>
                  <a:pt x="247" y="4908"/>
                </a:lnTo>
                <a:lnTo>
                  <a:pt x="247" y="0"/>
                </a:lnTo>
                <a:lnTo>
                  <a:pt x="124" y="0"/>
                </a:lnTo>
                <a:lnTo>
                  <a:pt x="0" y="0"/>
                </a:lnTo>
                <a:lnTo>
                  <a:pt x="0" y="4908"/>
                </a:lnTo>
                <a:close/>
              </a:path>
            </a:pathLst>
          </a:custGeom>
          <a:noFill/>
          <a:ln cap="sq" w="11160">
            <a:solidFill>
              <a:srgbClr val="1d3557"/>
            </a:solidFill>
            <a:miter/>
          </a:ln>
        </p:spPr>
      </p:sp>
      <p:sp>
        <p:nvSpPr>
          <p:cNvPr id="165" name=""/>
          <p:cNvSpPr txBox="1"/>
          <p:nvPr/>
        </p:nvSpPr>
        <p:spPr>
          <a:xfrm rot="16200000">
            <a:off x="11154240" y="3126960"/>
            <a:ext cx="775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Copy number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1870920" y="65880"/>
            <a:ext cx="7404480" cy="1789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200" spc="-1" strike="noStrike">
                <a:solidFill>
                  <a:srgbClr val="1d3557"/>
                </a:solidFill>
                <a:latin typeface="DejaVuSans"/>
              </a:rPr>
              <a:t>Genome-wide copy number landscape  (samples × 5 Mb bins; chromosomes 1–22 + X)</a:t>
            </a:r>
            <a:endParaRPr b="0" lang="en-US" sz="1200" spc="-1" strike="noStrike">
              <a:latin typeface="Times New Roman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2E(alt) — CNV genome view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781200" cy="3924000"/>
          </a:xfrm>
          <a:custGeom>
            <a:avLst/>
            <a:gdLst/>
            <a:ahLst/>
            <a:rect l="0" t="0" r="r" b="b"/>
            <a:pathLst>
              <a:path w="27170" h="10900">
                <a:moveTo>
                  <a:pt x="0" y="10900"/>
                </a:moveTo>
                <a:lnTo>
                  <a:pt x="27170" y="10900"/>
                </a:lnTo>
                <a:lnTo>
                  <a:pt x="27170" y="0"/>
                </a:lnTo>
                <a:lnTo>
                  <a:pt x="0" y="0"/>
                </a:lnTo>
                <a:lnTo>
                  <a:pt x="0" y="1090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77000" y="283320"/>
            <a:ext cx="9212760" cy="3168720"/>
          </a:xfrm>
          <a:custGeom>
            <a:avLst/>
            <a:gdLst/>
            <a:ahLst/>
            <a:rect l="0" t="0" r="r" b="b"/>
            <a:pathLst>
              <a:path w="25591" h="8802">
                <a:moveTo>
                  <a:pt x="0" y="8802"/>
                </a:moveTo>
                <a:lnTo>
                  <a:pt x="25591" y="8802"/>
                </a:lnTo>
                <a:lnTo>
                  <a:pt x="25591" y="0"/>
                </a:lnTo>
                <a:lnTo>
                  <a:pt x="0" y="0"/>
                </a:lnTo>
                <a:lnTo>
                  <a:pt x="0" y="880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67284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67284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9993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9993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 rot="16200000">
            <a:off x="55152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29-P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32624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32624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 rot="16200000">
            <a:off x="87840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21-P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16527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16527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 rot="16200000">
            <a:off x="120168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197964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197964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 rot="16200000">
            <a:off x="152856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5-PR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3061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23061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 rot="16200000">
            <a:off x="185832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28-P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263304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263304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 rot="16200000">
            <a:off x="218520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26-P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9595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29595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 rot="16200000">
            <a:off x="250848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8-PR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328644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>
            <a:off x="328644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 rot="16200000">
            <a:off x="283536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4-PR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36129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>
            <a:off x="36129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 txBox="1"/>
          <p:nvPr/>
        </p:nvSpPr>
        <p:spPr>
          <a:xfrm rot="16200000">
            <a:off x="3129120" y="36223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11-PR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393984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>
            <a:off x="393984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 txBox="1"/>
          <p:nvPr/>
        </p:nvSpPr>
        <p:spPr>
          <a:xfrm rot="16200000">
            <a:off x="3455640" y="36223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10-PR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42663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" name=""/>
          <p:cNvSpPr/>
          <p:nvPr/>
        </p:nvSpPr>
        <p:spPr>
          <a:xfrm>
            <a:off x="42663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 txBox="1"/>
          <p:nvPr/>
        </p:nvSpPr>
        <p:spPr>
          <a:xfrm rot="16200000">
            <a:off x="381852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22-P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459324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" name=""/>
          <p:cNvSpPr/>
          <p:nvPr/>
        </p:nvSpPr>
        <p:spPr>
          <a:xfrm>
            <a:off x="459324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 txBox="1"/>
          <p:nvPr/>
        </p:nvSpPr>
        <p:spPr>
          <a:xfrm rot="16200000">
            <a:off x="414504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23-P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49197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" name=""/>
          <p:cNvSpPr/>
          <p:nvPr/>
        </p:nvSpPr>
        <p:spPr>
          <a:xfrm>
            <a:off x="49197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 txBox="1"/>
          <p:nvPr/>
        </p:nvSpPr>
        <p:spPr>
          <a:xfrm rot="16200000">
            <a:off x="4435920" y="36223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12-PR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524628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" name=""/>
          <p:cNvSpPr/>
          <p:nvPr/>
        </p:nvSpPr>
        <p:spPr>
          <a:xfrm>
            <a:off x="524628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 txBox="1"/>
          <p:nvPr/>
        </p:nvSpPr>
        <p:spPr>
          <a:xfrm rot="16200000">
            <a:off x="479520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55731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" name=""/>
          <p:cNvSpPr/>
          <p:nvPr/>
        </p:nvSpPr>
        <p:spPr>
          <a:xfrm>
            <a:off x="55731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 txBox="1"/>
          <p:nvPr/>
        </p:nvSpPr>
        <p:spPr>
          <a:xfrm rot="16200000">
            <a:off x="512532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32-P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589968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" name=""/>
          <p:cNvSpPr/>
          <p:nvPr/>
        </p:nvSpPr>
        <p:spPr>
          <a:xfrm>
            <a:off x="589968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 txBox="1"/>
          <p:nvPr/>
        </p:nvSpPr>
        <p:spPr>
          <a:xfrm rot="16200000">
            <a:off x="544860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7-PR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62265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9" name=""/>
          <p:cNvSpPr/>
          <p:nvPr/>
        </p:nvSpPr>
        <p:spPr>
          <a:xfrm>
            <a:off x="62265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 txBox="1"/>
          <p:nvPr/>
        </p:nvSpPr>
        <p:spPr>
          <a:xfrm rot="16200000">
            <a:off x="577548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655308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2" name=""/>
          <p:cNvSpPr/>
          <p:nvPr/>
        </p:nvSpPr>
        <p:spPr>
          <a:xfrm>
            <a:off x="655308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" name=""/>
          <p:cNvSpPr txBox="1"/>
          <p:nvPr/>
        </p:nvSpPr>
        <p:spPr>
          <a:xfrm rot="16200000">
            <a:off x="610524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34-P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68799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5" name=""/>
          <p:cNvSpPr/>
          <p:nvPr/>
        </p:nvSpPr>
        <p:spPr>
          <a:xfrm>
            <a:off x="68799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 txBox="1"/>
          <p:nvPr/>
        </p:nvSpPr>
        <p:spPr>
          <a:xfrm rot="16200000">
            <a:off x="6396120" y="36223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14-PR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720648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8" name=""/>
          <p:cNvSpPr/>
          <p:nvPr/>
        </p:nvSpPr>
        <p:spPr>
          <a:xfrm>
            <a:off x="720648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 txBox="1"/>
          <p:nvPr/>
        </p:nvSpPr>
        <p:spPr>
          <a:xfrm rot="16200000">
            <a:off x="675540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9-PR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75333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>
            <a:off x="75333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 rot="16200000">
            <a:off x="708552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785988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>
            <a:off x="785988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 rot="16200000">
            <a:off x="741204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31-P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81867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81867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 rot="16200000">
            <a:off x="773892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30-P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851328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851328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 rot="16200000">
            <a:off x="806544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24-P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88401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88401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 rot="16200000">
            <a:off x="839196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20-P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916668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>
            <a:off x="916668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 rot="16200000">
            <a:off x="871884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9493560" y="3451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>
            <a:off x="9493560" y="3451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 rot="16200000">
            <a:off x="9042120" y="35902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6-PR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438840" y="3192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 flipH="1">
            <a:off x="438840" y="3192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 rot="16200000">
            <a:off x="9372240" y="35877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27-P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438840" y="280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 flipH="1">
            <a:off x="438840" y="280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>
            <a:off x="329760" y="313704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438840" y="2424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 flipH="1">
            <a:off x="438840" y="2424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>
            <a:off x="329760" y="275292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438840" y="2040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 flipH="1">
            <a:off x="438840" y="2040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>
            <a:off x="264960" y="236880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438840" y="1656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 flipH="1">
            <a:off x="438840" y="1656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>
            <a:off x="264960" y="198468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438840" y="1272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 flipH="1">
            <a:off x="438840" y="1272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>
            <a:off x="264960" y="160092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438840" y="888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 flipH="1">
            <a:off x="438840" y="888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 txBox="1"/>
          <p:nvPr/>
        </p:nvSpPr>
        <p:spPr>
          <a:xfrm>
            <a:off x="264960" y="121680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438840" y="504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 flipH="1">
            <a:off x="438840" y="504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 txBox="1"/>
          <p:nvPr/>
        </p:nvSpPr>
        <p:spPr>
          <a:xfrm>
            <a:off x="264960" y="83268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5" name=""/>
          <p:cNvSpPr txBox="1"/>
          <p:nvPr/>
        </p:nvSpPr>
        <p:spPr>
          <a:xfrm>
            <a:off x="264960" y="44856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533880" y="2577960"/>
            <a:ext cx="278280" cy="614880"/>
          </a:xfrm>
          <a:custGeom>
            <a:avLst/>
            <a:gdLst/>
            <a:ahLst/>
            <a:rect l="0" t="0" r="r" b="b"/>
            <a:pathLst>
              <a:path w="773" h="1708">
                <a:moveTo>
                  <a:pt x="0" y="1708"/>
                </a:moveTo>
                <a:lnTo>
                  <a:pt x="773" y="1708"/>
                </a:lnTo>
                <a:lnTo>
                  <a:pt x="773" y="0"/>
                </a:lnTo>
                <a:lnTo>
                  <a:pt x="0" y="0"/>
                </a:lnTo>
                <a:lnTo>
                  <a:pt x="0" y="170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47" name=""/>
          <p:cNvSpPr/>
          <p:nvPr/>
        </p:nvSpPr>
        <p:spPr>
          <a:xfrm>
            <a:off x="860760" y="280836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48" name=""/>
          <p:cNvSpPr/>
          <p:nvPr/>
        </p:nvSpPr>
        <p:spPr>
          <a:xfrm>
            <a:off x="1187280" y="2808360"/>
            <a:ext cx="278280" cy="384480"/>
          </a:xfrm>
          <a:custGeom>
            <a:avLst/>
            <a:gdLst/>
            <a:ahLst/>
            <a:rect l="0" t="0" r="r" b="b"/>
            <a:pathLst>
              <a:path w="773" h="1068">
                <a:moveTo>
                  <a:pt x="0" y="1068"/>
                </a:moveTo>
                <a:lnTo>
                  <a:pt x="773" y="1068"/>
                </a:lnTo>
                <a:lnTo>
                  <a:pt x="773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49" name=""/>
          <p:cNvSpPr/>
          <p:nvPr/>
        </p:nvSpPr>
        <p:spPr>
          <a:xfrm>
            <a:off x="1514160" y="2731680"/>
            <a:ext cx="277920" cy="461160"/>
          </a:xfrm>
          <a:custGeom>
            <a:avLst/>
            <a:gdLst/>
            <a:ahLst/>
            <a:rect l="0" t="0" r="r" b="b"/>
            <a:pathLst>
              <a:path w="772" h="1281">
                <a:moveTo>
                  <a:pt x="0" y="1281"/>
                </a:moveTo>
                <a:lnTo>
                  <a:pt x="772" y="1281"/>
                </a:lnTo>
                <a:lnTo>
                  <a:pt x="772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0" name=""/>
          <p:cNvSpPr/>
          <p:nvPr/>
        </p:nvSpPr>
        <p:spPr>
          <a:xfrm>
            <a:off x="1840680" y="2655000"/>
            <a:ext cx="278280" cy="537840"/>
          </a:xfrm>
          <a:custGeom>
            <a:avLst/>
            <a:gdLst/>
            <a:ahLst/>
            <a:rect l="0" t="0" r="r" b="b"/>
            <a:pathLst>
              <a:path w="773" h="1494">
                <a:moveTo>
                  <a:pt x="0" y="1494"/>
                </a:moveTo>
                <a:lnTo>
                  <a:pt x="773" y="1494"/>
                </a:lnTo>
                <a:lnTo>
                  <a:pt x="773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1" name=""/>
          <p:cNvSpPr/>
          <p:nvPr/>
        </p:nvSpPr>
        <p:spPr>
          <a:xfrm>
            <a:off x="2167560" y="2885400"/>
            <a:ext cx="277920" cy="307440"/>
          </a:xfrm>
          <a:custGeom>
            <a:avLst/>
            <a:gdLst/>
            <a:ahLst/>
            <a:rect l="0" t="0" r="r" b="b"/>
            <a:pathLst>
              <a:path w="772" h="854">
                <a:moveTo>
                  <a:pt x="0" y="854"/>
                </a:moveTo>
                <a:lnTo>
                  <a:pt x="772" y="854"/>
                </a:lnTo>
                <a:lnTo>
                  <a:pt x="772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2" name=""/>
          <p:cNvSpPr/>
          <p:nvPr/>
        </p:nvSpPr>
        <p:spPr>
          <a:xfrm>
            <a:off x="2494080" y="2962080"/>
            <a:ext cx="277920" cy="230760"/>
          </a:xfrm>
          <a:custGeom>
            <a:avLst/>
            <a:gdLst/>
            <a:ahLst/>
            <a:rect l="0" t="0" r="r" b="b"/>
            <a:pathLst>
              <a:path w="772" h="641">
                <a:moveTo>
                  <a:pt x="0" y="641"/>
                </a:moveTo>
                <a:lnTo>
                  <a:pt x="772" y="641"/>
                </a:lnTo>
                <a:lnTo>
                  <a:pt x="772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3" name=""/>
          <p:cNvSpPr/>
          <p:nvPr/>
        </p:nvSpPr>
        <p:spPr>
          <a:xfrm>
            <a:off x="2820960" y="280836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4" name=""/>
          <p:cNvSpPr/>
          <p:nvPr/>
        </p:nvSpPr>
        <p:spPr>
          <a:xfrm>
            <a:off x="3147480" y="280836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5" name=""/>
          <p:cNvSpPr/>
          <p:nvPr/>
        </p:nvSpPr>
        <p:spPr>
          <a:xfrm>
            <a:off x="3474000" y="2731680"/>
            <a:ext cx="278280" cy="461160"/>
          </a:xfrm>
          <a:custGeom>
            <a:avLst/>
            <a:gdLst/>
            <a:ahLst/>
            <a:rect l="0" t="0" r="r" b="b"/>
            <a:pathLst>
              <a:path w="773" h="1281">
                <a:moveTo>
                  <a:pt x="0" y="1281"/>
                </a:moveTo>
                <a:lnTo>
                  <a:pt x="773" y="1281"/>
                </a:lnTo>
                <a:lnTo>
                  <a:pt x="773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6" name=""/>
          <p:cNvSpPr/>
          <p:nvPr/>
        </p:nvSpPr>
        <p:spPr>
          <a:xfrm>
            <a:off x="3800880" y="2655000"/>
            <a:ext cx="277920" cy="537840"/>
          </a:xfrm>
          <a:custGeom>
            <a:avLst/>
            <a:gdLst/>
            <a:ahLst/>
            <a:rect l="0" t="0" r="r" b="b"/>
            <a:pathLst>
              <a:path w="772" h="1494">
                <a:moveTo>
                  <a:pt x="0" y="1494"/>
                </a:moveTo>
                <a:lnTo>
                  <a:pt x="772" y="1494"/>
                </a:lnTo>
                <a:lnTo>
                  <a:pt x="772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7" name=""/>
          <p:cNvSpPr/>
          <p:nvPr/>
        </p:nvSpPr>
        <p:spPr>
          <a:xfrm>
            <a:off x="4127400" y="3038760"/>
            <a:ext cx="278280" cy="154080"/>
          </a:xfrm>
          <a:custGeom>
            <a:avLst/>
            <a:gdLst/>
            <a:ahLst/>
            <a:rect l="0" t="0" r="r" b="b"/>
            <a:pathLst>
              <a:path w="773" h="428">
                <a:moveTo>
                  <a:pt x="0" y="428"/>
                </a:moveTo>
                <a:lnTo>
                  <a:pt x="773" y="428"/>
                </a:lnTo>
                <a:lnTo>
                  <a:pt x="773" y="0"/>
                </a:lnTo>
                <a:lnTo>
                  <a:pt x="0" y="0"/>
                </a:lnTo>
                <a:lnTo>
                  <a:pt x="0" y="42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8" name=""/>
          <p:cNvSpPr/>
          <p:nvPr/>
        </p:nvSpPr>
        <p:spPr>
          <a:xfrm>
            <a:off x="4454280" y="2731680"/>
            <a:ext cx="277920" cy="461160"/>
          </a:xfrm>
          <a:custGeom>
            <a:avLst/>
            <a:gdLst/>
            <a:ahLst/>
            <a:rect l="0" t="0" r="r" b="b"/>
            <a:pathLst>
              <a:path w="772" h="1281">
                <a:moveTo>
                  <a:pt x="0" y="1281"/>
                </a:moveTo>
                <a:lnTo>
                  <a:pt x="772" y="1281"/>
                </a:lnTo>
                <a:lnTo>
                  <a:pt x="772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59" name=""/>
          <p:cNvSpPr/>
          <p:nvPr/>
        </p:nvSpPr>
        <p:spPr>
          <a:xfrm>
            <a:off x="4780800" y="2808360"/>
            <a:ext cx="278280" cy="384480"/>
          </a:xfrm>
          <a:custGeom>
            <a:avLst/>
            <a:gdLst/>
            <a:ahLst/>
            <a:rect l="0" t="0" r="r" b="b"/>
            <a:pathLst>
              <a:path w="773" h="1068">
                <a:moveTo>
                  <a:pt x="0" y="1068"/>
                </a:moveTo>
                <a:lnTo>
                  <a:pt x="773" y="1068"/>
                </a:lnTo>
                <a:lnTo>
                  <a:pt x="773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0" name=""/>
          <p:cNvSpPr/>
          <p:nvPr/>
        </p:nvSpPr>
        <p:spPr>
          <a:xfrm>
            <a:off x="5107680" y="2885400"/>
            <a:ext cx="277920" cy="307440"/>
          </a:xfrm>
          <a:custGeom>
            <a:avLst/>
            <a:gdLst/>
            <a:ahLst/>
            <a:rect l="0" t="0" r="r" b="b"/>
            <a:pathLst>
              <a:path w="772" h="854">
                <a:moveTo>
                  <a:pt x="0" y="854"/>
                </a:moveTo>
                <a:lnTo>
                  <a:pt x="772" y="854"/>
                </a:lnTo>
                <a:lnTo>
                  <a:pt x="772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1" name=""/>
          <p:cNvSpPr/>
          <p:nvPr/>
        </p:nvSpPr>
        <p:spPr>
          <a:xfrm>
            <a:off x="5434200" y="2731680"/>
            <a:ext cx="278280" cy="461160"/>
          </a:xfrm>
          <a:custGeom>
            <a:avLst/>
            <a:gdLst/>
            <a:ahLst/>
            <a:rect l="0" t="0" r="r" b="b"/>
            <a:pathLst>
              <a:path w="773" h="1281">
                <a:moveTo>
                  <a:pt x="0" y="1281"/>
                </a:moveTo>
                <a:lnTo>
                  <a:pt x="773" y="1281"/>
                </a:lnTo>
                <a:lnTo>
                  <a:pt x="773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2" name=""/>
          <p:cNvSpPr/>
          <p:nvPr/>
        </p:nvSpPr>
        <p:spPr>
          <a:xfrm>
            <a:off x="5761080" y="2885400"/>
            <a:ext cx="277920" cy="307440"/>
          </a:xfrm>
          <a:custGeom>
            <a:avLst/>
            <a:gdLst/>
            <a:ahLst/>
            <a:rect l="0" t="0" r="r" b="b"/>
            <a:pathLst>
              <a:path w="772" h="854">
                <a:moveTo>
                  <a:pt x="0" y="854"/>
                </a:moveTo>
                <a:lnTo>
                  <a:pt x="772" y="854"/>
                </a:lnTo>
                <a:lnTo>
                  <a:pt x="772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3" name=""/>
          <p:cNvSpPr/>
          <p:nvPr/>
        </p:nvSpPr>
        <p:spPr>
          <a:xfrm>
            <a:off x="6087600" y="2808360"/>
            <a:ext cx="278280" cy="384480"/>
          </a:xfrm>
          <a:custGeom>
            <a:avLst/>
            <a:gdLst/>
            <a:ahLst/>
            <a:rect l="0" t="0" r="r" b="b"/>
            <a:pathLst>
              <a:path w="773" h="1068">
                <a:moveTo>
                  <a:pt x="0" y="1068"/>
                </a:moveTo>
                <a:lnTo>
                  <a:pt x="773" y="1068"/>
                </a:lnTo>
                <a:lnTo>
                  <a:pt x="773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4" name=""/>
          <p:cNvSpPr/>
          <p:nvPr/>
        </p:nvSpPr>
        <p:spPr>
          <a:xfrm>
            <a:off x="6414480" y="2885400"/>
            <a:ext cx="277920" cy="307440"/>
          </a:xfrm>
          <a:custGeom>
            <a:avLst/>
            <a:gdLst/>
            <a:ahLst/>
            <a:rect l="0" t="0" r="r" b="b"/>
            <a:pathLst>
              <a:path w="772" h="854">
                <a:moveTo>
                  <a:pt x="0" y="854"/>
                </a:moveTo>
                <a:lnTo>
                  <a:pt x="772" y="854"/>
                </a:lnTo>
                <a:lnTo>
                  <a:pt x="772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5" name=""/>
          <p:cNvSpPr/>
          <p:nvPr/>
        </p:nvSpPr>
        <p:spPr>
          <a:xfrm>
            <a:off x="6741000" y="2885400"/>
            <a:ext cx="277920" cy="307440"/>
          </a:xfrm>
          <a:custGeom>
            <a:avLst/>
            <a:gdLst/>
            <a:ahLst/>
            <a:rect l="0" t="0" r="r" b="b"/>
            <a:pathLst>
              <a:path w="772" h="854">
                <a:moveTo>
                  <a:pt x="0" y="854"/>
                </a:moveTo>
                <a:lnTo>
                  <a:pt x="772" y="854"/>
                </a:lnTo>
                <a:lnTo>
                  <a:pt x="772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6" name=""/>
          <p:cNvSpPr/>
          <p:nvPr/>
        </p:nvSpPr>
        <p:spPr>
          <a:xfrm>
            <a:off x="7067880" y="2885400"/>
            <a:ext cx="277920" cy="307440"/>
          </a:xfrm>
          <a:custGeom>
            <a:avLst/>
            <a:gdLst/>
            <a:ahLst/>
            <a:rect l="0" t="0" r="r" b="b"/>
            <a:pathLst>
              <a:path w="772" h="854">
                <a:moveTo>
                  <a:pt x="0" y="854"/>
                </a:moveTo>
                <a:lnTo>
                  <a:pt x="772" y="854"/>
                </a:lnTo>
                <a:lnTo>
                  <a:pt x="772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7" name=""/>
          <p:cNvSpPr/>
          <p:nvPr/>
        </p:nvSpPr>
        <p:spPr>
          <a:xfrm>
            <a:off x="7394400" y="280836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8" name=""/>
          <p:cNvSpPr/>
          <p:nvPr/>
        </p:nvSpPr>
        <p:spPr>
          <a:xfrm>
            <a:off x="7721280" y="3038760"/>
            <a:ext cx="277920" cy="154080"/>
          </a:xfrm>
          <a:custGeom>
            <a:avLst/>
            <a:gdLst/>
            <a:ahLst/>
            <a:rect l="0" t="0" r="r" b="b"/>
            <a:pathLst>
              <a:path w="772" h="428">
                <a:moveTo>
                  <a:pt x="0" y="428"/>
                </a:moveTo>
                <a:lnTo>
                  <a:pt x="772" y="428"/>
                </a:lnTo>
                <a:lnTo>
                  <a:pt x="772" y="0"/>
                </a:lnTo>
                <a:lnTo>
                  <a:pt x="0" y="0"/>
                </a:lnTo>
                <a:lnTo>
                  <a:pt x="0" y="428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69" name=""/>
          <p:cNvSpPr/>
          <p:nvPr/>
        </p:nvSpPr>
        <p:spPr>
          <a:xfrm>
            <a:off x="8047800" y="2962080"/>
            <a:ext cx="277920" cy="230760"/>
          </a:xfrm>
          <a:custGeom>
            <a:avLst/>
            <a:gdLst/>
            <a:ahLst/>
            <a:rect l="0" t="0" r="r" b="b"/>
            <a:pathLst>
              <a:path w="772" h="641">
                <a:moveTo>
                  <a:pt x="0" y="641"/>
                </a:moveTo>
                <a:lnTo>
                  <a:pt x="772" y="641"/>
                </a:lnTo>
                <a:lnTo>
                  <a:pt x="772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70" name=""/>
          <p:cNvSpPr/>
          <p:nvPr/>
        </p:nvSpPr>
        <p:spPr>
          <a:xfrm>
            <a:off x="8374320" y="2962080"/>
            <a:ext cx="278280" cy="230760"/>
          </a:xfrm>
          <a:custGeom>
            <a:avLst/>
            <a:gdLst/>
            <a:ahLst/>
            <a:rect l="0" t="0" r="r" b="b"/>
            <a:pathLst>
              <a:path w="773" h="641">
                <a:moveTo>
                  <a:pt x="0" y="641"/>
                </a:moveTo>
                <a:lnTo>
                  <a:pt x="773" y="641"/>
                </a:lnTo>
                <a:lnTo>
                  <a:pt x="773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71" name=""/>
          <p:cNvSpPr/>
          <p:nvPr/>
        </p:nvSpPr>
        <p:spPr>
          <a:xfrm>
            <a:off x="8701200" y="2885400"/>
            <a:ext cx="277920" cy="307440"/>
          </a:xfrm>
          <a:custGeom>
            <a:avLst/>
            <a:gdLst/>
            <a:ahLst/>
            <a:rect l="0" t="0" r="r" b="b"/>
            <a:pathLst>
              <a:path w="772" h="854">
                <a:moveTo>
                  <a:pt x="0" y="854"/>
                </a:moveTo>
                <a:lnTo>
                  <a:pt x="772" y="854"/>
                </a:lnTo>
                <a:lnTo>
                  <a:pt x="772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72" name=""/>
          <p:cNvSpPr/>
          <p:nvPr/>
        </p:nvSpPr>
        <p:spPr>
          <a:xfrm>
            <a:off x="9027720" y="3115800"/>
            <a:ext cx="278280" cy="77040"/>
          </a:xfrm>
          <a:custGeom>
            <a:avLst/>
            <a:gdLst/>
            <a:ahLst/>
            <a:rect l="0" t="0" r="r" b="b"/>
            <a:pathLst>
              <a:path w="773" h="214">
                <a:moveTo>
                  <a:pt x="0" y="214"/>
                </a:moveTo>
                <a:lnTo>
                  <a:pt x="773" y="214"/>
                </a:lnTo>
                <a:lnTo>
                  <a:pt x="773" y="0"/>
                </a:lnTo>
                <a:lnTo>
                  <a:pt x="0" y="0"/>
                </a:lnTo>
                <a:lnTo>
                  <a:pt x="0" y="214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73" name=""/>
          <p:cNvSpPr/>
          <p:nvPr/>
        </p:nvSpPr>
        <p:spPr>
          <a:xfrm>
            <a:off x="9354600" y="2962080"/>
            <a:ext cx="277920" cy="230760"/>
          </a:xfrm>
          <a:custGeom>
            <a:avLst/>
            <a:gdLst/>
            <a:ahLst/>
            <a:rect l="0" t="0" r="r" b="b"/>
            <a:pathLst>
              <a:path w="772" h="641">
                <a:moveTo>
                  <a:pt x="0" y="641"/>
                </a:moveTo>
                <a:lnTo>
                  <a:pt x="772" y="641"/>
                </a:lnTo>
                <a:lnTo>
                  <a:pt x="772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174" name=""/>
          <p:cNvSpPr/>
          <p:nvPr/>
        </p:nvSpPr>
        <p:spPr>
          <a:xfrm>
            <a:off x="533880" y="1886760"/>
            <a:ext cx="278280" cy="691560"/>
          </a:xfrm>
          <a:custGeom>
            <a:avLst/>
            <a:gdLst/>
            <a:ahLst/>
            <a:rect l="0" t="0" r="r" b="b"/>
            <a:pathLst>
              <a:path w="773" h="1921">
                <a:moveTo>
                  <a:pt x="0" y="1921"/>
                </a:moveTo>
                <a:lnTo>
                  <a:pt x="773" y="1921"/>
                </a:lnTo>
                <a:lnTo>
                  <a:pt x="773" y="0"/>
                </a:lnTo>
                <a:lnTo>
                  <a:pt x="0" y="0"/>
                </a:lnTo>
                <a:lnTo>
                  <a:pt x="0" y="192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75" name=""/>
          <p:cNvSpPr/>
          <p:nvPr/>
        </p:nvSpPr>
        <p:spPr>
          <a:xfrm>
            <a:off x="860760" y="2117160"/>
            <a:ext cx="277920" cy="691560"/>
          </a:xfrm>
          <a:custGeom>
            <a:avLst/>
            <a:gdLst/>
            <a:ahLst/>
            <a:rect l="0" t="0" r="r" b="b"/>
            <a:pathLst>
              <a:path w="772" h="1921">
                <a:moveTo>
                  <a:pt x="0" y="1921"/>
                </a:moveTo>
                <a:lnTo>
                  <a:pt x="772" y="1921"/>
                </a:lnTo>
                <a:lnTo>
                  <a:pt x="772" y="0"/>
                </a:lnTo>
                <a:lnTo>
                  <a:pt x="0" y="0"/>
                </a:lnTo>
                <a:lnTo>
                  <a:pt x="0" y="192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76" name=""/>
          <p:cNvSpPr/>
          <p:nvPr/>
        </p:nvSpPr>
        <p:spPr>
          <a:xfrm>
            <a:off x="1187280" y="2270880"/>
            <a:ext cx="278280" cy="537840"/>
          </a:xfrm>
          <a:custGeom>
            <a:avLst/>
            <a:gdLst/>
            <a:ahLst/>
            <a:rect l="0" t="0" r="r" b="b"/>
            <a:pathLst>
              <a:path w="773" h="1494">
                <a:moveTo>
                  <a:pt x="0" y="1494"/>
                </a:moveTo>
                <a:lnTo>
                  <a:pt x="773" y="1494"/>
                </a:lnTo>
                <a:lnTo>
                  <a:pt x="773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77" name=""/>
          <p:cNvSpPr/>
          <p:nvPr/>
        </p:nvSpPr>
        <p:spPr>
          <a:xfrm>
            <a:off x="1514160" y="2193840"/>
            <a:ext cx="277920" cy="538200"/>
          </a:xfrm>
          <a:custGeom>
            <a:avLst/>
            <a:gdLst/>
            <a:ahLst/>
            <a:rect l="0" t="0" r="r" b="b"/>
            <a:pathLst>
              <a:path w="772" h="1495">
                <a:moveTo>
                  <a:pt x="0" y="1495"/>
                </a:moveTo>
                <a:lnTo>
                  <a:pt x="772" y="1495"/>
                </a:lnTo>
                <a:lnTo>
                  <a:pt x="772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78" name=""/>
          <p:cNvSpPr/>
          <p:nvPr/>
        </p:nvSpPr>
        <p:spPr>
          <a:xfrm>
            <a:off x="1840680" y="2117160"/>
            <a:ext cx="278280" cy="538200"/>
          </a:xfrm>
          <a:custGeom>
            <a:avLst/>
            <a:gdLst/>
            <a:ahLst/>
            <a:rect l="0" t="0" r="r" b="b"/>
            <a:pathLst>
              <a:path w="773" h="1495">
                <a:moveTo>
                  <a:pt x="0" y="1495"/>
                </a:moveTo>
                <a:lnTo>
                  <a:pt x="773" y="1495"/>
                </a:lnTo>
                <a:lnTo>
                  <a:pt x="773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79" name=""/>
          <p:cNvSpPr/>
          <p:nvPr/>
        </p:nvSpPr>
        <p:spPr>
          <a:xfrm>
            <a:off x="2167560" y="2347560"/>
            <a:ext cx="277920" cy="538200"/>
          </a:xfrm>
          <a:custGeom>
            <a:avLst/>
            <a:gdLst/>
            <a:ahLst/>
            <a:rect l="0" t="0" r="r" b="b"/>
            <a:pathLst>
              <a:path w="772" h="1495">
                <a:moveTo>
                  <a:pt x="0" y="1495"/>
                </a:moveTo>
                <a:lnTo>
                  <a:pt x="772" y="1495"/>
                </a:lnTo>
                <a:lnTo>
                  <a:pt x="772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0" name=""/>
          <p:cNvSpPr/>
          <p:nvPr/>
        </p:nvSpPr>
        <p:spPr>
          <a:xfrm>
            <a:off x="2494080" y="2424240"/>
            <a:ext cx="277920" cy="538200"/>
          </a:xfrm>
          <a:custGeom>
            <a:avLst/>
            <a:gdLst/>
            <a:ahLst/>
            <a:rect l="0" t="0" r="r" b="b"/>
            <a:pathLst>
              <a:path w="772" h="1495">
                <a:moveTo>
                  <a:pt x="0" y="1495"/>
                </a:moveTo>
                <a:lnTo>
                  <a:pt x="772" y="1495"/>
                </a:lnTo>
                <a:lnTo>
                  <a:pt x="772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1" name=""/>
          <p:cNvSpPr/>
          <p:nvPr/>
        </p:nvSpPr>
        <p:spPr>
          <a:xfrm>
            <a:off x="2820960" y="2347560"/>
            <a:ext cx="277920" cy="461160"/>
          </a:xfrm>
          <a:custGeom>
            <a:avLst/>
            <a:gdLst/>
            <a:ahLst/>
            <a:rect l="0" t="0" r="r" b="b"/>
            <a:pathLst>
              <a:path w="772" h="1281">
                <a:moveTo>
                  <a:pt x="0" y="1281"/>
                </a:moveTo>
                <a:lnTo>
                  <a:pt x="772" y="1281"/>
                </a:lnTo>
                <a:lnTo>
                  <a:pt x="772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2" name=""/>
          <p:cNvSpPr/>
          <p:nvPr/>
        </p:nvSpPr>
        <p:spPr>
          <a:xfrm>
            <a:off x="3147480" y="2270880"/>
            <a:ext cx="277920" cy="537840"/>
          </a:xfrm>
          <a:custGeom>
            <a:avLst/>
            <a:gdLst/>
            <a:ahLst/>
            <a:rect l="0" t="0" r="r" b="b"/>
            <a:pathLst>
              <a:path w="772" h="1494">
                <a:moveTo>
                  <a:pt x="0" y="1494"/>
                </a:moveTo>
                <a:lnTo>
                  <a:pt x="772" y="1494"/>
                </a:lnTo>
                <a:lnTo>
                  <a:pt x="772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3" name=""/>
          <p:cNvSpPr/>
          <p:nvPr/>
        </p:nvSpPr>
        <p:spPr>
          <a:xfrm>
            <a:off x="3474000" y="2270880"/>
            <a:ext cx="278280" cy="461160"/>
          </a:xfrm>
          <a:custGeom>
            <a:avLst/>
            <a:gdLst/>
            <a:ahLst/>
            <a:rect l="0" t="0" r="r" b="b"/>
            <a:pathLst>
              <a:path w="773" h="1281">
                <a:moveTo>
                  <a:pt x="0" y="1281"/>
                </a:moveTo>
                <a:lnTo>
                  <a:pt x="773" y="1281"/>
                </a:lnTo>
                <a:lnTo>
                  <a:pt x="773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4" name=""/>
          <p:cNvSpPr/>
          <p:nvPr/>
        </p:nvSpPr>
        <p:spPr>
          <a:xfrm>
            <a:off x="3800880" y="227088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5" name=""/>
          <p:cNvSpPr/>
          <p:nvPr/>
        </p:nvSpPr>
        <p:spPr>
          <a:xfrm>
            <a:off x="4127400" y="2655000"/>
            <a:ext cx="278280" cy="384120"/>
          </a:xfrm>
          <a:custGeom>
            <a:avLst/>
            <a:gdLst/>
            <a:ahLst/>
            <a:rect l="0" t="0" r="r" b="b"/>
            <a:pathLst>
              <a:path w="773" h="1067">
                <a:moveTo>
                  <a:pt x="0" y="1067"/>
                </a:moveTo>
                <a:lnTo>
                  <a:pt x="773" y="1067"/>
                </a:lnTo>
                <a:lnTo>
                  <a:pt x="773" y="0"/>
                </a:lnTo>
                <a:lnTo>
                  <a:pt x="0" y="0"/>
                </a:lnTo>
                <a:lnTo>
                  <a:pt x="0" y="1067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6" name=""/>
          <p:cNvSpPr/>
          <p:nvPr/>
        </p:nvSpPr>
        <p:spPr>
          <a:xfrm>
            <a:off x="4454280" y="234756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7" name=""/>
          <p:cNvSpPr/>
          <p:nvPr/>
        </p:nvSpPr>
        <p:spPr>
          <a:xfrm>
            <a:off x="4780800" y="2270880"/>
            <a:ext cx="278280" cy="537840"/>
          </a:xfrm>
          <a:custGeom>
            <a:avLst/>
            <a:gdLst/>
            <a:ahLst/>
            <a:rect l="0" t="0" r="r" b="b"/>
            <a:pathLst>
              <a:path w="773" h="1494">
                <a:moveTo>
                  <a:pt x="0" y="1494"/>
                </a:moveTo>
                <a:lnTo>
                  <a:pt x="773" y="1494"/>
                </a:lnTo>
                <a:lnTo>
                  <a:pt x="773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8" name=""/>
          <p:cNvSpPr/>
          <p:nvPr/>
        </p:nvSpPr>
        <p:spPr>
          <a:xfrm>
            <a:off x="5107680" y="250128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89" name=""/>
          <p:cNvSpPr/>
          <p:nvPr/>
        </p:nvSpPr>
        <p:spPr>
          <a:xfrm>
            <a:off x="5434200" y="2424240"/>
            <a:ext cx="278280" cy="307800"/>
          </a:xfrm>
          <a:custGeom>
            <a:avLst/>
            <a:gdLst/>
            <a:ahLst/>
            <a:rect l="0" t="0" r="r" b="b"/>
            <a:pathLst>
              <a:path w="773" h="855">
                <a:moveTo>
                  <a:pt x="0" y="855"/>
                </a:moveTo>
                <a:lnTo>
                  <a:pt x="773" y="855"/>
                </a:lnTo>
                <a:lnTo>
                  <a:pt x="773" y="0"/>
                </a:lnTo>
                <a:lnTo>
                  <a:pt x="0" y="0"/>
                </a:lnTo>
                <a:lnTo>
                  <a:pt x="0" y="855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0" name=""/>
          <p:cNvSpPr/>
          <p:nvPr/>
        </p:nvSpPr>
        <p:spPr>
          <a:xfrm>
            <a:off x="5761080" y="250128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1" name=""/>
          <p:cNvSpPr/>
          <p:nvPr/>
        </p:nvSpPr>
        <p:spPr>
          <a:xfrm>
            <a:off x="6087600" y="2501280"/>
            <a:ext cx="278280" cy="307440"/>
          </a:xfrm>
          <a:custGeom>
            <a:avLst/>
            <a:gdLst/>
            <a:ahLst/>
            <a:rect l="0" t="0" r="r" b="b"/>
            <a:pathLst>
              <a:path w="773" h="854">
                <a:moveTo>
                  <a:pt x="0" y="854"/>
                </a:moveTo>
                <a:lnTo>
                  <a:pt x="773" y="854"/>
                </a:lnTo>
                <a:lnTo>
                  <a:pt x="773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2" name=""/>
          <p:cNvSpPr/>
          <p:nvPr/>
        </p:nvSpPr>
        <p:spPr>
          <a:xfrm>
            <a:off x="6414480" y="250128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3" name=""/>
          <p:cNvSpPr/>
          <p:nvPr/>
        </p:nvSpPr>
        <p:spPr>
          <a:xfrm>
            <a:off x="6741000" y="2655000"/>
            <a:ext cx="277920" cy="230760"/>
          </a:xfrm>
          <a:custGeom>
            <a:avLst/>
            <a:gdLst/>
            <a:ahLst/>
            <a:rect l="0" t="0" r="r" b="b"/>
            <a:pathLst>
              <a:path w="772" h="641">
                <a:moveTo>
                  <a:pt x="0" y="641"/>
                </a:moveTo>
                <a:lnTo>
                  <a:pt x="772" y="641"/>
                </a:lnTo>
                <a:lnTo>
                  <a:pt x="772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4" name=""/>
          <p:cNvSpPr/>
          <p:nvPr/>
        </p:nvSpPr>
        <p:spPr>
          <a:xfrm>
            <a:off x="7067880" y="2577960"/>
            <a:ext cx="277920" cy="307800"/>
          </a:xfrm>
          <a:custGeom>
            <a:avLst/>
            <a:gdLst/>
            <a:ahLst/>
            <a:rect l="0" t="0" r="r" b="b"/>
            <a:pathLst>
              <a:path w="772" h="855">
                <a:moveTo>
                  <a:pt x="0" y="855"/>
                </a:moveTo>
                <a:lnTo>
                  <a:pt x="772" y="855"/>
                </a:lnTo>
                <a:lnTo>
                  <a:pt x="772" y="0"/>
                </a:lnTo>
                <a:lnTo>
                  <a:pt x="0" y="0"/>
                </a:lnTo>
                <a:lnTo>
                  <a:pt x="0" y="855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5" name=""/>
          <p:cNvSpPr/>
          <p:nvPr/>
        </p:nvSpPr>
        <p:spPr>
          <a:xfrm>
            <a:off x="7394400" y="2577960"/>
            <a:ext cx="277920" cy="230760"/>
          </a:xfrm>
          <a:custGeom>
            <a:avLst/>
            <a:gdLst/>
            <a:ahLst/>
            <a:rect l="0" t="0" r="r" b="b"/>
            <a:pathLst>
              <a:path w="772" h="641">
                <a:moveTo>
                  <a:pt x="0" y="641"/>
                </a:moveTo>
                <a:lnTo>
                  <a:pt x="772" y="641"/>
                </a:lnTo>
                <a:lnTo>
                  <a:pt x="772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6" name=""/>
          <p:cNvSpPr/>
          <p:nvPr/>
        </p:nvSpPr>
        <p:spPr>
          <a:xfrm>
            <a:off x="7721280" y="2731680"/>
            <a:ext cx="277920" cy="307440"/>
          </a:xfrm>
          <a:custGeom>
            <a:avLst/>
            <a:gdLst/>
            <a:ahLst/>
            <a:rect l="0" t="0" r="r" b="b"/>
            <a:pathLst>
              <a:path w="772" h="854">
                <a:moveTo>
                  <a:pt x="0" y="854"/>
                </a:moveTo>
                <a:lnTo>
                  <a:pt x="772" y="854"/>
                </a:lnTo>
                <a:lnTo>
                  <a:pt x="772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7" name=""/>
          <p:cNvSpPr/>
          <p:nvPr/>
        </p:nvSpPr>
        <p:spPr>
          <a:xfrm>
            <a:off x="8047800" y="2731680"/>
            <a:ext cx="277920" cy="230760"/>
          </a:xfrm>
          <a:custGeom>
            <a:avLst/>
            <a:gdLst/>
            <a:ahLst/>
            <a:rect l="0" t="0" r="r" b="b"/>
            <a:pathLst>
              <a:path w="772" h="641">
                <a:moveTo>
                  <a:pt x="0" y="641"/>
                </a:moveTo>
                <a:lnTo>
                  <a:pt x="772" y="641"/>
                </a:lnTo>
                <a:lnTo>
                  <a:pt x="772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8" name=""/>
          <p:cNvSpPr/>
          <p:nvPr/>
        </p:nvSpPr>
        <p:spPr>
          <a:xfrm>
            <a:off x="8374320" y="2731680"/>
            <a:ext cx="278280" cy="230760"/>
          </a:xfrm>
          <a:custGeom>
            <a:avLst/>
            <a:gdLst/>
            <a:ahLst/>
            <a:rect l="0" t="0" r="r" b="b"/>
            <a:pathLst>
              <a:path w="773" h="641">
                <a:moveTo>
                  <a:pt x="0" y="641"/>
                </a:moveTo>
                <a:lnTo>
                  <a:pt x="773" y="641"/>
                </a:lnTo>
                <a:lnTo>
                  <a:pt x="773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199" name=""/>
          <p:cNvSpPr/>
          <p:nvPr/>
        </p:nvSpPr>
        <p:spPr>
          <a:xfrm>
            <a:off x="8701200" y="2731680"/>
            <a:ext cx="277920" cy="154080"/>
          </a:xfrm>
          <a:custGeom>
            <a:avLst/>
            <a:gdLst/>
            <a:ahLst/>
            <a:rect l="0" t="0" r="r" b="b"/>
            <a:pathLst>
              <a:path w="772" h="428">
                <a:moveTo>
                  <a:pt x="0" y="428"/>
                </a:moveTo>
                <a:lnTo>
                  <a:pt x="772" y="428"/>
                </a:lnTo>
                <a:lnTo>
                  <a:pt x="772" y="0"/>
                </a:lnTo>
                <a:lnTo>
                  <a:pt x="0" y="0"/>
                </a:lnTo>
                <a:lnTo>
                  <a:pt x="0" y="428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200" name=""/>
          <p:cNvSpPr/>
          <p:nvPr/>
        </p:nvSpPr>
        <p:spPr>
          <a:xfrm>
            <a:off x="9027720" y="2962080"/>
            <a:ext cx="278280" cy="154080"/>
          </a:xfrm>
          <a:custGeom>
            <a:avLst/>
            <a:gdLst/>
            <a:ahLst/>
            <a:rect l="0" t="0" r="r" b="b"/>
            <a:pathLst>
              <a:path w="773" h="428">
                <a:moveTo>
                  <a:pt x="0" y="428"/>
                </a:moveTo>
                <a:lnTo>
                  <a:pt x="773" y="428"/>
                </a:lnTo>
                <a:lnTo>
                  <a:pt x="773" y="0"/>
                </a:lnTo>
                <a:lnTo>
                  <a:pt x="0" y="0"/>
                </a:lnTo>
                <a:lnTo>
                  <a:pt x="0" y="428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201" name=""/>
          <p:cNvSpPr/>
          <p:nvPr/>
        </p:nvSpPr>
        <p:spPr>
          <a:xfrm>
            <a:off x="9354600" y="2731680"/>
            <a:ext cx="277920" cy="230760"/>
          </a:xfrm>
          <a:custGeom>
            <a:avLst/>
            <a:gdLst/>
            <a:ahLst/>
            <a:rect l="0" t="0" r="r" b="b"/>
            <a:pathLst>
              <a:path w="772" h="641">
                <a:moveTo>
                  <a:pt x="0" y="641"/>
                </a:moveTo>
                <a:lnTo>
                  <a:pt x="772" y="641"/>
                </a:lnTo>
                <a:lnTo>
                  <a:pt x="772" y="0"/>
                </a:lnTo>
                <a:lnTo>
                  <a:pt x="0" y="0"/>
                </a:lnTo>
                <a:lnTo>
                  <a:pt x="0" y="641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202" name=""/>
          <p:cNvSpPr/>
          <p:nvPr/>
        </p:nvSpPr>
        <p:spPr>
          <a:xfrm>
            <a:off x="533880" y="427320"/>
            <a:ext cx="278280" cy="1459800"/>
          </a:xfrm>
          <a:custGeom>
            <a:avLst/>
            <a:gdLst/>
            <a:ahLst/>
            <a:rect l="0" t="0" r="r" b="b"/>
            <a:pathLst>
              <a:path w="773" h="4055">
                <a:moveTo>
                  <a:pt x="0" y="4055"/>
                </a:moveTo>
                <a:lnTo>
                  <a:pt x="773" y="4055"/>
                </a:lnTo>
                <a:lnTo>
                  <a:pt x="773" y="0"/>
                </a:lnTo>
                <a:lnTo>
                  <a:pt x="0" y="0"/>
                </a:lnTo>
                <a:lnTo>
                  <a:pt x="0" y="405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03" name=""/>
          <p:cNvSpPr/>
          <p:nvPr/>
        </p:nvSpPr>
        <p:spPr>
          <a:xfrm>
            <a:off x="860760" y="888120"/>
            <a:ext cx="277920" cy="1229400"/>
          </a:xfrm>
          <a:custGeom>
            <a:avLst/>
            <a:gdLst/>
            <a:ahLst/>
            <a:rect l="0" t="0" r="r" b="b"/>
            <a:pathLst>
              <a:path w="772" h="3415">
                <a:moveTo>
                  <a:pt x="0" y="3415"/>
                </a:moveTo>
                <a:lnTo>
                  <a:pt x="772" y="3415"/>
                </a:lnTo>
                <a:lnTo>
                  <a:pt x="772" y="0"/>
                </a:lnTo>
                <a:lnTo>
                  <a:pt x="0" y="0"/>
                </a:lnTo>
                <a:lnTo>
                  <a:pt x="0" y="341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04" name=""/>
          <p:cNvSpPr/>
          <p:nvPr/>
        </p:nvSpPr>
        <p:spPr>
          <a:xfrm>
            <a:off x="1187280" y="888120"/>
            <a:ext cx="278280" cy="1383120"/>
          </a:xfrm>
          <a:custGeom>
            <a:avLst/>
            <a:gdLst/>
            <a:ahLst/>
            <a:rect l="0" t="0" r="r" b="b"/>
            <a:pathLst>
              <a:path w="773" h="3842">
                <a:moveTo>
                  <a:pt x="0" y="3842"/>
                </a:moveTo>
                <a:lnTo>
                  <a:pt x="773" y="3842"/>
                </a:lnTo>
                <a:lnTo>
                  <a:pt x="773" y="0"/>
                </a:lnTo>
                <a:lnTo>
                  <a:pt x="0" y="0"/>
                </a:lnTo>
                <a:lnTo>
                  <a:pt x="0" y="3842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05" name=""/>
          <p:cNvSpPr/>
          <p:nvPr/>
        </p:nvSpPr>
        <p:spPr>
          <a:xfrm>
            <a:off x="1514160" y="1041840"/>
            <a:ext cx="277920" cy="1152360"/>
          </a:xfrm>
          <a:custGeom>
            <a:avLst/>
            <a:gdLst/>
            <a:ahLst/>
            <a:rect l="0" t="0" r="r" b="b"/>
            <a:pathLst>
              <a:path w="772" h="3201">
                <a:moveTo>
                  <a:pt x="0" y="3201"/>
                </a:moveTo>
                <a:lnTo>
                  <a:pt x="772" y="3201"/>
                </a:lnTo>
                <a:lnTo>
                  <a:pt x="772" y="0"/>
                </a:lnTo>
                <a:lnTo>
                  <a:pt x="0" y="0"/>
                </a:lnTo>
                <a:lnTo>
                  <a:pt x="0" y="3201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06" name=""/>
          <p:cNvSpPr/>
          <p:nvPr/>
        </p:nvSpPr>
        <p:spPr>
          <a:xfrm>
            <a:off x="1840680" y="1195560"/>
            <a:ext cx="278280" cy="921960"/>
          </a:xfrm>
          <a:custGeom>
            <a:avLst/>
            <a:gdLst/>
            <a:ahLst/>
            <a:rect l="0" t="0" r="r" b="b"/>
            <a:pathLst>
              <a:path w="773" h="2561">
                <a:moveTo>
                  <a:pt x="0" y="2561"/>
                </a:moveTo>
                <a:lnTo>
                  <a:pt x="773" y="2561"/>
                </a:lnTo>
                <a:lnTo>
                  <a:pt x="773" y="0"/>
                </a:lnTo>
                <a:lnTo>
                  <a:pt x="0" y="0"/>
                </a:lnTo>
                <a:lnTo>
                  <a:pt x="0" y="2561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07" name=""/>
          <p:cNvSpPr/>
          <p:nvPr/>
        </p:nvSpPr>
        <p:spPr>
          <a:xfrm>
            <a:off x="2167560" y="1348920"/>
            <a:ext cx="277920" cy="999000"/>
          </a:xfrm>
          <a:custGeom>
            <a:avLst/>
            <a:gdLst/>
            <a:ahLst/>
            <a:rect l="0" t="0" r="r" b="b"/>
            <a:pathLst>
              <a:path w="772" h="2775">
                <a:moveTo>
                  <a:pt x="0" y="2775"/>
                </a:moveTo>
                <a:lnTo>
                  <a:pt x="772" y="2775"/>
                </a:lnTo>
                <a:lnTo>
                  <a:pt x="772" y="0"/>
                </a:lnTo>
                <a:lnTo>
                  <a:pt x="0" y="0"/>
                </a:lnTo>
                <a:lnTo>
                  <a:pt x="0" y="277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08" name=""/>
          <p:cNvSpPr/>
          <p:nvPr/>
        </p:nvSpPr>
        <p:spPr>
          <a:xfrm>
            <a:off x="2494080" y="1348920"/>
            <a:ext cx="277920" cy="1075680"/>
          </a:xfrm>
          <a:custGeom>
            <a:avLst/>
            <a:gdLst/>
            <a:ahLst/>
            <a:rect l="0" t="0" r="r" b="b"/>
            <a:pathLst>
              <a:path w="772" h="2988">
                <a:moveTo>
                  <a:pt x="0" y="2988"/>
                </a:moveTo>
                <a:lnTo>
                  <a:pt x="772" y="2988"/>
                </a:lnTo>
                <a:lnTo>
                  <a:pt x="772" y="0"/>
                </a:lnTo>
                <a:lnTo>
                  <a:pt x="0" y="0"/>
                </a:lnTo>
                <a:lnTo>
                  <a:pt x="0" y="2988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09" name=""/>
          <p:cNvSpPr/>
          <p:nvPr/>
        </p:nvSpPr>
        <p:spPr>
          <a:xfrm>
            <a:off x="2820960" y="1348920"/>
            <a:ext cx="277920" cy="999000"/>
          </a:xfrm>
          <a:custGeom>
            <a:avLst/>
            <a:gdLst/>
            <a:ahLst/>
            <a:rect l="0" t="0" r="r" b="b"/>
            <a:pathLst>
              <a:path w="772" h="2775">
                <a:moveTo>
                  <a:pt x="0" y="2775"/>
                </a:moveTo>
                <a:lnTo>
                  <a:pt x="772" y="2775"/>
                </a:lnTo>
                <a:lnTo>
                  <a:pt x="772" y="0"/>
                </a:lnTo>
                <a:lnTo>
                  <a:pt x="0" y="0"/>
                </a:lnTo>
                <a:lnTo>
                  <a:pt x="0" y="277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0" name=""/>
          <p:cNvSpPr/>
          <p:nvPr/>
        </p:nvSpPr>
        <p:spPr>
          <a:xfrm>
            <a:off x="3147480" y="1348920"/>
            <a:ext cx="277920" cy="922320"/>
          </a:xfrm>
          <a:custGeom>
            <a:avLst/>
            <a:gdLst/>
            <a:ahLst/>
            <a:rect l="0" t="0" r="r" b="b"/>
            <a:pathLst>
              <a:path w="772" h="2562">
                <a:moveTo>
                  <a:pt x="0" y="2562"/>
                </a:moveTo>
                <a:lnTo>
                  <a:pt x="772" y="2562"/>
                </a:lnTo>
                <a:lnTo>
                  <a:pt x="772" y="0"/>
                </a:lnTo>
                <a:lnTo>
                  <a:pt x="0" y="0"/>
                </a:lnTo>
                <a:lnTo>
                  <a:pt x="0" y="2562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1" name=""/>
          <p:cNvSpPr/>
          <p:nvPr/>
        </p:nvSpPr>
        <p:spPr>
          <a:xfrm>
            <a:off x="3474000" y="1348920"/>
            <a:ext cx="278280" cy="922320"/>
          </a:xfrm>
          <a:custGeom>
            <a:avLst/>
            <a:gdLst/>
            <a:ahLst/>
            <a:rect l="0" t="0" r="r" b="b"/>
            <a:pathLst>
              <a:path w="773" h="2562">
                <a:moveTo>
                  <a:pt x="0" y="2562"/>
                </a:moveTo>
                <a:lnTo>
                  <a:pt x="773" y="2562"/>
                </a:lnTo>
                <a:lnTo>
                  <a:pt x="773" y="0"/>
                </a:lnTo>
                <a:lnTo>
                  <a:pt x="0" y="0"/>
                </a:lnTo>
                <a:lnTo>
                  <a:pt x="0" y="2562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2" name=""/>
          <p:cNvSpPr/>
          <p:nvPr/>
        </p:nvSpPr>
        <p:spPr>
          <a:xfrm>
            <a:off x="3800880" y="1502640"/>
            <a:ext cx="277920" cy="768600"/>
          </a:xfrm>
          <a:custGeom>
            <a:avLst/>
            <a:gdLst/>
            <a:ahLst/>
            <a:rect l="0" t="0" r="r" b="b"/>
            <a:pathLst>
              <a:path w="772" h="2135">
                <a:moveTo>
                  <a:pt x="0" y="2135"/>
                </a:moveTo>
                <a:lnTo>
                  <a:pt x="772" y="2135"/>
                </a:lnTo>
                <a:lnTo>
                  <a:pt x="772" y="0"/>
                </a:lnTo>
                <a:lnTo>
                  <a:pt x="0" y="0"/>
                </a:lnTo>
                <a:lnTo>
                  <a:pt x="0" y="213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3" name=""/>
          <p:cNvSpPr/>
          <p:nvPr/>
        </p:nvSpPr>
        <p:spPr>
          <a:xfrm>
            <a:off x="4127400" y="1656360"/>
            <a:ext cx="278280" cy="999000"/>
          </a:xfrm>
          <a:custGeom>
            <a:avLst/>
            <a:gdLst/>
            <a:ahLst/>
            <a:rect l="0" t="0" r="r" b="b"/>
            <a:pathLst>
              <a:path w="773" h="2775">
                <a:moveTo>
                  <a:pt x="0" y="2775"/>
                </a:moveTo>
                <a:lnTo>
                  <a:pt x="773" y="2775"/>
                </a:lnTo>
                <a:lnTo>
                  <a:pt x="773" y="0"/>
                </a:lnTo>
                <a:lnTo>
                  <a:pt x="0" y="0"/>
                </a:lnTo>
                <a:lnTo>
                  <a:pt x="0" y="277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4" name=""/>
          <p:cNvSpPr/>
          <p:nvPr/>
        </p:nvSpPr>
        <p:spPr>
          <a:xfrm>
            <a:off x="4454280" y="1656360"/>
            <a:ext cx="277920" cy="691560"/>
          </a:xfrm>
          <a:custGeom>
            <a:avLst/>
            <a:gdLst/>
            <a:ahLst/>
            <a:rect l="0" t="0" r="r" b="b"/>
            <a:pathLst>
              <a:path w="772" h="1921">
                <a:moveTo>
                  <a:pt x="0" y="1921"/>
                </a:moveTo>
                <a:lnTo>
                  <a:pt x="772" y="1921"/>
                </a:lnTo>
                <a:lnTo>
                  <a:pt x="772" y="0"/>
                </a:lnTo>
                <a:lnTo>
                  <a:pt x="0" y="0"/>
                </a:lnTo>
                <a:lnTo>
                  <a:pt x="0" y="1921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5" name=""/>
          <p:cNvSpPr/>
          <p:nvPr/>
        </p:nvSpPr>
        <p:spPr>
          <a:xfrm>
            <a:off x="4780800" y="1733040"/>
            <a:ext cx="278280" cy="538200"/>
          </a:xfrm>
          <a:custGeom>
            <a:avLst/>
            <a:gdLst/>
            <a:ahLst/>
            <a:rect l="0" t="0" r="r" b="b"/>
            <a:pathLst>
              <a:path w="773" h="1495">
                <a:moveTo>
                  <a:pt x="0" y="1495"/>
                </a:moveTo>
                <a:lnTo>
                  <a:pt x="773" y="1495"/>
                </a:lnTo>
                <a:lnTo>
                  <a:pt x="773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6" name=""/>
          <p:cNvSpPr/>
          <p:nvPr/>
        </p:nvSpPr>
        <p:spPr>
          <a:xfrm>
            <a:off x="5107680" y="1810080"/>
            <a:ext cx="277920" cy="691560"/>
          </a:xfrm>
          <a:custGeom>
            <a:avLst/>
            <a:gdLst/>
            <a:ahLst/>
            <a:rect l="0" t="0" r="r" b="b"/>
            <a:pathLst>
              <a:path w="772" h="1921">
                <a:moveTo>
                  <a:pt x="0" y="1921"/>
                </a:moveTo>
                <a:lnTo>
                  <a:pt x="772" y="1921"/>
                </a:lnTo>
                <a:lnTo>
                  <a:pt x="772" y="0"/>
                </a:lnTo>
                <a:lnTo>
                  <a:pt x="0" y="0"/>
                </a:lnTo>
                <a:lnTo>
                  <a:pt x="0" y="1921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7" name=""/>
          <p:cNvSpPr/>
          <p:nvPr/>
        </p:nvSpPr>
        <p:spPr>
          <a:xfrm>
            <a:off x="5434200" y="1963440"/>
            <a:ext cx="278280" cy="461160"/>
          </a:xfrm>
          <a:custGeom>
            <a:avLst/>
            <a:gdLst/>
            <a:ahLst/>
            <a:rect l="0" t="0" r="r" b="b"/>
            <a:pathLst>
              <a:path w="773" h="1281">
                <a:moveTo>
                  <a:pt x="0" y="1281"/>
                </a:moveTo>
                <a:lnTo>
                  <a:pt x="773" y="1281"/>
                </a:lnTo>
                <a:lnTo>
                  <a:pt x="773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8" name=""/>
          <p:cNvSpPr/>
          <p:nvPr/>
        </p:nvSpPr>
        <p:spPr>
          <a:xfrm>
            <a:off x="5761080" y="1963440"/>
            <a:ext cx="277920" cy="538200"/>
          </a:xfrm>
          <a:custGeom>
            <a:avLst/>
            <a:gdLst/>
            <a:ahLst/>
            <a:rect l="0" t="0" r="r" b="b"/>
            <a:pathLst>
              <a:path w="772" h="1495">
                <a:moveTo>
                  <a:pt x="0" y="1495"/>
                </a:moveTo>
                <a:lnTo>
                  <a:pt x="772" y="1495"/>
                </a:lnTo>
                <a:lnTo>
                  <a:pt x="772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19" name=""/>
          <p:cNvSpPr/>
          <p:nvPr/>
        </p:nvSpPr>
        <p:spPr>
          <a:xfrm>
            <a:off x="6087600" y="1963440"/>
            <a:ext cx="278280" cy="538200"/>
          </a:xfrm>
          <a:custGeom>
            <a:avLst/>
            <a:gdLst/>
            <a:ahLst/>
            <a:rect l="0" t="0" r="r" b="b"/>
            <a:pathLst>
              <a:path w="773" h="1495">
                <a:moveTo>
                  <a:pt x="0" y="1495"/>
                </a:moveTo>
                <a:lnTo>
                  <a:pt x="773" y="1495"/>
                </a:lnTo>
                <a:lnTo>
                  <a:pt x="773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0" name=""/>
          <p:cNvSpPr/>
          <p:nvPr/>
        </p:nvSpPr>
        <p:spPr>
          <a:xfrm>
            <a:off x="6414480" y="1963440"/>
            <a:ext cx="277920" cy="538200"/>
          </a:xfrm>
          <a:custGeom>
            <a:avLst/>
            <a:gdLst/>
            <a:ahLst/>
            <a:rect l="0" t="0" r="r" b="b"/>
            <a:pathLst>
              <a:path w="772" h="1495">
                <a:moveTo>
                  <a:pt x="0" y="1495"/>
                </a:moveTo>
                <a:lnTo>
                  <a:pt x="772" y="1495"/>
                </a:lnTo>
                <a:lnTo>
                  <a:pt x="772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1" name=""/>
          <p:cNvSpPr/>
          <p:nvPr/>
        </p:nvSpPr>
        <p:spPr>
          <a:xfrm>
            <a:off x="6741000" y="2040480"/>
            <a:ext cx="277920" cy="614880"/>
          </a:xfrm>
          <a:custGeom>
            <a:avLst/>
            <a:gdLst/>
            <a:ahLst/>
            <a:rect l="0" t="0" r="r" b="b"/>
            <a:pathLst>
              <a:path w="772" h="1708">
                <a:moveTo>
                  <a:pt x="0" y="1708"/>
                </a:moveTo>
                <a:lnTo>
                  <a:pt x="772" y="1708"/>
                </a:lnTo>
                <a:lnTo>
                  <a:pt x="772" y="0"/>
                </a:lnTo>
                <a:lnTo>
                  <a:pt x="0" y="0"/>
                </a:lnTo>
                <a:lnTo>
                  <a:pt x="0" y="1708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2" name=""/>
          <p:cNvSpPr/>
          <p:nvPr/>
        </p:nvSpPr>
        <p:spPr>
          <a:xfrm>
            <a:off x="7067880" y="2117160"/>
            <a:ext cx="277920" cy="461160"/>
          </a:xfrm>
          <a:custGeom>
            <a:avLst/>
            <a:gdLst/>
            <a:ahLst/>
            <a:rect l="0" t="0" r="r" b="b"/>
            <a:pathLst>
              <a:path w="772" h="1281">
                <a:moveTo>
                  <a:pt x="0" y="1281"/>
                </a:moveTo>
                <a:lnTo>
                  <a:pt x="772" y="1281"/>
                </a:lnTo>
                <a:lnTo>
                  <a:pt x="772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3" name=""/>
          <p:cNvSpPr/>
          <p:nvPr/>
        </p:nvSpPr>
        <p:spPr>
          <a:xfrm>
            <a:off x="7394400" y="2117160"/>
            <a:ext cx="277920" cy="461160"/>
          </a:xfrm>
          <a:custGeom>
            <a:avLst/>
            <a:gdLst/>
            <a:ahLst/>
            <a:rect l="0" t="0" r="r" b="b"/>
            <a:pathLst>
              <a:path w="772" h="1281">
                <a:moveTo>
                  <a:pt x="0" y="1281"/>
                </a:moveTo>
                <a:lnTo>
                  <a:pt x="772" y="1281"/>
                </a:lnTo>
                <a:lnTo>
                  <a:pt x="772" y="0"/>
                </a:lnTo>
                <a:lnTo>
                  <a:pt x="0" y="0"/>
                </a:lnTo>
                <a:lnTo>
                  <a:pt x="0" y="1281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4" name=""/>
          <p:cNvSpPr/>
          <p:nvPr/>
        </p:nvSpPr>
        <p:spPr>
          <a:xfrm>
            <a:off x="7721280" y="2193840"/>
            <a:ext cx="277920" cy="538200"/>
          </a:xfrm>
          <a:custGeom>
            <a:avLst/>
            <a:gdLst/>
            <a:ahLst/>
            <a:rect l="0" t="0" r="r" b="b"/>
            <a:pathLst>
              <a:path w="772" h="1495">
                <a:moveTo>
                  <a:pt x="0" y="1495"/>
                </a:moveTo>
                <a:lnTo>
                  <a:pt x="772" y="1495"/>
                </a:lnTo>
                <a:lnTo>
                  <a:pt x="772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5" name=""/>
          <p:cNvSpPr/>
          <p:nvPr/>
        </p:nvSpPr>
        <p:spPr>
          <a:xfrm>
            <a:off x="8047800" y="2193840"/>
            <a:ext cx="277920" cy="538200"/>
          </a:xfrm>
          <a:custGeom>
            <a:avLst/>
            <a:gdLst/>
            <a:ahLst/>
            <a:rect l="0" t="0" r="r" b="b"/>
            <a:pathLst>
              <a:path w="772" h="1495">
                <a:moveTo>
                  <a:pt x="0" y="1495"/>
                </a:moveTo>
                <a:lnTo>
                  <a:pt x="772" y="1495"/>
                </a:lnTo>
                <a:lnTo>
                  <a:pt x="772" y="0"/>
                </a:lnTo>
                <a:lnTo>
                  <a:pt x="0" y="0"/>
                </a:lnTo>
                <a:lnTo>
                  <a:pt x="0" y="149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6" name=""/>
          <p:cNvSpPr/>
          <p:nvPr/>
        </p:nvSpPr>
        <p:spPr>
          <a:xfrm>
            <a:off x="8374320" y="2347560"/>
            <a:ext cx="278280" cy="384480"/>
          </a:xfrm>
          <a:custGeom>
            <a:avLst/>
            <a:gdLst/>
            <a:ahLst/>
            <a:rect l="0" t="0" r="r" b="b"/>
            <a:pathLst>
              <a:path w="773" h="1068">
                <a:moveTo>
                  <a:pt x="0" y="1068"/>
                </a:moveTo>
                <a:lnTo>
                  <a:pt x="773" y="1068"/>
                </a:lnTo>
                <a:lnTo>
                  <a:pt x="773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7" name=""/>
          <p:cNvSpPr/>
          <p:nvPr/>
        </p:nvSpPr>
        <p:spPr>
          <a:xfrm>
            <a:off x="8701200" y="2347560"/>
            <a:ext cx="277920" cy="384480"/>
          </a:xfrm>
          <a:custGeom>
            <a:avLst/>
            <a:gdLst/>
            <a:ahLst/>
            <a:rect l="0" t="0" r="r" b="b"/>
            <a:pathLst>
              <a:path w="772" h="1068">
                <a:moveTo>
                  <a:pt x="0" y="1068"/>
                </a:moveTo>
                <a:lnTo>
                  <a:pt x="772" y="1068"/>
                </a:lnTo>
                <a:lnTo>
                  <a:pt x="772" y="0"/>
                </a:lnTo>
                <a:lnTo>
                  <a:pt x="0" y="0"/>
                </a:lnTo>
                <a:lnTo>
                  <a:pt x="0" y="1068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8" name=""/>
          <p:cNvSpPr/>
          <p:nvPr/>
        </p:nvSpPr>
        <p:spPr>
          <a:xfrm>
            <a:off x="9027720" y="2347560"/>
            <a:ext cx="278280" cy="614880"/>
          </a:xfrm>
          <a:custGeom>
            <a:avLst/>
            <a:gdLst/>
            <a:ahLst/>
            <a:rect l="0" t="0" r="r" b="b"/>
            <a:pathLst>
              <a:path w="773" h="1708">
                <a:moveTo>
                  <a:pt x="0" y="1708"/>
                </a:moveTo>
                <a:lnTo>
                  <a:pt x="773" y="1708"/>
                </a:lnTo>
                <a:lnTo>
                  <a:pt x="773" y="0"/>
                </a:lnTo>
                <a:lnTo>
                  <a:pt x="0" y="0"/>
                </a:lnTo>
                <a:lnTo>
                  <a:pt x="0" y="1708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29" name=""/>
          <p:cNvSpPr/>
          <p:nvPr/>
        </p:nvSpPr>
        <p:spPr>
          <a:xfrm>
            <a:off x="9354600" y="2424240"/>
            <a:ext cx="277920" cy="307800"/>
          </a:xfrm>
          <a:custGeom>
            <a:avLst/>
            <a:gdLst/>
            <a:ahLst/>
            <a:rect l="0" t="0" r="r" b="b"/>
            <a:pathLst>
              <a:path w="772" h="855">
                <a:moveTo>
                  <a:pt x="0" y="855"/>
                </a:moveTo>
                <a:lnTo>
                  <a:pt x="772" y="855"/>
                </a:lnTo>
                <a:lnTo>
                  <a:pt x="772" y="0"/>
                </a:lnTo>
                <a:lnTo>
                  <a:pt x="0" y="0"/>
                </a:lnTo>
                <a:lnTo>
                  <a:pt x="0" y="855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30" name=""/>
          <p:cNvSpPr/>
          <p:nvPr/>
        </p:nvSpPr>
        <p:spPr>
          <a:xfrm>
            <a:off x="50940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31" name=""/>
          <p:cNvSpPr/>
          <p:nvPr/>
        </p:nvSpPr>
        <p:spPr>
          <a:xfrm>
            <a:off x="83628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32" name=""/>
          <p:cNvSpPr/>
          <p:nvPr/>
        </p:nvSpPr>
        <p:spPr>
          <a:xfrm>
            <a:off x="116280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33" name=""/>
          <p:cNvSpPr/>
          <p:nvPr/>
        </p:nvSpPr>
        <p:spPr>
          <a:xfrm>
            <a:off x="148968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34" name=""/>
          <p:cNvSpPr/>
          <p:nvPr/>
        </p:nvSpPr>
        <p:spPr>
          <a:xfrm>
            <a:off x="181620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35" name=""/>
          <p:cNvSpPr/>
          <p:nvPr/>
        </p:nvSpPr>
        <p:spPr>
          <a:xfrm>
            <a:off x="214308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36" name=""/>
          <p:cNvSpPr/>
          <p:nvPr/>
        </p:nvSpPr>
        <p:spPr>
          <a:xfrm>
            <a:off x="246960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37" name=""/>
          <p:cNvSpPr/>
          <p:nvPr/>
        </p:nvSpPr>
        <p:spPr>
          <a:xfrm>
            <a:off x="279648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38" name=""/>
          <p:cNvSpPr/>
          <p:nvPr/>
        </p:nvSpPr>
        <p:spPr>
          <a:xfrm>
            <a:off x="312300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39" name=""/>
          <p:cNvSpPr/>
          <p:nvPr/>
        </p:nvSpPr>
        <p:spPr>
          <a:xfrm>
            <a:off x="344952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40" name=""/>
          <p:cNvSpPr/>
          <p:nvPr/>
        </p:nvSpPr>
        <p:spPr>
          <a:xfrm>
            <a:off x="377640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41" name=""/>
          <p:cNvSpPr/>
          <p:nvPr/>
        </p:nvSpPr>
        <p:spPr>
          <a:xfrm>
            <a:off x="410292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42" name=""/>
          <p:cNvSpPr/>
          <p:nvPr/>
        </p:nvSpPr>
        <p:spPr>
          <a:xfrm>
            <a:off x="442980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43" name=""/>
          <p:cNvSpPr/>
          <p:nvPr/>
        </p:nvSpPr>
        <p:spPr>
          <a:xfrm>
            <a:off x="475632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44" name=""/>
          <p:cNvSpPr/>
          <p:nvPr/>
        </p:nvSpPr>
        <p:spPr>
          <a:xfrm>
            <a:off x="508320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45" name=""/>
          <p:cNvSpPr/>
          <p:nvPr/>
        </p:nvSpPr>
        <p:spPr>
          <a:xfrm>
            <a:off x="540972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46" name=""/>
          <p:cNvSpPr/>
          <p:nvPr/>
        </p:nvSpPr>
        <p:spPr>
          <a:xfrm>
            <a:off x="573660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47" name=""/>
          <p:cNvSpPr/>
          <p:nvPr/>
        </p:nvSpPr>
        <p:spPr>
          <a:xfrm>
            <a:off x="606312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48" name=""/>
          <p:cNvSpPr/>
          <p:nvPr/>
        </p:nvSpPr>
        <p:spPr>
          <a:xfrm>
            <a:off x="639000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49" name=""/>
          <p:cNvSpPr/>
          <p:nvPr/>
        </p:nvSpPr>
        <p:spPr>
          <a:xfrm>
            <a:off x="671652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50" name=""/>
          <p:cNvSpPr/>
          <p:nvPr/>
        </p:nvSpPr>
        <p:spPr>
          <a:xfrm>
            <a:off x="704340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51" name=""/>
          <p:cNvSpPr/>
          <p:nvPr/>
        </p:nvSpPr>
        <p:spPr>
          <a:xfrm>
            <a:off x="736992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52" name=""/>
          <p:cNvSpPr/>
          <p:nvPr/>
        </p:nvSpPr>
        <p:spPr>
          <a:xfrm>
            <a:off x="769644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53" name=""/>
          <p:cNvSpPr/>
          <p:nvPr/>
        </p:nvSpPr>
        <p:spPr>
          <a:xfrm>
            <a:off x="802332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54" name=""/>
          <p:cNvSpPr/>
          <p:nvPr/>
        </p:nvSpPr>
        <p:spPr>
          <a:xfrm>
            <a:off x="834984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55" name=""/>
          <p:cNvSpPr/>
          <p:nvPr/>
        </p:nvSpPr>
        <p:spPr>
          <a:xfrm>
            <a:off x="867672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e76f51"/>
          </a:solidFill>
          <a:ln w="12600">
            <a:solidFill>
              <a:srgbClr val="e76f51"/>
            </a:solidFill>
            <a:miter/>
          </a:ln>
        </p:spPr>
      </p:sp>
      <p:sp>
        <p:nvSpPr>
          <p:cNvPr id="256" name=""/>
          <p:cNvSpPr/>
          <p:nvPr/>
        </p:nvSpPr>
        <p:spPr>
          <a:xfrm>
            <a:off x="9003240" y="3254040"/>
            <a:ext cx="327240" cy="54000"/>
          </a:xfrm>
          <a:custGeom>
            <a:avLst/>
            <a:gdLst/>
            <a:ahLst/>
            <a:rect l="0" t="0" r="r" b="b"/>
            <a:pathLst>
              <a:path w="909" h="150">
                <a:moveTo>
                  <a:pt x="0" y="150"/>
                </a:moveTo>
                <a:lnTo>
                  <a:pt x="909" y="150"/>
                </a:lnTo>
                <a:lnTo>
                  <a:pt x="909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57" name=""/>
          <p:cNvSpPr/>
          <p:nvPr/>
        </p:nvSpPr>
        <p:spPr>
          <a:xfrm>
            <a:off x="9330120" y="3254040"/>
            <a:ext cx="326880" cy="54000"/>
          </a:xfrm>
          <a:custGeom>
            <a:avLst/>
            <a:gdLst/>
            <a:ahLst/>
            <a:rect l="0" t="0" r="r" b="b"/>
            <a:pathLst>
              <a:path w="908" h="150">
                <a:moveTo>
                  <a:pt x="0" y="150"/>
                </a:moveTo>
                <a:lnTo>
                  <a:pt x="908" y="150"/>
                </a:lnTo>
                <a:lnTo>
                  <a:pt x="908" y="0"/>
                </a:lnTo>
                <a:lnTo>
                  <a:pt x="0" y="0"/>
                </a:lnTo>
                <a:lnTo>
                  <a:pt x="0" y="1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258" name=""/>
          <p:cNvSpPr/>
          <p:nvPr/>
        </p:nvSpPr>
        <p:spPr>
          <a:xfrm flipV="1">
            <a:off x="477000" y="283320"/>
            <a:ext cx="0" cy="31683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59" name=""/>
          <p:cNvSpPr/>
          <p:nvPr/>
        </p:nvSpPr>
        <p:spPr>
          <a:xfrm>
            <a:off x="477000" y="3451680"/>
            <a:ext cx="92124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60" name=""/>
          <p:cNvSpPr txBox="1"/>
          <p:nvPr/>
        </p:nvSpPr>
        <p:spPr>
          <a:xfrm rot="16200000">
            <a:off x="-940680" y="1791720"/>
            <a:ext cx="2170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HRD scar score (LST + LOH + TAI)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7504200" y="422640"/>
            <a:ext cx="2052000" cy="225720"/>
          </a:xfrm>
          <a:custGeom>
            <a:avLst/>
            <a:gdLst/>
            <a:ahLst/>
            <a:rect l="0" t="0" r="r" b="b"/>
            <a:pathLst>
              <a:path w="5700" h="627">
                <a:moveTo>
                  <a:pt x="141" y="627"/>
                </a:moveTo>
                <a:lnTo>
                  <a:pt x="5559" y="627"/>
                </a:lnTo>
                <a:cubicBezTo>
                  <a:pt x="5653" y="627"/>
                  <a:pt x="5700" y="580"/>
                  <a:pt x="5700" y="486"/>
                </a:cubicBezTo>
                <a:lnTo>
                  <a:pt x="5700" y="141"/>
                </a:lnTo>
                <a:cubicBezTo>
                  <a:pt x="5700" y="47"/>
                  <a:pt x="5653" y="0"/>
                  <a:pt x="5559" y="0"/>
                </a:cubicBezTo>
                <a:lnTo>
                  <a:pt x="141" y="0"/>
                </a:lnTo>
                <a:cubicBezTo>
                  <a:pt x="47" y="0"/>
                  <a:pt x="0" y="47"/>
                  <a:pt x="0" y="141"/>
                </a:cubicBezTo>
                <a:lnTo>
                  <a:pt x="0" y="486"/>
                </a:lnTo>
                <a:cubicBezTo>
                  <a:pt x="0" y="580"/>
                  <a:pt x="47" y="627"/>
                  <a:pt x="141" y="627"/>
                </a:cubicBezTo>
                <a:close/>
              </a:path>
            </a:pathLst>
          </a:custGeom>
          <a:solidFill>
            <a:srgbClr val="ffffff">
              <a:alpha val="80000"/>
            </a:srgbClr>
          </a:solidFill>
          <a:ln w="12600">
            <a:solidFill>
              <a:srgbClr val="118ab2">
                <a:alpha val="80000"/>
              </a:srgbClr>
            </a:solidFill>
            <a:miter/>
          </a:ln>
        </p:spPr>
      </p:sp>
      <p:sp>
        <p:nvSpPr>
          <p:cNvPr id="262" name=""/>
          <p:cNvSpPr txBox="1"/>
          <p:nvPr/>
        </p:nvSpPr>
        <p:spPr>
          <a:xfrm>
            <a:off x="150840" y="3206520"/>
            <a:ext cx="360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DejaVuSans"/>
              </a:rPr>
              <a:t>Resp.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3" name=""/>
          <p:cNvSpPr txBox="1"/>
          <p:nvPr/>
        </p:nvSpPr>
        <p:spPr>
          <a:xfrm>
            <a:off x="7555320" y="452160"/>
            <a:ext cx="1949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118ab2"/>
                </a:solidFill>
                <a:latin typeface="DejaVuSans"/>
              </a:rPr>
              <a:t>LST: good vs bad p = 0.037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4" name=""/>
          <p:cNvSpPr txBox="1"/>
          <p:nvPr/>
        </p:nvSpPr>
        <p:spPr>
          <a:xfrm>
            <a:off x="2359080" y="65880"/>
            <a:ext cx="5452200" cy="1789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200" spc="-1" strike="noStrike">
                <a:solidFill>
                  <a:srgbClr val="1d3557"/>
                </a:solidFill>
                <a:latin typeface="DejaVuSans"/>
              </a:rPr>
              <a:t>HRD genomic scar breakdown (matched pre-treatment tumors)</a:t>
            </a:r>
            <a:endParaRPr b="0" lang="en-US" sz="1200" spc="-1" strike="noStrike">
              <a:latin typeface="Times New Roman"/>
            </a:endParaRPr>
          </a:p>
        </p:txBody>
      </p:sp>
      <p:sp>
        <p:nvSpPr>
          <p:cNvPr id="265" name=""/>
          <p:cNvSpPr/>
          <p:nvPr/>
        </p:nvSpPr>
        <p:spPr>
          <a:xfrm>
            <a:off x="8590320" y="104832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miter/>
          </a:ln>
        </p:spPr>
      </p:sp>
      <p:sp>
        <p:nvSpPr>
          <p:cNvPr id="266" name=""/>
          <p:cNvSpPr txBox="1"/>
          <p:nvPr/>
        </p:nvSpPr>
        <p:spPr>
          <a:xfrm>
            <a:off x="8517960" y="846000"/>
            <a:ext cx="6987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Component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8590320" y="12160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06aed5"/>
          </a:solidFill>
          <a:ln w="7560">
            <a:solidFill>
              <a:srgbClr val="ffffff"/>
            </a:solidFill>
            <a:miter/>
          </a:ln>
        </p:spPr>
      </p:sp>
      <p:sp>
        <p:nvSpPr>
          <p:cNvPr id="268" name=""/>
          <p:cNvSpPr txBox="1"/>
          <p:nvPr/>
        </p:nvSpPr>
        <p:spPr>
          <a:xfrm>
            <a:off x="8910720" y="1022400"/>
            <a:ext cx="20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LST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8590320" y="138420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a8dadc"/>
          </a:solidFill>
          <a:ln w="7560">
            <a:solidFill>
              <a:srgbClr val="ffffff"/>
            </a:solidFill>
            <a:miter/>
          </a:ln>
        </p:spPr>
      </p:sp>
      <p:sp>
        <p:nvSpPr>
          <p:cNvPr id="270" name=""/>
          <p:cNvSpPr txBox="1"/>
          <p:nvPr/>
        </p:nvSpPr>
        <p:spPr>
          <a:xfrm>
            <a:off x="8910720" y="1190520"/>
            <a:ext cx="240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LOH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1" name=""/>
          <p:cNvSpPr txBox="1"/>
          <p:nvPr/>
        </p:nvSpPr>
        <p:spPr>
          <a:xfrm>
            <a:off x="8910720" y="1358280"/>
            <a:ext cx="182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TAI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2F — HRD breakdown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8639280" cy="7374600"/>
          </a:xfrm>
          <a:custGeom>
            <a:avLst/>
            <a:gdLst/>
            <a:ahLst/>
            <a:rect l="0" t="0" r="r" b="b"/>
            <a:pathLst>
              <a:path w="23998" h="20485">
                <a:moveTo>
                  <a:pt x="0" y="20485"/>
                </a:moveTo>
                <a:lnTo>
                  <a:pt x="23998" y="20485"/>
                </a:lnTo>
                <a:lnTo>
                  <a:pt x="23998" y="0"/>
                </a:lnTo>
                <a:lnTo>
                  <a:pt x="0" y="0"/>
                </a:lnTo>
                <a:lnTo>
                  <a:pt x="0" y="2048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925560" y="1097280"/>
            <a:ext cx="5559840" cy="5559840"/>
          </a:xfrm>
          <a:custGeom>
            <a:avLst/>
            <a:gdLst/>
            <a:ahLst/>
            <a:rect l="0" t="0" r="r" b="b"/>
            <a:pathLst>
              <a:path w="15444" h="15444">
                <a:moveTo>
                  <a:pt x="15444" y="7722"/>
                </a:moveTo>
                <a:cubicBezTo>
                  <a:pt x="15444" y="6708"/>
                  <a:pt x="15244" y="5704"/>
                  <a:pt x="14856" y="4767"/>
                </a:cubicBezTo>
                <a:cubicBezTo>
                  <a:pt x="14468" y="3829"/>
                  <a:pt x="13899" y="2978"/>
                  <a:pt x="13182" y="2261"/>
                </a:cubicBezTo>
                <a:cubicBezTo>
                  <a:pt x="12465" y="1544"/>
                  <a:pt x="11614" y="975"/>
                  <a:pt x="10677" y="587"/>
                </a:cubicBezTo>
                <a:cubicBezTo>
                  <a:pt x="9740" y="199"/>
                  <a:pt x="8736" y="0"/>
                  <a:pt x="7722" y="0"/>
                </a:cubicBezTo>
                <a:cubicBezTo>
                  <a:pt x="6708" y="0"/>
                  <a:pt x="5704" y="199"/>
                  <a:pt x="4766" y="587"/>
                </a:cubicBezTo>
                <a:cubicBezTo>
                  <a:pt x="3829" y="975"/>
                  <a:pt x="2978" y="1544"/>
                  <a:pt x="2261" y="2261"/>
                </a:cubicBezTo>
                <a:cubicBezTo>
                  <a:pt x="1544" y="2978"/>
                  <a:pt x="975" y="3829"/>
                  <a:pt x="587" y="4767"/>
                </a:cubicBezTo>
                <a:cubicBezTo>
                  <a:pt x="199" y="5704"/>
                  <a:pt x="0" y="6708"/>
                  <a:pt x="0" y="7722"/>
                </a:cubicBezTo>
                <a:cubicBezTo>
                  <a:pt x="0" y="8736"/>
                  <a:pt x="199" y="9740"/>
                  <a:pt x="587" y="10677"/>
                </a:cubicBezTo>
                <a:cubicBezTo>
                  <a:pt x="975" y="11614"/>
                  <a:pt x="1544" y="12465"/>
                  <a:pt x="2261" y="13182"/>
                </a:cubicBezTo>
                <a:cubicBezTo>
                  <a:pt x="2978" y="13899"/>
                  <a:pt x="3829" y="14468"/>
                  <a:pt x="4766" y="14856"/>
                </a:cubicBezTo>
                <a:cubicBezTo>
                  <a:pt x="5704" y="15244"/>
                  <a:pt x="6708" y="15444"/>
                  <a:pt x="7722" y="15444"/>
                </a:cubicBezTo>
                <a:cubicBezTo>
                  <a:pt x="8736" y="15444"/>
                  <a:pt x="9740" y="15244"/>
                  <a:pt x="10677" y="14856"/>
                </a:cubicBezTo>
                <a:cubicBezTo>
                  <a:pt x="11614" y="14468"/>
                  <a:pt x="12465" y="13899"/>
                  <a:pt x="13182" y="13182"/>
                </a:cubicBezTo>
                <a:cubicBezTo>
                  <a:pt x="13899" y="12465"/>
                  <a:pt x="14468" y="11614"/>
                  <a:pt x="14856" y="10677"/>
                </a:cubicBezTo>
                <a:cubicBezTo>
                  <a:pt x="15244" y="9740"/>
                  <a:pt x="15444" y="8736"/>
                  <a:pt x="15444" y="7722"/>
                </a:cubicBezTo>
                <a:moveTo>
                  <a:pt x="7722" y="7722"/>
                </a:moveTo>
                <a:lnTo>
                  <a:pt x="7722" y="77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 txBox="1"/>
          <p:nvPr/>
        </p:nvSpPr>
        <p:spPr>
          <a:xfrm>
            <a:off x="3805920" y="351072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a6772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5a6772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9" name=""/>
          <p:cNvSpPr txBox="1"/>
          <p:nvPr/>
        </p:nvSpPr>
        <p:spPr>
          <a:xfrm>
            <a:off x="4119120" y="2754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a6772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0" name=""/>
          <p:cNvSpPr/>
          <p:nvPr/>
        </p:nvSpPr>
        <p:spPr>
          <a:xfrm>
            <a:off x="2788560" y="2238480"/>
            <a:ext cx="2250360" cy="2506320"/>
          </a:xfrm>
          <a:custGeom>
            <a:avLst/>
            <a:gdLst/>
            <a:ahLst/>
            <a:rect l="0" t="0" r="r" b="b"/>
            <a:pathLst>
              <a:path w="6251" h="6962">
                <a:moveTo>
                  <a:pt x="2547" y="0"/>
                </a:moveTo>
                <a:lnTo>
                  <a:pt x="3324" y="3206"/>
                </a:lnTo>
                <a:lnTo>
                  <a:pt x="4896" y="3195"/>
                </a:lnTo>
                <a:lnTo>
                  <a:pt x="6251" y="4552"/>
                </a:lnTo>
                <a:lnTo>
                  <a:pt x="5468" y="6238"/>
                </a:lnTo>
                <a:lnTo>
                  <a:pt x="3938" y="6962"/>
                </a:lnTo>
                <a:lnTo>
                  <a:pt x="2547" y="5768"/>
                </a:lnTo>
                <a:lnTo>
                  <a:pt x="1854" y="5752"/>
                </a:lnTo>
                <a:lnTo>
                  <a:pt x="906" y="5499"/>
                </a:lnTo>
                <a:lnTo>
                  <a:pt x="0" y="4552"/>
                </a:lnTo>
                <a:lnTo>
                  <a:pt x="547" y="3397"/>
                </a:lnTo>
                <a:lnTo>
                  <a:pt x="1244" y="2295"/>
                </a:lnTo>
                <a:lnTo>
                  <a:pt x="2547" y="0"/>
                </a:lnTo>
                <a:close/>
              </a:path>
            </a:pathLst>
          </a:custGeom>
          <a:solidFill>
            <a:srgbClr val="c53e1f">
              <a:alpha val="30000"/>
            </a:srgbClr>
          </a:solidFill>
          <a:ln w="12600">
            <a:solidFill>
              <a:srgbClr val="c53e1f">
                <a:alpha val="30000"/>
              </a:srgbClr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2896920" y="1424520"/>
            <a:ext cx="1966680" cy="3272400"/>
          </a:xfrm>
          <a:custGeom>
            <a:avLst/>
            <a:gdLst/>
            <a:ahLst/>
            <a:rect l="0" t="0" r="r" b="b"/>
            <a:pathLst>
              <a:path w="5463" h="9090">
                <a:moveTo>
                  <a:pt x="2246" y="0"/>
                </a:moveTo>
                <a:lnTo>
                  <a:pt x="3612" y="4447"/>
                </a:lnTo>
                <a:lnTo>
                  <a:pt x="4088" y="5750"/>
                </a:lnTo>
                <a:lnTo>
                  <a:pt x="5463" y="6813"/>
                </a:lnTo>
                <a:lnTo>
                  <a:pt x="3034" y="7268"/>
                </a:lnTo>
                <a:lnTo>
                  <a:pt x="3430" y="8864"/>
                </a:lnTo>
                <a:lnTo>
                  <a:pt x="2246" y="8764"/>
                </a:lnTo>
                <a:lnTo>
                  <a:pt x="932" y="9090"/>
                </a:lnTo>
                <a:lnTo>
                  <a:pt x="1173" y="7433"/>
                </a:lnTo>
                <a:lnTo>
                  <a:pt x="0" y="6813"/>
                </a:lnTo>
                <a:lnTo>
                  <a:pt x="331" y="5707"/>
                </a:lnTo>
                <a:lnTo>
                  <a:pt x="1291" y="5158"/>
                </a:lnTo>
                <a:lnTo>
                  <a:pt x="2246" y="0"/>
                </a:lnTo>
                <a:close/>
              </a:path>
            </a:pathLst>
          </a:custGeom>
          <a:solidFill>
            <a:srgbClr val="0a7d6e">
              <a:alpha val="40000"/>
            </a:srgbClr>
          </a:solidFill>
          <a:ln w="12600">
            <a:solidFill>
              <a:srgbClr val="0a7d6e">
                <a:alpha val="40000"/>
              </a:srgbClr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2624760" y="2796120"/>
            <a:ext cx="2161440" cy="2161800"/>
          </a:xfrm>
          <a:custGeom>
            <a:avLst/>
            <a:gdLst/>
            <a:ahLst/>
            <a:rect l="0" t="0" r="r" b="b"/>
            <a:pathLst>
              <a:path fill="none" w="6004" h="6005">
                <a:moveTo>
                  <a:pt x="3002" y="0"/>
                </a:moveTo>
                <a:lnTo>
                  <a:pt x="3192" y="6"/>
                </a:lnTo>
                <a:lnTo>
                  <a:pt x="3380" y="24"/>
                </a:lnTo>
                <a:lnTo>
                  <a:pt x="3568" y="54"/>
                </a:lnTo>
                <a:lnTo>
                  <a:pt x="3752" y="95"/>
                </a:lnTo>
                <a:lnTo>
                  <a:pt x="3934" y="148"/>
                </a:lnTo>
                <a:lnTo>
                  <a:pt x="4113" y="213"/>
                </a:lnTo>
                <a:lnTo>
                  <a:pt x="4286" y="289"/>
                </a:lnTo>
                <a:lnTo>
                  <a:pt x="4455" y="375"/>
                </a:lnTo>
                <a:lnTo>
                  <a:pt x="4618" y="472"/>
                </a:lnTo>
                <a:lnTo>
                  <a:pt x="4774" y="579"/>
                </a:lnTo>
                <a:lnTo>
                  <a:pt x="4924" y="696"/>
                </a:lnTo>
                <a:lnTo>
                  <a:pt x="5066" y="821"/>
                </a:lnTo>
                <a:lnTo>
                  <a:pt x="5199" y="956"/>
                </a:lnTo>
                <a:lnTo>
                  <a:pt x="5324" y="1099"/>
                </a:lnTo>
                <a:lnTo>
                  <a:pt x="5439" y="1250"/>
                </a:lnTo>
                <a:lnTo>
                  <a:pt x="5545" y="1407"/>
                </a:lnTo>
                <a:lnTo>
                  <a:pt x="5641" y="1571"/>
                </a:lnTo>
                <a:lnTo>
                  <a:pt x="5726" y="1740"/>
                </a:lnTo>
                <a:lnTo>
                  <a:pt x="5800" y="1915"/>
                </a:lnTo>
                <a:lnTo>
                  <a:pt x="5863" y="2093"/>
                </a:lnTo>
                <a:lnTo>
                  <a:pt x="5915" y="2276"/>
                </a:lnTo>
                <a:lnTo>
                  <a:pt x="5955" y="2461"/>
                </a:lnTo>
                <a:lnTo>
                  <a:pt x="5983" y="2648"/>
                </a:lnTo>
                <a:lnTo>
                  <a:pt x="6000" y="2837"/>
                </a:lnTo>
                <a:lnTo>
                  <a:pt x="6004" y="3027"/>
                </a:lnTo>
                <a:lnTo>
                  <a:pt x="5997" y="3216"/>
                </a:lnTo>
                <a:lnTo>
                  <a:pt x="5977" y="3405"/>
                </a:lnTo>
                <a:lnTo>
                  <a:pt x="5946" y="3592"/>
                </a:lnTo>
                <a:lnTo>
                  <a:pt x="5903" y="3776"/>
                </a:lnTo>
                <a:lnTo>
                  <a:pt x="5848" y="3958"/>
                </a:lnTo>
                <a:lnTo>
                  <a:pt x="5783" y="4136"/>
                </a:lnTo>
                <a:lnTo>
                  <a:pt x="5706" y="4309"/>
                </a:lnTo>
                <a:lnTo>
                  <a:pt x="5618" y="4477"/>
                </a:lnTo>
                <a:lnTo>
                  <a:pt x="5520" y="4639"/>
                </a:lnTo>
                <a:lnTo>
                  <a:pt x="5411" y="4794"/>
                </a:lnTo>
                <a:lnTo>
                  <a:pt x="5293" y="4943"/>
                </a:lnTo>
                <a:lnTo>
                  <a:pt x="5166" y="5084"/>
                </a:lnTo>
                <a:lnTo>
                  <a:pt x="5031" y="5216"/>
                </a:lnTo>
                <a:lnTo>
                  <a:pt x="4887" y="5340"/>
                </a:lnTo>
                <a:lnTo>
                  <a:pt x="4736" y="5454"/>
                </a:lnTo>
                <a:lnTo>
                  <a:pt x="4578" y="5558"/>
                </a:lnTo>
                <a:lnTo>
                  <a:pt x="4413" y="5653"/>
                </a:lnTo>
                <a:lnTo>
                  <a:pt x="4243" y="5737"/>
                </a:lnTo>
                <a:lnTo>
                  <a:pt x="4068" y="5809"/>
                </a:lnTo>
                <a:lnTo>
                  <a:pt x="3889" y="5871"/>
                </a:lnTo>
                <a:lnTo>
                  <a:pt x="3706" y="5921"/>
                </a:lnTo>
                <a:lnTo>
                  <a:pt x="3521" y="5960"/>
                </a:lnTo>
                <a:lnTo>
                  <a:pt x="3333" y="5987"/>
                </a:lnTo>
                <a:lnTo>
                  <a:pt x="3144" y="6002"/>
                </a:lnTo>
                <a:lnTo>
                  <a:pt x="2955" y="6005"/>
                </a:lnTo>
                <a:lnTo>
                  <a:pt x="2765" y="5996"/>
                </a:lnTo>
                <a:lnTo>
                  <a:pt x="2577" y="5975"/>
                </a:lnTo>
                <a:lnTo>
                  <a:pt x="2390" y="5942"/>
                </a:lnTo>
                <a:lnTo>
                  <a:pt x="2206" y="5898"/>
                </a:lnTo>
                <a:lnTo>
                  <a:pt x="2025" y="5842"/>
                </a:lnTo>
                <a:lnTo>
                  <a:pt x="1848" y="5774"/>
                </a:lnTo>
                <a:lnTo>
                  <a:pt x="1674" y="5696"/>
                </a:lnTo>
                <a:lnTo>
                  <a:pt x="1507" y="5607"/>
                </a:lnTo>
                <a:lnTo>
                  <a:pt x="1346" y="5507"/>
                </a:lnTo>
                <a:lnTo>
                  <a:pt x="1191" y="5398"/>
                </a:lnTo>
                <a:lnTo>
                  <a:pt x="1043" y="5279"/>
                </a:lnTo>
                <a:lnTo>
                  <a:pt x="904" y="5151"/>
                </a:lnTo>
                <a:lnTo>
                  <a:pt x="772" y="5014"/>
                </a:lnTo>
                <a:lnTo>
                  <a:pt x="650" y="4870"/>
                </a:lnTo>
                <a:lnTo>
                  <a:pt x="537" y="4717"/>
                </a:lnTo>
                <a:lnTo>
                  <a:pt x="433" y="4559"/>
                </a:lnTo>
                <a:lnTo>
                  <a:pt x="340" y="4393"/>
                </a:lnTo>
                <a:lnTo>
                  <a:pt x="258" y="4223"/>
                </a:lnTo>
                <a:lnTo>
                  <a:pt x="187" y="4047"/>
                </a:lnTo>
                <a:lnTo>
                  <a:pt x="126" y="3867"/>
                </a:lnTo>
                <a:lnTo>
                  <a:pt x="77" y="3684"/>
                </a:lnTo>
                <a:lnTo>
                  <a:pt x="40" y="3498"/>
                </a:lnTo>
                <a:lnTo>
                  <a:pt x="15" y="3311"/>
                </a:lnTo>
                <a:lnTo>
                  <a:pt x="1" y="3122"/>
                </a:lnTo>
                <a:lnTo>
                  <a:pt x="0" y="2932"/>
                </a:lnTo>
                <a:lnTo>
                  <a:pt x="10" y="2743"/>
                </a:lnTo>
                <a:lnTo>
                  <a:pt x="33" y="2555"/>
                </a:lnTo>
                <a:lnTo>
                  <a:pt x="67" y="2368"/>
                </a:lnTo>
                <a:lnTo>
                  <a:pt x="113" y="2184"/>
                </a:lnTo>
                <a:lnTo>
                  <a:pt x="170" y="2004"/>
                </a:lnTo>
                <a:lnTo>
                  <a:pt x="239" y="1827"/>
                </a:lnTo>
                <a:lnTo>
                  <a:pt x="319" y="1655"/>
                </a:lnTo>
                <a:lnTo>
                  <a:pt x="409" y="1488"/>
                </a:lnTo>
                <a:lnTo>
                  <a:pt x="510" y="1328"/>
                </a:lnTo>
                <a:lnTo>
                  <a:pt x="621" y="1173"/>
                </a:lnTo>
                <a:lnTo>
                  <a:pt x="741" y="1026"/>
                </a:lnTo>
                <a:lnTo>
                  <a:pt x="870" y="888"/>
                </a:lnTo>
                <a:lnTo>
                  <a:pt x="1008" y="757"/>
                </a:lnTo>
                <a:lnTo>
                  <a:pt x="1153" y="636"/>
                </a:lnTo>
                <a:lnTo>
                  <a:pt x="1306" y="524"/>
                </a:lnTo>
                <a:lnTo>
                  <a:pt x="1466" y="422"/>
                </a:lnTo>
                <a:lnTo>
                  <a:pt x="1632" y="330"/>
                </a:lnTo>
                <a:lnTo>
                  <a:pt x="1804" y="249"/>
                </a:lnTo>
                <a:lnTo>
                  <a:pt x="1980" y="179"/>
                </a:lnTo>
                <a:lnTo>
                  <a:pt x="2161" y="120"/>
                </a:lnTo>
                <a:lnTo>
                  <a:pt x="2344" y="73"/>
                </a:lnTo>
                <a:lnTo>
                  <a:pt x="2530" y="37"/>
                </a:lnTo>
                <a:lnTo>
                  <a:pt x="2718" y="13"/>
                </a:lnTo>
                <a:lnTo>
                  <a:pt x="2907" y="2"/>
                </a:lnTo>
                <a:lnTo>
                  <a:pt x="3002" y="0"/>
                </a:lnTo>
              </a:path>
            </a:pathLst>
          </a:custGeom>
          <a:ln cap="sq" w="12600">
            <a:solidFill>
              <a:srgbClr val="0e2a47"/>
            </a:solidFill>
            <a:round/>
          </a:ln>
        </p:spPr>
      </p:sp>
      <p:sp>
        <p:nvSpPr>
          <p:cNvPr id="43" name=""/>
          <p:cNvSpPr/>
          <p:nvPr/>
        </p:nvSpPr>
        <p:spPr>
          <a:xfrm>
            <a:off x="1775160" y="1946520"/>
            <a:ext cx="3860640" cy="3860640"/>
          </a:xfrm>
          <a:custGeom>
            <a:avLst/>
            <a:gdLst/>
            <a:ahLst/>
            <a:rect l="0" t="0" r="r" b="b"/>
            <a:pathLst>
              <a:path fill="none" w="10724" h="10724">
                <a:moveTo>
                  <a:pt x="5362" y="0"/>
                </a:moveTo>
                <a:lnTo>
                  <a:pt x="5531" y="3"/>
                </a:lnTo>
                <a:lnTo>
                  <a:pt x="5701" y="11"/>
                </a:lnTo>
                <a:lnTo>
                  <a:pt x="5869" y="24"/>
                </a:lnTo>
                <a:lnTo>
                  <a:pt x="6038" y="43"/>
                </a:lnTo>
                <a:lnTo>
                  <a:pt x="6205" y="67"/>
                </a:lnTo>
                <a:lnTo>
                  <a:pt x="6372" y="96"/>
                </a:lnTo>
                <a:lnTo>
                  <a:pt x="6538" y="131"/>
                </a:lnTo>
                <a:lnTo>
                  <a:pt x="6702" y="170"/>
                </a:lnTo>
                <a:lnTo>
                  <a:pt x="6865" y="215"/>
                </a:lnTo>
                <a:lnTo>
                  <a:pt x="7027" y="265"/>
                </a:lnTo>
                <a:lnTo>
                  <a:pt x="7187" y="320"/>
                </a:lnTo>
                <a:lnTo>
                  <a:pt x="7345" y="381"/>
                </a:lnTo>
                <a:lnTo>
                  <a:pt x="7502" y="446"/>
                </a:lnTo>
                <a:lnTo>
                  <a:pt x="7656" y="516"/>
                </a:lnTo>
                <a:lnTo>
                  <a:pt x="7808" y="590"/>
                </a:lnTo>
                <a:lnTo>
                  <a:pt x="7957" y="670"/>
                </a:lnTo>
                <a:lnTo>
                  <a:pt x="8104" y="754"/>
                </a:lnTo>
                <a:lnTo>
                  <a:pt x="8248" y="843"/>
                </a:lnTo>
                <a:lnTo>
                  <a:pt x="8389" y="936"/>
                </a:lnTo>
                <a:lnTo>
                  <a:pt x="8527" y="1034"/>
                </a:lnTo>
                <a:lnTo>
                  <a:pt x="8663" y="1136"/>
                </a:lnTo>
                <a:lnTo>
                  <a:pt x="8794" y="1243"/>
                </a:lnTo>
                <a:lnTo>
                  <a:pt x="8923" y="1353"/>
                </a:lnTo>
                <a:lnTo>
                  <a:pt x="9047" y="1467"/>
                </a:lnTo>
                <a:lnTo>
                  <a:pt x="9169" y="1586"/>
                </a:lnTo>
                <a:lnTo>
                  <a:pt x="9286" y="1708"/>
                </a:lnTo>
                <a:lnTo>
                  <a:pt x="9399" y="1833"/>
                </a:lnTo>
                <a:lnTo>
                  <a:pt x="9509" y="1963"/>
                </a:lnTo>
                <a:lnTo>
                  <a:pt x="9614" y="2095"/>
                </a:lnTo>
                <a:lnTo>
                  <a:pt x="9715" y="2231"/>
                </a:lnTo>
                <a:lnTo>
                  <a:pt x="9812" y="2370"/>
                </a:lnTo>
                <a:lnTo>
                  <a:pt x="9904" y="2512"/>
                </a:lnTo>
                <a:lnTo>
                  <a:pt x="9992" y="2657"/>
                </a:lnTo>
                <a:lnTo>
                  <a:pt x="10075" y="2804"/>
                </a:lnTo>
                <a:lnTo>
                  <a:pt x="10153" y="2954"/>
                </a:lnTo>
                <a:lnTo>
                  <a:pt x="10227" y="3107"/>
                </a:lnTo>
                <a:lnTo>
                  <a:pt x="10295" y="3261"/>
                </a:lnTo>
                <a:lnTo>
                  <a:pt x="10359" y="3418"/>
                </a:lnTo>
                <a:lnTo>
                  <a:pt x="10418" y="3577"/>
                </a:lnTo>
                <a:lnTo>
                  <a:pt x="10472" y="3737"/>
                </a:lnTo>
                <a:lnTo>
                  <a:pt x="10521" y="3900"/>
                </a:lnTo>
                <a:lnTo>
                  <a:pt x="10564" y="4063"/>
                </a:lnTo>
                <a:lnTo>
                  <a:pt x="10603" y="4228"/>
                </a:lnTo>
                <a:lnTo>
                  <a:pt x="10636" y="4394"/>
                </a:lnTo>
                <a:lnTo>
                  <a:pt x="10664" y="4561"/>
                </a:lnTo>
                <a:lnTo>
                  <a:pt x="10687" y="4729"/>
                </a:lnTo>
                <a:lnTo>
                  <a:pt x="10704" y="4897"/>
                </a:lnTo>
                <a:lnTo>
                  <a:pt x="10716" y="5066"/>
                </a:lnTo>
                <a:lnTo>
                  <a:pt x="10723" y="5235"/>
                </a:lnTo>
                <a:lnTo>
                  <a:pt x="10724" y="5404"/>
                </a:lnTo>
                <a:lnTo>
                  <a:pt x="10720" y="5574"/>
                </a:lnTo>
                <a:lnTo>
                  <a:pt x="10711" y="5743"/>
                </a:lnTo>
                <a:lnTo>
                  <a:pt x="10696" y="5911"/>
                </a:lnTo>
                <a:lnTo>
                  <a:pt x="10676" y="6079"/>
                </a:lnTo>
                <a:lnTo>
                  <a:pt x="10651" y="6247"/>
                </a:lnTo>
                <a:lnTo>
                  <a:pt x="10620" y="6413"/>
                </a:lnTo>
                <a:lnTo>
                  <a:pt x="10584" y="6579"/>
                </a:lnTo>
                <a:lnTo>
                  <a:pt x="10543" y="6743"/>
                </a:lnTo>
                <a:lnTo>
                  <a:pt x="10497" y="6906"/>
                </a:lnTo>
                <a:lnTo>
                  <a:pt x="10446" y="7067"/>
                </a:lnTo>
                <a:lnTo>
                  <a:pt x="10389" y="7227"/>
                </a:lnTo>
                <a:lnTo>
                  <a:pt x="10328" y="7385"/>
                </a:lnTo>
                <a:lnTo>
                  <a:pt x="10262" y="7540"/>
                </a:lnTo>
                <a:lnTo>
                  <a:pt x="10190" y="7694"/>
                </a:lnTo>
                <a:lnTo>
                  <a:pt x="10114" y="7845"/>
                </a:lnTo>
                <a:lnTo>
                  <a:pt x="10034" y="7994"/>
                </a:lnTo>
                <a:lnTo>
                  <a:pt x="9948" y="8140"/>
                </a:lnTo>
                <a:lnTo>
                  <a:pt x="9858" y="8284"/>
                </a:lnTo>
                <a:lnTo>
                  <a:pt x="9764" y="8424"/>
                </a:lnTo>
                <a:lnTo>
                  <a:pt x="9665" y="8561"/>
                </a:lnTo>
                <a:lnTo>
                  <a:pt x="9562" y="8696"/>
                </a:lnTo>
                <a:lnTo>
                  <a:pt x="9454" y="8827"/>
                </a:lnTo>
                <a:lnTo>
                  <a:pt x="9343" y="8954"/>
                </a:lnTo>
                <a:lnTo>
                  <a:pt x="9228" y="9078"/>
                </a:lnTo>
                <a:lnTo>
                  <a:pt x="9108" y="9198"/>
                </a:lnTo>
                <a:lnTo>
                  <a:pt x="8985" y="9314"/>
                </a:lnTo>
                <a:lnTo>
                  <a:pt x="8859" y="9427"/>
                </a:lnTo>
                <a:lnTo>
                  <a:pt x="8729" y="9535"/>
                </a:lnTo>
                <a:lnTo>
                  <a:pt x="8595" y="9639"/>
                </a:lnTo>
                <a:lnTo>
                  <a:pt x="8459" y="9739"/>
                </a:lnTo>
                <a:lnTo>
                  <a:pt x="8319" y="9835"/>
                </a:lnTo>
                <a:lnTo>
                  <a:pt x="8176" y="9926"/>
                </a:lnTo>
                <a:lnTo>
                  <a:pt x="8031" y="10013"/>
                </a:lnTo>
                <a:lnTo>
                  <a:pt x="7883" y="10095"/>
                </a:lnTo>
                <a:lnTo>
                  <a:pt x="7732" y="10172"/>
                </a:lnTo>
                <a:lnTo>
                  <a:pt x="7579" y="10244"/>
                </a:lnTo>
                <a:lnTo>
                  <a:pt x="7424" y="10312"/>
                </a:lnTo>
                <a:lnTo>
                  <a:pt x="7267" y="10374"/>
                </a:lnTo>
                <a:lnTo>
                  <a:pt x="7107" y="10432"/>
                </a:lnTo>
                <a:lnTo>
                  <a:pt x="6946" y="10485"/>
                </a:lnTo>
                <a:lnTo>
                  <a:pt x="6784" y="10532"/>
                </a:lnTo>
                <a:lnTo>
                  <a:pt x="6620" y="10574"/>
                </a:lnTo>
                <a:lnTo>
                  <a:pt x="6455" y="10611"/>
                </a:lnTo>
                <a:lnTo>
                  <a:pt x="6289" y="10643"/>
                </a:lnTo>
                <a:lnTo>
                  <a:pt x="6121" y="10670"/>
                </a:lnTo>
                <a:lnTo>
                  <a:pt x="5954" y="10692"/>
                </a:lnTo>
                <a:lnTo>
                  <a:pt x="5785" y="10708"/>
                </a:lnTo>
                <a:lnTo>
                  <a:pt x="5616" y="10719"/>
                </a:lnTo>
                <a:lnTo>
                  <a:pt x="5447" y="10724"/>
                </a:lnTo>
                <a:lnTo>
                  <a:pt x="5278" y="10724"/>
                </a:lnTo>
                <a:lnTo>
                  <a:pt x="5108" y="10719"/>
                </a:lnTo>
                <a:lnTo>
                  <a:pt x="4939" y="10708"/>
                </a:lnTo>
                <a:lnTo>
                  <a:pt x="4771" y="10692"/>
                </a:lnTo>
                <a:lnTo>
                  <a:pt x="4603" y="10670"/>
                </a:lnTo>
                <a:lnTo>
                  <a:pt x="4436" y="10643"/>
                </a:lnTo>
                <a:lnTo>
                  <a:pt x="4270" y="10611"/>
                </a:lnTo>
                <a:lnTo>
                  <a:pt x="4104" y="10574"/>
                </a:lnTo>
                <a:lnTo>
                  <a:pt x="3940" y="10532"/>
                </a:lnTo>
                <a:lnTo>
                  <a:pt x="3778" y="10485"/>
                </a:lnTo>
                <a:lnTo>
                  <a:pt x="3617" y="10432"/>
                </a:lnTo>
                <a:lnTo>
                  <a:pt x="3458" y="10374"/>
                </a:lnTo>
                <a:lnTo>
                  <a:pt x="3301" y="10312"/>
                </a:lnTo>
                <a:lnTo>
                  <a:pt x="3145" y="10244"/>
                </a:lnTo>
                <a:lnTo>
                  <a:pt x="2992" y="10172"/>
                </a:lnTo>
                <a:lnTo>
                  <a:pt x="2842" y="10095"/>
                </a:lnTo>
                <a:lnTo>
                  <a:pt x="2694" y="10013"/>
                </a:lnTo>
                <a:lnTo>
                  <a:pt x="2548" y="9926"/>
                </a:lnTo>
                <a:lnTo>
                  <a:pt x="2405" y="9835"/>
                </a:lnTo>
                <a:lnTo>
                  <a:pt x="2266" y="9739"/>
                </a:lnTo>
                <a:lnTo>
                  <a:pt x="2129" y="9639"/>
                </a:lnTo>
                <a:lnTo>
                  <a:pt x="1996" y="9535"/>
                </a:lnTo>
                <a:lnTo>
                  <a:pt x="1866" y="9427"/>
                </a:lnTo>
                <a:lnTo>
                  <a:pt x="1739" y="9314"/>
                </a:lnTo>
                <a:lnTo>
                  <a:pt x="1616" y="9198"/>
                </a:lnTo>
                <a:lnTo>
                  <a:pt x="1497" y="9078"/>
                </a:lnTo>
                <a:lnTo>
                  <a:pt x="1381" y="8954"/>
                </a:lnTo>
                <a:lnTo>
                  <a:pt x="1270" y="8827"/>
                </a:lnTo>
                <a:lnTo>
                  <a:pt x="1163" y="8696"/>
                </a:lnTo>
                <a:lnTo>
                  <a:pt x="1059" y="8561"/>
                </a:lnTo>
                <a:lnTo>
                  <a:pt x="961" y="8424"/>
                </a:lnTo>
                <a:lnTo>
                  <a:pt x="866" y="8284"/>
                </a:lnTo>
                <a:lnTo>
                  <a:pt x="776" y="8140"/>
                </a:lnTo>
                <a:lnTo>
                  <a:pt x="691" y="7994"/>
                </a:lnTo>
                <a:lnTo>
                  <a:pt x="610" y="7845"/>
                </a:lnTo>
                <a:lnTo>
                  <a:pt x="534" y="7694"/>
                </a:lnTo>
                <a:lnTo>
                  <a:pt x="463" y="7540"/>
                </a:lnTo>
                <a:lnTo>
                  <a:pt x="395" y="7385"/>
                </a:lnTo>
                <a:lnTo>
                  <a:pt x="334" y="7227"/>
                </a:lnTo>
                <a:lnTo>
                  <a:pt x="278" y="7067"/>
                </a:lnTo>
                <a:lnTo>
                  <a:pt x="226" y="6906"/>
                </a:lnTo>
                <a:lnTo>
                  <a:pt x="180" y="6743"/>
                </a:lnTo>
                <a:lnTo>
                  <a:pt x="139" y="6579"/>
                </a:lnTo>
                <a:lnTo>
                  <a:pt x="103" y="6413"/>
                </a:lnTo>
                <a:lnTo>
                  <a:pt x="73" y="6247"/>
                </a:lnTo>
                <a:lnTo>
                  <a:pt x="48" y="6079"/>
                </a:lnTo>
                <a:lnTo>
                  <a:pt x="28" y="5911"/>
                </a:lnTo>
                <a:lnTo>
                  <a:pt x="13" y="5743"/>
                </a:lnTo>
                <a:lnTo>
                  <a:pt x="4" y="5574"/>
                </a:lnTo>
                <a:lnTo>
                  <a:pt x="0" y="5404"/>
                </a:lnTo>
                <a:lnTo>
                  <a:pt x="1" y="5235"/>
                </a:lnTo>
                <a:lnTo>
                  <a:pt x="8" y="5066"/>
                </a:lnTo>
                <a:lnTo>
                  <a:pt x="20" y="4897"/>
                </a:lnTo>
                <a:lnTo>
                  <a:pt x="37" y="4729"/>
                </a:lnTo>
                <a:lnTo>
                  <a:pt x="60" y="4561"/>
                </a:lnTo>
                <a:lnTo>
                  <a:pt x="87" y="4394"/>
                </a:lnTo>
                <a:lnTo>
                  <a:pt x="121" y="4228"/>
                </a:lnTo>
                <a:lnTo>
                  <a:pt x="159" y="4063"/>
                </a:lnTo>
                <a:lnTo>
                  <a:pt x="203" y="3900"/>
                </a:lnTo>
                <a:lnTo>
                  <a:pt x="251" y="3737"/>
                </a:lnTo>
                <a:lnTo>
                  <a:pt x="305" y="3577"/>
                </a:lnTo>
                <a:lnTo>
                  <a:pt x="364" y="3418"/>
                </a:lnTo>
                <a:lnTo>
                  <a:pt x="428" y="3261"/>
                </a:lnTo>
                <a:lnTo>
                  <a:pt x="498" y="3107"/>
                </a:lnTo>
                <a:lnTo>
                  <a:pt x="571" y="2954"/>
                </a:lnTo>
                <a:lnTo>
                  <a:pt x="650" y="2804"/>
                </a:lnTo>
                <a:lnTo>
                  <a:pt x="733" y="2657"/>
                </a:lnTo>
                <a:lnTo>
                  <a:pt x="821" y="2512"/>
                </a:lnTo>
                <a:lnTo>
                  <a:pt x="913" y="2370"/>
                </a:lnTo>
                <a:lnTo>
                  <a:pt x="1010" y="2231"/>
                </a:lnTo>
                <a:lnTo>
                  <a:pt x="1111" y="2095"/>
                </a:lnTo>
                <a:lnTo>
                  <a:pt x="1216" y="1963"/>
                </a:lnTo>
                <a:lnTo>
                  <a:pt x="1325" y="1833"/>
                </a:lnTo>
                <a:lnTo>
                  <a:pt x="1439" y="1708"/>
                </a:lnTo>
                <a:lnTo>
                  <a:pt x="1556" y="1586"/>
                </a:lnTo>
                <a:lnTo>
                  <a:pt x="1677" y="1467"/>
                </a:lnTo>
                <a:lnTo>
                  <a:pt x="1802" y="1353"/>
                </a:lnTo>
                <a:lnTo>
                  <a:pt x="1930" y="1243"/>
                </a:lnTo>
                <a:lnTo>
                  <a:pt x="2062" y="1136"/>
                </a:lnTo>
                <a:lnTo>
                  <a:pt x="2197" y="1034"/>
                </a:lnTo>
                <a:lnTo>
                  <a:pt x="2335" y="936"/>
                </a:lnTo>
                <a:lnTo>
                  <a:pt x="2476" y="843"/>
                </a:lnTo>
                <a:lnTo>
                  <a:pt x="2620" y="754"/>
                </a:lnTo>
                <a:lnTo>
                  <a:pt x="2767" y="670"/>
                </a:lnTo>
                <a:lnTo>
                  <a:pt x="2917" y="590"/>
                </a:lnTo>
                <a:lnTo>
                  <a:pt x="3069" y="516"/>
                </a:lnTo>
                <a:lnTo>
                  <a:pt x="3223" y="446"/>
                </a:lnTo>
                <a:lnTo>
                  <a:pt x="3379" y="381"/>
                </a:lnTo>
                <a:lnTo>
                  <a:pt x="3537" y="320"/>
                </a:lnTo>
                <a:lnTo>
                  <a:pt x="3697" y="265"/>
                </a:lnTo>
                <a:lnTo>
                  <a:pt x="3859" y="215"/>
                </a:lnTo>
                <a:lnTo>
                  <a:pt x="4022" y="170"/>
                </a:lnTo>
                <a:lnTo>
                  <a:pt x="4187" y="131"/>
                </a:lnTo>
                <a:lnTo>
                  <a:pt x="4353" y="96"/>
                </a:lnTo>
                <a:lnTo>
                  <a:pt x="4519" y="67"/>
                </a:lnTo>
                <a:lnTo>
                  <a:pt x="4687" y="43"/>
                </a:lnTo>
                <a:lnTo>
                  <a:pt x="4855" y="24"/>
                </a:lnTo>
                <a:lnTo>
                  <a:pt x="5024" y="11"/>
                </a:lnTo>
                <a:lnTo>
                  <a:pt x="5193" y="3"/>
                </a:lnTo>
                <a:lnTo>
                  <a:pt x="5362" y="0"/>
                </a:lnTo>
              </a:path>
            </a:pathLst>
          </a:custGeom>
          <a:ln w="7560">
            <a:solidFill>
              <a:srgbClr val="aab3bf"/>
            </a:solidFill>
            <a:custDash>
              <a:ds d="200000" sp="300000"/>
            </a:custDash>
            <a:round/>
          </a:ln>
        </p:spPr>
      </p:sp>
      <p:sp>
        <p:nvSpPr>
          <p:cNvPr id="44" name=""/>
          <p:cNvSpPr/>
          <p:nvPr/>
        </p:nvSpPr>
        <p:spPr>
          <a:xfrm>
            <a:off x="925560" y="1097280"/>
            <a:ext cx="5559840" cy="5559840"/>
          </a:xfrm>
          <a:custGeom>
            <a:avLst/>
            <a:gdLst/>
            <a:ahLst/>
            <a:rect l="0" t="0" r="r" b="b"/>
            <a:pathLst>
              <a:path fill="none" w="15444" h="15444">
                <a:moveTo>
                  <a:pt x="7722" y="0"/>
                </a:moveTo>
                <a:cubicBezTo>
                  <a:pt x="6708" y="0"/>
                  <a:pt x="5704" y="199"/>
                  <a:pt x="4766" y="587"/>
                </a:cubicBezTo>
                <a:cubicBezTo>
                  <a:pt x="3829" y="975"/>
                  <a:pt x="2978" y="1544"/>
                  <a:pt x="2261" y="2261"/>
                </a:cubicBezTo>
                <a:cubicBezTo>
                  <a:pt x="1544" y="2978"/>
                  <a:pt x="975" y="3829"/>
                  <a:pt x="587" y="4767"/>
                </a:cubicBezTo>
                <a:cubicBezTo>
                  <a:pt x="199" y="5704"/>
                  <a:pt x="0" y="6708"/>
                  <a:pt x="0" y="7722"/>
                </a:cubicBezTo>
                <a:cubicBezTo>
                  <a:pt x="0" y="8736"/>
                  <a:pt x="199" y="9740"/>
                  <a:pt x="587" y="10677"/>
                </a:cubicBezTo>
                <a:cubicBezTo>
                  <a:pt x="975" y="11614"/>
                  <a:pt x="1544" y="12465"/>
                  <a:pt x="2261" y="13182"/>
                </a:cubicBezTo>
                <a:cubicBezTo>
                  <a:pt x="2978" y="13899"/>
                  <a:pt x="3829" y="14468"/>
                  <a:pt x="4766" y="14856"/>
                </a:cubicBezTo>
                <a:cubicBezTo>
                  <a:pt x="5704" y="15244"/>
                  <a:pt x="6708" y="15444"/>
                  <a:pt x="7722" y="15444"/>
                </a:cubicBezTo>
                <a:cubicBezTo>
                  <a:pt x="8736" y="15444"/>
                  <a:pt x="9740" y="15244"/>
                  <a:pt x="10677" y="14856"/>
                </a:cubicBezTo>
                <a:cubicBezTo>
                  <a:pt x="11614" y="14468"/>
                  <a:pt x="12465" y="13899"/>
                  <a:pt x="13182" y="13182"/>
                </a:cubicBezTo>
                <a:cubicBezTo>
                  <a:pt x="13899" y="12465"/>
                  <a:pt x="14468" y="11614"/>
                  <a:pt x="14856" y="10677"/>
                </a:cubicBezTo>
                <a:cubicBezTo>
                  <a:pt x="15244" y="9740"/>
                  <a:pt x="15444" y="8736"/>
                  <a:pt x="15444" y="7722"/>
                </a:cubicBezTo>
                <a:cubicBezTo>
                  <a:pt x="15444" y="6708"/>
                  <a:pt x="15244" y="5704"/>
                  <a:pt x="14856" y="4767"/>
                </a:cubicBezTo>
                <a:cubicBezTo>
                  <a:pt x="14468" y="3829"/>
                  <a:pt x="13899" y="2978"/>
                  <a:pt x="13182" y="2261"/>
                </a:cubicBezTo>
                <a:cubicBezTo>
                  <a:pt x="12465" y="1544"/>
                  <a:pt x="11614" y="975"/>
                  <a:pt x="10677" y="587"/>
                </a:cubicBezTo>
                <a:cubicBezTo>
                  <a:pt x="9740" y="199"/>
                  <a:pt x="8736" y="0"/>
                  <a:pt x="7722" y="0"/>
                </a:cubicBezTo>
              </a:path>
            </a:pathLst>
          </a:custGeom>
          <a:ln cap="sq" w="15120">
            <a:solidFill>
              <a:srgbClr val="0e2a47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2788560" y="2238480"/>
            <a:ext cx="2250360" cy="2506320"/>
          </a:xfrm>
          <a:custGeom>
            <a:avLst/>
            <a:gdLst/>
            <a:ahLst/>
            <a:rect l="0" t="0" r="r" b="b"/>
            <a:pathLst>
              <a:path fill="none" w="6251" h="6962">
                <a:moveTo>
                  <a:pt x="2547" y="0"/>
                </a:moveTo>
                <a:lnTo>
                  <a:pt x="3324" y="3206"/>
                </a:lnTo>
                <a:lnTo>
                  <a:pt x="4896" y="3195"/>
                </a:lnTo>
                <a:lnTo>
                  <a:pt x="6251" y="4552"/>
                </a:lnTo>
                <a:lnTo>
                  <a:pt x="5468" y="6238"/>
                </a:lnTo>
                <a:lnTo>
                  <a:pt x="3938" y="6962"/>
                </a:lnTo>
                <a:lnTo>
                  <a:pt x="2547" y="5768"/>
                </a:lnTo>
                <a:lnTo>
                  <a:pt x="1854" y="5752"/>
                </a:lnTo>
                <a:lnTo>
                  <a:pt x="906" y="5499"/>
                </a:lnTo>
                <a:lnTo>
                  <a:pt x="0" y="4552"/>
                </a:lnTo>
                <a:lnTo>
                  <a:pt x="547" y="3397"/>
                </a:lnTo>
                <a:lnTo>
                  <a:pt x="1244" y="2295"/>
                </a:lnTo>
                <a:lnTo>
                  <a:pt x="2547" y="0"/>
                </a:lnTo>
              </a:path>
            </a:pathLst>
          </a:custGeom>
          <a:ln cap="sq" w="32760">
            <a:solidFill>
              <a:srgbClr val="c53e1f"/>
            </a:solidFill>
            <a:round/>
          </a:ln>
        </p:spPr>
      </p:sp>
      <p:sp>
        <p:nvSpPr>
          <p:cNvPr id="46" name=""/>
          <p:cNvSpPr txBox="1"/>
          <p:nvPr/>
        </p:nvSpPr>
        <p:spPr>
          <a:xfrm>
            <a:off x="4432320" y="199836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a6772"/>
                </a:solidFill>
                <a:latin typeface="DejaVuSans"/>
              </a:rPr>
              <a:t>+0.5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>
            <a:off x="2943360" y="447480"/>
            <a:ext cx="152928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CD8 proliferation  *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8" name=""/>
          <p:cNvSpPr txBox="1"/>
          <p:nvPr/>
        </p:nvSpPr>
        <p:spPr>
          <a:xfrm>
            <a:off x="5340960" y="885960"/>
            <a:ext cx="11574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CD8 activation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6537960" y="2081880"/>
            <a:ext cx="134028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Cytolytic activity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0" name=""/>
          <p:cNvSpPr txBox="1"/>
          <p:nvPr/>
        </p:nvSpPr>
        <p:spPr>
          <a:xfrm>
            <a:off x="6976080" y="3785400"/>
            <a:ext cx="15735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MHC-I antigen pres.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1" name=""/>
          <p:cNvSpPr txBox="1"/>
          <p:nvPr/>
        </p:nvSpPr>
        <p:spPr>
          <a:xfrm>
            <a:off x="6537960" y="5488920"/>
            <a:ext cx="6912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MHC-II  †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>
            <a:off x="5340960" y="6685920"/>
            <a:ext cx="104328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IFN-γ (Ayers)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3" name=""/>
          <p:cNvSpPr txBox="1"/>
          <p:nvPr/>
        </p:nvSpPr>
        <p:spPr>
          <a:xfrm>
            <a:off x="3187440" y="7124400"/>
            <a:ext cx="104148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TLS (Cabrita)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>
            <a:off x="1641600" y="6686280"/>
            <a:ext cx="4320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B cell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325800" y="5488920"/>
            <a:ext cx="550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NK cell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91440" y="3784680"/>
            <a:ext cx="3603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Treg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414000" y="2082960"/>
            <a:ext cx="4669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TGF-β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896920" y="1424520"/>
            <a:ext cx="1966680" cy="3272400"/>
          </a:xfrm>
          <a:custGeom>
            <a:avLst/>
            <a:gdLst/>
            <a:ahLst/>
            <a:rect l="0" t="0" r="r" b="b"/>
            <a:pathLst>
              <a:path fill="none" w="5463" h="9090">
                <a:moveTo>
                  <a:pt x="2246" y="0"/>
                </a:moveTo>
                <a:lnTo>
                  <a:pt x="3612" y="4447"/>
                </a:lnTo>
                <a:lnTo>
                  <a:pt x="4088" y="5750"/>
                </a:lnTo>
                <a:lnTo>
                  <a:pt x="5463" y="6813"/>
                </a:lnTo>
                <a:lnTo>
                  <a:pt x="3034" y="7268"/>
                </a:lnTo>
                <a:lnTo>
                  <a:pt x="3430" y="8864"/>
                </a:lnTo>
                <a:lnTo>
                  <a:pt x="2246" y="8764"/>
                </a:lnTo>
                <a:lnTo>
                  <a:pt x="932" y="9090"/>
                </a:lnTo>
                <a:lnTo>
                  <a:pt x="1173" y="7433"/>
                </a:lnTo>
                <a:lnTo>
                  <a:pt x="0" y="6813"/>
                </a:lnTo>
                <a:lnTo>
                  <a:pt x="331" y="5707"/>
                </a:lnTo>
                <a:lnTo>
                  <a:pt x="1291" y="5158"/>
                </a:lnTo>
                <a:lnTo>
                  <a:pt x="2246" y="0"/>
                </a:lnTo>
              </a:path>
            </a:pathLst>
          </a:custGeom>
          <a:ln cap="sq" w="35280">
            <a:solidFill>
              <a:srgbClr val="0a7d6e"/>
            </a:solidFill>
            <a:round/>
          </a:ln>
        </p:spPr>
      </p:sp>
      <p:sp>
        <p:nvSpPr>
          <p:cNvPr id="59" name=""/>
          <p:cNvSpPr/>
          <p:nvPr/>
        </p:nvSpPr>
        <p:spPr>
          <a:xfrm>
            <a:off x="3638520" y="135792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1"/>
                  <a:pt x="317" y="317"/>
                </a:cubicBezTo>
                <a:cubicBezTo>
                  <a:pt x="352" y="282"/>
                  <a:pt x="371" y="235"/>
                  <a:pt x="371" y="186"/>
                </a:cubicBezTo>
                <a:cubicBezTo>
                  <a:pt x="371" y="137"/>
                  <a:pt x="352" y="89"/>
                  <a:pt x="317" y="54"/>
                </a:cubicBezTo>
                <a:cubicBezTo>
                  <a:pt x="282" y="19"/>
                  <a:pt x="235" y="0"/>
                  <a:pt x="186" y="0"/>
                </a:cubicBezTo>
                <a:cubicBezTo>
                  <a:pt x="137" y="0"/>
                  <a:pt x="90" y="19"/>
                  <a:pt x="55" y="54"/>
                </a:cubicBezTo>
                <a:cubicBezTo>
                  <a:pt x="20" y="89"/>
                  <a:pt x="0" y="137"/>
                  <a:pt x="0" y="186"/>
                </a:cubicBezTo>
                <a:cubicBezTo>
                  <a:pt x="0" y="235"/>
                  <a:pt x="20" y="282"/>
                  <a:pt x="55" y="317"/>
                </a:cubicBezTo>
                <a:cubicBezTo>
                  <a:pt x="90" y="351"/>
                  <a:pt x="137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60" name=""/>
          <p:cNvSpPr/>
          <p:nvPr/>
        </p:nvSpPr>
        <p:spPr>
          <a:xfrm>
            <a:off x="3638520" y="217188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2" y="282"/>
                  <a:pt x="371" y="235"/>
                  <a:pt x="371" y="186"/>
                </a:cubicBezTo>
                <a:cubicBezTo>
                  <a:pt x="371" y="137"/>
                  <a:pt x="352" y="90"/>
                  <a:pt x="317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7" y="0"/>
                  <a:pt x="90" y="20"/>
                  <a:pt x="55" y="54"/>
                </a:cubicBezTo>
                <a:cubicBezTo>
                  <a:pt x="20" y="90"/>
                  <a:pt x="0" y="137"/>
                  <a:pt x="0" y="186"/>
                </a:cubicBezTo>
                <a:cubicBezTo>
                  <a:pt x="0" y="235"/>
                  <a:pt x="20" y="282"/>
                  <a:pt x="55" y="317"/>
                </a:cubicBezTo>
                <a:cubicBezTo>
                  <a:pt x="90" y="352"/>
                  <a:pt x="137" y="371"/>
                  <a:pt x="186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61" name=""/>
          <p:cNvSpPr/>
          <p:nvPr/>
        </p:nvSpPr>
        <p:spPr>
          <a:xfrm>
            <a:off x="4130280" y="295848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2" y="283"/>
                  <a:pt x="371" y="236"/>
                  <a:pt x="371" y="186"/>
                </a:cubicBezTo>
                <a:cubicBezTo>
                  <a:pt x="371" y="137"/>
                  <a:pt x="352" y="90"/>
                  <a:pt x="317" y="55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6" y="0"/>
                  <a:pt x="89" y="20"/>
                  <a:pt x="54" y="55"/>
                </a:cubicBezTo>
                <a:cubicBezTo>
                  <a:pt x="19" y="90"/>
                  <a:pt x="0" y="137"/>
                  <a:pt x="0" y="186"/>
                </a:cubicBezTo>
                <a:cubicBezTo>
                  <a:pt x="0" y="236"/>
                  <a:pt x="19" y="283"/>
                  <a:pt x="54" y="317"/>
                </a:cubicBezTo>
                <a:cubicBezTo>
                  <a:pt x="89" y="352"/>
                  <a:pt x="136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62" name=""/>
          <p:cNvSpPr/>
          <p:nvPr/>
        </p:nvSpPr>
        <p:spPr>
          <a:xfrm>
            <a:off x="3918240" y="33260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1" y="282"/>
                  <a:pt x="371" y="235"/>
                  <a:pt x="371" y="186"/>
                </a:cubicBezTo>
                <a:cubicBezTo>
                  <a:pt x="371" y="136"/>
                  <a:pt x="351" y="89"/>
                  <a:pt x="317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7" y="0"/>
                  <a:pt x="90" y="20"/>
                  <a:pt x="55" y="54"/>
                </a:cubicBezTo>
                <a:cubicBezTo>
                  <a:pt x="20" y="89"/>
                  <a:pt x="0" y="136"/>
                  <a:pt x="0" y="186"/>
                </a:cubicBezTo>
                <a:cubicBezTo>
                  <a:pt x="0" y="235"/>
                  <a:pt x="20" y="282"/>
                  <a:pt x="55" y="317"/>
                </a:cubicBezTo>
                <a:cubicBezTo>
                  <a:pt x="90" y="352"/>
                  <a:pt x="137" y="371"/>
                  <a:pt x="186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63" name=""/>
          <p:cNvSpPr/>
          <p:nvPr/>
        </p:nvSpPr>
        <p:spPr>
          <a:xfrm>
            <a:off x="4301640" y="342756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1"/>
                  <a:pt x="317" y="317"/>
                </a:cubicBezTo>
                <a:cubicBezTo>
                  <a:pt x="351" y="282"/>
                  <a:pt x="371" y="234"/>
                  <a:pt x="371" y="185"/>
                </a:cubicBezTo>
                <a:cubicBezTo>
                  <a:pt x="371" y="136"/>
                  <a:pt x="351" y="89"/>
                  <a:pt x="317" y="54"/>
                </a:cubicBezTo>
                <a:cubicBezTo>
                  <a:pt x="282" y="19"/>
                  <a:pt x="235" y="0"/>
                  <a:pt x="186" y="0"/>
                </a:cubicBezTo>
                <a:cubicBezTo>
                  <a:pt x="137" y="0"/>
                  <a:pt x="90" y="19"/>
                  <a:pt x="55" y="54"/>
                </a:cubicBezTo>
                <a:cubicBezTo>
                  <a:pt x="19" y="89"/>
                  <a:pt x="0" y="136"/>
                  <a:pt x="0" y="185"/>
                </a:cubicBezTo>
                <a:cubicBezTo>
                  <a:pt x="0" y="234"/>
                  <a:pt x="19" y="282"/>
                  <a:pt x="55" y="317"/>
                </a:cubicBezTo>
                <a:cubicBezTo>
                  <a:pt x="90" y="351"/>
                  <a:pt x="137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64" name=""/>
          <p:cNvSpPr/>
          <p:nvPr/>
        </p:nvSpPr>
        <p:spPr>
          <a:xfrm>
            <a:off x="4484160" y="332208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2" y="352"/>
                  <a:pt x="317" y="317"/>
                </a:cubicBezTo>
                <a:cubicBezTo>
                  <a:pt x="351" y="282"/>
                  <a:pt x="371" y="235"/>
                  <a:pt x="371" y="186"/>
                </a:cubicBezTo>
                <a:cubicBezTo>
                  <a:pt x="371" y="136"/>
                  <a:pt x="351" y="89"/>
                  <a:pt x="317" y="54"/>
                </a:cubicBezTo>
                <a:cubicBezTo>
                  <a:pt x="282" y="20"/>
                  <a:pt x="234" y="0"/>
                  <a:pt x="185" y="0"/>
                </a:cubicBezTo>
                <a:cubicBezTo>
                  <a:pt x="136" y="0"/>
                  <a:pt x="89" y="20"/>
                  <a:pt x="54" y="54"/>
                </a:cubicBezTo>
                <a:cubicBezTo>
                  <a:pt x="19" y="89"/>
                  <a:pt x="0" y="136"/>
                  <a:pt x="0" y="186"/>
                </a:cubicBezTo>
                <a:cubicBezTo>
                  <a:pt x="0" y="235"/>
                  <a:pt x="19" y="282"/>
                  <a:pt x="54" y="317"/>
                </a:cubicBezTo>
                <a:cubicBezTo>
                  <a:pt x="89" y="352"/>
                  <a:pt x="136" y="371"/>
                  <a:pt x="185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65" name=""/>
          <p:cNvSpPr/>
          <p:nvPr/>
        </p:nvSpPr>
        <p:spPr>
          <a:xfrm>
            <a:off x="4796640" y="38102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2" y="281"/>
                  <a:pt x="371" y="234"/>
                  <a:pt x="371" y="185"/>
                </a:cubicBezTo>
                <a:cubicBezTo>
                  <a:pt x="371" y="136"/>
                  <a:pt x="352" y="89"/>
                  <a:pt x="317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6" y="0"/>
                  <a:pt x="89" y="20"/>
                  <a:pt x="54" y="54"/>
                </a:cubicBezTo>
                <a:cubicBezTo>
                  <a:pt x="20" y="89"/>
                  <a:pt x="0" y="136"/>
                  <a:pt x="0" y="185"/>
                </a:cubicBezTo>
                <a:cubicBezTo>
                  <a:pt x="0" y="234"/>
                  <a:pt x="20" y="281"/>
                  <a:pt x="54" y="317"/>
                </a:cubicBezTo>
                <a:cubicBezTo>
                  <a:pt x="89" y="352"/>
                  <a:pt x="136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66" name=""/>
          <p:cNvSpPr/>
          <p:nvPr/>
        </p:nvSpPr>
        <p:spPr>
          <a:xfrm>
            <a:off x="4971960" y="38102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2" y="281"/>
                  <a:pt x="371" y="234"/>
                  <a:pt x="371" y="185"/>
                </a:cubicBezTo>
                <a:cubicBezTo>
                  <a:pt x="371" y="136"/>
                  <a:pt x="352" y="89"/>
                  <a:pt x="317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7" y="0"/>
                  <a:pt x="90" y="20"/>
                  <a:pt x="55" y="54"/>
                </a:cubicBezTo>
                <a:cubicBezTo>
                  <a:pt x="20" y="89"/>
                  <a:pt x="0" y="136"/>
                  <a:pt x="0" y="185"/>
                </a:cubicBezTo>
                <a:cubicBezTo>
                  <a:pt x="0" y="234"/>
                  <a:pt x="20" y="281"/>
                  <a:pt x="55" y="317"/>
                </a:cubicBezTo>
                <a:cubicBezTo>
                  <a:pt x="90" y="352"/>
                  <a:pt x="137" y="371"/>
                  <a:pt x="186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67" name=""/>
          <p:cNvSpPr/>
          <p:nvPr/>
        </p:nvSpPr>
        <p:spPr>
          <a:xfrm>
            <a:off x="3922200" y="39740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1" y="351"/>
                  <a:pt x="316" y="317"/>
                </a:cubicBezTo>
                <a:cubicBezTo>
                  <a:pt x="350" y="282"/>
                  <a:pt x="371" y="235"/>
                  <a:pt x="371" y="185"/>
                </a:cubicBezTo>
                <a:cubicBezTo>
                  <a:pt x="371" y="136"/>
                  <a:pt x="350" y="89"/>
                  <a:pt x="316" y="54"/>
                </a:cubicBezTo>
                <a:cubicBezTo>
                  <a:pt x="281" y="19"/>
                  <a:pt x="234" y="0"/>
                  <a:pt x="185" y="0"/>
                </a:cubicBezTo>
                <a:cubicBezTo>
                  <a:pt x="136" y="0"/>
                  <a:pt x="89" y="19"/>
                  <a:pt x="54" y="54"/>
                </a:cubicBezTo>
                <a:cubicBezTo>
                  <a:pt x="19" y="89"/>
                  <a:pt x="0" y="136"/>
                  <a:pt x="0" y="185"/>
                </a:cubicBezTo>
                <a:cubicBezTo>
                  <a:pt x="0" y="235"/>
                  <a:pt x="19" y="282"/>
                  <a:pt x="54" y="317"/>
                </a:cubicBezTo>
                <a:cubicBezTo>
                  <a:pt x="89" y="351"/>
                  <a:pt x="136" y="371"/>
                  <a:pt x="185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68" name=""/>
          <p:cNvSpPr/>
          <p:nvPr/>
        </p:nvSpPr>
        <p:spPr>
          <a:xfrm>
            <a:off x="4690080" y="441720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1" y="282"/>
                  <a:pt x="371" y="235"/>
                  <a:pt x="371" y="186"/>
                </a:cubicBezTo>
                <a:cubicBezTo>
                  <a:pt x="371" y="137"/>
                  <a:pt x="351" y="89"/>
                  <a:pt x="317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7" y="0"/>
                  <a:pt x="90" y="20"/>
                  <a:pt x="54" y="54"/>
                </a:cubicBezTo>
                <a:cubicBezTo>
                  <a:pt x="19" y="89"/>
                  <a:pt x="0" y="137"/>
                  <a:pt x="0" y="186"/>
                </a:cubicBezTo>
                <a:cubicBezTo>
                  <a:pt x="0" y="235"/>
                  <a:pt x="19" y="282"/>
                  <a:pt x="54" y="317"/>
                </a:cubicBezTo>
                <a:cubicBezTo>
                  <a:pt x="90" y="352"/>
                  <a:pt x="137" y="371"/>
                  <a:pt x="186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69" name=""/>
          <p:cNvSpPr/>
          <p:nvPr/>
        </p:nvSpPr>
        <p:spPr>
          <a:xfrm>
            <a:off x="4064760" y="454860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1" y="352"/>
                  <a:pt x="316" y="317"/>
                </a:cubicBezTo>
                <a:cubicBezTo>
                  <a:pt x="352" y="282"/>
                  <a:pt x="371" y="235"/>
                  <a:pt x="371" y="186"/>
                </a:cubicBezTo>
                <a:cubicBezTo>
                  <a:pt x="371" y="137"/>
                  <a:pt x="352" y="89"/>
                  <a:pt x="316" y="54"/>
                </a:cubicBezTo>
                <a:cubicBezTo>
                  <a:pt x="281" y="20"/>
                  <a:pt x="234" y="0"/>
                  <a:pt x="185" y="0"/>
                </a:cubicBezTo>
                <a:cubicBezTo>
                  <a:pt x="136" y="0"/>
                  <a:pt x="89" y="20"/>
                  <a:pt x="54" y="54"/>
                </a:cubicBezTo>
                <a:cubicBezTo>
                  <a:pt x="20" y="89"/>
                  <a:pt x="0" y="137"/>
                  <a:pt x="0" y="186"/>
                </a:cubicBezTo>
                <a:cubicBezTo>
                  <a:pt x="0" y="235"/>
                  <a:pt x="20" y="282"/>
                  <a:pt x="54" y="317"/>
                </a:cubicBezTo>
                <a:cubicBezTo>
                  <a:pt x="89" y="352"/>
                  <a:pt x="136" y="371"/>
                  <a:pt x="185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70" name=""/>
          <p:cNvSpPr/>
          <p:nvPr/>
        </p:nvSpPr>
        <p:spPr>
          <a:xfrm>
            <a:off x="4139280" y="46778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3" y="351"/>
                  <a:pt x="317" y="317"/>
                </a:cubicBezTo>
                <a:cubicBezTo>
                  <a:pt x="352" y="282"/>
                  <a:pt x="371" y="235"/>
                  <a:pt x="371" y="186"/>
                </a:cubicBezTo>
                <a:cubicBezTo>
                  <a:pt x="371" y="137"/>
                  <a:pt x="352" y="89"/>
                  <a:pt x="317" y="54"/>
                </a:cubicBezTo>
                <a:cubicBezTo>
                  <a:pt x="283" y="19"/>
                  <a:pt x="235" y="0"/>
                  <a:pt x="186" y="0"/>
                </a:cubicBezTo>
                <a:cubicBezTo>
                  <a:pt x="137" y="0"/>
                  <a:pt x="89" y="19"/>
                  <a:pt x="55" y="54"/>
                </a:cubicBezTo>
                <a:cubicBezTo>
                  <a:pt x="20" y="89"/>
                  <a:pt x="0" y="137"/>
                  <a:pt x="0" y="186"/>
                </a:cubicBezTo>
                <a:cubicBezTo>
                  <a:pt x="0" y="235"/>
                  <a:pt x="20" y="282"/>
                  <a:pt x="55" y="317"/>
                </a:cubicBezTo>
                <a:cubicBezTo>
                  <a:pt x="89" y="351"/>
                  <a:pt x="137" y="371"/>
                  <a:pt x="186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71" name=""/>
          <p:cNvSpPr/>
          <p:nvPr/>
        </p:nvSpPr>
        <p:spPr>
          <a:xfrm>
            <a:off x="3638520" y="451260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1"/>
                  <a:pt x="317" y="317"/>
                </a:cubicBezTo>
                <a:cubicBezTo>
                  <a:pt x="352" y="282"/>
                  <a:pt x="371" y="235"/>
                  <a:pt x="371" y="185"/>
                </a:cubicBezTo>
                <a:cubicBezTo>
                  <a:pt x="371" y="136"/>
                  <a:pt x="352" y="89"/>
                  <a:pt x="317" y="54"/>
                </a:cubicBezTo>
                <a:cubicBezTo>
                  <a:pt x="282" y="19"/>
                  <a:pt x="235" y="0"/>
                  <a:pt x="186" y="0"/>
                </a:cubicBezTo>
                <a:cubicBezTo>
                  <a:pt x="137" y="0"/>
                  <a:pt x="90" y="19"/>
                  <a:pt x="55" y="54"/>
                </a:cubicBezTo>
                <a:cubicBezTo>
                  <a:pt x="20" y="89"/>
                  <a:pt x="0" y="136"/>
                  <a:pt x="0" y="185"/>
                </a:cubicBezTo>
                <a:cubicBezTo>
                  <a:pt x="0" y="235"/>
                  <a:pt x="20" y="282"/>
                  <a:pt x="55" y="317"/>
                </a:cubicBezTo>
                <a:cubicBezTo>
                  <a:pt x="90" y="351"/>
                  <a:pt x="137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3638520" y="424800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1"/>
                  <a:pt x="317" y="317"/>
                </a:cubicBezTo>
                <a:cubicBezTo>
                  <a:pt x="352" y="282"/>
                  <a:pt x="371" y="235"/>
                  <a:pt x="371" y="185"/>
                </a:cubicBezTo>
                <a:cubicBezTo>
                  <a:pt x="371" y="136"/>
                  <a:pt x="352" y="89"/>
                  <a:pt x="317" y="54"/>
                </a:cubicBezTo>
                <a:cubicBezTo>
                  <a:pt x="282" y="19"/>
                  <a:pt x="235" y="0"/>
                  <a:pt x="186" y="0"/>
                </a:cubicBezTo>
                <a:cubicBezTo>
                  <a:pt x="137" y="0"/>
                  <a:pt x="90" y="19"/>
                  <a:pt x="55" y="54"/>
                </a:cubicBezTo>
                <a:cubicBezTo>
                  <a:pt x="20" y="89"/>
                  <a:pt x="0" y="136"/>
                  <a:pt x="0" y="185"/>
                </a:cubicBezTo>
                <a:cubicBezTo>
                  <a:pt x="0" y="235"/>
                  <a:pt x="20" y="282"/>
                  <a:pt x="55" y="317"/>
                </a:cubicBezTo>
                <a:cubicBezTo>
                  <a:pt x="90" y="351"/>
                  <a:pt x="137" y="371"/>
                  <a:pt x="186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73" name=""/>
          <p:cNvSpPr/>
          <p:nvPr/>
        </p:nvSpPr>
        <p:spPr>
          <a:xfrm>
            <a:off x="3165480" y="462996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2" y="351"/>
                  <a:pt x="317" y="317"/>
                </a:cubicBezTo>
                <a:cubicBezTo>
                  <a:pt x="351" y="282"/>
                  <a:pt x="371" y="234"/>
                  <a:pt x="371" y="185"/>
                </a:cubicBezTo>
                <a:cubicBezTo>
                  <a:pt x="371" y="136"/>
                  <a:pt x="351" y="89"/>
                  <a:pt x="317" y="54"/>
                </a:cubicBezTo>
                <a:cubicBezTo>
                  <a:pt x="282" y="19"/>
                  <a:pt x="234" y="0"/>
                  <a:pt x="185" y="0"/>
                </a:cubicBezTo>
                <a:cubicBezTo>
                  <a:pt x="136" y="0"/>
                  <a:pt x="89" y="19"/>
                  <a:pt x="54" y="54"/>
                </a:cubicBezTo>
                <a:cubicBezTo>
                  <a:pt x="19" y="89"/>
                  <a:pt x="0" y="136"/>
                  <a:pt x="0" y="185"/>
                </a:cubicBezTo>
                <a:cubicBezTo>
                  <a:pt x="0" y="234"/>
                  <a:pt x="19" y="282"/>
                  <a:pt x="54" y="317"/>
                </a:cubicBezTo>
                <a:cubicBezTo>
                  <a:pt x="89" y="351"/>
                  <a:pt x="136" y="371"/>
                  <a:pt x="185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3389040" y="42422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1" y="352"/>
                  <a:pt x="316" y="317"/>
                </a:cubicBezTo>
                <a:cubicBezTo>
                  <a:pt x="351" y="282"/>
                  <a:pt x="371" y="235"/>
                  <a:pt x="371" y="185"/>
                </a:cubicBezTo>
                <a:cubicBezTo>
                  <a:pt x="371" y="136"/>
                  <a:pt x="351" y="89"/>
                  <a:pt x="316" y="55"/>
                </a:cubicBezTo>
                <a:cubicBezTo>
                  <a:pt x="281" y="20"/>
                  <a:pt x="234" y="0"/>
                  <a:pt x="185" y="0"/>
                </a:cubicBezTo>
                <a:cubicBezTo>
                  <a:pt x="136" y="0"/>
                  <a:pt x="89" y="20"/>
                  <a:pt x="54" y="55"/>
                </a:cubicBezTo>
                <a:cubicBezTo>
                  <a:pt x="20" y="89"/>
                  <a:pt x="0" y="136"/>
                  <a:pt x="0" y="185"/>
                </a:cubicBezTo>
                <a:cubicBezTo>
                  <a:pt x="0" y="235"/>
                  <a:pt x="20" y="282"/>
                  <a:pt x="54" y="317"/>
                </a:cubicBezTo>
                <a:cubicBezTo>
                  <a:pt x="89" y="352"/>
                  <a:pt x="136" y="371"/>
                  <a:pt x="185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3252240" y="40334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6" y="317"/>
                </a:cubicBezTo>
                <a:cubicBezTo>
                  <a:pt x="351" y="282"/>
                  <a:pt x="371" y="235"/>
                  <a:pt x="371" y="186"/>
                </a:cubicBezTo>
                <a:cubicBezTo>
                  <a:pt x="371" y="137"/>
                  <a:pt x="351" y="90"/>
                  <a:pt x="316" y="55"/>
                </a:cubicBezTo>
                <a:cubicBezTo>
                  <a:pt x="282" y="19"/>
                  <a:pt x="235" y="0"/>
                  <a:pt x="186" y="0"/>
                </a:cubicBezTo>
                <a:cubicBezTo>
                  <a:pt x="136" y="0"/>
                  <a:pt x="89" y="19"/>
                  <a:pt x="55" y="55"/>
                </a:cubicBezTo>
                <a:cubicBezTo>
                  <a:pt x="20" y="90"/>
                  <a:pt x="0" y="137"/>
                  <a:pt x="0" y="186"/>
                </a:cubicBezTo>
                <a:cubicBezTo>
                  <a:pt x="0" y="235"/>
                  <a:pt x="20" y="282"/>
                  <a:pt x="55" y="317"/>
                </a:cubicBezTo>
                <a:cubicBezTo>
                  <a:pt x="89" y="352"/>
                  <a:pt x="136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3048120" y="415116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1" y="282"/>
                  <a:pt x="371" y="235"/>
                  <a:pt x="371" y="186"/>
                </a:cubicBezTo>
                <a:cubicBezTo>
                  <a:pt x="371" y="137"/>
                  <a:pt x="351" y="89"/>
                  <a:pt x="317" y="54"/>
                </a:cubicBezTo>
                <a:cubicBezTo>
                  <a:pt x="282" y="20"/>
                  <a:pt x="235" y="0"/>
                  <a:pt x="185" y="0"/>
                </a:cubicBezTo>
                <a:cubicBezTo>
                  <a:pt x="136" y="0"/>
                  <a:pt x="89" y="20"/>
                  <a:pt x="54" y="54"/>
                </a:cubicBezTo>
                <a:cubicBezTo>
                  <a:pt x="19" y="89"/>
                  <a:pt x="0" y="137"/>
                  <a:pt x="0" y="186"/>
                </a:cubicBezTo>
                <a:cubicBezTo>
                  <a:pt x="0" y="235"/>
                  <a:pt x="19" y="282"/>
                  <a:pt x="54" y="317"/>
                </a:cubicBezTo>
                <a:cubicBezTo>
                  <a:pt x="89" y="352"/>
                  <a:pt x="136" y="371"/>
                  <a:pt x="185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2830320" y="38102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1" y="281"/>
                  <a:pt x="371" y="234"/>
                  <a:pt x="371" y="185"/>
                </a:cubicBezTo>
                <a:cubicBezTo>
                  <a:pt x="371" y="136"/>
                  <a:pt x="351" y="89"/>
                  <a:pt x="317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7" y="0"/>
                  <a:pt x="90" y="20"/>
                  <a:pt x="54" y="54"/>
                </a:cubicBezTo>
                <a:cubicBezTo>
                  <a:pt x="19" y="89"/>
                  <a:pt x="0" y="136"/>
                  <a:pt x="0" y="185"/>
                </a:cubicBezTo>
                <a:cubicBezTo>
                  <a:pt x="0" y="234"/>
                  <a:pt x="19" y="281"/>
                  <a:pt x="54" y="317"/>
                </a:cubicBezTo>
                <a:cubicBezTo>
                  <a:pt x="90" y="352"/>
                  <a:pt x="137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2721960" y="38102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6" y="317"/>
                </a:cubicBezTo>
                <a:cubicBezTo>
                  <a:pt x="351" y="281"/>
                  <a:pt x="371" y="234"/>
                  <a:pt x="371" y="185"/>
                </a:cubicBezTo>
                <a:cubicBezTo>
                  <a:pt x="371" y="136"/>
                  <a:pt x="351" y="89"/>
                  <a:pt x="316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6" y="0"/>
                  <a:pt x="89" y="20"/>
                  <a:pt x="55" y="54"/>
                </a:cubicBezTo>
                <a:cubicBezTo>
                  <a:pt x="20" y="89"/>
                  <a:pt x="0" y="136"/>
                  <a:pt x="0" y="185"/>
                </a:cubicBezTo>
                <a:cubicBezTo>
                  <a:pt x="0" y="234"/>
                  <a:pt x="20" y="281"/>
                  <a:pt x="55" y="317"/>
                </a:cubicBezTo>
                <a:cubicBezTo>
                  <a:pt x="89" y="352"/>
                  <a:pt x="136" y="371"/>
                  <a:pt x="186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2949120" y="341208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6" y="317"/>
                </a:cubicBezTo>
                <a:cubicBezTo>
                  <a:pt x="351" y="281"/>
                  <a:pt x="371" y="234"/>
                  <a:pt x="371" y="185"/>
                </a:cubicBezTo>
                <a:cubicBezTo>
                  <a:pt x="371" y="136"/>
                  <a:pt x="351" y="89"/>
                  <a:pt x="316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7" y="0"/>
                  <a:pt x="88" y="20"/>
                  <a:pt x="54" y="54"/>
                </a:cubicBezTo>
                <a:cubicBezTo>
                  <a:pt x="19" y="89"/>
                  <a:pt x="0" y="136"/>
                  <a:pt x="0" y="185"/>
                </a:cubicBezTo>
                <a:cubicBezTo>
                  <a:pt x="0" y="234"/>
                  <a:pt x="19" y="281"/>
                  <a:pt x="54" y="317"/>
                </a:cubicBezTo>
                <a:cubicBezTo>
                  <a:pt x="88" y="352"/>
                  <a:pt x="137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2918880" y="339480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5" y="371"/>
                  <a:pt x="282" y="351"/>
                  <a:pt x="316" y="315"/>
                </a:cubicBezTo>
                <a:cubicBezTo>
                  <a:pt x="351" y="281"/>
                  <a:pt x="371" y="234"/>
                  <a:pt x="371" y="185"/>
                </a:cubicBezTo>
                <a:cubicBezTo>
                  <a:pt x="371" y="136"/>
                  <a:pt x="351" y="89"/>
                  <a:pt x="316" y="54"/>
                </a:cubicBezTo>
                <a:cubicBezTo>
                  <a:pt x="282" y="19"/>
                  <a:pt x="235" y="0"/>
                  <a:pt x="185" y="0"/>
                </a:cubicBezTo>
                <a:cubicBezTo>
                  <a:pt x="136" y="0"/>
                  <a:pt x="89" y="19"/>
                  <a:pt x="54" y="54"/>
                </a:cubicBezTo>
                <a:cubicBezTo>
                  <a:pt x="19" y="89"/>
                  <a:pt x="0" y="136"/>
                  <a:pt x="0" y="185"/>
                </a:cubicBezTo>
                <a:cubicBezTo>
                  <a:pt x="0" y="234"/>
                  <a:pt x="19" y="281"/>
                  <a:pt x="54" y="315"/>
                </a:cubicBezTo>
                <a:cubicBezTo>
                  <a:pt x="89" y="351"/>
                  <a:pt x="136" y="371"/>
                  <a:pt x="185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3294720" y="321444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2" y="352"/>
                  <a:pt x="316" y="317"/>
                </a:cubicBezTo>
                <a:cubicBezTo>
                  <a:pt x="351" y="282"/>
                  <a:pt x="371" y="235"/>
                  <a:pt x="371" y="186"/>
                </a:cubicBezTo>
                <a:cubicBezTo>
                  <a:pt x="371" y="137"/>
                  <a:pt x="351" y="89"/>
                  <a:pt x="316" y="54"/>
                </a:cubicBezTo>
                <a:cubicBezTo>
                  <a:pt x="282" y="20"/>
                  <a:pt x="234" y="0"/>
                  <a:pt x="185" y="0"/>
                </a:cubicBezTo>
                <a:cubicBezTo>
                  <a:pt x="136" y="0"/>
                  <a:pt x="89" y="20"/>
                  <a:pt x="54" y="54"/>
                </a:cubicBezTo>
                <a:cubicBezTo>
                  <a:pt x="19" y="89"/>
                  <a:pt x="0" y="137"/>
                  <a:pt x="0" y="186"/>
                </a:cubicBezTo>
                <a:cubicBezTo>
                  <a:pt x="0" y="235"/>
                  <a:pt x="19" y="282"/>
                  <a:pt x="54" y="317"/>
                </a:cubicBezTo>
                <a:cubicBezTo>
                  <a:pt x="89" y="352"/>
                  <a:pt x="136" y="371"/>
                  <a:pt x="185" y="37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3169800" y="299808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2" y="351"/>
                  <a:pt x="316" y="316"/>
                </a:cubicBezTo>
                <a:cubicBezTo>
                  <a:pt x="351" y="281"/>
                  <a:pt x="371" y="234"/>
                  <a:pt x="371" y="185"/>
                </a:cubicBezTo>
                <a:cubicBezTo>
                  <a:pt x="371" y="136"/>
                  <a:pt x="351" y="89"/>
                  <a:pt x="316" y="54"/>
                </a:cubicBezTo>
                <a:cubicBezTo>
                  <a:pt x="282" y="19"/>
                  <a:pt x="234" y="0"/>
                  <a:pt x="185" y="0"/>
                </a:cubicBezTo>
                <a:cubicBezTo>
                  <a:pt x="136" y="0"/>
                  <a:pt x="88" y="19"/>
                  <a:pt x="54" y="54"/>
                </a:cubicBezTo>
                <a:cubicBezTo>
                  <a:pt x="19" y="89"/>
                  <a:pt x="0" y="136"/>
                  <a:pt x="0" y="185"/>
                </a:cubicBezTo>
                <a:cubicBezTo>
                  <a:pt x="0" y="234"/>
                  <a:pt x="19" y="281"/>
                  <a:pt x="54" y="316"/>
                </a:cubicBezTo>
                <a:cubicBezTo>
                  <a:pt x="88" y="351"/>
                  <a:pt x="136" y="371"/>
                  <a:pt x="185" y="371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83" name=""/>
          <p:cNvSpPr txBox="1"/>
          <p:nvPr/>
        </p:nvSpPr>
        <p:spPr>
          <a:xfrm>
            <a:off x="1740240" y="885960"/>
            <a:ext cx="3330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EMT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>
            <a:off x="6356520" y="68040"/>
            <a:ext cx="13478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a7d6e"/>
                </a:solidFill>
                <a:latin typeface="DejaVuSans"/>
              </a:rPr>
              <a:t>Good responders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>
            <a:off x="6400080" y="397080"/>
            <a:ext cx="1302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c53e1f"/>
                </a:solidFill>
                <a:latin typeface="DejaVuSans"/>
              </a:rPr>
              <a:t>Poor responders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3A — TME signature radar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1982960" cy="6563160"/>
          </a:xfrm>
          <a:custGeom>
            <a:avLst/>
            <a:gdLst/>
            <a:ahLst/>
            <a:rect l="0" t="0" r="r" b="b"/>
            <a:pathLst>
              <a:path w="33286" h="18231">
                <a:moveTo>
                  <a:pt x="0" y="18231"/>
                </a:moveTo>
                <a:lnTo>
                  <a:pt x="33286" y="18231"/>
                </a:lnTo>
                <a:lnTo>
                  <a:pt x="33286" y="0"/>
                </a:lnTo>
                <a:lnTo>
                  <a:pt x="0" y="0"/>
                </a:lnTo>
                <a:lnTo>
                  <a:pt x="0" y="1823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2123640" y="134640"/>
            <a:ext cx="6851520" cy="131040"/>
          </a:xfrm>
          <a:custGeom>
            <a:avLst/>
            <a:gdLst/>
            <a:ahLst/>
            <a:rect l="0" t="0" r="r" b="b"/>
            <a:pathLst>
              <a:path w="19032" h="364">
                <a:moveTo>
                  <a:pt x="0" y="364"/>
                </a:moveTo>
                <a:lnTo>
                  <a:pt x="19032" y="364"/>
                </a:lnTo>
                <a:lnTo>
                  <a:pt x="19032" y="0"/>
                </a:lnTo>
                <a:lnTo>
                  <a:pt x="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8" name="" descr=""/>
          <p:cNvPicPr/>
          <p:nvPr/>
        </p:nvPicPr>
        <p:blipFill>
          <a:blip r:embed="rId2"/>
          <a:stretch/>
        </p:blipFill>
        <p:spPr>
          <a:xfrm>
            <a:off x="2124000" y="134280"/>
            <a:ext cx="6851520" cy="13068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/>
          <p:nvPr/>
        </p:nvSpPr>
        <p:spPr>
          <a:xfrm>
            <a:off x="2123640" y="310320"/>
            <a:ext cx="6851520" cy="131040"/>
          </a:xfrm>
          <a:custGeom>
            <a:avLst/>
            <a:gdLst/>
            <a:ahLst/>
            <a:rect l="0" t="0" r="r" b="b"/>
            <a:pathLst>
              <a:path w="19032" h="364">
                <a:moveTo>
                  <a:pt x="0" y="364"/>
                </a:moveTo>
                <a:lnTo>
                  <a:pt x="19032" y="364"/>
                </a:lnTo>
                <a:lnTo>
                  <a:pt x="19032" y="0"/>
                </a:lnTo>
                <a:lnTo>
                  <a:pt x="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0" name="" descr=""/>
          <p:cNvPicPr/>
          <p:nvPr/>
        </p:nvPicPr>
        <p:blipFill>
          <a:blip r:embed="rId3"/>
          <a:stretch/>
        </p:blipFill>
        <p:spPr>
          <a:xfrm>
            <a:off x="2124000" y="309960"/>
            <a:ext cx="6851520" cy="130680"/>
          </a:xfrm>
          <a:prstGeom prst="rect">
            <a:avLst/>
          </a:prstGeom>
          <a:ln w="0">
            <a:noFill/>
          </a:ln>
        </p:spPr>
      </p:pic>
      <p:sp>
        <p:nvSpPr>
          <p:cNvPr id="41" name=""/>
          <p:cNvSpPr txBox="1"/>
          <p:nvPr/>
        </p:nvSpPr>
        <p:spPr>
          <a:xfrm>
            <a:off x="1193760" y="114840"/>
            <a:ext cx="7214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42" name=""/>
          <p:cNvSpPr/>
          <p:nvPr/>
        </p:nvSpPr>
        <p:spPr>
          <a:xfrm>
            <a:off x="2123640" y="486000"/>
            <a:ext cx="6851520" cy="131040"/>
          </a:xfrm>
          <a:custGeom>
            <a:avLst/>
            <a:gdLst/>
            <a:ahLst/>
            <a:rect l="0" t="0" r="r" b="b"/>
            <a:pathLst>
              <a:path w="19032" h="364">
                <a:moveTo>
                  <a:pt x="0" y="364"/>
                </a:moveTo>
                <a:lnTo>
                  <a:pt x="19032" y="364"/>
                </a:lnTo>
                <a:lnTo>
                  <a:pt x="19032" y="0"/>
                </a:lnTo>
                <a:lnTo>
                  <a:pt x="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3" name="" descr=""/>
          <p:cNvPicPr/>
          <p:nvPr/>
        </p:nvPicPr>
        <p:blipFill>
          <a:blip r:embed="rId4"/>
          <a:stretch/>
        </p:blipFill>
        <p:spPr>
          <a:xfrm>
            <a:off x="2124000" y="485640"/>
            <a:ext cx="6851520" cy="130680"/>
          </a:xfrm>
          <a:prstGeom prst="rect">
            <a:avLst/>
          </a:prstGeom>
          <a:ln w="0">
            <a:noFill/>
          </a:ln>
        </p:spPr>
      </p:pic>
      <p:sp>
        <p:nvSpPr>
          <p:cNvPr id="44" name=""/>
          <p:cNvSpPr txBox="1"/>
          <p:nvPr/>
        </p:nvSpPr>
        <p:spPr>
          <a:xfrm>
            <a:off x="1283040" y="289440"/>
            <a:ext cx="6332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cT stage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2123640" y="661680"/>
            <a:ext cx="6851520" cy="131040"/>
          </a:xfrm>
          <a:custGeom>
            <a:avLst/>
            <a:gdLst/>
            <a:ahLst/>
            <a:rect l="0" t="0" r="r" b="b"/>
            <a:pathLst>
              <a:path w="19032" h="364">
                <a:moveTo>
                  <a:pt x="0" y="364"/>
                </a:moveTo>
                <a:lnTo>
                  <a:pt x="19032" y="364"/>
                </a:lnTo>
                <a:lnTo>
                  <a:pt x="19032" y="0"/>
                </a:lnTo>
                <a:lnTo>
                  <a:pt x="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6" name="" descr=""/>
          <p:cNvPicPr/>
          <p:nvPr/>
        </p:nvPicPr>
        <p:blipFill>
          <a:blip r:embed="rId5"/>
          <a:stretch/>
        </p:blipFill>
        <p:spPr>
          <a:xfrm>
            <a:off x="2124000" y="661320"/>
            <a:ext cx="6851520" cy="130680"/>
          </a:xfrm>
          <a:prstGeom prst="rect">
            <a:avLst/>
          </a:prstGeom>
          <a:ln w="0">
            <a:noFill/>
          </a:ln>
        </p:spPr>
      </p:pic>
      <p:sp>
        <p:nvSpPr>
          <p:cNvPr id="47" name=""/>
          <p:cNvSpPr txBox="1"/>
          <p:nvPr/>
        </p:nvSpPr>
        <p:spPr>
          <a:xfrm>
            <a:off x="1645920" y="466560"/>
            <a:ext cx="2721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Sex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2123640" y="837360"/>
            <a:ext cx="6851520" cy="131040"/>
          </a:xfrm>
          <a:custGeom>
            <a:avLst/>
            <a:gdLst/>
            <a:ahLst/>
            <a:rect l="0" t="0" r="r" b="b"/>
            <a:pathLst>
              <a:path w="19032" h="364">
                <a:moveTo>
                  <a:pt x="0" y="364"/>
                </a:moveTo>
                <a:lnTo>
                  <a:pt x="19032" y="364"/>
                </a:lnTo>
                <a:lnTo>
                  <a:pt x="19032" y="0"/>
                </a:lnTo>
                <a:lnTo>
                  <a:pt x="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9" name="" descr=""/>
          <p:cNvPicPr/>
          <p:nvPr/>
        </p:nvPicPr>
        <p:blipFill>
          <a:blip r:embed="rId6"/>
          <a:stretch/>
        </p:blipFill>
        <p:spPr>
          <a:xfrm>
            <a:off x="2124000" y="837000"/>
            <a:ext cx="6851520" cy="130680"/>
          </a:xfrm>
          <a:prstGeom prst="rect">
            <a:avLst/>
          </a:prstGeom>
          <a:ln w="0">
            <a:noFill/>
          </a:ln>
        </p:spPr>
      </p:pic>
      <p:sp>
        <p:nvSpPr>
          <p:cNvPr id="50" name=""/>
          <p:cNvSpPr txBox="1"/>
          <p:nvPr/>
        </p:nvSpPr>
        <p:spPr>
          <a:xfrm>
            <a:off x="1629360" y="640800"/>
            <a:ext cx="28728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Age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1918080" y="1205280"/>
            <a:ext cx="205920" cy="4405680"/>
          </a:xfrm>
          <a:custGeom>
            <a:avLst/>
            <a:gdLst/>
            <a:ahLst/>
            <a:rect l="0" t="0" r="r" b="b"/>
            <a:pathLst>
              <a:path w="572" h="12238">
                <a:moveTo>
                  <a:pt x="0" y="12238"/>
                </a:moveTo>
                <a:lnTo>
                  <a:pt x="572" y="12238"/>
                </a:lnTo>
                <a:lnTo>
                  <a:pt x="572" y="0"/>
                </a:lnTo>
                <a:lnTo>
                  <a:pt x="0" y="0"/>
                </a:lnTo>
                <a:lnTo>
                  <a:pt x="0" y="1223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52" name="" descr=""/>
          <p:cNvPicPr/>
          <p:nvPr/>
        </p:nvPicPr>
        <p:blipFill>
          <a:blip r:embed="rId7"/>
          <a:stretch/>
        </p:blipFill>
        <p:spPr>
          <a:xfrm>
            <a:off x="1918440" y="1203480"/>
            <a:ext cx="207000" cy="4407120"/>
          </a:xfrm>
          <a:prstGeom prst="rect">
            <a:avLst/>
          </a:prstGeom>
          <a:ln w="0">
            <a:noFill/>
          </a:ln>
        </p:spPr>
      </p:pic>
      <p:sp>
        <p:nvSpPr>
          <p:cNvPr id="53" name=""/>
          <p:cNvSpPr txBox="1"/>
          <p:nvPr/>
        </p:nvSpPr>
        <p:spPr>
          <a:xfrm>
            <a:off x="1223280" y="817920"/>
            <a:ext cx="6912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TMB / Mb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>
            <a:off x="582120" y="1222560"/>
            <a:ext cx="1338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Antigen presentation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1509120" y="1422720"/>
            <a:ext cx="406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MHC II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859680" y="1623240"/>
            <a:ext cx="10551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NLRC5 HLA IFNG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1572120" y="1823400"/>
            <a:ext cx="345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B cell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1186920" y="2023560"/>
            <a:ext cx="730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TLS Cabrita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981360" y="2223720"/>
            <a:ext cx="936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CD8 activation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>
            <a:off x="910080" y="2424240"/>
            <a:ext cx="1008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CD8 exhaustion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836280" y="2624400"/>
            <a:ext cx="1082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CD8 proliferation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852480" y="2824560"/>
            <a:ext cx="1064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Cytolytic activity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1028880" y="3024720"/>
            <a:ext cx="887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Hypoxia Buffa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1038960" y="3225240"/>
            <a:ext cx="883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IFNg Ayers 18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>
            <a:off x="1430280" y="3425400"/>
            <a:ext cx="488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Mac M1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1430280" y="3625560"/>
            <a:ext cx="488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Mac M2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1480680" y="3825720"/>
            <a:ext cx="435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NK cell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1330200" y="4025880"/>
            <a:ext cx="587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Epithelial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>
            <a:off x="363600" y="4226400"/>
            <a:ext cx="1555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Stemness mRNAsi proxy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>
            <a:off x="560160" y="4426560"/>
            <a:ext cx="1357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Checkpoint inhibitory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>
            <a:off x="1652040" y="4626720"/>
            <a:ext cx="288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Treg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>
            <a:off x="1345320" y="4826880"/>
            <a:ext cx="572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CAF iCAF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3" name=""/>
          <p:cNvSpPr txBox="1"/>
          <p:nvPr/>
        </p:nvSpPr>
        <p:spPr>
          <a:xfrm>
            <a:off x="1181520" y="5027400"/>
            <a:ext cx="735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CAF myCAF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1349640" y="5227560"/>
            <a:ext cx="567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EMT Mak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2123640" y="1205280"/>
            <a:ext cx="6851520" cy="4405680"/>
          </a:xfrm>
          <a:custGeom>
            <a:avLst/>
            <a:gdLst/>
            <a:ahLst/>
            <a:rect l="0" t="0" r="r" b="b"/>
            <a:pathLst>
              <a:path w="19032" h="12238">
                <a:moveTo>
                  <a:pt x="0" y="12238"/>
                </a:moveTo>
                <a:lnTo>
                  <a:pt x="19032" y="12238"/>
                </a:lnTo>
                <a:lnTo>
                  <a:pt x="19032" y="0"/>
                </a:lnTo>
                <a:lnTo>
                  <a:pt x="0" y="0"/>
                </a:lnTo>
                <a:lnTo>
                  <a:pt x="0" y="1223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76" name="" descr=""/>
          <p:cNvPicPr/>
          <p:nvPr/>
        </p:nvPicPr>
        <p:blipFill>
          <a:blip r:embed="rId8"/>
          <a:stretch/>
        </p:blipFill>
        <p:spPr>
          <a:xfrm>
            <a:off x="2124000" y="1203480"/>
            <a:ext cx="6851520" cy="4407120"/>
          </a:xfrm>
          <a:prstGeom prst="rect">
            <a:avLst/>
          </a:prstGeom>
          <a:ln w="0">
            <a:noFill/>
          </a:ln>
        </p:spPr>
      </p:pic>
      <p:sp>
        <p:nvSpPr>
          <p:cNvPr id="77" name=""/>
          <p:cNvSpPr/>
          <p:nvPr/>
        </p:nvSpPr>
        <p:spPr>
          <a:xfrm>
            <a:off x="9431640" y="134640"/>
            <a:ext cx="1941480" cy="306720"/>
          </a:xfrm>
          <a:custGeom>
            <a:avLst/>
            <a:gdLst/>
            <a:ahLst/>
            <a:rect l="0" t="0" r="r" b="b"/>
            <a:pathLst>
              <a:path w="5393" h="852">
                <a:moveTo>
                  <a:pt x="0" y="852"/>
                </a:moveTo>
                <a:lnTo>
                  <a:pt x="5393" y="852"/>
                </a:lnTo>
                <a:lnTo>
                  <a:pt x="5393" y="0"/>
                </a:lnTo>
                <a:lnTo>
                  <a:pt x="0" y="0"/>
                </a:lnTo>
                <a:lnTo>
                  <a:pt x="0" y="85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>
            <a:off x="11372760" y="441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9" name=""/>
          <p:cNvSpPr/>
          <p:nvPr/>
        </p:nvSpPr>
        <p:spPr>
          <a:xfrm>
            <a:off x="11372760" y="441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 txBox="1"/>
          <p:nvPr/>
        </p:nvSpPr>
        <p:spPr>
          <a:xfrm>
            <a:off x="762840" y="5427720"/>
            <a:ext cx="1154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TGFb Mariathasan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11372760" y="288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2" name=""/>
          <p:cNvSpPr/>
          <p:nvPr/>
        </p:nvSpPr>
        <p:spPr>
          <a:xfrm>
            <a:off x="11372760" y="288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 txBox="1"/>
          <p:nvPr/>
        </p:nvSpPr>
        <p:spPr>
          <a:xfrm>
            <a:off x="11455560" y="38448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11372760" y="13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" name=""/>
          <p:cNvSpPr/>
          <p:nvPr/>
        </p:nvSpPr>
        <p:spPr>
          <a:xfrm>
            <a:off x="11372760" y="13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 txBox="1"/>
          <p:nvPr/>
        </p:nvSpPr>
        <p:spPr>
          <a:xfrm>
            <a:off x="11455560" y="2311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7" name=""/>
          <p:cNvSpPr txBox="1"/>
          <p:nvPr/>
        </p:nvSpPr>
        <p:spPr>
          <a:xfrm>
            <a:off x="11455560" y="781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2.5</a:t>
            </a:r>
            <a:endParaRPr b="0" lang="en-US" sz="850" spc="-1" strike="noStrike">
              <a:latin typeface="Times New Roman"/>
            </a:endParaRPr>
          </a:p>
        </p:txBody>
      </p:sp>
      <p:pic>
        <p:nvPicPr>
          <p:cNvPr id="88" name="" descr=""/>
          <p:cNvPicPr/>
          <p:nvPr/>
        </p:nvPicPr>
        <p:blipFill>
          <a:blip r:embed="rId9"/>
          <a:stretch/>
        </p:blipFill>
        <p:spPr>
          <a:xfrm>
            <a:off x="9430560" y="134280"/>
            <a:ext cx="1941120" cy="304560"/>
          </a:xfrm>
          <a:prstGeom prst="rect">
            <a:avLst/>
          </a:prstGeom>
          <a:ln w="0">
            <a:noFill/>
          </a:ln>
        </p:spPr>
      </p:pic>
      <p:sp>
        <p:nvSpPr>
          <p:cNvPr id="89" name=""/>
          <p:cNvSpPr/>
          <p:nvPr/>
        </p:nvSpPr>
        <p:spPr>
          <a:xfrm>
            <a:off x="9431640" y="134640"/>
            <a:ext cx="1941480" cy="306720"/>
          </a:xfrm>
          <a:custGeom>
            <a:avLst/>
            <a:gdLst/>
            <a:ahLst/>
            <a:rect l="0" t="0" r="r" b="b"/>
            <a:pathLst>
              <a:path w="5393" h="852">
                <a:moveTo>
                  <a:pt x="0" y="852"/>
                </a:moveTo>
                <a:lnTo>
                  <a:pt x="2696" y="852"/>
                </a:lnTo>
                <a:lnTo>
                  <a:pt x="5393" y="852"/>
                </a:lnTo>
                <a:lnTo>
                  <a:pt x="5393" y="0"/>
                </a:lnTo>
                <a:lnTo>
                  <a:pt x="2696" y="0"/>
                </a:lnTo>
                <a:lnTo>
                  <a:pt x="0" y="0"/>
                </a:lnTo>
                <a:lnTo>
                  <a:pt x="0" y="852"/>
                </a:lnTo>
                <a:close/>
              </a:path>
            </a:pathLst>
          </a:custGeom>
          <a:noFill/>
          <a:ln cap="sq" w="10080">
            <a:solidFill>
              <a:srgbClr val="0e2a47"/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9431640" y="933840"/>
            <a:ext cx="349560" cy="248040"/>
          </a:xfrm>
          <a:custGeom>
            <a:avLst/>
            <a:gdLst/>
            <a:ahLst/>
            <a:rect l="0" t="0" r="r" b="b"/>
            <a:pathLst>
              <a:path w="971" h="689">
                <a:moveTo>
                  <a:pt x="0" y="689"/>
                </a:moveTo>
                <a:lnTo>
                  <a:pt x="971" y="689"/>
                </a:lnTo>
                <a:lnTo>
                  <a:pt x="971" y="0"/>
                </a:lnTo>
                <a:lnTo>
                  <a:pt x="0" y="0"/>
                </a:lnTo>
                <a:lnTo>
                  <a:pt x="0" y="689"/>
                </a:lnTo>
                <a:close/>
              </a:path>
            </a:pathLst>
          </a:custGeom>
          <a:solidFill>
            <a:srgbClr val="00567d"/>
          </a:solidFill>
          <a:ln w="12600">
            <a:solidFill>
              <a:srgbClr val="00567d"/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9431640" y="1428840"/>
            <a:ext cx="349560" cy="247680"/>
          </a:xfrm>
          <a:custGeom>
            <a:avLst/>
            <a:gdLst/>
            <a:ahLst/>
            <a:rect l="0" t="0" r="r" b="b"/>
            <a:pathLst>
              <a:path w="971" h="688">
                <a:moveTo>
                  <a:pt x="0" y="688"/>
                </a:moveTo>
                <a:lnTo>
                  <a:pt x="971" y="688"/>
                </a:lnTo>
                <a:lnTo>
                  <a:pt x="971" y="0"/>
                </a:lnTo>
                <a:lnTo>
                  <a:pt x="0" y="0"/>
                </a:lnTo>
                <a:lnTo>
                  <a:pt x="0" y="688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d4a300"/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9431640" y="1923840"/>
            <a:ext cx="349560" cy="247680"/>
          </a:xfrm>
          <a:custGeom>
            <a:avLst/>
            <a:gdLst/>
            <a:ahLst/>
            <a:rect l="0" t="0" r="r" b="b"/>
            <a:pathLst>
              <a:path w="971" h="688">
                <a:moveTo>
                  <a:pt x="0" y="688"/>
                </a:moveTo>
                <a:lnTo>
                  <a:pt x="971" y="688"/>
                </a:lnTo>
                <a:lnTo>
                  <a:pt x="971" y="0"/>
                </a:lnTo>
                <a:lnTo>
                  <a:pt x="0" y="0"/>
                </a:lnTo>
                <a:lnTo>
                  <a:pt x="0" y="688"/>
                </a:lnTo>
                <a:close/>
              </a:path>
            </a:pathLst>
          </a:custGeom>
          <a:solidFill>
            <a:srgbClr val="057a64"/>
          </a:solidFill>
          <a:ln w="12600">
            <a:solidFill>
              <a:srgbClr val="057a64"/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9431640" y="2418480"/>
            <a:ext cx="349560" cy="248040"/>
          </a:xfrm>
          <a:custGeom>
            <a:avLst/>
            <a:gdLst/>
            <a:ahLst/>
            <a:rect l="0" t="0" r="r" b="b"/>
            <a:pathLst>
              <a:path w="971" h="689">
                <a:moveTo>
                  <a:pt x="0" y="689"/>
                </a:moveTo>
                <a:lnTo>
                  <a:pt x="971" y="689"/>
                </a:lnTo>
                <a:lnTo>
                  <a:pt x="971" y="0"/>
                </a:lnTo>
                <a:lnTo>
                  <a:pt x="0" y="0"/>
                </a:lnTo>
                <a:lnTo>
                  <a:pt x="0" y="689"/>
                </a:lnTo>
                <a:close/>
              </a:path>
            </a:pathLst>
          </a:custGeom>
          <a:solidFill>
            <a:srgbClr val="0e2a47"/>
          </a:solidFill>
          <a:ln w="12600">
            <a:solidFill>
              <a:srgbClr val="0e2a47"/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9431640" y="2913480"/>
            <a:ext cx="349560" cy="247680"/>
          </a:xfrm>
          <a:custGeom>
            <a:avLst/>
            <a:gdLst/>
            <a:ahLst/>
            <a:rect l="0" t="0" r="r" b="b"/>
            <a:pathLst>
              <a:path w="971" h="688">
                <a:moveTo>
                  <a:pt x="0" y="688"/>
                </a:moveTo>
                <a:lnTo>
                  <a:pt x="971" y="688"/>
                </a:lnTo>
                <a:lnTo>
                  <a:pt x="971" y="0"/>
                </a:lnTo>
                <a:lnTo>
                  <a:pt x="0" y="0"/>
                </a:lnTo>
                <a:lnTo>
                  <a:pt x="0" y="688"/>
                </a:lnTo>
                <a:close/>
              </a:path>
            </a:pathLst>
          </a:custGeom>
          <a:solidFill>
            <a:srgbClr val="0099b8"/>
          </a:solidFill>
          <a:ln w="12600">
            <a:solidFill>
              <a:srgbClr val="0099b8"/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9431640" y="3408480"/>
            <a:ext cx="349560" cy="247680"/>
          </a:xfrm>
          <a:custGeom>
            <a:avLst/>
            <a:gdLst/>
            <a:ahLst/>
            <a:rect l="0" t="0" r="r" b="b"/>
            <a:pathLst>
              <a:path w="971" h="688">
                <a:moveTo>
                  <a:pt x="0" y="688"/>
                </a:moveTo>
                <a:lnTo>
                  <a:pt x="971" y="688"/>
                </a:lnTo>
                <a:lnTo>
                  <a:pt x="971" y="0"/>
                </a:lnTo>
                <a:lnTo>
                  <a:pt x="0" y="0"/>
                </a:lnTo>
                <a:lnTo>
                  <a:pt x="0" y="688"/>
                </a:lnTo>
                <a:close/>
              </a:path>
            </a:pathLst>
          </a:custGeom>
          <a:solidFill>
            <a:srgbClr val="d96125"/>
          </a:solidFill>
          <a:ln w="12600">
            <a:solidFill>
              <a:srgbClr val="d96125"/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9431640" y="3903120"/>
            <a:ext cx="349560" cy="248040"/>
          </a:xfrm>
          <a:custGeom>
            <a:avLst/>
            <a:gdLst/>
            <a:ahLst/>
            <a:rect l="0" t="0" r="r" b="b"/>
            <a:pathLst>
              <a:path w="971" h="689">
                <a:moveTo>
                  <a:pt x="0" y="689"/>
                </a:moveTo>
                <a:lnTo>
                  <a:pt x="971" y="689"/>
                </a:lnTo>
                <a:lnTo>
                  <a:pt x="971" y="0"/>
                </a:lnTo>
                <a:lnTo>
                  <a:pt x="0" y="0"/>
                </a:lnTo>
                <a:lnTo>
                  <a:pt x="0" y="689"/>
                </a:lnTo>
                <a:close/>
              </a:path>
            </a:pathLst>
          </a:custGeom>
          <a:solidFill>
            <a:srgbClr val="5a6772"/>
          </a:solidFill>
          <a:ln w="12600">
            <a:solidFill>
              <a:srgbClr val="5a6772"/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9431640" y="4398120"/>
            <a:ext cx="349560" cy="247680"/>
          </a:xfrm>
          <a:custGeom>
            <a:avLst/>
            <a:gdLst/>
            <a:ahLst/>
            <a:rect l="0" t="0" r="r" b="b"/>
            <a:pathLst>
              <a:path w="971" h="688">
                <a:moveTo>
                  <a:pt x="0" y="688"/>
                </a:moveTo>
                <a:lnTo>
                  <a:pt x="971" y="688"/>
                </a:lnTo>
                <a:lnTo>
                  <a:pt x="971" y="0"/>
                </a:lnTo>
                <a:lnTo>
                  <a:pt x="0" y="0"/>
                </a:lnTo>
                <a:lnTo>
                  <a:pt x="0" y="688"/>
                </a:lnTo>
                <a:close/>
              </a:path>
            </a:pathLst>
          </a:custGeom>
          <a:solidFill>
            <a:srgbClr val="7a3aad"/>
          </a:solidFill>
          <a:ln w="12600">
            <a:solidFill>
              <a:srgbClr val="7a3aad"/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9431640" y="4893120"/>
            <a:ext cx="349560" cy="247680"/>
          </a:xfrm>
          <a:custGeom>
            <a:avLst/>
            <a:gdLst/>
            <a:ahLst/>
            <a:rect l="0" t="0" r="r" b="b"/>
            <a:pathLst>
              <a:path w="971" h="688">
                <a:moveTo>
                  <a:pt x="0" y="688"/>
                </a:moveTo>
                <a:lnTo>
                  <a:pt x="971" y="688"/>
                </a:lnTo>
                <a:lnTo>
                  <a:pt x="971" y="0"/>
                </a:lnTo>
                <a:lnTo>
                  <a:pt x="0" y="0"/>
                </a:lnTo>
                <a:lnTo>
                  <a:pt x="0" y="688"/>
                </a:lnTo>
                <a:close/>
              </a:path>
            </a:pathLst>
          </a:custGeom>
          <a:solidFill>
            <a:srgbClr val="b03219"/>
          </a:solidFill>
          <a:ln w="12600">
            <a:solidFill>
              <a:srgbClr val="b03219"/>
            </a:solidFill>
            <a:miter/>
          </a:ln>
        </p:spPr>
      </p:sp>
      <p:sp>
        <p:nvSpPr>
          <p:cNvPr id="99" name=""/>
          <p:cNvSpPr txBox="1"/>
          <p:nvPr/>
        </p:nvSpPr>
        <p:spPr>
          <a:xfrm rot="16200000">
            <a:off x="11566080" y="216000"/>
            <a:ext cx="509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z-score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9431640" y="693720"/>
            <a:ext cx="13356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Signature module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>
            <a:off x="9858960" y="981000"/>
            <a:ext cx="12686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Antigen presentation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2" name=""/>
          <p:cNvSpPr txBox="1"/>
          <p:nvPr/>
        </p:nvSpPr>
        <p:spPr>
          <a:xfrm>
            <a:off x="9858960" y="1475640"/>
            <a:ext cx="6681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B-cell / TLS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3" name=""/>
          <p:cNvSpPr txBox="1"/>
          <p:nvPr/>
        </p:nvSpPr>
        <p:spPr>
          <a:xfrm>
            <a:off x="9858960" y="1970640"/>
            <a:ext cx="930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Cytotoxic T-cell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4" name=""/>
          <p:cNvSpPr txBox="1"/>
          <p:nvPr/>
        </p:nvSpPr>
        <p:spPr>
          <a:xfrm>
            <a:off x="9858960" y="2465640"/>
            <a:ext cx="489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Hypoxia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5" name=""/>
          <p:cNvSpPr txBox="1"/>
          <p:nvPr/>
        </p:nvSpPr>
        <p:spPr>
          <a:xfrm>
            <a:off x="9858960" y="2960280"/>
            <a:ext cx="7808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IFN response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6" name=""/>
          <p:cNvSpPr txBox="1"/>
          <p:nvPr/>
        </p:nvSpPr>
        <p:spPr>
          <a:xfrm>
            <a:off x="9858960" y="3455280"/>
            <a:ext cx="383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Innate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7" name=""/>
          <p:cNvSpPr txBox="1"/>
          <p:nvPr/>
        </p:nvSpPr>
        <p:spPr>
          <a:xfrm>
            <a:off x="9858960" y="3950280"/>
            <a:ext cx="342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Other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>
            <a:off x="9858960" y="4444920"/>
            <a:ext cx="6591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Regulatory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1414080" y="5922720"/>
            <a:ext cx="241920" cy="84600"/>
          </a:xfrm>
          <a:custGeom>
            <a:avLst/>
            <a:gdLst/>
            <a:ahLst/>
            <a:rect l="0" t="0" r="r" b="b"/>
            <a:pathLst>
              <a:path w="672" h="235">
                <a:moveTo>
                  <a:pt x="0" y="235"/>
                </a:moveTo>
                <a:lnTo>
                  <a:pt x="672" y="235"/>
                </a:lnTo>
                <a:lnTo>
                  <a:pt x="672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" name=""/>
          <p:cNvSpPr txBox="1"/>
          <p:nvPr/>
        </p:nvSpPr>
        <p:spPr>
          <a:xfrm>
            <a:off x="9858960" y="4939920"/>
            <a:ext cx="764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Stromal/EMT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1414080" y="6105600"/>
            <a:ext cx="241920" cy="84960"/>
          </a:xfrm>
          <a:custGeom>
            <a:avLst/>
            <a:gdLst/>
            <a:ahLst/>
            <a:rect l="0" t="0" r="r" b="b"/>
            <a:pathLst>
              <a:path w="672" h="236">
                <a:moveTo>
                  <a:pt x="0" y="236"/>
                </a:moveTo>
                <a:lnTo>
                  <a:pt x="672" y="236"/>
                </a:lnTo>
                <a:lnTo>
                  <a:pt x="672" y="0"/>
                </a:lnTo>
                <a:lnTo>
                  <a:pt x="0" y="0"/>
                </a:lnTo>
                <a:lnTo>
                  <a:pt x="0" y="236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2" name=""/>
          <p:cNvSpPr txBox="1"/>
          <p:nvPr/>
        </p:nvSpPr>
        <p:spPr>
          <a:xfrm>
            <a:off x="1752120" y="5895360"/>
            <a:ext cx="299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2294280" y="592272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7fb0c4"/>
          </a:solidFill>
          <a:ln w="12600">
            <a:solidFill>
              <a:srgbClr val="7fb0c4"/>
            </a:solidFill>
            <a:miter/>
          </a:ln>
        </p:spPr>
      </p:sp>
      <p:sp>
        <p:nvSpPr>
          <p:cNvPr id="114" name=""/>
          <p:cNvSpPr txBox="1"/>
          <p:nvPr/>
        </p:nvSpPr>
        <p:spPr>
          <a:xfrm>
            <a:off x="1752120" y="6078600"/>
            <a:ext cx="2264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2294280" y="6105600"/>
            <a:ext cx="241560" cy="84960"/>
          </a:xfrm>
          <a:custGeom>
            <a:avLst/>
            <a:gdLst/>
            <a:ahLst/>
            <a:rect l="0" t="0" r="r" b="b"/>
            <a:pathLst>
              <a:path w="671" h="236">
                <a:moveTo>
                  <a:pt x="0" y="236"/>
                </a:moveTo>
                <a:lnTo>
                  <a:pt x="671" y="236"/>
                </a:lnTo>
                <a:lnTo>
                  <a:pt x="671" y="0"/>
                </a:lnTo>
                <a:lnTo>
                  <a:pt x="0" y="0"/>
                </a:lnTo>
                <a:lnTo>
                  <a:pt x="0" y="236"/>
                </a:lnTo>
                <a:close/>
              </a:path>
            </a:pathLst>
          </a:custGeom>
          <a:solidFill>
            <a:srgbClr val="1c5d7e"/>
          </a:solidFill>
          <a:ln w="12600">
            <a:solidFill>
              <a:srgbClr val="1c5d7e"/>
            </a:solidFill>
            <a:miter/>
          </a:ln>
        </p:spPr>
      </p:sp>
      <p:sp>
        <p:nvSpPr>
          <p:cNvPr id="116" name=""/>
          <p:cNvSpPr txBox="1"/>
          <p:nvPr/>
        </p:nvSpPr>
        <p:spPr>
          <a:xfrm>
            <a:off x="2631960" y="5895360"/>
            <a:ext cx="150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3214800" y="592272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0e2a47"/>
          </a:solidFill>
          <a:ln w="12600">
            <a:solidFill>
              <a:srgbClr val="0e2a47"/>
            </a:solidFill>
            <a:miter/>
          </a:ln>
        </p:spPr>
      </p:sp>
      <p:sp>
        <p:nvSpPr>
          <p:cNvPr id="118" name=""/>
          <p:cNvSpPr txBox="1"/>
          <p:nvPr/>
        </p:nvSpPr>
        <p:spPr>
          <a:xfrm>
            <a:off x="2631960" y="6078600"/>
            <a:ext cx="3405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T2/T3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3214800" y="6105600"/>
            <a:ext cx="241560" cy="84960"/>
          </a:xfrm>
          <a:custGeom>
            <a:avLst/>
            <a:gdLst/>
            <a:ahLst/>
            <a:rect l="0" t="0" r="r" b="b"/>
            <a:pathLst>
              <a:path w="671" h="236">
                <a:moveTo>
                  <a:pt x="0" y="236"/>
                </a:moveTo>
                <a:lnTo>
                  <a:pt x="671" y="236"/>
                </a:lnTo>
                <a:lnTo>
                  <a:pt x="671" y="0"/>
                </a:lnTo>
                <a:lnTo>
                  <a:pt x="0" y="0"/>
                </a:lnTo>
                <a:lnTo>
                  <a:pt x="0" y="236"/>
                </a:lnTo>
                <a:close/>
              </a:path>
            </a:pathLst>
          </a:custGeom>
          <a:solidFill>
            <a:srgbClr val="a01b2b"/>
          </a:solidFill>
          <a:ln w="12600">
            <a:solidFill>
              <a:srgbClr val="a01b2b"/>
            </a:solidFill>
            <a:miter/>
          </a:ln>
        </p:spPr>
      </p:sp>
      <p:sp>
        <p:nvSpPr>
          <p:cNvPr id="120" name=""/>
          <p:cNvSpPr txBox="1"/>
          <p:nvPr/>
        </p:nvSpPr>
        <p:spPr>
          <a:xfrm>
            <a:off x="3552840" y="5895360"/>
            <a:ext cx="150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3944160" y="5922720"/>
            <a:ext cx="241920" cy="84600"/>
          </a:xfrm>
          <a:custGeom>
            <a:avLst/>
            <a:gdLst/>
            <a:ahLst/>
            <a:rect l="0" t="0" r="r" b="b"/>
            <a:pathLst>
              <a:path w="672" h="235">
                <a:moveTo>
                  <a:pt x="0" y="235"/>
                </a:moveTo>
                <a:lnTo>
                  <a:pt x="672" y="235"/>
                </a:lnTo>
                <a:lnTo>
                  <a:pt x="672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0e2a47"/>
          </a:solidFill>
          <a:ln w="12600">
            <a:solidFill>
              <a:srgbClr val="0e2a47"/>
            </a:solidFill>
            <a:miter/>
          </a:ln>
        </p:spPr>
      </p:sp>
      <p:sp>
        <p:nvSpPr>
          <p:cNvPr id="122" name=""/>
          <p:cNvSpPr txBox="1"/>
          <p:nvPr/>
        </p:nvSpPr>
        <p:spPr>
          <a:xfrm>
            <a:off x="3552840" y="6078600"/>
            <a:ext cx="150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T4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3944160" y="6105600"/>
            <a:ext cx="241920" cy="84960"/>
          </a:xfrm>
          <a:custGeom>
            <a:avLst/>
            <a:gdLst/>
            <a:ahLst/>
            <a:rect l="0" t="0" r="r" b="b"/>
            <a:pathLst>
              <a:path w="672" h="236">
                <a:moveTo>
                  <a:pt x="0" y="236"/>
                </a:moveTo>
                <a:lnTo>
                  <a:pt x="672" y="236"/>
                </a:lnTo>
                <a:lnTo>
                  <a:pt x="672" y="0"/>
                </a:lnTo>
                <a:lnTo>
                  <a:pt x="0" y="0"/>
                </a:lnTo>
                <a:lnTo>
                  <a:pt x="0" y="236"/>
                </a:lnTo>
                <a:close/>
              </a:path>
            </a:pathLst>
          </a:custGeom>
          <a:solidFill>
            <a:srgbClr val="a01b2b"/>
          </a:solidFill>
          <a:ln w="12600">
            <a:solidFill>
              <a:srgbClr val="a01b2b"/>
            </a:solidFill>
            <a:miter/>
          </a:ln>
        </p:spPr>
      </p:sp>
      <p:sp>
        <p:nvSpPr>
          <p:cNvPr id="124" name=""/>
          <p:cNvSpPr txBox="1"/>
          <p:nvPr/>
        </p:nvSpPr>
        <p:spPr>
          <a:xfrm>
            <a:off x="4282200" y="5895360"/>
            <a:ext cx="2858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Male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4960080" y="592272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ed2e21"/>
          </a:solidFill>
          <a:ln w="12600">
            <a:solidFill>
              <a:srgbClr val="ed2e21"/>
            </a:solidFill>
            <a:miter/>
          </a:ln>
        </p:spPr>
      </p:sp>
      <p:sp>
        <p:nvSpPr>
          <p:cNvPr id="126" name=""/>
          <p:cNvSpPr txBox="1"/>
          <p:nvPr/>
        </p:nvSpPr>
        <p:spPr>
          <a:xfrm>
            <a:off x="4282200" y="6078600"/>
            <a:ext cx="442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Female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6413040" y="592272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7262ac"/>
          </a:solidFill>
          <a:ln w="12600">
            <a:solidFill>
              <a:srgbClr val="7262ac"/>
            </a:solidFill>
            <a:miter/>
          </a:ln>
        </p:spPr>
      </p:sp>
      <p:sp>
        <p:nvSpPr>
          <p:cNvPr id="128" name=""/>
          <p:cNvSpPr txBox="1"/>
          <p:nvPr/>
        </p:nvSpPr>
        <p:spPr>
          <a:xfrm>
            <a:off x="5298120" y="5895360"/>
            <a:ext cx="872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Age (gradient)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9" name=""/>
          <p:cNvSpPr txBox="1"/>
          <p:nvPr/>
        </p:nvSpPr>
        <p:spPr>
          <a:xfrm>
            <a:off x="6751080" y="5895360"/>
            <a:ext cx="898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TMB (gradient)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3B — 22-signature heatmap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6903360" cy="5492160"/>
          </a:xfrm>
          <a:custGeom>
            <a:avLst/>
            <a:gdLst/>
            <a:ahLst/>
            <a:rect l="0" t="0" r="r" b="b"/>
            <a:pathLst>
              <a:path w="19176" h="15256">
                <a:moveTo>
                  <a:pt x="0" y="15256"/>
                </a:moveTo>
                <a:lnTo>
                  <a:pt x="19176" y="15256"/>
                </a:lnTo>
                <a:lnTo>
                  <a:pt x="19176" y="0"/>
                </a:lnTo>
                <a:lnTo>
                  <a:pt x="0" y="0"/>
                </a:lnTo>
                <a:lnTo>
                  <a:pt x="0" y="1525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33800" y="91440"/>
            <a:ext cx="6378120" cy="4928760"/>
          </a:xfrm>
          <a:custGeom>
            <a:avLst/>
            <a:gdLst/>
            <a:ahLst/>
            <a:rect l="0" t="0" r="r" b="b"/>
            <a:pathLst>
              <a:path w="17717" h="13691">
                <a:moveTo>
                  <a:pt x="0" y="13691"/>
                </a:moveTo>
                <a:lnTo>
                  <a:pt x="17717" y="13691"/>
                </a:lnTo>
                <a:lnTo>
                  <a:pt x="17717" y="0"/>
                </a:lnTo>
                <a:lnTo>
                  <a:pt x="0" y="0"/>
                </a:lnTo>
                <a:lnTo>
                  <a:pt x="0" y="1369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16964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16964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3961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3961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085400" y="508356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362268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362268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311920" y="508356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484920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484920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3586320" y="5083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607572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607572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4813200" y="5083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>
            <a:off x="6039720" y="5083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395640" y="5019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 flipH="1">
            <a:off x="395640" y="5019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>
            <a:off x="2365560" y="5240520"/>
            <a:ext cx="252288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log2 fold change (good vs poor)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395640" y="4439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395640" y="4439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278640" y="4957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395640" y="3860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395640" y="3860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278640" y="43776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395640" y="3280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395640" y="3280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278640" y="3797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395640" y="2700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395640" y="2700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78640" y="321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395640" y="2120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395640" y="2120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278640" y="26380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395640" y="1540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395640" y="1540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278640" y="20581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395640" y="960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395640" y="960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278640" y="1478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395640" y="381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395640" y="381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278640" y="898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 txBox="1"/>
          <p:nvPr/>
        </p:nvSpPr>
        <p:spPr>
          <a:xfrm>
            <a:off x="278640" y="3186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128124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150408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161568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161568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83852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183852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95012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206172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206172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2173320" y="46526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2173320" y="41443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228456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228456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228456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228456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228456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239616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239616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239616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239616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239616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239616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239616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4" name=""/>
          <p:cNvSpPr/>
          <p:nvPr/>
        </p:nvSpPr>
        <p:spPr>
          <a:xfrm>
            <a:off x="239616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5" name=""/>
          <p:cNvSpPr/>
          <p:nvPr/>
        </p:nvSpPr>
        <p:spPr>
          <a:xfrm>
            <a:off x="250776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250776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7" name=""/>
          <p:cNvSpPr/>
          <p:nvPr/>
        </p:nvSpPr>
        <p:spPr>
          <a:xfrm>
            <a:off x="250776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8" name=""/>
          <p:cNvSpPr/>
          <p:nvPr/>
        </p:nvSpPr>
        <p:spPr>
          <a:xfrm>
            <a:off x="250776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9" name=""/>
          <p:cNvSpPr/>
          <p:nvPr/>
        </p:nvSpPr>
        <p:spPr>
          <a:xfrm>
            <a:off x="250776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0" name=""/>
          <p:cNvSpPr/>
          <p:nvPr/>
        </p:nvSpPr>
        <p:spPr>
          <a:xfrm>
            <a:off x="250776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1" name=""/>
          <p:cNvSpPr/>
          <p:nvPr/>
        </p:nvSpPr>
        <p:spPr>
          <a:xfrm>
            <a:off x="250776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2" name=""/>
          <p:cNvSpPr/>
          <p:nvPr/>
        </p:nvSpPr>
        <p:spPr>
          <a:xfrm>
            <a:off x="250776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3" name=""/>
          <p:cNvSpPr/>
          <p:nvPr/>
        </p:nvSpPr>
        <p:spPr>
          <a:xfrm>
            <a:off x="250776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4" name=""/>
          <p:cNvSpPr/>
          <p:nvPr/>
        </p:nvSpPr>
        <p:spPr>
          <a:xfrm>
            <a:off x="250776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5" name=""/>
          <p:cNvSpPr/>
          <p:nvPr/>
        </p:nvSpPr>
        <p:spPr>
          <a:xfrm>
            <a:off x="2619360" y="473760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6" name=""/>
          <p:cNvSpPr/>
          <p:nvPr/>
        </p:nvSpPr>
        <p:spPr>
          <a:xfrm>
            <a:off x="2619360" y="46526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7" name=""/>
          <p:cNvSpPr/>
          <p:nvPr/>
        </p:nvSpPr>
        <p:spPr>
          <a:xfrm>
            <a:off x="2619360" y="45680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8" name=""/>
          <p:cNvSpPr/>
          <p:nvPr/>
        </p:nvSpPr>
        <p:spPr>
          <a:xfrm>
            <a:off x="2619360" y="448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9" name=""/>
          <p:cNvSpPr/>
          <p:nvPr/>
        </p:nvSpPr>
        <p:spPr>
          <a:xfrm>
            <a:off x="2619360" y="43984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0" name=""/>
          <p:cNvSpPr/>
          <p:nvPr/>
        </p:nvSpPr>
        <p:spPr>
          <a:xfrm>
            <a:off x="2619360" y="43138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1" name=""/>
          <p:cNvSpPr/>
          <p:nvPr/>
        </p:nvSpPr>
        <p:spPr>
          <a:xfrm>
            <a:off x="2619360" y="42289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1"/>
                </a:lnTo>
                <a:lnTo>
                  <a:pt x="154" y="0"/>
                </a:lnTo>
                <a:lnTo>
                  <a:pt x="0" y="41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2" name=""/>
          <p:cNvSpPr/>
          <p:nvPr/>
        </p:nvSpPr>
        <p:spPr>
          <a:xfrm>
            <a:off x="2619360" y="41443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3" name=""/>
          <p:cNvSpPr/>
          <p:nvPr/>
        </p:nvSpPr>
        <p:spPr>
          <a:xfrm>
            <a:off x="2619360" y="39747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4" name=""/>
          <p:cNvSpPr/>
          <p:nvPr/>
        </p:nvSpPr>
        <p:spPr>
          <a:xfrm>
            <a:off x="2619360" y="34664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5" name=""/>
          <p:cNvSpPr/>
          <p:nvPr/>
        </p:nvSpPr>
        <p:spPr>
          <a:xfrm>
            <a:off x="273060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273060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273060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273060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9" name=""/>
          <p:cNvSpPr/>
          <p:nvPr/>
        </p:nvSpPr>
        <p:spPr>
          <a:xfrm>
            <a:off x="273060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0" name=""/>
          <p:cNvSpPr/>
          <p:nvPr/>
        </p:nvSpPr>
        <p:spPr>
          <a:xfrm>
            <a:off x="273060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1" name=""/>
          <p:cNvSpPr/>
          <p:nvPr/>
        </p:nvSpPr>
        <p:spPr>
          <a:xfrm>
            <a:off x="273060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2" name=""/>
          <p:cNvSpPr/>
          <p:nvPr/>
        </p:nvSpPr>
        <p:spPr>
          <a:xfrm>
            <a:off x="273060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3" name=""/>
          <p:cNvSpPr/>
          <p:nvPr/>
        </p:nvSpPr>
        <p:spPr>
          <a:xfrm>
            <a:off x="273060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4" name=""/>
          <p:cNvSpPr/>
          <p:nvPr/>
        </p:nvSpPr>
        <p:spPr>
          <a:xfrm>
            <a:off x="273060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5" name=""/>
          <p:cNvSpPr/>
          <p:nvPr/>
        </p:nvSpPr>
        <p:spPr>
          <a:xfrm>
            <a:off x="273060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6" name=""/>
          <p:cNvSpPr/>
          <p:nvPr/>
        </p:nvSpPr>
        <p:spPr>
          <a:xfrm>
            <a:off x="273060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7" name=""/>
          <p:cNvSpPr/>
          <p:nvPr/>
        </p:nvSpPr>
        <p:spPr>
          <a:xfrm>
            <a:off x="2730600" y="380556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8" name=""/>
          <p:cNvSpPr/>
          <p:nvPr/>
        </p:nvSpPr>
        <p:spPr>
          <a:xfrm>
            <a:off x="284220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9" name=""/>
          <p:cNvSpPr/>
          <p:nvPr/>
        </p:nvSpPr>
        <p:spPr>
          <a:xfrm>
            <a:off x="284220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0" name=""/>
          <p:cNvSpPr/>
          <p:nvPr/>
        </p:nvSpPr>
        <p:spPr>
          <a:xfrm>
            <a:off x="284220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1" name=""/>
          <p:cNvSpPr/>
          <p:nvPr/>
        </p:nvSpPr>
        <p:spPr>
          <a:xfrm>
            <a:off x="284220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284220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3" name=""/>
          <p:cNvSpPr/>
          <p:nvPr/>
        </p:nvSpPr>
        <p:spPr>
          <a:xfrm>
            <a:off x="284220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4" name=""/>
          <p:cNvSpPr/>
          <p:nvPr/>
        </p:nvSpPr>
        <p:spPr>
          <a:xfrm>
            <a:off x="284220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5" name=""/>
          <p:cNvSpPr/>
          <p:nvPr/>
        </p:nvSpPr>
        <p:spPr>
          <a:xfrm>
            <a:off x="284220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6" name=""/>
          <p:cNvSpPr/>
          <p:nvPr/>
        </p:nvSpPr>
        <p:spPr>
          <a:xfrm>
            <a:off x="284220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7" name=""/>
          <p:cNvSpPr/>
          <p:nvPr/>
        </p:nvSpPr>
        <p:spPr>
          <a:xfrm>
            <a:off x="284220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8" name=""/>
          <p:cNvSpPr/>
          <p:nvPr/>
        </p:nvSpPr>
        <p:spPr>
          <a:xfrm>
            <a:off x="284220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49" name=""/>
          <p:cNvSpPr/>
          <p:nvPr/>
        </p:nvSpPr>
        <p:spPr>
          <a:xfrm>
            <a:off x="284220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0" name=""/>
          <p:cNvSpPr/>
          <p:nvPr/>
        </p:nvSpPr>
        <p:spPr>
          <a:xfrm>
            <a:off x="2842200" y="37206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1" name=""/>
          <p:cNvSpPr/>
          <p:nvPr/>
        </p:nvSpPr>
        <p:spPr>
          <a:xfrm>
            <a:off x="2953800" y="490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2" name=""/>
          <p:cNvSpPr/>
          <p:nvPr/>
        </p:nvSpPr>
        <p:spPr>
          <a:xfrm>
            <a:off x="295380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3" name=""/>
          <p:cNvSpPr/>
          <p:nvPr/>
        </p:nvSpPr>
        <p:spPr>
          <a:xfrm>
            <a:off x="295380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4" name=""/>
          <p:cNvSpPr/>
          <p:nvPr/>
        </p:nvSpPr>
        <p:spPr>
          <a:xfrm>
            <a:off x="295380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5" name=""/>
          <p:cNvSpPr/>
          <p:nvPr/>
        </p:nvSpPr>
        <p:spPr>
          <a:xfrm>
            <a:off x="295380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6" name=""/>
          <p:cNvSpPr/>
          <p:nvPr/>
        </p:nvSpPr>
        <p:spPr>
          <a:xfrm>
            <a:off x="295380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7" name=""/>
          <p:cNvSpPr/>
          <p:nvPr/>
        </p:nvSpPr>
        <p:spPr>
          <a:xfrm>
            <a:off x="295380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295380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295380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60" name=""/>
          <p:cNvSpPr/>
          <p:nvPr/>
        </p:nvSpPr>
        <p:spPr>
          <a:xfrm>
            <a:off x="295380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61" name=""/>
          <p:cNvSpPr/>
          <p:nvPr/>
        </p:nvSpPr>
        <p:spPr>
          <a:xfrm>
            <a:off x="295380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62" name=""/>
          <p:cNvSpPr/>
          <p:nvPr/>
        </p:nvSpPr>
        <p:spPr>
          <a:xfrm>
            <a:off x="295380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63" name=""/>
          <p:cNvSpPr/>
          <p:nvPr/>
        </p:nvSpPr>
        <p:spPr>
          <a:xfrm>
            <a:off x="295380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64" name=""/>
          <p:cNvSpPr/>
          <p:nvPr/>
        </p:nvSpPr>
        <p:spPr>
          <a:xfrm>
            <a:off x="2953800" y="380556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65" name=""/>
          <p:cNvSpPr/>
          <p:nvPr/>
        </p:nvSpPr>
        <p:spPr>
          <a:xfrm>
            <a:off x="2953800" y="363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7"/>
                </a:lnTo>
                <a:lnTo>
                  <a:pt x="155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66" name=""/>
          <p:cNvSpPr/>
          <p:nvPr/>
        </p:nvSpPr>
        <p:spPr>
          <a:xfrm>
            <a:off x="3065400" y="49068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67" name=""/>
          <p:cNvSpPr/>
          <p:nvPr/>
        </p:nvSpPr>
        <p:spPr>
          <a:xfrm>
            <a:off x="3065400" y="48222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168" name=""/>
          <p:cNvSpPr/>
          <p:nvPr/>
        </p:nvSpPr>
        <p:spPr>
          <a:xfrm>
            <a:off x="3065400" y="473760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169" name=""/>
          <p:cNvSpPr/>
          <p:nvPr/>
        </p:nvSpPr>
        <p:spPr>
          <a:xfrm>
            <a:off x="3065400" y="46526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170" name=""/>
          <p:cNvSpPr/>
          <p:nvPr/>
        </p:nvSpPr>
        <p:spPr>
          <a:xfrm>
            <a:off x="3065400" y="45680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171" name=""/>
          <p:cNvSpPr/>
          <p:nvPr/>
        </p:nvSpPr>
        <p:spPr>
          <a:xfrm>
            <a:off x="3065400" y="448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172" name=""/>
          <p:cNvSpPr/>
          <p:nvPr/>
        </p:nvSpPr>
        <p:spPr>
          <a:xfrm>
            <a:off x="3065400" y="43984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73" name=""/>
          <p:cNvSpPr/>
          <p:nvPr/>
        </p:nvSpPr>
        <p:spPr>
          <a:xfrm>
            <a:off x="3065400" y="43138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74" name=""/>
          <p:cNvSpPr/>
          <p:nvPr/>
        </p:nvSpPr>
        <p:spPr>
          <a:xfrm>
            <a:off x="3065400" y="42289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1"/>
                </a:lnTo>
                <a:lnTo>
                  <a:pt x="154" y="0"/>
                </a:lnTo>
                <a:lnTo>
                  <a:pt x="0" y="41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75" name=""/>
          <p:cNvSpPr/>
          <p:nvPr/>
        </p:nvSpPr>
        <p:spPr>
          <a:xfrm>
            <a:off x="3065400" y="41443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76" name=""/>
          <p:cNvSpPr/>
          <p:nvPr/>
        </p:nvSpPr>
        <p:spPr>
          <a:xfrm>
            <a:off x="3065400" y="405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77" name=""/>
          <p:cNvSpPr/>
          <p:nvPr/>
        </p:nvSpPr>
        <p:spPr>
          <a:xfrm>
            <a:off x="3065400" y="39747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78" name=""/>
          <p:cNvSpPr/>
          <p:nvPr/>
        </p:nvSpPr>
        <p:spPr>
          <a:xfrm>
            <a:off x="3065400" y="389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79" name=""/>
          <p:cNvSpPr/>
          <p:nvPr/>
        </p:nvSpPr>
        <p:spPr>
          <a:xfrm>
            <a:off x="3065400" y="37206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80" name=""/>
          <p:cNvSpPr/>
          <p:nvPr/>
        </p:nvSpPr>
        <p:spPr>
          <a:xfrm>
            <a:off x="3065400" y="363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7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7"/>
                </a:lnTo>
                <a:lnTo>
                  <a:pt x="154" y="158"/>
                </a:lnTo>
                <a:lnTo>
                  <a:pt x="310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81" name=""/>
          <p:cNvSpPr/>
          <p:nvPr/>
        </p:nvSpPr>
        <p:spPr>
          <a:xfrm>
            <a:off x="3176640" y="490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182" name=""/>
          <p:cNvSpPr/>
          <p:nvPr/>
        </p:nvSpPr>
        <p:spPr>
          <a:xfrm>
            <a:off x="317664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183" name=""/>
          <p:cNvSpPr/>
          <p:nvPr/>
        </p:nvSpPr>
        <p:spPr>
          <a:xfrm>
            <a:off x="317664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184" name=""/>
          <p:cNvSpPr/>
          <p:nvPr/>
        </p:nvSpPr>
        <p:spPr>
          <a:xfrm>
            <a:off x="317664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185" name=""/>
          <p:cNvSpPr/>
          <p:nvPr/>
        </p:nvSpPr>
        <p:spPr>
          <a:xfrm>
            <a:off x="317664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317664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187" name=""/>
          <p:cNvSpPr/>
          <p:nvPr/>
        </p:nvSpPr>
        <p:spPr>
          <a:xfrm>
            <a:off x="317664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88" name=""/>
          <p:cNvSpPr/>
          <p:nvPr/>
        </p:nvSpPr>
        <p:spPr>
          <a:xfrm>
            <a:off x="317664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89" name=""/>
          <p:cNvSpPr/>
          <p:nvPr/>
        </p:nvSpPr>
        <p:spPr>
          <a:xfrm>
            <a:off x="317664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0" name=""/>
          <p:cNvSpPr/>
          <p:nvPr/>
        </p:nvSpPr>
        <p:spPr>
          <a:xfrm>
            <a:off x="317664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1" name=""/>
          <p:cNvSpPr/>
          <p:nvPr/>
        </p:nvSpPr>
        <p:spPr>
          <a:xfrm>
            <a:off x="317664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2" name=""/>
          <p:cNvSpPr/>
          <p:nvPr/>
        </p:nvSpPr>
        <p:spPr>
          <a:xfrm>
            <a:off x="317664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3" name=""/>
          <p:cNvSpPr/>
          <p:nvPr/>
        </p:nvSpPr>
        <p:spPr>
          <a:xfrm>
            <a:off x="317664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4" name=""/>
          <p:cNvSpPr/>
          <p:nvPr/>
        </p:nvSpPr>
        <p:spPr>
          <a:xfrm>
            <a:off x="3176640" y="380556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5" name=""/>
          <p:cNvSpPr/>
          <p:nvPr/>
        </p:nvSpPr>
        <p:spPr>
          <a:xfrm>
            <a:off x="3176640" y="34664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3288240" y="490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197" name=""/>
          <p:cNvSpPr/>
          <p:nvPr/>
        </p:nvSpPr>
        <p:spPr>
          <a:xfrm>
            <a:off x="328824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cfdfd"/>
          </a:solidFill>
          <a:ln w="12600">
            <a:solidFill>
              <a:srgbClr val="fcfdfd"/>
            </a:solidFill>
            <a:round/>
          </a:ln>
        </p:spPr>
      </p:sp>
      <p:sp>
        <p:nvSpPr>
          <p:cNvPr id="198" name=""/>
          <p:cNvSpPr/>
          <p:nvPr/>
        </p:nvSpPr>
        <p:spPr>
          <a:xfrm>
            <a:off x="328824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cfcfd"/>
          </a:solidFill>
          <a:ln w="12600">
            <a:solidFill>
              <a:srgbClr val="fcfcfd"/>
            </a:solidFill>
            <a:round/>
          </a:ln>
        </p:spPr>
      </p:sp>
      <p:sp>
        <p:nvSpPr>
          <p:cNvPr id="199" name=""/>
          <p:cNvSpPr/>
          <p:nvPr/>
        </p:nvSpPr>
        <p:spPr>
          <a:xfrm>
            <a:off x="328824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dfdfe"/>
          </a:solidFill>
          <a:ln w="12600">
            <a:solidFill>
              <a:srgbClr val="fdfdfe"/>
            </a:solidFill>
            <a:round/>
          </a:ln>
        </p:spPr>
      </p:sp>
      <p:sp>
        <p:nvSpPr>
          <p:cNvPr id="200" name=""/>
          <p:cNvSpPr/>
          <p:nvPr/>
        </p:nvSpPr>
        <p:spPr>
          <a:xfrm>
            <a:off x="328824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01" name=""/>
          <p:cNvSpPr/>
          <p:nvPr/>
        </p:nvSpPr>
        <p:spPr>
          <a:xfrm>
            <a:off x="328824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02" name=""/>
          <p:cNvSpPr/>
          <p:nvPr/>
        </p:nvSpPr>
        <p:spPr>
          <a:xfrm>
            <a:off x="328824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203" name=""/>
          <p:cNvSpPr/>
          <p:nvPr/>
        </p:nvSpPr>
        <p:spPr>
          <a:xfrm>
            <a:off x="328824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4" name=""/>
          <p:cNvSpPr/>
          <p:nvPr/>
        </p:nvSpPr>
        <p:spPr>
          <a:xfrm>
            <a:off x="328824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5" name=""/>
          <p:cNvSpPr/>
          <p:nvPr/>
        </p:nvSpPr>
        <p:spPr>
          <a:xfrm>
            <a:off x="328824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6" name=""/>
          <p:cNvSpPr/>
          <p:nvPr/>
        </p:nvSpPr>
        <p:spPr>
          <a:xfrm>
            <a:off x="328824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7" name=""/>
          <p:cNvSpPr/>
          <p:nvPr/>
        </p:nvSpPr>
        <p:spPr>
          <a:xfrm>
            <a:off x="328824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8" name=""/>
          <p:cNvSpPr/>
          <p:nvPr/>
        </p:nvSpPr>
        <p:spPr>
          <a:xfrm>
            <a:off x="328824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9" name=""/>
          <p:cNvSpPr/>
          <p:nvPr/>
        </p:nvSpPr>
        <p:spPr>
          <a:xfrm>
            <a:off x="3288240" y="380556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10" name=""/>
          <p:cNvSpPr/>
          <p:nvPr/>
        </p:nvSpPr>
        <p:spPr>
          <a:xfrm>
            <a:off x="3288240" y="37206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11" name=""/>
          <p:cNvSpPr/>
          <p:nvPr/>
        </p:nvSpPr>
        <p:spPr>
          <a:xfrm>
            <a:off x="3399840" y="49917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12" name=""/>
          <p:cNvSpPr/>
          <p:nvPr/>
        </p:nvSpPr>
        <p:spPr>
          <a:xfrm>
            <a:off x="3399840" y="49068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9fafb"/>
          </a:solidFill>
          <a:ln w="12600">
            <a:solidFill>
              <a:srgbClr val="f9fafb"/>
            </a:solidFill>
            <a:round/>
          </a:ln>
        </p:spPr>
      </p:sp>
      <p:sp>
        <p:nvSpPr>
          <p:cNvPr id="213" name=""/>
          <p:cNvSpPr/>
          <p:nvPr/>
        </p:nvSpPr>
        <p:spPr>
          <a:xfrm>
            <a:off x="3399840" y="48222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afafb"/>
          </a:solidFill>
          <a:ln w="12600">
            <a:solidFill>
              <a:srgbClr val="fafafb"/>
            </a:solidFill>
            <a:round/>
          </a:ln>
        </p:spPr>
      </p:sp>
      <p:sp>
        <p:nvSpPr>
          <p:cNvPr id="214" name=""/>
          <p:cNvSpPr/>
          <p:nvPr/>
        </p:nvSpPr>
        <p:spPr>
          <a:xfrm>
            <a:off x="3399840" y="473760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cfcfd"/>
          </a:solidFill>
          <a:ln w="12600">
            <a:solidFill>
              <a:srgbClr val="fcfcfd"/>
            </a:solidFill>
            <a:round/>
          </a:ln>
        </p:spPr>
      </p:sp>
      <p:sp>
        <p:nvSpPr>
          <p:cNvPr id="215" name=""/>
          <p:cNvSpPr/>
          <p:nvPr/>
        </p:nvSpPr>
        <p:spPr>
          <a:xfrm>
            <a:off x="3399840" y="46526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cfdfd"/>
          </a:solidFill>
          <a:ln w="12600">
            <a:solidFill>
              <a:srgbClr val="fcfdfd"/>
            </a:solidFill>
            <a:round/>
          </a:ln>
        </p:spPr>
      </p:sp>
      <p:sp>
        <p:nvSpPr>
          <p:cNvPr id="216" name=""/>
          <p:cNvSpPr/>
          <p:nvPr/>
        </p:nvSpPr>
        <p:spPr>
          <a:xfrm>
            <a:off x="3399840" y="45680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17" name=""/>
          <p:cNvSpPr/>
          <p:nvPr/>
        </p:nvSpPr>
        <p:spPr>
          <a:xfrm>
            <a:off x="3399840" y="448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218" name=""/>
          <p:cNvSpPr/>
          <p:nvPr/>
        </p:nvSpPr>
        <p:spPr>
          <a:xfrm>
            <a:off x="3399840" y="43984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19" name=""/>
          <p:cNvSpPr/>
          <p:nvPr/>
        </p:nvSpPr>
        <p:spPr>
          <a:xfrm>
            <a:off x="3399840" y="43138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20" name=""/>
          <p:cNvSpPr/>
          <p:nvPr/>
        </p:nvSpPr>
        <p:spPr>
          <a:xfrm>
            <a:off x="3399840" y="42289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21" name=""/>
          <p:cNvSpPr/>
          <p:nvPr/>
        </p:nvSpPr>
        <p:spPr>
          <a:xfrm>
            <a:off x="3399840" y="405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22" name=""/>
          <p:cNvSpPr/>
          <p:nvPr/>
        </p:nvSpPr>
        <p:spPr>
          <a:xfrm>
            <a:off x="3511080" y="4991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1f3f6"/>
          </a:solidFill>
          <a:ln w="12600">
            <a:solidFill>
              <a:srgbClr val="f1f3f6"/>
            </a:solidFill>
            <a:round/>
          </a:ln>
        </p:spPr>
      </p:sp>
      <p:sp>
        <p:nvSpPr>
          <p:cNvPr id="223" name=""/>
          <p:cNvSpPr/>
          <p:nvPr/>
        </p:nvSpPr>
        <p:spPr>
          <a:xfrm>
            <a:off x="3511080" y="490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eef0f3"/>
          </a:solidFill>
          <a:ln w="12600">
            <a:solidFill>
              <a:srgbClr val="eef0f3"/>
            </a:solidFill>
            <a:round/>
          </a:ln>
        </p:spPr>
      </p:sp>
      <p:sp>
        <p:nvSpPr>
          <p:cNvPr id="224" name=""/>
          <p:cNvSpPr/>
          <p:nvPr/>
        </p:nvSpPr>
        <p:spPr>
          <a:xfrm>
            <a:off x="351108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9fafb"/>
          </a:solidFill>
          <a:ln w="12600">
            <a:solidFill>
              <a:srgbClr val="f9fafb"/>
            </a:solidFill>
            <a:round/>
          </a:ln>
        </p:spPr>
      </p:sp>
      <p:sp>
        <p:nvSpPr>
          <p:cNvPr id="225" name=""/>
          <p:cNvSpPr/>
          <p:nvPr/>
        </p:nvSpPr>
        <p:spPr>
          <a:xfrm>
            <a:off x="351108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dfefe"/>
          </a:solidFill>
          <a:ln w="12600">
            <a:solidFill>
              <a:srgbClr val="fdfefe"/>
            </a:solidFill>
            <a:round/>
          </a:ln>
        </p:spPr>
      </p:sp>
      <p:sp>
        <p:nvSpPr>
          <p:cNvPr id="226" name=""/>
          <p:cNvSpPr/>
          <p:nvPr/>
        </p:nvSpPr>
        <p:spPr>
          <a:xfrm>
            <a:off x="351108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227" name=""/>
          <p:cNvSpPr/>
          <p:nvPr/>
        </p:nvSpPr>
        <p:spPr>
          <a:xfrm>
            <a:off x="351108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28" name=""/>
          <p:cNvSpPr/>
          <p:nvPr/>
        </p:nvSpPr>
        <p:spPr>
          <a:xfrm>
            <a:off x="351108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29" name=""/>
          <p:cNvSpPr/>
          <p:nvPr/>
        </p:nvSpPr>
        <p:spPr>
          <a:xfrm>
            <a:off x="351108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30" name=""/>
          <p:cNvSpPr/>
          <p:nvPr/>
        </p:nvSpPr>
        <p:spPr>
          <a:xfrm>
            <a:off x="3622680" y="4991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1f3f5"/>
            </a:solidFill>
            <a:round/>
          </a:ln>
        </p:spPr>
      </p:sp>
      <p:sp>
        <p:nvSpPr>
          <p:cNvPr id="231" name=""/>
          <p:cNvSpPr/>
          <p:nvPr/>
        </p:nvSpPr>
        <p:spPr>
          <a:xfrm>
            <a:off x="3622680" y="490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eff2f4"/>
          </a:solidFill>
          <a:ln w="12600">
            <a:solidFill>
              <a:srgbClr val="eff2f4"/>
            </a:solidFill>
            <a:round/>
          </a:ln>
        </p:spPr>
      </p:sp>
      <p:sp>
        <p:nvSpPr>
          <p:cNvPr id="232" name=""/>
          <p:cNvSpPr/>
          <p:nvPr/>
        </p:nvSpPr>
        <p:spPr>
          <a:xfrm>
            <a:off x="362268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8f9fa"/>
          </a:solidFill>
          <a:ln w="12600">
            <a:solidFill>
              <a:srgbClr val="f8f9fa"/>
            </a:solidFill>
            <a:round/>
          </a:ln>
        </p:spPr>
      </p:sp>
      <p:sp>
        <p:nvSpPr>
          <p:cNvPr id="233" name=""/>
          <p:cNvSpPr/>
          <p:nvPr/>
        </p:nvSpPr>
        <p:spPr>
          <a:xfrm>
            <a:off x="362268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dfdfd"/>
          </a:solidFill>
          <a:ln w="12600">
            <a:solidFill>
              <a:srgbClr val="fdfdfd"/>
            </a:solidFill>
            <a:round/>
          </a:ln>
        </p:spPr>
      </p:sp>
      <p:sp>
        <p:nvSpPr>
          <p:cNvPr id="234" name=""/>
          <p:cNvSpPr/>
          <p:nvPr/>
        </p:nvSpPr>
        <p:spPr>
          <a:xfrm>
            <a:off x="362268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35" name=""/>
          <p:cNvSpPr/>
          <p:nvPr/>
        </p:nvSpPr>
        <p:spPr>
          <a:xfrm>
            <a:off x="362268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36" name=""/>
          <p:cNvSpPr/>
          <p:nvPr/>
        </p:nvSpPr>
        <p:spPr>
          <a:xfrm>
            <a:off x="362268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37" name=""/>
          <p:cNvSpPr/>
          <p:nvPr/>
        </p:nvSpPr>
        <p:spPr>
          <a:xfrm>
            <a:off x="362268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38" name=""/>
          <p:cNvSpPr/>
          <p:nvPr/>
        </p:nvSpPr>
        <p:spPr>
          <a:xfrm>
            <a:off x="3734280" y="4991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39" name=""/>
          <p:cNvSpPr/>
          <p:nvPr/>
        </p:nvSpPr>
        <p:spPr>
          <a:xfrm>
            <a:off x="3734280" y="490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bfbfc"/>
          </a:solidFill>
          <a:ln w="12600">
            <a:solidFill>
              <a:srgbClr val="fbfbfc"/>
            </a:solidFill>
            <a:round/>
          </a:ln>
        </p:spPr>
      </p:sp>
      <p:sp>
        <p:nvSpPr>
          <p:cNvPr id="240" name=""/>
          <p:cNvSpPr/>
          <p:nvPr/>
        </p:nvSpPr>
        <p:spPr>
          <a:xfrm>
            <a:off x="373428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cfcfd"/>
          </a:solidFill>
          <a:ln w="12600">
            <a:solidFill>
              <a:srgbClr val="fcfcfd"/>
            </a:solidFill>
            <a:round/>
          </a:ln>
        </p:spPr>
      </p:sp>
      <p:sp>
        <p:nvSpPr>
          <p:cNvPr id="241" name=""/>
          <p:cNvSpPr/>
          <p:nvPr/>
        </p:nvSpPr>
        <p:spPr>
          <a:xfrm>
            <a:off x="373428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cfcfd"/>
          </a:solidFill>
          <a:ln w="12600">
            <a:solidFill>
              <a:srgbClr val="fcfcfd"/>
            </a:solidFill>
            <a:round/>
          </a:ln>
        </p:spPr>
      </p:sp>
      <p:sp>
        <p:nvSpPr>
          <p:cNvPr id="242" name=""/>
          <p:cNvSpPr/>
          <p:nvPr/>
        </p:nvSpPr>
        <p:spPr>
          <a:xfrm>
            <a:off x="373428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cfdfd"/>
          </a:solidFill>
          <a:ln w="12600">
            <a:solidFill>
              <a:srgbClr val="fcfdfd"/>
            </a:solidFill>
            <a:round/>
          </a:ln>
        </p:spPr>
      </p:sp>
      <p:sp>
        <p:nvSpPr>
          <p:cNvPr id="243" name=""/>
          <p:cNvSpPr/>
          <p:nvPr/>
        </p:nvSpPr>
        <p:spPr>
          <a:xfrm>
            <a:off x="373428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dfdfd"/>
          </a:solidFill>
          <a:ln w="12600">
            <a:solidFill>
              <a:srgbClr val="fdfdfd"/>
            </a:solidFill>
            <a:round/>
          </a:ln>
        </p:spPr>
      </p:sp>
      <p:sp>
        <p:nvSpPr>
          <p:cNvPr id="244" name=""/>
          <p:cNvSpPr/>
          <p:nvPr/>
        </p:nvSpPr>
        <p:spPr>
          <a:xfrm>
            <a:off x="373428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dfdfe"/>
          </a:solidFill>
          <a:ln w="12600">
            <a:solidFill>
              <a:srgbClr val="fdfdfe"/>
            </a:solidFill>
            <a:round/>
          </a:ln>
        </p:spPr>
      </p:sp>
      <p:sp>
        <p:nvSpPr>
          <p:cNvPr id="245" name=""/>
          <p:cNvSpPr/>
          <p:nvPr/>
        </p:nvSpPr>
        <p:spPr>
          <a:xfrm>
            <a:off x="373428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46" name=""/>
          <p:cNvSpPr/>
          <p:nvPr/>
        </p:nvSpPr>
        <p:spPr>
          <a:xfrm>
            <a:off x="373428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47" name=""/>
          <p:cNvSpPr/>
          <p:nvPr/>
        </p:nvSpPr>
        <p:spPr>
          <a:xfrm>
            <a:off x="373428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48" name=""/>
          <p:cNvSpPr/>
          <p:nvPr/>
        </p:nvSpPr>
        <p:spPr>
          <a:xfrm>
            <a:off x="373428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49" name=""/>
          <p:cNvSpPr/>
          <p:nvPr/>
        </p:nvSpPr>
        <p:spPr>
          <a:xfrm>
            <a:off x="373428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50" name=""/>
          <p:cNvSpPr/>
          <p:nvPr/>
        </p:nvSpPr>
        <p:spPr>
          <a:xfrm>
            <a:off x="373428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51" name=""/>
          <p:cNvSpPr/>
          <p:nvPr/>
        </p:nvSpPr>
        <p:spPr>
          <a:xfrm>
            <a:off x="373428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52" name=""/>
          <p:cNvSpPr/>
          <p:nvPr/>
        </p:nvSpPr>
        <p:spPr>
          <a:xfrm>
            <a:off x="3734280" y="37206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53" name=""/>
          <p:cNvSpPr/>
          <p:nvPr/>
        </p:nvSpPr>
        <p:spPr>
          <a:xfrm>
            <a:off x="3845880" y="49068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54" name=""/>
          <p:cNvSpPr/>
          <p:nvPr/>
        </p:nvSpPr>
        <p:spPr>
          <a:xfrm>
            <a:off x="3845880" y="48222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dfefe"/>
          </a:solidFill>
          <a:ln w="12600">
            <a:solidFill>
              <a:srgbClr val="fdfefe"/>
            </a:solidFill>
            <a:round/>
          </a:ln>
        </p:spPr>
      </p:sp>
      <p:sp>
        <p:nvSpPr>
          <p:cNvPr id="255" name=""/>
          <p:cNvSpPr/>
          <p:nvPr/>
        </p:nvSpPr>
        <p:spPr>
          <a:xfrm>
            <a:off x="3845880" y="473760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56" name=""/>
          <p:cNvSpPr/>
          <p:nvPr/>
        </p:nvSpPr>
        <p:spPr>
          <a:xfrm>
            <a:off x="3845880" y="46526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57" name=""/>
          <p:cNvSpPr/>
          <p:nvPr/>
        </p:nvSpPr>
        <p:spPr>
          <a:xfrm>
            <a:off x="3845880" y="45680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58" name=""/>
          <p:cNvSpPr/>
          <p:nvPr/>
        </p:nvSpPr>
        <p:spPr>
          <a:xfrm>
            <a:off x="3845880" y="448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59" name=""/>
          <p:cNvSpPr/>
          <p:nvPr/>
        </p:nvSpPr>
        <p:spPr>
          <a:xfrm>
            <a:off x="3845880" y="43984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60" name=""/>
          <p:cNvSpPr/>
          <p:nvPr/>
        </p:nvSpPr>
        <p:spPr>
          <a:xfrm>
            <a:off x="3845880" y="43138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1" name=""/>
          <p:cNvSpPr/>
          <p:nvPr/>
        </p:nvSpPr>
        <p:spPr>
          <a:xfrm>
            <a:off x="3845880" y="42289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1"/>
                </a:lnTo>
                <a:lnTo>
                  <a:pt x="154" y="0"/>
                </a:lnTo>
                <a:lnTo>
                  <a:pt x="0" y="41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2" name=""/>
          <p:cNvSpPr/>
          <p:nvPr/>
        </p:nvSpPr>
        <p:spPr>
          <a:xfrm>
            <a:off x="3845880" y="41443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3" name=""/>
          <p:cNvSpPr/>
          <p:nvPr/>
        </p:nvSpPr>
        <p:spPr>
          <a:xfrm>
            <a:off x="3845880" y="405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4" name=""/>
          <p:cNvSpPr/>
          <p:nvPr/>
        </p:nvSpPr>
        <p:spPr>
          <a:xfrm>
            <a:off x="3845880" y="39747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5" name=""/>
          <p:cNvSpPr/>
          <p:nvPr/>
        </p:nvSpPr>
        <p:spPr>
          <a:xfrm>
            <a:off x="3845880" y="389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6" name=""/>
          <p:cNvSpPr/>
          <p:nvPr/>
        </p:nvSpPr>
        <p:spPr>
          <a:xfrm>
            <a:off x="3845880" y="380556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8"/>
                </a:lnTo>
                <a:lnTo>
                  <a:pt x="154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7" name=""/>
          <p:cNvSpPr/>
          <p:nvPr/>
        </p:nvSpPr>
        <p:spPr>
          <a:xfrm>
            <a:off x="3845880" y="37206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8" name=""/>
          <p:cNvSpPr/>
          <p:nvPr/>
        </p:nvSpPr>
        <p:spPr>
          <a:xfrm>
            <a:off x="3845880" y="363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7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7"/>
                </a:lnTo>
                <a:lnTo>
                  <a:pt x="154" y="158"/>
                </a:lnTo>
                <a:lnTo>
                  <a:pt x="310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69" name=""/>
          <p:cNvSpPr/>
          <p:nvPr/>
        </p:nvSpPr>
        <p:spPr>
          <a:xfrm>
            <a:off x="3845880" y="35510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70" name=""/>
          <p:cNvSpPr/>
          <p:nvPr/>
        </p:nvSpPr>
        <p:spPr>
          <a:xfrm>
            <a:off x="3845880" y="34664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71" name=""/>
          <p:cNvSpPr/>
          <p:nvPr/>
        </p:nvSpPr>
        <p:spPr>
          <a:xfrm>
            <a:off x="3957120" y="490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72" name=""/>
          <p:cNvSpPr/>
          <p:nvPr/>
        </p:nvSpPr>
        <p:spPr>
          <a:xfrm>
            <a:off x="395712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273" name=""/>
          <p:cNvSpPr/>
          <p:nvPr/>
        </p:nvSpPr>
        <p:spPr>
          <a:xfrm>
            <a:off x="395712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274" name=""/>
          <p:cNvSpPr/>
          <p:nvPr/>
        </p:nvSpPr>
        <p:spPr>
          <a:xfrm>
            <a:off x="395712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275" name=""/>
          <p:cNvSpPr/>
          <p:nvPr/>
        </p:nvSpPr>
        <p:spPr>
          <a:xfrm>
            <a:off x="395712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76" name=""/>
          <p:cNvSpPr/>
          <p:nvPr/>
        </p:nvSpPr>
        <p:spPr>
          <a:xfrm>
            <a:off x="395712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77" name=""/>
          <p:cNvSpPr/>
          <p:nvPr/>
        </p:nvSpPr>
        <p:spPr>
          <a:xfrm>
            <a:off x="395712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78" name=""/>
          <p:cNvSpPr/>
          <p:nvPr/>
        </p:nvSpPr>
        <p:spPr>
          <a:xfrm>
            <a:off x="395712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79" name=""/>
          <p:cNvSpPr/>
          <p:nvPr/>
        </p:nvSpPr>
        <p:spPr>
          <a:xfrm>
            <a:off x="395712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0" name=""/>
          <p:cNvSpPr/>
          <p:nvPr/>
        </p:nvSpPr>
        <p:spPr>
          <a:xfrm>
            <a:off x="395712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1" name=""/>
          <p:cNvSpPr/>
          <p:nvPr/>
        </p:nvSpPr>
        <p:spPr>
          <a:xfrm>
            <a:off x="395712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2" name=""/>
          <p:cNvSpPr/>
          <p:nvPr/>
        </p:nvSpPr>
        <p:spPr>
          <a:xfrm>
            <a:off x="395712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3" name=""/>
          <p:cNvSpPr/>
          <p:nvPr/>
        </p:nvSpPr>
        <p:spPr>
          <a:xfrm>
            <a:off x="395712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4" name=""/>
          <p:cNvSpPr/>
          <p:nvPr/>
        </p:nvSpPr>
        <p:spPr>
          <a:xfrm>
            <a:off x="3957120" y="380556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5" name=""/>
          <p:cNvSpPr/>
          <p:nvPr/>
        </p:nvSpPr>
        <p:spPr>
          <a:xfrm>
            <a:off x="3957120" y="363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7"/>
                </a:lnTo>
                <a:lnTo>
                  <a:pt x="155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6" name=""/>
          <p:cNvSpPr/>
          <p:nvPr/>
        </p:nvSpPr>
        <p:spPr>
          <a:xfrm>
            <a:off x="3957120" y="3551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7" name=""/>
          <p:cNvSpPr/>
          <p:nvPr/>
        </p:nvSpPr>
        <p:spPr>
          <a:xfrm>
            <a:off x="4068720" y="490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8" name=""/>
          <p:cNvSpPr/>
          <p:nvPr/>
        </p:nvSpPr>
        <p:spPr>
          <a:xfrm>
            <a:off x="406872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9" name=""/>
          <p:cNvSpPr/>
          <p:nvPr/>
        </p:nvSpPr>
        <p:spPr>
          <a:xfrm>
            <a:off x="406872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0" name=""/>
          <p:cNvSpPr/>
          <p:nvPr/>
        </p:nvSpPr>
        <p:spPr>
          <a:xfrm>
            <a:off x="406872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1" name=""/>
          <p:cNvSpPr/>
          <p:nvPr/>
        </p:nvSpPr>
        <p:spPr>
          <a:xfrm>
            <a:off x="406872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2" name=""/>
          <p:cNvSpPr/>
          <p:nvPr/>
        </p:nvSpPr>
        <p:spPr>
          <a:xfrm>
            <a:off x="406872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3" name=""/>
          <p:cNvSpPr/>
          <p:nvPr/>
        </p:nvSpPr>
        <p:spPr>
          <a:xfrm>
            <a:off x="406872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4" name=""/>
          <p:cNvSpPr/>
          <p:nvPr/>
        </p:nvSpPr>
        <p:spPr>
          <a:xfrm>
            <a:off x="406872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5" name=""/>
          <p:cNvSpPr/>
          <p:nvPr/>
        </p:nvSpPr>
        <p:spPr>
          <a:xfrm>
            <a:off x="406872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6" name=""/>
          <p:cNvSpPr/>
          <p:nvPr/>
        </p:nvSpPr>
        <p:spPr>
          <a:xfrm>
            <a:off x="406872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7" name=""/>
          <p:cNvSpPr/>
          <p:nvPr/>
        </p:nvSpPr>
        <p:spPr>
          <a:xfrm>
            <a:off x="406872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8" name=""/>
          <p:cNvSpPr/>
          <p:nvPr/>
        </p:nvSpPr>
        <p:spPr>
          <a:xfrm>
            <a:off x="406872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9" name=""/>
          <p:cNvSpPr/>
          <p:nvPr/>
        </p:nvSpPr>
        <p:spPr>
          <a:xfrm>
            <a:off x="4068720" y="37206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0" name=""/>
          <p:cNvSpPr/>
          <p:nvPr/>
        </p:nvSpPr>
        <p:spPr>
          <a:xfrm>
            <a:off x="418032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1" name=""/>
          <p:cNvSpPr/>
          <p:nvPr/>
        </p:nvSpPr>
        <p:spPr>
          <a:xfrm>
            <a:off x="418032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2" name=""/>
          <p:cNvSpPr/>
          <p:nvPr/>
        </p:nvSpPr>
        <p:spPr>
          <a:xfrm>
            <a:off x="418032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3" name=""/>
          <p:cNvSpPr/>
          <p:nvPr/>
        </p:nvSpPr>
        <p:spPr>
          <a:xfrm>
            <a:off x="418032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4" name=""/>
          <p:cNvSpPr/>
          <p:nvPr/>
        </p:nvSpPr>
        <p:spPr>
          <a:xfrm>
            <a:off x="418032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5" name=""/>
          <p:cNvSpPr/>
          <p:nvPr/>
        </p:nvSpPr>
        <p:spPr>
          <a:xfrm>
            <a:off x="418032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6" name=""/>
          <p:cNvSpPr/>
          <p:nvPr/>
        </p:nvSpPr>
        <p:spPr>
          <a:xfrm>
            <a:off x="418032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7" name=""/>
          <p:cNvSpPr/>
          <p:nvPr/>
        </p:nvSpPr>
        <p:spPr>
          <a:xfrm>
            <a:off x="418032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8" name=""/>
          <p:cNvSpPr/>
          <p:nvPr/>
        </p:nvSpPr>
        <p:spPr>
          <a:xfrm>
            <a:off x="418032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9" name=""/>
          <p:cNvSpPr/>
          <p:nvPr/>
        </p:nvSpPr>
        <p:spPr>
          <a:xfrm>
            <a:off x="418032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0" name=""/>
          <p:cNvSpPr/>
          <p:nvPr/>
        </p:nvSpPr>
        <p:spPr>
          <a:xfrm>
            <a:off x="418032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1" name=""/>
          <p:cNvSpPr/>
          <p:nvPr/>
        </p:nvSpPr>
        <p:spPr>
          <a:xfrm>
            <a:off x="4180320" y="389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2" name=""/>
          <p:cNvSpPr/>
          <p:nvPr/>
        </p:nvSpPr>
        <p:spPr>
          <a:xfrm>
            <a:off x="4291920" y="49068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3" name=""/>
          <p:cNvSpPr/>
          <p:nvPr/>
        </p:nvSpPr>
        <p:spPr>
          <a:xfrm>
            <a:off x="4291920" y="48222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4" name=""/>
          <p:cNvSpPr/>
          <p:nvPr/>
        </p:nvSpPr>
        <p:spPr>
          <a:xfrm>
            <a:off x="4291920" y="473760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5" name=""/>
          <p:cNvSpPr/>
          <p:nvPr/>
        </p:nvSpPr>
        <p:spPr>
          <a:xfrm>
            <a:off x="4291920" y="46526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6" name=""/>
          <p:cNvSpPr/>
          <p:nvPr/>
        </p:nvSpPr>
        <p:spPr>
          <a:xfrm>
            <a:off x="4291920" y="45680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7" name=""/>
          <p:cNvSpPr/>
          <p:nvPr/>
        </p:nvSpPr>
        <p:spPr>
          <a:xfrm>
            <a:off x="4291920" y="448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8" name=""/>
          <p:cNvSpPr/>
          <p:nvPr/>
        </p:nvSpPr>
        <p:spPr>
          <a:xfrm>
            <a:off x="4291920" y="43984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19" name=""/>
          <p:cNvSpPr/>
          <p:nvPr/>
        </p:nvSpPr>
        <p:spPr>
          <a:xfrm>
            <a:off x="4291920" y="43138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0" name=""/>
          <p:cNvSpPr/>
          <p:nvPr/>
        </p:nvSpPr>
        <p:spPr>
          <a:xfrm>
            <a:off x="4291920" y="42289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1"/>
                </a:lnTo>
                <a:lnTo>
                  <a:pt x="154" y="0"/>
                </a:lnTo>
                <a:lnTo>
                  <a:pt x="0" y="41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1" name=""/>
          <p:cNvSpPr/>
          <p:nvPr/>
        </p:nvSpPr>
        <p:spPr>
          <a:xfrm>
            <a:off x="4291920" y="41443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2" name=""/>
          <p:cNvSpPr/>
          <p:nvPr/>
        </p:nvSpPr>
        <p:spPr>
          <a:xfrm>
            <a:off x="4291920" y="389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3" name=""/>
          <p:cNvSpPr/>
          <p:nvPr/>
        </p:nvSpPr>
        <p:spPr>
          <a:xfrm>
            <a:off x="4291920" y="380556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8"/>
                </a:lnTo>
                <a:lnTo>
                  <a:pt x="154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4" name=""/>
          <p:cNvSpPr/>
          <p:nvPr/>
        </p:nvSpPr>
        <p:spPr>
          <a:xfrm>
            <a:off x="440316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5" name=""/>
          <p:cNvSpPr/>
          <p:nvPr/>
        </p:nvSpPr>
        <p:spPr>
          <a:xfrm>
            <a:off x="440316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6" name=""/>
          <p:cNvSpPr/>
          <p:nvPr/>
        </p:nvSpPr>
        <p:spPr>
          <a:xfrm>
            <a:off x="440316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7" name=""/>
          <p:cNvSpPr/>
          <p:nvPr/>
        </p:nvSpPr>
        <p:spPr>
          <a:xfrm>
            <a:off x="440316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8" name=""/>
          <p:cNvSpPr/>
          <p:nvPr/>
        </p:nvSpPr>
        <p:spPr>
          <a:xfrm>
            <a:off x="440316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29" name=""/>
          <p:cNvSpPr/>
          <p:nvPr/>
        </p:nvSpPr>
        <p:spPr>
          <a:xfrm>
            <a:off x="440316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0" name=""/>
          <p:cNvSpPr/>
          <p:nvPr/>
        </p:nvSpPr>
        <p:spPr>
          <a:xfrm>
            <a:off x="4403160" y="43138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1" name=""/>
          <p:cNvSpPr/>
          <p:nvPr/>
        </p:nvSpPr>
        <p:spPr>
          <a:xfrm>
            <a:off x="440316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2" name=""/>
          <p:cNvSpPr/>
          <p:nvPr/>
        </p:nvSpPr>
        <p:spPr>
          <a:xfrm>
            <a:off x="440316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3" name=""/>
          <p:cNvSpPr/>
          <p:nvPr/>
        </p:nvSpPr>
        <p:spPr>
          <a:xfrm>
            <a:off x="4514760" y="48222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4" name=""/>
          <p:cNvSpPr/>
          <p:nvPr/>
        </p:nvSpPr>
        <p:spPr>
          <a:xfrm>
            <a:off x="451476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5" name=""/>
          <p:cNvSpPr/>
          <p:nvPr/>
        </p:nvSpPr>
        <p:spPr>
          <a:xfrm>
            <a:off x="451476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6" name=""/>
          <p:cNvSpPr/>
          <p:nvPr/>
        </p:nvSpPr>
        <p:spPr>
          <a:xfrm>
            <a:off x="451476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7" name=""/>
          <p:cNvSpPr/>
          <p:nvPr/>
        </p:nvSpPr>
        <p:spPr>
          <a:xfrm>
            <a:off x="451476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8" name=""/>
          <p:cNvSpPr/>
          <p:nvPr/>
        </p:nvSpPr>
        <p:spPr>
          <a:xfrm>
            <a:off x="451476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39" name=""/>
          <p:cNvSpPr/>
          <p:nvPr/>
        </p:nvSpPr>
        <p:spPr>
          <a:xfrm>
            <a:off x="4626360" y="46526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0" name=""/>
          <p:cNvSpPr/>
          <p:nvPr/>
        </p:nvSpPr>
        <p:spPr>
          <a:xfrm>
            <a:off x="4626360" y="45680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1" name=""/>
          <p:cNvSpPr/>
          <p:nvPr/>
        </p:nvSpPr>
        <p:spPr>
          <a:xfrm>
            <a:off x="4626360" y="448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2" name=""/>
          <p:cNvSpPr/>
          <p:nvPr/>
        </p:nvSpPr>
        <p:spPr>
          <a:xfrm>
            <a:off x="4626360" y="43984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3" name=""/>
          <p:cNvSpPr/>
          <p:nvPr/>
        </p:nvSpPr>
        <p:spPr>
          <a:xfrm>
            <a:off x="4626360" y="43138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4" name=""/>
          <p:cNvSpPr/>
          <p:nvPr/>
        </p:nvSpPr>
        <p:spPr>
          <a:xfrm>
            <a:off x="4626360" y="39747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5" name=""/>
          <p:cNvSpPr/>
          <p:nvPr/>
        </p:nvSpPr>
        <p:spPr>
          <a:xfrm>
            <a:off x="473760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6" name=""/>
          <p:cNvSpPr/>
          <p:nvPr/>
        </p:nvSpPr>
        <p:spPr>
          <a:xfrm>
            <a:off x="473760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7" name=""/>
          <p:cNvSpPr/>
          <p:nvPr/>
        </p:nvSpPr>
        <p:spPr>
          <a:xfrm>
            <a:off x="473760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8" name=""/>
          <p:cNvSpPr/>
          <p:nvPr/>
        </p:nvSpPr>
        <p:spPr>
          <a:xfrm>
            <a:off x="473760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49" name=""/>
          <p:cNvSpPr/>
          <p:nvPr/>
        </p:nvSpPr>
        <p:spPr>
          <a:xfrm>
            <a:off x="4737600" y="405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0" name=""/>
          <p:cNvSpPr/>
          <p:nvPr/>
        </p:nvSpPr>
        <p:spPr>
          <a:xfrm>
            <a:off x="4737600" y="39747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1" name=""/>
          <p:cNvSpPr/>
          <p:nvPr/>
        </p:nvSpPr>
        <p:spPr>
          <a:xfrm>
            <a:off x="484920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2" name=""/>
          <p:cNvSpPr/>
          <p:nvPr/>
        </p:nvSpPr>
        <p:spPr>
          <a:xfrm>
            <a:off x="484920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3" name=""/>
          <p:cNvSpPr/>
          <p:nvPr/>
        </p:nvSpPr>
        <p:spPr>
          <a:xfrm>
            <a:off x="484920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4" name=""/>
          <p:cNvSpPr/>
          <p:nvPr/>
        </p:nvSpPr>
        <p:spPr>
          <a:xfrm>
            <a:off x="484920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5" name=""/>
          <p:cNvSpPr/>
          <p:nvPr/>
        </p:nvSpPr>
        <p:spPr>
          <a:xfrm>
            <a:off x="4960800" y="473760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6" name=""/>
          <p:cNvSpPr/>
          <p:nvPr/>
        </p:nvSpPr>
        <p:spPr>
          <a:xfrm>
            <a:off x="4960800" y="46526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7" name=""/>
          <p:cNvSpPr/>
          <p:nvPr/>
        </p:nvSpPr>
        <p:spPr>
          <a:xfrm>
            <a:off x="496080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8" name=""/>
          <p:cNvSpPr/>
          <p:nvPr/>
        </p:nvSpPr>
        <p:spPr>
          <a:xfrm>
            <a:off x="496080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59" name=""/>
          <p:cNvSpPr/>
          <p:nvPr/>
        </p:nvSpPr>
        <p:spPr>
          <a:xfrm>
            <a:off x="4960800" y="41443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0" name=""/>
          <p:cNvSpPr/>
          <p:nvPr/>
        </p:nvSpPr>
        <p:spPr>
          <a:xfrm>
            <a:off x="5072400" y="46526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1" name=""/>
          <p:cNvSpPr/>
          <p:nvPr/>
        </p:nvSpPr>
        <p:spPr>
          <a:xfrm>
            <a:off x="5072400" y="448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2" name=""/>
          <p:cNvSpPr/>
          <p:nvPr/>
        </p:nvSpPr>
        <p:spPr>
          <a:xfrm>
            <a:off x="5072400" y="43984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3" name=""/>
          <p:cNvSpPr/>
          <p:nvPr/>
        </p:nvSpPr>
        <p:spPr>
          <a:xfrm>
            <a:off x="5072400" y="405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4" name=""/>
          <p:cNvSpPr/>
          <p:nvPr/>
        </p:nvSpPr>
        <p:spPr>
          <a:xfrm>
            <a:off x="5183640" y="45680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5" name=""/>
          <p:cNvSpPr/>
          <p:nvPr/>
        </p:nvSpPr>
        <p:spPr>
          <a:xfrm>
            <a:off x="518364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6" name=""/>
          <p:cNvSpPr/>
          <p:nvPr/>
        </p:nvSpPr>
        <p:spPr>
          <a:xfrm>
            <a:off x="529524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7" name=""/>
          <p:cNvSpPr/>
          <p:nvPr/>
        </p:nvSpPr>
        <p:spPr>
          <a:xfrm>
            <a:off x="5406840" y="448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8" name=""/>
          <p:cNvSpPr/>
          <p:nvPr/>
        </p:nvSpPr>
        <p:spPr>
          <a:xfrm>
            <a:off x="540684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69" name=""/>
          <p:cNvSpPr/>
          <p:nvPr/>
        </p:nvSpPr>
        <p:spPr>
          <a:xfrm>
            <a:off x="5518440" y="405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4" y="0"/>
                </a:lnTo>
                <a:lnTo>
                  <a:pt x="0" y="40"/>
                </a:lnTo>
                <a:lnTo>
                  <a:pt x="0" y="118"/>
                </a:lnTo>
                <a:lnTo>
                  <a:pt x="154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0" name=""/>
          <p:cNvSpPr/>
          <p:nvPr/>
        </p:nvSpPr>
        <p:spPr>
          <a:xfrm>
            <a:off x="5518440" y="39747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4" y="0"/>
                </a:lnTo>
                <a:lnTo>
                  <a:pt x="0" y="39"/>
                </a:lnTo>
                <a:lnTo>
                  <a:pt x="0" y="119"/>
                </a:lnTo>
                <a:lnTo>
                  <a:pt x="154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1" name=""/>
          <p:cNvSpPr/>
          <p:nvPr/>
        </p:nvSpPr>
        <p:spPr>
          <a:xfrm>
            <a:off x="5629680" y="43984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2" name=""/>
          <p:cNvSpPr/>
          <p:nvPr/>
        </p:nvSpPr>
        <p:spPr>
          <a:xfrm>
            <a:off x="5629680" y="422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1"/>
                </a:lnTo>
                <a:lnTo>
                  <a:pt x="155" y="0"/>
                </a:lnTo>
                <a:lnTo>
                  <a:pt x="0" y="41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3" name=""/>
          <p:cNvSpPr/>
          <p:nvPr/>
        </p:nvSpPr>
        <p:spPr>
          <a:xfrm>
            <a:off x="5629680" y="37206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4" name=""/>
          <p:cNvSpPr/>
          <p:nvPr/>
        </p:nvSpPr>
        <p:spPr>
          <a:xfrm>
            <a:off x="6633360" y="37206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5" name=""/>
          <p:cNvSpPr/>
          <p:nvPr/>
        </p:nvSpPr>
        <p:spPr>
          <a:xfrm>
            <a:off x="1113840" y="393264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6" name=""/>
          <p:cNvSpPr/>
          <p:nvPr/>
        </p:nvSpPr>
        <p:spPr>
          <a:xfrm>
            <a:off x="155988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7" name=""/>
          <p:cNvSpPr/>
          <p:nvPr/>
        </p:nvSpPr>
        <p:spPr>
          <a:xfrm>
            <a:off x="167148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8" name=""/>
          <p:cNvSpPr/>
          <p:nvPr/>
        </p:nvSpPr>
        <p:spPr>
          <a:xfrm>
            <a:off x="189432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9" name=""/>
          <p:cNvSpPr/>
          <p:nvPr/>
        </p:nvSpPr>
        <p:spPr>
          <a:xfrm>
            <a:off x="200592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0" name=""/>
          <p:cNvSpPr/>
          <p:nvPr/>
        </p:nvSpPr>
        <p:spPr>
          <a:xfrm>
            <a:off x="200592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1" name=""/>
          <p:cNvSpPr/>
          <p:nvPr/>
        </p:nvSpPr>
        <p:spPr>
          <a:xfrm>
            <a:off x="211752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2" name=""/>
          <p:cNvSpPr/>
          <p:nvPr/>
        </p:nvSpPr>
        <p:spPr>
          <a:xfrm>
            <a:off x="2229120" y="45255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3" name=""/>
          <p:cNvSpPr/>
          <p:nvPr/>
        </p:nvSpPr>
        <p:spPr>
          <a:xfrm>
            <a:off x="2229120" y="435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4" name=""/>
          <p:cNvSpPr/>
          <p:nvPr/>
        </p:nvSpPr>
        <p:spPr>
          <a:xfrm>
            <a:off x="2229120" y="42714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5" name=""/>
          <p:cNvSpPr/>
          <p:nvPr/>
        </p:nvSpPr>
        <p:spPr>
          <a:xfrm>
            <a:off x="2229120" y="376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6" name=""/>
          <p:cNvSpPr/>
          <p:nvPr/>
        </p:nvSpPr>
        <p:spPr>
          <a:xfrm>
            <a:off x="234036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7" name=""/>
          <p:cNvSpPr/>
          <p:nvPr/>
        </p:nvSpPr>
        <p:spPr>
          <a:xfrm>
            <a:off x="234036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8" name=""/>
          <p:cNvSpPr/>
          <p:nvPr/>
        </p:nvSpPr>
        <p:spPr>
          <a:xfrm>
            <a:off x="234036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9" name=""/>
          <p:cNvSpPr/>
          <p:nvPr/>
        </p:nvSpPr>
        <p:spPr>
          <a:xfrm>
            <a:off x="234036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0" name=""/>
          <p:cNvSpPr/>
          <p:nvPr/>
        </p:nvSpPr>
        <p:spPr>
          <a:xfrm>
            <a:off x="245196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1" name=""/>
          <p:cNvSpPr/>
          <p:nvPr/>
        </p:nvSpPr>
        <p:spPr>
          <a:xfrm>
            <a:off x="245196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2" name=""/>
          <p:cNvSpPr/>
          <p:nvPr/>
        </p:nvSpPr>
        <p:spPr>
          <a:xfrm>
            <a:off x="245196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3" name=""/>
          <p:cNvSpPr/>
          <p:nvPr/>
        </p:nvSpPr>
        <p:spPr>
          <a:xfrm>
            <a:off x="245196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4" name=""/>
          <p:cNvSpPr/>
          <p:nvPr/>
        </p:nvSpPr>
        <p:spPr>
          <a:xfrm>
            <a:off x="245196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5" name=""/>
          <p:cNvSpPr/>
          <p:nvPr/>
        </p:nvSpPr>
        <p:spPr>
          <a:xfrm>
            <a:off x="2563560" y="477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6" name=""/>
          <p:cNvSpPr/>
          <p:nvPr/>
        </p:nvSpPr>
        <p:spPr>
          <a:xfrm>
            <a:off x="2563560" y="46951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7" name=""/>
          <p:cNvSpPr/>
          <p:nvPr/>
        </p:nvSpPr>
        <p:spPr>
          <a:xfrm>
            <a:off x="2563560" y="461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8" name=""/>
          <p:cNvSpPr/>
          <p:nvPr/>
        </p:nvSpPr>
        <p:spPr>
          <a:xfrm>
            <a:off x="2563560" y="44409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9" name=""/>
          <p:cNvSpPr/>
          <p:nvPr/>
        </p:nvSpPr>
        <p:spPr>
          <a:xfrm>
            <a:off x="2563560" y="435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0" name=""/>
          <p:cNvSpPr/>
          <p:nvPr/>
        </p:nvSpPr>
        <p:spPr>
          <a:xfrm>
            <a:off x="2563560" y="42714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1" name=""/>
          <p:cNvSpPr/>
          <p:nvPr/>
        </p:nvSpPr>
        <p:spPr>
          <a:xfrm>
            <a:off x="2563560" y="41868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7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0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2" name=""/>
          <p:cNvSpPr/>
          <p:nvPr/>
        </p:nvSpPr>
        <p:spPr>
          <a:xfrm>
            <a:off x="2563560" y="40172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3" name=""/>
          <p:cNvSpPr/>
          <p:nvPr/>
        </p:nvSpPr>
        <p:spPr>
          <a:xfrm>
            <a:off x="2563560" y="393264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4" name=""/>
          <p:cNvSpPr/>
          <p:nvPr/>
        </p:nvSpPr>
        <p:spPr>
          <a:xfrm>
            <a:off x="2563560" y="376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5" name=""/>
          <p:cNvSpPr/>
          <p:nvPr/>
        </p:nvSpPr>
        <p:spPr>
          <a:xfrm>
            <a:off x="2563560" y="3678120"/>
            <a:ext cx="111600" cy="57240"/>
          </a:xfrm>
          <a:custGeom>
            <a:avLst/>
            <a:gdLst/>
            <a:ahLst/>
            <a:rect l="0" t="0" r="r" b="b"/>
            <a:pathLst>
              <a:path w="310" h="159">
                <a:moveTo>
                  <a:pt x="310" y="119"/>
                </a:moveTo>
                <a:lnTo>
                  <a:pt x="310" y="41"/>
                </a:lnTo>
                <a:lnTo>
                  <a:pt x="156" y="0"/>
                </a:lnTo>
                <a:lnTo>
                  <a:pt x="0" y="41"/>
                </a:lnTo>
                <a:lnTo>
                  <a:pt x="0" y="119"/>
                </a:lnTo>
                <a:lnTo>
                  <a:pt x="156" y="159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6" name=""/>
          <p:cNvSpPr/>
          <p:nvPr/>
        </p:nvSpPr>
        <p:spPr>
          <a:xfrm>
            <a:off x="267480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7" name=""/>
          <p:cNvSpPr/>
          <p:nvPr/>
        </p:nvSpPr>
        <p:spPr>
          <a:xfrm>
            <a:off x="267480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8" name=""/>
          <p:cNvSpPr/>
          <p:nvPr/>
        </p:nvSpPr>
        <p:spPr>
          <a:xfrm>
            <a:off x="267480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09" name=""/>
          <p:cNvSpPr/>
          <p:nvPr/>
        </p:nvSpPr>
        <p:spPr>
          <a:xfrm>
            <a:off x="267480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0" name=""/>
          <p:cNvSpPr/>
          <p:nvPr/>
        </p:nvSpPr>
        <p:spPr>
          <a:xfrm>
            <a:off x="267480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1" name=""/>
          <p:cNvSpPr/>
          <p:nvPr/>
        </p:nvSpPr>
        <p:spPr>
          <a:xfrm>
            <a:off x="267480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2" name=""/>
          <p:cNvSpPr/>
          <p:nvPr/>
        </p:nvSpPr>
        <p:spPr>
          <a:xfrm>
            <a:off x="267480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3" name=""/>
          <p:cNvSpPr/>
          <p:nvPr/>
        </p:nvSpPr>
        <p:spPr>
          <a:xfrm>
            <a:off x="267480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4" name=""/>
          <p:cNvSpPr/>
          <p:nvPr/>
        </p:nvSpPr>
        <p:spPr>
          <a:xfrm>
            <a:off x="267480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5" name=""/>
          <p:cNvSpPr/>
          <p:nvPr/>
        </p:nvSpPr>
        <p:spPr>
          <a:xfrm>
            <a:off x="267480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6" name=""/>
          <p:cNvSpPr/>
          <p:nvPr/>
        </p:nvSpPr>
        <p:spPr>
          <a:xfrm>
            <a:off x="2674800" y="38476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7" name=""/>
          <p:cNvSpPr/>
          <p:nvPr/>
        </p:nvSpPr>
        <p:spPr>
          <a:xfrm>
            <a:off x="278640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8" name=""/>
          <p:cNvSpPr/>
          <p:nvPr/>
        </p:nvSpPr>
        <p:spPr>
          <a:xfrm>
            <a:off x="278640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19" name=""/>
          <p:cNvSpPr/>
          <p:nvPr/>
        </p:nvSpPr>
        <p:spPr>
          <a:xfrm>
            <a:off x="278640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0" name=""/>
          <p:cNvSpPr/>
          <p:nvPr/>
        </p:nvSpPr>
        <p:spPr>
          <a:xfrm>
            <a:off x="278640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1" name=""/>
          <p:cNvSpPr/>
          <p:nvPr/>
        </p:nvSpPr>
        <p:spPr>
          <a:xfrm>
            <a:off x="278640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2" name=""/>
          <p:cNvSpPr/>
          <p:nvPr/>
        </p:nvSpPr>
        <p:spPr>
          <a:xfrm>
            <a:off x="278640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3" name=""/>
          <p:cNvSpPr/>
          <p:nvPr/>
        </p:nvSpPr>
        <p:spPr>
          <a:xfrm>
            <a:off x="278640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4" name=""/>
          <p:cNvSpPr/>
          <p:nvPr/>
        </p:nvSpPr>
        <p:spPr>
          <a:xfrm>
            <a:off x="278640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5" name=""/>
          <p:cNvSpPr/>
          <p:nvPr/>
        </p:nvSpPr>
        <p:spPr>
          <a:xfrm>
            <a:off x="278640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6" name=""/>
          <p:cNvSpPr/>
          <p:nvPr/>
        </p:nvSpPr>
        <p:spPr>
          <a:xfrm>
            <a:off x="278640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7" name=""/>
          <p:cNvSpPr/>
          <p:nvPr/>
        </p:nvSpPr>
        <p:spPr>
          <a:xfrm>
            <a:off x="278640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8" name=""/>
          <p:cNvSpPr/>
          <p:nvPr/>
        </p:nvSpPr>
        <p:spPr>
          <a:xfrm>
            <a:off x="2786400" y="393264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29" name=""/>
          <p:cNvSpPr/>
          <p:nvPr/>
        </p:nvSpPr>
        <p:spPr>
          <a:xfrm>
            <a:off x="289800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0" name=""/>
          <p:cNvSpPr/>
          <p:nvPr/>
        </p:nvSpPr>
        <p:spPr>
          <a:xfrm>
            <a:off x="289800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1" name=""/>
          <p:cNvSpPr/>
          <p:nvPr/>
        </p:nvSpPr>
        <p:spPr>
          <a:xfrm>
            <a:off x="289800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2" name=""/>
          <p:cNvSpPr/>
          <p:nvPr/>
        </p:nvSpPr>
        <p:spPr>
          <a:xfrm>
            <a:off x="289800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3" name=""/>
          <p:cNvSpPr/>
          <p:nvPr/>
        </p:nvSpPr>
        <p:spPr>
          <a:xfrm>
            <a:off x="289800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4" name=""/>
          <p:cNvSpPr/>
          <p:nvPr/>
        </p:nvSpPr>
        <p:spPr>
          <a:xfrm>
            <a:off x="289800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5" name=""/>
          <p:cNvSpPr/>
          <p:nvPr/>
        </p:nvSpPr>
        <p:spPr>
          <a:xfrm>
            <a:off x="289800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6" name=""/>
          <p:cNvSpPr/>
          <p:nvPr/>
        </p:nvSpPr>
        <p:spPr>
          <a:xfrm>
            <a:off x="289800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7" name=""/>
          <p:cNvSpPr/>
          <p:nvPr/>
        </p:nvSpPr>
        <p:spPr>
          <a:xfrm>
            <a:off x="289800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8" name=""/>
          <p:cNvSpPr/>
          <p:nvPr/>
        </p:nvSpPr>
        <p:spPr>
          <a:xfrm>
            <a:off x="289800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39" name=""/>
          <p:cNvSpPr/>
          <p:nvPr/>
        </p:nvSpPr>
        <p:spPr>
          <a:xfrm>
            <a:off x="289800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0" name=""/>
          <p:cNvSpPr/>
          <p:nvPr/>
        </p:nvSpPr>
        <p:spPr>
          <a:xfrm>
            <a:off x="2898000" y="393264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1" name=""/>
          <p:cNvSpPr/>
          <p:nvPr/>
        </p:nvSpPr>
        <p:spPr>
          <a:xfrm>
            <a:off x="3009600" y="486468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7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0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2" name=""/>
          <p:cNvSpPr/>
          <p:nvPr/>
        </p:nvSpPr>
        <p:spPr>
          <a:xfrm>
            <a:off x="3009600" y="477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3" name=""/>
          <p:cNvSpPr/>
          <p:nvPr/>
        </p:nvSpPr>
        <p:spPr>
          <a:xfrm>
            <a:off x="3009600" y="46951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444" name=""/>
          <p:cNvSpPr/>
          <p:nvPr/>
        </p:nvSpPr>
        <p:spPr>
          <a:xfrm>
            <a:off x="3009600" y="461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5" name=""/>
          <p:cNvSpPr/>
          <p:nvPr/>
        </p:nvSpPr>
        <p:spPr>
          <a:xfrm>
            <a:off x="3009600" y="45255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6" name=""/>
          <p:cNvSpPr/>
          <p:nvPr/>
        </p:nvSpPr>
        <p:spPr>
          <a:xfrm>
            <a:off x="3009600" y="44409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7" name=""/>
          <p:cNvSpPr/>
          <p:nvPr/>
        </p:nvSpPr>
        <p:spPr>
          <a:xfrm>
            <a:off x="3009600" y="435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8" name=""/>
          <p:cNvSpPr/>
          <p:nvPr/>
        </p:nvSpPr>
        <p:spPr>
          <a:xfrm>
            <a:off x="3009600" y="42714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49" name=""/>
          <p:cNvSpPr/>
          <p:nvPr/>
        </p:nvSpPr>
        <p:spPr>
          <a:xfrm>
            <a:off x="3009600" y="41868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7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0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50" name=""/>
          <p:cNvSpPr/>
          <p:nvPr/>
        </p:nvSpPr>
        <p:spPr>
          <a:xfrm>
            <a:off x="3009600" y="40172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51" name=""/>
          <p:cNvSpPr/>
          <p:nvPr/>
        </p:nvSpPr>
        <p:spPr>
          <a:xfrm>
            <a:off x="3009600" y="393264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52" name=""/>
          <p:cNvSpPr/>
          <p:nvPr/>
        </p:nvSpPr>
        <p:spPr>
          <a:xfrm>
            <a:off x="3009600" y="3678120"/>
            <a:ext cx="111600" cy="57240"/>
          </a:xfrm>
          <a:custGeom>
            <a:avLst/>
            <a:gdLst/>
            <a:ahLst/>
            <a:rect l="0" t="0" r="r" b="b"/>
            <a:pathLst>
              <a:path w="310" h="159">
                <a:moveTo>
                  <a:pt x="310" y="119"/>
                </a:moveTo>
                <a:lnTo>
                  <a:pt x="310" y="41"/>
                </a:lnTo>
                <a:lnTo>
                  <a:pt x="156" y="0"/>
                </a:lnTo>
                <a:lnTo>
                  <a:pt x="0" y="41"/>
                </a:lnTo>
                <a:lnTo>
                  <a:pt x="0" y="119"/>
                </a:lnTo>
                <a:lnTo>
                  <a:pt x="156" y="159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53" name=""/>
          <p:cNvSpPr/>
          <p:nvPr/>
        </p:nvSpPr>
        <p:spPr>
          <a:xfrm>
            <a:off x="3120840" y="49492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54" name=""/>
          <p:cNvSpPr/>
          <p:nvPr/>
        </p:nvSpPr>
        <p:spPr>
          <a:xfrm>
            <a:off x="312084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455" name=""/>
          <p:cNvSpPr/>
          <p:nvPr/>
        </p:nvSpPr>
        <p:spPr>
          <a:xfrm>
            <a:off x="312084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456" name=""/>
          <p:cNvSpPr/>
          <p:nvPr/>
        </p:nvSpPr>
        <p:spPr>
          <a:xfrm>
            <a:off x="312084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457" name=""/>
          <p:cNvSpPr/>
          <p:nvPr/>
        </p:nvSpPr>
        <p:spPr>
          <a:xfrm>
            <a:off x="312084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458" name=""/>
          <p:cNvSpPr/>
          <p:nvPr/>
        </p:nvSpPr>
        <p:spPr>
          <a:xfrm>
            <a:off x="312084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459" name=""/>
          <p:cNvSpPr/>
          <p:nvPr/>
        </p:nvSpPr>
        <p:spPr>
          <a:xfrm>
            <a:off x="312084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460" name=""/>
          <p:cNvSpPr/>
          <p:nvPr/>
        </p:nvSpPr>
        <p:spPr>
          <a:xfrm>
            <a:off x="312084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61" name=""/>
          <p:cNvSpPr/>
          <p:nvPr/>
        </p:nvSpPr>
        <p:spPr>
          <a:xfrm>
            <a:off x="312084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62" name=""/>
          <p:cNvSpPr/>
          <p:nvPr/>
        </p:nvSpPr>
        <p:spPr>
          <a:xfrm>
            <a:off x="312084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63" name=""/>
          <p:cNvSpPr/>
          <p:nvPr/>
        </p:nvSpPr>
        <p:spPr>
          <a:xfrm>
            <a:off x="312084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64" name=""/>
          <p:cNvSpPr/>
          <p:nvPr/>
        </p:nvSpPr>
        <p:spPr>
          <a:xfrm>
            <a:off x="312084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65" name=""/>
          <p:cNvSpPr/>
          <p:nvPr/>
        </p:nvSpPr>
        <p:spPr>
          <a:xfrm>
            <a:off x="3120840" y="38476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66" name=""/>
          <p:cNvSpPr/>
          <p:nvPr/>
        </p:nvSpPr>
        <p:spPr>
          <a:xfrm>
            <a:off x="3232440" y="49492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67" name=""/>
          <p:cNvSpPr/>
          <p:nvPr/>
        </p:nvSpPr>
        <p:spPr>
          <a:xfrm>
            <a:off x="323244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dfefe"/>
          </a:solidFill>
          <a:ln w="12600">
            <a:solidFill>
              <a:srgbClr val="fdfefe"/>
            </a:solidFill>
            <a:round/>
          </a:ln>
        </p:spPr>
      </p:sp>
      <p:sp>
        <p:nvSpPr>
          <p:cNvPr id="468" name=""/>
          <p:cNvSpPr/>
          <p:nvPr/>
        </p:nvSpPr>
        <p:spPr>
          <a:xfrm>
            <a:off x="323244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dfefe"/>
          </a:solidFill>
          <a:ln w="12600">
            <a:solidFill>
              <a:srgbClr val="fdfefe"/>
            </a:solidFill>
            <a:round/>
          </a:ln>
        </p:spPr>
      </p:sp>
      <p:sp>
        <p:nvSpPr>
          <p:cNvPr id="469" name=""/>
          <p:cNvSpPr/>
          <p:nvPr/>
        </p:nvSpPr>
        <p:spPr>
          <a:xfrm>
            <a:off x="323244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dfdfe"/>
          </a:solidFill>
          <a:ln w="12600">
            <a:solidFill>
              <a:srgbClr val="fdfdfe"/>
            </a:solidFill>
            <a:round/>
          </a:ln>
        </p:spPr>
      </p:sp>
      <p:sp>
        <p:nvSpPr>
          <p:cNvPr id="470" name=""/>
          <p:cNvSpPr/>
          <p:nvPr/>
        </p:nvSpPr>
        <p:spPr>
          <a:xfrm>
            <a:off x="323244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471" name=""/>
          <p:cNvSpPr/>
          <p:nvPr/>
        </p:nvSpPr>
        <p:spPr>
          <a:xfrm>
            <a:off x="323244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472" name=""/>
          <p:cNvSpPr/>
          <p:nvPr/>
        </p:nvSpPr>
        <p:spPr>
          <a:xfrm>
            <a:off x="323244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473" name=""/>
          <p:cNvSpPr/>
          <p:nvPr/>
        </p:nvSpPr>
        <p:spPr>
          <a:xfrm>
            <a:off x="323244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74" name=""/>
          <p:cNvSpPr/>
          <p:nvPr/>
        </p:nvSpPr>
        <p:spPr>
          <a:xfrm>
            <a:off x="323244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75" name=""/>
          <p:cNvSpPr/>
          <p:nvPr/>
        </p:nvSpPr>
        <p:spPr>
          <a:xfrm>
            <a:off x="323244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76" name=""/>
          <p:cNvSpPr/>
          <p:nvPr/>
        </p:nvSpPr>
        <p:spPr>
          <a:xfrm>
            <a:off x="323244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77" name=""/>
          <p:cNvSpPr/>
          <p:nvPr/>
        </p:nvSpPr>
        <p:spPr>
          <a:xfrm>
            <a:off x="323244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78" name=""/>
          <p:cNvSpPr/>
          <p:nvPr/>
        </p:nvSpPr>
        <p:spPr>
          <a:xfrm>
            <a:off x="3344040" y="49492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479" name=""/>
          <p:cNvSpPr/>
          <p:nvPr/>
        </p:nvSpPr>
        <p:spPr>
          <a:xfrm>
            <a:off x="334404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bfcfc"/>
          </a:solidFill>
          <a:ln w="12600">
            <a:solidFill>
              <a:srgbClr val="fbfcfc"/>
            </a:solidFill>
            <a:round/>
          </a:ln>
        </p:spPr>
      </p:sp>
      <p:sp>
        <p:nvSpPr>
          <p:cNvPr id="480" name=""/>
          <p:cNvSpPr/>
          <p:nvPr/>
        </p:nvSpPr>
        <p:spPr>
          <a:xfrm>
            <a:off x="334404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bfcfc"/>
          </a:solidFill>
          <a:ln w="12600">
            <a:solidFill>
              <a:srgbClr val="fbfcfc"/>
            </a:solidFill>
            <a:round/>
          </a:ln>
        </p:spPr>
      </p:sp>
      <p:sp>
        <p:nvSpPr>
          <p:cNvPr id="481" name=""/>
          <p:cNvSpPr/>
          <p:nvPr/>
        </p:nvSpPr>
        <p:spPr>
          <a:xfrm>
            <a:off x="334404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dfdfd"/>
          </a:solidFill>
          <a:ln w="12600">
            <a:solidFill>
              <a:srgbClr val="fdfdfd"/>
            </a:solidFill>
            <a:round/>
          </a:ln>
        </p:spPr>
      </p:sp>
      <p:sp>
        <p:nvSpPr>
          <p:cNvPr id="482" name=""/>
          <p:cNvSpPr/>
          <p:nvPr/>
        </p:nvSpPr>
        <p:spPr>
          <a:xfrm>
            <a:off x="334404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483" name=""/>
          <p:cNvSpPr/>
          <p:nvPr/>
        </p:nvSpPr>
        <p:spPr>
          <a:xfrm>
            <a:off x="334404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484" name=""/>
          <p:cNvSpPr/>
          <p:nvPr/>
        </p:nvSpPr>
        <p:spPr>
          <a:xfrm>
            <a:off x="334404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485" name=""/>
          <p:cNvSpPr/>
          <p:nvPr/>
        </p:nvSpPr>
        <p:spPr>
          <a:xfrm>
            <a:off x="334404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86" name=""/>
          <p:cNvSpPr/>
          <p:nvPr/>
        </p:nvSpPr>
        <p:spPr>
          <a:xfrm>
            <a:off x="334404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87" name=""/>
          <p:cNvSpPr/>
          <p:nvPr/>
        </p:nvSpPr>
        <p:spPr>
          <a:xfrm>
            <a:off x="334404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88" name=""/>
          <p:cNvSpPr/>
          <p:nvPr/>
        </p:nvSpPr>
        <p:spPr>
          <a:xfrm>
            <a:off x="334404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89" name=""/>
          <p:cNvSpPr/>
          <p:nvPr/>
        </p:nvSpPr>
        <p:spPr>
          <a:xfrm>
            <a:off x="334404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90" name=""/>
          <p:cNvSpPr/>
          <p:nvPr/>
        </p:nvSpPr>
        <p:spPr>
          <a:xfrm>
            <a:off x="3344040" y="393264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91" name=""/>
          <p:cNvSpPr/>
          <p:nvPr/>
        </p:nvSpPr>
        <p:spPr>
          <a:xfrm>
            <a:off x="3455640" y="49492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8f9fa"/>
          </a:solidFill>
          <a:ln w="12600">
            <a:solidFill>
              <a:srgbClr val="f8f9fa"/>
            </a:solidFill>
            <a:round/>
          </a:ln>
        </p:spPr>
      </p:sp>
      <p:sp>
        <p:nvSpPr>
          <p:cNvPr id="492" name=""/>
          <p:cNvSpPr/>
          <p:nvPr/>
        </p:nvSpPr>
        <p:spPr>
          <a:xfrm>
            <a:off x="3455640" y="486468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7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7"/>
                </a:lnTo>
                <a:lnTo>
                  <a:pt x="155" y="157"/>
                </a:lnTo>
                <a:lnTo>
                  <a:pt x="310" y="117"/>
                </a:lnTo>
                <a:close/>
              </a:path>
            </a:pathLst>
          </a:custGeom>
          <a:solidFill>
            <a:srgbClr val="f4f6f8"/>
          </a:solidFill>
          <a:ln w="12600">
            <a:solidFill>
              <a:srgbClr val="f4f6f8"/>
            </a:solidFill>
            <a:round/>
          </a:ln>
        </p:spPr>
      </p:sp>
      <p:sp>
        <p:nvSpPr>
          <p:cNvPr id="493" name=""/>
          <p:cNvSpPr/>
          <p:nvPr/>
        </p:nvSpPr>
        <p:spPr>
          <a:xfrm>
            <a:off x="3455640" y="477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8f9fa"/>
          </a:solidFill>
          <a:ln w="12600">
            <a:solidFill>
              <a:srgbClr val="f8f9fa"/>
            </a:solidFill>
            <a:round/>
          </a:ln>
        </p:spPr>
      </p:sp>
      <p:sp>
        <p:nvSpPr>
          <p:cNvPr id="494" name=""/>
          <p:cNvSpPr/>
          <p:nvPr/>
        </p:nvSpPr>
        <p:spPr>
          <a:xfrm>
            <a:off x="3455640" y="46951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cfcfd"/>
          </a:solidFill>
          <a:ln w="12600">
            <a:solidFill>
              <a:srgbClr val="fcfcfd"/>
            </a:solidFill>
            <a:round/>
          </a:ln>
        </p:spPr>
      </p:sp>
      <p:sp>
        <p:nvSpPr>
          <p:cNvPr id="495" name=""/>
          <p:cNvSpPr/>
          <p:nvPr/>
        </p:nvSpPr>
        <p:spPr>
          <a:xfrm>
            <a:off x="3455640" y="461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496" name=""/>
          <p:cNvSpPr/>
          <p:nvPr/>
        </p:nvSpPr>
        <p:spPr>
          <a:xfrm>
            <a:off x="3455640" y="45255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497" name=""/>
          <p:cNvSpPr/>
          <p:nvPr/>
        </p:nvSpPr>
        <p:spPr>
          <a:xfrm>
            <a:off x="3455640" y="44409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98" name=""/>
          <p:cNvSpPr/>
          <p:nvPr/>
        </p:nvSpPr>
        <p:spPr>
          <a:xfrm>
            <a:off x="3455640" y="435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499" name=""/>
          <p:cNvSpPr/>
          <p:nvPr/>
        </p:nvSpPr>
        <p:spPr>
          <a:xfrm>
            <a:off x="3455640" y="42714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00" name=""/>
          <p:cNvSpPr/>
          <p:nvPr/>
        </p:nvSpPr>
        <p:spPr>
          <a:xfrm>
            <a:off x="3566880" y="49492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dde2e8"/>
          </a:solidFill>
          <a:ln w="12600">
            <a:solidFill>
              <a:srgbClr val="dde2e8"/>
            </a:solidFill>
            <a:round/>
          </a:ln>
        </p:spPr>
      </p:sp>
      <p:sp>
        <p:nvSpPr>
          <p:cNvPr id="501" name=""/>
          <p:cNvSpPr/>
          <p:nvPr/>
        </p:nvSpPr>
        <p:spPr>
          <a:xfrm>
            <a:off x="356688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bfbfc"/>
          </a:solidFill>
          <a:ln w="12600">
            <a:solidFill>
              <a:srgbClr val="fbfbfc"/>
            </a:solidFill>
            <a:round/>
          </a:ln>
        </p:spPr>
      </p:sp>
      <p:sp>
        <p:nvSpPr>
          <p:cNvPr id="502" name=""/>
          <p:cNvSpPr/>
          <p:nvPr/>
        </p:nvSpPr>
        <p:spPr>
          <a:xfrm>
            <a:off x="356688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03" name=""/>
          <p:cNvSpPr/>
          <p:nvPr/>
        </p:nvSpPr>
        <p:spPr>
          <a:xfrm>
            <a:off x="3678480" y="49492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8f9fa"/>
          </a:solidFill>
          <a:ln w="12600">
            <a:solidFill>
              <a:srgbClr val="f8f9fa"/>
            </a:solidFill>
            <a:round/>
          </a:ln>
        </p:spPr>
      </p:sp>
      <p:sp>
        <p:nvSpPr>
          <p:cNvPr id="504" name=""/>
          <p:cNvSpPr/>
          <p:nvPr/>
        </p:nvSpPr>
        <p:spPr>
          <a:xfrm>
            <a:off x="367848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7f8fa"/>
          </a:solidFill>
          <a:ln w="12600">
            <a:solidFill>
              <a:srgbClr val="f7f8fa"/>
            </a:solidFill>
            <a:round/>
          </a:ln>
        </p:spPr>
      </p:sp>
      <p:sp>
        <p:nvSpPr>
          <p:cNvPr id="505" name=""/>
          <p:cNvSpPr/>
          <p:nvPr/>
        </p:nvSpPr>
        <p:spPr>
          <a:xfrm>
            <a:off x="367848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9fafb"/>
          </a:solidFill>
          <a:ln w="12600">
            <a:solidFill>
              <a:srgbClr val="f9fafb"/>
            </a:solidFill>
            <a:round/>
          </a:ln>
        </p:spPr>
      </p:sp>
      <p:sp>
        <p:nvSpPr>
          <p:cNvPr id="506" name=""/>
          <p:cNvSpPr/>
          <p:nvPr/>
        </p:nvSpPr>
        <p:spPr>
          <a:xfrm>
            <a:off x="367848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afbfc"/>
          </a:solidFill>
          <a:ln w="12600">
            <a:solidFill>
              <a:srgbClr val="fafbfc"/>
            </a:solidFill>
            <a:round/>
          </a:ln>
        </p:spPr>
      </p:sp>
      <p:sp>
        <p:nvSpPr>
          <p:cNvPr id="507" name=""/>
          <p:cNvSpPr/>
          <p:nvPr/>
        </p:nvSpPr>
        <p:spPr>
          <a:xfrm>
            <a:off x="367848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dfdfd"/>
          </a:solidFill>
          <a:ln w="12600">
            <a:solidFill>
              <a:srgbClr val="fdfdfd"/>
            </a:solidFill>
            <a:round/>
          </a:ln>
        </p:spPr>
      </p:sp>
      <p:sp>
        <p:nvSpPr>
          <p:cNvPr id="508" name=""/>
          <p:cNvSpPr/>
          <p:nvPr/>
        </p:nvSpPr>
        <p:spPr>
          <a:xfrm>
            <a:off x="367848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dfefe"/>
          </a:solidFill>
          <a:ln w="12600">
            <a:solidFill>
              <a:srgbClr val="fdfefe"/>
            </a:solidFill>
            <a:round/>
          </a:ln>
        </p:spPr>
      </p:sp>
      <p:sp>
        <p:nvSpPr>
          <p:cNvPr id="509" name=""/>
          <p:cNvSpPr/>
          <p:nvPr/>
        </p:nvSpPr>
        <p:spPr>
          <a:xfrm>
            <a:off x="367848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510" name=""/>
          <p:cNvSpPr/>
          <p:nvPr/>
        </p:nvSpPr>
        <p:spPr>
          <a:xfrm>
            <a:off x="367848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11" name=""/>
          <p:cNvSpPr/>
          <p:nvPr/>
        </p:nvSpPr>
        <p:spPr>
          <a:xfrm>
            <a:off x="367848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12" name=""/>
          <p:cNvSpPr/>
          <p:nvPr/>
        </p:nvSpPr>
        <p:spPr>
          <a:xfrm>
            <a:off x="367848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13" name=""/>
          <p:cNvSpPr/>
          <p:nvPr/>
        </p:nvSpPr>
        <p:spPr>
          <a:xfrm>
            <a:off x="3790080" y="49492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514" name=""/>
          <p:cNvSpPr/>
          <p:nvPr/>
        </p:nvSpPr>
        <p:spPr>
          <a:xfrm>
            <a:off x="3790080" y="486468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7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0" y="117"/>
                </a:lnTo>
                <a:close/>
              </a:path>
            </a:pathLst>
          </a:custGeom>
          <a:solidFill>
            <a:srgbClr val="fcfdfd"/>
          </a:solidFill>
          <a:ln w="12600">
            <a:solidFill>
              <a:srgbClr val="fcfdfd"/>
            </a:solidFill>
            <a:round/>
          </a:ln>
        </p:spPr>
      </p:sp>
      <p:sp>
        <p:nvSpPr>
          <p:cNvPr id="515" name=""/>
          <p:cNvSpPr/>
          <p:nvPr/>
        </p:nvSpPr>
        <p:spPr>
          <a:xfrm>
            <a:off x="3790080" y="477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dfdfd"/>
          </a:solidFill>
          <a:ln w="12600">
            <a:solidFill>
              <a:srgbClr val="fdfdfd"/>
            </a:solidFill>
            <a:round/>
          </a:ln>
        </p:spPr>
      </p:sp>
      <p:sp>
        <p:nvSpPr>
          <p:cNvPr id="516" name=""/>
          <p:cNvSpPr/>
          <p:nvPr/>
        </p:nvSpPr>
        <p:spPr>
          <a:xfrm>
            <a:off x="3790080" y="46951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dfefe"/>
          </a:solidFill>
          <a:ln w="12600">
            <a:solidFill>
              <a:srgbClr val="fdfefe"/>
            </a:solidFill>
            <a:round/>
          </a:ln>
        </p:spPr>
      </p:sp>
      <p:sp>
        <p:nvSpPr>
          <p:cNvPr id="517" name=""/>
          <p:cNvSpPr/>
          <p:nvPr/>
        </p:nvSpPr>
        <p:spPr>
          <a:xfrm>
            <a:off x="3790080" y="461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dfefe"/>
          </a:solidFill>
          <a:ln w="12600">
            <a:solidFill>
              <a:srgbClr val="fdfefe"/>
            </a:solidFill>
            <a:round/>
          </a:ln>
        </p:spPr>
      </p:sp>
      <p:sp>
        <p:nvSpPr>
          <p:cNvPr id="518" name=""/>
          <p:cNvSpPr/>
          <p:nvPr/>
        </p:nvSpPr>
        <p:spPr>
          <a:xfrm>
            <a:off x="3790080" y="45255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519" name=""/>
          <p:cNvSpPr/>
          <p:nvPr/>
        </p:nvSpPr>
        <p:spPr>
          <a:xfrm>
            <a:off x="3790080" y="44409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520" name=""/>
          <p:cNvSpPr/>
          <p:nvPr/>
        </p:nvSpPr>
        <p:spPr>
          <a:xfrm>
            <a:off x="3790080" y="435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521" name=""/>
          <p:cNvSpPr/>
          <p:nvPr/>
        </p:nvSpPr>
        <p:spPr>
          <a:xfrm>
            <a:off x="3790080" y="42714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522" name=""/>
          <p:cNvSpPr/>
          <p:nvPr/>
        </p:nvSpPr>
        <p:spPr>
          <a:xfrm>
            <a:off x="3790080" y="41868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7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0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23" name=""/>
          <p:cNvSpPr/>
          <p:nvPr/>
        </p:nvSpPr>
        <p:spPr>
          <a:xfrm>
            <a:off x="3790080" y="41018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24" name=""/>
          <p:cNvSpPr/>
          <p:nvPr/>
        </p:nvSpPr>
        <p:spPr>
          <a:xfrm>
            <a:off x="3790080" y="40172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25" name=""/>
          <p:cNvSpPr/>
          <p:nvPr/>
        </p:nvSpPr>
        <p:spPr>
          <a:xfrm>
            <a:off x="3790080" y="393264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26" name=""/>
          <p:cNvSpPr/>
          <p:nvPr/>
        </p:nvSpPr>
        <p:spPr>
          <a:xfrm>
            <a:off x="3790080" y="38476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27" name=""/>
          <p:cNvSpPr/>
          <p:nvPr/>
        </p:nvSpPr>
        <p:spPr>
          <a:xfrm>
            <a:off x="3790080" y="376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28" name=""/>
          <p:cNvSpPr/>
          <p:nvPr/>
        </p:nvSpPr>
        <p:spPr>
          <a:xfrm>
            <a:off x="3901320" y="49492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29" name=""/>
          <p:cNvSpPr/>
          <p:nvPr/>
        </p:nvSpPr>
        <p:spPr>
          <a:xfrm>
            <a:off x="390132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530" name=""/>
          <p:cNvSpPr/>
          <p:nvPr/>
        </p:nvSpPr>
        <p:spPr>
          <a:xfrm>
            <a:off x="390132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531" name=""/>
          <p:cNvSpPr/>
          <p:nvPr/>
        </p:nvSpPr>
        <p:spPr>
          <a:xfrm>
            <a:off x="390132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532" name=""/>
          <p:cNvSpPr/>
          <p:nvPr/>
        </p:nvSpPr>
        <p:spPr>
          <a:xfrm>
            <a:off x="390132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f"/>
          </a:solidFill>
          <a:ln w="12600">
            <a:solidFill>
              <a:srgbClr val="fefeff"/>
            </a:solidFill>
            <a:round/>
          </a:ln>
        </p:spPr>
      </p:sp>
      <p:sp>
        <p:nvSpPr>
          <p:cNvPr id="533" name=""/>
          <p:cNvSpPr/>
          <p:nvPr/>
        </p:nvSpPr>
        <p:spPr>
          <a:xfrm>
            <a:off x="390132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34" name=""/>
          <p:cNvSpPr/>
          <p:nvPr/>
        </p:nvSpPr>
        <p:spPr>
          <a:xfrm>
            <a:off x="390132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35" name=""/>
          <p:cNvSpPr/>
          <p:nvPr/>
        </p:nvSpPr>
        <p:spPr>
          <a:xfrm>
            <a:off x="390132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36" name=""/>
          <p:cNvSpPr/>
          <p:nvPr/>
        </p:nvSpPr>
        <p:spPr>
          <a:xfrm>
            <a:off x="390132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37" name=""/>
          <p:cNvSpPr/>
          <p:nvPr/>
        </p:nvSpPr>
        <p:spPr>
          <a:xfrm>
            <a:off x="390132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38" name=""/>
          <p:cNvSpPr/>
          <p:nvPr/>
        </p:nvSpPr>
        <p:spPr>
          <a:xfrm>
            <a:off x="390132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39" name=""/>
          <p:cNvSpPr/>
          <p:nvPr/>
        </p:nvSpPr>
        <p:spPr>
          <a:xfrm>
            <a:off x="390132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40" name=""/>
          <p:cNvSpPr/>
          <p:nvPr/>
        </p:nvSpPr>
        <p:spPr>
          <a:xfrm>
            <a:off x="3901320" y="393264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41" name=""/>
          <p:cNvSpPr/>
          <p:nvPr/>
        </p:nvSpPr>
        <p:spPr>
          <a:xfrm>
            <a:off x="3901320" y="38476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42" name=""/>
          <p:cNvSpPr/>
          <p:nvPr/>
        </p:nvSpPr>
        <p:spPr>
          <a:xfrm>
            <a:off x="3901320" y="3678120"/>
            <a:ext cx="111960" cy="57240"/>
          </a:xfrm>
          <a:custGeom>
            <a:avLst/>
            <a:gdLst/>
            <a:ahLst/>
            <a:rect l="0" t="0" r="r" b="b"/>
            <a:pathLst>
              <a:path w="311" h="159">
                <a:moveTo>
                  <a:pt x="311" y="119"/>
                </a:moveTo>
                <a:lnTo>
                  <a:pt x="311" y="41"/>
                </a:lnTo>
                <a:lnTo>
                  <a:pt x="156" y="0"/>
                </a:lnTo>
                <a:lnTo>
                  <a:pt x="0" y="41"/>
                </a:lnTo>
                <a:lnTo>
                  <a:pt x="0" y="119"/>
                </a:lnTo>
                <a:lnTo>
                  <a:pt x="156" y="159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43" name=""/>
          <p:cNvSpPr/>
          <p:nvPr/>
        </p:nvSpPr>
        <p:spPr>
          <a:xfrm>
            <a:off x="4012920" y="49492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44" name=""/>
          <p:cNvSpPr/>
          <p:nvPr/>
        </p:nvSpPr>
        <p:spPr>
          <a:xfrm>
            <a:off x="401292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45" name=""/>
          <p:cNvSpPr/>
          <p:nvPr/>
        </p:nvSpPr>
        <p:spPr>
          <a:xfrm>
            <a:off x="401292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efefe"/>
          </a:solidFill>
          <a:ln w="12600">
            <a:solidFill>
              <a:srgbClr val="fefefe"/>
            </a:solidFill>
            <a:round/>
          </a:ln>
        </p:spPr>
      </p:sp>
      <p:sp>
        <p:nvSpPr>
          <p:cNvPr id="546" name=""/>
          <p:cNvSpPr/>
          <p:nvPr/>
        </p:nvSpPr>
        <p:spPr>
          <a:xfrm>
            <a:off x="401292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effff"/>
          </a:solidFill>
          <a:ln w="12600">
            <a:solidFill>
              <a:srgbClr val="feffff"/>
            </a:solidFill>
            <a:round/>
          </a:ln>
        </p:spPr>
      </p:sp>
      <p:sp>
        <p:nvSpPr>
          <p:cNvPr id="547" name=""/>
          <p:cNvSpPr/>
          <p:nvPr/>
        </p:nvSpPr>
        <p:spPr>
          <a:xfrm>
            <a:off x="401292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48" name=""/>
          <p:cNvSpPr/>
          <p:nvPr/>
        </p:nvSpPr>
        <p:spPr>
          <a:xfrm>
            <a:off x="401292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49" name=""/>
          <p:cNvSpPr/>
          <p:nvPr/>
        </p:nvSpPr>
        <p:spPr>
          <a:xfrm>
            <a:off x="401292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0" name=""/>
          <p:cNvSpPr/>
          <p:nvPr/>
        </p:nvSpPr>
        <p:spPr>
          <a:xfrm>
            <a:off x="401292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1" name=""/>
          <p:cNvSpPr/>
          <p:nvPr/>
        </p:nvSpPr>
        <p:spPr>
          <a:xfrm>
            <a:off x="401292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2" name=""/>
          <p:cNvSpPr/>
          <p:nvPr/>
        </p:nvSpPr>
        <p:spPr>
          <a:xfrm>
            <a:off x="401292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3" name=""/>
          <p:cNvSpPr/>
          <p:nvPr/>
        </p:nvSpPr>
        <p:spPr>
          <a:xfrm>
            <a:off x="401292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4" name=""/>
          <p:cNvSpPr/>
          <p:nvPr/>
        </p:nvSpPr>
        <p:spPr>
          <a:xfrm>
            <a:off x="401292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5" name=""/>
          <p:cNvSpPr/>
          <p:nvPr/>
        </p:nvSpPr>
        <p:spPr>
          <a:xfrm>
            <a:off x="4012920" y="376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6" name=""/>
          <p:cNvSpPr/>
          <p:nvPr/>
        </p:nvSpPr>
        <p:spPr>
          <a:xfrm>
            <a:off x="412452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7" name=""/>
          <p:cNvSpPr/>
          <p:nvPr/>
        </p:nvSpPr>
        <p:spPr>
          <a:xfrm>
            <a:off x="412452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8" name=""/>
          <p:cNvSpPr/>
          <p:nvPr/>
        </p:nvSpPr>
        <p:spPr>
          <a:xfrm>
            <a:off x="412452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59" name=""/>
          <p:cNvSpPr/>
          <p:nvPr/>
        </p:nvSpPr>
        <p:spPr>
          <a:xfrm>
            <a:off x="412452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0" name=""/>
          <p:cNvSpPr/>
          <p:nvPr/>
        </p:nvSpPr>
        <p:spPr>
          <a:xfrm>
            <a:off x="412452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1" name=""/>
          <p:cNvSpPr/>
          <p:nvPr/>
        </p:nvSpPr>
        <p:spPr>
          <a:xfrm>
            <a:off x="412452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2" name=""/>
          <p:cNvSpPr/>
          <p:nvPr/>
        </p:nvSpPr>
        <p:spPr>
          <a:xfrm>
            <a:off x="412452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3" name=""/>
          <p:cNvSpPr/>
          <p:nvPr/>
        </p:nvSpPr>
        <p:spPr>
          <a:xfrm>
            <a:off x="412452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4" name=""/>
          <p:cNvSpPr/>
          <p:nvPr/>
        </p:nvSpPr>
        <p:spPr>
          <a:xfrm>
            <a:off x="412452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5" name=""/>
          <p:cNvSpPr/>
          <p:nvPr/>
        </p:nvSpPr>
        <p:spPr>
          <a:xfrm>
            <a:off x="4124520" y="41018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6" name=""/>
          <p:cNvSpPr/>
          <p:nvPr/>
        </p:nvSpPr>
        <p:spPr>
          <a:xfrm>
            <a:off x="412452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7" name=""/>
          <p:cNvSpPr/>
          <p:nvPr/>
        </p:nvSpPr>
        <p:spPr>
          <a:xfrm>
            <a:off x="4124520" y="393264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8" name=""/>
          <p:cNvSpPr/>
          <p:nvPr/>
        </p:nvSpPr>
        <p:spPr>
          <a:xfrm>
            <a:off x="4124520" y="376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69" name=""/>
          <p:cNvSpPr/>
          <p:nvPr/>
        </p:nvSpPr>
        <p:spPr>
          <a:xfrm>
            <a:off x="4236120" y="486468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7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0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0" name=""/>
          <p:cNvSpPr/>
          <p:nvPr/>
        </p:nvSpPr>
        <p:spPr>
          <a:xfrm>
            <a:off x="4236120" y="477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1" name=""/>
          <p:cNvSpPr/>
          <p:nvPr/>
        </p:nvSpPr>
        <p:spPr>
          <a:xfrm>
            <a:off x="4236120" y="46951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2" name=""/>
          <p:cNvSpPr/>
          <p:nvPr/>
        </p:nvSpPr>
        <p:spPr>
          <a:xfrm>
            <a:off x="4236120" y="461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3" name=""/>
          <p:cNvSpPr/>
          <p:nvPr/>
        </p:nvSpPr>
        <p:spPr>
          <a:xfrm>
            <a:off x="4236120" y="45255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4" name=""/>
          <p:cNvSpPr/>
          <p:nvPr/>
        </p:nvSpPr>
        <p:spPr>
          <a:xfrm>
            <a:off x="4236120" y="44409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5" name=""/>
          <p:cNvSpPr/>
          <p:nvPr/>
        </p:nvSpPr>
        <p:spPr>
          <a:xfrm>
            <a:off x="4236120" y="435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6" name=""/>
          <p:cNvSpPr/>
          <p:nvPr/>
        </p:nvSpPr>
        <p:spPr>
          <a:xfrm>
            <a:off x="4236120" y="42714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7" name=""/>
          <p:cNvSpPr/>
          <p:nvPr/>
        </p:nvSpPr>
        <p:spPr>
          <a:xfrm>
            <a:off x="4236120" y="41868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7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0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8" name=""/>
          <p:cNvSpPr/>
          <p:nvPr/>
        </p:nvSpPr>
        <p:spPr>
          <a:xfrm>
            <a:off x="4236120" y="410184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79" name=""/>
          <p:cNvSpPr/>
          <p:nvPr/>
        </p:nvSpPr>
        <p:spPr>
          <a:xfrm>
            <a:off x="4236120" y="3932640"/>
            <a:ext cx="111600" cy="56520"/>
          </a:xfrm>
          <a:custGeom>
            <a:avLst/>
            <a:gdLst/>
            <a:ahLst/>
            <a:rect l="0" t="0" r="r" b="b"/>
            <a:pathLst>
              <a:path w="310" h="157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0" name=""/>
          <p:cNvSpPr/>
          <p:nvPr/>
        </p:nvSpPr>
        <p:spPr>
          <a:xfrm>
            <a:off x="4236120" y="38476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1" name=""/>
          <p:cNvSpPr/>
          <p:nvPr/>
        </p:nvSpPr>
        <p:spPr>
          <a:xfrm>
            <a:off x="4347360" y="486468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7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2" name=""/>
          <p:cNvSpPr/>
          <p:nvPr/>
        </p:nvSpPr>
        <p:spPr>
          <a:xfrm>
            <a:off x="434736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3" name=""/>
          <p:cNvSpPr/>
          <p:nvPr/>
        </p:nvSpPr>
        <p:spPr>
          <a:xfrm>
            <a:off x="434736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4" name=""/>
          <p:cNvSpPr/>
          <p:nvPr/>
        </p:nvSpPr>
        <p:spPr>
          <a:xfrm>
            <a:off x="434736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5" name=""/>
          <p:cNvSpPr/>
          <p:nvPr/>
        </p:nvSpPr>
        <p:spPr>
          <a:xfrm>
            <a:off x="434736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6" name=""/>
          <p:cNvSpPr/>
          <p:nvPr/>
        </p:nvSpPr>
        <p:spPr>
          <a:xfrm>
            <a:off x="434736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7" name=""/>
          <p:cNvSpPr/>
          <p:nvPr/>
        </p:nvSpPr>
        <p:spPr>
          <a:xfrm>
            <a:off x="434736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8" name=""/>
          <p:cNvSpPr/>
          <p:nvPr/>
        </p:nvSpPr>
        <p:spPr>
          <a:xfrm>
            <a:off x="434736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89" name=""/>
          <p:cNvSpPr/>
          <p:nvPr/>
        </p:nvSpPr>
        <p:spPr>
          <a:xfrm>
            <a:off x="434736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0" name=""/>
          <p:cNvSpPr/>
          <p:nvPr/>
        </p:nvSpPr>
        <p:spPr>
          <a:xfrm>
            <a:off x="4347360" y="38476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1" name=""/>
          <p:cNvSpPr/>
          <p:nvPr/>
        </p:nvSpPr>
        <p:spPr>
          <a:xfrm>
            <a:off x="445896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2" name=""/>
          <p:cNvSpPr/>
          <p:nvPr/>
        </p:nvSpPr>
        <p:spPr>
          <a:xfrm>
            <a:off x="445896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3" name=""/>
          <p:cNvSpPr/>
          <p:nvPr/>
        </p:nvSpPr>
        <p:spPr>
          <a:xfrm>
            <a:off x="445896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4" name=""/>
          <p:cNvSpPr/>
          <p:nvPr/>
        </p:nvSpPr>
        <p:spPr>
          <a:xfrm>
            <a:off x="445896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5" name=""/>
          <p:cNvSpPr/>
          <p:nvPr/>
        </p:nvSpPr>
        <p:spPr>
          <a:xfrm>
            <a:off x="445896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6" name=""/>
          <p:cNvSpPr/>
          <p:nvPr/>
        </p:nvSpPr>
        <p:spPr>
          <a:xfrm>
            <a:off x="445896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7" name=""/>
          <p:cNvSpPr/>
          <p:nvPr/>
        </p:nvSpPr>
        <p:spPr>
          <a:xfrm>
            <a:off x="4458960" y="42714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8" name=""/>
          <p:cNvSpPr/>
          <p:nvPr/>
        </p:nvSpPr>
        <p:spPr>
          <a:xfrm>
            <a:off x="445896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599" name=""/>
          <p:cNvSpPr/>
          <p:nvPr/>
        </p:nvSpPr>
        <p:spPr>
          <a:xfrm>
            <a:off x="457056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0" name=""/>
          <p:cNvSpPr/>
          <p:nvPr/>
        </p:nvSpPr>
        <p:spPr>
          <a:xfrm>
            <a:off x="457056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1" name=""/>
          <p:cNvSpPr/>
          <p:nvPr/>
        </p:nvSpPr>
        <p:spPr>
          <a:xfrm>
            <a:off x="457056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2" name=""/>
          <p:cNvSpPr/>
          <p:nvPr/>
        </p:nvSpPr>
        <p:spPr>
          <a:xfrm>
            <a:off x="457056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3" name=""/>
          <p:cNvSpPr/>
          <p:nvPr/>
        </p:nvSpPr>
        <p:spPr>
          <a:xfrm>
            <a:off x="457056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4" name=""/>
          <p:cNvSpPr/>
          <p:nvPr/>
        </p:nvSpPr>
        <p:spPr>
          <a:xfrm>
            <a:off x="457056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5" name=""/>
          <p:cNvSpPr/>
          <p:nvPr/>
        </p:nvSpPr>
        <p:spPr>
          <a:xfrm>
            <a:off x="457056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6" name=""/>
          <p:cNvSpPr/>
          <p:nvPr/>
        </p:nvSpPr>
        <p:spPr>
          <a:xfrm>
            <a:off x="4682160" y="47797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7" name=""/>
          <p:cNvSpPr/>
          <p:nvPr/>
        </p:nvSpPr>
        <p:spPr>
          <a:xfrm>
            <a:off x="4682160" y="469512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8" name=""/>
          <p:cNvSpPr/>
          <p:nvPr/>
        </p:nvSpPr>
        <p:spPr>
          <a:xfrm>
            <a:off x="4682160" y="46101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09" name=""/>
          <p:cNvSpPr/>
          <p:nvPr/>
        </p:nvSpPr>
        <p:spPr>
          <a:xfrm>
            <a:off x="4682160" y="45255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0" name=""/>
          <p:cNvSpPr/>
          <p:nvPr/>
        </p:nvSpPr>
        <p:spPr>
          <a:xfrm>
            <a:off x="4682160" y="44409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1" name=""/>
          <p:cNvSpPr/>
          <p:nvPr/>
        </p:nvSpPr>
        <p:spPr>
          <a:xfrm>
            <a:off x="4682160" y="435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5" y="0"/>
                </a:lnTo>
                <a:lnTo>
                  <a:pt x="0" y="40"/>
                </a:lnTo>
                <a:lnTo>
                  <a:pt x="0" y="118"/>
                </a:lnTo>
                <a:lnTo>
                  <a:pt x="155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2" name=""/>
          <p:cNvSpPr/>
          <p:nvPr/>
        </p:nvSpPr>
        <p:spPr>
          <a:xfrm>
            <a:off x="4682160" y="376308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9"/>
                </a:moveTo>
                <a:lnTo>
                  <a:pt x="310" y="39"/>
                </a:lnTo>
                <a:lnTo>
                  <a:pt x="155" y="0"/>
                </a:lnTo>
                <a:lnTo>
                  <a:pt x="0" y="39"/>
                </a:lnTo>
                <a:lnTo>
                  <a:pt x="0" y="119"/>
                </a:lnTo>
                <a:lnTo>
                  <a:pt x="155" y="158"/>
                </a:lnTo>
                <a:lnTo>
                  <a:pt x="310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3" name=""/>
          <p:cNvSpPr/>
          <p:nvPr/>
        </p:nvSpPr>
        <p:spPr>
          <a:xfrm>
            <a:off x="479340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4" name=""/>
          <p:cNvSpPr/>
          <p:nvPr/>
        </p:nvSpPr>
        <p:spPr>
          <a:xfrm>
            <a:off x="479340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5" name=""/>
          <p:cNvSpPr/>
          <p:nvPr/>
        </p:nvSpPr>
        <p:spPr>
          <a:xfrm>
            <a:off x="479340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6" name=""/>
          <p:cNvSpPr/>
          <p:nvPr/>
        </p:nvSpPr>
        <p:spPr>
          <a:xfrm>
            <a:off x="4793400" y="43560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7" name=""/>
          <p:cNvSpPr/>
          <p:nvPr/>
        </p:nvSpPr>
        <p:spPr>
          <a:xfrm>
            <a:off x="4793400" y="401724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8" name=""/>
          <p:cNvSpPr/>
          <p:nvPr/>
        </p:nvSpPr>
        <p:spPr>
          <a:xfrm>
            <a:off x="4905000" y="46951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19" name=""/>
          <p:cNvSpPr/>
          <p:nvPr/>
        </p:nvSpPr>
        <p:spPr>
          <a:xfrm>
            <a:off x="490500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0" name=""/>
          <p:cNvSpPr/>
          <p:nvPr/>
        </p:nvSpPr>
        <p:spPr>
          <a:xfrm>
            <a:off x="490500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1" name=""/>
          <p:cNvSpPr/>
          <p:nvPr/>
        </p:nvSpPr>
        <p:spPr>
          <a:xfrm>
            <a:off x="4905000" y="418680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7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7"/>
                </a:lnTo>
                <a:lnTo>
                  <a:pt x="156" y="158"/>
                </a:lnTo>
                <a:lnTo>
                  <a:pt x="311" y="117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2" name=""/>
          <p:cNvSpPr/>
          <p:nvPr/>
        </p:nvSpPr>
        <p:spPr>
          <a:xfrm>
            <a:off x="4905000" y="35089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3" name=""/>
          <p:cNvSpPr/>
          <p:nvPr/>
        </p:nvSpPr>
        <p:spPr>
          <a:xfrm>
            <a:off x="5016600" y="444096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4" name=""/>
          <p:cNvSpPr/>
          <p:nvPr/>
        </p:nvSpPr>
        <p:spPr>
          <a:xfrm>
            <a:off x="5016600" y="4356000"/>
            <a:ext cx="111600" cy="56880"/>
          </a:xfrm>
          <a:custGeom>
            <a:avLst/>
            <a:gdLst/>
            <a:ahLst/>
            <a:rect l="0" t="0" r="r" b="b"/>
            <a:pathLst>
              <a:path w="310" h="158">
                <a:moveTo>
                  <a:pt x="310" y="118"/>
                </a:moveTo>
                <a:lnTo>
                  <a:pt x="310" y="40"/>
                </a:lnTo>
                <a:lnTo>
                  <a:pt x="156" y="0"/>
                </a:lnTo>
                <a:lnTo>
                  <a:pt x="0" y="40"/>
                </a:lnTo>
                <a:lnTo>
                  <a:pt x="0" y="118"/>
                </a:lnTo>
                <a:lnTo>
                  <a:pt x="156" y="158"/>
                </a:lnTo>
                <a:lnTo>
                  <a:pt x="310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5" name=""/>
          <p:cNvSpPr/>
          <p:nvPr/>
        </p:nvSpPr>
        <p:spPr>
          <a:xfrm>
            <a:off x="5127840" y="477972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6" name=""/>
          <p:cNvSpPr/>
          <p:nvPr/>
        </p:nvSpPr>
        <p:spPr>
          <a:xfrm>
            <a:off x="5127840" y="46101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40"/>
                </a:lnTo>
                <a:lnTo>
                  <a:pt x="156" y="0"/>
                </a:lnTo>
                <a:lnTo>
                  <a:pt x="0" y="40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7" name=""/>
          <p:cNvSpPr/>
          <p:nvPr/>
        </p:nvSpPr>
        <p:spPr>
          <a:xfrm>
            <a:off x="512784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8" name=""/>
          <p:cNvSpPr/>
          <p:nvPr/>
        </p:nvSpPr>
        <p:spPr>
          <a:xfrm>
            <a:off x="512784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29" name=""/>
          <p:cNvSpPr/>
          <p:nvPr/>
        </p:nvSpPr>
        <p:spPr>
          <a:xfrm>
            <a:off x="5127840" y="3932640"/>
            <a:ext cx="111960" cy="56520"/>
          </a:xfrm>
          <a:custGeom>
            <a:avLst/>
            <a:gdLst/>
            <a:ahLst/>
            <a:rect l="0" t="0" r="r" b="b"/>
            <a:pathLst>
              <a:path w="311" h="157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7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30" name=""/>
          <p:cNvSpPr/>
          <p:nvPr/>
        </p:nvSpPr>
        <p:spPr>
          <a:xfrm>
            <a:off x="5127840" y="376308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9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9"/>
                </a:lnTo>
                <a:lnTo>
                  <a:pt x="156" y="158"/>
                </a:lnTo>
                <a:lnTo>
                  <a:pt x="311" y="119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31" name=""/>
          <p:cNvSpPr/>
          <p:nvPr/>
        </p:nvSpPr>
        <p:spPr>
          <a:xfrm>
            <a:off x="5239440" y="44409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32" name=""/>
          <p:cNvSpPr/>
          <p:nvPr/>
        </p:nvSpPr>
        <p:spPr>
          <a:xfrm>
            <a:off x="535104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33" name=""/>
          <p:cNvSpPr/>
          <p:nvPr/>
        </p:nvSpPr>
        <p:spPr>
          <a:xfrm>
            <a:off x="5573880" y="4525560"/>
            <a:ext cx="111960" cy="56880"/>
          </a:xfrm>
          <a:custGeom>
            <a:avLst/>
            <a:gdLst/>
            <a:ahLst/>
            <a:rect l="0" t="0" r="r" b="b"/>
            <a:pathLst>
              <a:path w="311" h="158">
                <a:moveTo>
                  <a:pt x="311" y="118"/>
                </a:moveTo>
                <a:lnTo>
                  <a:pt x="311" y="39"/>
                </a:lnTo>
                <a:lnTo>
                  <a:pt x="156" y="0"/>
                </a:lnTo>
                <a:lnTo>
                  <a:pt x="0" y="39"/>
                </a:lnTo>
                <a:lnTo>
                  <a:pt x="0" y="118"/>
                </a:lnTo>
                <a:lnTo>
                  <a:pt x="156" y="158"/>
                </a:lnTo>
                <a:lnTo>
                  <a:pt x="311" y="118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round/>
          </a:ln>
        </p:spPr>
      </p:sp>
      <p:sp>
        <p:nvSpPr>
          <p:cNvPr id="634" name=""/>
          <p:cNvSpPr/>
          <p:nvPr/>
        </p:nvSpPr>
        <p:spPr>
          <a:xfrm>
            <a:off x="1614600" y="236952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2" y="126"/>
                  <a:pt x="114" y="113"/>
                </a:cubicBezTo>
                <a:cubicBezTo>
                  <a:pt x="126" y="101"/>
                  <a:pt x="133" y="84"/>
                  <a:pt x="133" y="67"/>
                </a:cubicBezTo>
                <a:cubicBezTo>
                  <a:pt x="133" y="49"/>
                  <a:pt x="126" y="31"/>
                  <a:pt x="114" y="19"/>
                </a:cubicBezTo>
                <a:cubicBezTo>
                  <a:pt x="102" y="7"/>
                  <a:pt x="85" y="0"/>
                  <a:pt x="67" y="0"/>
                </a:cubicBezTo>
                <a:cubicBezTo>
                  <a:pt x="50" y="0"/>
                  <a:pt x="32" y="7"/>
                  <a:pt x="20" y="19"/>
                </a:cubicBezTo>
                <a:cubicBezTo>
                  <a:pt x="7" y="31"/>
                  <a:pt x="0" y="49"/>
                  <a:pt x="0" y="67"/>
                </a:cubicBezTo>
                <a:cubicBezTo>
                  <a:pt x="0" y="84"/>
                  <a:pt x="7" y="101"/>
                  <a:pt x="20" y="113"/>
                </a:cubicBezTo>
                <a:cubicBezTo>
                  <a:pt x="32" y="126"/>
                  <a:pt x="50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35" name=""/>
          <p:cNvSpPr/>
          <p:nvPr/>
        </p:nvSpPr>
        <p:spPr>
          <a:xfrm>
            <a:off x="3989160" y="252972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4" y="133"/>
                  <a:pt x="101" y="126"/>
                  <a:pt x="113" y="112"/>
                </a:cubicBezTo>
                <a:cubicBezTo>
                  <a:pt x="126" y="100"/>
                  <a:pt x="133" y="83"/>
                  <a:pt x="133" y="66"/>
                </a:cubicBezTo>
                <a:cubicBezTo>
                  <a:pt x="133" y="48"/>
                  <a:pt x="126" y="31"/>
                  <a:pt x="113" y="19"/>
                </a:cubicBezTo>
                <a:cubicBezTo>
                  <a:pt x="101" y="6"/>
                  <a:pt x="84" y="0"/>
                  <a:pt x="66" y="0"/>
                </a:cubicBezTo>
                <a:cubicBezTo>
                  <a:pt x="49" y="0"/>
                  <a:pt x="32" y="6"/>
                  <a:pt x="20" y="19"/>
                </a:cubicBezTo>
                <a:cubicBezTo>
                  <a:pt x="7" y="31"/>
                  <a:pt x="0" y="48"/>
                  <a:pt x="0" y="66"/>
                </a:cubicBezTo>
                <a:cubicBezTo>
                  <a:pt x="0" y="83"/>
                  <a:pt x="7" y="100"/>
                  <a:pt x="20" y="112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36" name=""/>
          <p:cNvSpPr/>
          <p:nvPr/>
        </p:nvSpPr>
        <p:spPr>
          <a:xfrm>
            <a:off x="3012840" y="263268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5" y="133"/>
                  <a:pt x="102" y="126"/>
                  <a:pt x="114" y="114"/>
                </a:cubicBezTo>
                <a:cubicBezTo>
                  <a:pt x="127" y="101"/>
                  <a:pt x="133" y="83"/>
                  <a:pt x="133" y="66"/>
                </a:cubicBezTo>
                <a:cubicBezTo>
                  <a:pt x="133" y="48"/>
                  <a:pt x="127" y="32"/>
                  <a:pt x="114" y="19"/>
                </a:cubicBezTo>
                <a:cubicBezTo>
                  <a:pt x="102" y="7"/>
                  <a:pt x="85" y="0"/>
                  <a:pt x="66" y="0"/>
                </a:cubicBezTo>
                <a:cubicBezTo>
                  <a:pt x="49" y="0"/>
                  <a:pt x="32" y="7"/>
                  <a:pt x="20" y="19"/>
                </a:cubicBezTo>
                <a:cubicBezTo>
                  <a:pt x="7" y="32"/>
                  <a:pt x="0" y="48"/>
                  <a:pt x="0" y="66"/>
                </a:cubicBezTo>
                <a:cubicBezTo>
                  <a:pt x="0" y="83"/>
                  <a:pt x="7" y="101"/>
                  <a:pt x="20" y="114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37" name=""/>
          <p:cNvSpPr/>
          <p:nvPr/>
        </p:nvSpPr>
        <p:spPr>
          <a:xfrm>
            <a:off x="4008240" y="272700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5" y="133"/>
                  <a:pt x="102" y="126"/>
                  <a:pt x="114" y="114"/>
                </a:cubicBezTo>
                <a:cubicBezTo>
                  <a:pt x="126" y="101"/>
                  <a:pt x="133" y="84"/>
                  <a:pt x="133" y="66"/>
                </a:cubicBezTo>
                <a:cubicBezTo>
                  <a:pt x="133" y="49"/>
                  <a:pt x="126" y="32"/>
                  <a:pt x="114" y="20"/>
                </a:cubicBezTo>
                <a:cubicBezTo>
                  <a:pt x="102" y="7"/>
                  <a:pt x="85" y="0"/>
                  <a:pt x="66" y="0"/>
                </a:cubicBezTo>
                <a:cubicBezTo>
                  <a:pt x="49" y="0"/>
                  <a:pt x="32" y="7"/>
                  <a:pt x="20" y="20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4"/>
                  <a:pt x="7" y="101"/>
                  <a:pt x="20" y="114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38" name=""/>
          <p:cNvSpPr/>
          <p:nvPr/>
        </p:nvSpPr>
        <p:spPr>
          <a:xfrm>
            <a:off x="1321560" y="274320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1" y="126"/>
                  <a:pt x="114" y="113"/>
                </a:cubicBezTo>
                <a:cubicBezTo>
                  <a:pt x="126" y="101"/>
                  <a:pt x="133" y="84"/>
                  <a:pt x="133" y="67"/>
                </a:cubicBezTo>
                <a:cubicBezTo>
                  <a:pt x="133" y="49"/>
                  <a:pt x="126" y="31"/>
                  <a:pt x="114" y="19"/>
                </a:cubicBezTo>
                <a:cubicBezTo>
                  <a:pt x="101" y="7"/>
                  <a:pt x="85" y="0"/>
                  <a:pt x="67" y="0"/>
                </a:cubicBezTo>
                <a:cubicBezTo>
                  <a:pt x="49" y="0"/>
                  <a:pt x="32" y="7"/>
                  <a:pt x="20" y="19"/>
                </a:cubicBezTo>
                <a:cubicBezTo>
                  <a:pt x="7" y="31"/>
                  <a:pt x="0" y="49"/>
                  <a:pt x="0" y="67"/>
                </a:cubicBezTo>
                <a:cubicBezTo>
                  <a:pt x="0" y="84"/>
                  <a:pt x="7" y="101"/>
                  <a:pt x="20" y="113"/>
                </a:cubicBezTo>
                <a:cubicBezTo>
                  <a:pt x="32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39" name=""/>
          <p:cNvSpPr/>
          <p:nvPr/>
        </p:nvSpPr>
        <p:spPr>
          <a:xfrm>
            <a:off x="4484520" y="277956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2" y="126"/>
                  <a:pt x="114" y="114"/>
                </a:cubicBezTo>
                <a:cubicBezTo>
                  <a:pt x="126" y="102"/>
                  <a:pt x="133" y="85"/>
                  <a:pt x="133" y="66"/>
                </a:cubicBezTo>
                <a:cubicBezTo>
                  <a:pt x="133" y="49"/>
                  <a:pt x="126" y="32"/>
                  <a:pt x="114" y="20"/>
                </a:cubicBezTo>
                <a:cubicBezTo>
                  <a:pt x="102" y="7"/>
                  <a:pt x="85" y="0"/>
                  <a:pt x="67" y="0"/>
                </a:cubicBezTo>
                <a:cubicBezTo>
                  <a:pt x="49" y="0"/>
                  <a:pt x="32" y="7"/>
                  <a:pt x="20" y="20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5"/>
                  <a:pt x="7" y="102"/>
                  <a:pt x="20" y="114"/>
                </a:cubicBezTo>
                <a:cubicBezTo>
                  <a:pt x="32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0" name=""/>
          <p:cNvSpPr/>
          <p:nvPr/>
        </p:nvSpPr>
        <p:spPr>
          <a:xfrm>
            <a:off x="2549520" y="281448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1" y="126"/>
                  <a:pt x="114" y="114"/>
                </a:cubicBezTo>
                <a:cubicBezTo>
                  <a:pt x="126" y="100"/>
                  <a:pt x="133" y="84"/>
                  <a:pt x="133" y="66"/>
                </a:cubicBezTo>
                <a:cubicBezTo>
                  <a:pt x="133" y="49"/>
                  <a:pt x="126" y="32"/>
                  <a:pt x="114" y="19"/>
                </a:cubicBezTo>
                <a:cubicBezTo>
                  <a:pt x="101" y="7"/>
                  <a:pt x="85" y="0"/>
                  <a:pt x="67" y="0"/>
                </a:cubicBezTo>
                <a:cubicBezTo>
                  <a:pt x="49" y="0"/>
                  <a:pt x="32" y="7"/>
                  <a:pt x="19" y="19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4"/>
                  <a:pt x="7" y="100"/>
                  <a:pt x="19" y="114"/>
                </a:cubicBezTo>
                <a:cubicBezTo>
                  <a:pt x="32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1" name=""/>
          <p:cNvSpPr/>
          <p:nvPr/>
        </p:nvSpPr>
        <p:spPr>
          <a:xfrm>
            <a:off x="3983040" y="282564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4" y="133"/>
                  <a:pt x="101" y="126"/>
                  <a:pt x="113" y="114"/>
                </a:cubicBezTo>
                <a:cubicBezTo>
                  <a:pt x="126" y="101"/>
                  <a:pt x="133" y="84"/>
                  <a:pt x="133" y="66"/>
                </a:cubicBezTo>
                <a:cubicBezTo>
                  <a:pt x="133" y="48"/>
                  <a:pt x="126" y="32"/>
                  <a:pt x="113" y="19"/>
                </a:cubicBezTo>
                <a:cubicBezTo>
                  <a:pt x="101" y="7"/>
                  <a:pt x="84" y="0"/>
                  <a:pt x="67" y="0"/>
                </a:cubicBezTo>
                <a:cubicBezTo>
                  <a:pt x="49" y="0"/>
                  <a:pt x="32" y="7"/>
                  <a:pt x="20" y="19"/>
                </a:cubicBezTo>
                <a:cubicBezTo>
                  <a:pt x="8" y="32"/>
                  <a:pt x="0" y="48"/>
                  <a:pt x="0" y="66"/>
                </a:cubicBezTo>
                <a:cubicBezTo>
                  <a:pt x="0" y="84"/>
                  <a:pt x="8" y="101"/>
                  <a:pt x="20" y="114"/>
                </a:cubicBezTo>
                <a:cubicBezTo>
                  <a:pt x="32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2" name=""/>
          <p:cNvSpPr/>
          <p:nvPr/>
        </p:nvSpPr>
        <p:spPr>
          <a:xfrm>
            <a:off x="3835440" y="296280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4" y="133"/>
                  <a:pt x="101" y="126"/>
                  <a:pt x="113" y="114"/>
                </a:cubicBezTo>
                <a:cubicBezTo>
                  <a:pt x="126" y="101"/>
                  <a:pt x="133" y="84"/>
                  <a:pt x="133" y="66"/>
                </a:cubicBezTo>
                <a:cubicBezTo>
                  <a:pt x="133" y="49"/>
                  <a:pt x="126" y="32"/>
                  <a:pt x="113" y="19"/>
                </a:cubicBezTo>
                <a:cubicBezTo>
                  <a:pt x="101" y="7"/>
                  <a:pt x="84" y="0"/>
                  <a:pt x="67" y="0"/>
                </a:cubicBezTo>
                <a:cubicBezTo>
                  <a:pt x="49" y="0"/>
                  <a:pt x="32" y="7"/>
                  <a:pt x="19" y="19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4"/>
                  <a:pt x="7" y="101"/>
                  <a:pt x="19" y="114"/>
                </a:cubicBezTo>
                <a:cubicBezTo>
                  <a:pt x="32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3" name=""/>
          <p:cNvSpPr/>
          <p:nvPr/>
        </p:nvSpPr>
        <p:spPr>
          <a:xfrm>
            <a:off x="2407320" y="299664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2" y="125"/>
                  <a:pt x="114" y="112"/>
                </a:cubicBezTo>
                <a:cubicBezTo>
                  <a:pt x="126" y="100"/>
                  <a:pt x="133" y="83"/>
                  <a:pt x="133" y="66"/>
                </a:cubicBezTo>
                <a:cubicBezTo>
                  <a:pt x="133" y="48"/>
                  <a:pt x="126" y="31"/>
                  <a:pt x="114" y="19"/>
                </a:cubicBezTo>
                <a:cubicBezTo>
                  <a:pt x="102" y="7"/>
                  <a:pt x="85" y="0"/>
                  <a:pt x="67" y="0"/>
                </a:cubicBezTo>
                <a:cubicBezTo>
                  <a:pt x="49" y="0"/>
                  <a:pt x="32" y="7"/>
                  <a:pt x="20" y="19"/>
                </a:cubicBezTo>
                <a:cubicBezTo>
                  <a:pt x="7" y="31"/>
                  <a:pt x="0" y="48"/>
                  <a:pt x="0" y="66"/>
                </a:cubicBezTo>
                <a:cubicBezTo>
                  <a:pt x="0" y="83"/>
                  <a:pt x="7" y="100"/>
                  <a:pt x="20" y="112"/>
                </a:cubicBezTo>
                <a:cubicBezTo>
                  <a:pt x="32" y="125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4" name=""/>
          <p:cNvSpPr/>
          <p:nvPr/>
        </p:nvSpPr>
        <p:spPr>
          <a:xfrm>
            <a:off x="6440040" y="303552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3" y="133"/>
                  <a:pt x="100" y="126"/>
                  <a:pt x="112" y="114"/>
                </a:cubicBezTo>
                <a:cubicBezTo>
                  <a:pt x="126" y="102"/>
                  <a:pt x="133" y="85"/>
                  <a:pt x="133" y="67"/>
                </a:cubicBezTo>
                <a:cubicBezTo>
                  <a:pt x="133" y="50"/>
                  <a:pt x="126" y="33"/>
                  <a:pt x="112" y="21"/>
                </a:cubicBezTo>
                <a:cubicBezTo>
                  <a:pt x="100" y="7"/>
                  <a:pt x="83" y="0"/>
                  <a:pt x="66" y="0"/>
                </a:cubicBezTo>
                <a:cubicBezTo>
                  <a:pt x="48" y="0"/>
                  <a:pt x="31" y="7"/>
                  <a:pt x="19" y="21"/>
                </a:cubicBezTo>
                <a:cubicBezTo>
                  <a:pt x="7" y="33"/>
                  <a:pt x="0" y="50"/>
                  <a:pt x="0" y="67"/>
                </a:cubicBezTo>
                <a:cubicBezTo>
                  <a:pt x="0" y="85"/>
                  <a:pt x="7" y="102"/>
                  <a:pt x="19" y="114"/>
                </a:cubicBezTo>
                <a:cubicBezTo>
                  <a:pt x="31" y="126"/>
                  <a:pt x="48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5" name=""/>
          <p:cNvSpPr/>
          <p:nvPr/>
        </p:nvSpPr>
        <p:spPr>
          <a:xfrm>
            <a:off x="532800" y="303912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4" y="133"/>
                  <a:pt x="101" y="126"/>
                  <a:pt x="113" y="113"/>
                </a:cubicBezTo>
                <a:cubicBezTo>
                  <a:pt x="126" y="101"/>
                  <a:pt x="133" y="84"/>
                  <a:pt x="133" y="67"/>
                </a:cubicBezTo>
                <a:cubicBezTo>
                  <a:pt x="133" y="49"/>
                  <a:pt x="126" y="32"/>
                  <a:pt x="113" y="20"/>
                </a:cubicBezTo>
                <a:cubicBezTo>
                  <a:pt x="101" y="7"/>
                  <a:pt x="84" y="0"/>
                  <a:pt x="67" y="0"/>
                </a:cubicBezTo>
                <a:cubicBezTo>
                  <a:pt x="49" y="0"/>
                  <a:pt x="32" y="7"/>
                  <a:pt x="19" y="20"/>
                </a:cubicBezTo>
                <a:cubicBezTo>
                  <a:pt x="7" y="32"/>
                  <a:pt x="0" y="49"/>
                  <a:pt x="0" y="67"/>
                </a:cubicBezTo>
                <a:cubicBezTo>
                  <a:pt x="0" y="84"/>
                  <a:pt x="7" y="101"/>
                  <a:pt x="19" y="113"/>
                </a:cubicBezTo>
                <a:cubicBezTo>
                  <a:pt x="32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6" name=""/>
          <p:cNvSpPr/>
          <p:nvPr/>
        </p:nvSpPr>
        <p:spPr>
          <a:xfrm>
            <a:off x="2664360" y="3040200"/>
            <a:ext cx="48240" cy="47880"/>
          </a:xfrm>
          <a:custGeom>
            <a:avLst/>
            <a:gdLst/>
            <a:ahLst/>
            <a:rect l="0" t="0" r="r" b="b"/>
            <a:pathLst>
              <a:path w="134" h="133">
                <a:moveTo>
                  <a:pt x="67" y="133"/>
                </a:moveTo>
                <a:cubicBezTo>
                  <a:pt x="84" y="133"/>
                  <a:pt x="101" y="126"/>
                  <a:pt x="113" y="113"/>
                </a:cubicBezTo>
                <a:cubicBezTo>
                  <a:pt x="126" y="101"/>
                  <a:pt x="134" y="84"/>
                  <a:pt x="134" y="67"/>
                </a:cubicBezTo>
                <a:cubicBezTo>
                  <a:pt x="134" y="49"/>
                  <a:pt x="126" y="32"/>
                  <a:pt x="113" y="20"/>
                </a:cubicBezTo>
                <a:cubicBezTo>
                  <a:pt x="101" y="8"/>
                  <a:pt x="84" y="0"/>
                  <a:pt x="67" y="0"/>
                </a:cubicBezTo>
                <a:cubicBezTo>
                  <a:pt x="49" y="0"/>
                  <a:pt x="32" y="8"/>
                  <a:pt x="20" y="20"/>
                </a:cubicBezTo>
                <a:cubicBezTo>
                  <a:pt x="8" y="32"/>
                  <a:pt x="0" y="49"/>
                  <a:pt x="0" y="67"/>
                </a:cubicBezTo>
                <a:cubicBezTo>
                  <a:pt x="0" y="84"/>
                  <a:pt x="8" y="101"/>
                  <a:pt x="20" y="113"/>
                </a:cubicBezTo>
                <a:cubicBezTo>
                  <a:pt x="32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7" name=""/>
          <p:cNvSpPr/>
          <p:nvPr/>
        </p:nvSpPr>
        <p:spPr>
          <a:xfrm>
            <a:off x="4831560" y="304704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4" y="133"/>
                  <a:pt x="101" y="126"/>
                  <a:pt x="114" y="112"/>
                </a:cubicBezTo>
                <a:cubicBezTo>
                  <a:pt x="126" y="100"/>
                  <a:pt x="133" y="83"/>
                  <a:pt x="133" y="66"/>
                </a:cubicBezTo>
                <a:cubicBezTo>
                  <a:pt x="133" y="48"/>
                  <a:pt x="126" y="31"/>
                  <a:pt x="114" y="19"/>
                </a:cubicBezTo>
                <a:cubicBezTo>
                  <a:pt x="101" y="7"/>
                  <a:pt x="84" y="0"/>
                  <a:pt x="67" y="0"/>
                </a:cubicBezTo>
                <a:cubicBezTo>
                  <a:pt x="49" y="0"/>
                  <a:pt x="33" y="7"/>
                  <a:pt x="20" y="19"/>
                </a:cubicBezTo>
                <a:cubicBezTo>
                  <a:pt x="8" y="31"/>
                  <a:pt x="0" y="48"/>
                  <a:pt x="0" y="66"/>
                </a:cubicBezTo>
                <a:cubicBezTo>
                  <a:pt x="0" y="83"/>
                  <a:pt x="8" y="100"/>
                  <a:pt x="20" y="112"/>
                </a:cubicBezTo>
                <a:cubicBezTo>
                  <a:pt x="33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8" name=""/>
          <p:cNvSpPr/>
          <p:nvPr/>
        </p:nvSpPr>
        <p:spPr>
          <a:xfrm>
            <a:off x="5191920" y="304848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4" y="133"/>
                  <a:pt x="101" y="126"/>
                  <a:pt x="114" y="114"/>
                </a:cubicBezTo>
                <a:cubicBezTo>
                  <a:pt x="126" y="101"/>
                  <a:pt x="133" y="84"/>
                  <a:pt x="133" y="66"/>
                </a:cubicBezTo>
                <a:cubicBezTo>
                  <a:pt x="133" y="49"/>
                  <a:pt x="126" y="32"/>
                  <a:pt x="114" y="20"/>
                </a:cubicBezTo>
                <a:cubicBezTo>
                  <a:pt x="101" y="7"/>
                  <a:pt x="84" y="0"/>
                  <a:pt x="67" y="0"/>
                </a:cubicBezTo>
                <a:cubicBezTo>
                  <a:pt x="48" y="0"/>
                  <a:pt x="32" y="7"/>
                  <a:pt x="19" y="20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4"/>
                  <a:pt x="7" y="101"/>
                  <a:pt x="19" y="114"/>
                </a:cubicBezTo>
                <a:cubicBezTo>
                  <a:pt x="32" y="126"/>
                  <a:pt x="48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49" name=""/>
          <p:cNvSpPr/>
          <p:nvPr/>
        </p:nvSpPr>
        <p:spPr>
          <a:xfrm>
            <a:off x="2391120" y="304884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4" y="133"/>
                  <a:pt x="101" y="126"/>
                  <a:pt x="114" y="114"/>
                </a:cubicBezTo>
                <a:cubicBezTo>
                  <a:pt x="126" y="101"/>
                  <a:pt x="133" y="84"/>
                  <a:pt x="133" y="66"/>
                </a:cubicBezTo>
                <a:cubicBezTo>
                  <a:pt x="133" y="49"/>
                  <a:pt x="126" y="32"/>
                  <a:pt x="114" y="20"/>
                </a:cubicBezTo>
                <a:cubicBezTo>
                  <a:pt x="101" y="7"/>
                  <a:pt x="84" y="0"/>
                  <a:pt x="66" y="0"/>
                </a:cubicBezTo>
                <a:cubicBezTo>
                  <a:pt x="49" y="0"/>
                  <a:pt x="32" y="7"/>
                  <a:pt x="20" y="20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4"/>
                  <a:pt x="7" y="101"/>
                  <a:pt x="20" y="114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0" name=""/>
          <p:cNvSpPr/>
          <p:nvPr/>
        </p:nvSpPr>
        <p:spPr>
          <a:xfrm>
            <a:off x="4361760" y="306756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2" y="126"/>
                  <a:pt x="114" y="114"/>
                </a:cubicBezTo>
                <a:cubicBezTo>
                  <a:pt x="126" y="102"/>
                  <a:pt x="133" y="85"/>
                  <a:pt x="133" y="67"/>
                </a:cubicBezTo>
                <a:cubicBezTo>
                  <a:pt x="133" y="49"/>
                  <a:pt x="126" y="32"/>
                  <a:pt x="114" y="20"/>
                </a:cubicBezTo>
                <a:cubicBezTo>
                  <a:pt x="102" y="7"/>
                  <a:pt x="85" y="0"/>
                  <a:pt x="67" y="0"/>
                </a:cubicBezTo>
                <a:cubicBezTo>
                  <a:pt x="50" y="0"/>
                  <a:pt x="33" y="7"/>
                  <a:pt x="21" y="20"/>
                </a:cubicBezTo>
                <a:cubicBezTo>
                  <a:pt x="8" y="32"/>
                  <a:pt x="0" y="49"/>
                  <a:pt x="0" y="67"/>
                </a:cubicBezTo>
                <a:cubicBezTo>
                  <a:pt x="0" y="85"/>
                  <a:pt x="8" y="102"/>
                  <a:pt x="21" y="114"/>
                </a:cubicBezTo>
                <a:cubicBezTo>
                  <a:pt x="33" y="126"/>
                  <a:pt x="50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1" name=""/>
          <p:cNvSpPr/>
          <p:nvPr/>
        </p:nvSpPr>
        <p:spPr>
          <a:xfrm>
            <a:off x="3846240" y="306864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4" y="133"/>
                  <a:pt x="101" y="126"/>
                  <a:pt x="113" y="114"/>
                </a:cubicBezTo>
                <a:cubicBezTo>
                  <a:pt x="126" y="101"/>
                  <a:pt x="133" y="85"/>
                  <a:pt x="133" y="67"/>
                </a:cubicBezTo>
                <a:cubicBezTo>
                  <a:pt x="133" y="49"/>
                  <a:pt x="126" y="32"/>
                  <a:pt x="113" y="19"/>
                </a:cubicBezTo>
                <a:cubicBezTo>
                  <a:pt x="101" y="7"/>
                  <a:pt x="84" y="0"/>
                  <a:pt x="66" y="0"/>
                </a:cubicBezTo>
                <a:cubicBezTo>
                  <a:pt x="49" y="0"/>
                  <a:pt x="32" y="7"/>
                  <a:pt x="20" y="19"/>
                </a:cubicBezTo>
                <a:cubicBezTo>
                  <a:pt x="7" y="32"/>
                  <a:pt x="0" y="49"/>
                  <a:pt x="0" y="67"/>
                </a:cubicBezTo>
                <a:cubicBezTo>
                  <a:pt x="0" y="85"/>
                  <a:pt x="7" y="101"/>
                  <a:pt x="20" y="114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2" name=""/>
          <p:cNvSpPr/>
          <p:nvPr/>
        </p:nvSpPr>
        <p:spPr>
          <a:xfrm>
            <a:off x="4263480" y="307404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4" y="133"/>
                  <a:pt x="101" y="126"/>
                  <a:pt x="114" y="113"/>
                </a:cubicBezTo>
                <a:cubicBezTo>
                  <a:pt x="126" y="101"/>
                  <a:pt x="133" y="84"/>
                  <a:pt x="133" y="67"/>
                </a:cubicBezTo>
                <a:cubicBezTo>
                  <a:pt x="133" y="49"/>
                  <a:pt x="126" y="31"/>
                  <a:pt x="114" y="19"/>
                </a:cubicBezTo>
                <a:cubicBezTo>
                  <a:pt x="101" y="6"/>
                  <a:pt x="84" y="0"/>
                  <a:pt x="67" y="0"/>
                </a:cubicBezTo>
                <a:cubicBezTo>
                  <a:pt x="49" y="0"/>
                  <a:pt x="33" y="6"/>
                  <a:pt x="20" y="19"/>
                </a:cubicBezTo>
                <a:cubicBezTo>
                  <a:pt x="7" y="31"/>
                  <a:pt x="0" y="49"/>
                  <a:pt x="0" y="67"/>
                </a:cubicBezTo>
                <a:cubicBezTo>
                  <a:pt x="0" y="84"/>
                  <a:pt x="7" y="101"/>
                  <a:pt x="20" y="113"/>
                </a:cubicBezTo>
                <a:cubicBezTo>
                  <a:pt x="33" y="126"/>
                  <a:pt x="49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3" name=""/>
          <p:cNvSpPr/>
          <p:nvPr/>
        </p:nvSpPr>
        <p:spPr>
          <a:xfrm>
            <a:off x="3192840" y="309060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4" y="133"/>
                  <a:pt x="101" y="125"/>
                  <a:pt x="114" y="113"/>
                </a:cubicBezTo>
                <a:cubicBezTo>
                  <a:pt x="126" y="100"/>
                  <a:pt x="133" y="84"/>
                  <a:pt x="133" y="66"/>
                </a:cubicBezTo>
                <a:cubicBezTo>
                  <a:pt x="133" y="49"/>
                  <a:pt x="126" y="32"/>
                  <a:pt x="114" y="19"/>
                </a:cubicBezTo>
                <a:cubicBezTo>
                  <a:pt x="101" y="7"/>
                  <a:pt x="84" y="0"/>
                  <a:pt x="66" y="0"/>
                </a:cubicBezTo>
                <a:cubicBezTo>
                  <a:pt x="49" y="0"/>
                  <a:pt x="32" y="7"/>
                  <a:pt x="20" y="19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4"/>
                  <a:pt x="7" y="100"/>
                  <a:pt x="20" y="113"/>
                </a:cubicBezTo>
                <a:cubicBezTo>
                  <a:pt x="32" y="125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4" name=""/>
          <p:cNvSpPr/>
          <p:nvPr/>
        </p:nvSpPr>
        <p:spPr>
          <a:xfrm>
            <a:off x="4218840" y="313056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2" y="126"/>
                  <a:pt x="114" y="114"/>
                </a:cubicBezTo>
                <a:cubicBezTo>
                  <a:pt x="126" y="102"/>
                  <a:pt x="133" y="85"/>
                  <a:pt x="133" y="67"/>
                </a:cubicBezTo>
                <a:cubicBezTo>
                  <a:pt x="133" y="50"/>
                  <a:pt x="126" y="33"/>
                  <a:pt x="114" y="21"/>
                </a:cubicBezTo>
                <a:cubicBezTo>
                  <a:pt x="102" y="7"/>
                  <a:pt x="85" y="0"/>
                  <a:pt x="67" y="0"/>
                </a:cubicBezTo>
                <a:cubicBezTo>
                  <a:pt x="50" y="0"/>
                  <a:pt x="33" y="7"/>
                  <a:pt x="21" y="21"/>
                </a:cubicBezTo>
                <a:cubicBezTo>
                  <a:pt x="8" y="33"/>
                  <a:pt x="0" y="50"/>
                  <a:pt x="0" y="67"/>
                </a:cubicBezTo>
                <a:cubicBezTo>
                  <a:pt x="0" y="85"/>
                  <a:pt x="8" y="102"/>
                  <a:pt x="21" y="114"/>
                </a:cubicBezTo>
                <a:cubicBezTo>
                  <a:pt x="33" y="126"/>
                  <a:pt x="50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5" name=""/>
          <p:cNvSpPr/>
          <p:nvPr/>
        </p:nvSpPr>
        <p:spPr>
          <a:xfrm>
            <a:off x="4513320" y="313776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4" y="133"/>
                  <a:pt x="101" y="125"/>
                  <a:pt x="114" y="112"/>
                </a:cubicBezTo>
                <a:cubicBezTo>
                  <a:pt x="126" y="100"/>
                  <a:pt x="133" y="83"/>
                  <a:pt x="133" y="66"/>
                </a:cubicBezTo>
                <a:cubicBezTo>
                  <a:pt x="133" y="48"/>
                  <a:pt x="126" y="32"/>
                  <a:pt x="114" y="19"/>
                </a:cubicBezTo>
                <a:cubicBezTo>
                  <a:pt x="101" y="7"/>
                  <a:pt x="84" y="0"/>
                  <a:pt x="66" y="0"/>
                </a:cubicBezTo>
                <a:cubicBezTo>
                  <a:pt x="49" y="0"/>
                  <a:pt x="32" y="7"/>
                  <a:pt x="20" y="19"/>
                </a:cubicBezTo>
                <a:cubicBezTo>
                  <a:pt x="7" y="32"/>
                  <a:pt x="0" y="48"/>
                  <a:pt x="0" y="66"/>
                </a:cubicBezTo>
                <a:cubicBezTo>
                  <a:pt x="0" y="83"/>
                  <a:pt x="7" y="100"/>
                  <a:pt x="20" y="112"/>
                </a:cubicBezTo>
                <a:cubicBezTo>
                  <a:pt x="32" y="125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6" name=""/>
          <p:cNvSpPr/>
          <p:nvPr/>
        </p:nvSpPr>
        <p:spPr>
          <a:xfrm>
            <a:off x="4122720" y="318168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1" y="126"/>
                  <a:pt x="114" y="114"/>
                </a:cubicBezTo>
                <a:cubicBezTo>
                  <a:pt x="126" y="101"/>
                  <a:pt x="133" y="85"/>
                  <a:pt x="133" y="67"/>
                </a:cubicBezTo>
                <a:cubicBezTo>
                  <a:pt x="133" y="50"/>
                  <a:pt x="126" y="33"/>
                  <a:pt x="114" y="21"/>
                </a:cubicBezTo>
                <a:cubicBezTo>
                  <a:pt x="101" y="8"/>
                  <a:pt x="85" y="0"/>
                  <a:pt x="67" y="0"/>
                </a:cubicBezTo>
                <a:cubicBezTo>
                  <a:pt x="50" y="0"/>
                  <a:pt x="33" y="8"/>
                  <a:pt x="20" y="21"/>
                </a:cubicBezTo>
                <a:cubicBezTo>
                  <a:pt x="7" y="33"/>
                  <a:pt x="0" y="50"/>
                  <a:pt x="0" y="67"/>
                </a:cubicBezTo>
                <a:cubicBezTo>
                  <a:pt x="0" y="85"/>
                  <a:pt x="7" y="101"/>
                  <a:pt x="20" y="114"/>
                </a:cubicBezTo>
                <a:cubicBezTo>
                  <a:pt x="33" y="126"/>
                  <a:pt x="50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7" name=""/>
          <p:cNvSpPr/>
          <p:nvPr/>
        </p:nvSpPr>
        <p:spPr>
          <a:xfrm>
            <a:off x="5400720" y="318492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3" y="133"/>
                  <a:pt x="100" y="125"/>
                  <a:pt x="113" y="113"/>
                </a:cubicBezTo>
                <a:cubicBezTo>
                  <a:pt x="125" y="100"/>
                  <a:pt x="133" y="84"/>
                  <a:pt x="133" y="66"/>
                </a:cubicBezTo>
                <a:cubicBezTo>
                  <a:pt x="133" y="49"/>
                  <a:pt x="125" y="32"/>
                  <a:pt x="113" y="20"/>
                </a:cubicBezTo>
                <a:cubicBezTo>
                  <a:pt x="100" y="7"/>
                  <a:pt x="83" y="0"/>
                  <a:pt x="66" y="0"/>
                </a:cubicBezTo>
                <a:cubicBezTo>
                  <a:pt x="48" y="0"/>
                  <a:pt x="32" y="7"/>
                  <a:pt x="19" y="20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4"/>
                  <a:pt x="7" y="100"/>
                  <a:pt x="19" y="113"/>
                </a:cubicBezTo>
                <a:cubicBezTo>
                  <a:pt x="32" y="125"/>
                  <a:pt x="48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8" name=""/>
          <p:cNvSpPr/>
          <p:nvPr/>
        </p:nvSpPr>
        <p:spPr>
          <a:xfrm>
            <a:off x="5087880" y="320940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5" y="133"/>
                  <a:pt x="101" y="126"/>
                  <a:pt x="114" y="114"/>
                </a:cubicBezTo>
                <a:cubicBezTo>
                  <a:pt x="126" y="101"/>
                  <a:pt x="133" y="84"/>
                  <a:pt x="133" y="67"/>
                </a:cubicBezTo>
                <a:cubicBezTo>
                  <a:pt x="133" y="48"/>
                  <a:pt x="126" y="32"/>
                  <a:pt x="114" y="19"/>
                </a:cubicBezTo>
                <a:cubicBezTo>
                  <a:pt x="101" y="7"/>
                  <a:pt x="85" y="0"/>
                  <a:pt x="66" y="0"/>
                </a:cubicBezTo>
                <a:cubicBezTo>
                  <a:pt x="49" y="0"/>
                  <a:pt x="32" y="7"/>
                  <a:pt x="19" y="19"/>
                </a:cubicBezTo>
                <a:cubicBezTo>
                  <a:pt x="7" y="32"/>
                  <a:pt x="0" y="48"/>
                  <a:pt x="0" y="67"/>
                </a:cubicBezTo>
                <a:cubicBezTo>
                  <a:pt x="0" y="84"/>
                  <a:pt x="7" y="101"/>
                  <a:pt x="19" y="114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59" name=""/>
          <p:cNvSpPr/>
          <p:nvPr/>
        </p:nvSpPr>
        <p:spPr>
          <a:xfrm>
            <a:off x="2724840" y="320940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4" y="133"/>
                  <a:pt x="101" y="126"/>
                  <a:pt x="114" y="114"/>
                </a:cubicBezTo>
                <a:cubicBezTo>
                  <a:pt x="126" y="102"/>
                  <a:pt x="133" y="85"/>
                  <a:pt x="133" y="67"/>
                </a:cubicBezTo>
                <a:cubicBezTo>
                  <a:pt x="133" y="49"/>
                  <a:pt x="126" y="32"/>
                  <a:pt x="114" y="20"/>
                </a:cubicBezTo>
                <a:cubicBezTo>
                  <a:pt x="101" y="7"/>
                  <a:pt x="84" y="0"/>
                  <a:pt x="66" y="0"/>
                </a:cubicBezTo>
                <a:cubicBezTo>
                  <a:pt x="49" y="0"/>
                  <a:pt x="32" y="7"/>
                  <a:pt x="20" y="20"/>
                </a:cubicBezTo>
                <a:cubicBezTo>
                  <a:pt x="7" y="32"/>
                  <a:pt x="0" y="49"/>
                  <a:pt x="0" y="67"/>
                </a:cubicBezTo>
                <a:cubicBezTo>
                  <a:pt x="0" y="85"/>
                  <a:pt x="7" y="102"/>
                  <a:pt x="20" y="114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60" name=""/>
          <p:cNvSpPr/>
          <p:nvPr/>
        </p:nvSpPr>
        <p:spPr>
          <a:xfrm>
            <a:off x="2948040" y="321624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4" y="133"/>
                  <a:pt x="100" y="126"/>
                  <a:pt x="113" y="114"/>
                </a:cubicBezTo>
                <a:cubicBezTo>
                  <a:pt x="125" y="102"/>
                  <a:pt x="133" y="85"/>
                  <a:pt x="133" y="67"/>
                </a:cubicBezTo>
                <a:cubicBezTo>
                  <a:pt x="133" y="50"/>
                  <a:pt x="125" y="32"/>
                  <a:pt x="113" y="20"/>
                </a:cubicBezTo>
                <a:cubicBezTo>
                  <a:pt x="100" y="7"/>
                  <a:pt x="84" y="0"/>
                  <a:pt x="66" y="0"/>
                </a:cubicBezTo>
                <a:cubicBezTo>
                  <a:pt x="49" y="0"/>
                  <a:pt x="32" y="7"/>
                  <a:pt x="19" y="20"/>
                </a:cubicBezTo>
                <a:cubicBezTo>
                  <a:pt x="7" y="32"/>
                  <a:pt x="0" y="50"/>
                  <a:pt x="0" y="67"/>
                </a:cubicBezTo>
                <a:cubicBezTo>
                  <a:pt x="0" y="85"/>
                  <a:pt x="7" y="102"/>
                  <a:pt x="19" y="114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61" name=""/>
          <p:cNvSpPr/>
          <p:nvPr/>
        </p:nvSpPr>
        <p:spPr>
          <a:xfrm>
            <a:off x="4467960" y="323568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3" y="133"/>
                  <a:pt x="101" y="126"/>
                  <a:pt x="114" y="112"/>
                </a:cubicBezTo>
                <a:cubicBezTo>
                  <a:pt x="126" y="100"/>
                  <a:pt x="133" y="83"/>
                  <a:pt x="133" y="66"/>
                </a:cubicBezTo>
                <a:cubicBezTo>
                  <a:pt x="133" y="48"/>
                  <a:pt x="126" y="31"/>
                  <a:pt x="114" y="19"/>
                </a:cubicBezTo>
                <a:cubicBezTo>
                  <a:pt x="101" y="7"/>
                  <a:pt x="83" y="0"/>
                  <a:pt x="66" y="0"/>
                </a:cubicBezTo>
                <a:cubicBezTo>
                  <a:pt x="48" y="0"/>
                  <a:pt x="32" y="7"/>
                  <a:pt x="19" y="19"/>
                </a:cubicBezTo>
                <a:cubicBezTo>
                  <a:pt x="7" y="31"/>
                  <a:pt x="0" y="48"/>
                  <a:pt x="0" y="66"/>
                </a:cubicBezTo>
                <a:cubicBezTo>
                  <a:pt x="0" y="83"/>
                  <a:pt x="7" y="100"/>
                  <a:pt x="19" y="112"/>
                </a:cubicBezTo>
                <a:cubicBezTo>
                  <a:pt x="32" y="126"/>
                  <a:pt x="48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62" name=""/>
          <p:cNvSpPr/>
          <p:nvPr/>
        </p:nvSpPr>
        <p:spPr>
          <a:xfrm>
            <a:off x="2911680" y="324396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6" y="133"/>
                </a:moveTo>
                <a:cubicBezTo>
                  <a:pt x="84" y="133"/>
                  <a:pt x="102" y="126"/>
                  <a:pt x="114" y="114"/>
                </a:cubicBezTo>
                <a:cubicBezTo>
                  <a:pt x="126" y="102"/>
                  <a:pt x="133" y="84"/>
                  <a:pt x="133" y="66"/>
                </a:cubicBezTo>
                <a:cubicBezTo>
                  <a:pt x="133" y="49"/>
                  <a:pt x="126" y="32"/>
                  <a:pt x="114" y="20"/>
                </a:cubicBezTo>
                <a:cubicBezTo>
                  <a:pt x="102" y="7"/>
                  <a:pt x="84" y="0"/>
                  <a:pt x="66" y="0"/>
                </a:cubicBezTo>
                <a:cubicBezTo>
                  <a:pt x="49" y="0"/>
                  <a:pt x="32" y="7"/>
                  <a:pt x="20" y="20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4"/>
                  <a:pt x="7" y="102"/>
                  <a:pt x="20" y="114"/>
                </a:cubicBezTo>
                <a:cubicBezTo>
                  <a:pt x="32" y="126"/>
                  <a:pt x="49" y="133"/>
                  <a:pt x="66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63" name=""/>
          <p:cNvSpPr/>
          <p:nvPr/>
        </p:nvSpPr>
        <p:spPr>
          <a:xfrm>
            <a:off x="2473200" y="3250440"/>
            <a:ext cx="47880" cy="47880"/>
          </a:xfrm>
          <a:custGeom>
            <a:avLst/>
            <a:gdLst/>
            <a:ahLst/>
            <a:rect l="0" t="0" r="r" b="b"/>
            <a:pathLst>
              <a:path w="133" h="133">
                <a:moveTo>
                  <a:pt x="67" y="133"/>
                </a:moveTo>
                <a:cubicBezTo>
                  <a:pt x="85" y="133"/>
                  <a:pt x="102" y="127"/>
                  <a:pt x="114" y="114"/>
                </a:cubicBezTo>
                <a:cubicBezTo>
                  <a:pt x="127" y="102"/>
                  <a:pt x="133" y="85"/>
                  <a:pt x="133" y="66"/>
                </a:cubicBezTo>
                <a:cubicBezTo>
                  <a:pt x="133" y="49"/>
                  <a:pt x="127" y="32"/>
                  <a:pt x="114" y="20"/>
                </a:cubicBezTo>
                <a:cubicBezTo>
                  <a:pt x="102" y="7"/>
                  <a:pt x="85" y="0"/>
                  <a:pt x="67" y="0"/>
                </a:cubicBezTo>
                <a:cubicBezTo>
                  <a:pt x="50" y="0"/>
                  <a:pt x="33" y="7"/>
                  <a:pt x="21" y="20"/>
                </a:cubicBezTo>
                <a:cubicBezTo>
                  <a:pt x="7" y="32"/>
                  <a:pt x="0" y="49"/>
                  <a:pt x="0" y="66"/>
                </a:cubicBezTo>
                <a:cubicBezTo>
                  <a:pt x="0" y="85"/>
                  <a:pt x="7" y="102"/>
                  <a:pt x="21" y="114"/>
                </a:cubicBezTo>
                <a:cubicBezTo>
                  <a:pt x="33" y="127"/>
                  <a:pt x="50" y="133"/>
                  <a:pt x="67" y="133"/>
                </a:cubicBezTo>
                <a:close/>
              </a:path>
            </a:pathLst>
          </a:custGeom>
          <a:solidFill>
            <a:srgbClr val="5a6772">
              <a:alpha val="60000"/>
            </a:srgbClr>
          </a:solidFill>
          <a:ln w="0">
            <a:noFill/>
          </a:ln>
        </p:spPr>
      </p:sp>
      <p:sp>
        <p:nvSpPr>
          <p:cNvPr id="664" name=""/>
          <p:cNvSpPr/>
          <p:nvPr/>
        </p:nvSpPr>
        <p:spPr>
          <a:xfrm flipV="1">
            <a:off x="3622680" y="91440"/>
            <a:ext cx="0" cy="4928400"/>
          </a:xfrm>
          <a:prstGeom prst="line">
            <a:avLst/>
          </a:prstGeom>
          <a:ln cap="sq" w="75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5" name=""/>
          <p:cNvSpPr/>
          <p:nvPr/>
        </p:nvSpPr>
        <p:spPr>
          <a:xfrm>
            <a:off x="433800" y="3860280"/>
            <a:ext cx="6377760" cy="0"/>
          </a:xfrm>
          <a:prstGeom prst="line">
            <a:avLst/>
          </a:prstGeom>
          <a:ln w="8640">
            <a:solidFill>
              <a:srgbClr val="5a6772"/>
            </a:solidFill>
            <a:custDash>
              <a:ds d="379167" sp="162500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6" name=""/>
          <p:cNvSpPr/>
          <p:nvPr/>
        </p:nvSpPr>
        <p:spPr>
          <a:xfrm flipV="1">
            <a:off x="433800" y="91440"/>
            <a:ext cx="0" cy="49284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67" name=""/>
          <p:cNvSpPr/>
          <p:nvPr/>
        </p:nvSpPr>
        <p:spPr>
          <a:xfrm>
            <a:off x="433800" y="5019840"/>
            <a:ext cx="63777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68" name=""/>
          <p:cNvSpPr/>
          <p:nvPr/>
        </p:nvSpPr>
        <p:spPr>
          <a:xfrm>
            <a:off x="4066920" y="405720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3" y="178"/>
                  <a:pt x="160" y="160"/>
                </a:cubicBezTo>
                <a:cubicBezTo>
                  <a:pt x="178" y="142"/>
                  <a:pt x="187" y="118"/>
                  <a:pt x="187" y="94"/>
                </a:cubicBezTo>
                <a:cubicBezTo>
                  <a:pt x="187" y="69"/>
                  <a:pt x="178" y="45"/>
                  <a:pt x="160" y="28"/>
                </a:cubicBezTo>
                <a:cubicBezTo>
                  <a:pt x="143" y="10"/>
                  <a:pt x="118" y="0"/>
                  <a:pt x="93" y="0"/>
                </a:cubicBezTo>
                <a:cubicBezTo>
                  <a:pt x="68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69" name=""/>
          <p:cNvSpPr/>
          <p:nvPr/>
        </p:nvSpPr>
        <p:spPr>
          <a:xfrm>
            <a:off x="4168440" y="406080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4" y="188"/>
                </a:moveTo>
                <a:cubicBezTo>
                  <a:pt x="119" y="188"/>
                  <a:pt x="142" y="178"/>
                  <a:pt x="160" y="160"/>
                </a:cubicBezTo>
                <a:cubicBezTo>
                  <a:pt x="177" y="142"/>
                  <a:pt x="187" y="118"/>
                  <a:pt x="187" y="93"/>
                </a:cubicBezTo>
                <a:cubicBezTo>
                  <a:pt x="187" y="68"/>
                  <a:pt x="177" y="45"/>
                  <a:pt x="160" y="27"/>
                </a:cubicBezTo>
                <a:cubicBezTo>
                  <a:pt x="142" y="10"/>
                  <a:pt x="119" y="0"/>
                  <a:pt x="94" y="0"/>
                </a:cubicBezTo>
                <a:cubicBezTo>
                  <a:pt x="69" y="0"/>
                  <a:pt x="44" y="10"/>
                  <a:pt x="27" y="27"/>
                </a:cubicBezTo>
                <a:cubicBezTo>
                  <a:pt x="9" y="45"/>
                  <a:pt x="0" y="68"/>
                  <a:pt x="0" y="93"/>
                </a:cubicBezTo>
                <a:cubicBezTo>
                  <a:pt x="0" y="118"/>
                  <a:pt x="9" y="142"/>
                  <a:pt x="27" y="160"/>
                </a:cubicBezTo>
                <a:cubicBezTo>
                  <a:pt x="44" y="178"/>
                  <a:pt x="69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0" name=""/>
          <p:cNvSpPr/>
          <p:nvPr/>
        </p:nvSpPr>
        <p:spPr>
          <a:xfrm>
            <a:off x="4184640" y="4093560"/>
            <a:ext cx="68040" cy="67680"/>
          </a:xfrm>
          <a:custGeom>
            <a:avLst/>
            <a:gdLst/>
            <a:ahLst/>
            <a:rect l="0" t="0" r="r" b="b"/>
            <a:pathLst>
              <a:path w="189" h="188">
                <a:moveTo>
                  <a:pt x="95" y="188"/>
                </a:moveTo>
                <a:cubicBezTo>
                  <a:pt x="120" y="188"/>
                  <a:pt x="143" y="178"/>
                  <a:pt x="161" y="161"/>
                </a:cubicBezTo>
                <a:cubicBezTo>
                  <a:pt x="178" y="143"/>
                  <a:pt x="189" y="119"/>
                  <a:pt x="189" y="95"/>
                </a:cubicBezTo>
                <a:cubicBezTo>
                  <a:pt x="189" y="70"/>
                  <a:pt x="178" y="45"/>
                  <a:pt x="161" y="28"/>
                </a:cubicBezTo>
                <a:cubicBezTo>
                  <a:pt x="143" y="10"/>
                  <a:pt x="120" y="0"/>
                  <a:pt x="95" y="0"/>
                </a:cubicBezTo>
                <a:cubicBezTo>
                  <a:pt x="70" y="0"/>
                  <a:pt x="46" y="10"/>
                  <a:pt x="29" y="28"/>
                </a:cubicBezTo>
                <a:cubicBezTo>
                  <a:pt x="11" y="45"/>
                  <a:pt x="0" y="70"/>
                  <a:pt x="0" y="95"/>
                </a:cubicBezTo>
                <a:cubicBezTo>
                  <a:pt x="0" y="119"/>
                  <a:pt x="11" y="143"/>
                  <a:pt x="29" y="161"/>
                </a:cubicBezTo>
                <a:cubicBezTo>
                  <a:pt x="46" y="178"/>
                  <a:pt x="70" y="188"/>
                  <a:pt x="95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1" name=""/>
          <p:cNvSpPr/>
          <p:nvPr/>
        </p:nvSpPr>
        <p:spPr>
          <a:xfrm>
            <a:off x="4191840" y="41335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8" y="188"/>
                  <a:pt x="142" y="178"/>
                  <a:pt x="160" y="160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9"/>
                  <a:pt x="178" y="45"/>
                  <a:pt x="160" y="27"/>
                </a:cubicBezTo>
                <a:cubicBezTo>
                  <a:pt x="142" y="10"/>
                  <a:pt x="118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2"/>
                  <a:pt x="28" y="160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2" name=""/>
          <p:cNvSpPr/>
          <p:nvPr/>
        </p:nvSpPr>
        <p:spPr>
          <a:xfrm>
            <a:off x="4062600" y="431064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8" y="187"/>
                  <a:pt x="141" y="177"/>
                  <a:pt x="160" y="160"/>
                </a:cubicBezTo>
                <a:cubicBezTo>
                  <a:pt x="177" y="142"/>
                  <a:pt x="187" y="119"/>
                  <a:pt x="187" y="94"/>
                </a:cubicBezTo>
                <a:cubicBezTo>
                  <a:pt x="187" y="69"/>
                  <a:pt x="177" y="45"/>
                  <a:pt x="160" y="28"/>
                </a:cubicBezTo>
                <a:cubicBezTo>
                  <a:pt x="141" y="9"/>
                  <a:pt x="118" y="0"/>
                  <a:pt x="93" y="0"/>
                </a:cubicBezTo>
                <a:cubicBezTo>
                  <a:pt x="68" y="0"/>
                  <a:pt x="44" y="9"/>
                  <a:pt x="27" y="28"/>
                </a:cubicBezTo>
                <a:cubicBezTo>
                  <a:pt x="9" y="45"/>
                  <a:pt x="0" y="69"/>
                  <a:pt x="0" y="94"/>
                </a:cubicBezTo>
                <a:cubicBezTo>
                  <a:pt x="0" y="119"/>
                  <a:pt x="9" y="142"/>
                  <a:pt x="27" y="160"/>
                </a:cubicBezTo>
                <a:cubicBezTo>
                  <a:pt x="44" y="177"/>
                  <a:pt x="68" y="187"/>
                  <a:pt x="93" y="18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3" name=""/>
          <p:cNvSpPr/>
          <p:nvPr/>
        </p:nvSpPr>
        <p:spPr>
          <a:xfrm>
            <a:off x="3998880" y="43383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2" y="178"/>
                  <a:pt x="160" y="160"/>
                </a:cubicBezTo>
                <a:cubicBezTo>
                  <a:pt x="178" y="143"/>
                  <a:pt x="188" y="118"/>
                  <a:pt x="188" y="93"/>
                </a:cubicBezTo>
                <a:cubicBezTo>
                  <a:pt x="188" y="69"/>
                  <a:pt x="178" y="45"/>
                  <a:pt x="160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3"/>
                  <a:pt x="27" y="160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4" name=""/>
          <p:cNvSpPr/>
          <p:nvPr/>
        </p:nvSpPr>
        <p:spPr>
          <a:xfrm>
            <a:off x="4060080" y="434160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8" y="188"/>
                  <a:pt x="142" y="178"/>
                  <a:pt x="160" y="160"/>
                </a:cubicBezTo>
                <a:cubicBezTo>
                  <a:pt x="178" y="143"/>
                  <a:pt x="188" y="118"/>
                  <a:pt x="188" y="93"/>
                </a:cubicBezTo>
                <a:cubicBezTo>
                  <a:pt x="188" y="69"/>
                  <a:pt x="178" y="45"/>
                  <a:pt x="160" y="27"/>
                </a:cubicBezTo>
                <a:cubicBezTo>
                  <a:pt x="142" y="10"/>
                  <a:pt x="118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3"/>
                  <a:pt x="28" y="160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5" name=""/>
          <p:cNvSpPr/>
          <p:nvPr/>
        </p:nvSpPr>
        <p:spPr>
          <a:xfrm>
            <a:off x="3908880" y="435420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19"/>
                  <a:pt x="188" y="95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70" y="0"/>
                  <a:pt x="46" y="10"/>
                  <a:pt x="28" y="28"/>
                </a:cubicBezTo>
                <a:cubicBezTo>
                  <a:pt x="10" y="45"/>
                  <a:pt x="0" y="69"/>
                  <a:pt x="0" y="95"/>
                </a:cubicBezTo>
                <a:cubicBezTo>
                  <a:pt x="0" y="119"/>
                  <a:pt x="10" y="143"/>
                  <a:pt x="28" y="161"/>
                </a:cubicBezTo>
                <a:cubicBezTo>
                  <a:pt x="46" y="178"/>
                  <a:pt x="70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6" name=""/>
          <p:cNvSpPr/>
          <p:nvPr/>
        </p:nvSpPr>
        <p:spPr>
          <a:xfrm>
            <a:off x="4054680" y="43707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2" y="178"/>
                  <a:pt x="159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70"/>
                  <a:pt x="178" y="46"/>
                  <a:pt x="159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10" y="46"/>
                  <a:pt x="0" y="70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7" name=""/>
          <p:cNvSpPr/>
          <p:nvPr/>
        </p:nvSpPr>
        <p:spPr>
          <a:xfrm>
            <a:off x="3983040" y="43750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1"/>
                </a:cubicBezTo>
                <a:cubicBezTo>
                  <a:pt x="178" y="143"/>
                  <a:pt x="188" y="120"/>
                  <a:pt x="188" y="95"/>
                </a:cubicBezTo>
                <a:cubicBezTo>
                  <a:pt x="188" y="70"/>
                  <a:pt x="178" y="46"/>
                  <a:pt x="161" y="28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6" y="10"/>
                  <a:pt x="29" y="28"/>
                </a:cubicBezTo>
                <a:cubicBezTo>
                  <a:pt x="11" y="46"/>
                  <a:pt x="0" y="70"/>
                  <a:pt x="0" y="95"/>
                </a:cubicBezTo>
                <a:cubicBezTo>
                  <a:pt x="0" y="120"/>
                  <a:pt x="11" y="143"/>
                  <a:pt x="29" y="161"/>
                </a:cubicBezTo>
                <a:cubicBezTo>
                  <a:pt x="46" y="178"/>
                  <a:pt x="70" y="188"/>
                  <a:pt x="95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8" name=""/>
          <p:cNvSpPr/>
          <p:nvPr/>
        </p:nvSpPr>
        <p:spPr>
          <a:xfrm>
            <a:off x="4074120" y="43833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8" y="188"/>
                  <a:pt x="143" y="178"/>
                  <a:pt x="161" y="161"/>
                </a:cubicBezTo>
                <a:cubicBezTo>
                  <a:pt x="178" y="143"/>
                  <a:pt x="188" y="119"/>
                  <a:pt x="188" y="95"/>
                </a:cubicBezTo>
                <a:cubicBezTo>
                  <a:pt x="188" y="70"/>
                  <a:pt x="178" y="46"/>
                  <a:pt x="161" y="29"/>
                </a:cubicBezTo>
                <a:cubicBezTo>
                  <a:pt x="143" y="11"/>
                  <a:pt x="118" y="0"/>
                  <a:pt x="94" y="0"/>
                </a:cubicBezTo>
                <a:cubicBezTo>
                  <a:pt x="69" y="0"/>
                  <a:pt x="45" y="11"/>
                  <a:pt x="28" y="29"/>
                </a:cubicBezTo>
                <a:cubicBezTo>
                  <a:pt x="10" y="46"/>
                  <a:pt x="0" y="70"/>
                  <a:pt x="0" y="95"/>
                </a:cubicBezTo>
                <a:cubicBezTo>
                  <a:pt x="0" y="119"/>
                  <a:pt x="10" y="143"/>
                  <a:pt x="28" y="161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79" name=""/>
          <p:cNvSpPr/>
          <p:nvPr/>
        </p:nvSpPr>
        <p:spPr>
          <a:xfrm>
            <a:off x="3936960" y="438984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9" y="187"/>
                  <a:pt x="143" y="178"/>
                  <a:pt x="161" y="159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8"/>
                  <a:pt x="178" y="45"/>
                  <a:pt x="161" y="27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8" y="159"/>
                </a:cubicBezTo>
                <a:cubicBezTo>
                  <a:pt x="45" y="178"/>
                  <a:pt x="69" y="187"/>
                  <a:pt x="94" y="18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0" name=""/>
          <p:cNvSpPr/>
          <p:nvPr/>
        </p:nvSpPr>
        <p:spPr>
          <a:xfrm>
            <a:off x="3976200" y="448524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70" y="0"/>
                  <a:pt x="46" y="10"/>
                  <a:pt x="28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8" y="161"/>
                </a:cubicBezTo>
                <a:cubicBezTo>
                  <a:pt x="46" y="178"/>
                  <a:pt x="70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1" name=""/>
          <p:cNvSpPr/>
          <p:nvPr/>
        </p:nvSpPr>
        <p:spPr>
          <a:xfrm>
            <a:off x="3968640" y="451044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9" y="187"/>
                  <a:pt x="143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6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6" y="10"/>
                  <a:pt x="27" y="28"/>
                </a:cubicBezTo>
                <a:cubicBezTo>
                  <a:pt x="10" y="46"/>
                  <a:pt x="0" y="69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6" y="178"/>
                  <a:pt x="69" y="187"/>
                  <a:pt x="94" y="18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2" name=""/>
          <p:cNvSpPr/>
          <p:nvPr/>
        </p:nvSpPr>
        <p:spPr>
          <a:xfrm>
            <a:off x="3965400" y="452988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5" y="187"/>
                </a:moveTo>
                <a:cubicBezTo>
                  <a:pt x="119" y="187"/>
                  <a:pt x="143" y="177"/>
                  <a:pt x="161" y="160"/>
                </a:cubicBezTo>
                <a:cubicBezTo>
                  <a:pt x="178" y="141"/>
                  <a:pt x="188" y="118"/>
                  <a:pt x="188" y="93"/>
                </a:cubicBezTo>
                <a:cubicBezTo>
                  <a:pt x="188" y="68"/>
                  <a:pt x="178" y="44"/>
                  <a:pt x="161" y="27"/>
                </a:cubicBezTo>
                <a:cubicBezTo>
                  <a:pt x="143" y="9"/>
                  <a:pt x="119" y="0"/>
                  <a:pt x="95" y="0"/>
                </a:cubicBezTo>
                <a:cubicBezTo>
                  <a:pt x="70" y="0"/>
                  <a:pt x="45" y="9"/>
                  <a:pt x="28" y="27"/>
                </a:cubicBezTo>
                <a:cubicBezTo>
                  <a:pt x="10" y="44"/>
                  <a:pt x="0" y="68"/>
                  <a:pt x="0" y="93"/>
                </a:cubicBezTo>
                <a:cubicBezTo>
                  <a:pt x="0" y="118"/>
                  <a:pt x="10" y="141"/>
                  <a:pt x="28" y="160"/>
                </a:cubicBezTo>
                <a:cubicBezTo>
                  <a:pt x="45" y="177"/>
                  <a:pt x="70" y="187"/>
                  <a:pt x="95" y="18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3" name=""/>
          <p:cNvSpPr/>
          <p:nvPr/>
        </p:nvSpPr>
        <p:spPr>
          <a:xfrm>
            <a:off x="3826800" y="45709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20" y="188"/>
                  <a:pt x="143" y="178"/>
                  <a:pt x="161" y="161"/>
                </a:cubicBezTo>
                <a:cubicBezTo>
                  <a:pt x="178" y="143"/>
                  <a:pt x="188" y="120"/>
                  <a:pt x="188" y="95"/>
                </a:cubicBezTo>
                <a:cubicBezTo>
                  <a:pt x="188" y="70"/>
                  <a:pt x="178" y="46"/>
                  <a:pt x="161" y="28"/>
                </a:cubicBezTo>
                <a:cubicBezTo>
                  <a:pt x="143" y="10"/>
                  <a:pt x="120" y="0"/>
                  <a:pt x="95" y="0"/>
                </a:cubicBezTo>
                <a:cubicBezTo>
                  <a:pt x="70" y="0"/>
                  <a:pt x="45" y="10"/>
                  <a:pt x="28" y="28"/>
                </a:cubicBezTo>
                <a:cubicBezTo>
                  <a:pt x="10" y="46"/>
                  <a:pt x="0" y="70"/>
                  <a:pt x="0" y="95"/>
                </a:cubicBezTo>
                <a:cubicBezTo>
                  <a:pt x="0" y="120"/>
                  <a:pt x="10" y="143"/>
                  <a:pt x="28" y="161"/>
                </a:cubicBezTo>
                <a:cubicBezTo>
                  <a:pt x="45" y="178"/>
                  <a:pt x="70" y="188"/>
                  <a:pt x="95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0">
            <a:noFill/>
          </a:ln>
        </p:spPr>
      </p:sp>
      <p:sp>
        <p:nvSpPr>
          <p:cNvPr id="684" name=""/>
          <p:cNvSpPr/>
          <p:nvPr/>
        </p:nvSpPr>
        <p:spPr>
          <a:xfrm>
            <a:off x="3826800" y="45709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20" y="188"/>
                  <a:pt x="143" y="178"/>
                  <a:pt x="161" y="161"/>
                </a:cubicBezTo>
                <a:cubicBezTo>
                  <a:pt x="178" y="143"/>
                  <a:pt x="188" y="120"/>
                  <a:pt x="188" y="95"/>
                </a:cubicBezTo>
                <a:cubicBezTo>
                  <a:pt x="188" y="70"/>
                  <a:pt x="178" y="46"/>
                  <a:pt x="161" y="28"/>
                </a:cubicBezTo>
                <a:cubicBezTo>
                  <a:pt x="143" y="10"/>
                  <a:pt x="120" y="0"/>
                  <a:pt x="95" y="0"/>
                </a:cubicBezTo>
                <a:cubicBezTo>
                  <a:pt x="70" y="0"/>
                  <a:pt x="45" y="10"/>
                  <a:pt x="28" y="28"/>
                </a:cubicBezTo>
                <a:cubicBezTo>
                  <a:pt x="10" y="46"/>
                  <a:pt x="0" y="70"/>
                  <a:pt x="0" y="95"/>
                </a:cubicBezTo>
                <a:cubicBezTo>
                  <a:pt x="0" y="120"/>
                  <a:pt x="10" y="143"/>
                  <a:pt x="28" y="161"/>
                </a:cubicBezTo>
                <a:cubicBezTo>
                  <a:pt x="45" y="178"/>
                  <a:pt x="70" y="188"/>
                  <a:pt x="95" y="188"/>
                </a:cubicBezTo>
                <a:close/>
              </a:path>
            </a:pathLst>
          </a:custGeom>
          <a:noFill/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5" name=""/>
          <p:cNvSpPr/>
          <p:nvPr/>
        </p:nvSpPr>
        <p:spPr>
          <a:xfrm>
            <a:off x="3894120" y="458136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5" y="187"/>
                </a:moveTo>
                <a:cubicBezTo>
                  <a:pt x="120" y="187"/>
                  <a:pt x="143" y="178"/>
                  <a:pt x="161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6"/>
                  <a:pt x="161" y="28"/>
                </a:cubicBezTo>
                <a:cubicBezTo>
                  <a:pt x="143" y="10"/>
                  <a:pt x="120" y="0"/>
                  <a:pt x="95" y="0"/>
                </a:cubicBezTo>
                <a:cubicBezTo>
                  <a:pt x="70" y="0"/>
                  <a:pt x="45" y="10"/>
                  <a:pt x="28" y="28"/>
                </a:cubicBezTo>
                <a:cubicBezTo>
                  <a:pt x="10" y="46"/>
                  <a:pt x="0" y="69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70" y="187"/>
                  <a:pt x="95" y="18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6" name=""/>
          <p:cNvSpPr/>
          <p:nvPr/>
        </p:nvSpPr>
        <p:spPr>
          <a:xfrm>
            <a:off x="3988800" y="459504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2" y="178"/>
                  <a:pt x="159" y="160"/>
                </a:cubicBezTo>
                <a:cubicBezTo>
                  <a:pt x="178" y="142"/>
                  <a:pt x="188" y="118"/>
                  <a:pt x="188" y="94"/>
                </a:cubicBezTo>
                <a:cubicBezTo>
                  <a:pt x="188" y="69"/>
                  <a:pt x="178" y="45"/>
                  <a:pt x="159" y="28"/>
                </a:cubicBezTo>
                <a:cubicBezTo>
                  <a:pt x="142" y="10"/>
                  <a:pt x="118" y="0"/>
                  <a:pt x="93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7" name=""/>
          <p:cNvSpPr/>
          <p:nvPr/>
        </p:nvSpPr>
        <p:spPr>
          <a:xfrm>
            <a:off x="3810600" y="461844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9" y="188"/>
                  <a:pt x="142" y="178"/>
                  <a:pt x="160" y="161"/>
                </a:cubicBezTo>
                <a:cubicBezTo>
                  <a:pt x="177" y="143"/>
                  <a:pt x="187" y="120"/>
                  <a:pt x="187" y="94"/>
                </a:cubicBezTo>
                <a:cubicBezTo>
                  <a:pt x="187" y="69"/>
                  <a:pt x="177" y="45"/>
                  <a:pt x="160" y="28"/>
                </a:cubicBezTo>
                <a:cubicBezTo>
                  <a:pt x="142" y="10"/>
                  <a:pt x="119" y="0"/>
                  <a:pt x="93" y="0"/>
                </a:cubicBezTo>
                <a:cubicBezTo>
                  <a:pt x="68" y="0"/>
                  <a:pt x="44" y="10"/>
                  <a:pt x="27" y="28"/>
                </a:cubicBezTo>
                <a:cubicBezTo>
                  <a:pt x="9" y="45"/>
                  <a:pt x="0" y="69"/>
                  <a:pt x="0" y="94"/>
                </a:cubicBezTo>
                <a:cubicBezTo>
                  <a:pt x="0" y="120"/>
                  <a:pt x="9" y="143"/>
                  <a:pt x="27" y="161"/>
                </a:cubicBezTo>
                <a:cubicBezTo>
                  <a:pt x="44" y="178"/>
                  <a:pt x="68" y="188"/>
                  <a:pt x="93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8" name=""/>
          <p:cNvSpPr/>
          <p:nvPr/>
        </p:nvSpPr>
        <p:spPr>
          <a:xfrm>
            <a:off x="3842280" y="46209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19"/>
                  <a:pt x="188" y="95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6" y="10"/>
                  <a:pt x="28" y="28"/>
                </a:cubicBezTo>
                <a:cubicBezTo>
                  <a:pt x="10" y="45"/>
                  <a:pt x="0" y="69"/>
                  <a:pt x="0" y="95"/>
                </a:cubicBezTo>
                <a:cubicBezTo>
                  <a:pt x="0" y="119"/>
                  <a:pt x="10" y="143"/>
                  <a:pt x="28" y="161"/>
                </a:cubicBezTo>
                <a:cubicBezTo>
                  <a:pt x="46" y="178"/>
                  <a:pt x="69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89" name=""/>
          <p:cNvSpPr/>
          <p:nvPr/>
        </p:nvSpPr>
        <p:spPr>
          <a:xfrm>
            <a:off x="3853800" y="46738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8" y="188"/>
                  <a:pt x="142" y="178"/>
                  <a:pt x="160" y="161"/>
                </a:cubicBezTo>
                <a:cubicBezTo>
                  <a:pt x="178" y="143"/>
                  <a:pt x="188" y="118"/>
                  <a:pt x="188" y="94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2" y="10"/>
                  <a:pt x="118" y="0"/>
                  <a:pt x="94" y="0"/>
                </a:cubicBezTo>
                <a:cubicBezTo>
                  <a:pt x="69" y="0"/>
                  <a:pt x="45" y="10"/>
                  <a:pt x="28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3"/>
                  <a:pt x="28" y="161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0" name=""/>
          <p:cNvSpPr/>
          <p:nvPr/>
        </p:nvSpPr>
        <p:spPr>
          <a:xfrm>
            <a:off x="3825720" y="47206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7"/>
                  <a:pt x="160" y="160"/>
                </a:cubicBezTo>
                <a:cubicBezTo>
                  <a:pt x="178" y="142"/>
                  <a:pt x="188" y="118"/>
                  <a:pt x="188" y="94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7"/>
                  <a:pt x="69" y="188"/>
                  <a:pt x="94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1" name=""/>
          <p:cNvSpPr/>
          <p:nvPr/>
        </p:nvSpPr>
        <p:spPr>
          <a:xfrm>
            <a:off x="3744720" y="481176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9" y="187"/>
                  <a:pt x="142" y="177"/>
                  <a:pt x="160" y="160"/>
                </a:cubicBezTo>
                <a:cubicBezTo>
                  <a:pt x="177" y="142"/>
                  <a:pt x="187" y="118"/>
                  <a:pt x="187" y="93"/>
                </a:cubicBezTo>
                <a:cubicBezTo>
                  <a:pt x="187" y="68"/>
                  <a:pt x="177" y="44"/>
                  <a:pt x="160" y="27"/>
                </a:cubicBezTo>
                <a:cubicBezTo>
                  <a:pt x="142" y="9"/>
                  <a:pt x="119" y="0"/>
                  <a:pt x="93" y="0"/>
                </a:cubicBezTo>
                <a:cubicBezTo>
                  <a:pt x="68" y="0"/>
                  <a:pt x="44" y="9"/>
                  <a:pt x="27" y="27"/>
                </a:cubicBezTo>
                <a:cubicBezTo>
                  <a:pt x="9" y="44"/>
                  <a:pt x="0" y="68"/>
                  <a:pt x="0" y="93"/>
                </a:cubicBezTo>
                <a:cubicBezTo>
                  <a:pt x="0" y="118"/>
                  <a:pt x="9" y="142"/>
                  <a:pt x="27" y="160"/>
                </a:cubicBezTo>
                <a:cubicBezTo>
                  <a:pt x="44" y="177"/>
                  <a:pt x="68" y="187"/>
                  <a:pt x="93" y="18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2" name=""/>
          <p:cNvSpPr/>
          <p:nvPr/>
        </p:nvSpPr>
        <p:spPr>
          <a:xfrm>
            <a:off x="3716640" y="485100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2" y="178"/>
                  <a:pt x="159" y="161"/>
                </a:cubicBezTo>
                <a:cubicBezTo>
                  <a:pt x="177" y="143"/>
                  <a:pt x="187" y="119"/>
                  <a:pt x="187" y="95"/>
                </a:cubicBezTo>
                <a:cubicBezTo>
                  <a:pt x="187" y="70"/>
                  <a:pt x="177" y="46"/>
                  <a:pt x="159" y="29"/>
                </a:cubicBezTo>
                <a:cubicBezTo>
                  <a:pt x="142" y="11"/>
                  <a:pt x="118" y="0"/>
                  <a:pt x="93" y="0"/>
                </a:cubicBezTo>
                <a:cubicBezTo>
                  <a:pt x="68" y="0"/>
                  <a:pt x="45" y="11"/>
                  <a:pt x="27" y="29"/>
                </a:cubicBezTo>
                <a:cubicBezTo>
                  <a:pt x="10" y="46"/>
                  <a:pt x="0" y="70"/>
                  <a:pt x="0" y="95"/>
                </a:cubicBezTo>
                <a:cubicBezTo>
                  <a:pt x="0" y="119"/>
                  <a:pt x="10" y="143"/>
                  <a:pt x="27" y="161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3" name=""/>
          <p:cNvSpPr/>
          <p:nvPr/>
        </p:nvSpPr>
        <p:spPr>
          <a:xfrm>
            <a:off x="4064400" y="412740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1" y="178"/>
                  <a:pt x="160" y="159"/>
                </a:cubicBezTo>
                <a:cubicBezTo>
                  <a:pt x="178" y="142"/>
                  <a:pt x="187" y="118"/>
                  <a:pt x="187" y="93"/>
                </a:cubicBezTo>
                <a:cubicBezTo>
                  <a:pt x="187" y="69"/>
                  <a:pt x="178" y="45"/>
                  <a:pt x="160" y="27"/>
                </a:cubicBezTo>
                <a:cubicBezTo>
                  <a:pt x="141" y="10"/>
                  <a:pt x="118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2"/>
                  <a:pt x="27" y="159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4" name=""/>
          <p:cNvSpPr/>
          <p:nvPr/>
        </p:nvSpPr>
        <p:spPr>
          <a:xfrm>
            <a:off x="4107240" y="41835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70"/>
                  <a:pt x="178" y="46"/>
                  <a:pt x="160" y="28"/>
                </a:cubicBezTo>
                <a:cubicBezTo>
                  <a:pt x="143" y="11"/>
                  <a:pt x="119" y="0"/>
                  <a:pt x="94" y="0"/>
                </a:cubicBezTo>
                <a:cubicBezTo>
                  <a:pt x="69" y="0"/>
                  <a:pt x="46" y="11"/>
                  <a:pt x="27" y="28"/>
                </a:cubicBezTo>
                <a:cubicBezTo>
                  <a:pt x="10" y="46"/>
                  <a:pt x="0" y="70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6" y="178"/>
                  <a:pt x="69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5" name=""/>
          <p:cNvSpPr/>
          <p:nvPr/>
        </p:nvSpPr>
        <p:spPr>
          <a:xfrm>
            <a:off x="3957120" y="425340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20" y="188"/>
                  <a:pt x="143" y="177"/>
                  <a:pt x="161" y="160"/>
                </a:cubicBezTo>
                <a:cubicBezTo>
                  <a:pt x="178" y="142"/>
                  <a:pt x="188" y="118"/>
                  <a:pt x="188" y="94"/>
                </a:cubicBezTo>
                <a:cubicBezTo>
                  <a:pt x="188" y="69"/>
                  <a:pt x="178" y="45"/>
                  <a:pt x="161" y="28"/>
                </a:cubicBezTo>
                <a:cubicBezTo>
                  <a:pt x="143" y="10"/>
                  <a:pt x="120" y="0"/>
                  <a:pt x="95" y="0"/>
                </a:cubicBezTo>
                <a:cubicBezTo>
                  <a:pt x="69" y="0"/>
                  <a:pt x="45" y="10"/>
                  <a:pt x="28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2"/>
                  <a:pt x="28" y="160"/>
                </a:cubicBezTo>
                <a:cubicBezTo>
                  <a:pt x="45" y="177"/>
                  <a:pt x="69" y="188"/>
                  <a:pt x="95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6" name=""/>
          <p:cNvSpPr/>
          <p:nvPr/>
        </p:nvSpPr>
        <p:spPr>
          <a:xfrm>
            <a:off x="3928680" y="43113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2" y="178"/>
                  <a:pt x="160" y="161"/>
                </a:cubicBezTo>
                <a:cubicBezTo>
                  <a:pt x="178" y="143"/>
                  <a:pt x="188" y="120"/>
                  <a:pt x="188" y="95"/>
                </a:cubicBezTo>
                <a:cubicBezTo>
                  <a:pt x="188" y="70"/>
                  <a:pt x="178" y="46"/>
                  <a:pt x="160" y="29"/>
                </a:cubicBezTo>
                <a:cubicBezTo>
                  <a:pt x="142" y="10"/>
                  <a:pt x="118" y="0"/>
                  <a:pt x="93" y="0"/>
                </a:cubicBezTo>
                <a:cubicBezTo>
                  <a:pt x="69" y="0"/>
                  <a:pt x="45" y="10"/>
                  <a:pt x="27" y="29"/>
                </a:cubicBezTo>
                <a:cubicBezTo>
                  <a:pt x="10" y="46"/>
                  <a:pt x="0" y="70"/>
                  <a:pt x="0" y="95"/>
                </a:cubicBezTo>
                <a:cubicBezTo>
                  <a:pt x="0" y="120"/>
                  <a:pt x="10" y="143"/>
                  <a:pt x="27" y="161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7" name=""/>
          <p:cNvSpPr/>
          <p:nvPr/>
        </p:nvSpPr>
        <p:spPr>
          <a:xfrm>
            <a:off x="3774960" y="432144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5" y="187"/>
                </a:moveTo>
                <a:cubicBezTo>
                  <a:pt x="119" y="187"/>
                  <a:pt x="143" y="176"/>
                  <a:pt x="161" y="159"/>
                </a:cubicBezTo>
                <a:cubicBezTo>
                  <a:pt x="178" y="141"/>
                  <a:pt x="188" y="118"/>
                  <a:pt x="188" y="93"/>
                </a:cubicBezTo>
                <a:cubicBezTo>
                  <a:pt x="188" y="68"/>
                  <a:pt x="178" y="44"/>
                  <a:pt x="161" y="27"/>
                </a:cubicBezTo>
                <a:cubicBezTo>
                  <a:pt x="143" y="9"/>
                  <a:pt x="119" y="0"/>
                  <a:pt x="95" y="0"/>
                </a:cubicBezTo>
                <a:cubicBezTo>
                  <a:pt x="70" y="0"/>
                  <a:pt x="46" y="9"/>
                  <a:pt x="29" y="27"/>
                </a:cubicBezTo>
                <a:cubicBezTo>
                  <a:pt x="10" y="44"/>
                  <a:pt x="0" y="68"/>
                  <a:pt x="0" y="93"/>
                </a:cubicBezTo>
                <a:cubicBezTo>
                  <a:pt x="0" y="118"/>
                  <a:pt x="10" y="141"/>
                  <a:pt x="29" y="159"/>
                </a:cubicBezTo>
                <a:cubicBezTo>
                  <a:pt x="46" y="176"/>
                  <a:pt x="70" y="187"/>
                  <a:pt x="95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8" name=""/>
          <p:cNvSpPr/>
          <p:nvPr/>
        </p:nvSpPr>
        <p:spPr>
          <a:xfrm>
            <a:off x="3819960" y="436104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4" y="188"/>
                </a:moveTo>
                <a:cubicBezTo>
                  <a:pt x="119" y="188"/>
                  <a:pt x="142" y="178"/>
                  <a:pt x="160" y="161"/>
                </a:cubicBezTo>
                <a:cubicBezTo>
                  <a:pt x="177" y="143"/>
                  <a:pt x="187" y="120"/>
                  <a:pt x="187" y="95"/>
                </a:cubicBezTo>
                <a:cubicBezTo>
                  <a:pt x="187" y="70"/>
                  <a:pt x="177" y="45"/>
                  <a:pt x="160" y="28"/>
                </a:cubicBezTo>
                <a:cubicBezTo>
                  <a:pt x="142" y="10"/>
                  <a:pt x="119" y="0"/>
                  <a:pt x="94" y="0"/>
                </a:cubicBezTo>
                <a:cubicBezTo>
                  <a:pt x="68" y="0"/>
                  <a:pt x="44" y="10"/>
                  <a:pt x="27" y="28"/>
                </a:cubicBezTo>
                <a:cubicBezTo>
                  <a:pt x="9" y="45"/>
                  <a:pt x="0" y="70"/>
                  <a:pt x="0" y="95"/>
                </a:cubicBezTo>
                <a:cubicBezTo>
                  <a:pt x="0" y="120"/>
                  <a:pt x="9" y="143"/>
                  <a:pt x="27" y="161"/>
                </a:cubicBezTo>
                <a:cubicBezTo>
                  <a:pt x="44" y="178"/>
                  <a:pt x="68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699" name=""/>
          <p:cNvSpPr/>
          <p:nvPr/>
        </p:nvSpPr>
        <p:spPr>
          <a:xfrm>
            <a:off x="3974040" y="437184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9" y="187"/>
                  <a:pt x="143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6"/>
                  <a:pt x="160" y="27"/>
                </a:cubicBezTo>
                <a:cubicBezTo>
                  <a:pt x="143" y="10"/>
                  <a:pt x="119" y="0"/>
                  <a:pt x="94" y="0"/>
                </a:cubicBezTo>
                <a:cubicBezTo>
                  <a:pt x="70" y="0"/>
                  <a:pt x="46" y="10"/>
                  <a:pt x="27" y="27"/>
                </a:cubicBezTo>
                <a:cubicBezTo>
                  <a:pt x="10" y="46"/>
                  <a:pt x="0" y="69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6" y="178"/>
                  <a:pt x="70" y="187"/>
                  <a:pt x="94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0" name=""/>
          <p:cNvSpPr/>
          <p:nvPr/>
        </p:nvSpPr>
        <p:spPr>
          <a:xfrm>
            <a:off x="4033800" y="439812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5" y="187"/>
                </a:moveTo>
                <a:cubicBezTo>
                  <a:pt x="119" y="187"/>
                  <a:pt x="143" y="178"/>
                  <a:pt x="161" y="160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8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5" y="10"/>
                  <a:pt x="28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8" y="160"/>
                </a:cubicBezTo>
                <a:cubicBezTo>
                  <a:pt x="45" y="178"/>
                  <a:pt x="70" y="187"/>
                  <a:pt x="95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1" name=""/>
          <p:cNvSpPr/>
          <p:nvPr/>
        </p:nvSpPr>
        <p:spPr>
          <a:xfrm>
            <a:off x="4033080" y="44017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0"/>
                </a:cubicBezTo>
                <a:cubicBezTo>
                  <a:pt x="178" y="143"/>
                  <a:pt x="188" y="118"/>
                  <a:pt x="188" y="93"/>
                </a:cubicBezTo>
                <a:cubicBezTo>
                  <a:pt x="188" y="69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5" y="10"/>
                  <a:pt x="28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3"/>
                  <a:pt x="28" y="160"/>
                </a:cubicBezTo>
                <a:cubicBezTo>
                  <a:pt x="45" y="178"/>
                  <a:pt x="70" y="188"/>
                  <a:pt x="95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2" name=""/>
          <p:cNvSpPr/>
          <p:nvPr/>
        </p:nvSpPr>
        <p:spPr>
          <a:xfrm>
            <a:off x="3795480" y="450864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2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70"/>
                  <a:pt x="178" y="46"/>
                  <a:pt x="160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10" y="46"/>
                  <a:pt x="0" y="70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3" name=""/>
          <p:cNvSpPr/>
          <p:nvPr/>
        </p:nvSpPr>
        <p:spPr>
          <a:xfrm>
            <a:off x="3751920" y="453816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4" y="187"/>
                </a:moveTo>
                <a:cubicBezTo>
                  <a:pt x="119" y="187"/>
                  <a:pt x="142" y="177"/>
                  <a:pt x="160" y="160"/>
                </a:cubicBezTo>
                <a:cubicBezTo>
                  <a:pt x="177" y="142"/>
                  <a:pt x="187" y="118"/>
                  <a:pt x="187" y="93"/>
                </a:cubicBezTo>
                <a:cubicBezTo>
                  <a:pt x="187" y="68"/>
                  <a:pt x="177" y="44"/>
                  <a:pt x="160" y="27"/>
                </a:cubicBezTo>
                <a:cubicBezTo>
                  <a:pt x="142" y="9"/>
                  <a:pt x="119" y="0"/>
                  <a:pt x="94" y="0"/>
                </a:cubicBezTo>
                <a:cubicBezTo>
                  <a:pt x="68" y="0"/>
                  <a:pt x="44" y="9"/>
                  <a:pt x="27" y="27"/>
                </a:cubicBezTo>
                <a:cubicBezTo>
                  <a:pt x="9" y="44"/>
                  <a:pt x="0" y="68"/>
                  <a:pt x="0" y="93"/>
                </a:cubicBezTo>
                <a:cubicBezTo>
                  <a:pt x="0" y="118"/>
                  <a:pt x="9" y="142"/>
                  <a:pt x="27" y="160"/>
                </a:cubicBezTo>
                <a:cubicBezTo>
                  <a:pt x="44" y="177"/>
                  <a:pt x="68" y="187"/>
                  <a:pt x="94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4" name=""/>
          <p:cNvSpPr/>
          <p:nvPr/>
        </p:nvSpPr>
        <p:spPr>
          <a:xfrm>
            <a:off x="3840120" y="45511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1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1" y="28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6" y="10"/>
                  <a:pt x="29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9" y="161"/>
                </a:cubicBezTo>
                <a:cubicBezTo>
                  <a:pt x="46" y="178"/>
                  <a:pt x="70" y="188"/>
                  <a:pt x="95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5" name=""/>
          <p:cNvSpPr/>
          <p:nvPr/>
        </p:nvSpPr>
        <p:spPr>
          <a:xfrm>
            <a:off x="3915720" y="45676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70"/>
                  <a:pt x="178" y="45"/>
                  <a:pt x="160" y="27"/>
                </a:cubicBezTo>
                <a:cubicBezTo>
                  <a:pt x="143" y="10"/>
                  <a:pt x="119" y="0"/>
                  <a:pt x="94" y="0"/>
                </a:cubicBezTo>
                <a:cubicBezTo>
                  <a:pt x="70" y="0"/>
                  <a:pt x="46" y="10"/>
                  <a:pt x="28" y="27"/>
                </a:cubicBezTo>
                <a:cubicBezTo>
                  <a:pt x="11" y="45"/>
                  <a:pt x="0" y="70"/>
                  <a:pt x="0" y="94"/>
                </a:cubicBezTo>
                <a:cubicBezTo>
                  <a:pt x="0" y="119"/>
                  <a:pt x="11" y="143"/>
                  <a:pt x="28" y="160"/>
                </a:cubicBezTo>
                <a:cubicBezTo>
                  <a:pt x="46" y="178"/>
                  <a:pt x="70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6" name=""/>
          <p:cNvSpPr/>
          <p:nvPr/>
        </p:nvSpPr>
        <p:spPr>
          <a:xfrm>
            <a:off x="3862440" y="462456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3" y="187"/>
                </a:moveTo>
                <a:cubicBezTo>
                  <a:pt x="118" y="187"/>
                  <a:pt x="142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8"/>
                  <a:pt x="178" y="45"/>
                  <a:pt x="160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10" y="45"/>
                  <a:pt x="0" y="68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9" y="187"/>
                  <a:pt x="93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7" name=""/>
          <p:cNvSpPr/>
          <p:nvPr/>
        </p:nvSpPr>
        <p:spPr>
          <a:xfrm>
            <a:off x="3751920" y="468324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0"/>
                </a:cubicBezTo>
                <a:cubicBezTo>
                  <a:pt x="178" y="143"/>
                  <a:pt x="188" y="119"/>
                  <a:pt x="188" y="93"/>
                </a:cubicBezTo>
                <a:cubicBezTo>
                  <a:pt x="188" y="68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69" y="188"/>
                  <a:pt x="95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08" name=""/>
          <p:cNvSpPr/>
          <p:nvPr/>
        </p:nvSpPr>
        <p:spPr>
          <a:xfrm>
            <a:off x="3815280" y="46843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3" y="10"/>
                  <a:pt x="119" y="0"/>
                  <a:pt x="93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7" y="161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0">
            <a:noFill/>
          </a:ln>
        </p:spPr>
      </p:sp>
      <p:sp>
        <p:nvSpPr>
          <p:cNvPr id="709" name=""/>
          <p:cNvSpPr/>
          <p:nvPr/>
        </p:nvSpPr>
        <p:spPr>
          <a:xfrm>
            <a:off x="3815280" y="46843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3" y="10"/>
                  <a:pt x="119" y="0"/>
                  <a:pt x="93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7" y="161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noFill/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0" name=""/>
          <p:cNvSpPr/>
          <p:nvPr/>
        </p:nvSpPr>
        <p:spPr>
          <a:xfrm>
            <a:off x="3774240" y="469080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0" y="27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6" y="10"/>
                  <a:pt x="28" y="27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6" y="178"/>
                  <a:pt x="69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1" name=""/>
          <p:cNvSpPr/>
          <p:nvPr/>
        </p:nvSpPr>
        <p:spPr>
          <a:xfrm>
            <a:off x="3759840" y="474732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4" y="188"/>
                </a:moveTo>
                <a:cubicBezTo>
                  <a:pt x="119" y="188"/>
                  <a:pt x="142" y="178"/>
                  <a:pt x="160" y="160"/>
                </a:cubicBezTo>
                <a:cubicBezTo>
                  <a:pt x="177" y="143"/>
                  <a:pt x="187" y="119"/>
                  <a:pt x="187" y="93"/>
                </a:cubicBezTo>
                <a:cubicBezTo>
                  <a:pt x="187" y="69"/>
                  <a:pt x="177" y="45"/>
                  <a:pt x="160" y="27"/>
                </a:cubicBezTo>
                <a:cubicBezTo>
                  <a:pt x="142" y="10"/>
                  <a:pt x="119" y="0"/>
                  <a:pt x="94" y="0"/>
                </a:cubicBezTo>
                <a:cubicBezTo>
                  <a:pt x="69" y="0"/>
                  <a:pt x="44" y="10"/>
                  <a:pt x="27" y="27"/>
                </a:cubicBezTo>
                <a:cubicBezTo>
                  <a:pt x="9" y="45"/>
                  <a:pt x="0" y="69"/>
                  <a:pt x="0" y="93"/>
                </a:cubicBezTo>
                <a:cubicBezTo>
                  <a:pt x="0" y="119"/>
                  <a:pt x="9" y="143"/>
                  <a:pt x="27" y="160"/>
                </a:cubicBezTo>
                <a:cubicBezTo>
                  <a:pt x="44" y="178"/>
                  <a:pt x="69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2" name=""/>
          <p:cNvSpPr/>
          <p:nvPr/>
        </p:nvSpPr>
        <p:spPr>
          <a:xfrm>
            <a:off x="3692880" y="47811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6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6"/>
                  <a:pt x="0" y="69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3" name=""/>
          <p:cNvSpPr/>
          <p:nvPr/>
        </p:nvSpPr>
        <p:spPr>
          <a:xfrm>
            <a:off x="3722760" y="48142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8" y="188"/>
                  <a:pt x="142" y="178"/>
                  <a:pt x="160" y="160"/>
                </a:cubicBezTo>
                <a:cubicBezTo>
                  <a:pt x="178" y="143"/>
                  <a:pt x="188" y="119"/>
                  <a:pt x="188" y="93"/>
                </a:cubicBezTo>
                <a:cubicBezTo>
                  <a:pt x="188" y="68"/>
                  <a:pt x="178" y="45"/>
                  <a:pt x="160" y="27"/>
                </a:cubicBezTo>
                <a:cubicBezTo>
                  <a:pt x="142" y="10"/>
                  <a:pt x="118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4" name=""/>
          <p:cNvSpPr/>
          <p:nvPr/>
        </p:nvSpPr>
        <p:spPr>
          <a:xfrm>
            <a:off x="3636360" y="482904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20" y="188"/>
                  <a:pt x="143" y="178"/>
                  <a:pt x="161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8"/>
                  <a:pt x="178" y="45"/>
                  <a:pt x="161" y="27"/>
                </a:cubicBezTo>
                <a:cubicBezTo>
                  <a:pt x="143" y="10"/>
                  <a:pt x="120" y="0"/>
                  <a:pt x="95" y="0"/>
                </a:cubicBezTo>
                <a:cubicBezTo>
                  <a:pt x="70" y="0"/>
                  <a:pt x="46" y="10"/>
                  <a:pt x="28" y="27"/>
                </a:cubicBezTo>
                <a:cubicBezTo>
                  <a:pt x="10" y="45"/>
                  <a:pt x="0" y="68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6" y="178"/>
                  <a:pt x="70" y="188"/>
                  <a:pt x="95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5" name=""/>
          <p:cNvSpPr/>
          <p:nvPr/>
        </p:nvSpPr>
        <p:spPr>
          <a:xfrm>
            <a:off x="3536280" y="485820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8" y="187"/>
                  <a:pt x="143" y="178"/>
                  <a:pt x="161" y="159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8"/>
                  <a:pt x="178" y="45"/>
                  <a:pt x="161" y="27"/>
                </a:cubicBezTo>
                <a:cubicBezTo>
                  <a:pt x="143" y="10"/>
                  <a:pt x="118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8" y="159"/>
                </a:cubicBezTo>
                <a:cubicBezTo>
                  <a:pt x="45" y="178"/>
                  <a:pt x="69" y="187"/>
                  <a:pt x="94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6" name=""/>
          <p:cNvSpPr/>
          <p:nvPr/>
        </p:nvSpPr>
        <p:spPr>
          <a:xfrm>
            <a:off x="3666960" y="486936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3" y="178"/>
                  <a:pt x="160" y="160"/>
                </a:cubicBezTo>
                <a:cubicBezTo>
                  <a:pt x="178" y="142"/>
                  <a:pt x="187" y="118"/>
                  <a:pt x="187" y="93"/>
                </a:cubicBezTo>
                <a:cubicBezTo>
                  <a:pt x="187" y="68"/>
                  <a:pt x="178" y="45"/>
                  <a:pt x="160" y="27"/>
                </a:cubicBezTo>
                <a:cubicBezTo>
                  <a:pt x="143" y="10"/>
                  <a:pt x="118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7" name=""/>
          <p:cNvSpPr/>
          <p:nvPr/>
        </p:nvSpPr>
        <p:spPr>
          <a:xfrm>
            <a:off x="3657240" y="488808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8" y="187"/>
                  <a:pt x="142" y="178"/>
                  <a:pt x="159" y="160"/>
                </a:cubicBezTo>
                <a:cubicBezTo>
                  <a:pt x="178" y="143"/>
                  <a:pt x="187" y="119"/>
                  <a:pt x="187" y="94"/>
                </a:cubicBezTo>
                <a:cubicBezTo>
                  <a:pt x="187" y="68"/>
                  <a:pt x="178" y="45"/>
                  <a:pt x="159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8" y="187"/>
                  <a:pt x="93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0">
            <a:noFill/>
          </a:ln>
        </p:spPr>
      </p:sp>
      <p:sp>
        <p:nvSpPr>
          <p:cNvPr id="718" name=""/>
          <p:cNvSpPr/>
          <p:nvPr/>
        </p:nvSpPr>
        <p:spPr>
          <a:xfrm>
            <a:off x="3657240" y="488808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8" y="187"/>
                  <a:pt x="142" y="178"/>
                  <a:pt x="159" y="160"/>
                </a:cubicBezTo>
                <a:cubicBezTo>
                  <a:pt x="178" y="143"/>
                  <a:pt x="187" y="119"/>
                  <a:pt x="187" y="94"/>
                </a:cubicBezTo>
                <a:cubicBezTo>
                  <a:pt x="187" y="68"/>
                  <a:pt x="178" y="45"/>
                  <a:pt x="159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8" y="187"/>
                  <a:pt x="93" y="187"/>
                </a:cubicBezTo>
                <a:close/>
              </a:path>
            </a:pathLst>
          </a:custGeom>
          <a:noFill/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19" name=""/>
          <p:cNvSpPr/>
          <p:nvPr/>
        </p:nvSpPr>
        <p:spPr>
          <a:xfrm>
            <a:off x="3621240" y="49287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0"/>
                </a:cubicBezTo>
                <a:cubicBezTo>
                  <a:pt x="178" y="142"/>
                  <a:pt x="188" y="118"/>
                  <a:pt x="188" y="94"/>
                </a:cubicBezTo>
                <a:cubicBezTo>
                  <a:pt x="188" y="69"/>
                  <a:pt x="178" y="45"/>
                  <a:pt x="161" y="28"/>
                </a:cubicBezTo>
                <a:cubicBezTo>
                  <a:pt x="143" y="10"/>
                  <a:pt x="119" y="0"/>
                  <a:pt x="95" y="0"/>
                </a:cubicBezTo>
                <a:cubicBezTo>
                  <a:pt x="69" y="0"/>
                  <a:pt x="45" y="10"/>
                  <a:pt x="28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2"/>
                  <a:pt x="28" y="160"/>
                </a:cubicBezTo>
                <a:cubicBezTo>
                  <a:pt x="45" y="178"/>
                  <a:pt x="69" y="188"/>
                  <a:pt x="95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0" name=""/>
          <p:cNvSpPr/>
          <p:nvPr/>
        </p:nvSpPr>
        <p:spPr>
          <a:xfrm>
            <a:off x="3614040" y="49294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1" y="160"/>
                </a:cubicBezTo>
                <a:cubicBezTo>
                  <a:pt x="178" y="142"/>
                  <a:pt x="188" y="119"/>
                  <a:pt x="188" y="94"/>
                </a:cubicBezTo>
                <a:cubicBezTo>
                  <a:pt x="188" y="69"/>
                  <a:pt x="178" y="45"/>
                  <a:pt x="161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8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2"/>
                  <a:pt x="28" y="160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1" name=""/>
          <p:cNvSpPr/>
          <p:nvPr/>
        </p:nvSpPr>
        <p:spPr>
          <a:xfrm>
            <a:off x="3620160" y="493560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9" y="187"/>
                  <a:pt x="143" y="178"/>
                  <a:pt x="160" y="160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8"/>
                  <a:pt x="178" y="45"/>
                  <a:pt x="160" y="27"/>
                </a:cubicBezTo>
                <a:cubicBezTo>
                  <a:pt x="143" y="10"/>
                  <a:pt x="119" y="0"/>
                  <a:pt x="94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8"/>
                  <a:pt x="68" y="187"/>
                  <a:pt x="94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2" name=""/>
          <p:cNvSpPr/>
          <p:nvPr/>
        </p:nvSpPr>
        <p:spPr>
          <a:xfrm>
            <a:off x="3608280" y="494064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9" y="187"/>
                  <a:pt x="143" y="178"/>
                  <a:pt x="160" y="160"/>
                </a:cubicBezTo>
                <a:cubicBezTo>
                  <a:pt x="178" y="143"/>
                  <a:pt x="187" y="118"/>
                  <a:pt x="187" y="93"/>
                </a:cubicBezTo>
                <a:cubicBezTo>
                  <a:pt x="187" y="68"/>
                  <a:pt x="178" y="45"/>
                  <a:pt x="160" y="27"/>
                </a:cubicBezTo>
                <a:cubicBezTo>
                  <a:pt x="143" y="10"/>
                  <a:pt x="119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3"/>
                  <a:pt x="27" y="160"/>
                </a:cubicBezTo>
                <a:cubicBezTo>
                  <a:pt x="45" y="178"/>
                  <a:pt x="68" y="187"/>
                  <a:pt x="93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3" name=""/>
          <p:cNvSpPr/>
          <p:nvPr/>
        </p:nvSpPr>
        <p:spPr>
          <a:xfrm>
            <a:off x="3632040" y="494100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7" y="119"/>
                  <a:pt x="187" y="94"/>
                </a:cubicBezTo>
                <a:cubicBezTo>
                  <a:pt x="187" y="69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7" y="161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4" name=""/>
          <p:cNvSpPr/>
          <p:nvPr/>
        </p:nvSpPr>
        <p:spPr>
          <a:xfrm>
            <a:off x="3609000" y="495072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9" y="188"/>
                  <a:pt x="142" y="178"/>
                  <a:pt x="160" y="160"/>
                </a:cubicBezTo>
                <a:cubicBezTo>
                  <a:pt x="177" y="143"/>
                  <a:pt x="187" y="119"/>
                  <a:pt x="187" y="93"/>
                </a:cubicBezTo>
                <a:cubicBezTo>
                  <a:pt x="187" y="68"/>
                  <a:pt x="177" y="45"/>
                  <a:pt x="160" y="27"/>
                </a:cubicBezTo>
                <a:cubicBezTo>
                  <a:pt x="142" y="10"/>
                  <a:pt x="119" y="0"/>
                  <a:pt x="93" y="0"/>
                </a:cubicBezTo>
                <a:cubicBezTo>
                  <a:pt x="68" y="0"/>
                  <a:pt x="44" y="10"/>
                  <a:pt x="27" y="27"/>
                </a:cubicBezTo>
                <a:cubicBezTo>
                  <a:pt x="9" y="45"/>
                  <a:pt x="0" y="68"/>
                  <a:pt x="0" y="93"/>
                </a:cubicBezTo>
                <a:cubicBezTo>
                  <a:pt x="0" y="119"/>
                  <a:pt x="9" y="143"/>
                  <a:pt x="27" y="160"/>
                </a:cubicBezTo>
                <a:cubicBezTo>
                  <a:pt x="44" y="178"/>
                  <a:pt x="68" y="188"/>
                  <a:pt x="93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5" name=""/>
          <p:cNvSpPr/>
          <p:nvPr/>
        </p:nvSpPr>
        <p:spPr>
          <a:xfrm>
            <a:off x="3590640" y="498420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8" y="187"/>
                  <a:pt x="141" y="178"/>
                  <a:pt x="159" y="160"/>
                </a:cubicBezTo>
                <a:cubicBezTo>
                  <a:pt x="177" y="143"/>
                  <a:pt x="187" y="119"/>
                  <a:pt x="187" y="94"/>
                </a:cubicBezTo>
                <a:cubicBezTo>
                  <a:pt x="187" y="69"/>
                  <a:pt x="177" y="46"/>
                  <a:pt x="159" y="28"/>
                </a:cubicBezTo>
                <a:cubicBezTo>
                  <a:pt x="141" y="10"/>
                  <a:pt x="118" y="0"/>
                  <a:pt x="93" y="0"/>
                </a:cubicBezTo>
                <a:cubicBezTo>
                  <a:pt x="68" y="0"/>
                  <a:pt x="44" y="10"/>
                  <a:pt x="27" y="28"/>
                </a:cubicBezTo>
                <a:cubicBezTo>
                  <a:pt x="9" y="46"/>
                  <a:pt x="0" y="69"/>
                  <a:pt x="0" y="94"/>
                </a:cubicBezTo>
                <a:cubicBezTo>
                  <a:pt x="0" y="119"/>
                  <a:pt x="9" y="143"/>
                  <a:pt x="27" y="160"/>
                </a:cubicBezTo>
                <a:cubicBezTo>
                  <a:pt x="44" y="178"/>
                  <a:pt x="68" y="187"/>
                  <a:pt x="93" y="187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6" name=""/>
          <p:cNvSpPr/>
          <p:nvPr/>
        </p:nvSpPr>
        <p:spPr>
          <a:xfrm>
            <a:off x="2787840" y="42249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8" y="188"/>
                  <a:pt x="142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8"/>
                  <a:pt x="178" y="45"/>
                  <a:pt x="160" y="27"/>
                </a:cubicBezTo>
                <a:cubicBezTo>
                  <a:pt x="142" y="10"/>
                  <a:pt x="118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8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7" name=""/>
          <p:cNvSpPr/>
          <p:nvPr/>
        </p:nvSpPr>
        <p:spPr>
          <a:xfrm>
            <a:off x="3848040" y="429840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4" y="187"/>
                </a:moveTo>
                <a:cubicBezTo>
                  <a:pt x="119" y="187"/>
                  <a:pt x="142" y="178"/>
                  <a:pt x="160" y="160"/>
                </a:cubicBezTo>
                <a:cubicBezTo>
                  <a:pt x="177" y="143"/>
                  <a:pt x="187" y="119"/>
                  <a:pt x="187" y="94"/>
                </a:cubicBezTo>
                <a:cubicBezTo>
                  <a:pt x="187" y="69"/>
                  <a:pt x="177" y="45"/>
                  <a:pt x="160" y="27"/>
                </a:cubicBezTo>
                <a:cubicBezTo>
                  <a:pt x="142" y="10"/>
                  <a:pt x="119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69" y="187"/>
                  <a:pt x="94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8" name=""/>
          <p:cNvSpPr/>
          <p:nvPr/>
        </p:nvSpPr>
        <p:spPr>
          <a:xfrm>
            <a:off x="2848320" y="438732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3" y="187"/>
                </a:moveTo>
                <a:cubicBezTo>
                  <a:pt x="118" y="187"/>
                  <a:pt x="142" y="176"/>
                  <a:pt x="159" y="159"/>
                </a:cubicBezTo>
                <a:cubicBezTo>
                  <a:pt x="177" y="141"/>
                  <a:pt x="188" y="118"/>
                  <a:pt x="188" y="93"/>
                </a:cubicBezTo>
                <a:cubicBezTo>
                  <a:pt x="188" y="68"/>
                  <a:pt x="177" y="44"/>
                  <a:pt x="159" y="27"/>
                </a:cubicBezTo>
                <a:cubicBezTo>
                  <a:pt x="142" y="9"/>
                  <a:pt x="118" y="0"/>
                  <a:pt x="93" y="0"/>
                </a:cubicBezTo>
                <a:cubicBezTo>
                  <a:pt x="68" y="0"/>
                  <a:pt x="45" y="9"/>
                  <a:pt x="27" y="27"/>
                </a:cubicBezTo>
                <a:cubicBezTo>
                  <a:pt x="10" y="44"/>
                  <a:pt x="0" y="68"/>
                  <a:pt x="0" y="93"/>
                </a:cubicBezTo>
                <a:cubicBezTo>
                  <a:pt x="0" y="118"/>
                  <a:pt x="10" y="141"/>
                  <a:pt x="27" y="159"/>
                </a:cubicBezTo>
                <a:cubicBezTo>
                  <a:pt x="45" y="176"/>
                  <a:pt x="68" y="187"/>
                  <a:pt x="93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29" name=""/>
          <p:cNvSpPr/>
          <p:nvPr/>
        </p:nvSpPr>
        <p:spPr>
          <a:xfrm>
            <a:off x="2979000" y="439632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4" y="188"/>
                </a:moveTo>
                <a:cubicBezTo>
                  <a:pt x="119" y="188"/>
                  <a:pt x="142" y="178"/>
                  <a:pt x="160" y="160"/>
                </a:cubicBezTo>
                <a:cubicBezTo>
                  <a:pt x="177" y="142"/>
                  <a:pt x="187" y="118"/>
                  <a:pt x="187" y="93"/>
                </a:cubicBezTo>
                <a:cubicBezTo>
                  <a:pt x="187" y="69"/>
                  <a:pt x="177" y="45"/>
                  <a:pt x="160" y="27"/>
                </a:cubicBezTo>
                <a:cubicBezTo>
                  <a:pt x="142" y="10"/>
                  <a:pt x="119" y="0"/>
                  <a:pt x="94" y="0"/>
                </a:cubicBezTo>
                <a:cubicBezTo>
                  <a:pt x="69" y="0"/>
                  <a:pt x="46" y="10"/>
                  <a:pt x="28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2"/>
                  <a:pt x="28" y="160"/>
                </a:cubicBezTo>
                <a:cubicBezTo>
                  <a:pt x="46" y="178"/>
                  <a:pt x="69" y="188"/>
                  <a:pt x="94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0" name=""/>
          <p:cNvSpPr/>
          <p:nvPr/>
        </p:nvSpPr>
        <p:spPr>
          <a:xfrm>
            <a:off x="4221360" y="44175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7" y="161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1" name=""/>
          <p:cNvSpPr/>
          <p:nvPr/>
        </p:nvSpPr>
        <p:spPr>
          <a:xfrm>
            <a:off x="3140280" y="458892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9" y="187"/>
                  <a:pt x="143" y="177"/>
                  <a:pt x="161" y="159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8"/>
                  <a:pt x="178" y="45"/>
                  <a:pt x="161" y="27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8" y="159"/>
                </a:cubicBezTo>
                <a:cubicBezTo>
                  <a:pt x="45" y="177"/>
                  <a:pt x="69" y="187"/>
                  <a:pt x="94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2" name=""/>
          <p:cNvSpPr/>
          <p:nvPr/>
        </p:nvSpPr>
        <p:spPr>
          <a:xfrm>
            <a:off x="4016160" y="461664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9" y="188"/>
                  <a:pt x="143" y="178"/>
                  <a:pt x="160" y="160"/>
                </a:cubicBezTo>
                <a:cubicBezTo>
                  <a:pt x="178" y="143"/>
                  <a:pt x="188" y="119"/>
                  <a:pt x="188" y="93"/>
                </a:cubicBezTo>
                <a:cubicBezTo>
                  <a:pt x="188" y="68"/>
                  <a:pt x="178" y="45"/>
                  <a:pt x="160" y="27"/>
                </a:cubicBezTo>
                <a:cubicBezTo>
                  <a:pt x="143" y="10"/>
                  <a:pt x="119" y="0"/>
                  <a:pt x="93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3" name=""/>
          <p:cNvSpPr/>
          <p:nvPr/>
        </p:nvSpPr>
        <p:spPr>
          <a:xfrm>
            <a:off x="3904200" y="469008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4" y="187"/>
                </a:moveTo>
                <a:cubicBezTo>
                  <a:pt x="119" y="187"/>
                  <a:pt x="142" y="178"/>
                  <a:pt x="160" y="160"/>
                </a:cubicBezTo>
                <a:cubicBezTo>
                  <a:pt x="177" y="143"/>
                  <a:pt x="187" y="119"/>
                  <a:pt x="187" y="94"/>
                </a:cubicBezTo>
                <a:cubicBezTo>
                  <a:pt x="187" y="68"/>
                  <a:pt x="177" y="45"/>
                  <a:pt x="160" y="27"/>
                </a:cubicBezTo>
                <a:cubicBezTo>
                  <a:pt x="142" y="10"/>
                  <a:pt x="119" y="0"/>
                  <a:pt x="94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9" y="45"/>
                  <a:pt x="0" y="68"/>
                  <a:pt x="0" y="94"/>
                </a:cubicBezTo>
                <a:cubicBezTo>
                  <a:pt x="0" y="119"/>
                  <a:pt x="9" y="143"/>
                  <a:pt x="27" y="160"/>
                </a:cubicBezTo>
                <a:cubicBezTo>
                  <a:pt x="45" y="178"/>
                  <a:pt x="69" y="187"/>
                  <a:pt x="94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4" name=""/>
          <p:cNvSpPr/>
          <p:nvPr/>
        </p:nvSpPr>
        <p:spPr>
          <a:xfrm>
            <a:off x="3295080" y="469188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4" y="187"/>
                </a:moveTo>
                <a:cubicBezTo>
                  <a:pt x="119" y="187"/>
                  <a:pt x="143" y="177"/>
                  <a:pt x="160" y="160"/>
                </a:cubicBezTo>
                <a:cubicBezTo>
                  <a:pt x="178" y="142"/>
                  <a:pt x="187" y="119"/>
                  <a:pt x="187" y="94"/>
                </a:cubicBezTo>
                <a:cubicBezTo>
                  <a:pt x="187" y="68"/>
                  <a:pt x="178" y="44"/>
                  <a:pt x="160" y="27"/>
                </a:cubicBezTo>
                <a:cubicBezTo>
                  <a:pt x="143" y="9"/>
                  <a:pt x="119" y="0"/>
                  <a:pt x="94" y="0"/>
                </a:cubicBezTo>
                <a:cubicBezTo>
                  <a:pt x="69" y="0"/>
                  <a:pt x="45" y="9"/>
                  <a:pt x="27" y="27"/>
                </a:cubicBezTo>
                <a:cubicBezTo>
                  <a:pt x="10" y="44"/>
                  <a:pt x="0" y="68"/>
                  <a:pt x="0" y="94"/>
                </a:cubicBezTo>
                <a:cubicBezTo>
                  <a:pt x="0" y="119"/>
                  <a:pt x="10" y="142"/>
                  <a:pt x="27" y="160"/>
                </a:cubicBezTo>
                <a:cubicBezTo>
                  <a:pt x="45" y="177"/>
                  <a:pt x="69" y="187"/>
                  <a:pt x="94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0">
            <a:noFill/>
          </a:ln>
        </p:spPr>
      </p:sp>
      <p:sp>
        <p:nvSpPr>
          <p:cNvPr id="735" name=""/>
          <p:cNvSpPr/>
          <p:nvPr/>
        </p:nvSpPr>
        <p:spPr>
          <a:xfrm>
            <a:off x="3295080" y="469188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4" y="187"/>
                </a:moveTo>
                <a:cubicBezTo>
                  <a:pt x="119" y="187"/>
                  <a:pt x="143" y="177"/>
                  <a:pt x="160" y="160"/>
                </a:cubicBezTo>
                <a:cubicBezTo>
                  <a:pt x="178" y="142"/>
                  <a:pt x="187" y="119"/>
                  <a:pt x="187" y="94"/>
                </a:cubicBezTo>
                <a:cubicBezTo>
                  <a:pt x="187" y="68"/>
                  <a:pt x="178" y="44"/>
                  <a:pt x="160" y="27"/>
                </a:cubicBezTo>
                <a:cubicBezTo>
                  <a:pt x="143" y="9"/>
                  <a:pt x="119" y="0"/>
                  <a:pt x="94" y="0"/>
                </a:cubicBezTo>
                <a:cubicBezTo>
                  <a:pt x="69" y="0"/>
                  <a:pt x="45" y="9"/>
                  <a:pt x="27" y="27"/>
                </a:cubicBezTo>
                <a:cubicBezTo>
                  <a:pt x="10" y="44"/>
                  <a:pt x="0" y="68"/>
                  <a:pt x="0" y="94"/>
                </a:cubicBezTo>
                <a:cubicBezTo>
                  <a:pt x="0" y="119"/>
                  <a:pt x="10" y="142"/>
                  <a:pt x="27" y="160"/>
                </a:cubicBezTo>
                <a:cubicBezTo>
                  <a:pt x="45" y="177"/>
                  <a:pt x="69" y="187"/>
                  <a:pt x="94" y="187"/>
                </a:cubicBezTo>
                <a:close/>
              </a:path>
            </a:pathLst>
          </a:custGeom>
          <a:noFill/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6" name=""/>
          <p:cNvSpPr/>
          <p:nvPr/>
        </p:nvSpPr>
        <p:spPr>
          <a:xfrm>
            <a:off x="3764160" y="469188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7" y="119"/>
                  <a:pt x="187" y="95"/>
                </a:cubicBezTo>
                <a:cubicBezTo>
                  <a:pt x="187" y="69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5"/>
                  <a:pt x="0" y="69"/>
                  <a:pt x="0" y="95"/>
                </a:cubicBezTo>
                <a:cubicBezTo>
                  <a:pt x="0" y="119"/>
                  <a:pt x="10" y="143"/>
                  <a:pt x="27" y="161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7" name=""/>
          <p:cNvSpPr/>
          <p:nvPr/>
        </p:nvSpPr>
        <p:spPr>
          <a:xfrm>
            <a:off x="3289320" y="47235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7"/>
                  <a:pt x="161" y="159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9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2"/>
                  <a:pt x="28" y="159"/>
                </a:cubicBezTo>
                <a:cubicBezTo>
                  <a:pt x="45" y="177"/>
                  <a:pt x="69" y="188"/>
                  <a:pt x="95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8" name=""/>
          <p:cNvSpPr/>
          <p:nvPr/>
        </p:nvSpPr>
        <p:spPr>
          <a:xfrm>
            <a:off x="3368520" y="474840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0"/>
                </a:cubicBezTo>
                <a:cubicBezTo>
                  <a:pt x="178" y="143"/>
                  <a:pt x="188" y="119"/>
                  <a:pt x="188" y="93"/>
                </a:cubicBezTo>
                <a:cubicBezTo>
                  <a:pt x="188" y="69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6" y="10"/>
                  <a:pt x="28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6" y="178"/>
                  <a:pt x="70" y="188"/>
                  <a:pt x="95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39" name=""/>
          <p:cNvSpPr/>
          <p:nvPr/>
        </p:nvSpPr>
        <p:spPr>
          <a:xfrm>
            <a:off x="3447360" y="47509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20" y="188"/>
                  <a:pt x="143" y="178"/>
                  <a:pt x="161" y="161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1" y="28"/>
                </a:cubicBezTo>
                <a:cubicBezTo>
                  <a:pt x="143" y="10"/>
                  <a:pt x="120" y="0"/>
                  <a:pt x="95" y="0"/>
                </a:cubicBezTo>
                <a:cubicBezTo>
                  <a:pt x="70" y="0"/>
                  <a:pt x="46" y="10"/>
                  <a:pt x="29" y="28"/>
                </a:cubicBezTo>
                <a:cubicBezTo>
                  <a:pt x="11" y="45"/>
                  <a:pt x="0" y="69"/>
                  <a:pt x="0" y="94"/>
                </a:cubicBezTo>
                <a:cubicBezTo>
                  <a:pt x="0" y="119"/>
                  <a:pt x="11" y="143"/>
                  <a:pt x="29" y="161"/>
                </a:cubicBezTo>
                <a:cubicBezTo>
                  <a:pt x="46" y="178"/>
                  <a:pt x="70" y="188"/>
                  <a:pt x="95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0" name=""/>
          <p:cNvSpPr/>
          <p:nvPr/>
        </p:nvSpPr>
        <p:spPr>
          <a:xfrm>
            <a:off x="3443400" y="476640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9" y="187"/>
                  <a:pt x="143" y="178"/>
                  <a:pt x="160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0" y="27"/>
                </a:cubicBezTo>
                <a:cubicBezTo>
                  <a:pt x="143" y="10"/>
                  <a:pt x="119" y="0"/>
                  <a:pt x="94" y="0"/>
                </a:cubicBezTo>
                <a:cubicBezTo>
                  <a:pt x="70" y="0"/>
                  <a:pt x="46" y="10"/>
                  <a:pt x="28" y="27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6" y="178"/>
                  <a:pt x="70" y="187"/>
                  <a:pt x="94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1" name=""/>
          <p:cNvSpPr/>
          <p:nvPr/>
        </p:nvSpPr>
        <p:spPr>
          <a:xfrm>
            <a:off x="3297960" y="477000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70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5" y="10"/>
                  <a:pt x="28" y="27"/>
                </a:cubicBezTo>
                <a:cubicBezTo>
                  <a:pt x="10" y="45"/>
                  <a:pt x="0" y="70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70" y="188"/>
                  <a:pt x="95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2" name=""/>
          <p:cNvSpPr/>
          <p:nvPr/>
        </p:nvSpPr>
        <p:spPr>
          <a:xfrm>
            <a:off x="3243600" y="478404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19"/>
                  <a:pt x="188" y="95"/>
                </a:cubicBezTo>
                <a:cubicBezTo>
                  <a:pt x="188" y="70"/>
                  <a:pt x="178" y="46"/>
                  <a:pt x="160" y="29"/>
                </a:cubicBezTo>
                <a:cubicBezTo>
                  <a:pt x="143" y="11"/>
                  <a:pt x="119" y="0"/>
                  <a:pt x="94" y="0"/>
                </a:cubicBezTo>
                <a:cubicBezTo>
                  <a:pt x="70" y="0"/>
                  <a:pt x="46" y="11"/>
                  <a:pt x="28" y="29"/>
                </a:cubicBezTo>
                <a:cubicBezTo>
                  <a:pt x="10" y="46"/>
                  <a:pt x="0" y="70"/>
                  <a:pt x="0" y="95"/>
                </a:cubicBezTo>
                <a:cubicBezTo>
                  <a:pt x="0" y="119"/>
                  <a:pt x="10" y="143"/>
                  <a:pt x="28" y="161"/>
                </a:cubicBezTo>
                <a:cubicBezTo>
                  <a:pt x="46" y="178"/>
                  <a:pt x="70" y="188"/>
                  <a:pt x="94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3" name=""/>
          <p:cNvSpPr/>
          <p:nvPr/>
        </p:nvSpPr>
        <p:spPr>
          <a:xfrm>
            <a:off x="3479040" y="479484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9" y="187"/>
                  <a:pt x="142" y="177"/>
                  <a:pt x="160" y="159"/>
                </a:cubicBezTo>
                <a:cubicBezTo>
                  <a:pt x="177" y="141"/>
                  <a:pt x="187" y="118"/>
                  <a:pt x="187" y="93"/>
                </a:cubicBezTo>
                <a:cubicBezTo>
                  <a:pt x="187" y="68"/>
                  <a:pt x="177" y="44"/>
                  <a:pt x="160" y="27"/>
                </a:cubicBezTo>
                <a:cubicBezTo>
                  <a:pt x="142" y="9"/>
                  <a:pt x="119" y="0"/>
                  <a:pt x="93" y="0"/>
                </a:cubicBezTo>
                <a:cubicBezTo>
                  <a:pt x="68" y="0"/>
                  <a:pt x="44" y="9"/>
                  <a:pt x="27" y="27"/>
                </a:cubicBezTo>
                <a:cubicBezTo>
                  <a:pt x="9" y="44"/>
                  <a:pt x="0" y="68"/>
                  <a:pt x="0" y="93"/>
                </a:cubicBezTo>
                <a:cubicBezTo>
                  <a:pt x="0" y="118"/>
                  <a:pt x="9" y="141"/>
                  <a:pt x="27" y="159"/>
                </a:cubicBezTo>
                <a:cubicBezTo>
                  <a:pt x="44" y="177"/>
                  <a:pt x="68" y="187"/>
                  <a:pt x="93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4" name=""/>
          <p:cNvSpPr/>
          <p:nvPr/>
        </p:nvSpPr>
        <p:spPr>
          <a:xfrm>
            <a:off x="3814920" y="483516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7" y="119"/>
                  <a:pt x="187" y="95"/>
                </a:cubicBezTo>
                <a:cubicBezTo>
                  <a:pt x="187" y="70"/>
                  <a:pt x="178" y="45"/>
                  <a:pt x="160" y="28"/>
                </a:cubicBezTo>
                <a:cubicBezTo>
                  <a:pt x="143" y="10"/>
                  <a:pt x="119" y="0"/>
                  <a:pt x="93" y="0"/>
                </a:cubicBezTo>
                <a:cubicBezTo>
                  <a:pt x="68" y="0"/>
                  <a:pt x="45" y="10"/>
                  <a:pt x="27" y="28"/>
                </a:cubicBezTo>
                <a:cubicBezTo>
                  <a:pt x="10" y="45"/>
                  <a:pt x="0" y="70"/>
                  <a:pt x="0" y="95"/>
                </a:cubicBezTo>
                <a:cubicBezTo>
                  <a:pt x="0" y="119"/>
                  <a:pt x="10" y="143"/>
                  <a:pt x="27" y="161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5" name=""/>
          <p:cNvSpPr/>
          <p:nvPr/>
        </p:nvSpPr>
        <p:spPr>
          <a:xfrm>
            <a:off x="3791160" y="483588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1" y="178"/>
                  <a:pt x="159" y="160"/>
                </a:cubicBezTo>
                <a:cubicBezTo>
                  <a:pt x="177" y="143"/>
                  <a:pt x="187" y="119"/>
                  <a:pt x="187" y="94"/>
                </a:cubicBezTo>
                <a:cubicBezTo>
                  <a:pt x="187" y="70"/>
                  <a:pt x="177" y="45"/>
                  <a:pt x="159" y="27"/>
                </a:cubicBezTo>
                <a:cubicBezTo>
                  <a:pt x="141" y="10"/>
                  <a:pt x="118" y="0"/>
                  <a:pt x="93" y="0"/>
                </a:cubicBezTo>
                <a:cubicBezTo>
                  <a:pt x="68" y="0"/>
                  <a:pt x="44" y="10"/>
                  <a:pt x="27" y="27"/>
                </a:cubicBezTo>
                <a:cubicBezTo>
                  <a:pt x="9" y="45"/>
                  <a:pt x="0" y="70"/>
                  <a:pt x="0" y="94"/>
                </a:cubicBezTo>
                <a:cubicBezTo>
                  <a:pt x="0" y="119"/>
                  <a:pt x="9" y="143"/>
                  <a:pt x="27" y="160"/>
                </a:cubicBezTo>
                <a:cubicBezTo>
                  <a:pt x="44" y="178"/>
                  <a:pt x="68" y="188"/>
                  <a:pt x="93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6" name=""/>
          <p:cNvSpPr/>
          <p:nvPr/>
        </p:nvSpPr>
        <p:spPr>
          <a:xfrm>
            <a:off x="3756600" y="48574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7"/>
                  <a:pt x="161" y="160"/>
                </a:cubicBezTo>
                <a:cubicBezTo>
                  <a:pt x="178" y="142"/>
                  <a:pt x="188" y="119"/>
                  <a:pt x="188" y="94"/>
                </a:cubicBezTo>
                <a:cubicBezTo>
                  <a:pt x="188" y="69"/>
                  <a:pt x="178" y="45"/>
                  <a:pt x="161" y="28"/>
                </a:cubicBezTo>
                <a:cubicBezTo>
                  <a:pt x="143" y="10"/>
                  <a:pt x="119" y="0"/>
                  <a:pt x="95" y="0"/>
                </a:cubicBezTo>
                <a:cubicBezTo>
                  <a:pt x="69" y="0"/>
                  <a:pt x="45" y="10"/>
                  <a:pt x="28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2"/>
                  <a:pt x="28" y="160"/>
                </a:cubicBezTo>
                <a:cubicBezTo>
                  <a:pt x="45" y="177"/>
                  <a:pt x="69" y="188"/>
                  <a:pt x="95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7" name=""/>
          <p:cNvSpPr/>
          <p:nvPr/>
        </p:nvSpPr>
        <p:spPr>
          <a:xfrm>
            <a:off x="3349080" y="487800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5" y="187"/>
                </a:moveTo>
                <a:cubicBezTo>
                  <a:pt x="119" y="187"/>
                  <a:pt x="143" y="178"/>
                  <a:pt x="161" y="160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8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8" y="160"/>
                </a:cubicBezTo>
                <a:cubicBezTo>
                  <a:pt x="45" y="178"/>
                  <a:pt x="69" y="187"/>
                  <a:pt x="95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8" name=""/>
          <p:cNvSpPr/>
          <p:nvPr/>
        </p:nvSpPr>
        <p:spPr>
          <a:xfrm>
            <a:off x="3454200" y="488088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8" y="187"/>
                  <a:pt x="142" y="178"/>
                  <a:pt x="160" y="160"/>
                </a:cubicBezTo>
                <a:cubicBezTo>
                  <a:pt x="178" y="143"/>
                  <a:pt x="188" y="119"/>
                  <a:pt x="188" y="93"/>
                </a:cubicBezTo>
                <a:cubicBezTo>
                  <a:pt x="188" y="68"/>
                  <a:pt x="178" y="45"/>
                  <a:pt x="160" y="27"/>
                </a:cubicBezTo>
                <a:cubicBezTo>
                  <a:pt x="142" y="10"/>
                  <a:pt x="118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69" y="187"/>
                  <a:pt x="94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49" name=""/>
          <p:cNvSpPr/>
          <p:nvPr/>
        </p:nvSpPr>
        <p:spPr>
          <a:xfrm>
            <a:off x="3663000" y="488196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8" y="188"/>
                  <a:pt x="142" y="178"/>
                  <a:pt x="161" y="160"/>
                </a:cubicBezTo>
                <a:cubicBezTo>
                  <a:pt x="178" y="143"/>
                  <a:pt x="188" y="119"/>
                  <a:pt x="188" y="93"/>
                </a:cubicBezTo>
                <a:cubicBezTo>
                  <a:pt x="188" y="69"/>
                  <a:pt x="178" y="45"/>
                  <a:pt x="161" y="27"/>
                </a:cubicBezTo>
                <a:cubicBezTo>
                  <a:pt x="142" y="10"/>
                  <a:pt x="118" y="0"/>
                  <a:pt x="94" y="0"/>
                </a:cubicBezTo>
                <a:cubicBezTo>
                  <a:pt x="69" y="0"/>
                  <a:pt x="45" y="10"/>
                  <a:pt x="28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0" name=""/>
          <p:cNvSpPr/>
          <p:nvPr/>
        </p:nvSpPr>
        <p:spPr>
          <a:xfrm>
            <a:off x="3526200" y="48859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2" y="178"/>
                  <a:pt x="160" y="161"/>
                </a:cubicBezTo>
                <a:cubicBezTo>
                  <a:pt x="178" y="143"/>
                  <a:pt x="188" y="120"/>
                  <a:pt x="188" y="94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2" y="10"/>
                  <a:pt x="118" y="0"/>
                  <a:pt x="93" y="0"/>
                </a:cubicBezTo>
                <a:cubicBezTo>
                  <a:pt x="69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20"/>
                  <a:pt x="10" y="143"/>
                  <a:pt x="27" y="161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1" name=""/>
          <p:cNvSpPr/>
          <p:nvPr/>
        </p:nvSpPr>
        <p:spPr>
          <a:xfrm>
            <a:off x="3495600" y="490860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6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5" y="10"/>
                  <a:pt x="28" y="27"/>
                </a:cubicBezTo>
                <a:cubicBezTo>
                  <a:pt x="10" y="46"/>
                  <a:pt x="0" y="69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70" y="188"/>
                  <a:pt x="95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2" name=""/>
          <p:cNvSpPr/>
          <p:nvPr/>
        </p:nvSpPr>
        <p:spPr>
          <a:xfrm>
            <a:off x="3465720" y="491364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1" y="161"/>
                </a:cubicBezTo>
                <a:cubicBezTo>
                  <a:pt x="178" y="143"/>
                  <a:pt x="188" y="119"/>
                  <a:pt x="188" y="95"/>
                </a:cubicBezTo>
                <a:cubicBezTo>
                  <a:pt x="188" y="70"/>
                  <a:pt x="178" y="46"/>
                  <a:pt x="161" y="29"/>
                </a:cubicBezTo>
                <a:cubicBezTo>
                  <a:pt x="143" y="10"/>
                  <a:pt x="119" y="0"/>
                  <a:pt x="94" y="0"/>
                </a:cubicBezTo>
                <a:cubicBezTo>
                  <a:pt x="69" y="0"/>
                  <a:pt x="45" y="10"/>
                  <a:pt x="28" y="29"/>
                </a:cubicBezTo>
                <a:cubicBezTo>
                  <a:pt x="10" y="46"/>
                  <a:pt x="0" y="70"/>
                  <a:pt x="0" y="95"/>
                </a:cubicBezTo>
                <a:cubicBezTo>
                  <a:pt x="0" y="119"/>
                  <a:pt x="10" y="143"/>
                  <a:pt x="28" y="161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3" name=""/>
          <p:cNvSpPr/>
          <p:nvPr/>
        </p:nvSpPr>
        <p:spPr>
          <a:xfrm>
            <a:off x="3492720" y="492660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20" y="188"/>
                  <a:pt x="143" y="178"/>
                  <a:pt x="161" y="159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9"/>
                  <a:pt x="178" y="45"/>
                  <a:pt x="161" y="27"/>
                </a:cubicBezTo>
                <a:cubicBezTo>
                  <a:pt x="143" y="10"/>
                  <a:pt x="120" y="0"/>
                  <a:pt x="95" y="0"/>
                </a:cubicBezTo>
                <a:cubicBezTo>
                  <a:pt x="70" y="0"/>
                  <a:pt x="45" y="10"/>
                  <a:pt x="28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2"/>
                  <a:pt x="28" y="159"/>
                </a:cubicBezTo>
                <a:cubicBezTo>
                  <a:pt x="45" y="178"/>
                  <a:pt x="70" y="188"/>
                  <a:pt x="95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4" name=""/>
          <p:cNvSpPr/>
          <p:nvPr/>
        </p:nvSpPr>
        <p:spPr>
          <a:xfrm>
            <a:off x="3667680" y="492876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3" y="178"/>
                  <a:pt x="160" y="160"/>
                </a:cubicBezTo>
                <a:cubicBezTo>
                  <a:pt x="178" y="142"/>
                  <a:pt x="187" y="118"/>
                  <a:pt x="187" y="94"/>
                </a:cubicBezTo>
                <a:cubicBezTo>
                  <a:pt x="187" y="69"/>
                  <a:pt x="178" y="45"/>
                  <a:pt x="160" y="28"/>
                </a:cubicBezTo>
                <a:cubicBezTo>
                  <a:pt x="143" y="10"/>
                  <a:pt x="118" y="0"/>
                  <a:pt x="93" y="0"/>
                </a:cubicBezTo>
                <a:cubicBezTo>
                  <a:pt x="68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5" name=""/>
          <p:cNvSpPr/>
          <p:nvPr/>
        </p:nvSpPr>
        <p:spPr>
          <a:xfrm>
            <a:off x="3521880" y="494856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3" y="187"/>
                </a:moveTo>
                <a:cubicBezTo>
                  <a:pt x="118" y="187"/>
                  <a:pt x="142" y="178"/>
                  <a:pt x="159" y="160"/>
                </a:cubicBezTo>
                <a:cubicBezTo>
                  <a:pt x="178" y="143"/>
                  <a:pt x="188" y="119"/>
                  <a:pt x="188" y="93"/>
                </a:cubicBezTo>
                <a:cubicBezTo>
                  <a:pt x="188" y="68"/>
                  <a:pt x="178" y="45"/>
                  <a:pt x="159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9" y="187"/>
                  <a:pt x="93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6" name=""/>
          <p:cNvSpPr/>
          <p:nvPr/>
        </p:nvSpPr>
        <p:spPr>
          <a:xfrm>
            <a:off x="3641400" y="495036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4" y="188"/>
                </a:moveTo>
                <a:cubicBezTo>
                  <a:pt x="119" y="188"/>
                  <a:pt x="142" y="178"/>
                  <a:pt x="160" y="161"/>
                </a:cubicBezTo>
                <a:cubicBezTo>
                  <a:pt x="177" y="143"/>
                  <a:pt x="187" y="119"/>
                  <a:pt x="187" y="94"/>
                </a:cubicBezTo>
                <a:cubicBezTo>
                  <a:pt x="187" y="69"/>
                  <a:pt x="177" y="45"/>
                  <a:pt x="160" y="28"/>
                </a:cubicBezTo>
                <a:cubicBezTo>
                  <a:pt x="142" y="10"/>
                  <a:pt x="119" y="0"/>
                  <a:pt x="94" y="0"/>
                </a:cubicBezTo>
                <a:cubicBezTo>
                  <a:pt x="69" y="0"/>
                  <a:pt x="45" y="10"/>
                  <a:pt x="28" y="28"/>
                </a:cubicBezTo>
                <a:cubicBezTo>
                  <a:pt x="9" y="45"/>
                  <a:pt x="0" y="69"/>
                  <a:pt x="0" y="94"/>
                </a:cubicBezTo>
                <a:cubicBezTo>
                  <a:pt x="0" y="119"/>
                  <a:pt x="9" y="143"/>
                  <a:pt x="28" y="161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7" name=""/>
          <p:cNvSpPr/>
          <p:nvPr/>
        </p:nvSpPr>
        <p:spPr>
          <a:xfrm>
            <a:off x="3643920" y="495324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4" y="187"/>
                </a:moveTo>
                <a:cubicBezTo>
                  <a:pt x="119" y="187"/>
                  <a:pt x="142" y="178"/>
                  <a:pt x="160" y="160"/>
                </a:cubicBezTo>
                <a:cubicBezTo>
                  <a:pt x="178" y="143"/>
                  <a:pt x="187" y="119"/>
                  <a:pt x="187" y="93"/>
                </a:cubicBezTo>
                <a:cubicBezTo>
                  <a:pt x="187" y="68"/>
                  <a:pt x="178" y="45"/>
                  <a:pt x="160" y="27"/>
                </a:cubicBezTo>
                <a:cubicBezTo>
                  <a:pt x="142" y="10"/>
                  <a:pt x="119" y="0"/>
                  <a:pt x="94" y="0"/>
                </a:cubicBezTo>
                <a:cubicBezTo>
                  <a:pt x="69" y="0"/>
                  <a:pt x="46" y="10"/>
                  <a:pt x="28" y="27"/>
                </a:cubicBezTo>
                <a:cubicBezTo>
                  <a:pt x="9" y="45"/>
                  <a:pt x="0" y="68"/>
                  <a:pt x="0" y="93"/>
                </a:cubicBezTo>
                <a:cubicBezTo>
                  <a:pt x="0" y="119"/>
                  <a:pt x="9" y="143"/>
                  <a:pt x="28" y="160"/>
                </a:cubicBezTo>
                <a:cubicBezTo>
                  <a:pt x="46" y="178"/>
                  <a:pt x="69" y="187"/>
                  <a:pt x="94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8" name=""/>
          <p:cNvSpPr/>
          <p:nvPr/>
        </p:nvSpPr>
        <p:spPr>
          <a:xfrm>
            <a:off x="3547800" y="495720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9" y="187"/>
                  <a:pt x="143" y="178"/>
                  <a:pt x="160" y="160"/>
                </a:cubicBezTo>
                <a:cubicBezTo>
                  <a:pt x="178" y="143"/>
                  <a:pt x="187" y="119"/>
                  <a:pt x="187" y="94"/>
                </a:cubicBezTo>
                <a:cubicBezTo>
                  <a:pt x="187" y="68"/>
                  <a:pt x="178" y="45"/>
                  <a:pt x="160" y="27"/>
                </a:cubicBezTo>
                <a:cubicBezTo>
                  <a:pt x="143" y="10"/>
                  <a:pt x="119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8" y="187"/>
                  <a:pt x="93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59" name=""/>
          <p:cNvSpPr/>
          <p:nvPr/>
        </p:nvSpPr>
        <p:spPr>
          <a:xfrm>
            <a:off x="3562560" y="496836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5" y="187"/>
                </a:moveTo>
                <a:cubicBezTo>
                  <a:pt x="119" y="187"/>
                  <a:pt x="143" y="178"/>
                  <a:pt x="161" y="160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5" y="10"/>
                  <a:pt x="28" y="27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8" y="160"/>
                </a:cubicBezTo>
                <a:cubicBezTo>
                  <a:pt x="45" y="178"/>
                  <a:pt x="70" y="187"/>
                  <a:pt x="95" y="187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0" name=""/>
          <p:cNvSpPr/>
          <p:nvPr/>
        </p:nvSpPr>
        <p:spPr>
          <a:xfrm>
            <a:off x="2901240" y="38494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1"/>
                </a:cubicBezTo>
                <a:cubicBezTo>
                  <a:pt x="178" y="143"/>
                  <a:pt x="188" y="119"/>
                  <a:pt x="188" y="95"/>
                </a:cubicBezTo>
                <a:cubicBezTo>
                  <a:pt x="188" y="70"/>
                  <a:pt x="178" y="46"/>
                  <a:pt x="161" y="29"/>
                </a:cubicBezTo>
                <a:cubicBezTo>
                  <a:pt x="143" y="11"/>
                  <a:pt x="119" y="0"/>
                  <a:pt x="95" y="0"/>
                </a:cubicBezTo>
                <a:cubicBezTo>
                  <a:pt x="70" y="0"/>
                  <a:pt x="46" y="11"/>
                  <a:pt x="28" y="29"/>
                </a:cubicBezTo>
                <a:cubicBezTo>
                  <a:pt x="10" y="46"/>
                  <a:pt x="0" y="70"/>
                  <a:pt x="0" y="95"/>
                </a:cubicBezTo>
                <a:cubicBezTo>
                  <a:pt x="0" y="119"/>
                  <a:pt x="10" y="143"/>
                  <a:pt x="28" y="161"/>
                </a:cubicBezTo>
                <a:cubicBezTo>
                  <a:pt x="46" y="178"/>
                  <a:pt x="70" y="188"/>
                  <a:pt x="95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1" name=""/>
          <p:cNvSpPr/>
          <p:nvPr/>
        </p:nvSpPr>
        <p:spPr>
          <a:xfrm>
            <a:off x="2500920" y="42850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5" y="188"/>
                </a:moveTo>
                <a:cubicBezTo>
                  <a:pt x="119" y="188"/>
                  <a:pt x="143" y="178"/>
                  <a:pt x="161" y="160"/>
                </a:cubicBezTo>
                <a:cubicBezTo>
                  <a:pt x="178" y="143"/>
                  <a:pt x="188" y="119"/>
                  <a:pt x="188" y="93"/>
                </a:cubicBezTo>
                <a:cubicBezTo>
                  <a:pt x="188" y="68"/>
                  <a:pt x="178" y="45"/>
                  <a:pt x="161" y="27"/>
                </a:cubicBezTo>
                <a:cubicBezTo>
                  <a:pt x="143" y="10"/>
                  <a:pt x="119" y="0"/>
                  <a:pt x="95" y="0"/>
                </a:cubicBezTo>
                <a:cubicBezTo>
                  <a:pt x="70" y="0"/>
                  <a:pt x="46" y="10"/>
                  <a:pt x="29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9"/>
                  <a:pt x="10" y="143"/>
                  <a:pt x="29" y="160"/>
                </a:cubicBezTo>
                <a:cubicBezTo>
                  <a:pt x="46" y="178"/>
                  <a:pt x="70" y="188"/>
                  <a:pt x="95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2" name=""/>
          <p:cNvSpPr/>
          <p:nvPr/>
        </p:nvSpPr>
        <p:spPr>
          <a:xfrm>
            <a:off x="2954520" y="433728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4" y="187"/>
                </a:moveTo>
                <a:cubicBezTo>
                  <a:pt x="119" y="187"/>
                  <a:pt x="143" y="178"/>
                  <a:pt x="160" y="160"/>
                </a:cubicBezTo>
                <a:cubicBezTo>
                  <a:pt x="178" y="142"/>
                  <a:pt x="187" y="118"/>
                  <a:pt x="187" y="93"/>
                </a:cubicBezTo>
                <a:cubicBezTo>
                  <a:pt x="187" y="68"/>
                  <a:pt x="178" y="45"/>
                  <a:pt x="160" y="27"/>
                </a:cubicBezTo>
                <a:cubicBezTo>
                  <a:pt x="143" y="9"/>
                  <a:pt x="119" y="0"/>
                  <a:pt x="94" y="0"/>
                </a:cubicBezTo>
                <a:cubicBezTo>
                  <a:pt x="68" y="0"/>
                  <a:pt x="45" y="9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8"/>
                  <a:pt x="68" y="187"/>
                  <a:pt x="94" y="187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3" name=""/>
          <p:cNvSpPr/>
          <p:nvPr/>
        </p:nvSpPr>
        <p:spPr>
          <a:xfrm>
            <a:off x="2925000" y="43930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8" y="188"/>
                  <a:pt x="142" y="178"/>
                  <a:pt x="161" y="160"/>
                </a:cubicBezTo>
                <a:cubicBezTo>
                  <a:pt x="178" y="142"/>
                  <a:pt x="188" y="118"/>
                  <a:pt x="188" y="94"/>
                </a:cubicBezTo>
                <a:cubicBezTo>
                  <a:pt x="188" y="69"/>
                  <a:pt x="178" y="45"/>
                  <a:pt x="161" y="28"/>
                </a:cubicBezTo>
                <a:cubicBezTo>
                  <a:pt x="142" y="10"/>
                  <a:pt x="118" y="0"/>
                  <a:pt x="94" y="0"/>
                </a:cubicBezTo>
                <a:cubicBezTo>
                  <a:pt x="69" y="0"/>
                  <a:pt x="45" y="10"/>
                  <a:pt x="28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2"/>
                  <a:pt x="28" y="160"/>
                </a:cubicBezTo>
                <a:cubicBezTo>
                  <a:pt x="45" y="178"/>
                  <a:pt x="69" y="188"/>
                  <a:pt x="94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4" name=""/>
          <p:cNvSpPr/>
          <p:nvPr/>
        </p:nvSpPr>
        <p:spPr>
          <a:xfrm>
            <a:off x="2868480" y="43948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3" y="178"/>
                  <a:pt x="160" y="159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9"/>
                  <a:pt x="178" y="45"/>
                  <a:pt x="160" y="27"/>
                </a:cubicBezTo>
                <a:cubicBezTo>
                  <a:pt x="143" y="10"/>
                  <a:pt x="118" y="0"/>
                  <a:pt x="93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2"/>
                  <a:pt x="27" y="159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5" name=""/>
          <p:cNvSpPr/>
          <p:nvPr/>
        </p:nvSpPr>
        <p:spPr>
          <a:xfrm>
            <a:off x="2451600" y="43963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2" y="178"/>
                  <a:pt x="159" y="160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8"/>
                  <a:pt x="178" y="45"/>
                  <a:pt x="159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6" name=""/>
          <p:cNvSpPr/>
          <p:nvPr/>
        </p:nvSpPr>
        <p:spPr>
          <a:xfrm>
            <a:off x="3000600" y="44074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3" y="188"/>
                </a:moveTo>
                <a:cubicBezTo>
                  <a:pt x="118" y="188"/>
                  <a:pt x="143" y="178"/>
                  <a:pt x="160" y="160"/>
                </a:cubicBezTo>
                <a:cubicBezTo>
                  <a:pt x="178" y="143"/>
                  <a:pt x="188" y="118"/>
                  <a:pt x="188" y="93"/>
                </a:cubicBezTo>
                <a:cubicBezTo>
                  <a:pt x="188" y="69"/>
                  <a:pt x="178" y="45"/>
                  <a:pt x="160" y="27"/>
                </a:cubicBezTo>
                <a:cubicBezTo>
                  <a:pt x="143" y="10"/>
                  <a:pt x="118" y="0"/>
                  <a:pt x="93" y="0"/>
                </a:cubicBezTo>
                <a:cubicBezTo>
                  <a:pt x="69" y="0"/>
                  <a:pt x="45" y="10"/>
                  <a:pt x="27" y="27"/>
                </a:cubicBezTo>
                <a:cubicBezTo>
                  <a:pt x="10" y="45"/>
                  <a:pt x="0" y="69"/>
                  <a:pt x="0" y="93"/>
                </a:cubicBezTo>
                <a:cubicBezTo>
                  <a:pt x="0" y="118"/>
                  <a:pt x="10" y="143"/>
                  <a:pt x="27" y="160"/>
                </a:cubicBezTo>
                <a:cubicBezTo>
                  <a:pt x="45" y="178"/>
                  <a:pt x="69" y="188"/>
                  <a:pt x="93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7" name=""/>
          <p:cNvSpPr/>
          <p:nvPr/>
        </p:nvSpPr>
        <p:spPr>
          <a:xfrm>
            <a:off x="2976480" y="450108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20"/>
                  <a:pt x="188" y="95"/>
                </a:cubicBezTo>
                <a:cubicBezTo>
                  <a:pt x="188" y="70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70" y="0"/>
                  <a:pt x="46" y="10"/>
                  <a:pt x="28" y="28"/>
                </a:cubicBezTo>
                <a:cubicBezTo>
                  <a:pt x="11" y="45"/>
                  <a:pt x="0" y="70"/>
                  <a:pt x="0" y="95"/>
                </a:cubicBezTo>
                <a:cubicBezTo>
                  <a:pt x="0" y="120"/>
                  <a:pt x="11" y="143"/>
                  <a:pt x="28" y="161"/>
                </a:cubicBezTo>
                <a:cubicBezTo>
                  <a:pt x="46" y="178"/>
                  <a:pt x="70" y="188"/>
                  <a:pt x="94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8" name=""/>
          <p:cNvSpPr/>
          <p:nvPr/>
        </p:nvSpPr>
        <p:spPr>
          <a:xfrm>
            <a:off x="3249360" y="468720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1" y="178"/>
                  <a:pt x="159" y="160"/>
                </a:cubicBezTo>
                <a:cubicBezTo>
                  <a:pt x="176" y="143"/>
                  <a:pt x="187" y="119"/>
                  <a:pt x="187" y="94"/>
                </a:cubicBezTo>
                <a:cubicBezTo>
                  <a:pt x="187" y="69"/>
                  <a:pt x="176" y="45"/>
                  <a:pt x="159" y="27"/>
                </a:cubicBezTo>
                <a:cubicBezTo>
                  <a:pt x="141" y="10"/>
                  <a:pt x="118" y="0"/>
                  <a:pt x="93" y="0"/>
                </a:cubicBezTo>
                <a:cubicBezTo>
                  <a:pt x="68" y="0"/>
                  <a:pt x="44" y="10"/>
                  <a:pt x="27" y="27"/>
                </a:cubicBezTo>
                <a:cubicBezTo>
                  <a:pt x="9" y="45"/>
                  <a:pt x="0" y="69"/>
                  <a:pt x="0" y="94"/>
                </a:cubicBezTo>
                <a:cubicBezTo>
                  <a:pt x="0" y="119"/>
                  <a:pt x="9" y="143"/>
                  <a:pt x="27" y="160"/>
                </a:cubicBezTo>
                <a:cubicBezTo>
                  <a:pt x="44" y="178"/>
                  <a:pt x="68" y="188"/>
                  <a:pt x="93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69" name=""/>
          <p:cNvSpPr/>
          <p:nvPr/>
        </p:nvSpPr>
        <p:spPr>
          <a:xfrm>
            <a:off x="3371760" y="4812120"/>
            <a:ext cx="67680" cy="67680"/>
          </a:xfrm>
          <a:custGeom>
            <a:avLst/>
            <a:gdLst/>
            <a:ahLst/>
            <a:rect l="0" t="0" r="r" b="b"/>
            <a:pathLst>
              <a:path w="188" h="188">
                <a:moveTo>
                  <a:pt x="94" y="188"/>
                </a:moveTo>
                <a:cubicBezTo>
                  <a:pt x="119" y="188"/>
                  <a:pt x="143" y="178"/>
                  <a:pt x="160" y="161"/>
                </a:cubicBezTo>
                <a:cubicBezTo>
                  <a:pt x="178" y="143"/>
                  <a:pt x="188" y="119"/>
                  <a:pt x="188" y="94"/>
                </a:cubicBezTo>
                <a:cubicBezTo>
                  <a:pt x="188" y="69"/>
                  <a:pt x="178" y="45"/>
                  <a:pt x="160" y="28"/>
                </a:cubicBezTo>
                <a:cubicBezTo>
                  <a:pt x="143" y="10"/>
                  <a:pt x="119" y="0"/>
                  <a:pt x="94" y="0"/>
                </a:cubicBezTo>
                <a:cubicBezTo>
                  <a:pt x="70" y="0"/>
                  <a:pt x="46" y="10"/>
                  <a:pt x="28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3"/>
                  <a:pt x="28" y="161"/>
                </a:cubicBezTo>
                <a:cubicBezTo>
                  <a:pt x="46" y="178"/>
                  <a:pt x="70" y="188"/>
                  <a:pt x="94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70" name=""/>
          <p:cNvSpPr/>
          <p:nvPr/>
        </p:nvSpPr>
        <p:spPr>
          <a:xfrm>
            <a:off x="3419280" y="490968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5" y="187"/>
                </a:moveTo>
                <a:cubicBezTo>
                  <a:pt x="119" y="187"/>
                  <a:pt x="143" y="177"/>
                  <a:pt x="161" y="160"/>
                </a:cubicBezTo>
                <a:cubicBezTo>
                  <a:pt x="178" y="142"/>
                  <a:pt x="188" y="119"/>
                  <a:pt x="188" y="94"/>
                </a:cubicBezTo>
                <a:cubicBezTo>
                  <a:pt x="188" y="69"/>
                  <a:pt x="178" y="45"/>
                  <a:pt x="161" y="27"/>
                </a:cubicBezTo>
                <a:cubicBezTo>
                  <a:pt x="143" y="9"/>
                  <a:pt x="119" y="0"/>
                  <a:pt x="95" y="0"/>
                </a:cubicBezTo>
                <a:cubicBezTo>
                  <a:pt x="69" y="0"/>
                  <a:pt x="45" y="9"/>
                  <a:pt x="28" y="27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9"/>
                  <a:pt x="10" y="142"/>
                  <a:pt x="28" y="160"/>
                </a:cubicBezTo>
                <a:cubicBezTo>
                  <a:pt x="45" y="177"/>
                  <a:pt x="69" y="187"/>
                  <a:pt x="95" y="187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71" name=""/>
          <p:cNvSpPr/>
          <p:nvPr/>
        </p:nvSpPr>
        <p:spPr>
          <a:xfrm>
            <a:off x="3534120" y="491400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3" y="178"/>
                  <a:pt x="160" y="160"/>
                </a:cubicBezTo>
                <a:cubicBezTo>
                  <a:pt x="178" y="143"/>
                  <a:pt x="187" y="119"/>
                  <a:pt x="187" y="94"/>
                </a:cubicBezTo>
                <a:cubicBezTo>
                  <a:pt x="187" y="70"/>
                  <a:pt x="178" y="46"/>
                  <a:pt x="160" y="28"/>
                </a:cubicBezTo>
                <a:cubicBezTo>
                  <a:pt x="143" y="10"/>
                  <a:pt x="118" y="0"/>
                  <a:pt x="93" y="0"/>
                </a:cubicBezTo>
                <a:cubicBezTo>
                  <a:pt x="68" y="0"/>
                  <a:pt x="45" y="10"/>
                  <a:pt x="27" y="28"/>
                </a:cubicBezTo>
                <a:cubicBezTo>
                  <a:pt x="10" y="46"/>
                  <a:pt x="0" y="70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72" name=""/>
          <p:cNvSpPr/>
          <p:nvPr/>
        </p:nvSpPr>
        <p:spPr>
          <a:xfrm>
            <a:off x="3498840" y="4929840"/>
            <a:ext cx="67680" cy="67320"/>
          </a:xfrm>
          <a:custGeom>
            <a:avLst/>
            <a:gdLst/>
            <a:ahLst/>
            <a:rect l="0" t="0" r="r" b="b"/>
            <a:pathLst>
              <a:path w="188" h="187">
                <a:moveTo>
                  <a:pt x="94" y="187"/>
                </a:moveTo>
                <a:cubicBezTo>
                  <a:pt x="119" y="187"/>
                  <a:pt x="143" y="178"/>
                  <a:pt x="160" y="159"/>
                </a:cubicBezTo>
                <a:cubicBezTo>
                  <a:pt x="178" y="142"/>
                  <a:pt x="188" y="118"/>
                  <a:pt x="188" y="93"/>
                </a:cubicBezTo>
                <a:cubicBezTo>
                  <a:pt x="188" y="68"/>
                  <a:pt x="178" y="45"/>
                  <a:pt x="160" y="27"/>
                </a:cubicBezTo>
                <a:cubicBezTo>
                  <a:pt x="143" y="10"/>
                  <a:pt x="119" y="0"/>
                  <a:pt x="94" y="0"/>
                </a:cubicBezTo>
                <a:cubicBezTo>
                  <a:pt x="70" y="0"/>
                  <a:pt x="45" y="10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8"/>
                  <a:pt x="10" y="142"/>
                  <a:pt x="27" y="159"/>
                </a:cubicBezTo>
                <a:cubicBezTo>
                  <a:pt x="45" y="178"/>
                  <a:pt x="70" y="187"/>
                  <a:pt x="94" y="187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73" name=""/>
          <p:cNvSpPr txBox="1"/>
          <p:nvPr/>
        </p:nvSpPr>
        <p:spPr>
          <a:xfrm rot="16200000">
            <a:off x="-486720" y="2471400"/>
            <a:ext cx="1273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−</a:t>
            </a:r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log10(p-value)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774" name=""/>
          <p:cNvSpPr/>
          <p:nvPr/>
        </p:nvSpPr>
        <p:spPr>
          <a:xfrm>
            <a:off x="4077360" y="613080"/>
            <a:ext cx="2367000" cy="0"/>
          </a:xfrm>
          <a:custGeom>
            <a:avLst/>
            <a:gdLst/>
            <a:ahLst/>
            <a:rect l="0" t="0" r="r" b="b"/>
            <a:pathLst>
              <a:path fill="none" w="6575" h="0">
                <a:moveTo>
                  <a:pt x="0" y="0"/>
                </a:moveTo>
                <a:cubicBezTo>
                  <a:pt x="2225" y="0"/>
                  <a:pt x="4416" y="0"/>
                  <a:pt x="6575" y="0"/>
                </a:cubicBezTo>
              </a:path>
            </a:pathLst>
          </a:custGeom>
          <a:ln cap="rnd" w="31680">
            <a:solidFill>
              <a:srgbClr val="0a7d6e"/>
            </a:solidFill>
            <a:round/>
          </a:ln>
        </p:spPr>
      </p:sp>
      <p:sp>
        <p:nvSpPr>
          <p:cNvPr id="775" name=""/>
          <p:cNvSpPr/>
          <p:nvPr/>
        </p:nvSpPr>
        <p:spPr>
          <a:xfrm>
            <a:off x="6352920" y="567360"/>
            <a:ext cx="91800" cy="91800"/>
          </a:xfrm>
          <a:custGeom>
            <a:avLst/>
            <a:gdLst/>
            <a:ahLst/>
            <a:rect l="0" t="0" r="r" b="b"/>
            <a:pathLst>
              <a:path w="255" h="255">
                <a:moveTo>
                  <a:pt x="0" y="0"/>
                </a:moveTo>
                <a:lnTo>
                  <a:pt x="255" y="128"/>
                </a:lnTo>
                <a:lnTo>
                  <a:pt x="0" y="2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cap="rnd" w="31680">
            <a:solidFill>
              <a:srgbClr val="0a7d6e"/>
            </a:solidFill>
            <a:round/>
          </a:ln>
        </p:spPr>
      </p:sp>
      <p:sp>
        <p:nvSpPr>
          <p:cNvPr id="776" name=""/>
          <p:cNvSpPr txBox="1"/>
          <p:nvPr/>
        </p:nvSpPr>
        <p:spPr>
          <a:xfrm>
            <a:off x="587160" y="3713760"/>
            <a:ext cx="470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a6772"/>
                </a:solidFill>
                <a:latin typeface="DejaVuSans"/>
              </a:rPr>
              <a:t>p = 0.01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77" name=""/>
          <p:cNvSpPr/>
          <p:nvPr/>
        </p:nvSpPr>
        <p:spPr>
          <a:xfrm>
            <a:off x="801360" y="613080"/>
            <a:ext cx="2366640" cy="0"/>
          </a:xfrm>
          <a:custGeom>
            <a:avLst/>
            <a:gdLst/>
            <a:ahLst/>
            <a:rect l="0" t="0" r="r" b="b"/>
            <a:pathLst>
              <a:path fill="none" w="6574" h="0">
                <a:moveTo>
                  <a:pt x="6574" y="0"/>
                </a:moveTo>
                <a:cubicBezTo>
                  <a:pt x="4350" y="0"/>
                  <a:pt x="2158" y="0"/>
                  <a:pt x="0" y="0"/>
                </a:cubicBezTo>
              </a:path>
            </a:pathLst>
          </a:custGeom>
          <a:ln cap="rnd" w="31680">
            <a:solidFill>
              <a:srgbClr val="c53e1f"/>
            </a:solidFill>
            <a:round/>
          </a:ln>
        </p:spPr>
      </p:sp>
      <p:sp>
        <p:nvSpPr>
          <p:cNvPr id="778" name=""/>
          <p:cNvSpPr/>
          <p:nvPr/>
        </p:nvSpPr>
        <p:spPr>
          <a:xfrm>
            <a:off x="801360" y="567360"/>
            <a:ext cx="91800" cy="91800"/>
          </a:xfrm>
          <a:custGeom>
            <a:avLst/>
            <a:gdLst/>
            <a:ahLst/>
            <a:rect l="0" t="0" r="r" b="b"/>
            <a:pathLst>
              <a:path w="255" h="255">
                <a:moveTo>
                  <a:pt x="255" y="255"/>
                </a:moveTo>
                <a:lnTo>
                  <a:pt x="0" y="128"/>
                </a:lnTo>
                <a:lnTo>
                  <a:pt x="255" y="0"/>
                </a:lnTo>
                <a:lnTo>
                  <a:pt x="255" y="255"/>
                </a:lnTo>
                <a:close/>
              </a:path>
            </a:pathLst>
          </a:custGeom>
          <a:solidFill>
            <a:srgbClr val="c53e1f"/>
          </a:solidFill>
          <a:ln cap="rnd" w="31680">
            <a:solidFill>
              <a:srgbClr val="c53e1f"/>
            </a:solidFill>
            <a:round/>
          </a:ln>
        </p:spPr>
      </p:sp>
      <p:sp>
        <p:nvSpPr>
          <p:cNvPr id="779" name=""/>
          <p:cNvSpPr txBox="1"/>
          <p:nvPr/>
        </p:nvSpPr>
        <p:spPr>
          <a:xfrm>
            <a:off x="4459320" y="364680"/>
            <a:ext cx="1626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a7d6e"/>
                </a:solidFill>
                <a:latin typeface="DejaVuSans"/>
              </a:rPr>
              <a:t>Up in Good responders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80" name=""/>
          <p:cNvSpPr/>
          <p:nvPr/>
        </p:nvSpPr>
        <p:spPr>
          <a:xfrm>
            <a:off x="493920" y="4007520"/>
            <a:ext cx="1234440" cy="952560"/>
          </a:xfrm>
          <a:custGeom>
            <a:avLst/>
            <a:gdLst/>
            <a:ahLst/>
            <a:rect l="0" t="0" r="r" b="b"/>
            <a:pathLst>
              <a:path w="3429" h="2646">
                <a:moveTo>
                  <a:pt x="67" y="2646"/>
                </a:moveTo>
                <a:lnTo>
                  <a:pt x="3362" y="2646"/>
                </a:lnTo>
                <a:cubicBezTo>
                  <a:pt x="3406" y="2646"/>
                  <a:pt x="3429" y="2623"/>
                  <a:pt x="3429" y="2579"/>
                </a:cubicBezTo>
                <a:lnTo>
                  <a:pt x="3429" y="67"/>
                </a:lnTo>
                <a:cubicBezTo>
                  <a:pt x="3429" y="22"/>
                  <a:pt x="3406" y="0"/>
                  <a:pt x="3362" y="0"/>
                </a:cubicBezTo>
                <a:lnTo>
                  <a:pt x="67" y="0"/>
                </a:lnTo>
                <a:cubicBezTo>
                  <a:pt x="23" y="0"/>
                  <a:pt x="0" y="22"/>
                  <a:pt x="0" y="67"/>
                </a:cubicBezTo>
                <a:lnTo>
                  <a:pt x="0" y="2579"/>
                </a:lnTo>
                <a:cubicBezTo>
                  <a:pt x="0" y="2623"/>
                  <a:pt x="23" y="2646"/>
                  <a:pt x="67" y="2646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2600">
            <a:solidFill>
              <a:srgbClr val="0e2a47">
                <a:alpha val="95000"/>
              </a:srgbClr>
            </a:solidFill>
            <a:miter/>
          </a:ln>
        </p:spPr>
      </p:sp>
      <p:sp>
        <p:nvSpPr>
          <p:cNvPr id="781" name=""/>
          <p:cNvSpPr txBox="1"/>
          <p:nvPr/>
        </p:nvSpPr>
        <p:spPr>
          <a:xfrm>
            <a:off x="1167120" y="364680"/>
            <a:ext cx="1588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c53e1f"/>
                </a:solidFill>
                <a:latin typeface="DejaVuSans"/>
              </a:rPr>
              <a:t>Up in Poor responders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82" name=""/>
          <p:cNvSpPr/>
          <p:nvPr/>
        </p:nvSpPr>
        <p:spPr>
          <a:xfrm>
            <a:off x="647280" y="4270320"/>
            <a:ext cx="67320" cy="67320"/>
          </a:xfrm>
          <a:custGeom>
            <a:avLst/>
            <a:gdLst/>
            <a:ahLst/>
            <a:rect l="0" t="0" r="r" b="b"/>
            <a:pathLst>
              <a:path w="187" h="187">
                <a:moveTo>
                  <a:pt x="93" y="187"/>
                </a:moveTo>
                <a:cubicBezTo>
                  <a:pt x="118" y="187"/>
                  <a:pt x="142" y="177"/>
                  <a:pt x="160" y="160"/>
                </a:cubicBezTo>
                <a:cubicBezTo>
                  <a:pt x="178" y="142"/>
                  <a:pt x="187" y="118"/>
                  <a:pt x="187" y="93"/>
                </a:cubicBezTo>
                <a:cubicBezTo>
                  <a:pt x="187" y="68"/>
                  <a:pt x="178" y="44"/>
                  <a:pt x="160" y="27"/>
                </a:cubicBezTo>
                <a:cubicBezTo>
                  <a:pt x="142" y="9"/>
                  <a:pt x="118" y="0"/>
                  <a:pt x="93" y="0"/>
                </a:cubicBezTo>
                <a:cubicBezTo>
                  <a:pt x="68" y="0"/>
                  <a:pt x="45" y="9"/>
                  <a:pt x="27" y="27"/>
                </a:cubicBezTo>
                <a:cubicBezTo>
                  <a:pt x="10" y="44"/>
                  <a:pt x="0" y="68"/>
                  <a:pt x="0" y="93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7"/>
                  <a:pt x="68" y="187"/>
                  <a:pt x="93" y="18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83" name=""/>
          <p:cNvSpPr txBox="1"/>
          <p:nvPr/>
        </p:nvSpPr>
        <p:spPr>
          <a:xfrm>
            <a:off x="542520" y="4034520"/>
            <a:ext cx="1142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Pathway category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84" name=""/>
          <p:cNvSpPr/>
          <p:nvPr/>
        </p:nvSpPr>
        <p:spPr>
          <a:xfrm>
            <a:off x="647280" y="445320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2" y="177"/>
                  <a:pt x="160" y="160"/>
                </a:cubicBezTo>
                <a:cubicBezTo>
                  <a:pt x="178" y="142"/>
                  <a:pt x="187" y="118"/>
                  <a:pt x="187" y="94"/>
                </a:cubicBezTo>
                <a:cubicBezTo>
                  <a:pt x="187" y="69"/>
                  <a:pt x="178" y="45"/>
                  <a:pt x="160" y="28"/>
                </a:cubicBezTo>
                <a:cubicBezTo>
                  <a:pt x="142" y="10"/>
                  <a:pt x="118" y="0"/>
                  <a:pt x="93" y="0"/>
                </a:cubicBezTo>
                <a:cubicBezTo>
                  <a:pt x="68" y="0"/>
                  <a:pt x="45" y="10"/>
                  <a:pt x="27" y="28"/>
                </a:cubicBezTo>
                <a:cubicBezTo>
                  <a:pt x="10" y="45"/>
                  <a:pt x="0" y="69"/>
                  <a:pt x="0" y="94"/>
                </a:cubicBezTo>
                <a:cubicBezTo>
                  <a:pt x="0" y="118"/>
                  <a:pt x="10" y="142"/>
                  <a:pt x="27" y="160"/>
                </a:cubicBezTo>
                <a:cubicBezTo>
                  <a:pt x="45" y="177"/>
                  <a:pt x="68" y="188"/>
                  <a:pt x="93" y="18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85" name=""/>
          <p:cNvSpPr txBox="1"/>
          <p:nvPr/>
        </p:nvSpPr>
        <p:spPr>
          <a:xfrm>
            <a:off x="898200" y="4223520"/>
            <a:ext cx="575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Cell cycle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86" name=""/>
          <p:cNvSpPr/>
          <p:nvPr/>
        </p:nvSpPr>
        <p:spPr>
          <a:xfrm>
            <a:off x="647280" y="463644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2" y="178"/>
                  <a:pt x="160" y="160"/>
                </a:cubicBezTo>
                <a:cubicBezTo>
                  <a:pt x="178" y="143"/>
                  <a:pt x="187" y="119"/>
                  <a:pt x="187" y="94"/>
                </a:cubicBezTo>
                <a:cubicBezTo>
                  <a:pt x="187" y="70"/>
                  <a:pt x="178" y="45"/>
                  <a:pt x="160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70"/>
                  <a:pt x="0" y="94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c11456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87" name=""/>
          <p:cNvSpPr txBox="1"/>
          <p:nvPr/>
        </p:nvSpPr>
        <p:spPr>
          <a:xfrm>
            <a:off x="898200" y="4406760"/>
            <a:ext cx="6591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DNA repair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88" name=""/>
          <p:cNvSpPr/>
          <p:nvPr/>
        </p:nvSpPr>
        <p:spPr>
          <a:xfrm>
            <a:off x="647280" y="4819680"/>
            <a:ext cx="67320" cy="67680"/>
          </a:xfrm>
          <a:custGeom>
            <a:avLst/>
            <a:gdLst/>
            <a:ahLst/>
            <a:rect l="0" t="0" r="r" b="b"/>
            <a:pathLst>
              <a:path w="187" h="188">
                <a:moveTo>
                  <a:pt x="93" y="188"/>
                </a:moveTo>
                <a:cubicBezTo>
                  <a:pt x="118" y="188"/>
                  <a:pt x="142" y="178"/>
                  <a:pt x="160" y="160"/>
                </a:cubicBezTo>
                <a:cubicBezTo>
                  <a:pt x="178" y="143"/>
                  <a:pt x="187" y="119"/>
                  <a:pt x="187" y="93"/>
                </a:cubicBezTo>
                <a:cubicBezTo>
                  <a:pt x="187" y="68"/>
                  <a:pt x="178" y="45"/>
                  <a:pt x="160" y="27"/>
                </a:cubicBezTo>
                <a:cubicBezTo>
                  <a:pt x="142" y="10"/>
                  <a:pt x="118" y="0"/>
                  <a:pt x="93" y="0"/>
                </a:cubicBez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3"/>
                </a:cubicBezTo>
                <a:cubicBezTo>
                  <a:pt x="0" y="119"/>
                  <a:pt x="10" y="143"/>
                  <a:pt x="27" y="160"/>
                </a:cubicBezTo>
                <a:cubicBezTo>
                  <a:pt x="45" y="178"/>
                  <a:pt x="68" y="188"/>
                  <a:pt x="93" y="188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789" name=""/>
          <p:cNvSpPr txBox="1"/>
          <p:nvPr/>
        </p:nvSpPr>
        <p:spPr>
          <a:xfrm>
            <a:off x="898200" y="4590000"/>
            <a:ext cx="497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Immune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90" name=""/>
          <p:cNvSpPr txBox="1"/>
          <p:nvPr/>
        </p:nvSpPr>
        <p:spPr>
          <a:xfrm>
            <a:off x="898200" y="4773240"/>
            <a:ext cx="764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EMT/Stromal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91" name="TextBox 790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3C — DEG volcano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8198640" cy="5844240"/>
          </a:xfrm>
          <a:custGeom>
            <a:avLst/>
            <a:gdLst/>
            <a:ahLst/>
            <a:rect l="0" t="0" r="r" b="b"/>
            <a:pathLst>
              <a:path w="22774" h="16234">
                <a:moveTo>
                  <a:pt x="0" y="16234"/>
                </a:moveTo>
                <a:lnTo>
                  <a:pt x="22774" y="16234"/>
                </a:lnTo>
                <a:lnTo>
                  <a:pt x="22774" y="0"/>
                </a:lnTo>
                <a:lnTo>
                  <a:pt x="0" y="0"/>
                </a:lnTo>
                <a:lnTo>
                  <a:pt x="0" y="1623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728720" y="91440"/>
            <a:ext cx="6378480" cy="5280840"/>
          </a:xfrm>
          <a:custGeom>
            <a:avLst/>
            <a:gdLst/>
            <a:ahLst/>
            <a:rect l="0" t="0" r="r" b="b"/>
            <a:pathLst>
              <a:path w="17718" h="14669">
                <a:moveTo>
                  <a:pt x="0" y="14669"/>
                </a:moveTo>
                <a:lnTo>
                  <a:pt x="17718" y="14669"/>
                </a:lnTo>
                <a:lnTo>
                  <a:pt x="17718" y="0"/>
                </a:lnTo>
                <a:lnTo>
                  <a:pt x="0" y="0"/>
                </a:lnTo>
                <a:lnTo>
                  <a:pt x="0" y="1466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218772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218772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306612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306612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2049120" y="543564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394416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394416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927160" y="543564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482220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482220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3853440" y="54356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570060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570060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4731480" y="54356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657864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657864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5609520" y="54356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745668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745668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6487920" y="54356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7365960" y="54356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1690560" y="5131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1690560" y="5131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3206520" y="5592600"/>
            <a:ext cx="34326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Δ z-score (good − poor),  95 % bootstrap CI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1690560" y="4879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1690560" y="4879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587880" y="5062320"/>
            <a:ext cx="10551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NLRC5 HLA IFNG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1690560" y="4626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1690560" y="4626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709200" y="4809600"/>
            <a:ext cx="936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CD8 activation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1690560" y="4374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1690560" y="4374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1073160" y="4557240"/>
            <a:ext cx="572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CAF iCAF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1690560" y="4121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1690560" y="4121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1380240" y="4304520"/>
            <a:ext cx="288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Treg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1690560" y="3868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1690560" y="3868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1158480" y="4051800"/>
            <a:ext cx="488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Mac M1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1690560" y="3615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1690560" y="3615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288360" y="3799080"/>
            <a:ext cx="1357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Checkpoint inhibitory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1690560" y="3363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1690560" y="3363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766800" y="3546360"/>
            <a:ext cx="883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IFNg Ayers 18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1690560" y="3110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1690560" y="3110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491040" y="3293640"/>
            <a:ext cx="1154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TGFb Mariathasan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1690560" y="2858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1690560" y="2858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1058040" y="3041280"/>
            <a:ext cx="587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Epithelial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1690560" y="2605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 flipH="1">
            <a:off x="1690560" y="2605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>
            <a:off x="1208880" y="2788560"/>
            <a:ext cx="435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NK cell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1690560" y="2352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 flipH="1">
            <a:off x="1690560" y="2352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>
            <a:off x="1077840" y="2535840"/>
            <a:ext cx="567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EMT Mak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1690560" y="2099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 flipH="1">
            <a:off x="1690560" y="2099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>
            <a:off x="580680" y="2283120"/>
            <a:ext cx="1064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Cytolytic activity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1690560" y="1847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9" name=""/>
          <p:cNvSpPr/>
          <p:nvPr/>
        </p:nvSpPr>
        <p:spPr>
          <a:xfrm flipH="1">
            <a:off x="1690560" y="1847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 txBox="1"/>
          <p:nvPr/>
        </p:nvSpPr>
        <p:spPr>
          <a:xfrm>
            <a:off x="757080" y="2030400"/>
            <a:ext cx="887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Hypoxia Buffa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1690560" y="1594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" name=""/>
          <p:cNvSpPr/>
          <p:nvPr/>
        </p:nvSpPr>
        <p:spPr>
          <a:xfrm flipH="1">
            <a:off x="1690560" y="1594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 txBox="1"/>
          <p:nvPr/>
        </p:nvSpPr>
        <p:spPr>
          <a:xfrm>
            <a:off x="638280" y="1777680"/>
            <a:ext cx="1008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CD8 exhaustion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1690560" y="1342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" name=""/>
          <p:cNvSpPr/>
          <p:nvPr/>
        </p:nvSpPr>
        <p:spPr>
          <a:xfrm flipH="1">
            <a:off x="1690560" y="1342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 txBox="1"/>
          <p:nvPr/>
        </p:nvSpPr>
        <p:spPr>
          <a:xfrm>
            <a:off x="909720" y="1525320"/>
            <a:ext cx="735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CAF myCAF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1690560" y="1089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" name=""/>
          <p:cNvSpPr/>
          <p:nvPr/>
        </p:nvSpPr>
        <p:spPr>
          <a:xfrm flipH="1">
            <a:off x="1690560" y="1089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 txBox="1"/>
          <p:nvPr/>
        </p:nvSpPr>
        <p:spPr>
          <a:xfrm>
            <a:off x="1158480" y="1272600"/>
            <a:ext cx="488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Mac M2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1690560" y="836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 flipH="1">
            <a:off x="1690560" y="836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 txBox="1"/>
          <p:nvPr/>
        </p:nvSpPr>
        <p:spPr>
          <a:xfrm>
            <a:off x="1299960" y="1019880"/>
            <a:ext cx="345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B cell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1690560" y="583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" name=""/>
          <p:cNvSpPr/>
          <p:nvPr/>
        </p:nvSpPr>
        <p:spPr>
          <a:xfrm flipH="1">
            <a:off x="1690560" y="583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 txBox="1"/>
          <p:nvPr/>
        </p:nvSpPr>
        <p:spPr>
          <a:xfrm>
            <a:off x="91440" y="767160"/>
            <a:ext cx="1555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Stemness mRNAsi proxy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1690560" y="331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 flipH="1">
            <a:off x="1690560" y="331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 txBox="1"/>
          <p:nvPr/>
        </p:nvSpPr>
        <p:spPr>
          <a:xfrm>
            <a:off x="1237320" y="514440"/>
            <a:ext cx="406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MHC II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3856320" y="91440"/>
            <a:ext cx="176040" cy="5280840"/>
          </a:xfrm>
          <a:custGeom>
            <a:avLst/>
            <a:gdLst/>
            <a:ahLst/>
            <a:rect l="0" t="0" r="r" b="b"/>
            <a:pathLst>
              <a:path w="489" h="14669">
                <a:moveTo>
                  <a:pt x="0" y="14669"/>
                </a:moveTo>
                <a:lnTo>
                  <a:pt x="489" y="14669"/>
                </a:lnTo>
                <a:lnTo>
                  <a:pt x="489" y="0"/>
                </a:lnTo>
                <a:lnTo>
                  <a:pt x="0" y="0"/>
                </a:lnTo>
                <a:lnTo>
                  <a:pt x="0" y="14669"/>
                </a:lnTo>
                <a:close/>
              </a:path>
            </a:pathLst>
          </a:custGeom>
          <a:solidFill>
            <a:srgbClr val="dee2e6">
              <a:alpha val="40000"/>
            </a:srgbClr>
          </a:solidFill>
          <a:ln w="12600">
            <a:solidFill>
              <a:srgbClr val="dee2e6">
                <a:alpha val="40000"/>
              </a:srgbClr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3196440" y="5131800"/>
            <a:ext cx="1755360" cy="0"/>
          </a:xfrm>
          <a:prstGeom prst="line">
            <a:avLst/>
          </a:prstGeom>
          <a:ln cap="rnd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>
            <a:off x="3133800" y="4879080"/>
            <a:ext cx="1883520" cy="0"/>
          </a:xfrm>
          <a:prstGeom prst="line">
            <a:avLst/>
          </a:prstGeom>
          <a:ln cap="rnd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/>
          <p:nvPr/>
        </p:nvSpPr>
        <p:spPr>
          <a:xfrm>
            <a:off x="3043800" y="4626720"/>
            <a:ext cx="158184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/>
          <p:nvPr/>
        </p:nvSpPr>
        <p:spPr>
          <a:xfrm>
            <a:off x="3197520" y="4374000"/>
            <a:ext cx="1863720" cy="0"/>
          </a:xfrm>
          <a:prstGeom prst="line">
            <a:avLst/>
          </a:prstGeom>
          <a:ln cap="rnd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>
            <a:off x="3133440" y="4121280"/>
            <a:ext cx="160092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" name=""/>
          <p:cNvSpPr/>
          <p:nvPr/>
        </p:nvSpPr>
        <p:spPr>
          <a:xfrm>
            <a:off x="2916720" y="3868560"/>
            <a:ext cx="198576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>
            <a:off x="2916000" y="3615840"/>
            <a:ext cx="189432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/>
          <p:nvPr/>
        </p:nvSpPr>
        <p:spPr>
          <a:xfrm>
            <a:off x="2710800" y="3363120"/>
            <a:ext cx="164772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/>
          <p:nvPr/>
        </p:nvSpPr>
        <p:spPr>
          <a:xfrm>
            <a:off x="3575880" y="3110760"/>
            <a:ext cx="1758240" cy="0"/>
          </a:xfrm>
          <a:prstGeom prst="line">
            <a:avLst/>
          </a:prstGeom>
          <a:ln cap="rnd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>
            <a:off x="2691720" y="2858040"/>
            <a:ext cx="191016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>
            <a:off x="2853000" y="2605320"/>
            <a:ext cx="143712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>
            <a:off x="2643840" y="2352600"/>
            <a:ext cx="214956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>
            <a:off x="3699000" y="2099880"/>
            <a:ext cx="1257840" cy="0"/>
          </a:xfrm>
          <a:prstGeom prst="line">
            <a:avLst/>
          </a:prstGeom>
          <a:ln cap="rnd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/>
          <p:nvPr/>
        </p:nvSpPr>
        <p:spPr>
          <a:xfrm>
            <a:off x="3006360" y="1847160"/>
            <a:ext cx="191268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2680560" y="1594440"/>
            <a:ext cx="163764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/>
          <p:nvPr/>
        </p:nvSpPr>
        <p:spPr>
          <a:xfrm>
            <a:off x="2572200" y="1342080"/>
            <a:ext cx="191124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3484080" y="1089360"/>
            <a:ext cx="1578960" cy="0"/>
          </a:xfrm>
          <a:prstGeom prst="line">
            <a:avLst/>
          </a:prstGeom>
          <a:ln cap="rnd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>
            <a:off x="3925800" y="836640"/>
            <a:ext cx="693360" cy="0"/>
          </a:xfrm>
          <a:prstGeom prst="line">
            <a:avLst/>
          </a:prstGeom>
          <a:ln cap="rnd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1930320" y="583920"/>
            <a:ext cx="2110320" cy="0"/>
          </a:xfrm>
          <a:prstGeom prst="line">
            <a:avLst/>
          </a:prstGeom>
          <a:ln cap="rnd" w="2520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>
            <a:off x="3988080" y="331200"/>
            <a:ext cx="1927080" cy="0"/>
          </a:xfrm>
          <a:prstGeom prst="line">
            <a:avLst/>
          </a:prstGeom>
          <a:ln cap="rnd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 flipV="1">
            <a:off x="3944160" y="91440"/>
            <a:ext cx="0" cy="528048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/>
          <p:nvPr/>
        </p:nvSpPr>
        <p:spPr>
          <a:xfrm flipV="1">
            <a:off x="1728720" y="91440"/>
            <a:ext cx="0" cy="52804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/>
          <p:nvPr/>
        </p:nvSpPr>
        <p:spPr>
          <a:xfrm>
            <a:off x="1728720" y="5371920"/>
            <a:ext cx="63781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/>
          <p:nvPr/>
        </p:nvSpPr>
        <p:spPr>
          <a:xfrm>
            <a:off x="3931560" y="50684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6" y="269"/>
                  <a:pt x="354" y="224"/>
                  <a:pt x="354" y="176"/>
                </a:cubicBezTo>
                <a:cubicBezTo>
                  <a:pt x="354" y="129"/>
                  <a:pt x="336" y="85"/>
                  <a:pt x="302" y="52"/>
                </a:cubicBezTo>
                <a:cubicBezTo>
                  <a:pt x="269" y="18"/>
                  <a:pt x="224" y="0"/>
                  <a:pt x="178" y="0"/>
                </a:cubicBezTo>
                <a:cubicBezTo>
                  <a:pt x="130" y="0"/>
                  <a:pt x="85" y="18"/>
                  <a:pt x="52" y="52"/>
                </a:cubicBezTo>
                <a:cubicBezTo>
                  <a:pt x="19" y="85"/>
                  <a:pt x="0" y="129"/>
                  <a:pt x="0" y="176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8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44" name=""/>
          <p:cNvSpPr txBox="1"/>
          <p:nvPr/>
        </p:nvSpPr>
        <p:spPr>
          <a:xfrm>
            <a:off x="564480" y="261720"/>
            <a:ext cx="1082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CD8 proliferation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3926880" y="481572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6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6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46" name=""/>
          <p:cNvSpPr txBox="1"/>
          <p:nvPr/>
        </p:nvSpPr>
        <p:spPr>
          <a:xfrm>
            <a:off x="6003000" y="505764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0.871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3753000" y="456300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6" y="354"/>
                </a:moveTo>
                <a:cubicBezTo>
                  <a:pt x="223" y="354"/>
                  <a:pt x="268" y="335"/>
                  <a:pt x="301" y="302"/>
                </a:cubicBezTo>
                <a:cubicBezTo>
                  <a:pt x="335" y="269"/>
                  <a:pt x="353" y="224"/>
                  <a:pt x="353" y="178"/>
                </a:cubicBezTo>
                <a:cubicBezTo>
                  <a:pt x="353" y="130"/>
                  <a:pt x="335" y="85"/>
                  <a:pt x="301" y="52"/>
                </a:cubicBezTo>
                <a:cubicBezTo>
                  <a:pt x="268" y="19"/>
                  <a:pt x="223" y="0"/>
                  <a:pt x="176" y="0"/>
                </a:cubicBezTo>
                <a:cubicBezTo>
                  <a:pt x="129" y="0"/>
                  <a:pt x="84" y="19"/>
                  <a:pt x="51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29" y="354"/>
                  <a:pt x="176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48" name=""/>
          <p:cNvSpPr txBox="1"/>
          <p:nvPr/>
        </p:nvSpPr>
        <p:spPr>
          <a:xfrm>
            <a:off x="6003000" y="480492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0.871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3998160" y="43102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3" y="354"/>
                  <a:pt x="268" y="336"/>
                  <a:pt x="301" y="302"/>
                </a:cubicBezTo>
                <a:cubicBezTo>
                  <a:pt x="335" y="269"/>
                  <a:pt x="354" y="225"/>
                  <a:pt x="354" y="178"/>
                </a:cubicBezTo>
                <a:cubicBezTo>
                  <a:pt x="354" y="130"/>
                  <a:pt x="335" y="85"/>
                  <a:pt x="301" y="52"/>
                </a:cubicBezTo>
                <a:cubicBezTo>
                  <a:pt x="268" y="19"/>
                  <a:pt x="223" y="0"/>
                  <a:pt x="176" y="0"/>
                </a:cubicBezTo>
                <a:cubicBezTo>
                  <a:pt x="129" y="0"/>
                  <a:pt x="84" y="19"/>
                  <a:pt x="51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5"/>
                  <a:pt x="18" y="269"/>
                  <a:pt x="51" y="302"/>
                </a:cubicBezTo>
                <a:cubicBezTo>
                  <a:pt x="84" y="336"/>
                  <a:pt x="129" y="354"/>
                  <a:pt x="176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50" name=""/>
          <p:cNvSpPr txBox="1"/>
          <p:nvPr/>
        </p:nvSpPr>
        <p:spPr>
          <a:xfrm>
            <a:off x="6003000" y="455220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0.787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3844080" y="405756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6"/>
                  <a:pt x="302" y="303"/>
                </a:cubicBezTo>
                <a:cubicBezTo>
                  <a:pt x="335" y="270"/>
                  <a:pt x="354" y="225"/>
                  <a:pt x="354" y="178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1" y="0"/>
                  <a:pt x="86" y="19"/>
                  <a:pt x="52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5"/>
                  <a:pt x="18" y="270"/>
                  <a:pt x="52" y="303"/>
                </a:cubicBezTo>
                <a:cubicBezTo>
                  <a:pt x="86" y="336"/>
                  <a:pt x="131" y="354"/>
                  <a:pt x="177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52" name=""/>
          <p:cNvSpPr txBox="1"/>
          <p:nvPr/>
        </p:nvSpPr>
        <p:spPr>
          <a:xfrm>
            <a:off x="6003000" y="429948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0.653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3803760" y="380520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7" y="353"/>
                </a:moveTo>
                <a:cubicBezTo>
                  <a:pt x="224" y="353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29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3"/>
                  <a:pt x="177" y="353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54" name=""/>
          <p:cNvSpPr txBox="1"/>
          <p:nvPr/>
        </p:nvSpPr>
        <p:spPr>
          <a:xfrm>
            <a:off x="6003000" y="404676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0.653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3751200" y="35524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8" y="335"/>
                  <a:pt x="301" y="302"/>
                </a:cubicBezTo>
                <a:cubicBezTo>
                  <a:pt x="336" y="269"/>
                  <a:pt x="354" y="224"/>
                  <a:pt x="354" y="177"/>
                </a:cubicBezTo>
                <a:cubicBezTo>
                  <a:pt x="354" y="129"/>
                  <a:pt x="336" y="85"/>
                  <a:pt x="301" y="51"/>
                </a:cubicBezTo>
                <a:cubicBezTo>
                  <a:pt x="268" y="18"/>
                  <a:pt x="224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5"/>
                  <a:pt x="0" y="129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56" name=""/>
          <p:cNvSpPr txBox="1"/>
          <p:nvPr/>
        </p:nvSpPr>
        <p:spPr>
          <a:xfrm>
            <a:off x="6003000" y="379440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0.653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3480480" y="329976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6" y="19"/>
                  <a:pt x="53" y="52"/>
                </a:cubicBezTo>
                <a:cubicBezTo>
                  <a:pt x="20" y="85"/>
                  <a:pt x="0" y="130"/>
                  <a:pt x="0" y="177"/>
                </a:cubicBezTo>
                <a:cubicBezTo>
                  <a:pt x="0" y="224"/>
                  <a:pt x="20" y="269"/>
                  <a:pt x="53" y="302"/>
                </a:cubicBezTo>
                <a:cubicBezTo>
                  <a:pt x="86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58" name=""/>
          <p:cNvSpPr txBox="1"/>
          <p:nvPr/>
        </p:nvSpPr>
        <p:spPr>
          <a:xfrm>
            <a:off x="6003000" y="354168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0.627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4327920" y="30470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8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0" y="0"/>
                  <a:pt x="85" y="19"/>
                  <a:pt x="51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60" name=""/>
          <p:cNvSpPr txBox="1"/>
          <p:nvPr/>
        </p:nvSpPr>
        <p:spPr>
          <a:xfrm>
            <a:off x="6003000" y="328896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0.482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3565800" y="279432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8"/>
                </a:cubicBezTo>
                <a:cubicBezTo>
                  <a:pt x="353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0" y="0"/>
                  <a:pt x="84" y="19"/>
                  <a:pt x="51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62" name=""/>
          <p:cNvSpPr txBox="1"/>
          <p:nvPr/>
        </p:nvSpPr>
        <p:spPr>
          <a:xfrm>
            <a:off x="6003000" y="303624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0.418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3557880" y="254160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6"/>
                  <a:pt x="302" y="303"/>
                </a:cubicBezTo>
                <a:cubicBezTo>
                  <a:pt x="335" y="269"/>
                  <a:pt x="353" y="225"/>
                  <a:pt x="353" y="178"/>
                </a:cubicBezTo>
                <a:cubicBezTo>
                  <a:pt x="353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29" y="0"/>
                  <a:pt x="84" y="19"/>
                  <a:pt x="51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5"/>
                  <a:pt x="18" y="269"/>
                  <a:pt x="51" y="303"/>
                </a:cubicBezTo>
                <a:cubicBezTo>
                  <a:pt x="84" y="336"/>
                  <a:pt x="129" y="354"/>
                  <a:pt x="177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64" name=""/>
          <p:cNvSpPr txBox="1"/>
          <p:nvPr/>
        </p:nvSpPr>
        <p:spPr>
          <a:xfrm>
            <a:off x="6003000" y="278352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0.358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3593160" y="228924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7" y="353"/>
                </a:moveTo>
                <a:cubicBezTo>
                  <a:pt x="224" y="353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0" y="0"/>
                  <a:pt x="86" y="18"/>
                  <a:pt x="52" y="51"/>
                </a:cubicBezTo>
                <a:cubicBezTo>
                  <a:pt x="18" y="84"/>
                  <a:pt x="0" y="129"/>
                  <a:pt x="0" y="177"/>
                </a:cubicBezTo>
                <a:cubicBezTo>
                  <a:pt x="0" y="224"/>
                  <a:pt x="18" y="269"/>
                  <a:pt x="52" y="302"/>
                </a:cubicBezTo>
                <a:cubicBezTo>
                  <a:pt x="86" y="335"/>
                  <a:pt x="130" y="353"/>
                  <a:pt x="177" y="353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66" name=""/>
          <p:cNvSpPr txBox="1"/>
          <p:nvPr/>
        </p:nvSpPr>
        <p:spPr>
          <a:xfrm>
            <a:off x="6003000" y="253080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0.358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4242960" y="203652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7"/>
                </a:cubicBezTo>
                <a:cubicBezTo>
                  <a:pt x="353" y="129"/>
                  <a:pt x="335" y="84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29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68" name=""/>
          <p:cNvSpPr txBox="1"/>
          <p:nvPr/>
        </p:nvSpPr>
        <p:spPr>
          <a:xfrm>
            <a:off x="6003000" y="227808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0.305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3816000" y="178380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5" y="354"/>
                  <a:pt x="269" y="335"/>
                  <a:pt x="303" y="302"/>
                </a:cubicBezTo>
                <a:cubicBezTo>
                  <a:pt x="336" y="269"/>
                  <a:pt x="354" y="224"/>
                  <a:pt x="354" y="177"/>
                </a:cubicBezTo>
                <a:cubicBezTo>
                  <a:pt x="354" y="130"/>
                  <a:pt x="336" y="85"/>
                  <a:pt x="303" y="52"/>
                </a:cubicBezTo>
                <a:cubicBezTo>
                  <a:pt x="269" y="18"/>
                  <a:pt x="225" y="0"/>
                  <a:pt x="178" y="0"/>
                </a:cubicBezTo>
                <a:cubicBezTo>
                  <a:pt x="130" y="0"/>
                  <a:pt x="85" y="18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8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70" name=""/>
          <p:cNvSpPr txBox="1"/>
          <p:nvPr/>
        </p:nvSpPr>
        <p:spPr>
          <a:xfrm>
            <a:off x="6003000" y="202572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0.288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1" name=""/>
          <p:cNvSpPr/>
          <p:nvPr/>
        </p:nvSpPr>
        <p:spPr>
          <a:xfrm>
            <a:off x="3456360" y="15310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0" y="0"/>
                  <a:pt x="86" y="19"/>
                  <a:pt x="52" y="52"/>
                </a:cubicBezTo>
                <a:cubicBezTo>
                  <a:pt x="18" y="85"/>
                  <a:pt x="0" y="130"/>
                  <a:pt x="0" y="177"/>
                </a:cubicBezTo>
                <a:cubicBezTo>
                  <a:pt x="0" y="224"/>
                  <a:pt x="18" y="269"/>
                  <a:pt x="52" y="302"/>
                </a:cubicBezTo>
                <a:cubicBezTo>
                  <a:pt x="86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72" name=""/>
          <p:cNvSpPr txBox="1"/>
          <p:nvPr/>
        </p:nvSpPr>
        <p:spPr>
          <a:xfrm>
            <a:off x="6003000" y="177300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0.288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3447360" y="127836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8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5" y="19"/>
                  <a:pt x="52" y="52"/>
                </a:cubicBezTo>
                <a:cubicBezTo>
                  <a:pt x="19" y="85"/>
                  <a:pt x="0" y="130"/>
                  <a:pt x="0" y="178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74" name=""/>
          <p:cNvSpPr txBox="1"/>
          <p:nvPr/>
        </p:nvSpPr>
        <p:spPr>
          <a:xfrm>
            <a:off x="6003000" y="152028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0.242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4251240" y="10256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8" y="336"/>
                  <a:pt x="302" y="303"/>
                </a:cubicBezTo>
                <a:cubicBezTo>
                  <a:pt x="336" y="269"/>
                  <a:pt x="354" y="225"/>
                  <a:pt x="354" y="178"/>
                </a:cubicBezTo>
                <a:cubicBezTo>
                  <a:pt x="354" y="130"/>
                  <a:pt x="336" y="85"/>
                  <a:pt x="302" y="52"/>
                </a:cubicBezTo>
                <a:cubicBezTo>
                  <a:pt x="268" y="19"/>
                  <a:pt x="224" y="0"/>
                  <a:pt x="177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9" y="85"/>
                  <a:pt x="0" y="130"/>
                  <a:pt x="0" y="178"/>
                </a:cubicBezTo>
                <a:cubicBezTo>
                  <a:pt x="0" y="225"/>
                  <a:pt x="19" y="269"/>
                  <a:pt x="52" y="303"/>
                </a:cubicBezTo>
                <a:cubicBezTo>
                  <a:pt x="85" y="336"/>
                  <a:pt x="130" y="354"/>
                  <a:pt x="177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76" name=""/>
          <p:cNvSpPr txBox="1"/>
          <p:nvPr/>
        </p:nvSpPr>
        <p:spPr>
          <a:xfrm>
            <a:off x="6003000" y="126756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0.201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4196880" y="773280"/>
            <a:ext cx="127080" cy="127080"/>
          </a:xfrm>
          <a:custGeom>
            <a:avLst/>
            <a:gdLst/>
            <a:ahLst/>
            <a:rect l="0" t="0" r="r" b="b"/>
            <a:pathLst>
              <a:path w="353" h="353">
                <a:moveTo>
                  <a:pt x="177" y="353"/>
                </a:moveTo>
                <a:cubicBezTo>
                  <a:pt x="224" y="353"/>
                  <a:pt x="269" y="335"/>
                  <a:pt x="302" y="302"/>
                </a:cubicBezTo>
                <a:cubicBezTo>
                  <a:pt x="335" y="269"/>
                  <a:pt x="353" y="224"/>
                  <a:pt x="353" y="177"/>
                </a:cubicBezTo>
                <a:cubicBezTo>
                  <a:pt x="353" y="129"/>
                  <a:pt x="335" y="84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29" y="0"/>
                  <a:pt x="84" y="18"/>
                  <a:pt x="51" y="51"/>
                </a:cubicBezTo>
                <a:cubicBezTo>
                  <a:pt x="18" y="84"/>
                  <a:pt x="0" y="129"/>
                  <a:pt x="0" y="177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29" y="353"/>
                  <a:pt x="177" y="353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78" name=""/>
          <p:cNvSpPr txBox="1"/>
          <p:nvPr/>
        </p:nvSpPr>
        <p:spPr>
          <a:xfrm>
            <a:off x="6003000" y="101484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0.165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2930760" y="52056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7" y="353"/>
                </a:moveTo>
                <a:cubicBezTo>
                  <a:pt x="224" y="353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29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3"/>
                  <a:pt x="177" y="353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80" name=""/>
          <p:cNvSpPr txBox="1"/>
          <p:nvPr/>
        </p:nvSpPr>
        <p:spPr>
          <a:xfrm>
            <a:off x="6003000" y="76212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0.145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4874400" y="248400"/>
            <a:ext cx="166320" cy="165960"/>
          </a:xfrm>
          <a:custGeom>
            <a:avLst/>
            <a:gdLst/>
            <a:ahLst/>
            <a:rect l="0" t="0" r="r" b="b"/>
            <a:pathLst>
              <a:path w="462" h="461">
                <a:moveTo>
                  <a:pt x="231" y="461"/>
                </a:moveTo>
                <a:cubicBezTo>
                  <a:pt x="292" y="461"/>
                  <a:pt x="351" y="436"/>
                  <a:pt x="394" y="393"/>
                </a:cubicBezTo>
                <a:cubicBezTo>
                  <a:pt x="437" y="350"/>
                  <a:pt x="462" y="291"/>
                  <a:pt x="462" y="230"/>
                </a:cubicBezTo>
                <a:cubicBezTo>
                  <a:pt x="462" y="169"/>
                  <a:pt x="437" y="111"/>
                  <a:pt x="394" y="68"/>
                </a:cubicBezTo>
                <a:cubicBezTo>
                  <a:pt x="351" y="24"/>
                  <a:pt x="292" y="0"/>
                  <a:pt x="231" y="0"/>
                </a:cubicBezTo>
                <a:cubicBezTo>
                  <a:pt x="170" y="0"/>
                  <a:pt x="112" y="24"/>
                  <a:pt x="69" y="68"/>
                </a:cubicBezTo>
                <a:cubicBezTo>
                  <a:pt x="26" y="111"/>
                  <a:pt x="0" y="169"/>
                  <a:pt x="0" y="230"/>
                </a:cubicBezTo>
                <a:cubicBezTo>
                  <a:pt x="0" y="291"/>
                  <a:pt x="26" y="350"/>
                  <a:pt x="69" y="393"/>
                </a:cubicBezTo>
                <a:cubicBezTo>
                  <a:pt x="112" y="436"/>
                  <a:pt x="170" y="461"/>
                  <a:pt x="231" y="461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82" name=""/>
          <p:cNvSpPr txBox="1"/>
          <p:nvPr/>
        </p:nvSpPr>
        <p:spPr>
          <a:xfrm>
            <a:off x="6003000" y="50976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0.0746 †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3" name=""/>
          <p:cNvSpPr txBox="1"/>
          <p:nvPr/>
        </p:nvSpPr>
        <p:spPr>
          <a:xfrm>
            <a:off x="6003000" y="25704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0.0351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3D — Forest lollipop of signatures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5684040" cy="5650920"/>
          </a:xfrm>
          <a:custGeom>
            <a:avLst/>
            <a:gdLst/>
            <a:ahLst/>
            <a:rect l="0" t="0" r="r" b="b"/>
            <a:pathLst>
              <a:path w="15789" h="15697">
                <a:moveTo>
                  <a:pt x="0" y="15697"/>
                </a:moveTo>
                <a:lnTo>
                  <a:pt x="15789" y="15697"/>
                </a:lnTo>
                <a:lnTo>
                  <a:pt x="15789" y="0"/>
                </a:lnTo>
                <a:lnTo>
                  <a:pt x="0" y="0"/>
                </a:lnTo>
                <a:lnTo>
                  <a:pt x="0" y="1569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277200" y="1427400"/>
            <a:ext cx="3970440" cy="3944880"/>
          </a:xfrm>
          <a:custGeom>
            <a:avLst/>
            <a:gdLst/>
            <a:ahLst/>
            <a:rect l="0" t="0" r="r" b="b"/>
            <a:pathLst>
              <a:path w="11029" h="10958">
                <a:moveTo>
                  <a:pt x="0" y="10958"/>
                </a:moveTo>
                <a:lnTo>
                  <a:pt x="11029" y="10958"/>
                </a:lnTo>
                <a:lnTo>
                  <a:pt x="11029" y="0"/>
                </a:lnTo>
                <a:lnTo>
                  <a:pt x="0" y="0"/>
                </a:lnTo>
                <a:lnTo>
                  <a:pt x="0" y="1095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 txBox="1"/>
          <p:nvPr/>
        </p:nvSpPr>
        <p:spPr>
          <a:xfrm>
            <a:off x="1054440" y="5399280"/>
            <a:ext cx="24300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CD8 cytolytic activity (z-score)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39" name=""/>
          <p:cNvSpPr/>
          <p:nvPr/>
        </p:nvSpPr>
        <p:spPr>
          <a:xfrm>
            <a:off x="641520" y="1875960"/>
            <a:ext cx="3162240" cy="3205080"/>
          </a:xfrm>
          <a:custGeom>
            <a:avLst/>
            <a:gdLst/>
            <a:ahLst/>
            <a:rect l="0" t="0" r="r" b="b"/>
            <a:pathLst>
              <a:path w="8784" h="8903">
                <a:moveTo>
                  <a:pt x="373" y="8903"/>
                </a:moveTo>
                <a:lnTo>
                  <a:pt x="429" y="8903"/>
                </a:lnTo>
                <a:lnTo>
                  <a:pt x="484" y="8891"/>
                </a:lnTo>
                <a:lnTo>
                  <a:pt x="499" y="8886"/>
                </a:lnTo>
                <a:lnTo>
                  <a:pt x="540" y="8874"/>
                </a:lnTo>
                <a:lnTo>
                  <a:pt x="595" y="8852"/>
                </a:lnTo>
                <a:lnTo>
                  <a:pt x="642" y="8831"/>
                </a:lnTo>
                <a:lnTo>
                  <a:pt x="651" y="8827"/>
                </a:lnTo>
                <a:lnTo>
                  <a:pt x="706" y="8802"/>
                </a:lnTo>
                <a:lnTo>
                  <a:pt x="756" y="8776"/>
                </a:lnTo>
                <a:lnTo>
                  <a:pt x="761" y="8774"/>
                </a:lnTo>
                <a:lnTo>
                  <a:pt x="817" y="8746"/>
                </a:lnTo>
                <a:lnTo>
                  <a:pt x="862" y="8721"/>
                </a:lnTo>
                <a:lnTo>
                  <a:pt x="872" y="8716"/>
                </a:lnTo>
                <a:lnTo>
                  <a:pt x="928" y="8687"/>
                </a:lnTo>
                <a:lnTo>
                  <a:pt x="963" y="8666"/>
                </a:lnTo>
                <a:lnTo>
                  <a:pt x="983" y="8656"/>
                </a:lnTo>
                <a:lnTo>
                  <a:pt x="1038" y="8625"/>
                </a:lnTo>
                <a:lnTo>
                  <a:pt x="1062" y="8611"/>
                </a:lnTo>
                <a:lnTo>
                  <a:pt x="1094" y="8594"/>
                </a:lnTo>
                <a:lnTo>
                  <a:pt x="1149" y="8561"/>
                </a:lnTo>
                <a:lnTo>
                  <a:pt x="1158" y="8556"/>
                </a:lnTo>
                <a:lnTo>
                  <a:pt x="1205" y="8530"/>
                </a:lnTo>
                <a:lnTo>
                  <a:pt x="1252" y="8501"/>
                </a:lnTo>
                <a:lnTo>
                  <a:pt x="1260" y="8496"/>
                </a:lnTo>
                <a:lnTo>
                  <a:pt x="1316" y="8464"/>
                </a:lnTo>
                <a:lnTo>
                  <a:pt x="1344" y="8446"/>
                </a:lnTo>
                <a:lnTo>
                  <a:pt x="1371" y="8430"/>
                </a:lnTo>
                <a:lnTo>
                  <a:pt x="1426" y="8394"/>
                </a:lnTo>
                <a:lnTo>
                  <a:pt x="1432" y="8391"/>
                </a:lnTo>
                <a:lnTo>
                  <a:pt x="1482" y="8361"/>
                </a:lnTo>
                <a:lnTo>
                  <a:pt x="1519" y="8335"/>
                </a:lnTo>
                <a:lnTo>
                  <a:pt x="1537" y="8324"/>
                </a:lnTo>
                <a:lnTo>
                  <a:pt x="1593" y="8287"/>
                </a:lnTo>
                <a:lnTo>
                  <a:pt x="1602" y="8280"/>
                </a:lnTo>
                <a:lnTo>
                  <a:pt x="1648" y="8251"/>
                </a:lnTo>
                <a:lnTo>
                  <a:pt x="1683" y="8225"/>
                </a:lnTo>
                <a:lnTo>
                  <a:pt x="1704" y="8212"/>
                </a:lnTo>
                <a:lnTo>
                  <a:pt x="1759" y="8172"/>
                </a:lnTo>
                <a:lnTo>
                  <a:pt x="1761" y="8170"/>
                </a:lnTo>
                <a:lnTo>
                  <a:pt x="1814" y="8133"/>
                </a:lnTo>
                <a:lnTo>
                  <a:pt x="1839" y="8114"/>
                </a:lnTo>
                <a:lnTo>
                  <a:pt x="1870" y="8093"/>
                </a:lnTo>
                <a:lnTo>
                  <a:pt x="1914" y="8059"/>
                </a:lnTo>
                <a:lnTo>
                  <a:pt x="1925" y="8051"/>
                </a:lnTo>
                <a:lnTo>
                  <a:pt x="1981" y="8009"/>
                </a:lnTo>
                <a:lnTo>
                  <a:pt x="1987" y="8004"/>
                </a:lnTo>
                <a:lnTo>
                  <a:pt x="2036" y="7968"/>
                </a:lnTo>
                <a:lnTo>
                  <a:pt x="2059" y="7949"/>
                </a:lnTo>
                <a:lnTo>
                  <a:pt x="2091" y="7925"/>
                </a:lnTo>
                <a:lnTo>
                  <a:pt x="2130" y="7894"/>
                </a:lnTo>
                <a:lnTo>
                  <a:pt x="2147" y="7881"/>
                </a:lnTo>
                <a:lnTo>
                  <a:pt x="2198" y="7839"/>
                </a:lnTo>
                <a:lnTo>
                  <a:pt x="2202" y="7836"/>
                </a:lnTo>
                <a:lnTo>
                  <a:pt x="2258" y="7792"/>
                </a:lnTo>
                <a:lnTo>
                  <a:pt x="2267" y="7784"/>
                </a:lnTo>
                <a:lnTo>
                  <a:pt x="2313" y="7748"/>
                </a:lnTo>
                <a:lnTo>
                  <a:pt x="2335" y="7729"/>
                </a:lnTo>
                <a:lnTo>
                  <a:pt x="2369" y="7702"/>
                </a:lnTo>
                <a:lnTo>
                  <a:pt x="2401" y="7674"/>
                </a:lnTo>
                <a:lnTo>
                  <a:pt x="2424" y="7656"/>
                </a:lnTo>
                <a:lnTo>
                  <a:pt x="2466" y="7619"/>
                </a:lnTo>
                <a:lnTo>
                  <a:pt x="2479" y="7608"/>
                </a:lnTo>
                <a:lnTo>
                  <a:pt x="2530" y="7564"/>
                </a:lnTo>
                <a:lnTo>
                  <a:pt x="2535" y="7560"/>
                </a:lnTo>
                <a:lnTo>
                  <a:pt x="2590" y="7511"/>
                </a:lnTo>
                <a:lnTo>
                  <a:pt x="2593" y="7509"/>
                </a:lnTo>
                <a:lnTo>
                  <a:pt x="2647" y="7464"/>
                </a:lnTo>
                <a:lnTo>
                  <a:pt x="2658" y="7453"/>
                </a:lnTo>
                <a:lnTo>
                  <a:pt x="2702" y="7416"/>
                </a:lnTo>
                <a:lnTo>
                  <a:pt x="2721" y="7398"/>
                </a:lnTo>
                <a:lnTo>
                  <a:pt x="2757" y="7367"/>
                </a:lnTo>
                <a:lnTo>
                  <a:pt x="2783" y="7343"/>
                </a:lnTo>
                <a:lnTo>
                  <a:pt x="2813" y="7317"/>
                </a:lnTo>
                <a:lnTo>
                  <a:pt x="2844" y="7288"/>
                </a:lnTo>
                <a:lnTo>
                  <a:pt x="2868" y="7267"/>
                </a:lnTo>
                <a:lnTo>
                  <a:pt x="2905" y="7233"/>
                </a:lnTo>
                <a:lnTo>
                  <a:pt x="2924" y="7216"/>
                </a:lnTo>
                <a:lnTo>
                  <a:pt x="2964" y="7178"/>
                </a:lnTo>
                <a:lnTo>
                  <a:pt x="2979" y="7164"/>
                </a:lnTo>
                <a:lnTo>
                  <a:pt x="3023" y="7123"/>
                </a:lnTo>
                <a:lnTo>
                  <a:pt x="3035" y="7112"/>
                </a:lnTo>
                <a:lnTo>
                  <a:pt x="3081" y="7068"/>
                </a:lnTo>
                <a:lnTo>
                  <a:pt x="3090" y="7060"/>
                </a:lnTo>
                <a:lnTo>
                  <a:pt x="3139" y="7013"/>
                </a:lnTo>
                <a:lnTo>
                  <a:pt x="3145" y="7007"/>
                </a:lnTo>
                <a:lnTo>
                  <a:pt x="3196" y="6958"/>
                </a:lnTo>
                <a:lnTo>
                  <a:pt x="3201" y="6954"/>
                </a:lnTo>
                <a:lnTo>
                  <a:pt x="3253" y="6903"/>
                </a:lnTo>
                <a:lnTo>
                  <a:pt x="3256" y="6900"/>
                </a:lnTo>
                <a:lnTo>
                  <a:pt x="3309" y="6848"/>
                </a:lnTo>
                <a:lnTo>
                  <a:pt x="3312" y="6846"/>
                </a:lnTo>
                <a:lnTo>
                  <a:pt x="3365" y="6793"/>
                </a:lnTo>
                <a:lnTo>
                  <a:pt x="3367" y="6791"/>
                </a:lnTo>
                <a:lnTo>
                  <a:pt x="3421" y="6738"/>
                </a:lnTo>
                <a:lnTo>
                  <a:pt x="3422" y="6736"/>
                </a:lnTo>
                <a:lnTo>
                  <a:pt x="3476" y="6683"/>
                </a:lnTo>
                <a:lnTo>
                  <a:pt x="3478" y="6681"/>
                </a:lnTo>
                <a:lnTo>
                  <a:pt x="3531" y="6628"/>
                </a:lnTo>
                <a:lnTo>
                  <a:pt x="3533" y="6625"/>
                </a:lnTo>
                <a:lnTo>
                  <a:pt x="3585" y="6573"/>
                </a:lnTo>
                <a:lnTo>
                  <a:pt x="3589" y="6569"/>
                </a:lnTo>
                <a:lnTo>
                  <a:pt x="3639" y="6517"/>
                </a:lnTo>
                <a:lnTo>
                  <a:pt x="3644" y="6512"/>
                </a:lnTo>
                <a:lnTo>
                  <a:pt x="3693" y="6462"/>
                </a:lnTo>
                <a:lnTo>
                  <a:pt x="3700" y="6455"/>
                </a:lnTo>
                <a:lnTo>
                  <a:pt x="3746" y="6407"/>
                </a:lnTo>
                <a:lnTo>
                  <a:pt x="3755" y="6397"/>
                </a:lnTo>
                <a:lnTo>
                  <a:pt x="3798" y="6352"/>
                </a:lnTo>
                <a:lnTo>
                  <a:pt x="3810" y="6339"/>
                </a:lnTo>
                <a:lnTo>
                  <a:pt x="3850" y="6297"/>
                </a:lnTo>
                <a:lnTo>
                  <a:pt x="3866" y="6280"/>
                </a:lnTo>
                <a:lnTo>
                  <a:pt x="3902" y="6242"/>
                </a:lnTo>
                <a:lnTo>
                  <a:pt x="3921" y="6221"/>
                </a:lnTo>
                <a:lnTo>
                  <a:pt x="3953" y="6187"/>
                </a:lnTo>
                <a:lnTo>
                  <a:pt x="3977" y="6161"/>
                </a:lnTo>
                <a:lnTo>
                  <a:pt x="4003" y="6132"/>
                </a:lnTo>
                <a:lnTo>
                  <a:pt x="4032" y="6100"/>
                </a:lnTo>
                <a:lnTo>
                  <a:pt x="4053" y="6077"/>
                </a:lnTo>
                <a:lnTo>
                  <a:pt x="4088" y="6038"/>
                </a:lnTo>
                <a:lnTo>
                  <a:pt x="4102" y="6022"/>
                </a:lnTo>
                <a:lnTo>
                  <a:pt x="4143" y="5975"/>
                </a:lnTo>
                <a:lnTo>
                  <a:pt x="4150" y="5967"/>
                </a:lnTo>
                <a:lnTo>
                  <a:pt x="4198" y="5912"/>
                </a:lnTo>
                <a:lnTo>
                  <a:pt x="4198" y="5911"/>
                </a:lnTo>
                <a:lnTo>
                  <a:pt x="4247" y="5857"/>
                </a:lnTo>
                <a:lnTo>
                  <a:pt x="4254" y="5848"/>
                </a:lnTo>
                <a:lnTo>
                  <a:pt x="4295" y="5802"/>
                </a:lnTo>
                <a:lnTo>
                  <a:pt x="4309" y="5784"/>
                </a:lnTo>
                <a:lnTo>
                  <a:pt x="4342" y="5747"/>
                </a:lnTo>
                <a:lnTo>
                  <a:pt x="4365" y="5719"/>
                </a:lnTo>
                <a:lnTo>
                  <a:pt x="4389" y="5692"/>
                </a:lnTo>
                <a:lnTo>
                  <a:pt x="4420" y="5653"/>
                </a:lnTo>
                <a:lnTo>
                  <a:pt x="4434" y="5636"/>
                </a:lnTo>
                <a:lnTo>
                  <a:pt x="4475" y="5584"/>
                </a:lnTo>
                <a:lnTo>
                  <a:pt x="4478" y="5581"/>
                </a:lnTo>
                <a:lnTo>
                  <a:pt x="4524" y="5526"/>
                </a:lnTo>
                <a:lnTo>
                  <a:pt x="4531" y="5517"/>
                </a:lnTo>
                <a:lnTo>
                  <a:pt x="4569" y="5471"/>
                </a:lnTo>
                <a:lnTo>
                  <a:pt x="4586" y="5448"/>
                </a:lnTo>
                <a:lnTo>
                  <a:pt x="4613" y="5416"/>
                </a:lnTo>
                <a:lnTo>
                  <a:pt x="4642" y="5378"/>
                </a:lnTo>
                <a:lnTo>
                  <a:pt x="4655" y="5361"/>
                </a:lnTo>
                <a:lnTo>
                  <a:pt x="4696" y="5306"/>
                </a:lnTo>
                <a:lnTo>
                  <a:pt x="4697" y="5305"/>
                </a:lnTo>
                <a:lnTo>
                  <a:pt x="4740" y="5251"/>
                </a:lnTo>
                <a:lnTo>
                  <a:pt x="4753" y="5233"/>
                </a:lnTo>
                <a:lnTo>
                  <a:pt x="4781" y="5196"/>
                </a:lnTo>
                <a:lnTo>
                  <a:pt x="4808" y="5158"/>
                </a:lnTo>
                <a:lnTo>
                  <a:pt x="4821" y="5141"/>
                </a:lnTo>
                <a:lnTo>
                  <a:pt x="4860" y="5086"/>
                </a:lnTo>
                <a:lnTo>
                  <a:pt x="4863" y="5081"/>
                </a:lnTo>
                <a:lnTo>
                  <a:pt x="4901" y="5031"/>
                </a:lnTo>
                <a:lnTo>
                  <a:pt x="4919" y="5004"/>
                </a:lnTo>
                <a:lnTo>
                  <a:pt x="4940" y="4976"/>
                </a:lnTo>
                <a:lnTo>
                  <a:pt x="4974" y="4923"/>
                </a:lnTo>
                <a:lnTo>
                  <a:pt x="4976" y="4921"/>
                </a:lnTo>
                <a:lnTo>
                  <a:pt x="5015" y="4866"/>
                </a:lnTo>
                <a:lnTo>
                  <a:pt x="5030" y="4842"/>
                </a:lnTo>
                <a:lnTo>
                  <a:pt x="5052" y="4811"/>
                </a:lnTo>
                <a:lnTo>
                  <a:pt x="5085" y="4757"/>
                </a:lnTo>
                <a:lnTo>
                  <a:pt x="5086" y="4755"/>
                </a:lnTo>
                <a:lnTo>
                  <a:pt x="5124" y="4700"/>
                </a:lnTo>
                <a:lnTo>
                  <a:pt x="5140" y="4672"/>
                </a:lnTo>
                <a:lnTo>
                  <a:pt x="5159" y="4645"/>
                </a:lnTo>
                <a:lnTo>
                  <a:pt x="5192" y="4590"/>
                </a:lnTo>
                <a:lnTo>
                  <a:pt x="5196" y="4584"/>
                </a:lnTo>
                <a:lnTo>
                  <a:pt x="5228" y="4535"/>
                </a:lnTo>
                <a:lnTo>
                  <a:pt x="5251" y="4494"/>
                </a:lnTo>
                <a:lnTo>
                  <a:pt x="5261" y="4480"/>
                </a:lnTo>
                <a:lnTo>
                  <a:pt x="5294" y="4425"/>
                </a:lnTo>
                <a:lnTo>
                  <a:pt x="5307" y="4402"/>
                </a:lnTo>
                <a:lnTo>
                  <a:pt x="5327" y="4370"/>
                </a:lnTo>
                <a:lnTo>
                  <a:pt x="5358" y="4315"/>
                </a:lnTo>
                <a:lnTo>
                  <a:pt x="5362" y="4308"/>
                </a:lnTo>
                <a:lnTo>
                  <a:pt x="5391" y="4260"/>
                </a:lnTo>
                <a:lnTo>
                  <a:pt x="5418" y="4211"/>
                </a:lnTo>
                <a:lnTo>
                  <a:pt x="5421" y="4205"/>
                </a:lnTo>
                <a:lnTo>
                  <a:pt x="5452" y="4150"/>
                </a:lnTo>
                <a:lnTo>
                  <a:pt x="5473" y="4109"/>
                </a:lnTo>
                <a:lnTo>
                  <a:pt x="5481" y="4095"/>
                </a:lnTo>
                <a:lnTo>
                  <a:pt x="5510" y="4040"/>
                </a:lnTo>
                <a:lnTo>
                  <a:pt x="5528" y="3999"/>
                </a:lnTo>
                <a:lnTo>
                  <a:pt x="5536" y="3985"/>
                </a:lnTo>
                <a:lnTo>
                  <a:pt x="5561" y="3930"/>
                </a:lnTo>
                <a:lnTo>
                  <a:pt x="5583" y="3875"/>
                </a:lnTo>
                <a:lnTo>
                  <a:pt x="5584" y="3873"/>
                </a:lnTo>
                <a:lnTo>
                  <a:pt x="5603" y="3819"/>
                </a:lnTo>
                <a:lnTo>
                  <a:pt x="5617" y="3764"/>
                </a:lnTo>
                <a:lnTo>
                  <a:pt x="5625" y="3709"/>
                </a:lnTo>
                <a:lnTo>
                  <a:pt x="5618" y="3654"/>
                </a:lnTo>
                <a:lnTo>
                  <a:pt x="5584" y="3605"/>
                </a:lnTo>
                <a:lnTo>
                  <a:pt x="5569" y="3599"/>
                </a:lnTo>
                <a:lnTo>
                  <a:pt x="5528" y="3589"/>
                </a:lnTo>
                <a:lnTo>
                  <a:pt x="5473" y="3593"/>
                </a:lnTo>
                <a:lnTo>
                  <a:pt x="5447" y="3599"/>
                </a:lnTo>
                <a:lnTo>
                  <a:pt x="5418" y="3606"/>
                </a:lnTo>
                <a:lnTo>
                  <a:pt x="5362" y="3624"/>
                </a:lnTo>
                <a:lnTo>
                  <a:pt x="5307" y="3647"/>
                </a:lnTo>
                <a:lnTo>
                  <a:pt x="5292" y="3654"/>
                </a:lnTo>
                <a:lnTo>
                  <a:pt x="5251" y="3672"/>
                </a:lnTo>
                <a:lnTo>
                  <a:pt x="5196" y="3700"/>
                </a:lnTo>
                <a:lnTo>
                  <a:pt x="5179" y="3709"/>
                </a:lnTo>
                <a:lnTo>
                  <a:pt x="5140" y="3728"/>
                </a:lnTo>
                <a:lnTo>
                  <a:pt x="5085" y="3760"/>
                </a:lnTo>
                <a:lnTo>
                  <a:pt x="5077" y="3764"/>
                </a:lnTo>
                <a:lnTo>
                  <a:pt x="5030" y="3790"/>
                </a:lnTo>
                <a:lnTo>
                  <a:pt x="4982" y="3819"/>
                </a:lnTo>
                <a:lnTo>
                  <a:pt x="4974" y="3824"/>
                </a:lnTo>
                <a:lnTo>
                  <a:pt x="4919" y="3856"/>
                </a:lnTo>
                <a:lnTo>
                  <a:pt x="4891" y="3875"/>
                </a:lnTo>
                <a:lnTo>
                  <a:pt x="4863" y="3891"/>
                </a:lnTo>
                <a:lnTo>
                  <a:pt x="4808" y="3926"/>
                </a:lnTo>
                <a:lnTo>
                  <a:pt x="4803" y="3930"/>
                </a:lnTo>
                <a:lnTo>
                  <a:pt x="4753" y="3961"/>
                </a:lnTo>
                <a:lnTo>
                  <a:pt x="4717" y="3985"/>
                </a:lnTo>
                <a:lnTo>
                  <a:pt x="4697" y="3997"/>
                </a:lnTo>
                <a:lnTo>
                  <a:pt x="4642" y="4034"/>
                </a:lnTo>
                <a:lnTo>
                  <a:pt x="4634" y="4040"/>
                </a:lnTo>
                <a:lnTo>
                  <a:pt x="4586" y="4070"/>
                </a:lnTo>
                <a:lnTo>
                  <a:pt x="4552" y="4095"/>
                </a:lnTo>
                <a:lnTo>
                  <a:pt x="4531" y="4108"/>
                </a:lnTo>
                <a:lnTo>
                  <a:pt x="4475" y="4147"/>
                </a:lnTo>
                <a:lnTo>
                  <a:pt x="4472" y="4150"/>
                </a:lnTo>
                <a:lnTo>
                  <a:pt x="4420" y="4184"/>
                </a:lnTo>
                <a:lnTo>
                  <a:pt x="4392" y="4205"/>
                </a:lnTo>
                <a:lnTo>
                  <a:pt x="4365" y="4223"/>
                </a:lnTo>
                <a:lnTo>
                  <a:pt x="4315" y="4260"/>
                </a:lnTo>
                <a:lnTo>
                  <a:pt x="4309" y="4264"/>
                </a:lnTo>
                <a:lnTo>
                  <a:pt x="4254" y="4303"/>
                </a:lnTo>
                <a:lnTo>
                  <a:pt x="4238" y="4315"/>
                </a:lnTo>
                <a:lnTo>
                  <a:pt x="4198" y="4342"/>
                </a:lnTo>
                <a:lnTo>
                  <a:pt x="4162" y="4370"/>
                </a:lnTo>
                <a:lnTo>
                  <a:pt x="4143" y="4383"/>
                </a:lnTo>
                <a:lnTo>
                  <a:pt x="4088" y="4425"/>
                </a:lnTo>
                <a:lnTo>
                  <a:pt x="4032" y="4465"/>
                </a:lnTo>
                <a:lnTo>
                  <a:pt x="4012" y="4480"/>
                </a:lnTo>
                <a:lnTo>
                  <a:pt x="3977" y="4505"/>
                </a:lnTo>
                <a:lnTo>
                  <a:pt x="3938" y="4535"/>
                </a:lnTo>
                <a:lnTo>
                  <a:pt x="3921" y="4547"/>
                </a:lnTo>
                <a:lnTo>
                  <a:pt x="3866" y="4590"/>
                </a:lnTo>
                <a:lnTo>
                  <a:pt x="3810" y="4630"/>
                </a:lnTo>
                <a:lnTo>
                  <a:pt x="3791" y="4645"/>
                </a:lnTo>
                <a:lnTo>
                  <a:pt x="3755" y="4672"/>
                </a:lnTo>
                <a:lnTo>
                  <a:pt x="3718" y="4700"/>
                </a:lnTo>
                <a:lnTo>
                  <a:pt x="3700" y="4714"/>
                </a:lnTo>
                <a:lnTo>
                  <a:pt x="3646" y="4755"/>
                </a:lnTo>
                <a:lnTo>
                  <a:pt x="3644" y="4757"/>
                </a:lnTo>
                <a:lnTo>
                  <a:pt x="3589" y="4798"/>
                </a:lnTo>
                <a:lnTo>
                  <a:pt x="3572" y="4811"/>
                </a:lnTo>
                <a:lnTo>
                  <a:pt x="3533" y="4839"/>
                </a:lnTo>
                <a:lnTo>
                  <a:pt x="3499" y="4866"/>
                </a:lnTo>
                <a:lnTo>
                  <a:pt x="3478" y="4881"/>
                </a:lnTo>
                <a:lnTo>
                  <a:pt x="3426" y="4921"/>
                </a:lnTo>
                <a:lnTo>
                  <a:pt x="3422" y="4923"/>
                </a:lnTo>
                <a:lnTo>
                  <a:pt x="3367" y="4964"/>
                </a:lnTo>
                <a:lnTo>
                  <a:pt x="3352" y="4976"/>
                </a:lnTo>
                <a:lnTo>
                  <a:pt x="3312" y="5004"/>
                </a:lnTo>
                <a:lnTo>
                  <a:pt x="3277" y="5031"/>
                </a:lnTo>
                <a:lnTo>
                  <a:pt x="3256" y="5046"/>
                </a:lnTo>
                <a:lnTo>
                  <a:pt x="3204" y="5086"/>
                </a:lnTo>
                <a:lnTo>
                  <a:pt x="3201" y="5088"/>
                </a:lnTo>
                <a:lnTo>
                  <a:pt x="3145" y="5129"/>
                </a:lnTo>
                <a:lnTo>
                  <a:pt x="3129" y="5141"/>
                </a:lnTo>
                <a:lnTo>
                  <a:pt x="3090" y="5169"/>
                </a:lnTo>
                <a:lnTo>
                  <a:pt x="3055" y="5196"/>
                </a:lnTo>
                <a:lnTo>
                  <a:pt x="3035" y="5211"/>
                </a:lnTo>
                <a:lnTo>
                  <a:pt x="2983" y="5251"/>
                </a:lnTo>
                <a:lnTo>
                  <a:pt x="2979" y="5254"/>
                </a:lnTo>
                <a:lnTo>
                  <a:pt x="2924" y="5294"/>
                </a:lnTo>
                <a:lnTo>
                  <a:pt x="2909" y="5306"/>
                </a:lnTo>
                <a:lnTo>
                  <a:pt x="2868" y="5336"/>
                </a:lnTo>
                <a:lnTo>
                  <a:pt x="2836" y="5361"/>
                </a:lnTo>
                <a:lnTo>
                  <a:pt x="2813" y="5379"/>
                </a:lnTo>
                <a:lnTo>
                  <a:pt x="2766" y="5416"/>
                </a:lnTo>
                <a:lnTo>
                  <a:pt x="2757" y="5422"/>
                </a:lnTo>
                <a:lnTo>
                  <a:pt x="2702" y="5466"/>
                </a:lnTo>
                <a:lnTo>
                  <a:pt x="2695" y="5471"/>
                </a:lnTo>
                <a:lnTo>
                  <a:pt x="2647" y="5508"/>
                </a:lnTo>
                <a:lnTo>
                  <a:pt x="2625" y="5526"/>
                </a:lnTo>
                <a:lnTo>
                  <a:pt x="2590" y="5552"/>
                </a:lnTo>
                <a:lnTo>
                  <a:pt x="2555" y="5581"/>
                </a:lnTo>
                <a:lnTo>
                  <a:pt x="2535" y="5598"/>
                </a:lnTo>
                <a:lnTo>
                  <a:pt x="2488" y="5636"/>
                </a:lnTo>
                <a:lnTo>
                  <a:pt x="2479" y="5644"/>
                </a:lnTo>
                <a:lnTo>
                  <a:pt x="2424" y="5690"/>
                </a:lnTo>
                <a:lnTo>
                  <a:pt x="2422" y="5692"/>
                </a:lnTo>
                <a:lnTo>
                  <a:pt x="2369" y="5736"/>
                </a:lnTo>
                <a:lnTo>
                  <a:pt x="2356" y="5747"/>
                </a:lnTo>
                <a:lnTo>
                  <a:pt x="2313" y="5782"/>
                </a:lnTo>
                <a:lnTo>
                  <a:pt x="2291" y="5802"/>
                </a:lnTo>
                <a:lnTo>
                  <a:pt x="2258" y="5829"/>
                </a:lnTo>
                <a:lnTo>
                  <a:pt x="2227" y="5857"/>
                </a:lnTo>
                <a:lnTo>
                  <a:pt x="2202" y="5877"/>
                </a:lnTo>
                <a:lnTo>
                  <a:pt x="2164" y="5912"/>
                </a:lnTo>
                <a:lnTo>
                  <a:pt x="2147" y="5926"/>
                </a:lnTo>
                <a:lnTo>
                  <a:pt x="2102" y="5967"/>
                </a:lnTo>
                <a:lnTo>
                  <a:pt x="2091" y="5976"/>
                </a:lnTo>
                <a:lnTo>
                  <a:pt x="2041" y="6022"/>
                </a:lnTo>
                <a:lnTo>
                  <a:pt x="2036" y="6026"/>
                </a:lnTo>
                <a:lnTo>
                  <a:pt x="1981" y="6076"/>
                </a:lnTo>
                <a:lnTo>
                  <a:pt x="1980" y="6077"/>
                </a:lnTo>
                <a:lnTo>
                  <a:pt x="1925" y="6126"/>
                </a:lnTo>
                <a:lnTo>
                  <a:pt x="1919" y="6132"/>
                </a:lnTo>
                <a:lnTo>
                  <a:pt x="1870" y="6177"/>
                </a:lnTo>
                <a:lnTo>
                  <a:pt x="1859" y="6187"/>
                </a:lnTo>
                <a:lnTo>
                  <a:pt x="1814" y="6228"/>
                </a:lnTo>
                <a:lnTo>
                  <a:pt x="1800" y="6242"/>
                </a:lnTo>
                <a:lnTo>
                  <a:pt x="1759" y="6280"/>
                </a:lnTo>
                <a:lnTo>
                  <a:pt x="1741" y="6297"/>
                </a:lnTo>
                <a:lnTo>
                  <a:pt x="1704" y="6333"/>
                </a:lnTo>
                <a:lnTo>
                  <a:pt x="1683" y="6352"/>
                </a:lnTo>
                <a:lnTo>
                  <a:pt x="1648" y="6386"/>
                </a:lnTo>
                <a:lnTo>
                  <a:pt x="1626" y="6407"/>
                </a:lnTo>
                <a:lnTo>
                  <a:pt x="1593" y="6439"/>
                </a:lnTo>
                <a:lnTo>
                  <a:pt x="1569" y="6462"/>
                </a:lnTo>
                <a:lnTo>
                  <a:pt x="1537" y="6493"/>
                </a:lnTo>
                <a:lnTo>
                  <a:pt x="1513" y="6517"/>
                </a:lnTo>
                <a:lnTo>
                  <a:pt x="1482" y="6548"/>
                </a:lnTo>
                <a:lnTo>
                  <a:pt x="1457" y="6573"/>
                </a:lnTo>
                <a:lnTo>
                  <a:pt x="1426" y="6603"/>
                </a:lnTo>
                <a:lnTo>
                  <a:pt x="1402" y="6628"/>
                </a:lnTo>
                <a:lnTo>
                  <a:pt x="1371" y="6659"/>
                </a:lnTo>
                <a:lnTo>
                  <a:pt x="1348" y="6683"/>
                </a:lnTo>
                <a:lnTo>
                  <a:pt x="1316" y="6715"/>
                </a:lnTo>
                <a:lnTo>
                  <a:pt x="1294" y="6738"/>
                </a:lnTo>
                <a:lnTo>
                  <a:pt x="1260" y="6772"/>
                </a:lnTo>
                <a:lnTo>
                  <a:pt x="1240" y="6793"/>
                </a:lnTo>
                <a:lnTo>
                  <a:pt x="1205" y="6830"/>
                </a:lnTo>
                <a:lnTo>
                  <a:pt x="1187" y="6848"/>
                </a:lnTo>
                <a:lnTo>
                  <a:pt x="1149" y="6888"/>
                </a:lnTo>
                <a:lnTo>
                  <a:pt x="1135" y="6903"/>
                </a:lnTo>
                <a:lnTo>
                  <a:pt x="1094" y="6947"/>
                </a:lnTo>
                <a:lnTo>
                  <a:pt x="1083" y="6958"/>
                </a:lnTo>
                <a:lnTo>
                  <a:pt x="1038" y="7007"/>
                </a:lnTo>
                <a:lnTo>
                  <a:pt x="1033" y="7013"/>
                </a:lnTo>
                <a:lnTo>
                  <a:pt x="983" y="7067"/>
                </a:lnTo>
                <a:lnTo>
                  <a:pt x="982" y="7068"/>
                </a:lnTo>
                <a:lnTo>
                  <a:pt x="931" y="7123"/>
                </a:lnTo>
                <a:lnTo>
                  <a:pt x="928" y="7127"/>
                </a:lnTo>
                <a:lnTo>
                  <a:pt x="881" y="7178"/>
                </a:lnTo>
                <a:lnTo>
                  <a:pt x="872" y="7188"/>
                </a:lnTo>
                <a:lnTo>
                  <a:pt x="831" y="7233"/>
                </a:lnTo>
                <a:lnTo>
                  <a:pt x="817" y="7250"/>
                </a:lnTo>
                <a:lnTo>
                  <a:pt x="782" y="7288"/>
                </a:lnTo>
                <a:lnTo>
                  <a:pt x="761" y="7312"/>
                </a:lnTo>
                <a:lnTo>
                  <a:pt x="733" y="7343"/>
                </a:lnTo>
                <a:lnTo>
                  <a:pt x="706" y="7376"/>
                </a:lnTo>
                <a:lnTo>
                  <a:pt x="686" y="7398"/>
                </a:lnTo>
                <a:lnTo>
                  <a:pt x="651" y="7441"/>
                </a:lnTo>
                <a:lnTo>
                  <a:pt x="640" y="7453"/>
                </a:lnTo>
                <a:lnTo>
                  <a:pt x="595" y="7508"/>
                </a:lnTo>
                <a:lnTo>
                  <a:pt x="594" y="7509"/>
                </a:lnTo>
                <a:lnTo>
                  <a:pt x="548" y="7564"/>
                </a:lnTo>
                <a:lnTo>
                  <a:pt x="540" y="7574"/>
                </a:lnTo>
                <a:lnTo>
                  <a:pt x="502" y="7619"/>
                </a:lnTo>
                <a:lnTo>
                  <a:pt x="484" y="7641"/>
                </a:lnTo>
                <a:lnTo>
                  <a:pt x="457" y="7674"/>
                </a:lnTo>
                <a:lnTo>
                  <a:pt x="429" y="7711"/>
                </a:lnTo>
                <a:lnTo>
                  <a:pt x="414" y="7729"/>
                </a:lnTo>
                <a:lnTo>
                  <a:pt x="373" y="7783"/>
                </a:lnTo>
                <a:lnTo>
                  <a:pt x="373" y="7784"/>
                </a:lnTo>
                <a:lnTo>
                  <a:pt x="330" y="7839"/>
                </a:lnTo>
                <a:lnTo>
                  <a:pt x="318" y="7856"/>
                </a:lnTo>
                <a:lnTo>
                  <a:pt x="289" y="7894"/>
                </a:lnTo>
                <a:lnTo>
                  <a:pt x="263" y="7932"/>
                </a:lnTo>
                <a:lnTo>
                  <a:pt x="250" y="7949"/>
                </a:lnTo>
                <a:lnTo>
                  <a:pt x="212" y="8004"/>
                </a:lnTo>
                <a:lnTo>
                  <a:pt x="207" y="8011"/>
                </a:lnTo>
                <a:lnTo>
                  <a:pt x="174" y="8059"/>
                </a:lnTo>
                <a:lnTo>
                  <a:pt x="152" y="8095"/>
                </a:lnTo>
                <a:lnTo>
                  <a:pt x="139" y="8114"/>
                </a:lnTo>
                <a:lnTo>
                  <a:pt x="106" y="8170"/>
                </a:lnTo>
                <a:lnTo>
                  <a:pt x="96" y="8188"/>
                </a:lnTo>
                <a:lnTo>
                  <a:pt x="75" y="8225"/>
                </a:lnTo>
                <a:lnTo>
                  <a:pt x="47" y="8280"/>
                </a:lnTo>
                <a:lnTo>
                  <a:pt x="41" y="8295"/>
                </a:lnTo>
                <a:lnTo>
                  <a:pt x="23" y="8335"/>
                </a:lnTo>
                <a:lnTo>
                  <a:pt x="6" y="8391"/>
                </a:lnTo>
                <a:lnTo>
                  <a:pt x="0" y="8446"/>
                </a:lnTo>
                <a:lnTo>
                  <a:pt x="30" y="8501"/>
                </a:lnTo>
                <a:lnTo>
                  <a:pt x="41" y="8507"/>
                </a:lnTo>
                <a:lnTo>
                  <a:pt x="96" y="8513"/>
                </a:lnTo>
                <a:lnTo>
                  <a:pt x="152" y="8507"/>
                </a:lnTo>
                <a:lnTo>
                  <a:pt x="183" y="8501"/>
                </a:lnTo>
                <a:lnTo>
                  <a:pt x="207" y="8496"/>
                </a:lnTo>
                <a:lnTo>
                  <a:pt x="263" y="8490"/>
                </a:lnTo>
                <a:lnTo>
                  <a:pt x="318" y="8498"/>
                </a:lnTo>
                <a:lnTo>
                  <a:pt x="321" y="8501"/>
                </a:lnTo>
                <a:lnTo>
                  <a:pt x="339" y="8556"/>
                </a:lnTo>
                <a:lnTo>
                  <a:pt x="333" y="8611"/>
                </a:lnTo>
                <a:lnTo>
                  <a:pt x="323" y="8666"/>
                </a:lnTo>
                <a:lnTo>
                  <a:pt x="318" y="8691"/>
                </a:lnTo>
                <a:lnTo>
                  <a:pt x="311" y="8721"/>
                </a:lnTo>
                <a:lnTo>
                  <a:pt x="303" y="8776"/>
                </a:lnTo>
                <a:lnTo>
                  <a:pt x="304" y="8831"/>
                </a:lnTo>
                <a:lnTo>
                  <a:pt x="318" y="8868"/>
                </a:lnTo>
                <a:lnTo>
                  <a:pt x="334" y="8886"/>
                </a:lnTo>
                <a:lnTo>
                  <a:pt x="373" y="8903"/>
                </a:lnTo>
                <a:moveTo>
                  <a:pt x="6249" y="2582"/>
                </a:moveTo>
                <a:lnTo>
                  <a:pt x="6304" y="2589"/>
                </a:lnTo>
                <a:lnTo>
                  <a:pt x="6360" y="2572"/>
                </a:lnTo>
                <a:lnTo>
                  <a:pt x="6398" y="2553"/>
                </a:lnTo>
                <a:lnTo>
                  <a:pt x="6415" y="2545"/>
                </a:lnTo>
                <a:lnTo>
                  <a:pt x="6471" y="2514"/>
                </a:lnTo>
                <a:lnTo>
                  <a:pt x="6494" y="2498"/>
                </a:lnTo>
                <a:lnTo>
                  <a:pt x="6526" y="2479"/>
                </a:lnTo>
                <a:lnTo>
                  <a:pt x="6579" y="2443"/>
                </a:lnTo>
                <a:lnTo>
                  <a:pt x="6581" y="2441"/>
                </a:lnTo>
                <a:lnTo>
                  <a:pt x="6637" y="2402"/>
                </a:lnTo>
                <a:lnTo>
                  <a:pt x="6656" y="2388"/>
                </a:lnTo>
                <a:lnTo>
                  <a:pt x="6692" y="2362"/>
                </a:lnTo>
                <a:lnTo>
                  <a:pt x="6729" y="2333"/>
                </a:lnTo>
                <a:lnTo>
                  <a:pt x="6748" y="2319"/>
                </a:lnTo>
                <a:lnTo>
                  <a:pt x="6800" y="2278"/>
                </a:lnTo>
                <a:lnTo>
                  <a:pt x="6803" y="2275"/>
                </a:lnTo>
                <a:lnTo>
                  <a:pt x="6858" y="2231"/>
                </a:lnTo>
                <a:lnTo>
                  <a:pt x="6868" y="2223"/>
                </a:lnTo>
                <a:lnTo>
                  <a:pt x="6914" y="2186"/>
                </a:lnTo>
                <a:lnTo>
                  <a:pt x="6935" y="2168"/>
                </a:lnTo>
                <a:lnTo>
                  <a:pt x="6969" y="2140"/>
                </a:lnTo>
                <a:lnTo>
                  <a:pt x="7000" y="2113"/>
                </a:lnTo>
                <a:lnTo>
                  <a:pt x="7025" y="2092"/>
                </a:lnTo>
                <a:lnTo>
                  <a:pt x="7064" y="2057"/>
                </a:lnTo>
                <a:lnTo>
                  <a:pt x="7080" y="2044"/>
                </a:lnTo>
                <a:lnTo>
                  <a:pt x="7126" y="2002"/>
                </a:lnTo>
                <a:lnTo>
                  <a:pt x="7136" y="1995"/>
                </a:lnTo>
                <a:lnTo>
                  <a:pt x="7188" y="1947"/>
                </a:lnTo>
                <a:lnTo>
                  <a:pt x="7191" y="1944"/>
                </a:lnTo>
                <a:lnTo>
                  <a:pt x="7246" y="1894"/>
                </a:lnTo>
                <a:lnTo>
                  <a:pt x="7248" y="1892"/>
                </a:lnTo>
                <a:lnTo>
                  <a:pt x="7302" y="1843"/>
                </a:lnTo>
                <a:lnTo>
                  <a:pt x="7308" y="1837"/>
                </a:lnTo>
                <a:lnTo>
                  <a:pt x="7357" y="1792"/>
                </a:lnTo>
                <a:lnTo>
                  <a:pt x="7367" y="1782"/>
                </a:lnTo>
                <a:lnTo>
                  <a:pt x="7413" y="1740"/>
                </a:lnTo>
                <a:lnTo>
                  <a:pt x="7426" y="1727"/>
                </a:lnTo>
                <a:lnTo>
                  <a:pt x="7468" y="1687"/>
                </a:lnTo>
                <a:lnTo>
                  <a:pt x="7483" y="1672"/>
                </a:lnTo>
                <a:lnTo>
                  <a:pt x="7523" y="1633"/>
                </a:lnTo>
                <a:lnTo>
                  <a:pt x="7540" y="1617"/>
                </a:lnTo>
                <a:lnTo>
                  <a:pt x="7579" y="1578"/>
                </a:lnTo>
                <a:lnTo>
                  <a:pt x="7596" y="1562"/>
                </a:lnTo>
                <a:lnTo>
                  <a:pt x="7634" y="1523"/>
                </a:lnTo>
                <a:lnTo>
                  <a:pt x="7651" y="1507"/>
                </a:lnTo>
                <a:lnTo>
                  <a:pt x="7690" y="1468"/>
                </a:lnTo>
                <a:lnTo>
                  <a:pt x="7705" y="1452"/>
                </a:lnTo>
                <a:lnTo>
                  <a:pt x="7745" y="1411"/>
                </a:lnTo>
                <a:lnTo>
                  <a:pt x="7759" y="1397"/>
                </a:lnTo>
                <a:lnTo>
                  <a:pt x="7801" y="1354"/>
                </a:lnTo>
                <a:lnTo>
                  <a:pt x="7812" y="1342"/>
                </a:lnTo>
                <a:lnTo>
                  <a:pt x="7856" y="1296"/>
                </a:lnTo>
                <a:lnTo>
                  <a:pt x="7865" y="1287"/>
                </a:lnTo>
                <a:lnTo>
                  <a:pt x="7911" y="1237"/>
                </a:lnTo>
                <a:lnTo>
                  <a:pt x="7916" y="1232"/>
                </a:lnTo>
                <a:lnTo>
                  <a:pt x="7967" y="1177"/>
                </a:lnTo>
                <a:lnTo>
                  <a:pt x="8018" y="1121"/>
                </a:lnTo>
                <a:lnTo>
                  <a:pt x="8022" y="1117"/>
                </a:lnTo>
                <a:lnTo>
                  <a:pt x="8069" y="1066"/>
                </a:lnTo>
                <a:lnTo>
                  <a:pt x="8078" y="1056"/>
                </a:lnTo>
                <a:lnTo>
                  <a:pt x="8118" y="1011"/>
                </a:lnTo>
                <a:lnTo>
                  <a:pt x="8133" y="994"/>
                </a:lnTo>
                <a:lnTo>
                  <a:pt x="8167" y="956"/>
                </a:lnTo>
                <a:lnTo>
                  <a:pt x="8189" y="932"/>
                </a:lnTo>
                <a:lnTo>
                  <a:pt x="8215" y="901"/>
                </a:lnTo>
                <a:lnTo>
                  <a:pt x="8244" y="867"/>
                </a:lnTo>
                <a:lnTo>
                  <a:pt x="8263" y="846"/>
                </a:lnTo>
                <a:lnTo>
                  <a:pt x="8299" y="802"/>
                </a:lnTo>
                <a:lnTo>
                  <a:pt x="8309" y="791"/>
                </a:lnTo>
                <a:lnTo>
                  <a:pt x="8354" y="736"/>
                </a:lnTo>
                <a:lnTo>
                  <a:pt x="8355" y="735"/>
                </a:lnTo>
                <a:lnTo>
                  <a:pt x="8399" y="681"/>
                </a:lnTo>
                <a:lnTo>
                  <a:pt x="8410" y="667"/>
                </a:lnTo>
                <a:lnTo>
                  <a:pt x="8443" y="626"/>
                </a:lnTo>
                <a:lnTo>
                  <a:pt x="8466" y="597"/>
                </a:lnTo>
                <a:lnTo>
                  <a:pt x="8486" y="571"/>
                </a:lnTo>
                <a:lnTo>
                  <a:pt x="8521" y="524"/>
                </a:lnTo>
                <a:lnTo>
                  <a:pt x="8528" y="516"/>
                </a:lnTo>
                <a:lnTo>
                  <a:pt x="8568" y="461"/>
                </a:lnTo>
                <a:lnTo>
                  <a:pt x="8576" y="448"/>
                </a:lnTo>
                <a:lnTo>
                  <a:pt x="8607" y="406"/>
                </a:lnTo>
                <a:lnTo>
                  <a:pt x="8632" y="369"/>
                </a:lnTo>
                <a:lnTo>
                  <a:pt x="8645" y="351"/>
                </a:lnTo>
                <a:lnTo>
                  <a:pt x="8680" y="296"/>
                </a:lnTo>
                <a:lnTo>
                  <a:pt x="8687" y="283"/>
                </a:lnTo>
                <a:lnTo>
                  <a:pt x="8713" y="240"/>
                </a:lnTo>
                <a:lnTo>
                  <a:pt x="8743" y="186"/>
                </a:lnTo>
                <a:lnTo>
                  <a:pt x="8743" y="185"/>
                </a:lnTo>
                <a:lnTo>
                  <a:pt x="8767" y="130"/>
                </a:lnTo>
                <a:lnTo>
                  <a:pt x="8784" y="75"/>
                </a:lnTo>
                <a:lnTo>
                  <a:pt x="8780" y="20"/>
                </a:lnTo>
                <a:lnTo>
                  <a:pt x="8743" y="0"/>
                </a:lnTo>
                <a:lnTo>
                  <a:pt x="8687" y="8"/>
                </a:lnTo>
                <a:lnTo>
                  <a:pt x="8658" y="20"/>
                </a:lnTo>
                <a:lnTo>
                  <a:pt x="8632" y="30"/>
                </a:lnTo>
                <a:lnTo>
                  <a:pt x="8576" y="59"/>
                </a:lnTo>
                <a:lnTo>
                  <a:pt x="8549" y="75"/>
                </a:lnTo>
                <a:lnTo>
                  <a:pt x="8521" y="91"/>
                </a:lnTo>
                <a:lnTo>
                  <a:pt x="8466" y="126"/>
                </a:lnTo>
                <a:lnTo>
                  <a:pt x="8460" y="130"/>
                </a:lnTo>
                <a:lnTo>
                  <a:pt x="8410" y="164"/>
                </a:lnTo>
                <a:lnTo>
                  <a:pt x="8381" y="185"/>
                </a:lnTo>
                <a:lnTo>
                  <a:pt x="8355" y="204"/>
                </a:lnTo>
                <a:lnTo>
                  <a:pt x="8306" y="240"/>
                </a:lnTo>
                <a:lnTo>
                  <a:pt x="8299" y="245"/>
                </a:lnTo>
                <a:lnTo>
                  <a:pt x="8244" y="288"/>
                </a:lnTo>
                <a:lnTo>
                  <a:pt x="8234" y="296"/>
                </a:lnTo>
                <a:lnTo>
                  <a:pt x="8189" y="331"/>
                </a:lnTo>
                <a:lnTo>
                  <a:pt x="8165" y="351"/>
                </a:lnTo>
                <a:lnTo>
                  <a:pt x="8133" y="376"/>
                </a:lnTo>
                <a:lnTo>
                  <a:pt x="8098" y="406"/>
                </a:lnTo>
                <a:lnTo>
                  <a:pt x="8078" y="422"/>
                </a:lnTo>
                <a:lnTo>
                  <a:pt x="8033" y="461"/>
                </a:lnTo>
                <a:lnTo>
                  <a:pt x="8022" y="469"/>
                </a:lnTo>
                <a:lnTo>
                  <a:pt x="7969" y="516"/>
                </a:lnTo>
                <a:lnTo>
                  <a:pt x="7967" y="517"/>
                </a:lnTo>
                <a:lnTo>
                  <a:pt x="7911" y="566"/>
                </a:lnTo>
                <a:lnTo>
                  <a:pt x="7906" y="571"/>
                </a:lnTo>
                <a:lnTo>
                  <a:pt x="7856" y="615"/>
                </a:lnTo>
                <a:lnTo>
                  <a:pt x="7844" y="626"/>
                </a:lnTo>
                <a:lnTo>
                  <a:pt x="7801" y="664"/>
                </a:lnTo>
                <a:lnTo>
                  <a:pt x="7783" y="681"/>
                </a:lnTo>
                <a:lnTo>
                  <a:pt x="7745" y="715"/>
                </a:lnTo>
                <a:lnTo>
                  <a:pt x="7723" y="736"/>
                </a:lnTo>
                <a:lnTo>
                  <a:pt x="7690" y="766"/>
                </a:lnTo>
                <a:lnTo>
                  <a:pt x="7664" y="791"/>
                </a:lnTo>
                <a:lnTo>
                  <a:pt x="7634" y="819"/>
                </a:lnTo>
                <a:lnTo>
                  <a:pt x="7606" y="846"/>
                </a:lnTo>
                <a:lnTo>
                  <a:pt x="7579" y="872"/>
                </a:lnTo>
                <a:lnTo>
                  <a:pt x="7548" y="901"/>
                </a:lnTo>
                <a:lnTo>
                  <a:pt x="7523" y="925"/>
                </a:lnTo>
                <a:lnTo>
                  <a:pt x="7492" y="956"/>
                </a:lnTo>
                <a:lnTo>
                  <a:pt x="7468" y="979"/>
                </a:lnTo>
                <a:lnTo>
                  <a:pt x="7436" y="1011"/>
                </a:lnTo>
                <a:lnTo>
                  <a:pt x="7413" y="1034"/>
                </a:lnTo>
                <a:lnTo>
                  <a:pt x="7380" y="1066"/>
                </a:lnTo>
                <a:lnTo>
                  <a:pt x="7357" y="1090"/>
                </a:lnTo>
                <a:lnTo>
                  <a:pt x="7326" y="1121"/>
                </a:lnTo>
                <a:lnTo>
                  <a:pt x="7302" y="1146"/>
                </a:lnTo>
                <a:lnTo>
                  <a:pt x="7272" y="1177"/>
                </a:lnTo>
                <a:lnTo>
                  <a:pt x="7246" y="1203"/>
                </a:lnTo>
                <a:lnTo>
                  <a:pt x="7219" y="1232"/>
                </a:lnTo>
                <a:lnTo>
                  <a:pt x="7191" y="1261"/>
                </a:lnTo>
                <a:lnTo>
                  <a:pt x="7166" y="1287"/>
                </a:lnTo>
                <a:lnTo>
                  <a:pt x="7136" y="1319"/>
                </a:lnTo>
                <a:lnTo>
                  <a:pt x="7114" y="1342"/>
                </a:lnTo>
                <a:lnTo>
                  <a:pt x="7080" y="1378"/>
                </a:lnTo>
                <a:lnTo>
                  <a:pt x="7063" y="1397"/>
                </a:lnTo>
                <a:lnTo>
                  <a:pt x="7025" y="1439"/>
                </a:lnTo>
                <a:lnTo>
                  <a:pt x="7012" y="1452"/>
                </a:lnTo>
                <a:lnTo>
                  <a:pt x="6969" y="1500"/>
                </a:lnTo>
                <a:lnTo>
                  <a:pt x="6963" y="1507"/>
                </a:lnTo>
                <a:lnTo>
                  <a:pt x="6914" y="1562"/>
                </a:lnTo>
                <a:lnTo>
                  <a:pt x="6865" y="1617"/>
                </a:lnTo>
                <a:lnTo>
                  <a:pt x="6858" y="1624"/>
                </a:lnTo>
                <a:lnTo>
                  <a:pt x="6816" y="1672"/>
                </a:lnTo>
                <a:lnTo>
                  <a:pt x="6803" y="1688"/>
                </a:lnTo>
                <a:lnTo>
                  <a:pt x="6769" y="1727"/>
                </a:lnTo>
                <a:lnTo>
                  <a:pt x="6748" y="1753"/>
                </a:lnTo>
                <a:lnTo>
                  <a:pt x="6722" y="1782"/>
                </a:lnTo>
                <a:lnTo>
                  <a:pt x="6692" y="1819"/>
                </a:lnTo>
                <a:lnTo>
                  <a:pt x="6677" y="1837"/>
                </a:lnTo>
                <a:lnTo>
                  <a:pt x="6637" y="1887"/>
                </a:lnTo>
                <a:lnTo>
                  <a:pt x="6632" y="1892"/>
                </a:lnTo>
                <a:lnTo>
                  <a:pt x="6588" y="1947"/>
                </a:lnTo>
                <a:lnTo>
                  <a:pt x="6581" y="1957"/>
                </a:lnTo>
                <a:lnTo>
                  <a:pt x="6545" y="2002"/>
                </a:lnTo>
                <a:lnTo>
                  <a:pt x="6526" y="2028"/>
                </a:lnTo>
                <a:lnTo>
                  <a:pt x="6503" y="2057"/>
                </a:lnTo>
                <a:lnTo>
                  <a:pt x="6471" y="2103"/>
                </a:lnTo>
                <a:lnTo>
                  <a:pt x="6463" y="2113"/>
                </a:lnTo>
                <a:lnTo>
                  <a:pt x="6424" y="2168"/>
                </a:lnTo>
                <a:lnTo>
                  <a:pt x="6415" y="2181"/>
                </a:lnTo>
                <a:lnTo>
                  <a:pt x="6386" y="2223"/>
                </a:lnTo>
                <a:lnTo>
                  <a:pt x="6360" y="2264"/>
                </a:lnTo>
                <a:lnTo>
                  <a:pt x="6350" y="2278"/>
                </a:lnTo>
                <a:lnTo>
                  <a:pt x="6317" y="2333"/>
                </a:lnTo>
                <a:lnTo>
                  <a:pt x="6304" y="2357"/>
                </a:lnTo>
                <a:lnTo>
                  <a:pt x="6286" y="2388"/>
                </a:lnTo>
                <a:lnTo>
                  <a:pt x="6260" y="2443"/>
                </a:lnTo>
                <a:lnTo>
                  <a:pt x="6249" y="2474"/>
                </a:lnTo>
                <a:lnTo>
                  <a:pt x="6240" y="2498"/>
                </a:lnTo>
                <a:lnTo>
                  <a:pt x="6234" y="2553"/>
                </a:lnTo>
                <a:lnTo>
                  <a:pt x="6249" y="2582"/>
                </a:lnTo>
                <a:close/>
              </a:path>
            </a:pathLst>
          </a:custGeom>
          <a:noFill/>
          <a:ln w="12600">
            <a:solidFill>
              <a:srgbClr val="0a7d6e"/>
            </a:solidFill>
            <a:round/>
          </a:ln>
        </p:spPr>
      </p:sp>
      <p:sp>
        <p:nvSpPr>
          <p:cNvPr id="40" name=""/>
          <p:cNvSpPr/>
          <p:nvPr/>
        </p:nvSpPr>
        <p:spPr>
          <a:xfrm>
            <a:off x="1234080" y="3663000"/>
            <a:ext cx="971280" cy="954360"/>
          </a:xfrm>
          <a:custGeom>
            <a:avLst/>
            <a:gdLst/>
            <a:ahLst/>
            <a:rect l="0" t="0" r="r" b="b"/>
            <a:pathLst>
              <a:path w="2698" h="2651">
                <a:moveTo>
                  <a:pt x="2" y="2607"/>
                </a:moveTo>
                <a:lnTo>
                  <a:pt x="58" y="2651"/>
                </a:lnTo>
                <a:lnTo>
                  <a:pt x="113" y="2644"/>
                </a:lnTo>
                <a:lnTo>
                  <a:pt x="168" y="2629"/>
                </a:lnTo>
                <a:lnTo>
                  <a:pt x="224" y="2609"/>
                </a:lnTo>
                <a:lnTo>
                  <a:pt x="244" y="2601"/>
                </a:lnTo>
                <a:lnTo>
                  <a:pt x="279" y="2585"/>
                </a:lnTo>
                <a:lnTo>
                  <a:pt x="335" y="2560"/>
                </a:lnTo>
                <a:lnTo>
                  <a:pt x="362" y="2546"/>
                </a:lnTo>
                <a:lnTo>
                  <a:pt x="390" y="2531"/>
                </a:lnTo>
                <a:lnTo>
                  <a:pt x="445" y="2501"/>
                </a:lnTo>
                <a:lnTo>
                  <a:pt x="464" y="2490"/>
                </a:lnTo>
                <a:lnTo>
                  <a:pt x="501" y="2469"/>
                </a:lnTo>
                <a:lnTo>
                  <a:pt x="556" y="2436"/>
                </a:lnTo>
                <a:lnTo>
                  <a:pt x="557" y="2435"/>
                </a:lnTo>
                <a:lnTo>
                  <a:pt x="612" y="2401"/>
                </a:lnTo>
                <a:lnTo>
                  <a:pt x="644" y="2380"/>
                </a:lnTo>
                <a:lnTo>
                  <a:pt x="668" y="2365"/>
                </a:lnTo>
                <a:lnTo>
                  <a:pt x="724" y="2327"/>
                </a:lnTo>
                <a:lnTo>
                  <a:pt x="725" y="2325"/>
                </a:lnTo>
                <a:lnTo>
                  <a:pt x="779" y="2288"/>
                </a:lnTo>
                <a:lnTo>
                  <a:pt x="802" y="2270"/>
                </a:lnTo>
                <a:lnTo>
                  <a:pt x="834" y="2247"/>
                </a:lnTo>
                <a:lnTo>
                  <a:pt x="876" y="2215"/>
                </a:lnTo>
                <a:lnTo>
                  <a:pt x="890" y="2205"/>
                </a:lnTo>
                <a:lnTo>
                  <a:pt x="945" y="2162"/>
                </a:lnTo>
                <a:lnTo>
                  <a:pt x="948" y="2160"/>
                </a:lnTo>
                <a:lnTo>
                  <a:pt x="1001" y="2118"/>
                </a:lnTo>
                <a:lnTo>
                  <a:pt x="1016" y="2105"/>
                </a:lnTo>
                <a:lnTo>
                  <a:pt x="1056" y="2073"/>
                </a:lnTo>
                <a:lnTo>
                  <a:pt x="1083" y="2050"/>
                </a:lnTo>
                <a:lnTo>
                  <a:pt x="1111" y="2027"/>
                </a:lnTo>
                <a:lnTo>
                  <a:pt x="1149" y="1995"/>
                </a:lnTo>
                <a:lnTo>
                  <a:pt x="1167" y="1980"/>
                </a:lnTo>
                <a:lnTo>
                  <a:pt x="1212" y="1940"/>
                </a:lnTo>
                <a:lnTo>
                  <a:pt x="1222" y="1931"/>
                </a:lnTo>
                <a:lnTo>
                  <a:pt x="1275" y="1885"/>
                </a:lnTo>
                <a:lnTo>
                  <a:pt x="1278" y="1882"/>
                </a:lnTo>
                <a:lnTo>
                  <a:pt x="1333" y="1832"/>
                </a:lnTo>
                <a:lnTo>
                  <a:pt x="1335" y="1830"/>
                </a:lnTo>
                <a:lnTo>
                  <a:pt x="1389" y="1781"/>
                </a:lnTo>
                <a:lnTo>
                  <a:pt x="1395" y="1775"/>
                </a:lnTo>
                <a:lnTo>
                  <a:pt x="1444" y="1728"/>
                </a:lnTo>
                <a:lnTo>
                  <a:pt x="1454" y="1719"/>
                </a:lnTo>
                <a:lnTo>
                  <a:pt x="1499" y="1675"/>
                </a:lnTo>
                <a:lnTo>
                  <a:pt x="1511" y="1664"/>
                </a:lnTo>
                <a:lnTo>
                  <a:pt x="1555" y="1621"/>
                </a:lnTo>
                <a:lnTo>
                  <a:pt x="1568" y="1609"/>
                </a:lnTo>
                <a:lnTo>
                  <a:pt x="1610" y="1567"/>
                </a:lnTo>
                <a:lnTo>
                  <a:pt x="1623" y="1553"/>
                </a:lnTo>
                <a:lnTo>
                  <a:pt x="1666" y="1511"/>
                </a:lnTo>
                <a:lnTo>
                  <a:pt x="1678" y="1498"/>
                </a:lnTo>
                <a:lnTo>
                  <a:pt x="1721" y="1454"/>
                </a:lnTo>
                <a:lnTo>
                  <a:pt x="1731" y="1443"/>
                </a:lnTo>
                <a:lnTo>
                  <a:pt x="1776" y="1396"/>
                </a:lnTo>
                <a:lnTo>
                  <a:pt x="1784" y="1388"/>
                </a:lnTo>
                <a:lnTo>
                  <a:pt x="1832" y="1337"/>
                </a:lnTo>
                <a:lnTo>
                  <a:pt x="1836" y="1333"/>
                </a:lnTo>
                <a:lnTo>
                  <a:pt x="1886" y="1278"/>
                </a:lnTo>
                <a:lnTo>
                  <a:pt x="1887" y="1277"/>
                </a:lnTo>
                <a:lnTo>
                  <a:pt x="1936" y="1223"/>
                </a:lnTo>
                <a:lnTo>
                  <a:pt x="1943" y="1216"/>
                </a:lnTo>
                <a:lnTo>
                  <a:pt x="1985" y="1168"/>
                </a:lnTo>
                <a:lnTo>
                  <a:pt x="1998" y="1153"/>
                </a:lnTo>
                <a:lnTo>
                  <a:pt x="2034" y="1113"/>
                </a:lnTo>
                <a:lnTo>
                  <a:pt x="2054" y="1090"/>
                </a:lnTo>
                <a:lnTo>
                  <a:pt x="2081" y="1058"/>
                </a:lnTo>
                <a:lnTo>
                  <a:pt x="2109" y="1024"/>
                </a:lnTo>
                <a:lnTo>
                  <a:pt x="2127" y="1003"/>
                </a:lnTo>
                <a:lnTo>
                  <a:pt x="2164" y="957"/>
                </a:lnTo>
                <a:lnTo>
                  <a:pt x="2172" y="948"/>
                </a:lnTo>
                <a:lnTo>
                  <a:pt x="2216" y="893"/>
                </a:lnTo>
                <a:lnTo>
                  <a:pt x="2220" y="888"/>
                </a:lnTo>
                <a:lnTo>
                  <a:pt x="2260" y="838"/>
                </a:lnTo>
                <a:lnTo>
                  <a:pt x="2275" y="817"/>
                </a:lnTo>
                <a:lnTo>
                  <a:pt x="2302" y="783"/>
                </a:lnTo>
                <a:lnTo>
                  <a:pt x="2331" y="744"/>
                </a:lnTo>
                <a:lnTo>
                  <a:pt x="2344" y="728"/>
                </a:lnTo>
                <a:lnTo>
                  <a:pt x="2384" y="672"/>
                </a:lnTo>
                <a:lnTo>
                  <a:pt x="2386" y="669"/>
                </a:lnTo>
                <a:lnTo>
                  <a:pt x="2423" y="617"/>
                </a:lnTo>
                <a:lnTo>
                  <a:pt x="2442" y="589"/>
                </a:lnTo>
                <a:lnTo>
                  <a:pt x="2460" y="562"/>
                </a:lnTo>
                <a:lnTo>
                  <a:pt x="2497" y="507"/>
                </a:lnTo>
                <a:lnTo>
                  <a:pt x="2531" y="452"/>
                </a:lnTo>
                <a:lnTo>
                  <a:pt x="2552" y="417"/>
                </a:lnTo>
                <a:lnTo>
                  <a:pt x="2565" y="397"/>
                </a:lnTo>
                <a:lnTo>
                  <a:pt x="2596" y="342"/>
                </a:lnTo>
                <a:lnTo>
                  <a:pt x="2608" y="319"/>
                </a:lnTo>
                <a:lnTo>
                  <a:pt x="2625" y="287"/>
                </a:lnTo>
                <a:lnTo>
                  <a:pt x="2651" y="232"/>
                </a:lnTo>
                <a:lnTo>
                  <a:pt x="2663" y="203"/>
                </a:lnTo>
                <a:lnTo>
                  <a:pt x="2674" y="177"/>
                </a:lnTo>
                <a:lnTo>
                  <a:pt x="2691" y="122"/>
                </a:lnTo>
                <a:lnTo>
                  <a:pt x="2698" y="67"/>
                </a:lnTo>
                <a:lnTo>
                  <a:pt x="2676" y="12"/>
                </a:lnTo>
                <a:lnTo>
                  <a:pt x="2663" y="3"/>
                </a:lnTo>
                <a:lnTo>
                  <a:pt x="2608" y="0"/>
                </a:lnTo>
                <a:lnTo>
                  <a:pt x="2556" y="12"/>
                </a:lnTo>
                <a:lnTo>
                  <a:pt x="2552" y="12"/>
                </a:lnTo>
                <a:lnTo>
                  <a:pt x="2497" y="34"/>
                </a:lnTo>
                <a:lnTo>
                  <a:pt x="2442" y="60"/>
                </a:lnTo>
                <a:lnTo>
                  <a:pt x="2429" y="67"/>
                </a:lnTo>
                <a:lnTo>
                  <a:pt x="2386" y="89"/>
                </a:lnTo>
                <a:lnTo>
                  <a:pt x="2331" y="120"/>
                </a:lnTo>
                <a:lnTo>
                  <a:pt x="2328" y="122"/>
                </a:lnTo>
                <a:lnTo>
                  <a:pt x="2275" y="154"/>
                </a:lnTo>
                <a:lnTo>
                  <a:pt x="2240" y="177"/>
                </a:lnTo>
                <a:lnTo>
                  <a:pt x="2220" y="189"/>
                </a:lnTo>
                <a:lnTo>
                  <a:pt x="2164" y="226"/>
                </a:lnTo>
                <a:lnTo>
                  <a:pt x="2156" y="232"/>
                </a:lnTo>
                <a:lnTo>
                  <a:pt x="2109" y="264"/>
                </a:lnTo>
                <a:lnTo>
                  <a:pt x="2076" y="287"/>
                </a:lnTo>
                <a:lnTo>
                  <a:pt x="2054" y="303"/>
                </a:lnTo>
                <a:lnTo>
                  <a:pt x="2000" y="342"/>
                </a:lnTo>
                <a:lnTo>
                  <a:pt x="1998" y="343"/>
                </a:lnTo>
                <a:lnTo>
                  <a:pt x="1943" y="385"/>
                </a:lnTo>
                <a:lnTo>
                  <a:pt x="1926" y="397"/>
                </a:lnTo>
                <a:lnTo>
                  <a:pt x="1887" y="427"/>
                </a:lnTo>
                <a:lnTo>
                  <a:pt x="1855" y="452"/>
                </a:lnTo>
                <a:lnTo>
                  <a:pt x="1832" y="470"/>
                </a:lnTo>
                <a:lnTo>
                  <a:pt x="1785" y="507"/>
                </a:lnTo>
                <a:lnTo>
                  <a:pt x="1776" y="514"/>
                </a:lnTo>
                <a:lnTo>
                  <a:pt x="1721" y="559"/>
                </a:lnTo>
                <a:lnTo>
                  <a:pt x="1717" y="562"/>
                </a:lnTo>
                <a:lnTo>
                  <a:pt x="1666" y="605"/>
                </a:lnTo>
                <a:lnTo>
                  <a:pt x="1651" y="617"/>
                </a:lnTo>
                <a:lnTo>
                  <a:pt x="1610" y="652"/>
                </a:lnTo>
                <a:lnTo>
                  <a:pt x="1586" y="672"/>
                </a:lnTo>
                <a:lnTo>
                  <a:pt x="1555" y="699"/>
                </a:lnTo>
                <a:lnTo>
                  <a:pt x="1522" y="728"/>
                </a:lnTo>
                <a:lnTo>
                  <a:pt x="1499" y="748"/>
                </a:lnTo>
                <a:lnTo>
                  <a:pt x="1460" y="783"/>
                </a:lnTo>
                <a:lnTo>
                  <a:pt x="1444" y="797"/>
                </a:lnTo>
                <a:lnTo>
                  <a:pt x="1399" y="838"/>
                </a:lnTo>
                <a:lnTo>
                  <a:pt x="1389" y="847"/>
                </a:lnTo>
                <a:lnTo>
                  <a:pt x="1339" y="893"/>
                </a:lnTo>
                <a:lnTo>
                  <a:pt x="1333" y="898"/>
                </a:lnTo>
                <a:lnTo>
                  <a:pt x="1280" y="948"/>
                </a:lnTo>
                <a:lnTo>
                  <a:pt x="1278" y="950"/>
                </a:lnTo>
                <a:lnTo>
                  <a:pt x="1222" y="1003"/>
                </a:lnTo>
                <a:lnTo>
                  <a:pt x="1167" y="1057"/>
                </a:lnTo>
                <a:lnTo>
                  <a:pt x="1166" y="1058"/>
                </a:lnTo>
                <a:lnTo>
                  <a:pt x="1111" y="1111"/>
                </a:lnTo>
                <a:lnTo>
                  <a:pt x="1110" y="1113"/>
                </a:lnTo>
                <a:lnTo>
                  <a:pt x="1056" y="1167"/>
                </a:lnTo>
                <a:lnTo>
                  <a:pt x="1055" y="1168"/>
                </a:lnTo>
                <a:lnTo>
                  <a:pt x="1002" y="1223"/>
                </a:lnTo>
                <a:lnTo>
                  <a:pt x="1001" y="1224"/>
                </a:lnTo>
                <a:lnTo>
                  <a:pt x="949" y="1278"/>
                </a:lnTo>
                <a:lnTo>
                  <a:pt x="945" y="1283"/>
                </a:lnTo>
                <a:lnTo>
                  <a:pt x="898" y="1333"/>
                </a:lnTo>
                <a:lnTo>
                  <a:pt x="890" y="1342"/>
                </a:lnTo>
                <a:lnTo>
                  <a:pt x="847" y="1388"/>
                </a:lnTo>
                <a:lnTo>
                  <a:pt x="834" y="1403"/>
                </a:lnTo>
                <a:lnTo>
                  <a:pt x="798" y="1443"/>
                </a:lnTo>
                <a:lnTo>
                  <a:pt x="779" y="1465"/>
                </a:lnTo>
                <a:lnTo>
                  <a:pt x="750" y="1498"/>
                </a:lnTo>
                <a:lnTo>
                  <a:pt x="724" y="1529"/>
                </a:lnTo>
                <a:lnTo>
                  <a:pt x="703" y="1553"/>
                </a:lnTo>
                <a:lnTo>
                  <a:pt x="668" y="1595"/>
                </a:lnTo>
                <a:lnTo>
                  <a:pt x="657" y="1609"/>
                </a:lnTo>
                <a:lnTo>
                  <a:pt x="612" y="1664"/>
                </a:lnTo>
                <a:lnTo>
                  <a:pt x="566" y="1719"/>
                </a:lnTo>
                <a:lnTo>
                  <a:pt x="556" y="1731"/>
                </a:lnTo>
                <a:lnTo>
                  <a:pt x="522" y="1775"/>
                </a:lnTo>
                <a:lnTo>
                  <a:pt x="501" y="1802"/>
                </a:lnTo>
                <a:lnTo>
                  <a:pt x="479" y="1830"/>
                </a:lnTo>
                <a:lnTo>
                  <a:pt x="445" y="1874"/>
                </a:lnTo>
                <a:lnTo>
                  <a:pt x="437" y="1885"/>
                </a:lnTo>
                <a:lnTo>
                  <a:pt x="395" y="1940"/>
                </a:lnTo>
                <a:lnTo>
                  <a:pt x="390" y="1947"/>
                </a:lnTo>
                <a:lnTo>
                  <a:pt x="353" y="1995"/>
                </a:lnTo>
                <a:lnTo>
                  <a:pt x="335" y="2020"/>
                </a:lnTo>
                <a:lnTo>
                  <a:pt x="312" y="2050"/>
                </a:lnTo>
                <a:lnTo>
                  <a:pt x="279" y="2096"/>
                </a:lnTo>
                <a:lnTo>
                  <a:pt x="273" y="2105"/>
                </a:lnTo>
                <a:lnTo>
                  <a:pt x="233" y="2160"/>
                </a:lnTo>
                <a:lnTo>
                  <a:pt x="224" y="2174"/>
                </a:lnTo>
                <a:lnTo>
                  <a:pt x="195" y="2215"/>
                </a:lnTo>
                <a:lnTo>
                  <a:pt x="168" y="2255"/>
                </a:lnTo>
                <a:lnTo>
                  <a:pt x="158" y="2270"/>
                </a:lnTo>
                <a:lnTo>
                  <a:pt x="123" y="2325"/>
                </a:lnTo>
                <a:lnTo>
                  <a:pt x="113" y="2342"/>
                </a:lnTo>
                <a:lnTo>
                  <a:pt x="89" y="2380"/>
                </a:lnTo>
                <a:lnTo>
                  <a:pt x="58" y="2435"/>
                </a:lnTo>
                <a:lnTo>
                  <a:pt x="31" y="2490"/>
                </a:lnTo>
                <a:lnTo>
                  <a:pt x="10" y="2546"/>
                </a:lnTo>
                <a:lnTo>
                  <a:pt x="2" y="2590"/>
                </a:lnTo>
                <a:lnTo>
                  <a:pt x="0" y="2601"/>
                </a:lnTo>
                <a:lnTo>
                  <a:pt x="2" y="2607"/>
                </a:lnTo>
                <a:close/>
              </a:path>
            </a:pathLst>
          </a:custGeom>
          <a:noFill/>
          <a:ln w="12600">
            <a:solidFill>
              <a:srgbClr val="0a7d6e"/>
            </a:solidFill>
            <a:round/>
          </a:ln>
        </p:spPr>
      </p:sp>
      <p:sp>
        <p:nvSpPr>
          <p:cNvPr id="41" name=""/>
          <p:cNvSpPr/>
          <p:nvPr/>
        </p:nvSpPr>
        <p:spPr>
          <a:xfrm>
            <a:off x="821160" y="2944080"/>
            <a:ext cx="2225160" cy="1906560"/>
          </a:xfrm>
          <a:custGeom>
            <a:avLst/>
            <a:gdLst/>
            <a:ahLst/>
            <a:rect l="0" t="0" r="r" b="b"/>
            <a:pathLst>
              <a:path w="6181" h="5296">
                <a:moveTo>
                  <a:pt x="176" y="5276"/>
                </a:moveTo>
                <a:lnTo>
                  <a:pt x="217" y="5286"/>
                </a:lnTo>
                <a:lnTo>
                  <a:pt x="258" y="5293"/>
                </a:lnTo>
                <a:lnTo>
                  <a:pt x="299" y="5296"/>
                </a:lnTo>
                <a:lnTo>
                  <a:pt x="340" y="5296"/>
                </a:lnTo>
                <a:lnTo>
                  <a:pt x="380" y="5295"/>
                </a:lnTo>
                <a:lnTo>
                  <a:pt x="421" y="5291"/>
                </a:lnTo>
                <a:lnTo>
                  <a:pt x="462" y="5286"/>
                </a:lnTo>
                <a:lnTo>
                  <a:pt x="503" y="5279"/>
                </a:lnTo>
                <a:lnTo>
                  <a:pt x="544" y="5271"/>
                </a:lnTo>
                <a:lnTo>
                  <a:pt x="571" y="5265"/>
                </a:lnTo>
                <a:lnTo>
                  <a:pt x="585" y="5262"/>
                </a:lnTo>
                <a:lnTo>
                  <a:pt x="625" y="5252"/>
                </a:lnTo>
                <a:lnTo>
                  <a:pt x="666" y="5240"/>
                </a:lnTo>
                <a:lnTo>
                  <a:pt x="698" y="5231"/>
                </a:lnTo>
                <a:lnTo>
                  <a:pt x="707" y="5228"/>
                </a:lnTo>
                <a:lnTo>
                  <a:pt x="748" y="5215"/>
                </a:lnTo>
                <a:lnTo>
                  <a:pt x="789" y="5201"/>
                </a:lnTo>
                <a:lnTo>
                  <a:pt x="802" y="5196"/>
                </a:lnTo>
                <a:lnTo>
                  <a:pt x="831" y="5187"/>
                </a:lnTo>
                <a:lnTo>
                  <a:pt x="871" y="5172"/>
                </a:lnTo>
                <a:lnTo>
                  <a:pt x="896" y="5162"/>
                </a:lnTo>
                <a:lnTo>
                  <a:pt x="912" y="5156"/>
                </a:lnTo>
                <a:lnTo>
                  <a:pt x="953" y="5140"/>
                </a:lnTo>
                <a:lnTo>
                  <a:pt x="982" y="5128"/>
                </a:lnTo>
                <a:lnTo>
                  <a:pt x="994" y="5123"/>
                </a:lnTo>
                <a:lnTo>
                  <a:pt x="1035" y="5107"/>
                </a:lnTo>
                <a:lnTo>
                  <a:pt x="1065" y="5094"/>
                </a:lnTo>
                <a:lnTo>
                  <a:pt x="1076" y="5089"/>
                </a:lnTo>
                <a:lnTo>
                  <a:pt x="1116" y="5072"/>
                </a:lnTo>
                <a:lnTo>
                  <a:pt x="1145" y="5059"/>
                </a:lnTo>
                <a:lnTo>
                  <a:pt x="1157" y="5053"/>
                </a:lnTo>
                <a:lnTo>
                  <a:pt x="1198" y="5036"/>
                </a:lnTo>
                <a:lnTo>
                  <a:pt x="1225" y="5024"/>
                </a:lnTo>
                <a:lnTo>
                  <a:pt x="1239" y="5018"/>
                </a:lnTo>
                <a:lnTo>
                  <a:pt x="1280" y="5001"/>
                </a:lnTo>
                <a:lnTo>
                  <a:pt x="1306" y="4990"/>
                </a:lnTo>
                <a:lnTo>
                  <a:pt x="1321" y="4984"/>
                </a:lnTo>
                <a:lnTo>
                  <a:pt x="1361" y="4967"/>
                </a:lnTo>
                <a:lnTo>
                  <a:pt x="1388" y="4956"/>
                </a:lnTo>
                <a:lnTo>
                  <a:pt x="1402" y="4950"/>
                </a:lnTo>
                <a:lnTo>
                  <a:pt x="1443" y="4934"/>
                </a:lnTo>
                <a:lnTo>
                  <a:pt x="1473" y="4921"/>
                </a:lnTo>
                <a:lnTo>
                  <a:pt x="1484" y="4917"/>
                </a:lnTo>
                <a:lnTo>
                  <a:pt x="1525" y="4902"/>
                </a:lnTo>
                <a:lnTo>
                  <a:pt x="1563" y="4887"/>
                </a:lnTo>
                <a:lnTo>
                  <a:pt x="1565" y="4886"/>
                </a:lnTo>
                <a:lnTo>
                  <a:pt x="1606" y="4872"/>
                </a:lnTo>
                <a:lnTo>
                  <a:pt x="1647" y="4857"/>
                </a:lnTo>
                <a:lnTo>
                  <a:pt x="1658" y="4853"/>
                </a:lnTo>
                <a:lnTo>
                  <a:pt x="1688" y="4843"/>
                </a:lnTo>
                <a:lnTo>
                  <a:pt x="1729" y="4829"/>
                </a:lnTo>
                <a:lnTo>
                  <a:pt x="1760" y="4819"/>
                </a:lnTo>
                <a:lnTo>
                  <a:pt x="1770" y="4815"/>
                </a:lnTo>
                <a:lnTo>
                  <a:pt x="1810" y="4803"/>
                </a:lnTo>
                <a:lnTo>
                  <a:pt x="1851" y="4789"/>
                </a:lnTo>
                <a:lnTo>
                  <a:pt x="1867" y="4784"/>
                </a:lnTo>
                <a:lnTo>
                  <a:pt x="1892" y="4777"/>
                </a:lnTo>
                <a:lnTo>
                  <a:pt x="1933" y="4764"/>
                </a:lnTo>
                <a:lnTo>
                  <a:pt x="1974" y="4751"/>
                </a:lnTo>
                <a:lnTo>
                  <a:pt x="1976" y="4750"/>
                </a:lnTo>
                <a:lnTo>
                  <a:pt x="2015" y="4739"/>
                </a:lnTo>
                <a:lnTo>
                  <a:pt x="2055" y="4726"/>
                </a:lnTo>
                <a:lnTo>
                  <a:pt x="2085" y="4716"/>
                </a:lnTo>
                <a:lnTo>
                  <a:pt x="2096" y="4712"/>
                </a:lnTo>
                <a:lnTo>
                  <a:pt x="2137" y="4700"/>
                </a:lnTo>
                <a:lnTo>
                  <a:pt x="2178" y="4686"/>
                </a:lnTo>
                <a:lnTo>
                  <a:pt x="2191" y="4682"/>
                </a:lnTo>
                <a:lnTo>
                  <a:pt x="2219" y="4673"/>
                </a:lnTo>
                <a:lnTo>
                  <a:pt x="2260" y="4659"/>
                </a:lnTo>
                <a:lnTo>
                  <a:pt x="2292" y="4647"/>
                </a:lnTo>
                <a:lnTo>
                  <a:pt x="2300" y="4645"/>
                </a:lnTo>
                <a:lnTo>
                  <a:pt x="2341" y="4631"/>
                </a:lnTo>
                <a:lnTo>
                  <a:pt x="2382" y="4615"/>
                </a:lnTo>
                <a:lnTo>
                  <a:pt x="2388" y="4613"/>
                </a:lnTo>
                <a:lnTo>
                  <a:pt x="2423" y="4601"/>
                </a:lnTo>
                <a:lnTo>
                  <a:pt x="2464" y="4585"/>
                </a:lnTo>
                <a:lnTo>
                  <a:pt x="2480" y="4579"/>
                </a:lnTo>
                <a:lnTo>
                  <a:pt x="2505" y="4570"/>
                </a:lnTo>
                <a:lnTo>
                  <a:pt x="2545" y="4554"/>
                </a:lnTo>
                <a:lnTo>
                  <a:pt x="2568" y="4545"/>
                </a:lnTo>
                <a:lnTo>
                  <a:pt x="2586" y="4537"/>
                </a:lnTo>
                <a:lnTo>
                  <a:pt x="2627" y="4521"/>
                </a:lnTo>
                <a:lnTo>
                  <a:pt x="2652" y="4510"/>
                </a:lnTo>
                <a:lnTo>
                  <a:pt x="2668" y="4504"/>
                </a:lnTo>
                <a:lnTo>
                  <a:pt x="2709" y="4487"/>
                </a:lnTo>
                <a:lnTo>
                  <a:pt x="2733" y="4476"/>
                </a:lnTo>
                <a:lnTo>
                  <a:pt x="2750" y="4469"/>
                </a:lnTo>
                <a:lnTo>
                  <a:pt x="2790" y="4451"/>
                </a:lnTo>
                <a:lnTo>
                  <a:pt x="2811" y="4442"/>
                </a:lnTo>
                <a:lnTo>
                  <a:pt x="2831" y="4433"/>
                </a:lnTo>
                <a:lnTo>
                  <a:pt x="2872" y="4415"/>
                </a:lnTo>
                <a:lnTo>
                  <a:pt x="2887" y="4407"/>
                </a:lnTo>
                <a:lnTo>
                  <a:pt x="2913" y="4396"/>
                </a:lnTo>
                <a:lnTo>
                  <a:pt x="2954" y="4377"/>
                </a:lnTo>
                <a:lnTo>
                  <a:pt x="2961" y="4373"/>
                </a:lnTo>
                <a:lnTo>
                  <a:pt x="2995" y="4358"/>
                </a:lnTo>
                <a:lnTo>
                  <a:pt x="3033" y="4339"/>
                </a:lnTo>
                <a:lnTo>
                  <a:pt x="3035" y="4338"/>
                </a:lnTo>
                <a:lnTo>
                  <a:pt x="3076" y="4318"/>
                </a:lnTo>
                <a:lnTo>
                  <a:pt x="3103" y="4305"/>
                </a:lnTo>
                <a:lnTo>
                  <a:pt x="3117" y="4298"/>
                </a:lnTo>
                <a:lnTo>
                  <a:pt x="3158" y="4277"/>
                </a:lnTo>
                <a:lnTo>
                  <a:pt x="3171" y="4270"/>
                </a:lnTo>
                <a:lnTo>
                  <a:pt x="3199" y="4257"/>
                </a:lnTo>
                <a:lnTo>
                  <a:pt x="3237" y="4236"/>
                </a:lnTo>
                <a:lnTo>
                  <a:pt x="3239" y="4235"/>
                </a:lnTo>
                <a:lnTo>
                  <a:pt x="3280" y="4214"/>
                </a:lnTo>
                <a:lnTo>
                  <a:pt x="3303" y="4202"/>
                </a:lnTo>
                <a:lnTo>
                  <a:pt x="3321" y="4192"/>
                </a:lnTo>
                <a:lnTo>
                  <a:pt x="3362" y="4170"/>
                </a:lnTo>
                <a:lnTo>
                  <a:pt x="3366" y="4168"/>
                </a:lnTo>
                <a:lnTo>
                  <a:pt x="3403" y="4148"/>
                </a:lnTo>
                <a:lnTo>
                  <a:pt x="3428" y="4133"/>
                </a:lnTo>
                <a:lnTo>
                  <a:pt x="3444" y="4125"/>
                </a:lnTo>
                <a:lnTo>
                  <a:pt x="3484" y="4101"/>
                </a:lnTo>
                <a:lnTo>
                  <a:pt x="3488" y="4099"/>
                </a:lnTo>
                <a:lnTo>
                  <a:pt x="3525" y="4078"/>
                </a:lnTo>
                <a:lnTo>
                  <a:pt x="3548" y="4065"/>
                </a:lnTo>
                <a:lnTo>
                  <a:pt x="3566" y="4054"/>
                </a:lnTo>
                <a:lnTo>
                  <a:pt x="3605" y="4031"/>
                </a:lnTo>
                <a:lnTo>
                  <a:pt x="3607" y="4029"/>
                </a:lnTo>
                <a:lnTo>
                  <a:pt x="3648" y="4005"/>
                </a:lnTo>
                <a:lnTo>
                  <a:pt x="3661" y="3996"/>
                </a:lnTo>
                <a:lnTo>
                  <a:pt x="3689" y="3980"/>
                </a:lnTo>
                <a:lnTo>
                  <a:pt x="3716" y="3962"/>
                </a:lnTo>
                <a:lnTo>
                  <a:pt x="3729" y="3954"/>
                </a:lnTo>
                <a:lnTo>
                  <a:pt x="3769" y="3928"/>
                </a:lnTo>
                <a:lnTo>
                  <a:pt x="3770" y="3927"/>
                </a:lnTo>
                <a:lnTo>
                  <a:pt x="3811" y="3900"/>
                </a:lnTo>
                <a:lnTo>
                  <a:pt x="3821" y="3894"/>
                </a:lnTo>
                <a:lnTo>
                  <a:pt x="3852" y="3873"/>
                </a:lnTo>
                <a:lnTo>
                  <a:pt x="3872" y="3859"/>
                </a:lnTo>
                <a:lnTo>
                  <a:pt x="3893" y="3845"/>
                </a:lnTo>
                <a:lnTo>
                  <a:pt x="3921" y="3825"/>
                </a:lnTo>
                <a:lnTo>
                  <a:pt x="3934" y="3817"/>
                </a:lnTo>
                <a:lnTo>
                  <a:pt x="3969" y="3791"/>
                </a:lnTo>
                <a:lnTo>
                  <a:pt x="3974" y="3787"/>
                </a:lnTo>
                <a:lnTo>
                  <a:pt x="4015" y="3757"/>
                </a:lnTo>
                <a:lnTo>
                  <a:pt x="4016" y="3757"/>
                </a:lnTo>
                <a:lnTo>
                  <a:pt x="4056" y="3727"/>
                </a:lnTo>
                <a:lnTo>
                  <a:pt x="4062" y="3722"/>
                </a:lnTo>
                <a:lnTo>
                  <a:pt x="4097" y="3696"/>
                </a:lnTo>
                <a:lnTo>
                  <a:pt x="4107" y="3688"/>
                </a:lnTo>
                <a:lnTo>
                  <a:pt x="4138" y="3664"/>
                </a:lnTo>
                <a:lnTo>
                  <a:pt x="4150" y="3654"/>
                </a:lnTo>
                <a:lnTo>
                  <a:pt x="4179" y="3631"/>
                </a:lnTo>
                <a:lnTo>
                  <a:pt x="4192" y="3620"/>
                </a:lnTo>
                <a:lnTo>
                  <a:pt x="4219" y="3597"/>
                </a:lnTo>
                <a:lnTo>
                  <a:pt x="4234" y="3585"/>
                </a:lnTo>
                <a:lnTo>
                  <a:pt x="4260" y="3563"/>
                </a:lnTo>
                <a:lnTo>
                  <a:pt x="4274" y="3551"/>
                </a:lnTo>
                <a:lnTo>
                  <a:pt x="4301" y="3527"/>
                </a:lnTo>
                <a:lnTo>
                  <a:pt x="4313" y="3517"/>
                </a:lnTo>
                <a:lnTo>
                  <a:pt x="4342" y="3491"/>
                </a:lnTo>
                <a:lnTo>
                  <a:pt x="4351" y="3483"/>
                </a:lnTo>
                <a:lnTo>
                  <a:pt x="4383" y="3453"/>
                </a:lnTo>
                <a:lnTo>
                  <a:pt x="4388" y="3448"/>
                </a:lnTo>
                <a:lnTo>
                  <a:pt x="4424" y="3414"/>
                </a:lnTo>
                <a:lnTo>
                  <a:pt x="4459" y="3380"/>
                </a:lnTo>
                <a:lnTo>
                  <a:pt x="4464" y="3374"/>
                </a:lnTo>
                <a:lnTo>
                  <a:pt x="4493" y="3346"/>
                </a:lnTo>
                <a:lnTo>
                  <a:pt x="4505" y="3333"/>
                </a:lnTo>
                <a:lnTo>
                  <a:pt x="4526" y="3311"/>
                </a:lnTo>
                <a:lnTo>
                  <a:pt x="4546" y="3290"/>
                </a:lnTo>
                <a:lnTo>
                  <a:pt x="4558" y="3277"/>
                </a:lnTo>
                <a:lnTo>
                  <a:pt x="4587" y="3245"/>
                </a:lnTo>
                <a:lnTo>
                  <a:pt x="4589" y="3243"/>
                </a:lnTo>
                <a:lnTo>
                  <a:pt x="4620" y="3209"/>
                </a:lnTo>
                <a:lnTo>
                  <a:pt x="4628" y="3199"/>
                </a:lnTo>
                <a:lnTo>
                  <a:pt x="4649" y="3174"/>
                </a:lnTo>
                <a:lnTo>
                  <a:pt x="4669" y="3150"/>
                </a:lnTo>
                <a:lnTo>
                  <a:pt x="4677" y="3140"/>
                </a:lnTo>
                <a:lnTo>
                  <a:pt x="4704" y="3106"/>
                </a:lnTo>
                <a:lnTo>
                  <a:pt x="4709" y="3099"/>
                </a:lnTo>
                <a:lnTo>
                  <a:pt x="4731" y="3072"/>
                </a:lnTo>
                <a:lnTo>
                  <a:pt x="4750" y="3045"/>
                </a:lnTo>
                <a:lnTo>
                  <a:pt x="4756" y="3037"/>
                </a:lnTo>
                <a:lnTo>
                  <a:pt x="4780" y="3003"/>
                </a:lnTo>
                <a:lnTo>
                  <a:pt x="4791" y="2987"/>
                </a:lnTo>
                <a:lnTo>
                  <a:pt x="4804" y="2969"/>
                </a:lnTo>
                <a:lnTo>
                  <a:pt x="4826" y="2935"/>
                </a:lnTo>
                <a:lnTo>
                  <a:pt x="4832" y="2924"/>
                </a:lnTo>
                <a:lnTo>
                  <a:pt x="4847" y="2900"/>
                </a:lnTo>
                <a:lnTo>
                  <a:pt x="4867" y="2866"/>
                </a:lnTo>
                <a:lnTo>
                  <a:pt x="4873" y="2856"/>
                </a:lnTo>
                <a:lnTo>
                  <a:pt x="4887" y="2832"/>
                </a:lnTo>
                <a:lnTo>
                  <a:pt x="4905" y="2798"/>
                </a:lnTo>
                <a:lnTo>
                  <a:pt x="4913" y="2780"/>
                </a:lnTo>
                <a:lnTo>
                  <a:pt x="4922" y="2763"/>
                </a:lnTo>
                <a:lnTo>
                  <a:pt x="4939" y="2729"/>
                </a:lnTo>
                <a:lnTo>
                  <a:pt x="4953" y="2695"/>
                </a:lnTo>
                <a:lnTo>
                  <a:pt x="4954" y="2692"/>
                </a:lnTo>
                <a:lnTo>
                  <a:pt x="4968" y="2661"/>
                </a:lnTo>
                <a:lnTo>
                  <a:pt x="4981" y="2626"/>
                </a:lnTo>
                <a:lnTo>
                  <a:pt x="4993" y="2592"/>
                </a:lnTo>
                <a:lnTo>
                  <a:pt x="4995" y="2584"/>
                </a:lnTo>
                <a:lnTo>
                  <a:pt x="5004" y="2558"/>
                </a:lnTo>
                <a:lnTo>
                  <a:pt x="5014" y="2523"/>
                </a:lnTo>
                <a:lnTo>
                  <a:pt x="5024" y="2489"/>
                </a:lnTo>
                <a:lnTo>
                  <a:pt x="5032" y="2455"/>
                </a:lnTo>
                <a:lnTo>
                  <a:pt x="5036" y="2436"/>
                </a:lnTo>
                <a:lnTo>
                  <a:pt x="5040" y="2421"/>
                </a:lnTo>
                <a:lnTo>
                  <a:pt x="5047" y="2386"/>
                </a:lnTo>
                <a:lnTo>
                  <a:pt x="5054" y="2352"/>
                </a:lnTo>
                <a:lnTo>
                  <a:pt x="5060" y="2318"/>
                </a:lnTo>
                <a:lnTo>
                  <a:pt x="5066" y="2284"/>
                </a:lnTo>
                <a:lnTo>
                  <a:pt x="5072" y="2249"/>
                </a:lnTo>
                <a:lnTo>
                  <a:pt x="5077" y="2219"/>
                </a:lnTo>
                <a:lnTo>
                  <a:pt x="5078" y="2215"/>
                </a:lnTo>
                <a:lnTo>
                  <a:pt x="5084" y="2181"/>
                </a:lnTo>
                <a:lnTo>
                  <a:pt x="5092" y="2147"/>
                </a:lnTo>
                <a:lnTo>
                  <a:pt x="5099" y="2112"/>
                </a:lnTo>
                <a:lnTo>
                  <a:pt x="5108" y="2078"/>
                </a:lnTo>
                <a:lnTo>
                  <a:pt x="5116" y="2044"/>
                </a:lnTo>
                <a:lnTo>
                  <a:pt x="5118" y="2040"/>
                </a:lnTo>
                <a:lnTo>
                  <a:pt x="5127" y="2010"/>
                </a:lnTo>
                <a:lnTo>
                  <a:pt x="5138" y="1975"/>
                </a:lnTo>
                <a:lnTo>
                  <a:pt x="5150" y="1941"/>
                </a:lnTo>
                <a:lnTo>
                  <a:pt x="5158" y="1918"/>
                </a:lnTo>
                <a:lnTo>
                  <a:pt x="5163" y="1907"/>
                </a:lnTo>
                <a:lnTo>
                  <a:pt x="5177" y="1873"/>
                </a:lnTo>
                <a:lnTo>
                  <a:pt x="5191" y="1838"/>
                </a:lnTo>
                <a:lnTo>
                  <a:pt x="5199" y="1820"/>
                </a:lnTo>
                <a:lnTo>
                  <a:pt x="5207" y="1804"/>
                </a:lnTo>
                <a:lnTo>
                  <a:pt x="5223" y="1770"/>
                </a:lnTo>
                <a:lnTo>
                  <a:pt x="5240" y="1736"/>
                </a:lnTo>
                <a:lnTo>
                  <a:pt x="5240" y="1735"/>
                </a:lnTo>
                <a:lnTo>
                  <a:pt x="5258" y="1701"/>
                </a:lnTo>
                <a:lnTo>
                  <a:pt x="5276" y="1667"/>
                </a:lnTo>
                <a:lnTo>
                  <a:pt x="5281" y="1659"/>
                </a:lnTo>
                <a:lnTo>
                  <a:pt x="5296" y="1633"/>
                </a:lnTo>
                <a:lnTo>
                  <a:pt x="5315" y="1599"/>
                </a:lnTo>
                <a:lnTo>
                  <a:pt x="5322" y="1588"/>
                </a:lnTo>
                <a:lnTo>
                  <a:pt x="5336" y="1564"/>
                </a:lnTo>
                <a:lnTo>
                  <a:pt x="5357" y="1530"/>
                </a:lnTo>
                <a:lnTo>
                  <a:pt x="5363" y="1521"/>
                </a:lnTo>
                <a:lnTo>
                  <a:pt x="5379" y="1496"/>
                </a:lnTo>
                <a:lnTo>
                  <a:pt x="5401" y="1462"/>
                </a:lnTo>
                <a:lnTo>
                  <a:pt x="5403" y="1458"/>
                </a:lnTo>
                <a:lnTo>
                  <a:pt x="5425" y="1427"/>
                </a:lnTo>
                <a:lnTo>
                  <a:pt x="5444" y="1399"/>
                </a:lnTo>
                <a:lnTo>
                  <a:pt x="5448" y="1393"/>
                </a:lnTo>
                <a:lnTo>
                  <a:pt x="5473" y="1359"/>
                </a:lnTo>
                <a:lnTo>
                  <a:pt x="5485" y="1342"/>
                </a:lnTo>
                <a:lnTo>
                  <a:pt x="5499" y="1325"/>
                </a:lnTo>
                <a:lnTo>
                  <a:pt x="5524" y="1290"/>
                </a:lnTo>
                <a:lnTo>
                  <a:pt x="5526" y="1288"/>
                </a:lnTo>
                <a:lnTo>
                  <a:pt x="5551" y="1256"/>
                </a:lnTo>
                <a:lnTo>
                  <a:pt x="5567" y="1236"/>
                </a:lnTo>
                <a:lnTo>
                  <a:pt x="5578" y="1222"/>
                </a:lnTo>
                <a:lnTo>
                  <a:pt x="5605" y="1188"/>
                </a:lnTo>
                <a:lnTo>
                  <a:pt x="5608" y="1185"/>
                </a:lnTo>
                <a:lnTo>
                  <a:pt x="5634" y="1153"/>
                </a:lnTo>
                <a:lnTo>
                  <a:pt x="5648" y="1135"/>
                </a:lnTo>
                <a:lnTo>
                  <a:pt x="5662" y="1119"/>
                </a:lnTo>
                <a:lnTo>
                  <a:pt x="5689" y="1086"/>
                </a:lnTo>
                <a:lnTo>
                  <a:pt x="5690" y="1085"/>
                </a:lnTo>
                <a:lnTo>
                  <a:pt x="5719" y="1051"/>
                </a:lnTo>
                <a:lnTo>
                  <a:pt x="5730" y="1037"/>
                </a:lnTo>
                <a:lnTo>
                  <a:pt x="5748" y="1016"/>
                </a:lnTo>
                <a:lnTo>
                  <a:pt x="5771" y="988"/>
                </a:lnTo>
                <a:lnTo>
                  <a:pt x="5776" y="982"/>
                </a:lnTo>
                <a:lnTo>
                  <a:pt x="5804" y="948"/>
                </a:lnTo>
                <a:lnTo>
                  <a:pt x="5812" y="939"/>
                </a:lnTo>
                <a:lnTo>
                  <a:pt x="5832" y="914"/>
                </a:lnTo>
                <a:lnTo>
                  <a:pt x="5853" y="888"/>
                </a:lnTo>
                <a:lnTo>
                  <a:pt x="5860" y="879"/>
                </a:lnTo>
                <a:lnTo>
                  <a:pt x="5887" y="845"/>
                </a:lnTo>
                <a:lnTo>
                  <a:pt x="5893" y="836"/>
                </a:lnTo>
                <a:lnTo>
                  <a:pt x="5914" y="811"/>
                </a:lnTo>
                <a:lnTo>
                  <a:pt x="5934" y="783"/>
                </a:lnTo>
                <a:lnTo>
                  <a:pt x="5939" y="776"/>
                </a:lnTo>
                <a:lnTo>
                  <a:pt x="5964" y="742"/>
                </a:lnTo>
                <a:lnTo>
                  <a:pt x="5975" y="727"/>
                </a:lnTo>
                <a:lnTo>
                  <a:pt x="5988" y="708"/>
                </a:lnTo>
                <a:lnTo>
                  <a:pt x="6012" y="674"/>
                </a:lnTo>
                <a:lnTo>
                  <a:pt x="6016" y="667"/>
                </a:lnTo>
                <a:lnTo>
                  <a:pt x="6034" y="639"/>
                </a:lnTo>
                <a:lnTo>
                  <a:pt x="6055" y="605"/>
                </a:lnTo>
                <a:lnTo>
                  <a:pt x="6057" y="602"/>
                </a:lnTo>
                <a:lnTo>
                  <a:pt x="6075" y="571"/>
                </a:lnTo>
                <a:lnTo>
                  <a:pt x="6094" y="537"/>
                </a:lnTo>
                <a:lnTo>
                  <a:pt x="6098" y="529"/>
                </a:lnTo>
                <a:lnTo>
                  <a:pt x="6111" y="502"/>
                </a:lnTo>
                <a:lnTo>
                  <a:pt x="6127" y="468"/>
                </a:lnTo>
                <a:lnTo>
                  <a:pt x="6138" y="440"/>
                </a:lnTo>
                <a:lnTo>
                  <a:pt x="6141" y="434"/>
                </a:lnTo>
                <a:lnTo>
                  <a:pt x="6154" y="400"/>
                </a:lnTo>
                <a:lnTo>
                  <a:pt x="6164" y="365"/>
                </a:lnTo>
                <a:lnTo>
                  <a:pt x="6172" y="331"/>
                </a:lnTo>
                <a:lnTo>
                  <a:pt x="6178" y="297"/>
                </a:lnTo>
                <a:lnTo>
                  <a:pt x="6179" y="285"/>
                </a:lnTo>
                <a:lnTo>
                  <a:pt x="6181" y="263"/>
                </a:lnTo>
                <a:lnTo>
                  <a:pt x="6181" y="228"/>
                </a:lnTo>
                <a:lnTo>
                  <a:pt x="6179" y="212"/>
                </a:lnTo>
                <a:lnTo>
                  <a:pt x="6177" y="194"/>
                </a:lnTo>
                <a:lnTo>
                  <a:pt x="6168" y="160"/>
                </a:lnTo>
                <a:lnTo>
                  <a:pt x="6153" y="126"/>
                </a:lnTo>
                <a:lnTo>
                  <a:pt x="6138" y="104"/>
                </a:lnTo>
                <a:lnTo>
                  <a:pt x="6129" y="91"/>
                </a:lnTo>
                <a:lnTo>
                  <a:pt x="6098" y="62"/>
                </a:lnTo>
                <a:lnTo>
                  <a:pt x="6090" y="57"/>
                </a:lnTo>
                <a:lnTo>
                  <a:pt x="6057" y="37"/>
                </a:lnTo>
                <a:lnTo>
                  <a:pt x="6022" y="23"/>
                </a:lnTo>
                <a:lnTo>
                  <a:pt x="6016" y="21"/>
                </a:lnTo>
                <a:lnTo>
                  <a:pt x="5975" y="10"/>
                </a:lnTo>
                <a:lnTo>
                  <a:pt x="5934" y="4"/>
                </a:lnTo>
                <a:lnTo>
                  <a:pt x="5893" y="1"/>
                </a:lnTo>
                <a:lnTo>
                  <a:pt x="5853" y="0"/>
                </a:lnTo>
                <a:lnTo>
                  <a:pt x="5812" y="2"/>
                </a:lnTo>
                <a:lnTo>
                  <a:pt x="5771" y="6"/>
                </a:lnTo>
                <a:lnTo>
                  <a:pt x="5730" y="12"/>
                </a:lnTo>
                <a:lnTo>
                  <a:pt x="5689" y="20"/>
                </a:lnTo>
                <a:lnTo>
                  <a:pt x="5675" y="23"/>
                </a:lnTo>
                <a:lnTo>
                  <a:pt x="5648" y="28"/>
                </a:lnTo>
                <a:lnTo>
                  <a:pt x="5608" y="39"/>
                </a:lnTo>
                <a:lnTo>
                  <a:pt x="5567" y="50"/>
                </a:lnTo>
                <a:lnTo>
                  <a:pt x="5545" y="57"/>
                </a:lnTo>
                <a:lnTo>
                  <a:pt x="5526" y="63"/>
                </a:lnTo>
                <a:lnTo>
                  <a:pt x="5485" y="77"/>
                </a:lnTo>
                <a:lnTo>
                  <a:pt x="5445" y="91"/>
                </a:lnTo>
                <a:lnTo>
                  <a:pt x="5444" y="92"/>
                </a:lnTo>
                <a:lnTo>
                  <a:pt x="5403" y="107"/>
                </a:lnTo>
                <a:lnTo>
                  <a:pt x="5363" y="125"/>
                </a:lnTo>
                <a:lnTo>
                  <a:pt x="5360" y="126"/>
                </a:lnTo>
                <a:lnTo>
                  <a:pt x="5322" y="142"/>
                </a:lnTo>
                <a:lnTo>
                  <a:pt x="5284" y="160"/>
                </a:lnTo>
                <a:lnTo>
                  <a:pt x="5281" y="161"/>
                </a:lnTo>
                <a:lnTo>
                  <a:pt x="5240" y="181"/>
                </a:lnTo>
                <a:lnTo>
                  <a:pt x="5214" y="194"/>
                </a:lnTo>
                <a:lnTo>
                  <a:pt x="5199" y="201"/>
                </a:lnTo>
                <a:lnTo>
                  <a:pt x="5158" y="223"/>
                </a:lnTo>
                <a:lnTo>
                  <a:pt x="5149" y="228"/>
                </a:lnTo>
                <a:lnTo>
                  <a:pt x="5118" y="245"/>
                </a:lnTo>
                <a:lnTo>
                  <a:pt x="5087" y="263"/>
                </a:lnTo>
                <a:lnTo>
                  <a:pt x="5077" y="269"/>
                </a:lnTo>
                <a:lnTo>
                  <a:pt x="5036" y="293"/>
                </a:lnTo>
                <a:lnTo>
                  <a:pt x="5029" y="297"/>
                </a:lnTo>
                <a:lnTo>
                  <a:pt x="4995" y="318"/>
                </a:lnTo>
                <a:lnTo>
                  <a:pt x="4974" y="331"/>
                </a:lnTo>
                <a:lnTo>
                  <a:pt x="4954" y="344"/>
                </a:lnTo>
                <a:lnTo>
                  <a:pt x="4922" y="365"/>
                </a:lnTo>
                <a:lnTo>
                  <a:pt x="4913" y="371"/>
                </a:lnTo>
                <a:lnTo>
                  <a:pt x="4873" y="399"/>
                </a:lnTo>
                <a:lnTo>
                  <a:pt x="4871" y="400"/>
                </a:lnTo>
                <a:lnTo>
                  <a:pt x="4832" y="427"/>
                </a:lnTo>
                <a:lnTo>
                  <a:pt x="4823" y="434"/>
                </a:lnTo>
                <a:lnTo>
                  <a:pt x="4791" y="457"/>
                </a:lnTo>
                <a:lnTo>
                  <a:pt x="4776" y="468"/>
                </a:lnTo>
                <a:lnTo>
                  <a:pt x="4750" y="488"/>
                </a:lnTo>
                <a:lnTo>
                  <a:pt x="4731" y="502"/>
                </a:lnTo>
                <a:lnTo>
                  <a:pt x="4709" y="520"/>
                </a:lnTo>
                <a:lnTo>
                  <a:pt x="4688" y="537"/>
                </a:lnTo>
                <a:lnTo>
                  <a:pt x="4669" y="553"/>
                </a:lnTo>
                <a:lnTo>
                  <a:pt x="4646" y="571"/>
                </a:lnTo>
                <a:lnTo>
                  <a:pt x="4628" y="587"/>
                </a:lnTo>
                <a:lnTo>
                  <a:pt x="4606" y="605"/>
                </a:lnTo>
                <a:lnTo>
                  <a:pt x="4587" y="622"/>
                </a:lnTo>
                <a:lnTo>
                  <a:pt x="4567" y="639"/>
                </a:lnTo>
                <a:lnTo>
                  <a:pt x="4546" y="658"/>
                </a:lnTo>
                <a:lnTo>
                  <a:pt x="4529" y="674"/>
                </a:lnTo>
                <a:lnTo>
                  <a:pt x="4505" y="696"/>
                </a:lnTo>
                <a:lnTo>
                  <a:pt x="4492" y="708"/>
                </a:lnTo>
                <a:lnTo>
                  <a:pt x="4464" y="735"/>
                </a:lnTo>
                <a:lnTo>
                  <a:pt x="4456" y="742"/>
                </a:lnTo>
                <a:lnTo>
                  <a:pt x="4424" y="775"/>
                </a:lnTo>
                <a:lnTo>
                  <a:pt x="4422" y="776"/>
                </a:lnTo>
                <a:lnTo>
                  <a:pt x="4388" y="811"/>
                </a:lnTo>
                <a:lnTo>
                  <a:pt x="4383" y="816"/>
                </a:lnTo>
                <a:lnTo>
                  <a:pt x="4355" y="845"/>
                </a:lnTo>
                <a:lnTo>
                  <a:pt x="4342" y="859"/>
                </a:lnTo>
                <a:lnTo>
                  <a:pt x="4323" y="879"/>
                </a:lnTo>
                <a:lnTo>
                  <a:pt x="4301" y="903"/>
                </a:lnTo>
                <a:lnTo>
                  <a:pt x="4292" y="914"/>
                </a:lnTo>
                <a:lnTo>
                  <a:pt x="4261" y="948"/>
                </a:lnTo>
                <a:lnTo>
                  <a:pt x="4260" y="949"/>
                </a:lnTo>
                <a:lnTo>
                  <a:pt x="4231" y="982"/>
                </a:lnTo>
                <a:lnTo>
                  <a:pt x="4219" y="996"/>
                </a:lnTo>
                <a:lnTo>
                  <a:pt x="4201" y="1016"/>
                </a:lnTo>
                <a:lnTo>
                  <a:pt x="4179" y="1043"/>
                </a:lnTo>
                <a:lnTo>
                  <a:pt x="4172" y="1051"/>
                </a:lnTo>
                <a:lnTo>
                  <a:pt x="4143" y="1085"/>
                </a:lnTo>
                <a:lnTo>
                  <a:pt x="4138" y="1091"/>
                </a:lnTo>
                <a:lnTo>
                  <a:pt x="4114" y="1119"/>
                </a:lnTo>
                <a:lnTo>
                  <a:pt x="4097" y="1140"/>
                </a:lnTo>
                <a:lnTo>
                  <a:pt x="4085" y="1153"/>
                </a:lnTo>
                <a:lnTo>
                  <a:pt x="4056" y="1188"/>
                </a:lnTo>
                <a:lnTo>
                  <a:pt x="4027" y="1222"/>
                </a:lnTo>
                <a:lnTo>
                  <a:pt x="4015" y="1235"/>
                </a:lnTo>
                <a:lnTo>
                  <a:pt x="3997" y="1256"/>
                </a:lnTo>
                <a:lnTo>
                  <a:pt x="3974" y="1281"/>
                </a:lnTo>
                <a:lnTo>
                  <a:pt x="3966" y="1290"/>
                </a:lnTo>
                <a:lnTo>
                  <a:pt x="3935" y="1325"/>
                </a:lnTo>
                <a:lnTo>
                  <a:pt x="3934" y="1326"/>
                </a:lnTo>
                <a:lnTo>
                  <a:pt x="3902" y="1359"/>
                </a:lnTo>
                <a:lnTo>
                  <a:pt x="3893" y="1368"/>
                </a:lnTo>
                <a:lnTo>
                  <a:pt x="3868" y="1393"/>
                </a:lnTo>
                <a:lnTo>
                  <a:pt x="3852" y="1409"/>
                </a:lnTo>
                <a:lnTo>
                  <a:pt x="3833" y="1427"/>
                </a:lnTo>
                <a:lnTo>
                  <a:pt x="3811" y="1448"/>
                </a:lnTo>
                <a:lnTo>
                  <a:pt x="3796" y="1462"/>
                </a:lnTo>
                <a:lnTo>
                  <a:pt x="3770" y="1485"/>
                </a:lnTo>
                <a:lnTo>
                  <a:pt x="3758" y="1496"/>
                </a:lnTo>
                <a:lnTo>
                  <a:pt x="3729" y="1520"/>
                </a:lnTo>
                <a:lnTo>
                  <a:pt x="3718" y="1530"/>
                </a:lnTo>
                <a:lnTo>
                  <a:pt x="3689" y="1554"/>
                </a:lnTo>
                <a:lnTo>
                  <a:pt x="3675" y="1564"/>
                </a:lnTo>
                <a:lnTo>
                  <a:pt x="3648" y="1585"/>
                </a:lnTo>
                <a:lnTo>
                  <a:pt x="3630" y="1599"/>
                </a:lnTo>
                <a:lnTo>
                  <a:pt x="3607" y="1616"/>
                </a:lnTo>
                <a:lnTo>
                  <a:pt x="3583" y="1633"/>
                </a:lnTo>
                <a:lnTo>
                  <a:pt x="3566" y="1645"/>
                </a:lnTo>
                <a:lnTo>
                  <a:pt x="3533" y="1667"/>
                </a:lnTo>
                <a:lnTo>
                  <a:pt x="3525" y="1672"/>
                </a:lnTo>
                <a:lnTo>
                  <a:pt x="3484" y="1698"/>
                </a:lnTo>
                <a:lnTo>
                  <a:pt x="3480" y="1701"/>
                </a:lnTo>
                <a:lnTo>
                  <a:pt x="3444" y="1723"/>
                </a:lnTo>
                <a:lnTo>
                  <a:pt x="3422" y="1736"/>
                </a:lnTo>
                <a:lnTo>
                  <a:pt x="3403" y="1746"/>
                </a:lnTo>
                <a:lnTo>
                  <a:pt x="3362" y="1769"/>
                </a:lnTo>
                <a:lnTo>
                  <a:pt x="3360" y="1770"/>
                </a:lnTo>
                <a:lnTo>
                  <a:pt x="3321" y="1789"/>
                </a:lnTo>
                <a:lnTo>
                  <a:pt x="3291" y="1804"/>
                </a:lnTo>
                <a:lnTo>
                  <a:pt x="3280" y="1809"/>
                </a:lnTo>
                <a:lnTo>
                  <a:pt x="3239" y="1827"/>
                </a:lnTo>
                <a:lnTo>
                  <a:pt x="3212" y="1838"/>
                </a:lnTo>
                <a:lnTo>
                  <a:pt x="3199" y="1844"/>
                </a:lnTo>
                <a:lnTo>
                  <a:pt x="3158" y="1859"/>
                </a:lnTo>
                <a:lnTo>
                  <a:pt x="3117" y="1872"/>
                </a:lnTo>
                <a:lnTo>
                  <a:pt x="3116" y="1873"/>
                </a:lnTo>
                <a:lnTo>
                  <a:pt x="3076" y="1883"/>
                </a:lnTo>
                <a:lnTo>
                  <a:pt x="3035" y="1892"/>
                </a:lnTo>
                <a:lnTo>
                  <a:pt x="2995" y="1898"/>
                </a:lnTo>
                <a:lnTo>
                  <a:pt x="2954" y="1901"/>
                </a:lnTo>
                <a:lnTo>
                  <a:pt x="2913" y="1899"/>
                </a:lnTo>
                <a:lnTo>
                  <a:pt x="2872" y="1891"/>
                </a:lnTo>
                <a:lnTo>
                  <a:pt x="2831" y="1876"/>
                </a:lnTo>
                <a:lnTo>
                  <a:pt x="2825" y="1873"/>
                </a:lnTo>
                <a:lnTo>
                  <a:pt x="2790" y="1848"/>
                </a:lnTo>
                <a:lnTo>
                  <a:pt x="2780" y="1838"/>
                </a:lnTo>
                <a:lnTo>
                  <a:pt x="2750" y="1805"/>
                </a:lnTo>
                <a:lnTo>
                  <a:pt x="2749" y="1804"/>
                </a:lnTo>
                <a:lnTo>
                  <a:pt x="2725" y="1770"/>
                </a:lnTo>
                <a:lnTo>
                  <a:pt x="2709" y="1746"/>
                </a:lnTo>
                <a:lnTo>
                  <a:pt x="2702" y="1736"/>
                </a:lnTo>
                <a:lnTo>
                  <a:pt x="2679" y="1701"/>
                </a:lnTo>
                <a:lnTo>
                  <a:pt x="2668" y="1686"/>
                </a:lnTo>
                <a:lnTo>
                  <a:pt x="2653" y="1667"/>
                </a:lnTo>
                <a:lnTo>
                  <a:pt x="2627" y="1639"/>
                </a:lnTo>
                <a:lnTo>
                  <a:pt x="2621" y="1633"/>
                </a:lnTo>
                <a:lnTo>
                  <a:pt x="2586" y="1603"/>
                </a:lnTo>
                <a:lnTo>
                  <a:pt x="2579" y="1599"/>
                </a:lnTo>
                <a:lnTo>
                  <a:pt x="2545" y="1578"/>
                </a:lnTo>
                <a:lnTo>
                  <a:pt x="2517" y="1564"/>
                </a:lnTo>
                <a:lnTo>
                  <a:pt x="2505" y="1559"/>
                </a:lnTo>
                <a:lnTo>
                  <a:pt x="2464" y="1546"/>
                </a:lnTo>
                <a:lnTo>
                  <a:pt x="2423" y="1537"/>
                </a:lnTo>
                <a:lnTo>
                  <a:pt x="2382" y="1531"/>
                </a:lnTo>
                <a:lnTo>
                  <a:pt x="2367" y="1530"/>
                </a:lnTo>
                <a:lnTo>
                  <a:pt x="2341" y="1528"/>
                </a:lnTo>
                <a:lnTo>
                  <a:pt x="2300" y="1528"/>
                </a:lnTo>
                <a:lnTo>
                  <a:pt x="2264" y="1530"/>
                </a:lnTo>
                <a:lnTo>
                  <a:pt x="2260" y="1530"/>
                </a:lnTo>
                <a:lnTo>
                  <a:pt x="2219" y="1534"/>
                </a:lnTo>
                <a:lnTo>
                  <a:pt x="2178" y="1540"/>
                </a:lnTo>
                <a:lnTo>
                  <a:pt x="2137" y="1547"/>
                </a:lnTo>
                <a:lnTo>
                  <a:pt x="2096" y="1555"/>
                </a:lnTo>
                <a:lnTo>
                  <a:pt x="2061" y="1564"/>
                </a:lnTo>
                <a:lnTo>
                  <a:pt x="2055" y="1566"/>
                </a:lnTo>
                <a:lnTo>
                  <a:pt x="2015" y="1577"/>
                </a:lnTo>
                <a:lnTo>
                  <a:pt x="1974" y="1589"/>
                </a:lnTo>
                <a:lnTo>
                  <a:pt x="1945" y="1599"/>
                </a:lnTo>
                <a:lnTo>
                  <a:pt x="1933" y="1603"/>
                </a:lnTo>
                <a:lnTo>
                  <a:pt x="1892" y="1617"/>
                </a:lnTo>
                <a:lnTo>
                  <a:pt x="1851" y="1633"/>
                </a:lnTo>
                <a:lnTo>
                  <a:pt x="1810" y="1649"/>
                </a:lnTo>
                <a:lnTo>
                  <a:pt x="1770" y="1667"/>
                </a:lnTo>
                <a:lnTo>
                  <a:pt x="1769" y="1667"/>
                </a:lnTo>
                <a:lnTo>
                  <a:pt x="1729" y="1685"/>
                </a:lnTo>
                <a:lnTo>
                  <a:pt x="1695" y="1701"/>
                </a:lnTo>
                <a:lnTo>
                  <a:pt x="1688" y="1705"/>
                </a:lnTo>
                <a:lnTo>
                  <a:pt x="1647" y="1725"/>
                </a:lnTo>
                <a:lnTo>
                  <a:pt x="1627" y="1736"/>
                </a:lnTo>
                <a:lnTo>
                  <a:pt x="1606" y="1746"/>
                </a:lnTo>
                <a:lnTo>
                  <a:pt x="1565" y="1769"/>
                </a:lnTo>
                <a:lnTo>
                  <a:pt x="1563" y="1770"/>
                </a:lnTo>
                <a:lnTo>
                  <a:pt x="1525" y="1791"/>
                </a:lnTo>
                <a:lnTo>
                  <a:pt x="1503" y="1804"/>
                </a:lnTo>
                <a:lnTo>
                  <a:pt x="1484" y="1815"/>
                </a:lnTo>
                <a:lnTo>
                  <a:pt x="1446" y="1838"/>
                </a:lnTo>
                <a:lnTo>
                  <a:pt x="1443" y="1840"/>
                </a:lnTo>
                <a:lnTo>
                  <a:pt x="1402" y="1866"/>
                </a:lnTo>
                <a:lnTo>
                  <a:pt x="1392" y="1873"/>
                </a:lnTo>
                <a:lnTo>
                  <a:pt x="1361" y="1893"/>
                </a:lnTo>
                <a:lnTo>
                  <a:pt x="1340" y="1907"/>
                </a:lnTo>
                <a:lnTo>
                  <a:pt x="1321" y="1920"/>
                </a:lnTo>
                <a:lnTo>
                  <a:pt x="1291" y="1941"/>
                </a:lnTo>
                <a:lnTo>
                  <a:pt x="1280" y="1949"/>
                </a:lnTo>
                <a:lnTo>
                  <a:pt x="1243" y="1975"/>
                </a:lnTo>
                <a:lnTo>
                  <a:pt x="1239" y="1979"/>
                </a:lnTo>
                <a:lnTo>
                  <a:pt x="1198" y="2010"/>
                </a:lnTo>
                <a:lnTo>
                  <a:pt x="1157" y="2041"/>
                </a:lnTo>
                <a:lnTo>
                  <a:pt x="1154" y="2044"/>
                </a:lnTo>
                <a:lnTo>
                  <a:pt x="1116" y="2074"/>
                </a:lnTo>
                <a:lnTo>
                  <a:pt x="1112" y="2078"/>
                </a:lnTo>
                <a:lnTo>
                  <a:pt x="1076" y="2109"/>
                </a:lnTo>
                <a:lnTo>
                  <a:pt x="1071" y="2112"/>
                </a:lnTo>
                <a:lnTo>
                  <a:pt x="1035" y="2144"/>
                </a:lnTo>
                <a:lnTo>
                  <a:pt x="1032" y="2147"/>
                </a:lnTo>
                <a:lnTo>
                  <a:pt x="995" y="2181"/>
                </a:lnTo>
                <a:lnTo>
                  <a:pt x="994" y="2182"/>
                </a:lnTo>
                <a:lnTo>
                  <a:pt x="958" y="2215"/>
                </a:lnTo>
                <a:lnTo>
                  <a:pt x="953" y="2220"/>
                </a:lnTo>
                <a:lnTo>
                  <a:pt x="923" y="2249"/>
                </a:lnTo>
                <a:lnTo>
                  <a:pt x="912" y="2261"/>
                </a:lnTo>
                <a:lnTo>
                  <a:pt x="889" y="2284"/>
                </a:lnTo>
                <a:lnTo>
                  <a:pt x="871" y="2303"/>
                </a:lnTo>
                <a:lnTo>
                  <a:pt x="857" y="2318"/>
                </a:lnTo>
                <a:lnTo>
                  <a:pt x="831" y="2348"/>
                </a:lnTo>
                <a:lnTo>
                  <a:pt x="826" y="2352"/>
                </a:lnTo>
                <a:lnTo>
                  <a:pt x="796" y="2386"/>
                </a:lnTo>
                <a:lnTo>
                  <a:pt x="789" y="2395"/>
                </a:lnTo>
                <a:lnTo>
                  <a:pt x="767" y="2421"/>
                </a:lnTo>
                <a:lnTo>
                  <a:pt x="748" y="2445"/>
                </a:lnTo>
                <a:lnTo>
                  <a:pt x="740" y="2455"/>
                </a:lnTo>
                <a:lnTo>
                  <a:pt x="714" y="2489"/>
                </a:lnTo>
                <a:lnTo>
                  <a:pt x="707" y="2499"/>
                </a:lnTo>
                <a:lnTo>
                  <a:pt x="689" y="2523"/>
                </a:lnTo>
                <a:lnTo>
                  <a:pt x="666" y="2558"/>
                </a:lnTo>
                <a:lnTo>
                  <a:pt x="644" y="2592"/>
                </a:lnTo>
                <a:lnTo>
                  <a:pt x="625" y="2624"/>
                </a:lnTo>
                <a:lnTo>
                  <a:pt x="624" y="2626"/>
                </a:lnTo>
                <a:lnTo>
                  <a:pt x="605" y="2661"/>
                </a:lnTo>
                <a:lnTo>
                  <a:pt x="587" y="2695"/>
                </a:lnTo>
                <a:lnTo>
                  <a:pt x="585" y="2700"/>
                </a:lnTo>
                <a:lnTo>
                  <a:pt x="571" y="2729"/>
                </a:lnTo>
                <a:lnTo>
                  <a:pt x="556" y="2763"/>
                </a:lnTo>
                <a:lnTo>
                  <a:pt x="544" y="2795"/>
                </a:lnTo>
                <a:lnTo>
                  <a:pt x="543" y="2798"/>
                </a:lnTo>
                <a:lnTo>
                  <a:pt x="531" y="2832"/>
                </a:lnTo>
                <a:lnTo>
                  <a:pt x="521" y="2866"/>
                </a:lnTo>
                <a:lnTo>
                  <a:pt x="512" y="2900"/>
                </a:lnTo>
                <a:lnTo>
                  <a:pt x="505" y="2935"/>
                </a:lnTo>
                <a:lnTo>
                  <a:pt x="503" y="2951"/>
                </a:lnTo>
                <a:lnTo>
                  <a:pt x="500" y="2969"/>
                </a:lnTo>
                <a:lnTo>
                  <a:pt x="496" y="3003"/>
                </a:lnTo>
                <a:lnTo>
                  <a:pt x="494" y="3037"/>
                </a:lnTo>
                <a:lnTo>
                  <a:pt x="493" y="3072"/>
                </a:lnTo>
                <a:lnTo>
                  <a:pt x="493" y="3106"/>
                </a:lnTo>
                <a:lnTo>
                  <a:pt x="495" y="3140"/>
                </a:lnTo>
                <a:lnTo>
                  <a:pt x="497" y="3174"/>
                </a:lnTo>
                <a:lnTo>
                  <a:pt x="499" y="3209"/>
                </a:lnTo>
                <a:lnTo>
                  <a:pt x="502" y="3243"/>
                </a:lnTo>
                <a:lnTo>
                  <a:pt x="503" y="3252"/>
                </a:lnTo>
                <a:lnTo>
                  <a:pt x="505" y="3277"/>
                </a:lnTo>
                <a:lnTo>
                  <a:pt x="507" y="3311"/>
                </a:lnTo>
                <a:lnTo>
                  <a:pt x="509" y="3346"/>
                </a:lnTo>
                <a:lnTo>
                  <a:pt x="511" y="3380"/>
                </a:lnTo>
                <a:lnTo>
                  <a:pt x="512" y="3414"/>
                </a:lnTo>
                <a:lnTo>
                  <a:pt x="512" y="3448"/>
                </a:lnTo>
                <a:lnTo>
                  <a:pt x="512" y="3483"/>
                </a:lnTo>
                <a:lnTo>
                  <a:pt x="512" y="3517"/>
                </a:lnTo>
                <a:lnTo>
                  <a:pt x="511" y="3551"/>
                </a:lnTo>
                <a:lnTo>
                  <a:pt x="510" y="3585"/>
                </a:lnTo>
                <a:lnTo>
                  <a:pt x="509" y="3620"/>
                </a:lnTo>
                <a:lnTo>
                  <a:pt x="508" y="3654"/>
                </a:lnTo>
                <a:lnTo>
                  <a:pt x="506" y="3688"/>
                </a:lnTo>
                <a:lnTo>
                  <a:pt x="504" y="3722"/>
                </a:lnTo>
                <a:lnTo>
                  <a:pt x="503" y="3743"/>
                </a:lnTo>
                <a:lnTo>
                  <a:pt x="502" y="3757"/>
                </a:lnTo>
                <a:lnTo>
                  <a:pt x="499" y="3791"/>
                </a:lnTo>
                <a:lnTo>
                  <a:pt x="495" y="3825"/>
                </a:lnTo>
                <a:lnTo>
                  <a:pt x="491" y="3859"/>
                </a:lnTo>
                <a:lnTo>
                  <a:pt x="486" y="3894"/>
                </a:lnTo>
                <a:lnTo>
                  <a:pt x="480" y="3928"/>
                </a:lnTo>
                <a:lnTo>
                  <a:pt x="473" y="3962"/>
                </a:lnTo>
                <a:lnTo>
                  <a:pt x="465" y="3996"/>
                </a:lnTo>
                <a:lnTo>
                  <a:pt x="462" y="4005"/>
                </a:lnTo>
                <a:lnTo>
                  <a:pt x="455" y="4031"/>
                </a:lnTo>
                <a:lnTo>
                  <a:pt x="443" y="4065"/>
                </a:lnTo>
                <a:lnTo>
                  <a:pt x="431" y="4099"/>
                </a:lnTo>
                <a:lnTo>
                  <a:pt x="421" y="4125"/>
                </a:lnTo>
                <a:lnTo>
                  <a:pt x="418" y="4133"/>
                </a:lnTo>
                <a:lnTo>
                  <a:pt x="402" y="4168"/>
                </a:lnTo>
                <a:lnTo>
                  <a:pt x="387" y="4202"/>
                </a:lnTo>
                <a:lnTo>
                  <a:pt x="380" y="4215"/>
                </a:lnTo>
                <a:lnTo>
                  <a:pt x="369" y="4236"/>
                </a:lnTo>
                <a:lnTo>
                  <a:pt x="351" y="4270"/>
                </a:lnTo>
                <a:lnTo>
                  <a:pt x="340" y="4293"/>
                </a:lnTo>
                <a:lnTo>
                  <a:pt x="333" y="4305"/>
                </a:lnTo>
                <a:lnTo>
                  <a:pt x="313" y="4339"/>
                </a:lnTo>
                <a:lnTo>
                  <a:pt x="299" y="4364"/>
                </a:lnTo>
                <a:lnTo>
                  <a:pt x="293" y="4373"/>
                </a:lnTo>
                <a:lnTo>
                  <a:pt x="273" y="4407"/>
                </a:lnTo>
                <a:lnTo>
                  <a:pt x="258" y="4433"/>
                </a:lnTo>
                <a:lnTo>
                  <a:pt x="252" y="4442"/>
                </a:lnTo>
                <a:lnTo>
                  <a:pt x="231" y="4476"/>
                </a:lnTo>
                <a:lnTo>
                  <a:pt x="217" y="4500"/>
                </a:lnTo>
                <a:lnTo>
                  <a:pt x="211" y="4510"/>
                </a:lnTo>
                <a:lnTo>
                  <a:pt x="190" y="4545"/>
                </a:lnTo>
                <a:lnTo>
                  <a:pt x="176" y="4569"/>
                </a:lnTo>
                <a:lnTo>
                  <a:pt x="170" y="4579"/>
                </a:lnTo>
                <a:lnTo>
                  <a:pt x="150" y="4613"/>
                </a:lnTo>
                <a:lnTo>
                  <a:pt x="135" y="4640"/>
                </a:lnTo>
                <a:lnTo>
                  <a:pt x="131" y="4647"/>
                </a:lnTo>
                <a:lnTo>
                  <a:pt x="113" y="4682"/>
                </a:lnTo>
                <a:lnTo>
                  <a:pt x="95" y="4716"/>
                </a:lnTo>
                <a:lnTo>
                  <a:pt x="95" y="4718"/>
                </a:lnTo>
                <a:lnTo>
                  <a:pt x="78" y="4750"/>
                </a:lnTo>
                <a:lnTo>
                  <a:pt x="63" y="4784"/>
                </a:lnTo>
                <a:lnTo>
                  <a:pt x="54" y="4807"/>
                </a:lnTo>
                <a:lnTo>
                  <a:pt x="49" y="4819"/>
                </a:lnTo>
                <a:lnTo>
                  <a:pt x="36" y="4853"/>
                </a:lnTo>
                <a:lnTo>
                  <a:pt x="25" y="4887"/>
                </a:lnTo>
                <a:lnTo>
                  <a:pt x="15" y="4921"/>
                </a:lnTo>
                <a:lnTo>
                  <a:pt x="13" y="4932"/>
                </a:lnTo>
                <a:lnTo>
                  <a:pt x="8" y="4956"/>
                </a:lnTo>
                <a:lnTo>
                  <a:pt x="2" y="4990"/>
                </a:lnTo>
                <a:lnTo>
                  <a:pt x="0" y="5024"/>
                </a:lnTo>
                <a:lnTo>
                  <a:pt x="0" y="5059"/>
                </a:lnTo>
                <a:lnTo>
                  <a:pt x="4" y="5094"/>
                </a:lnTo>
                <a:lnTo>
                  <a:pt x="13" y="5127"/>
                </a:lnTo>
                <a:lnTo>
                  <a:pt x="13" y="5128"/>
                </a:lnTo>
                <a:lnTo>
                  <a:pt x="28" y="5162"/>
                </a:lnTo>
                <a:lnTo>
                  <a:pt x="51" y="5196"/>
                </a:lnTo>
                <a:lnTo>
                  <a:pt x="54" y="5200"/>
                </a:lnTo>
                <a:lnTo>
                  <a:pt x="86" y="5231"/>
                </a:lnTo>
                <a:lnTo>
                  <a:pt x="95" y="5237"/>
                </a:lnTo>
                <a:lnTo>
                  <a:pt x="135" y="5260"/>
                </a:lnTo>
                <a:lnTo>
                  <a:pt x="146" y="5265"/>
                </a:lnTo>
                <a:lnTo>
                  <a:pt x="176" y="5276"/>
                </a:lnTo>
                <a:close/>
              </a:path>
            </a:pathLst>
          </a:custGeom>
          <a:noFill/>
          <a:ln w="12600">
            <a:solidFill>
              <a:srgbClr val="c53e1f"/>
            </a:solidFill>
            <a:round/>
          </a:ln>
        </p:spPr>
      </p:sp>
      <p:sp>
        <p:nvSpPr>
          <p:cNvPr id="42" name=""/>
          <p:cNvSpPr/>
          <p:nvPr/>
        </p:nvSpPr>
        <p:spPr>
          <a:xfrm>
            <a:off x="1370880" y="3770280"/>
            <a:ext cx="929520" cy="649080"/>
          </a:xfrm>
          <a:custGeom>
            <a:avLst/>
            <a:gdLst/>
            <a:ahLst/>
            <a:rect l="0" t="0" r="r" b="b"/>
            <a:pathLst>
              <a:path w="2582" h="1803">
                <a:moveTo>
                  <a:pt x="161" y="1774"/>
                </a:moveTo>
                <a:lnTo>
                  <a:pt x="202" y="1784"/>
                </a:lnTo>
                <a:lnTo>
                  <a:pt x="243" y="1792"/>
                </a:lnTo>
                <a:lnTo>
                  <a:pt x="283" y="1797"/>
                </a:lnTo>
                <a:lnTo>
                  <a:pt x="324" y="1800"/>
                </a:lnTo>
                <a:lnTo>
                  <a:pt x="365" y="1802"/>
                </a:lnTo>
                <a:lnTo>
                  <a:pt x="406" y="1803"/>
                </a:lnTo>
                <a:lnTo>
                  <a:pt x="447" y="1802"/>
                </a:lnTo>
                <a:lnTo>
                  <a:pt x="488" y="1801"/>
                </a:lnTo>
                <a:lnTo>
                  <a:pt x="528" y="1799"/>
                </a:lnTo>
                <a:lnTo>
                  <a:pt x="569" y="1797"/>
                </a:lnTo>
                <a:lnTo>
                  <a:pt x="610" y="1793"/>
                </a:lnTo>
                <a:lnTo>
                  <a:pt x="651" y="1789"/>
                </a:lnTo>
                <a:lnTo>
                  <a:pt x="692" y="1784"/>
                </a:lnTo>
                <a:lnTo>
                  <a:pt x="733" y="1779"/>
                </a:lnTo>
                <a:lnTo>
                  <a:pt x="773" y="1772"/>
                </a:lnTo>
                <a:lnTo>
                  <a:pt x="781" y="1771"/>
                </a:lnTo>
                <a:lnTo>
                  <a:pt x="814" y="1765"/>
                </a:lnTo>
                <a:lnTo>
                  <a:pt x="855" y="1757"/>
                </a:lnTo>
                <a:lnTo>
                  <a:pt x="896" y="1748"/>
                </a:lnTo>
                <a:lnTo>
                  <a:pt x="937" y="1739"/>
                </a:lnTo>
                <a:lnTo>
                  <a:pt x="945" y="1737"/>
                </a:lnTo>
                <a:lnTo>
                  <a:pt x="978" y="1729"/>
                </a:lnTo>
                <a:lnTo>
                  <a:pt x="1018" y="1718"/>
                </a:lnTo>
                <a:lnTo>
                  <a:pt x="1059" y="1706"/>
                </a:lnTo>
                <a:lnTo>
                  <a:pt x="1069" y="1702"/>
                </a:lnTo>
                <a:lnTo>
                  <a:pt x="1100" y="1693"/>
                </a:lnTo>
                <a:lnTo>
                  <a:pt x="1141" y="1680"/>
                </a:lnTo>
                <a:lnTo>
                  <a:pt x="1174" y="1668"/>
                </a:lnTo>
                <a:lnTo>
                  <a:pt x="1182" y="1665"/>
                </a:lnTo>
                <a:lnTo>
                  <a:pt x="1223" y="1651"/>
                </a:lnTo>
                <a:lnTo>
                  <a:pt x="1263" y="1635"/>
                </a:lnTo>
                <a:lnTo>
                  <a:pt x="1266" y="1634"/>
                </a:lnTo>
                <a:lnTo>
                  <a:pt x="1304" y="1619"/>
                </a:lnTo>
                <a:lnTo>
                  <a:pt x="1345" y="1602"/>
                </a:lnTo>
                <a:lnTo>
                  <a:pt x="1350" y="1600"/>
                </a:lnTo>
                <a:lnTo>
                  <a:pt x="1386" y="1585"/>
                </a:lnTo>
                <a:lnTo>
                  <a:pt x="1427" y="1566"/>
                </a:lnTo>
                <a:lnTo>
                  <a:pt x="1428" y="1565"/>
                </a:lnTo>
                <a:lnTo>
                  <a:pt x="1468" y="1547"/>
                </a:lnTo>
                <a:lnTo>
                  <a:pt x="1501" y="1531"/>
                </a:lnTo>
                <a:lnTo>
                  <a:pt x="1508" y="1528"/>
                </a:lnTo>
                <a:lnTo>
                  <a:pt x="1549" y="1508"/>
                </a:lnTo>
                <a:lnTo>
                  <a:pt x="1570" y="1497"/>
                </a:lnTo>
                <a:lnTo>
                  <a:pt x="1590" y="1487"/>
                </a:lnTo>
                <a:lnTo>
                  <a:pt x="1631" y="1465"/>
                </a:lnTo>
                <a:lnTo>
                  <a:pt x="1635" y="1463"/>
                </a:lnTo>
                <a:lnTo>
                  <a:pt x="1672" y="1443"/>
                </a:lnTo>
                <a:lnTo>
                  <a:pt x="1697" y="1428"/>
                </a:lnTo>
                <a:lnTo>
                  <a:pt x="1712" y="1420"/>
                </a:lnTo>
                <a:lnTo>
                  <a:pt x="1753" y="1396"/>
                </a:lnTo>
                <a:lnTo>
                  <a:pt x="1756" y="1394"/>
                </a:lnTo>
                <a:lnTo>
                  <a:pt x="1794" y="1371"/>
                </a:lnTo>
                <a:lnTo>
                  <a:pt x="1813" y="1360"/>
                </a:lnTo>
                <a:lnTo>
                  <a:pt x="1835" y="1346"/>
                </a:lnTo>
                <a:lnTo>
                  <a:pt x="1867" y="1326"/>
                </a:lnTo>
                <a:lnTo>
                  <a:pt x="1876" y="1320"/>
                </a:lnTo>
                <a:lnTo>
                  <a:pt x="1917" y="1293"/>
                </a:lnTo>
                <a:lnTo>
                  <a:pt x="1918" y="1291"/>
                </a:lnTo>
                <a:lnTo>
                  <a:pt x="1957" y="1265"/>
                </a:lnTo>
                <a:lnTo>
                  <a:pt x="1968" y="1257"/>
                </a:lnTo>
                <a:lnTo>
                  <a:pt x="1998" y="1234"/>
                </a:lnTo>
                <a:lnTo>
                  <a:pt x="2015" y="1222"/>
                </a:lnTo>
                <a:lnTo>
                  <a:pt x="2039" y="1204"/>
                </a:lnTo>
                <a:lnTo>
                  <a:pt x="2061" y="1188"/>
                </a:lnTo>
                <a:lnTo>
                  <a:pt x="2080" y="1172"/>
                </a:lnTo>
                <a:lnTo>
                  <a:pt x="2104" y="1153"/>
                </a:lnTo>
                <a:lnTo>
                  <a:pt x="2121" y="1139"/>
                </a:lnTo>
                <a:lnTo>
                  <a:pt x="2145" y="1119"/>
                </a:lnTo>
                <a:lnTo>
                  <a:pt x="2162" y="1105"/>
                </a:lnTo>
                <a:lnTo>
                  <a:pt x="2185" y="1085"/>
                </a:lnTo>
                <a:lnTo>
                  <a:pt x="2202" y="1069"/>
                </a:lnTo>
                <a:lnTo>
                  <a:pt x="2222" y="1051"/>
                </a:lnTo>
                <a:lnTo>
                  <a:pt x="2243" y="1030"/>
                </a:lnTo>
                <a:lnTo>
                  <a:pt x="2258" y="1016"/>
                </a:lnTo>
                <a:lnTo>
                  <a:pt x="2284" y="989"/>
                </a:lnTo>
                <a:lnTo>
                  <a:pt x="2291" y="982"/>
                </a:lnTo>
                <a:lnTo>
                  <a:pt x="2323" y="948"/>
                </a:lnTo>
                <a:lnTo>
                  <a:pt x="2325" y="946"/>
                </a:lnTo>
                <a:lnTo>
                  <a:pt x="2353" y="914"/>
                </a:lnTo>
                <a:lnTo>
                  <a:pt x="2366" y="899"/>
                </a:lnTo>
                <a:lnTo>
                  <a:pt x="2382" y="879"/>
                </a:lnTo>
                <a:lnTo>
                  <a:pt x="2407" y="847"/>
                </a:lnTo>
                <a:lnTo>
                  <a:pt x="2408" y="845"/>
                </a:lnTo>
                <a:lnTo>
                  <a:pt x="2433" y="811"/>
                </a:lnTo>
                <a:lnTo>
                  <a:pt x="2447" y="789"/>
                </a:lnTo>
                <a:lnTo>
                  <a:pt x="2456" y="777"/>
                </a:lnTo>
                <a:lnTo>
                  <a:pt x="2477" y="742"/>
                </a:lnTo>
                <a:lnTo>
                  <a:pt x="2488" y="721"/>
                </a:lnTo>
                <a:lnTo>
                  <a:pt x="2496" y="708"/>
                </a:lnTo>
                <a:lnTo>
                  <a:pt x="2513" y="674"/>
                </a:lnTo>
                <a:lnTo>
                  <a:pt x="2528" y="640"/>
                </a:lnTo>
                <a:lnTo>
                  <a:pt x="2529" y="638"/>
                </a:lnTo>
                <a:lnTo>
                  <a:pt x="2542" y="605"/>
                </a:lnTo>
                <a:lnTo>
                  <a:pt x="2554" y="571"/>
                </a:lnTo>
                <a:lnTo>
                  <a:pt x="2563" y="537"/>
                </a:lnTo>
                <a:lnTo>
                  <a:pt x="2570" y="507"/>
                </a:lnTo>
                <a:lnTo>
                  <a:pt x="2571" y="503"/>
                </a:lnTo>
                <a:lnTo>
                  <a:pt x="2577" y="468"/>
                </a:lnTo>
                <a:lnTo>
                  <a:pt x="2581" y="434"/>
                </a:lnTo>
                <a:lnTo>
                  <a:pt x="2582" y="400"/>
                </a:lnTo>
                <a:lnTo>
                  <a:pt x="2582" y="366"/>
                </a:lnTo>
                <a:lnTo>
                  <a:pt x="2581" y="331"/>
                </a:lnTo>
                <a:lnTo>
                  <a:pt x="2577" y="297"/>
                </a:lnTo>
                <a:lnTo>
                  <a:pt x="2571" y="263"/>
                </a:lnTo>
                <a:lnTo>
                  <a:pt x="2570" y="259"/>
                </a:lnTo>
                <a:lnTo>
                  <a:pt x="2562" y="228"/>
                </a:lnTo>
                <a:lnTo>
                  <a:pt x="2552" y="194"/>
                </a:lnTo>
                <a:lnTo>
                  <a:pt x="2538" y="160"/>
                </a:lnTo>
                <a:lnTo>
                  <a:pt x="2529" y="142"/>
                </a:lnTo>
                <a:lnTo>
                  <a:pt x="2520" y="126"/>
                </a:lnTo>
                <a:lnTo>
                  <a:pt x="2496" y="91"/>
                </a:lnTo>
                <a:lnTo>
                  <a:pt x="2488" y="82"/>
                </a:lnTo>
                <a:lnTo>
                  <a:pt x="2462" y="57"/>
                </a:lnTo>
                <a:lnTo>
                  <a:pt x="2447" y="46"/>
                </a:lnTo>
                <a:lnTo>
                  <a:pt x="2407" y="23"/>
                </a:lnTo>
                <a:lnTo>
                  <a:pt x="2366" y="10"/>
                </a:lnTo>
                <a:lnTo>
                  <a:pt x="2325" y="2"/>
                </a:lnTo>
                <a:lnTo>
                  <a:pt x="2284" y="0"/>
                </a:lnTo>
                <a:lnTo>
                  <a:pt x="2243" y="0"/>
                </a:lnTo>
                <a:lnTo>
                  <a:pt x="2202" y="4"/>
                </a:lnTo>
                <a:lnTo>
                  <a:pt x="2162" y="9"/>
                </a:lnTo>
                <a:lnTo>
                  <a:pt x="2121" y="16"/>
                </a:lnTo>
                <a:lnTo>
                  <a:pt x="2091" y="23"/>
                </a:lnTo>
                <a:lnTo>
                  <a:pt x="2080" y="25"/>
                </a:lnTo>
                <a:lnTo>
                  <a:pt x="2039" y="35"/>
                </a:lnTo>
                <a:lnTo>
                  <a:pt x="1998" y="46"/>
                </a:lnTo>
                <a:lnTo>
                  <a:pt x="1959" y="57"/>
                </a:lnTo>
                <a:lnTo>
                  <a:pt x="1957" y="58"/>
                </a:lnTo>
                <a:lnTo>
                  <a:pt x="1917" y="70"/>
                </a:lnTo>
                <a:lnTo>
                  <a:pt x="1876" y="83"/>
                </a:lnTo>
                <a:lnTo>
                  <a:pt x="1851" y="91"/>
                </a:lnTo>
                <a:lnTo>
                  <a:pt x="1835" y="97"/>
                </a:lnTo>
                <a:lnTo>
                  <a:pt x="1794" y="111"/>
                </a:lnTo>
                <a:lnTo>
                  <a:pt x="1753" y="125"/>
                </a:lnTo>
                <a:lnTo>
                  <a:pt x="1753" y="126"/>
                </a:lnTo>
                <a:lnTo>
                  <a:pt x="1712" y="140"/>
                </a:lnTo>
                <a:lnTo>
                  <a:pt x="1672" y="156"/>
                </a:lnTo>
                <a:lnTo>
                  <a:pt x="1661" y="160"/>
                </a:lnTo>
                <a:lnTo>
                  <a:pt x="1631" y="171"/>
                </a:lnTo>
                <a:lnTo>
                  <a:pt x="1590" y="187"/>
                </a:lnTo>
                <a:lnTo>
                  <a:pt x="1572" y="194"/>
                </a:lnTo>
                <a:lnTo>
                  <a:pt x="1549" y="203"/>
                </a:lnTo>
                <a:lnTo>
                  <a:pt x="1508" y="220"/>
                </a:lnTo>
                <a:lnTo>
                  <a:pt x="1487" y="228"/>
                </a:lnTo>
                <a:lnTo>
                  <a:pt x="1468" y="236"/>
                </a:lnTo>
                <a:lnTo>
                  <a:pt x="1427" y="253"/>
                </a:lnTo>
                <a:lnTo>
                  <a:pt x="1404" y="263"/>
                </a:lnTo>
                <a:lnTo>
                  <a:pt x="1386" y="270"/>
                </a:lnTo>
                <a:lnTo>
                  <a:pt x="1345" y="288"/>
                </a:lnTo>
                <a:lnTo>
                  <a:pt x="1324" y="297"/>
                </a:lnTo>
                <a:lnTo>
                  <a:pt x="1304" y="305"/>
                </a:lnTo>
                <a:lnTo>
                  <a:pt x="1263" y="323"/>
                </a:lnTo>
                <a:lnTo>
                  <a:pt x="1245" y="331"/>
                </a:lnTo>
                <a:lnTo>
                  <a:pt x="1223" y="341"/>
                </a:lnTo>
                <a:lnTo>
                  <a:pt x="1182" y="359"/>
                </a:lnTo>
                <a:lnTo>
                  <a:pt x="1168" y="366"/>
                </a:lnTo>
                <a:lnTo>
                  <a:pt x="1141" y="378"/>
                </a:lnTo>
                <a:lnTo>
                  <a:pt x="1100" y="396"/>
                </a:lnTo>
                <a:lnTo>
                  <a:pt x="1093" y="400"/>
                </a:lnTo>
                <a:lnTo>
                  <a:pt x="1059" y="415"/>
                </a:lnTo>
                <a:lnTo>
                  <a:pt x="1019" y="434"/>
                </a:lnTo>
                <a:lnTo>
                  <a:pt x="1018" y="434"/>
                </a:lnTo>
                <a:lnTo>
                  <a:pt x="978" y="454"/>
                </a:lnTo>
                <a:lnTo>
                  <a:pt x="948" y="468"/>
                </a:lnTo>
                <a:lnTo>
                  <a:pt x="937" y="474"/>
                </a:lnTo>
                <a:lnTo>
                  <a:pt x="896" y="494"/>
                </a:lnTo>
                <a:lnTo>
                  <a:pt x="878" y="503"/>
                </a:lnTo>
                <a:lnTo>
                  <a:pt x="855" y="514"/>
                </a:lnTo>
                <a:lnTo>
                  <a:pt x="814" y="536"/>
                </a:lnTo>
                <a:lnTo>
                  <a:pt x="812" y="537"/>
                </a:lnTo>
                <a:lnTo>
                  <a:pt x="773" y="557"/>
                </a:lnTo>
                <a:lnTo>
                  <a:pt x="748" y="571"/>
                </a:lnTo>
                <a:lnTo>
                  <a:pt x="733" y="579"/>
                </a:lnTo>
                <a:lnTo>
                  <a:pt x="692" y="603"/>
                </a:lnTo>
                <a:lnTo>
                  <a:pt x="687" y="605"/>
                </a:lnTo>
                <a:lnTo>
                  <a:pt x="651" y="626"/>
                </a:lnTo>
                <a:lnTo>
                  <a:pt x="629" y="640"/>
                </a:lnTo>
                <a:lnTo>
                  <a:pt x="610" y="651"/>
                </a:lnTo>
                <a:lnTo>
                  <a:pt x="575" y="674"/>
                </a:lnTo>
                <a:lnTo>
                  <a:pt x="569" y="678"/>
                </a:lnTo>
                <a:lnTo>
                  <a:pt x="528" y="705"/>
                </a:lnTo>
                <a:lnTo>
                  <a:pt x="524" y="708"/>
                </a:lnTo>
                <a:lnTo>
                  <a:pt x="488" y="734"/>
                </a:lnTo>
                <a:lnTo>
                  <a:pt x="477" y="742"/>
                </a:lnTo>
                <a:lnTo>
                  <a:pt x="447" y="765"/>
                </a:lnTo>
                <a:lnTo>
                  <a:pt x="433" y="777"/>
                </a:lnTo>
                <a:lnTo>
                  <a:pt x="406" y="799"/>
                </a:lnTo>
                <a:lnTo>
                  <a:pt x="392" y="811"/>
                </a:lnTo>
                <a:lnTo>
                  <a:pt x="365" y="834"/>
                </a:lnTo>
                <a:lnTo>
                  <a:pt x="353" y="845"/>
                </a:lnTo>
                <a:lnTo>
                  <a:pt x="324" y="873"/>
                </a:lnTo>
                <a:lnTo>
                  <a:pt x="318" y="879"/>
                </a:lnTo>
                <a:lnTo>
                  <a:pt x="286" y="914"/>
                </a:lnTo>
                <a:lnTo>
                  <a:pt x="283" y="916"/>
                </a:lnTo>
                <a:lnTo>
                  <a:pt x="255" y="948"/>
                </a:lnTo>
                <a:lnTo>
                  <a:pt x="243" y="963"/>
                </a:lnTo>
                <a:lnTo>
                  <a:pt x="227" y="982"/>
                </a:lnTo>
                <a:lnTo>
                  <a:pt x="202" y="1015"/>
                </a:lnTo>
                <a:lnTo>
                  <a:pt x="201" y="1016"/>
                </a:lnTo>
                <a:lnTo>
                  <a:pt x="177" y="1051"/>
                </a:lnTo>
                <a:lnTo>
                  <a:pt x="161" y="1075"/>
                </a:lnTo>
                <a:lnTo>
                  <a:pt x="154" y="1085"/>
                </a:lnTo>
                <a:lnTo>
                  <a:pt x="134" y="1119"/>
                </a:lnTo>
                <a:lnTo>
                  <a:pt x="120" y="1143"/>
                </a:lnTo>
                <a:lnTo>
                  <a:pt x="115" y="1153"/>
                </a:lnTo>
                <a:lnTo>
                  <a:pt x="97" y="1188"/>
                </a:lnTo>
                <a:lnTo>
                  <a:pt x="81" y="1222"/>
                </a:lnTo>
                <a:lnTo>
                  <a:pt x="79" y="1226"/>
                </a:lnTo>
                <a:lnTo>
                  <a:pt x="66" y="1257"/>
                </a:lnTo>
                <a:lnTo>
                  <a:pt x="52" y="1291"/>
                </a:lnTo>
                <a:lnTo>
                  <a:pt x="40" y="1326"/>
                </a:lnTo>
                <a:lnTo>
                  <a:pt x="37" y="1333"/>
                </a:lnTo>
                <a:lnTo>
                  <a:pt x="29" y="1360"/>
                </a:lnTo>
                <a:lnTo>
                  <a:pt x="20" y="1394"/>
                </a:lnTo>
                <a:lnTo>
                  <a:pt x="12" y="1428"/>
                </a:lnTo>
                <a:lnTo>
                  <a:pt x="6" y="1463"/>
                </a:lnTo>
                <a:lnTo>
                  <a:pt x="2" y="1497"/>
                </a:lnTo>
                <a:lnTo>
                  <a:pt x="0" y="1531"/>
                </a:lnTo>
                <a:lnTo>
                  <a:pt x="0" y="1565"/>
                </a:lnTo>
                <a:lnTo>
                  <a:pt x="3" y="1600"/>
                </a:lnTo>
                <a:lnTo>
                  <a:pt x="11" y="1634"/>
                </a:lnTo>
                <a:lnTo>
                  <a:pt x="25" y="1668"/>
                </a:lnTo>
                <a:lnTo>
                  <a:pt x="37" y="1690"/>
                </a:lnTo>
                <a:lnTo>
                  <a:pt x="47" y="1702"/>
                </a:lnTo>
                <a:lnTo>
                  <a:pt x="79" y="1733"/>
                </a:lnTo>
                <a:lnTo>
                  <a:pt x="84" y="1737"/>
                </a:lnTo>
                <a:lnTo>
                  <a:pt x="120" y="1757"/>
                </a:lnTo>
                <a:lnTo>
                  <a:pt x="153" y="1771"/>
                </a:lnTo>
                <a:lnTo>
                  <a:pt x="161" y="1774"/>
                </a:lnTo>
                <a:close/>
              </a:path>
            </a:pathLst>
          </a:custGeom>
          <a:noFill/>
          <a:ln w="12600">
            <a:solidFill>
              <a:srgbClr val="c53e1f"/>
            </a:solidFill>
            <a:round/>
          </a:ln>
        </p:spPr>
      </p:sp>
      <p:sp>
        <p:nvSpPr>
          <p:cNvPr id="43" name=""/>
          <p:cNvSpPr/>
          <p:nvPr/>
        </p:nvSpPr>
        <p:spPr>
          <a:xfrm flipV="1">
            <a:off x="1777320" y="1427400"/>
            <a:ext cx="0" cy="3944520"/>
          </a:xfrm>
          <a:prstGeom prst="line">
            <a:avLst/>
          </a:prstGeom>
          <a:ln w="8640">
            <a:solidFill>
              <a:srgbClr val="5a6772"/>
            </a:solidFill>
            <a:custDash>
              <a:ds d="100000" sp="166667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/>
          <p:nvPr/>
        </p:nvSpPr>
        <p:spPr>
          <a:xfrm>
            <a:off x="277200" y="4120560"/>
            <a:ext cx="3970080" cy="0"/>
          </a:xfrm>
          <a:prstGeom prst="line">
            <a:avLst/>
          </a:prstGeom>
          <a:ln w="8640">
            <a:solidFill>
              <a:srgbClr val="5a6772"/>
            </a:solidFill>
            <a:custDash>
              <a:ds d="100000" sp="166667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/>
          <p:nvPr/>
        </p:nvSpPr>
        <p:spPr>
          <a:xfrm flipV="1">
            <a:off x="277200" y="1427400"/>
            <a:ext cx="0" cy="39445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/>
          <p:nvPr/>
        </p:nvSpPr>
        <p:spPr>
          <a:xfrm>
            <a:off x="277200" y="5371920"/>
            <a:ext cx="39700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/>
          <p:nvPr/>
        </p:nvSpPr>
        <p:spPr>
          <a:xfrm>
            <a:off x="2771640" y="2440440"/>
            <a:ext cx="701280" cy="304200"/>
          </a:xfrm>
          <a:custGeom>
            <a:avLst/>
            <a:gdLst/>
            <a:ahLst/>
            <a:rect l="0" t="0" r="r" b="b"/>
            <a:pathLst>
              <a:path w="1948" h="845">
                <a:moveTo>
                  <a:pt x="90" y="845"/>
                </a:moveTo>
                <a:lnTo>
                  <a:pt x="1858" y="845"/>
                </a:lnTo>
                <a:cubicBezTo>
                  <a:pt x="1918" y="845"/>
                  <a:pt x="1948" y="815"/>
                  <a:pt x="1948" y="755"/>
                </a:cubicBezTo>
                <a:lnTo>
                  <a:pt x="1948" y="90"/>
                </a:lnTo>
                <a:cubicBezTo>
                  <a:pt x="1948" y="30"/>
                  <a:pt x="1918" y="0"/>
                  <a:pt x="1858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755"/>
                </a:lnTo>
                <a:cubicBezTo>
                  <a:pt x="0" y="815"/>
                  <a:pt x="30" y="845"/>
                  <a:pt x="90" y="845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 w="12600">
            <a:solidFill>
              <a:srgbClr val="0e2a47">
                <a:alpha val="85000"/>
              </a:srgbClr>
            </a:solidFill>
            <a:miter/>
          </a:ln>
        </p:spPr>
      </p:sp>
      <p:sp>
        <p:nvSpPr>
          <p:cNvPr id="48" name=""/>
          <p:cNvSpPr txBox="1"/>
          <p:nvPr/>
        </p:nvSpPr>
        <p:spPr>
          <a:xfrm rot="16200000">
            <a:off x="-840960" y="3315600"/>
            <a:ext cx="1981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CD8 exhaustion (z-score)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2866680" y="2459880"/>
            <a:ext cx="512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Active &amp;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928080" y="2440440"/>
            <a:ext cx="701280" cy="304200"/>
          </a:xfrm>
          <a:custGeom>
            <a:avLst/>
            <a:gdLst/>
            <a:ahLst/>
            <a:rect l="0" t="0" r="r" b="b"/>
            <a:pathLst>
              <a:path w="1948" h="845">
                <a:moveTo>
                  <a:pt x="90" y="845"/>
                </a:moveTo>
                <a:lnTo>
                  <a:pt x="1858" y="845"/>
                </a:lnTo>
                <a:cubicBezTo>
                  <a:pt x="1918" y="845"/>
                  <a:pt x="1948" y="815"/>
                  <a:pt x="1948" y="755"/>
                </a:cubicBezTo>
                <a:lnTo>
                  <a:pt x="1948" y="90"/>
                </a:lnTo>
                <a:cubicBezTo>
                  <a:pt x="1948" y="30"/>
                  <a:pt x="1918" y="0"/>
                  <a:pt x="1858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755"/>
                </a:lnTo>
                <a:cubicBezTo>
                  <a:pt x="0" y="815"/>
                  <a:pt x="30" y="845"/>
                  <a:pt x="90" y="845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 w="12600">
            <a:solidFill>
              <a:srgbClr val="0e2a47">
                <a:alpha val="85000"/>
              </a:srgbClr>
            </a:solidFill>
            <a:miter/>
          </a:ln>
        </p:spPr>
      </p:sp>
      <p:sp>
        <p:nvSpPr>
          <p:cNvPr id="51" name=""/>
          <p:cNvSpPr txBox="1"/>
          <p:nvPr/>
        </p:nvSpPr>
        <p:spPr>
          <a:xfrm>
            <a:off x="2804400" y="2588040"/>
            <a:ext cx="640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Exhausted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>
            <a:off x="1079280" y="2459880"/>
            <a:ext cx="401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Cold &amp;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2771640" y="4327920"/>
            <a:ext cx="701280" cy="303840"/>
          </a:xfrm>
          <a:custGeom>
            <a:avLst/>
            <a:gdLst/>
            <a:ahLst/>
            <a:rect l="0" t="0" r="r" b="b"/>
            <a:pathLst>
              <a:path w="1948" h="844">
                <a:moveTo>
                  <a:pt x="90" y="844"/>
                </a:moveTo>
                <a:lnTo>
                  <a:pt x="1859" y="844"/>
                </a:lnTo>
                <a:cubicBezTo>
                  <a:pt x="1918" y="844"/>
                  <a:pt x="1948" y="815"/>
                  <a:pt x="1948" y="755"/>
                </a:cubicBezTo>
                <a:lnTo>
                  <a:pt x="1948" y="90"/>
                </a:lnTo>
                <a:cubicBezTo>
                  <a:pt x="1948" y="30"/>
                  <a:pt x="1918" y="0"/>
                  <a:pt x="1859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755"/>
                </a:lnTo>
                <a:cubicBezTo>
                  <a:pt x="0" y="815"/>
                  <a:pt x="30" y="844"/>
                  <a:pt x="90" y="844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 w="12600">
            <a:solidFill>
              <a:srgbClr val="0a7d6e">
                <a:alpha val="85000"/>
              </a:srgbClr>
            </a:solidFill>
            <a:miter/>
          </a:ln>
        </p:spPr>
      </p:sp>
      <p:sp>
        <p:nvSpPr>
          <p:cNvPr id="54" name=""/>
          <p:cNvSpPr txBox="1"/>
          <p:nvPr/>
        </p:nvSpPr>
        <p:spPr>
          <a:xfrm>
            <a:off x="960840" y="2588040"/>
            <a:ext cx="640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Exhausted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2804040" y="4346640"/>
            <a:ext cx="645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a7d6e"/>
                </a:solidFill>
                <a:latin typeface="DejaVuSans"/>
              </a:rPr>
              <a:t>Functional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909360" y="4391640"/>
            <a:ext cx="738720" cy="175680"/>
          </a:xfrm>
          <a:custGeom>
            <a:avLst/>
            <a:gdLst/>
            <a:ahLst/>
            <a:rect l="0" t="0" r="r" b="b"/>
            <a:pathLst>
              <a:path w="2052" h="488">
                <a:moveTo>
                  <a:pt x="90" y="488"/>
                </a:moveTo>
                <a:lnTo>
                  <a:pt x="1962" y="488"/>
                </a:lnTo>
                <a:cubicBezTo>
                  <a:pt x="2022" y="488"/>
                  <a:pt x="2052" y="458"/>
                  <a:pt x="2052" y="399"/>
                </a:cubicBezTo>
                <a:lnTo>
                  <a:pt x="2052" y="90"/>
                </a:lnTo>
                <a:cubicBezTo>
                  <a:pt x="2052" y="30"/>
                  <a:pt x="2022" y="0"/>
                  <a:pt x="1962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399"/>
                </a:lnTo>
                <a:cubicBezTo>
                  <a:pt x="0" y="458"/>
                  <a:pt x="30" y="488"/>
                  <a:pt x="90" y="488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>
            <a:off x="909360" y="4391640"/>
            <a:ext cx="738720" cy="175680"/>
          </a:xfrm>
          <a:custGeom>
            <a:avLst/>
            <a:gdLst/>
            <a:ahLst/>
            <a:rect l="0" t="0" r="r" b="b"/>
            <a:pathLst>
              <a:path w="2052" h="488">
                <a:moveTo>
                  <a:pt x="90" y="488"/>
                </a:moveTo>
                <a:lnTo>
                  <a:pt x="1962" y="488"/>
                </a:lnTo>
                <a:cubicBezTo>
                  <a:pt x="2022" y="488"/>
                  <a:pt x="2052" y="458"/>
                  <a:pt x="2052" y="399"/>
                </a:cubicBezTo>
                <a:lnTo>
                  <a:pt x="2052" y="90"/>
                </a:lnTo>
                <a:cubicBezTo>
                  <a:pt x="2052" y="30"/>
                  <a:pt x="2022" y="0"/>
                  <a:pt x="1962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399"/>
                </a:lnTo>
                <a:cubicBezTo>
                  <a:pt x="0" y="458"/>
                  <a:pt x="30" y="488"/>
                  <a:pt x="90" y="488"/>
                </a:cubicBezTo>
                <a:close/>
              </a:path>
            </a:pathLst>
          </a:custGeom>
          <a:noFill/>
          <a:ln w="12600">
            <a:solidFill>
              <a:srgbClr val="c53e1f">
                <a:alpha val="85000"/>
              </a:srgbClr>
            </a:solidFill>
            <a:miter/>
          </a:ln>
        </p:spPr>
      </p:sp>
      <p:sp>
        <p:nvSpPr>
          <p:cNvPr id="58" name=""/>
          <p:cNvSpPr txBox="1"/>
          <p:nvPr/>
        </p:nvSpPr>
        <p:spPr>
          <a:xfrm>
            <a:off x="2844000" y="4474440"/>
            <a:ext cx="558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a7d6e"/>
                </a:solidFill>
                <a:latin typeface="DejaVuSans"/>
              </a:rPr>
              <a:t>cytotoxic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1924200" y="375480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2" y="166"/>
                  <a:pt x="262" y="130"/>
                </a:cubicBezTo>
                <a:cubicBezTo>
                  <a:pt x="262" y="96"/>
                  <a:pt x="249" y="62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7" y="0"/>
                  <a:pt x="64" y="13"/>
                  <a:pt x="39" y="38"/>
                </a:cubicBezTo>
                <a:cubicBezTo>
                  <a:pt x="15" y="62"/>
                  <a:pt x="0" y="96"/>
                  <a:pt x="0" y="130"/>
                </a:cubicBezTo>
                <a:cubicBezTo>
                  <a:pt x="0" y="166"/>
                  <a:pt x="15" y="199"/>
                  <a:pt x="39" y="224"/>
                </a:cubicBezTo>
                <a:cubicBezTo>
                  <a:pt x="64" y="248"/>
                  <a:pt x="97" y="262"/>
                  <a:pt x="132" y="262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0" name=""/>
          <p:cNvSpPr/>
          <p:nvPr/>
        </p:nvSpPr>
        <p:spPr>
          <a:xfrm>
            <a:off x="1321920" y="44128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3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1" name=""/>
          <p:cNvSpPr/>
          <p:nvPr/>
        </p:nvSpPr>
        <p:spPr>
          <a:xfrm>
            <a:off x="1130760" y="43300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2" name=""/>
          <p:cNvSpPr/>
          <p:nvPr/>
        </p:nvSpPr>
        <p:spPr>
          <a:xfrm>
            <a:off x="1730160" y="40514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40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6"/>
                  <a:pt x="14" y="200"/>
                  <a:pt x="40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3" name=""/>
          <p:cNvSpPr/>
          <p:nvPr/>
        </p:nvSpPr>
        <p:spPr>
          <a:xfrm>
            <a:off x="1721160" y="41036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4" name=""/>
          <p:cNvSpPr/>
          <p:nvPr/>
        </p:nvSpPr>
        <p:spPr>
          <a:xfrm>
            <a:off x="3299760" y="22921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7"/>
                  <a:pt x="248" y="64"/>
                  <a:pt x="224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2" y="14"/>
                  <a:pt x="38" y="39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2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5" name=""/>
          <p:cNvSpPr/>
          <p:nvPr/>
        </p:nvSpPr>
        <p:spPr>
          <a:xfrm>
            <a:off x="1773360" y="40737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5" y="40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40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6" name=""/>
          <p:cNvSpPr/>
          <p:nvPr/>
        </p:nvSpPr>
        <p:spPr>
          <a:xfrm>
            <a:off x="1707480" y="41367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3" y="14"/>
                  <a:pt x="38" y="39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7" name=""/>
          <p:cNvSpPr/>
          <p:nvPr/>
        </p:nvSpPr>
        <p:spPr>
          <a:xfrm>
            <a:off x="1330920" y="43642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199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4"/>
                  <a:pt x="224" y="40"/>
                </a:cubicBezTo>
                <a:cubicBezTo>
                  <a:pt x="199" y="15"/>
                  <a:pt x="166" y="0"/>
                  <a:pt x="132" y="0"/>
                </a:cubicBezTo>
                <a:cubicBezTo>
                  <a:pt x="97" y="0"/>
                  <a:pt x="63" y="15"/>
                  <a:pt x="38" y="40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7"/>
                  <a:pt x="13" y="200"/>
                  <a:pt x="38" y="225"/>
                </a:cubicBezTo>
                <a:cubicBezTo>
                  <a:pt x="63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8" name=""/>
          <p:cNvSpPr/>
          <p:nvPr/>
        </p:nvSpPr>
        <p:spPr>
          <a:xfrm>
            <a:off x="1642320" y="42321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3"/>
                  <a:pt x="0" y="96"/>
                  <a:pt x="0" y="132"/>
                </a:cubicBezTo>
                <a:cubicBezTo>
                  <a:pt x="0" y="167"/>
                  <a:pt x="15" y="200"/>
                  <a:pt x="39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69" name=""/>
          <p:cNvSpPr/>
          <p:nvPr/>
        </p:nvSpPr>
        <p:spPr>
          <a:xfrm>
            <a:off x="1713960" y="39340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0" name=""/>
          <p:cNvSpPr/>
          <p:nvPr/>
        </p:nvSpPr>
        <p:spPr>
          <a:xfrm>
            <a:off x="2077560" y="36928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4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2" y="262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1" name=""/>
          <p:cNvSpPr/>
          <p:nvPr/>
        </p:nvSpPr>
        <p:spPr>
          <a:xfrm>
            <a:off x="1623600" y="395460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1815120" y="411876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199" y="248"/>
                  <a:pt x="224" y="224"/>
                </a:cubicBezTo>
                <a:cubicBezTo>
                  <a:pt x="248" y="199"/>
                  <a:pt x="262" y="165"/>
                  <a:pt x="262" y="130"/>
                </a:cubicBezTo>
                <a:cubicBezTo>
                  <a:pt x="262" y="96"/>
                  <a:pt x="248" y="62"/>
                  <a:pt x="224" y="38"/>
                </a:cubicBezTo>
                <a:cubicBezTo>
                  <a:pt x="199" y="13"/>
                  <a:pt x="166" y="0"/>
                  <a:pt x="131" y="0"/>
                </a:cubicBezTo>
                <a:cubicBezTo>
                  <a:pt x="97" y="0"/>
                  <a:pt x="63" y="13"/>
                  <a:pt x="38" y="38"/>
                </a:cubicBezTo>
                <a:cubicBezTo>
                  <a:pt x="13" y="62"/>
                  <a:pt x="0" y="96"/>
                  <a:pt x="0" y="130"/>
                </a:cubicBezTo>
                <a:cubicBezTo>
                  <a:pt x="0" y="165"/>
                  <a:pt x="13" y="199"/>
                  <a:pt x="38" y="224"/>
                </a:cubicBezTo>
                <a:cubicBezTo>
                  <a:pt x="63" y="248"/>
                  <a:pt x="97" y="262"/>
                  <a:pt x="131" y="262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3" name=""/>
          <p:cNvSpPr/>
          <p:nvPr/>
        </p:nvSpPr>
        <p:spPr>
          <a:xfrm>
            <a:off x="1224000" y="427176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7"/>
                  <a:pt x="248" y="64"/>
                  <a:pt x="224" y="39"/>
                </a:cubicBezTo>
                <a:cubicBezTo>
                  <a:pt x="199" y="15"/>
                  <a:pt x="166" y="0"/>
                  <a:pt x="131" y="0"/>
                </a:cubicBezTo>
                <a:cubicBezTo>
                  <a:pt x="96" y="0"/>
                  <a:pt x="62" y="15"/>
                  <a:pt x="38" y="39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2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1805760" y="39841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5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7"/>
                  <a:pt x="248" y="64"/>
                  <a:pt x="224" y="40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40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7"/>
                  <a:pt x="13" y="200"/>
                  <a:pt x="38" y="225"/>
                </a:cubicBezTo>
                <a:cubicBezTo>
                  <a:pt x="62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1395000" y="43628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5" y="40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9" y="40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1640880" y="40813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4"/>
                  <a:pt x="224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4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1913040" y="39081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5" y="223"/>
                </a:cubicBezTo>
                <a:cubicBezTo>
                  <a:pt x="249" y="199"/>
                  <a:pt x="263" y="165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8" y="0"/>
                  <a:pt x="64" y="14"/>
                  <a:pt x="40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40" y="223"/>
                </a:cubicBezTo>
                <a:cubicBezTo>
                  <a:pt x="64" y="249"/>
                  <a:pt x="98" y="262"/>
                  <a:pt x="132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1481040" y="40971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200" y="249"/>
                  <a:pt x="224" y="223"/>
                </a:cubicBezTo>
                <a:cubicBezTo>
                  <a:pt x="249" y="199"/>
                  <a:pt x="263" y="165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8" y="223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2053080" y="404136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5" y="262"/>
                  <a:pt x="200" y="248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2"/>
                  <a:pt x="224" y="38"/>
                </a:cubicBezTo>
                <a:cubicBezTo>
                  <a:pt x="200" y="13"/>
                  <a:pt x="165" y="0"/>
                  <a:pt x="131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2"/>
                  <a:pt x="0" y="96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2053440" y="39222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7"/>
                  <a:pt x="249" y="63"/>
                  <a:pt x="224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1739880" y="423792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199" y="248"/>
                  <a:pt x="224" y="224"/>
                </a:cubicBezTo>
                <a:cubicBezTo>
                  <a:pt x="248" y="199"/>
                  <a:pt x="263" y="166"/>
                  <a:pt x="263" y="131"/>
                </a:cubicBezTo>
                <a:cubicBezTo>
                  <a:pt x="263" y="96"/>
                  <a:pt x="248" y="62"/>
                  <a:pt x="224" y="38"/>
                </a:cubicBezTo>
                <a:cubicBezTo>
                  <a:pt x="199" y="13"/>
                  <a:pt x="166" y="0"/>
                  <a:pt x="131" y="0"/>
                </a:cubicBezTo>
                <a:cubicBezTo>
                  <a:pt x="97" y="0"/>
                  <a:pt x="63" y="13"/>
                  <a:pt x="39" y="38"/>
                </a:cubicBezTo>
                <a:cubicBezTo>
                  <a:pt x="14" y="62"/>
                  <a:pt x="0" y="96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8"/>
                  <a:pt x="97" y="262"/>
                  <a:pt x="131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1383120" y="39762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8"/>
                  <a:pt x="249" y="64"/>
                  <a:pt x="224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4"/>
                  <a:pt x="0" y="98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2291040" y="35974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8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3"/>
                  <a:pt x="224" y="38"/>
                </a:cubicBezTo>
                <a:cubicBezTo>
                  <a:pt x="200" y="13"/>
                  <a:pt x="167" y="0"/>
                  <a:pt x="132" y="0"/>
                </a:cubicBezTo>
                <a:cubicBezTo>
                  <a:pt x="97" y="0"/>
                  <a:pt x="64" y="13"/>
                  <a:pt x="39" y="38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4" y="248"/>
                  <a:pt x="97" y="262"/>
                  <a:pt x="132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1342800" y="373752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8"/>
                  <a:pt x="224" y="224"/>
                </a:cubicBezTo>
                <a:cubicBezTo>
                  <a:pt x="249" y="199"/>
                  <a:pt x="263" y="165"/>
                  <a:pt x="263" y="130"/>
                </a:cubicBezTo>
                <a:cubicBezTo>
                  <a:pt x="263" y="96"/>
                  <a:pt x="249" y="62"/>
                  <a:pt x="224" y="38"/>
                </a:cubicBezTo>
                <a:cubicBezTo>
                  <a:pt x="200" y="13"/>
                  <a:pt x="167" y="0"/>
                  <a:pt x="132" y="0"/>
                </a:cubicBezTo>
                <a:cubicBezTo>
                  <a:pt x="97" y="0"/>
                  <a:pt x="64" y="13"/>
                  <a:pt x="38" y="38"/>
                </a:cubicBezTo>
                <a:cubicBezTo>
                  <a:pt x="14" y="62"/>
                  <a:pt x="0" y="96"/>
                  <a:pt x="0" y="130"/>
                </a:cubicBezTo>
                <a:cubicBezTo>
                  <a:pt x="0" y="165"/>
                  <a:pt x="14" y="199"/>
                  <a:pt x="38" y="224"/>
                </a:cubicBezTo>
                <a:cubicBezTo>
                  <a:pt x="64" y="248"/>
                  <a:pt x="97" y="262"/>
                  <a:pt x="132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760760" y="41950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5" y="263"/>
                  <a:pt x="200" y="249"/>
                  <a:pt x="224" y="225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1518120" y="419904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8"/>
                  <a:pt x="225" y="224"/>
                </a:cubicBezTo>
                <a:cubicBezTo>
                  <a:pt x="249" y="198"/>
                  <a:pt x="263" y="165"/>
                  <a:pt x="263" y="130"/>
                </a:cubicBezTo>
                <a:cubicBezTo>
                  <a:pt x="263" y="96"/>
                  <a:pt x="249" y="62"/>
                  <a:pt x="225" y="38"/>
                </a:cubicBezTo>
                <a:cubicBezTo>
                  <a:pt x="200" y="13"/>
                  <a:pt x="167" y="0"/>
                  <a:pt x="132" y="0"/>
                </a:cubicBezTo>
                <a:cubicBezTo>
                  <a:pt x="98" y="0"/>
                  <a:pt x="63" y="13"/>
                  <a:pt x="39" y="38"/>
                </a:cubicBezTo>
                <a:cubicBezTo>
                  <a:pt x="14" y="62"/>
                  <a:pt x="0" y="96"/>
                  <a:pt x="0" y="130"/>
                </a:cubicBezTo>
                <a:cubicBezTo>
                  <a:pt x="0" y="165"/>
                  <a:pt x="14" y="198"/>
                  <a:pt x="39" y="224"/>
                </a:cubicBezTo>
                <a:cubicBezTo>
                  <a:pt x="63" y="248"/>
                  <a:pt x="98" y="262"/>
                  <a:pt x="132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869480" y="40582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7" y="262"/>
                  <a:pt x="200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5" y="38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1148040" y="451224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7" y="262"/>
                  <a:pt x="132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2112120" y="40734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5" y="64"/>
                  <a:pt x="0" y="97"/>
                  <a:pt x="0" y="132"/>
                </a:cubicBezTo>
                <a:cubicBezTo>
                  <a:pt x="0" y="167"/>
                  <a:pt x="15" y="200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1785600" y="39427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2628720" y="31849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471240" y="49644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93" name=""/>
          <p:cNvSpPr txBox="1"/>
          <p:nvPr/>
        </p:nvSpPr>
        <p:spPr>
          <a:xfrm>
            <a:off x="942120" y="4411080"/>
            <a:ext cx="677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c53e1f"/>
                </a:solidFill>
                <a:latin typeface="DejaVuSans"/>
              </a:rPr>
              <a:t>Cold tumor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471240" y="51508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5" y="224"/>
                </a:cubicBezTo>
                <a:cubicBezTo>
                  <a:pt x="249" y="200"/>
                  <a:pt x="263" y="165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200"/>
                  <a:pt x="39" y="224"/>
                </a:cubicBezTo>
                <a:cubicBezTo>
                  <a:pt x="63" y="249"/>
                  <a:pt x="97" y="262"/>
                  <a:pt x="132" y="262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116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95" name=""/>
          <p:cNvSpPr txBox="1"/>
          <p:nvPr/>
        </p:nvSpPr>
        <p:spPr>
          <a:xfrm>
            <a:off x="747360" y="4927320"/>
            <a:ext cx="803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good (n=17)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277200" y="91440"/>
            <a:ext cx="3970440" cy="1272600"/>
          </a:xfrm>
          <a:custGeom>
            <a:avLst/>
            <a:gdLst/>
            <a:ahLst/>
            <a:rect l="0" t="0" r="r" b="b"/>
            <a:pathLst>
              <a:path w="11029" h="3535">
                <a:moveTo>
                  <a:pt x="0" y="3535"/>
                </a:moveTo>
                <a:lnTo>
                  <a:pt x="11029" y="3535"/>
                </a:lnTo>
                <a:lnTo>
                  <a:pt x="11029" y="0"/>
                </a:lnTo>
                <a:lnTo>
                  <a:pt x="0" y="0"/>
                </a:lnTo>
                <a:lnTo>
                  <a:pt x="0" y="353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97" name=""/>
          <p:cNvSpPr txBox="1"/>
          <p:nvPr/>
        </p:nvSpPr>
        <p:spPr>
          <a:xfrm>
            <a:off x="747360" y="5113440"/>
            <a:ext cx="726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bad (n=16)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1717920" y="1393200"/>
            <a:ext cx="1089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Cytolytic_activity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358200" y="151920"/>
            <a:ext cx="3808440" cy="1212120"/>
          </a:xfrm>
          <a:custGeom>
            <a:avLst/>
            <a:gdLst/>
            <a:ahLst/>
            <a:rect l="0" t="0" r="r" b="b"/>
            <a:pathLst>
              <a:path w="10579" h="3367">
                <a:moveTo>
                  <a:pt x="0" y="3362"/>
                </a:moveTo>
                <a:lnTo>
                  <a:pt x="0" y="3367"/>
                </a:lnTo>
                <a:lnTo>
                  <a:pt x="54" y="3367"/>
                </a:lnTo>
                <a:lnTo>
                  <a:pt x="107" y="3367"/>
                </a:lnTo>
                <a:lnTo>
                  <a:pt x="160" y="3367"/>
                </a:lnTo>
                <a:lnTo>
                  <a:pt x="213" y="3367"/>
                </a:lnTo>
                <a:lnTo>
                  <a:pt x="266" y="3367"/>
                </a:lnTo>
                <a:lnTo>
                  <a:pt x="319" y="3367"/>
                </a:lnTo>
                <a:lnTo>
                  <a:pt x="373" y="3367"/>
                </a:lnTo>
                <a:lnTo>
                  <a:pt x="426" y="3367"/>
                </a:lnTo>
                <a:lnTo>
                  <a:pt x="479" y="3367"/>
                </a:lnTo>
                <a:lnTo>
                  <a:pt x="532" y="3367"/>
                </a:lnTo>
                <a:lnTo>
                  <a:pt x="585" y="3367"/>
                </a:lnTo>
                <a:lnTo>
                  <a:pt x="638" y="3367"/>
                </a:lnTo>
                <a:lnTo>
                  <a:pt x="691" y="3367"/>
                </a:lnTo>
                <a:lnTo>
                  <a:pt x="745" y="3367"/>
                </a:lnTo>
                <a:lnTo>
                  <a:pt x="798" y="3367"/>
                </a:lnTo>
                <a:lnTo>
                  <a:pt x="851" y="3367"/>
                </a:lnTo>
                <a:lnTo>
                  <a:pt x="904" y="3367"/>
                </a:lnTo>
                <a:lnTo>
                  <a:pt x="957" y="3367"/>
                </a:lnTo>
                <a:lnTo>
                  <a:pt x="1010" y="3367"/>
                </a:lnTo>
                <a:lnTo>
                  <a:pt x="1064" y="3367"/>
                </a:lnTo>
                <a:lnTo>
                  <a:pt x="1117" y="3367"/>
                </a:lnTo>
                <a:lnTo>
                  <a:pt x="1170" y="3367"/>
                </a:lnTo>
                <a:lnTo>
                  <a:pt x="1223" y="3367"/>
                </a:lnTo>
                <a:lnTo>
                  <a:pt x="1276" y="3367"/>
                </a:lnTo>
                <a:lnTo>
                  <a:pt x="1329" y="3367"/>
                </a:lnTo>
                <a:lnTo>
                  <a:pt x="1382" y="3367"/>
                </a:lnTo>
                <a:lnTo>
                  <a:pt x="1436" y="3367"/>
                </a:lnTo>
                <a:lnTo>
                  <a:pt x="1489" y="3367"/>
                </a:lnTo>
                <a:lnTo>
                  <a:pt x="1542" y="3367"/>
                </a:lnTo>
                <a:lnTo>
                  <a:pt x="1595" y="3367"/>
                </a:lnTo>
                <a:lnTo>
                  <a:pt x="1648" y="3367"/>
                </a:lnTo>
                <a:lnTo>
                  <a:pt x="1701" y="3367"/>
                </a:lnTo>
                <a:lnTo>
                  <a:pt x="1754" y="3367"/>
                </a:lnTo>
                <a:lnTo>
                  <a:pt x="1808" y="3367"/>
                </a:lnTo>
                <a:lnTo>
                  <a:pt x="1861" y="3367"/>
                </a:lnTo>
                <a:lnTo>
                  <a:pt x="1914" y="3367"/>
                </a:lnTo>
                <a:lnTo>
                  <a:pt x="1967" y="3367"/>
                </a:lnTo>
                <a:lnTo>
                  <a:pt x="2020" y="3367"/>
                </a:lnTo>
                <a:lnTo>
                  <a:pt x="2073" y="3367"/>
                </a:lnTo>
                <a:lnTo>
                  <a:pt x="2127" y="3367"/>
                </a:lnTo>
                <a:lnTo>
                  <a:pt x="2180" y="3367"/>
                </a:lnTo>
                <a:lnTo>
                  <a:pt x="2233" y="3367"/>
                </a:lnTo>
                <a:lnTo>
                  <a:pt x="2286" y="3367"/>
                </a:lnTo>
                <a:lnTo>
                  <a:pt x="2339" y="3367"/>
                </a:lnTo>
                <a:lnTo>
                  <a:pt x="2392" y="3367"/>
                </a:lnTo>
                <a:lnTo>
                  <a:pt x="2445" y="3367"/>
                </a:lnTo>
                <a:lnTo>
                  <a:pt x="2499" y="3367"/>
                </a:lnTo>
                <a:lnTo>
                  <a:pt x="2552" y="3367"/>
                </a:lnTo>
                <a:lnTo>
                  <a:pt x="2605" y="3367"/>
                </a:lnTo>
                <a:lnTo>
                  <a:pt x="2658" y="3367"/>
                </a:lnTo>
                <a:lnTo>
                  <a:pt x="2711" y="3367"/>
                </a:lnTo>
                <a:lnTo>
                  <a:pt x="2764" y="3367"/>
                </a:lnTo>
                <a:lnTo>
                  <a:pt x="2818" y="3367"/>
                </a:lnTo>
                <a:lnTo>
                  <a:pt x="2871" y="3367"/>
                </a:lnTo>
                <a:lnTo>
                  <a:pt x="2924" y="3367"/>
                </a:lnTo>
                <a:lnTo>
                  <a:pt x="2977" y="3367"/>
                </a:lnTo>
                <a:lnTo>
                  <a:pt x="3030" y="3367"/>
                </a:lnTo>
                <a:lnTo>
                  <a:pt x="3083" y="3367"/>
                </a:lnTo>
                <a:lnTo>
                  <a:pt x="3136" y="3367"/>
                </a:lnTo>
                <a:lnTo>
                  <a:pt x="3190" y="3367"/>
                </a:lnTo>
                <a:lnTo>
                  <a:pt x="3243" y="3367"/>
                </a:lnTo>
                <a:lnTo>
                  <a:pt x="3296" y="3367"/>
                </a:lnTo>
                <a:lnTo>
                  <a:pt x="3349" y="3367"/>
                </a:lnTo>
                <a:lnTo>
                  <a:pt x="3402" y="3367"/>
                </a:lnTo>
                <a:lnTo>
                  <a:pt x="3455" y="3367"/>
                </a:lnTo>
                <a:lnTo>
                  <a:pt x="3509" y="3367"/>
                </a:lnTo>
                <a:lnTo>
                  <a:pt x="3562" y="3367"/>
                </a:lnTo>
                <a:lnTo>
                  <a:pt x="3615" y="3367"/>
                </a:lnTo>
                <a:lnTo>
                  <a:pt x="3668" y="3367"/>
                </a:lnTo>
                <a:lnTo>
                  <a:pt x="3721" y="3367"/>
                </a:lnTo>
                <a:lnTo>
                  <a:pt x="3774" y="3367"/>
                </a:lnTo>
                <a:lnTo>
                  <a:pt x="3827" y="3367"/>
                </a:lnTo>
                <a:lnTo>
                  <a:pt x="3881" y="3367"/>
                </a:lnTo>
                <a:lnTo>
                  <a:pt x="3934" y="3367"/>
                </a:lnTo>
                <a:lnTo>
                  <a:pt x="3987" y="3367"/>
                </a:lnTo>
                <a:lnTo>
                  <a:pt x="4040" y="3367"/>
                </a:lnTo>
                <a:lnTo>
                  <a:pt x="4093" y="3367"/>
                </a:lnTo>
                <a:lnTo>
                  <a:pt x="4146" y="3367"/>
                </a:lnTo>
                <a:lnTo>
                  <a:pt x="4200" y="3367"/>
                </a:lnTo>
                <a:lnTo>
                  <a:pt x="4253" y="3367"/>
                </a:lnTo>
                <a:lnTo>
                  <a:pt x="4307" y="3367"/>
                </a:lnTo>
                <a:lnTo>
                  <a:pt x="4360" y="3367"/>
                </a:lnTo>
                <a:lnTo>
                  <a:pt x="4413" y="3367"/>
                </a:lnTo>
                <a:lnTo>
                  <a:pt x="4466" y="3367"/>
                </a:lnTo>
                <a:lnTo>
                  <a:pt x="4519" y="3367"/>
                </a:lnTo>
                <a:lnTo>
                  <a:pt x="4573" y="3367"/>
                </a:lnTo>
                <a:lnTo>
                  <a:pt x="4626" y="3367"/>
                </a:lnTo>
                <a:lnTo>
                  <a:pt x="4679" y="3367"/>
                </a:lnTo>
                <a:lnTo>
                  <a:pt x="4732" y="3367"/>
                </a:lnTo>
                <a:lnTo>
                  <a:pt x="4785" y="3367"/>
                </a:lnTo>
                <a:lnTo>
                  <a:pt x="4838" y="3367"/>
                </a:lnTo>
                <a:lnTo>
                  <a:pt x="4892" y="3367"/>
                </a:lnTo>
                <a:lnTo>
                  <a:pt x="4945" y="3367"/>
                </a:lnTo>
                <a:lnTo>
                  <a:pt x="4998" y="3367"/>
                </a:lnTo>
                <a:lnTo>
                  <a:pt x="5051" y="3367"/>
                </a:lnTo>
                <a:lnTo>
                  <a:pt x="5104" y="3367"/>
                </a:lnTo>
                <a:lnTo>
                  <a:pt x="5157" y="3367"/>
                </a:lnTo>
                <a:lnTo>
                  <a:pt x="5210" y="3367"/>
                </a:lnTo>
                <a:lnTo>
                  <a:pt x="5264" y="3367"/>
                </a:lnTo>
                <a:lnTo>
                  <a:pt x="5317" y="3367"/>
                </a:lnTo>
                <a:lnTo>
                  <a:pt x="5370" y="3367"/>
                </a:lnTo>
                <a:lnTo>
                  <a:pt x="5423" y="3367"/>
                </a:lnTo>
                <a:lnTo>
                  <a:pt x="5476" y="3367"/>
                </a:lnTo>
                <a:lnTo>
                  <a:pt x="5529" y="3367"/>
                </a:lnTo>
                <a:lnTo>
                  <a:pt x="5583" y="3367"/>
                </a:lnTo>
                <a:lnTo>
                  <a:pt x="5636" y="3367"/>
                </a:lnTo>
                <a:lnTo>
                  <a:pt x="5689" y="3367"/>
                </a:lnTo>
                <a:lnTo>
                  <a:pt x="5742" y="3367"/>
                </a:lnTo>
                <a:lnTo>
                  <a:pt x="5795" y="3367"/>
                </a:lnTo>
                <a:lnTo>
                  <a:pt x="5848" y="3367"/>
                </a:lnTo>
                <a:lnTo>
                  <a:pt x="5901" y="3367"/>
                </a:lnTo>
                <a:lnTo>
                  <a:pt x="5955" y="3367"/>
                </a:lnTo>
                <a:lnTo>
                  <a:pt x="6008" y="3367"/>
                </a:lnTo>
                <a:lnTo>
                  <a:pt x="6061" y="3367"/>
                </a:lnTo>
                <a:lnTo>
                  <a:pt x="6114" y="3367"/>
                </a:lnTo>
                <a:lnTo>
                  <a:pt x="6167" y="3367"/>
                </a:lnTo>
                <a:lnTo>
                  <a:pt x="6220" y="3367"/>
                </a:lnTo>
                <a:lnTo>
                  <a:pt x="6273" y="3367"/>
                </a:lnTo>
                <a:lnTo>
                  <a:pt x="6327" y="3367"/>
                </a:lnTo>
                <a:lnTo>
                  <a:pt x="6380" y="3367"/>
                </a:lnTo>
                <a:lnTo>
                  <a:pt x="6433" y="3367"/>
                </a:lnTo>
                <a:lnTo>
                  <a:pt x="6486" y="3367"/>
                </a:lnTo>
                <a:lnTo>
                  <a:pt x="6539" y="3367"/>
                </a:lnTo>
                <a:lnTo>
                  <a:pt x="6592" y="3367"/>
                </a:lnTo>
                <a:lnTo>
                  <a:pt x="6646" y="3367"/>
                </a:lnTo>
                <a:lnTo>
                  <a:pt x="6699" y="3367"/>
                </a:lnTo>
                <a:lnTo>
                  <a:pt x="6752" y="3367"/>
                </a:lnTo>
                <a:lnTo>
                  <a:pt x="6805" y="3367"/>
                </a:lnTo>
                <a:lnTo>
                  <a:pt x="6858" y="3367"/>
                </a:lnTo>
                <a:lnTo>
                  <a:pt x="6911" y="3367"/>
                </a:lnTo>
                <a:lnTo>
                  <a:pt x="6964" y="3367"/>
                </a:lnTo>
                <a:lnTo>
                  <a:pt x="7018" y="3367"/>
                </a:lnTo>
                <a:lnTo>
                  <a:pt x="7071" y="3367"/>
                </a:lnTo>
                <a:lnTo>
                  <a:pt x="7124" y="3367"/>
                </a:lnTo>
                <a:lnTo>
                  <a:pt x="7177" y="3367"/>
                </a:lnTo>
                <a:lnTo>
                  <a:pt x="7230" y="3367"/>
                </a:lnTo>
                <a:lnTo>
                  <a:pt x="7283" y="3367"/>
                </a:lnTo>
                <a:lnTo>
                  <a:pt x="7337" y="3367"/>
                </a:lnTo>
                <a:lnTo>
                  <a:pt x="7390" y="3367"/>
                </a:lnTo>
                <a:lnTo>
                  <a:pt x="7443" y="3367"/>
                </a:lnTo>
                <a:lnTo>
                  <a:pt x="7496" y="3367"/>
                </a:lnTo>
                <a:lnTo>
                  <a:pt x="7549" y="3367"/>
                </a:lnTo>
                <a:lnTo>
                  <a:pt x="7602" y="3367"/>
                </a:lnTo>
                <a:lnTo>
                  <a:pt x="7655" y="3367"/>
                </a:lnTo>
                <a:lnTo>
                  <a:pt x="7709" y="3367"/>
                </a:lnTo>
                <a:lnTo>
                  <a:pt x="7762" y="3367"/>
                </a:lnTo>
                <a:lnTo>
                  <a:pt x="7815" y="3367"/>
                </a:lnTo>
                <a:lnTo>
                  <a:pt x="7868" y="3367"/>
                </a:lnTo>
                <a:lnTo>
                  <a:pt x="7921" y="3367"/>
                </a:lnTo>
                <a:lnTo>
                  <a:pt x="7974" y="3367"/>
                </a:lnTo>
                <a:lnTo>
                  <a:pt x="8028" y="3367"/>
                </a:lnTo>
                <a:lnTo>
                  <a:pt x="8081" y="3367"/>
                </a:lnTo>
                <a:lnTo>
                  <a:pt x="8134" y="3367"/>
                </a:lnTo>
                <a:lnTo>
                  <a:pt x="8187" y="3367"/>
                </a:lnTo>
                <a:lnTo>
                  <a:pt x="8240" y="3367"/>
                </a:lnTo>
                <a:lnTo>
                  <a:pt x="8293" y="3367"/>
                </a:lnTo>
                <a:lnTo>
                  <a:pt x="8346" y="3367"/>
                </a:lnTo>
                <a:lnTo>
                  <a:pt x="8400" y="3367"/>
                </a:lnTo>
                <a:lnTo>
                  <a:pt x="8453" y="3367"/>
                </a:lnTo>
                <a:lnTo>
                  <a:pt x="8506" y="3367"/>
                </a:lnTo>
                <a:lnTo>
                  <a:pt x="8559" y="3367"/>
                </a:lnTo>
                <a:lnTo>
                  <a:pt x="8612" y="3367"/>
                </a:lnTo>
                <a:lnTo>
                  <a:pt x="8665" y="3367"/>
                </a:lnTo>
                <a:lnTo>
                  <a:pt x="8719" y="3367"/>
                </a:lnTo>
                <a:lnTo>
                  <a:pt x="8772" y="3367"/>
                </a:lnTo>
                <a:lnTo>
                  <a:pt x="8825" y="3367"/>
                </a:lnTo>
                <a:lnTo>
                  <a:pt x="8878" y="3367"/>
                </a:lnTo>
                <a:lnTo>
                  <a:pt x="8931" y="3367"/>
                </a:lnTo>
                <a:lnTo>
                  <a:pt x="8984" y="3367"/>
                </a:lnTo>
                <a:lnTo>
                  <a:pt x="9037" y="3367"/>
                </a:lnTo>
                <a:lnTo>
                  <a:pt x="9091" y="3367"/>
                </a:lnTo>
                <a:lnTo>
                  <a:pt x="9144" y="3367"/>
                </a:lnTo>
                <a:lnTo>
                  <a:pt x="9197" y="3367"/>
                </a:lnTo>
                <a:lnTo>
                  <a:pt x="9250" y="3367"/>
                </a:lnTo>
                <a:lnTo>
                  <a:pt x="9303" y="3367"/>
                </a:lnTo>
                <a:lnTo>
                  <a:pt x="9356" y="3367"/>
                </a:lnTo>
                <a:lnTo>
                  <a:pt x="9410" y="3367"/>
                </a:lnTo>
                <a:lnTo>
                  <a:pt x="9463" y="3367"/>
                </a:lnTo>
                <a:lnTo>
                  <a:pt x="9516" y="3367"/>
                </a:lnTo>
                <a:lnTo>
                  <a:pt x="9569" y="3367"/>
                </a:lnTo>
                <a:lnTo>
                  <a:pt x="9622" y="3367"/>
                </a:lnTo>
                <a:lnTo>
                  <a:pt x="9675" y="3367"/>
                </a:lnTo>
                <a:lnTo>
                  <a:pt x="9728" y="3367"/>
                </a:lnTo>
                <a:lnTo>
                  <a:pt x="9782" y="3367"/>
                </a:lnTo>
                <a:lnTo>
                  <a:pt x="9835" y="3367"/>
                </a:lnTo>
                <a:lnTo>
                  <a:pt x="9888" y="3367"/>
                </a:lnTo>
                <a:lnTo>
                  <a:pt x="9941" y="3367"/>
                </a:lnTo>
                <a:lnTo>
                  <a:pt x="9994" y="3367"/>
                </a:lnTo>
                <a:lnTo>
                  <a:pt x="10047" y="3367"/>
                </a:lnTo>
                <a:lnTo>
                  <a:pt x="10100" y="3367"/>
                </a:lnTo>
                <a:lnTo>
                  <a:pt x="10154" y="3367"/>
                </a:lnTo>
                <a:lnTo>
                  <a:pt x="10207" y="3367"/>
                </a:lnTo>
                <a:lnTo>
                  <a:pt x="10260" y="3367"/>
                </a:lnTo>
                <a:lnTo>
                  <a:pt x="10313" y="3367"/>
                </a:lnTo>
                <a:lnTo>
                  <a:pt x="10366" y="3367"/>
                </a:lnTo>
                <a:lnTo>
                  <a:pt x="10419" y="3367"/>
                </a:lnTo>
                <a:lnTo>
                  <a:pt x="10473" y="3367"/>
                </a:lnTo>
                <a:lnTo>
                  <a:pt x="10526" y="3367"/>
                </a:lnTo>
                <a:lnTo>
                  <a:pt x="10579" y="3367"/>
                </a:lnTo>
                <a:lnTo>
                  <a:pt x="10579" y="3364"/>
                </a:lnTo>
                <a:lnTo>
                  <a:pt x="10526" y="3363"/>
                </a:lnTo>
                <a:lnTo>
                  <a:pt x="10473" y="3362"/>
                </a:lnTo>
                <a:lnTo>
                  <a:pt x="10419" y="3361"/>
                </a:lnTo>
                <a:lnTo>
                  <a:pt x="10366" y="3360"/>
                </a:lnTo>
                <a:lnTo>
                  <a:pt x="10313" y="3358"/>
                </a:lnTo>
                <a:lnTo>
                  <a:pt x="10260" y="3357"/>
                </a:lnTo>
                <a:lnTo>
                  <a:pt x="10207" y="3355"/>
                </a:lnTo>
                <a:lnTo>
                  <a:pt x="10154" y="3352"/>
                </a:lnTo>
                <a:lnTo>
                  <a:pt x="10100" y="3349"/>
                </a:lnTo>
                <a:lnTo>
                  <a:pt x="10047" y="3346"/>
                </a:lnTo>
                <a:lnTo>
                  <a:pt x="9994" y="3343"/>
                </a:lnTo>
                <a:lnTo>
                  <a:pt x="9941" y="3339"/>
                </a:lnTo>
                <a:lnTo>
                  <a:pt x="9888" y="3334"/>
                </a:lnTo>
                <a:lnTo>
                  <a:pt x="9835" y="3329"/>
                </a:lnTo>
                <a:lnTo>
                  <a:pt x="9782" y="3323"/>
                </a:lnTo>
                <a:lnTo>
                  <a:pt x="9728" y="3317"/>
                </a:lnTo>
                <a:lnTo>
                  <a:pt x="9675" y="3310"/>
                </a:lnTo>
                <a:lnTo>
                  <a:pt x="9622" y="3303"/>
                </a:lnTo>
                <a:lnTo>
                  <a:pt x="9569" y="3294"/>
                </a:lnTo>
                <a:lnTo>
                  <a:pt x="9516" y="3286"/>
                </a:lnTo>
                <a:lnTo>
                  <a:pt x="9463" y="3276"/>
                </a:lnTo>
                <a:lnTo>
                  <a:pt x="9410" y="3266"/>
                </a:lnTo>
                <a:lnTo>
                  <a:pt x="9356" y="3256"/>
                </a:lnTo>
                <a:lnTo>
                  <a:pt x="9303" y="3244"/>
                </a:lnTo>
                <a:lnTo>
                  <a:pt x="9250" y="3233"/>
                </a:lnTo>
                <a:lnTo>
                  <a:pt x="9197" y="3221"/>
                </a:lnTo>
                <a:lnTo>
                  <a:pt x="9144" y="3209"/>
                </a:lnTo>
                <a:lnTo>
                  <a:pt x="9091" y="3196"/>
                </a:lnTo>
                <a:lnTo>
                  <a:pt x="9037" y="3184"/>
                </a:lnTo>
                <a:lnTo>
                  <a:pt x="8984" y="3172"/>
                </a:lnTo>
                <a:lnTo>
                  <a:pt x="8931" y="3159"/>
                </a:lnTo>
                <a:lnTo>
                  <a:pt x="8878" y="3148"/>
                </a:lnTo>
                <a:lnTo>
                  <a:pt x="8825" y="3136"/>
                </a:lnTo>
                <a:lnTo>
                  <a:pt x="8772" y="3125"/>
                </a:lnTo>
                <a:lnTo>
                  <a:pt x="8719" y="3115"/>
                </a:lnTo>
                <a:lnTo>
                  <a:pt x="8665" y="3106"/>
                </a:lnTo>
                <a:lnTo>
                  <a:pt x="8612" y="3098"/>
                </a:lnTo>
                <a:lnTo>
                  <a:pt x="8559" y="3091"/>
                </a:lnTo>
                <a:lnTo>
                  <a:pt x="8506" y="3085"/>
                </a:lnTo>
                <a:lnTo>
                  <a:pt x="8453" y="3080"/>
                </a:lnTo>
                <a:lnTo>
                  <a:pt x="8400" y="3077"/>
                </a:lnTo>
                <a:lnTo>
                  <a:pt x="8346" y="3075"/>
                </a:lnTo>
                <a:lnTo>
                  <a:pt x="8293" y="3074"/>
                </a:lnTo>
                <a:lnTo>
                  <a:pt x="8240" y="3075"/>
                </a:lnTo>
                <a:lnTo>
                  <a:pt x="8187" y="3078"/>
                </a:lnTo>
                <a:lnTo>
                  <a:pt x="8134" y="3081"/>
                </a:lnTo>
                <a:lnTo>
                  <a:pt x="8081" y="3087"/>
                </a:lnTo>
                <a:lnTo>
                  <a:pt x="8028" y="3093"/>
                </a:lnTo>
                <a:lnTo>
                  <a:pt x="7974" y="3100"/>
                </a:lnTo>
                <a:lnTo>
                  <a:pt x="7921" y="3109"/>
                </a:lnTo>
                <a:lnTo>
                  <a:pt x="7868" y="3118"/>
                </a:lnTo>
                <a:lnTo>
                  <a:pt x="7815" y="3129"/>
                </a:lnTo>
                <a:lnTo>
                  <a:pt x="7762" y="3140"/>
                </a:lnTo>
                <a:lnTo>
                  <a:pt x="7709" y="3151"/>
                </a:lnTo>
                <a:lnTo>
                  <a:pt x="7655" y="3163"/>
                </a:lnTo>
                <a:lnTo>
                  <a:pt x="7602" y="3175"/>
                </a:lnTo>
                <a:lnTo>
                  <a:pt x="7549" y="3187"/>
                </a:lnTo>
                <a:lnTo>
                  <a:pt x="7496" y="3200"/>
                </a:lnTo>
                <a:lnTo>
                  <a:pt x="7443" y="3212"/>
                </a:lnTo>
                <a:lnTo>
                  <a:pt x="7390" y="3223"/>
                </a:lnTo>
                <a:lnTo>
                  <a:pt x="7337" y="3235"/>
                </a:lnTo>
                <a:lnTo>
                  <a:pt x="7283" y="3246"/>
                </a:lnTo>
                <a:lnTo>
                  <a:pt x="7230" y="3256"/>
                </a:lnTo>
                <a:lnTo>
                  <a:pt x="7177" y="3265"/>
                </a:lnTo>
                <a:lnTo>
                  <a:pt x="7124" y="3274"/>
                </a:lnTo>
                <a:lnTo>
                  <a:pt x="7071" y="3282"/>
                </a:lnTo>
                <a:lnTo>
                  <a:pt x="7018" y="3289"/>
                </a:lnTo>
                <a:lnTo>
                  <a:pt x="6964" y="3295"/>
                </a:lnTo>
                <a:lnTo>
                  <a:pt x="6911" y="3300"/>
                </a:lnTo>
                <a:lnTo>
                  <a:pt x="6858" y="3304"/>
                </a:lnTo>
                <a:lnTo>
                  <a:pt x="6805" y="3307"/>
                </a:lnTo>
                <a:lnTo>
                  <a:pt x="6752" y="3309"/>
                </a:lnTo>
                <a:lnTo>
                  <a:pt x="6699" y="3309"/>
                </a:lnTo>
                <a:lnTo>
                  <a:pt x="6646" y="3308"/>
                </a:lnTo>
                <a:lnTo>
                  <a:pt x="6592" y="3306"/>
                </a:lnTo>
                <a:lnTo>
                  <a:pt x="6539" y="3302"/>
                </a:lnTo>
                <a:lnTo>
                  <a:pt x="6486" y="3296"/>
                </a:lnTo>
                <a:lnTo>
                  <a:pt x="6433" y="3289"/>
                </a:lnTo>
                <a:lnTo>
                  <a:pt x="6380" y="3280"/>
                </a:lnTo>
                <a:lnTo>
                  <a:pt x="6327" y="3269"/>
                </a:lnTo>
                <a:lnTo>
                  <a:pt x="6273" y="3255"/>
                </a:lnTo>
                <a:lnTo>
                  <a:pt x="6220" y="3240"/>
                </a:lnTo>
                <a:lnTo>
                  <a:pt x="6167" y="3222"/>
                </a:lnTo>
                <a:lnTo>
                  <a:pt x="6114" y="3201"/>
                </a:lnTo>
                <a:lnTo>
                  <a:pt x="6061" y="3177"/>
                </a:lnTo>
                <a:lnTo>
                  <a:pt x="6008" y="3150"/>
                </a:lnTo>
                <a:lnTo>
                  <a:pt x="5955" y="3120"/>
                </a:lnTo>
                <a:lnTo>
                  <a:pt x="5901" y="3086"/>
                </a:lnTo>
                <a:lnTo>
                  <a:pt x="5848" y="3048"/>
                </a:lnTo>
                <a:lnTo>
                  <a:pt x="5795" y="3007"/>
                </a:lnTo>
                <a:lnTo>
                  <a:pt x="5742" y="2961"/>
                </a:lnTo>
                <a:lnTo>
                  <a:pt x="5689" y="2910"/>
                </a:lnTo>
                <a:lnTo>
                  <a:pt x="5636" y="2855"/>
                </a:lnTo>
                <a:lnTo>
                  <a:pt x="5583" y="2796"/>
                </a:lnTo>
                <a:lnTo>
                  <a:pt x="5529" y="2731"/>
                </a:lnTo>
                <a:lnTo>
                  <a:pt x="5476" y="2661"/>
                </a:lnTo>
                <a:lnTo>
                  <a:pt x="5423" y="2587"/>
                </a:lnTo>
                <a:lnTo>
                  <a:pt x="5370" y="2507"/>
                </a:lnTo>
                <a:lnTo>
                  <a:pt x="5317" y="2422"/>
                </a:lnTo>
                <a:lnTo>
                  <a:pt x="5264" y="2332"/>
                </a:lnTo>
                <a:lnTo>
                  <a:pt x="5210" y="2238"/>
                </a:lnTo>
                <a:lnTo>
                  <a:pt x="5157" y="2139"/>
                </a:lnTo>
                <a:lnTo>
                  <a:pt x="5104" y="2036"/>
                </a:lnTo>
                <a:lnTo>
                  <a:pt x="5051" y="1929"/>
                </a:lnTo>
                <a:lnTo>
                  <a:pt x="4998" y="1819"/>
                </a:lnTo>
                <a:lnTo>
                  <a:pt x="4945" y="1706"/>
                </a:lnTo>
                <a:lnTo>
                  <a:pt x="4892" y="1590"/>
                </a:lnTo>
                <a:lnTo>
                  <a:pt x="4838" y="1474"/>
                </a:lnTo>
                <a:lnTo>
                  <a:pt x="4785" y="1356"/>
                </a:lnTo>
                <a:lnTo>
                  <a:pt x="4732" y="1238"/>
                </a:lnTo>
                <a:lnTo>
                  <a:pt x="4679" y="1121"/>
                </a:lnTo>
                <a:lnTo>
                  <a:pt x="4626" y="1006"/>
                </a:lnTo>
                <a:lnTo>
                  <a:pt x="4573" y="893"/>
                </a:lnTo>
                <a:lnTo>
                  <a:pt x="4519" y="784"/>
                </a:lnTo>
                <a:lnTo>
                  <a:pt x="4466" y="679"/>
                </a:lnTo>
                <a:lnTo>
                  <a:pt x="4413" y="579"/>
                </a:lnTo>
                <a:lnTo>
                  <a:pt x="4360" y="486"/>
                </a:lnTo>
                <a:lnTo>
                  <a:pt x="4307" y="398"/>
                </a:lnTo>
                <a:lnTo>
                  <a:pt x="4253" y="319"/>
                </a:lnTo>
                <a:lnTo>
                  <a:pt x="4200" y="247"/>
                </a:lnTo>
                <a:lnTo>
                  <a:pt x="4146" y="184"/>
                </a:lnTo>
                <a:lnTo>
                  <a:pt x="4093" y="130"/>
                </a:lnTo>
                <a:lnTo>
                  <a:pt x="4040" y="85"/>
                </a:lnTo>
                <a:lnTo>
                  <a:pt x="3987" y="49"/>
                </a:lnTo>
                <a:lnTo>
                  <a:pt x="3934" y="23"/>
                </a:lnTo>
                <a:lnTo>
                  <a:pt x="3881" y="7"/>
                </a:lnTo>
                <a:lnTo>
                  <a:pt x="3827" y="0"/>
                </a:lnTo>
                <a:lnTo>
                  <a:pt x="3774" y="2"/>
                </a:lnTo>
                <a:lnTo>
                  <a:pt x="3721" y="13"/>
                </a:lnTo>
                <a:lnTo>
                  <a:pt x="3668" y="32"/>
                </a:lnTo>
                <a:lnTo>
                  <a:pt x="3615" y="59"/>
                </a:lnTo>
                <a:lnTo>
                  <a:pt x="3562" y="94"/>
                </a:lnTo>
                <a:lnTo>
                  <a:pt x="3509" y="135"/>
                </a:lnTo>
                <a:lnTo>
                  <a:pt x="3455" y="183"/>
                </a:lnTo>
                <a:lnTo>
                  <a:pt x="3402" y="236"/>
                </a:lnTo>
                <a:lnTo>
                  <a:pt x="3349" y="294"/>
                </a:lnTo>
                <a:lnTo>
                  <a:pt x="3296" y="357"/>
                </a:lnTo>
                <a:lnTo>
                  <a:pt x="3243" y="423"/>
                </a:lnTo>
                <a:lnTo>
                  <a:pt x="3190" y="493"/>
                </a:lnTo>
                <a:lnTo>
                  <a:pt x="3136" y="565"/>
                </a:lnTo>
                <a:lnTo>
                  <a:pt x="3083" y="640"/>
                </a:lnTo>
                <a:lnTo>
                  <a:pt x="3030" y="717"/>
                </a:lnTo>
                <a:lnTo>
                  <a:pt x="2977" y="796"/>
                </a:lnTo>
                <a:lnTo>
                  <a:pt x="2924" y="876"/>
                </a:lnTo>
                <a:lnTo>
                  <a:pt x="2871" y="957"/>
                </a:lnTo>
                <a:lnTo>
                  <a:pt x="2818" y="1039"/>
                </a:lnTo>
                <a:lnTo>
                  <a:pt x="2764" y="1122"/>
                </a:lnTo>
                <a:lnTo>
                  <a:pt x="2711" y="1205"/>
                </a:lnTo>
                <a:lnTo>
                  <a:pt x="2658" y="1290"/>
                </a:lnTo>
                <a:lnTo>
                  <a:pt x="2605" y="1373"/>
                </a:lnTo>
                <a:lnTo>
                  <a:pt x="2552" y="1457"/>
                </a:lnTo>
                <a:lnTo>
                  <a:pt x="2499" y="1541"/>
                </a:lnTo>
                <a:lnTo>
                  <a:pt x="2445" y="1625"/>
                </a:lnTo>
                <a:lnTo>
                  <a:pt x="2392" y="1708"/>
                </a:lnTo>
                <a:lnTo>
                  <a:pt x="2339" y="1791"/>
                </a:lnTo>
                <a:lnTo>
                  <a:pt x="2286" y="1873"/>
                </a:lnTo>
                <a:lnTo>
                  <a:pt x="2233" y="1955"/>
                </a:lnTo>
                <a:lnTo>
                  <a:pt x="2180" y="2036"/>
                </a:lnTo>
                <a:lnTo>
                  <a:pt x="2127" y="2115"/>
                </a:lnTo>
                <a:lnTo>
                  <a:pt x="2073" y="2193"/>
                </a:lnTo>
                <a:lnTo>
                  <a:pt x="2020" y="2269"/>
                </a:lnTo>
                <a:lnTo>
                  <a:pt x="1967" y="2344"/>
                </a:lnTo>
                <a:lnTo>
                  <a:pt x="1914" y="2416"/>
                </a:lnTo>
                <a:lnTo>
                  <a:pt x="1861" y="2486"/>
                </a:lnTo>
                <a:lnTo>
                  <a:pt x="1808" y="2554"/>
                </a:lnTo>
                <a:lnTo>
                  <a:pt x="1754" y="2619"/>
                </a:lnTo>
                <a:lnTo>
                  <a:pt x="1701" y="2681"/>
                </a:lnTo>
                <a:lnTo>
                  <a:pt x="1648" y="2741"/>
                </a:lnTo>
                <a:lnTo>
                  <a:pt x="1595" y="2797"/>
                </a:lnTo>
                <a:lnTo>
                  <a:pt x="1542" y="2850"/>
                </a:lnTo>
                <a:lnTo>
                  <a:pt x="1489" y="2900"/>
                </a:lnTo>
                <a:lnTo>
                  <a:pt x="1436" y="2947"/>
                </a:lnTo>
                <a:lnTo>
                  <a:pt x="1382" y="2990"/>
                </a:lnTo>
                <a:lnTo>
                  <a:pt x="1329" y="3030"/>
                </a:lnTo>
                <a:lnTo>
                  <a:pt x="1276" y="3068"/>
                </a:lnTo>
                <a:lnTo>
                  <a:pt x="1223" y="3102"/>
                </a:lnTo>
                <a:lnTo>
                  <a:pt x="1170" y="3133"/>
                </a:lnTo>
                <a:lnTo>
                  <a:pt x="1117" y="3161"/>
                </a:lnTo>
                <a:lnTo>
                  <a:pt x="1064" y="3187"/>
                </a:lnTo>
                <a:lnTo>
                  <a:pt x="1010" y="3210"/>
                </a:lnTo>
                <a:lnTo>
                  <a:pt x="957" y="3231"/>
                </a:lnTo>
                <a:lnTo>
                  <a:pt x="904" y="3249"/>
                </a:lnTo>
                <a:lnTo>
                  <a:pt x="851" y="3266"/>
                </a:lnTo>
                <a:lnTo>
                  <a:pt x="798" y="3280"/>
                </a:lnTo>
                <a:lnTo>
                  <a:pt x="745" y="3293"/>
                </a:lnTo>
                <a:lnTo>
                  <a:pt x="691" y="3304"/>
                </a:lnTo>
                <a:lnTo>
                  <a:pt x="638" y="3314"/>
                </a:lnTo>
                <a:lnTo>
                  <a:pt x="585" y="3322"/>
                </a:lnTo>
                <a:lnTo>
                  <a:pt x="532" y="3330"/>
                </a:lnTo>
                <a:lnTo>
                  <a:pt x="479" y="3336"/>
                </a:lnTo>
                <a:lnTo>
                  <a:pt x="426" y="3341"/>
                </a:lnTo>
                <a:lnTo>
                  <a:pt x="373" y="3345"/>
                </a:lnTo>
                <a:lnTo>
                  <a:pt x="319" y="3349"/>
                </a:lnTo>
                <a:lnTo>
                  <a:pt x="266" y="3352"/>
                </a:lnTo>
                <a:lnTo>
                  <a:pt x="213" y="3355"/>
                </a:lnTo>
                <a:lnTo>
                  <a:pt x="160" y="3357"/>
                </a:lnTo>
                <a:lnTo>
                  <a:pt x="107" y="3359"/>
                </a:lnTo>
                <a:lnTo>
                  <a:pt x="54" y="3361"/>
                </a:lnTo>
                <a:lnTo>
                  <a:pt x="0" y="3362"/>
                </a:lnTo>
                <a:close/>
              </a:path>
            </a:pathLst>
          </a:custGeom>
          <a:solidFill>
            <a:srgbClr val="0a7d6e">
              <a:alpha val="45000"/>
            </a:srgbClr>
          </a:solidFill>
          <a:ln w="20160">
            <a:solidFill>
              <a:srgbClr val="0a7d6e">
                <a:alpha val="45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536760" y="235800"/>
            <a:ext cx="2797920" cy="1128240"/>
          </a:xfrm>
          <a:custGeom>
            <a:avLst/>
            <a:gdLst/>
            <a:ahLst/>
            <a:rect l="0" t="0" r="r" b="b"/>
            <a:pathLst>
              <a:path w="7772" h="3134">
                <a:moveTo>
                  <a:pt x="0" y="3129"/>
                </a:moveTo>
                <a:lnTo>
                  <a:pt x="0" y="3134"/>
                </a:lnTo>
                <a:lnTo>
                  <a:pt x="39" y="3134"/>
                </a:lnTo>
                <a:lnTo>
                  <a:pt x="78" y="3134"/>
                </a:lnTo>
                <a:lnTo>
                  <a:pt x="117" y="3134"/>
                </a:lnTo>
                <a:lnTo>
                  <a:pt x="156" y="3134"/>
                </a:lnTo>
                <a:lnTo>
                  <a:pt x="195" y="3134"/>
                </a:lnTo>
                <a:lnTo>
                  <a:pt x="234" y="3134"/>
                </a:lnTo>
                <a:lnTo>
                  <a:pt x="273" y="3134"/>
                </a:lnTo>
                <a:lnTo>
                  <a:pt x="313" y="3134"/>
                </a:lnTo>
                <a:lnTo>
                  <a:pt x="352" y="3134"/>
                </a:lnTo>
                <a:lnTo>
                  <a:pt x="391" y="3134"/>
                </a:lnTo>
                <a:lnTo>
                  <a:pt x="430" y="3134"/>
                </a:lnTo>
                <a:lnTo>
                  <a:pt x="469" y="3134"/>
                </a:lnTo>
                <a:lnTo>
                  <a:pt x="508" y="3134"/>
                </a:lnTo>
                <a:lnTo>
                  <a:pt x="547" y="3134"/>
                </a:lnTo>
                <a:lnTo>
                  <a:pt x="586" y="3134"/>
                </a:lnTo>
                <a:lnTo>
                  <a:pt x="625" y="3134"/>
                </a:lnTo>
                <a:lnTo>
                  <a:pt x="664" y="3134"/>
                </a:lnTo>
                <a:lnTo>
                  <a:pt x="703" y="3134"/>
                </a:lnTo>
                <a:lnTo>
                  <a:pt x="742" y="3134"/>
                </a:lnTo>
                <a:lnTo>
                  <a:pt x="781" y="3134"/>
                </a:lnTo>
                <a:lnTo>
                  <a:pt x="820" y="3134"/>
                </a:lnTo>
                <a:lnTo>
                  <a:pt x="859" y="3134"/>
                </a:lnTo>
                <a:lnTo>
                  <a:pt x="898" y="3134"/>
                </a:lnTo>
                <a:lnTo>
                  <a:pt x="937" y="3134"/>
                </a:lnTo>
                <a:lnTo>
                  <a:pt x="976" y="3134"/>
                </a:lnTo>
                <a:lnTo>
                  <a:pt x="1015" y="3134"/>
                </a:lnTo>
                <a:lnTo>
                  <a:pt x="1054" y="3134"/>
                </a:lnTo>
                <a:lnTo>
                  <a:pt x="1094" y="3134"/>
                </a:lnTo>
                <a:lnTo>
                  <a:pt x="1133" y="3134"/>
                </a:lnTo>
                <a:lnTo>
                  <a:pt x="1172" y="3134"/>
                </a:lnTo>
                <a:lnTo>
                  <a:pt x="1211" y="3134"/>
                </a:lnTo>
                <a:lnTo>
                  <a:pt x="1250" y="3134"/>
                </a:lnTo>
                <a:lnTo>
                  <a:pt x="1289" y="3134"/>
                </a:lnTo>
                <a:lnTo>
                  <a:pt x="1328" y="3134"/>
                </a:lnTo>
                <a:lnTo>
                  <a:pt x="1367" y="3134"/>
                </a:lnTo>
                <a:lnTo>
                  <a:pt x="1406" y="3134"/>
                </a:lnTo>
                <a:lnTo>
                  <a:pt x="1445" y="3134"/>
                </a:lnTo>
                <a:lnTo>
                  <a:pt x="1484" y="3134"/>
                </a:lnTo>
                <a:lnTo>
                  <a:pt x="1523" y="3134"/>
                </a:lnTo>
                <a:lnTo>
                  <a:pt x="1562" y="3134"/>
                </a:lnTo>
                <a:lnTo>
                  <a:pt x="1601" y="3134"/>
                </a:lnTo>
                <a:lnTo>
                  <a:pt x="1640" y="3134"/>
                </a:lnTo>
                <a:lnTo>
                  <a:pt x="1679" y="3134"/>
                </a:lnTo>
                <a:lnTo>
                  <a:pt x="1718" y="3134"/>
                </a:lnTo>
                <a:lnTo>
                  <a:pt x="1757" y="3134"/>
                </a:lnTo>
                <a:lnTo>
                  <a:pt x="1796" y="3134"/>
                </a:lnTo>
                <a:lnTo>
                  <a:pt x="1835" y="3134"/>
                </a:lnTo>
                <a:lnTo>
                  <a:pt x="1875" y="3134"/>
                </a:lnTo>
                <a:lnTo>
                  <a:pt x="1914" y="3134"/>
                </a:lnTo>
                <a:lnTo>
                  <a:pt x="1953" y="3134"/>
                </a:lnTo>
                <a:lnTo>
                  <a:pt x="1992" y="3134"/>
                </a:lnTo>
                <a:lnTo>
                  <a:pt x="2031" y="3134"/>
                </a:lnTo>
                <a:lnTo>
                  <a:pt x="2070" y="3134"/>
                </a:lnTo>
                <a:lnTo>
                  <a:pt x="2109" y="3134"/>
                </a:lnTo>
                <a:lnTo>
                  <a:pt x="2148" y="3134"/>
                </a:lnTo>
                <a:lnTo>
                  <a:pt x="2187" y="3134"/>
                </a:lnTo>
                <a:lnTo>
                  <a:pt x="2226" y="3134"/>
                </a:lnTo>
                <a:lnTo>
                  <a:pt x="2265" y="3134"/>
                </a:lnTo>
                <a:lnTo>
                  <a:pt x="2304" y="3134"/>
                </a:lnTo>
                <a:lnTo>
                  <a:pt x="2343" y="3134"/>
                </a:lnTo>
                <a:lnTo>
                  <a:pt x="2382" y="3134"/>
                </a:lnTo>
                <a:lnTo>
                  <a:pt x="2422" y="3134"/>
                </a:lnTo>
                <a:lnTo>
                  <a:pt x="2461" y="3134"/>
                </a:lnTo>
                <a:lnTo>
                  <a:pt x="2500" y="3134"/>
                </a:lnTo>
                <a:lnTo>
                  <a:pt x="2539" y="3134"/>
                </a:lnTo>
                <a:lnTo>
                  <a:pt x="2578" y="3134"/>
                </a:lnTo>
                <a:lnTo>
                  <a:pt x="2617" y="3134"/>
                </a:lnTo>
                <a:lnTo>
                  <a:pt x="2657" y="3134"/>
                </a:lnTo>
                <a:lnTo>
                  <a:pt x="2696" y="3134"/>
                </a:lnTo>
                <a:lnTo>
                  <a:pt x="2735" y="3134"/>
                </a:lnTo>
                <a:lnTo>
                  <a:pt x="2774" y="3134"/>
                </a:lnTo>
                <a:lnTo>
                  <a:pt x="2813" y="3134"/>
                </a:lnTo>
                <a:lnTo>
                  <a:pt x="2852" y="3134"/>
                </a:lnTo>
                <a:lnTo>
                  <a:pt x="2891" y="3134"/>
                </a:lnTo>
                <a:lnTo>
                  <a:pt x="2930" y="3134"/>
                </a:lnTo>
                <a:lnTo>
                  <a:pt x="2969" y="3134"/>
                </a:lnTo>
                <a:lnTo>
                  <a:pt x="3008" y="3134"/>
                </a:lnTo>
                <a:lnTo>
                  <a:pt x="3047" y="3134"/>
                </a:lnTo>
                <a:lnTo>
                  <a:pt x="3086" y="3134"/>
                </a:lnTo>
                <a:lnTo>
                  <a:pt x="3125" y="3134"/>
                </a:lnTo>
                <a:lnTo>
                  <a:pt x="3164" y="3134"/>
                </a:lnTo>
                <a:lnTo>
                  <a:pt x="3203" y="3134"/>
                </a:lnTo>
                <a:lnTo>
                  <a:pt x="3242" y="3134"/>
                </a:lnTo>
                <a:lnTo>
                  <a:pt x="3281" y="3134"/>
                </a:lnTo>
                <a:lnTo>
                  <a:pt x="3320" y="3134"/>
                </a:lnTo>
                <a:lnTo>
                  <a:pt x="3359" y="3134"/>
                </a:lnTo>
                <a:lnTo>
                  <a:pt x="3398" y="3134"/>
                </a:lnTo>
                <a:lnTo>
                  <a:pt x="3438" y="3134"/>
                </a:lnTo>
                <a:lnTo>
                  <a:pt x="3477" y="3134"/>
                </a:lnTo>
                <a:lnTo>
                  <a:pt x="3516" y="3134"/>
                </a:lnTo>
                <a:lnTo>
                  <a:pt x="3555" y="3134"/>
                </a:lnTo>
                <a:lnTo>
                  <a:pt x="3594" y="3134"/>
                </a:lnTo>
                <a:lnTo>
                  <a:pt x="3633" y="3134"/>
                </a:lnTo>
                <a:lnTo>
                  <a:pt x="3672" y="3134"/>
                </a:lnTo>
                <a:lnTo>
                  <a:pt x="3711" y="3134"/>
                </a:lnTo>
                <a:lnTo>
                  <a:pt x="3750" y="3134"/>
                </a:lnTo>
                <a:lnTo>
                  <a:pt x="3789" y="3134"/>
                </a:lnTo>
                <a:lnTo>
                  <a:pt x="3828" y="3134"/>
                </a:lnTo>
                <a:lnTo>
                  <a:pt x="3867" y="3134"/>
                </a:lnTo>
                <a:lnTo>
                  <a:pt x="3906" y="3134"/>
                </a:lnTo>
                <a:lnTo>
                  <a:pt x="3945" y="3134"/>
                </a:lnTo>
                <a:lnTo>
                  <a:pt x="3984" y="3134"/>
                </a:lnTo>
                <a:lnTo>
                  <a:pt x="4023" y="3134"/>
                </a:lnTo>
                <a:lnTo>
                  <a:pt x="4062" y="3134"/>
                </a:lnTo>
                <a:lnTo>
                  <a:pt x="4101" y="3134"/>
                </a:lnTo>
                <a:lnTo>
                  <a:pt x="4140" y="3134"/>
                </a:lnTo>
                <a:lnTo>
                  <a:pt x="4179" y="3134"/>
                </a:lnTo>
                <a:lnTo>
                  <a:pt x="4219" y="3134"/>
                </a:lnTo>
                <a:lnTo>
                  <a:pt x="4258" y="3134"/>
                </a:lnTo>
                <a:lnTo>
                  <a:pt x="4297" y="3134"/>
                </a:lnTo>
                <a:lnTo>
                  <a:pt x="4336" y="3134"/>
                </a:lnTo>
                <a:lnTo>
                  <a:pt x="4375" y="3134"/>
                </a:lnTo>
                <a:lnTo>
                  <a:pt x="4414" y="3134"/>
                </a:lnTo>
                <a:lnTo>
                  <a:pt x="4453" y="3134"/>
                </a:lnTo>
                <a:lnTo>
                  <a:pt x="4492" y="3134"/>
                </a:lnTo>
                <a:lnTo>
                  <a:pt x="4531" y="3134"/>
                </a:lnTo>
                <a:lnTo>
                  <a:pt x="4570" y="3134"/>
                </a:lnTo>
                <a:lnTo>
                  <a:pt x="4609" y="3134"/>
                </a:lnTo>
                <a:lnTo>
                  <a:pt x="4648" y="3134"/>
                </a:lnTo>
                <a:lnTo>
                  <a:pt x="4687" y="3134"/>
                </a:lnTo>
                <a:lnTo>
                  <a:pt x="4726" y="3134"/>
                </a:lnTo>
                <a:lnTo>
                  <a:pt x="4765" y="3134"/>
                </a:lnTo>
                <a:lnTo>
                  <a:pt x="4804" y="3134"/>
                </a:lnTo>
                <a:lnTo>
                  <a:pt x="4843" y="3134"/>
                </a:lnTo>
                <a:lnTo>
                  <a:pt x="4882" y="3134"/>
                </a:lnTo>
                <a:lnTo>
                  <a:pt x="4921" y="3134"/>
                </a:lnTo>
                <a:lnTo>
                  <a:pt x="4960" y="3134"/>
                </a:lnTo>
                <a:lnTo>
                  <a:pt x="4999" y="3134"/>
                </a:lnTo>
                <a:lnTo>
                  <a:pt x="5039" y="3134"/>
                </a:lnTo>
                <a:lnTo>
                  <a:pt x="5078" y="3134"/>
                </a:lnTo>
                <a:lnTo>
                  <a:pt x="5117" y="3134"/>
                </a:lnTo>
                <a:lnTo>
                  <a:pt x="5156" y="3134"/>
                </a:lnTo>
                <a:lnTo>
                  <a:pt x="5195" y="3134"/>
                </a:lnTo>
                <a:lnTo>
                  <a:pt x="5234" y="3134"/>
                </a:lnTo>
                <a:lnTo>
                  <a:pt x="5273" y="3134"/>
                </a:lnTo>
                <a:lnTo>
                  <a:pt x="5312" y="3134"/>
                </a:lnTo>
                <a:lnTo>
                  <a:pt x="5351" y="3134"/>
                </a:lnTo>
                <a:lnTo>
                  <a:pt x="5390" y="3134"/>
                </a:lnTo>
                <a:lnTo>
                  <a:pt x="5429" y="3134"/>
                </a:lnTo>
                <a:lnTo>
                  <a:pt x="5468" y="3134"/>
                </a:lnTo>
                <a:lnTo>
                  <a:pt x="5507" y="3134"/>
                </a:lnTo>
                <a:lnTo>
                  <a:pt x="5546" y="3134"/>
                </a:lnTo>
                <a:lnTo>
                  <a:pt x="5585" y="3134"/>
                </a:lnTo>
                <a:lnTo>
                  <a:pt x="5624" y="3134"/>
                </a:lnTo>
                <a:lnTo>
                  <a:pt x="5663" y="3134"/>
                </a:lnTo>
                <a:lnTo>
                  <a:pt x="5702" y="3134"/>
                </a:lnTo>
                <a:lnTo>
                  <a:pt x="5741" y="3134"/>
                </a:lnTo>
                <a:lnTo>
                  <a:pt x="5780" y="3134"/>
                </a:lnTo>
                <a:lnTo>
                  <a:pt x="5820" y="3134"/>
                </a:lnTo>
                <a:lnTo>
                  <a:pt x="5859" y="3134"/>
                </a:lnTo>
                <a:lnTo>
                  <a:pt x="5898" y="3134"/>
                </a:lnTo>
                <a:lnTo>
                  <a:pt x="5937" y="3134"/>
                </a:lnTo>
                <a:lnTo>
                  <a:pt x="5976" y="3134"/>
                </a:lnTo>
                <a:lnTo>
                  <a:pt x="6015" y="3134"/>
                </a:lnTo>
                <a:lnTo>
                  <a:pt x="6054" y="3134"/>
                </a:lnTo>
                <a:lnTo>
                  <a:pt x="6093" y="3134"/>
                </a:lnTo>
                <a:lnTo>
                  <a:pt x="6132" y="3134"/>
                </a:lnTo>
                <a:lnTo>
                  <a:pt x="6171" y="3134"/>
                </a:lnTo>
                <a:lnTo>
                  <a:pt x="6210" y="3134"/>
                </a:lnTo>
                <a:lnTo>
                  <a:pt x="6249" y="3134"/>
                </a:lnTo>
                <a:lnTo>
                  <a:pt x="6288" y="3134"/>
                </a:lnTo>
                <a:lnTo>
                  <a:pt x="6327" y="3134"/>
                </a:lnTo>
                <a:lnTo>
                  <a:pt x="6366" y="3134"/>
                </a:lnTo>
                <a:lnTo>
                  <a:pt x="6405" y="3134"/>
                </a:lnTo>
                <a:lnTo>
                  <a:pt x="6444" y="3134"/>
                </a:lnTo>
                <a:lnTo>
                  <a:pt x="6483" y="3134"/>
                </a:lnTo>
                <a:lnTo>
                  <a:pt x="6522" y="3134"/>
                </a:lnTo>
                <a:lnTo>
                  <a:pt x="6561" y="3134"/>
                </a:lnTo>
                <a:lnTo>
                  <a:pt x="6601" y="3134"/>
                </a:lnTo>
                <a:lnTo>
                  <a:pt x="6640" y="3134"/>
                </a:lnTo>
                <a:lnTo>
                  <a:pt x="6679" y="3134"/>
                </a:lnTo>
                <a:lnTo>
                  <a:pt x="6718" y="3134"/>
                </a:lnTo>
                <a:lnTo>
                  <a:pt x="6757" y="3134"/>
                </a:lnTo>
                <a:lnTo>
                  <a:pt x="6796" y="3134"/>
                </a:lnTo>
                <a:lnTo>
                  <a:pt x="6835" y="3134"/>
                </a:lnTo>
                <a:lnTo>
                  <a:pt x="6874" y="3134"/>
                </a:lnTo>
                <a:lnTo>
                  <a:pt x="6913" y="3134"/>
                </a:lnTo>
                <a:lnTo>
                  <a:pt x="6952" y="3134"/>
                </a:lnTo>
                <a:lnTo>
                  <a:pt x="6991" y="3134"/>
                </a:lnTo>
                <a:lnTo>
                  <a:pt x="7030" y="3134"/>
                </a:lnTo>
                <a:lnTo>
                  <a:pt x="7069" y="3134"/>
                </a:lnTo>
                <a:lnTo>
                  <a:pt x="7108" y="3134"/>
                </a:lnTo>
                <a:lnTo>
                  <a:pt x="7147" y="3134"/>
                </a:lnTo>
                <a:lnTo>
                  <a:pt x="7186" y="3134"/>
                </a:lnTo>
                <a:lnTo>
                  <a:pt x="7225" y="3134"/>
                </a:lnTo>
                <a:lnTo>
                  <a:pt x="7264" y="3134"/>
                </a:lnTo>
                <a:lnTo>
                  <a:pt x="7303" y="3134"/>
                </a:lnTo>
                <a:lnTo>
                  <a:pt x="7342" y="3134"/>
                </a:lnTo>
                <a:lnTo>
                  <a:pt x="7382" y="3134"/>
                </a:lnTo>
                <a:lnTo>
                  <a:pt x="7421" y="3134"/>
                </a:lnTo>
                <a:lnTo>
                  <a:pt x="7460" y="3134"/>
                </a:lnTo>
                <a:lnTo>
                  <a:pt x="7499" y="3134"/>
                </a:lnTo>
                <a:lnTo>
                  <a:pt x="7538" y="3134"/>
                </a:lnTo>
                <a:lnTo>
                  <a:pt x="7577" y="3134"/>
                </a:lnTo>
                <a:lnTo>
                  <a:pt x="7616" y="3134"/>
                </a:lnTo>
                <a:lnTo>
                  <a:pt x="7655" y="3134"/>
                </a:lnTo>
                <a:lnTo>
                  <a:pt x="7694" y="3134"/>
                </a:lnTo>
                <a:lnTo>
                  <a:pt x="7733" y="3134"/>
                </a:lnTo>
                <a:lnTo>
                  <a:pt x="7772" y="3134"/>
                </a:lnTo>
                <a:lnTo>
                  <a:pt x="7772" y="3130"/>
                </a:lnTo>
                <a:lnTo>
                  <a:pt x="7733" y="3129"/>
                </a:lnTo>
                <a:lnTo>
                  <a:pt x="7694" y="3128"/>
                </a:lnTo>
                <a:lnTo>
                  <a:pt x="7655" y="3127"/>
                </a:lnTo>
                <a:lnTo>
                  <a:pt x="7616" y="3125"/>
                </a:lnTo>
                <a:lnTo>
                  <a:pt x="7577" y="3123"/>
                </a:lnTo>
                <a:lnTo>
                  <a:pt x="7538" y="3121"/>
                </a:lnTo>
                <a:lnTo>
                  <a:pt x="7499" y="3119"/>
                </a:lnTo>
                <a:lnTo>
                  <a:pt x="7460" y="3116"/>
                </a:lnTo>
                <a:lnTo>
                  <a:pt x="7421" y="3113"/>
                </a:lnTo>
                <a:lnTo>
                  <a:pt x="7382" y="3110"/>
                </a:lnTo>
                <a:lnTo>
                  <a:pt x="7342" y="3106"/>
                </a:lnTo>
                <a:lnTo>
                  <a:pt x="7303" y="3102"/>
                </a:lnTo>
                <a:lnTo>
                  <a:pt x="7264" y="3097"/>
                </a:lnTo>
                <a:lnTo>
                  <a:pt x="7225" y="3091"/>
                </a:lnTo>
                <a:lnTo>
                  <a:pt x="7186" y="3085"/>
                </a:lnTo>
                <a:lnTo>
                  <a:pt x="7147" y="3078"/>
                </a:lnTo>
                <a:lnTo>
                  <a:pt x="7108" y="3071"/>
                </a:lnTo>
                <a:lnTo>
                  <a:pt x="7069" y="3062"/>
                </a:lnTo>
                <a:lnTo>
                  <a:pt x="7030" y="3053"/>
                </a:lnTo>
                <a:lnTo>
                  <a:pt x="6991" y="3044"/>
                </a:lnTo>
                <a:lnTo>
                  <a:pt x="6952" y="3033"/>
                </a:lnTo>
                <a:lnTo>
                  <a:pt x="6913" y="3022"/>
                </a:lnTo>
                <a:lnTo>
                  <a:pt x="6874" y="3010"/>
                </a:lnTo>
                <a:lnTo>
                  <a:pt x="6835" y="2997"/>
                </a:lnTo>
                <a:lnTo>
                  <a:pt x="6796" y="2983"/>
                </a:lnTo>
                <a:lnTo>
                  <a:pt x="6757" y="2968"/>
                </a:lnTo>
                <a:lnTo>
                  <a:pt x="6718" y="2953"/>
                </a:lnTo>
                <a:lnTo>
                  <a:pt x="6679" y="2937"/>
                </a:lnTo>
                <a:lnTo>
                  <a:pt x="6640" y="2920"/>
                </a:lnTo>
                <a:lnTo>
                  <a:pt x="6601" y="2903"/>
                </a:lnTo>
                <a:lnTo>
                  <a:pt x="6561" y="2885"/>
                </a:lnTo>
                <a:lnTo>
                  <a:pt x="6522" y="2867"/>
                </a:lnTo>
                <a:lnTo>
                  <a:pt x="6483" y="2848"/>
                </a:lnTo>
                <a:lnTo>
                  <a:pt x="6444" y="2829"/>
                </a:lnTo>
                <a:lnTo>
                  <a:pt x="6405" y="2810"/>
                </a:lnTo>
                <a:lnTo>
                  <a:pt x="6366" y="2791"/>
                </a:lnTo>
                <a:lnTo>
                  <a:pt x="6327" y="2771"/>
                </a:lnTo>
                <a:lnTo>
                  <a:pt x="6288" y="2751"/>
                </a:lnTo>
                <a:lnTo>
                  <a:pt x="6249" y="2732"/>
                </a:lnTo>
                <a:lnTo>
                  <a:pt x="6210" y="2712"/>
                </a:lnTo>
                <a:lnTo>
                  <a:pt x="6171" y="2692"/>
                </a:lnTo>
                <a:lnTo>
                  <a:pt x="6132" y="2672"/>
                </a:lnTo>
                <a:lnTo>
                  <a:pt x="6093" y="2652"/>
                </a:lnTo>
                <a:lnTo>
                  <a:pt x="6054" y="2633"/>
                </a:lnTo>
                <a:lnTo>
                  <a:pt x="6015" y="2613"/>
                </a:lnTo>
                <a:lnTo>
                  <a:pt x="5976" y="2593"/>
                </a:lnTo>
                <a:lnTo>
                  <a:pt x="5937" y="2573"/>
                </a:lnTo>
                <a:lnTo>
                  <a:pt x="5898" y="2552"/>
                </a:lnTo>
                <a:lnTo>
                  <a:pt x="5859" y="2531"/>
                </a:lnTo>
                <a:lnTo>
                  <a:pt x="5820" y="2510"/>
                </a:lnTo>
                <a:lnTo>
                  <a:pt x="5780" y="2488"/>
                </a:lnTo>
                <a:lnTo>
                  <a:pt x="5741" y="2465"/>
                </a:lnTo>
                <a:lnTo>
                  <a:pt x="5702" y="2441"/>
                </a:lnTo>
                <a:lnTo>
                  <a:pt x="5663" y="2416"/>
                </a:lnTo>
                <a:lnTo>
                  <a:pt x="5624" y="2390"/>
                </a:lnTo>
                <a:lnTo>
                  <a:pt x="5585" y="2362"/>
                </a:lnTo>
                <a:lnTo>
                  <a:pt x="5546" y="2332"/>
                </a:lnTo>
                <a:lnTo>
                  <a:pt x="5507" y="2301"/>
                </a:lnTo>
                <a:lnTo>
                  <a:pt x="5468" y="2268"/>
                </a:lnTo>
                <a:lnTo>
                  <a:pt x="5429" y="2233"/>
                </a:lnTo>
                <a:lnTo>
                  <a:pt x="5390" y="2195"/>
                </a:lnTo>
                <a:lnTo>
                  <a:pt x="5351" y="2155"/>
                </a:lnTo>
                <a:lnTo>
                  <a:pt x="5312" y="2113"/>
                </a:lnTo>
                <a:lnTo>
                  <a:pt x="5273" y="2069"/>
                </a:lnTo>
                <a:lnTo>
                  <a:pt x="5234" y="2022"/>
                </a:lnTo>
                <a:lnTo>
                  <a:pt x="5195" y="1973"/>
                </a:lnTo>
                <a:lnTo>
                  <a:pt x="5156" y="1921"/>
                </a:lnTo>
                <a:lnTo>
                  <a:pt x="5117" y="1867"/>
                </a:lnTo>
                <a:lnTo>
                  <a:pt x="5078" y="1811"/>
                </a:lnTo>
                <a:lnTo>
                  <a:pt x="5039" y="1752"/>
                </a:lnTo>
                <a:lnTo>
                  <a:pt x="4999" y="1692"/>
                </a:lnTo>
                <a:lnTo>
                  <a:pt x="4960" y="1630"/>
                </a:lnTo>
                <a:lnTo>
                  <a:pt x="4921" y="1566"/>
                </a:lnTo>
                <a:lnTo>
                  <a:pt x="4882" y="1501"/>
                </a:lnTo>
                <a:lnTo>
                  <a:pt x="4843" y="1434"/>
                </a:lnTo>
                <a:lnTo>
                  <a:pt x="4804" y="1367"/>
                </a:lnTo>
                <a:lnTo>
                  <a:pt x="4765" y="1298"/>
                </a:lnTo>
                <a:lnTo>
                  <a:pt x="4726" y="1229"/>
                </a:lnTo>
                <a:lnTo>
                  <a:pt x="4687" y="1160"/>
                </a:lnTo>
                <a:lnTo>
                  <a:pt x="4648" y="1091"/>
                </a:lnTo>
                <a:lnTo>
                  <a:pt x="4609" y="1022"/>
                </a:lnTo>
                <a:lnTo>
                  <a:pt x="4570" y="954"/>
                </a:lnTo>
                <a:lnTo>
                  <a:pt x="4531" y="885"/>
                </a:lnTo>
                <a:lnTo>
                  <a:pt x="4492" y="819"/>
                </a:lnTo>
                <a:lnTo>
                  <a:pt x="4453" y="754"/>
                </a:lnTo>
                <a:lnTo>
                  <a:pt x="4414" y="690"/>
                </a:lnTo>
                <a:lnTo>
                  <a:pt x="4375" y="628"/>
                </a:lnTo>
                <a:lnTo>
                  <a:pt x="4336" y="568"/>
                </a:lnTo>
                <a:lnTo>
                  <a:pt x="4297" y="511"/>
                </a:lnTo>
                <a:lnTo>
                  <a:pt x="4258" y="456"/>
                </a:lnTo>
                <a:lnTo>
                  <a:pt x="4219" y="403"/>
                </a:lnTo>
                <a:lnTo>
                  <a:pt x="4179" y="353"/>
                </a:lnTo>
                <a:lnTo>
                  <a:pt x="4140" y="306"/>
                </a:lnTo>
                <a:lnTo>
                  <a:pt x="4101" y="262"/>
                </a:lnTo>
                <a:lnTo>
                  <a:pt x="4062" y="222"/>
                </a:lnTo>
                <a:lnTo>
                  <a:pt x="4023" y="184"/>
                </a:lnTo>
                <a:lnTo>
                  <a:pt x="3984" y="150"/>
                </a:lnTo>
                <a:lnTo>
                  <a:pt x="3945" y="120"/>
                </a:lnTo>
                <a:lnTo>
                  <a:pt x="3906" y="92"/>
                </a:lnTo>
                <a:lnTo>
                  <a:pt x="3867" y="69"/>
                </a:lnTo>
                <a:lnTo>
                  <a:pt x="3828" y="49"/>
                </a:lnTo>
                <a:lnTo>
                  <a:pt x="3789" y="32"/>
                </a:lnTo>
                <a:lnTo>
                  <a:pt x="3750" y="19"/>
                </a:lnTo>
                <a:lnTo>
                  <a:pt x="3711" y="9"/>
                </a:lnTo>
                <a:lnTo>
                  <a:pt x="3672" y="3"/>
                </a:lnTo>
                <a:lnTo>
                  <a:pt x="3633" y="0"/>
                </a:lnTo>
                <a:lnTo>
                  <a:pt x="3594" y="1"/>
                </a:lnTo>
                <a:lnTo>
                  <a:pt x="3555" y="4"/>
                </a:lnTo>
                <a:lnTo>
                  <a:pt x="3516" y="11"/>
                </a:lnTo>
                <a:lnTo>
                  <a:pt x="3477" y="21"/>
                </a:lnTo>
                <a:lnTo>
                  <a:pt x="3438" y="33"/>
                </a:lnTo>
                <a:lnTo>
                  <a:pt x="3398" y="48"/>
                </a:lnTo>
                <a:lnTo>
                  <a:pt x="3359" y="66"/>
                </a:lnTo>
                <a:lnTo>
                  <a:pt x="3320" y="86"/>
                </a:lnTo>
                <a:lnTo>
                  <a:pt x="3281" y="109"/>
                </a:lnTo>
                <a:lnTo>
                  <a:pt x="3242" y="134"/>
                </a:lnTo>
                <a:lnTo>
                  <a:pt x="3203" y="161"/>
                </a:lnTo>
                <a:lnTo>
                  <a:pt x="3164" y="190"/>
                </a:lnTo>
                <a:lnTo>
                  <a:pt x="3125" y="220"/>
                </a:lnTo>
                <a:lnTo>
                  <a:pt x="3086" y="253"/>
                </a:lnTo>
                <a:lnTo>
                  <a:pt x="3047" y="287"/>
                </a:lnTo>
                <a:lnTo>
                  <a:pt x="3008" y="323"/>
                </a:lnTo>
                <a:lnTo>
                  <a:pt x="2969" y="361"/>
                </a:lnTo>
                <a:lnTo>
                  <a:pt x="2930" y="400"/>
                </a:lnTo>
                <a:lnTo>
                  <a:pt x="2891" y="441"/>
                </a:lnTo>
                <a:lnTo>
                  <a:pt x="2852" y="484"/>
                </a:lnTo>
                <a:lnTo>
                  <a:pt x="2813" y="527"/>
                </a:lnTo>
                <a:lnTo>
                  <a:pt x="2774" y="573"/>
                </a:lnTo>
                <a:lnTo>
                  <a:pt x="2735" y="620"/>
                </a:lnTo>
                <a:lnTo>
                  <a:pt x="2696" y="668"/>
                </a:lnTo>
                <a:lnTo>
                  <a:pt x="2657" y="718"/>
                </a:lnTo>
                <a:lnTo>
                  <a:pt x="2617" y="769"/>
                </a:lnTo>
                <a:lnTo>
                  <a:pt x="2578" y="821"/>
                </a:lnTo>
                <a:lnTo>
                  <a:pt x="2539" y="875"/>
                </a:lnTo>
                <a:lnTo>
                  <a:pt x="2500" y="931"/>
                </a:lnTo>
                <a:lnTo>
                  <a:pt x="2461" y="988"/>
                </a:lnTo>
                <a:lnTo>
                  <a:pt x="2422" y="1046"/>
                </a:lnTo>
                <a:lnTo>
                  <a:pt x="2382" y="1105"/>
                </a:lnTo>
                <a:lnTo>
                  <a:pt x="2343" y="1165"/>
                </a:lnTo>
                <a:lnTo>
                  <a:pt x="2304" y="1226"/>
                </a:lnTo>
                <a:lnTo>
                  <a:pt x="2265" y="1287"/>
                </a:lnTo>
                <a:lnTo>
                  <a:pt x="2226" y="1350"/>
                </a:lnTo>
                <a:lnTo>
                  <a:pt x="2187" y="1413"/>
                </a:lnTo>
                <a:lnTo>
                  <a:pt x="2148" y="1477"/>
                </a:lnTo>
                <a:lnTo>
                  <a:pt x="2109" y="1541"/>
                </a:lnTo>
                <a:lnTo>
                  <a:pt x="2070" y="1605"/>
                </a:lnTo>
                <a:lnTo>
                  <a:pt x="2031" y="1669"/>
                </a:lnTo>
                <a:lnTo>
                  <a:pt x="1992" y="1733"/>
                </a:lnTo>
                <a:lnTo>
                  <a:pt x="1953" y="1797"/>
                </a:lnTo>
                <a:lnTo>
                  <a:pt x="1914" y="1860"/>
                </a:lnTo>
                <a:lnTo>
                  <a:pt x="1875" y="1922"/>
                </a:lnTo>
                <a:lnTo>
                  <a:pt x="1835" y="1984"/>
                </a:lnTo>
                <a:lnTo>
                  <a:pt x="1796" y="2045"/>
                </a:lnTo>
                <a:lnTo>
                  <a:pt x="1757" y="2104"/>
                </a:lnTo>
                <a:lnTo>
                  <a:pt x="1718" y="2163"/>
                </a:lnTo>
                <a:lnTo>
                  <a:pt x="1679" y="2220"/>
                </a:lnTo>
                <a:lnTo>
                  <a:pt x="1640" y="2276"/>
                </a:lnTo>
                <a:lnTo>
                  <a:pt x="1601" y="2330"/>
                </a:lnTo>
                <a:lnTo>
                  <a:pt x="1562" y="2382"/>
                </a:lnTo>
                <a:lnTo>
                  <a:pt x="1523" y="2433"/>
                </a:lnTo>
                <a:lnTo>
                  <a:pt x="1484" y="2481"/>
                </a:lnTo>
                <a:lnTo>
                  <a:pt x="1445" y="2528"/>
                </a:lnTo>
                <a:lnTo>
                  <a:pt x="1406" y="2573"/>
                </a:lnTo>
                <a:lnTo>
                  <a:pt x="1367" y="2616"/>
                </a:lnTo>
                <a:lnTo>
                  <a:pt x="1328" y="2657"/>
                </a:lnTo>
                <a:lnTo>
                  <a:pt x="1289" y="2695"/>
                </a:lnTo>
                <a:lnTo>
                  <a:pt x="1250" y="2732"/>
                </a:lnTo>
                <a:lnTo>
                  <a:pt x="1211" y="2767"/>
                </a:lnTo>
                <a:lnTo>
                  <a:pt x="1172" y="2799"/>
                </a:lnTo>
                <a:lnTo>
                  <a:pt x="1133" y="2830"/>
                </a:lnTo>
                <a:lnTo>
                  <a:pt x="1094" y="2858"/>
                </a:lnTo>
                <a:lnTo>
                  <a:pt x="1054" y="2885"/>
                </a:lnTo>
                <a:lnTo>
                  <a:pt x="1015" y="2909"/>
                </a:lnTo>
                <a:lnTo>
                  <a:pt x="976" y="2932"/>
                </a:lnTo>
                <a:lnTo>
                  <a:pt x="937" y="2953"/>
                </a:lnTo>
                <a:lnTo>
                  <a:pt x="898" y="2973"/>
                </a:lnTo>
                <a:lnTo>
                  <a:pt x="859" y="2990"/>
                </a:lnTo>
                <a:lnTo>
                  <a:pt x="820" y="3007"/>
                </a:lnTo>
                <a:lnTo>
                  <a:pt x="781" y="3021"/>
                </a:lnTo>
                <a:lnTo>
                  <a:pt x="742" y="3035"/>
                </a:lnTo>
                <a:lnTo>
                  <a:pt x="703" y="3047"/>
                </a:lnTo>
                <a:lnTo>
                  <a:pt x="664" y="3058"/>
                </a:lnTo>
                <a:lnTo>
                  <a:pt x="625" y="3067"/>
                </a:lnTo>
                <a:lnTo>
                  <a:pt x="586" y="3076"/>
                </a:lnTo>
                <a:lnTo>
                  <a:pt x="547" y="3084"/>
                </a:lnTo>
                <a:lnTo>
                  <a:pt x="508" y="3091"/>
                </a:lnTo>
                <a:lnTo>
                  <a:pt x="469" y="3097"/>
                </a:lnTo>
                <a:lnTo>
                  <a:pt x="430" y="3102"/>
                </a:lnTo>
                <a:lnTo>
                  <a:pt x="391" y="3107"/>
                </a:lnTo>
                <a:lnTo>
                  <a:pt x="352" y="3111"/>
                </a:lnTo>
                <a:lnTo>
                  <a:pt x="313" y="3114"/>
                </a:lnTo>
                <a:lnTo>
                  <a:pt x="273" y="3117"/>
                </a:lnTo>
                <a:lnTo>
                  <a:pt x="234" y="3120"/>
                </a:lnTo>
                <a:lnTo>
                  <a:pt x="195" y="3122"/>
                </a:lnTo>
                <a:lnTo>
                  <a:pt x="156" y="3124"/>
                </a:lnTo>
                <a:lnTo>
                  <a:pt x="117" y="3126"/>
                </a:lnTo>
                <a:lnTo>
                  <a:pt x="78" y="3127"/>
                </a:lnTo>
                <a:lnTo>
                  <a:pt x="39" y="3128"/>
                </a:lnTo>
                <a:lnTo>
                  <a:pt x="0" y="3129"/>
                </a:lnTo>
                <a:close/>
              </a:path>
            </a:pathLst>
          </a:custGeom>
          <a:solidFill>
            <a:srgbClr val="c53e1f">
              <a:alpha val="45000"/>
            </a:srgbClr>
          </a:solidFill>
          <a:ln w="20160">
            <a:solidFill>
              <a:srgbClr val="c53e1f">
                <a:alpha val="45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 flipV="1">
            <a:off x="277200" y="91440"/>
            <a:ext cx="0" cy="12722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>
            <a:off x="4311360" y="1427400"/>
            <a:ext cx="1281240" cy="3944880"/>
          </a:xfrm>
          <a:custGeom>
            <a:avLst/>
            <a:gdLst/>
            <a:ahLst/>
            <a:rect l="0" t="0" r="r" b="b"/>
            <a:pathLst>
              <a:path w="3559" h="10958">
                <a:moveTo>
                  <a:pt x="0" y="10958"/>
                </a:moveTo>
                <a:lnTo>
                  <a:pt x="3559" y="10958"/>
                </a:lnTo>
                <a:lnTo>
                  <a:pt x="3559" y="0"/>
                </a:lnTo>
                <a:lnTo>
                  <a:pt x="0" y="0"/>
                </a:lnTo>
                <a:lnTo>
                  <a:pt x="0" y="1095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3" name=""/>
          <p:cNvSpPr txBox="1"/>
          <p:nvPr/>
        </p:nvSpPr>
        <p:spPr>
          <a:xfrm rot="16200000">
            <a:off x="-84240" y="653760"/>
            <a:ext cx="482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Density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4" name=""/>
          <p:cNvSpPr txBox="1"/>
          <p:nvPr/>
        </p:nvSpPr>
        <p:spPr>
          <a:xfrm>
            <a:off x="4710240" y="5401440"/>
            <a:ext cx="482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Density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4311360" y="1509480"/>
            <a:ext cx="872640" cy="3780720"/>
          </a:xfrm>
          <a:custGeom>
            <a:avLst/>
            <a:gdLst/>
            <a:ahLst/>
            <a:rect l="0" t="0" r="r" b="b"/>
            <a:pathLst>
              <a:path w="2424" h="10502">
                <a:moveTo>
                  <a:pt x="6" y="10502"/>
                </a:moveTo>
                <a:lnTo>
                  <a:pt x="0" y="10502"/>
                </a:lnTo>
                <a:lnTo>
                  <a:pt x="0" y="10449"/>
                </a:lnTo>
                <a:lnTo>
                  <a:pt x="0" y="10396"/>
                </a:lnTo>
                <a:lnTo>
                  <a:pt x="0" y="10343"/>
                </a:lnTo>
                <a:lnTo>
                  <a:pt x="0" y="10291"/>
                </a:lnTo>
                <a:lnTo>
                  <a:pt x="0" y="10238"/>
                </a:lnTo>
                <a:lnTo>
                  <a:pt x="0" y="10185"/>
                </a:lnTo>
                <a:lnTo>
                  <a:pt x="0" y="10132"/>
                </a:lnTo>
                <a:lnTo>
                  <a:pt x="0" y="10080"/>
                </a:lnTo>
                <a:lnTo>
                  <a:pt x="0" y="10027"/>
                </a:lnTo>
                <a:lnTo>
                  <a:pt x="0" y="9974"/>
                </a:lnTo>
                <a:lnTo>
                  <a:pt x="0" y="9921"/>
                </a:lnTo>
                <a:lnTo>
                  <a:pt x="0" y="9869"/>
                </a:lnTo>
                <a:lnTo>
                  <a:pt x="0" y="9816"/>
                </a:lnTo>
                <a:lnTo>
                  <a:pt x="0" y="9763"/>
                </a:lnTo>
                <a:lnTo>
                  <a:pt x="0" y="9710"/>
                </a:lnTo>
                <a:lnTo>
                  <a:pt x="0" y="9657"/>
                </a:lnTo>
                <a:lnTo>
                  <a:pt x="0" y="9605"/>
                </a:lnTo>
                <a:lnTo>
                  <a:pt x="0" y="9552"/>
                </a:lnTo>
                <a:lnTo>
                  <a:pt x="0" y="9499"/>
                </a:lnTo>
                <a:lnTo>
                  <a:pt x="0" y="9446"/>
                </a:lnTo>
                <a:lnTo>
                  <a:pt x="0" y="9394"/>
                </a:lnTo>
                <a:lnTo>
                  <a:pt x="0" y="9341"/>
                </a:lnTo>
                <a:lnTo>
                  <a:pt x="0" y="9288"/>
                </a:lnTo>
                <a:lnTo>
                  <a:pt x="0" y="9235"/>
                </a:lnTo>
                <a:lnTo>
                  <a:pt x="0" y="9183"/>
                </a:lnTo>
                <a:lnTo>
                  <a:pt x="0" y="9130"/>
                </a:lnTo>
                <a:lnTo>
                  <a:pt x="0" y="9077"/>
                </a:lnTo>
                <a:lnTo>
                  <a:pt x="0" y="9024"/>
                </a:lnTo>
                <a:lnTo>
                  <a:pt x="0" y="8971"/>
                </a:lnTo>
                <a:lnTo>
                  <a:pt x="0" y="8919"/>
                </a:lnTo>
                <a:lnTo>
                  <a:pt x="0" y="8866"/>
                </a:lnTo>
                <a:lnTo>
                  <a:pt x="0" y="8813"/>
                </a:lnTo>
                <a:lnTo>
                  <a:pt x="0" y="8760"/>
                </a:lnTo>
                <a:lnTo>
                  <a:pt x="0" y="8708"/>
                </a:lnTo>
                <a:lnTo>
                  <a:pt x="0" y="8655"/>
                </a:lnTo>
                <a:lnTo>
                  <a:pt x="0" y="8602"/>
                </a:lnTo>
                <a:lnTo>
                  <a:pt x="0" y="8549"/>
                </a:lnTo>
                <a:lnTo>
                  <a:pt x="0" y="8497"/>
                </a:lnTo>
                <a:lnTo>
                  <a:pt x="0" y="8444"/>
                </a:lnTo>
                <a:lnTo>
                  <a:pt x="0" y="8391"/>
                </a:lnTo>
                <a:lnTo>
                  <a:pt x="0" y="8338"/>
                </a:lnTo>
                <a:lnTo>
                  <a:pt x="0" y="8286"/>
                </a:lnTo>
                <a:lnTo>
                  <a:pt x="0" y="8233"/>
                </a:lnTo>
                <a:lnTo>
                  <a:pt x="0" y="8180"/>
                </a:lnTo>
                <a:lnTo>
                  <a:pt x="0" y="8127"/>
                </a:lnTo>
                <a:lnTo>
                  <a:pt x="0" y="8074"/>
                </a:lnTo>
                <a:lnTo>
                  <a:pt x="0" y="8022"/>
                </a:lnTo>
                <a:lnTo>
                  <a:pt x="0" y="7969"/>
                </a:lnTo>
                <a:lnTo>
                  <a:pt x="0" y="7916"/>
                </a:lnTo>
                <a:lnTo>
                  <a:pt x="0" y="7863"/>
                </a:lnTo>
                <a:lnTo>
                  <a:pt x="0" y="7811"/>
                </a:lnTo>
                <a:lnTo>
                  <a:pt x="0" y="7758"/>
                </a:lnTo>
                <a:lnTo>
                  <a:pt x="0" y="7705"/>
                </a:lnTo>
                <a:lnTo>
                  <a:pt x="0" y="7652"/>
                </a:lnTo>
                <a:lnTo>
                  <a:pt x="0" y="7600"/>
                </a:lnTo>
                <a:lnTo>
                  <a:pt x="0" y="7547"/>
                </a:lnTo>
                <a:lnTo>
                  <a:pt x="0" y="7494"/>
                </a:lnTo>
                <a:lnTo>
                  <a:pt x="0" y="7441"/>
                </a:lnTo>
                <a:lnTo>
                  <a:pt x="0" y="7388"/>
                </a:lnTo>
                <a:lnTo>
                  <a:pt x="0" y="7336"/>
                </a:lnTo>
                <a:lnTo>
                  <a:pt x="0" y="7283"/>
                </a:lnTo>
                <a:lnTo>
                  <a:pt x="0" y="7230"/>
                </a:lnTo>
                <a:lnTo>
                  <a:pt x="0" y="7177"/>
                </a:lnTo>
                <a:lnTo>
                  <a:pt x="0" y="7125"/>
                </a:lnTo>
                <a:lnTo>
                  <a:pt x="0" y="7072"/>
                </a:lnTo>
                <a:lnTo>
                  <a:pt x="0" y="7019"/>
                </a:lnTo>
                <a:lnTo>
                  <a:pt x="0" y="6966"/>
                </a:lnTo>
                <a:lnTo>
                  <a:pt x="0" y="6914"/>
                </a:lnTo>
                <a:lnTo>
                  <a:pt x="0" y="6861"/>
                </a:lnTo>
                <a:lnTo>
                  <a:pt x="0" y="6808"/>
                </a:lnTo>
                <a:lnTo>
                  <a:pt x="0" y="6755"/>
                </a:lnTo>
                <a:lnTo>
                  <a:pt x="0" y="6702"/>
                </a:lnTo>
                <a:lnTo>
                  <a:pt x="0" y="6650"/>
                </a:lnTo>
                <a:lnTo>
                  <a:pt x="0" y="6597"/>
                </a:lnTo>
                <a:lnTo>
                  <a:pt x="0" y="6544"/>
                </a:lnTo>
                <a:lnTo>
                  <a:pt x="0" y="6491"/>
                </a:lnTo>
                <a:lnTo>
                  <a:pt x="0" y="6439"/>
                </a:lnTo>
                <a:lnTo>
                  <a:pt x="0" y="6386"/>
                </a:lnTo>
                <a:lnTo>
                  <a:pt x="0" y="6333"/>
                </a:lnTo>
                <a:lnTo>
                  <a:pt x="0" y="6280"/>
                </a:lnTo>
                <a:lnTo>
                  <a:pt x="0" y="6228"/>
                </a:lnTo>
                <a:lnTo>
                  <a:pt x="0" y="6175"/>
                </a:lnTo>
                <a:lnTo>
                  <a:pt x="0" y="6122"/>
                </a:lnTo>
                <a:lnTo>
                  <a:pt x="0" y="6069"/>
                </a:lnTo>
                <a:lnTo>
                  <a:pt x="0" y="6017"/>
                </a:lnTo>
                <a:lnTo>
                  <a:pt x="0" y="5964"/>
                </a:lnTo>
                <a:lnTo>
                  <a:pt x="0" y="5911"/>
                </a:lnTo>
                <a:lnTo>
                  <a:pt x="0" y="5858"/>
                </a:lnTo>
                <a:lnTo>
                  <a:pt x="0" y="5805"/>
                </a:lnTo>
                <a:lnTo>
                  <a:pt x="0" y="5753"/>
                </a:lnTo>
                <a:lnTo>
                  <a:pt x="0" y="5700"/>
                </a:lnTo>
                <a:lnTo>
                  <a:pt x="0" y="5647"/>
                </a:lnTo>
                <a:lnTo>
                  <a:pt x="0" y="5594"/>
                </a:lnTo>
                <a:lnTo>
                  <a:pt x="0" y="5542"/>
                </a:lnTo>
                <a:lnTo>
                  <a:pt x="0" y="5489"/>
                </a:lnTo>
                <a:lnTo>
                  <a:pt x="0" y="5436"/>
                </a:lnTo>
                <a:lnTo>
                  <a:pt x="0" y="5383"/>
                </a:lnTo>
                <a:lnTo>
                  <a:pt x="0" y="5331"/>
                </a:lnTo>
                <a:lnTo>
                  <a:pt x="0" y="5278"/>
                </a:lnTo>
                <a:lnTo>
                  <a:pt x="0" y="5225"/>
                </a:lnTo>
                <a:lnTo>
                  <a:pt x="0" y="5172"/>
                </a:lnTo>
                <a:lnTo>
                  <a:pt x="0" y="5119"/>
                </a:lnTo>
                <a:lnTo>
                  <a:pt x="0" y="5067"/>
                </a:lnTo>
                <a:lnTo>
                  <a:pt x="0" y="5014"/>
                </a:lnTo>
                <a:lnTo>
                  <a:pt x="0" y="4961"/>
                </a:lnTo>
                <a:lnTo>
                  <a:pt x="0" y="4908"/>
                </a:lnTo>
                <a:lnTo>
                  <a:pt x="0" y="4856"/>
                </a:lnTo>
                <a:lnTo>
                  <a:pt x="0" y="4803"/>
                </a:lnTo>
                <a:lnTo>
                  <a:pt x="0" y="4750"/>
                </a:lnTo>
                <a:lnTo>
                  <a:pt x="0" y="4697"/>
                </a:lnTo>
                <a:lnTo>
                  <a:pt x="0" y="4645"/>
                </a:lnTo>
                <a:lnTo>
                  <a:pt x="0" y="4592"/>
                </a:lnTo>
                <a:lnTo>
                  <a:pt x="0" y="4539"/>
                </a:lnTo>
                <a:lnTo>
                  <a:pt x="0" y="4486"/>
                </a:lnTo>
                <a:lnTo>
                  <a:pt x="0" y="4434"/>
                </a:lnTo>
                <a:lnTo>
                  <a:pt x="0" y="4381"/>
                </a:lnTo>
                <a:lnTo>
                  <a:pt x="0" y="4328"/>
                </a:lnTo>
                <a:lnTo>
                  <a:pt x="0" y="4275"/>
                </a:lnTo>
                <a:lnTo>
                  <a:pt x="0" y="4222"/>
                </a:lnTo>
                <a:lnTo>
                  <a:pt x="0" y="4170"/>
                </a:lnTo>
                <a:lnTo>
                  <a:pt x="0" y="4117"/>
                </a:lnTo>
                <a:lnTo>
                  <a:pt x="0" y="4064"/>
                </a:lnTo>
                <a:lnTo>
                  <a:pt x="0" y="4011"/>
                </a:lnTo>
                <a:lnTo>
                  <a:pt x="0" y="3959"/>
                </a:lnTo>
                <a:lnTo>
                  <a:pt x="0" y="3906"/>
                </a:lnTo>
                <a:lnTo>
                  <a:pt x="0" y="3853"/>
                </a:lnTo>
                <a:lnTo>
                  <a:pt x="0" y="3800"/>
                </a:lnTo>
                <a:lnTo>
                  <a:pt x="0" y="3748"/>
                </a:lnTo>
                <a:lnTo>
                  <a:pt x="0" y="3695"/>
                </a:lnTo>
                <a:lnTo>
                  <a:pt x="0" y="3642"/>
                </a:lnTo>
                <a:lnTo>
                  <a:pt x="0" y="3589"/>
                </a:lnTo>
                <a:lnTo>
                  <a:pt x="0" y="3536"/>
                </a:lnTo>
                <a:lnTo>
                  <a:pt x="0" y="3484"/>
                </a:lnTo>
                <a:lnTo>
                  <a:pt x="0" y="3431"/>
                </a:lnTo>
                <a:lnTo>
                  <a:pt x="0" y="3378"/>
                </a:lnTo>
                <a:lnTo>
                  <a:pt x="0" y="3325"/>
                </a:lnTo>
                <a:lnTo>
                  <a:pt x="0" y="3273"/>
                </a:lnTo>
                <a:lnTo>
                  <a:pt x="0" y="3220"/>
                </a:lnTo>
                <a:lnTo>
                  <a:pt x="0" y="3167"/>
                </a:lnTo>
                <a:lnTo>
                  <a:pt x="0" y="3114"/>
                </a:lnTo>
                <a:lnTo>
                  <a:pt x="0" y="3062"/>
                </a:lnTo>
                <a:lnTo>
                  <a:pt x="0" y="3009"/>
                </a:lnTo>
                <a:lnTo>
                  <a:pt x="0" y="2956"/>
                </a:lnTo>
                <a:lnTo>
                  <a:pt x="0" y="2903"/>
                </a:lnTo>
                <a:lnTo>
                  <a:pt x="0" y="2851"/>
                </a:lnTo>
                <a:lnTo>
                  <a:pt x="0" y="2798"/>
                </a:lnTo>
                <a:lnTo>
                  <a:pt x="0" y="2745"/>
                </a:lnTo>
                <a:lnTo>
                  <a:pt x="0" y="2692"/>
                </a:lnTo>
                <a:lnTo>
                  <a:pt x="0" y="2639"/>
                </a:lnTo>
                <a:lnTo>
                  <a:pt x="0" y="2587"/>
                </a:lnTo>
                <a:lnTo>
                  <a:pt x="0" y="2534"/>
                </a:lnTo>
                <a:lnTo>
                  <a:pt x="0" y="2481"/>
                </a:lnTo>
                <a:lnTo>
                  <a:pt x="0" y="2428"/>
                </a:lnTo>
                <a:lnTo>
                  <a:pt x="0" y="2376"/>
                </a:lnTo>
                <a:lnTo>
                  <a:pt x="0" y="2323"/>
                </a:lnTo>
                <a:lnTo>
                  <a:pt x="0" y="2270"/>
                </a:lnTo>
                <a:lnTo>
                  <a:pt x="0" y="2217"/>
                </a:lnTo>
                <a:lnTo>
                  <a:pt x="0" y="2165"/>
                </a:lnTo>
                <a:lnTo>
                  <a:pt x="0" y="2112"/>
                </a:lnTo>
                <a:lnTo>
                  <a:pt x="0" y="2059"/>
                </a:lnTo>
                <a:lnTo>
                  <a:pt x="0" y="2006"/>
                </a:lnTo>
                <a:lnTo>
                  <a:pt x="0" y="1953"/>
                </a:lnTo>
                <a:lnTo>
                  <a:pt x="0" y="1901"/>
                </a:lnTo>
                <a:lnTo>
                  <a:pt x="0" y="1848"/>
                </a:lnTo>
                <a:lnTo>
                  <a:pt x="0" y="1795"/>
                </a:lnTo>
                <a:lnTo>
                  <a:pt x="0" y="1742"/>
                </a:lnTo>
                <a:lnTo>
                  <a:pt x="0" y="1690"/>
                </a:lnTo>
                <a:lnTo>
                  <a:pt x="0" y="1637"/>
                </a:lnTo>
                <a:lnTo>
                  <a:pt x="0" y="1584"/>
                </a:lnTo>
                <a:lnTo>
                  <a:pt x="0" y="1531"/>
                </a:lnTo>
                <a:lnTo>
                  <a:pt x="0" y="1479"/>
                </a:lnTo>
                <a:lnTo>
                  <a:pt x="0" y="1426"/>
                </a:lnTo>
                <a:lnTo>
                  <a:pt x="0" y="1373"/>
                </a:lnTo>
                <a:lnTo>
                  <a:pt x="0" y="1320"/>
                </a:lnTo>
                <a:lnTo>
                  <a:pt x="0" y="1267"/>
                </a:lnTo>
                <a:lnTo>
                  <a:pt x="0" y="1215"/>
                </a:lnTo>
                <a:lnTo>
                  <a:pt x="0" y="1162"/>
                </a:lnTo>
                <a:lnTo>
                  <a:pt x="0" y="1109"/>
                </a:lnTo>
                <a:lnTo>
                  <a:pt x="0" y="1055"/>
                </a:lnTo>
                <a:lnTo>
                  <a:pt x="0" y="1003"/>
                </a:lnTo>
                <a:lnTo>
                  <a:pt x="0" y="950"/>
                </a:lnTo>
                <a:lnTo>
                  <a:pt x="0" y="897"/>
                </a:lnTo>
                <a:lnTo>
                  <a:pt x="0" y="844"/>
                </a:lnTo>
                <a:lnTo>
                  <a:pt x="0" y="792"/>
                </a:lnTo>
                <a:lnTo>
                  <a:pt x="0" y="739"/>
                </a:lnTo>
                <a:lnTo>
                  <a:pt x="0" y="686"/>
                </a:lnTo>
                <a:lnTo>
                  <a:pt x="0" y="633"/>
                </a:lnTo>
                <a:lnTo>
                  <a:pt x="0" y="581"/>
                </a:lnTo>
                <a:lnTo>
                  <a:pt x="0" y="528"/>
                </a:lnTo>
                <a:lnTo>
                  <a:pt x="0" y="475"/>
                </a:lnTo>
                <a:lnTo>
                  <a:pt x="0" y="422"/>
                </a:lnTo>
                <a:lnTo>
                  <a:pt x="0" y="369"/>
                </a:lnTo>
                <a:lnTo>
                  <a:pt x="0" y="317"/>
                </a:lnTo>
                <a:lnTo>
                  <a:pt x="0" y="264"/>
                </a:lnTo>
                <a:lnTo>
                  <a:pt x="0" y="211"/>
                </a:lnTo>
                <a:lnTo>
                  <a:pt x="0" y="158"/>
                </a:lnTo>
                <a:lnTo>
                  <a:pt x="0" y="106"/>
                </a:lnTo>
                <a:lnTo>
                  <a:pt x="0" y="53"/>
                </a:lnTo>
                <a:lnTo>
                  <a:pt x="0" y="0"/>
                </a:lnTo>
                <a:lnTo>
                  <a:pt x="2" y="0"/>
                </a:lnTo>
                <a:lnTo>
                  <a:pt x="3" y="53"/>
                </a:lnTo>
                <a:lnTo>
                  <a:pt x="3" y="106"/>
                </a:lnTo>
                <a:lnTo>
                  <a:pt x="4" y="158"/>
                </a:lnTo>
                <a:lnTo>
                  <a:pt x="5" y="211"/>
                </a:lnTo>
                <a:lnTo>
                  <a:pt x="6" y="264"/>
                </a:lnTo>
                <a:lnTo>
                  <a:pt x="7" y="317"/>
                </a:lnTo>
                <a:lnTo>
                  <a:pt x="8" y="369"/>
                </a:lnTo>
                <a:lnTo>
                  <a:pt x="10" y="422"/>
                </a:lnTo>
                <a:lnTo>
                  <a:pt x="11" y="475"/>
                </a:lnTo>
                <a:lnTo>
                  <a:pt x="13" y="528"/>
                </a:lnTo>
                <a:lnTo>
                  <a:pt x="16" y="581"/>
                </a:lnTo>
                <a:lnTo>
                  <a:pt x="18" y="633"/>
                </a:lnTo>
                <a:lnTo>
                  <a:pt x="21" y="686"/>
                </a:lnTo>
                <a:lnTo>
                  <a:pt x="24" y="739"/>
                </a:lnTo>
                <a:lnTo>
                  <a:pt x="28" y="792"/>
                </a:lnTo>
                <a:lnTo>
                  <a:pt x="32" y="844"/>
                </a:lnTo>
                <a:lnTo>
                  <a:pt x="36" y="897"/>
                </a:lnTo>
                <a:lnTo>
                  <a:pt x="41" y="950"/>
                </a:lnTo>
                <a:lnTo>
                  <a:pt x="46" y="1003"/>
                </a:lnTo>
                <a:lnTo>
                  <a:pt x="51" y="1055"/>
                </a:lnTo>
                <a:lnTo>
                  <a:pt x="57" y="1109"/>
                </a:lnTo>
                <a:lnTo>
                  <a:pt x="63" y="1162"/>
                </a:lnTo>
                <a:lnTo>
                  <a:pt x="70" y="1215"/>
                </a:lnTo>
                <a:lnTo>
                  <a:pt x="77" y="1267"/>
                </a:lnTo>
                <a:lnTo>
                  <a:pt x="84" y="1320"/>
                </a:lnTo>
                <a:lnTo>
                  <a:pt x="92" y="1373"/>
                </a:lnTo>
                <a:lnTo>
                  <a:pt x="100" y="1426"/>
                </a:lnTo>
                <a:lnTo>
                  <a:pt x="107" y="1479"/>
                </a:lnTo>
                <a:lnTo>
                  <a:pt x="115" y="1531"/>
                </a:lnTo>
                <a:lnTo>
                  <a:pt x="123" y="1584"/>
                </a:lnTo>
                <a:lnTo>
                  <a:pt x="131" y="1637"/>
                </a:lnTo>
                <a:lnTo>
                  <a:pt x="139" y="1690"/>
                </a:lnTo>
                <a:lnTo>
                  <a:pt x="147" y="1742"/>
                </a:lnTo>
                <a:lnTo>
                  <a:pt x="154" y="1795"/>
                </a:lnTo>
                <a:lnTo>
                  <a:pt x="161" y="1848"/>
                </a:lnTo>
                <a:lnTo>
                  <a:pt x="167" y="1901"/>
                </a:lnTo>
                <a:lnTo>
                  <a:pt x="173" y="1953"/>
                </a:lnTo>
                <a:lnTo>
                  <a:pt x="178" y="2006"/>
                </a:lnTo>
                <a:lnTo>
                  <a:pt x="182" y="2059"/>
                </a:lnTo>
                <a:lnTo>
                  <a:pt x="186" y="2112"/>
                </a:lnTo>
                <a:lnTo>
                  <a:pt x="188" y="2165"/>
                </a:lnTo>
                <a:lnTo>
                  <a:pt x="190" y="2217"/>
                </a:lnTo>
                <a:lnTo>
                  <a:pt x="192" y="2270"/>
                </a:lnTo>
                <a:lnTo>
                  <a:pt x="192" y="2323"/>
                </a:lnTo>
                <a:lnTo>
                  <a:pt x="191" y="2376"/>
                </a:lnTo>
                <a:lnTo>
                  <a:pt x="189" y="2428"/>
                </a:lnTo>
                <a:lnTo>
                  <a:pt x="187" y="2481"/>
                </a:lnTo>
                <a:lnTo>
                  <a:pt x="183" y="2534"/>
                </a:lnTo>
                <a:lnTo>
                  <a:pt x="179" y="2587"/>
                </a:lnTo>
                <a:lnTo>
                  <a:pt x="174" y="2639"/>
                </a:lnTo>
                <a:lnTo>
                  <a:pt x="169" y="2692"/>
                </a:lnTo>
                <a:lnTo>
                  <a:pt x="163" y="2745"/>
                </a:lnTo>
                <a:lnTo>
                  <a:pt x="156" y="2798"/>
                </a:lnTo>
                <a:lnTo>
                  <a:pt x="149" y="2851"/>
                </a:lnTo>
                <a:lnTo>
                  <a:pt x="142" y="2903"/>
                </a:lnTo>
                <a:lnTo>
                  <a:pt x="134" y="2956"/>
                </a:lnTo>
                <a:lnTo>
                  <a:pt x="126" y="3009"/>
                </a:lnTo>
                <a:lnTo>
                  <a:pt x="118" y="3062"/>
                </a:lnTo>
                <a:lnTo>
                  <a:pt x="110" y="3114"/>
                </a:lnTo>
                <a:lnTo>
                  <a:pt x="102" y="3167"/>
                </a:lnTo>
                <a:lnTo>
                  <a:pt x="95" y="3220"/>
                </a:lnTo>
                <a:lnTo>
                  <a:pt x="87" y="3273"/>
                </a:lnTo>
                <a:lnTo>
                  <a:pt x="80" y="3325"/>
                </a:lnTo>
                <a:lnTo>
                  <a:pt x="73" y="3378"/>
                </a:lnTo>
                <a:lnTo>
                  <a:pt x="66" y="3431"/>
                </a:lnTo>
                <a:lnTo>
                  <a:pt x="60" y="3484"/>
                </a:lnTo>
                <a:lnTo>
                  <a:pt x="54" y="3536"/>
                </a:lnTo>
                <a:lnTo>
                  <a:pt x="49" y="3589"/>
                </a:lnTo>
                <a:lnTo>
                  <a:pt x="44" y="3642"/>
                </a:lnTo>
                <a:lnTo>
                  <a:pt x="39" y="3695"/>
                </a:lnTo>
                <a:lnTo>
                  <a:pt x="35" y="3748"/>
                </a:lnTo>
                <a:lnTo>
                  <a:pt x="31" y="3800"/>
                </a:lnTo>
                <a:lnTo>
                  <a:pt x="28" y="3853"/>
                </a:lnTo>
                <a:lnTo>
                  <a:pt x="26" y="3906"/>
                </a:lnTo>
                <a:lnTo>
                  <a:pt x="24" y="3959"/>
                </a:lnTo>
                <a:lnTo>
                  <a:pt x="22" y="4011"/>
                </a:lnTo>
                <a:lnTo>
                  <a:pt x="21" y="4064"/>
                </a:lnTo>
                <a:lnTo>
                  <a:pt x="21" y="4117"/>
                </a:lnTo>
                <a:lnTo>
                  <a:pt x="21" y="4170"/>
                </a:lnTo>
                <a:lnTo>
                  <a:pt x="21" y="4222"/>
                </a:lnTo>
                <a:lnTo>
                  <a:pt x="22" y="4275"/>
                </a:lnTo>
                <a:lnTo>
                  <a:pt x="24" y="4328"/>
                </a:lnTo>
                <a:lnTo>
                  <a:pt x="27" y="4381"/>
                </a:lnTo>
                <a:lnTo>
                  <a:pt x="30" y="4434"/>
                </a:lnTo>
                <a:lnTo>
                  <a:pt x="34" y="4486"/>
                </a:lnTo>
                <a:lnTo>
                  <a:pt x="39" y="4539"/>
                </a:lnTo>
                <a:lnTo>
                  <a:pt x="45" y="4592"/>
                </a:lnTo>
                <a:lnTo>
                  <a:pt x="52" y="4645"/>
                </a:lnTo>
                <a:lnTo>
                  <a:pt x="60" y="4697"/>
                </a:lnTo>
                <a:lnTo>
                  <a:pt x="69" y="4750"/>
                </a:lnTo>
                <a:lnTo>
                  <a:pt x="80" y="4803"/>
                </a:lnTo>
                <a:lnTo>
                  <a:pt x="92" y="4856"/>
                </a:lnTo>
                <a:lnTo>
                  <a:pt x="105" y="4908"/>
                </a:lnTo>
                <a:lnTo>
                  <a:pt x="121" y="4961"/>
                </a:lnTo>
                <a:lnTo>
                  <a:pt x="138" y="5014"/>
                </a:lnTo>
                <a:lnTo>
                  <a:pt x="157" y="5067"/>
                </a:lnTo>
                <a:lnTo>
                  <a:pt x="177" y="5119"/>
                </a:lnTo>
                <a:lnTo>
                  <a:pt x="200" y="5172"/>
                </a:lnTo>
                <a:lnTo>
                  <a:pt x="226" y="5225"/>
                </a:lnTo>
                <a:lnTo>
                  <a:pt x="253" y="5278"/>
                </a:lnTo>
                <a:lnTo>
                  <a:pt x="284" y="5331"/>
                </a:lnTo>
                <a:lnTo>
                  <a:pt x="316" y="5383"/>
                </a:lnTo>
                <a:lnTo>
                  <a:pt x="352" y="5436"/>
                </a:lnTo>
                <a:lnTo>
                  <a:pt x="390" y="5489"/>
                </a:lnTo>
                <a:lnTo>
                  <a:pt x="431" y="5542"/>
                </a:lnTo>
                <a:lnTo>
                  <a:pt x="474" y="5594"/>
                </a:lnTo>
                <a:lnTo>
                  <a:pt x="521" y="5647"/>
                </a:lnTo>
                <a:lnTo>
                  <a:pt x="570" y="5700"/>
                </a:lnTo>
                <a:lnTo>
                  <a:pt x="622" y="5753"/>
                </a:lnTo>
                <a:lnTo>
                  <a:pt x="678" y="5805"/>
                </a:lnTo>
                <a:lnTo>
                  <a:pt x="735" y="5858"/>
                </a:lnTo>
                <a:lnTo>
                  <a:pt x="796" y="5911"/>
                </a:lnTo>
                <a:lnTo>
                  <a:pt x="859" y="5964"/>
                </a:lnTo>
                <a:lnTo>
                  <a:pt x="924" y="6017"/>
                </a:lnTo>
                <a:lnTo>
                  <a:pt x="992" y="6069"/>
                </a:lnTo>
                <a:lnTo>
                  <a:pt x="1062" y="6122"/>
                </a:lnTo>
                <a:lnTo>
                  <a:pt x="1133" y="6175"/>
                </a:lnTo>
                <a:lnTo>
                  <a:pt x="1206" y="6228"/>
                </a:lnTo>
                <a:lnTo>
                  <a:pt x="1281" y="6280"/>
                </a:lnTo>
                <a:lnTo>
                  <a:pt x="1357" y="6333"/>
                </a:lnTo>
                <a:lnTo>
                  <a:pt x="1433" y="6386"/>
                </a:lnTo>
                <a:lnTo>
                  <a:pt x="1510" y="6439"/>
                </a:lnTo>
                <a:lnTo>
                  <a:pt x="1586" y="6491"/>
                </a:lnTo>
                <a:lnTo>
                  <a:pt x="1661" y="6544"/>
                </a:lnTo>
                <a:lnTo>
                  <a:pt x="1736" y="6597"/>
                </a:lnTo>
                <a:lnTo>
                  <a:pt x="1809" y="6650"/>
                </a:lnTo>
                <a:lnTo>
                  <a:pt x="1880" y="6702"/>
                </a:lnTo>
                <a:lnTo>
                  <a:pt x="1949" y="6755"/>
                </a:lnTo>
                <a:lnTo>
                  <a:pt x="2015" y="6808"/>
                </a:lnTo>
                <a:lnTo>
                  <a:pt x="2077" y="6861"/>
                </a:lnTo>
                <a:lnTo>
                  <a:pt x="2136" y="6914"/>
                </a:lnTo>
                <a:lnTo>
                  <a:pt x="2190" y="6966"/>
                </a:lnTo>
                <a:lnTo>
                  <a:pt x="2240" y="7019"/>
                </a:lnTo>
                <a:lnTo>
                  <a:pt x="2284" y="7072"/>
                </a:lnTo>
                <a:lnTo>
                  <a:pt x="2323" y="7125"/>
                </a:lnTo>
                <a:lnTo>
                  <a:pt x="2356" y="7177"/>
                </a:lnTo>
                <a:lnTo>
                  <a:pt x="2383" y="7230"/>
                </a:lnTo>
                <a:lnTo>
                  <a:pt x="2404" y="7283"/>
                </a:lnTo>
                <a:lnTo>
                  <a:pt x="2417" y="7336"/>
                </a:lnTo>
                <a:lnTo>
                  <a:pt x="2424" y="7388"/>
                </a:lnTo>
                <a:lnTo>
                  <a:pt x="2424" y="7441"/>
                </a:lnTo>
                <a:lnTo>
                  <a:pt x="2417" y="7494"/>
                </a:lnTo>
                <a:lnTo>
                  <a:pt x="2403" y="7547"/>
                </a:lnTo>
                <a:lnTo>
                  <a:pt x="2382" y="7600"/>
                </a:lnTo>
                <a:lnTo>
                  <a:pt x="2354" y="7652"/>
                </a:lnTo>
                <a:lnTo>
                  <a:pt x="2320" y="7705"/>
                </a:lnTo>
                <a:lnTo>
                  <a:pt x="2279" y="7758"/>
                </a:lnTo>
                <a:lnTo>
                  <a:pt x="2232" y="7811"/>
                </a:lnTo>
                <a:lnTo>
                  <a:pt x="2180" y="7863"/>
                </a:lnTo>
                <a:lnTo>
                  <a:pt x="2121" y="7916"/>
                </a:lnTo>
                <a:lnTo>
                  <a:pt x="2058" y="7969"/>
                </a:lnTo>
                <a:lnTo>
                  <a:pt x="1991" y="8022"/>
                </a:lnTo>
                <a:lnTo>
                  <a:pt x="1920" y="8074"/>
                </a:lnTo>
                <a:lnTo>
                  <a:pt x="1845" y="8127"/>
                </a:lnTo>
                <a:lnTo>
                  <a:pt x="1767" y="8180"/>
                </a:lnTo>
                <a:lnTo>
                  <a:pt x="1687" y="8233"/>
                </a:lnTo>
                <a:lnTo>
                  <a:pt x="1605" y="8286"/>
                </a:lnTo>
                <a:lnTo>
                  <a:pt x="1522" y="8338"/>
                </a:lnTo>
                <a:lnTo>
                  <a:pt x="1439" y="8391"/>
                </a:lnTo>
                <a:lnTo>
                  <a:pt x="1355" y="8444"/>
                </a:lnTo>
                <a:lnTo>
                  <a:pt x="1271" y="8497"/>
                </a:lnTo>
                <a:lnTo>
                  <a:pt x="1189" y="8549"/>
                </a:lnTo>
                <a:lnTo>
                  <a:pt x="1108" y="8602"/>
                </a:lnTo>
                <a:lnTo>
                  <a:pt x="1028" y="8655"/>
                </a:lnTo>
                <a:lnTo>
                  <a:pt x="952" y="8708"/>
                </a:lnTo>
                <a:lnTo>
                  <a:pt x="877" y="8760"/>
                </a:lnTo>
                <a:lnTo>
                  <a:pt x="806" y="8813"/>
                </a:lnTo>
                <a:lnTo>
                  <a:pt x="737" y="8866"/>
                </a:lnTo>
                <a:lnTo>
                  <a:pt x="672" y="8919"/>
                </a:lnTo>
                <a:lnTo>
                  <a:pt x="610" y="8971"/>
                </a:lnTo>
                <a:lnTo>
                  <a:pt x="552" y="9024"/>
                </a:lnTo>
                <a:lnTo>
                  <a:pt x="497" y="9077"/>
                </a:lnTo>
                <a:lnTo>
                  <a:pt x="446" y="9130"/>
                </a:lnTo>
                <a:lnTo>
                  <a:pt x="399" y="9183"/>
                </a:lnTo>
                <a:lnTo>
                  <a:pt x="355" y="9235"/>
                </a:lnTo>
                <a:lnTo>
                  <a:pt x="315" y="9288"/>
                </a:lnTo>
                <a:lnTo>
                  <a:pt x="278" y="9341"/>
                </a:lnTo>
                <a:lnTo>
                  <a:pt x="245" y="9394"/>
                </a:lnTo>
                <a:lnTo>
                  <a:pt x="215" y="9446"/>
                </a:lnTo>
                <a:lnTo>
                  <a:pt x="187" y="9499"/>
                </a:lnTo>
                <a:lnTo>
                  <a:pt x="163" y="9552"/>
                </a:lnTo>
                <a:lnTo>
                  <a:pt x="141" y="9605"/>
                </a:lnTo>
                <a:lnTo>
                  <a:pt x="121" y="9657"/>
                </a:lnTo>
                <a:lnTo>
                  <a:pt x="104" y="9710"/>
                </a:lnTo>
                <a:lnTo>
                  <a:pt x="89" y="9763"/>
                </a:lnTo>
                <a:lnTo>
                  <a:pt x="76" y="9816"/>
                </a:lnTo>
                <a:lnTo>
                  <a:pt x="64" y="9869"/>
                </a:lnTo>
                <a:lnTo>
                  <a:pt x="54" y="9921"/>
                </a:lnTo>
                <a:lnTo>
                  <a:pt x="46" y="9974"/>
                </a:lnTo>
                <a:lnTo>
                  <a:pt x="38" y="10027"/>
                </a:lnTo>
                <a:lnTo>
                  <a:pt x="32" y="10080"/>
                </a:lnTo>
                <a:lnTo>
                  <a:pt x="26" y="10132"/>
                </a:lnTo>
                <a:lnTo>
                  <a:pt x="22" y="10185"/>
                </a:lnTo>
                <a:lnTo>
                  <a:pt x="18" y="10238"/>
                </a:lnTo>
                <a:lnTo>
                  <a:pt x="15" y="10291"/>
                </a:lnTo>
                <a:lnTo>
                  <a:pt x="12" y="10343"/>
                </a:lnTo>
                <a:lnTo>
                  <a:pt x="10" y="10396"/>
                </a:lnTo>
                <a:lnTo>
                  <a:pt x="8" y="10449"/>
                </a:lnTo>
                <a:lnTo>
                  <a:pt x="6" y="10502"/>
                </a:lnTo>
                <a:close/>
              </a:path>
            </a:pathLst>
          </a:custGeom>
          <a:solidFill>
            <a:srgbClr val="0a7d6e">
              <a:alpha val="45000"/>
            </a:srgbClr>
          </a:solidFill>
          <a:ln w="20160">
            <a:solidFill>
              <a:srgbClr val="0a7d6e">
                <a:alpha val="45000"/>
              </a:srgbClr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4311360" y="2718360"/>
            <a:ext cx="1220040" cy="2355120"/>
          </a:xfrm>
          <a:custGeom>
            <a:avLst/>
            <a:gdLst/>
            <a:ahLst/>
            <a:rect l="0" t="0" r="r" b="b"/>
            <a:pathLst>
              <a:path w="3389" h="6542">
                <a:moveTo>
                  <a:pt x="4" y="6542"/>
                </a:moveTo>
                <a:lnTo>
                  <a:pt x="0" y="6542"/>
                </a:lnTo>
                <a:lnTo>
                  <a:pt x="0" y="6509"/>
                </a:lnTo>
                <a:lnTo>
                  <a:pt x="0" y="6476"/>
                </a:lnTo>
                <a:lnTo>
                  <a:pt x="0" y="6443"/>
                </a:lnTo>
                <a:lnTo>
                  <a:pt x="0" y="6410"/>
                </a:lnTo>
                <a:lnTo>
                  <a:pt x="0" y="6377"/>
                </a:lnTo>
                <a:lnTo>
                  <a:pt x="0" y="6344"/>
                </a:lnTo>
                <a:lnTo>
                  <a:pt x="0" y="6312"/>
                </a:lnTo>
                <a:lnTo>
                  <a:pt x="0" y="6279"/>
                </a:lnTo>
                <a:lnTo>
                  <a:pt x="0" y="6246"/>
                </a:lnTo>
                <a:lnTo>
                  <a:pt x="0" y="6213"/>
                </a:lnTo>
                <a:lnTo>
                  <a:pt x="0" y="6180"/>
                </a:lnTo>
                <a:lnTo>
                  <a:pt x="0" y="6147"/>
                </a:lnTo>
                <a:lnTo>
                  <a:pt x="0" y="6114"/>
                </a:lnTo>
                <a:lnTo>
                  <a:pt x="0" y="6081"/>
                </a:lnTo>
                <a:lnTo>
                  <a:pt x="0" y="6049"/>
                </a:lnTo>
                <a:lnTo>
                  <a:pt x="0" y="6016"/>
                </a:lnTo>
                <a:lnTo>
                  <a:pt x="0" y="5983"/>
                </a:lnTo>
                <a:lnTo>
                  <a:pt x="0" y="5950"/>
                </a:lnTo>
                <a:lnTo>
                  <a:pt x="0" y="5917"/>
                </a:lnTo>
                <a:lnTo>
                  <a:pt x="0" y="5884"/>
                </a:lnTo>
                <a:lnTo>
                  <a:pt x="0" y="5851"/>
                </a:lnTo>
                <a:lnTo>
                  <a:pt x="0" y="5819"/>
                </a:lnTo>
                <a:lnTo>
                  <a:pt x="0" y="5786"/>
                </a:lnTo>
                <a:lnTo>
                  <a:pt x="0" y="5753"/>
                </a:lnTo>
                <a:lnTo>
                  <a:pt x="0" y="5720"/>
                </a:lnTo>
                <a:lnTo>
                  <a:pt x="0" y="5687"/>
                </a:lnTo>
                <a:lnTo>
                  <a:pt x="0" y="5654"/>
                </a:lnTo>
                <a:lnTo>
                  <a:pt x="0" y="5621"/>
                </a:lnTo>
                <a:lnTo>
                  <a:pt x="0" y="5588"/>
                </a:lnTo>
                <a:lnTo>
                  <a:pt x="0" y="5556"/>
                </a:lnTo>
                <a:lnTo>
                  <a:pt x="0" y="5523"/>
                </a:lnTo>
                <a:lnTo>
                  <a:pt x="0" y="5490"/>
                </a:lnTo>
                <a:lnTo>
                  <a:pt x="0" y="5457"/>
                </a:lnTo>
                <a:lnTo>
                  <a:pt x="0" y="5424"/>
                </a:lnTo>
                <a:lnTo>
                  <a:pt x="0" y="5391"/>
                </a:lnTo>
                <a:lnTo>
                  <a:pt x="0" y="5358"/>
                </a:lnTo>
                <a:lnTo>
                  <a:pt x="0" y="5326"/>
                </a:lnTo>
                <a:lnTo>
                  <a:pt x="0" y="5293"/>
                </a:lnTo>
                <a:lnTo>
                  <a:pt x="0" y="5260"/>
                </a:lnTo>
                <a:lnTo>
                  <a:pt x="0" y="5227"/>
                </a:lnTo>
                <a:lnTo>
                  <a:pt x="0" y="5194"/>
                </a:lnTo>
                <a:lnTo>
                  <a:pt x="0" y="5161"/>
                </a:lnTo>
                <a:lnTo>
                  <a:pt x="0" y="5128"/>
                </a:lnTo>
                <a:lnTo>
                  <a:pt x="0" y="5095"/>
                </a:lnTo>
                <a:lnTo>
                  <a:pt x="0" y="5063"/>
                </a:lnTo>
                <a:lnTo>
                  <a:pt x="0" y="5030"/>
                </a:lnTo>
                <a:lnTo>
                  <a:pt x="0" y="4997"/>
                </a:lnTo>
                <a:lnTo>
                  <a:pt x="0" y="4964"/>
                </a:lnTo>
                <a:lnTo>
                  <a:pt x="0" y="4931"/>
                </a:lnTo>
                <a:lnTo>
                  <a:pt x="0" y="4898"/>
                </a:lnTo>
                <a:lnTo>
                  <a:pt x="0" y="4865"/>
                </a:lnTo>
                <a:lnTo>
                  <a:pt x="0" y="4833"/>
                </a:lnTo>
                <a:lnTo>
                  <a:pt x="0" y="4800"/>
                </a:lnTo>
                <a:lnTo>
                  <a:pt x="0" y="4767"/>
                </a:lnTo>
                <a:lnTo>
                  <a:pt x="0" y="4734"/>
                </a:lnTo>
                <a:lnTo>
                  <a:pt x="0" y="4701"/>
                </a:lnTo>
                <a:lnTo>
                  <a:pt x="0" y="4668"/>
                </a:lnTo>
                <a:lnTo>
                  <a:pt x="0" y="4635"/>
                </a:lnTo>
                <a:lnTo>
                  <a:pt x="0" y="4602"/>
                </a:lnTo>
                <a:lnTo>
                  <a:pt x="0" y="4570"/>
                </a:lnTo>
                <a:lnTo>
                  <a:pt x="0" y="4537"/>
                </a:lnTo>
                <a:lnTo>
                  <a:pt x="0" y="4504"/>
                </a:lnTo>
                <a:lnTo>
                  <a:pt x="0" y="4471"/>
                </a:lnTo>
                <a:lnTo>
                  <a:pt x="0" y="4438"/>
                </a:lnTo>
                <a:lnTo>
                  <a:pt x="0" y="4405"/>
                </a:lnTo>
                <a:lnTo>
                  <a:pt x="0" y="4372"/>
                </a:lnTo>
                <a:lnTo>
                  <a:pt x="0" y="4340"/>
                </a:lnTo>
                <a:lnTo>
                  <a:pt x="0" y="4307"/>
                </a:lnTo>
                <a:lnTo>
                  <a:pt x="0" y="4274"/>
                </a:lnTo>
                <a:lnTo>
                  <a:pt x="0" y="4241"/>
                </a:lnTo>
                <a:lnTo>
                  <a:pt x="0" y="4208"/>
                </a:lnTo>
                <a:lnTo>
                  <a:pt x="0" y="4175"/>
                </a:lnTo>
                <a:lnTo>
                  <a:pt x="0" y="4142"/>
                </a:lnTo>
                <a:lnTo>
                  <a:pt x="0" y="4109"/>
                </a:lnTo>
                <a:lnTo>
                  <a:pt x="0" y="4077"/>
                </a:lnTo>
                <a:lnTo>
                  <a:pt x="0" y="4044"/>
                </a:lnTo>
                <a:lnTo>
                  <a:pt x="0" y="4011"/>
                </a:lnTo>
                <a:lnTo>
                  <a:pt x="0" y="3978"/>
                </a:lnTo>
                <a:lnTo>
                  <a:pt x="0" y="3945"/>
                </a:lnTo>
                <a:lnTo>
                  <a:pt x="0" y="3912"/>
                </a:lnTo>
                <a:lnTo>
                  <a:pt x="0" y="3879"/>
                </a:lnTo>
                <a:lnTo>
                  <a:pt x="0" y="3847"/>
                </a:lnTo>
                <a:lnTo>
                  <a:pt x="0" y="3814"/>
                </a:lnTo>
                <a:lnTo>
                  <a:pt x="0" y="3781"/>
                </a:lnTo>
                <a:lnTo>
                  <a:pt x="0" y="3748"/>
                </a:lnTo>
                <a:lnTo>
                  <a:pt x="0" y="3715"/>
                </a:lnTo>
                <a:lnTo>
                  <a:pt x="0" y="3682"/>
                </a:lnTo>
                <a:lnTo>
                  <a:pt x="0" y="3649"/>
                </a:lnTo>
                <a:lnTo>
                  <a:pt x="0" y="3616"/>
                </a:lnTo>
                <a:lnTo>
                  <a:pt x="0" y="3584"/>
                </a:lnTo>
                <a:lnTo>
                  <a:pt x="0" y="3551"/>
                </a:lnTo>
                <a:lnTo>
                  <a:pt x="0" y="3518"/>
                </a:lnTo>
                <a:lnTo>
                  <a:pt x="0" y="3485"/>
                </a:lnTo>
                <a:lnTo>
                  <a:pt x="0" y="3452"/>
                </a:lnTo>
                <a:lnTo>
                  <a:pt x="0" y="3419"/>
                </a:lnTo>
                <a:lnTo>
                  <a:pt x="0" y="3386"/>
                </a:lnTo>
                <a:lnTo>
                  <a:pt x="0" y="3354"/>
                </a:lnTo>
                <a:lnTo>
                  <a:pt x="0" y="3321"/>
                </a:lnTo>
                <a:lnTo>
                  <a:pt x="0" y="3288"/>
                </a:lnTo>
                <a:lnTo>
                  <a:pt x="0" y="3255"/>
                </a:lnTo>
                <a:lnTo>
                  <a:pt x="0" y="3222"/>
                </a:lnTo>
                <a:lnTo>
                  <a:pt x="0" y="3189"/>
                </a:lnTo>
                <a:lnTo>
                  <a:pt x="0" y="3156"/>
                </a:lnTo>
                <a:lnTo>
                  <a:pt x="0" y="3123"/>
                </a:lnTo>
                <a:lnTo>
                  <a:pt x="0" y="3091"/>
                </a:lnTo>
                <a:lnTo>
                  <a:pt x="0" y="3058"/>
                </a:lnTo>
                <a:lnTo>
                  <a:pt x="0" y="3025"/>
                </a:lnTo>
                <a:lnTo>
                  <a:pt x="0" y="2992"/>
                </a:lnTo>
                <a:lnTo>
                  <a:pt x="0" y="2959"/>
                </a:lnTo>
                <a:lnTo>
                  <a:pt x="0" y="2926"/>
                </a:lnTo>
                <a:lnTo>
                  <a:pt x="0" y="2893"/>
                </a:lnTo>
                <a:lnTo>
                  <a:pt x="0" y="2861"/>
                </a:lnTo>
                <a:lnTo>
                  <a:pt x="0" y="2828"/>
                </a:lnTo>
                <a:lnTo>
                  <a:pt x="0" y="2795"/>
                </a:lnTo>
                <a:lnTo>
                  <a:pt x="0" y="2762"/>
                </a:lnTo>
                <a:lnTo>
                  <a:pt x="0" y="2729"/>
                </a:lnTo>
                <a:lnTo>
                  <a:pt x="0" y="2696"/>
                </a:lnTo>
                <a:lnTo>
                  <a:pt x="0" y="2663"/>
                </a:lnTo>
                <a:lnTo>
                  <a:pt x="0" y="2630"/>
                </a:lnTo>
                <a:lnTo>
                  <a:pt x="0" y="2598"/>
                </a:lnTo>
                <a:lnTo>
                  <a:pt x="0" y="2565"/>
                </a:lnTo>
                <a:lnTo>
                  <a:pt x="0" y="2532"/>
                </a:lnTo>
                <a:lnTo>
                  <a:pt x="0" y="2499"/>
                </a:lnTo>
                <a:lnTo>
                  <a:pt x="0" y="2466"/>
                </a:lnTo>
                <a:lnTo>
                  <a:pt x="0" y="2433"/>
                </a:lnTo>
                <a:lnTo>
                  <a:pt x="0" y="2400"/>
                </a:lnTo>
                <a:lnTo>
                  <a:pt x="0" y="2368"/>
                </a:lnTo>
                <a:lnTo>
                  <a:pt x="0" y="2335"/>
                </a:lnTo>
                <a:lnTo>
                  <a:pt x="0" y="2302"/>
                </a:lnTo>
                <a:lnTo>
                  <a:pt x="0" y="2269"/>
                </a:lnTo>
                <a:lnTo>
                  <a:pt x="0" y="2235"/>
                </a:lnTo>
                <a:lnTo>
                  <a:pt x="0" y="2202"/>
                </a:lnTo>
                <a:lnTo>
                  <a:pt x="0" y="2169"/>
                </a:lnTo>
                <a:lnTo>
                  <a:pt x="0" y="2136"/>
                </a:lnTo>
                <a:lnTo>
                  <a:pt x="0" y="2104"/>
                </a:lnTo>
                <a:lnTo>
                  <a:pt x="0" y="2071"/>
                </a:lnTo>
                <a:lnTo>
                  <a:pt x="0" y="2038"/>
                </a:lnTo>
                <a:lnTo>
                  <a:pt x="0" y="2005"/>
                </a:lnTo>
                <a:lnTo>
                  <a:pt x="0" y="1972"/>
                </a:lnTo>
                <a:lnTo>
                  <a:pt x="0" y="1939"/>
                </a:lnTo>
                <a:lnTo>
                  <a:pt x="0" y="1906"/>
                </a:lnTo>
                <a:lnTo>
                  <a:pt x="0" y="1874"/>
                </a:lnTo>
                <a:lnTo>
                  <a:pt x="0" y="1841"/>
                </a:lnTo>
                <a:lnTo>
                  <a:pt x="0" y="1808"/>
                </a:lnTo>
                <a:lnTo>
                  <a:pt x="0" y="1775"/>
                </a:lnTo>
                <a:lnTo>
                  <a:pt x="0" y="1742"/>
                </a:lnTo>
                <a:lnTo>
                  <a:pt x="0" y="1709"/>
                </a:lnTo>
                <a:lnTo>
                  <a:pt x="0" y="1676"/>
                </a:lnTo>
                <a:lnTo>
                  <a:pt x="0" y="1643"/>
                </a:lnTo>
                <a:lnTo>
                  <a:pt x="0" y="1611"/>
                </a:lnTo>
                <a:lnTo>
                  <a:pt x="0" y="1578"/>
                </a:lnTo>
                <a:lnTo>
                  <a:pt x="0" y="1545"/>
                </a:lnTo>
                <a:lnTo>
                  <a:pt x="0" y="1512"/>
                </a:lnTo>
                <a:lnTo>
                  <a:pt x="0" y="1479"/>
                </a:lnTo>
                <a:lnTo>
                  <a:pt x="0" y="1446"/>
                </a:lnTo>
                <a:lnTo>
                  <a:pt x="0" y="1413"/>
                </a:lnTo>
                <a:lnTo>
                  <a:pt x="0" y="1381"/>
                </a:lnTo>
                <a:lnTo>
                  <a:pt x="0" y="1348"/>
                </a:lnTo>
                <a:lnTo>
                  <a:pt x="0" y="1315"/>
                </a:lnTo>
                <a:lnTo>
                  <a:pt x="0" y="1282"/>
                </a:lnTo>
                <a:lnTo>
                  <a:pt x="0" y="1249"/>
                </a:lnTo>
                <a:lnTo>
                  <a:pt x="0" y="1216"/>
                </a:lnTo>
                <a:lnTo>
                  <a:pt x="0" y="1183"/>
                </a:lnTo>
                <a:lnTo>
                  <a:pt x="0" y="1151"/>
                </a:lnTo>
                <a:lnTo>
                  <a:pt x="0" y="1118"/>
                </a:lnTo>
                <a:lnTo>
                  <a:pt x="0" y="1085"/>
                </a:lnTo>
                <a:lnTo>
                  <a:pt x="0" y="1052"/>
                </a:lnTo>
                <a:lnTo>
                  <a:pt x="0" y="1019"/>
                </a:lnTo>
                <a:lnTo>
                  <a:pt x="0" y="986"/>
                </a:lnTo>
                <a:lnTo>
                  <a:pt x="0" y="953"/>
                </a:lnTo>
                <a:lnTo>
                  <a:pt x="0" y="920"/>
                </a:lnTo>
                <a:lnTo>
                  <a:pt x="0" y="888"/>
                </a:lnTo>
                <a:lnTo>
                  <a:pt x="0" y="855"/>
                </a:lnTo>
                <a:lnTo>
                  <a:pt x="0" y="822"/>
                </a:lnTo>
                <a:lnTo>
                  <a:pt x="0" y="789"/>
                </a:lnTo>
                <a:lnTo>
                  <a:pt x="0" y="756"/>
                </a:lnTo>
                <a:lnTo>
                  <a:pt x="0" y="723"/>
                </a:lnTo>
                <a:lnTo>
                  <a:pt x="0" y="690"/>
                </a:lnTo>
                <a:lnTo>
                  <a:pt x="0" y="658"/>
                </a:lnTo>
                <a:lnTo>
                  <a:pt x="0" y="625"/>
                </a:lnTo>
                <a:lnTo>
                  <a:pt x="0" y="592"/>
                </a:lnTo>
                <a:lnTo>
                  <a:pt x="0" y="559"/>
                </a:lnTo>
                <a:lnTo>
                  <a:pt x="0" y="526"/>
                </a:lnTo>
                <a:lnTo>
                  <a:pt x="0" y="493"/>
                </a:lnTo>
                <a:lnTo>
                  <a:pt x="0" y="460"/>
                </a:lnTo>
                <a:lnTo>
                  <a:pt x="0" y="427"/>
                </a:lnTo>
                <a:lnTo>
                  <a:pt x="0" y="395"/>
                </a:lnTo>
                <a:lnTo>
                  <a:pt x="0" y="362"/>
                </a:lnTo>
                <a:lnTo>
                  <a:pt x="0" y="329"/>
                </a:lnTo>
                <a:lnTo>
                  <a:pt x="0" y="296"/>
                </a:lnTo>
                <a:lnTo>
                  <a:pt x="0" y="263"/>
                </a:lnTo>
                <a:lnTo>
                  <a:pt x="0" y="230"/>
                </a:lnTo>
                <a:lnTo>
                  <a:pt x="0" y="197"/>
                </a:lnTo>
                <a:lnTo>
                  <a:pt x="0" y="165"/>
                </a:lnTo>
                <a:lnTo>
                  <a:pt x="0" y="132"/>
                </a:lnTo>
                <a:lnTo>
                  <a:pt x="0" y="99"/>
                </a:lnTo>
                <a:lnTo>
                  <a:pt x="0" y="66"/>
                </a:lnTo>
                <a:lnTo>
                  <a:pt x="0" y="33"/>
                </a:lnTo>
                <a:lnTo>
                  <a:pt x="0" y="0"/>
                </a:lnTo>
                <a:lnTo>
                  <a:pt x="4" y="0"/>
                </a:lnTo>
                <a:lnTo>
                  <a:pt x="5" y="33"/>
                </a:lnTo>
                <a:lnTo>
                  <a:pt x="6" y="66"/>
                </a:lnTo>
                <a:lnTo>
                  <a:pt x="7" y="99"/>
                </a:lnTo>
                <a:lnTo>
                  <a:pt x="8" y="132"/>
                </a:lnTo>
                <a:lnTo>
                  <a:pt x="10" y="165"/>
                </a:lnTo>
                <a:lnTo>
                  <a:pt x="12" y="197"/>
                </a:lnTo>
                <a:lnTo>
                  <a:pt x="14" y="230"/>
                </a:lnTo>
                <a:lnTo>
                  <a:pt x="17" y="263"/>
                </a:lnTo>
                <a:lnTo>
                  <a:pt x="20" y="296"/>
                </a:lnTo>
                <a:lnTo>
                  <a:pt x="23" y="329"/>
                </a:lnTo>
                <a:lnTo>
                  <a:pt x="27" y="362"/>
                </a:lnTo>
                <a:lnTo>
                  <a:pt x="31" y="395"/>
                </a:lnTo>
                <a:lnTo>
                  <a:pt x="36" y="427"/>
                </a:lnTo>
                <a:lnTo>
                  <a:pt x="42" y="460"/>
                </a:lnTo>
                <a:lnTo>
                  <a:pt x="48" y="493"/>
                </a:lnTo>
                <a:lnTo>
                  <a:pt x="55" y="526"/>
                </a:lnTo>
                <a:lnTo>
                  <a:pt x="62" y="559"/>
                </a:lnTo>
                <a:lnTo>
                  <a:pt x="71" y="592"/>
                </a:lnTo>
                <a:lnTo>
                  <a:pt x="79" y="625"/>
                </a:lnTo>
                <a:lnTo>
                  <a:pt x="89" y="658"/>
                </a:lnTo>
                <a:lnTo>
                  <a:pt x="99" y="690"/>
                </a:lnTo>
                <a:lnTo>
                  <a:pt x="110" y="723"/>
                </a:lnTo>
                <a:lnTo>
                  <a:pt x="122" y="756"/>
                </a:lnTo>
                <a:lnTo>
                  <a:pt x="134" y="789"/>
                </a:lnTo>
                <a:lnTo>
                  <a:pt x="147" y="822"/>
                </a:lnTo>
                <a:lnTo>
                  <a:pt x="160" y="855"/>
                </a:lnTo>
                <a:lnTo>
                  <a:pt x="174" y="888"/>
                </a:lnTo>
                <a:lnTo>
                  <a:pt x="187" y="920"/>
                </a:lnTo>
                <a:lnTo>
                  <a:pt x="201" y="953"/>
                </a:lnTo>
                <a:lnTo>
                  <a:pt x="215" y="986"/>
                </a:lnTo>
                <a:lnTo>
                  <a:pt x="229" y="1019"/>
                </a:lnTo>
                <a:lnTo>
                  <a:pt x="243" y="1052"/>
                </a:lnTo>
                <a:lnTo>
                  <a:pt x="256" y="1085"/>
                </a:lnTo>
                <a:lnTo>
                  <a:pt x="269" y="1118"/>
                </a:lnTo>
                <a:lnTo>
                  <a:pt x="282" y="1151"/>
                </a:lnTo>
                <a:lnTo>
                  <a:pt x="293" y="1183"/>
                </a:lnTo>
                <a:lnTo>
                  <a:pt x="304" y="1216"/>
                </a:lnTo>
                <a:lnTo>
                  <a:pt x="314" y="1249"/>
                </a:lnTo>
                <a:lnTo>
                  <a:pt x="323" y="1282"/>
                </a:lnTo>
                <a:lnTo>
                  <a:pt x="331" y="1315"/>
                </a:lnTo>
                <a:lnTo>
                  <a:pt x="337" y="1348"/>
                </a:lnTo>
                <a:lnTo>
                  <a:pt x="343" y="1381"/>
                </a:lnTo>
                <a:lnTo>
                  <a:pt x="347" y="1413"/>
                </a:lnTo>
                <a:lnTo>
                  <a:pt x="351" y="1446"/>
                </a:lnTo>
                <a:lnTo>
                  <a:pt x="353" y="1479"/>
                </a:lnTo>
                <a:lnTo>
                  <a:pt x="354" y="1512"/>
                </a:lnTo>
                <a:lnTo>
                  <a:pt x="355" y="1545"/>
                </a:lnTo>
                <a:lnTo>
                  <a:pt x="355" y="1578"/>
                </a:lnTo>
                <a:lnTo>
                  <a:pt x="354" y="1611"/>
                </a:lnTo>
                <a:lnTo>
                  <a:pt x="353" y="1643"/>
                </a:lnTo>
                <a:lnTo>
                  <a:pt x="352" y="1676"/>
                </a:lnTo>
                <a:lnTo>
                  <a:pt x="351" y="1709"/>
                </a:lnTo>
                <a:lnTo>
                  <a:pt x="350" y="1742"/>
                </a:lnTo>
                <a:lnTo>
                  <a:pt x="349" y="1775"/>
                </a:lnTo>
                <a:lnTo>
                  <a:pt x="349" y="1808"/>
                </a:lnTo>
                <a:lnTo>
                  <a:pt x="350" y="1841"/>
                </a:lnTo>
                <a:lnTo>
                  <a:pt x="351" y="1874"/>
                </a:lnTo>
                <a:lnTo>
                  <a:pt x="354" y="1906"/>
                </a:lnTo>
                <a:lnTo>
                  <a:pt x="359" y="1939"/>
                </a:lnTo>
                <a:lnTo>
                  <a:pt x="365" y="1972"/>
                </a:lnTo>
                <a:lnTo>
                  <a:pt x="372" y="2005"/>
                </a:lnTo>
                <a:lnTo>
                  <a:pt x="381" y="2038"/>
                </a:lnTo>
                <a:lnTo>
                  <a:pt x="392" y="2071"/>
                </a:lnTo>
                <a:lnTo>
                  <a:pt x="405" y="2104"/>
                </a:lnTo>
                <a:lnTo>
                  <a:pt x="420" y="2136"/>
                </a:lnTo>
                <a:lnTo>
                  <a:pt x="437" y="2169"/>
                </a:lnTo>
                <a:lnTo>
                  <a:pt x="456" y="2202"/>
                </a:lnTo>
                <a:lnTo>
                  <a:pt x="477" y="2235"/>
                </a:lnTo>
                <a:lnTo>
                  <a:pt x="500" y="2269"/>
                </a:lnTo>
                <a:lnTo>
                  <a:pt x="525" y="2302"/>
                </a:lnTo>
                <a:lnTo>
                  <a:pt x="553" y="2335"/>
                </a:lnTo>
                <a:lnTo>
                  <a:pt x="582" y="2368"/>
                </a:lnTo>
                <a:lnTo>
                  <a:pt x="613" y="2400"/>
                </a:lnTo>
                <a:lnTo>
                  <a:pt x="646" y="2433"/>
                </a:lnTo>
                <a:lnTo>
                  <a:pt x="681" y="2466"/>
                </a:lnTo>
                <a:lnTo>
                  <a:pt x="718" y="2499"/>
                </a:lnTo>
                <a:lnTo>
                  <a:pt x="758" y="2532"/>
                </a:lnTo>
                <a:lnTo>
                  <a:pt x="799" y="2565"/>
                </a:lnTo>
                <a:lnTo>
                  <a:pt x="843" y="2598"/>
                </a:lnTo>
                <a:lnTo>
                  <a:pt x="889" y="2630"/>
                </a:lnTo>
                <a:lnTo>
                  <a:pt x="938" y="2663"/>
                </a:lnTo>
                <a:lnTo>
                  <a:pt x="989" y="2696"/>
                </a:lnTo>
                <a:lnTo>
                  <a:pt x="1042" y="2729"/>
                </a:lnTo>
                <a:lnTo>
                  <a:pt x="1099" y="2762"/>
                </a:lnTo>
                <a:lnTo>
                  <a:pt x="1158" y="2795"/>
                </a:lnTo>
                <a:lnTo>
                  <a:pt x="1220" y="2828"/>
                </a:lnTo>
                <a:lnTo>
                  <a:pt x="1286" y="2861"/>
                </a:lnTo>
                <a:lnTo>
                  <a:pt x="1354" y="2893"/>
                </a:lnTo>
                <a:lnTo>
                  <a:pt x="1426" y="2926"/>
                </a:lnTo>
                <a:lnTo>
                  <a:pt x="1501" y="2959"/>
                </a:lnTo>
                <a:lnTo>
                  <a:pt x="1579" y="2992"/>
                </a:lnTo>
                <a:lnTo>
                  <a:pt x="1660" y="3025"/>
                </a:lnTo>
                <a:lnTo>
                  <a:pt x="1744" y="3058"/>
                </a:lnTo>
                <a:lnTo>
                  <a:pt x="1830" y="3091"/>
                </a:lnTo>
                <a:lnTo>
                  <a:pt x="1920" y="3123"/>
                </a:lnTo>
                <a:lnTo>
                  <a:pt x="2011" y="3156"/>
                </a:lnTo>
                <a:lnTo>
                  <a:pt x="2104" y="3189"/>
                </a:lnTo>
                <a:lnTo>
                  <a:pt x="2198" y="3222"/>
                </a:lnTo>
                <a:lnTo>
                  <a:pt x="2293" y="3255"/>
                </a:lnTo>
                <a:lnTo>
                  <a:pt x="2388" y="3288"/>
                </a:lnTo>
                <a:lnTo>
                  <a:pt x="2483" y="3321"/>
                </a:lnTo>
                <a:lnTo>
                  <a:pt x="2577" y="3354"/>
                </a:lnTo>
                <a:lnTo>
                  <a:pt x="2669" y="3386"/>
                </a:lnTo>
                <a:lnTo>
                  <a:pt x="2758" y="3419"/>
                </a:lnTo>
                <a:lnTo>
                  <a:pt x="2844" y="3452"/>
                </a:lnTo>
                <a:lnTo>
                  <a:pt x="2927" y="3485"/>
                </a:lnTo>
                <a:lnTo>
                  <a:pt x="3005" y="3518"/>
                </a:lnTo>
                <a:lnTo>
                  <a:pt x="3077" y="3551"/>
                </a:lnTo>
                <a:lnTo>
                  <a:pt x="3143" y="3584"/>
                </a:lnTo>
                <a:lnTo>
                  <a:pt x="3203" y="3616"/>
                </a:lnTo>
                <a:lnTo>
                  <a:pt x="3255" y="3649"/>
                </a:lnTo>
                <a:lnTo>
                  <a:pt x="3300" y="3682"/>
                </a:lnTo>
                <a:lnTo>
                  <a:pt x="3336" y="3715"/>
                </a:lnTo>
                <a:lnTo>
                  <a:pt x="3363" y="3748"/>
                </a:lnTo>
                <a:lnTo>
                  <a:pt x="3381" y="3781"/>
                </a:lnTo>
                <a:lnTo>
                  <a:pt x="3389" y="3814"/>
                </a:lnTo>
                <a:lnTo>
                  <a:pt x="3388" y="3847"/>
                </a:lnTo>
                <a:lnTo>
                  <a:pt x="3378" y="3879"/>
                </a:lnTo>
                <a:lnTo>
                  <a:pt x="3358" y="3912"/>
                </a:lnTo>
                <a:lnTo>
                  <a:pt x="3329" y="3945"/>
                </a:lnTo>
                <a:lnTo>
                  <a:pt x="3291" y="3978"/>
                </a:lnTo>
                <a:lnTo>
                  <a:pt x="3243" y="4011"/>
                </a:lnTo>
                <a:lnTo>
                  <a:pt x="3187" y="4044"/>
                </a:lnTo>
                <a:lnTo>
                  <a:pt x="3124" y="4077"/>
                </a:lnTo>
                <a:lnTo>
                  <a:pt x="3053" y="4109"/>
                </a:lnTo>
                <a:lnTo>
                  <a:pt x="2976" y="4142"/>
                </a:lnTo>
                <a:lnTo>
                  <a:pt x="2892" y="4175"/>
                </a:lnTo>
                <a:lnTo>
                  <a:pt x="2804" y="4208"/>
                </a:lnTo>
                <a:lnTo>
                  <a:pt x="2710" y="4241"/>
                </a:lnTo>
                <a:lnTo>
                  <a:pt x="2613" y="4274"/>
                </a:lnTo>
                <a:lnTo>
                  <a:pt x="2513" y="4307"/>
                </a:lnTo>
                <a:lnTo>
                  <a:pt x="2411" y="4340"/>
                </a:lnTo>
                <a:lnTo>
                  <a:pt x="2307" y="4372"/>
                </a:lnTo>
                <a:lnTo>
                  <a:pt x="2203" y="4405"/>
                </a:lnTo>
                <a:lnTo>
                  <a:pt x="2099" y="4438"/>
                </a:lnTo>
                <a:lnTo>
                  <a:pt x="1995" y="4471"/>
                </a:lnTo>
                <a:lnTo>
                  <a:pt x="1893" y="4504"/>
                </a:lnTo>
                <a:lnTo>
                  <a:pt x="1792" y="4537"/>
                </a:lnTo>
                <a:lnTo>
                  <a:pt x="1694" y="4570"/>
                </a:lnTo>
                <a:lnTo>
                  <a:pt x="1599" y="4602"/>
                </a:lnTo>
                <a:lnTo>
                  <a:pt x="1508" y="4635"/>
                </a:lnTo>
                <a:lnTo>
                  <a:pt x="1420" y="4668"/>
                </a:lnTo>
                <a:lnTo>
                  <a:pt x="1335" y="4701"/>
                </a:lnTo>
                <a:lnTo>
                  <a:pt x="1255" y="4734"/>
                </a:lnTo>
                <a:lnTo>
                  <a:pt x="1179" y="4767"/>
                </a:lnTo>
                <a:lnTo>
                  <a:pt x="1107" y="4800"/>
                </a:lnTo>
                <a:lnTo>
                  <a:pt x="1039" y="4833"/>
                </a:lnTo>
                <a:lnTo>
                  <a:pt x="975" y="4865"/>
                </a:lnTo>
                <a:lnTo>
                  <a:pt x="915" y="4898"/>
                </a:lnTo>
                <a:lnTo>
                  <a:pt x="859" y="4931"/>
                </a:lnTo>
                <a:lnTo>
                  <a:pt x="807" y="4964"/>
                </a:lnTo>
                <a:lnTo>
                  <a:pt x="758" y="4997"/>
                </a:lnTo>
                <a:lnTo>
                  <a:pt x="712" y="5030"/>
                </a:lnTo>
                <a:lnTo>
                  <a:pt x="669" y="5063"/>
                </a:lnTo>
                <a:lnTo>
                  <a:pt x="629" y="5095"/>
                </a:lnTo>
                <a:lnTo>
                  <a:pt x="592" y="5128"/>
                </a:lnTo>
                <a:lnTo>
                  <a:pt x="556" y="5161"/>
                </a:lnTo>
                <a:lnTo>
                  <a:pt x="523" y="5194"/>
                </a:lnTo>
                <a:lnTo>
                  <a:pt x="491" y="5227"/>
                </a:lnTo>
                <a:lnTo>
                  <a:pt x="462" y="5260"/>
                </a:lnTo>
                <a:lnTo>
                  <a:pt x="433" y="5293"/>
                </a:lnTo>
                <a:lnTo>
                  <a:pt x="406" y="5326"/>
                </a:lnTo>
                <a:lnTo>
                  <a:pt x="380" y="5358"/>
                </a:lnTo>
                <a:lnTo>
                  <a:pt x="355" y="5391"/>
                </a:lnTo>
                <a:lnTo>
                  <a:pt x="332" y="5424"/>
                </a:lnTo>
                <a:lnTo>
                  <a:pt x="309" y="5457"/>
                </a:lnTo>
                <a:lnTo>
                  <a:pt x="287" y="5490"/>
                </a:lnTo>
                <a:lnTo>
                  <a:pt x="266" y="5523"/>
                </a:lnTo>
                <a:lnTo>
                  <a:pt x="246" y="5556"/>
                </a:lnTo>
                <a:lnTo>
                  <a:pt x="226" y="5588"/>
                </a:lnTo>
                <a:lnTo>
                  <a:pt x="208" y="5621"/>
                </a:lnTo>
                <a:lnTo>
                  <a:pt x="190" y="5654"/>
                </a:lnTo>
                <a:lnTo>
                  <a:pt x="174" y="5687"/>
                </a:lnTo>
                <a:lnTo>
                  <a:pt x="158" y="5720"/>
                </a:lnTo>
                <a:lnTo>
                  <a:pt x="143" y="5753"/>
                </a:lnTo>
                <a:lnTo>
                  <a:pt x="129" y="5786"/>
                </a:lnTo>
                <a:lnTo>
                  <a:pt x="116" y="5819"/>
                </a:lnTo>
                <a:lnTo>
                  <a:pt x="104" y="5851"/>
                </a:lnTo>
                <a:lnTo>
                  <a:pt x="93" y="5884"/>
                </a:lnTo>
                <a:lnTo>
                  <a:pt x="82" y="5917"/>
                </a:lnTo>
                <a:lnTo>
                  <a:pt x="73" y="5950"/>
                </a:lnTo>
                <a:lnTo>
                  <a:pt x="64" y="5983"/>
                </a:lnTo>
                <a:lnTo>
                  <a:pt x="56" y="6016"/>
                </a:lnTo>
                <a:lnTo>
                  <a:pt x="49" y="6049"/>
                </a:lnTo>
                <a:lnTo>
                  <a:pt x="43" y="6081"/>
                </a:lnTo>
                <a:lnTo>
                  <a:pt x="37" y="6114"/>
                </a:lnTo>
                <a:lnTo>
                  <a:pt x="32" y="6147"/>
                </a:lnTo>
                <a:lnTo>
                  <a:pt x="27" y="6180"/>
                </a:lnTo>
                <a:lnTo>
                  <a:pt x="23" y="6213"/>
                </a:lnTo>
                <a:lnTo>
                  <a:pt x="20" y="6246"/>
                </a:lnTo>
                <a:lnTo>
                  <a:pt x="17" y="6279"/>
                </a:lnTo>
                <a:lnTo>
                  <a:pt x="14" y="6312"/>
                </a:lnTo>
                <a:lnTo>
                  <a:pt x="12" y="6344"/>
                </a:lnTo>
                <a:lnTo>
                  <a:pt x="10" y="6377"/>
                </a:lnTo>
                <a:lnTo>
                  <a:pt x="8" y="6410"/>
                </a:lnTo>
                <a:lnTo>
                  <a:pt x="7" y="6443"/>
                </a:lnTo>
                <a:lnTo>
                  <a:pt x="6" y="6476"/>
                </a:lnTo>
                <a:lnTo>
                  <a:pt x="5" y="6509"/>
                </a:lnTo>
                <a:lnTo>
                  <a:pt x="4" y="6542"/>
                </a:lnTo>
                <a:close/>
              </a:path>
            </a:pathLst>
          </a:custGeom>
          <a:solidFill>
            <a:srgbClr val="c53e1f">
              <a:alpha val="45000"/>
            </a:srgbClr>
          </a:solidFill>
          <a:ln w="20160">
            <a:solidFill>
              <a:srgbClr val="c53e1f">
                <a:alpha val="45000"/>
              </a:srgbClr>
            </a:solidFill>
            <a:round/>
          </a:ln>
        </p:spPr>
      </p:sp>
      <p:sp>
        <p:nvSpPr>
          <p:cNvPr id="107" name=""/>
          <p:cNvSpPr/>
          <p:nvPr/>
        </p:nvSpPr>
        <p:spPr>
          <a:xfrm>
            <a:off x="4311360" y="5371920"/>
            <a:ext cx="12808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 rot="16200000">
            <a:off x="3670920" y="3324960"/>
            <a:ext cx="1032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CD8_exhaustion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3E — CD8 effector × exhaustion biaxial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469160" cy="5828760"/>
          </a:xfrm>
          <a:custGeom>
            <a:avLst/>
            <a:gdLst/>
            <a:ahLst/>
            <a:rect l="0" t="0" r="r" b="b"/>
            <a:pathLst>
              <a:path w="29081" h="16191">
                <a:moveTo>
                  <a:pt x="0" y="16191"/>
                </a:moveTo>
                <a:lnTo>
                  <a:pt x="29081" y="16191"/>
                </a:lnTo>
                <a:lnTo>
                  <a:pt x="29081" y="0"/>
                </a:lnTo>
                <a:lnTo>
                  <a:pt x="0" y="0"/>
                </a:lnTo>
                <a:lnTo>
                  <a:pt x="0" y="1619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882720" y="91440"/>
            <a:ext cx="8562960" cy="577440"/>
          </a:xfrm>
          <a:custGeom>
            <a:avLst/>
            <a:gdLst/>
            <a:ahLst/>
            <a:rect l="0" t="0" r="r" b="b"/>
            <a:pathLst>
              <a:path w="23786" h="1604">
                <a:moveTo>
                  <a:pt x="0" y="1604"/>
                </a:moveTo>
                <a:lnTo>
                  <a:pt x="23786" y="1604"/>
                </a:lnTo>
                <a:lnTo>
                  <a:pt x="23786" y="0"/>
                </a:lnTo>
                <a:lnTo>
                  <a:pt x="0" y="0"/>
                </a:lnTo>
                <a:lnTo>
                  <a:pt x="0" y="160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844560" y="616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 flipH="1">
            <a:off x="844560" y="616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844560" y="424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 flipH="1">
            <a:off x="844560" y="424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641160" y="560160"/>
            <a:ext cx="159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844560" y="231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844560" y="231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731880" y="3679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6" name=""/>
          <p:cNvSpPr txBox="1"/>
          <p:nvPr/>
        </p:nvSpPr>
        <p:spPr>
          <a:xfrm>
            <a:off x="731880" y="175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 rot="16200000">
            <a:off x="14040" y="303480"/>
            <a:ext cx="58608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TLS sig.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893160" y="117360"/>
            <a:ext cx="239040" cy="307440"/>
          </a:xfrm>
          <a:custGeom>
            <a:avLst/>
            <a:gdLst/>
            <a:ahLst/>
            <a:rect l="0" t="0" r="r" b="b"/>
            <a:pathLst>
              <a:path w="664" h="854">
                <a:moveTo>
                  <a:pt x="0" y="854"/>
                </a:moveTo>
                <a:lnTo>
                  <a:pt x="664" y="854"/>
                </a:lnTo>
                <a:lnTo>
                  <a:pt x="664" y="0"/>
                </a:lnTo>
                <a:lnTo>
                  <a:pt x="0" y="0"/>
                </a:lnTo>
                <a:lnTo>
                  <a:pt x="0" y="854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49" name=""/>
          <p:cNvSpPr/>
          <p:nvPr/>
        </p:nvSpPr>
        <p:spPr>
          <a:xfrm>
            <a:off x="1152720" y="200160"/>
            <a:ext cx="239040" cy="224640"/>
          </a:xfrm>
          <a:custGeom>
            <a:avLst/>
            <a:gdLst/>
            <a:ahLst/>
            <a:rect l="0" t="0" r="r" b="b"/>
            <a:pathLst>
              <a:path w="664" h="624">
                <a:moveTo>
                  <a:pt x="0" y="624"/>
                </a:moveTo>
                <a:lnTo>
                  <a:pt x="664" y="624"/>
                </a:lnTo>
                <a:lnTo>
                  <a:pt x="664" y="0"/>
                </a:lnTo>
                <a:lnTo>
                  <a:pt x="0" y="0"/>
                </a:lnTo>
                <a:lnTo>
                  <a:pt x="0" y="624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1412280" y="297000"/>
            <a:ext cx="239040" cy="127800"/>
          </a:xfrm>
          <a:custGeom>
            <a:avLst/>
            <a:gdLst/>
            <a:ahLst/>
            <a:rect l="0" t="0" r="r" b="b"/>
            <a:pathLst>
              <a:path w="664" h="355">
                <a:moveTo>
                  <a:pt x="0" y="355"/>
                </a:moveTo>
                <a:lnTo>
                  <a:pt x="664" y="355"/>
                </a:lnTo>
                <a:lnTo>
                  <a:pt x="664" y="0"/>
                </a:lnTo>
                <a:lnTo>
                  <a:pt x="0" y="0"/>
                </a:lnTo>
                <a:lnTo>
                  <a:pt x="0" y="355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1671480" y="323280"/>
            <a:ext cx="239400" cy="101520"/>
          </a:xfrm>
          <a:custGeom>
            <a:avLst/>
            <a:gdLst/>
            <a:ahLst/>
            <a:rect l="0" t="0" r="r" b="b"/>
            <a:pathLst>
              <a:path w="665" h="282">
                <a:moveTo>
                  <a:pt x="0" y="282"/>
                </a:moveTo>
                <a:lnTo>
                  <a:pt x="665" y="282"/>
                </a:lnTo>
                <a:lnTo>
                  <a:pt x="665" y="0"/>
                </a:ln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1931040" y="424440"/>
            <a:ext cx="239040" cy="10440"/>
          </a:xfrm>
          <a:custGeom>
            <a:avLst/>
            <a:gdLst/>
            <a:ahLst/>
            <a:rect l="0" t="0" r="r" b="b"/>
            <a:pathLst>
              <a:path w="664" h="29">
                <a:moveTo>
                  <a:pt x="0" y="0"/>
                </a:moveTo>
                <a:lnTo>
                  <a:pt x="664" y="0"/>
                </a:lnTo>
                <a:lnTo>
                  <a:pt x="664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2190600" y="424440"/>
            <a:ext cx="239040" cy="40680"/>
          </a:xfrm>
          <a:custGeom>
            <a:avLst/>
            <a:gdLst/>
            <a:ahLst/>
            <a:rect l="0" t="0" r="r" b="b"/>
            <a:pathLst>
              <a:path w="664" h="113">
                <a:moveTo>
                  <a:pt x="0" y="0"/>
                </a:moveTo>
                <a:lnTo>
                  <a:pt x="664" y="0"/>
                </a:lnTo>
                <a:lnTo>
                  <a:pt x="664" y="113"/>
                </a:lnTo>
                <a:lnTo>
                  <a:pt x="0" y="113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2450160" y="424440"/>
            <a:ext cx="239040" cy="51840"/>
          </a:xfrm>
          <a:custGeom>
            <a:avLst/>
            <a:gdLst/>
            <a:ahLst/>
            <a:rect l="0" t="0" r="r" b="b"/>
            <a:pathLst>
              <a:path w="664" h="144">
                <a:moveTo>
                  <a:pt x="0" y="0"/>
                </a:moveTo>
                <a:lnTo>
                  <a:pt x="664" y="0"/>
                </a:lnTo>
                <a:lnTo>
                  <a:pt x="664" y="144"/>
                </a:lnTo>
                <a:lnTo>
                  <a:pt x="0" y="144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2709360" y="424440"/>
            <a:ext cx="239400" cy="62640"/>
          </a:xfrm>
          <a:custGeom>
            <a:avLst/>
            <a:gdLst/>
            <a:ahLst/>
            <a:rect l="0" t="0" r="r" b="b"/>
            <a:pathLst>
              <a:path w="665" h="174">
                <a:moveTo>
                  <a:pt x="0" y="0"/>
                </a:moveTo>
                <a:lnTo>
                  <a:pt x="665" y="0"/>
                </a:lnTo>
                <a:lnTo>
                  <a:pt x="665" y="174"/>
                </a:lnTo>
                <a:lnTo>
                  <a:pt x="0" y="174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2968920" y="424440"/>
            <a:ext cx="239040" cy="88920"/>
          </a:xfrm>
          <a:custGeom>
            <a:avLst/>
            <a:gdLst/>
            <a:ahLst/>
            <a:rect l="0" t="0" r="r" b="b"/>
            <a:pathLst>
              <a:path w="664" h="247">
                <a:moveTo>
                  <a:pt x="0" y="0"/>
                </a:moveTo>
                <a:lnTo>
                  <a:pt x="664" y="0"/>
                </a:lnTo>
                <a:lnTo>
                  <a:pt x="664" y="247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3228480" y="424440"/>
            <a:ext cx="239040" cy="93240"/>
          </a:xfrm>
          <a:custGeom>
            <a:avLst/>
            <a:gdLst/>
            <a:ahLst/>
            <a:rect l="0" t="0" r="r" b="b"/>
            <a:pathLst>
              <a:path w="664" h="259">
                <a:moveTo>
                  <a:pt x="0" y="0"/>
                </a:moveTo>
                <a:lnTo>
                  <a:pt x="664" y="0"/>
                </a:lnTo>
                <a:lnTo>
                  <a:pt x="664" y="259"/>
                </a:lnTo>
                <a:lnTo>
                  <a:pt x="0" y="25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3488040" y="424440"/>
            <a:ext cx="239040" cy="95040"/>
          </a:xfrm>
          <a:custGeom>
            <a:avLst/>
            <a:gdLst/>
            <a:ahLst/>
            <a:rect l="0" t="0" r="r" b="b"/>
            <a:pathLst>
              <a:path w="664" h="264">
                <a:moveTo>
                  <a:pt x="0" y="0"/>
                </a:moveTo>
                <a:lnTo>
                  <a:pt x="664" y="0"/>
                </a:lnTo>
                <a:lnTo>
                  <a:pt x="664" y="264"/>
                </a:lnTo>
                <a:lnTo>
                  <a:pt x="0" y="264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3747240" y="424440"/>
            <a:ext cx="239400" cy="96480"/>
          </a:xfrm>
          <a:custGeom>
            <a:avLst/>
            <a:gdLst/>
            <a:ahLst/>
            <a:rect l="0" t="0" r="r" b="b"/>
            <a:pathLst>
              <a:path w="665" h="268">
                <a:moveTo>
                  <a:pt x="0" y="0"/>
                </a:moveTo>
                <a:lnTo>
                  <a:pt x="665" y="0"/>
                </a:lnTo>
                <a:lnTo>
                  <a:pt x="665" y="268"/>
                </a:lnTo>
                <a:lnTo>
                  <a:pt x="0" y="26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60" name=""/>
          <p:cNvSpPr/>
          <p:nvPr/>
        </p:nvSpPr>
        <p:spPr>
          <a:xfrm>
            <a:off x="4006800" y="424440"/>
            <a:ext cx="239040" cy="111960"/>
          </a:xfrm>
          <a:custGeom>
            <a:avLst/>
            <a:gdLst/>
            <a:ahLst/>
            <a:rect l="0" t="0" r="r" b="b"/>
            <a:pathLst>
              <a:path w="664" h="311">
                <a:moveTo>
                  <a:pt x="0" y="0"/>
                </a:moveTo>
                <a:lnTo>
                  <a:pt x="664" y="0"/>
                </a:lnTo>
                <a:lnTo>
                  <a:pt x="664" y="311"/>
                </a:lnTo>
                <a:lnTo>
                  <a:pt x="0" y="311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4266360" y="424440"/>
            <a:ext cx="239040" cy="125640"/>
          </a:xfrm>
          <a:custGeom>
            <a:avLst/>
            <a:gdLst/>
            <a:ahLst/>
            <a:rect l="0" t="0" r="r" b="b"/>
            <a:pathLst>
              <a:path w="664" h="349">
                <a:moveTo>
                  <a:pt x="0" y="0"/>
                </a:moveTo>
                <a:lnTo>
                  <a:pt x="664" y="0"/>
                </a:lnTo>
                <a:lnTo>
                  <a:pt x="664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4525920" y="424440"/>
            <a:ext cx="239040" cy="131400"/>
          </a:xfrm>
          <a:custGeom>
            <a:avLst/>
            <a:gdLst/>
            <a:ahLst/>
            <a:rect l="0" t="0" r="r" b="b"/>
            <a:pathLst>
              <a:path w="664" h="365">
                <a:moveTo>
                  <a:pt x="0" y="0"/>
                </a:moveTo>
                <a:lnTo>
                  <a:pt x="664" y="0"/>
                </a:lnTo>
                <a:lnTo>
                  <a:pt x="664" y="365"/>
                </a:lnTo>
                <a:lnTo>
                  <a:pt x="0" y="36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4785480" y="424440"/>
            <a:ext cx="239040" cy="167400"/>
          </a:xfrm>
          <a:custGeom>
            <a:avLst/>
            <a:gdLst/>
            <a:ahLst/>
            <a:rect l="0" t="0" r="r" b="b"/>
            <a:pathLst>
              <a:path w="664" h="465">
                <a:moveTo>
                  <a:pt x="0" y="0"/>
                </a:moveTo>
                <a:lnTo>
                  <a:pt x="664" y="0"/>
                </a:lnTo>
                <a:lnTo>
                  <a:pt x="664" y="465"/>
                </a:lnTo>
                <a:lnTo>
                  <a:pt x="0" y="46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6120">
            <a:solidFill>
              <a:srgbClr val="ffffff"/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5044680" y="158760"/>
            <a:ext cx="239040" cy="266040"/>
          </a:xfrm>
          <a:custGeom>
            <a:avLst/>
            <a:gdLst/>
            <a:ahLst/>
            <a:rect l="0" t="0" r="r" b="b"/>
            <a:pathLst>
              <a:path w="664" h="739">
                <a:moveTo>
                  <a:pt x="0" y="739"/>
                </a:moveTo>
                <a:lnTo>
                  <a:pt x="664" y="739"/>
                </a:lnTo>
                <a:lnTo>
                  <a:pt x="664" y="0"/>
                </a:lnTo>
                <a:lnTo>
                  <a:pt x="0" y="0"/>
                </a:lnTo>
                <a:lnTo>
                  <a:pt x="0" y="739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5304240" y="285120"/>
            <a:ext cx="239040" cy="139680"/>
          </a:xfrm>
          <a:custGeom>
            <a:avLst/>
            <a:gdLst/>
            <a:ahLst/>
            <a:rect l="0" t="0" r="r" b="b"/>
            <a:pathLst>
              <a:path w="664" h="388">
                <a:moveTo>
                  <a:pt x="0" y="388"/>
                </a:moveTo>
                <a:lnTo>
                  <a:pt x="664" y="388"/>
                </a:lnTo>
                <a:lnTo>
                  <a:pt x="664" y="0"/>
                </a:lnTo>
                <a:lnTo>
                  <a:pt x="0" y="0"/>
                </a:lnTo>
                <a:lnTo>
                  <a:pt x="0" y="388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5563800" y="328680"/>
            <a:ext cx="239040" cy="96120"/>
          </a:xfrm>
          <a:custGeom>
            <a:avLst/>
            <a:gdLst/>
            <a:ahLst/>
            <a:rect l="0" t="0" r="r" b="b"/>
            <a:pathLst>
              <a:path w="664" h="267">
                <a:moveTo>
                  <a:pt x="0" y="267"/>
                </a:moveTo>
                <a:lnTo>
                  <a:pt x="664" y="267"/>
                </a:lnTo>
                <a:lnTo>
                  <a:pt x="664" y="0"/>
                </a:lnTo>
                <a:lnTo>
                  <a:pt x="0" y="0"/>
                </a:lnTo>
                <a:lnTo>
                  <a:pt x="0" y="267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5823360" y="384840"/>
            <a:ext cx="239040" cy="39960"/>
          </a:xfrm>
          <a:custGeom>
            <a:avLst/>
            <a:gdLst/>
            <a:ahLst/>
            <a:rect l="0" t="0" r="r" b="b"/>
            <a:pathLst>
              <a:path w="664" h="111">
                <a:moveTo>
                  <a:pt x="0" y="111"/>
                </a:moveTo>
                <a:lnTo>
                  <a:pt x="664" y="111"/>
                </a:lnTo>
                <a:lnTo>
                  <a:pt x="664" y="0"/>
                </a:lnTo>
                <a:lnTo>
                  <a:pt x="0" y="0"/>
                </a:lnTo>
                <a:lnTo>
                  <a:pt x="0" y="111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6082560" y="402120"/>
            <a:ext cx="239040" cy="22680"/>
          </a:xfrm>
          <a:custGeom>
            <a:avLst/>
            <a:gdLst/>
            <a:ahLst/>
            <a:rect l="0" t="0" r="r" b="b"/>
            <a:pathLst>
              <a:path w="664" h="63">
                <a:moveTo>
                  <a:pt x="0" y="63"/>
                </a:moveTo>
                <a:lnTo>
                  <a:pt x="664" y="63"/>
                </a:lnTo>
                <a:lnTo>
                  <a:pt x="664" y="0"/>
                </a:lnTo>
                <a:lnTo>
                  <a:pt x="0" y="0"/>
                </a:lnTo>
                <a:lnTo>
                  <a:pt x="0" y="63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69" name=""/>
          <p:cNvSpPr/>
          <p:nvPr/>
        </p:nvSpPr>
        <p:spPr>
          <a:xfrm>
            <a:off x="6342120" y="410760"/>
            <a:ext cx="239040" cy="14040"/>
          </a:xfrm>
          <a:custGeom>
            <a:avLst/>
            <a:gdLst/>
            <a:ahLst/>
            <a:rect l="0" t="0" r="r" b="b"/>
            <a:pathLst>
              <a:path w="664" h="39">
                <a:moveTo>
                  <a:pt x="0" y="39"/>
                </a:moveTo>
                <a:lnTo>
                  <a:pt x="664" y="39"/>
                </a:lnTo>
                <a:lnTo>
                  <a:pt x="664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0" name=""/>
          <p:cNvSpPr/>
          <p:nvPr/>
        </p:nvSpPr>
        <p:spPr>
          <a:xfrm>
            <a:off x="6601680" y="424440"/>
            <a:ext cx="239040" cy="3960"/>
          </a:xfrm>
          <a:custGeom>
            <a:avLst/>
            <a:gdLst/>
            <a:ahLst/>
            <a:rect l="0" t="0" r="r" b="b"/>
            <a:pathLst>
              <a:path w="664" h="11">
                <a:moveTo>
                  <a:pt x="0" y="0"/>
                </a:moveTo>
                <a:lnTo>
                  <a:pt x="664" y="0"/>
                </a:lnTo>
                <a:lnTo>
                  <a:pt x="664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1" name=""/>
          <p:cNvSpPr/>
          <p:nvPr/>
        </p:nvSpPr>
        <p:spPr>
          <a:xfrm>
            <a:off x="6861240" y="424440"/>
            <a:ext cx="239040" cy="23400"/>
          </a:xfrm>
          <a:custGeom>
            <a:avLst/>
            <a:gdLst/>
            <a:ahLst/>
            <a:rect l="0" t="0" r="r" b="b"/>
            <a:pathLst>
              <a:path w="664" h="65">
                <a:moveTo>
                  <a:pt x="0" y="0"/>
                </a:moveTo>
                <a:lnTo>
                  <a:pt x="664" y="0"/>
                </a:lnTo>
                <a:lnTo>
                  <a:pt x="664" y="65"/>
                </a:lnTo>
                <a:lnTo>
                  <a:pt x="0" y="6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2" name=""/>
          <p:cNvSpPr/>
          <p:nvPr/>
        </p:nvSpPr>
        <p:spPr>
          <a:xfrm>
            <a:off x="7120440" y="424440"/>
            <a:ext cx="239040" cy="44640"/>
          </a:xfrm>
          <a:custGeom>
            <a:avLst/>
            <a:gdLst/>
            <a:ahLst/>
            <a:rect l="0" t="0" r="r" b="b"/>
            <a:pathLst>
              <a:path w="664" h="124">
                <a:moveTo>
                  <a:pt x="0" y="0"/>
                </a:moveTo>
                <a:lnTo>
                  <a:pt x="664" y="0"/>
                </a:lnTo>
                <a:lnTo>
                  <a:pt x="664" y="124"/>
                </a:ln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3" name=""/>
          <p:cNvSpPr/>
          <p:nvPr/>
        </p:nvSpPr>
        <p:spPr>
          <a:xfrm>
            <a:off x="7380000" y="424440"/>
            <a:ext cx="239040" cy="59400"/>
          </a:xfrm>
          <a:custGeom>
            <a:avLst/>
            <a:gdLst/>
            <a:ahLst/>
            <a:rect l="0" t="0" r="r" b="b"/>
            <a:pathLst>
              <a:path w="664" h="165">
                <a:moveTo>
                  <a:pt x="0" y="0"/>
                </a:moveTo>
                <a:lnTo>
                  <a:pt x="664" y="0"/>
                </a:lnTo>
                <a:lnTo>
                  <a:pt x="664" y="165"/>
                </a:lnTo>
                <a:lnTo>
                  <a:pt x="0" y="16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4" name=""/>
          <p:cNvSpPr/>
          <p:nvPr/>
        </p:nvSpPr>
        <p:spPr>
          <a:xfrm>
            <a:off x="7639560" y="424440"/>
            <a:ext cx="239040" cy="95040"/>
          </a:xfrm>
          <a:custGeom>
            <a:avLst/>
            <a:gdLst/>
            <a:ahLst/>
            <a:rect l="0" t="0" r="r" b="b"/>
            <a:pathLst>
              <a:path w="664" h="264">
                <a:moveTo>
                  <a:pt x="0" y="0"/>
                </a:moveTo>
                <a:lnTo>
                  <a:pt x="664" y="0"/>
                </a:lnTo>
                <a:lnTo>
                  <a:pt x="664" y="264"/>
                </a:lnTo>
                <a:lnTo>
                  <a:pt x="0" y="264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7899120" y="424440"/>
            <a:ext cx="239040" cy="100800"/>
          </a:xfrm>
          <a:custGeom>
            <a:avLst/>
            <a:gdLst/>
            <a:ahLst/>
            <a:rect l="0" t="0" r="r" b="b"/>
            <a:pathLst>
              <a:path w="664" h="280">
                <a:moveTo>
                  <a:pt x="0" y="0"/>
                </a:moveTo>
                <a:lnTo>
                  <a:pt x="664" y="0"/>
                </a:lnTo>
                <a:lnTo>
                  <a:pt x="664" y="280"/>
                </a:lnTo>
                <a:lnTo>
                  <a:pt x="0" y="280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8158320" y="424440"/>
            <a:ext cx="239400" cy="112320"/>
          </a:xfrm>
          <a:custGeom>
            <a:avLst/>
            <a:gdLst/>
            <a:ahLst/>
            <a:rect l="0" t="0" r="r" b="b"/>
            <a:pathLst>
              <a:path w="665" h="312">
                <a:moveTo>
                  <a:pt x="0" y="0"/>
                </a:moveTo>
                <a:lnTo>
                  <a:pt x="665" y="0"/>
                </a:lnTo>
                <a:lnTo>
                  <a:pt x="665" y="312"/>
                </a:lnTo>
                <a:lnTo>
                  <a:pt x="0" y="31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8417880" y="424440"/>
            <a:ext cx="239040" cy="120240"/>
          </a:xfrm>
          <a:custGeom>
            <a:avLst/>
            <a:gdLst/>
            <a:ahLst/>
            <a:rect l="0" t="0" r="r" b="b"/>
            <a:pathLst>
              <a:path w="664" h="334">
                <a:moveTo>
                  <a:pt x="0" y="0"/>
                </a:moveTo>
                <a:lnTo>
                  <a:pt x="664" y="0"/>
                </a:lnTo>
                <a:lnTo>
                  <a:pt x="664" y="334"/>
                </a:lnTo>
                <a:lnTo>
                  <a:pt x="0" y="334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8677440" y="424440"/>
            <a:ext cx="239040" cy="122400"/>
          </a:xfrm>
          <a:custGeom>
            <a:avLst/>
            <a:gdLst/>
            <a:ahLst/>
            <a:rect l="0" t="0" r="r" b="b"/>
            <a:pathLst>
              <a:path w="664" h="340">
                <a:moveTo>
                  <a:pt x="0" y="0"/>
                </a:moveTo>
                <a:lnTo>
                  <a:pt x="664" y="0"/>
                </a:lnTo>
                <a:lnTo>
                  <a:pt x="664" y="340"/>
                </a:lnTo>
                <a:lnTo>
                  <a:pt x="0" y="340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8937000" y="424440"/>
            <a:ext cx="239040" cy="164520"/>
          </a:xfrm>
          <a:custGeom>
            <a:avLst/>
            <a:gdLst/>
            <a:ahLst/>
            <a:rect l="0" t="0" r="r" b="b"/>
            <a:pathLst>
              <a:path w="664" h="457">
                <a:moveTo>
                  <a:pt x="0" y="0"/>
                </a:moveTo>
                <a:lnTo>
                  <a:pt x="664" y="0"/>
                </a:lnTo>
                <a:lnTo>
                  <a:pt x="664" y="457"/>
                </a:lnTo>
                <a:lnTo>
                  <a:pt x="0" y="4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80" name=""/>
          <p:cNvSpPr/>
          <p:nvPr/>
        </p:nvSpPr>
        <p:spPr>
          <a:xfrm>
            <a:off x="9196200" y="424440"/>
            <a:ext cx="239400" cy="218160"/>
          </a:xfrm>
          <a:custGeom>
            <a:avLst/>
            <a:gdLst/>
            <a:ahLst/>
            <a:rect l="0" t="0" r="r" b="b"/>
            <a:pathLst>
              <a:path w="665" h="606">
                <a:moveTo>
                  <a:pt x="0" y="0"/>
                </a:moveTo>
                <a:lnTo>
                  <a:pt x="665" y="0"/>
                </a:lnTo>
                <a:lnTo>
                  <a:pt x="665" y="606"/>
                </a:lnTo>
                <a:lnTo>
                  <a:pt x="0" y="606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6120">
            <a:solidFill>
              <a:srgbClr val="ffffff"/>
            </a:solidFill>
            <a:miter/>
          </a:ln>
        </p:spPr>
      </p:sp>
      <p:sp>
        <p:nvSpPr>
          <p:cNvPr id="81" name=""/>
          <p:cNvSpPr/>
          <p:nvPr/>
        </p:nvSpPr>
        <p:spPr>
          <a:xfrm>
            <a:off x="882720" y="424440"/>
            <a:ext cx="8562600" cy="0"/>
          </a:xfrm>
          <a:prstGeom prst="line">
            <a:avLst/>
          </a:prstGeom>
          <a:ln cap="sq" w="75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/>
          <p:nvPr/>
        </p:nvSpPr>
        <p:spPr>
          <a:xfrm flipV="1">
            <a:off x="882720" y="91440"/>
            <a:ext cx="0" cy="5770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/>
          <p:nvPr/>
        </p:nvSpPr>
        <p:spPr>
          <a:xfrm>
            <a:off x="882720" y="668520"/>
            <a:ext cx="85626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/>
          <p:nvPr/>
        </p:nvSpPr>
        <p:spPr>
          <a:xfrm>
            <a:off x="6949080" y="69480"/>
            <a:ext cx="2462040" cy="225720"/>
          </a:xfrm>
          <a:custGeom>
            <a:avLst/>
            <a:gdLst/>
            <a:ahLst/>
            <a:rect l="0" t="0" r="r" b="b"/>
            <a:pathLst>
              <a:path w="6839" h="627">
                <a:moveTo>
                  <a:pt x="141" y="627"/>
                </a:moveTo>
                <a:lnTo>
                  <a:pt x="6698" y="627"/>
                </a:lnTo>
                <a:cubicBezTo>
                  <a:pt x="6792" y="627"/>
                  <a:pt x="6839" y="580"/>
                  <a:pt x="6839" y="486"/>
                </a:cubicBezTo>
                <a:lnTo>
                  <a:pt x="6839" y="142"/>
                </a:lnTo>
                <a:cubicBezTo>
                  <a:pt x="6839" y="47"/>
                  <a:pt x="6792" y="0"/>
                  <a:pt x="6698" y="0"/>
                </a:cubicBezTo>
                <a:lnTo>
                  <a:pt x="141" y="0"/>
                </a:lnTo>
                <a:cubicBezTo>
                  <a:pt x="47" y="0"/>
                  <a:pt x="0" y="47"/>
                  <a:pt x="0" y="142"/>
                </a:cubicBezTo>
                <a:lnTo>
                  <a:pt x="0" y="486"/>
                </a:lnTo>
                <a:cubicBezTo>
                  <a:pt x="0" y="580"/>
                  <a:pt x="47" y="627"/>
                  <a:pt x="141" y="627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 w="12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5" name=""/>
          <p:cNvSpPr txBox="1"/>
          <p:nvPr/>
        </p:nvSpPr>
        <p:spPr>
          <a:xfrm rot="16200000">
            <a:off x="134640" y="302400"/>
            <a:ext cx="6606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(z-score)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882720" y="783000"/>
            <a:ext cx="8562960" cy="149040"/>
          </a:xfrm>
          <a:custGeom>
            <a:avLst/>
            <a:gdLst/>
            <a:ahLst/>
            <a:rect l="0" t="0" r="r" b="b"/>
            <a:pathLst>
              <a:path w="23786" h="414">
                <a:moveTo>
                  <a:pt x="0" y="414"/>
                </a:moveTo>
                <a:lnTo>
                  <a:pt x="23786" y="414"/>
                </a:lnTo>
                <a:lnTo>
                  <a:pt x="23786" y="0"/>
                </a:lnTo>
                <a:lnTo>
                  <a:pt x="0" y="0"/>
                </a:lnTo>
                <a:lnTo>
                  <a:pt x="0" y="41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87" name="" descr=""/>
          <p:cNvPicPr/>
          <p:nvPr/>
        </p:nvPicPr>
        <p:blipFill>
          <a:blip r:embed="rId2"/>
          <a:stretch/>
        </p:blipFill>
        <p:spPr>
          <a:xfrm>
            <a:off x="883080" y="782280"/>
            <a:ext cx="8564400" cy="149040"/>
          </a:xfrm>
          <a:prstGeom prst="rect">
            <a:avLst/>
          </a:prstGeom>
          <a:ln w="0">
            <a:noFill/>
          </a:ln>
        </p:spPr>
      </p:pic>
      <p:sp>
        <p:nvSpPr>
          <p:cNvPr id="88" name=""/>
          <p:cNvSpPr txBox="1"/>
          <p:nvPr/>
        </p:nvSpPr>
        <p:spPr>
          <a:xfrm>
            <a:off x="7000200" y="99000"/>
            <a:ext cx="2350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TLS sig: good vs poor   p = 0.957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882720" y="1046160"/>
            <a:ext cx="8562960" cy="148680"/>
          </a:xfrm>
          <a:custGeom>
            <a:avLst/>
            <a:gdLst/>
            <a:ahLst/>
            <a:rect l="0" t="0" r="r" b="b"/>
            <a:pathLst>
              <a:path w="23786" h="413">
                <a:moveTo>
                  <a:pt x="0" y="413"/>
                </a:moveTo>
                <a:lnTo>
                  <a:pt x="23786" y="413"/>
                </a:lnTo>
                <a:lnTo>
                  <a:pt x="23786" y="0"/>
                </a:lnTo>
                <a:lnTo>
                  <a:pt x="0" y="0"/>
                </a:lnTo>
                <a:lnTo>
                  <a:pt x="0" y="41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90" name="" descr=""/>
          <p:cNvPicPr/>
          <p:nvPr/>
        </p:nvPicPr>
        <p:blipFill>
          <a:blip r:embed="rId3"/>
          <a:stretch/>
        </p:blipFill>
        <p:spPr>
          <a:xfrm>
            <a:off x="883080" y="1045440"/>
            <a:ext cx="8564400" cy="149040"/>
          </a:xfrm>
          <a:prstGeom prst="rect">
            <a:avLst/>
          </a:prstGeom>
          <a:ln w="0">
            <a:noFill/>
          </a:ln>
        </p:spPr>
      </p:pic>
      <p:sp>
        <p:nvSpPr>
          <p:cNvPr id="91" name=""/>
          <p:cNvSpPr txBox="1"/>
          <p:nvPr/>
        </p:nvSpPr>
        <p:spPr>
          <a:xfrm>
            <a:off x="91440" y="774720"/>
            <a:ext cx="685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882720" y="1309320"/>
            <a:ext cx="8562960" cy="3710880"/>
          </a:xfrm>
          <a:custGeom>
            <a:avLst/>
            <a:gdLst/>
            <a:ahLst/>
            <a:rect l="0" t="0" r="r" b="b"/>
            <a:pathLst>
              <a:path w="23786" h="10308">
                <a:moveTo>
                  <a:pt x="0" y="10308"/>
                </a:moveTo>
                <a:lnTo>
                  <a:pt x="23786" y="10308"/>
                </a:lnTo>
                <a:lnTo>
                  <a:pt x="23786" y="0"/>
                </a:lnTo>
                <a:lnTo>
                  <a:pt x="0" y="0"/>
                </a:lnTo>
                <a:lnTo>
                  <a:pt x="0" y="1030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93" name="" descr=""/>
          <p:cNvPicPr/>
          <p:nvPr/>
        </p:nvPicPr>
        <p:blipFill>
          <a:blip r:embed="rId4"/>
          <a:stretch/>
        </p:blipFill>
        <p:spPr>
          <a:xfrm>
            <a:off x="883080" y="1307520"/>
            <a:ext cx="8564400" cy="3711960"/>
          </a:xfrm>
          <a:prstGeom prst="rect">
            <a:avLst/>
          </a:prstGeom>
          <a:ln w="0">
            <a:noFill/>
          </a:ln>
        </p:spPr>
      </p:pic>
      <p:sp>
        <p:nvSpPr>
          <p:cNvPr id="94" name=""/>
          <p:cNvSpPr/>
          <p:nvPr/>
        </p:nvSpPr>
        <p:spPr>
          <a:xfrm>
            <a:off x="101268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5" name=""/>
          <p:cNvSpPr/>
          <p:nvPr/>
        </p:nvSpPr>
        <p:spPr>
          <a:xfrm>
            <a:off x="101268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 txBox="1"/>
          <p:nvPr/>
        </p:nvSpPr>
        <p:spPr>
          <a:xfrm>
            <a:off x="186840" y="1037880"/>
            <a:ext cx="588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MHC-II z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153144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8" name=""/>
          <p:cNvSpPr/>
          <p:nvPr/>
        </p:nvSpPr>
        <p:spPr>
          <a:xfrm>
            <a:off x="153144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 txBox="1"/>
          <p:nvPr/>
        </p:nvSpPr>
        <p:spPr>
          <a:xfrm rot="16200000">
            <a:off x="67644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TNT_RNA_63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205056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>
            <a:off x="205056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 rot="16200000">
            <a:off x="119520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TNT_RNA_46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256932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>
            <a:off x="256932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 rot="16200000">
            <a:off x="171432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TNT_RNA_38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308844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308844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 rot="16200000">
            <a:off x="223272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TNT_RNA_14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360720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360720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 rot="16200000">
            <a:off x="275220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TNT_RNA_35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412632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412632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 rot="16200000">
            <a:off x="327096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TNT_RNA_50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464508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>
            <a:off x="464508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 rot="16200000">
            <a:off x="379008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TNT_RNA_29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516420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>
            <a:off x="516420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 rot="16200000">
            <a:off x="430884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TNT_RNA_49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568296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>
            <a:off x="568296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 rot="16200000">
            <a:off x="482724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TNT_RNA_44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620208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>
            <a:off x="620208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 rot="16200000">
            <a:off x="534636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TNT_RNA_55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672084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>
            <a:off x="672084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 rot="16200000">
            <a:off x="586512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TNT_RNA_45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723996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>
            <a:off x="723996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 rot="16200000">
            <a:off x="638424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TNT_RNA_57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775872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>
            <a:off x="775872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 rot="16200000">
            <a:off x="690372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TNT_RNA_26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827784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>
            <a:off x="827784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 rot="16200000">
            <a:off x="7455240" y="5318280"/>
            <a:ext cx="588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879660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>
            <a:off x="879660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 txBox="1"/>
          <p:nvPr/>
        </p:nvSpPr>
        <p:spPr>
          <a:xfrm rot="16200000">
            <a:off x="794160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TNT_RNA_52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9315720" y="5019840"/>
            <a:ext cx="0" cy="25560"/>
          </a:xfrm>
          <a:custGeom>
            <a:avLst/>
            <a:gdLst/>
            <a:ahLst/>
            <a:rect l="0" t="0" r="r" b="b"/>
            <a:pathLst>
              <a:path w="0" h="71">
                <a:moveTo>
                  <a:pt x="0" y="0"/>
                </a:moveTo>
                <a:lnTo>
                  <a:pt x="0" y="71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>
            <a:off x="9315720" y="5019840"/>
            <a:ext cx="0" cy="255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 txBox="1"/>
          <p:nvPr/>
        </p:nvSpPr>
        <p:spPr>
          <a:xfrm rot="16200000">
            <a:off x="846036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TNT_RNA_58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857520" y="146376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6" name=""/>
          <p:cNvSpPr/>
          <p:nvPr/>
        </p:nvSpPr>
        <p:spPr>
          <a:xfrm flipH="1">
            <a:off x="857520" y="146376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 txBox="1"/>
          <p:nvPr/>
        </p:nvSpPr>
        <p:spPr>
          <a:xfrm rot="16200000">
            <a:off x="8979480" y="5350320"/>
            <a:ext cx="654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TNT_RNA_23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857520" y="177300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 flipH="1">
            <a:off x="857520" y="177300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 txBox="1"/>
          <p:nvPr/>
        </p:nvSpPr>
        <p:spPr>
          <a:xfrm>
            <a:off x="358560" y="1387440"/>
            <a:ext cx="4593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CXCL8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857520" y="208224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 flipH="1">
            <a:off x="857520" y="208224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 txBox="1"/>
          <p:nvPr/>
        </p:nvSpPr>
        <p:spPr>
          <a:xfrm>
            <a:off x="338760" y="1696680"/>
            <a:ext cx="4748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PTGDS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857520" y="239148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 flipH="1">
            <a:off x="857520" y="239148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>
            <a:off x="362160" y="2005920"/>
            <a:ext cx="4532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CCL18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857520" y="270072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 flipH="1">
            <a:off x="857520" y="270072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330480" y="2315160"/>
            <a:ext cx="48528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MS4A1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857520" y="300996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 flipH="1">
            <a:off x="857520" y="300996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>
            <a:off x="334440" y="2624400"/>
            <a:ext cx="4824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CD79B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857520" y="331920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 flipH="1">
            <a:off x="857520" y="331920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>
            <a:off x="345960" y="2933640"/>
            <a:ext cx="4687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LAMP3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857520" y="362844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 flipH="1">
            <a:off x="857520" y="362844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 txBox="1"/>
          <p:nvPr/>
        </p:nvSpPr>
        <p:spPr>
          <a:xfrm>
            <a:off x="480600" y="3242880"/>
            <a:ext cx="3330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SELL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857520" y="393768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 flipH="1">
            <a:off x="857520" y="393768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>
            <a:off x="339480" y="3552120"/>
            <a:ext cx="4791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CXCR5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857520" y="424692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 flipH="1">
            <a:off x="857520" y="424692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 txBox="1"/>
          <p:nvPr/>
        </p:nvSpPr>
        <p:spPr>
          <a:xfrm>
            <a:off x="432000" y="3861360"/>
            <a:ext cx="3834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CCR7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857520" y="455616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 flipH="1">
            <a:off x="857520" y="455616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 txBox="1"/>
          <p:nvPr/>
        </p:nvSpPr>
        <p:spPr>
          <a:xfrm>
            <a:off x="270000" y="4170600"/>
            <a:ext cx="5493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CXCL13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857520" y="4865400"/>
            <a:ext cx="25200" cy="0"/>
          </a:xfrm>
          <a:custGeom>
            <a:avLst/>
            <a:gdLst/>
            <a:ahLst/>
            <a:rect l="0" t="0" r="r" b="b"/>
            <a:pathLst>
              <a:path w="70" h="0">
                <a:moveTo>
                  <a:pt x="70" y="0"/>
                </a:moveTo>
                <a:lnTo>
                  <a:pt x="0" y="0"/>
                </a:lnTo>
                <a:lnTo>
                  <a:pt x="7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9" name=""/>
          <p:cNvSpPr/>
          <p:nvPr/>
        </p:nvSpPr>
        <p:spPr>
          <a:xfrm flipH="1">
            <a:off x="857520" y="4865400"/>
            <a:ext cx="252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 txBox="1"/>
          <p:nvPr/>
        </p:nvSpPr>
        <p:spPr>
          <a:xfrm>
            <a:off x="362160" y="4479840"/>
            <a:ext cx="4532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CCL21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9574200" y="1309320"/>
            <a:ext cx="245160" cy="3710880"/>
          </a:xfrm>
          <a:custGeom>
            <a:avLst/>
            <a:gdLst/>
            <a:ahLst/>
            <a:rect l="0" t="0" r="r" b="b"/>
            <a:pathLst>
              <a:path w="681" h="10308">
                <a:moveTo>
                  <a:pt x="0" y="10308"/>
                </a:moveTo>
                <a:lnTo>
                  <a:pt x="681" y="10308"/>
                </a:lnTo>
                <a:lnTo>
                  <a:pt x="681" y="0"/>
                </a:lnTo>
                <a:lnTo>
                  <a:pt x="0" y="0"/>
                </a:lnTo>
                <a:lnTo>
                  <a:pt x="0" y="1030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82" name=""/>
          <p:cNvSpPr/>
          <p:nvPr/>
        </p:nvSpPr>
        <p:spPr>
          <a:xfrm>
            <a:off x="9819000" y="4648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3" name=""/>
          <p:cNvSpPr/>
          <p:nvPr/>
        </p:nvSpPr>
        <p:spPr>
          <a:xfrm>
            <a:off x="9819000" y="4648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 txBox="1"/>
          <p:nvPr/>
        </p:nvSpPr>
        <p:spPr>
          <a:xfrm>
            <a:off x="362160" y="4788720"/>
            <a:ext cx="4532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100" spc="-1" strike="noStrike">
                <a:solidFill>
                  <a:srgbClr val="0e2a47"/>
                </a:solidFill>
                <a:latin typeface="DejaVuSans"/>
              </a:rPr>
              <a:t>CCL19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9819000" y="3906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6" name=""/>
          <p:cNvSpPr/>
          <p:nvPr/>
        </p:nvSpPr>
        <p:spPr>
          <a:xfrm>
            <a:off x="9819000" y="3906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7" name=""/>
          <p:cNvSpPr txBox="1"/>
          <p:nvPr/>
        </p:nvSpPr>
        <p:spPr>
          <a:xfrm>
            <a:off x="9901800" y="4592160"/>
            <a:ext cx="159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9819000" y="3164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9" name=""/>
          <p:cNvSpPr/>
          <p:nvPr/>
        </p:nvSpPr>
        <p:spPr>
          <a:xfrm>
            <a:off x="9819000" y="3164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 txBox="1"/>
          <p:nvPr/>
        </p:nvSpPr>
        <p:spPr>
          <a:xfrm>
            <a:off x="9901800" y="3850200"/>
            <a:ext cx="159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9819000" y="2422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2" name=""/>
          <p:cNvSpPr/>
          <p:nvPr/>
        </p:nvSpPr>
        <p:spPr>
          <a:xfrm>
            <a:off x="9819000" y="2422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3" name=""/>
          <p:cNvSpPr txBox="1"/>
          <p:nvPr/>
        </p:nvSpPr>
        <p:spPr>
          <a:xfrm>
            <a:off x="9901800" y="31078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9819000" y="1680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5" name=""/>
          <p:cNvSpPr/>
          <p:nvPr/>
        </p:nvSpPr>
        <p:spPr>
          <a:xfrm>
            <a:off x="9819000" y="1680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6" name=""/>
          <p:cNvSpPr txBox="1"/>
          <p:nvPr/>
        </p:nvSpPr>
        <p:spPr>
          <a:xfrm>
            <a:off x="9901800" y="23659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7" name=""/>
          <p:cNvSpPr txBox="1"/>
          <p:nvPr/>
        </p:nvSpPr>
        <p:spPr>
          <a:xfrm>
            <a:off x="9901800" y="16236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8" name=""/>
          <p:cNvSpPr txBox="1"/>
          <p:nvPr/>
        </p:nvSpPr>
        <p:spPr>
          <a:xfrm rot="16200000">
            <a:off x="9726120" y="3094560"/>
            <a:ext cx="880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log2(TPM+1)</a:t>
            </a:r>
            <a:endParaRPr b="0" lang="en-US" sz="950" spc="-1" strike="noStrike">
              <a:latin typeface="Times New Roman"/>
            </a:endParaRPr>
          </a:p>
        </p:txBody>
      </p:sp>
      <p:pic>
        <p:nvPicPr>
          <p:cNvPr id="199" name="" descr=""/>
          <p:cNvPicPr/>
          <p:nvPr/>
        </p:nvPicPr>
        <p:blipFill>
          <a:blip r:embed="rId5"/>
          <a:stretch/>
        </p:blipFill>
        <p:spPr>
          <a:xfrm>
            <a:off x="9573840" y="1307520"/>
            <a:ext cx="246600" cy="3711960"/>
          </a:xfrm>
          <a:prstGeom prst="rect">
            <a:avLst/>
          </a:prstGeom>
          <a:ln w="0">
            <a:noFill/>
          </a:ln>
        </p:spPr>
      </p:pic>
      <p:sp>
        <p:nvSpPr>
          <p:cNvPr id="200" name=""/>
          <p:cNvSpPr/>
          <p:nvPr/>
        </p:nvSpPr>
        <p:spPr>
          <a:xfrm>
            <a:off x="9574200" y="1309320"/>
            <a:ext cx="245160" cy="3710880"/>
          </a:xfrm>
          <a:custGeom>
            <a:avLst/>
            <a:gdLst/>
            <a:ahLst/>
            <a:rect l="0" t="0" r="r" b="b"/>
            <a:pathLst>
              <a:path w="681" h="10308">
                <a:moveTo>
                  <a:pt x="0" y="10308"/>
                </a:moveTo>
                <a:lnTo>
                  <a:pt x="341" y="10308"/>
                </a:lnTo>
                <a:lnTo>
                  <a:pt x="681" y="10308"/>
                </a:lnTo>
                <a:lnTo>
                  <a:pt x="681" y="0"/>
                </a:lnTo>
                <a:lnTo>
                  <a:pt x="341" y="0"/>
                </a:lnTo>
                <a:lnTo>
                  <a:pt x="0" y="0"/>
                </a:lnTo>
                <a:lnTo>
                  <a:pt x="0" y="10308"/>
                </a:lnTo>
                <a:close/>
              </a:path>
            </a:pathLst>
          </a:custGeom>
          <a:noFill/>
          <a:ln cap="sq" w="8640">
            <a:solidFill>
              <a:srgbClr val="0e2a47"/>
            </a:solidFill>
            <a:miter/>
          </a:ln>
        </p:spPr>
      </p:sp>
      <p:sp>
        <p:nvSpPr>
          <p:cNvPr id="201" name=""/>
          <p:cNvSpPr txBox="1"/>
          <p:nvPr/>
        </p:nvSpPr>
        <p:spPr>
          <a:xfrm rot="16200000">
            <a:off x="10064880" y="3093840"/>
            <a:ext cx="488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z-score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02" name="TextBox 20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3F — TLS Cabrita score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2422160" cy="8064000"/>
          </a:xfrm>
          <a:custGeom>
            <a:avLst/>
            <a:gdLst/>
            <a:ahLst/>
            <a:rect l="0" t="0" r="r" b="b"/>
            <a:pathLst>
              <a:path w="34506" h="22400">
                <a:moveTo>
                  <a:pt x="0" y="22400"/>
                </a:moveTo>
                <a:lnTo>
                  <a:pt x="34506" y="22400"/>
                </a:lnTo>
                <a:lnTo>
                  <a:pt x="34506" y="0"/>
                </a:lnTo>
                <a:lnTo>
                  <a:pt x="0" y="0"/>
                </a:lnTo>
                <a:lnTo>
                  <a:pt x="0" y="2240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037880" y="91440"/>
            <a:ext cx="4831920" cy="1779480"/>
          </a:xfrm>
          <a:custGeom>
            <a:avLst/>
            <a:gdLst/>
            <a:ahLst/>
            <a:rect l="0" t="0" r="r" b="b"/>
            <a:pathLst>
              <a:path w="13422" h="4943">
                <a:moveTo>
                  <a:pt x="0" y="4943"/>
                </a:moveTo>
                <a:lnTo>
                  <a:pt x="13422" y="4943"/>
                </a:lnTo>
                <a:lnTo>
                  <a:pt x="13422" y="0"/>
                </a:lnTo>
                <a:lnTo>
                  <a:pt x="0" y="0"/>
                </a:lnTo>
                <a:lnTo>
                  <a:pt x="0" y="494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999720" y="1715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 flipH="1">
            <a:off x="999720" y="1715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999720" y="1282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 flipH="1">
            <a:off x="999720" y="1282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773280" y="16531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999720" y="849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999720" y="849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773280" y="12200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999720" y="416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 flipH="1">
            <a:off x="999720" y="416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773280" y="7869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773280" y="353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1037880" y="172080"/>
            <a:ext cx="4831920" cy="1617840"/>
          </a:xfrm>
          <a:custGeom>
            <a:avLst/>
            <a:gdLst/>
            <a:ahLst/>
            <a:rect l="0" t="0" r="r" b="b"/>
            <a:pathLst>
              <a:path w="13422" h="4494">
                <a:moveTo>
                  <a:pt x="0" y="4289"/>
                </a:moveTo>
                <a:lnTo>
                  <a:pt x="1" y="4289"/>
                </a:lnTo>
                <a:lnTo>
                  <a:pt x="2" y="4289"/>
                </a:lnTo>
                <a:lnTo>
                  <a:pt x="3" y="4289"/>
                </a:lnTo>
                <a:lnTo>
                  <a:pt x="4" y="4289"/>
                </a:lnTo>
                <a:lnTo>
                  <a:pt x="5" y="4289"/>
                </a:lnTo>
                <a:lnTo>
                  <a:pt x="6" y="4289"/>
                </a:lnTo>
                <a:lnTo>
                  <a:pt x="7" y="4289"/>
                </a:lnTo>
                <a:lnTo>
                  <a:pt x="8" y="4289"/>
                </a:lnTo>
                <a:lnTo>
                  <a:pt x="9" y="4289"/>
                </a:lnTo>
                <a:lnTo>
                  <a:pt x="10" y="4289"/>
                </a:lnTo>
                <a:lnTo>
                  <a:pt x="11" y="4289"/>
                </a:lnTo>
                <a:lnTo>
                  <a:pt x="12" y="4289"/>
                </a:lnTo>
                <a:lnTo>
                  <a:pt x="13" y="4289"/>
                </a:lnTo>
                <a:lnTo>
                  <a:pt x="14" y="4289"/>
                </a:lnTo>
                <a:lnTo>
                  <a:pt x="15" y="4289"/>
                </a:lnTo>
                <a:lnTo>
                  <a:pt x="16" y="4289"/>
                </a:lnTo>
                <a:lnTo>
                  <a:pt x="17" y="4289"/>
                </a:lnTo>
                <a:lnTo>
                  <a:pt x="18" y="4289"/>
                </a:lnTo>
                <a:lnTo>
                  <a:pt x="19" y="4289"/>
                </a:lnTo>
                <a:lnTo>
                  <a:pt x="20" y="4289"/>
                </a:lnTo>
                <a:lnTo>
                  <a:pt x="21" y="4289"/>
                </a:lnTo>
                <a:lnTo>
                  <a:pt x="22" y="4289"/>
                </a:lnTo>
                <a:lnTo>
                  <a:pt x="23" y="4289"/>
                </a:lnTo>
                <a:lnTo>
                  <a:pt x="24" y="4289"/>
                </a:lnTo>
                <a:lnTo>
                  <a:pt x="25" y="4289"/>
                </a:lnTo>
                <a:lnTo>
                  <a:pt x="26" y="4289"/>
                </a:lnTo>
                <a:lnTo>
                  <a:pt x="27" y="4289"/>
                </a:lnTo>
                <a:lnTo>
                  <a:pt x="28" y="4289"/>
                </a:lnTo>
                <a:lnTo>
                  <a:pt x="29" y="4289"/>
                </a:lnTo>
                <a:lnTo>
                  <a:pt x="30" y="4289"/>
                </a:lnTo>
                <a:lnTo>
                  <a:pt x="31" y="4289"/>
                </a:lnTo>
                <a:lnTo>
                  <a:pt x="32" y="4289"/>
                </a:lnTo>
                <a:lnTo>
                  <a:pt x="33" y="4289"/>
                </a:lnTo>
                <a:lnTo>
                  <a:pt x="34" y="4289"/>
                </a:lnTo>
                <a:lnTo>
                  <a:pt x="35" y="4289"/>
                </a:lnTo>
                <a:lnTo>
                  <a:pt x="36" y="4289"/>
                </a:lnTo>
                <a:lnTo>
                  <a:pt x="37" y="4289"/>
                </a:lnTo>
                <a:lnTo>
                  <a:pt x="38" y="4289"/>
                </a:lnTo>
                <a:lnTo>
                  <a:pt x="39" y="4289"/>
                </a:lnTo>
                <a:lnTo>
                  <a:pt x="40" y="4289"/>
                </a:lnTo>
                <a:lnTo>
                  <a:pt x="41" y="4289"/>
                </a:lnTo>
                <a:lnTo>
                  <a:pt x="42" y="4289"/>
                </a:lnTo>
                <a:lnTo>
                  <a:pt x="43" y="4289"/>
                </a:lnTo>
                <a:lnTo>
                  <a:pt x="44" y="4289"/>
                </a:lnTo>
                <a:lnTo>
                  <a:pt x="45" y="4289"/>
                </a:lnTo>
                <a:lnTo>
                  <a:pt x="46" y="4289"/>
                </a:lnTo>
                <a:lnTo>
                  <a:pt x="47" y="4289"/>
                </a:lnTo>
                <a:lnTo>
                  <a:pt x="48" y="4289"/>
                </a:lnTo>
                <a:lnTo>
                  <a:pt x="49" y="4289"/>
                </a:lnTo>
                <a:lnTo>
                  <a:pt x="50" y="4289"/>
                </a:lnTo>
                <a:lnTo>
                  <a:pt x="51" y="4289"/>
                </a:lnTo>
                <a:lnTo>
                  <a:pt x="52" y="4289"/>
                </a:lnTo>
                <a:lnTo>
                  <a:pt x="53" y="4289"/>
                </a:lnTo>
                <a:lnTo>
                  <a:pt x="54" y="4289"/>
                </a:lnTo>
                <a:lnTo>
                  <a:pt x="55" y="4289"/>
                </a:lnTo>
                <a:lnTo>
                  <a:pt x="56" y="4289"/>
                </a:lnTo>
                <a:lnTo>
                  <a:pt x="57" y="4289"/>
                </a:lnTo>
                <a:lnTo>
                  <a:pt x="58" y="4289"/>
                </a:lnTo>
                <a:lnTo>
                  <a:pt x="59" y="4289"/>
                </a:lnTo>
                <a:lnTo>
                  <a:pt x="60" y="4289"/>
                </a:lnTo>
                <a:lnTo>
                  <a:pt x="61" y="4289"/>
                </a:lnTo>
                <a:lnTo>
                  <a:pt x="62" y="4289"/>
                </a:lnTo>
                <a:lnTo>
                  <a:pt x="63" y="4289"/>
                </a:lnTo>
                <a:lnTo>
                  <a:pt x="64" y="4289"/>
                </a:lnTo>
                <a:lnTo>
                  <a:pt x="65" y="4289"/>
                </a:lnTo>
                <a:lnTo>
                  <a:pt x="66" y="4289"/>
                </a:lnTo>
                <a:lnTo>
                  <a:pt x="67" y="4289"/>
                </a:lnTo>
                <a:lnTo>
                  <a:pt x="68" y="4289"/>
                </a:lnTo>
                <a:lnTo>
                  <a:pt x="69" y="4289"/>
                </a:lnTo>
                <a:lnTo>
                  <a:pt x="70" y="4289"/>
                </a:lnTo>
                <a:lnTo>
                  <a:pt x="71" y="4289"/>
                </a:lnTo>
                <a:lnTo>
                  <a:pt x="72" y="4289"/>
                </a:lnTo>
                <a:lnTo>
                  <a:pt x="73" y="4289"/>
                </a:lnTo>
                <a:lnTo>
                  <a:pt x="74" y="4289"/>
                </a:lnTo>
                <a:lnTo>
                  <a:pt x="75" y="4289"/>
                </a:lnTo>
                <a:lnTo>
                  <a:pt x="76" y="4289"/>
                </a:lnTo>
                <a:lnTo>
                  <a:pt x="77" y="4289"/>
                </a:lnTo>
                <a:lnTo>
                  <a:pt x="78" y="4289"/>
                </a:lnTo>
                <a:lnTo>
                  <a:pt x="79" y="4289"/>
                </a:lnTo>
                <a:lnTo>
                  <a:pt x="80" y="4289"/>
                </a:lnTo>
                <a:lnTo>
                  <a:pt x="81" y="4289"/>
                </a:lnTo>
                <a:lnTo>
                  <a:pt x="82" y="4289"/>
                </a:lnTo>
                <a:lnTo>
                  <a:pt x="83" y="4289"/>
                </a:lnTo>
                <a:lnTo>
                  <a:pt x="84" y="4289"/>
                </a:lnTo>
                <a:lnTo>
                  <a:pt x="85" y="4289"/>
                </a:lnTo>
                <a:lnTo>
                  <a:pt x="86" y="4289"/>
                </a:lnTo>
                <a:lnTo>
                  <a:pt x="87" y="4289"/>
                </a:lnTo>
                <a:lnTo>
                  <a:pt x="88" y="4289"/>
                </a:lnTo>
                <a:lnTo>
                  <a:pt x="89" y="4289"/>
                </a:lnTo>
                <a:lnTo>
                  <a:pt x="90" y="4289"/>
                </a:lnTo>
                <a:lnTo>
                  <a:pt x="91" y="4289"/>
                </a:lnTo>
                <a:lnTo>
                  <a:pt x="92" y="4289"/>
                </a:lnTo>
                <a:lnTo>
                  <a:pt x="93" y="4289"/>
                </a:lnTo>
                <a:lnTo>
                  <a:pt x="94" y="4289"/>
                </a:lnTo>
                <a:lnTo>
                  <a:pt x="95" y="4289"/>
                </a:lnTo>
                <a:lnTo>
                  <a:pt x="96" y="4289"/>
                </a:lnTo>
                <a:lnTo>
                  <a:pt x="97" y="4289"/>
                </a:lnTo>
                <a:lnTo>
                  <a:pt x="98" y="4289"/>
                </a:lnTo>
                <a:lnTo>
                  <a:pt x="99" y="4289"/>
                </a:lnTo>
                <a:lnTo>
                  <a:pt x="100" y="4289"/>
                </a:lnTo>
                <a:lnTo>
                  <a:pt x="101" y="4289"/>
                </a:lnTo>
                <a:lnTo>
                  <a:pt x="102" y="4289"/>
                </a:lnTo>
                <a:lnTo>
                  <a:pt x="103" y="4289"/>
                </a:lnTo>
                <a:lnTo>
                  <a:pt x="104" y="4289"/>
                </a:lnTo>
                <a:lnTo>
                  <a:pt x="105" y="4289"/>
                </a:lnTo>
                <a:lnTo>
                  <a:pt x="106" y="4289"/>
                </a:lnTo>
                <a:lnTo>
                  <a:pt x="107" y="4289"/>
                </a:lnTo>
                <a:lnTo>
                  <a:pt x="108" y="4289"/>
                </a:lnTo>
                <a:lnTo>
                  <a:pt x="109" y="4289"/>
                </a:lnTo>
                <a:lnTo>
                  <a:pt x="110" y="4289"/>
                </a:lnTo>
                <a:lnTo>
                  <a:pt x="111" y="4289"/>
                </a:lnTo>
                <a:lnTo>
                  <a:pt x="112" y="4289"/>
                </a:lnTo>
                <a:lnTo>
                  <a:pt x="113" y="4289"/>
                </a:lnTo>
                <a:lnTo>
                  <a:pt x="114" y="4289"/>
                </a:lnTo>
                <a:lnTo>
                  <a:pt x="115" y="4289"/>
                </a:lnTo>
                <a:lnTo>
                  <a:pt x="116" y="4289"/>
                </a:lnTo>
                <a:lnTo>
                  <a:pt x="117" y="4289"/>
                </a:lnTo>
                <a:lnTo>
                  <a:pt x="118" y="4289"/>
                </a:lnTo>
                <a:lnTo>
                  <a:pt x="119" y="4289"/>
                </a:lnTo>
                <a:lnTo>
                  <a:pt x="120" y="4289"/>
                </a:lnTo>
                <a:lnTo>
                  <a:pt x="121" y="4289"/>
                </a:lnTo>
                <a:lnTo>
                  <a:pt x="122" y="4289"/>
                </a:lnTo>
                <a:lnTo>
                  <a:pt x="123" y="4289"/>
                </a:lnTo>
                <a:lnTo>
                  <a:pt x="124" y="4289"/>
                </a:lnTo>
                <a:lnTo>
                  <a:pt x="125" y="4289"/>
                </a:lnTo>
                <a:lnTo>
                  <a:pt x="126" y="4289"/>
                </a:lnTo>
                <a:lnTo>
                  <a:pt x="127" y="4289"/>
                </a:lnTo>
                <a:lnTo>
                  <a:pt x="128" y="4289"/>
                </a:lnTo>
                <a:lnTo>
                  <a:pt x="129" y="4289"/>
                </a:lnTo>
                <a:lnTo>
                  <a:pt x="130" y="4289"/>
                </a:lnTo>
                <a:lnTo>
                  <a:pt x="131" y="4289"/>
                </a:lnTo>
                <a:lnTo>
                  <a:pt x="132" y="4289"/>
                </a:lnTo>
                <a:lnTo>
                  <a:pt x="133" y="4289"/>
                </a:lnTo>
                <a:lnTo>
                  <a:pt x="134" y="4289"/>
                </a:lnTo>
                <a:lnTo>
                  <a:pt x="135" y="4289"/>
                </a:lnTo>
                <a:lnTo>
                  <a:pt x="136" y="4289"/>
                </a:lnTo>
                <a:lnTo>
                  <a:pt x="137" y="4289"/>
                </a:lnTo>
                <a:lnTo>
                  <a:pt x="138" y="4289"/>
                </a:lnTo>
                <a:lnTo>
                  <a:pt x="139" y="4289"/>
                </a:lnTo>
                <a:lnTo>
                  <a:pt x="140" y="4289"/>
                </a:lnTo>
                <a:lnTo>
                  <a:pt x="141" y="4289"/>
                </a:lnTo>
                <a:lnTo>
                  <a:pt x="142" y="4289"/>
                </a:lnTo>
                <a:lnTo>
                  <a:pt x="143" y="4289"/>
                </a:lnTo>
                <a:lnTo>
                  <a:pt x="144" y="4289"/>
                </a:lnTo>
                <a:lnTo>
                  <a:pt x="145" y="4289"/>
                </a:lnTo>
                <a:lnTo>
                  <a:pt x="146" y="4289"/>
                </a:lnTo>
                <a:lnTo>
                  <a:pt x="147" y="4289"/>
                </a:lnTo>
                <a:lnTo>
                  <a:pt x="148" y="4289"/>
                </a:lnTo>
                <a:lnTo>
                  <a:pt x="149" y="4289"/>
                </a:lnTo>
                <a:lnTo>
                  <a:pt x="150" y="4289"/>
                </a:lnTo>
                <a:lnTo>
                  <a:pt x="151" y="4289"/>
                </a:lnTo>
                <a:lnTo>
                  <a:pt x="152" y="4289"/>
                </a:lnTo>
                <a:lnTo>
                  <a:pt x="153" y="4289"/>
                </a:lnTo>
                <a:lnTo>
                  <a:pt x="154" y="4289"/>
                </a:lnTo>
                <a:lnTo>
                  <a:pt x="155" y="4289"/>
                </a:lnTo>
                <a:lnTo>
                  <a:pt x="156" y="4289"/>
                </a:lnTo>
                <a:lnTo>
                  <a:pt x="157" y="4289"/>
                </a:lnTo>
                <a:lnTo>
                  <a:pt x="158" y="4289"/>
                </a:lnTo>
                <a:lnTo>
                  <a:pt x="159" y="4289"/>
                </a:lnTo>
                <a:lnTo>
                  <a:pt x="160" y="4289"/>
                </a:lnTo>
                <a:lnTo>
                  <a:pt x="161" y="4289"/>
                </a:lnTo>
                <a:lnTo>
                  <a:pt x="162" y="4289"/>
                </a:lnTo>
                <a:lnTo>
                  <a:pt x="163" y="4289"/>
                </a:lnTo>
                <a:lnTo>
                  <a:pt x="164" y="4289"/>
                </a:lnTo>
                <a:lnTo>
                  <a:pt x="165" y="4289"/>
                </a:lnTo>
                <a:lnTo>
                  <a:pt x="166" y="4289"/>
                </a:lnTo>
                <a:lnTo>
                  <a:pt x="167" y="4289"/>
                </a:lnTo>
                <a:lnTo>
                  <a:pt x="168" y="4289"/>
                </a:lnTo>
                <a:lnTo>
                  <a:pt x="169" y="4289"/>
                </a:lnTo>
                <a:lnTo>
                  <a:pt x="170" y="4289"/>
                </a:lnTo>
                <a:lnTo>
                  <a:pt x="171" y="4289"/>
                </a:lnTo>
                <a:lnTo>
                  <a:pt x="172" y="4289"/>
                </a:lnTo>
                <a:lnTo>
                  <a:pt x="173" y="4289"/>
                </a:lnTo>
                <a:lnTo>
                  <a:pt x="174" y="4289"/>
                </a:lnTo>
                <a:lnTo>
                  <a:pt x="175" y="4289"/>
                </a:lnTo>
                <a:lnTo>
                  <a:pt x="176" y="4289"/>
                </a:lnTo>
                <a:lnTo>
                  <a:pt x="177" y="4289"/>
                </a:lnTo>
                <a:lnTo>
                  <a:pt x="178" y="4289"/>
                </a:lnTo>
                <a:lnTo>
                  <a:pt x="179" y="4289"/>
                </a:lnTo>
                <a:lnTo>
                  <a:pt x="180" y="4289"/>
                </a:lnTo>
                <a:lnTo>
                  <a:pt x="181" y="4289"/>
                </a:lnTo>
                <a:lnTo>
                  <a:pt x="182" y="4289"/>
                </a:lnTo>
                <a:lnTo>
                  <a:pt x="183" y="4289"/>
                </a:lnTo>
                <a:lnTo>
                  <a:pt x="184" y="4289"/>
                </a:lnTo>
                <a:lnTo>
                  <a:pt x="185" y="4289"/>
                </a:lnTo>
                <a:lnTo>
                  <a:pt x="186" y="4289"/>
                </a:lnTo>
                <a:lnTo>
                  <a:pt x="187" y="4289"/>
                </a:lnTo>
                <a:lnTo>
                  <a:pt x="188" y="4289"/>
                </a:lnTo>
                <a:lnTo>
                  <a:pt x="189" y="4289"/>
                </a:lnTo>
                <a:lnTo>
                  <a:pt x="190" y="4289"/>
                </a:lnTo>
                <a:lnTo>
                  <a:pt x="191" y="4289"/>
                </a:lnTo>
                <a:lnTo>
                  <a:pt x="192" y="4289"/>
                </a:lnTo>
                <a:lnTo>
                  <a:pt x="193" y="4289"/>
                </a:lnTo>
                <a:lnTo>
                  <a:pt x="194" y="4289"/>
                </a:lnTo>
                <a:lnTo>
                  <a:pt x="195" y="4289"/>
                </a:lnTo>
                <a:lnTo>
                  <a:pt x="196" y="4289"/>
                </a:lnTo>
                <a:lnTo>
                  <a:pt x="197" y="4289"/>
                </a:lnTo>
                <a:lnTo>
                  <a:pt x="198" y="4289"/>
                </a:lnTo>
                <a:lnTo>
                  <a:pt x="199" y="4289"/>
                </a:lnTo>
                <a:lnTo>
                  <a:pt x="200" y="4289"/>
                </a:lnTo>
                <a:lnTo>
                  <a:pt x="201" y="4289"/>
                </a:lnTo>
                <a:lnTo>
                  <a:pt x="202" y="4289"/>
                </a:lnTo>
                <a:lnTo>
                  <a:pt x="203" y="4289"/>
                </a:lnTo>
                <a:lnTo>
                  <a:pt x="204" y="4289"/>
                </a:lnTo>
                <a:lnTo>
                  <a:pt x="205" y="4289"/>
                </a:lnTo>
                <a:lnTo>
                  <a:pt x="206" y="4289"/>
                </a:lnTo>
                <a:lnTo>
                  <a:pt x="207" y="4289"/>
                </a:lnTo>
                <a:lnTo>
                  <a:pt x="208" y="4289"/>
                </a:lnTo>
                <a:lnTo>
                  <a:pt x="209" y="4289"/>
                </a:lnTo>
                <a:lnTo>
                  <a:pt x="210" y="4289"/>
                </a:lnTo>
                <a:lnTo>
                  <a:pt x="211" y="4289"/>
                </a:lnTo>
                <a:lnTo>
                  <a:pt x="212" y="4289"/>
                </a:lnTo>
                <a:lnTo>
                  <a:pt x="213" y="4289"/>
                </a:lnTo>
                <a:lnTo>
                  <a:pt x="214" y="4289"/>
                </a:lnTo>
                <a:lnTo>
                  <a:pt x="215" y="4289"/>
                </a:lnTo>
                <a:lnTo>
                  <a:pt x="216" y="4289"/>
                </a:lnTo>
                <a:lnTo>
                  <a:pt x="217" y="4289"/>
                </a:lnTo>
                <a:lnTo>
                  <a:pt x="218" y="4289"/>
                </a:lnTo>
                <a:lnTo>
                  <a:pt x="219" y="4289"/>
                </a:lnTo>
                <a:lnTo>
                  <a:pt x="220" y="4289"/>
                </a:lnTo>
                <a:lnTo>
                  <a:pt x="221" y="4289"/>
                </a:lnTo>
                <a:lnTo>
                  <a:pt x="222" y="4289"/>
                </a:lnTo>
                <a:lnTo>
                  <a:pt x="223" y="4289"/>
                </a:lnTo>
                <a:lnTo>
                  <a:pt x="224" y="4289"/>
                </a:lnTo>
                <a:lnTo>
                  <a:pt x="225" y="4289"/>
                </a:lnTo>
                <a:lnTo>
                  <a:pt x="226" y="4289"/>
                </a:lnTo>
                <a:lnTo>
                  <a:pt x="227" y="4289"/>
                </a:lnTo>
                <a:lnTo>
                  <a:pt x="228" y="4289"/>
                </a:lnTo>
                <a:lnTo>
                  <a:pt x="229" y="4289"/>
                </a:lnTo>
                <a:lnTo>
                  <a:pt x="230" y="4289"/>
                </a:lnTo>
                <a:lnTo>
                  <a:pt x="231" y="4289"/>
                </a:lnTo>
                <a:lnTo>
                  <a:pt x="232" y="4289"/>
                </a:lnTo>
                <a:lnTo>
                  <a:pt x="233" y="4289"/>
                </a:lnTo>
                <a:lnTo>
                  <a:pt x="234" y="4289"/>
                </a:lnTo>
                <a:lnTo>
                  <a:pt x="235" y="4289"/>
                </a:lnTo>
                <a:lnTo>
                  <a:pt x="236" y="4289"/>
                </a:lnTo>
                <a:lnTo>
                  <a:pt x="237" y="4289"/>
                </a:lnTo>
                <a:lnTo>
                  <a:pt x="238" y="4289"/>
                </a:lnTo>
                <a:lnTo>
                  <a:pt x="239" y="4289"/>
                </a:lnTo>
                <a:lnTo>
                  <a:pt x="240" y="4289"/>
                </a:lnTo>
                <a:lnTo>
                  <a:pt x="241" y="4289"/>
                </a:lnTo>
                <a:lnTo>
                  <a:pt x="242" y="4289"/>
                </a:lnTo>
                <a:lnTo>
                  <a:pt x="243" y="4289"/>
                </a:lnTo>
                <a:lnTo>
                  <a:pt x="244" y="4289"/>
                </a:lnTo>
                <a:lnTo>
                  <a:pt x="245" y="4289"/>
                </a:lnTo>
                <a:lnTo>
                  <a:pt x="246" y="4289"/>
                </a:lnTo>
                <a:lnTo>
                  <a:pt x="247" y="4289"/>
                </a:lnTo>
                <a:lnTo>
                  <a:pt x="248" y="4289"/>
                </a:lnTo>
                <a:lnTo>
                  <a:pt x="249" y="4289"/>
                </a:lnTo>
                <a:lnTo>
                  <a:pt x="250" y="4289"/>
                </a:lnTo>
                <a:lnTo>
                  <a:pt x="251" y="4289"/>
                </a:lnTo>
                <a:lnTo>
                  <a:pt x="252" y="4289"/>
                </a:lnTo>
                <a:lnTo>
                  <a:pt x="253" y="4289"/>
                </a:lnTo>
                <a:lnTo>
                  <a:pt x="254" y="4289"/>
                </a:lnTo>
                <a:lnTo>
                  <a:pt x="255" y="4289"/>
                </a:lnTo>
                <a:lnTo>
                  <a:pt x="256" y="4289"/>
                </a:lnTo>
                <a:lnTo>
                  <a:pt x="257" y="4289"/>
                </a:lnTo>
                <a:lnTo>
                  <a:pt x="258" y="4289"/>
                </a:lnTo>
                <a:lnTo>
                  <a:pt x="259" y="4289"/>
                </a:lnTo>
                <a:lnTo>
                  <a:pt x="260" y="4289"/>
                </a:lnTo>
                <a:lnTo>
                  <a:pt x="261" y="4289"/>
                </a:lnTo>
                <a:lnTo>
                  <a:pt x="262" y="4289"/>
                </a:lnTo>
                <a:lnTo>
                  <a:pt x="263" y="4289"/>
                </a:lnTo>
                <a:lnTo>
                  <a:pt x="264" y="4289"/>
                </a:lnTo>
                <a:lnTo>
                  <a:pt x="265" y="4289"/>
                </a:lnTo>
                <a:lnTo>
                  <a:pt x="266" y="4289"/>
                </a:lnTo>
                <a:lnTo>
                  <a:pt x="267" y="4289"/>
                </a:lnTo>
                <a:lnTo>
                  <a:pt x="268" y="4289"/>
                </a:lnTo>
                <a:lnTo>
                  <a:pt x="269" y="4289"/>
                </a:lnTo>
                <a:lnTo>
                  <a:pt x="270" y="4289"/>
                </a:lnTo>
                <a:lnTo>
                  <a:pt x="271" y="4289"/>
                </a:lnTo>
                <a:lnTo>
                  <a:pt x="272" y="4289"/>
                </a:lnTo>
                <a:lnTo>
                  <a:pt x="273" y="4289"/>
                </a:lnTo>
                <a:lnTo>
                  <a:pt x="274" y="4289"/>
                </a:lnTo>
                <a:lnTo>
                  <a:pt x="275" y="4289"/>
                </a:lnTo>
                <a:lnTo>
                  <a:pt x="276" y="4289"/>
                </a:lnTo>
                <a:lnTo>
                  <a:pt x="277" y="4289"/>
                </a:lnTo>
                <a:lnTo>
                  <a:pt x="278" y="4289"/>
                </a:lnTo>
                <a:lnTo>
                  <a:pt x="279" y="4289"/>
                </a:lnTo>
                <a:lnTo>
                  <a:pt x="280" y="4289"/>
                </a:lnTo>
                <a:lnTo>
                  <a:pt x="281" y="4289"/>
                </a:lnTo>
                <a:lnTo>
                  <a:pt x="282" y="4289"/>
                </a:lnTo>
                <a:lnTo>
                  <a:pt x="283" y="4289"/>
                </a:lnTo>
                <a:lnTo>
                  <a:pt x="284" y="4289"/>
                </a:lnTo>
                <a:lnTo>
                  <a:pt x="285" y="4289"/>
                </a:lnTo>
                <a:lnTo>
                  <a:pt x="286" y="4289"/>
                </a:lnTo>
                <a:lnTo>
                  <a:pt x="287" y="4289"/>
                </a:lnTo>
                <a:lnTo>
                  <a:pt x="288" y="4289"/>
                </a:lnTo>
                <a:lnTo>
                  <a:pt x="289" y="4289"/>
                </a:lnTo>
                <a:lnTo>
                  <a:pt x="290" y="4289"/>
                </a:lnTo>
                <a:lnTo>
                  <a:pt x="291" y="4289"/>
                </a:lnTo>
                <a:lnTo>
                  <a:pt x="292" y="4289"/>
                </a:lnTo>
                <a:lnTo>
                  <a:pt x="293" y="4289"/>
                </a:lnTo>
                <a:lnTo>
                  <a:pt x="294" y="4289"/>
                </a:lnTo>
                <a:lnTo>
                  <a:pt x="295" y="4289"/>
                </a:lnTo>
                <a:lnTo>
                  <a:pt x="296" y="4289"/>
                </a:lnTo>
                <a:lnTo>
                  <a:pt x="297" y="4289"/>
                </a:lnTo>
                <a:lnTo>
                  <a:pt x="298" y="4289"/>
                </a:lnTo>
                <a:lnTo>
                  <a:pt x="299" y="4289"/>
                </a:lnTo>
                <a:lnTo>
                  <a:pt x="300" y="4289"/>
                </a:lnTo>
                <a:lnTo>
                  <a:pt x="301" y="4289"/>
                </a:lnTo>
                <a:lnTo>
                  <a:pt x="302" y="4289"/>
                </a:lnTo>
                <a:lnTo>
                  <a:pt x="303" y="4289"/>
                </a:lnTo>
                <a:lnTo>
                  <a:pt x="304" y="4289"/>
                </a:lnTo>
                <a:lnTo>
                  <a:pt x="305" y="4289"/>
                </a:lnTo>
                <a:lnTo>
                  <a:pt x="306" y="4289"/>
                </a:lnTo>
                <a:lnTo>
                  <a:pt x="307" y="4289"/>
                </a:lnTo>
                <a:lnTo>
                  <a:pt x="308" y="4289"/>
                </a:lnTo>
                <a:lnTo>
                  <a:pt x="309" y="4289"/>
                </a:lnTo>
                <a:lnTo>
                  <a:pt x="310" y="4289"/>
                </a:lnTo>
                <a:lnTo>
                  <a:pt x="311" y="4289"/>
                </a:lnTo>
                <a:lnTo>
                  <a:pt x="312" y="4289"/>
                </a:lnTo>
                <a:lnTo>
                  <a:pt x="313" y="4289"/>
                </a:lnTo>
                <a:lnTo>
                  <a:pt x="314" y="4289"/>
                </a:lnTo>
                <a:lnTo>
                  <a:pt x="315" y="4289"/>
                </a:lnTo>
                <a:lnTo>
                  <a:pt x="316" y="4289"/>
                </a:lnTo>
                <a:lnTo>
                  <a:pt x="317" y="4289"/>
                </a:lnTo>
                <a:lnTo>
                  <a:pt x="318" y="4289"/>
                </a:lnTo>
                <a:lnTo>
                  <a:pt x="319" y="4289"/>
                </a:lnTo>
                <a:lnTo>
                  <a:pt x="320" y="4289"/>
                </a:lnTo>
                <a:lnTo>
                  <a:pt x="321" y="4289"/>
                </a:lnTo>
                <a:lnTo>
                  <a:pt x="322" y="4289"/>
                </a:lnTo>
                <a:lnTo>
                  <a:pt x="323" y="4289"/>
                </a:lnTo>
                <a:lnTo>
                  <a:pt x="324" y="4289"/>
                </a:lnTo>
                <a:lnTo>
                  <a:pt x="325" y="4289"/>
                </a:lnTo>
                <a:lnTo>
                  <a:pt x="326" y="4289"/>
                </a:lnTo>
                <a:lnTo>
                  <a:pt x="327" y="4289"/>
                </a:lnTo>
                <a:lnTo>
                  <a:pt x="328" y="4289"/>
                </a:lnTo>
                <a:lnTo>
                  <a:pt x="329" y="4289"/>
                </a:lnTo>
                <a:lnTo>
                  <a:pt x="330" y="4289"/>
                </a:lnTo>
                <a:lnTo>
                  <a:pt x="331" y="4289"/>
                </a:lnTo>
                <a:lnTo>
                  <a:pt x="332" y="4289"/>
                </a:lnTo>
                <a:lnTo>
                  <a:pt x="333" y="4289"/>
                </a:lnTo>
                <a:lnTo>
                  <a:pt x="334" y="4289"/>
                </a:lnTo>
                <a:lnTo>
                  <a:pt x="335" y="4289"/>
                </a:lnTo>
                <a:lnTo>
                  <a:pt x="336" y="4289"/>
                </a:lnTo>
                <a:lnTo>
                  <a:pt x="337" y="4289"/>
                </a:lnTo>
                <a:lnTo>
                  <a:pt x="338" y="4289"/>
                </a:lnTo>
                <a:lnTo>
                  <a:pt x="339" y="4289"/>
                </a:lnTo>
                <a:lnTo>
                  <a:pt x="340" y="4289"/>
                </a:lnTo>
                <a:lnTo>
                  <a:pt x="341" y="4289"/>
                </a:lnTo>
                <a:lnTo>
                  <a:pt x="342" y="4289"/>
                </a:lnTo>
                <a:lnTo>
                  <a:pt x="343" y="4289"/>
                </a:lnTo>
                <a:lnTo>
                  <a:pt x="344" y="4289"/>
                </a:lnTo>
                <a:lnTo>
                  <a:pt x="345" y="4289"/>
                </a:lnTo>
                <a:lnTo>
                  <a:pt x="346" y="4289"/>
                </a:lnTo>
                <a:lnTo>
                  <a:pt x="347" y="4289"/>
                </a:lnTo>
                <a:lnTo>
                  <a:pt x="348" y="4289"/>
                </a:lnTo>
                <a:lnTo>
                  <a:pt x="349" y="4289"/>
                </a:lnTo>
                <a:lnTo>
                  <a:pt x="350" y="4289"/>
                </a:lnTo>
                <a:lnTo>
                  <a:pt x="351" y="4289"/>
                </a:lnTo>
                <a:lnTo>
                  <a:pt x="352" y="4289"/>
                </a:lnTo>
                <a:lnTo>
                  <a:pt x="353" y="4289"/>
                </a:lnTo>
                <a:lnTo>
                  <a:pt x="354" y="4289"/>
                </a:lnTo>
                <a:lnTo>
                  <a:pt x="355" y="4289"/>
                </a:lnTo>
                <a:lnTo>
                  <a:pt x="356" y="4289"/>
                </a:lnTo>
                <a:lnTo>
                  <a:pt x="357" y="4289"/>
                </a:lnTo>
                <a:lnTo>
                  <a:pt x="358" y="4289"/>
                </a:lnTo>
                <a:lnTo>
                  <a:pt x="359" y="4289"/>
                </a:lnTo>
                <a:lnTo>
                  <a:pt x="360" y="4289"/>
                </a:lnTo>
                <a:lnTo>
                  <a:pt x="361" y="4289"/>
                </a:lnTo>
                <a:lnTo>
                  <a:pt x="362" y="4289"/>
                </a:lnTo>
                <a:lnTo>
                  <a:pt x="363" y="4289"/>
                </a:lnTo>
                <a:lnTo>
                  <a:pt x="364" y="4289"/>
                </a:lnTo>
                <a:lnTo>
                  <a:pt x="365" y="4289"/>
                </a:lnTo>
                <a:lnTo>
                  <a:pt x="366" y="4289"/>
                </a:lnTo>
                <a:lnTo>
                  <a:pt x="367" y="4289"/>
                </a:lnTo>
                <a:lnTo>
                  <a:pt x="368" y="4289"/>
                </a:lnTo>
                <a:lnTo>
                  <a:pt x="369" y="4289"/>
                </a:lnTo>
                <a:lnTo>
                  <a:pt x="370" y="4289"/>
                </a:lnTo>
                <a:lnTo>
                  <a:pt x="371" y="4289"/>
                </a:lnTo>
                <a:lnTo>
                  <a:pt x="372" y="4289"/>
                </a:lnTo>
                <a:lnTo>
                  <a:pt x="373" y="4289"/>
                </a:lnTo>
                <a:lnTo>
                  <a:pt x="374" y="4289"/>
                </a:lnTo>
                <a:lnTo>
                  <a:pt x="375" y="4289"/>
                </a:lnTo>
                <a:lnTo>
                  <a:pt x="376" y="4289"/>
                </a:lnTo>
                <a:lnTo>
                  <a:pt x="377" y="4289"/>
                </a:lnTo>
                <a:lnTo>
                  <a:pt x="378" y="4289"/>
                </a:lnTo>
                <a:lnTo>
                  <a:pt x="379" y="4289"/>
                </a:lnTo>
                <a:lnTo>
                  <a:pt x="380" y="4289"/>
                </a:lnTo>
                <a:lnTo>
                  <a:pt x="381" y="4289"/>
                </a:lnTo>
                <a:lnTo>
                  <a:pt x="382" y="4289"/>
                </a:lnTo>
                <a:lnTo>
                  <a:pt x="383" y="4289"/>
                </a:lnTo>
                <a:lnTo>
                  <a:pt x="384" y="4289"/>
                </a:lnTo>
                <a:lnTo>
                  <a:pt x="385" y="4289"/>
                </a:lnTo>
                <a:lnTo>
                  <a:pt x="386" y="4289"/>
                </a:lnTo>
                <a:lnTo>
                  <a:pt x="387" y="4289"/>
                </a:lnTo>
                <a:lnTo>
                  <a:pt x="388" y="4289"/>
                </a:lnTo>
                <a:lnTo>
                  <a:pt x="389" y="4289"/>
                </a:lnTo>
                <a:lnTo>
                  <a:pt x="390" y="4289"/>
                </a:lnTo>
                <a:lnTo>
                  <a:pt x="391" y="4289"/>
                </a:lnTo>
                <a:lnTo>
                  <a:pt x="392" y="4289"/>
                </a:lnTo>
                <a:lnTo>
                  <a:pt x="393" y="4289"/>
                </a:lnTo>
                <a:lnTo>
                  <a:pt x="394" y="4289"/>
                </a:lnTo>
                <a:lnTo>
                  <a:pt x="395" y="4289"/>
                </a:lnTo>
                <a:lnTo>
                  <a:pt x="396" y="4289"/>
                </a:lnTo>
                <a:lnTo>
                  <a:pt x="397" y="4289"/>
                </a:lnTo>
                <a:lnTo>
                  <a:pt x="398" y="4289"/>
                </a:lnTo>
                <a:lnTo>
                  <a:pt x="399" y="4289"/>
                </a:lnTo>
                <a:lnTo>
                  <a:pt x="400" y="4289"/>
                </a:lnTo>
                <a:lnTo>
                  <a:pt x="401" y="4289"/>
                </a:lnTo>
                <a:lnTo>
                  <a:pt x="402" y="4289"/>
                </a:lnTo>
                <a:lnTo>
                  <a:pt x="403" y="4289"/>
                </a:lnTo>
                <a:lnTo>
                  <a:pt x="404" y="4289"/>
                </a:lnTo>
                <a:lnTo>
                  <a:pt x="405" y="4289"/>
                </a:lnTo>
                <a:lnTo>
                  <a:pt x="406" y="4289"/>
                </a:lnTo>
                <a:lnTo>
                  <a:pt x="407" y="4289"/>
                </a:lnTo>
                <a:lnTo>
                  <a:pt x="408" y="4289"/>
                </a:lnTo>
                <a:lnTo>
                  <a:pt x="409" y="4289"/>
                </a:lnTo>
                <a:lnTo>
                  <a:pt x="410" y="4289"/>
                </a:lnTo>
                <a:lnTo>
                  <a:pt x="411" y="4289"/>
                </a:lnTo>
                <a:lnTo>
                  <a:pt x="412" y="4289"/>
                </a:lnTo>
                <a:lnTo>
                  <a:pt x="413" y="4289"/>
                </a:lnTo>
                <a:lnTo>
                  <a:pt x="414" y="4289"/>
                </a:lnTo>
                <a:lnTo>
                  <a:pt x="415" y="4289"/>
                </a:lnTo>
                <a:lnTo>
                  <a:pt x="416" y="4289"/>
                </a:lnTo>
                <a:lnTo>
                  <a:pt x="417" y="4289"/>
                </a:lnTo>
                <a:lnTo>
                  <a:pt x="418" y="4289"/>
                </a:lnTo>
                <a:lnTo>
                  <a:pt x="419" y="4289"/>
                </a:lnTo>
                <a:lnTo>
                  <a:pt x="420" y="4289"/>
                </a:lnTo>
                <a:lnTo>
                  <a:pt x="421" y="4289"/>
                </a:lnTo>
                <a:lnTo>
                  <a:pt x="422" y="4289"/>
                </a:lnTo>
                <a:lnTo>
                  <a:pt x="423" y="4289"/>
                </a:lnTo>
                <a:lnTo>
                  <a:pt x="424" y="4289"/>
                </a:lnTo>
                <a:lnTo>
                  <a:pt x="425" y="4289"/>
                </a:lnTo>
                <a:lnTo>
                  <a:pt x="426" y="4289"/>
                </a:lnTo>
                <a:lnTo>
                  <a:pt x="427" y="4289"/>
                </a:lnTo>
                <a:lnTo>
                  <a:pt x="428" y="4289"/>
                </a:lnTo>
                <a:lnTo>
                  <a:pt x="429" y="4289"/>
                </a:lnTo>
                <a:lnTo>
                  <a:pt x="430" y="4289"/>
                </a:lnTo>
                <a:lnTo>
                  <a:pt x="431" y="4289"/>
                </a:lnTo>
                <a:lnTo>
                  <a:pt x="432" y="4289"/>
                </a:lnTo>
                <a:lnTo>
                  <a:pt x="433" y="4289"/>
                </a:lnTo>
                <a:lnTo>
                  <a:pt x="434" y="4289"/>
                </a:lnTo>
                <a:lnTo>
                  <a:pt x="435" y="4289"/>
                </a:lnTo>
                <a:lnTo>
                  <a:pt x="436" y="4289"/>
                </a:lnTo>
                <a:lnTo>
                  <a:pt x="437" y="4289"/>
                </a:lnTo>
                <a:lnTo>
                  <a:pt x="438" y="4289"/>
                </a:lnTo>
                <a:lnTo>
                  <a:pt x="439" y="4289"/>
                </a:lnTo>
                <a:lnTo>
                  <a:pt x="440" y="4289"/>
                </a:lnTo>
                <a:lnTo>
                  <a:pt x="441" y="4289"/>
                </a:lnTo>
                <a:lnTo>
                  <a:pt x="442" y="4289"/>
                </a:lnTo>
                <a:lnTo>
                  <a:pt x="443" y="4289"/>
                </a:lnTo>
                <a:lnTo>
                  <a:pt x="444" y="4289"/>
                </a:lnTo>
                <a:lnTo>
                  <a:pt x="445" y="4289"/>
                </a:lnTo>
                <a:lnTo>
                  <a:pt x="446" y="4289"/>
                </a:lnTo>
                <a:lnTo>
                  <a:pt x="447" y="4289"/>
                </a:lnTo>
                <a:lnTo>
                  <a:pt x="448" y="4289"/>
                </a:lnTo>
                <a:lnTo>
                  <a:pt x="449" y="4289"/>
                </a:lnTo>
                <a:lnTo>
                  <a:pt x="450" y="4289"/>
                </a:lnTo>
                <a:lnTo>
                  <a:pt x="451" y="4289"/>
                </a:lnTo>
                <a:lnTo>
                  <a:pt x="452" y="4289"/>
                </a:lnTo>
                <a:lnTo>
                  <a:pt x="453" y="4289"/>
                </a:lnTo>
                <a:lnTo>
                  <a:pt x="454" y="4289"/>
                </a:lnTo>
                <a:lnTo>
                  <a:pt x="455" y="4289"/>
                </a:lnTo>
                <a:lnTo>
                  <a:pt x="456" y="4289"/>
                </a:lnTo>
                <a:lnTo>
                  <a:pt x="457" y="4289"/>
                </a:lnTo>
                <a:lnTo>
                  <a:pt x="458" y="4289"/>
                </a:lnTo>
                <a:lnTo>
                  <a:pt x="459" y="4289"/>
                </a:lnTo>
                <a:lnTo>
                  <a:pt x="460" y="4289"/>
                </a:lnTo>
                <a:lnTo>
                  <a:pt x="461" y="4289"/>
                </a:lnTo>
                <a:lnTo>
                  <a:pt x="462" y="4289"/>
                </a:lnTo>
                <a:lnTo>
                  <a:pt x="463" y="4289"/>
                </a:lnTo>
                <a:lnTo>
                  <a:pt x="464" y="4289"/>
                </a:lnTo>
                <a:lnTo>
                  <a:pt x="465" y="4289"/>
                </a:lnTo>
                <a:lnTo>
                  <a:pt x="466" y="4289"/>
                </a:lnTo>
                <a:lnTo>
                  <a:pt x="467" y="4289"/>
                </a:lnTo>
                <a:lnTo>
                  <a:pt x="468" y="4289"/>
                </a:lnTo>
                <a:lnTo>
                  <a:pt x="469" y="4289"/>
                </a:lnTo>
                <a:lnTo>
                  <a:pt x="470" y="4289"/>
                </a:lnTo>
                <a:lnTo>
                  <a:pt x="471" y="4289"/>
                </a:lnTo>
                <a:lnTo>
                  <a:pt x="472" y="4289"/>
                </a:lnTo>
                <a:lnTo>
                  <a:pt x="473" y="4289"/>
                </a:lnTo>
                <a:lnTo>
                  <a:pt x="474" y="4289"/>
                </a:lnTo>
                <a:lnTo>
                  <a:pt x="475" y="4289"/>
                </a:lnTo>
                <a:lnTo>
                  <a:pt x="476" y="4289"/>
                </a:lnTo>
                <a:lnTo>
                  <a:pt x="477" y="4289"/>
                </a:lnTo>
                <a:lnTo>
                  <a:pt x="478" y="4289"/>
                </a:lnTo>
                <a:lnTo>
                  <a:pt x="479" y="4289"/>
                </a:lnTo>
                <a:lnTo>
                  <a:pt x="480" y="4289"/>
                </a:lnTo>
                <a:lnTo>
                  <a:pt x="481" y="4289"/>
                </a:lnTo>
                <a:lnTo>
                  <a:pt x="482" y="4289"/>
                </a:lnTo>
                <a:lnTo>
                  <a:pt x="483" y="4289"/>
                </a:lnTo>
                <a:lnTo>
                  <a:pt x="484" y="4289"/>
                </a:lnTo>
                <a:lnTo>
                  <a:pt x="485" y="4289"/>
                </a:lnTo>
                <a:lnTo>
                  <a:pt x="486" y="4289"/>
                </a:lnTo>
                <a:lnTo>
                  <a:pt x="487" y="4289"/>
                </a:lnTo>
                <a:lnTo>
                  <a:pt x="488" y="4289"/>
                </a:lnTo>
                <a:lnTo>
                  <a:pt x="489" y="4289"/>
                </a:lnTo>
                <a:lnTo>
                  <a:pt x="490" y="4289"/>
                </a:lnTo>
                <a:lnTo>
                  <a:pt x="491" y="4289"/>
                </a:lnTo>
                <a:lnTo>
                  <a:pt x="492" y="4289"/>
                </a:lnTo>
                <a:lnTo>
                  <a:pt x="493" y="4289"/>
                </a:lnTo>
                <a:lnTo>
                  <a:pt x="494" y="4289"/>
                </a:lnTo>
                <a:lnTo>
                  <a:pt x="495" y="4289"/>
                </a:lnTo>
                <a:lnTo>
                  <a:pt x="496" y="4289"/>
                </a:lnTo>
                <a:lnTo>
                  <a:pt x="497" y="4289"/>
                </a:lnTo>
                <a:lnTo>
                  <a:pt x="498" y="4289"/>
                </a:lnTo>
                <a:lnTo>
                  <a:pt x="499" y="4289"/>
                </a:lnTo>
                <a:lnTo>
                  <a:pt x="500" y="4289"/>
                </a:lnTo>
                <a:lnTo>
                  <a:pt x="501" y="4289"/>
                </a:lnTo>
                <a:lnTo>
                  <a:pt x="502" y="4289"/>
                </a:lnTo>
                <a:lnTo>
                  <a:pt x="503" y="4289"/>
                </a:lnTo>
                <a:lnTo>
                  <a:pt x="504" y="4289"/>
                </a:lnTo>
                <a:lnTo>
                  <a:pt x="505" y="4289"/>
                </a:lnTo>
                <a:lnTo>
                  <a:pt x="506" y="4289"/>
                </a:lnTo>
                <a:lnTo>
                  <a:pt x="507" y="4289"/>
                </a:lnTo>
                <a:lnTo>
                  <a:pt x="508" y="4289"/>
                </a:lnTo>
                <a:lnTo>
                  <a:pt x="509" y="4289"/>
                </a:lnTo>
                <a:lnTo>
                  <a:pt x="510" y="4289"/>
                </a:lnTo>
                <a:lnTo>
                  <a:pt x="511" y="4289"/>
                </a:lnTo>
                <a:lnTo>
                  <a:pt x="512" y="4289"/>
                </a:lnTo>
                <a:lnTo>
                  <a:pt x="513" y="4289"/>
                </a:lnTo>
                <a:lnTo>
                  <a:pt x="514" y="4289"/>
                </a:lnTo>
                <a:lnTo>
                  <a:pt x="515" y="4289"/>
                </a:lnTo>
                <a:lnTo>
                  <a:pt x="516" y="4289"/>
                </a:lnTo>
                <a:lnTo>
                  <a:pt x="517" y="4289"/>
                </a:lnTo>
                <a:lnTo>
                  <a:pt x="518" y="4289"/>
                </a:lnTo>
                <a:lnTo>
                  <a:pt x="519" y="4289"/>
                </a:lnTo>
                <a:lnTo>
                  <a:pt x="520" y="4289"/>
                </a:lnTo>
                <a:lnTo>
                  <a:pt x="521" y="4289"/>
                </a:lnTo>
                <a:lnTo>
                  <a:pt x="522" y="4289"/>
                </a:lnTo>
                <a:lnTo>
                  <a:pt x="523" y="4289"/>
                </a:lnTo>
                <a:lnTo>
                  <a:pt x="524" y="4289"/>
                </a:lnTo>
                <a:lnTo>
                  <a:pt x="525" y="4289"/>
                </a:lnTo>
                <a:lnTo>
                  <a:pt x="526" y="4289"/>
                </a:lnTo>
                <a:lnTo>
                  <a:pt x="527" y="4289"/>
                </a:lnTo>
                <a:lnTo>
                  <a:pt x="528" y="4289"/>
                </a:lnTo>
                <a:lnTo>
                  <a:pt x="529" y="4289"/>
                </a:lnTo>
                <a:lnTo>
                  <a:pt x="530" y="4289"/>
                </a:lnTo>
                <a:lnTo>
                  <a:pt x="531" y="4289"/>
                </a:lnTo>
                <a:lnTo>
                  <a:pt x="532" y="4289"/>
                </a:lnTo>
                <a:lnTo>
                  <a:pt x="533" y="4289"/>
                </a:lnTo>
                <a:lnTo>
                  <a:pt x="534" y="4289"/>
                </a:lnTo>
                <a:lnTo>
                  <a:pt x="535" y="4289"/>
                </a:lnTo>
                <a:lnTo>
                  <a:pt x="536" y="4289"/>
                </a:lnTo>
                <a:lnTo>
                  <a:pt x="537" y="4289"/>
                </a:lnTo>
                <a:lnTo>
                  <a:pt x="538" y="4289"/>
                </a:lnTo>
                <a:lnTo>
                  <a:pt x="539" y="4289"/>
                </a:lnTo>
                <a:lnTo>
                  <a:pt x="540" y="4289"/>
                </a:lnTo>
                <a:lnTo>
                  <a:pt x="541" y="4289"/>
                </a:lnTo>
                <a:lnTo>
                  <a:pt x="542" y="4289"/>
                </a:lnTo>
                <a:lnTo>
                  <a:pt x="543" y="4289"/>
                </a:lnTo>
                <a:lnTo>
                  <a:pt x="544" y="4289"/>
                </a:lnTo>
                <a:lnTo>
                  <a:pt x="545" y="4289"/>
                </a:lnTo>
                <a:lnTo>
                  <a:pt x="546" y="4289"/>
                </a:lnTo>
                <a:lnTo>
                  <a:pt x="547" y="4289"/>
                </a:lnTo>
                <a:lnTo>
                  <a:pt x="548" y="4289"/>
                </a:lnTo>
                <a:lnTo>
                  <a:pt x="549" y="4289"/>
                </a:lnTo>
                <a:lnTo>
                  <a:pt x="550" y="4289"/>
                </a:lnTo>
                <a:lnTo>
                  <a:pt x="551" y="4289"/>
                </a:lnTo>
                <a:lnTo>
                  <a:pt x="552" y="4289"/>
                </a:lnTo>
                <a:lnTo>
                  <a:pt x="553" y="4289"/>
                </a:lnTo>
                <a:lnTo>
                  <a:pt x="554" y="4289"/>
                </a:lnTo>
                <a:lnTo>
                  <a:pt x="555" y="4289"/>
                </a:lnTo>
                <a:lnTo>
                  <a:pt x="556" y="4289"/>
                </a:lnTo>
                <a:lnTo>
                  <a:pt x="557" y="4289"/>
                </a:lnTo>
                <a:lnTo>
                  <a:pt x="558" y="4289"/>
                </a:lnTo>
                <a:lnTo>
                  <a:pt x="559" y="4289"/>
                </a:lnTo>
                <a:lnTo>
                  <a:pt x="560" y="4289"/>
                </a:lnTo>
                <a:lnTo>
                  <a:pt x="561" y="4289"/>
                </a:lnTo>
                <a:lnTo>
                  <a:pt x="562" y="4289"/>
                </a:lnTo>
                <a:lnTo>
                  <a:pt x="563" y="4289"/>
                </a:lnTo>
                <a:lnTo>
                  <a:pt x="564" y="4289"/>
                </a:lnTo>
                <a:lnTo>
                  <a:pt x="565" y="4289"/>
                </a:lnTo>
                <a:lnTo>
                  <a:pt x="566" y="4289"/>
                </a:lnTo>
                <a:lnTo>
                  <a:pt x="567" y="4289"/>
                </a:lnTo>
                <a:lnTo>
                  <a:pt x="568" y="4289"/>
                </a:lnTo>
                <a:lnTo>
                  <a:pt x="569" y="4289"/>
                </a:lnTo>
                <a:lnTo>
                  <a:pt x="570" y="4289"/>
                </a:lnTo>
                <a:lnTo>
                  <a:pt x="571" y="4289"/>
                </a:lnTo>
                <a:lnTo>
                  <a:pt x="572" y="4289"/>
                </a:lnTo>
                <a:lnTo>
                  <a:pt x="573" y="4289"/>
                </a:lnTo>
                <a:lnTo>
                  <a:pt x="574" y="4289"/>
                </a:lnTo>
                <a:lnTo>
                  <a:pt x="575" y="4289"/>
                </a:lnTo>
                <a:lnTo>
                  <a:pt x="576" y="4289"/>
                </a:lnTo>
                <a:lnTo>
                  <a:pt x="577" y="4289"/>
                </a:lnTo>
                <a:lnTo>
                  <a:pt x="578" y="4289"/>
                </a:lnTo>
                <a:lnTo>
                  <a:pt x="579" y="4289"/>
                </a:lnTo>
                <a:lnTo>
                  <a:pt x="580" y="4289"/>
                </a:lnTo>
                <a:lnTo>
                  <a:pt x="581" y="4289"/>
                </a:lnTo>
                <a:lnTo>
                  <a:pt x="582" y="4289"/>
                </a:lnTo>
                <a:lnTo>
                  <a:pt x="583" y="4289"/>
                </a:lnTo>
                <a:lnTo>
                  <a:pt x="584" y="4289"/>
                </a:lnTo>
                <a:lnTo>
                  <a:pt x="585" y="4289"/>
                </a:lnTo>
                <a:lnTo>
                  <a:pt x="586" y="4289"/>
                </a:lnTo>
                <a:lnTo>
                  <a:pt x="587" y="4289"/>
                </a:lnTo>
                <a:lnTo>
                  <a:pt x="588" y="4289"/>
                </a:lnTo>
                <a:lnTo>
                  <a:pt x="589" y="4289"/>
                </a:lnTo>
                <a:lnTo>
                  <a:pt x="590" y="4289"/>
                </a:lnTo>
                <a:lnTo>
                  <a:pt x="591" y="4289"/>
                </a:lnTo>
                <a:lnTo>
                  <a:pt x="592" y="4289"/>
                </a:lnTo>
                <a:lnTo>
                  <a:pt x="593" y="4289"/>
                </a:lnTo>
                <a:lnTo>
                  <a:pt x="594" y="4289"/>
                </a:lnTo>
                <a:lnTo>
                  <a:pt x="595" y="4289"/>
                </a:lnTo>
                <a:lnTo>
                  <a:pt x="596" y="4289"/>
                </a:lnTo>
                <a:lnTo>
                  <a:pt x="597" y="4289"/>
                </a:lnTo>
                <a:lnTo>
                  <a:pt x="598" y="4289"/>
                </a:lnTo>
                <a:lnTo>
                  <a:pt x="599" y="4289"/>
                </a:lnTo>
                <a:lnTo>
                  <a:pt x="600" y="4289"/>
                </a:lnTo>
                <a:lnTo>
                  <a:pt x="601" y="4289"/>
                </a:lnTo>
                <a:lnTo>
                  <a:pt x="602" y="4289"/>
                </a:lnTo>
                <a:lnTo>
                  <a:pt x="603" y="4289"/>
                </a:lnTo>
                <a:lnTo>
                  <a:pt x="604" y="4289"/>
                </a:lnTo>
                <a:lnTo>
                  <a:pt x="605" y="4289"/>
                </a:lnTo>
                <a:lnTo>
                  <a:pt x="606" y="4289"/>
                </a:lnTo>
                <a:lnTo>
                  <a:pt x="607" y="4289"/>
                </a:lnTo>
                <a:lnTo>
                  <a:pt x="608" y="4289"/>
                </a:lnTo>
                <a:lnTo>
                  <a:pt x="609" y="4289"/>
                </a:lnTo>
                <a:lnTo>
                  <a:pt x="610" y="4289"/>
                </a:lnTo>
                <a:lnTo>
                  <a:pt x="611" y="4289"/>
                </a:lnTo>
                <a:lnTo>
                  <a:pt x="612" y="4289"/>
                </a:lnTo>
                <a:lnTo>
                  <a:pt x="613" y="4289"/>
                </a:lnTo>
                <a:lnTo>
                  <a:pt x="614" y="4289"/>
                </a:lnTo>
                <a:lnTo>
                  <a:pt x="615" y="4289"/>
                </a:lnTo>
                <a:lnTo>
                  <a:pt x="616" y="4289"/>
                </a:lnTo>
                <a:lnTo>
                  <a:pt x="617" y="4289"/>
                </a:lnTo>
                <a:lnTo>
                  <a:pt x="618" y="4289"/>
                </a:lnTo>
                <a:lnTo>
                  <a:pt x="619" y="4289"/>
                </a:lnTo>
                <a:lnTo>
                  <a:pt x="620" y="4289"/>
                </a:lnTo>
                <a:lnTo>
                  <a:pt x="621" y="4289"/>
                </a:lnTo>
                <a:lnTo>
                  <a:pt x="622" y="4289"/>
                </a:lnTo>
                <a:lnTo>
                  <a:pt x="623" y="4289"/>
                </a:lnTo>
                <a:lnTo>
                  <a:pt x="624" y="4289"/>
                </a:lnTo>
                <a:lnTo>
                  <a:pt x="625" y="4289"/>
                </a:lnTo>
                <a:lnTo>
                  <a:pt x="626" y="4289"/>
                </a:lnTo>
                <a:lnTo>
                  <a:pt x="627" y="4289"/>
                </a:lnTo>
                <a:lnTo>
                  <a:pt x="628" y="4289"/>
                </a:lnTo>
                <a:lnTo>
                  <a:pt x="629" y="4289"/>
                </a:lnTo>
                <a:lnTo>
                  <a:pt x="630" y="4289"/>
                </a:lnTo>
                <a:lnTo>
                  <a:pt x="631" y="4289"/>
                </a:lnTo>
                <a:lnTo>
                  <a:pt x="632" y="4289"/>
                </a:lnTo>
                <a:lnTo>
                  <a:pt x="633" y="4289"/>
                </a:lnTo>
                <a:lnTo>
                  <a:pt x="634" y="4289"/>
                </a:lnTo>
                <a:lnTo>
                  <a:pt x="635" y="4289"/>
                </a:lnTo>
                <a:lnTo>
                  <a:pt x="636" y="4289"/>
                </a:lnTo>
                <a:lnTo>
                  <a:pt x="637" y="4289"/>
                </a:lnTo>
                <a:lnTo>
                  <a:pt x="638" y="4289"/>
                </a:lnTo>
                <a:lnTo>
                  <a:pt x="639" y="4289"/>
                </a:lnTo>
                <a:lnTo>
                  <a:pt x="640" y="4289"/>
                </a:lnTo>
                <a:lnTo>
                  <a:pt x="641" y="4289"/>
                </a:lnTo>
                <a:lnTo>
                  <a:pt x="642" y="4289"/>
                </a:lnTo>
                <a:lnTo>
                  <a:pt x="643" y="4289"/>
                </a:lnTo>
                <a:lnTo>
                  <a:pt x="644" y="4289"/>
                </a:lnTo>
                <a:lnTo>
                  <a:pt x="645" y="4289"/>
                </a:lnTo>
                <a:lnTo>
                  <a:pt x="646" y="4289"/>
                </a:lnTo>
                <a:lnTo>
                  <a:pt x="647" y="4289"/>
                </a:lnTo>
                <a:lnTo>
                  <a:pt x="648" y="4289"/>
                </a:lnTo>
                <a:lnTo>
                  <a:pt x="649" y="4289"/>
                </a:lnTo>
                <a:lnTo>
                  <a:pt x="650" y="4289"/>
                </a:lnTo>
                <a:lnTo>
                  <a:pt x="651" y="4289"/>
                </a:lnTo>
                <a:lnTo>
                  <a:pt x="652" y="4289"/>
                </a:lnTo>
                <a:lnTo>
                  <a:pt x="653" y="4289"/>
                </a:lnTo>
                <a:lnTo>
                  <a:pt x="654" y="4289"/>
                </a:lnTo>
                <a:lnTo>
                  <a:pt x="655" y="4289"/>
                </a:lnTo>
                <a:lnTo>
                  <a:pt x="656" y="4289"/>
                </a:lnTo>
                <a:lnTo>
                  <a:pt x="657" y="4289"/>
                </a:lnTo>
                <a:lnTo>
                  <a:pt x="658" y="4289"/>
                </a:lnTo>
                <a:lnTo>
                  <a:pt x="659" y="4289"/>
                </a:lnTo>
                <a:lnTo>
                  <a:pt x="660" y="4289"/>
                </a:lnTo>
                <a:lnTo>
                  <a:pt x="661" y="4289"/>
                </a:lnTo>
                <a:lnTo>
                  <a:pt x="662" y="4289"/>
                </a:lnTo>
                <a:lnTo>
                  <a:pt x="663" y="4289"/>
                </a:lnTo>
                <a:lnTo>
                  <a:pt x="664" y="4289"/>
                </a:lnTo>
                <a:lnTo>
                  <a:pt x="665" y="4289"/>
                </a:lnTo>
                <a:lnTo>
                  <a:pt x="666" y="4289"/>
                </a:lnTo>
                <a:lnTo>
                  <a:pt x="667" y="4289"/>
                </a:lnTo>
                <a:lnTo>
                  <a:pt x="668" y="4289"/>
                </a:lnTo>
                <a:lnTo>
                  <a:pt x="669" y="4289"/>
                </a:lnTo>
                <a:lnTo>
                  <a:pt x="670" y="4289"/>
                </a:lnTo>
                <a:lnTo>
                  <a:pt x="671" y="4289"/>
                </a:lnTo>
                <a:lnTo>
                  <a:pt x="672" y="4289"/>
                </a:lnTo>
                <a:lnTo>
                  <a:pt x="673" y="4289"/>
                </a:lnTo>
                <a:lnTo>
                  <a:pt x="674" y="4289"/>
                </a:lnTo>
                <a:lnTo>
                  <a:pt x="675" y="4289"/>
                </a:lnTo>
                <a:lnTo>
                  <a:pt x="676" y="4289"/>
                </a:lnTo>
                <a:lnTo>
                  <a:pt x="677" y="4289"/>
                </a:lnTo>
                <a:lnTo>
                  <a:pt x="678" y="4289"/>
                </a:lnTo>
                <a:lnTo>
                  <a:pt x="679" y="4289"/>
                </a:lnTo>
                <a:lnTo>
                  <a:pt x="680" y="4289"/>
                </a:lnTo>
                <a:lnTo>
                  <a:pt x="681" y="4289"/>
                </a:lnTo>
                <a:lnTo>
                  <a:pt x="682" y="4289"/>
                </a:lnTo>
                <a:lnTo>
                  <a:pt x="683" y="4289"/>
                </a:lnTo>
                <a:lnTo>
                  <a:pt x="684" y="4289"/>
                </a:lnTo>
                <a:lnTo>
                  <a:pt x="685" y="4289"/>
                </a:lnTo>
                <a:lnTo>
                  <a:pt x="686" y="4289"/>
                </a:lnTo>
                <a:lnTo>
                  <a:pt x="687" y="4289"/>
                </a:lnTo>
                <a:lnTo>
                  <a:pt x="688" y="4289"/>
                </a:lnTo>
                <a:lnTo>
                  <a:pt x="689" y="4289"/>
                </a:lnTo>
                <a:lnTo>
                  <a:pt x="690" y="4289"/>
                </a:lnTo>
                <a:lnTo>
                  <a:pt x="691" y="4289"/>
                </a:lnTo>
                <a:lnTo>
                  <a:pt x="692" y="4289"/>
                </a:lnTo>
                <a:lnTo>
                  <a:pt x="693" y="4289"/>
                </a:lnTo>
                <a:lnTo>
                  <a:pt x="694" y="4289"/>
                </a:lnTo>
                <a:lnTo>
                  <a:pt x="695" y="4289"/>
                </a:lnTo>
                <a:lnTo>
                  <a:pt x="696" y="4289"/>
                </a:lnTo>
                <a:lnTo>
                  <a:pt x="697" y="4289"/>
                </a:lnTo>
                <a:lnTo>
                  <a:pt x="698" y="4289"/>
                </a:lnTo>
                <a:lnTo>
                  <a:pt x="699" y="4289"/>
                </a:lnTo>
                <a:lnTo>
                  <a:pt x="700" y="4289"/>
                </a:lnTo>
                <a:lnTo>
                  <a:pt x="701" y="4289"/>
                </a:lnTo>
                <a:lnTo>
                  <a:pt x="702" y="4289"/>
                </a:lnTo>
                <a:lnTo>
                  <a:pt x="703" y="4289"/>
                </a:lnTo>
                <a:lnTo>
                  <a:pt x="704" y="4289"/>
                </a:lnTo>
                <a:lnTo>
                  <a:pt x="705" y="4289"/>
                </a:lnTo>
                <a:lnTo>
                  <a:pt x="706" y="4289"/>
                </a:lnTo>
                <a:lnTo>
                  <a:pt x="707" y="4289"/>
                </a:lnTo>
                <a:lnTo>
                  <a:pt x="708" y="4289"/>
                </a:lnTo>
                <a:lnTo>
                  <a:pt x="709" y="4289"/>
                </a:lnTo>
                <a:lnTo>
                  <a:pt x="710" y="4289"/>
                </a:lnTo>
                <a:lnTo>
                  <a:pt x="711" y="4289"/>
                </a:lnTo>
                <a:lnTo>
                  <a:pt x="712" y="4289"/>
                </a:lnTo>
                <a:lnTo>
                  <a:pt x="713" y="4289"/>
                </a:lnTo>
                <a:lnTo>
                  <a:pt x="714" y="4289"/>
                </a:lnTo>
                <a:lnTo>
                  <a:pt x="715" y="4289"/>
                </a:lnTo>
                <a:lnTo>
                  <a:pt x="716" y="4289"/>
                </a:lnTo>
                <a:lnTo>
                  <a:pt x="717" y="4289"/>
                </a:lnTo>
                <a:lnTo>
                  <a:pt x="718" y="4289"/>
                </a:lnTo>
                <a:lnTo>
                  <a:pt x="719" y="4289"/>
                </a:lnTo>
                <a:lnTo>
                  <a:pt x="720" y="4289"/>
                </a:lnTo>
                <a:lnTo>
                  <a:pt x="721" y="4289"/>
                </a:lnTo>
                <a:lnTo>
                  <a:pt x="722" y="4289"/>
                </a:lnTo>
                <a:lnTo>
                  <a:pt x="723" y="4289"/>
                </a:lnTo>
                <a:lnTo>
                  <a:pt x="724" y="4289"/>
                </a:lnTo>
                <a:lnTo>
                  <a:pt x="725" y="4289"/>
                </a:lnTo>
                <a:lnTo>
                  <a:pt x="726" y="4289"/>
                </a:lnTo>
                <a:lnTo>
                  <a:pt x="727" y="4289"/>
                </a:lnTo>
                <a:lnTo>
                  <a:pt x="728" y="4289"/>
                </a:lnTo>
                <a:lnTo>
                  <a:pt x="729" y="4289"/>
                </a:lnTo>
                <a:lnTo>
                  <a:pt x="730" y="4289"/>
                </a:lnTo>
                <a:lnTo>
                  <a:pt x="731" y="4289"/>
                </a:lnTo>
                <a:lnTo>
                  <a:pt x="732" y="4289"/>
                </a:lnTo>
                <a:lnTo>
                  <a:pt x="733" y="4289"/>
                </a:lnTo>
                <a:lnTo>
                  <a:pt x="734" y="4289"/>
                </a:lnTo>
                <a:lnTo>
                  <a:pt x="735" y="4289"/>
                </a:lnTo>
                <a:lnTo>
                  <a:pt x="736" y="4289"/>
                </a:lnTo>
                <a:lnTo>
                  <a:pt x="737" y="4289"/>
                </a:lnTo>
                <a:lnTo>
                  <a:pt x="738" y="4289"/>
                </a:lnTo>
                <a:lnTo>
                  <a:pt x="739" y="4289"/>
                </a:lnTo>
                <a:lnTo>
                  <a:pt x="740" y="4289"/>
                </a:lnTo>
                <a:lnTo>
                  <a:pt x="741" y="4289"/>
                </a:lnTo>
                <a:lnTo>
                  <a:pt x="742" y="4289"/>
                </a:lnTo>
                <a:lnTo>
                  <a:pt x="743" y="4289"/>
                </a:lnTo>
                <a:lnTo>
                  <a:pt x="744" y="4289"/>
                </a:lnTo>
                <a:lnTo>
                  <a:pt x="745" y="4289"/>
                </a:lnTo>
                <a:lnTo>
                  <a:pt x="746" y="4289"/>
                </a:lnTo>
                <a:lnTo>
                  <a:pt x="747" y="4289"/>
                </a:lnTo>
                <a:lnTo>
                  <a:pt x="748" y="4289"/>
                </a:lnTo>
                <a:lnTo>
                  <a:pt x="749" y="4289"/>
                </a:lnTo>
                <a:lnTo>
                  <a:pt x="750" y="4289"/>
                </a:lnTo>
                <a:lnTo>
                  <a:pt x="751" y="4289"/>
                </a:lnTo>
                <a:lnTo>
                  <a:pt x="752" y="4289"/>
                </a:lnTo>
                <a:lnTo>
                  <a:pt x="753" y="4289"/>
                </a:lnTo>
                <a:lnTo>
                  <a:pt x="754" y="4289"/>
                </a:lnTo>
                <a:lnTo>
                  <a:pt x="755" y="4289"/>
                </a:lnTo>
                <a:lnTo>
                  <a:pt x="756" y="4289"/>
                </a:lnTo>
                <a:lnTo>
                  <a:pt x="757" y="4289"/>
                </a:lnTo>
                <a:lnTo>
                  <a:pt x="758" y="4289"/>
                </a:lnTo>
                <a:lnTo>
                  <a:pt x="759" y="4289"/>
                </a:lnTo>
                <a:lnTo>
                  <a:pt x="760" y="4289"/>
                </a:lnTo>
                <a:lnTo>
                  <a:pt x="761" y="4289"/>
                </a:lnTo>
                <a:lnTo>
                  <a:pt x="762" y="4289"/>
                </a:lnTo>
                <a:lnTo>
                  <a:pt x="763" y="4289"/>
                </a:lnTo>
                <a:lnTo>
                  <a:pt x="764" y="4289"/>
                </a:lnTo>
                <a:lnTo>
                  <a:pt x="765" y="4289"/>
                </a:lnTo>
                <a:lnTo>
                  <a:pt x="766" y="4289"/>
                </a:lnTo>
                <a:lnTo>
                  <a:pt x="767" y="4289"/>
                </a:lnTo>
                <a:lnTo>
                  <a:pt x="768" y="4289"/>
                </a:lnTo>
                <a:lnTo>
                  <a:pt x="769" y="4289"/>
                </a:lnTo>
                <a:lnTo>
                  <a:pt x="770" y="4289"/>
                </a:lnTo>
                <a:lnTo>
                  <a:pt x="771" y="4289"/>
                </a:lnTo>
                <a:lnTo>
                  <a:pt x="772" y="4289"/>
                </a:lnTo>
                <a:lnTo>
                  <a:pt x="773" y="4289"/>
                </a:lnTo>
                <a:lnTo>
                  <a:pt x="774" y="4289"/>
                </a:lnTo>
                <a:lnTo>
                  <a:pt x="775" y="4289"/>
                </a:lnTo>
                <a:lnTo>
                  <a:pt x="776" y="4289"/>
                </a:lnTo>
                <a:lnTo>
                  <a:pt x="777" y="4289"/>
                </a:lnTo>
                <a:lnTo>
                  <a:pt x="778" y="4289"/>
                </a:lnTo>
                <a:lnTo>
                  <a:pt x="779" y="4289"/>
                </a:lnTo>
                <a:lnTo>
                  <a:pt x="780" y="4289"/>
                </a:lnTo>
                <a:lnTo>
                  <a:pt x="781" y="4289"/>
                </a:lnTo>
                <a:lnTo>
                  <a:pt x="782" y="4289"/>
                </a:lnTo>
                <a:lnTo>
                  <a:pt x="783" y="4289"/>
                </a:lnTo>
                <a:lnTo>
                  <a:pt x="784" y="4289"/>
                </a:lnTo>
                <a:lnTo>
                  <a:pt x="785" y="4289"/>
                </a:lnTo>
                <a:lnTo>
                  <a:pt x="786" y="4289"/>
                </a:lnTo>
                <a:lnTo>
                  <a:pt x="787" y="4289"/>
                </a:lnTo>
                <a:lnTo>
                  <a:pt x="788" y="4289"/>
                </a:lnTo>
                <a:lnTo>
                  <a:pt x="789" y="4289"/>
                </a:lnTo>
                <a:lnTo>
                  <a:pt x="790" y="4289"/>
                </a:lnTo>
                <a:lnTo>
                  <a:pt x="791" y="4289"/>
                </a:lnTo>
                <a:lnTo>
                  <a:pt x="792" y="4289"/>
                </a:lnTo>
                <a:lnTo>
                  <a:pt x="793" y="4289"/>
                </a:lnTo>
                <a:lnTo>
                  <a:pt x="794" y="4289"/>
                </a:lnTo>
                <a:lnTo>
                  <a:pt x="795" y="4289"/>
                </a:lnTo>
                <a:lnTo>
                  <a:pt x="796" y="4289"/>
                </a:lnTo>
                <a:lnTo>
                  <a:pt x="797" y="4289"/>
                </a:lnTo>
                <a:lnTo>
                  <a:pt x="798" y="4289"/>
                </a:lnTo>
                <a:lnTo>
                  <a:pt x="799" y="4289"/>
                </a:lnTo>
                <a:lnTo>
                  <a:pt x="800" y="4289"/>
                </a:lnTo>
                <a:lnTo>
                  <a:pt x="801" y="4289"/>
                </a:lnTo>
                <a:lnTo>
                  <a:pt x="802" y="4289"/>
                </a:lnTo>
                <a:lnTo>
                  <a:pt x="803" y="4289"/>
                </a:lnTo>
                <a:lnTo>
                  <a:pt x="804" y="4289"/>
                </a:lnTo>
                <a:lnTo>
                  <a:pt x="805" y="4289"/>
                </a:lnTo>
                <a:lnTo>
                  <a:pt x="806" y="4289"/>
                </a:lnTo>
                <a:lnTo>
                  <a:pt x="807" y="4289"/>
                </a:lnTo>
                <a:lnTo>
                  <a:pt x="808" y="4289"/>
                </a:lnTo>
                <a:lnTo>
                  <a:pt x="809" y="4289"/>
                </a:lnTo>
                <a:lnTo>
                  <a:pt x="810" y="4289"/>
                </a:lnTo>
                <a:lnTo>
                  <a:pt x="811" y="4289"/>
                </a:lnTo>
                <a:lnTo>
                  <a:pt x="812" y="4289"/>
                </a:lnTo>
                <a:lnTo>
                  <a:pt x="813" y="4289"/>
                </a:lnTo>
                <a:lnTo>
                  <a:pt x="814" y="4289"/>
                </a:lnTo>
                <a:lnTo>
                  <a:pt x="815" y="4289"/>
                </a:lnTo>
                <a:lnTo>
                  <a:pt x="816" y="4289"/>
                </a:lnTo>
                <a:lnTo>
                  <a:pt x="817" y="4289"/>
                </a:lnTo>
                <a:lnTo>
                  <a:pt x="818" y="4289"/>
                </a:lnTo>
                <a:lnTo>
                  <a:pt x="819" y="4289"/>
                </a:lnTo>
                <a:lnTo>
                  <a:pt x="820" y="4289"/>
                </a:lnTo>
                <a:lnTo>
                  <a:pt x="821" y="4289"/>
                </a:lnTo>
                <a:lnTo>
                  <a:pt x="822" y="4289"/>
                </a:lnTo>
                <a:lnTo>
                  <a:pt x="823" y="4289"/>
                </a:lnTo>
                <a:lnTo>
                  <a:pt x="824" y="4289"/>
                </a:lnTo>
                <a:lnTo>
                  <a:pt x="825" y="4289"/>
                </a:lnTo>
                <a:lnTo>
                  <a:pt x="826" y="4289"/>
                </a:lnTo>
                <a:lnTo>
                  <a:pt x="827" y="4289"/>
                </a:lnTo>
                <a:lnTo>
                  <a:pt x="828" y="4289"/>
                </a:lnTo>
                <a:lnTo>
                  <a:pt x="829" y="4289"/>
                </a:lnTo>
                <a:lnTo>
                  <a:pt x="830" y="4289"/>
                </a:lnTo>
                <a:lnTo>
                  <a:pt x="831" y="4289"/>
                </a:lnTo>
                <a:lnTo>
                  <a:pt x="832" y="4289"/>
                </a:lnTo>
                <a:lnTo>
                  <a:pt x="833" y="4289"/>
                </a:lnTo>
                <a:lnTo>
                  <a:pt x="834" y="4289"/>
                </a:lnTo>
                <a:lnTo>
                  <a:pt x="835" y="4289"/>
                </a:lnTo>
                <a:lnTo>
                  <a:pt x="836" y="4289"/>
                </a:lnTo>
                <a:lnTo>
                  <a:pt x="837" y="4289"/>
                </a:lnTo>
                <a:lnTo>
                  <a:pt x="838" y="4289"/>
                </a:lnTo>
                <a:lnTo>
                  <a:pt x="839" y="4289"/>
                </a:lnTo>
                <a:lnTo>
                  <a:pt x="840" y="4289"/>
                </a:lnTo>
                <a:lnTo>
                  <a:pt x="841" y="4289"/>
                </a:lnTo>
                <a:lnTo>
                  <a:pt x="842" y="4289"/>
                </a:lnTo>
                <a:lnTo>
                  <a:pt x="843" y="4289"/>
                </a:lnTo>
                <a:lnTo>
                  <a:pt x="844" y="4289"/>
                </a:lnTo>
                <a:lnTo>
                  <a:pt x="845" y="4289"/>
                </a:lnTo>
                <a:lnTo>
                  <a:pt x="846" y="4289"/>
                </a:lnTo>
                <a:lnTo>
                  <a:pt x="847" y="4289"/>
                </a:lnTo>
                <a:lnTo>
                  <a:pt x="848" y="4289"/>
                </a:lnTo>
                <a:lnTo>
                  <a:pt x="849" y="4289"/>
                </a:lnTo>
                <a:lnTo>
                  <a:pt x="850" y="4289"/>
                </a:lnTo>
                <a:lnTo>
                  <a:pt x="851" y="4289"/>
                </a:lnTo>
                <a:lnTo>
                  <a:pt x="852" y="4289"/>
                </a:lnTo>
                <a:lnTo>
                  <a:pt x="853" y="4289"/>
                </a:lnTo>
                <a:lnTo>
                  <a:pt x="854" y="4289"/>
                </a:lnTo>
                <a:lnTo>
                  <a:pt x="855" y="4289"/>
                </a:lnTo>
                <a:lnTo>
                  <a:pt x="856" y="4289"/>
                </a:lnTo>
                <a:lnTo>
                  <a:pt x="857" y="4289"/>
                </a:lnTo>
                <a:lnTo>
                  <a:pt x="858" y="4289"/>
                </a:lnTo>
                <a:lnTo>
                  <a:pt x="859" y="4289"/>
                </a:lnTo>
                <a:lnTo>
                  <a:pt x="860" y="4289"/>
                </a:lnTo>
                <a:lnTo>
                  <a:pt x="861" y="4289"/>
                </a:lnTo>
                <a:lnTo>
                  <a:pt x="862" y="4289"/>
                </a:lnTo>
                <a:lnTo>
                  <a:pt x="863" y="4289"/>
                </a:lnTo>
                <a:lnTo>
                  <a:pt x="864" y="4289"/>
                </a:lnTo>
                <a:lnTo>
                  <a:pt x="865" y="4289"/>
                </a:lnTo>
                <a:lnTo>
                  <a:pt x="866" y="4289"/>
                </a:lnTo>
                <a:lnTo>
                  <a:pt x="867" y="4289"/>
                </a:lnTo>
                <a:lnTo>
                  <a:pt x="868" y="4289"/>
                </a:lnTo>
                <a:lnTo>
                  <a:pt x="869" y="4289"/>
                </a:lnTo>
                <a:lnTo>
                  <a:pt x="870" y="4289"/>
                </a:lnTo>
                <a:lnTo>
                  <a:pt x="871" y="4289"/>
                </a:lnTo>
                <a:lnTo>
                  <a:pt x="872" y="4289"/>
                </a:lnTo>
                <a:lnTo>
                  <a:pt x="873" y="4289"/>
                </a:lnTo>
                <a:lnTo>
                  <a:pt x="874" y="4289"/>
                </a:lnTo>
                <a:lnTo>
                  <a:pt x="875" y="4289"/>
                </a:lnTo>
                <a:lnTo>
                  <a:pt x="876" y="4289"/>
                </a:lnTo>
                <a:lnTo>
                  <a:pt x="877" y="4289"/>
                </a:lnTo>
                <a:lnTo>
                  <a:pt x="878" y="4289"/>
                </a:lnTo>
                <a:lnTo>
                  <a:pt x="879" y="4289"/>
                </a:lnTo>
                <a:lnTo>
                  <a:pt x="880" y="4289"/>
                </a:lnTo>
                <a:lnTo>
                  <a:pt x="881" y="4289"/>
                </a:lnTo>
                <a:lnTo>
                  <a:pt x="882" y="4289"/>
                </a:lnTo>
                <a:lnTo>
                  <a:pt x="883" y="4289"/>
                </a:lnTo>
                <a:lnTo>
                  <a:pt x="884" y="4289"/>
                </a:lnTo>
                <a:lnTo>
                  <a:pt x="885" y="4289"/>
                </a:lnTo>
                <a:lnTo>
                  <a:pt x="886" y="4289"/>
                </a:lnTo>
                <a:lnTo>
                  <a:pt x="887" y="4289"/>
                </a:lnTo>
                <a:lnTo>
                  <a:pt x="888" y="4289"/>
                </a:lnTo>
                <a:lnTo>
                  <a:pt x="889" y="4289"/>
                </a:lnTo>
                <a:lnTo>
                  <a:pt x="890" y="4289"/>
                </a:lnTo>
                <a:lnTo>
                  <a:pt x="891" y="4289"/>
                </a:lnTo>
                <a:lnTo>
                  <a:pt x="892" y="4289"/>
                </a:lnTo>
                <a:lnTo>
                  <a:pt x="893" y="4289"/>
                </a:lnTo>
                <a:lnTo>
                  <a:pt x="894" y="4289"/>
                </a:lnTo>
                <a:lnTo>
                  <a:pt x="895" y="4289"/>
                </a:lnTo>
                <a:lnTo>
                  <a:pt x="896" y="4289"/>
                </a:lnTo>
                <a:lnTo>
                  <a:pt x="897" y="4289"/>
                </a:lnTo>
                <a:lnTo>
                  <a:pt x="898" y="4289"/>
                </a:lnTo>
                <a:lnTo>
                  <a:pt x="899" y="4289"/>
                </a:lnTo>
                <a:lnTo>
                  <a:pt x="900" y="4289"/>
                </a:lnTo>
                <a:lnTo>
                  <a:pt x="901" y="4289"/>
                </a:lnTo>
                <a:lnTo>
                  <a:pt x="902" y="4289"/>
                </a:lnTo>
                <a:lnTo>
                  <a:pt x="903" y="4289"/>
                </a:lnTo>
                <a:lnTo>
                  <a:pt x="904" y="4289"/>
                </a:lnTo>
                <a:lnTo>
                  <a:pt x="905" y="4289"/>
                </a:lnTo>
                <a:lnTo>
                  <a:pt x="906" y="4289"/>
                </a:lnTo>
                <a:lnTo>
                  <a:pt x="907" y="4289"/>
                </a:lnTo>
                <a:lnTo>
                  <a:pt x="908" y="4289"/>
                </a:lnTo>
                <a:lnTo>
                  <a:pt x="909" y="4289"/>
                </a:lnTo>
                <a:lnTo>
                  <a:pt x="910" y="4289"/>
                </a:lnTo>
                <a:lnTo>
                  <a:pt x="911" y="4289"/>
                </a:lnTo>
                <a:lnTo>
                  <a:pt x="912" y="4289"/>
                </a:lnTo>
                <a:lnTo>
                  <a:pt x="913" y="4289"/>
                </a:lnTo>
                <a:lnTo>
                  <a:pt x="914" y="4289"/>
                </a:lnTo>
                <a:lnTo>
                  <a:pt x="915" y="4289"/>
                </a:lnTo>
                <a:lnTo>
                  <a:pt x="916" y="4289"/>
                </a:lnTo>
                <a:lnTo>
                  <a:pt x="917" y="4289"/>
                </a:lnTo>
                <a:lnTo>
                  <a:pt x="918" y="4289"/>
                </a:lnTo>
                <a:lnTo>
                  <a:pt x="919" y="4289"/>
                </a:lnTo>
                <a:lnTo>
                  <a:pt x="920" y="4289"/>
                </a:lnTo>
                <a:lnTo>
                  <a:pt x="921" y="4289"/>
                </a:lnTo>
                <a:lnTo>
                  <a:pt x="922" y="4289"/>
                </a:lnTo>
                <a:lnTo>
                  <a:pt x="923" y="4289"/>
                </a:lnTo>
                <a:lnTo>
                  <a:pt x="924" y="4289"/>
                </a:lnTo>
                <a:lnTo>
                  <a:pt x="925" y="4289"/>
                </a:lnTo>
                <a:lnTo>
                  <a:pt x="926" y="4289"/>
                </a:lnTo>
                <a:lnTo>
                  <a:pt x="927" y="4289"/>
                </a:lnTo>
                <a:lnTo>
                  <a:pt x="928" y="4289"/>
                </a:lnTo>
                <a:lnTo>
                  <a:pt x="929" y="4289"/>
                </a:lnTo>
                <a:lnTo>
                  <a:pt x="930" y="4289"/>
                </a:lnTo>
                <a:lnTo>
                  <a:pt x="931" y="4289"/>
                </a:lnTo>
                <a:lnTo>
                  <a:pt x="932" y="4289"/>
                </a:lnTo>
                <a:lnTo>
                  <a:pt x="933" y="4289"/>
                </a:lnTo>
                <a:lnTo>
                  <a:pt x="934" y="4289"/>
                </a:lnTo>
                <a:lnTo>
                  <a:pt x="935" y="4289"/>
                </a:lnTo>
                <a:lnTo>
                  <a:pt x="936" y="4289"/>
                </a:lnTo>
                <a:lnTo>
                  <a:pt x="937" y="4289"/>
                </a:lnTo>
                <a:lnTo>
                  <a:pt x="938" y="4289"/>
                </a:lnTo>
                <a:lnTo>
                  <a:pt x="939" y="4289"/>
                </a:lnTo>
                <a:lnTo>
                  <a:pt x="940" y="4289"/>
                </a:lnTo>
                <a:lnTo>
                  <a:pt x="941" y="4289"/>
                </a:lnTo>
                <a:lnTo>
                  <a:pt x="942" y="4289"/>
                </a:lnTo>
                <a:lnTo>
                  <a:pt x="943" y="4289"/>
                </a:lnTo>
                <a:lnTo>
                  <a:pt x="944" y="4289"/>
                </a:lnTo>
                <a:lnTo>
                  <a:pt x="945" y="4289"/>
                </a:lnTo>
                <a:lnTo>
                  <a:pt x="946" y="4289"/>
                </a:lnTo>
                <a:lnTo>
                  <a:pt x="947" y="4289"/>
                </a:lnTo>
                <a:lnTo>
                  <a:pt x="948" y="4289"/>
                </a:lnTo>
                <a:lnTo>
                  <a:pt x="949" y="4289"/>
                </a:lnTo>
                <a:lnTo>
                  <a:pt x="950" y="4289"/>
                </a:lnTo>
                <a:lnTo>
                  <a:pt x="951" y="4289"/>
                </a:lnTo>
                <a:lnTo>
                  <a:pt x="952" y="4289"/>
                </a:lnTo>
                <a:lnTo>
                  <a:pt x="953" y="4289"/>
                </a:lnTo>
                <a:lnTo>
                  <a:pt x="954" y="4289"/>
                </a:lnTo>
                <a:lnTo>
                  <a:pt x="955" y="4289"/>
                </a:lnTo>
                <a:lnTo>
                  <a:pt x="956" y="4289"/>
                </a:lnTo>
                <a:lnTo>
                  <a:pt x="957" y="4289"/>
                </a:lnTo>
                <a:lnTo>
                  <a:pt x="958" y="4289"/>
                </a:lnTo>
                <a:lnTo>
                  <a:pt x="959" y="4289"/>
                </a:lnTo>
                <a:lnTo>
                  <a:pt x="960" y="4289"/>
                </a:lnTo>
                <a:lnTo>
                  <a:pt x="961" y="4289"/>
                </a:lnTo>
                <a:lnTo>
                  <a:pt x="962" y="4289"/>
                </a:lnTo>
                <a:lnTo>
                  <a:pt x="963" y="4289"/>
                </a:lnTo>
                <a:lnTo>
                  <a:pt x="964" y="4289"/>
                </a:lnTo>
                <a:lnTo>
                  <a:pt x="965" y="4289"/>
                </a:lnTo>
                <a:lnTo>
                  <a:pt x="966" y="4289"/>
                </a:lnTo>
                <a:lnTo>
                  <a:pt x="967" y="4289"/>
                </a:lnTo>
                <a:lnTo>
                  <a:pt x="968" y="4289"/>
                </a:lnTo>
                <a:lnTo>
                  <a:pt x="969" y="4289"/>
                </a:lnTo>
                <a:lnTo>
                  <a:pt x="970" y="4289"/>
                </a:lnTo>
                <a:lnTo>
                  <a:pt x="971" y="4289"/>
                </a:lnTo>
                <a:lnTo>
                  <a:pt x="972" y="4289"/>
                </a:lnTo>
                <a:lnTo>
                  <a:pt x="973" y="4289"/>
                </a:lnTo>
                <a:lnTo>
                  <a:pt x="974" y="4289"/>
                </a:lnTo>
                <a:lnTo>
                  <a:pt x="975" y="4289"/>
                </a:lnTo>
                <a:lnTo>
                  <a:pt x="976" y="4289"/>
                </a:lnTo>
                <a:lnTo>
                  <a:pt x="977" y="4289"/>
                </a:lnTo>
                <a:lnTo>
                  <a:pt x="978" y="4289"/>
                </a:lnTo>
                <a:lnTo>
                  <a:pt x="979" y="4289"/>
                </a:lnTo>
                <a:lnTo>
                  <a:pt x="980" y="4289"/>
                </a:lnTo>
                <a:lnTo>
                  <a:pt x="981" y="4289"/>
                </a:lnTo>
                <a:lnTo>
                  <a:pt x="982" y="4289"/>
                </a:lnTo>
                <a:lnTo>
                  <a:pt x="983" y="4289"/>
                </a:lnTo>
                <a:lnTo>
                  <a:pt x="984" y="4289"/>
                </a:lnTo>
                <a:lnTo>
                  <a:pt x="985" y="4289"/>
                </a:lnTo>
                <a:lnTo>
                  <a:pt x="986" y="4289"/>
                </a:lnTo>
                <a:lnTo>
                  <a:pt x="987" y="4289"/>
                </a:lnTo>
                <a:lnTo>
                  <a:pt x="988" y="4289"/>
                </a:lnTo>
                <a:lnTo>
                  <a:pt x="989" y="4289"/>
                </a:lnTo>
                <a:lnTo>
                  <a:pt x="990" y="4289"/>
                </a:lnTo>
                <a:lnTo>
                  <a:pt x="991" y="4289"/>
                </a:lnTo>
                <a:lnTo>
                  <a:pt x="992" y="4289"/>
                </a:lnTo>
                <a:lnTo>
                  <a:pt x="993" y="4289"/>
                </a:lnTo>
                <a:lnTo>
                  <a:pt x="994" y="4289"/>
                </a:lnTo>
                <a:lnTo>
                  <a:pt x="995" y="4289"/>
                </a:lnTo>
                <a:lnTo>
                  <a:pt x="996" y="4289"/>
                </a:lnTo>
                <a:lnTo>
                  <a:pt x="997" y="4289"/>
                </a:lnTo>
                <a:lnTo>
                  <a:pt x="998" y="4289"/>
                </a:lnTo>
                <a:lnTo>
                  <a:pt x="999" y="4289"/>
                </a:lnTo>
                <a:lnTo>
                  <a:pt x="1000" y="4289"/>
                </a:lnTo>
                <a:lnTo>
                  <a:pt x="1001" y="4289"/>
                </a:lnTo>
                <a:lnTo>
                  <a:pt x="1002" y="4289"/>
                </a:lnTo>
                <a:lnTo>
                  <a:pt x="1003" y="4289"/>
                </a:lnTo>
                <a:lnTo>
                  <a:pt x="1004" y="4289"/>
                </a:lnTo>
                <a:lnTo>
                  <a:pt x="1005" y="4289"/>
                </a:lnTo>
                <a:lnTo>
                  <a:pt x="1006" y="4289"/>
                </a:lnTo>
                <a:lnTo>
                  <a:pt x="1007" y="4289"/>
                </a:lnTo>
                <a:lnTo>
                  <a:pt x="1008" y="4289"/>
                </a:lnTo>
                <a:lnTo>
                  <a:pt x="1009" y="4289"/>
                </a:lnTo>
                <a:lnTo>
                  <a:pt x="1010" y="4289"/>
                </a:lnTo>
                <a:lnTo>
                  <a:pt x="1011" y="4289"/>
                </a:lnTo>
                <a:lnTo>
                  <a:pt x="1012" y="4289"/>
                </a:lnTo>
                <a:lnTo>
                  <a:pt x="1013" y="4289"/>
                </a:lnTo>
                <a:lnTo>
                  <a:pt x="1014" y="4289"/>
                </a:lnTo>
                <a:lnTo>
                  <a:pt x="1015" y="4289"/>
                </a:lnTo>
                <a:lnTo>
                  <a:pt x="1016" y="4289"/>
                </a:lnTo>
                <a:lnTo>
                  <a:pt x="1017" y="4289"/>
                </a:lnTo>
                <a:lnTo>
                  <a:pt x="1018" y="4289"/>
                </a:lnTo>
                <a:lnTo>
                  <a:pt x="1019" y="4289"/>
                </a:lnTo>
                <a:lnTo>
                  <a:pt x="1020" y="4289"/>
                </a:lnTo>
                <a:lnTo>
                  <a:pt x="1021" y="4289"/>
                </a:lnTo>
                <a:lnTo>
                  <a:pt x="1022" y="4289"/>
                </a:lnTo>
                <a:lnTo>
                  <a:pt x="1023" y="4289"/>
                </a:lnTo>
                <a:lnTo>
                  <a:pt x="1024" y="4289"/>
                </a:lnTo>
                <a:lnTo>
                  <a:pt x="1025" y="4289"/>
                </a:lnTo>
                <a:lnTo>
                  <a:pt x="1026" y="4289"/>
                </a:lnTo>
                <a:lnTo>
                  <a:pt x="1027" y="4289"/>
                </a:lnTo>
                <a:lnTo>
                  <a:pt x="1028" y="4289"/>
                </a:lnTo>
                <a:lnTo>
                  <a:pt x="1029" y="4289"/>
                </a:lnTo>
                <a:lnTo>
                  <a:pt x="1030" y="4289"/>
                </a:lnTo>
                <a:lnTo>
                  <a:pt x="1031" y="4289"/>
                </a:lnTo>
                <a:lnTo>
                  <a:pt x="1032" y="4289"/>
                </a:lnTo>
                <a:lnTo>
                  <a:pt x="1033" y="4289"/>
                </a:lnTo>
                <a:lnTo>
                  <a:pt x="1034" y="4289"/>
                </a:lnTo>
                <a:lnTo>
                  <a:pt x="1035" y="4289"/>
                </a:lnTo>
                <a:lnTo>
                  <a:pt x="1036" y="4289"/>
                </a:lnTo>
                <a:lnTo>
                  <a:pt x="1037" y="4289"/>
                </a:lnTo>
                <a:lnTo>
                  <a:pt x="1038" y="4289"/>
                </a:lnTo>
                <a:lnTo>
                  <a:pt x="1039" y="4289"/>
                </a:lnTo>
                <a:lnTo>
                  <a:pt x="1040" y="4289"/>
                </a:lnTo>
                <a:lnTo>
                  <a:pt x="1041" y="4289"/>
                </a:lnTo>
                <a:lnTo>
                  <a:pt x="1042" y="4289"/>
                </a:lnTo>
                <a:lnTo>
                  <a:pt x="1043" y="4289"/>
                </a:lnTo>
                <a:lnTo>
                  <a:pt x="1044" y="4289"/>
                </a:lnTo>
                <a:lnTo>
                  <a:pt x="1045" y="4289"/>
                </a:lnTo>
                <a:lnTo>
                  <a:pt x="1046" y="4289"/>
                </a:lnTo>
                <a:lnTo>
                  <a:pt x="1047" y="4289"/>
                </a:lnTo>
                <a:lnTo>
                  <a:pt x="1048" y="4289"/>
                </a:lnTo>
                <a:lnTo>
                  <a:pt x="1049" y="4289"/>
                </a:lnTo>
                <a:lnTo>
                  <a:pt x="1050" y="4289"/>
                </a:lnTo>
                <a:lnTo>
                  <a:pt x="1051" y="4289"/>
                </a:lnTo>
                <a:lnTo>
                  <a:pt x="1052" y="4289"/>
                </a:lnTo>
                <a:lnTo>
                  <a:pt x="1053" y="4289"/>
                </a:lnTo>
                <a:lnTo>
                  <a:pt x="1054" y="4289"/>
                </a:lnTo>
                <a:lnTo>
                  <a:pt x="1055" y="4289"/>
                </a:lnTo>
                <a:lnTo>
                  <a:pt x="1056" y="4289"/>
                </a:lnTo>
                <a:lnTo>
                  <a:pt x="1057" y="4289"/>
                </a:lnTo>
                <a:lnTo>
                  <a:pt x="1058" y="4289"/>
                </a:lnTo>
                <a:lnTo>
                  <a:pt x="1059" y="4289"/>
                </a:lnTo>
                <a:lnTo>
                  <a:pt x="1060" y="4289"/>
                </a:lnTo>
                <a:lnTo>
                  <a:pt x="1061" y="4289"/>
                </a:lnTo>
                <a:lnTo>
                  <a:pt x="1062" y="4289"/>
                </a:lnTo>
                <a:lnTo>
                  <a:pt x="1063" y="4289"/>
                </a:lnTo>
                <a:lnTo>
                  <a:pt x="1064" y="4289"/>
                </a:lnTo>
                <a:lnTo>
                  <a:pt x="1065" y="4289"/>
                </a:lnTo>
                <a:lnTo>
                  <a:pt x="1066" y="4289"/>
                </a:lnTo>
                <a:lnTo>
                  <a:pt x="1067" y="4289"/>
                </a:lnTo>
                <a:lnTo>
                  <a:pt x="1068" y="4289"/>
                </a:lnTo>
                <a:lnTo>
                  <a:pt x="1069" y="4289"/>
                </a:lnTo>
                <a:lnTo>
                  <a:pt x="1070" y="4289"/>
                </a:lnTo>
                <a:lnTo>
                  <a:pt x="1071" y="4289"/>
                </a:lnTo>
                <a:lnTo>
                  <a:pt x="1072" y="4289"/>
                </a:lnTo>
                <a:lnTo>
                  <a:pt x="1073" y="4289"/>
                </a:lnTo>
                <a:lnTo>
                  <a:pt x="1074" y="4289"/>
                </a:lnTo>
                <a:lnTo>
                  <a:pt x="1075" y="4289"/>
                </a:lnTo>
                <a:lnTo>
                  <a:pt x="1076" y="4289"/>
                </a:lnTo>
                <a:lnTo>
                  <a:pt x="1077" y="4289"/>
                </a:lnTo>
                <a:lnTo>
                  <a:pt x="1078" y="4289"/>
                </a:lnTo>
                <a:lnTo>
                  <a:pt x="1079" y="4289"/>
                </a:lnTo>
                <a:lnTo>
                  <a:pt x="1080" y="4289"/>
                </a:lnTo>
                <a:lnTo>
                  <a:pt x="1081" y="4289"/>
                </a:lnTo>
                <a:lnTo>
                  <a:pt x="1082" y="4289"/>
                </a:lnTo>
                <a:lnTo>
                  <a:pt x="1083" y="4289"/>
                </a:lnTo>
                <a:lnTo>
                  <a:pt x="1084" y="4289"/>
                </a:lnTo>
                <a:lnTo>
                  <a:pt x="1085" y="4289"/>
                </a:lnTo>
                <a:lnTo>
                  <a:pt x="1086" y="4289"/>
                </a:lnTo>
                <a:lnTo>
                  <a:pt x="1087" y="4289"/>
                </a:lnTo>
                <a:lnTo>
                  <a:pt x="1088" y="4289"/>
                </a:lnTo>
                <a:lnTo>
                  <a:pt x="1089" y="4289"/>
                </a:lnTo>
                <a:lnTo>
                  <a:pt x="1090" y="4289"/>
                </a:lnTo>
                <a:lnTo>
                  <a:pt x="1091" y="4289"/>
                </a:lnTo>
                <a:lnTo>
                  <a:pt x="1092" y="4289"/>
                </a:lnTo>
                <a:lnTo>
                  <a:pt x="1093" y="4289"/>
                </a:lnTo>
                <a:lnTo>
                  <a:pt x="1094" y="4289"/>
                </a:lnTo>
                <a:lnTo>
                  <a:pt x="1095" y="4289"/>
                </a:lnTo>
                <a:lnTo>
                  <a:pt x="1096" y="4289"/>
                </a:lnTo>
                <a:lnTo>
                  <a:pt x="1097" y="4289"/>
                </a:lnTo>
                <a:lnTo>
                  <a:pt x="1098" y="4289"/>
                </a:lnTo>
                <a:lnTo>
                  <a:pt x="1099" y="4289"/>
                </a:lnTo>
                <a:lnTo>
                  <a:pt x="1100" y="4289"/>
                </a:lnTo>
                <a:lnTo>
                  <a:pt x="1101" y="4289"/>
                </a:lnTo>
                <a:lnTo>
                  <a:pt x="1102" y="4289"/>
                </a:lnTo>
                <a:lnTo>
                  <a:pt x="1103" y="4289"/>
                </a:lnTo>
                <a:lnTo>
                  <a:pt x="1104" y="4289"/>
                </a:lnTo>
                <a:lnTo>
                  <a:pt x="1105" y="4289"/>
                </a:lnTo>
                <a:lnTo>
                  <a:pt x="1106" y="4289"/>
                </a:lnTo>
                <a:lnTo>
                  <a:pt x="1107" y="4289"/>
                </a:lnTo>
                <a:lnTo>
                  <a:pt x="1108" y="4289"/>
                </a:lnTo>
                <a:lnTo>
                  <a:pt x="1109" y="4289"/>
                </a:lnTo>
                <a:lnTo>
                  <a:pt x="1110" y="4289"/>
                </a:lnTo>
                <a:lnTo>
                  <a:pt x="1111" y="4289"/>
                </a:lnTo>
                <a:lnTo>
                  <a:pt x="1112" y="4289"/>
                </a:lnTo>
                <a:lnTo>
                  <a:pt x="1113" y="4289"/>
                </a:lnTo>
                <a:lnTo>
                  <a:pt x="1114" y="4289"/>
                </a:lnTo>
                <a:lnTo>
                  <a:pt x="1115" y="4289"/>
                </a:lnTo>
                <a:lnTo>
                  <a:pt x="1116" y="4289"/>
                </a:lnTo>
                <a:lnTo>
                  <a:pt x="1117" y="4289"/>
                </a:lnTo>
                <a:lnTo>
                  <a:pt x="1118" y="4289"/>
                </a:lnTo>
                <a:lnTo>
                  <a:pt x="1119" y="4289"/>
                </a:lnTo>
                <a:lnTo>
                  <a:pt x="1120" y="4289"/>
                </a:lnTo>
                <a:lnTo>
                  <a:pt x="1121" y="4289"/>
                </a:lnTo>
                <a:lnTo>
                  <a:pt x="1122" y="4289"/>
                </a:lnTo>
                <a:lnTo>
                  <a:pt x="1123" y="4289"/>
                </a:lnTo>
                <a:lnTo>
                  <a:pt x="1124" y="4289"/>
                </a:lnTo>
                <a:lnTo>
                  <a:pt x="1125" y="4289"/>
                </a:lnTo>
                <a:lnTo>
                  <a:pt x="1126" y="4289"/>
                </a:lnTo>
                <a:lnTo>
                  <a:pt x="1127" y="4289"/>
                </a:lnTo>
                <a:lnTo>
                  <a:pt x="1128" y="4289"/>
                </a:lnTo>
                <a:lnTo>
                  <a:pt x="1129" y="4289"/>
                </a:lnTo>
                <a:lnTo>
                  <a:pt x="1130" y="4289"/>
                </a:lnTo>
                <a:lnTo>
                  <a:pt x="1131" y="4289"/>
                </a:lnTo>
                <a:lnTo>
                  <a:pt x="1132" y="4289"/>
                </a:lnTo>
                <a:lnTo>
                  <a:pt x="1133" y="4289"/>
                </a:lnTo>
                <a:lnTo>
                  <a:pt x="1134" y="4289"/>
                </a:lnTo>
                <a:lnTo>
                  <a:pt x="1135" y="4289"/>
                </a:lnTo>
                <a:lnTo>
                  <a:pt x="1136" y="4289"/>
                </a:lnTo>
                <a:lnTo>
                  <a:pt x="1137" y="4289"/>
                </a:lnTo>
                <a:lnTo>
                  <a:pt x="1138" y="4289"/>
                </a:lnTo>
                <a:lnTo>
                  <a:pt x="1139" y="4289"/>
                </a:lnTo>
                <a:lnTo>
                  <a:pt x="1140" y="4289"/>
                </a:lnTo>
                <a:lnTo>
                  <a:pt x="1141" y="4289"/>
                </a:lnTo>
                <a:lnTo>
                  <a:pt x="1142" y="4289"/>
                </a:lnTo>
                <a:lnTo>
                  <a:pt x="1143" y="4289"/>
                </a:lnTo>
                <a:lnTo>
                  <a:pt x="1144" y="4289"/>
                </a:lnTo>
                <a:lnTo>
                  <a:pt x="1145" y="4289"/>
                </a:lnTo>
                <a:lnTo>
                  <a:pt x="1146" y="4289"/>
                </a:lnTo>
                <a:lnTo>
                  <a:pt x="1147" y="4289"/>
                </a:lnTo>
                <a:lnTo>
                  <a:pt x="1148" y="4289"/>
                </a:lnTo>
                <a:lnTo>
                  <a:pt x="1149" y="4289"/>
                </a:lnTo>
                <a:lnTo>
                  <a:pt x="1150" y="4289"/>
                </a:lnTo>
                <a:lnTo>
                  <a:pt x="1151" y="4289"/>
                </a:lnTo>
                <a:lnTo>
                  <a:pt x="1152" y="4289"/>
                </a:lnTo>
                <a:lnTo>
                  <a:pt x="1153" y="4289"/>
                </a:lnTo>
                <a:lnTo>
                  <a:pt x="1154" y="4289"/>
                </a:lnTo>
                <a:lnTo>
                  <a:pt x="1155" y="4289"/>
                </a:lnTo>
                <a:lnTo>
                  <a:pt x="1156" y="4289"/>
                </a:lnTo>
                <a:lnTo>
                  <a:pt x="1157" y="4289"/>
                </a:lnTo>
                <a:lnTo>
                  <a:pt x="1158" y="4289"/>
                </a:lnTo>
                <a:lnTo>
                  <a:pt x="1159" y="4289"/>
                </a:lnTo>
                <a:lnTo>
                  <a:pt x="1160" y="4289"/>
                </a:lnTo>
                <a:lnTo>
                  <a:pt x="1161" y="4289"/>
                </a:lnTo>
                <a:lnTo>
                  <a:pt x="1162" y="4289"/>
                </a:lnTo>
                <a:lnTo>
                  <a:pt x="1163" y="4289"/>
                </a:lnTo>
                <a:lnTo>
                  <a:pt x="1164" y="4289"/>
                </a:lnTo>
                <a:lnTo>
                  <a:pt x="1165" y="4289"/>
                </a:lnTo>
                <a:lnTo>
                  <a:pt x="1166" y="4289"/>
                </a:lnTo>
                <a:lnTo>
                  <a:pt x="1167" y="4289"/>
                </a:lnTo>
                <a:lnTo>
                  <a:pt x="1168" y="4289"/>
                </a:lnTo>
                <a:lnTo>
                  <a:pt x="1169" y="4289"/>
                </a:lnTo>
                <a:lnTo>
                  <a:pt x="1170" y="4289"/>
                </a:lnTo>
                <a:lnTo>
                  <a:pt x="1171" y="4289"/>
                </a:lnTo>
                <a:lnTo>
                  <a:pt x="1172" y="4289"/>
                </a:lnTo>
                <a:lnTo>
                  <a:pt x="1173" y="4289"/>
                </a:lnTo>
                <a:lnTo>
                  <a:pt x="1174" y="4289"/>
                </a:lnTo>
                <a:lnTo>
                  <a:pt x="1175" y="4289"/>
                </a:lnTo>
                <a:lnTo>
                  <a:pt x="1176" y="4289"/>
                </a:lnTo>
                <a:lnTo>
                  <a:pt x="1177" y="4289"/>
                </a:lnTo>
                <a:lnTo>
                  <a:pt x="1178" y="4289"/>
                </a:lnTo>
                <a:lnTo>
                  <a:pt x="1179" y="4289"/>
                </a:lnTo>
                <a:lnTo>
                  <a:pt x="1180" y="4289"/>
                </a:lnTo>
                <a:lnTo>
                  <a:pt x="1181" y="4289"/>
                </a:lnTo>
                <a:lnTo>
                  <a:pt x="1182" y="4289"/>
                </a:lnTo>
                <a:lnTo>
                  <a:pt x="1183" y="4289"/>
                </a:lnTo>
                <a:lnTo>
                  <a:pt x="1184" y="4289"/>
                </a:lnTo>
                <a:lnTo>
                  <a:pt x="1185" y="4289"/>
                </a:lnTo>
                <a:lnTo>
                  <a:pt x="1186" y="4289"/>
                </a:lnTo>
                <a:lnTo>
                  <a:pt x="1187" y="4289"/>
                </a:lnTo>
                <a:lnTo>
                  <a:pt x="1188" y="4289"/>
                </a:lnTo>
                <a:lnTo>
                  <a:pt x="1189" y="4289"/>
                </a:lnTo>
                <a:lnTo>
                  <a:pt x="1190" y="4289"/>
                </a:lnTo>
                <a:lnTo>
                  <a:pt x="1191" y="4289"/>
                </a:lnTo>
                <a:lnTo>
                  <a:pt x="1192" y="4289"/>
                </a:lnTo>
                <a:lnTo>
                  <a:pt x="1193" y="4289"/>
                </a:lnTo>
                <a:lnTo>
                  <a:pt x="1194" y="4289"/>
                </a:lnTo>
                <a:lnTo>
                  <a:pt x="1195" y="4289"/>
                </a:lnTo>
                <a:lnTo>
                  <a:pt x="1196" y="4289"/>
                </a:lnTo>
                <a:lnTo>
                  <a:pt x="1197" y="4289"/>
                </a:lnTo>
                <a:lnTo>
                  <a:pt x="1198" y="4289"/>
                </a:lnTo>
                <a:lnTo>
                  <a:pt x="1199" y="4289"/>
                </a:lnTo>
                <a:lnTo>
                  <a:pt x="1200" y="4289"/>
                </a:lnTo>
                <a:lnTo>
                  <a:pt x="1201" y="4289"/>
                </a:lnTo>
                <a:lnTo>
                  <a:pt x="1202" y="4289"/>
                </a:lnTo>
                <a:lnTo>
                  <a:pt x="1203" y="4289"/>
                </a:lnTo>
                <a:lnTo>
                  <a:pt x="1204" y="4289"/>
                </a:lnTo>
                <a:lnTo>
                  <a:pt x="1205" y="4289"/>
                </a:lnTo>
                <a:lnTo>
                  <a:pt x="1206" y="4289"/>
                </a:lnTo>
                <a:lnTo>
                  <a:pt x="1207" y="4289"/>
                </a:lnTo>
                <a:lnTo>
                  <a:pt x="1208" y="4289"/>
                </a:lnTo>
                <a:lnTo>
                  <a:pt x="1209" y="4289"/>
                </a:lnTo>
                <a:lnTo>
                  <a:pt x="1210" y="4289"/>
                </a:lnTo>
                <a:lnTo>
                  <a:pt x="1211" y="4289"/>
                </a:lnTo>
                <a:lnTo>
                  <a:pt x="1212" y="4289"/>
                </a:lnTo>
                <a:lnTo>
                  <a:pt x="1213" y="4289"/>
                </a:lnTo>
                <a:lnTo>
                  <a:pt x="1214" y="4289"/>
                </a:lnTo>
                <a:lnTo>
                  <a:pt x="1215" y="4289"/>
                </a:lnTo>
                <a:lnTo>
                  <a:pt x="1216" y="4289"/>
                </a:lnTo>
                <a:lnTo>
                  <a:pt x="1217" y="4289"/>
                </a:lnTo>
                <a:lnTo>
                  <a:pt x="1218" y="4289"/>
                </a:lnTo>
                <a:lnTo>
                  <a:pt x="1219" y="4289"/>
                </a:lnTo>
                <a:lnTo>
                  <a:pt x="1220" y="4289"/>
                </a:lnTo>
                <a:lnTo>
                  <a:pt x="1221" y="4289"/>
                </a:lnTo>
                <a:lnTo>
                  <a:pt x="1222" y="4289"/>
                </a:lnTo>
                <a:lnTo>
                  <a:pt x="1223" y="4289"/>
                </a:lnTo>
                <a:lnTo>
                  <a:pt x="1224" y="4289"/>
                </a:lnTo>
                <a:lnTo>
                  <a:pt x="1225" y="4289"/>
                </a:lnTo>
                <a:lnTo>
                  <a:pt x="1226" y="4289"/>
                </a:lnTo>
                <a:lnTo>
                  <a:pt x="1227" y="4289"/>
                </a:lnTo>
                <a:lnTo>
                  <a:pt x="1228" y="4289"/>
                </a:lnTo>
                <a:lnTo>
                  <a:pt x="1229" y="4289"/>
                </a:lnTo>
                <a:lnTo>
                  <a:pt x="1230" y="4289"/>
                </a:lnTo>
                <a:lnTo>
                  <a:pt x="1231" y="4289"/>
                </a:lnTo>
                <a:lnTo>
                  <a:pt x="1232" y="4289"/>
                </a:lnTo>
                <a:lnTo>
                  <a:pt x="1233" y="4289"/>
                </a:lnTo>
                <a:lnTo>
                  <a:pt x="1234" y="4289"/>
                </a:lnTo>
                <a:lnTo>
                  <a:pt x="1235" y="4289"/>
                </a:lnTo>
                <a:lnTo>
                  <a:pt x="1236" y="4289"/>
                </a:lnTo>
                <a:lnTo>
                  <a:pt x="1237" y="4289"/>
                </a:lnTo>
                <a:lnTo>
                  <a:pt x="1238" y="4289"/>
                </a:lnTo>
                <a:lnTo>
                  <a:pt x="1239" y="4289"/>
                </a:lnTo>
                <a:lnTo>
                  <a:pt x="1240" y="4289"/>
                </a:lnTo>
                <a:lnTo>
                  <a:pt x="1241" y="4289"/>
                </a:lnTo>
                <a:lnTo>
                  <a:pt x="1242" y="4289"/>
                </a:lnTo>
                <a:lnTo>
                  <a:pt x="1243" y="4289"/>
                </a:lnTo>
                <a:lnTo>
                  <a:pt x="1244" y="4289"/>
                </a:lnTo>
                <a:lnTo>
                  <a:pt x="1245" y="4289"/>
                </a:lnTo>
                <a:lnTo>
                  <a:pt x="1246" y="4289"/>
                </a:lnTo>
                <a:lnTo>
                  <a:pt x="1247" y="4289"/>
                </a:lnTo>
                <a:lnTo>
                  <a:pt x="1248" y="4289"/>
                </a:lnTo>
                <a:lnTo>
                  <a:pt x="1249" y="4289"/>
                </a:lnTo>
                <a:lnTo>
                  <a:pt x="1250" y="4289"/>
                </a:lnTo>
                <a:lnTo>
                  <a:pt x="1251" y="4289"/>
                </a:lnTo>
                <a:lnTo>
                  <a:pt x="1252" y="4289"/>
                </a:lnTo>
                <a:lnTo>
                  <a:pt x="1253" y="4289"/>
                </a:lnTo>
                <a:lnTo>
                  <a:pt x="1254" y="4289"/>
                </a:lnTo>
                <a:lnTo>
                  <a:pt x="1255" y="4289"/>
                </a:lnTo>
                <a:lnTo>
                  <a:pt x="1256" y="4289"/>
                </a:lnTo>
                <a:lnTo>
                  <a:pt x="1257" y="4289"/>
                </a:lnTo>
                <a:lnTo>
                  <a:pt x="1258" y="4289"/>
                </a:lnTo>
                <a:lnTo>
                  <a:pt x="1259" y="4289"/>
                </a:lnTo>
                <a:lnTo>
                  <a:pt x="1260" y="4289"/>
                </a:lnTo>
                <a:lnTo>
                  <a:pt x="1261" y="4289"/>
                </a:lnTo>
                <a:lnTo>
                  <a:pt x="1262" y="4289"/>
                </a:lnTo>
                <a:lnTo>
                  <a:pt x="1263" y="4289"/>
                </a:lnTo>
                <a:lnTo>
                  <a:pt x="1264" y="4289"/>
                </a:lnTo>
                <a:lnTo>
                  <a:pt x="1265" y="4289"/>
                </a:lnTo>
                <a:lnTo>
                  <a:pt x="1266" y="4289"/>
                </a:lnTo>
                <a:lnTo>
                  <a:pt x="1267" y="4289"/>
                </a:lnTo>
                <a:lnTo>
                  <a:pt x="1268" y="4289"/>
                </a:lnTo>
                <a:lnTo>
                  <a:pt x="1269" y="4289"/>
                </a:lnTo>
                <a:lnTo>
                  <a:pt x="1270" y="4289"/>
                </a:lnTo>
                <a:lnTo>
                  <a:pt x="1271" y="4289"/>
                </a:lnTo>
                <a:lnTo>
                  <a:pt x="1272" y="4289"/>
                </a:lnTo>
                <a:lnTo>
                  <a:pt x="1273" y="4289"/>
                </a:lnTo>
                <a:lnTo>
                  <a:pt x="1274" y="4289"/>
                </a:lnTo>
                <a:lnTo>
                  <a:pt x="1275" y="4289"/>
                </a:lnTo>
                <a:lnTo>
                  <a:pt x="1276" y="4289"/>
                </a:lnTo>
                <a:lnTo>
                  <a:pt x="1277" y="4289"/>
                </a:lnTo>
                <a:lnTo>
                  <a:pt x="1278" y="4289"/>
                </a:lnTo>
                <a:lnTo>
                  <a:pt x="1279" y="4289"/>
                </a:lnTo>
                <a:lnTo>
                  <a:pt x="1280" y="4289"/>
                </a:lnTo>
                <a:lnTo>
                  <a:pt x="1281" y="4289"/>
                </a:lnTo>
                <a:lnTo>
                  <a:pt x="1282" y="4289"/>
                </a:lnTo>
                <a:lnTo>
                  <a:pt x="1283" y="4289"/>
                </a:lnTo>
                <a:lnTo>
                  <a:pt x="1284" y="4289"/>
                </a:lnTo>
                <a:lnTo>
                  <a:pt x="1285" y="4289"/>
                </a:lnTo>
                <a:lnTo>
                  <a:pt x="1286" y="4289"/>
                </a:lnTo>
                <a:lnTo>
                  <a:pt x="1287" y="4289"/>
                </a:lnTo>
                <a:lnTo>
                  <a:pt x="1288" y="4289"/>
                </a:lnTo>
                <a:lnTo>
                  <a:pt x="1289" y="4289"/>
                </a:lnTo>
                <a:lnTo>
                  <a:pt x="1290" y="4289"/>
                </a:lnTo>
                <a:lnTo>
                  <a:pt x="1291" y="4289"/>
                </a:lnTo>
                <a:lnTo>
                  <a:pt x="1292" y="4289"/>
                </a:lnTo>
                <a:lnTo>
                  <a:pt x="1293" y="4289"/>
                </a:lnTo>
                <a:lnTo>
                  <a:pt x="1294" y="4289"/>
                </a:lnTo>
                <a:lnTo>
                  <a:pt x="1295" y="4289"/>
                </a:lnTo>
                <a:lnTo>
                  <a:pt x="1296" y="4289"/>
                </a:lnTo>
                <a:lnTo>
                  <a:pt x="1297" y="4289"/>
                </a:lnTo>
                <a:lnTo>
                  <a:pt x="1298" y="4289"/>
                </a:lnTo>
                <a:lnTo>
                  <a:pt x="1299" y="4289"/>
                </a:lnTo>
                <a:lnTo>
                  <a:pt x="1300" y="4289"/>
                </a:lnTo>
                <a:lnTo>
                  <a:pt x="1301" y="4289"/>
                </a:lnTo>
                <a:lnTo>
                  <a:pt x="1302" y="4289"/>
                </a:lnTo>
                <a:lnTo>
                  <a:pt x="1303" y="4289"/>
                </a:lnTo>
                <a:lnTo>
                  <a:pt x="1304" y="4289"/>
                </a:lnTo>
                <a:lnTo>
                  <a:pt x="1305" y="4289"/>
                </a:lnTo>
                <a:lnTo>
                  <a:pt x="1306" y="4289"/>
                </a:lnTo>
                <a:lnTo>
                  <a:pt x="1307" y="4289"/>
                </a:lnTo>
                <a:lnTo>
                  <a:pt x="1308" y="4289"/>
                </a:lnTo>
                <a:lnTo>
                  <a:pt x="1309" y="4289"/>
                </a:lnTo>
                <a:lnTo>
                  <a:pt x="1310" y="4289"/>
                </a:lnTo>
                <a:lnTo>
                  <a:pt x="1311" y="4289"/>
                </a:lnTo>
                <a:lnTo>
                  <a:pt x="1312" y="4289"/>
                </a:lnTo>
                <a:lnTo>
                  <a:pt x="1313" y="4289"/>
                </a:lnTo>
                <a:lnTo>
                  <a:pt x="1314" y="4289"/>
                </a:lnTo>
                <a:lnTo>
                  <a:pt x="1315" y="4289"/>
                </a:lnTo>
                <a:lnTo>
                  <a:pt x="1316" y="4289"/>
                </a:lnTo>
                <a:lnTo>
                  <a:pt x="1317" y="4289"/>
                </a:lnTo>
                <a:lnTo>
                  <a:pt x="1318" y="4289"/>
                </a:lnTo>
                <a:lnTo>
                  <a:pt x="1319" y="4289"/>
                </a:lnTo>
                <a:lnTo>
                  <a:pt x="1320" y="4289"/>
                </a:lnTo>
                <a:lnTo>
                  <a:pt x="1321" y="4289"/>
                </a:lnTo>
                <a:lnTo>
                  <a:pt x="1322" y="4289"/>
                </a:lnTo>
                <a:lnTo>
                  <a:pt x="1323" y="4289"/>
                </a:lnTo>
                <a:lnTo>
                  <a:pt x="1324" y="4289"/>
                </a:lnTo>
                <a:lnTo>
                  <a:pt x="1325" y="4289"/>
                </a:lnTo>
                <a:lnTo>
                  <a:pt x="1326" y="4289"/>
                </a:lnTo>
                <a:lnTo>
                  <a:pt x="1327" y="4289"/>
                </a:lnTo>
                <a:lnTo>
                  <a:pt x="1328" y="4289"/>
                </a:lnTo>
                <a:lnTo>
                  <a:pt x="1329" y="4289"/>
                </a:lnTo>
                <a:lnTo>
                  <a:pt x="1330" y="4289"/>
                </a:lnTo>
                <a:lnTo>
                  <a:pt x="1331" y="4289"/>
                </a:lnTo>
                <a:lnTo>
                  <a:pt x="1332" y="4289"/>
                </a:lnTo>
                <a:lnTo>
                  <a:pt x="1333" y="4289"/>
                </a:lnTo>
                <a:lnTo>
                  <a:pt x="1334" y="4289"/>
                </a:lnTo>
                <a:lnTo>
                  <a:pt x="1335" y="4289"/>
                </a:lnTo>
                <a:lnTo>
                  <a:pt x="1336" y="4289"/>
                </a:lnTo>
                <a:lnTo>
                  <a:pt x="1337" y="4289"/>
                </a:lnTo>
                <a:lnTo>
                  <a:pt x="1338" y="4289"/>
                </a:lnTo>
                <a:lnTo>
                  <a:pt x="1339" y="4289"/>
                </a:lnTo>
                <a:lnTo>
                  <a:pt x="1340" y="4289"/>
                </a:lnTo>
                <a:lnTo>
                  <a:pt x="1341" y="4289"/>
                </a:lnTo>
                <a:lnTo>
                  <a:pt x="1342" y="4289"/>
                </a:lnTo>
                <a:lnTo>
                  <a:pt x="1343" y="4289"/>
                </a:lnTo>
                <a:lnTo>
                  <a:pt x="1344" y="4289"/>
                </a:lnTo>
                <a:lnTo>
                  <a:pt x="1345" y="4289"/>
                </a:lnTo>
                <a:lnTo>
                  <a:pt x="1346" y="4289"/>
                </a:lnTo>
                <a:lnTo>
                  <a:pt x="1347" y="4289"/>
                </a:lnTo>
                <a:lnTo>
                  <a:pt x="1348" y="4289"/>
                </a:lnTo>
                <a:lnTo>
                  <a:pt x="1349" y="4289"/>
                </a:lnTo>
                <a:lnTo>
                  <a:pt x="1350" y="4289"/>
                </a:lnTo>
                <a:lnTo>
                  <a:pt x="1351" y="4289"/>
                </a:lnTo>
                <a:lnTo>
                  <a:pt x="1352" y="4289"/>
                </a:lnTo>
                <a:lnTo>
                  <a:pt x="1353" y="4289"/>
                </a:lnTo>
                <a:lnTo>
                  <a:pt x="1354" y="4289"/>
                </a:lnTo>
                <a:lnTo>
                  <a:pt x="1355" y="4289"/>
                </a:lnTo>
                <a:lnTo>
                  <a:pt x="1356" y="4289"/>
                </a:lnTo>
                <a:lnTo>
                  <a:pt x="1357" y="4289"/>
                </a:lnTo>
                <a:lnTo>
                  <a:pt x="1358" y="4289"/>
                </a:lnTo>
                <a:lnTo>
                  <a:pt x="1359" y="4289"/>
                </a:lnTo>
                <a:lnTo>
                  <a:pt x="1360" y="4289"/>
                </a:lnTo>
                <a:lnTo>
                  <a:pt x="1361" y="4289"/>
                </a:lnTo>
                <a:lnTo>
                  <a:pt x="1362" y="4289"/>
                </a:lnTo>
                <a:lnTo>
                  <a:pt x="1363" y="4289"/>
                </a:lnTo>
                <a:lnTo>
                  <a:pt x="1364" y="4289"/>
                </a:lnTo>
                <a:lnTo>
                  <a:pt x="1365" y="4289"/>
                </a:lnTo>
                <a:lnTo>
                  <a:pt x="1366" y="4289"/>
                </a:lnTo>
                <a:lnTo>
                  <a:pt x="1367" y="4289"/>
                </a:lnTo>
                <a:lnTo>
                  <a:pt x="1368" y="4289"/>
                </a:lnTo>
                <a:lnTo>
                  <a:pt x="1369" y="4289"/>
                </a:lnTo>
                <a:lnTo>
                  <a:pt x="1370" y="4289"/>
                </a:lnTo>
                <a:lnTo>
                  <a:pt x="1371" y="4289"/>
                </a:lnTo>
                <a:lnTo>
                  <a:pt x="1372" y="4289"/>
                </a:lnTo>
                <a:lnTo>
                  <a:pt x="1373" y="4289"/>
                </a:lnTo>
                <a:lnTo>
                  <a:pt x="1374" y="4289"/>
                </a:lnTo>
                <a:lnTo>
                  <a:pt x="1375" y="4289"/>
                </a:lnTo>
                <a:lnTo>
                  <a:pt x="1376" y="4289"/>
                </a:lnTo>
                <a:lnTo>
                  <a:pt x="1377" y="4289"/>
                </a:lnTo>
                <a:lnTo>
                  <a:pt x="1378" y="4289"/>
                </a:lnTo>
                <a:lnTo>
                  <a:pt x="1379" y="4289"/>
                </a:lnTo>
                <a:lnTo>
                  <a:pt x="1380" y="4289"/>
                </a:lnTo>
                <a:lnTo>
                  <a:pt x="1381" y="4289"/>
                </a:lnTo>
                <a:lnTo>
                  <a:pt x="1382" y="4289"/>
                </a:lnTo>
                <a:lnTo>
                  <a:pt x="1383" y="4289"/>
                </a:lnTo>
                <a:lnTo>
                  <a:pt x="1384" y="4289"/>
                </a:lnTo>
                <a:lnTo>
                  <a:pt x="1385" y="4289"/>
                </a:lnTo>
                <a:lnTo>
                  <a:pt x="1386" y="4289"/>
                </a:lnTo>
                <a:lnTo>
                  <a:pt x="1387" y="4289"/>
                </a:lnTo>
                <a:lnTo>
                  <a:pt x="1388" y="4289"/>
                </a:lnTo>
                <a:lnTo>
                  <a:pt x="1389" y="4289"/>
                </a:lnTo>
                <a:lnTo>
                  <a:pt x="1390" y="4289"/>
                </a:lnTo>
                <a:lnTo>
                  <a:pt x="1391" y="4289"/>
                </a:lnTo>
                <a:lnTo>
                  <a:pt x="1392" y="4289"/>
                </a:lnTo>
                <a:lnTo>
                  <a:pt x="1393" y="4289"/>
                </a:lnTo>
                <a:lnTo>
                  <a:pt x="1394" y="4289"/>
                </a:lnTo>
                <a:lnTo>
                  <a:pt x="1395" y="4289"/>
                </a:lnTo>
                <a:lnTo>
                  <a:pt x="1396" y="4289"/>
                </a:lnTo>
                <a:lnTo>
                  <a:pt x="1397" y="4289"/>
                </a:lnTo>
                <a:lnTo>
                  <a:pt x="1398" y="4289"/>
                </a:lnTo>
                <a:lnTo>
                  <a:pt x="1399" y="4289"/>
                </a:lnTo>
                <a:lnTo>
                  <a:pt x="1400" y="4289"/>
                </a:lnTo>
                <a:lnTo>
                  <a:pt x="1401" y="4289"/>
                </a:lnTo>
                <a:lnTo>
                  <a:pt x="1402" y="4289"/>
                </a:lnTo>
                <a:lnTo>
                  <a:pt x="1403" y="4289"/>
                </a:lnTo>
                <a:lnTo>
                  <a:pt x="1404" y="4289"/>
                </a:lnTo>
                <a:lnTo>
                  <a:pt x="1405" y="4289"/>
                </a:lnTo>
                <a:lnTo>
                  <a:pt x="1406" y="4289"/>
                </a:lnTo>
                <a:lnTo>
                  <a:pt x="1407" y="4289"/>
                </a:lnTo>
                <a:lnTo>
                  <a:pt x="1408" y="4289"/>
                </a:lnTo>
                <a:lnTo>
                  <a:pt x="1409" y="4289"/>
                </a:lnTo>
                <a:lnTo>
                  <a:pt x="1410" y="4289"/>
                </a:lnTo>
                <a:lnTo>
                  <a:pt x="1411" y="4289"/>
                </a:lnTo>
                <a:lnTo>
                  <a:pt x="1412" y="4289"/>
                </a:lnTo>
                <a:lnTo>
                  <a:pt x="1413" y="4289"/>
                </a:lnTo>
                <a:lnTo>
                  <a:pt x="1414" y="4289"/>
                </a:lnTo>
                <a:lnTo>
                  <a:pt x="1415" y="4289"/>
                </a:lnTo>
                <a:lnTo>
                  <a:pt x="1416" y="4289"/>
                </a:lnTo>
                <a:lnTo>
                  <a:pt x="1417" y="4289"/>
                </a:lnTo>
                <a:lnTo>
                  <a:pt x="1418" y="4289"/>
                </a:lnTo>
                <a:lnTo>
                  <a:pt x="1419" y="4289"/>
                </a:lnTo>
                <a:lnTo>
                  <a:pt x="1420" y="4289"/>
                </a:lnTo>
                <a:lnTo>
                  <a:pt x="1421" y="4289"/>
                </a:lnTo>
                <a:lnTo>
                  <a:pt x="1422" y="4289"/>
                </a:lnTo>
                <a:lnTo>
                  <a:pt x="1423" y="4289"/>
                </a:lnTo>
                <a:lnTo>
                  <a:pt x="1424" y="4289"/>
                </a:lnTo>
                <a:lnTo>
                  <a:pt x="1425" y="4289"/>
                </a:lnTo>
                <a:lnTo>
                  <a:pt x="1426" y="4289"/>
                </a:lnTo>
                <a:lnTo>
                  <a:pt x="1427" y="4289"/>
                </a:lnTo>
                <a:lnTo>
                  <a:pt x="1428" y="4289"/>
                </a:lnTo>
                <a:lnTo>
                  <a:pt x="1429" y="4289"/>
                </a:lnTo>
                <a:lnTo>
                  <a:pt x="1430" y="4289"/>
                </a:lnTo>
                <a:lnTo>
                  <a:pt x="1431" y="4289"/>
                </a:lnTo>
                <a:lnTo>
                  <a:pt x="1432" y="4289"/>
                </a:lnTo>
                <a:lnTo>
                  <a:pt x="1433" y="4289"/>
                </a:lnTo>
                <a:lnTo>
                  <a:pt x="1434" y="4289"/>
                </a:lnTo>
                <a:lnTo>
                  <a:pt x="1435" y="4289"/>
                </a:lnTo>
                <a:lnTo>
                  <a:pt x="1436" y="4289"/>
                </a:lnTo>
                <a:lnTo>
                  <a:pt x="1437" y="4289"/>
                </a:lnTo>
                <a:lnTo>
                  <a:pt x="1438" y="4289"/>
                </a:lnTo>
                <a:lnTo>
                  <a:pt x="1439" y="4289"/>
                </a:lnTo>
                <a:lnTo>
                  <a:pt x="1440" y="4289"/>
                </a:lnTo>
                <a:lnTo>
                  <a:pt x="1441" y="4289"/>
                </a:lnTo>
                <a:lnTo>
                  <a:pt x="1442" y="4289"/>
                </a:lnTo>
                <a:lnTo>
                  <a:pt x="1443" y="4289"/>
                </a:lnTo>
                <a:lnTo>
                  <a:pt x="1444" y="4289"/>
                </a:lnTo>
                <a:lnTo>
                  <a:pt x="1445" y="4289"/>
                </a:lnTo>
                <a:lnTo>
                  <a:pt x="1446" y="4289"/>
                </a:lnTo>
                <a:lnTo>
                  <a:pt x="1447" y="4289"/>
                </a:lnTo>
                <a:lnTo>
                  <a:pt x="1448" y="4289"/>
                </a:lnTo>
                <a:lnTo>
                  <a:pt x="1449" y="4289"/>
                </a:lnTo>
                <a:lnTo>
                  <a:pt x="1450" y="4289"/>
                </a:lnTo>
                <a:lnTo>
                  <a:pt x="1451" y="4289"/>
                </a:lnTo>
                <a:lnTo>
                  <a:pt x="1452" y="4289"/>
                </a:lnTo>
                <a:lnTo>
                  <a:pt x="1453" y="4289"/>
                </a:lnTo>
                <a:lnTo>
                  <a:pt x="1454" y="4289"/>
                </a:lnTo>
                <a:lnTo>
                  <a:pt x="1455" y="4289"/>
                </a:lnTo>
                <a:lnTo>
                  <a:pt x="1456" y="4289"/>
                </a:lnTo>
                <a:lnTo>
                  <a:pt x="1457" y="4289"/>
                </a:lnTo>
                <a:lnTo>
                  <a:pt x="1458" y="4289"/>
                </a:lnTo>
                <a:lnTo>
                  <a:pt x="1459" y="4289"/>
                </a:lnTo>
                <a:lnTo>
                  <a:pt x="1460" y="4289"/>
                </a:lnTo>
                <a:lnTo>
                  <a:pt x="1461" y="4289"/>
                </a:lnTo>
                <a:lnTo>
                  <a:pt x="1462" y="4289"/>
                </a:lnTo>
                <a:lnTo>
                  <a:pt x="1463" y="4289"/>
                </a:lnTo>
                <a:lnTo>
                  <a:pt x="1464" y="4289"/>
                </a:lnTo>
                <a:lnTo>
                  <a:pt x="1465" y="4289"/>
                </a:lnTo>
                <a:lnTo>
                  <a:pt x="1466" y="4289"/>
                </a:lnTo>
                <a:lnTo>
                  <a:pt x="1467" y="4289"/>
                </a:lnTo>
                <a:lnTo>
                  <a:pt x="1468" y="4289"/>
                </a:lnTo>
                <a:lnTo>
                  <a:pt x="1469" y="4289"/>
                </a:lnTo>
                <a:lnTo>
                  <a:pt x="1470" y="4289"/>
                </a:lnTo>
                <a:lnTo>
                  <a:pt x="1471" y="4289"/>
                </a:lnTo>
                <a:lnTo>
                  <a:pt x="1472" y="4289"/>
                </a:lnTo>
                <a:lnTo>
                  <a:pt x="1473" y="4289"/>
                </a:lnTo>
                <a:lnTo>
                  <a:pt x="1474" y="4289"/>
                </a:lnTo>
                <a:lnTo>
                  <a:pt x="1475" y="4289"/>
                </a:lnTo>
                <a:lnTo>
                  <a:pt x="1476" y="4289"/>
                </a:lnTo>
                <a:lnTo>
                  <a:pt x="1477" y="4289"/>
                </a:lnTo>
                <a:lnTo>
                  <a:pt x="1478" y="4289"/>
                </a:lnTo>
                <a:lnTo>
                  <a:pt x="1479" y="4289"/>
                </a:lnTo>
                <a:lnTo>
                  <a:pt x="1480" y="4289"/>
                </a:lnTo>
                <a:lnTo>
                  <a:pt x="1481" y="4289"/>
                </a:lnTo>
                <a:lnTo>
                  <a:pt x="1482" y="4289"/>
                </a:lnTo>
                <a:lnTo>
                  <a:pt x="1483" y="4289"/>
                </a:lnTo>
                <a:lnTo>
                  <a:pt x="1484" y="4289"/>
                </a:lnTo>
                <a:lnTo>
                  <a:pt x="1485" y="4289"/>
                </a:lnTo>
                <a:lnTo>
                  <a:pt x="1486" y="4289"/>
                </a:lnTo>
                <a:lnTo>
                  <a:pt x="1487" y="4289"/>
                </a:lnTo>
                <a:lnTo>
                  <a:pt x="1488" y="4289"/>
                </a:lnTo>
                <a:lnTo>
                  <a:pt x="1489" y="4289"/>
                </a:lnTo>
                <a:lnTo>
                  <a:pt x="1490" y="4289"/>
                </a:lnTo>
                <a:lnTo>
                  <a:pt x="1491" y="4289"/>
                </a:lnTo>
                <a:lnTo>
                  <a:pt x="1492" y="4289"/>
                </a:lnTo>
                <a:lnTo>
                  <a:pt x="1493" y="4289"/>
                </a:lnTo>
                <a:lnTo>
                  <a:pt x="1494" y="4289"/>
                </a:lnTo>
                <a:lnTo>
                  <a:pt x="1495" y="4289"/>
                </a:lnTo>
                <a:lnTo>
                  <a:pt x="1496" y="4289"/>
                </a:lnTo>
                <a:lnTo>
                  <a:pt x="1497" y="4289"/>
                </a:lnTo>
                <a:lnTo>
                  <a:pt x="1498" y="4289"/>
                </a:lnTo>
                <a:lnTo>
                  <a:pt x="1499" y="4289"/>
                </a:lnTo>
                <a:lnTo>
                  <a:pt x="1500" y="4289"/>
                </a:lnTo>
                <a:lnTo>
                  <a:pt x="1501" y="4289"/>
                </a:lnTo>
                <a:lnTo>
                  <a:pt x="1502" y="4289"/>
                </a:lnTo>
                <a:lnTo>
                  <a:pt x="1503" y="4289"/>
                </a:lnTo>
                <a:lnTo>
                  <a:pt x="1504" y="4289"/>
                </a:lnTo>
                <a:lnTo>
                  <a:pt x="1505" y="4289"/>
                </a:lnTo>
                <a:lnTo>
                  <a:pt x="1506" y="4289"/>
                </a:lnTo>
                <a:lnTo>
                  <a:pt x="1507" y="4289"/>
                </a:lnTo>
                <a:lnTo>
                  <a:pt x="1508" y="4289"/>
                </a:lnTo>
                <a:lnTo>
                  <a:pt x="1509" y="4289"/>
                </a:lnTo>
                <a:lnTo>
                  <a:pt x="1510" y="4289"/>
                </a:lnTo>
                <a:lnTo>
                  <a:pt x="1511" y="4289"/>
                </a:lnTo>
                <a:lnTo>
                  <a:pt x="1512" y="4289"/>
                </a:lnTo>
                <a:lnTo>
                  <a:pt x="1513" y="4289"/>
                </a:lnTo>
                <a:lnTo>
                  <a:pt x="1514" y="4289"/>
                </a:lnTo>
                <a:lnTo>
                  <a:pt x="1515" y="4289"/>
                </a:lnTo>
                <a:lnTo>
                  <a:pt x="1516" y="4289"/>
                </a:lnTo>
                <a:lnTo>
                  <a:pt x="1517" y="4289"/>
                </a:lnTo>
                <a:lnTo>
                  <a:pt x="1518" y="4289"/>
                </a:lnTo>
                <a:lnTo>
                  <a:pt x="1519" y="4289"/>
                </a:lnTo>
                <a:lnTo>
                  <a:pt x="1520" y="4289"/>
                </a:lnTo>
                <a:lnTo>
                  <a:pt x="1521" y="4289"/>
                </a:lnTo>
                <a:lnTo>
                  <a:pt x="1522" y="4289"/>
                </a:lnTo>
                <a:lnTo>
                  <a:pt x="1523" y="4289"/>
                </a:lnTo>
                <a:lnTo>
                  <a:pt x="1524" y="4289"/>
                </a:lnTo>
                <a:lnTo>
                  <a:pt x="1525" y="4289"/>
                </a:lnTo>
                <a:lnTo>
                  <a:pt x="1526" y="4289"/>
                </a:lnTo>
                <a:lnTo>
                  <a:pt x="1527" y="4289"/>
                </a:lnTo>
                <a:lnTo>
                  <a:pt x="1528" y="4289"/>
                </a:lnTo>
                <a:lnTo>
                  <a:pt x="1529" y="4289"/>
                </a:lnTo>
                <a:lnTo>
                  <a:pt x="1530" y="4289"/>
                </a:lnTo>
                <a:lnTo>
                  <a:pt x="1531" y="4289"/>
                </a:lnTo>
                <a:lnTo>
                  <a:pt x="1532" y="4289"/>
                </a:lnTo>
                <a:lnTo>
                  <a:pt x="1533" y="4289"/>
                </a:lnTo>
                <a:lnTo>
                  <a:pt x="1534" y="4289"/>
                </a:lnTo>
                <a:lnTo>
                  <a:pt x="1535" y="4289"/>
                </a:lnTo>
                <a:lnTo>
                  <a:pt x="1536" y="4289"/>
                </a:lnTo>
                <a:lnTo>
                  <a:pt x="1537" y="4289"/>
                </a:lnTo>
                <a:lnTo>
                  <a:pt x="1538" y="4289"/>
                </a:lnTo>
                <a:lnTo>
                  <a:pt x="1539" y="4289"/>
                </a:lnTo>
                <a:lnTo>
                  <a:pt x="1540" y="4289"/>
                </a:lnTo>
                <a:lnTo>
                  <a:pt x="1541" y="4289"/>
                </a:lnTo>
                <a:lnTo>
                  <a:pt x="1542" y="4289"/>
                </a:lnTo>
                <a:lnTo>
                  <a:pt x="1543" y="4289"/>
                </a:lnTo>
                <a:lnTo>
                  <a:pt x="1544" y="4289"/>
                </a:lnTo>
                <a:lnTo>
                  <a:pt x="1545" y="4289"/>
                </a:lnTo>
                <a:lnTo>
                  <a:pt x="1546" y="4289"/>
                </a:lnTo>
                <a:lnTo>
                  <a:pt x="1547" y="4289"/>
                </a:lnTo>
                <a:lnTo>
                  <a:pt x="1548" y="4289"/>
                </a:lnTo>
                <a:lnTo>
                  <a:pt x="1549" y="4289"/>
                </a:lnTo>
                <a:lnTo>
                  <a:pt x="1550" y="4289"/>
                </a:lnTo>
                <a:lnTo>
                  <a:pt x="1551" y="4289"/>
                </a:lnTo>
                <a:lnTo>
                  <a:pt x="1552" y="4289"/>
                </a:lnTo>
                <a:lnTo>
                  <a:pt x="1553" y="4289"/>
                </a:lnTo>
                <a:lnTo>
                  <a:pt x="1554" y="4289"/>
                </a:lnTo>
                <a:lnTo>
                  <a:pt x="1555" y="4289"/>
                </a:lnTo>
                <a:lnTo>
                  <a:pt x="1556" y="4289"/>
                </a:lnTo>
                <a:lnTo>
                  <a:pt x="1557" y="4289"/>
                </a:lnTo>
                <a:lnTo>
                  <a:pt x="1558" y="4289"/>
                </a:lnTo>
                <a:lnTo>
                  <a:pt x="1559" y="4289"/>
                </a:lnTo>
                <a:lnTo>
                  <a:pt x="1560" y="4289"/>
                </a:lnTo>
                <a:lnTo>
                  <a:pt x="1561" y="4289"/>
                </a:lnTo>
                <a:lnTo>
                  <a:pt x="1562" y="4289"/>
                </a:lnTo>
                <a:lnTo>
                  <a:pt x="1563" y="4289"/>
                </a:lnTo>
                <a:lnTo>
                  <a:pt x="1564" y="4289"/>
                </a:lnTo>
                <a:lnTo>
                  <a:pt x="1565" y="4289"/>
                </a:lnTo>
                <a:lnTo>
                  <a:pt x="1566" y="4289"/>
                </a:lnTo>
                <a:lnTo>
                  <a:pt x="1567" y="4289"/>
                </a:lnTo>
                <a:lnTo>
                  <a:pt x="1568" y="4289"/>
                </a:lnTo>
                <a:lnTo>
                  <a:pt x="1569" y="4289"/>
                </a:lnTo>
                <a:lnTo>
                  <a:pt x="1570" y="4289"/>
                </a:lnTo>
                <a:lnTo>
                  <a:pt x="1571" y="4289"/>
                </a:lnTo>
                <a:lnTo>
                  <a:pt x="1572" y="4289"/>
                </a:lnTo>
                <a:lnTo>
                  <a:pt x="1573" y="4289"/>
                </a:lnTo>
                <a:lnTo>
                  <a:pt x="1574" y="4289"/>
                </a:lnTo>
                <a:lnTo>
                  <a:pt x="1575" y="4289"/>
                </a:lnTo>
                <a:lnTo>
                  <a:pt x="1576" y="4289"/>
                </a:lnTo>
                <a:lnTo>
                  <a:pt x="1577" y="4289"/>
                </a:lnTo>
                <a:lnTo>
                  <a:pt x="1578" y="4289"/>
                </a:lnTo>
                <a:lnTo>
                  <a:pt x="1579" y="4289"/>
                </a:lnTo>
                <a:lnTo>
                  <a:pt x="1580" y="4289"/>
                </a:lnTo>
                <a:lnTo>
                  <a:pt x="1581" y="4289"/>
                </a:lnTo>
                <a:lnTo>
                  <a:pt x="1582" y="4289"/>
                </a:lnTo>
                <a:lnTo>
                  <a:pt x="1583" y="4289"/>
                </a:lnTo>
                <a:lnTo>
                  <a:pt x="1584" y="4289"/>
                </a:lnTo>
                <a:lnTo>
                  <a:pt x="1585" y="4289"/>
                </a:lnTo>
                <a:lnTo>
                  <a:pt x="1586" y="4289"/>
                </a:lnTo>
                <a:lnTo>
                  <a:pt x="1587" y="4289"/>
                </a:lnTo>
                <a:lnTo>
                  <a:pt x="1588" y="4289"/>
                </a:lnTo>
                <a:lnTo>
                  <a:pt x="1589" y="4289"/>
                </a:lnTo>
                <a:lnTo>
                  <a:pt x="1590" y="4289"/>
                </a:lnTo>
                <a:lnTo>
                  <a:pt x="1591" y="4289"/>
                </a:lnTo>
                <a:lnTo>
                  <a:pt x="1592" y="4289"/>
                </a:lnTo>
                <a:lnTo>
                  <a:pt x="1593" y="4289"/>
                </a:lnTo>
                <a:lnTo>
                  <a:pt x="1594" y="4289"/>
                </a:lnTo>
                <a:lnTo>
                  <a:pt x="1595" y="4289"/>
                </a:lnTo>
                <a:lnTo>
                  <a:pt x="1596" y="4289"/>
                </a:lnTo>
                <a:lnTo>
                  <a:pt x="1597" y="4289"/>
                </a:lnTo>
                <a:lnTo>
                  <a:pt x="1598" y="4289"/>
                </a:lnTo>
                <a:lnTo>
                  <a:pt x="1599" y="4289"/>
                </a:lnTo>
                <a:lnTo>
                  <a:pt x="1600" y="4289"/>
                </a:lnTo>
                <a:lnTo>
                  <a:pt x="1601" y="4289"/>
                </a:lnTo>
                <a:lnTo>
                  <a:pt x="1602" y="4289"/>
                </a:lnTo>
                <a:lnTo>
                  <a:pt x="1603" y="4289"/>
                </a:lnTo>
                <a:lnTo>
                  <a:pt x="1604" y="4289"/>
                </a:lnTo>
                <a:lnTo>
                  <a:pt x="1605" y="4289"/>
                </a:lnTo>
                <a:lnTo>
                  <a:pt x="1606" y="4289"/>
                </a:lnTo>
                <a:lnTo>
                  <a:pt x="1607" y="4289"/>
                </a:lnTo>
                <a:lnTo>
                  <a:pt x="1608" y="4289"/>
                </a:lnTo>
                <a:lnTo>
                  <a:pt x="1609" y="4289"/>
                </a:lnTo>
                <a:lnTo>
                  <a:pt x="1610" y="4289"/>
                </a:lnTo>
                <a:lnTo>
                  <a:pt x="1611" y="4289"/>
                </a:lnTo>
                <a:lnTo>
                  <a:pt x="1612" y="4289"/>
                </a:lnTo>
                <a:lnTo>
                  <a:pt x="1613" y="4289"/>
                </a:lnTo>
                <a:lnTo>
                  <a:pt x="1614" y="4289"/>
                </a:lnTo>
                <a:lnTo>
                  <a:pt x="1615" y="4289"/>
                </a:lnTo>
                <a:lnTo>
                  <a:pt x="1616" y="4289"/>
                </a:lnTo>
                <a:lnTo>
                  <a:pt x="1617" y="4289"/>
                </a:lnTo>
                <a:lnTo>
                  <a:pt x="1618" y="4289"/>
                </a:lnTo>
                <a:lnTo>
                  <a:pt x="1619" y="4289"/>
                </a:lnTo>
                <a:lnTo>
                  <a:pt x="1620" y="4289"/>
                </a:lnTo>
                <a:lnTo>
                  <a:pt x="1621" y="4289"/>
                </a:lnTo>
                <a:lnTo>
                  <a:pt x="1622" y="4289"/>
                </a:lnTo>
                <a:lnTo>
                  <a:pt x="1623" y="4289"/>
                </a:lnTo>
                <a:lnTo>
                  <a:pt x="1624" y="4289"/>
                </a:lnTo>
                <a:lnTo>
                  <a:pt x="1625" y="4289"/>
                </a:lnTo>
                <a:lnTo>
                  <a:pt x="1626" y="4289"/>
                </a:lnTo>
                <a:lnTo>
                  <a:pt x="1627" y="4289"/>
                </a:lnTo>
                <a:lnTo>
                  <a:pt x="1628" y="4289"/>
                </a:lnTo>
                <a:lnTo>
                  <a:pt x="1629" y="4289"/>
                </a:lnTo>
                <a:lnTo>
                  <a:pt x="1630" y="4289"/>
                </a:lnTo>
                <a:lnTo>
                  <a:pt x="1631" y="4289"/>
                </a:lnTo>
                <a:lnTo>
                  <a:pt x="1632" y="4289"/>
                </a:lnTo>
                <a:lnTo>
                  <a:pt x="1633" y="4289"/>
                </a:lnTo>
                <a:lnTo>
                  <a:pt x="1634" y="4289"/>
                </a:lnTo>
                <a:lnTo>
                  <a:pt x="1635" y="4289"/>
                </a:lnTo>
                <a:lnTo>
                  <a:pt x="1636" y="4289"/>
                </a:lnTo>
                <a:lnTo>
                  <a:pt x="1637" y="4289"/>
                </a:lnTo>
                <a:lnTo>
                  <a:pt x="1638" y="4289"/>
                </a:lnTo>
                <a:lnTo>
                  <a:pt x="1639" y="4289"/>
                </a:lnTo>
                <a:lnTo>
                  <a:pt x="1640" y="4289"/>
                </a:lnTo>
                <a:lnTo>
                  <a:pt x="1641" y="4289"/>
                </a:lnTo>
                <a:lnTo>
                  <a:pt x="1642" y="4289"/>
                </a:lnTo>
                <a:lnTo>
                  <a:pt x="1643" y="4289"/>
                </a:lnTo>
                <a:lnTo>
                  <a:pt x="1644" y="4289"/>
                </a:lnTo>
                <a:lnTo>
                  <a:pt x="1645" y="4289"/>
                </a:lnTo>
                <a:lnTo>
                  <a:pt x="1646" y="4289"/>
                </a:lnTo>
                <a:lnTo>
                  <a:pt x="1647" y="4289"/>
                </a:lnTo>
                <a:lnTo>
                  <a:pt x="1648" y="4289"/>
                </a:lnTo>
                <a:lnTo>
                  <a:pt x="1649" y="4289"/>
                </a:lnTo>
                <a:lnTo>
                  <a:pt x="1650" y="4289"/>
                </a:lnTo>
                <a:lnTo>
                  <a:pt x="1651" y="4289"/>
                </a:lnTo>
                <a:lnTo>
                  <a:pt x="1652" y="4289"/>
                </a:lnTo>
                <a:lnTo>
                  <a:pt x="1653" y="4289"/>
                </a:lnTo>
                <a:lnTo>
                  <a:pt x="1654" y="4289"/>
                </a:lnTo>
                <a:lnTo>
                  <a:pt x="1655" y="4289"/>
                </a:lnTo>
                <a:lnTo>
                  <a:pt x="1656" y="4289"/>
                </a:lnTo>
                <a:lnTo>
                  <a:pt x="1657" y="4289"/>
                </a:lnTo>
                <a:lnTo>
                  <a:pt x="1658" y="4289"/>
                </a:lnTo>
                <a:lnTo>
                  <a:pt x="1659" y="4289"/>
                </a:lnTo>
                <a:lnTo>
                  <a:pt x="1660" y="4289"/>
                </a:lnTo>
                <a:lnTo>
                  <a:pt x="1661" y="4289"/>
                </a:lnTo>
                <a:lnTo>
                  <a:pt x="1662" y="4289"/>
                </a:lnTo>
                <a:lnTo>
                  <a:pt x="1663" y="4289"/>
                </a:lnTo>
                <a:lnTo>
                  <a:pt x="1664" y="4289"/>
                </a:lnTo>
                <a:lnTo>
                  <a:pt x="1665" y="4289"/>
                </a:lnTo>
                <a:lnTo>
                  <a:pt x="1666" y="4289"/>
                </a:lnTo>
                <a:lnTo>
                  <a:pt x="1667" y="4289"/>
                </a:lnTo>
                <a:lnTo>
                  <a:pt x="1668" y="4289"/>
                </a:lnTo>
                <a:lnTo>
                  <a:pt x="1669" y="4289"/>
                </a:lnTo>
                <a:lnTo>
                  <a:pt x="1670" y="4289"/>
                </a:lnTo>
                <a:lnTo>
                  <a:pt x="1671" y="4289"/>
                </a:lnTo>
                <a:lnTo>
                  <a:pt x="1672" y="4289"/>
                </a:lnTo>
                <a:lnTo>
                  <a:pt x="1673" y="4289"/>
                </a:lnTo>
                <a:lnTo>
                  <a:pt x="1674" y="4289"/>
                </a:lnTo>
                <a:lnTo>
                  <a:pt x="1675" y="4289"/>
                </a:lnTo>
                <a:lnTo>
                  <a:pt x="1676" y="4289"/>
                </a:lnTo>
                <a:lnTo>
                  <a:pt x="1677" y="4289"/>
                </a:lnTo>
                <a:lnTo>
                  <a:pt x="1678" y="4289"/>
                </a:lnTo>
                <a:lnTo>
                  <a:pt x="1679" y="4289"/>
                </a:lnTo>
                <a:lnTo>
                  <a:pt x="1680" y="4289"/>
                </a:lnTo>
                <a:lnTo>
                  <a:pt x="1681" y="4289"/>
                </a:lnTo>
                <a:lnTo>
                  <a:pt x="1682" y="4289"/>
                </a:lnTo>
                <a:lnTo>
                  <a:pt x="1683" y="4289"/>
                </a:lnTo>
                <a:lnTo>
                  <a:pt x="1684" y="4289"/>
                </a:lnTo>
                <a:lnTo>
                  <a:pt x="1685" y="4289"/>
                </a:lnTo>
                <a:lnTo>
                  <a:pt x="1686" y="4289"/>
                </a:lnTo>
                <a:lnTo>
                  <a:pt x="1687" y="4289"/>
                </a:lnTo>
                <a:lnTo>
                  <a:pt x="1688" y="4289"/>
                </a:lnTo>
                <a:lnTo>
                  <a:pt x="1689" y="4289"/>
                </a:lnTo>
                <a:lnTo>
                  <a:pt x="1690" y="4289"/>
                </a:lnTo>
                <a:lnTo>
                  <a:pt x="1691" y="4289"/>
                </a:lnTo>
                <a:lnTo>
                  <a:pt x="1692" y="4289"/>
                </a:lnTo>
                <a:lnTo>
                  <a:pt x="1693" y="4289"/>
                </a:lnTo>
                <a:lnTo>
                  <a:pt x="1694" y="4289"/>
                </a:lnTo>
                <a:lnTo>
                  <a:pt x="1695" y="4289"/>
                </a:lnTo>
                <a:lnTo>
                  <a:pt x="1696" y="4289"/>
                </a:lnTo>
                <a:lnTo>
                  <a:pt x="1697" y="4289"/>
                </a:lnTo>
                <a:lnTo>
                  <a:pt x="1698" y="4289"/>
                </a:lnTo>
                <a:lnTo>
                  <a:pt x="1699" y="4289"/>
                </a:lnTo>
                <a:lnTo>
                  <a:pt x="1700" y="4289"/>
                </a:lnTo>
                <a:lnTo>
                  <a:pt x="1701" y="4289"/>
                </a:lnTo>
                <a:lnTo>
                  <a:pt x="1702" y="4289"/>
                </a:lnTo>
                <a:lnTo>
                  <a:pt x="1703" y="4289"/>
                </a:lnTo>
                <a:lnTo>
                  <a:pt x="1704" y="4289"/>
                </a:lnTo>
                <a:lnTo>
                  <a:pt x="1705" y="4289"/>
                </a:lnTo>
                <a:lnTo>
                  <a:pt x="1706" y="4289"/>
                </a:lnTo>
                <a:lnTo>
                  <a:pt x="1707" y="4289"/>
                </a:lnTo>
                <a:lnTo>
                  <a:pt x="1708" y="4289"/>
                </a:lnTo>
                <a:lnTo>
                  <a:pt x="1709" y="4289"/>
                </a:lnTo>
                <a:lnTo>
                  <a:pt x="1710" y="4289"/>
                </a:lnTo>
                <a:lnTo>
                  <a:pt x="1711" y="4289"/>
                </a:lnTo>
                <a:lnTo>
                  <a:pt x="1712" y="4289"/>
                </a:lnTo>
                <a:lnTo>
                  <a:pt x="1713" y="4289"/>
                </a:lnTo>
                <a:lnTo>
                  <a:pt x="1714" y="4289"/>
                </a:lnTo>
                <a:lnTo>
                  <a:pt x="1715" y="4289"/>
                </a:lnTo>
                <a:lnTo>
                  <a:pt x="1716" y="4289"/>
                </a:lnTo>
                <a:lnTo>
                  <a:pt x="1717" y="4289"/>
                </a:lnTo>
                <a:lnTo>
                  <a:pt x="1718" y="4289"/>
                </a:lnTo>
                <a:lnTo>
                  <a:pt x="1719" y="4289"/>
                </a:lnTo>
                <a:lnTo>
                  <a:pt x="1720" y="4289"/>
                </a:lnTo>
                <a:lnTo>
                  <a:pt x="1721" y="4289"/>
                </a:lnTo>
                <a:lnTo>
                  <a:pt x="1722" y="4289"/>
                </a:lnTo>
                <a:lnTo>
                  <a:pt x="1723" y="4289"/>
                </a:lnTo>
                <a:lnTo>
                  <a:pt x="1724" y="4289"/>
                </a:lnTo>
                <a:lnTo>
                  <a:pt x="1725" y="4289"/>
                </a:lnTo>
                <a:lnTo>
                  <a:pt x="1726" y="4289"/>
                </a:lnTo>
                <a:lnTo>
                  <a:pt x="1727" y="4289"/>
                </a:lnTo>
                <a:lnTo>
                  <a:pt x="1728" y="4289"/>
                </a:lnTo>
                <a:lnTo>
                  <a:pt x="1729" y="4289"/>
                </a:lnTo>
                <a:lnTo>
                  <a:pt x="1730" y="4289"/>
                </a:lnTo>
                <a:lnTo>
                  <a:pt x="1731" y="4289"/>
                </a:lnTo>
                <a:lnTo>
                  <a:pt x="1732" y="4289"/>
                </a:lnTo>
                <a:lnTo>
                  <a:pt x="1733" y="4289"/>
                </a:lnTo>
                <a:lnTo>
                  <a:pt x="1734" y="4289"/>
                </a:lnTo>
                <a:lnTo>
                  <a:pt x="1735" y="4289"/>
                </a:lnTo>
                <a:lnTo>
                  <a:pt x="1736" y="4289"/>
                </a:lnTo>
                <a:lnTo>
                  <a:pt x="1737" y="4289"/>
                </a:lnTo>
                <a:lnTo>
                  <a:pt x="1738" y="4289"/>
                </a:lnTo>
                <a:lnTo>
                  <a:pt x="1739" y="4289"/>
                </a:lnTo>
                <a:lnTo>
                  <a:pt x="1740" y="4289"/>
                </a:lnTo>
                <a:lnTo>
                  <a:pt x="1741" y="4289"/>
                </a:lnTo>
                <a:lnTo>
                  <a:pt x="1742" y="4289"/>
                </a:lnTo>
                <a:lnTo>
                  <a:pt x="1743" y="4289"/>
                </a:lnTo>
                <a:lnTo>
                  <a:pt x="1744" y="4289"/>
                </a:lnTo>
                <a:lnTo>
                  <a:pt x="1745" y="4289"/>
                </a:lnTo>
                <a:lnTo>
                  <a:pt x="1746" y="4289"/>
                </a:lnTo>
                <a:lnTo>
                  <a:pt x="1747" y="4289"/>
                </a:lnTo>
                <a:lnTo>
                  <a:pt x="1748" y="4289"/>
                </a:lnTo>
                <a:lnTo>
                  <a:pt x="1749" y="4289"/>
                </a:lnTo>
                <a:lnTo>
                  <a:pt x="1750" y="4289"/>
                </a:lnTo>
                <a:lnTo>
                  <a:pt x="1751" y="4289"/>
                </a:lnTo>
                <a:lnTo>
                  <a:pt x="1752" y="4289"/>
                </a:lnTo>
                <a:lnTo>
                  <a:pt x="1753" y="4289"/>
                </a:lnTo>
                <a:lnTo>
                  <a:pt x="1754" y="4289"/>
                </a:lnTo>
                <a:lnTo>
                  <a:pt x="1755" y="4289"/>
                </a:lnTo>
                <a:lnTo>
                  <a:pt x="1756" y="4289"/>
                </a:lnTo>
                <a:lnTo>
                  <a:pt x="1757" y="4289"/>
                </a:lnTo>
                <a:lnTo>
                  <a:pt x="1758" y="4289"/>
                </a:lnTo>
                <a:lnTo>
                  <a:pt x="1759" y="4289"/>
                </a:lnTo>
                <a:lnTo>
                  <a:pt x="1760" y="4289"/>
                </a:lnTo>
                <a:lnTo>
                  <a:pt x="1761" y="4289"/>
                </a:lnTo>
                <a:lnTo>
                  <a:pt x="1762" y="4289"/>
                </a:lnTo>
                <a:lnTo>
                  <a:pt x="1763" y="4289"/>
                </a:lnTo>
                <a:lnTo>
                  <a:pt x="1764" y="4289"/>
                </a:lnTo>
                <a:lnTo>
                  <a:pt x="1765" y="4289"/>
                </a:lnTo>
                <a:lnTo>
                  <a:pt x="1766" y="4289"/>
                </a:lnTo>
                <a:lnTo>
                  <a:pt x="1767" y="4289"/>
                </a:lnTo>
                <a:lnTo>
                  <a:pt x="1768" y="4289"/>
                </a:lnTo>
                <a:lnTo>
                  <a:pt x="1769" y="4289"/>
                </a:lnTo>
                <a:lnTo>
                  <a:pt x="1770" y="4289"/>
                </a:lnTo>
                <a:lnTo>
                  <a:pt x="1771" y="4289"/>
                </a:lnTo>
                <a:lnTo>
                  <a:pt x="1772" y="4289"/>
                </a:lnTo>
                <a:lnTo>
                  <a:pt x="1773" y="4289"/>
                </a:lnTo>
                <a:lnTo>
                  <a:pt x="1774" y="4289"/>
                </a:lnTo>
                <a:lnTo>
                  <a:pt x="1775" y="4289"/>
                </a:lnTo>
                <a:lnTo>
                  <a:pt x="1776" y="4289"/>
                </a:lnTo>
                <a:lnTo>
                  <a:pt x="1777" y="4289"/>
                </a:lnTo>
                <a:lnTo>
                  <a:pt x="1778" y="4289"/>
                </a:lnTo>
                <a:lnTo>
                  <a:pt x="1779" y="4289"/>
                </a:lnTo>
                <a:lnTo>
                  <a:pt x="1780" y="4289"/>
                </a:lnTo>
                <a:lnTo>
                  <a:pt x="1781" y="4289"/>
                </a:lnTo>
                <a:lnTo>
                  <a:pt x="1782" y="4289"/>
                </a:lnTo>
                <a:lnTo>
                  <a:pt x="1783" y="4289"/>
                </a:lnTo>
                <a:lnTo>
                  <a:pt x="1784" y="4289"/>
                </a:lnTo>
                <a:lnTo>
                  <a:pt x="1785" y="4289"/>
                </a:lnTo>
                <a:lnTo>
                  <a:pt x="1786" y="4289"/>
                </a:lnTo>
                <a:lnTo>
                  <a:pt x="1787" y="4289"/>
                </a:lnTo>
                <a:lnTo>
                  <a:pt x="1788" y="4289"/>
                </a:lnTo>
                <a:lnTo>
                  <a:pt x="1789" y="4289"/>
                </a:lnTo>
                <a:lnTo>
                  <a:pt x="1790" y="4289"/>
                </a:lnTo>
                <a:lnTo>
                  <a:pt x="1791" y="4289"/>
                </a:lnTo>
                <a:lnTo>
                  <a:pt x="1792" y="4289"/>
                </a:lnTo>
                <a:lnTo>
                  <a:pt x="1793" y="4289"/>
                </a:lnTo>
                <a:lnTo>
                  <a:pt x="1794" y="4289"/>
                </a:lnTo>
                <a:lnTo>
                  <a:pt x="1795" y="4289"/>
                </a:lnTo>
                <a:lnTo>
                  <a:pt x="1796" y="4289"/>
                </a:lnTo>
                <a:lnTo>
                  <a:pt x="1797" y="4289"/>
                </a:lnTo>
                <a:lnTo>
                  <a:pt x="1798" y="4289"/>
                </a:lnTo>
                <a:lnTo>
                  <a:pt x="1799" y="4289"/>
                </a:lnTo>
                <a:lnTo>
                  <a:pt x="1800" y="4289"/>
                </a:lnTo>
                <a:lnTo>
                  <a:pt x="1801" y="4289"/>
                </a:lnTo>
                <a:lnTo>
                  <a:pt x="1802" y="4289"/>
                </a:lnTo>
                <a:lnTo>
                  <a:pt x="1803" y="4289"/>
                </a:lnTo>
                <a:lnTo>
                  <a:pt x="1804" y="4289"/>
                </a:lnTo>
                <a:lnTo>
                  <a:pt x="1805" y="4289"/>
                </a:lnTo>
                <a:lnTo>
                  <a:pt x="1806" y="4289"/>
                </a:lnTo>
                <a:lnTo>
                  <a:pt x="1807" y="4289"/>
                </a:lnTo>
                <a:lnTo>
                  <a:pt x="1808" y="4289"/>
                </a:lnTo>
                <a:lnTo>
                  <a:pt x="1809" y="4289"/>
                </a:lnTo>
                <a:lnTo>
                  <a:pt x="1810" y="4289"/>
                </a:lnTo>
                <a:lnTo>
                  <a:pt x="1811" y="4289"/>
                </a:lnTo>
                <a:lnTo>
                  <a:pt x="1812" y="4289"/>
                </a:lnTo>
                <a:lnTo>
                  <a:pt x="1813" y="4289"/>
                </a:lnTo>
                <a:lnTo>
                  <a:pt x="1814" y="4289"/>
                </a:lnTo>
                <a:lnTo>
                  <a:pt x="1815" y="4289"/>
                </a:lnTo>
                <a:lnTo>
                  <a:pt x="1816" y="4289"/>
                </a:lnTo>
                <a:lnTo>
                  <a:pt x="1817" y="4289"/>
                </a:lnTo>
                <a:lnTo>
                  <a:pt x="1818" y="4289"/>
                </a:lnTo>
                <a:lnTo>
                  <a:pt x="1819" y="4289"/>
                </a:lnTo>
                <a:lnTo>
                  <a:pt x="1820" y="4289"/>
                </a:lnTo>
                <a:lnTo>
                  <a:pt x="1821" y="4289"/>
                </a:lnTo>
                <a:lnTo>
                  <a:pt x="1822" y="4289"/>
                </a:lnTo>
                <a:lnTo>
                  <a:pt x="1823" y="4289"/>
                </a:lnTo>
                <a:lnTo>
                  <a:pt x="1824" y="4289"/>
                </a:lnTo>
                <a:lnTo>
                  <a:pt x="1825" y="4289"/>
                </a:lnTo>
                <a:lnTo>
                  <a:pt x="1826" y="4289"/>
                </a:lnTo>
                <a:lnTo>
                  <a:pt x="1827" y="4289"/>
                </a:lnTo>
                <a:lnTo>
                  <a:pt x="1828" y="4289"/>
                </a:lnTo>
                <a:lnTo>
                  <a:pt x="1829" y="4289"/>
                </a:lnTo>
                <a:lnTo>
                  <a:pt x="1830" y="4289"/>
                </a:lnTo>
                <a:lnTo>
                  <a:pt x="1831" y="4289"/>
                </a:lnTo>
                <a:lnTo>
                  <a:pt x="1832" y="4289"/>
                </a:lnTo>
                <a:lnTo>
                  <a:pt x="1833" y="4289"/>
                </a:lnTo>
                <a:lnTo>
                  <a:pt x="1834" y="4289"/>
                </a:lnTo>
                <a:lnTo>
                  <a:pt x="1835" y="4289"/>
                </a:lnTo>
                <a:lnTo>
                  <a:pt x="1836" y="4289"/>
                </a:lnTo>
                <a:lnTo>
                  <a:pt x="1837" y="4289"/>
                </a:lnTo>
                <a:lnTo>
                  <a:pt x="1838" y="4289"/>
                </a:lnTo>
                <a:lnTo>
                  <a:pt x="1839" y="4289"/>
                </a:lnTo>
                <a:lnTo>
                  <a:pt x="1840" y="4289"/>
                </a:lnTo>
                <a:lnTo>
                  <a:pt x="1841" y="4289"/>
                </a:lnTo>
                <a:lnTo>
                  <a:pt x="1842" y="4289"/>
                </a:lnTo>
                <a:lnTo>
                  <a:pt x="1843" y="4289"/>
                </a:lnTo>
                <a:lnTo>
                  <a:pt x="1844" y="4289"/>
                </a:lnTo>
                <a:lnTo>
                  <a:pt x="1845" y="4289"/>
                </a:lnTo>
                <a:lnTo>
                  <a:pt x="1846" y="4289"/>
                </a:lnTo>
                <a:lnTo>
                  <a:pt x="1847" y="4289"/>
                </a:lnTo>
                <a:lnTo>
                  <a:pt x="1848" y="4289"/>
                </a:lnTo>
                <a:lnTo>
                  <a:pt x="1849" y="4289"/>
                </a:lnTo>
                <a:lnTo>
                  <a:pt x="1850" y="4289"/>
                </a:lnTo>
                <a:lnTo>
                  <a:pt x="1851" y="4289"/>
                </a:lnTo>
                <a:lnTo>
                  <a:pt x="1852" y="4289"/>
                </a:lnTo>
                <a:lnTo>
                  <a:pt x="1853" y="4289"/>
                </a:lnTo>
                <a:lnTo>
                  <a:pt x="1854" y="4289"/>
                </a:lnTo>
                <a:lnTo>
                  <a:pt x="1855" y="4289"/>
                </a:lnTo>
                <a:lnTo>
                  <a:pt x="1856" y="4289"/>
                </a:lnTo>
                <a:lnTo>
                  <a:pt x="1857" y="4289"/>
                </a:lnTo>
                <a:lnTo>
                  <a:pt x="1858" y="4289"/>
                </a:lnTo>
                <a:lnTo>
                  <a:pt x="1859" y="4289"/>
                </a:lnTo>
                <a:lnTo>
                  <a:pt x="1860" y="4289"/>
                </a:lnTo>
                <a:lnTo>
                  <a:pt x="1861" y="4289"/>
                </a:lnTo>
                <a:lnTo>
                  <a:pt x="1862" y="4289"/>
                </a:lnTo>
                <a:lnTo>
                  <a:pt x="1863" y="4289"/>
                </a:lnTo>
                <a:lnTo>
                  <a:pt x="1864" y="4289"/>
                </a:lnTo>
                <a:lnTo>
                  <a:pt x="1865" y="4289"/>
                </a:lnTo>
                <a:lnTo>
                  <a:pt x="1866" y="4289"/>
                </a:lnTo>
                <a:lnTo>
                  <a:pt x="1867" y="4289"/>
                </a:lnTo>
                <a:lnTo>
                  <a:pt x="1868" y="4289"/>
                </a:lnTo>
                <a:lnTo>
                  <a:pt x="1869" y="4289"/>
                </a:lnTo>
                <a:lnTo>
                  <a:pt x="1870" y="4289"/>
                </a:lnTo>
                <a:lnTo>
                  <a:pt x="1871" y="4289"/>
                </a:lnTo>
                <a:lnTo>
                  <a:pt x="1872" y="4289"/>
                </a:lnTo>
                <a:lnTo>
                  <a:pt x="1873" y="4289"/>
                </a:lnTo>
                <a:lnTo>
                  <a:pt x="1874" y="4289"/>
                </a:lnTo>
                <a:lnTo>
                  <a:pt x="1875" y="4289"/>
                </a:lnTo>
                <a:lnTo>
                  <a:pt x="1876" y="4289"/>
                </a:lnTo>
                <a:lnTo>
                  <a:pt x="1877" y="4289"/>
                </a:lnTo>
                <a:lnTo>
                  <a:pt x="1878" y="4289"/>
                </a:lnTo>
                <a:lnTo>
                  <a:pt x="1879" y="4289"/>
                </a:lnTo>
                <a:lnTo>
                  <a:pt x="1880" y="4289"/>
                </a:lnTo>
                <a:lnTo>
                  <a:pt x="1881" y="4289"/>
                </a:lnTo>
                <a:lnTo>
                  <a:pt x="1882" y="4289"/>
                </a:lnTo>
                <a:lnTo>
                  <a:pt x="1883" y="4289"/>
                </a:lnTo>
                <a:lnTo>
                  <a:pt x="1884" y="4289"/>
                </a:lnTo>
                <a:lnTo>
                  <a:pt x="1885" y="4289"/>
                </a:lnTo>
                <a:lnTo>
                  <a:pt x="1886" y="4289"/>
                </a:lnTo>
                <a:lnTo>
                  <a:pt x="1887" y="4289"/>
                </a:lnTo>
                <a:lnTo>
                  <a:pt x="1888" y="4289"/>
                </a:lnTo>
                <a:lnTo>
                  <a:pt x="1889" y="4289"/>
                </a:lnTo>
                <a:lnTo>
                  <a:pt x="1890" y="4289"/>
                </a:lnTo>
                <a:lnTo>
                  <a:pt x="1891" y="4289"/>
                </a:lnTo>
                <a:lnTo>
                  <a:pt x="1892" y="4289"/>
                </a:lnTo>
                <a:lnTo>
                  <a:pt x="1893" y="4289"/>
                </a:lnTo>
                <a:lnTo>
                  <a:pt x="1894" y="4289"/>
                </a:lnTo>
                <a:lnTo>
                  <a:pt x="1895" y="4289"/>
                </a:lnTo>
                <a:lnTo>
                  <a:pt x="1896" y="4289"/>
                </a:lnTo>
                <a:lnTo>
                  <a:pt x="1897" y="4289"/>
                </a:lnTo>
                <a:lnTo>
                  <a:pt x="1898" y="4289"/>
                </a:lnTo>
                <a:lnTo>
                  <a:pt x="1899" y="4289"/>
                </a:lnTo>
                <a:lnTo>
                  <a:pt x="1900" y="4289"/>
                </a:lnTo>
                <a:lnTo>
                  <a:pt x="1901" y="4289"/>
                </a:lnTo>
                <a:lnTo>
                  <a:pt x="1902" y="4289"/>
                </a:lnTo>
                <a:lnTo>
                  <a:pt x="1903" y="4289"/>
                </a:lnTo>
                <a:lnTo>
                  <a:pt x="1904" y="4289"/>
                </a:lnTo>
                <a:lnTo>
                  <a:pt x="1905" y="4289"/>
                </a:lnTo>
                <a:lnTo>
                  <a:pt x="1906" y="4289"/>
                </a:lnTo>
                <a:lnTo>
                  <a:pt x="1907" y="4289"/>
                </a:lnTo>
                <a:lnTo>
                  <a:pt x="1908" y="4289"/>
                </a:lnTo>
                <a:lnTo>
                  <a:pt x="1909" y="4289"/>
                </a:lnTo>
                <a:lnTo>
                  <a:pt x="1910" y="4289"/>
                </a:lnTo>
                <a:lnTo>
                  <a:pt x="1911" y="4289"/>
                </a:lnTo>
                <a:lnTo>
                  <a:pt x="1912" y="4289"/>
                </a:lnTo>
                <a:lnTo>
                  <a:pt x="1913" y="4289"/>
                </a:lnTo>
                <a:lnTo>
                  <a:pt x="1914" y="4289"/>
                </a:lnTo>
                <a:lnTo>
                  <a:pt x="1915" y="4289"/>
                </a:lnTo>
                <a:lnTo>
                  <a:pt x="1916" y="4289"/>
                </a:lnTo>
                <a:lnTo>
                  <a:pt x="1917" y="4289"/>
                </a:lnTo>
                <a:lnTo>
                  <a:pt x="1918" y="4289"/>
                </a:lnTo>
                <a:lnTo>
                  <a:pt x="1919" y="4289"/>
                </a:lnTo>
                <a:lnTo>
                  <a:pt x="1920" y="4289"/>
                </a:lnTo>
                <a:lnTo>
                  <a:pt x="1921" y="4289"/>
                </a:lnTo>
                <a:lnTo>
                  <a:pt x="1922" y="4289"/>
                </a:lnTo>
                <a:lnTo>
                  <a:pt x="1923" y="4289"/>
                </a:lnTo>
                <a:lnTo>
                  <a:pt x="1924" y="4289"/>
                </a:lnTo>
                <a:lnTo>
                  <a:pt x="1925" y="4289"/>
                </a:lnTo>
                <a:lnTo>
                  <a:pt x="1926" y="4289"/>
                </a:lnTo>
                <a:lnTo>
                  <a:pt x="1927" y="4289"/>
                </a:lnTo>
                <a:lnTo>
                  <a:pt x="1928" y="4289"/>
                </a:lnTo>
                <a:lnTo>
                  <a:pt x="1929" y="4289"/>
                </a:lnTo>
                <a:lnTo>
                  <a:pt x="1930" y="4289"/>
                </a:lnTo>
                <a:lnTo>
                  <a:pt x="1931" y="4289"/>
                </a:lnTo>
                <a:lnTo>
                  <a:pt x="1932" y="4289"/>
                </a:lnTo>
                <a:lnTo>
                  <a:pt x="1933" y="4289"/>
                </a:lnTo>
                <a:lnTo>
                  <a:pt x="1934" y="4289"/>
                </a:lnTo>
                <a:lnTo>
                  <a:pt x="1935" y="4289"/>
                </a:lnTo>
                <a:lnTo>
                  <a:pt x="1936" y="4289"/>
                </a:lnTo>
                <a:lnTo>
                  <a:pt x="1937" y="4289"/>
                </a:lnTo>
                <a:lnTo>
                  <a:pt x="1938" y="4289"/>
                </a:lnTo>
                <a:lnTo>
                  <a:pt x="1939" y="4289"/>
                </a:lnTo>
                <a:lnTo>
                  <a:pt x="1940" y="4289"/>
                </a:lnTo>
                <a:lnTo>
                  <a:pt x="1941" y="4289"/>
                </a:lnTo>
                <a:lnTo>
                  <a:pt x="1942" y="4289"/>
                </a:lnTo>
                <a:lnTo>
                  <a:pt x="1943" y="4289"/>
                </a:lnTo>
                <a:lnTo>
                  <a:pt x="1944" y="4289"/>
                </a:lnTo>
                <a:lnTo>
                  <a:pt x="1945" y="4289"/>
                </a:lnTo>
                <a:lnTo>
                  <a:pt x="1946" y="4289"/>
                </a:lnTo>
                <a:lnTo>
                  <a:pt x="1947" y="4289"/>
                </a:lnTo>
                <a:lnTo>
                  <a:pt x="1948" y="4289"/>
                </a:lnTo>
                <a:lnTo>
                  <a:pt x="1949" y="4289"/>
                </a:lnTo>
                <a:lnTo>
                  <a:pt x="1950" y="4289"/>
                </a:lnTo>
                <a:lnTo>
                  <a:pt x="1951" y="4289"/>
                </a:lnTo>
                <a:lnTo>
                  <a:pt x="1952" y="4289"/>
                </a:lnTo>
                <a:lnTo>
                  <a:pt x="1953" y="4289"/>
                </a:lnTo>
                <a:lnTo>
                  <a:pt x="1954" y="4289"/>
                </a:lnTo>
                <a:lnTo>
                  <a:pt x="1955" y="4289"/>
                </a:lnTo>
                <a:lnTo>
                  <a:pt x="1956" y="4289"/>
                </a:lnTo>
                <a:lnTo>
                  <a:pt x="1957" y="4289"/>
                </a:lnTo>
                <a:lnTo>
                  <a:pt x="1958" y="4289"/>
                </a:lnTo>
                <a:lnTo>
                  <a:pt x="1959" y="4289"/>
                </a:lnTo>
                <a:lnTo>
                  <a:pt x="1960" y="4289"/>
                </a:lnTo>
                <a:lnTo>
                  <a:pt x="1961" y="4289"/>
                </a:lnTo>
                <a:lnTo>
                  <a:pt x="1962" y="4289"/>
                </a:lnTo>
                <a:lnTo>
                  <a:pt x="1963" y="4289"/>
                </a:lnTo>
                <a:lnTo>
                  <a:pt x="1964" y="4289"/>
                </a:lnTo>
                <a:lnTo>
                  <a:pt x="1965" y="4289"/>
                </a:lnTo>
                <a:lnTo>
                  <a:pt x="1966" y="4289"/>
                </a:lnTo>
                <a:lnTo>
                  <a:pt x="1967" y="4289"/>
                </a:lnTo>
                <a:lnTo>
                  <a:pt x="1968" y="4289"/>
                </a:lnTo>
                <a:lnTo>
                  <a:pt x="1969" y="4289"/>
                </a:lnTo>
                <a:lnTo>
                  <a:pt x="1970" y="4289"/>
                </a:lnTo>
                <a:lnTo>
                  <a:pt x="1971" y="4289"/>
                </a:lnTo>
                <a:lnTo>
                  <a:pt x="1972" y="4289"/>
                </a:lnTo>
                <a:lnTo>
                  <a:pt x="1973" y="4289"/>
                </a:lnTo>
                <a:lnTo>
                  <a:pt x="1974" y="4289"/>
                </a:lnTo>
                <a:lnTo>
                  <a:pt x="1975" y="4289"/>
                </a:lnTo>
                <a:lnTo>
                  <a:pt x="1976" y="4289"/>
                </a:lnTo>
                <a:lnTo>
                  <a:pt x="1977" y="4289"/>
                </a:lnTo>
                <a:lnTo>
                  <a:pt x="1978" y="4289"/>
                </a:lnTo>
                <a:lnTo>
                  <a:pt x="1979" y="4289"/>
                </a:lnTo>
                <a:lnTo>
                  <a:pt x="1980" y="4289"/>
                </a:lnTo>
                <a:lnTo>
                  <a:pt x="1981" y="4289"/>
                </a:lnTo>
                <a:lnTo>
                  <a:pt x="1982" y="4289"/>
                </a:lnTo>
                <a:lnTo>
                  <a:pt x="1983" y="4289"/>
                </a:lnTo>
                <a:lnTo>
                  <a:pt x="1984" y="4289"/>
                </a:lnTo>
                <a:lnTo>
                  <a:pt x="1985" y="4289"/>
                </a:lnTo>
                <a:lnTo>
                  <a:pt x="1986" y="4289"/>
                </a:lnTo>
                <a:lnTo>
                  <a:pt x="1987" y="4289"/>
                </a:lnTo>
                <a:lnTo>
                  <a:pt x="1988" y="4289"/>
                </a:lnTo>
                <a:lnTo>
                  <a:pt x="1989" y="4289"/>
                </a:lnTo>
                <a:lnTo>
                  <a:pt x="1990" y="4289"/>
                </a:lnTo>
                <a:lnTo>
                  <a:pt x="1991" y="4289"/>
                </a:lnTo>
                <a:lnTo>
                  <a:pt x="1992" y="4289"/>
                </a:lnTo>
                <a:lnTo>
                  <a:pt x="1993" y="4289"/>
                </a:lnTo>
                <a:lnTo>
                  <a:pt x="1994" y="4289"/>
                </a:lnTo>
                <a:lnTo>
                  <a:pt x="1995" y="4289"/>
                </a:lnTo>
                <a:lnTo>
                  <a:pt x="1996" y="4289"/>
                </a:lnTo>
                <a:lnTo>
                  <a:pt x="1997" y="4289"/>
                </a:lnTo>
                <a:lnTo>
                  <a:pt x="1998" y="4289"/>
                </a:lnTo>
                <a:lnTo>
                  <a:pt x="1999" y="4289"/>
                </a:lnTo>
                <a:lnTo>
                  <a:pt x="2000" y="4289"/>
                </a:lnTo>
                <a:lnTo>
                  <a:pt x="2001" y="4289"/>
                </a:lnTo>
                <a:lnTo>
                  <a:pt x="2002" y="4289"/>
                </a:lnTo>
                <a:lnTo>
                  <a:pt x="2003" y="4289"/>
                </a:lnTo>
                <a:lnTo>
                  <a:pt x="2004" y="4289"/>
                </a:lnTo>
                <a:lnTo>
                  <a:pt x="2005" y="4289"/>
                </a:lnTo>
                <a:lnTo>
                  <a:pt x="2006" y="4289"/>
                </a:lnTo>
                <a:lnTo>
                  <a:pt x="2007" y="4289"/>
                </a:lnTo>
                <a:lnTo>
                  <a:pt x="2008" y="4289"/>
                </a:lnTo>
                <a:lnTo>
                  <a:pt x="2009" y="4289"/>
                </a:lnTo>
                <a:lnTo>
                  <a:pt x="2010" y="4289"/>
                </a:lnTo>
                <a:lnTo>
                  <a:pt x="2011" y="4289"/>
                </a:lnTo>
                <a:lnTo>
                  <a:pt x="2012" y="4289"/>
                </a:lnTo>
                <a:lnTo>
                  <a:pt x="2013" y="4289"/>
                </a:lnTo>
                <a:lnTo>
                  <a:pt x="2014" y="4289"/>
                </a:lnTo>
                <a:lnTo>
                  <a:pt x="2015" y="4289"/>
                </a:lnTo>
                <a:lnTo>
                  <a:pt x="2016" y="4289"/>
                </a:lnTo>
                <a:lnTo>
                  <a:pt x="2017" y="4289"/>
                </a:lnTo>
                <a:lnTo>
                  <a:pt x="2018" y="4289"/>
                </a:lnTo>
                <a:lnTo>
                  <a:pt x="2019" y="4289"/>
                </a:lnTo>
                <a:lnTo>
                  <a:pt x="2020" y="4289"/>
                </a:lnTo>
                <a:lnTo>
                  <a:pt x="2021" y="4289"/>
                </a:lnTo>
                <a:lnTo>
                  <a:pt x="2022" y="4289"/>
                </a:lnTo>
                <a:lnTo>
                  <a:pt x="2023" y="4289"/>
                </a:lnTo>
                <a:lnTo>
                  <a:pt x="2024" y="4289"/>
                </a:lnTo>
                <a:lnTo>
                  <a:pt x="2025" y="4289"/>
                </a:lnTo>
                <a:lnTo>
                  <a:pt x="2026" y="4289"/>
                </a:lnTo>
                <a:lnTo>
                  <a:pt x="2027" y="4289"/>
                </a:lnTo>
                <a:lnTo>
                  <a:pt x="2028" y="4289"/>
                </a:lnTo>
                <a:lnTo>
                  <a:pt x="2029" y="4289"/>
                </a:lnTo>
                <a:lnTo>
                  <a:pt x="2030" y="4289"/>
                </a:lnTo>
                <a:lnTo>
                  <a:pt x="2031" y="4289"/>
                </a:lnTo>
                <a:lnTo>
                  <a:pt x="2032" y="4289"/>
                </a:lnTo>
                <a:lnTo>
                  <a:pt x="2033" y="4289"/>
                </a:lnTo>
                <a:lnTo>
                  <a:pt x="2034" y="4289"/>
                </a:lnTo>
                <a:lnTo>
                  <a:pt x="2035" y="4289"/>
                </a:lnTo>
                <a:lnTo>
                  <a:pt x="2036" y="4289"/>
                </a:lnTo>
                <a:lnTo>
                  <a:pt x="2037" y="4289"/>
                </a:lnTo>
                <a:lnTo>
                  <a:pt x="2038" y="4289"/>
                </a:lnTo>
                <a:lnTo>
                  <a:pt x="2039" y="4289"/>
                </a:lnTo>
                <a:lnTo>
                  <a:pt x="2040" y="4289"/>
                </a:lnTo>
                <a:lnTo>
                  <a:pt x="2041" y="4289"/>
                </a:lnTo>
                <a:lnTo>
                  <a:pt x="2042" y="4289"/>
                </a:lnTo>
                <a:lnTo>
                  <a:pt x="2043" y="4289"/>
                </a:lnTo>
                <a:lnTo>
                  <a:pt x="2044" y="4289"/>
                </a:lnTo>
                <a:lnTo>
                  <a:pt x="2045" y="4289"/>
                </a:lnTo>
                <a:lnTo>
                  <a:pt x="2046" y="4289"/>
                </a:lnTo>
                <a:lnTo>
                  <a:pt x="2047" y="4289"/>
                </a:lnTo>
                <a:lnTo>
                  <a:pt x="2048" y="4289"/>
                </a:lnTo>
                <a:lnTo>
                  <a:pt x="2049" y="4289"/>
                </a:lnTo>
                <a:lnTo>
                  <a:pt x="2050" y="4289"/>
                </a:lnTo>
                <a:lnTo>
                  <a:pt x="2051" y="4289"/>
                </a:lnTo>
                <a:lnTo>
                  <a:pt x="2052" y="4289"/>
                </a:lnTo>
                <a:lnTo>
                  <a:pt x="2053" y="4289"/>
                </a:lnTo>
                <a:lnTo>
                  <a:pt x="2054" y="4289"/>
                </a:lnTo>
                <a:lnTo>
                  <a:pt x="2055" y="4289"/>
                </a:lnTo>
                <a:lnTo>
                  <a:pt x="2056" y="4289"/>
                </a:lnTo>
                <a:lnTo>
                  <a:pt x="2057" y="4289"/>
                </a:lnTo>
                <a:lnTo>
                  <a:pt x="2058" y="4289"/>
                </a:lnTo>
                <a:lnTo>
                  <a:pt x="2059" y="4289"/>
                </a:lnTo>
                <a:lnTo>
                  <a:pt x="2060" y="4289"/>
                </a:lnTo>
                <a:lnTo>
                  <a:pt x="2061" y="4289"/>
                </a:lnTo>
                <a:lnTo>
                  <a:pt x="2062" y="4289"/>
                </a:lnTo>
                <a:lnTo>
                  <a:pt x="2063" y="4289"/>
                </a:lnTo>
                <a:lnTo>
                  <a:pt x="2064" y="4289"/>
                </a:lnTo>
                <a:lnTo>
                  <a:pt x="2065" y="4289"/>
                </a:lnTo>
                <a:lnTo>
                  <a:pt x="2066" y="4289"/>
                </a:lnTo>
                <a:lnTo>
                  <a:pt x="2067" y="4289"/>
                </a:lnTo>
                <a:lnTo>
                  <a:pt x="2068" y="4289"/>
                </a:lnTo>
                <a:lnTo>
                  <a:pt x="2069" y="4289"/>
                </a:lnTo>
                <a:lnTo>
                  <a:pt x="2070" y="4289"/>
                </a:lnTo>
                <a:lnTo>
                  <a:pt x="2071" y="4289"/>
                </a:lnTo>
                <a:lnTo>
                  <a:pt x="2072" y="4289"/>
                </a:lnTo>
                <a:lnTo>
                  <a:pt x="2073" y="4289"/>
                </a:lnTo>
                <a:lnTo>
                  <a:pt x="2074" y="4289"/>
                </a:lnTo>
                <a:lnTo>
                  <a:pt x="2075" y="4289"/>
                </a:lnTo>
                <a:lnTo>
                  <a:pt x="2076" y="4289"/>
                </a:lnTo>
                <a:lnTo>
                  <a:pt x="2077" y="4289"/>
                </a:lnTo>
                <a:lnTo>
                  <a:pt x="2078" y="4289"/>
                </a:lnTo>
                <a:lnTo>
                  <a:pt x="2079" y="4289"/>
                </a:lnTo>
                <a:lnTo>
                  <a:pt x="2080" y="4289"/>
                </a:lnTo>
                <a:lnTo>
                  <a:pt x="2081" y="4289"/>
                </a:lnTo>
                <a:lnTo>
                  <a:pt x="2082" y="4289"/>
                </a:lnTo>
                <a:lnTo>
                  <a:pt x="2083" y="4289"/>
                </a:lnTo>
                <a:lnTo>
                  <a:pt x="2084" y="4289"/>
                </a:lnTo>
                <a:lnTo>
                  <a:pt x="2085" y="4289"/>
                </a:lnTo>
                <a:lnTo>
                  <a:pt x="2086" y="4289"/>
                </a:lnTo>
                <a:lnTo>
                  <a:pt x="2087" y="4289"/>
                </a:lnTo>
                <a:lnTo>
                  <a:pt x="2088" y="4289"/>
                </a:lnTo>
                <a:lnTo>
                  <a:pt x="2089" y="4289"/>
                </a:lnTo>
                <a:lnTo>
                  <a:pt x="2090" y="4289"/>
                </a:lnTo>
                <a:lnTo>
                  <a:pt x="2091" y="4289"/>
                </a:lnTo>
                <a:lnTo>
                  <a:pt x="2092" y="4289"/>
                </a:lnTo>
                <a:lnTo>
                  <a:pt x="2093" y="4289"/>
                </a:lnTo>
                <a:lnTo>
                  <a:pt x="2094" y="4289"/>
                </a:lnTo>
                <a:lnTo>
                  <a:pt x="2095" y="4289"/>
                </a:lnTo>
                <a:lnTo>
                  <a:pt x="2096" y="4289"/>
                </a:lnTo>
                <a:lnTo>
                  <a:pt x="2097" y="4289"/>
                </a:lnTo>
                <a:lnTo>
                  <a:pt x="2098" y="4289"/>
                </a:lnTo>
                <a:lnTo>
                  <a:pt x="2099" y="4289"/>
                </a:lnTo>
                <a:lnTo>
                  <a:pt x="2100" y="4289"/>
                </a:lnTo>
                <a:lnTo>
                  <a:pt x="2101" y="4289"/>
                </a:lnTo>
                <a:lnTo>
                  <a:pt x="2102" y="4289"/>
                </a:lnTo>
                <a:lnTo>
                  <a:pt x="2103" y="4289"/>
                </a:lnTo>
                <a:lnTo>
                  <a:pt x="2104" y="4289"/>
                </a:lnTo>
                <a:lnTo>
                  <a:pt x="2105" y="4289"/>
                </a:lnTo>
                <a:lnTo>
                  <a:pt x="2106" y="4289"/>
                </a:lnTo>
                <a:lnTo>
                  <a:pt x="2107" y="4289"/>
                </a:lnTo>
                <a:lnTo>
                  <a:pt x="2108" y="4289"/>
                </a:lnTo>
                <a:lnTo>
                  <a:pt x="2109" y="4289"/>
                </a:lnTo>
                <a:lnTo>
                  <a:pt x="2110" y="4289"/>
                </a:lnTo>
                <a:lnTo>
                  <a:pt x="2111" y="4289"/>
                </a:lnTo>
                <a:lnTo>
                  <a:pt x="2112" y="4289"/>
                </a:lnTo>
                <a:lnTo>
                  <a:pt x="2113" y="4289"/>
                </a:lnTo>
                <a:lnTo>
                  <a:pt x="2114" y="4289"/>
                </a:lnTo>
                <a:lnTo>
                  <a:pt x="2115" y="4289"/>
                </a:lnTo>
                <a:lnTo>
                  <a:pt x="2116" y="4289"/>
                </a:lnTo>
                <a:lnTo>
                  <a:pt x="2117" y="4289"/>
                </a:lnTo>
                <a:lnTo>
                  <a:pt x="2118" y="4289"/>
                </a:lnTo>
                <a:lnTo>
                  <a:pt x="2119" y="4289"/>
                </a:lnTo>
                <a:lnTo>
                  <a:pt x="2120" y="4289"/>
                </a:lnTo>
                <a:lnTo>
                  <a:pt x="2121" y="4289"/>
                </a:lnTo>
                <a:lnTo>
                  <a:pt x="2122" y="4289"/>
                </a:lnTo>
                <a:lnTo>
                  <a:pt x="2123" y="4289"/>
                </a:lnTo>
                <a:lnTo>
                  <a:pt x="2124" y="4289"/>
                </a:lnTo>
                <a:lnTo>
                  <a:pt x="2125" y="4289"/>
                </a:lnTo>
                <a:lnTo>
                  <a:pt x="2126" y="4289"/>
                </a:lnTo>
                <a:lnTo>
                  <a:pt x="2127" y="4289"/>
                </a:lnTo>
                <a:lnTo>
                  <a:pt x="2128" y="4289"/>
                </a:lnTo>
                <a:lnTo>
                  <a:pt x="2129" y="4289"/>
                </a:lnTo>
                <a:lnTo>
                  <a:pt x="2130" y="4289"/>
                </a:lnTo>
                <a:lnTo>
                  <a:pt x="2131" y="4289"/>
                </a:lnTo>
                <a:lnTo>
                  <a:pt x="2132" y="4289"/>
                </a:lnTo>
                <a:lnTo>
                  <a:pt x="2133" y="4289"/>
                </a:lnTo>
                <a:lnTo>
                  <a:pt x="2134" y="4289"/>
                </a:lnTo>
                <a:lnTo>
                  <a:pt x="2135" y="4289"/>
                </a:lnTo>
                <a:lnTo>
                  <a:pt x="2136" y="4289"/>
                </a:lnTo>
                <a:lnTo>
                  <a:pt x="2137" y="4289"/>
                </a:lnTo>
                <a:lnTo>
                  <a:pt x="2138" y="4289"/>
                </a:lnTo>
                <a:lnTo>
                  <a:pt x="2139" y="4289"/>
                </a:lnTo>
                <a:lnTo>
                  <a:pt x="2140" y="4289"/>
                </a:lnTo>
                <a:lnTo>
                  <a:pt x="2141" y="4289"/>
                </a:lnTo>
                <a:lnTo>
                  <a:pt x="2142" y="4289"/>
                </a:lnTo>
                <a:lnTo>
                  <a:pt x="2143" y="4289"/>
                </a:lnTo>
                <a:lnTo>
                  <a:pt x="2144" y="4289"/>
                </a:lnTo>
                <a:lnTo>
                  <a:pt x="2145" y="4289"/>
                </a:lnTo>
                <a:lnTo>
                  <a:pt x="2146" y="4289"/>
                </a:lnTo>
                <a:lnTo>
                  <a:pt x="2147" y="4289"/>
                </a:lnTo>
                <a:lnTo>
                  <a:pt x="2148" y="4289"/>
                </a:lnTo>
                <a:lnTo>
                  <a:pt x="2149" y="4289"/>
                </a:lnTo>
                <a:lnTo>
                  <a:pt x="2150" y="4289"/>
                </a:lnTo>
                <a:lnTo>
                  <a:pt x="2151" y="4289"/>
                </a:lnTo>
                <a:lnTo>
                  <a:pt x="2152" y="4289"/>
                </a:lnTo>
                <a:lnTo>
                  <a:pt x="2153" y="4289"/>
                </a:lnTo>
                <a:lnTo>
                  <a:pt x="2154" y="4289"/>
                </a:lnTo>
                <a:lnTo>
                  <a:pt x="2155" y="4289"/>
                </a:lnTo>
                <a:lnTo>
                  <a:pt x="2156" y="4289"/>
                </a:lnTo>
                <a:lnTo>
                  <a:pt x="2157" y="4289"/>
                </a:lnTo>
                <a:lnTo>
                  <a:pt x="2158" y="4289"/>
                </a:lnTo>
                <a:lnTo>
                  <a:pt x="2159" y="4289"/>
                </a:lnTo>
                <a:lnTo>
                  <a:pt x="2160" y="4289"/>
                </a:lnTo>
                <a:lnTo>
                  <a:pt x="2161" y="4289"/>
                </a:lnTo>
                <a:lnTo>
                  <a:pt x="2162" y="4289"/>
                </a:lnTo>
                <a:lnTo>
                  <a:pt x="2163" y="4289"/>
                </a:lnTo>
                <a:lnTo>
                  <a:pt x="2164" y="4289"/>
                </a:lnTo>
                <a:lnTo>
                  <a:pt x="2165" y="4289"/>
                </a:lnTo>
                <a:lnTo>
                  <a:pt x="2166" y="4289"/>
                </a:lnTo>
                <a:lnTo>
                  <a:pt x="2167" y="4289"/>
                </a:lnTo>
                <a:lnTo>
                  <a:pt x="2168" y="4289"/>
                </a:lnTo>
                <a:lnTo>
                  <a:pt x="2169" y="4289"/>
                </a:lnTo>
                <a:lnTo>
                  <a:pt x="2170" y="4289"/>
                </a:lnTo>
                <a:lnTo>
                  <a:pt x="2171" y="4289"/>
                </a:lnTo>
                <a:lnTo>
                  <a:pt x="2172" y="4289"/>
                </a:lnTo>
                <a:lnTo>
                  <a:pt x="2173" y="4289"/>
                </a:lnTo>
                <a:lnTo>
                  <a:pt x="2174" y="4289"/>
                </a:lnTo>
                <a:lnTo>
                  <a:pt x="2175" y="4289"/>
                </a:lnTo>
                <a:lnTo>
                  <a:pt x="2176" y="4289"/>
                </a:lnTo>
                <a:lnTo>
                  <a:pt x="2177" y="4289"/>
                </a:lnTo>
                <a:lnTo>
                  <a:pt x="2178" y="4289"/>
                </a:lnTo>
                <a:lnTo>
                  <a:pt x="2179" y="4289"/>
                </a:lnTo>
                <a:lnTo>
                  <a:pt x="2180" y="4289"/>
                </a:lnTo>
                <a:lnTo>
                  <a:pt x="2181" y="4289"/>
                </a:lnTo>
                <a:lnTo>
                  <a:pt x="2182" y="4289"/>
                </a:lnTo>
                <a:lnTo>
                  <a:pt x="2183" y="4289"/>
                </a:lnTo>
                <a:lnTo>
                  <a:pt x="2184" y="4289"/>
                </a:lnTo>
                <a:lnTo>
                  <a:pt x="2185" y="4289"/>
                </a:lnTo>
                <a:lnTo>
                  <a:pt x="2186" y="4289"/>
                </a:lnTo>
                <a:lnTo>
                  <a:pt x="2187" y="4289"/>
                </a:lnTo>
                <a:lnTo>
                  <a:pt x="2188" y="4289"/>
                </a:lnTo>
                <a:lnTo>
                  <a:pt x="2189" y="4289"/>
                </a:lnTo>
                <a:lnTo>
                  <a:pt x="2190" y="4289"/>
                </a:lnTo>
                <a:lnTo>
                  <a:pt x="2191" y="4289"/>
                </a:lnTo>
                <a:lnTo>
                  <a:pt x="2192" y="4289"/>
                </a:lnTo>
                <a:lnTo>
                  <a:pt x="2193" y="4289"/>
                </a:lnTo>
                <a:lnTo>
                  <a:pt x="2194" y="4289"/>
                </a:lnTo>
                <a:lnTo>
                  <a:pt x="2195" y="4289"/>
                </a:lnTo>
                <a:lnTo>
                  <a:pt x="2196" y="4289"/>
                </a:lnTo>
                <a:lnTo>
                  <a:pt x="2197" y="4289"/>
                </a:lnTo>
                <a:lnTo>
                  <a:pt x="2198" y="4289"/>
                </a:lnTo>
                <a:lnTo>
                  <a:pt x="2199" y="4289"/>
                </a:lnTo>
                <a:lnTo>
                  <a:pt x="2200" y="4289"/>
                </a:lnTo>
                <a:lnTo>
                  <a:pt x="2201" y="4289"/>
                </a:lnTo>
                <a:lnTo>
                  <a:pt x="2202" y="4289"/>
                </a:lnTo>
                <a:lnTo>
                  <a:pt x="2203" y="4289"/>
                </a:lnTo>
                <a:lnTo>
                  <a:pt x="2204" y="4289"/>
                </a:lnTo>
                <a:lnTo>
                  <a:pt x="2205" y="4289"/>
                </a:lnTo>
                <a:lnTo>
                  <a:pt x="2206" y="4289"/>
                </a:lnTo>
                <a:lnTo>
                  <a:pt x="2207" y="4289"/>
                </a:lnTo>
                <a:lnTo>
                  <a:pt x="2208" y="4289"/>
                </a:lnTo>
                <a:lnTo>
                  <a:pt x="2209" y="4289"/>
                </a:lnTo>
                <a:lnTo>
                  <a:pt x="2210" y="4289"/>
                </a:lnTo>
                <a:lnTo>
                  <a:pt x="2211" y="4289"/>
                </a:lnTo>
                <a:lnTo>
                  <a:pt x="2212" y="4289"/>
                </a:lnTo>
                <a:lnTo>
                  <a:pt x="2213" y="4289"/>
                </a:lnTo>
                <a:lnTo>
                  <a:pt x="2214" y="4289"/>
                </a:lnTo>
                <a:lnTo>
                  <a:pt x="2215" y="4289"/>
                </a:lnTo>
                <a:lnTo>
                  <a:pt x="2216" y="4289"/>
                </a:lnTo>
                <a:lnTo>
                  <a:pt x="2217" y="4289"/>
                </a:lnTo>
                <a:lnTo>
                  <a:pt x="2218" y="4289"/>
                </a:lnTo>
                <a:lnTo>
                  <a:pt x="2219" y="4289"/>
                </a:lnTo>
                <a:lnTo>
                  <a:pt x="2220" y="4289"/>
                </a:lnTo>
                <a:lnTo>
                  <a:pt x="2221" y="4289"/>
                </a:lnTo>
                <a:lnTo>
                  <a:pt x="2222" y="4289"/>
                </a:lnTo>
                <a:lnTo>
                  <a:pt x="2223" y="4289"/>
                </a:lnTo>
                <a:lnTo>
                  <a:pt x="2224" y="4289"/>
                </a:lnTo>
                <a:lnTo>
                  <a:pt x="2225" y="4289"/>
                </a:lnTo>
                <a:lnTo>
                  <a:pt x="2226" y="4289"/>
                </a:lnTo>
                <a:lnTo>
                  <a:pt x="2227" y="4289"/>
                </a:lnTo>
                <a:lnTo>
                  <a:pt x="2228" y="4289"/>
                </a:lnTo>
                <a:lnTo>
                  <a:pt x="2229" y="4289"/>
                </a:lnTo>
                <a:lnTo>
                  <a:pt x="2230" y="4289"/>
                </a:lnTo>
                <a:lnTo>
                  <a:pt x="2231" y="4289"/>
                </a:lnTo>
                <a:lnTo>
                  <a:pt x="2232" y="4289"/>
                </a:lnTo>
                <a:lnTo>
                  <a:pt x="2233" y="4289"/>
                </a:lnTo>
                <a:lnTo>
                  <a:pt x="2234" y="4289"/>
                </a:lnTo>
                <a:lnTo>
                  <a:pt x="2235" y="4289"/>
                </a:lnTo>
                <a:lnTo>
                  <a:pt x="2236" y="4289"/>
                </a:lnTo>
                <a:lnTo>
                  <a:pt x="2237" y="4289"/>
                </a:lnTo>
                <a:lnTo>
                  <a:pt x="2238" y="4289"/>
                </a:lnTo>
                <a:lnTo>
                  <a:pt x="2239" y="4289"/>
                </a:lnTo>
                <a:lnTo>
                  <a:pt x="2240" y="4289"/>
                </a:lnTo>
                <a:lnTo>
                  <a:pt x="2241" y="4289"/>
                </a:lnTo>
                <a:lnTo>
                  <a:pt x="2242" y="4289"/>
                </a:lnTo>
                <a:lnTo>
                  <a:pt x="2243" y="4289"/>
                </a:lnTo>
                <a:lnTo>
                  <a:pt x="2244" y="4289"/>
                </a:lnTo>
                <a:lnTo>
                  <a:pt x="2245" y="4289"/>
                </a:lnTo>
                <a:lnTo>
                  <a:pt x="2246" y="4289"/>
                </a:lnTo>
                <a:lnTo>
                  <a:pt x="2247" y="4289"/>
                </a:lnTo>
                <a:lnTo>
                  <a:pt x="2248" y="4289"/>
                </a:lnTo>
                <a:lnTo>
                  <a:pt x="2249" y="4289"/>
                </a:lnTo>
                <a:lnTo>
                  <a:pt x="2250" y="4289"/>
                </a:lnTo>
                <a:lnTo>
                  <a:pt x="2251" y="4289"/>
                </a:lnTo>
                <a:lnTo>
                  <a:pt x="2252" y="4289"/>
                </a:lnTo>
                <a:lnTo>
                  <a:pt x="2253" y="4289"/>
                </a:lnTo>
                <a:lnTo>
                  <a:pt x="2254" y="4289"/>
                </a:lnTo>
                <a:lnTo>
                  <a:pt x="2255" y="4289"/>
                </a:lnTo>
                <a:lnTo>
                  <a:pt x="2256" y="4289"/>
                </a:lnTo>
                <a:lnTo>
                  <a:pt x="2257" y="4289"/>
                </a:lnTo>
                <a:lnTo>
                  <a:pt x="2258" y="4289"/>
                </a:lnTo>
                <a:lnTo>
                  <a:pt x="2259" y="4289"/>
                </a:lnTo>
                <a:lnTo>
                  <a:pt x="2260" y="4289"/>
                </a:lnTo>
                <a:lnTo>
                  <a:pt x="2261" y="4289"/>
                </a:lnTo>
                <a:lnTo>
                  <a:pt x="2262" y="4289"/>
                </a:lnTo>
                <a:lnTo>
                  <a:pt x="2263" y="4289"/>
                </a:lnTo>
                <a:lnTo>
                  <a:pt x="2264" y="4289"/>
                </a:lnTo>
                <a:lnTo>
                  <a:pt x="2265" y="4289"/>
                </a:lnTo>
                <a:lnTo>
                  <a:pt x="2266" y="4289"/>
                </a:lnTo>
                <a:lnTo>
                  <a:pt x="2267" y="4289"/>
                </a:lnTo>
                <a:lnTo>
                  <a:pt x="2268" y="4289"/>
                </a:lnTo>
                <a:lnTo>
                  <a:pt x="2269" y="4289"/>
                </a:lnTo>
                <a:lnTo>
                  <a:pt x="2270" y="4289"/>
                </a:lnTo>
                <a:lnTo>
                  <a:pt x="2271" y="4289"/>
                </a:lnTo>
                <a:lnTo>
                  <a:pt x="2272" y="4289"/>
                </a:lnTo>
                <a:lnTo>
                  <a:pt x="2273" y="4289"/>
                </a:lnTo>
                <a:lnTo>
                  <a:pt x="2274" y="4289"/>
                </a:lnTo>
                <a:lnTo>
                  <a:pt x="2275" y="4289"/>
                </a:lnTo>
                <a:lnTo>
                  <a:pt x="2276" y="4289"/>
                </a:lnTo>
                <a:lnTo>
                  <a:pt x="2277" y="4289"/>
                </a:lnTo>
                <a:lnTo>
                  <a:pt x="2278" y="4289"/>
                </a:lnTo>
                <a:lnTo>
                  <a:pt x="2279" y="4289"/>
                </a:lnTo>
                <a:lnTo>
                  <a:pt x="2280" y="4289"/>
                </a:lnTo>
                <a:lnTo>
                  <a:pt x="2281" y="4289"/>
                </a:lnTo>
                <a:lnTo>
                  <a:pt x="2282" y="4289"/>
                </a:lnTo>
                <a:lnTo>
                  <a:pt x="2283" y="4289"/>
                </a:lnTo>
                <a:lnTo>
                  <a:pt x="2284" y="4289"/>
                </a:lnTo>
                <a:lnTo>
                  <a:pt x="2285" y="4289"/>
                </a:lnTo>
                <a:lnTo>
                  <a:pt x="2286" y="4289"/>
                </a:lnTo>
                <a:lnTo>
                  <a:pt x="2287" y="4289"/>
                </a:lnTo>
                <a:lnTo>
                  <a:pt x="2288" y="4289"/>
                </a:lnTo>
                <a:lnTo>
                  <a:pt x="2289" y="4289"/>
                </a:lnTo>
                <a:lnTo>
                  <a:pt x="2290" y="4289"/>
                </a:lnTo>
                <a:lnTo>
                  <a:pt x="2291" y="4289"/>
                </a:lnTo>
                <a:lnTo>
                  <a:pt x="2292" y="4289"/>
                </a:lnTo>
                <a:lnTo>
                  <a:pt x="2293" y="4289"/>
                </a:lnTo>
                <a:lnTo>
                  <a:pt x="2294" y="4289"/>
                </a:lnTo>
                <a:lnTo>
                  <a:pt x="2295" y="4289"/>
                </a:lnTo>
                <a:lnTo>
                  <a:pt x="2296" y="4289"/>
                </a:lnTo>
                <a:lnTo>
                  <a:pt x="2297" y="4289"/>
                </a:lnTo>
                <a:lnTo>
                  <a:pt x="2298" y="4289"/>
                </a:lnTo>
                <a:lnTo>
                  <a:pt x="2299" y="4289"/>
                </a:lnTo>
                <a:lnTo>
                  <a:pt x="2300" y="4289"/>
                </a:lnTo>
                <a:lnTo>
                  <a:pt x="2301" y="4289"/>
                </a:lnTo>
                <a:lnTo>
                  <a:pt x="2302" y="4289"/>
                </a:lnTo>
                <a:lnTo>
                  <a:pt x="2303" y="4289"/>
                </a:lnTo>
                <a:lnTo>
                  <a:pt x="2304" y="4289"/>
                </a:lnTo>
                <a:lnTo>
                  <a:pt x="2305" y="4289"/>
                </a:lnTo>
                <a:lnTo>
                  <a:pt x="2306" y="4289"/>
                </a:lnTo>
                <a:lnTo>
                  <a:pt x="2307" y="4289"/>
                </a:lnTo>
                <a:lnTo>
                  <a:pt x="2308" y="4289"/>
                </a:lnTo>
                <a:lnTo>
                  <a:pt x="2309" y="4289"/>
                </a:lnTo>
                <a:lnTo>
                  <a:pt x="2310" y="4289"/>
                </a:lnTo>
                <a:lnTo>
                  <a:pt x="2311" y="4289"/>
                </a:lnTo>
                <a:lnTo>
                  <a:pt x="2312" y="4289"/>
                </a:lnTo>
                <a:lnTo>
                  <a:pt x="2313" y="4289"/>
                </a:lnTo>
                <a:lnTo>
                  <a:pt x="2314" y="4289"/>
                </a:lnTo>
                <a:lnTo>
                  <a:pt x="2315" y="4289"/>
                </a:lnTo>
                <a:lnTo>
                  <a:pt x="2316" y="4289"/>
                </a:lnTo>
                <a:lnTo>
                  <a:pt x="2317" y="4289"/>
                </a:lnTo>
                <a:lnTo>
                  <a:pt x="2318" y="4289"/>
                </a:lnTo>
                <a:lnTo>
                  <a:pt x="2319" y="4289"/>
                </a:lnTo>
                <a:lnTo>
                  <a:pt x="2320" y="4289"/>
                </a:lnTo>
                <a:lnTo>
                  <a:pt x="2321" y="4289"/>
                </a:lnTo>
                <a:lnTo>
                  <a:pt x="2322" y="4289"/>
                </a:lnTo>
                <a:lnTo>
                  <a:pt x="2323" y="4289"/>
                </a:lnTo>
                <a:lnTo>
                  <a:pt x="2324" y="4289"/>
                </a:lnTo>
                <a:lnTo>
                  <a:pt x="2325" y="4289"/>
                </a:lnTo>
                <a:lnTo>
                  <a:pt x="2326" y="4289"/>
                </a:lnTo>
                <a:lnTo>
                  <a:pt x="2327" y="4289"/>
                </a:lnTo>
                <a:lnTo>
                  <a:pt x="2328" y="4289"/>
                </a:lnTo>
                <a:lnTo>
                  <a:pt x="2329" y="4289"/>
                </a:lnTo>
                <a:lnTo>
                  <a:pt x="2330" y="4289"/>
                </a:lnTo>
                <a:lnTo>
                  <a:pt x="2331" y="4289"/>
                </a:lnTo>
                <a:lnTo>
                  <a:pt x="2332" y="4289"/>
                </a:lnTo>
                <a:lnTo>
                  <a:pt x="2333" y="4289"/>
                </a:lnTo>
                <a:lnTo>
                  <a:pt x="2334" y="4289"/>
                </a:lnTo>
                <a:lnTo>
                  <a:pt x="2335" y="4289"/>
                </a:lnTo>
                <a:lnTo>
                  <a:pt x="2336" y="4289"/>
                </a:lnTo>
                <a:lnTo>
                  <a:pt x="2337" y="4289"/>
                </a:lnTo>
                <a:lnTo>
                  <a:pt x="2338" y="4289"/>
                </a:lnTo>
                <a:lnTo>
                  <a:pt x="2339" y="4289"/>
                </a:lnTo>
                <a:lnTo>
                  <a:pt x="2340" y="4289"/>
                </a:lnTo>
                <a:lnTo>
                  <a:pt x="2341" y="4289"/>
                </a:lnTo>
                <a:lnTo>
                  <a:pt x="2342" y="4289"/>
                </a:lnTo>
                <a:lnTo>
                  <a:pt x="2343" y="4289"/>
                </a:lnTo>
                <a:lnTo>
                  <a:pt x="2344" y="4289"/>
                </a:lnTo>
                <a:lnTo>
                  <a:pt x="2345" y="4289"/>
                </a:lnTo>
                <a:lnTo>
                  <a:pt x="2346" y="4289"/>
                </a:lnTo>
                <a:lnTo>
                  <a:pt x="2347" y="4289"/>
                </a:lnTo>
                <a:lnTo>
                  <a:pt x="2348" y="4289"/>
                </a:lnTo>
                <a:lnTo>
                  <a:pt x="2349" y="4289"/>
                </a:lnTo>
                <a:lnTo>
                  <a:pt x="2350" y="4289"/>
                </a:lnTo>
                <a:lnTo>
                  <a:pt x="2351" y="4289"/>
                </a:lnTo>
                <a:lnTo>
                  <a:pt x="2352" y="4289"/>
                </a:lnTo>
                <a:lnTo>
                  <a:pt x="2353" y="4289"/>
                </a:lnTo>
                <a:lnTo>
                  <a:pt x="2354" y="4289"/>
                </a:lnTo>
                <a:lnTo>
                  <a:pt x="2355" y="4289"/>
                </a:lnTo>
                <a:lnTo>
                  <a:pt x="2356" y="4289"/>
                </a:lnTo>
                <a:lnTo>
                  <a:pt x="2357" y="4289"/>
                </a:lnTo>
                <a:lnTo>
                  <a:pt x="2358" y="4289"/>
                </a:lnTo>
                <a:lnTo>
                  <a:pt x="2359" y="4289"/>
                </a:lnTo>
                <a:lnTo>
                  <a:pt x="2360" y="4289"/>
                </a:lnTo>
                <a:lnTo>
                  <a:pt x="2361" y="4289"/>
                </a:lnTo>
                <a:lnTo>
                  <a:pt x="2362" y="4289"/>
                </a:lnTo>
                <a:lnTo>
                  <a:pt x="2363" y="4289"/>
                </a:lnTo>
                <a:lnTo>
                  <a:pt x="2364" y="4289"/>
                </a:lnTo>
                <a:lnTo>
                  <a:pt x="2365" y="4289"/>
                </a:lnTo>
                <a:lnTo>
                  <a:pt x="2366" y="4289"/>
                </a:lnTo>
                <a:lnTo>
                  <a:pt x="2367" y="4289"/>
                </a:lnTo>
                <a:lnTo>
                  <a:pt x="2368" y="4289"/>
                </a:lnTo>
                <a:lnTo>
                  <a:pt x="2369" y="4289"/>
                </a:lnTo>
                <a:lnTo>
                  <a:pt x="2370" y="4289"/>
                </a:lnTo>
                <a:lnTo>
                  <a:pt x="2371" y="4289"/>
                </a:lnTo>
                <a:lnTo>
                  <a:pt x="2372" y="4289"/>
                </a:lnTo>
                <a:lnTo>
                  <a:pt x="2373" y="4289"/>
                </a:lnTo>
                <a:lnTo>
                  <a:pt x="2374" y="4289"/>
                </a:lnTo>
                <a:lnTo>
                  <a:pt x="2375" y="4289"/>
                </a:lnTo>
                <a:lnTo>
                  <a:pt x="2376" y="4289"/>
                </a:lnTo>
                <a:lnTo>
                  <a:pt x="2377" y="4289"/>
                </a:lnTo>
                <a:lnTo>
                  <a:pt x="2378" y="4289"/>
                </a:lnTo>
                <a:lnTo>
                  <a:pt x="2379" y="4289"/>
                </a:lnTo>
                <a:lnTo>
                  <a:pt x="2380" y="4289"/>
                </a:lnTo>
                <a:lnTo>
                  <a:pt x="2381" y="4289"/>
                </a:lnTo>
                <a:lnTo>
                  <a:pt x="2382" y="4289"/>
                </a:lnTo>
                <a:lnTo>
                  <a:pt x="2383" y="4289"/>
                </a:lnTo>
                <a:lnTo>
                  <a:pt x="2384" y="4289"/>
                </a:lnTo>
                <a:lnTo>
                  <a:pt x="2385" y="4289"/>
                </a:lnTo>
                <a:lnTo>
                  <a:pt x="2386" y="4289"/>
                </a:lnTo>
                <a:lnTo>
                  <a:pt x="2387" y="4289"/>
                </a:lnTo>
                <a:lnTo>
                  <a:pt x="2388" y="4289"/>
                </a:lnTo>
                <a:lnTo>
                  <a:pt x="2389" y="4289"/>
                </a:lnTo>
                <a:lnTo>
                  <a:pt x="2390" y="4289"/>
                </a:lnTo>
                <a:lnTo>
                  <a:pt x="2391" y="4289"/>
                </a:lnTo>
                <a:lnTo>
                  <a:pt x="2392" y="4289"/>
                </a:lnTo>
                <a:lnTo>
                  <a:pt x="2393" y="4289"/>
                </a:lnTo>
                <a:lnTo>
                  <a:pt x="2394" y="4289"/>
                </a:lnTo>
                <a:lnTo>
                  <a:pt x="2395" y="4289"/>
                </a:lnTo>
                <a:lnTo>
                  <a:pt x="2396" y="4289"/>
                </a:lnTo>
                <a:lnTo>
                  <a:pt x="2397" y="4289"/>
                </a:lnTo>
                <a:lnTo>
                  <a:pt x="2398" y="4289"/>
                </a:lnTo>
                <a:lnTo>
                  <a:pt x="2399" y="4289"/>
                </a:lnTo>
                <a:lnTo>
                  <a:pt x="2400" y="4289"/>
                </a:lnTo>
                <a:lnTo>
                  <a:pt x="2401" y="4289"/>
                </a:lnTo>
                <a:lnTo>
                  <a:pt x="2402" y="4289"/>
                </a:lnTo>
                <a:lnTo>
                  <a:pt x="2403" y="4289"/>
                </a:lnTo>
                <a:lnTo>
                  <a:pt x="2404" y="4289"/>
                </a:lnTo>
                <a:lnTo>
                  <a:pt x="2405" y="4289"/>
                </a:lnTo>
                <a:lnTo>
                  <a:pt x="2406" y="4289"/>
                </a:lnTo>
                <a:lnTo>
                  <a:pt x="2407" y="4289"/>
                </a:lnTo>
                <a:lnTo>
                  <a:pt x="2408" y="4289"/>
                </a:lnTo>
                <a:lnTo>
                  <a:pt x="2409" y="4289"/>
                </a:lnTo>
                <a:lnTo>
                  <a:pt x="2410" y="4289"/>
                </a:lnTo>
                <a:lnTo>
                  <a:pt x="2411" y="4289"/>
                </a:lnTo>
                <a:lnTo>
                  <a:pt x="2412" y="4289"/>
                </a:lnTo>
                <a:lnTo>
                  <a:pt x="2413" y="4289"/>
                </a:lnTo>
                <a:lnTo>
                  <a:pt x="2414" y="4289"/>
                </a:lnTo>
                <a:lnTo>
                  <a:pt x="2415" y="4289"/>
                </a:lnTo>
                <a:lnTo>
                  <a:pt x="2416" y="4289"/>
                </a:lnTo>
                <a:lnTo>
                  <a:pt x="2417" y="4289"/>
                </a:lnTo>
                <a:lnTo>
                  <a:pt x="2418" y="4289"/>
                </a:lnTo>
                <a:lnTo>
                  <a:pt x="2419" y="4289"/>
                </a:lnTo>
                <a:lnTo>
                  <a:pt x="2420" y="4289"/>
                </a:lnTo>
                <a:lnTo>
                  <a:pt x="2421" y="4289"/>
                </a:lnTo>
                <a:lnTo>
                  <a:pt x="2422" y="4289"/>
                </a:lnTo>
                <a:lnTo>
                  <a:pt x="2423" y="4289"/>
                </a:lnTo>
                <a:lnTo>
                  <a:pt x="2424" y="4289"/>
                </a:lnTo>
                <a:lnTo>
                  <a:pt x="2425" y="4289"/>
                </a:lnTo>
                <a:lnTo>
                  <a:pt x="2426" y="4289"/>
                </a:lnTo>
                <a:lnTo>
                  <a:pt x="2427" y="4289"/>
                </a:lnTo>
                <a:lnTo>
                  <a:pt x="2428" y="4289"/>
                </a:lnTo>
                <a:lnTo>
                  <a:pt x="2429" y="4289"/>
                </a:lnTo>
                <a:lnTo>
                  <a:pt x="2430" y="4289"/>
                </a:lnTo>
                <a:lnTo>
                  <a:pt x="2431" y="4289"/>
                </a:lnTo>
                <a:lnTo>
                  <a:pt x="2432" y="4289"/>
                </a:lnTo>
                <a:lnTo>
                  <a:pt x="2433" y="4289"/>
                </a:lnTo>
                <a:lnTo>
                  <a:pt x="2434" y="4289"/>
                </a:lnTo>
                <a:lnTo>
                  <a:pt x="2435" y="4289"/>
                </a:lnTo>
                <a:lnTo>
                  <a:pt x="2436" y="4289"/>
                </a:lnTo>
                <a:lnTo>
                  <a:pt x="2437" y="4289"/>
                </a:lnTo>
                <a:lnTo>
                  <a:pt x="2438" y="4289"/>
                </a:lnTo>
                <a:lnTo>
                  <a:pt x="2439" y="4289"/>
                </a:lnTo>
                <a:lnTo>
                  <a:pt x="2440" y="4289"/>
                </a:lnTo>
                <a:lnTo>
                  <a:pt x="2441" y="4289"/>
                </a:lnTo>
                <a:lnTo>
                  <a:pt x="2442" y="4289"/>
                </a:lnTo>
                <a:lnTo>
                  <a:pt x="2443" y="4289"/>
                </a:lnTo>
                <a:lnTo>
                  <a:pt x="2444" y="4289"/>
                </a:lnTo>
                <a:lnTo>
                  <a:pt x="2445" y="4289"/>
                </a:lnTo>
                <a:lnTo>
                  <a:pt x="2446" y="4289"/>
                </a:lnTo>
                <a:lnTo>
                  <a:pt x="2447" y="4289"/>
                </a:lnTo>
                <a:lnTo>
                  <a:pt x="2448" y="4289"/>
                </a:lnTo>
                <a:lnTo>
                  <a:pt x="2449" y="4289"/>
                </a:lnTo>
                <a:lnTo>
                  <a:pt x="2450" y="4289"/>
                </a:lnTo>
                <a:lnTo>
                  <a:pt x="2451" y="4289"/>
                </a:lnTo>
                <a:lnTo>
                  <a:pt x="2452" y="4289"/>
                </a:lnTo>
                <a:lnTo>
                  <a:pt x="2453" y="4289"/>
                </a:lnTo>
                <a:lnTo>
                  <a:pt x="2454" y="4289"/>
                </a:lnTo>
                <a:lnTo>
                  <a:pt x="2455" y="4289"/>
                </a:lnTo>
                <a:lnTo>
                  <a:pt x="2456" y="4289"/>
                </a:lnTo>
                <a:lnTo>
                  <a:pt x="2457" y="4289"/>
                </a:lnTo>
                <a:lnTo>
                  <a:pt x="2458" y="4289"/>
                </a:lnTo>
                <a:lnTo>
                  <a:pt x="2459" y="4289"/>
                </a:lnTo>
                <a:lnTo>
                  <a:pt x="2460" y="4289"/>
                </a:lnTo>
                <a:lnTo>
                  <a:pt x="2461" y="4289"/>
                </a:lnTo>
                <a:lnTo>
                  <a:pt x="2462" y="4289"/>
                </a:lnTo>
                <a:lnTo>
                  <a:pt x="2463" y="4289"/>
                </a:lnTo>
                <a:lnTo>
                  <a:pt x="2464" y="4289"/>
                </a:lnTo>
                <a:lnTo>
                  <a:pt x="2465" y="4289"/>
                </a:lnTo>
                <a:lnTo>
                  <a:pt x="2466" y="4289"/>
                </a:lnTo>
                <a:lnTo>
                  <a:pt x="2467" y="4289"/>
                </a:lnTo>
                <a:lnTo>
                  <a:pt x="2468" y="4289"/>
                </a:lnTo>
                <a:lnTo>
                  <a:pt x="2469" y="4289"/>
                </a:lnTo>
                <a:lnTo>
                  <a:pt x="2470" y="4289"/>
                </a:lnTo>
                <a:lnTo>
                  <a:pt x="2471" y="4289"/>
                </a:lnTo>
                <a:lnTo>
                  <a:pt x="2472" y="4289"/>
                </a:lnTo>
                <a:lnTo>
                  <a:pt x="2473" y="4289"/>
                </a:lnTo>
                <a:lnTo>
                  <a:pt x="2474" y="4289"/>
                </a:lnTo>
                <a:lnTo>
                  <a:pt x="2475" y="4289"/>
                </a:lnTo>
                <a:lnTo>
                  <a:pt x="2476" y="4289"/>
                </a:lnTo>
                <a:lnTo>
                  <a:pt x="2477" y="4289"/>
                </a:lnTo>
                <a:lnTo>
                  <a:pt x="2478" y="4289"/>
                </a:lnTo>
                <a:lnTo>
                  <a:pt x="2479" y="4289"/>
                </a:lnTo>
                <a:lnTo>
                  <a:pt x="2480" y="4289"/>
                </a:lnTo>
                <a:lnTo>
                  <a:pt x="2481" y="4289"/>
                </a:lnTo>
                <a:lnTo>
                  <a:pt x="2482" y="4289"/>
                </a:lnTo>
                <a:lnTo>
                  <a:pt x="2483" y="4289"/>
                </a:lnTo>
                <a:lnTo>
                  <a:pt x="2484" y="4289"/>
                </a:lnTo>
                <a:lnTo>
                  <a:pt x="2485" y="4289"/>
                </a:lnTo>
                <a:lnTo>
                  <a:pt x="2486" y="4289"/>
                </a:lnTo>
                <a:lnTo>
                  <a:pt x="2487" y="4289"/>
                </a:lnTo>
                <a:lnTo>
                  <a:pt x="2488" y="4289"/>
                </a:lnTo>
                <a:lnTo>
                  <a:pt x="2489" y="4289"/>
                </a:lnTo>
                <a:lnTo>
                  <a:pt x="2490" y="4289"/>
                </a:lnTo>
                <a:lnTo>
                  <a:pt x="2491" y="4289"/>
                </a:lnTo>
                <a:lnTo>
                  <a:pt x="2492" y="4289"/>
                </a:lnTo>
                <a:lnTo>
                  <a:pt x="2493" y="4289"/>
                </a:lnTo>
                <a:lnTo>
                  <a:pt x="2494" y="4289"/>
                </a:lnTo>
                <a:lnTo>
                  <a:pt x="2495" y="4289"/>
                </a:lnTo>
                <a:lnTo>
                  <a:pt x="2496" y="4289"/>
                </a:lnTo>
                <a:lnTo>
                  <a:pt x="2497" y="4289"/>
                </a:lnTo>
                <a:lnTo>
                  <a:pt x="2498" y="4289"/>
                </a:lnTo>
                <a:lnTo>
                  <a:pt x="2499" y="4289"/>
                </a:lnTo>
                <a:lnTo>
                  <a:pt x="2500" y="4289"/>
                </a:lnTo>
                <a:lnTo>
                  <a:pt x="2501" y="4289"/>
                </a:lnTo>
                <a:lnTo>
                  <a:pt x="2502" y="4289"/>
                </a:lnTo>
                <a:lnTo>
                  <a:pt x="2503" y="4289"/>
                </a:lnTo>
                <a:lnTo>
                  <a:pt x="2504" y="4289"/>
                </a:lnTo>
                <a:lnTo>
                  <a:pt x="2505" y="4289"/>
                </a:lnTo>
                <a:lnTo>
                  <a:pt x="2506" y="4289"/>
                </a:lnTo>
                <a:lnTo>
                  <a:pt x="2507" y="4289"/>
                </a:lnTo>
                <a:lnTo>
                  <a:pt x="2508" y="4289"/>
                </a:lnTo>
                <a:lnTo>
                  <a:pt x="2509" y="4289"/>
                </a:lnTo>
                <a:lnTo>
                  <a:pt x="2510" y="4289"/>
                </a:lnTo>
                <a:lnTo>
                  <a:pt x="2511" y="4289"/>
                </a:lnTo>
                <a:lnTo>
                  <a:pt x="2512" y="4289"/>
                </a:lnTo>
                <a:lnTo>
                  <a:pt x="2513" y="4289"/>
                </a:lnTo>
                <a:lnTo>
                  <a:pt x="2514" y="4289"/>
                </a:lnTo>
                <a:lnTo>
                  <a:pt x="2515" y="4289"/>
                </a:lnTo>
                <a:lnTo>
                  <a:pt x="2516" y="4289"/>
                </a:lnTo>
                <a:lnTo>
                  <a:pt x="2517" y="4289"/>
                </a:lnTo>
                <a:lnTo>
                  <a:pt x="2518" y="4289"/>
                </a:lnTo>
                <a:lnTo>
                  <a:pt x="2519" y="4289"/>
                </a:lnTo>
                <a:lnTo>
                  <a:pt x="2520" y="4289"/>
                </a:lnTo>
                <a:lnTo>
                  <a:pt x="2521" y="4289"/>
                </a:lnTo>
                <a:lnTo>
                  <a:pt x="2522" y="4289"/>
                </a:lnTo>
                <a:lnTo>
                  <a:pt x="2523" y="4289"/>
                </a:lnTo>
                <a:lnTo>
                  <a:pt x="2524" y="4289"/>
                </a:lnTo>
                <a:lnTo>
                  <a:pt x="2525" y="4289"/>
                </a:lnTo>
                <a:lnTo>
                  <a:pt x="2526" y="4289"/>
                </a:lnTo>
                <a:lnTo>
                  <a:pt x="2527" y="4289"/>
                </a:lnTo>
                <a:lnTo>
                  <a:pt x="2528" y="4289"/>
                </a:lnTo>
                <a:lnTo>
                  <a:pt x="2529" y="4289"/>
                </a:lnTo>
                <a:lnTo>
                  <a:pt x="2530" y="4289"/>
                </a:lnTo>
                <a:lnTo>
                  <a:pt x="2531" y="4289"/>
                </a:lnTo>
                <a:lnTo>
                  <a:pt x="2532" y="4289"/>
                </a:lnTo>
                <a:lnTo>
                  <a:pt x="2533" y="4289"/>
                </a:lnTo>
                <a:lnTo>
                  <a:pt x="2534" y="4289"/>
                </a:lnTo>
                <a:lnTo>
                  <a:pt x="2535" y="4289"/>
                </a:lnTo>
                <a:lnTo>
                  <a:pt x="2536" y="4289"/>
                </a:lnTo>
                <a:lnTo>
                  <a:pt x="2537" y="4289"/>
                </a:lnTo>
                <a:lnTo>
                  <a:pt x="2538" y="4289"/>
                </a:lnTo>
                <a:lnTo>
                  <a:pt x="2539" y="4289"/>
                </a:lnTo>
                <a:lnTo>
                  <a:pt x="2540" y="4289"/>
                </a:lnTo>
                <a:lnTo>
                  <a:pt x="2541" y="4289"/>
                </a:lnTo>
                <a:lnTo>
                  <a:pt x="2542" y="4289"/>
                </a:lnTo>
                <a:lnTo>
                  <a:pt x="2543" y="4289"/>
                </a:lnTo>
                <a:lnTo>
                  <a:pt x="2544" y="4289"/>
                </a:lnTo>
                <a:lnTo>
                  <a:pt x="2545" y="4289"/>
                </a:lnTo>
                <a:lnTo>
                  <a:pt x="2546" y="4289"/>
                </a:lnTo>
                <a:lnTo>
                  <a:pt x="2547" y="4289"/>
                </a:lnTo>
                <a:lnTo>
                  <a:pt x="2548" y="4289"/>
                </a:lnTo>
                <a:lnTo>
                  <a:pt x="2549" y="4289"/>
                </a:lnTo>
                <a:lnTo>
                  <a:pt x="2550" y="4289"/>
                </a:lnTo>
                <a:lnTo>
                  <a:pt x="2551" y="4289"/>
                </a:lnTo>
                <a:lnTo>
                  <a:pt x="2552" y="4289"/>
                </a:lnTo>
                <a:lnTo>
                  <a:pt x="2553" y="4289"/>
                </a:lnTo>
                <a:lnTo>
                  <a:pt x="2554" y="4289"/>
                </a:lnTo>
                <a:lnTo>
                  <a:pt x="2555" y="4289"/>
                </a:lnTo>
                <a:lnTo>
                  <a:pt x="2556" y="4289"/>
                </a:lnTo>
                <a:lnTo>
                  <a:pt x="2557" y="4289"/>
                </a:lnTo>
                <a:lnTo>
                  <a:pt x="2558" y="4289"/>
                </a:lnTo>
                <a:lnTo>
                  <a:pt x="2559" y="4289"/>
                </a:lnTo>
                <a:lnTo>
                  <a:pt x="2560" y="4289"/>
                </a:lnTo>
                <a:lnTo>
                  <a:pt x="2561" y="4289"/>
                </a:lnTo>
                <a:lnTo>
                  <a:pt x="2562" y="4289"/>
                </a:lnTo>
                <a:lnTo>
                  <a:pt x="2563" y="4289"/>
                </a:lnTo>
                <a:lnTo>
                  <a:pt x="2564" y="4289"/>
                </a:lnTo>
                <a:lnTo>
                  <a:pt x="2565" y="4289"/>
                </a:lnTo>
                <a:lnTo>
                  <a:pt x="2566" y="4289"/>
                </a:lnTo>
                <a:lnTo>
                  <a:pt x="2567" y="4289"/>
                </a:lnTo>
                <a:lnTo>
                  <a:pt x="2568" y="4289"/>
                </a:lnTo>
                <a:lnTo>
                  <a:pt x="2569" y="4289"/>
                </a:lnTo>
                <a:lnTo>
                  <a:pt x="2570" y="4289"/>
                </a:lnTo>
                <a:lnTo>
                  <a:pt x="2571" y="4289"/>
                </a:lnTo>
                <a:lnTo>
                  <a:pt x="2572" y="4289"/>
                </a:lnTo>
                <a:lnTo>
                  <a:pt x="2573" y="4289"/>
                </a:lnTo>
                <a:lnTo>
                  <a:pt x="2574" y="4289"/>
                </a:lnTo>
                <a:lnTo>
                  <a:pt x="2575" y="4289"/>
                </a:lnTo>
                <a:lnTo>
                  <a:pt x="2576" y="4289"/>
                </a:lnTo>
                <a:lnTo>
                  <a:pt x="2577" y="4289"/>
                </a:lnTo>
                <a:lnTo>
                  <a:pt x="2578" y="4289"/>
                </a:lnTo>
                <a:lnTo>
                  <a:pt x="2579" y="4289"/>
                </a:lnTo>
                <a:lnTo>
                  <a:pt x="2580" y="4289"/>
                </a:lnTo>
                <a:lnTo>
                  <a:pt x="2581" y="4289"/>
                </a:lnTo>
                <a:lnTo>
                  <a:pt x="2582" y="4289"/>
                </a:lnTo>
                <a:lnTo>
                  <a:pt x="2583" y="4289"/>
                </a:lnTo>
                <a:lnTo>
                  <a:pt x="2584" y="4289"/>
                </a:lnTo>
                <a:lnTo>
                  <a:pt x="2585" y="4289"/>
                </a:lnTo>
                <a:lnTo>
                  <a:pt x="2586" y="4289"/>
                </a:lnTo>
                <a:lnTo>
                  <a:pt x="2587" y="4289"/>
                </a:lnTo>
                <a:lnTo>
                  <a:pt x="2588" y="4289"/>
                </a:lnTo>
                <a:lnTo>
                  <a:pt x="2589" y="4289"/>
                </a:lnTo>
                <a:lnTo>
                  <a:pt x="2590" y="4289"/>
                </a:lnTo>
                <a:lnTo>
                  <a:pt x="2591" y="4289"/>
                </a:lnTo>
                <a:lnTo>
                  <a:pt x="2592" y="4289"/>
                </a:lnTo>
                <a:lnTo>
                  <a:pt x="2593" y="4289"/>
                </a:lnTo>
                <a:lnTo>
                  <a:pt x="2594" y="4289"/>
                </a:lnTo>
                <a:lnTo>
                  <a:pt x="2595" y="4289"/>
                </a:lnTo>
                <a:lnTo>
                  <a:pt x="2596" y="4289"/>
                </a:lnTo>
                <a:lnTo>
                  <a:pt x="2597" y="4289"/>
                </a:lnTo>
                <a:lnTo>
                  <a:pt x="2598" y="4289"/>
                </a:lnTo>
                <a:lnTo>
                  <a:pt x="2599" y="4289"/>
                </a:lnTo>
                <a:lnTo>
                  <a:pt x="2600" y="4289"/>
                </a:lnTo>
                <a:lnTo>
                  <a:pt x="2601" y="4289"/>
                </a:lnTo>
                <a:lnTo>
                  <a:pt x="2602" y="4289"/>
                </a:lnTo>
                <a:lnTo>
                  <a:pt x="2603" y="4289"/>
                </a:lnTo>
                <a:lnTo>
                  <a:pt x="2604" y="4289"/>
                </a:lnTo>
                <a:lnTo>
                  <a:pt x="2605" y="4289"/>
                </a:lnTo>
                <a:lnTo>
                  <a:pt x="2606" y="4289"/>
                </a:lnTo>
                <a:lnTo>
                  <a:pt x="2607" y="4289"/>
                </a:lnTo>
                <a:lnTo>
                  <a:pt x="2608" y="4289"/>
                </a:lnTo>
                <a:lnTo>
                  <a:pt x="2609" y="4289"/>
                </a:lnTo>
                <a:lnTo>
                  <a:pt x="2610" y="4289"/>
                </a:lnTo>
                <a:lnTo>
                  <a:pt x="2611" y="4289"/>
                </a:lnTo>
                <a:lnTo>
                  <a:pt x="2612" y="4289"/>
                </a:lnTo>
                <a:lnTo>
                  <a:pt x="2613" y="4289"/>
                </a:lnTo>
                <a:lnTo>
                  <a:pt x="2614" y="4289"/>
                </a:lnTo>
                <a:lnTo>
                  <a:pt x="2615" y="4289"/>
                </a:lnTo>
                <a:lnTo>
                  <a:pt x="2616" y="4289"/>
                </a:lnTo>
                <a:lnTo>
                  <a:pt x="2617" y="4289"/>
                </a:lnTo>
                <a:lnTo>
                  <a:pt x="2618" y="4289"/>
                </a:lnTo>
                <a:lnTo>
                  <a:pt x="2619" y="4289"/>
                </a:lnTo>
                <a:lnTo>
                  <a:pt x="2620" y="4289"/>
                </a:lnTo>
                <a:lnTo>
                  <a:pt x="2621" y="4289"/>
                </a:lnTo>
                <a:lnTo>
                  <a:pt x="2622" y="4289"/>
                </a:lnTo>
                <a:lnTo>
                  <a:pt x="2623" y="4289"/>
                </a:lnTo>
                <a:lnTo>
                  <a:pt x="2624" y="4289"/>
                </a:lnTo>
                <a:lnTo>
                  <a:pt x="2625" y="4289"/>
                </a:lnTo>
                <a:lnTo>
                  <a:pt x="2626" y="4289"/>
                </a:lnTo>
                <a:lnTo>
                  <a:pt x="2627" y="4289"/>
                </a:lnTo>
                <a:lnTo>
                  <a:pt x="2628" y="4289"/>
                </a:lnTo>
                <a:lnTo>
                  <a:pt x="2629" y="4289"/>
                </a:lnTo>
                <a:lnTo>
                  <a:pt x="2630" y="4289"/>
                </a:lnTo>
                <a:lnTo>
                  <a:pt x="2631" y="4289"/>
                </a:lnTo>
                <a:lnTo>
                  <a:pt x="2632" y="4289"/>
                </a:lnTo>
                <a:lnTo>
                  <a:pt x="2633" y="4289"/>
                </a:lnTo>
                <a:lnTo>
                  <a:pt x="2634" y="4289"/>
                </a:lnTo>
                <a:lnTo>
                  <a:pt x="2635" y="4289"/>
                </a:lnTo>
                <a:lnTo>
                  <a:pt x="2636" y="4289"/>
                </a:lnTo>
                <a:lnTo>
                  <a:pt x="2637" y="4289"/>
                </a:lnTo>
                <a:lnTo>
                  <a:pt x="2638" y="4289"/>
                </a:lnTo>
                <a:lnTo>
                  <a:pt x="2639" y="4289"/>
                </a:lnTo>
                <a:lnTo>
                  <a:pt x="2640" y="4289"/>
                </a:lnTo>
                <a:lnTo>
                  <a:pt x="2641" y="4289"/>
                </a:lnTo>
                <a:lnTo>
                  <a:pt x="2642" y="4289"/>
                </a:lnTo>
                <a:lnTo>
                  <a:pt x="2643" y="4289"/>
                </a:lnTo>
                <a:lnTo>
                  <a:pt x="2644" y="4289"/>
                </a:lnTo>
                <a:lnTo>
                  <a:pt x="2645" y="4289"/>
                </a:lnTo>
                <a:lnTo>
                  <a:pt x="2646" y="4289"/>
                </a:lnTo>
                <a:lnTo>
                  <a:pt x="2647" y="4289"/>
                </a:lnTo>
                <a:lnTo>
                  <a:pt x="2648" y="4289"/>
                </a:lnTo>
                <a:lnTo>
                  <a:pt x="2649" y="4289"/>
                </a:lnTo>
                <a:lnTo>
                  <a:pt x="2650" y="4289"/>
                </a:lnTo>
                <a:lnTo>
                  <a:pt x="2651" y="4289"/>
                </a:lnTo>
                <a:lnTo>
                  <a:pt x="2652" y="4289"/>
                </a:lnTo>
                <a:lnTo>
                  <a:pt x="2653" y="4289"/>
                </a:lnTo>
                <a:lnTo>
                  <a:pt x="2654" y="4289"/>
                </a:lnTo>
                <a:lnTo>
                  <a:pt x="2655" y="4289"/>
                </a:lnTo>
                <a:lnTo>
                  <a:pt x="2656" y="4289"/>
                </a:lnTo>
                <a:lnTo>
                  <a:pt x="2657" y="4289"/>
                </a:lnTo>
                <a:lnTo>
                  <a:pt x="2658" y="4289"/>
                </a:lnTo>
                <a:lnTo>
                  <a:pt x="2659" y="4289"/>
                </a:lnTo>
                <a:lnTo>
                  <a:pt x="2660" y="4289"/>
                </a:lnTo>
                <a:lnTo>
                  <a:pt x="2661" y="4289"/>
                </a:lnTo>
                <a:lnTo>
                  <a:pt x="2662" y="4289"/>
                </a:lnTo>
                <a:lnTo>
                  <a:pt x="2663" y="4289"/>
                </a:lnTo>
                <a:lnTo>
                  <a:pt x="2664" y="4289"/>
                </a:lnTo>
                <a:lnTo>
                  <a:pt x="2665" y="4289"/>
                </a:lnTo>
                <a:lnTo>
                  <a:pt x="2666" y="4289"/>
                </a:lnTo>
                <a:lnTo>
                  <a:pt x="2667" y="4289"/>
                </a:lnTo>
                <a:lnTo>
                  <a:pt x="2668" y="4289"/>
                </a:lnTo>
                <a:lnTo>
                  <a:pt x="2669" y="4289"/>
                </a:lnTo>
                <a:lnTo>
                  <a:pt x="2670" y="4289"/>
                </a:lnTo>
                <a:lnTo>
                  <a:pt x="2671" y="4289"/>
                </a:lnTo>
                <a:lnTo>
                  <a:pt x="2672" y="4289"/>
                </a:lnTo>
                <a:lnTo>
                  <a:pt x="2673" y="4289"/>
                </a:lnTo>
                <a:lnTo>
                  <a:pt x="2674" y="4289"/>
                </a:lnTo>
                <a:lnTo>
                  <a:pt x="2675" y="4289"/>
                </a:lnTo>
                <a:lnTo>
                  <a:pt x="2676" y="4289"/>
                </a:lnTo>
                <a:lnTo>
                  <a:pt x="2677" y="4289"/>
                </a:lnTo>
                <a:lnTo>
                  <a:pt x="2678" y="4289"/>
                </a:lnTo>
                <a:lnTo>
                  <a:pt x="2679" y="4289"/>
                </a:lnTo>
                <a:lnTo>
                  <a:pt x="2680" y="4289"/>
                </a:lnTo>
                <a:lnTo>
                  <a:pt x="2681" y="4289"/>
                </a:lnTo>
                <a:lnTo>
                  <a:pt x="2682" y="4289"/>
                </a:lnTo>
                <a:lnTo>
                  <a:pt x="2683" y="4289"/>
                </a:lnTo>
                <a:lnTo>
                  <a:pt x="2684" y="4289"/>
                </a:lnTo>
                <a:lnTo>
                  <a:pt x="2685" y="4289"/>
                </a:lnTo>
                <a:lnTo>
                  <a:pt x="2686" y="4289"/>
                </a:lnTo>
                <a:lnTo>
                  <a:pt x="2687" y="4289"/>
                </a:lnTo>
                <a:lnTo>
                  <a:pt x="2688" y="4289"/>
                </a:lnTo>
                <a:lnTo>
                  <a:pt x="2689" y="4289"/>
                </a:lnTo>
                <a:lnTo>
                  <a:pt x="2690" y="4289"/>
                </a:lnTo>
                <a:lnTo>
                  <a:pt x="2691" y="4289"/>
                </a:lnTo>
                <a:lnTo>
                  <a:pt x="2692" y="4289"/>
                </a:lnTo>
                <a:lnTo>
                  <a:pt x="2693" y="4289"/>
                </a:lnTo>
                <a:lnTo>
                  <a:pt x="2694" y="4289"/>
                </a:lnTo>
                <a:lnTo>
                  <a:pt x="2695" y="4289"/>
                </a:lnTo>
                <a:lnTo>
                  <a:pt x="2696" y="4289"/>
                </a:lnTo>
                <a:lnTo>
                  <a:pt x="2697" y="4289"/>
                </a:lnTo>
                <a:lnTo>
                  <a:pt x="2698" y="4289"/>
                </a:lnTo>
                <a:lnTo>
                  <a:pt x="2699" y="4289"/>
                </a:lnTo>
                <a:lnTo>
                  <a:pt x="2700" y="4289"/>
                </a:lnTo>
                <a:lnTo>
                  <a:pt x="2701" y="4289"/>
                </a:lnTo>
                <a:lnTo>
                  <a:pt x="2702" y="4289"/>
                </a:lnTo>
                <a:lnTo>
                  <a:pt x="2703" y="4289"/>
                </a:lnTo>
                <a:lnTo>
                  <a:pt x="2704" y="4289"/>
                </a:lnTo>
                <a:lnTo>
                  <a:pt x="2705" y="4289"/>
                </a:lnTo>
                <a:lnTo>
                  <a:pt x="2706" y="4289"/>
                </a:lnTo>
                <a:lnTo>
                  <a:pt x="2707" y="4289"/>
                </a:lnTo>
                <a:lnTo>
                  <a:pt x="2708" y="4289"/>
                </a:lnTo>
                <a:lnTo>
                  <a:pt x="2709" y="4289"/>
                </a:lnTo>
                <a:lnTo>
                  <a:pt x="2710" y="4289"/>
                </a:lnTo>
                <a:lnTo>
                  <a:pt x="2711" y="4289"/>
                </a:lnTo>
                <a:lnTo>
                  <a:pt x="2712" y="4289"/>
                </a:lnTo>
                <a:lnTo>
                  <a:pt x="2713" y="4289"/>
                </a:lnTo>
                <a:lnTo>
                  <a:pt x="2714" y="4289"/>
                </a:lnTo>
                <a:lnTo>
                  <a:pt x="2715" y="4289"/>
                </a:lnTo>
                <a:lnTo>
                  <a:pt x="2716" y="4289"/>
                </a:lnTo>
                <a:lnTo>
                  <a:pt x="2717" y="4289"/>
                </a:lnTo>
                <a:lnTo>
                  <a:pt x="2718" y="4289"/>
                </a:lnTo>
                <a:lnTo>
                  <a:pt x="2719" y="4289"/>
                </a:lnTo>
                <a:lnTo>
                  <a:pt x="2720" y="4289"/>
                </a:lnTo>
                <a:lnTo>
                  <a:pt x="2721" y="4289"/>
                </a:lnTo>
                <a:lnTo>
                  <a:pt x="2722" y="4289"/>
                </a:lnTo>
                <a:lnTo>
                  <a:pt x="2723" y="4289"/>
                </a:lnTo>
                <a:lnTo>
                  <a:pt x="2724" y="4289"/>
                </a:lnTo>
                <a:lnTo>
                  <a:pt x="2725" y="4289"/>
                </a:lnTo>
                <a:lnTo>
                  <a:pt x="2726" y="4289"/>
                </a:lnTo>
                <a:lnTo>
                  <a:pt x="2727" y="4289"/>
                </a:lnTo>
                <a:lnTo>
                  <a:pt x="2728" y="4289"/>
                </a:lnTo>
                <a:lnTo>
                  <a:pt x="2729" y="4289"/>
                </a:lnTo>
                <a:lnTo>
                  <a:pt x="2730" y="4289"/>
                </a:lnTo>
                <a:lnTo>
                  <a:pt x="2731" y="4289"/>
                </a:lnTo>
                <a:lnTo>
                  <a:pt x="2732" y="4289"/>
                </a:lnTo>
                <a:lnTo>
                  <a:pt x="2733" y="4289"/>
                </a:lnTo>
                <a:lnTo>
                  <a:pt x="2734" y="4289"/>
                </a:lnTo>
                <a:lnTo>
                  <a:pt x="2735" y="4289"/>
                </a:lnTo>
                <a:lnTo>
                  <a:pt x="2736" y="4289"/>
                </a:lnTo>
                <a:lnTo>
                  <a:pt x="2737" y="4289"/>
                </a:lnTo>
                <a:lnTo>
                  <a:pt x="2738" y="4289"/>
                </a:lnTo>
                <a:lnTo>
                  <a:pt x="2739" y="4289"/>
                </a:lnTo>
                <a:lnTo>
                  <a:pt x="2740" y="4289"/>
                </a:lnTo>
                <a:lnTo>
                  <a:pt x="2741" y="4289"/>
                </a:lnTo>
                <a:lnTo>
                  <a:pt x="2742" y="4289"/>
                </a:lnTo>
                <a:lnTo>
                  <a:pt x="2743" y="4289"/>
                </a:lnTo>
                <a:lnTo>
                  <a:pt x="2744" y="4289"/>
                </a:lnTo>
                <a:lnTo>
                  <a:pt x="2745" y="4289"/>
                </a:lnTo>
                <a:lnTo>
                  <a:pt x="2746" y="4289"/>
                </a:lnTo>
                <a:lnTo>
                  <a:pt x="2747" y="4289"/>
                </a:lnTo>
                <a:lnTo>
                  <a:pt x="2748" y="4289"/>
                </a:lnTo>
                <a:lnTo>
                  <a:pt x="2749" y="4289"/>
                </a:lnTo>
                <a:lnTo>
                  <a:pt x="2750" y="4289"/>
                </a:lnTo>
                <a:lnTo>
                  <a:pt x="2751" y="4289"/>
                </a:lnTo>
                <a:lnTo>
                  <a:pt x="2752" y="4289"/>
                </a:lnTo>
                <a:lnTo>
                  <a:pt x="2753" y="4289"/>
                </a:lnTo>
                <a:lnTo>
                  <a:pt x="2754" y="4289"/>
                </a:lnTo>
                <a:lnTo>
                  <a:pt x="2755" y="4289"/>
                </a:lnTo>
                <a:lnTo>
                  <a:pt x="2756" y="4289"/>
                </a:lnTo>
                <a:lnTo>
                  <a:pt x="2757" y="4289"/>
                </a:lnTo>
                <a:lnTo>
                  <a:pt x="2758" y="4289"/>
                </a:lnTo>
                <a:lnTo>
                  <a:pt x="2759" y="4289"/>
                </a:lnTo>
                <a:lnTo>
                  <a:pt x="2760" y="4289"/>
                </a:lnTo>
                <a:lnTo>
                  <a:pt x="2761" y="4289"/>
                </a:lnTo>
                <a:lnTo>
                  <a:pt x="2762" y="4289"/>
                </a:lnTo>
                <a:lnTo>
                  <a:pt x="2763" y="4289"/>
                </a:lnTo>
                <a:lnTo>
                  <a:pt x="2764" y="4289"/>
                </a:lnTo>
                <a:lnTo>
                  <a:pt x="2765" y="4289"/>
                </a:lnTo>
                <a:lnTo>
                  <a:pt x="2766" y="4289"/>
                </a:lnTo>
                <a:lnTo>
                  <a:pt x="2767" y="4289"/>
                </a:lnTo>
                <a:lnTo>
                  <a:pt x="2768" y="4289"/>
                </a:lnTo>
                <a:lnTo>
                  <a:pt x="2769" y="4289"/>
                </a:lnTo>
                <a:lnTo>
                  <a:pt x="2770" y="4289"/>
                </a:lnTo>
                <a:lnTo>
                  <a:pt x="2771" y="4289"/>
                </a:lnTo>
                <a:lnTo>
                  <a:pt x="2772" y="4289"/>
                </a:lnTo>
                <a:lnTo>
                  <a:pt x="2773" y="4289"/>
                </a:lnTo>
                <a:lnTo>
                  <a:pt x="2774" y="4289"/>
                </a:lnTo>
                <a:lnTo>
                  <a:pt x="2775" y="4289"/>
                </a:lnTo>
                <a:lnTo>
                  <a:pt x="2776" y="4289"/>
                </a:lnTo>
                <a:lnTo>
                  <a:pt x="2777" y="4289"/>
                </a:lnTo>
                <a:lnTo>
                  <a:pt x="2778" y="4289"/>
                </a:lnTo>
                <a:lnTo>
                  <a:pt x="2779" y="4289"/>
                </a:lnTo>
                <a:lnTo>
                  <a:pt x="2780" y="4289"/>
                </a:lnTo>
                <a:lnTo>
                  <a:pt x="2781" y="4289"/>
                </a:lnTo>
                <a:lnTo>
                  <a:pt x="2782" y="4289"/>
                </a:lnTo>
                <a:lnTo>
                  <a:pt x="2783" y="4289"/>
                </a:lnTo>
                <a:lnTo>
                  <a:pt x="2784" y="4289"/>
                </a:lnTo>
                <a:lnTo>
                  <a:pt x="2785" y="4289"/>
                </a:lnTo>
                <a:lnTo>
                  <a:pt x="2786" y="4289"/>
                </a:lnTo>
                <a:lnTo>
                  <a:pt x="2787" y="4289"/>
                </a:lnTo>
                <a:lnTo>
                  <a:pt x="2788" y="4289"/>
                </a:lnTo>
                <a:lnTo>
                  <a:pt x="2789" y="4289"/>
                </a:lnTo>
                <a:lnTo>
                  <a:pt x="2790" y="4289"/>
                </a:lnTo>
                <a:lnTo>
                  <a:pt x="2791" y="4289"/>
                </a:lnTo>
                <a:lnTo>
                  <a:pt x="2792" y="4289"/>
                </a:lnTo>
                <a:lnTo>
                  <a:pt x="2793" y="4289"/>
                </a:lnTo>
                <a:lnTo>
                  <a:pt x="2794" y="4289"/>
                </a:lnTo>
                <a:lnTo>
                  <a:pt x="2795" y="4289"/>
                </a:lnTo>
                <a:lnTo>
                  <a:pt x="2796" y="4289"/>
                </a:lnTo>
                <a:lnTo>
                  <a:pt x="2797" y="4289"/>
                </a:lnTo>
                <a:lnTo>
                  <a:pt x="2798" y="4289"/>
                </a:lnTo>
                <a:lnTo>
                  <a:pt x="2799" y="4289"/>
                </a:lnTo>
                <a:lnTo>
                  <a:pt x="2800" y="4289"/>
                </a:lnTo>
                <a:lnTo>
                  <a:pt x="2801" y="4289"/>
                </a:lnTo>
                <a:lnTo>
                  <a:pt x="2802" y="4289"/>
                </a:lnTo>
                <a:lnTo>
                  <a:pt x="2803" y="4289"/>
                </a:lnTo>
                <a:lnTo>
                  <a:pt x="2804" y="4289"/>
                </a:lnTo>
                <a:lnTo>
                  <a:pt x="2805" y="4289"/>
                </a:lnTo>
                <a:lnTo>
                  <a:pt x="2806" y="4289"/>
                </a:lnTo>
                <a:lnTo>
                  <a:pt x="2807" y="4289"/>
                </a:lnTo>
                <a:lnTo>
                  <a:pt x="2808" y="4289"/>
                </a:lnTo>
                <a:lnTo>
                  <a:pt x="2809" y="4289"/>
                </a:lnTo>
                <a:lnTo>
                  <a:pt x="2810" y="4289"/>
                </a:lnTo>
                <a:lnTo>
                  <a:pt x="2811" y="4289"/>
                </a:lnTo>
                <a:lnTo>
                  <a:pt x="2812" y="4289"/>
                </a:lnTo>
                <a:lnTo>
                  <a:pt x="2813" y="4289"/>
                </a:lnTo>
                <a:lnTo>
                  <a:pt x="2814" y="4289"/>
                </a:lnTo>
                <a:lnTo>
                  <a:pt x="2815" y="4289"/>
                </a:lnTo>
                <a:lnTo>
                  <a:pt x="2816" y="4289"/>
                </a:lnTo>
                <a:lnTo>
                  <a:pt x="2817" y="4289"/>
                </a:lnTo>
                <a:lnTo>
                  <a:pt x="2818" y="4289"/>
                </a:lnTo>
                <a:lnTo>
                  <a:pt x="2819" y="4289"/>
                </a:lnTo>
                <a:lnTo>
                  <a:pt x="2820" y="4289"/>
                </a:lnTo>
                <a:lnTo>
                  <a:pt x="2821" y="4289"/>
                </a:lnTo>
                <a:lnTo>
                  <a:pt x="2822" y="4289"/>
                </a:lnTo>
                <a:lnTo>
                  <a:pt x="2823" y="4289"/>
                </a:lnTo>
                <a:lnTo>
                  <a:pt x="2824" y="4289"/>
                </a:lnTo>
                <a:lnTo>
                  <a:pt x="2825" y="4289"/>
                </a:lnTo>
                <a:lnTo>
                  <a:pt x="2826" y="4289"/>
                </a:lnTo>
                <a:lnTo>
                  <a:pt x="2827" y="4289"/>
                </a:lnTo>
                <a:lnTo>
                  <a:pt x="2828" y="4289"/>
                </a:lnTo>
                <a:lnTo>
                  <a:pt x="2829" y="4289"/>
                </a:lnTo>
                <a:lnTo>
                  <a:pt x="2830" y="4289"/>
                </a:lnTo>
                <a:lnTo>
                  <a:pt x="2831" y="4289"/>
                </a:lnTo>
                <a:lnTo>
                  <a:pt x="2832" y="4289"/>
                </a:lnTo>
                <a:lnTo>
                  <a:pt x="2833" y="4289"/>
                </a:lnTo>
                <a:lnTo>
                  <a:pt x="2834" y="4289"/>
                </a:lnTo>
                <a:lnTo>
                  <a:pt x="2835" y="4289"/>
                </a:lnTo>
                <a:lnTo>
                  <a:pt x="2836" y="4289"/>
                </a:lnTo>
                <a:lnTo>
                  <a:pt x="2837" y="4289"/>
                </a:lnTo>
                <a:lnTo>
                  <a:pt x="2838" y="4289"/>
                </a:lnTo>
                <a:lnTo>
                  <a:pt x="2839" y="4289"/>
                </a:lnTo>
                <a:lnTo>
                  <a:pt x="2840" y="4289"/>
                </a:lnTo>
                <a:lnTo>
                  <a:pt x="2841" y="4289"/>
                </a:lnTo>
                <a:lnTo>
                  <a:pt x="2842" y="4289"/>
                </a:lnTo>
                <a:lnTo>
                  <a:pt x="2843" y="4289"/>
                </a:lnTo>
                <a:lnTo>
                  <a:pt x="2844" y="4289"/>
                </a:lnTo>
                <a:lnTo>
                  <a:pt x="2845" y="4289"/>
                </a:lnTo>
                <a:lnTo>
                  <a:pt x="2846" y="4289"/>
                </a:lnTo>
                <a:lnTo>
                  <a:pt x="2847" y="4289"/>
                </a:lnTo>
                <a:lnTo>
                  <a:pt x="2848" y="4289"/>
                </a:lnTo>
                <a:lnTo>
                  <a:pt x="2849" y="4289"/>
                </a:lnTo>
                <a:lnTo>
                  <a:pt x="2850" y="4289"/>
                </a:lnTo>
                <a:lnTo>
                  <a:pt x="2851" y="4289"/>
                </a:lnTo>
                <a:lnTo>
                  <a:pt x="2852" y="4289"/>
                </a:lnTo>
                <a:lnTo>
                  <a:pt x="2853" y="4289"/>
                </a:lnTo>
                <a:lnTo>
                  <a:pt x="2854" y="4289"/>
                </a:lnTo>
                <a:lnTo>
                  <a:pt x="2855" y="4289"/>
                </a:lnTo>
                <a:lnTo>
                  <a:pt x="2856" y="4289"/>
                </a:lnTo>
                <a:lnTo>
                  <a:pt x="2857" y="4289"/>
                </a:lnTo>
                <a:lnTo>
                  <a:pt x="2858" y="4289"/>
                </a:lnTo>
                <a:lnTo>
                  <a:pt x="2859" y="4289"/>
                </a:lnTo>
                <a:lnTo>
                  <a:pt x="2860" y="4289"/>
                </a:lnTo>
                <a:lnTo>
                  <a:pt x="2861" y="4289"/>
                </a:lnTo>
                <a:lnTo>
                  <a:pt x="2862" y="4289"/>
                </a:lnTo>
                <a:lnTo>
                  <a:pt x="2863" y="4289"/>
                </a:lnTo>
                <a:lnTo>
                  <a:pt x="2864" y="4289"/>
                </a:lnTo>
                <a:lnTo>
                  <a:pt x="2865" y="4289"/>
                </a:lnTo>
                <a:lnTo>
                  <a:pt x="2866" y="4289"/>
                </a:lnTo>
                <a:lnTo>
                  <a:pt x="2867" y="4289"/>
                </a:lnTo>
                <a:lnTo>
                  <a:pt x="2868" y="4289"/>
                </a:lnTo>
                <a:lnTo>
                  <a:pt x="2869" y="4289"/>
                </a:lnTo>
                <a:lnTo>
                  <a:pt x="2870" y="4289"/>
                </a:lnTo>
                <a:lnTo>
                  <a:pt x="2871" y="4289"/>
                </a:lnTo>
                <a:lnTo>
                  <a:pt x="2872" y="4289"/>
                </a:lnTo>
                <a:lnTo>
                  <a:pt x="2873" y="4289"/>
                </a:lnTo>
                <a:lnTo>
                  <a:pt x="2874" y="4289"/>
                </a:lnTo>
                <a:lnTo>
                  <a:pt x="2875" y="4289"/>
                </a:lnTo>
                <a:lnTo>
                  <a:pt x="2876" y="4289"/>
                </a:lnTo>
                <a:lnTo>
                  <a:pt x="2877" y="4289"/>
                </a:lnTo>
                <a:lnTo>
                  <a:pt x="2878" y="4289"/>
                </a:lnTo>
                <a:lnTo>
                  <a:pt x="2879" y="4289"/>
                </a:lnTo>
                <a:lnTo>
                  <a:pt x="2880" y="4289"/>
                </a:lnTo>
                <a:lnTo>
                  <a:pt x="2881" y="4289"/>
                </a:lnTo>
                <a:lnTo>
                  <a:pt x="2882" y="4289"/>
                </a:lnTo>
                <a:lnTo>
                  <a:pt x="2883" y="4289"/>
                </a:lnTo>
                <a:lnTo>
                  <a:pt x="2884" y="4289"/>
                </a:lnTo>
                <a:lnTo>
                  <a:pt x="2885" y="4289"/>
                </a:lnTo>
                <a:lnTo>
                  <a:pt x="2886" y="4289"/>
                </a:lnTo>
                <a:lnTo>
                  <a:pt x="2887" y="4289"/>
                </a:lnTo>
                <a:lnTo>
                  <a:pt x="2888" y="4289"/>
                </a:lnTo>
                <a:lnTo>
                  <a:pt x="2889" y="4289"/>
                </a:lnTo>
                <a:lnTo>
                  <a:pt x="2890" y="4289"/>
                </a:lnTo>
                <a:lnTo>
                  <a:pt x="2891" y="4289"/>
                </a:lnTo>
                <a:lnTo>
                  <a:pt x="2892" y="4289"/>
                </a:lnTo>
                <a:lnTo>
                  <a:pt x="2893" y="4289"/>
                </a:lnTo>
                <a:lnTo>
                  <a:pt x="2894" y="4289"/>
                </a:lnTo>
                <a:lnTo>
                  <a:pt x="2895" y="4289"/>
                </a:lnTo>
                <a:lnTo>
                  <a:pt x="2896" y="4289"/>
                </a:lnTo>
                <a:lnTo>
                  <a:pt x="2897" y="4289"/>
                </a:lnTo>
                <a:lnTo>
                  <a:pt x="2898" y="4289"/>
                </a:lnTo>
                <a:lnTo>
                  <a:pt x="2899" y="4289"/>
                </a:lnTo>
                <a:lnTo>
                  <a:pt x="2900" y="4289"/>
                </a:lnTo>
                <a:lnTo>
                  <a:pt x="2901" y="4289"/>
                </a:lnTo>
                <a:lnTo>
                  <a:pt x="2902" y="4289"/>
                </a:lnTo>
                <a:lnTo>
                  <a:pt x="2903" y="4289"/>
                </a:lnTo>
                <a:lnTo>
                  <a:pt x="2904" y="4289"/>
                </a:lnTo>
                <a:lnTo>
                  <a:pt x="2905" y="4289"/>
                </a:lnTo>
                <a:lnTo>
                  <a:pt x="2906" y="4289"/>
                </a:lnTo>
                <a:lnTo>
                  <a:pt x="2907" y="4289"/>
                </a:lnTo>
                <a:lnTo>
                  <a:pt x="2908" y="4289"/>
                </a:lnTo>
                <a:lnTo>
                  <a:pt x="2909" y="4289"/>
                </a:lnTo>
                <a:lnTo>
                  <a:pt x="2910" y="4289"/>
                </a:lnTo>
                <a:lnTo>
                  <a:pt x="2911" y="4289"/>
                </a:lnTo>
                <a:lnTo>
                  <a:pt x="2912" y="4289"/>
                </a:lnTo>
                <a:lnTo>
                  <a:pt x="2913" y="4289"/>
                </a:lnTo>
                <a:lnTo>
                  <a:pt x="2914" y="4289"/>
                </a:lnTo>
                <a:lnTo>
                  <a:pt x="2915" y="4289"/>
                </a:lnTo>
                <a:lnTo>
                  <a:pt x="2916" y="4289"/>
                </a:lnTo>
                <a:lnTo>
                  <a:pt x="2917" y="4289"/>
                </a:lnTo>
                <a:lnTo>
                  <a:pt x="2918" y="4289"/>
                </a:lnTo>
                <a:lnTo>
                  <a:pt x="2919" y="4289"/>
                </a:lnTo>
                <a:lnTo>
                  <a:pt x="2920" y="4289"/>
                </a:lnTo>
                <a:lnTo>
                  <a:pt x="2921" y="4289"/>
                </a:lnTo>
                <a:lnTo>
                  <a:pt x="2922" y="4289"/>
                </a:lnTo>
                <a:lnTo>
                  <a:pt x="2923" y="4289"/>
                </a:lnTo>
                <a:lnTo>
                  <a:pt x="2924" y="4289"/>
                </a:lnTo>
                <a:lnTo>
                  <a:pt x="2925" y="4289"/>
                </a:lnTo>
                <a:lnTo>
                  <a:pt x="2926" y="4289"/>
                </a:lnTo>
                <a:lnTo>
                  <a:pt x="2927" y="4289"/>
                </a:lnTo>
                <a:lnTo>
                  <a:pt x="2928" y="4289"/>
                </a:lnTo>
                <a:lnTo>
                  <a:pt x="2929" y="4289"/>
                </a:lnTo>
                <a:lnTo>
                  <a:pt x="2930" y="4289"/>
                </a:lnTo>
                <a:lnTo>
                  <a:pt x="2931" y="4289"/>
                </a:lnTo>
                <a:lnTo>
                  <a:pt x="2932" y="4289"/>
                </a:lnTo>
                <a:lnTo>
                  <a:pt x="2933" y="4289"/>
                </a:lnTo>
                <a:lnTo>
                  <a:pt x="2934" y="4289"/>
                </a:lnTo>
                <a:lnTo>
                  <a:pt x="2935" y="4289"/>
                </a:lnTo>
                <a:lnTo>
                  <a:pt x="2936" y="4289"/>
                </a:lnTo>
                <a:lnTo>
                  <a:pt x="2937" y="4289"/>
                </a:lnTo>
                <a:lnTo>
                  <a:pt x="2938" y="4289"/>
                </a:lnTo>
                <a:lnTo>
                  <a:pt x="2939" y="4289"/>
                </a:lnTo>
                <a:lnTo>
                  <a:pt x="2940" y="4289"/>
                </a:lnTo>
                <a:lnTo>
                  <a:pt x="2941" y="4289"/>
                </a:lnTo>
                <a:lnTo>
                  <a:pt x="2942" y="4289"/>
                </a:lnTo>
                <a:lnTo>
                  <a:pt x="2943" y="4289"/>
                </a:lnTo>
                <a:lnTo>
                  <a:pt x="2944" y="4289"/>
                </a:lnTo>
                <a:lnTo>
                  <a:pt x="2945" y="4289"/>
                </a:lnTo>
                <a:lnTo>
                  <a:pt x="2946" y="4289"/>
                </a:lnTo>
                <a:lnTo>
                  <a:pt x="2947" y="4289"/>
                </a:lnTo>
                <a:lnTo>
                  <a:pt x="2948" y="4289"/>
                </a:lnTo>
                <a:lnTo>
                  <a:pt x="2949" y="4289"/>
                </a:lnTo>
                <a:lnTo>
                  <a:pt x="2950" y="4289"/>
                </a:lnTo>
                <a:lnTo>
                  <a:pt x="2951" y="4289"/>
                </a:lnTo>
                <a:lnTo>
                  <a:pt x="2952" y="4289"/>
                </a:lnTo>
                <a:lnTo>
                  <a:pt x="2953" y="4289"/>
                </a:lnTo>
                <a:lnTo>
                  <a:pt x="2954" y="4289"/>
                </a:lnTo>
                <a:lnTo>
                  <a:pt x="2955" y="4289"/>
                </a:lnTo>
                <a:lnTo>
                  <a:pt x="2956" y="4289"/>
                </a:lnTo>
                <a:lnTo>
                  <a:pt x="2957" y="4289"/>
                </a:lnTo>
                <a:lnTo>
                  <a:pt x="2958" y="4289"/>
                </a:lnTo>
                <a:lnTo>
                  <a:pt x="2959" y="4289"/>
                </a:lnTo>
                <a:lnTo>
                  <a:pt x="2960" y="4289"/>
                </a:lnTo>
                <a:lnTo>
                  <a:pt x="2961" y="4289"/>
                </a:lnTo>
                <a:lnTo>
                  <a:pt x="2962" y="4289"/>
                </a:lnTo>
                <a:lnTo>
                  <a:pt x="2963" y="4289"/>
                </a:lnTo>
                <a:lnTo>
                  <a:pt x="2964" y="4289"/>
                </a:lnTo>
                <a:lnTo>
                  <a:pt x="2965" y="4289"/>
                </a:lnTo>
                <a:lnTo>
                  <a:pt x="2966" y="4289"/>
                </a:lnTo>
                <a:lnTo>
                  <a:pt x="2967" y="4289"/>
                </a:lnTo>
                <a:lnTo>
                  <a:pt x="2968" y="4289"/>
                </a:lnTo>
                <a:lnTo>
                  <a:pt x="2969" y="4289"/>
                </a:lnTo>
                <a:lnTo>
                  <a:pt x="2970" y="4289"/>
                </a:lnTo>
                <a:lnTo>
                  <a:pt x="2971" y="4289"/>
                </a:lnTo>
                <a:lnTo>
                  <a:pt x="2972" y="4289"/>
                </a:lnTo>
                <a:lnTo>
                  <a:pt x="2973" y="4289"/>
                </a:lnTo>
                <a:lnTo>
                  <a:pt x="2974" y="4289"/>
                </a:lnTo>
                <a:lnTo>
                  <a:pt x="2975" y="4289"/>
                </a:lnTo>
                <a:lnTo>
                  <a:pt x="2976" y="4289"/>
                </a:lnTo>
                <a:lnTo>
                  <a:pt x="2977" y="4289"/>
                </a:lnTo>
                <a:lnTo>
                  <a:pt x="2978" y="4289"/>
                </a:lnTo>
                <a:lnTo>
                  <a:pt x="2979" y="4289"/>
                </a:lnTo>
                <a:lnTo>
                  <a:pt x="2980" y="4289"/>
                </a:lnTo>
                <a:lnTo>
                  <a:pt x="2981" y="4289"/>
                </a:lnTo>
                <a:lnTo>
                  <a:pt x="2982" y="4289"/>
                </a:lnTo>
                <a:lnTo>
                  <a:pt x="2983" y="4289"/>
                </a:lnTo>
                <a:lnTo>
                  <a:pt x="2984" y="4289"/>
                </a:lnTo>
                <a:lnTo>
                  <a:pt x="2985" y="4289"/>
                </a:lnTo>
                <a:lnTo>
                  <a:pt x="2986" y="4289"/>
                </a:lnTo>
                <a:lnTo>
                  <a:pt x="2987" y="4289"/>
                </a:lnTo>
                <a:lnTo>
                  <a:pt x="2988" y="4289"/>
                </a:lnTo>
                <a:lnTo>
                  <a:pt x="2989" y="4289"/>
                </a:lnTo>
                <a:lnTo>
                  <a:pt x="2990" y="4289"/>
                </a:lnTo>
                <a:lnTo>
                  <a:pt x="2991" y="4289"/>
                </a:lnTo>
                <a:lnTo>
                  <a:pt x="2992" y="4289"/>
                </a:lnTo>
                <a:lnTo>
                  <a:pt x="2993" y="4289"/>
                </a:lnTo>
                <a:lnTo>
                  <a:pt x="2994" y="4289"/>
                </a:lnTo>
                <a:lnTo>
                  <a:pt x="2995" y="4289"/>
                </a:lnTo>
                <a:lnTo>
                  <a:pt x="2996" y="4289"/>
                </a:lnTo>
                <a:lnTo>
                  <a:pt x="2997" y="4289"/>
                </a:lnTo>
                <a:lnTo>
                  <a:pt x="2998" y="4289"/>
                </a:lnTo>
                <a:lnTo>
                  <a:pt x="2999" y="4289"/>
                </a:lnTo>
                <a:lnTo>
                  <a:pt x="3000" y="4289"/>
                </a:lnTo>
                <a:lnTo>
                  <a:pt x="3001" y="4289"/>
                </a:lnTo>
                <a:lnTo>
                  <a:pt x="3002" y="4289"/>
                </a:lnTo>
                <a:lnTo>
                  <a:pt x="3003" y="4289"/>
                </a:lnTo>
                <a:lnTo>
                  <a:pt x="3004" y="4289"/>
                </a:lnTo>
                <a:lnTo>
                  <a:pt x="3005" y="4289"/>
                </a:lnTo>
                <a:lnTo>
                  <a:pt x="3006" y="4289"/>
                </a:lnTo>
                <a:lnTo>
                  <a:pt x="3007" y="4289"/>
                </a:lnTo>
                <a:lnTo>
                  <a:pt x="3008" y="4289"/>
                </a:lnTo>
                <a:lnTo>
                  <a:pt x="3009" y="4289"/>
                </a:lnTo>
                <a:lnTo>
                  <a:pt x="3010" y="4289"/>
                </a:lnTo>
                <a:lnTo>
                  <a:pt x="3011" y="4289"/>
                </a:lnTo>
                <a:lnTo>
                  <a:pt x="3012" y="4289"/>
                </a:lnTo>
                <a:lnTo>
                  <a:pt x="3013" y="4289"/>
                </a:lnTo>
                <a:lnTo>
                  <a:pt x="3014" y="4289"/>
                </a:lnTo>
                <a:lnTo>
                  <a:pt x="3015" y="4289"/>
                </a:lnTo>
                <a:lnTo>
                  <a:pt x="3016" y="4289"/>
                </a:lnTo>
                <a:lnTo>
                  <a:pt x="3017" y="4289"/>
                </a:lnTo>
                <a:lnTo>
                  <a:pt x="3018" y="4289"/>
                </a:lnTo>
                <a:lnTo>
                  <a:pt x="3019" y="4289"/>
                </a:lnTo>
                <a:lnTo>
                  <a:pt x="3020" y="4289"/>
                </a:lnTo>
                <a:lnTo>
                  <a:pt x="3021" y="4289"/>
                </a:lnTo>
                <a:lnTo>
                  <a:pt x="3022" y="4289"/>
                </a:lnTo>
                <a:lnTo>
                  <a:pt x="3023" y="4289"/>
                </a:lnTo>
                <a:lnTo>
                  <a:pt x="3024" y="4289"/>
                </a:lnTo>
                <a:lnTo>
                  <a:pt x="3025" y="4289"/>
                </a:lnTo>
                <a:lnTo>
                  <a:pt x="3026" y="4289"/>
                </a:lnTo>
                <a:lnTo>
                  <a:pt x="3027" y="4289"/>
                </a:lnTo>
                <a:lnTo>
                  <a:pt x="3028" y="4289"/>
                </a:lnTo>
                <a:lnTo>
                  <a:pt x="3029" y="4289"/>
                </a:lnTo>
                <a:lnTo>
                  <a:pt x="3030" y="4289"/>
                </a:lnTo>
                <a:lnTo>
                  <a:pt x="3031" y="4289"/>
                </a:lnTo>
                <a:lnTo>
                  <a:pt x="3032" y="4289"/>
                </a:lnTo>
                <a:lnTo>
                  <a:pt x="3033" y="4289"/>
                </a:lnTo>
                <a:lnTo>
                  <a:pt x="3034" y="4289"/>
                </a:lnTo>
                <a:lnTo>
                  <a:pt x="3035" y="4289"/>
                </a:lnTo>
                <a:lnTo>
                  <a:pt x="3036" y="4289"/>
                </a:lnTo>
                <a:lnTo>
                  <a:pt x="3037" y="4289"/>
                </a:lnTo>
                <a:lnTo>
                  <a:pt x="3038" y="4289"/>
                </a:lnTo>
                <a:lnTo>
                  <a:pt x="3039" y="4289"/>
                </a:lnTo>
                <a:lnTo>
                  <a:pt x="3040" y="4289"/>
                </a:lnTo>
                <a:lnTo>
                  <a:pt x="3041" y="4289"/>
                </a:lnTo>
                <a:lnTo>
                  <a:pt x="3042" y="4289"/>
                </a:lnTo>
                <a:lnTo>
                  <a:pt x="3043" y="4289"/>
                </a:lnTo>
                <a:lnTo>
                  <a:pt x="3044" y="4289"/>
                </a:lnTo>
                <a:lnTo>
                  <a:pt x="3045" y="4289"/>
                </a:lnTo>
                <a:lnTo>
                  <a:pt x="3046" y="4289"/>
                </a:lnTo>
                <a:lnTo>
                  <a:pt x="3047" y="4289"/>
                </a:lnTo>
                <a:lnTo>
                  <a:pt x="3048" y="4289"/>
                </a:lnTo>
                <a:lnTo>
                  <a:pt x="3049" y="4289"/>
                </a:lnTo>
                <a:lnTo>
                  <a:pt x="3050" y="4289"/>
                </a:lnTo>
                <a:lnTo>
                  <a:pt x="3051" y="4289"/>
                </a:lnTo>
                <a:lnTo>
                  <a:pt x="3052" y="4289"/>
                </a:lnTo>
                <a:lnTo>
                  <a:pt x="3053" y="4289"/>
                </a:lnTo>
                <a:lnTo>
                  <a:pt x="3054" y="4289"/>
                </a:lnTo>
                <a:lnTo>
                  <a:pt x="3055" y="4289"/>
                </a:lnTo>
                <a:lnTo>
                  <a:pt x="3056" y="4289"/>
                </a:lnTo>
                <a:lnTo>
                  <a:pt x="3057" y="4289"/>
                </a:lnTo>
                <a:lnTo>
                  <a:pt x="3058" y="4289"/>
                </a:lnTo>
                <a:lnTo>
                  <a:pt x="3059" y="4289"/>
                </a:lnTo>
                <a:lnTo>
                  <a:pt x="3060" y="4289"/>
                </a:lnTo>
                <a:lnTo>
                  <a:pt x="3061" y="4289"/>
                </a:lnTo>
                <a:lnTo>
                  <a:pt x="3062" y="4289"/>
                </a:lnTo>
                <a:lnTo>
                  <a:pt x="3063" y="4289"/>
                </a:lnTo>
                <a:lnTo>
                  <a:pt x="3064" y="4289"/>
                </a:lnTo>
                <a:lnTo>
                  <a:pt x="3065" y="4289"/>
                </a:lnTo>
                <a:lnTo>
                  <a:pt x="3066" y="4289"/>
                </a:lnTo>
                <a:lnTo>
                  <a:pt x="3067" y="4289"/>
                </a:lnTo>
                <a:lnTo>
                  <a:pt x="3068" y="4289"/>
                </a:lnTo>
                <a:lnTo>
                  <a:pt x="3069" y="4289"/>
                </a:lnTo>
                <a:lnTo>
                  <a:pt x="3070" y="4289"/>
                </a:lnTo>
                <a:lnTo>
                  <a:pt x="3071" y="4289"/>
                </a:lnTo>
                <a:lnTo>
                  <a:pt x="3072" y="4289"/>
                </a:lnTo>
                <a:lnTo>
                  <a:pt x="3073" y="4289"/>
                </a:lnTo>
                <a:lnTo>
                  <a:pt x="3074" y="4289"/>
                </a:lnTo>
                <a:lnTo>
                  <a:pt x="3075" y="4289"/>
                </a:lnTo>
                <a:lnTo>
                  <a:pt x="3076" y="4289"/>
                </a:lnTo>
                <a:lnTo>
                  <a:pt x="3077" y="4289"/>
                </a:lnTo>
                <a:lnTo>
                  <a:pt x="3078" y="4289"/>
                </a:lnTo>
                <a:lnTo>
                  <a:pt x="3079" y="4289"/>
                </a:lnTo>
                <a:lnTo>
                  <a:pt x="3080" y="4289"/>
                </a:lnTo>
                <a:lnTo>
                  <a:pt x="3081" y="4289"/>
                </a:lnTo>
                <a:lnTo>
                  <a:pt x="3082" y="4289"/>
                </a:lnTo>
                <a:lnTo>
                  <a:pt x="3083" y="4289"/>
                </a:lnTo>
                <a:lnTo>
                  <a:pt x="3084" y="4289"/>
                </a:lnTo>
                <a:lnTo>
                  <a:pt x="3085" y="4289"/>
                </a:lnTo>
                <a:lnTo>
                  <a:pt x="3086" y="4289"/>
                </a:lnTo>
                <a:lnTo>
                  <a:pt x="3087" y="4289"/>
                </a:lnTo>
                <a:lnTo>
                  <a:pt x="3088" y="4289"/>
                </a:lnTo>
                <a:lnTo>
                  <a:pt x="3089" y="4289"/>
                </a:lnTo>
                <a:lnTo>
                  <a:pt x="3090" y="4289"/>
                </a:lnTo>
                <a:lnTo>
                  <a:pt x="3091" y="4289"/>
                </a:lnTo>
                <a:lnTo>
                  <a:pt x="3092" y="4289"/>
                </a:lnTo>
                <a:lnTo>
                  <a:pt x="3093" y="4289"/>
                </a:lnTo>
                <a:lnTo>
                  <a:pt x="3094" y="4289"/>
                </a:lnTo>
                <a:lnTo>
                  <a:pt x="3095" y="4289"/>
                </a:lnTo>
                <a:lnTo>
                  <a:pt x="3096" y="4289"/>
                </a:lnTo>
                <a:lnTo>
                  <a:pt x="3097" y="4289"/>
                </a:lnTo>
                <a:lnTo>
                  <a:pt x="3098" y="4289"/>
                </a:lnTo>
                <a:lnTo>
                  <a:pt x="3099" y="4289"/>
                </a:lnTo>
                <a:lnTo>
                  <a:pt x="3100" y="4289"/>
                </a:lnTo>
                <a:lnTo>
                  <a:pt x="3101" y="4289"/>
                </a:lnTo>
                <a:lnTo>
                  <a:pt x="3102" y="4289"/>
                </a:lnTo>
                <a:lnTo>
                  <a:pt x="3103" y="4289"/>
                </a:lnTo>
                <a:lnTo>
                  <a:pt x="3104" y="4289"/>
                </a:lnTo>
                <a:lnTo>
                  <a:pt x="3105" y="4289"/>
                </a:lnTo>
                <a:lnTo>
                  <a:pt x="3106" y="4289"/>
                </a:lnTo>
                <a:lnTo>
                  <a:pt x="3107" y="4289"/>
                </a:lnTo>
                <a:lnTo>
                  <a:pt x="3108" y="4289"/>
                </a:lnTo>
                <a:lnTo>
                  <a:pt x="3109" y="4289"/>
                </a:lnTo>
                <a:lnTo>
                  <a:pt x="3110" y="4289"/>
                </a:lnTo>
                <a:lnTo>
                  <a:pt x="3111" y="4289"/>
                </a:lnTo>
                <a:lnTo>
                  <a:pt x="3112" y="4289"/>
                </a:lnTo>
                <a:lnTo>
                  <a:pt x="3113" y="4289"/>
                </a:lnTo>
                <a:lnTo>
                  <a:pt x="3114" y="4289"/>
                </a:lnTo>
                <a:lnTo>
                  <a:pt x="3115" y="4289"/>
                </a:lnTo>
                <a:lnTo>
                  <a:pt x="3116" y="4289"/>
                </a:lnTo>
                <a:lnTo>
                  <a:pt x="3117" y="4289"/>
                </a:lnTo>
                <a:lnTo>
                  <a:pt x="3118" y="4289"/>
                </a:lnTo>
                <a:lnTo>
                  <a:pt x="3119" y="4289"/>
                </a:lnTo>
                <a:lnTo>
                  <a:pt x="3120" y="4289"/>
                </a:lnTo>
                <a:lnTo>
                  <a:pt x="3121" y="4289"/>
                </a:lnTo>
                <a:lnTo>
                  <a:pt x="3122" y="4289"/>
                </a:lnTo>
                <a:lnTo>
                  <a:pt x="3123" y="4289"/>
                </a:lnTo>
                <a:lnTo>
                  <a:pt x="3124" y="4289"/>
                </a:lnTo>
                <a:lnTo>
                  <a:pt x="3125" y="4289"/>
                </a:lnTo>
                <a:lnTo>
                  <a:pt x="3126" y="4289"/>
                </a:lnTo>
                <a:lnTo>
                  <a:pt x="3127" y="4289"/>
                </a:lnTo>
                <a:lnTo>
                  <a:pt x="3128" y="4289"/>
                </a:lnTo>
                <a:lnTo>
                  <a:pt x="3129" y="4289"/>
                </a:lnTo>
                <a:lnTo>
                  <a:pt x="3130" y="4289"/>
                </a:lnTo>
                <a:lnTo>
                  <a:pt x="3131" y="4289"/>
                </a:lnTo>
                <a:lnTo>
                  <a:pt x="3132" y="4289"/>
                </a:lnTo>
                <a:lnTo>
                  <a:pt x="3133" y="4289"/>
                </a:lnTo>
                <a:lnTo>
                  <a:pt x="3134" y="4289"/>
                </a:lnTo>
                <a:lnTo>
                  <a:pt x="3135" y="4289"/>
                </a:lnTo>
                <a:lnTo>
                  <a:pt x="3136" y="4289"/>
                </a:lnTo>
                <a:lnTo>
                  <a:pt x="3137" y="4289"/>
                </a:lnTo>
                <a:lnTo>
                  <a:pt x="3138" y="4289"/>
                </a:lnTo>
                <a:lnTo>
                  <a:pt x="3139" y="4289"/>
                </a:lnTo>
                <a:lnTo>
                  <a:pt x="3140" y="4289"/>
                </a:lnTo>
                <a:lnTo>
                  <a:pt x="3141" y="4289"/>
                </a:lnTo>
                <a:lnTo>
                  <a:pt x="3142" y="4289"/>
                </a:lnTo>
                <a:lnTo>
                  <a:pt x="3143" y="4289"/>
                </a:lnTo>
                <a:lnTo>
                  <a:pt x="3144" y="4289"/>
                </a:lnTo>
                <a:lnTo>
                  <a:pt x="3145" y="4289"/>
                </a:lnTo>
                <a:lnTo>
                  <a:pt x="3146" y="4289"/>
                </a:lnTo>
                <a:lnTo>
                  <a:pt x="3147" y="4289"/>
                </a:lnTo>
                <a:lnTo>
                  <a:pt x="3148" y="4289"/>
                </a:lnTo>
                <a:lnTo>
                  <a:pt x="3149" y="4289"/>
                </a:lnTo>
                <a:lnTo>
                  <a:pt x="3150" y="4289"/>
                </a:lnTo>
                <a:lnTo>
                  <a:pt x="3151" y="4289"/>
                </a:lnTo>
                <a:lnTo>
                  <a:pt x="3152" y="4289"/>
                </a:lnTo>
                <a:lnTo>
                  <a:pt x="3153" y="4289"/>
                </a:lnTo>
                <a:lnTo>
                  <a:pt x="3154" y="4289"/>
                </a:lnTo>
                <a:lnTo>
                  <a:pt x="3155" y="4289"/>
                </a:lnTo>
                <a:lnTo>
                  <a:pt x="3156" y="4289"/>
                </a:lnTo>
                <a:lnTo>
                  <a:pt x="3157" y="4289"/>
                </a:lnTo>
                <a:lnTo>
                  <a:pt x="3158" y="4289"/>
                </a:lnTo>
                <a:lnTo>
                  <a:pt x="3159" y="4289"/>
                </a:lnTo>
                <a:lnTo>
                  <a:pt x="3160" y="4289"/>
                </a:lnTo>
                <a:lnTo>
                  <a:pt x="3161" y="4289"/>
                </a:lnTo>
                <a:lnTo>
                  <a:pt x="3162" y="4289"/>
                </a:lnTo>
                <a:lnTo>
                  <a:pt x="3163" y="4289"/>
                </a:lnTo>
                <a:lnTo>
                  <a:pt x="3164" y="4289"/>
                </a:lnTo>
                <a:lnTo>
                  <a:pt x="3165" y="4289"/>
                </a:lnTo>
                <a:lnTo>
                  <a:pt x="3166" y="4289"/>
                </a:lnTo>
                <a:lnTo>
                  <a:pt x="3167" y="4289"/>
                </a:lnTo>
                <a:lnTo>
                  <a:pt x="3168" y="4289"/>
                </a:lnTo>
                <a:lnTo>
                  <a:pt x="3169" y="4289"/>
                </a:lnTo>
                <a:lnTo>
                  <a:pt x="3170" y="4289"/>
                </a:lnTo>
                <a:lnTo>
                  <a:pt x="3171" y="4289"/>
                </a:lnTo>
                <a:lnTo>
                  <a:pt x="3172" y="4289"/>
                </a:lnTo>
                <a:lnTo>
                  <a:pt x="3173" y="4289"/>
                </a:lnTo>
                <a:lnTo>
                  <a:pt x="3174" y="4289"/>
                </a:lnTo>
                <a:lnTo>
                  <a:pt x="3175" y="4289"/>
                </a:lnTo>
                <a:lnTo>
                  <a:pt x="3176" y="4289"/>
                </a:lnTo>
                <a:lnTo>
                  <a:pt x="3177" y="4289"/>
                </a:lnTo>
                <a:lnTo>
                  <a:pt x="3178" y="4289"/>
                </a:lnTo>
                <a:lnTo>
                  <a:pt x="3179" y="4289"/>
                </a:lnTo>
                <a:lnTo>
                  <a:pt x="3180" y="4289"/>
                </a:lnTo>
                <a:lnTo>
                  <a:pt x="3181" y="4289"/>
                </a:lnTo>
                <a:lnTo>
                  <a:pt x="3182" y="4289"/>
                </a:lnTo>
                <a:lnTo>
                  <a:pt x="3183" y="4289"/>
                </a:lnTo>
                <a:lnTo>
                  <a:pt x="3184" y="4289"/>
                </a:lnTo>
                <a:lnTo>
                  <a:pt x="3185" y="4289"/>
                </a:lnTo>
                <a:lnTo>
                  <a:pt x="3186" y="4289"/>
                </a:lnTo>
                <a:lnTo>
                  <a:pt x="3187" y="4289"/>
                </a:lnTo>
                <a:lnTo>
                  <a:pt x="3188" y="4289"/>
                </a:lnTo>
                <a:lnTo>
                  <a:pt x="3189" y="4289"/>
                </a:lnTo>
                <a:lnTo>
                  <a:pt x="3190" y="4289"/>
                </a:lnTo>
                <a:lnTo>
                  <a:pt x="3191" y="4289"/>
                </a:lnTo>
                <a:lnTo>
                  <a:pt x="3192" y="4289"/>
                </a:lnTo>
                <a:lnTo>
                  <a:pt x="3193" y="4289"/>
                </a:lnTo>
                <a:lnTo>
                  <a:pt x="3194" y="4289"/>
                </a:lnTo>
                <a:lnTo>
                  <a:pt x="3195" y="4289"/>
                </a:lnTo>
                <a:lnTo>
                  <a:pt x="3196" y="4289"/>
                </a:lnTo>
                <a:lnTo>
                  <a:pt x="3197" y="4289"/>
                </a:lnTo>
                <a:lnTo>
                  <a:pt x="3198" y="4289"/>
                </a:lnTo>
                <a:lnTo>
                  <a:pt x="3199" y="4289"/>
                </a:lnTo>
                <a:lnTo>
                  <a:pt x="3200" y="4289"/>
                </a:lnTo>
                <a:lnTo>
                  <a:pt x="3201" y="4289"/>
                </a:lnTo>
                <a:lnTo>
                  <a:pt x="3202" y="4289"/>
                </a:lnTo>
                <a:lnTo>
                  <a:pt x="3203" y="4289"/>
                </a:lnTo>
                <a:lnTo>
                  <a:pt x="3204" y="4289"/>
                </a:lnTo>
                <a:lnTo>
                  <a:pt x="3205" y="4289"/>
                </a:lnTo>
                <a:lnTo>
                  <a:pt x="3206" y="4289"/>
                </a:lnTo>
                <a:lnTo>
                  <a:pt x="3207" y="4289"/>
                </a:lnTo>
                <a:lnTo>
                  <a:pt x="3208" y="4289"/>
                </a:lnTo>
                <a:lnTo>
                  <a:pt x="3209" y="4289"/>
                </a:lnTo>
                <a:lnTo>
                  <a:pt x="3210" y="4289"/>
                </a:lnTo>
                <a:lnTo>
                  <a:pt x="3211" y="4289"/>
                </a:lnTo>
                <a:lnTo>
                  <a:pt x="3212" y="4289"/>
                </a:lnTo>
                <a:lnTo>
                  <a:pt x="3213" y="4289"/>
                </a:lnTo>
                <a:lnTo>
                  <a:pt x="3214" y="4289"/>
                </a:lnTo>
                <a:lnTo>
                  <a:pt x="3215" y="4289"/>
                </a:lnTo>
                <a:lnTo>
                  <a:pt x="3216" y="4289"/>
                </a:lnTo>
                <a:lnTo>
                  <a:pt x="3217" y="4289"/>
                </a:lnTo>
                <a:lnTo>
                  <a:pt x="3218" y="4289"/>
                </a:lnTo>
                <a:lnTo>
                  <a:pt x="3219" y="4289"/>
                </a:lnTo>
                <a:lnTo>
                  <a:pt x="3220" y="4289"/>
                </a:lnTo>
                <a:lnTo>
                  <a:pt x="3221" y="4289"/>
                </a:lnTo>
                <a:lnTo>
                  <a:pt x="3222" y="4289"/>
                </a:lnTo>
                <a:lnTo>
                  <a:pt x="3223" y="4289"/>
                </a:lnTo>
                <a:lnTo>
                  <a:pt x="3224" y="4289"/>
                </a:lnTo>
                <a:lnTo>
                  <a:pt x="3225" y="4289"/>
                </a:lnTo>
                <a:lnTo>
                  <a:pt x="3226" y="4289"/>
                </a:lnTo>
                <a:lnTo>
                  <a:pt x="3227" y="4289"/>
                </a:lnTo>
                <a:lnTo>
                  <a:pt x="3228" y="4289"/>
                </a:lnTo>
                <a:lnTo>
                  <a:pt x="3229" y="4289"/>
                </a:lnTo>
                <a:lnTo>
                  <a:pt x="3230" y="4289"/>
                </a:lnTo>
                <a:lnTo>
                  <a:pt x="3231" y="4289"/>
                </a:lnTo>
                <a:lnTo>
                  <a:pt x="3232" y="4289"/>
                </a:lnTo>
                <a:lnTo>
                  <a:pt x="3233" y="4289"/>
                </a:lnTo>
                <a:lnTo>
                  <a:pt x="3234" y="4289"/>
                </a:lnTo>
                <a:lnTo>
                  <a:pt x="3235" y="4289"/>
                </a:lnTo>
                <a:lnTo>
                  <a:pt x="3236" y="4289"/>
                </a:lnTo>
                <a:lnTo>
                  <a:pt x="3237" y="4289"/>
                </a:lnTo>
                <a:lnTo>
                  <a:pt x="3238" y="4289"/>
                </a:lnTo>
                <a:lnTo>
                  <a:pt x="3239" y="4289"/>
                </a:lnTo>
                <a:lnTo>
                  <a:pt x="3240" y="4289"/>
                </a:lnTo>
                <a:lnTo>
                  <a:pt x="3241" y="4289"/>
                </a:lnTo>
                <a:lnTo>
                  <a:pt x="3242" y="4289"/>
                </a:lnTo>
                <a:lnTo>
                  <a:pt x="3243" y="4289"/>
                </a:lnTo>
                <a:lnTo>
                  <a:pt x="3244" y="4289"/>
                </a:lnTo>
                <a:lnTo>
                  <a:pt x="3245" y="4289"/>
                </a:lnTo>
                <a:lnTo>
                  <a:pt x="3246" y="4289"/>
                </a:lnTo>
                <a:lnTo>
                  <a:pt x="3247" y="4289"/>
                </a:lnTo>
                <a:lnTo>
                  <a:pt x="3248" y="4289"/>
                </a:lnTo>
                <a:lnTo>
                  <a:pt x="3249" y="4289"/>
                </a:lnTo>
                <a:lnTo>
                  <a:pt x="3250" y="4289"/>
                </a:lnTo>
                <a:lnTo>
                  <a:pt x="3251" y="4289"/>
                </a:lnTo>
                <a:lnTo>
                  <a:pt x="3252" y="4289"/>
                </a:lnTo>
                <a:lnTo>
                  <a:pt x="3253" y="4289"/>
                </a:lnTo>
                <a:lnTo>
                  <a:pt x="3254" y="4289"/>
                </a:lnTo>
                <a:lnTo>
                  <a:pt x="3255" y="4289"/>
                </a:lnTo>
                <a:lnTo>
                  <a:pt x="3256" y="4289"/>
                </a:lnTo>
                <a:lnTo>
                  <a:pt x="3257" y="4289"/>
                </a:lnTo>
                <a:lnTo>
                  <a:pt x="3258" y="4289"/>
                </a:lnTo>
                <a:lnTo>
                  <a:pt x="3259" y="4289"/>
                </a:lnTo>
                <a:lnTo>
                  <a:pt x="3260" y="4289"/>
                </a:lnTo>
                <a:lnTo>
                  <a:pt x="3261" y="4289"/>
                </a:lnTo>
                <a:lnTo>
                  <a:pt x="3262" y="4289"/>
                </a:lnTo>
                <a:lnTo>
                  <a:pt x="3263" y="4289"/>
                </a:lnTo>
                <a:lnTo>
                  <a:pt x="3264" y="4289"/>
                </a:lnTo>
                <a:lnTo>
                  <a:pt x="3265" y="4289"/>
                </a:lnTo>
                <a:lnTo>
                  <a:pt x="3266" y="4289"/>
                </a:lnTo>
                <a:lnTo>
                  <a:pt x="3267" y="4289"/>
                </a:lnTo>
                <a:lnTo>
                  <a:pt x="3268" y="4289"/>
                </a:lnTo>
                <a:lnTo>
                  <a:pt x="3269" y="4289"/>
                </a:lnTo>
                <a:lnTo>
                  <a:pt x="3270" y="4289"/>
                </a:lnTo>
                <a:lnTo>
                  <a:pt x="3271" y="4289"/>
                </a:lnTo>
                <a:lnTo>
                  <a:pt x="3272" y="4289"/>
                </a:lnTo>
                <a:lnTo>
                  <a:pt x="3273" y="4289"/>
                </a:lnTo>
                <a:lnTo>
                  <a:pt x="3274" y="4289"/>
                </a:lnTo>
                <a:lnTo>
                  <a:pt x="3275" y="4289"/>
                </a:lnTo>
                <a:lnTo>
                  <a:pt x="3276" y="4289"/>
                </a:lnTo>
                <a:lnTo>
                  <a:pt x="3277" y="4289"/>
                </a:lnTo>
                <a:lnTo>
                  <a:pt x="3278" y="4289"/>
                </a:lnTo>
                <a:lnTo>
                  <a:pt x="3279" y="4289"/>
                </a:lnTo>
                <a:lnTo>
                  <a:pt x="3280" y="4289"/>
                </a:lnTo>
                <a:lnTo>
                  <a:pt x="3281" y="4289"/>
                </a:lnTo>
                <a:lnTo>
                  <a:pt x="3282" y="4289"/>
                </a:lnTo>
                <a:lnTo>
                  <a:pt x="3283" y="4289"/>
                </a:lnTo>
                <a:lnTo>
                  <a:pt x="3284" y="4289"/>
                </a:lnTo>
                <a:lnTo>
                  <a:pt x="3285" y="4289"/>
                </a:lnTo>
                <a:lnTo>
                  <a:pt x="3286" y="4289"/>
                </a:lnTo>
                <a:lnTo>
                  <a:pt x="3287" y="4289"/>
                </a:lnTo>
                <a:lnTo>
                  <a:pt x="3288" y="4289"/>
                </a:lnTo>
                <a:lnTo>
                  <a:pt x="3289" y="4289"/>
                </a:lnTo>
                <a:lnTo>
                  <a:pt x="3290" y="4289"/>
                </a:lnTo>
                <a:lnTo>
                  <a:pt x="3291" y="4289"/>
                </a:lnTo>
                <a:lnTo>
                  <a:pt x="3292" y="4289"/>
                </a:lnTo>
                <a:lnTo>
                  <a:pt x="3293" y="4289"/>
                </a:lnTo>
                <a:lnTo>
                  <a:pt x="3294" y="4289"/>
                </a:lnTo>
                <a:lnTo>
                  <a:pt x="3295" y="4289"/>
                </a:lnTo>
                <a:lnTo>
                  <a:pt x="3296" y="4289"/>
                </a:lnTo>
                <a:lnTo>
                  <a:pt x="3297" y="4289"/>
                </a:lnTo>
                <a:lnTo>
                  <a:pt x="3298" y="4289"/>
                </a:lnTo>
                <a:lnTo>
                  <a:pt x="3299" y="4289"/>
                </a:lnTo>
                <a:lnTo>
                  <a:pt x="3300" y="4289"/>
                </a:lnTo>
                <a:lnTo>
                  <a:pt x="3301" y="4289"/>
                </a:lnTo>
                <a:lnTo>
                  <a:pt x="3302" y="4289"/>
                </a:lnTo>
                <a:lnTo>
                  <a:pt x="3303" y="4289"/>
                </a:lnTo>
                <a:lnTo>
                  <a:pt x="3304" y="4289"/>
                </a:lnTo>
                <a:lnTo>
                  <a:pt x="3305" y="4289"/>
                </a:lnTo>
                <a:lnTo>
                  <a:pt x="3306" y="4289"/>
                </a:lnTo>
                <a:lnTo>
                  <a:pt x="3307" y="4289"/>
                </a:lnTo>
                <a:lnTo>
                  <a:pt x="3308" y="4289"/>
                </a:lnTo>
                <a:lnTo>
                  <a:pt x="3309" y="4289"/>
                </a:lnTo>
                <a:lnTo>
                  <a:pt x="3310" y="4289"/>
                </a:lnTo>
                <a:lnTo>
                  <a:pt x="3311" y="4289"/>
                </a:lnTo>
                <a:lnTo>
                  <a:pt x="3312" y="4289"/>
                </a:lnTo>
                <a:lnTo>
                  <a:pt x="3313" y="4289"/>
                </a:lnTo>
                <a:lnTo>
                  <a:pt x="3314" y="4289"/>
                </a:lnTo>
                <a:lnTo>
                  <a:pt x="3315" y="4289"/>
                </a:lnTo>
                <a:lnTo>
                  <a:pt x="3316" y="4289"/>
                </a:lnTo>
                <a:lnTo>
                  <a:pt x="3317" y="4289"/>
                </a:lnTo>
                <a:lnTo>
                  <a:pt x="3318" y="4289"/>
                </a:lnTo>
                <a:lnTo>
                  <a:pt x="3319" y="4289"/>
                </a:lnTo>
                <a:lnTo>
                  <a:pt x="3320" y="4289"/>
                </a:lnTo>
                <a:lnTo>
                  <a:pt x="3321" y="4289"/>
                </a:lnTo>
                <a:lnTo>
                  <a:pt x="3322" y="4289"/>
                </a:lnTo>
                <a:lnTo>
                  <a:pt x="3323" y="4289"/>
                </a:lnTo>
                <a:lnTo>
                  <a:pt x="3324" y="4289"/>
                </a:lnTo>
                <a:lnTo>
                  <a:pt x="3325" y="4289"/>
                </a:lnTo>
                <a:lnTo>
                  <a:pt x="3326" y="4289"/>
                </a:lnTo>
                <a:lnTo>
                  <a:pt x="3327" y="4289"/>
                </a:lnTo>
                <a:lnTo>
                  <a:pt x="3328" y="4289"/>
                </a:lnTo>
                <a:lnTo>
                  <a:pt x="3329" y="4289"/>
                </a:lnTo>
                <a:lnTo>
                  <a:pt x="3330" y="4289"/>
                </a:lnTo>
                <a:lnTo>
                  <a:pt x="3331" y="4289"/>
                </a:lnTo>
                <a:lnTo>
                  <a:pt x="3332" y="4289"/>
                </a:lnTo>
                <a:lnTo>
                  <a:pt x="3333" y="4289"/>
                </a:lnTo>
                <a:lnTo>
                  <a:pt x="3334" y="4289"/>
                </a:lnTo>
                <a:lnTo>
                  <a:pt x="3335" y="4289"/>
                </a:lnTo>
                <a:lnTo>
                  <a:pt x="3336" y="4289"/>
                </a:lnTo>
                <a:lnTo>
                  <a:pt x="3337" y="4289"/>
                </a:lnTo>
                <a:lnTo>
                  <a:pt x="3338" y="4289"/>
                </a:lnTo>
                <a:lnTo>
                  <a:pt x="3339" y="4289"/>
                </a:lnTo>
                <a:lnTo>
                  <a:pt x="3340" y="4289"/>
                </a:lnTo>
                <a:lnTo>
                  <a:pt x="3341" y="4289"/>
                </a:lnTo>
                <a:lnTo>
                  <a:pt x="3342" y="4289"/>
                </a:lnTo>
                <a:lnTo>
                  <a:pt x="3343" y="4289"/>
                </a:lnTo>
                <a:lnTo>
                  <a:pt x="3344" y="4289"/>
                </a:lnTo>
                <a:lnTo>
                  <a:pt x="3345" y="4289"/>
                </a:lnTo>
                <a:lnTo>
                  <a:pt x="3346" y="4289"/>
                </a:lnTo>
                <a:lnTo>
                  <a:pt x="3347" y="4289"/>
                </a:lnTo>
                <a:lnTo>
                  <a:pt x="3348" y="4289"/>
                </a:lnTo>
                <a:lnTo>
                  <a:pt x="3349" y="4289"/>
                </a:lnTo>
                <a:lnTo>
                  <a:pt x="3350" y="4289"/>
                </a:lnTo>
                <a:lnTo>
                  <a:pt x="3351" y="4289"/>
                </a:lnTo>
                <a:lnTo>
                  <a:pt x="3352" y="4289"/>
                </a:lnTo>
                <a:lnTo>
                  <a:pt x="3353" y="4289"/>
                </a:lnTo>
                <a:lnTo>
                  <a:pt x="3354" y="4289"/>
                </a:lnTo>
                <a:lnTo>
                  <a:pt x="3355" y="4289"/>
                </a:lnTo>
                <a:lnTo>
                  <a:pt x="3356" y="4289"/>
                </a:lnTo>
                <a:lnTo>
                  <a:pt x="3357" y="4289"/>
                </a:lnTo>
                <a:lnTo>
                  <a:pt x="3358" y="4289"/>
                </a:lnTo>
                <a:lnTo>
                  <a:pt x="3359" y="4289"/>
                </a:lnTo>
                <a:lnTo>
                  <a:pt x="3360" y="4289"/>
                </a:lnTo>
                <a:lnTo>
                  <a:pt x="3361" y="4289"/>
                </a:lnTo>
                <a:lnTo>
                  <a:pt x="3362" y="4289"/>
                </a:lnTo>
                <a:lnTo>
                  <a:pt x="3363" y="4289"/>
                </a:lnTo>
                <a:lnTo>
                  <a:pt x="3364" y="4289"/>
                </a:lnTo>
                <a:lnTo>
                  <a:pt x="3365" y="4289"/>
                </a:lnTo>
                <a:lnTo>
                  <a:pt x="3366" y="4289"/>
                </a:lnTo>
                <a:lnTo>
                  <a:pt x="3367" y="4289"/>
                </a:lnTo>
                <a:lnTo>
                  <a:pt x="3368" y="4289"/>
                </a:lnTo>
                <a:lnTo>
                  <a:pt x="3369" y="4289"/>
                </a:lnTo>
                <a:lnTo>
                  <a:pt x="3370" y="4289"/>
                </a:lnTo>
                <a:lnTo>
                  <a:pt x="3371" y="4289"/>
                </a:lnTo>
                <a:lnTo>
                  <a:pt x="3372" y="4289"/>
                </a:lnTo>
                <a:lnTo>
                  <a:pt x="3373" y="4289"/>
                </a:lnTo>
                <a:lnTo>
                  <a:pt x="3374" y="4289"/>
                </a:lnTo>
                <a:lnTo>
                  <a:pt x="3375" y="4289"/>
                </a:lnTo>
                <a:lnTo>
                  <a:pt x="3376" y="4289"/>
                </a:lnTo>
                <a:lnTo>
                  <a:pt x="3377" y="4289"/>
                </a:lnTo>
                <a:lnTo>
                  <a:pt x="3378" y="4289"/>
                </a:lnTo>
                <a:lnTo>
                  <a:pt x="3379" y="4289"/>
                </a:lnTo>
                <a:lnTo>
                  <a:pt x="3380" y="4289"/>
                </a:lnTo>
                <a:lnTo>
                  <a:pt x="3381" y="4289"/>
                </a:lnTo>
                <a:lnTo>
                  <a:pt x="3382" y="4289"/>
                </a:lnTo>
                <a:lnTo>
                  <a:pt x="3383" y="4289"/>
                </a:lnTo>
                <a:lnTo>
                  <a:pt x="3384" y="4289"/>
                </a:lnTo>
                <a:lnTo>
                  <a:pt x="3385" y="4289"/>
                </a:lnTo>
                <a:lnTo>
                  <a:pt x="3386" y="4289"/>
                </a:lnTo>
                <a:lnTo>
                  <a:pt x="3387" y="4289"/>
                </a:lnTo>
                <a:lnTo>
                  <a:pt x="3388" y="4289"/>
                </a:lnTo>
                <a:lnTo>
                  <a:pt x="3389" y="4289"/>
                </a:lnTo>
                <a:lnTo>
                  <a:pt x="3390" y="4289"/>
                </a:lnTo>
                <a:lnTo>
                  <a:pt x="3391" y="4289"/>
                </a:lnTo>
                <a:lnTo>
                  <a:pt x="3392" y="4289"/>
                </a:lnTo>
                <a:lnTo>
                  <a:pt x="3393" y="4289"/>
                </a:lnTo>
                <a:lnTo>
                  <a:pt x="3394" y="4289"/>
                </a:lnTo>
                <a:lnTo>
                  <a:pt x="3395" y="4289"/>
                </a:lnTo>
                <a:lnTo>
                  <a:pt x="3396" y="4289"/>
                </a:lnTo>
                <a:lnTo>
                  <a:pt x="3397" y="4289"/>
                </a:lnTo>
                <a:lnTo>
                  <a:pt x="3398" y="4289"/>
                </a:lnTo>
                <a:lnTo>
                  <a:pt x="3399" y="4289"/>
                </a:lnTo>
                <a:lnTo>
                  <a:pt x="3400" y="4289"/>
                </a:lnTo>
                <a:lnTo>
                  <a:pt x="3401" y="4289"/>
                </a:lnTo>
                <a:lnTo>
                  <a:pt x="3402" y="4289"/>
                </a:lnTo>
                <a:lnTo>
                  <a:pt x="3403" y="4289"/>
                </a:lnTo>
                <a:lnTo>
                  <a:pt x="3404" y="4289"/>
                </a:lnTo>
                <a:lnTo>
                  <a:pt x="3405" y="4289"/>
                </a:lnTo>
                <a:lnTo>
                  <a:pt x="3406" y="4289"/>
                </a:lnTo>
                <a:lnTo>
                  <a:pt x="3407" y="4289"/>
                </a:lnTo>
                <a:lnTo>
                  <a:pt x="3408" y="4289"/>
                </a:lnTo>
                <a:lnTo>
                  <a:pt x="3409" y="4289"/>
                </a:lnTo>
                <a:lnTo>
                  <a:pt x="3410" y="4289"/>
                </a:lnTo>
                <a:lnTo>
                  <a:pt x="3411" y="4289"/>
                </a:lnTo>
                <a:lnTo>
                  <a:pt x="3412" y="4289"/>
                </a:lnTo>
                <a:lnTo>
                  <a:pt x="3413" y="4289"/>
                </a:lnTo>
                <a:lnTo>
                  <a:pt x="3414" y="4289"/>
                </a:lnTo>
                <a:lnTo>
                  <a:pt x="3415" y="4289"/>
                </a:lnTo>
                <a:lnTo>
                  <a:pt x="3416" y="4289"/>
                </a:lnTo>
                <a:lnTo>
                  <a:pt x="3417" y="4289"/>
                </a:lnTo>
                <a:lnTo>
                  <a:pt x="3418" y="4289"/>
                </a:lnTo>
                <a:lnTo>
                  <a:pt x="3419" y="4289"/>
                </a:lnTo>
                <a:lnTo>
                  <a:pt x="3420" y="4289"/>
                </a:lnTo>
                <a:lnTo>
                  <a:pt x="3421" y="4289"/>
                </a:lnTo>
                <a:lnTo>
                  <a:pt x="3422" y="4289"/>
                </a:lnTo>
                <a:lnTo>
                  <a:pt x="3423" y="4289"/>
                </a:lnTo>
                <a:lnTo>
                  <a:pt x="3424" y="4289"/>
                </a:lnTo>
                <a:lnTo>
                  <a:pt x="3425" y="4289"/>
                </a:lnTo>
                <a:lnTo>
                  <a:pt x="3426" y="4289"/>
                </a:lnTo>
                <a:lnTo>
                  <a:pt x="3427" y="4289"/>
                </a:lnTo>
                <a:lnTo>
                  <a:pt x="3428" y="4289"/>
                </a:lnTo>
                <a:lnTo>
                  <a:pt x="3429" y="4289"/>
                </a:lnTo>
                <a:lnTo>
                  <a:pt x="3430" y="4289"/>
                </a:lnTo>
                <a:lnTo>
                  <a:pt x="3431" y="4289"/>
                </a:lnTo>
                <a:lnTo>
                  <a:pt x="3432" y="4289"/>
                </a:lnTo>
                <a:lnTo>
                  <a:pt x="3433" y="4289"/>
                </a:lnTo>
                <a:lnTo>
                  <a:pt x="3434" y="4289"/>
                </a:lnTo>
                <a:lnTo>
                  <a:pt x="3435" y="4289"/>
                </a:lnTo>
                <a:lnTo>
                  <a:pt x="3436" y="4289"/>
                </a:lnTo>
                <a:lnTo>
                  <a:pt x="3437" y="4289"/>
                </a:lnTo>
                <a:lnTo>
                  <a:pt x="3438" y="4289"/>
                </a:lnTo>
                <a:lnTo>
                  <a:pt x="3439" y="4289"/>
                </a:lnTo>
                <a:lnTo>
                  <a:pt x="3440" y="4289"/>
                </a:lnTo>
                <a:lnTo>
                  <a:pt x="3441" y="4289"/>
                </a:lnTo>
                <a:lnTo>
                  <a:pt x="3442" y="4289"/>
                </a:lnTo>
                <a:lnTo>
                  <a:pt x="3443" y="4289"/>
                </a:lnTo>
                <a:lnTo>
                  <a:pt x="3444" y="4289"/>
                </a:lnTo>
                <a:lnTo>
                  <a:pt x="3445" y="4289"/>
                </a:lnTo>
                <a:lnTo>
                  <a:pt x="3446" y="4289"/>
                </a:lnTo>
                <a:lnTo>
                  <a:pt x="3447" y="4289"/>
                </a:lnTo>
                <a:lnTo>
                  <a:pt x="3448" y="4289"/>
                </a:lnTo>
                <a:lnTo>
                  <a:pt x="3449" y="4289"/>
                </a:lnTo>
                <a:lnTo>
                  <a:pt x="3450" y="4289"/>
                </a:lnTo>
                <a:lnTo>
                  <a:pt x="3451" y="4289"/>
                </a:lnTo>
                <a:lnTo>
                  <a:pt x="3452" y="4289"/>
                </a:lnTo>
                <a:lnTo>
                  <a:pt x="3453" y="4289"/>
                </a:lnTo>
                <a:lnTo>
                  <a:pt x="3454" y="4289"/>
                </a:lnTo>
                <a:lnTo>
                  <a:pt x="3455" y="4289"/>
                </a:lnTo>
                <a:lnTo>
                  <a:pt x="3456" y="4289"/>
                </a:lnTo>
                <a:lnTo>
                  <a:pt x="3457" y="4289"/>
                </a:lnTo>
                <a:lnTo>
                  <a:pt x="3458" y="4289"/>
                </a:lnTo>
                <a:lnTo>
                  <a:pt x="3459" y="4289"/>
                </a:lnTo>
                <a:lnTo>
                  <a:pt x="3460" y="4289"/>
                </a:lnTo>
                <a:lnTo>
                  <a:pt x="3461" y="4289"/>
                </a:lnTo>
                <a:lnTo>
                  <a:pt x="3462" y="4289"/>
                </a:lnTo>
                <a:lnTo>
                  <a:pt x="3463" y="4289"/>
                </a:lnTo>
                <a:lnTo>
                  <a:pt x="3464" y="4289"/>
                </a:lnTo>
                <a:lnTo>
                  <a:pt x="3465" y="4289"/>
                </a:lnTo>
                <a:lnTo>
                  <a:pt x="3466" y="4289"/>
                </a:lnTo>
                <a:lnTo>
                  <a:pt x="3467" y="4289"/>
                </a:lnTo>
                <a:lnTo>
                  <a:pt x="3468" y="4289"/>
                </a:lnTo>
                <a:lnTo>
                  <a:pt x="3469" y="4289"/>
                </a:lnTo>
                <a:lnTo>
                  <a:pt x="3470" y="4289"/>
                </a:lnTo>
                <a:lnTo>
                  <a:pt x="3471" y="4289"/>
                </a:lnTo>
                <a:lnTo>
                  <a:pt x="3472" y="4289"/>
                </a:lnTo>
                <a:lnTo>
                  <a:pt x="3473" y="4289"/>
                </a:lnTo>
                <a:lnTo>
                  <a:pt x="3474" y="4289"/>
                </a:lnTo>
                <a:lnTo>
                  <a:pt x="3475" y="4289"/>
                </a:lnTo>
                <a:lnTo>
                  <a:pt x="3476" y="4289"/>
                </a:lnTo>
                <a:lnTo>
                  <a:pt x="3477" y="4289"/>
                </a:lnTo>
                <a:lnTo>
                  <a:pt x="3478" y="4289"/>
                </a:lnTo>
                <a:lnTo>
                  <a:pt x="3479" y="4289"/>
                </a:lnTo>
                <a:lnTo>
                  <a:pt x="3480" y="4289"/>
                </a:lnTo>
                <a:lnTo>
                  <a:pt x="3481" y="4289"/>
                </a:lnTo>
                <a:lnTo>
                  <a:pt x="3482" y="4289"/>
                </a:lnTo>
                <a:lnTo>
                  <a:pt x="3483" y="4289"/>
                </a:lnTo>
                <a:lnTo>
                  <a:pt x="3484" y="4289"/>
                </a:lnTo>
                <a:lnTo>
                  <a:pt x="3485" y="4289"/>
                </a:lnTo>
                <a:lnTo>
                  <a:pt x="3486" y="4289"/>
                </a:lnTo>
                <a:lnTo>
                  <a:pt x="3487" y="4289"/>
                </a:lnTo>
                <a:lnTo>
                  <a:pt x="3488" y="4289"/>
                </a:lnTo>
                <a:lnTo>
                  <a:pt x="3489" y="4289"/>
                </a:lnTo>
                <a:lnTo>
                  <a:pt x="3490" y="4289"/>
                </a:lnTo>
                <a:lnTo>
                  <a:pt x="3491" y="4289"/>
                </a:lnTo>
                <a:lnTo>
                  <a:pt x="3492" y="4289"/>
                </a:lnTo>
                <a:lnTo>
                  <a:pt x="3493" y="4289"/>
                </a:lnTo>
                <a:lnTo>
                  <a:pt x="3494" y="4289"/>
                </a:lnTo>
                <a:lnTo>
                  <a:pt x="3495" y="4289"/>
                </a:lnTo>
                <a:lnTo>
                  <a:pt x="3496" y="4289"/>
                </a:lnTo>
                <a:lnTo>
                  <a:pt x="3497" y="4289"/>
                </a:lnTo>
                <a:lnTo>
                  <a:pt x="3498" y="4289"/>
                </a:lnTo>
                <a:lnTo>
                  <a:pt x="3499" y="4289"/>
                </a:lnTo>
                <a:lnTo>
                  <a:pt x="3500" y="4289"/>
                </a:lnTo>
                <a:lnTo>
                  <a:pt x="3501" y="4289"/>
                </a:lnTo>
                <a:lnTo>
                  <a:pt x="3502" y="4289"/>
                </a:lnTo>
                <a:lnTo>
                  <a:pt x="3503" y="4289"/>
                </a:lnTo>
                <a:lnTo>
                  <a:pt x="3504" y="4289"/>
                </a:lnTo>
                <a:lnTo>
                  <a:pt x="3505" y="4289"/>
                </a:lnTo>
                <a:lnTo>
                  <a:pt x="3506" y="4289"/>
                </a:lnTo>
                <a:lnTo>
                  <a:pt x="3507" y="4289"/>
                </a:lnTo>
                <a:lnTo>
                  <a:pt x="3508" y="4289"/>
                </a:lnTo>
                <a:lnTo>
                  <a:pt x="3509" y="4289"/>
                </a:lnTo>
                <a:lnTo>
                  <a:pt x="3510" y="4289"/>
                </a:lnTo>
                <a:lnTo>
                  <a:pt x="3511" y="4289"/>
                </a:lnTo>
                <a:lnTo>
                  <a:pt x="3512" y="4289"/>
                </a:lnTo>
                <a:lnTo>
                  <a:pt x="3513" y="4289"/>
                </a:lnTo>
                <a:lnTo>
                  <a:pt x="3514" y="4289"/>
                </a:lnTo>
                <a:lnTo>
                  <a:pt x="3515" y="4289"/>
                </a:lnTo>
                <a:lnTo>
                  <a:pt x="3516" y="4289"/>
                </a:lnTo>
                <a:lnTo>
                  <a:pt x="3517" y="4289"/>
                </a:lnTo>
                <a:lnTo>
                  <a:pt x="3518" y="4289"/>
                </a:lnTo>
                <a:lnTo>
                  <a:pt x="3519" y="4289"/>
                </a:lnTo>
                <a:lnTo>
                  <a:pt x="3520" y="4289"/>
                </a:lnTo>
                <a:lnTo>
                  <a:pt x="3521" y="4289"/>
                </a:lnTo>
                <a:lnTo>
                  <a:pt x="3522" y="4289"/>
                </a:lnTo>
                <a:lnTo>
                  <a:pt x="3523" y="4289"/>
                </a:lnTo>
                <a:lnTo>
                  <a:pt x="3524" y="4289"/>
                </a:lnTo>
                <a:lnTo>
                  <a:pt x="3525" y="4289"/>
                </a:lnTo>
                <a:lnTo>
                  <a:pt x="3526" y="4289"/>
                </a:lnTo>
                <a:lnTo>
                  <a:pt x="3527" y="4289"/>
                </a:lnTo>
                <a:lnTo>
                  <a:pt x="3528" y="4289"/>
                </a:lnTo>
                <a:lnTo>
                  <a:pt x="3529" y="4289"/>
                </a:lnTo>
                <a:lnTo>
                  <a:pt x="3530" y="4289"/>
                </a:lnTo>
                <a:lnTo>
                  <a:pt x="3531" y="4289"/>
                </a:lnTo>
                <a:lnTo>
                  <a:pt x="3532" y="4289"/>
                </a:lnTo>
                <a:lnTo>
                  <a:pt x="3533" y="4289"/>
                </a:lnTo>
                <a:lnTo>
                  <a:pt x="3534" y="4289"/>
                </a:lnTo>
                <a:lnTo>
                  <a:pt x="3535" y="4289"/>
                </a:lnTo>
                <a:lnTo>
                  <a:pt x="3536" y="4289"/>
                </a:lnTo>
                <a:lnTo>
                  <a:pt x="3537" y="4289"/>
                </a:lnTo>
                <a:lnTo>
                  <a:pt x="3538" y="4289"/>
                </a:lnTo>
                <a:lnTo>
                  <a:pt x="3539" y="4289"/>
                </a:lnTo>
                <a:lnTo>
                  <a:pt x="3540" y="4289"/>
                </a:lnTo>
                <a:lnTo>
                  <a:pt x="3541" y="4289"/>
                </a:lnTo>
                <a:lnTo>
                  <a:pt x="3542" y="4289"/>
                </a:lnTo>
                <a:lnTo>
                  <a:pt x="3543" y="4289"/>
                </a:lnTo>
                <a:lnTo>
                  <a:pt x="3544" y="4289"/>
                </a:lnTo>
                <a:lnTo>
                  <a:pt x="3545" y="4289"/>
                </a:lnTo>
                <a:lnTo>
                  <a:pt x="3546" y="4289"/>
                </a:lnTo>
                <a:lnTo>
                  <a:pt x="3547" y="4289"/>
                </a:lnTo>
                <a:lnTo>
                  <a:pt x="3548" y="4289"/>
                </a:lnTo>
                <a:lnTo>
                  <a:pt x="3549" y="4289"/>
                </a:lnTo>
                <a:lnTo>
                  <a:pt x="3550" y="4289"/>
                </a:lnTo>
                <a:lnTo>
                  <a:pt x="3551" y="4289"/>
                </a:lnTo>
                <a:lnTo>
                  <a:pt x="3552" y="4289"/>
                </a:lnTo>
                <a:lnTo>
                  <a:pt x="3553" y="4289"/>
                </a:lnTo>
                <a:lnTo>
                  <a:pt x="3554" y="4289"/>
                </a:lnTo>
                <a:lnTo>
                  <a:pt x="3555" y="4289"/>
                </a:lnTo>
                <a:lnTo>
                  <a:pt x="3556" y="4289"/>
                </a:lnTo>
                <a:lnTo>
                  <a:pt x="3557" y="4289"/>
                </a:lnTo>
                <a:lnTo>
                  <a:pt x="3558" y="4289"/>
                </a:lnTo>
                <a:lnTo>
                  <a:pt x="3559" y="4289"/>
                </a:lnTo>
                <a:lnTo>
                  <a:pt x="3560" y="4289"/>
                </a:lnTo>
                <a:lnTo>
                  <a:pt x="3561" y="4289"/>
                </a:lnTo>
                <a:lnTo>
                  <a:pt x="3562" y="4289"/>
                </a:lnTo>
                <a:lnTo>
                  <a:pt x="3563" y="4289"/>
                </a:lnTo>
                <a:lnTo>
                  <a:pt x="3564" y="4289"/>
                </a:lnTo>
                <a:lnTo>
                  <a:pt x="3565" y="4289"/>
                </a:lnTo>
                <a:lnTo>
                  <a:pt x="3566" y="4289"/>
                </a:lnTo>
                <a:lnTo>
                  <a:pt x="3567" y="4289"/>
                </a:lnTo>
                <a:lnTo>
                  <a:pt x="3568" y="4289"/>
                </a:lnTo>
                <a:lnTo>
                  <a:pt x="3569" y="4289"/>
                </a:lnTo>
                <a:lnTo>
                  <a:pt x="3570" y="4289"/>
                </a:lnTo>
                <a:lnTo>
                  <a:pt x="3571" y="4289"/>
                </a:lnTo>
                <a:lnTo>
                  <a:pt x="3572" y="4289"/>
                </a:lnTo>
                <a:lnTo>
                  <a:pt x="3573" y="4289"/>
                </a:lnTo>
                <a:lnTo>
                  <a:pt x="3574" y="4289"/>
                </a:lnTo>
                <a:lnTo>
                  <a:pt x="3575" y="4289"/>
                </a:lnTo>
                <a:lnTo>
                  <a:pt x="3576" y="4289"/>
                </a:lnTo>
                <a:lnTo>
                  <a:pt x="3577" y="4289"/>
                </a:lnTo>
                <a:lnTo>
                  <a:pt x="3578" y="4289"/>
                </a:lnTo>
                <a:lnTo>
                  <a:pt x="3579" y="4289"/>
                </a:lnTo>
                <a:lnTo>
                  <a:pt x="3580" y="4289"/>
                </a:lnTo>
                <a:lnTo>
                  <a:pt x="3581" y="4289"/>
                </a:lnTo>
                <a:lnTo>
                  <a:pt x="3582" y="4289"/>
                </a:lnTo>
                <a:lnTo>
                  <a:pt x="3583" y="4289"/>
                </a:lnTo>
                <a:lnTo>
                  <a:pt x="3584" y="4289"/>
                </a:lnTo>
                <a:lnTo>
                  <a:pt x="3585" y="4289"/>
                </a:lnTo>
                <a:lnTo>
                  <a:pt x="3586" y="4289"/>
                </a:lnTo>
                <a:lnTo>
                  <a:pt x="3587" y="4289"/>
                </a:lnTo>
                <a:lnTo>
                  <a:pt x="3588" y="4289"/>
                </a:lnTo>
                <a:lnTo>
                  <a:pt x="3589" y="4289"/>
                </a:lnTo>
                <a:lnTo>
                  <a:pt x="3590" y="4289"/>
                </a:lnTo>
                <a:lnTo>
                  <a:pt x="3591" y="4289"/>
                </a:lnTo>
                <a:lnTo>
                  <a:pt x="3592" y="4289"/>
                </a:lnTo>
                <a:lnTo>
                  <a:pt x="3593" y="4289"/>
                </a:lnTo>
                <a:lnTo>
                  <a:pt x="3594" y="4289"/>
                </a:lnTo>
                <a:lnTo>
                  <a:pt x="3595" y="4289"/>
                </a:lnTo>
                <a:lnTo>
                  <a:pt x="3596" y="4289"/>
                </a:lnTo>
                <a:lnTo>
                  <a:pt x="3597" y="4289"/>
                </a:lnTo>
                <a:lnTo>
                  <a:pt x="3598" y="4289"/>
                </a:lnTo>
                <a:lnTo>
                  <a:pt x="3599" y="4289"/>
                </a:lnTo>
                <a:lnTo>
                  <a:pt x="3600" y="4289"/>
                </a:lnTo>
                <a:lnTo>
                  <a:pt x="3601" y="4289"/>
                </a:lnTo>
                <a:lnTo>
                  <a:pt x="3602" y="4289"/>
                </a:lnTo>
                <a:lnTo>
                  <a:pt x="3603" y="4289"/>
                </a:lnTo>
                <a:lnTo>
                  <a:pt x="3604" y="4289"/>
                </a:lnTo>
                <a:lnTo>
                  <a:pt x="3605" y="4289"/>
                </a:lnTo>
                <a:lnTo>
                  <a:pt x="3606" y="4289"/>
                </a:lnTo>
                <a:lnTo>
                  <a:pt x="3607" y="4289"/>
                </a:lnTo>
                <a:lnTo>
                  <a:pt x="3608" y="4289"/>
                </a:lnTo>
                <a:lnTo>
                  <a:pt x="3609" y="4289"/>
                </a:lnTo>
                <a:lnTo>
                  <a:pt x="3610" y="4289"/>
                </a:lnTo>
                <a:lnTo>
                  <a:pt x="3611" y="4289"/>
                </a:lnTo>
                <a:lnTo>
                  <a:pt x="3612" y="4289"/>
                </a:lnTo>
                <a:lnTo>
                  <a:pt x="3613" y="4289"/>
                </a:lnTo>
                <a:lnTo>
                  <a:pt x="3614" y="4289"/>
                </a:lnTo>
                <a:lnTo>
                  <a:pt x="3615" y="4289"/>
                </a:lnTo>
                <a:lnTo>
                  <a:pt x="3616" y="4289"/>
                </a:lnTo>
                <a:lnTo>
                  <a:pt x="3617" y="4289"/>
                </a:lnTo>
                <a:lnTo>
                  <a:pt x="3618" y="4289"/>
                </a:lnTo>
                <a:lnTo>
                  <a:pt x="3619" y="4289"/>
                </a:lnTo>
                <a:lnTo>
                  <a:pt x="3620" y="4289"/>
                </a:lnTo>
                <a:lnTo>
                  <a:pt x="3621" y="4289"/>
                </a:lnTo>
                <a:lnTo>
                  <a:pt x="3622" y="4289"/>
                </a:lnTo>
                <a:lnTo>
                  <a:pt x="3623" y="4289"/>
                </a:lnTo>
                <a:lnTo>
                  <a:pt x="3624" y="4289"/>
                </a:lnTo>
                <a:lnTo>
                  <a:pt x="3625" y="4289"/>
                </a:lnTo>
                <a:lnTo>
                  <a:pt x="3626" y="4289"/>
                </a:lnTo>
                <a:lnTo>
                  <a:pt x="3627" y="4289"/>
                </a:lnTo>
                <a:lnTo>
                  <a:pt x="3628" y="4289"/>
                </a:lnTo>
                <a:lnTo>
                  <a:pt x="3629" y="4289"/>
                </a:lnTo>
                <a:lnTo>
                  <a:pt x="3630" y="4289"/>
                </a:lnTo>
                <a:lnTo>
                  <a:pt x="3631" y="4289"/>
                </a:lnTo>
                <a:lnTo>
                  <a:pt x="3632" y="4289"/>
                </a:lnTo>
                <a:lnTo>
                  <a:pt x="3633" y="4289"/>
                </a:lnTo>
                <a:lnTo>
                  <a:pt x="3634" y="4289"/>
                </a:lnTo>
                <a:lnTo>
                  <a:pt x="3635" y="4289"/>
                </a:lnTo>
                <a:lnTo>
                  <a:pt x="3636" y="4289"/>
                </a:lnTo>
                <a:lnTo>
                  <a:pt x="3637" y="4289"/>
                </a:lnTo>
                <a:lnTo>
                  <a:pt x="3638" y="4289"/>
                </a:lnTo>
                <a:lnTo>
                  <a:pt x="3639" y="4289"/>
                </a:lnTo>
                <a:lnTo>
                  <a:pt x="3640" y="4289"/>
                </a:lnTo>
                <a:lnTo>
                  <a:pt x="3641" y="4289"/>
                </a:lnTo>
                <a:lnTo>
                  <a:pt x="3642" y="4289"/>
                </a:lnTo>
                <a:lnTo>
                  <a:pt x="3643" y="4289"/>
                </a:lnTo>
                <a:lnTo>
                  <a:pt x="3644" y="4289"/>
                </a:lnTo>
                <a:lnTo>
                  <a:pt x="3645" y="4289"/>
                </a:lnTo>
                <a:lnTo>
                  <a:pt x="3646" y="4289"/>
                </a:lnTo>
                <a:lnTo>
                  <a:pt x="3647" y="4289"/>
                </a:lnTo>
                <a:lnTo>
                  <a:pt x="3648" y="4289"/>
                </a:lnTo>
                <a:lnTo>
                  <a:pt x="3649" y="4289"/>
                </a:lnTo>
                <a:lnTo>
                  <a:pt x="3650" y="4289"/>
                </a:lnTo>
                <a:lnTo>
                  <a:pt x="3651" y="4289"/>
                </a:lnTo>
                <a:lnTo>
                  <a:pt x="3652" y="4289"/>
                </a:lnTo>
                <a:lnTo>
                  <a:pt x="3653" y="4289"/>
                </a:lnTo>
                <a:lnTo>
                  <a:pt x="3654" y="4289"/>
                </a:lnTo>
                <a:lnTo>
                  <a:pt x="3655" y="4289"/>
                </a:lnTo>
                <a:lnTo>
                  <a:pt x="3656" y="4289"/>
                </a:lnTo>
                <a:lnTo>
                  <a:pt x="3657" y="4289"/>
                </a:lnTo>
                <a:lnTo>
                  <a:pt x="3658" y="4289"/>
                </a:lnTo>
                <a:lnTo>
                  <a:pt x="3659" y="4289"/>
                </a:lnTo>
                <a:lnTo>
                  <a:pt x="3660" y="4289"/>
                </a:lnTo>
                <a:lnTo>
                  <a:pt x="3661" y="4289"/>
                </a:lnTo>
                <a:lnTo>
                  <a:pt x="3662" y="4289"/>
                </a:lnTo>
                <a:lnTo>
                  <a:pt x="3663" y="4289"/>
                </a:lnTo>
                <a:lnTo>
                  <a:pt x="3664" y="4289"/>
                </a:lnTo>
                <a:lnTo>
                  <a:pt x="3665" y="4289"/>
                </a:lnTo>
                <a:lnTo>
                  <a:pt x="3666" y="4289"/>
                </a:lnTo>
                <a:lnTo>
                  <a:pt x="3667" y="4289"/>
                </a:lnTo>
                <a:lnTo>
                  <a:pt x="3668" y="4289"/>
                </a:lnTo>
                <a:lnTo>
                  <a:pt x="3669" y="4289"/>
                </a:lnTo>
                <a:lnTo>
                  <a:pt x="3670" y="4289"/>
                </a:lnTo>
                <a:lnTo>
                  <a:pt x="3671" y="4289"/>
                </a:lnTo>
                <a:lnTo>
                  <a:pt x="3672" y="4289"/>
                </a:lnTo>
                <a:lnTo>
                  <a:pt x="3673" y="4289"/>
                </a:lnTo>
                <a:lnTo>
                  <a:pt x="3674" y="4289"/>
                </a:lnTo>
                <a:lnTo>
                  <a:pt x="3675" y="4289"/>
                </a:lnTo>
                <a:lnTo>
                  <a:pt x="3676" y="4289"/>
                </a:lnTo>
                <a:lnTo>
                  <a:pt x="3677" y="4289"/>
                </a:lnTo>
                <a:lnTo>
                  <a:pt x="3678" y="4289"/>
                </a:lnTo>
                <a:lnTo>
                  <a:pt x="3679" y="4289"/>
                </a:lnTo>
                <a:lnTo>
                  <a:pt x="3680" y="4289"/>
                </a:lnTo>
                <a:lnTo>
                  <a:pt x="3681" y="4289"/>
                </a:lnTo>
                <a:lnTo>
                  <a:pt x="3682" y="4289"/>
                </a:lnTo>
                <a:lnTo>
                  <a:pt x="3683" y="4289"/>
                </a:lnTo>
                <a:lnTo>
                  <a:pt x="3684" y="4289"/>
                </a:lnTo>
                <a:lnTo>
                  <a:pt x="3685" y="4289"/>
                </a:lnTo>
                <a:lnTo>
                  <a:pt x="3686" y="4289"/>
                </a:lnTo>
                <a:lnTo>
                  <a:pt x="3687" y="4289"/>
                </a:lnTo>
                <a:lnTo>
                  <a:pt x="3688" y="4289"/>
                </a:lnTo>
                <a:lnTo>
                  <a:pt x="3689" y="4289"/>
                </a:lnTo>
                <a:lnTo>
                  <a:pt x="3690" y="4289"/>
                </a:lnTo>
                <a:lnTo>
                  <a:pt x="3691" y="4289"/>
                </a:lnTo>
                <a:lnTo>
                  <a:pt x="3692" y="4289"/>
                </a:lnTo>
                <a:lnTo>
                  <a:pt x="3693" y="4289"/>
                </a:lnTo>
                <a:lnTo>
                  <a:pt x="3694" y="4289"/>
                </a:lnTo>
                <a:lnTo>
                  <a:pt x="3695" y="4289"/>
                </a:lnTo>
                <a:lnTo>
                  <a:pt x="3696" y="4289"/>
                </a:lnTo>
                <a:lnTo>
                  <a:pt x="3697" y="4289"/>
                </a:lnTo>
                <a:lnTo>
                  <a:pt x="3698" y="4289"/>
                </a:lnTo>
                <a:lnTo>
                  <a:pt x="3699" y="4289"/>
                </a:lnTo>
                <a:lnTo>
                  <a:pt x="3700" y="4289"/>
                </a:lnTo>
                <a:lnTo>
                  <a:pt x="3701" y="4289"/>
                </a:lnTo>
                <a:lnTo>
                  <a:pt x="3702" y="4289"/>
                </a:lnTo>
                <a:lnTo>
                  <a:pt x="3703" y="4289"/>
                </a:lnTo>
                <a:lnTo>
                  <a:pt x="3704" y="4289"/>
                </a:lnTo>
                <a:lnTo>
                  <a:pt x="3705" y="4289"/>
                </a:lnTo>
                <a:lnTo>
                  <a:pt x="3706" y="4289"/>
                </a:lnTo>
                <a:lnTo>
                  <a:pt x="3707" y="4289"/>
                </a:lnTo>
                <a:lnTo>
                  <a:pt x="3708" y="4289"/>
                </a:lnTo>
                <a:lnTo>
                  <a:pt x="3709" y="4289"/>
                </a:lnTo>
                <a:lnTo>
                  <a:pt x="3710" y="4289"/>
                </a:lnTo>
                <a:lnTo>
                  <a:pt x="3711" y="4289"/>
                </a:lnTo>
                <a:lnTo>
                  <a:pt x="3712" y="4289"/>
                </a:lnTo>
                <a:lnTo>
                  <a:pt x="3713" y="4289"/>
                </a:lnTo>
                <a:lnTo>
                  <a:pt x="3714" y="4289"/>
                </a:lnTo>
                <a:lnTo>
                  <a:pt x="3715" y="4289"/>
                </a:lnTo>
                <a:lnTo>
                  <a:pt x="3716" y="4289"/>
                </a:lnTo>
                <a:lnTo>
                  <a:pt x="3717" y="4289"/>
                </a:lnTo>
                <a:lnTo>
                  <a:pt x="3718" y="4289"/>
                </a:lnTo>
                <a:lnTo>
                  <a:pt x="3719" y="4289"/>
                </a:lnTo>
                <a:lnTo>
                  <a:pt x="3720" y="4289"/>
                </a:lnTo>
                <a:lnTo>
                  <a:pt x="3721" y="4289"/>
                </a:lnTo>
                <a:lnTo>
                  <a:pt x="3722" y="4289"/>
                </a:lnTo>
                <a:lnTo>
                  <a:pt x="3723" y="4289"/>
                </a:lnTo>
                <a:lnTo>
                  <a:pt x="3724" y="4289"/>
                </a:lnTo>
                <a:lnTo>
                  <a:pt x="3725" y="4289"/>
                </a:lnTo>
                <a:lnTo>
                  <a:pt x="3726" y="4289"/>
                </a:lnTo>
                <a:lnTo>
                  <a:pt x="3727" y="4289"/>
                </a:lnTo>
                <a:lnTo>
                  <a:pt x="3728" y="4289"/>
                </a:lnTo>
                <a:lnTo>
                  <a:pt x="3729" y="4289"/>
                </a:lnTo>
                <a:lnTo>
                  <a:pt x="3730" y="4289"/>
                </a:lnTo>
                <a:lnTo>
                  <a:pt x="3731" y="4289"/>
                </a:lnTo>
                <a:lnTo>
                  <a:pt x="3732" y="4289"/>
                </a:lnTo>
                <a:lnTo>
                  <a:pt x="3733" y="4289"/>
                </a:lnTo>
                <a:lnTo>
                  <a:pt x="3734" y="4289"/>
                </a:lnTo>
                <a:lnTo>
                  <a:pt x="3735" y="4289"/>
                </a:lnTo>
                <a:lnTo>
                  <a:pt x="3736" y="4289"/>
                </a:lnTo>
                <a:lnTo>
                  <a:pt x="3737" y="4289"/>
                </a:lnTo>
                <a:lnTo>
                  <a:pt x="3738" y="4289"/>
                </a:lnTo>
                <a:lnTo>
                  <a:pt x="3739" y="4289"/>
                </a:lnTo>
                <a:lnTo>
                  <a:pt x="3740" y="4289"/>
                </a:lnTo>
                <a:lnTo>
                  <a:pt x="3741" y="4289"/>
                </a:lnTo>
                <a:lnTo>
                  <a:pt x="3742" y="4289"/>
                </a:lnTo>
                <a:lnTo>
                  <a:pt x="3743" y="4289"/>
                </a:lnTo>
                <a:lnTo>
                  <a:pt x="3744" y="4289"/>
                </a:lnTo>
                <a:lnTo>
                  <a:pt x="3745" y="4289"/>
                </a:lnTo>
                <a:lnTo>
                  <a:pt x="3746" y="4289"/>
                </a:lnTo>
                <a:lnTo>
                  <a:pt x="3747" y="4289"/>
                </a:lnTo>
                <a:lnTo>
                  <a:pt x="3748" y="4289"/>
                </a:lnTo>
                <a:lnTo>
                  <a:pt x="3749" y="4289"/>
                </a:lnTo>
                <a:lnTo>
                  <a:pt x="3750" y="4289"/>
                </a:lnTo>
                <a:lnTo>
                  <a:pt x="3751" y="4289"/>
                </a:lnTo>
                <a:lnTo>
                  <a:pt x="3752" y="4289"/>
                </a:lnTo>
                <a:lnTo>
                  <a:pt x="3753" y="4289"/>
                </a:lnTo>
                <a:lnTo>
                  <a:pt x="3754" y="4289"/>
                </a:lnTo>
                <a:lnTo>
                  <a:pt x="3755" y="4289"/>
                </a:lnTo>
                <a:lnTo>
                  <a:pt x="3756" y="4289"/>
                </a:lnTo>
                <a:lnTo>
                  <a:pt x="3757" y="4289"/>
                </a:lnTo>
                <a:lnTo>
                  <a:pt x="3758" y="4289"/>
                </a:lnTo>
                <a:lnTo>
                  <a:pt x="3759" y="4289"/>
                </a:lnTo>
                <a:lnTo>
                  <a:pt x="3760" y="4289"/>
                </a:lnTo>
                <a:lnTo>
                  <a:pt x="3761" y="4289"/>
                </a:lnTo>
                <a:lnTo>
                  <a:pt x="3762" y="4289"/>
                </a:lnTo>
                <a:lnTo>
                  <a:pt x="3763" y="4289"/>
                </a:lnTo>
                <a:lnTo>
                  <a:pt x="3764" y="4289"/>
                </a:lnTo>
                <a:lnTo>
                  <a:pt x="3765" y="4289"/>
                </a:lnTo>
                <a:lnTo>
                  <a:pt x="3766" y="4289"/>
                </a:lnTo>
                <a:lnTo>
                  <a:pt x="3767" y="4289"/>
                </a:lnTo>
                <a:lnTo>
                  <a:pt x="3768" y="4289"/>
                </a:lnTo>
                <a:lnTo>
                  <a:pt x="3769" y="4289"/>
                </a:lnTo>
                <a:lnTo>
                  <a:pt x="3770" y="4289"/>
                </a:lnTo>
                <a:lnTo>
                  <a:pt x="3771" y="4289"/>
                </a:lnTo>
                <a:lnTo>
                  <a:pt x="3772" y="4289"/>
                </a:lnTo>
                <a:lnTo>
                  <a:pt x="3773" y="4289"/>
                </a:lnTo>
                <a:lnTo>
                  <a:pt x="3774" y="4289"/>
                </a:lnTo>
                <a:lnTo>
                  <a:pt x="3775" y="4289"/>
                </a:lnTo>
                <a:lnTo>
                  <a:pt x="3776" y="4289"/>
                </a:lnTo>
                <a:lnTo>
                  <a:pt x="3777" y="4289"/>
                </a:lnTo>
                <a:lnTo>
                  <a:pt x="3778" y="4289"/>
                </a:lnTo>
                <a:lnTo>
                  <a:pt x="3779" y="4289"/>
                </a:lnTo>
                <a:lnTo>
                  <a:pt x="3780" y="4289"/>
                </a:lnTo>
                <a:lnTo>
                  <a:pt x="3781" y="4289"/>
                </a:lnTo>
                <a:lnTo>
                  <a:pt x="3782" y="4289"/>
                </a:lnTo>
                <a:lnTo>
                  <a:pt x="3783" y="4289"/>
                </a:lnTo>
                <a:lnTo>
                  <a:pt x="3784" y="4289"/>
                </a:lnTo>
                <a:lnTo>
                  <a:pt x="3785" y="4289"/>
                </a:lnTo>
                <a:lnTo>
                  <a:pt x="3786" y="4289"/>
                </a:lnTo>
                <a:lnTo>
                  <a:pt x="3787" y="4289"/>
                </a:lnTo>
                <a:lnTo>
                  <a:pt x="3788" y="4289"/>
                </a:lnTo>
                <a:lnTo>
                  <a:pt x="3789" y="4289"/>
                </a:lnTo>
                <a:lnTo>
                  <a:pt x="3790" y="4289"/>
                </a:lnTo>
                <a:lnTo>
                  <a:pt x="3791" y="4289"/>
                </a:lnTo>
                <a:lnTo>
                  <a:pt x="3792" y="4289"/>
                </a:lnTo>
                <a:lnTo>
                  <a:pt x="3793" y="4289"/>
                </a:lnTo>
                <a:lnTo>
                  <a:pt x="3794" y="4289"/>
                </a:lnTo>
                <a:lnTo>
                  <a:pt x="3795" y="4289"/>
                </a:lnTo>
                <a:lnTo>
                  <a:pt x="3796" y="4289"/>
                </a:lnTo>
                <a:lnTo>
                  <a:pt x="3797" y="4289"/>
                </a:lnTo>
                <a:lnTo>
                  <a:pt x="3798" y="4289"/>
                </a:lnTo>
                <a:lnTo>
                  <a:pt x="3799" y="4289"/>
                </a:lnTo>
                <a:lnTo>
                  <a:pt x="3800" y="4289"/>
                </a:lnTo>
                <a:lnTo>
                  <a:pt x="3801" y="4289"/>
                </a:lnTo>
                <a:lnTo>
                  <a:pt x="3802" y="4289"/>
                </a:lnTo>
                <a:lnTo>
                  <a:pt x="3803" y="4289"/>
                </a:lnTo>
                <a:lnTo>
                  <a:pt x="3804" y="4289"/>
                </a:lnTo>
                <a:lnTo>
                  <a:pt x="3805" y="4289"/>
                </a:lnTo>
                <a:lnTo>
                  <a:pt x="3806" y="4289"/>
                </a:lnTo>
                <a:lnTo>
                  <a:pt x="3807" y="4289"/>
                </a:lnTo>
                <a:lnTo>
                  <a:pt x="3808" y="4289"/>
                </a:lnTo>
                <a:lnTo>
                  <a:pt x="3809" y="4289"/>
                </a:lnTo>
                <a:lnTo>
                  <a:pt x="3810" y="4289"/>
                </a:lnTo>
                <a:lnTo>
                  <a:pt x="3811" y="4289"/>
                </a:lnTo>
                <a:lnTo>
                  <a:pt x="3812" y="4289"/>
                </a:lnTo>
                <a:lnTo>
                  <a:pt x="3813" y="4289"/>
                </a:lnTo>
                <a:lnTo>
                  <a:pt x="3814" y="4289"/>
                </a:lnTo>
                <a:lnTo>
                  <a:pt x="3815" y="4289"/>
                </a:lnTo>
                <a:lnTo>
                  <a:pt x="3816" y="4289"/>
                </a:lnTo>
                <a:lnTo>
                  <a:pt x="3817" y="4289"/>
                </a:lnTo>
                <a:lnTo>
                  <a:pt x="3818" y="4289"/>
                </a:lnTo>
                <a:lnTo>
                  <a:pt x="3819" y="4289"/>
                </a:lnTo>
                <a:lnTo>
                  <a:pt x="3820" y="4289"/>
                </a:lnTo>
                <a:lnTo>
                  <a:pt x="3821" y="4289"/>
                </a:lnTo>
                <a:lnTo>
                  <a:pt x="3822" y="4289"/>
                </a:lnTo>
                <a:lnTo>
                  <a:pt x="3823" y="4289"/>
                </a:lnTo>
                <a:lnTo>
                  <a:pt x="3824" y="4289"/>
                </a:lnTo>
                <a:lnTo>
                  <a:pt x="3825" y="4289"/>
                </a:lnTo>
                <a:lnTo>
                  <a:pt x="3826" y="4289"/>
                </a:lnTo>
                <a:lnTo>
                  <a:pt x="3827" y="4289"/>
                </a:lnTo>
                <a:lnTo>
                  <a:pt x="3829" y="4289"/>
                </a:lnTo>
                <a:lnTo>
                  <a:pt x="3830" y="4289"/>
                </a:lnTo>
                <a:lnTo>
                  <a:pt x="3831" y="4289"/>
                </a:lnTo>
                <a:lnTo>
                  <a:pt x="3832" y="4289"/>
                </a:lnTo>
                <a:lnTo>
                  <a:pt x="3833" y="4289"/>
                </a:lnTo>
                <a:lnTo>
                  <a:pt x="3834" y="4289"/>
                </a:lnTo>
                <a:lnTo>
                  <a:pt x="3835" y="4289"/>
                </a:lnTo>
                <a:lnTo>
                  <a:pt x="3836" y="4289"/>
                </a:lnTo>
                <a:lnTo>
                  <a:pt x="3837" y="4289"/>
                </a:lnTo>
                <a:lnTo>
                  <a:pt x="3838" y="4289"/>
                </a:lnTo>
                <a:lnTo>
                  <a:pt x="3839" y="4289"/>
                </a:lnTo>
                <a:lnTo>
                  <a:pt x="3840" y="4289"/>
                </a:lnTo>
                <a:lnTo>
                  <a:pt x="3841" y="4289"/>
                </a:lnTo>
                <a:lnTo>
                  <a:pt x="3842" y="4289"/>
                </a:lnTo>
                <a:lnTo>
                  <a:pt x="3843" y="4289"/>
                </a:lnTo>
                <a:lnTo>
                  <a:pt x="3844" y="4289"/>
                </a:lnTo>
                <a:lnTo>
                  <a:pt x="3845" y="4289"/>
                </a:lnTo>
                <a:lnTo>
                  <a:pt x="3846" y="4289"/>
                </a:lnTo>
                <a:lnTo>
                  <a:pt x="3847" y="4289"/>
                </a:lnTo>
                <a:lnTo>
                  <a:pt x="3848" y="4289"/>
                </a:lnTo>
                <a:lnTo>
                  <a:pt x="3849" y="4289"/>
                </a:lnTo>
                <a:lnTo>
                  <a:pt x="3850" y="4289"/>
                </a:lnTo>
                <a:lnTo>
                  <a:pt x="3851" y="4289"/>
                </a:lnTo>
                <a:lnTo>
                  <a:pt x="3852" y="4289"/>
                </a:lnTo>
                <a:lnTo>
                  <a:pt x="3853" y="4289"/>
                </a:lnTo>
                <a:lnTo>
                  <a:pt x="3854" y="4289"/>
                </a:lnTo>
                <a:lnTo>
                  <a:pt x="3855" y="4289"/>
                </a:lnTo>
                <a:lnTo>
                  <a:pt x="3856" y="4289"/>
                </a:lnTo>
                <a:lnTo>
                  <a:pt x="3857" y="4289"/>
                </a:lnTo>
                <a:lnTo>
                  <a:pt x="3858" y="4289"/>
                </a:lnTo>
                <a:lnTo>
                  <a:pt x="3859" y="4289"/>
                </a:lnTo>
                <a:lnTo>
                  <a:pt x="3860" y="4289"/>
                </a:lnTo>
                <a:lnTo>
                  <a:pt x="3861" y="4289"/>
                </a:lnTo>
                <a:lnTo>
                  <a:pt x="3862" y="4289"/>
                </a:lnTo>
                <a:lnTo>
                  <a:pt x="3863" y="4289"/>
                </a:lnTo>
                <a:lnTo>
                  <a:pt x="3864" y="4289"/>
                </a:lnTo>
                <a:lnTo>
                  <a:pt x="3865" y="4289"/>
                </a:lnTo>
                <a:lnTo>
                  <a:pt x="3866" y="4289"/>
                </a:lnTo>
                <a:lnTo>
                  <a:pt x="3867" y="4289"/>
                </a:lnTo>
                <a:lnTo>
                  <a:pt x="3868" y="4289"/>
                </a:lnTo>
                <a:lnTo>
                  <a:pt x="3869" y="4289"/>
                </a:lnTo>
                <a:lnTo>
                  <a:pt x="3870" y="4289"/>
                </a:lnTo>
                <a:lnTo>
                  <a:pt x="3871" y="4289"/>
                </a:lnTo>
                <a:lnTo>
                  <a:pt x="3872" y="4289"/>
                </a:lnTo>
                <a:lnTo>
                  <a:pt x="3873" y="4289"/>
                </a:lnTo>
                <a:lnTo>
                  <a:pt x="3874" y="4289"/>
                </a:lnTo>
                <a:lnTo>
                  <a:pt x="3875" y="4289"/>
                </a:lnTo>
                <a:lnTo>
                  <a:pt x="3876" y="4289"/>
                </a:lnTo>
                <a:lnTo>
                  <a:pt x="3877" y="4289"/>
                </a:lnTo>
                <a:lnTo>
                  <a:pt x="3878" y="4289"/>
                </a:lnTo>
                <a:lnTo>
                  <a:pt x="3879" y="4289"/>
                </a:lnTo>
                <a:lnTo>
                  <a:pt x="3880" y="4289"/>
                </a:lnTo>
                <a:lnTo>
                  <a:pt x="3881" y="4289"/>
                </a:lnTo>
                <a:lnTo>
                  <a:pt x="3882" y="4289"/>
                </a:lnTo>
                <a:lnTo>
                  <a:pt x="3883" y="4289"/>
                </a:lnTo>
                <a:lnTo>
                  <a:pt x="3884" y="4289"/>
                </a:lnTo>
                <a:lnTo>
                  <a:pt x="3885" y="4289"/>
                </a:lnTo>
                <a:lnTo>
                  <a:pt x="3886" y="4289"/>
                </a:lnTo>
                <a:lnTo>
                  <a:pt x="3887" y="4289"/>
                </a:lnTo>
                <a:lnTo>
                  <a:pt x="3888" y="4289"/>
                </a:lnTo>
                <a:lnTo>
                  <a:pt x="3889" y="4289"/>
                </a:lnTo>
                <a:lnTo>
                  <a:pt x="3890" y="4289"/>
                </a:lnTo>
                <a:lnTo>
                  <a:pt x="3891" y="4289"/>
                </a:lnTo>
                <a:lnTo>
                  <a:pt x="3892" y="4289"/>
                </a:lnTo>
                <a:lnTo>
                  <a:pt x="3893" y="4289"/>
                </a:lnTo>
                <a:lnTo>
                  <a:pt x="3894" y="4289"/>
                </a:lnTo>
                <a:lnTo>
                  <a:pt x="3895" y="4289"/>
                </a:lnTo>
                <a:lnTo>
                  <a:pt x="3896" y="4289"/>
                </a:lnTo>
                <a:lnTo>
                  <a:pt x="3897" y="4289"/>
                </a:lnTo>
                <a:lnTo>
                  <a:pt x="3898" y="4289"/>
                </a:lnTo>
                <a:lnTo>
                  <a:pt x="3899" y="4289"/>
                </a:lnTo>
                <a:lnTo>
                  <a:pt x="3900" y="4289"/>
                </a:lnTo>
                <a:lnTo>
                  <a:pt x="3901" y="4289"/>
                </a:lnTo>
                <a:lnTo>
                  <a:pt x="3902" y="4289"/>
                </a:lnTo>
                <a:lnTo>
                  <a:pt x="3903" y="4289"/>
                </a:lnTo>
                <a:lnTo>
                  <a:pt x="3904" y="4289"/>
                </a:lnTo>
                <a:lnTo>
                  <a:pt x="3905" y="4289"/>
                </a:lnTo>
                <a:lnTo>
                  <a:pt x="3906" y="4289"/>
                </a:lnTo>
                <a:lnTo>
                  <a:pt x="3907" y="4289"/>
                </a:lnTo>
                <a:lnTo>
                  <a:pt x="3908" y="4289"/>
                </a:lnTo>
                <a:lnTo>
                  <a:pt x="3909" y="4289"/>
                </a:lnTo>
                <a:lnTo>
                  <a:pt x="3910" y="4289"/>
                </a:lnTo>
                <a:lnTo>
                  <a:pt x="3911" y="4289"/>
                </a:lnTo>
                <a:lnTo>
                  <a:pt x="3912" y="4289"/>
                </a:lnTo>
                <a:lnTo>
                  <a:pt x="3913" y="4289"/>
                </a:lnTo>
                <a:lnTo>
                  <a:pt x="3914" y="4289"/>
                </a:lnTo>
                <a:lnTo>
                  <a:pt x="3915" y="4289"/>
                </a:lnTo>
                <a:lnTo>
                  <a:pt x="3916" y="4289"/>
                </a:lnTo>
                <a:lnTo>
                  <a:pt x="3917" y="4289"/>
                </a:lnTo>
                <a:lnTo>
                  <a:pt x="3918" y="4289"/>
                </a:lnTo>
                <a:lnTo>
                  <a:pt x="3919" y="4289"/>
                </a:lnTo>
                <a:lnTo>
                  <a:pt x="3920" y="4289"/>
                </a:lnTo>
                <a:lnTo>
                  <a:pt x="3921" y="4289"/>
                </a:lnTo>
                <a:lnTo>
                  <a:pt x="3922" y="4289"/>
                </a:lnTo>
                <a:lnTo>
                  <a:pt x="3923" y="4289"/>
                </a:lnTo>
                <a:lnTo>
                  <a:pt x="3924" y="4289"/>
                </a:lnTo>
                <a:lnTo>
                  <a:pt x="3925" y="4289"/>
                </a:lnTo>
                <a:lnTo>
                  <a:pt x="3926" y="4289"/>
                </a:lnTo>
                <a:lnTo>
                  <a:pt x="3927" y="4289"/>
                </a:lnTo>
                <a:lnTo>
                  <a:pt x="3928" y="4289"/>
                </a:lnTo>
                <a:lnTo>
                  <a:pt x="3929" y="4289"/>
                </a:lnTo>
                <a:lnTo>
                  <a:pt x="3930" y="4289"/>
                </a:lnTo>
                <a:lnTo>
                  <a:pt x="3931" y="4289"/>
                </a:lnTo>
                <a:lnTo>
                  <a:pt x="3932" y="4289"/>
                </a:lnTo>
                <a:lnTo>
                  <a:pt x="3933" y="4289"/>
                </a:lnTo>
                <a:lnTo>
                  <a:pt x="3934" y="4289"/>
                </a:lnTo>
                <a:lnTo>
                  <a:pt x="3935" y="4289"/>
                </a:lnTo>
                <a:lnTo>
                  <a:pt x="3936" y="4289"/>
                </a:lnTo>
                <a:lnTo>
                  <a:pt x="3937" y="4289"/>
                </a:lnTo>
                <a:lnTo>
                  <a:pt x="3938" y="4289"/>
                </a:lnTo>
                <a:lnTo>
                  <a:pt x="3939" y="4289"/>
                </a:lnTo>
                <a:lnTo>
                  <a:pt x="3940" y="4289"/>
                </a:lnTo>
                <a:lnTo>
                  <a:pt x="3941" y="4289"/>
                </a:lnTo>
                <a:lnTo>
                  <a:pt x="3942" y="4289"/>
                </a:lnTo>
                <a:lnTo>
                  <a:pt x="3943" y="4289"/>
                </a:lnTo>
                <a:lnTo>
                  <a:pt x="3944" y="4289"/>
                </a:lnTo>
                <a:lnTo>
                  <a:pt x="3945" y="4289"/>
                </a:lnTo>
                <a:lnTo>
                  <a:pt x="3946" y="4289"/>
                </a:lnTo>
                <a:lnTo>
                  <a:pt x="3947" y="4289"/>
                </a:lnTo>
                <a:lnTo>
                  <a:pt x="3948" y="4289"/>
                </a:lnTo>
                <a:lnTo>
                  <a:pt x="3949" y="4289"/>
                </a:lnTo>
                <a:lnTo>
                  <a:pt x="3950" y="4289"/>
                </a:lnTo>
                <a:lnTo>
                  <a:pt x="3951" y="4289"/>
                </a:lnTo>
                <a:lnTo>
                  <a:pt x="3952" y="4289"/>
                </a:lnTo>
                <a:lnTo>
                  <a:pt x="3953" y="4289"/>
                </a:lnTo>
                <a:lnTo>
                  <a:pt x="3954" y="4289"/>
                </a:lnTo>
                <a:lnTo>
                  <a:pt x="3955" y="4289"/>
                </a:lnTo>
                <a:lnTo>
                  <a:pt x="3956" y="4289"/>
                </a:lnTo>
                <a:lnTo>
                  <a:pt x="3957" y="4289"/>
                </a:lnTo>
                <a:lnTo>
                  <a:pt x="3958" y="4289"/>
                </a:lnTo>
                <a:lnTo>
                  <a:pt x="3959" y="4289"/>
                </a:lnTo>
                <a:lnTo>
                  <a:pt x="3960" y="4289"/>
                </a:lnTo>
                <a:lnTo>
                  <a:pt x="3961" y="4289"/>
                </a:lnTo>
                <a:lnTo>
                  <a:pt x="3962" y="4289"/>
                </a:lnTo>
                <a:lnTo>
                  <a:pt x="3963" y="4289"/>
                </a:lnTo>
                <a:lnTo>
                  <a:pt x="3964" y="4289"/>
                </a:lnTo>
                <a:lnTo>
                  <a:pt x="3965" y="4289"/>
                </a:lnTo>
                <a:lnTo>
                  <a:pt x="3966" y="4289"/>
                </a:lnTo>
                <a:lnTo>
                  <a:pt x="3967" y="4289"/>
                </a:lnTo>
                <a:lnTo>
                  <a:pt x="3968" y="4289"/>
                </a:lnTo>
                <a:lnTo>
                  <a:pt x="3969" y="4289"/>
                </a:lnTo>
                <a:lnTo>
                  <a:pt x="3970" y="4289"/>
                </a:lnTo>
                <a:lnTo>
                  <a:pt x="3971" y="4289"/>
                </a:lnTo>
                <a:lnTo>
                  <a:pt x="3972" y="4289"/>
                </a:lnTo>
                <a:lnTo>
                  <a:pt x="3973" y="4289"/>
                </a:lnTo>
                <a:lnTo>
                  <a:pt x="3974" y="4289"/>
                </a:lnTo>
                <a:lnTo>
                  <a:pt x="3975" y="4289"/>
                </a:lnTo>
                <a:lnTo>
                  <a:pt x="3976" y="4289"/>
                </a:lnTo>
                <a:lnTo>
                  <a:pt x="3977" y="4289"/>
                </a:lnTo>
                <a:lnTo>
                  <a:pt x="3978" y="4289"/>
                </a:lnTo>
                <a:lnTo>
                  <a:pt x="3979" y="4289"/>
                </a:lnTo>
                <a:lnTo>
                  <a:pt x="3980" y="4289"/>
                </a:lnTo>
                <a:lnTo>
                  <a:pt x="3981" y="4289"/>
                </a:lnTo>
                <a:lnTo>
                  <a:pt x="3982" y="4289"/>
                </a:lnTo>
                <a:lnTo>
                  <a:pt x="3983" y="4289"/>
                </a:lnTo>
                <a:lnTo>
                  <a:pt x="3984" y="4289"/>
                </a:lnTo>
                <a:lnTo>
                  <a:pt x="3985" y="4289"/>
                </a:lnTo>
                <a:lnTo>
                  <a:pt x="3986" y="4289"/>
                </a:lnTo>
                <a:lnTo>
                  <a:pt x="3987" y="4289"/>
                </a:lnTo>
                <a:lnTo>
                  <a:pt x="3988" y="4289"/>
                </a:lnTo>
                <a:lnTo>
                  <a:pt x="3989" y="4289"/>
                </a:lnTo>
                <a:lnTo>
                  <a:pt x="3990" y="4289"/>
                </a:lnTo>
                <a:lnTo>
                  <a:pt x="3991" y="4289"/>
                </a:lnTo>
                <a:lnTo>
                  <a:pt x="3992" y="4289"/>
                </a:lnTo>
                <a:lnTo>
                  <a:pt x="3993" y="4289"/>
                </a:lnTo>
                <a:lnTo>
                  <a:pt x="3994" y="4289"/>
                </a:lnTo>
                <a:lnTo>
                  <a:pt x="3995" y="4289"/>
                </a:lnTo>
                <a:lnTo>
                  <a:pt x="3996" y="4289"/>
                </a:lnTo>
                <a:lnTo>
                  <a:pt x="3997" y="4289"/>
                </a:lnTo>
                <a:lnTo>
                  <a:pt x="3998" y="4289"/>
                </a:lnTo>
                <a:lnTo>
                  <a:pt x="3999" y="4289"/>
                </a:lnTo>
                <a:lnTo>
                  <a:pt x="4000" y="4289"/>
                </a:lnTo>
                <a:lnTo>
                  <a:pt x="4001" y="4289"/>
                </a:lnTo>
                <a:lnTo>
                  <a:pt x="4002" y="4289"/>
                </a:lnTo>
                <a:lnTo>
                  <a:pt x="4003" y="4289"/>
                </a:lnTo>
                <a:lnTo>
                  <a:pt x="4004" y="4289"/>
                </a:lnTo>
                <a:lnTo>
                  <a:pt x="4005" y="4289"/>
                </a:lnTo>
                <a:lnTo>
                  <a:pt x="4006" y="4289"/>
                </a:lnTo>
                <a:lnTo>
                  <a:pt x="4007" y="4289"/>
                </a:lnTo>
                <a:lnTo>
                  <a:pt x="4008" y="4289"/>
                </a:lnTo>
                <a:lnTo>
                  <a:pt x="4009" y="4289"/>
                </a:lnTo>
                <a:lnTo>
                  <a:pt x="4010" y="4289"/>
                </a:lnTo>
                <a:lnTo>
                  <a:pt x="4011" y="4289"/>
                </a:lnTo>
                <a:lnTo>
                  <a:pt x="4012" y="4289"/>
                </a:lnTo>
                <a:lnTo>
                  <a:pt x="4013" y="4289"/>
                </a:lnTo>
                <a:lnTo>
                  <a:pt x="4014" y="4289"/>
                </a:lnTo>
                <a:lnTo>
                  <a:pt x="4015" y="4289"/>
                </a:lnTo>
                <a:lnTo>
                  <a:pt x="4016" y="4289"/>
                </a:lnTo>
                <a:lnTo>
                  <a:pt x="4017" y="4289"/>
                </a:lnTo>
                <a:lnTo>
                  <a:pt x="4018" y="4289"/>
                </a:lnTo>
                <a:lnTo>
                  <a:pt x="4019" y="4289"/>
                </a:lnTo>
                <a:lnTo>
                  <a:pt x="4020" y="4289"/>
                </a:lnTo>
                <a:lnTo>
                  <a:pt x="4021" y="4289"/>
                </a:lnTo>
                <a:lnTo>
                  <a:pt x="4022" y="4289"/>
                </a:lnTo>
                <a:lnTo>
                  <a:pt x="4023" y="4289"/>
                </a:lnTo>
                <a:lnTo>
                  <a:pt x="4024" y="4289"/>
                </a:lnTo>
                <a:lnTo>
                  <a:pt x="4025" y="4289"/>
                </a:lnTo>
                <a:lnTo>
                  <a:pt x="4026" y="4289"/>
                </a:lnTo>
                <a:lnTo>
                  <a:pt x="4027" y="4289"/>
                </a:lnTo>
                <a:lnTo>
                  <a:pt x="4028" y="4289"/>
                </a:lnTo>
                <a:lnTo>
                  <a:pt x="4029" y="4289"/>
                </a:lnTo>
                <a:lnTo>
                  <a:pt x="4030" y="4289"/>
                </a:lnTo>
                <a:lnTo>
                  <a:pt x="4031" y="4289"/>
                </a:lnTo>
                <a:lnTo>
                  <a:pt x="4032" y="4289"/>
                </a:lnTo>
                <a:lnTo>
                  <a:pt x="4033" y="4289"/>
                </a:lnTo>
                <a:lnTo>
                  <a:pt x="4034" y="4289"/>
                </a:lnTo>
                <a:lnTo>
                  <a:pt x="4035" y="4289"/>
                </a:lnTo>
                <a:lnTo>
                  <a:pt x="4036" y="4289"/>
                </a:lnTo>
                <a:lnTo>
                  <a:pt x="4037" y="4289"/>
                </a:lnTo>
                <a:lnTo>
                  <a:pt x="4038" y="4289"/>
                </a:lnTo>
                <a:lnTo>
                  <a:pt x="4039" y="4289"/>
                </a:lnTo>
                <a:lnTo>
                  <a:pt x="4040" y="4289"/>
                </a:lnTo>
                <a:lnTo>
                  <a:pt x="4041" y="4289"/>
                </a:lnTo>
                <a:lnTo>
                  <a:pt x="4042" y="4289"/>
                </a:lnTo>
                <a:lnTo>
                  <a:pt x="4043" y="4289"/>
                </a:lnTo>
                <a:lnTo>
                  <a:pt x="4044" y="4289"/>
                </a:lnTo>
                <a:lnTo>
                  <a:pt x="4045" y="4289"/>
                </a:lnTo>
                <a:lnTo>
                  <a:pt x="4046" y="4289"/>
                </a:lnTo>
                <a:lnTo>
                  <a:pt x="4047" y="4289"/>
                </a:lnTo>
                <a:lnTo>
                  <a:pt x="4048" y="4289"/>
                </a:lnTo>
                <a:lnTo>
                  <a:pt x="4049" y="4289"/>
                </a:lnTo>
                <a:lnTo>
                  <a:pt x="4050" y="4289"/>
                </a:lnTo>
                <a:lnTo>
                  <a:pt x="4051" y="4289"/>
                </a:lnTo>
                <a:lnTo>
                  <a:pt x="4052" y="4289"/>
                </a:lnTo>
                <a:lnTo>
                  <a:pt x="4053" y="4289"/>
                </a:lnTo>
                <a:lnTo>
                  <a:pt x="4054" y="4289"/>
                </a:lnTo>
                <a:lnTo>
                  <a:pt x="4055" y="4289"/>
                </a:lnTo>
                <a:lnTo>
                  <a:pt x="4056" y="4289"/>
                </a:lnTo>
                <a:lnTo>
                  <a:pt x="4057" y="4289"/>
                </a:lnTo>
                <a:lnTo>
                  <a:pt x="4058" y="4289"/>
                </a:lnTo>
                <a:lnTo>
                  <a:pt x="4059" y="4289"/>
                </a:lnTo>
                <a:lnTo>
                  <a:pt x="4060" y="4289"/>
                </a:lnTo>
                <a:lnTo>
                  <a:pt x="4061" y="4289"/>
                </a:lnTo>
                <a:lnTo>
                  <a:pt x="4062" y="4289"/>
                </a:lnTo>
                <a:lnTo>
                  <a:pt x="4063" y="4289"/>
                </a:lnTo>
                <a:lnTo>
                  <a:pt x="4064" y="4289"/>
                </a:lnTo>
                <a:lnTo>
                  <a:pt x="4065" y="4289"/>
                </a:lnTo>
                <a:lnTo>
                  <a:pt x="4066" y="4289"/>
                </a:lnTo>
                <a:lnTo>
                  <a:pt x="4067" y="4289"/>
                </a:lnTo>
                <a:lnTo>
                  <a:pt x="4068" y="4289"/>
                </a:lnTo>
                <a:lnTo>
                  <a:pt x="4069" y="4289"/>
                </a:lnTo>
                <a:lnTo>
                  <a:pt x="4070" y="4289"/>
                </a:lnTo>
                <a:lnTo>
                  <a:pt x="4071" y="4289"/>
                </a:lnTo>
                <a:lnTo>
                  <a:pt x="4072" y="4289"/>
                </a:lnTo>
                <a:lnTo>
                  <a:pt x="4073" y="4289"/>
                </a:lnTo>
                <a:lnTo>
                  <a:pt x="4074" y="4289"/>
                </a:lnTo>
                <a:lnTo>
                  <a:pt x="4075" y="4289"/>
                </a:lnTo>
                <a:lnTo>
                  <a:pt x="4076" y="4289"/>
                </a:lnTo>
                <a:lnTo>
                  <a:pt x="4077" y="4289"/>
                </a:lnTo>
                <a:lnTo>
                  <a:pt x="4078" y="4289"/>
                </a:lnTo>
                <a:lnTo>
                  <a:pt x="4079" y="4289"/>
                </a:lnTo>
                <a:lnTo>
                  <a:pt x="4080" y="4289"/>
                </a:lnTo>
                <a:lnTo>
                  <a:pt x="4081" y="4289"/>
                </a:lnTo>
                <a:lnTo>
                  <a:pt x="4082" y="4289"/>
                </a:lnTo>
                <a:lnTo>
                  <a:pt x="4083" y="4289"/>
                </a:lnTo>
                <a:lnTo>
                  <a:pt x="4084" y="4289"/>
                </a:lnTo>
                <a:lnTo>
                  <a:pt x="4085" y="4289"/>
                </a:lnTo>
                <a:lnTo>
                  <a:pt x="4086" y="4289"/>
                </a:lnTo>
                <a:lnTo>
                  <a:pt x="4087" y="4289"/>
                </a:lnTo>
                <a:lnTo>
                  <a:pt x="4088" y="4289"/>
                </a:lnTo>
                <a:lnTo>
                  <a:pt x="4089" y="4289"/>
                </a:lnTo>
                <a:lnTo>
                  <a:pt x="4090" y="4289"/>
                </a:lnTo>
                <a:lnTo>
                  <a:pt x="4091" y="4289"/>
                </a:lnTo>
                <a:lnTo>
                  <a:pt x="4092" y="4289"/>
                </a:lnTo>
                <a:lnTo>
                  <a:pt x="4093" y="4289"/>
                </a:lnTo>
                <a:lnTo>
                  <a:pt x="4094" y="4289"/>
                </a:lnTo>
                <a:lnTo>
                  <a:pt x="4095" y="4289"/>
                </a:lnTo>
                <a:lnTo>
                  <a:pt x="4096" y="4289"/>
                </a:lnTo>
                <a:lnTo>
                  <a:pt x="4097" y="4289"/>
                </a:lnTo>
                <a:lnTo>
                  <a:pt x="4098" y="4289"/>
                </a:lnTo>
                <a:lnTo>
                  <a:pt x="4099" y="4289"/>
                </a:lnTo>
                <a:lnTo>
                  <a:pt x="4100" y="4289"/>
                </a:lnTo>
                <a:lnTo>
                  <a:pt x="4101" y="4289"/>
                </a:lnTo>
                <a:lnTo>
                  <a:pt x="4102" y="4289"/>
                </a:lnTo>
                <a:lnTo>
                  <a:pt x="4103" y="4289"/>
                </a:lnTo>
                <a:lnTo>
                  <a:pt x="4104" y="4289"/>
                </a:lnTo>
                <a:lnTo>
                  <a:pt x="4105" y="4289"/>
                </a:lnTo>
                <a:lnTo>
                  <a:pt x="4106" y="4289"/>
                </a:lnTo>
                <a:lnTo>
                  <a:pt x="4107" y="4289"/>
                </a:lnTo>
                <a:lnTo>
                  <a:pt x="4108" y="4289"/>
                </a:lnTo>
                <a:lnTo>
                  <a:pt x="4109" y="4289"/>
                </a:lnTo>
                <a:lnTo>
                  <a:pt x="4110" y="4289"/>
                </a:lnTo>
                <a:lnTo>
                  <a:pt x="4111" y="4289"/>
                </a:lnTo>
                <a:lnTo>
                  <a:pt x="4112" y="4289"/>
                </a:lnTo>
                <a:lnTo>
                  <a:pt x="4113" y="4289"/>
                </a:lnTo>
                <a:lnTo>
                  <a:pt x="4114" y="4289"/>
                </a:lnTo>
                <a:lnTo>
                  <a:pt x="4115" y="4289"/>
                </a:lnTo>
                <a:lnTo>
                  <a:pt x="4116" y="4289"/>
                </a:lnTo>
                <a:lnTo>
                  <a:pt x="4117" y="4289"/>
                </a:lnTo>
                <a:lnTo>
                  <a:pt x="4118" y="4289"/>
                </a:lnTo>
                <a:lnTo>
                  <a:pt x="4119" y="4289"/>
                </a:lnTo>
                <a:lnTo>
                  <a:pt x="4120" y="4289"/>
                </a:lnTo>
                <a:lnTo>
                  <a:pt x="4121" y="4289"/>
                </a:lnTo>
                <a:lnTo>
                  <a:pt x="4122" y="4289"/>
                </a:lnTo>
                <a:lnTo>
                  <a:pt x="4123" y="4289"/>
                </a:lnTo>
                <a:lnTo>
                  <a:pt x="4124" y="4289"/>
                </a:lnTo>
                <a:lnTo>
                  <a:pt x="4125" y="4289"/>
                </a:lnTo>
                <a:lnTo>
                  <a:pt x="4126" y="4289"/>
                </a:lnTo>
                <a:lnTo>
                  <a:pt x="4127" y="4289"/>
                </a:lnTo>
                <a:lnTo>
                  <a:pt x="4128" y="4289"/>
                </a:lnTo>
                <a:lnTo>
                  <a:pt x="4129" y="4289"/>
                </a:lnTo>
                <a:lnTo>
                  <a:pt x="4130" y="4289"/>
                </a:lnTo>
                <a:lnTo>
                  <a:pt x="4131" y="4289"/>
                </a:lnTo>
                <a:lnTo>
                  <a:pt x="4132" y="4289"/>
                </a:lnTo>
                <a:lnTo>
                  <a:pt x="4133" y="4289"/>
                </a:lnTo>
                <a:lnTo>
                  <a:pt x="4134" y="4289"/>
                </a:lnTo>
                <a:lnTo>
                  <a:pt x="4135" y="4289"/>
                </a:lnTo>
                <a:lnTo>
                  <a:pt x="4136" y="4289"/>
                </a:lnTo>
                <a:lnTo>
                  <a:pt x="4137" y="4289"/>
                </a:lnTo>
                <a:lnTo>
                  <a:pt x="4138" y="4289"/>
                </a:lnTo>
                <a:lnTo>
                  <a:pt x="4139" y="4289"/>
                </a:lnTo>
                <a:lnTo>
                  <a:pt x="4140" y="4289"/>
                </a:lnTo>
                <a:lnTo>
                  <a:pt x="4141" y="4289"/>
                </a:lnTo>
                <a:lnTo>
                  <a:pt x="4142" y="4289"/>
                </a:lnTo>
                <a:lnTo>
                  <a:pt x="4143" y="4289"/>
                </a:lnTo>
                <a:lnTo>
                  <a:pt x="4144" y="4289"/>
                </a:lnTo>
                <a:lnTo>
                  <a:pt x="4145" y="4289"/>
                </a:lnTo>
                <a:lnTo>
                  <a:pt x="4146" y="4289"/>
                </a:lnTo>
                <a:lnTo>
                  <a:pt x="4147" y="4289"/>
                </a:lnTo>
                <a:lnTo>
                  <a:pt x="4148" y="4289"/>
                </a:lnTo>
                <a:lnTo>
                  <a:pt x="4149" y="4289"/>
                </a:lnTo>
                <a:lnTo>
                  <a:pt x="4150" y="4289"/>
                </a:lnTo>
                <a:lnTo>
                  <a:pt x="4151" y="4289"/>
                </a:lnTo>
                <a:lnTo>
                  <a:pt x="4152" y="4289"/>
                </a:lnTo>
                <a:lnTo>
                  <a:pt x="4153" y="4289"/>
                </a:lnTo>
                <a:lnTo>
                  <a:pt x="4154" y="4289"/>
                </a:lnTo>
                <a:lnTo>
                  <a:pt x="4155" y="4289"/>
                </a:lnTo>
                <a:lnTo>
                  <a:pt x="4156" y="4289"/>
                </a:lnTo>
                <a:lnTo>
                  <a:pt x="4157" y="4289"/>
                </a:lnTo>
                <a:lnTo>
                  <a:pt x="4158" y="4289"/>
                </a:lnTo>
                <a:lnTo>
                  <a:pt x="4159" y="4289"/>
                </a:lnTo>
                <a:lnTo>
                  <a:pt x="4160" y="4289"/>
                </a:lnTo>
                <a:lnTo>
                  <a:pt x="4161" y="4289"/>
                </a:lnTo>
                <a:lnTo>
                  <a:pt x="4162" y="4289"/>
                </a:lnTo>
                <a:lnTo>
                  <a:pt x="4163" y="4289"/>
                </a:lnTo>
                <a:lnTo>
                  <a:pt x="4164" y="4289"/>
                </a:lnTo>
                <a:lnTo>
                  <a:pt x="4165" y="4289"/>
                </a:lnTo>
                <a:lnTo>
                  <a:pt x="4166" y="4289"/>
                </a:lnTo>
                <a:lnTo>
                  <a:pt x="4167" y="4289"/>
                </a:lnTo>
                <a:lnTo>
                  <a:pt x="4168" y="4289"/>
                </a:lnTo>
                <a:lnTo>
                  <a:pt x="4169" y="4289"/>
                </a:lnTo>
                <a:lnTo>
                  <a:pt x="4170" y="4289"/>
                </a:lnTo>
                <a:lnTo>
                  <a:pt x="4171" y="4289"/>
                </a:lnTo>
                <a:lnTo>
                  <a:pt x="4172" y="4289"/>
                </a:lnTo>
                <a:lnTo>
                  <a:pt x="4173" y="4289"/>
                </a:lnTo>
                <a:lnTo>
                  <a:pt x="4174" y="4289"/>
                </a:lnTo>
                <a:lnTo>
                  <a:pt x="4175" y="4289"/>
                </a:lnTo>
                <a:lnTo>
                  <a:pt x="4176" y="4289"/>
                </a:lnTo>
                <a:lnTo>
                  <a:pt x="4177" y="4289"/>
                </a:lnTo>
                <a:lnTo>
                  <a:pt x="4178" y="4289"/>
                </a:lnTo>
                <a:lnTo>
                  <a:pt x="4179" y="4289"/>
                </a:lnTo>
                <a:lnTo>
                  <a:pt x="4180" y="4289"/>
                </a:lnTo>
                <a:lnTo>
                  <a:pt x="4181" y="4289"/>
                </a:lnTo>
                <a:lnTo>
                  <a:pt x="4182" y="4289"/>
                </a:lnTo>
                <a:lnTo>
                  <a:pt x="4183" y="4289"/>
                </a:lnTo>
                <a:lnTo>
                  <a:pt x="4184" y="4289"/>
                </a:lnTo>
                <a:lnTo>
                  <a:pt x="4185" y="4289"/>
                </a:lnTo>
                <a:lnTo>
                  <a:pt x="4186" y="4289"/>
                </a:lnTo>
                <a:lnTo>
                  <a:pt x="4187" y="4289"/>
                </a:lnTo>
                <a:lnTo>
                  <a:pt x="4188" y="4289"/>
                </a:lnTo>
                <a:lnTo>
                  <a:pt x="4189" y="4289"/>
                </a:lnTo>
                <a:lnTo>
                  <a:pt x="4190" y="4289"/>
                </a:lnTo>
                <a:lnTo>
                  <a:pt x="4191" y="4289"/>
                </a:lnTo>
                <a:lnTo>
                  <a:pt x="4192" y="4289"/>
                </a:lnTo>
                <a:lnTo>
                  <a:pt x="4193" y="4289"/>
                </a:lnTo>
                <a:lnTo>
                  <a:pt x="4194" y="4289"/>
                </a:lnTo>
                <a:lnTo>
                  <a:pt x="4195" y="4289"/>
                </a:lnTo>
                <a:lnTo>
                  <a:pt x="4196" y="4289"/>
                </a:lnTo>
                <a:lnTo>
                  <a:pt x="4197" y="4289"/>
                </a:lnTo>
                <a:lnTo>
                  <a:pt x="4198" y="4289"/>
                </a:lnTo>
                <a:lnTo>
                  <a:pt x="4199" y="4289"/>
                </a:lnTo>
                <a:lnTo>
                  <a:pt x="4200" y="4289"/>
                </a:lnTo>
                <a:lnTo>
                  <a:pt x="4201" y="4289"/>
                </a:lnTo>
                <a:lnTo>
                  <a:pt x="4202" y="4289"/>
                </a:lnTo>
                <a:lnTo>
                  <a:pt x="4203" y="4289"/>
                </a:lnTo>
                <a:lnTo>
                  <a:pt x="4204" y="4289"/>
                </a:lnTo>
                <a:lnTo>
                  <a:pt x="4205" y="4289"/>
                </a:lnTo>
                <a:lnTo>
                  <a:pt x="4206" y="4289"/>
                </a:lnTo>
                <a:lnTo>
                  <a:pt x="4207" y="4289"/>
                </a:lnTo>
                <a:lnTo>
                  <a:pt x="4208" y="4289"/>
                </a:lnTo>
                <a:lnTo>
                  <a:pt x="4209" y="4289"/>
                </a:lnTo>
                <a:lnTo>
                  <a:pt x="4210" y="4289"/>
                </a:lnTo>
                <a:lnTo>
                  <a:pt x="4211" y="4289"/>
                </a:lnTo>
                <a:lnTo>
                  <a:pt x="4212" y="4289"/>
                </a:lnTo>
                <a:lnTo>
                  <a:pt x="4213" y="4289"/>
                </a:lnTo>
                <a:lnTo>
                  <a:pt x="4214" y="4289"/>
                </a:lnTo>
                <a:lnTo>
                  <a:pt x="4215" y="4289"/>
                </a:lnTo>
                <a:lnTo>
                  <a:pt x="4216" y="4289"/>
                </a:lnTo>
                <a:lnTo>
                  <a:pt x="4217" y="4289"/>
                </a:lnTo>
                <a:lnTo>
                  <a:pt x="4218" y="4289"/>
                </a:lnTo>
                <a:lnTo>
                  <a:pt x="4219" y="4289"/>
                </a:lnTo>
                <a:lnTo>
                  <a:pt x="4220" y="4289"/>
                </a:lnTo>
                <a:lnTo>
                  <a:pt x="4221" y="4289"/>
                </a:lnTo>
                <a:lnTo>
                  <a:pt x="4222" y="4289"/>
                </a:lnTo>
                <a:lnTo>
                  <a:pt x="4223" y="4289"/>
                </a:lnTo>
                <a:lnTo>
                  <a:pt x="4224" y="4289"/>
                </a:lnTo>
                <a:lnTo>
                  <a:pt x="4225" y="4289"/>
                </a:lnTo>
                <a:lnTo>
                  <a:pt x="4226" y="4289"/>
                </a:lnTo>
                <a:lnTo>
                  <a:pt x="4227" y="4289"/>
                </a:lnTo>
                <a:lnTo>
                  <a:pt x="4228" y="4289"/>
                </a:lnTo>
                <a:lnTo>
                  <a:pt x="4229" y="4289"/>
                </a:lnTo>
                <a:lnTo>
                  <a:pt x="4230" y="4289"/>
                </a:lnTo>
                <a:lnTo>
                  <a:pt x="4231" y="4289"/>
                </a:lnTo>
                <a:lnTo>
                  <a:pt x="4232" y="4289"/>
                </a:lnTo>
                <a:lnTo>
                  <a:pt x="4233" y="4289"/>
                </a:lnTo>
                <a:lnTo>
                  <a:pt x="4234" y="4289"/>
                </a:lnTo>
                <a:lnTo>
                  <a:pt x="4235" y="4289"/>
                </a:lnTo>
                <a:lnTo>
                  <a:pt x="4236" y="4289"/>
                </a:lnTo>
                <a:lnTo>
                  <a:pt x="4237" y="4289"/>
                </a:lnTo>
                <a:lnTo>
                  <a:pt x="4238" y="4289"/>
                </a:lnTo>
                <a:lnTo>
                  <a:pt x="4239" y="4289"/>
                </a:lnTo>
                <a:lnTo>
                  <a:pt x="4240" y="4289"/>
                </a:lnTo>
                <a:lnTo>
                  <a:pt x="4241" y="4289"/>
                </a:lnTo>
                <a:lnTo>
                  <a:pt x="4242" y="4289"/>
                </a:lnTo>
                <a:lnTo>
                  <a:pt x="4243" y="4289"/>
                </a:lnTo>
                <a:lnTo>
                  <a:pt x="4244" y="4289"/>
                </a:lnTo>
                <a:lnTo>
                  <a:pt x="4245" y="4289"/>
                </a:lnTo>
                <a:lnTo>
                  <a:pt x="4246" y="4289"/>
                </a:lnTo>
                <a:lnTo>
                  <a:pt x="4247" y="4289"/>
                </a:lnTo>
                <a:lnTo>
                  <a:pt x="4248" y="4289"/>
                </a:lnTo>
                <a:lnTo>
                  <a:pt x="4249" y="4289"/>
                </a:lnTo>
                <a:lnTo>
                  <a:pt x="4250" y="4289"/>
                </a:lnTo>
                <a:lnTo>
                  <a:pt x="4251" y="4289"/>
                </a:lnTo>
                <a:lnTo>
                  <a:pt x="4252" y="4289"/>
                </a:lnTo>
                <a:lnTo>
                  <a:pt x="4253" y="4289"/>
                </a:lnTo>
                <a:lnTo>
                  <a:pt x="4254" y="4289"/>
                </a:lnTo>
                <a:lnTo>
                  <a:pt x="4255" y="4289"/>
                </a:lnTo>
                <a:lnTo>
                  <a:pt x="4256" y="4289"/>
                </a:lnTo>
                <a:lnTo>
                  <a:pt x="4257" y="4289"/>
                </a:lnTo>
                <a:lnTo>
                  <a:pt x="4258" y="4289"/>
                </a:lnTo>
                <a:lnTo>
                  <a:pt x="4259" y="4289"/>
                </a:lnTo>
                <a:lnTo>
                  <a:pt x="4260" y="4289"/>
                </a:lnTo>
                <a:lnTo>
                  <a:pt x="4261" y="4289"/>
                </a:lnTo>
                <a:lnTo>
                  <a:pt x="4262" y="4289"/>
                </a:lnTo>
                <a:lnTo>
                  <a:pt x="4263" y="4289"/>
                </a:lnTo>
                <a:lnTo>
                  <a:pt x="4264" y="4289"/>
                </a:lnTo>
                <a:lnTo>
                  <a:pt x="4265" y="4289"/>
                </a:lnTo>
                <a:lnTo>
                  <a:pt x="4266" y="4289"/>
                </a:lnTo>
                <a:lnTo>
                  <a:pt x="4267" y="4289"/>
                </a:lnTo>
                <a:lnTo>
                  <a:pt x="4268" y="4289"/>
                </a:lnTo>
                <a:lnTo>
                  <a:pt x="4269" y="4289"/>
                </a:lnTo>
                <a:lnTo>
                  <a:pt x="4270" y="4289"/>
                </a:lnTo>
                <a:lnTo>
                  <a:pt x="4271" y="4289"/>
                </a:lnTo>
                <a:lnTo>
                  <a:pt x="4272" y="4289"/>
                </a:lnTo>
                <a:lnTo>
                  <a:pt x="4273" y="4289"/>
                </a:lnTo>
                <a:lnTo>
                  <a:pt x="4274" y="4289"/>
                </a:lnTo>
                <a:lnTo>
                  <a:pt x="4275" y="4289"/>
                </a:lnTo>
                <a:lnTo>
                  <a:pt x="4276" y="4289"/>
                </a:lnTo>
                <a:lnTo>
                  <a:pt x="4277" y="4289"/>
                </a:lnTo>
                <a:lnTo>
                  <a:pt x="4278" y="4289"/>
                </a:lnTo>
                <a:lnTo>
                  <a:pt x="4279" y="4289"/>
                </a:lnTo>
                <a:lnTo>
                  <a:pt x="4280" y="4289"/>
                </a:lnTo>
                <a:lnTo>
                  <a:pt x="4281" y="4289"/>
                </a:lnTo>
                <a:lnTo>
                  <a:pt x="4282" y="4289"/>
                </a:lnTo>
                <a:lnTo>
                  <a:pt x="4283" y="4289"/>
                </a:lnTo>
                <a:lnTo>
                  <a:pt x="4284" y="4289"/>
                </a:lnTo>
                <a:lnTo>
                  <a:pt x="4285" y="4289"/>
                </a:lnTo>
                <a:lnTo>
                  <a:pt x="4286" y="4289"/>
                </a:lnTo>
                <a:lnTo>
                  <a:pt x="4287" y="4289"/>
                </a:lnTo>
                <a:lnTo>
                  <a:pt x="4288" y="4289"/>
                </a:lnTo>
                <a:lnTo>
                  <a:pt x="4289" y="4289"/>
                </a:lnTo>
                <a:lnTo>
                  <a:pt x="4290" y="4289"/>
                </a:lnTo>
                <a:lnTo>
                  <a:pt x="4291" y="4289"/>
                </a:lnTo>
                <a:lnTo>
                  <a:pt x="4292" y="4289"/>
                </a:lnTo>
                <a:lnTo>
                  <a:pt x="4293" y="4289"/>
                </a:lnTo>
                <a:lnTo>
                  <a:pt x="4294" y="4289"/>
                </a:lnTo>
                <a:lnTo>
                  <a:pt x="4295" y="4289"/>
                </a:lnTo>
                <a:lnTo>
                  <a:pt x="4296" y="4289"/>
                </a:lnTo>
                <a:lnTo>
                  <a:pt x="4297" y="4289"/>
                </a:lnTo>
                <a:lnTo>
                  <a:pt x="4298" y="4289"/>
                </a:lnTo>
                <a:lnTo>
                  <a:pt x="4299" y="4289"/>
                </a:lnTo>
                <a:lnTo>
                  <a:pt x="4300" y="4289"/>
                </a:lnTo>
                <a:lnTo>
                  <a:pt x="4301" y="4289"/>
                </a:lnTo>
                <a:lnTo>
                  <a:pt x="4302" y="4289"/>
                </a:lnTo>
                <a:lnTo>
                  <a:pt x="4303" y="4289"/>
                </a:lnTo>
                <a:lnTo>
                  <a:pt x="4304" y="4289"/>
                </a:lnTo>
                <a:lnTo>
                  <a:pt x="4305" y="4289"/>
                </a:lnTo>
                <a:lnTo>
                  <a:pt x="4306" y="4289"/>
                </a:lnTo>
                <a:lnTo>
                  <a:pt x="4307" y="4289"/>
                </a:lnTo>
                <a:lnTo>
                  <a:pt x="4308" y="4289"/>
                </a:lnTo>
                <a:lnTo>
                  <a:pt x="4309" y="4289"/>
                </a:lnTo>
                <a:lnTo>
                  <a:pt x="4310" y="4289"/>
                </a:lnTo>
                <a:lnTo>
                  <a:pt x="4311" y="4289"/>
                </a:lnTo>
                <a:lnTo>
                  <a:pt x="4312" y="4289"/>
                </a:lnTo>
                <a:lnTo>
                  <a:pt x="4313" y="4289"/>
                </a:lnTo>
                <a:lnTo>
                  <a:pt x="4314" y="4289"/>
                </a:lnTo>
                <a:lnTo>
                  <a:pt x="4315" y="4289"/>
                </a:lnTo>
                <a:lnTo>
                  <a:pt x="4316" y="4289"/>
                </a:lnTo>
                <a:lnTo>
                  <a:pt x="4317" y="4289"/>
                </a:lnTo>
                <a:lnTo>
                  <a:pt x="4318" y="4289"/>
                </a:lnTo>
                <a:lnTo>
                  <a:pt x="4319" y="4289"/>
                </a:lnTo>
                <a:lnTo>
                  <a:pt x="4320" y="4289"/>
                </a:lnTo>
                <a:lnTo>
                  <a:pt x="4321" y="4289"/>
                </a:lnTo>
                <a:lnTo>
                  <a:pt x="4322" y="4289"/>
                </a:lnTo>
                <a:lnTo>
                  <a:pt x="4323" y="4289"/>
                </a:lnTo>
                <a:lnTo>
                  <a:pt x="4324" y="4289"/>
                </a:lnTo>
                <a:lnTo>
                  <a:pt x="4325" y="4289"/>
                </a:lnTo>
                <a:lnTo>
                  <a:pt x="4326" y="4289"/>
                </a:lnTo>
                <a:lnTo>
                  <a:pt x="4327" y="4289"/>
                </a:lnTo>
                <a:lnTo>
                  <a:pt x="4328" y="4289"/>
                </a:lnTo>
                <a:lnTo>
                  <a:pt x="4329" y="4289"/>
                </a:lnTo>
                <a:lnTo>
                  <a:pt x="4330" y="4289"/>
                </a:lnTo>
                <a:lnTo>
                  <a:pt x="4331" y="4289"/>
                </a:lnTo>
                <a:lnTo>
                  <a:pt x="4332" y="4289"/>
                </a:lnTo>
                <a:lnTo>
                  <a:pt x="4333" y="4289"/>
                </a:lnTo>
                <a:lnTo>
                  <a:pt x="4334" y="4289"/>
                </a:lnTo>
                <a:lnTo>
                  <a:pt x="4335" y="4289"/>
                </a:lnTo>
                <a:lnTo>
                  <a:pt x="4336" y="4289"/>
                </a:lnTo>
                <a:lnTo>
                  <a:pt x="4337" y="4289"/>
                </a:lnTo>
                <a:lnTo>
                  <a:pt x="4338" y="4289"/>
                </a:lnTo>
                <a:lnTo>
                  <a:pt x="4339" y="4289"/>
                </a:lnTo>
                <a:lnTo>
                  <a:pt x="4340" y="4289"/>
                </a:lnTo>
                <a:lnTo>
                  <a:pt x="4341" y="4289"/>
                </a:lnTo>
                <a:lnTo>
                  <a:pt x="4342" y="4289"/>
                </a:lnTo>
                <a:lnTo>
                  <a:pt x="4343" y="4289"/>
                </a:lnTo>
                <a:lnTo>
                  <a:pt x="4344" y="4289"/>
                </a:lnTo>
                <a:lnTo>
                  <a:pt x="4345" y="4289"/>
                </a:lnTo>
                <a:lnTo>
                  <a:pt x="4346" y="4289"/>
                </a:lnTo>
                <a:lnTo>
                  <a:pt x="4347" y="4289"/>
                </a:lnTo>
                <a:lnTo>
                  <a:pt x="4348" y="4289"/>
                </a:lnTo>
                <a:lnTo>
                  <a:pt x="4349" y="4289"/>
                </a:lnTo>
                <a:lnTo>
                  <a:pt x="4350" y="4289"/>
                </a:lnTo>
                <a:lnTo>
                  <a:pt x="4351" y="4289"/>
                </a:lnTo>
                <a:lnTo>
                  <a:pt x="4352" y="4289"/>
                </a:lnTo>
                <a:lnTo>
                  <a:pt x="4353" y="4289"/>
                </a:lnTo>
                <a:lnTo>
                  <a:pt x="4354" y="4289"/>
                </a:lnTo>
                <a:lnTo>
                  <a:pt x="4355" y="4289"/>
                </a:lnTo>
                <a:lnTo>
                  <a:pt x="4356" y="4289"/>
                </a:lnTo>
                <a:lnTo>
                  <a:pt x="4357" y="4289"/>
                </a:lnTo>
                <a:lnTo>
                  <a:pt x="4358" y="4289"/>
                </a:lnTo>
                <a:lnTo>
                  <a:pt x="4359" y="4289"/>
                </a:lnTo>
                <a:lnTo>
                  <a:pt x="4360" y="4289"/>
                </a:lnTo>
                <a:lnTo>
                  <a:pt x="4361" y="4289"/>
                </a:lnTo>
                <a:lnTo>
                  <a:pt x="4362" y="4289"/>
                </a:lnTo>
                <a:lnTo>
                  <a:pt x="4363" y="4289"/>
                </a:lnTo>
                <a:lnTo>
                  <a:pt x="4364" y="4289"/>
                </a:lnTo>
                <a:lnTo>
                  <a:pt x="4365" y="4289"/>
                </a:lnTo>
                <a:lnTo>
                  <a:pt x="4366" y="4289"/>
                </a:lnTo>
                <a:lnTo>
                  <a:pt x="4367" y="4289"/>
                </a:lnTo>
                <a:lnTo>
                  <a:pt x="4368" y="4289"/>
                </a:lnTo>
                <a:lnTo>
                  <a:pt x="4369" y="4289"/>
                </a:lnTo>
                <a:lnTo>
                  <a:pt x="4370" y="4289"/>
                </a:lnTo>
                <a:lnTo>
                  <a:pt x="4371" y="4289"/>
                </a:lnTo>
                <a:lnTo>
                  <a:pt x="4372" y="4289"/>
                </a:lnTo>
                <a:lnTo>
                  <a:pt x="4373" y="4289"/>
                </a:lnTo>
                <a:lnTo>
                  <a:pt x="4374" y="4289"/>
                </a:lnTo>
                <a:lnTo>
                  <a:pt x="4375" y="4289"/>
                </a:lnTo>
                <a:lnTo>
                  <a:pt x="4376" y="4289"/>
                </a:lnTo>
                <a:lnTo>
                  <a:pt x="4377" y="4289"/>
                </a:lnTo>
                <a:lnTo>
                  <a:pt x="4378" y="4289"/>
                </a:lnTo>
                <a:lnTo>
                  <a:pt x="4379" y="4289"/>
                </a:lnTo>
                <a:lnTo>
                  <a:pt x="4380" y="4289"/>
                </a:lnTo>
                <a:lnTo>
                  <a:pt x="4381" y="4289"/>
                </a:lnTo>
                <a:lnTo>
                  <a:pt x="4382" y="4289"/>
                </a:lnTo>
                <a:lnTo>
                  <a:pt x="4383" y="4289"/>
                </a:lnTo>
                <a:lnTo>
                  <a:pt x="4384" y="4289"/>
                </a:lnTo>
                <a:lnTo>
                  <a:pt x="4385" y="4289"/>
                </a:lnTo>
                <a:lnTo>
                  <a:pt x="4386" y="4289"/>
                </a:lnTo>
                <a:lnTo>
                  <a:pt x="4387" y="4289"/>
                </a:lnTo>
                <a:lnTo>
                  <a:pt x="4388" y="4289"/>
                </a:lnTo>
                <a:lnTo>
                  <a:pt x="4389" y="4289"/>
                </a:lnTo>
                <a:lnTo>
                  <a:pt x="4390" y="4289"/>
                </a:lnTo>
                <a:lnTo>
                  <a:pt x="4391" y="4289"/>
                </a:lnTo>
                <a:lnTo>
                  <a:pt x="4392" y="4289"/>
                </a:lnTo>
                <a:lnTo>
                  <a:pt x="4393" y="4289"/>
                </a:lnTo>
                <a:lnTo>
                  <a:pt x="4394" y="4289"/>
                </a:lnTo>
                <a:lnTo>
                  <a:pt x="4395" y="4289"/>
                </a:lnTo>
                <a:lnTo>
                  <a:pt x="4396" y="4289"/>
                </a:lnTo>
                <a:lnTo>
                  <a:pt x="4397" y="4289"/>
                </a:lnTo>
                <a:lnTo>
                  <a:pt x="4398" y="4289"/>
                </a:lnTo>
                <a:lnTo>
                  <a:pt x="4399" y="4289"/>
                </a:lnTo>
                <a:lnTo>
                  <a:pt x="4400" y="4289"/>
                </a:lnTo>
                <a:lnTo>
                  <a:pt x="4401" y="4289"/>
                </a:lnTo>
                <a:lnTo>
                  <a:pt x="4402" y="4289"/>
                </a:lnTo>
                <a:lnTo>
                  <a:pt x="4403" y="4289"/>
                </a:lnTo>
                <a:lnTo>
                  <a:pt x="4404" y="4289"/>
                </a:lnTo>
                <a:lnTo>
                  <a:pt x="4405" y="4289"/>
                </a:lnTo>
                <a:lnTo>
                  <a:pt x="4406" y="4289"/>
                </a:lnTo>
                <a:lnTo>
                  <a:pt x="4407" y="4289"/>
                </a:lnTo>
                <a:lnTo>
                  <a:pt x="4408" y="4289"/>
                </a:lnTo>
                <a:lnTo>
                  <a:pt x="4409" y="4289"/>
                </a:lnTo>
                <a:lnTo>
                  <a:pt x="4410" y="4289"/>
                </a:lnTo>
                <a:lnTo>
                  <a:pt x="4411" y="4289"/>
                </a:lnTo>
                <a:lnTo>
                  <a:pt x="4412" y="4289"/>
                </a:lnTo>
                <a:lnTo>
                  <a:pt x="4413" y="4289"/>
                </a:lnTo>
                <a:lnTo>
                  <a:pt x="4414" y="4289"/>
                </a:lnTo>
                <a:lnTo>
                  <a:pt x="4415" y="4289"/>
                </a:lnTo>
                <a:lnTo>
                  <a:pt x="4416" y="4289"/>
                </a:lnTo>
                <a:lnTo>
                  <a:pt x="4417" y="4289"/>
                </a:lnTo>
                <a:lnTo>
                  <a:pt x="4418" y="4289"/>
                </a:lnTo>
                <a:lnTo>
                  <a:pt x="4419" y="4289"/>
                </a:lnTo>
                <a:lnTo>
                  <a:pt x="4420" y="4289"/>
                </a:lnTo>
                <a:lnTo>
                  <a:pt x="4421" y="4289"/>
                </a:lnTo>
                <a:lnTo>
                  <a:pt x="4422" y="4289"/>
                </a:lnTo>
                <a:lnTo>
                  <a:pt x="4423" y="4289"/>
                </a:lnTo>
                <a:lnTo>
                  <a:pt x="4424" y="4289"/>
                </a:lnTo>
                <a:lnTo>
                  <a:pt x="4425" y="4289"/>
                </a:lnTo>
                <a:lnTo>
                  <a:pt x="4426" y="4289"/>
                </a:lnTo>
                <a:lnTo>
                  <a:pt x="4427" y="4289"/>
                </a:lnTo>
                <a:lnTo>
                  <a:pt x="4428" y="4289"/>
                </a:lnTo>
                <a:lnTo>
                  <a:pt x="4429" y="4289"/>
                </a:lnTo>
                <a:lnTo>
                  <a:pt x="4430" y="4289"/>
                </a:lnTo>
                <a:lnTo>
                  <a:pt x="4431" y="4289"/>
                </a:lnTo>
                <a:lnTo>
                  <a:pt x="4432" y="4289"/>
                </a:lnTo>
                <a:lnTo>
                  <a:pt x="4433" y="4289"/>
                </a:lnTo>
                <a:lnTo>
                  <a:pt x="4434" y="4289"/>
                </a:lnTo>
                <a:lnTo>
                  <a:pt x="4435" y="4289"/>
                </a:lnTo>
                <a:lnTo>
                  <a:pt x="4436" y="4289"/>
                </a:lnTo>
                <a:lnTo>
                  <a:pt x="4437" y="4289"/>
                </a:lnTo>
                <a:lnTo>
                  <a:pt x="4438" y="4289"/>
                </a:lnTo>
                <a:lnTo>
                  <a:pt x="4439" y="4289"/>
                </a:lnTo>
                <a:lnTo>
                  <a:pt x="4440" y="4289"/>
                </a:lnTo>
                <a:lnTo>
                  <a:pt x="4441" y="4289"/>
                </a:lnTo>
                <a:lnTo>
                  <a:pt x="4442" y="4289"/>
                </a:lnTo>
                <a:lnTo>
                  <a:pt x="4443" y="4289"/>
                </a:lnTo>
                <a:lnTo>
                  <a:pt x="4444" y="4289"/>
                </a:lnTo>
                <a:lnTo>
                  <a:pt x="4445" y="4289"/>
                </a:lnTo>
                <a:lnTo>
                  <a:pt x="4446" y="4289"/>
                </a:lnTo>
                <a:lnTo>
                  <a:pt x="4447" y="4289"/>
                </a:lnTo>
                <a:lnTo>
                  <a:pt x="4448" y="4289"/>
                </a:lnTo>
                <a:lnTo>
                  <a:pt x="4449" y="4289"/>
                </a:lnTo>
                <a:lnTo>
                  <a:pt x="4450" y="4289"/>
                </a:lnTo>
                <a:lnTo>
                  <a:pt x="4451" y="4289"/>
                </a:lnTo>
                <a:lnTo>
                  <a:pt x="4452" y="4289"/>
                </a:lnTo>
                <a:lnTo>
                  <a:pt x="4453" y="4289"/>
                </a:lnTo>
                <a:lnTo>
                  <a:pt x="4454" y="4289"/>
                </a:lnTo>
                <a:lnTo>
                  <a:pt x="4455" y="4289"/>
                </a:lnTo>
                <a:lnTo>
                  <a:pt x="4456" y="4289"/>
                </a:lnTo>
                <a:lnTo>
                  <a:pt x="4457" y="4289"/>
                </a:lnTo>
                <a:lnTo>
                  <a:pt x="4458" y="4289"/>
                </a:lnTo>
                <a:lnTo>
                  <a:pt x="4459" y="4289"/>
                </a:lnTo>
                <a:lnTo>
                  <a:pt x="4460" y="4289"/>
                </a:lnTo>
                <a:lnTo>
                  <a:pt x="4461" y="4289"/>
                </a:lnTo>
                <a:lnTo>
                  <a:pt x="4462" y="4289"/>
                </a:lnTo>
                <a:lnTo>
                  <a:pt x="4463" y="4289"/>
                </a:lnTo>
                <a:lnTo>
                  <a:pt x="4464" y="4289"/>
                </a:lnTo>
                <a:lnTo>
                  <a:pt x="4465" y="4289"/>
                </a:lnTo>
                <a:lnTo>
                  <a:pt x="4466" y="4289"/>
                </a:lnTo>
                <a:lnTo>
                  <a:pt x="4467" y="4289"/>
                </a:lnTo>
                <a:lnTo>
                  <a:pt x="4468" y="4289"/>
                </a:lnTo>
                <a:lnTo>
                  <a:pt x="4469" y="4289"/>
                </a:lnTo>
                <a:lnTo>
                  <a:pt x="4470" y="4289"/>
                </a:lnTo>
                <a:lnTo>
                  <a:pt x="4471" y="4289"/>
                </a:lnTo>
                <a:lnTo>
                  <a:pt x="4472" y="4289"/>
                </a:lnTo>
                <a:lnTo>
                  <a:pt x="4473" y="4289"/>
                </a:lnTo>
                <a:lnTo>
                  <a:pt x="4474" y="4289"/>
                </a:lnTo>
                <a:lnTo>
                  <a:pt x="4475" y="4289"/>
                </a:lnTo>
                <a:lnTo>
                  <a:pt x="4476" y="4289"/>
                </a:lnTo>
                <a:lnTo>
                  <a:pt x="4477" y="4289"/>
                </a:lnTo>
                <a:lnTo>
                  <a:pt x="4478" y="4289"/>
                </a:lnTo>
                <a:lnTo>
                  <a:pt x="4479" y="4289"/>
                </a:lnTo>
                <a:lnTo>
                  <a:pt x="4480" y="4289"/>
                </a:lnTo>
                <a:lnTo>
                  <a:pt x="4481" y="4289"/>
                </a:lnTo>
                <a:lnTo>
                  <a:pt x="4482" y="4289"/>
                </a:lnTo>
                <a:lnTo>
                  <a:pt x="4483" y="4289"/>
                </a:lnTo>
                <a:lnTo>
                  <a:pt x="4484" y="4289"/>
                </a:lnTo>
                <a:lnTo>
                  <a:pt x="4485" y="4289"/>
                </a:lnTo>
                <a:lnTo>
                  <a:pt x="4486" y="4289"/>
                </a:lnTo>
                <a:lnTo>
                  <a:pt x="4487" y="4289"/>
                </a:lnTo>
                <a:lnTo>
                  <a:pt x="4488" y="4289"/>
                </a:lnTo>
                <a:lnTo>
                  <a:pt x="4489" y="4289"/>
                </a:lnTo>
                <a:lnTo>
                  <a:pt x="4490" y="4289"/>
                </a:lnTo>
                <a:lnTo>
                  <a:pt x="4491" y="4289"/>
                </a:lnTo>
                <a:lnTo>
                  <a:pt x="4492" y="4289"/>
                </a:lnTo>
                <a:lnTo>
                  <a:pt x="4493" y="4289"/>
                </a:lnTo>
                <a:lnTo>
                  <a:pt x="4494" y="4289"/>
                </a:lnTo>
                <a:lnTo>
                  <a:pt x="4495" y="4289"/>
                </a:lnTo>
                <a:lnTo>
                  <a:pt x="4496" y="4289"/>
                </a:lnTo>
                <a:lnTo>
                  <a:pt x="4497" y="4289"/>
                </a:lnTo>
                <a:lnTo>
                  <a:pt x="4498" y="4289"/>
                </a:lnTo>
                <a:lnTo>
                  <a:pt x="4499" y="4289"/>
                </a:lnTo>
                <a:lnTo>
                  <a:pt x="4500" y="4289"/>
                </a:lnTo>
                <a:lnTo>
                  <a:pt x="4501" y="4289"/>
                </a:lnTo>
                <a:lnTo>
                  <a:pt x="4502" y="4289"/>
                </a:lnTo>
                <a:lnTo>
                  <a:pt x="4503" y="4289"/>
                </a:lnTo>
                <a:lnTo>
                  <a:pt x="4504" y="4289"/>
                </a:lnTo>
                <a:lnTo>
                  <a:pt x="4505" y="4289"/>
                </a:lnTo>
                <a:lnTo>
                  <a:pt x="4506" y="4289"/>
                </a:lnTo>
                <a:lnTo>
                  <a:pt x="4507" y="4289"/>
                </a:lnTo>
                <a:lnTo>
                  <a:pt x="4508" y="4289"/>
                </a:lnTo>
                <a:lnTo>
                  <a:pt x="4509" y="4289"/>
                </a:lnTo>
                <a:lnTo>
                  <a:pt x="4510" y="4289"/>
                </a:lnTo>
                <a:lnTo>
                  <a:pt x="4511" y="4289"/>
                </a:lnTo>
                <a:lnTo>
                  <a:pt x="4512" y="4289"/>
                </a:lnTo>
                <a:lnTo>
                  <a:pt x="4513" y="4289"/>
                </a:lnTo>
                <a:lnTo>
                  <a:pt x="4514" y="4289"/>
                </a:lnTo>
                <a:lnTo>
                  <a:pt x="4515" y="4289"/>
                </a:lnTo>
                <a:lnTo>
                  <a:pt x="4516" y="4289"/>
                </a:lnTo>
                <a:lnTo>
                  <a:pt x="4517" y="4289"/>
                </a:lnTo>
                <a:lnTo>
                  <a:pt x="4518" y="4289"/>
                </a:lnTo>
                <a:lnTo>
                  <a:pt x="4519" y="4289"/>
                </a:lnTo>
                <a:lnTo>
                  <a:pt x="4520" y="4289"/>
                </a:lnTo>
                <a:lnTo>
                  <a:pt x="4521" y="4289"/>
                </a:lnTo>
                <a:lnTo>
                  <a:pt x="4522" y="4289"/>
                </a:lnTo>
                <a:lnTo>
                  <a:pt x="4523" y="4289"/>
                </a:lnTo>
                <a:lnTo>
                  <a:pt x="4524" y="4289"/>
                </a:lnTo>
                <a:lnTo>
                  <a:pt x="4525" y="4289"/>
                </a:lnTo>
                <a:lnTo>
                  <a:pt x="4526" y="4289"/>
                </a:lnTo>
                <a:lnTo>
                  <a:pt x="4527" y="4289"/>
                </a:lnTo>
                <a:lnTo>
                  <a:pt x="4528" y="4289"/>
                </a:lnTo>
                <a:lnTo>
                  <a:pt x="4529" y="4289"/>
                </a:lnTo>
                <a:lnTo>
                  <a:pt x="4530" y="4289"/>
                </a:lnTo>
                <a:lnTo>
                  <a:pt x="4531" y="4289"/>
                </a:lnTo>
                <a:lnTo>
                  <a:pt x="4532" y="4289"/>
                </a:lnTo>
                <a:lnTo>
                  <a:pt x="4533" y="4289"/>
                </a:lnTo>
                <a:lnTo>
                  <a:pt x="4534" y="4289"/>
                </a:lnTo>
                <a:lnTo>
                  <a:pt x="4535" y="4289"/>
                </a:lnTo>
                <a:lnTo>
                  <a:pt x="4536" y="4289"/>
                </a:lnTo>
                <a:lnTo>
                  <a:pt x="4537" y="4289"/>
                </a:lnTo>
                <a:lnTo>
                  <a:pt x="4538" y="4289"/>
                </a:lnTo>
                <a:lnTo>
                  <a:pt x="4539" y="4289"/>
                </a:lnTo>
                <a:lnTo>
                  <a:pt x="4540" y="4289"/>
                </a:lnTo>
                <a:lnTo>
                  <a:pt x="4541" y="4289"/>
                </a:lnTo>
                <a:lnTo>
                  <a:pt x="4542" y="4289"/>
                </a:lnTo>
                <a:lnTo>
                  <a:pt x="4543" y="4289"/>
                </a:lnTo>
                <a:lnTo>
                  <a:pt x="4544" y="4289"/>
                </a:lnTo>
                <a:lnTo>
                  <a:pt x="4545" y="4289"/>
                </a:lnTo>
                <a:lnTo>
                  <a:pt x="4546" y="4289"/>
                </a:lnTo>
                <a:lnTo>
                  <a:pt x="4547" y="4289"/>
                </a:lnTo>
                <a:lnTo>
                  <a:pt x="4548" y="4289"/>
                </a:lnTo>
                <a:lnTo>
                  <a:pt x="4549" y="4289"/>
                </a:lnTo>
                <a:lnTo>
                  <a:pt x="4550" y="4289"/>
                </a:lnTo>
                <a:lnTo>
                  <a:pt x="4551" y="4289"/>
                </a:lnTo>
                <a:lnTo>
                  <a:pt x="4552" y="4289"/>
                </a:lnTo>
                <a:lnTo>
                  <a:pt x="4553" y="4289"/>
                </a:lnTo>
                <a:lnTo>
                  <a:pt x="4554" y="4289"/>
                </a:lnTo>
                <a:lnTo>
                  <a:pt x="4555" y="4289"/>
                </a:lnTo>
                <a:lnTo>
                  <a:pt x="4556" y="4289"/>
                </a:lnTo>
                <a:lnTo>
                  <a:pt x="4557" y="4289"/>
                </a:lnTo>
                <a:lnTo>
                  <a:pt x="4558" y="4289"/>
                </a:lnTo>
                <a:lnTo>
                  <a:pt x="4559" y="4289"/>
                </a:lnTo>
                <a:lnTo>
                  <a:pt x="4560" y="4289"/>
                </a:lnTo>
                <a:lnTo>
                  <a:pt x="4561" y="4289"/>
                </a:lnTo>
                <a:lnTo>
                  <a:pt x="4562" y="4289"/>
                </a:lnTo>
                <a:lnTo>
                  <a:pt x="4563" y="4289"/>
                </a:lnTo>
                <a:lnTo>
                  <a:pt x="4564" y="4289"/>
                </a:lnTo>
                <a:lnTo>
                  <a:pt x="4565" y="4289"/>
                </a:lnTo>
                <a:lnTo>
                  <a:pt x="4566" y="4289"/>
                </a:lnTo>
                <a:lnTo>
                  <a:pt x="4567" y="4289"/>
                </a:lnTo>
                <a:lnTo>
                  <a:pt x="4568" y="4289"/>
                </a:lnTo>
                <a:lnTo>
                  <a:pt x="4569" y="4289"/>
                </a:lnTo>
                <a:lnTo>
                  <a:pt x="4570" y="4289"/>
                </a:lnTo>
                <a:lnTo>
                  <a:pt x="4571" y="4289"/>
                </a:lnTo>
                <a:lnTo>
                  <a:pt x="4572" y="4289"/>
                </a:lnTo>
                <a:lnTo>
                  <a:pt x="4573" y="4289"/>
                </a:lnTo>
                <a:lnTo>
                  <a:pt x="4574" y="4289"/>
                </a:lnTo>
                <a:lnTo>
                  <a:pt x="4575" y="4289"/>
                </a:lnTo>
                <a:lnTo>
                  <a:pt x="4576" y="4289"/>
                </a:lnTo>
                <a:lnTo>
                  <a:pt x="4577" y="4289"/>
                </a:lnTo>
                <a:lnTo>
                  <a:pt x="4578" y="4289"/>
                </a:lnTo>
                <a:lnTo>
                  <a:pt x="4579" y="4289"/>
                </a:lnTo>
                <a:lnTo>
                  <a:pt x="4580" y="4289"/>
                </a:lnTo>
                <a:lnTo>
                  <a:pt x="4581" y="4289"/>
                </a:lnTo>
                <a:lnTo>
                  <a:pt x="4582" y="4289"/>
                </a:lnTo>
                <a:lnTo>
                  <a:pt x="4583" y="4289"/>
                </a:lnTo>
                <a:lnTo>
                  <a:pt x="4584" y="4289"/>
                </a:lnTo>
                <a:lnTo>
                  <a:pt x="4585" y="4289"/>
                </a:lnTo>
                <a:lnTo>
                  <a:pt x="4586" y="4289"/>
                </a:lnTo>
                <a:lnTo>
                  <a:pt x="4587" y="4289"/>
                </a:lnTo>
                <a:lnTo>
                  <a:pt x="4588" y="4289"/>
                </a:lnTo>
                <a:lnTo>
                  <a:pt x="4589" y="4289"/>
                </a:lnTo>
                <a:lnTo>
                  <a:pt x="4590" y="4289"/>
                </a:lnTo>
                <a:lnTo>
                  <a:pt x="4591" y="4289"/>
                </a:lnTo>
                <a:lnTo>
                  <a:pt x="4592" y="4289"/>
                </a:lnTo>
                <a:lnTo>
                  <a:pt x="4593" y="4289"/>
                </a:lnTo>
                <a:lnTo>
                  <a:pt x="4594" y="4289"/>
                </a:lnTo>
                <a:lnTo>
                  <a:pt x="4595" y="4289"/>
                </a:lnTo>
                <a:lnTo>
                  <a:pt x="4596" y="4289"/>
                </a:lnTo>
                <a:lnTo>
                  <a:pt x="4597" y="4289"/>
                </a:lnTo>
                <a:lnTo>
                  <a:pt x="4598" y="4289"/>
                </a:lnTo>
                <a:lnTo>
                  <a:pt x="4599" y="4289"/>
                </a:lnTo>
                <a:lnTo>
                  <a:pt x="4600" y="4289"/>
                </a:lnTo>
                <a:lnTo>
                  <a:pt x="4601" y="4289"/>
                </a:lnTo>
                <a:lnTo>
                  <a:pt x="4602" y="4289"/>
                </a:lnTo>
                <a:lnTo>
                  <a:pt x="4603" y="4289"/>
                </a:lnTo>
                <a:lnTo>
                  <a:pt x="4604" y="4289"/>
                </a:lnTo>
                <a:lnTo>
                  <a:pt x="4605" y="4289"/>
                </a:lnTo>
                <a:lnTo>
                  <a:pt x="4606" y="4289"/>
                </a:lnTo>
                <a:lnTo>
                  <a:pt x="4607" y="4289"/>
                </a:lnTo>
                <a:lnTo>
                  <a:pt x="4608" y="4289"/>
                </a:lnTo>
                <a:lnTo>
                  <a:pt x="4609" y="4289"/>
                </a:lnTo>
                <a:lnTo>
                  <a:pt x="4610" y="4289"/>
                </a:lnTo>
                <a:lnTo>
                  <a:pt x="4611" y="4289"/>
                </a:lnTo>
                <a:lnTo>
                  <a:pt x="4612" y="4289"/>
                </a:lnTo>
                <a:lnTo>
                  <a:pt x="4613" y="4289"/>
                </a:lnTo>
                <a:lnTo>
                  <a:pt x="4614" y="4289"/>
                </a:lnTo>
                <a:lnTo>
                  <a:pt x="4615" y="4289"/>
                </a:lnTo>
                <a:lnTo>
                  <a:pt x="4616" y="4289"/>
                </a:lnTo>
                <a:lnTo>
                  <a:pt x="4617" y="4289"/>
                </a:lnTo>
                <a:lnTo>
                  <a:pt x="4618" y="4289"/>
                </a:lnTo>
                <a:lnTo>
                  <a:pt x="4619" y="4289"/>
                </a:lnTo>
                <a:lnTo>
                  <a:pt x="4620" y="4289"/>
                </a:lnTo>
                <a:lnTo>
                  <a:pt x="4621" y="4289"/>
                </a:lnTo>
                <a:lnTo>
                  <a:pt x="4622" y="4289"/>
                </a:lnTo>
                <a:lnTo>
                  <a:pt x="4623" y="4289"/>
                </a:lnTo>
                <a:lnTo>
                  <a:pt x="4624" y="4289"/>
                </a:lnTo>
                <a:lnTo>
                  <a:pt x="4625" y="4289"/>
                </a:lnTo>
                <a:lnTo>
                  <a:pt x="4626" y="4289"/>
                </a:lnTo>
                <a:lnTo>
                  <a:pt x="4627" y="4289"/>
                </a:lnTo>
                <a:lnTo>
                  <a:pt x="4628" y="4289"/>
                </a:lnTo>
                <a:lnTo>
                  <a:pt x="4629" y="4289"/>
                </a:lnTo>
                <a:lnTo>
                  <a:pt x="4630" y="4289"/>
                </a:lnTo>
                <a:lnTo>
                  <a:pt x="4631" y="4289"/>
                </a:lnTo>
                <a:lnTo>
                  <a:pt x="4632" y="4289"/>
                </a:lnTo>
                <a:lnTo>
                  <a:pt x="4633" y="4289"/>
                </a:lnTo>
                <a:lnTo>
                  <a:pt x="4634" y="4289"/>
                </a:lnTo>
                <a:lnTo>
                  <a:pt x="4635" y="4289"/>
                </a:lnTo>
                <a:lnTo>
                  <a:pt x="4636" y="4289"/>
                </a:lnTo>
                <a:lnTo>
                  <a:pt x="4637" y="4289"/>
                </a:lnTo>
                <a:lnTo>
                  <a:pt x="4638" y="4289"/>
                </a:lnTo>
                <a:lnTo>
                  <a:pt x="4639" y="4289"/>
                </a:lnTo>
                <a:lnTo>
                  <a:pt x="4640" y="4289"/>
                </a:lnTo>
                <a:lnTo>
                  <a:pt x="4641" y="4289"/>
                </a:lnTo>
                <a:lnTo>
                  <a:pt x="4642" y="4289"/>
                </a:lnTo>
                <a:lnTo>
                  <a:pt x="4643" y="4289"/>
                </a:lnTo>
                <a:lnTo>
                  <a:pt x="4644" y="4289"/>
                </a:lnTo>
                <a:lnTo>
                  <a:pt x="4645" y="4289"/>
                </a:lnTo>
                <a:lnTo>
                  <a:pt x="4646" y="4289"/>
                </a:lnTo>
                <a:lnTo>
                  <a:pt x="4647" y="4289"/>
                </a:lnTo>
                <a:lnTo>
                  <a:pt x="4648" y="4289"/>
                </a:lnTo>
                <a:lnTo>
                  <a:pt x="4649" y="4289"/>
                </a:lnTo>
                <a:lnTo>
                  <a:pt x="4650" y="4289"/>
                </a:lnTo>
                <a:lnTo>
                  <a:pt x="4651" y="4289"/>
                </a:lnTo>
                <a:lnTo>
                  <a:pt x="4652" y="4289"/>
                </a:lnTo>
                <a:lnTo>
                  <a:pt x="4653" y="4289"/>
                </a:lnTo>
                <a:lnTo>
                  <a:pt x="4654" y="4289"/>
                </a:lnTo>
                <a:lnTo>
                  <a:pt x="4655" y="4289"/>
                </a:lnTo>
                <a:lnTo>
                  <a:pt x="4656" y="4289"/>
                </a:lnTo>
                <a:lnTo>
                  <a:pt x="4657" y="4289"/>
                </a:lnTo>
                <a:lnTo>
                  <a:pt x="4658" y="4289"/>
                </a:lnTo>
                <a:lnTo>
                  <a:pt x="4659" y="4289"/>
                </a:lnTo>
                <a:lnTo>
                  <a:pt x="4660" y="4289"/>
                </a:lnTo>
                <a:lnTo>
                  <a:pt x="4661" y="4289"/>
                </a:lnTo>
                <a:lnTo>
                  <a:pt x="4662" y="4289"/>
                </a:lnTo>
                <a:lnTo>
                  <a:pt x="4663" y="4289"/>
                </a:lnTo>
                <a:lnTo>
                  <a:pt x="4664" y="4289"/>
                </a:lnTo>
                <a:lnTo>
                  <a:pt x="4665" y="4289"/>
                </a:lnTo>
                <a:lnTo>
                  <a:pt x="4666" y="4289"/>
                </a:lnTo>
                <a:lnTo>
                  <a:pt x="4667" y="4289"/>
                </a:lnTo>
                <a:lnTo>
                  <a:pt x="4668" y="4289"/>
                </a:lnTo>
                <a:lnTo>
                  <a:pt x="4669" y="4289"/>
                </a:lnTo>
                <a:lnTo>
                  <a:pt x="4670" y="4289"/>
                </a:lnTo>
                <a:lnTo>
                  <a:pt x="4671" y="4289"/>
                </a:lnTo>
                <a:lnTo>
                  <a:pt x="4672" y="4289"/>
                </a:lnTo>
                <a:lnTo>
                  <a:pt x="4673" y="4289"/>
                </a:lnTo>
                <a:lnTo>
                  <a:pt x="4674" y="4289"/>
                </a:lnTo>
                <a:lnTo>
                  <a:pt x="4675" y="4289"/>
                </a:lnTo>
                <a:lnTo>
                  <a:pt x="4676" y="4289"/>
                </a:lnTo>
                <a:lnTo>
                  <a:pt x="4677" y="4289"/>
                </a:lnTo>
                <a:lnTo>
                  <a:pt x="4678" y="4289"/>
                </a:lnTo>
                <a:lnTo>
                  <a:pt x="4679" y="4289"/>
                </a:lnTo>
                <a:lnTo>
                  <a:pt x="4680" y="4289"/>
                </a:lnTo>
                <a:lnTo>
                  <a:pt x="4681" y="4289"/>
                </a:lnTo>
                <a:lnTo>
                  <a:pt x="4682" y="4289"/>
                </a:lnTo>
                <a:lnTo>
                  <a:pt x="4683" y="4289"/>
                </a:lnTo>
                <a:lnTo>
                  <a:pt x="4684" y="4289"/>
                </a:lnTo>
                <a:lnTo>
                  <a:pt x="4685" y="4289"/>
                </a:lnTo>
                <a:lnTo>
                  <a:pt x="4686" y="4289"/>
                </a:lnTo>
                <a:lnTo>
                  <a:pt x="4687" y="4289"/>
                </a:lnTo>
                <a:lnTo>
                  <a:pt x="4688" y="4289"/>
                </a:lnTo>
                <a:lnTo>
                  <a:pt x="4689" y="4289"/>
                </a:lnTo>
                <a:lnTo>
                  <a:pt x="4690" y="4289"/>
                </a:lnTo>
                <a:lnTo>
                  <a:pt x="4691" y="4289"/>
                </a:lnTo>
                <a:lnTo>
                  <a:pt x="4692" y="4289"/>
                </a:lnTo>
                <a:lnTo>
                  <a:pt x="4693" y="4289"/>
                </a:lnTo>
                <a:lnTo>
                  <a:pt x="4694" y="4289"/>
                </a:lnTo>
                <a:lnTo>
                  <a:pt x="4695" y="4289"/>
                </a:lnTo>
                <a:lnTo>
                  <a:pt x="4696" y="4289"/>
                </a:lnTo>
                <a:lnTo>
                  <a:pt x="4697" y="4289"/>
                </a:lnTo>
                <a:lnTo>
                  <a:pt x="4698" y="4289"/>
                </a:lnTo>
                <a:lnTo>
                  <a:pt x="4699" y="4289"/>
                </a:lnTo>
                <a:lnTo>
                  <a:pt x="4700" y="4289"/>
                </a:lnTo>
                <a:lnTo>
                  <a:pt x="4701" y="4289"/>
                </a:lnTo>
                <a:lnTo>
                  <a:pt x="4702" y="4289"/>
                </a:lnTo>
                <a:lnTo>
                  <a:pt x="4703" y="4289"/>
                </a:lnTo>
                <a:lnTo>
                  <a:pt x="4704" y="4289"/>
                </a:lnTo>
                <a:lnTo>
                  <a:pt x="4705" y="4289"/>
                </a:lnTo>
                <a:lnTo>
                  <a:pt x="4706" y="4289"/>
                </a:lnTo>
                <a:lnTo>
                  <a:pt x="4707" y="4289"/>
                </a:lnTo>
                <a:lnTo>
                  <a:pt x="4708" y="4289"/>
                </a:lnTo>
                <a:lnTo>
                  <a:pt x="4709" y="4289"/>
                </a:lnTo>
                <a:lnTo>
                  <a:pt x="4710" y="4289"/>
                </a:lnTo>
                <a:lnTo>
                  <a:pt x="4711" y="4289"/>
                </a:lnTo>
                <a:lnTo>
                  <a:pt x="4712" y="4289"/>
                </a:lnTo>
                <a:lnTo>
                  <a:pt x="4713" y="4289"/>
                </a:lnTo>
                <a:lnTo>
                  <a:pt x="4714" y="4289"/>
                </a:lnTo>
                <a:lnTo>
                  <a:pt x="4715" y="4289"/>
                </a:lnTo>
                <a:lnTo>
                  <a:pt x="4716" y="4289"/>
                </a:lnTo>
                <a:lnTo>
                  <a:pt x="4717" y="4289"/>
                </a:lnTo>
                <a:lnTo>
                  <a:pt x="4718" y="4289"/>
                </a:lnTo>
                <a:lnTo>
                  <a:pt x="4719" y="4289"/>
                </a:lnTo>
                <a:lnTo>
                  <a:pt x="4720" y="4289"/>
                </a:lnTo>
                <a:lnTo>
                  <a:pt x="4721" y="4289"/>
                </a:lnTo>
                <a:lnTo>
                  <a:pt x="4722" y="4289"/>
                </a:lnTo>
                <a:lnTo>
                  <a:pt x="4723" y="4289"/>
                </a:lnTo>
                <a:lnTo>
                  <a:pt x="4724" y="4289"/>
                </a:lnTo>
                <a:lnTo>
                  <a:pt x="4725" y="4289"/>
                </a:lnTo>
                <a:lnTo>
                  <a:pt x="4726" y="4289"/>
                </a:lnTo>
                <a:lnTo>
                  <a:pt x="4727" y="4289"/>
                </a:lnTo>
                <a:lnTo>
                  <a:pt x="4728" y="4289"/>
                </a:lnTo>
                <a:lnTo>
                  <a:pt x="4729" y="4289"/>
                </a:lnTo>
                <a:lnTo>
                  <a:pt x="4730" y="4289"/>
                </a:lnTo>
                <a:lnTo>
                  <a:pt x="4731" y="4289"/>
                </a:lnTo>
                <a:lnTo>
                  <a:pt x="4732" y="4289"/>
                </a:lnTo>
                <a:lnTo>
                  <a:pt x="4733" y="4289"/>
                </a:lnTo>
                <a:lnTo>
                  <a:pt x="4734" y="4289"/>
                </a:lnTo>
                <a:lnTo>
                  <a:pt x="4735" y="4289"/>
                </a:lnTo>
                <a:lnTo>
                  <a:pt x="4736" y="4289"/>
                </a:lnTo>
                <a:lnTo>
                  <a:pt x="4737" y="4289"/>
                </a:lnTo>
                <a:lnTo>
                  <a:pt x="4738" y="4289"/>
                </a:lnTo>
                <a:lnTo>
                  <a:pt x="4739" y="4289"/>
                </a:lnTo>
                <a:lnTo>
                  <a:pt x="4740" y="4289"/>
                </a:lnTo>
                <a:lnTo>
                  <a:pt x="4741" y="4289"/>
                </a:lnTo>
                <a:lnTo>
                  <a:pt x="4742" y="4289"/>
                </a:lnTo>
                <a:lnTo>
                  <a:pt x="4743" y="4289"/>
                </a:lnTo>
                <a:lnTo>
                  <a:pt x="4744" y="4289"/>
                </a:lnTo>
                <a:lnTo>
                  <a:pt x="4745" y="4289"/>
                </a:lnTo>
                <a:lnTo>
                  <a:pt x="4746" y="4289"/>
                </a:lnTo>
                <a:lnTo>
                  <a:pt x="4747" y="4289"/>
                </a:lnTo>
                <a:lnTo>
                  <a:pt x="4748" y="4289"/>
                </a:lnTo>
                <a:lnTo>
                  <a:pt x="4749" y="4289"/>
                </a:lnTo>
                <a:lnTo>
                  <a:pt x="4750" y="4289"/>
                </a:lnTo>
                <a:lnTo>
                  <a:pt x="4751" y="4289"/>
                </a:lnTo>
                <a:lnTo>
                  <a:pt x="4752" y="4289"/>
                </a:lnTo>
                <a:lnTo>
                  <a:pt x="4753" y="4289"/>
                </a:lnTo>
                <a:lnTo>
                  <a:pt x="4754" y="4289"/>
                </a:lnTo>
                <a:lnTo>
                  <a:pt x="4755" y="4289"/>
                </a:lnTo>
                <a:lnTo>
                  <a:pt x="4756" y="4289"/>
                </a:lnTo>
                <a:lnTo>
                  <a:pt x="4757" y="4289"/>
                </a:lnTo>
                <a:lnTo>
                  <a:pt x="4758" y="4289"/>
                </a:lnTo>
                <a:lnTo>
                  <a:pt x="4759" y="4289"/>
                </a:lnTo>
                <a:lnTo>
                  <a:pt x="4760" y="4289"/>
                </a:lnTo>
                <a:lnTo>
                  <a:pt x="4761" y="4289"/>
                </a:lnTo>
                <a:lnTo>
                  <a:pt x="4762" y="4289"/>
                </a:lnTo>
                <a:lnTo>
                  <a:pt x="4763" y="4289"/>
                </a:lnTo>
                <a:lnTo>
                  <a:pt x="4764" y="4289"/>
                </a:lnTo>
                <a:lnTo>
                  <a:pt x="4765" y="4289"/>
                </a:lnTo>
                <a:lnTo>
                  <a:pt x="4766" y="4289"/>
                </a:lnTo>
                <a:lnTo>
                  <a:pt x="4767" y="4289"/>
                </a:lnTo>
                <a:lnTo>
                  <a:pt x="4768" y="4289"/>
                </a:lnTo>
                <a:lnTo>
                  <a:pt x="4769" y="4289"/>
                </a:lnTo>
                <a:lnTo>
                  <a:pt x="4770" y="4289"/>
                </a:lnTo>
                <a:lnTo>
                  <a:pt x="4771" y="4289"/>
                </a:lnTo>
                <a:lnTo>
                  <a:pt x="4772" y="4289"/>
                </a:lnTo>
                <a:lnTo>
                  <a:pt x="4773" y="4289"/>
                </a:lnTo>
                <a:lnTo>
                  <a:pt x="4774" y="4289"/>
                </a:lnTo>
                <a:lnTo>
                  <a:pt x="4775" y="4289"/>
                </a:lnTo>
                <a:lnTo>
                  <a:pt x="4776" y="4289"/>
                </a:lnTo>
                <a:lnTo>
                  <a:pt x="4777" y="4289"/>
                </a:lnTo>
                <a:lnTo>
                  <a:pt x="4778" y="4289"/>
                </a:lnTo>
                <a:lnTo>
                  <a:pt x="4779" y="4289"/>
                </a:lnTo>
                <a:lnTo>
                  <a:pt x="4780" y="4289"/>
                </a:lnTo>
                <a:lnTo>
                  <a:pt x="4781" y="4289"/>
                </a:lnTo>
                <a:lnTo>
                  <a:pt x="4782" y="4289"/>
                </a:lnTo>
                <a:lnTo>
                  <a:pt x="4783" y="4289"/>
                </a:lnTo>
                <a:lnTo>
                  <a:pt x="4784" y="4289"/>
                </a:lnTo>
                <a:lnTo>
                  <a:pt x="4785" y="4289"/>
                </a:lnTo>
                <a:lnTo>
                  <a:pt x="4786" y="4289"/>
                </a:lnTo>
                <a:lnTo>
                  <a:pt x="4787" y="4289"/>
                </a:lnTo>
                <a:lnTo>
                  <a:pt x="4788" y="4289"/>
                </a:lnTo>
                <a:lnTo>
                  <a:pt x="4789" y="4289"/>
                </a:lnTo>
                <a:lnTo>
                  <a:pt x="4790" y="4289"/>
                </a:lnTo>
                <a:lnTo>
                  <a:pt x="4791" y="4289"/>
                </a:lnTo>
                <a:lnTo>
                  <a:pt x="4792" y="4289"/>
                </a:lnTo>
                <a:lnTo>
                  <a:pt x="4793" y="4289"/>
                </a:lnTo>
                <a:lnTo>
                  <a:pt x="4794" y="4289"/>
                </a:lnTo>
                <a:lnTo>
                  <a:pt x="4795" y="4289"/>
                </a:lnTo>
                <a:lnTo>
                  <a:pt x="4796" y="4289"/>
                </a:lnTo>
                <a:lnTo>
                  <a:pt x="4797" y="4289"/>
                </a:lnTo>
                <a:lnTo>
                  <a:pt x="4798" y="4289"/>
                </a:lnTo>
                <a:lnTo>
                  <a:pt x="4799" y="4289"/>
                </a:lnTo>
                <a:lnTo>
                  <a:pt x="4800" y="4289"/>
                </a:lnTo>
                <a:lnTo>
                  <a:pt x="4801" y="4289"/>
                </a:lnTo>
                <a:lnTo>
                  <a:pt x="4802" y="4289"/>
                </a:lnTo>
                <a:lnTo>
                  <a:pt x="4803" y="4289"/>
                </a:lnTo>
                <a:lnTo>
                  <a:pt x="4804" y="4289"/>
                </a:lnTo>
                <a:lnTo>
                  <a:pt x="4805" y="4289"/>
                </a:lnTo>
                <a:lnTo>
                  <a:pt x="4806" y="4289"/>
                </a:lnTo>
                <a:lnTo>
                  <a:pt x="4807" y="4289"/>
                </a:lnTo>
                <a:lnTo>
                  <a:pt x="4808" y="4289"/>
                </a:lnTo>
                <a:lnTo>
                  <a:pt x="4809" y="4289"/>
                </a:lnTo>
                <a:lnTo>
                  <a:pt x="4810" y="4289"/>
                </a:lnTo>
                <a:lnTo>
                  <a:pt x="4811" y="4289"/>
                </a:lnTo>
                <a:lnTo>
                  <a:pt x="4812" y="4289"/>
                </a:lnTo>
                <a:lnTo>
                  <a:pt x="4813" y="4289"/>
                </a:lnTo>
                <a:lnTo>
                  <a:pt x="4814" y="4289"/>
                </a:lnTo>
                <a:lnTo>
                  <a:pt x="4815" y="4289"/>
                </a:lnTo>
                <a:lnTo>
                  <a:pt x="4816" y="4289"/>
                </a:lnTo>
                <a:lnTo>
                  <a:pt x="4817" y="4289"/>
                </a:lnTo>
                <a:lnTo>
                  <a:pt x="4818" y="4289"/>
                </a:lnTo>
                <a:lnTo>
                  <a:pt x="4819" y="4289"/>
                </a:lnTo>
                <a:lnTo>
                  <a:pt x="4820" y="4289"/>
                </a:lnTo>
                <a:lnTo>
                  <a:pt x="4821" y="4289"/>
                </a:lnTo>
                <a:lnTo>
                  <a:pt x="4822" y="4289"/>
                </a:lnTo>
                <a:lnTo>
                  <a:pt x="4823" y="4289"/>
                </a:lnTo>
                <a:lnTo>
                  <a:pt x="4824" y="4289"/>
                </a:lnTo>
                <a:lnTo>
                  <a:pt x="4825" y="4289"/>
                </a:lnTo>
                <a:lnTo>
                  <a:pt x="4826" y="4289"/>
                </a:lnTo>
                <a:lnTo>
                  <a:pt x="4827" y="4289"/>
                </a:lnTo>
                <a:lnTo>
                  <a:pt x="4828" y="4289"/>
                </a:lnTo>
                <a:lnTo>
                  <a:pt x="4829" y="4289"/>
                </a:lnTo>
                <a:lnTo>
                  <a:pt x="4830" y="4289"/>
                </a:lnTo>
                <a:lnTo>
                  <a:pt x="4831" y="4289"/>
                </a:lnTo>
                <a:lnTo>
                  <a:pt x="4832" y="4289"/>
                </a:lnTo>
                <a:lnTo>
                  <a:pt x="4833" y="4289"/>
                </a:lnTo>
                <a:lnTo>
                  <a:pt x="4834" y="4289"/>
                </a:lnTo>
                <a:lnTo>
                  <a:pt x="4835" y="4289"/>
                </a:lnTo>
                <a:lnTo>
                  <a:pt x="4836" y="4289"/>
                </a:lnTo>
                <a:lnTo>
                  <a:pt x="4837" y="4289"/>
                </a:lnTo>
                <a:lnTo>
                  <a:pt x="4838" y="4289"/>
                </a:lnTo>
                <a:lnTo>
                  <a:pt x="4839" y="4289"/>
                </a:lnTo>
                <a:lnTo>
                  <a:pt x="4840" y="4289"/>
                </a:lnTo>
                <a:lnTo>
                  <a:pt x="4841" y="4289"/>
                </a:lnTo>
                <a:lnTo>
                  <a:pt x="4842" y="4289"/>
                </a:lnTo>
                <a:lnTo>
                  <a:pt x="4843" y="4289"/>
                </a:lnTo>
                <a:lnTo>
                  <a:pt x="4844" y="4289"/>
                </a:lnTo>
                <a:lnTo>
                  <a:pt x="4845" y="4289"/>
                </a:lnTo>
                <a:lnTo>
                  <a:pt x="4846" y="4289"/>
                </a:lnTo>
                <a:lnTo>
                  <a:pt x="4847" y="4289"/>
                </a:lnTo>
                <a:lnTo>
                  <a:pt x="4848" y="4289"/>
                </a:lnTo>
                <a:lnTo>
                  <a:pt x="4849" y="4289"/>
                </a:lnTo>
                <a:lnTo>
                  <a:pt x="4850" y="4289"/>
                </a:lnTo>
                <a:lnTo>
                  <a:pt x="4851" y="4289"/>
                </a:lnTo>
                <a:lnTo>
                  <a:pt x="4852" y="4289"/>
                </a:lnTo>
                <a:lnTo>
                  <a:pt x="4853" y="4289"/>
                </a:lnTo>
                <a:lnTo>
                  <a:pt x="4854" y="4289"/>
                </a:lnTo>
                <a:lnTo>
                  <a:pt x="4855" y="4289"/>
                </a:lnTo>
                <a:lnTo>
                  <a:pt x="4856" y="4289"/>
                </a:lnTo>
                <a:lnTo>
                  <a:pt x="4857" y="4289"/>
                </a:lnTo>
                <a:lnTo>
                  <a:pt x="4858" y="4289"/>
                </a:lnTo>
                <a:lnTo>
                  <a:pt x="4859" y="4289"/>
                </a:lnTo>
                <a:lnTo>
                  <a:pt x="4860" y="4289"/>
                </a:lnTo>
                <a:lnTo>
                  <a:pt x="4861" y="4289"/>
                </a:lnTo>
                <a:lnTo>
                  <a:pt x="4862" y="4289"/>
                </a:lnTo>
                <a:lnTo>
                  <a:pt x="4863" y="4289"/>
                </a:lnTo>
                <a:lnTo>
                  <a:pt x="4864" y="4289"/>
                </a:lnTo>
                <a:lnTo>
                  <a:pt x="4865" y="4289"/>
                </a:lnTo>
                <a:lnTo>
                  <a:pt x="4866" y="4289"/>
                </a:lnTo>
                <a:lnTo>
                  <a:pt x="4867" y="4289"/>
                </a:lnTo>
                <a:lnTo>
                  <a:pt x="4868" y="4289"/>
                </a:lnTo>
                <a:lnTo>
                  <a:pt x="4869" y="4289"/>
                </a:lnTo>
                <a:lnTo>
                  <a:pt x="4870" y="4289"/>
                </a:lnTo>
                <a:lnTo>
                  <a:pt x="4871" y="4289"/>
                </a:lnTo>
                <a:lnTo>
                  <a:pt x="4872" y="4289"/>
                </a:lnTo>
                <a:lnTo>
                  <a:pt x="4873" y="4289"/>
                </a:lnTo>
                <a:lnTo>
                  <a:pt x="4874" y="4289"/>
                </a:lnTo>
                <a:lnTo>
                  <a:pt x="4875" y="4289"/>
                </a:lnTo>
                <a:lnTo>
                  <a:pt x="4876" y="4289"/>
                </a:lnTo>
                <a:lnTo>
                  <a:pt x="4877" y="4289"/>
                </a:lnTo>
                <a:lnTo>
                  <a:pt x="4878" y="4289"/>
                </a:lnTo>
                <a:lnTo>
                  <a:pt x="4879" y="4289"/>
                </a:lnTo>
                <a:lnTo>
                  <a:pt x="4880" y="4289"/>
                </a:lnTo>
                <a:lnTo>
                  <a:pt x="4881" y="4289"/>
                </a:lnTo>
                <a:lnTo>
                  <a:pt x="4882" y="4289"/>
                </a:lnTo>
                <a:lnTo>
                  <a:pt x="4883" y="4289"/>
                </a:lnTo>
                <a:lnTo>
                  <a:pt x="4884" y="4289"/>
                </a:lnTo>
                <a:lnTo>
                  <a:pt x="4885" y="4289"/>
                </a:lnTo>
                <a:lnTo>
                  <a:pt x="4886" y="4289"/>
                </a:lnTo>
                <a:lnTo>
                  <a:pt x="4887" y="4289"/>
                </a:lnTo>
                <a:lnTo>
                  <a:pt x="4888" y="4289"/>
                </a:lnTo>
                <a:lnTo>
                  <a:pt x="4889" y="4289"/>
                </a:lnTo>
                <a:lnTo>
                  <a:pt x="4890" y="4289"/>
                </a:lnTo>
                <a:lnTo>
                  <a:pt x="4891" y="4289"/>
                </a:lnTo>
                <a:lnTo>
                  <a:pt x="4892" y="4289"/>
                </a:lnTo>
                <a:lnTo>
                  <a:pt x="4893" y="4289"/>
                </a:lnTo>
                <a:lnTo>
                  <a:pt x="4894" y="4289"/>
                </a:lnTo>
                <a:lnTo>
                  <a:pt x="4895" y="4289"/>
                </a:lnTo>
                <a:lnTo>
                  <a:pt x="4896" y="4289"/>
                </a:lnTo>
                <a:lnTo>
                  <a:pt x="4897" y="4289"/>
                </a:lnTo>
                <a:lnTo>
                  <a:pt x="4898" y="4289"/>
                </a:lnTo>
                <a:lnTo>
                  <a:pt x="4899" y="4289"/>
                </a:lnTo>
                <a:lnTo>
                  <a:pt x="4900" y="4289"/>
                </a:lnTo>
                <a:lnTo>
                  <a:pt x="4901" y="4289"/>
                </a:lnTo>
                <a:lnTo>
                  <a:pt x="4902" y="4289"/>
                </a:lnTo>
                <a:lnTo>
                  <a:pt x="4903" y="4289"/>
                </a:lnTo>
                <a:lnTo>
                  <a:pt x="4904" y="4289"/>
                </a:lnTo>
                <a:lnTo>
                  <a:pt x="4905" y="4289"/>
                </a:lnTo>
                <a:lnTo>
                  <a:pt x="4906" y="4289"/>
                </a:lnTo>
                <a:lnTo>
                  <a:pt x="4907" y="4289"/>
                </a:lnTo>
                <a:lnTo>
                  <a:pt x="4908" y="4289"/>
                </a:lnTo>
                <a:lnTo>
                  <a:pt x="4909" y="4289"/>
                </a:lnTo>
                <a:lnTo>
                  <a:pt x="4910" y="4289"/>
                </a:lnTo>
                <a:lnTo>
                  <a:pt x="4911" y="4289"/>
                </a:lnTo>
                <a:lnTo>
                  <a:pt x="4912" y="4289"/>
                </a:lnTo>
                <a:lnTo>
                  <a:pt x="4913" y="4289"/>
                </a:lnTo>
                <a:lnTo>
                  <a:pt x="4914" y="4289"/>
                </a:lnTo>
                <a:lnTo>
                  <a:pt x="4915" y="4289"/>
                </a:lnTo>
                <a:lnTo>
                  <a:pt x="4916" y="4289"/>
                </a:lnTo>
                <a:lnTo>
                  <a:pt x="4917" y="4289"/>
                </a:lnTo>
                <a:lnTo>
                  <a:pt x="4918" y="4289"/>
                </a:lnTo>
                <a:lnTo>
                  <a:pt x="4919" y="4289"/>
                </a:lnTo>
                <a:lnTo>
                  <a:pt x="4920" y="4289"/>
                </a:lnTo>
                <a:lnTo>
                  <a:pt x="4921" y="4289"/>
                </a:lnTo>
                <a:lnTo>
                  <a:pt x="4922" y="4289"/>
                </a:lnTo>
                <a:lnTo>
                  <a:pt x="4923" y="4289"/>
                </a:lnTo>
                <a:lnTo>
                  <a:pt x="4924" y="4289"/>
                </a:lnTo>
                <a:lnTo>
                  <a:pt x="4925" y="4289"/>
                </a:lnTo>
                <a:lnTo>
                  <a:pt x="4926" y="4289"/>
                </a:lnTo>
                <a:lnTo>
                  <a:pt x="4927" y="4289"/>
                </a:lnTo>
                <a:lnTo>
                  <a:pt x="4928" y="4289"/>
                </a:lnTo>
                <a:lnTo>
                  <a:pt x="4929" y="4289"/>
                </a:lnTo>
                <a:lnTo>
                  <a:pt x="4930" y="4289"/>
                </a:lnTo>
                <a:lnTo>
                  <a:pt x="4931" y="4289"/>
                </a:lnTo>
                <a:lnTo>
                  <a:pt x="4932" y="4289"/>
                </a:lnTo>
                <a:lnTo>
                  <a:pt x="4933" y="4289"/>
                </a:lnTo>
                <a:lnTo>
                  <a:pt x="4934" y="4289"/>
                </a:lnTo>
                <a:lnTo>
                  <a:pt x="4935" y="4289"/>
                </a:lnTo>
                <a:lnTo>
                  <a:pt x="4936" y="4289"/>
                </a:lnTo>
                <a:lnTo>
                  <a:pt x="4937" y="4289"/>
                </a:lnTo>
                <a:lnTo>
                  <a:pt x="4938" y="4289"/>
                </a:lnTo>
                <a:lnTo>
                  <a:pt x="4939" y="4289"/>
                </a:lnTo>
                <a:lnTo>
                  <a:pt x="4940" y="4289"/>
                </a:lnTo>
                <a:lnTo>
                  <a:pt x="4941" y="4289"/>
                </a:lnTo>
                <a:lnTo>
                  <a:pt x="4942" y="4289"/>
                </a:lnTo>
                <a:lnTo>
                  <a:pt x="4943" y="4289"/>
                </a:lnTo>
                <a:lnTo>
                  <a:pt x="4944" y="4289"/>
                </a:lnTo>
                <a:lnTo>
                  <a:pt x="4945" y="4289"/>
                </a:lnTo>
                <a:lnTo>
                  <a:pt x="4946" y="4289"/>
                </a:lnTo>
                <a:lnTo>
                  <a:pt x="4947" y="4289"/>
                </a:lnTo>
                <a:lnTo>
                  <a:pt x="4948" y="4289"/>
                </a:lnTo>
                <a:lnTo>
                  <a:pt x="4949" y="4289"/>
                </a:lnTo>
                <a:lnTo>
                  <a:pt x="4950" y="4289"/>
                </a:lnTo>
                <a:lnTo>
                  <a:pt x="4951" y="4289"/>
                </a:lnTo>
                <a:lnTo>
                  <a:pt x="4952" y="4289"/>
                </a:lnTo>
                <a:lnTo>
                  <a:pt x="4953" y="4289"/>
                </a:lnTo>
                <a:lnTo>
                  <a:pt x="4954" y="4289"/>
                </a:lnTo>
                <a:lnTo>
                  <a:pt x="4955" y="4289"/>
                </a:lnTo>
                <a:lnTo>
                  <a:pt x="4956" y="4289"/>
                </a:lnTo>
                <a:lnTo>
                  <a:pt x="4957" y="4289"/>
                </a:lnTo>
                <a:lnTo>
                  <a:pt x="4958" y="4289"/>
                </a:lnTo>
                <a:lnTo>
                  <a:pt x="4959" y="4289"/>
                </a:lnTo>
                <a:lnTo>
                  <a:pt x="4960" y="4289"/>
                </a:lnTo>
                <a:lnTo>
                  <a:pt x="4961" y="4289"/>
                </a:lnTo>
                <a:lnTo>
                  <a:pt x="4962" y="4289"/>
                </a:lnTo>
                <a:lnTo>
                  <a:pt x="4963" y="4289"/>
                </a:lnTo>
                <a:lnTo>
                  <a:pt x="4964" y="4289"/>
                </a:lnTo>
                <a:lnTo>
                  <a:pt x="4965" y="4289"/>
                </a:lnTo>
                <a:lnTo>
                  <a:pt x="4966" y="4289"/>
                </a:lnTo>
                <a:lnTo>
                  <a:pt x="4967" y="4289"/>
                </a:lnTo>
                <a:lnTo>
                  <a:pt x="4968" y="4289"/>
                </a:lnTo>
                <a:lnTo>
                  <a:pt x="4969" y="4289"/>
                </a:lnTo>
                <a:lnTo>
                  <a:pt x="4970" y="4289"/>
                </a:lnTo>
                <a:lnTo>
                  <a:pt x="4971" y="4289"/>
                </a:lnTo>
                <a:lnTo>
                  <a:pt x="4972" y="4289"/>
                </a:lnTo>
                <a:lnTo>
                  <a:pt x="4973" y="4289"/>
                </a:lnTo>
                <a:lnTo>
                  <a:pt x="4974" y="4289"/>
                </a:lnTo>
                <a:lnTo>
                  <a:pt x="4975" y="4289"/>
                </a:lnTo>
                <a:lnTo>
                  <a:pt x="4976" y="4289"/>
                </a:lnTo>
                <a:lnTo>
                  <a:pt x="4977" y="4289"/>
                </a:lnTo>
                <a:lnTo>
                  <a:pt x="4978" y="4289"/>
                </a:lnTo>
                <a:lnTo>
                  <a:pt x="4979" y="4289"/>
                </a:lnTo>
                <a:lnTo>
                  <a:pt x="4980" y="4289"/>
                </a:lnTo>
                <a:lnTo>
                  <a:pt x="4981" y="4289"/>
                </a:lnTo>
                <a:lnTo>
                  <a:pt x="4982" y="4289"/>
                </a:lnTo>
                <a:lnTo>
                  <a:pt x="4983" y="4289"/>
                </a:lnTo>
                <a:lnTo>
                  <a:pt x="4984" y="4289"/>
                </a:lnTo>
                <a:lnTo>
                  <a:pt x="4985" y="4289"/>
                </a:lnTo>
                <a:lnTo>
                  <a:pt x="4986" y="4289"/>
                </a:lnTo>
                <a:lnTo>
                  <a:pt x="4987" y="4289"/>
                </a:lnTo>
                <a:lnTo>
                  <a:pt x="4988" y="4289"/>
                </a:lnTo>
                <a:lnTo>
                  <a:pt x="4989" y="4289"/>
                </a:lnTo>
                <a:lnTo>
                  <a:pt x="4990" y="4289"/>
                </a:lnTo>
                <a:lnTo>
                  <a:pt x="4991" y="4289"/>
                </a:lnTo>
                <a:lnTo>
                  <a:pt x="4992" y="4289"/>
                </a:lnTo>
                <a:lnTo>
                  <a:pt x="4993" y="4289"/>
                </a:lnTo>
                <a:lnTo>
                  <a:pt x="4994" y="4289"/>
                </a:lnTo>
                <a:lnTo>
                  <a:pt x="4995" y="4289"/>
                </a:lnTo>
                <a:lnTo>
                  <a:pt x="4996" y="4289"/>
                </a:lnTo>
                <a:lnTo>
                  <a:pt x="4997" y="4289"/>
                </a:lnTo>
                <a:lnTo>
                  <a:pt x="4998" y="4289"/>
                </a:lnTo>
                <a:lnTo>
                  <a:pt x="4999" y="4289"/>
                </a:lnTo>
                <a:lnTo>
                  <a:pt x="5000" y="4289"/>
                </a:lnTo>
                <a:lnTo>
                  <a:pt x="5001" y="4289"/>
                </a:lnTo>
                <a:lnTo>
                  <a:pt x="5002" y="4289"/>
                </a:lnTo>
                <a:lnTo>
                  <a:pt x="5003" y="4289"/>
                </a:lnTo>
                <a:lnTo>
                  <a:pt x="5004" y="4289"/>
                </a:lnTo>
                <a:lnTo>
                  <a:pt x="5005" y="4289"/>
                </a:lnTo>
                <a:lnTo>
                  <a:pt x="5006" y="4289"/>
                </a:lnTo>
                <a:lnTo>
                  <a:pt x="5007" y="4289"/>
                </a:lnTo>
                <a:lnTo>
                  <a:pt x="5008" y="4289"/>
                </a:lnTo>
                <a:lnTo>
                  <a:pt x="5009" y="4289"/>
                </a:lnTo>
                <a:lnTo>
                  <a:pt x="5010" y="4289"/>
                </a:lnTo>
                <a:lnTo>
                  <a:pt x="5011" y="4289"/>
                </a:lnTo>
                <a:lnTo>
                  <a:pt x="5012" y="4289"/>
                </a:lnTo>
                <a:lnTo>
                  <a:pt x="5013" y="4289"/>
                </a:lnTo>
                <a:lnTo>
                  <a:pt x="5014" y="4289"/>
                </a:lnTo>
                <a:lnTo>
                  <a:pt x="5015" y="4289"/>
                </a:lnTo>
                <a:lnTo>
                  <a:pt x="5016" y="4289"/>
                </a:lnTo>
                <a:lnTo>
                  <a:pt x="5017" y="4289"/>
                </a:lnTo>
                <a:lnTo>
                  <a:pt x="5018" y="4289"/>
                </a:lnTo>
                <a:lnTo>
                  <a:pt x="5019" y="4289"/>
                </a:lnTo>
                <a:lnTo>
                  <a:pt x="5020" y="4289"/>
                </a:lnTo>
                <a:lnTo>
                  <a:pt x="5021" y="4289"/>
                </a:lnTo>
                <a:lnTo>
                  <a:pt x="5022" y="4289"/>
                </a:lnTo>
                <a:lnTo>
                  <a:pt x="5023" y="4289"/>
                </a:lnTo>
                <a:lnTo>
                  <a:pt x="5024" y="4289"/>
                </a:lnTo>
                <a:lnTo>
                  <a:pt x="5025" y="4289"/>
                </a:lnTo>
                <a:lnTo>
                  <a:pt x="5026" y="4289"/>
                </a:lnTo>
                <a:lnTo>
                  <a:pt x="5027" y="4289"/>
                </a:lnTo>
                <a:lnTo>
                  <a:pt x="5028" y="4289"/>
                </a:lnTo>
                <a:lnTo>
                  <a:pt x="5029" y="4289"/>
                </a:lnTo>
                <a:lnTo>
                  <a:pt x="5030" y="4289"/>
                </a:lnTo>
                <a:lnTo>
                  <a:pt x="5031" y="4289"/>
                </a:lnTo>
                <a:lnTo>
                  <a:pt x="5032" y="4289"/>
                </a:lnTo>
                <a:lnTo>
                  <a:pt x="5033" y="4289"/>
                </a:lnTo>
                <a:lnTo>
                  <a:pt x="5034" y="4289"/>
                </a:lnTo>
                <a:lnTo>
                  <a:pt x="5035" y="4289"/>
                </a:lnTo>
                <a:lnTo>
                  <a:pt x="5036" y="4289"/>
                </a:lnTo>
                <a:lnTo>
                  <a:pt x="5037" y="4289"/>
                </a:lnTo>
                <a:lnTo>
                  <a:pt x="5038" y="4289"/>
                </a:lnTo>
                <a:lnTo>
                  <a:pt x="5039" y="4289"/>
                </a:lnTo>
                <a:lnTo>
                  <a:pt x="5040" y="4289"/>
                </a:lnTo>
                <a:lnTo>
                  <a:pt x="5041" y="4289"/>
                </a:lnTo>
                <a:lnTo>
                  <a:pt x="5042" y="4289"/>
                </a:lnTo>
                <a:lnTo>
                  <a:pt x="5043" y="4289"/>
                </a:lnTo>
                <a:lnTo>
                  <a:pt x="5044" y="4289"/>
                </a:lnTo>
                <a:lnTo>
                  <a:pt x="5045" y="4289"/>
                </a:lnTo>
                <a:lnTo>
                  <a:pt x="5046" y="4289"/>
                </a:lnTo>
                <a:lnTo>
                  <a:pt x="5047" y="4289"/>
                </a:lnTo>
                <a:lnTo>
                  <a:pt x="5048" y="4289"/>
                </a:lnTo>
                <a:lnTo>
                  <a:pt x="5049" y="4289"/>
                </a:lnTo>
                <a:lnTo>
                  <a:pt x="5050" y="4289"/>
                </a:lnTo>
                <a:lnTo>
                  <a:pt x="5051" y="4289"/>
                </a:lnTo>
                <a:lnTo>
                  <a:pt x="5052" y="4289"/>
                </a:lnTo>
                <a:lnTo>
                  <a:pt x="5053" y="4289"/>
                </a:lnTo>
                <a:lnTo>
                  <a:pt x="5054" y="4289"/>
                </a:lnTo>
                <a:lnTo>
                  <a:pt x="5055" y="4289"/>
                </a:lnTo>
                <a:lnTo>
                  <a:pt x="5056" y="4289"/>
                </a:lnTo>
                <a:lnTo>
                  <a:pt x="5057" y="4289"/>
                </a:lnTo>
                <a:lnTo>
                  <a:pt x="5058" y="4289"/>
                </a:lnTo>
                <a:lnTo>
                  <a:pt x="5059" y="4289"/>
                </a:lnTo>
                <a:lnTo>
                  <a:pt x="5060" y="4289"/>
                </a:lnTo>
                <a:lnTo>
                  <a:pt x="5061" y="4289"/>
                </a:lnTo>
                <a:lnTo>
                  <a:pt x="5062" y="4289"/>
                </a:lnTo>
                <a:lnTo>
                  <a:pt x="5063" y="4289"/>
                </a:lnTo>
                <a:lnTo>
                  <a:pt x="5064" y="4289"/>
                </a:lnTo>
                <a:lnTo>
                  <a:pt x="5065" y="4289"/>
                </a:lnTo>
                <a:lnTo>
                  <a:pt x="5066" y="4289"/>
                </a:lnTo>
                <a:lnTo>
                  <a:pt x="5067" y="4289"/>
                </a:lnTo>
                <a:lnTo>
                  <a:pt x="5068" y="4289"/>
                </a:lnTo>
                <a:lnTo>
                  <a:pt x="5069" y="4289"/>
                </a:lnTo>
                <a:lnTo>
                  <a:pt x="5070" y="4289"/>
                </a:lnTo>
                <a:lnTo>
                  <a:pt x="5071" y="4289"/>
                </a:lnTo>
                <a:lnTo>
                  <a:pt x="5072" y="4289"/>
                </a:lnTo>
                <a:lnTo>
                  <a:pt x="5073" y="4289"/>
                </a:lnTo>
                <a:lnTo>
                  <a:pt x="5074" y="4289"/>
                </a:lnTo>
                <a:lnTo>
                  <a:pt x="5075" y="4289"/>
                </a:lnTo>
                <a:lnTo>
                  <a:pt x="5076" y="4289"/>
                </a:lnTo>
                <a:lnTo>
                  <a:pt x="5077" y="4289"/>
                </a:lnTo>
                <a:lnTo>
                  <a:pt x="5078" y="4289"/>
                </a:lnTo>
                <a:lnTo>
                  <a:pt x="5079" y="4289"/>
                </a:lnTo>
                <a:lnTo>
                  <a:pt x="5080" y="4289"/>
                </a:lnTo>
                <a:lnTo>
                  <a:pt x="5081" y="4289"/>
                </a:lnTo>
                <a:lnTo>
                  <a:pt x="5082" y="4289"/>
                </a:lnTo>
                <a:lnTo>
                  <a:pt x="5083" y="4289"/>
                </a:lnTo>
                <a:lnTo>
                  <a:pt x="5084" y="4289"/>
                </a:lnTo>
                <a:lnTo>
                  <a:pt x="5085" y="4289"/>
                </a:lnTo>
                <a:lnTo>
                  <a:pt x="5086" y="4289"/>
                </a:lnTo>
                <a:lnTo>
                  <a:pt x="5087" y="4289"/>
                </a:lnTo>
                <a:lnTo>
                  <a:pt x="5088" y="4289"/>
                </a:lnTo>
                <a:lnTo>
                  <a:pt x="5089" y="4289"/>
                </a:lnTo>
                <a:lnTo>
                  <a:pt x="5090" y="4289"/>
                </a:lnTo>
                <a:lnTo>
                  <a:pt x="5091" y="4289"/>
                </a:lnTo>
                <a:lnTo>
                  <a:pt x="5092" y="4289"/>
                </a:lnTo>
                <a:lnTo>
                  <a:pt x="5093" y="4289"/>
                </a:lnTo>
                <a:lnTo>
                  <a:pt x="5094" y="4289"/>
                </a:lnTo>
                <a:lnTo>
                  <a:pt x="5095" y="4289"/>
                </a:lnTo>
                <a:lnTo>
                  <a:pt x="5096" y="4289"/>
                </a:lnTo>
                <a:lnTo>
                  <a:pt x="5097" y="4289"/>
                </a:lnTo>
                <a:lnTo>
                  <a:pt x="5098" y="4289"/>
                </a:lnTo>
                <a:lnTo>
                  <a:pt x="5099" y="4289"/>
                </a:lnTo>
                <a:lnTo>
                  <a:pt x="5100" y="4289"/>
                </a:lnTo>
                <a:lnTo>
                  <a:pt x="5101" y="4289"/>
                </a:lnTo>
                <a:lnTo>
                  <a:pt x="5102" y="4289"/>
                </a:lnTo>
                <a:lnTo>
                  <a:pt x="5103" y="4289"/>
                </a:lnTo>
                <a:lnTo>
                  <a:pt x="5104" y="4289"/>
                </a:lnTo>
                <a:lnTo>
                  <a:pt x="5105" y="4289"/>
                </a:lnTo>
                <a:lnTo>
                  <a:pt x="5106" y="4289"/>
                </a:lnTo>
                <a:lnTo>
                  <a:pt x="5107" y="4289"/>
                </a:lnTo>
                <a:lnTo>
                  <a:pt x="5108" y="4289"/>
                </a:lnTo>
                <a:lnTo>
                  <a:pt x="5109" y="4289"/>
                </a:lnTo>
                <a:lnTo>
                  <a:pt x="5110" y="4289"/>
                </a:lnTo>
                <a:lnTo>
                  <a:pt x="5111" y="4289"/>
                </a:lnTo>
                <a:lnTo>
                  <a:pt x="5112" y="4289"/>
                </a:lnTo>
                <a:lnTo>
                  <a:pt x="5113" y="4289"/>
                </a:lnTo>
                <a:lnTo>
                  <a:pt x="5114" y="4289"/>
                </a:lnTo>
                <a:lnTo>
                  <a:pt x="5115" y="4289"/>
                </a:lnTo>
                <a:lnTo>
                  <a:pt x="5116" y="4289"/>
                </a:lnTo>
                <a:lnTo>
                  <a:pt x="5117" y="4289"/>
                </a:lnTo>
                <a:lnTo>
                  <a:pt x="5118" y="4289"/>
                </a:lnTo>
                <a:lnTo>
                  <a:pt x="5119" y="4289"/>
                </a:lnTo>
                <a:lnTo>
                  <a:pt x="5120" y="4289"/>
                </a:lnTo>
                <a:lnTo>
                  <a:pt x="5121" y="4289"/>
                </a:lnTo>
                <a:lnTo>
                  <a:pt x="5122" y="4289"/>
                </a:lnTo>
                <a:lnTo>
                  <a:pt x="5123" y="4289"/>
                </a:lnTo>
                <a:lnTo>
                  <a:pt x="5124" y="4289"/>
                </a:lnTo>
                <a:lnTo>
                  <a:pt x="5125" y="4289"/>
                </a:lnTo>
                <a:lnTo>
                  <a:pt x="5126" y="4289"/>
                </a:lnTo>
                <a:lnTo>
                  <a:pt x="5127" y="4289"/>
                </a:lnTo>
                <a:lnTo>
                  <a:pt x="5128" y="4289"/>
                </a:lnTo>
                <a:lnTo>
                  <a:pt x="5129" y="4289"/>
                </a:lnTo>
                <a:lnTo>
                  <a:pt x="5130" y="4289"/>
                </a:lnTo>
                <a:lnTo>
                  <a:pt x="5131" y="4289"/>
                </a:lnTo>
                <a:lnTo>
                  <a:pt x="5132" y="4289"/>
                </a:lnTo>
                <a:lnTo>
                  <a:pt x="5133" y="4289"/>
                </a:lnTo>
                <a:lnTo>
                  <a:pt x="5134" y="4289"/>
                </a:lnTo>
                <a:lnTo>
                  <a:pt x="5135" y="4289"/>
                </a:lnTo>
                <a:lnTo>
                  <a:pt x="5136" y="4289"/>
                </a:lnTo>
                <a:lnTo>
                  <a:pt x="5137" y="4289"/>
                </a:lnTo>
                <a:lnTo>
                  <a:pt x="5138" y="4289"/>
                </a:lnTo>
                <a:lnTo>
                  <a:pt x="5139" y="4289"/>
                </a:lnTo>
                <a:lnTo>
                  <a:pt x="5140" y="4289"/>
                </a:lnTo>
                <a:lnTo>
                  <a:pt x="5141" y="4289"/>
                </a:lnTo>
                <a:lnTo>
                  <a:pt x="5142" y="4289"/>
                </a:lnTo>
                <a:lnTo>
                  <a:pt x="5143" y="4289"/>
                </a:lnTo>
                <a:lnTo>
                  <a:pt x="5144" y="4289"/>
                </a:lnTo>
                <a:lnTo>
                  <a:pt x="5145" y="4289"/>
                </a:lnTo>
                <a:lnTo>
                  <a:pt x="5146" y="4289"/>
                </a:lnTo>
                <a:lnTo>
                  <a:pt x="5147" y="4289"/>
                </a:lnTo>
                <a:lnTo>
                  <a:pt x="5148" y="4289"/>
                </a:lnTo>
                <a:lnTo>
                  <a:pt x="5149" y="4289"/>
                </a:lnTo>
                <a:lnTo>
                  <a:pt x="5150" y="4289"/>
                </a:lnTo>
                <a:lnTo>
                  <a:pt x="5151" y="4289"/>
                </a:lnTo>
                <a:lnTo>
                  <a:pt x="5152" y="4289"/>
                </a:lnTo>
                <a:lnTo>
                  <a:pt x="5153" y="4289"/>
                </a:lnTo>
                <a:lnTo>
                  <a:pt x="5154" y="4289"/>
                </a:lnTo>
                <a:lnTo>
                  <a:pt x="5155" y="4289"/>
                </a:lnTo>
                <a:lnTo>
                  <a:pt x="5156" y="4289"/>
                </a:lnTo>
                <a:lnTo>
                  <a:pt x="5157" y="4289"/>
                </a:lnTo>
                <a:lnTo>
                  <a:pt x="5158" y="4289"/>
                </a:lnTo>
                <a:lnTo>
                  <a:pt x="5159" y="4289"/>
                </a:lnTo>
                <a:lnTo>
                  <a:pt x="5160" y="4289"/>
                </a:lnTo>
                <a:lnTo>
                  <a:pt x="5161" y="4289"/>
                </a:lnTo>
                <a:lnTo>
                  <a:pt x="5162" y="4289"/>
                </a:lnTo>
                <a:lnTo>
                  <a:pt x="5163" y="4289"/>
                </a:lnTo>
                <a:lnTo>
                  <a:pt x="5164" y="4289"/>
                </a:lnTo>
                <a:lnTo>
                  <a:pt x="5165" y="4289"/>
                </a:lnTo>
                <a:lnTo>
                  <a:pt x="5166" y="4289"/>
                </a:lnTo>
                <a:lnTo>
                  <a:pt x="5167" y="4289"/>
                </a:lnTo>
                <a:lnTo>
                  <a:pt x="5168" y="4289"/>
                </a:lnTo>
                <a:lnTo>
                  <a:pt x="5169" y="4289"/>
                </a:lnTo>
                <a:lnTo>
                  <a:pt x="5170" y="4289"/>
                </a:lnTo>
                <a:lnTo>
                  <a:pt x="5171" y="4289"/>
                </a:lnTo>
                <a:lnTo>
                  <a:pt x="5172" y="4289"/>
                </a:lnTo>
                <a:lnTo>
                  <a:pt x="5173" y="4289"/>
                </a:lnTo>
                <a:lnTo>
                  <a:pt x="5174" y="4289"/>
                </a:lnTo>
                <a:lnTo>
                  <a:pt x="5175" y="4289"/>
                </a:lnTo>
                <a:lnTo>
                  <a:pt x="5176" y="4289"/>
                </a:lnTo>
                <a:lnTo>
                  <a:pt x="5177" y="4289"/>
                </a:lnTo>
                <a:lnTo>
                  <a:pt x="5178" y="4289"/>
                </a:lnTo>
                <a:lnTo>
                  <a:pt x="5179" y="4289"/>
                </a:lnTo>
                <a:lnTo>
                  <a:pt x="5180" y="4289"/>
                </a:lnTo>
                <a:lnTo>
                  <a:pt x="5181" y="4289"/>
                </a:lnTo>
                <a:lnTo>
                  <a:pt x="5182" y="4289"/>
                </a:lnTo>
                <a:lnTo>
                  <a:pt x="5183" y="4289"/>
                </a:lnTo>
                <a:lnTo>
                  <a:pt x="5184" y="4289"/>
                </a:lnTo>
                <a:lnTo>
                  <a:pt x="5185" y="4289"/>
                </a:lnTo>
                <a:lnTo>
                  <a:pt x="5186" y="4289"/>
                </a:lnTo>
                <a:lnTo>
                  <a:pt x="5187" y="4289"/>
                </a:lnTo>
                <a:lnTo>
                  <a:pt x="5188" y="4289"/>
                </a:lnTo>
                <a:lnTo>
                  <a:pt x="5189" y="4289"/>
                </a:lnTo>
                <a:lnTo>
                  <a:pt x="5190" y="4289"/>
                </a:lnTo>
                <a:lnTo>
                  <a:pt x="5191" y="4289"/>
                </a:lnTo>
                <a:lnTo>
                  <a:pt x="5192" y="4289"/>
                </a:lnTo>
                <a:lnTo>
                  <a:pt x="5193" y="4289"/>
                </a:lnTo>
                <a:lnTo>
                  <a:pt x="5194" y="4289"/>
                </a:lnTo>
                <a:lnTo>
                  <a:pt x="5195" y="4289"/>
                </a:lnTo>
                <a:lnTo>
                  <a:pt x="5196" y="4289"/>
                </a:lnTo>
                <a:lnTo>
                  <a:pt x="5197" y="4289"/>
                </a:lnTo>
                <a:lnTo>
                  <a:pt x="5198" y="4289"/>
                </a:lnTo>
                <a:lnTo>
                  <a:pt x="5199" y="4289"/>
                </a:lnTo>
                <a:lnTo>
                  <a:pt x="5200" y="4289"/>
                </a:lnTo>
                <a:lnTo>
                  <a:pt x="5201" y="4289"/>
                </a:lnTo>
                <a:lnTo>
                  <a:pt x="5202" y="4289"/>
                </a:lnTo>
                <a:lnTo>
                  <a:pt x="5203" y="4289"/>
                </a:lnTo>
                <a:lnTo>
                  <a:pt x="5204" y="4289"/>
                </a:lnTo>
                <a:lnTo>
                  <a:pt x="5205" y="4289"/>
                </a:lnTo>
                <a:lnTo>
                  <a:pt x="5206" y="4289"/>
                </a:lnTo>
                <a:lnTo>
                  <a:pt x="5207" y="4289"/>
                </a:lnTo>
                <a:lnTo>
                  <a:pt x="5208" y="4289"/>
                </a:lnTo>
                <a:lnTo>
                  <a:pt x="5209" y="4289"/>
                </a:lnTo>
                <a:lnTo>
                  <a:pt x="5210" y="4289"/>
                </a:lnTo>
                <a:lnTo>
                  <a:pt x="5211" y="4289"/>
                </a:lnTo>
                <a:lnTo>
                  <a:pt x="5212" y="4289"/>
                </a:lnTo>
                <a:lnTo>
                  <a:pt x="5213" y="4289"/>
                </a:lnTo>
                <a:lnTo>
                  <a:pt x="5214" y="4289"/>
                </a:lnTo>
                <a:lnTo>
                  <a:pt x="5215" y="4289"/>
                </a:lnTo>
                <a:lnTo>
                  <a:pt x="5216" y="4289"/>
                </a:lnTo>
                <a:lnTo>
                  <a:pt x="5217" y="4289"/>
                </a:lnTo>
                <a:lnTo>
                  <a:pt x="5218" y="4289"/>
                </a:lnTo>
                <a:lnTo>
                  <a:pt x="5219" y="4289"/>
                </a:lnTo>
                <a:lnTo>
                  <a:pt x="5220" y="4289"/>
                </a:lnTo>
                <a:lnTo>
                  <a:pt x="5221" y="4289"/>
                </a:lnTo>
                <a:lnTo>
                  <a:pt x="5222" y="4289"/>
                </a:lnTo>
                <a:lnTo>
                  <a:pt x="5223" y="4289"/>
                </a:lnTo>
                <a:lnTo>
                  <a:pt x="5224" y="4289"/>
                </a:lnTo>
                <a:lnTo>
                  <a:pt x="5225" y="4289"/>
                </a:lnTo>
                <a:lnTo>
                  <a:pt x="5226" y="4289"/>
                </a:lnTo>
                <a:lnTo>
                  <a:pt x="5227" y="4289"/>
                </a:lnTo>
                <a:lnTo>
                  <a:pt x="5228" y="4289"/>
                </a:lnTo>
                <a:lnTo>
                  <a:pt x="5229" y="4289"/>
                </a:lnTo>
                <a:lnTo>
                  <a:pt x="5230" y="4289"/>
                </a:lnTo>
                <a:lnTo>
                  <a:pt x="5231" y="4289"/>
                </a:lnTo>
                <a:lnTo>
                  <a:pt x="5232" y="4289"/>
                </a:lnTo>
                <a:lnTo>
                  <a:pt x="5233" y="4289"/>
                </a:lnTo>
                <a:lnTo>
                  <a:pt x="5234" y="4289"/>
                </a:lnTo>
                <a:lnTo>
                  <a:pt x="5235" y="4289"/>
                </a:lnTo>
                <a:lnTo>
                  <a:pt x="5236" y="4289"/>
                </a:lnTo>
                <a:lnTo>
                  <a:pt x="5237" y="4289"/>
                </a:lnTo>
                <a:lnTo>
                  <a:pt x="5238" y="4289"/>
                </a:lnTo>
                <a:lnTo>
                  <a:pt x="5239" y="4289"/>
                </a:lnTo>
                <a:lnTo>
                  <a:pt x="5240" y="4289"/>
                </a:lnTo>
                <a:lnTo>
                  <a:pt x="5241" y="4289"/>
                </a:lnTo>
                <a:lnTo>
                  <a:pt x="5242" y="4289"/>
                </a:lnTo>
                <a:lnTo>
                  <a:pt x="5243" y="4289"/>
                </a:lnTo>
                <a:lnTo>
                  <a:pt x="5244" y="4289"/>
                </a:lnTo>
                <a:lnTo>
                  <a:pt x="5245" y="4289"/>
                </a:lnTo>
                <a:lnTo>
                  <a:pt x="5246" y="4289"/>
                </a:lnTo>
                <a:lnTo>
                  <a:pt x="5247" y="4289"/>
                </a:lnTo>
                <a:lnTo>
                  <a:pt x="5248" y="4289"/>
                </a:lnTo>
                <a:lnTo>
                  <a:pt x="5249" y="4289"/>
                </a:lnTo>
                <a:lnTo>
                  <a:pt x="5250" y="4289"/>
                </a:lnTo>
                <a:lnTo>
                  <a:pt x="5251" y="4289"/>
                </a:lnTo>
                <a:lnTo>
                  <a:pt x="5252" y="4289"/>
                </a:lnTo>
                <a:lnTo>
                  <a:pt x="5253" y="4289"/>
                </a:lnTo>
                <a:lnTo>
                  <a:pt x="5254" y="4289"/>
                </a:lnTo>
                <a:lnTo>
                  <a:pt x="5255" y="4289"/>
                </a:lnTo>
                <a:lnTo>
                  <a:pt x="5256" y="4289"/>
                </a:lnTo>
                <a:lnTo>
                  <a:pt x="5257" y="4289"/>
                </a:lnTo>
                <a:lnTo>
                  <a:pt x="5258" y="4289"/>
                </a:lnTo>
                <a:lnTo>
                  <a:pt x="5259" y="4289"/>
                </a:lnTo>
                <a:lnTo>
                  <a:pt x="5260" y="4289"/>
                </a:lnTo>
                <a:lnTo>
                  <a:pt x="5261" y="4289"/>
                </a:lnTo>
                <a:lnTo>
                  <a:pt x="5262" y="4289"/>
                </a:lnTo>
                <a:lnTo>
                  <a:pt x="5263" y="4289"/>
                </a:lnTo>
                <a:lnTo>
                  <a:pt x="5264" y="4289"/>
                </a:lnTo>
                <a:lnTo>
                  <a:pt x="5265" y="4289"/>
                </a:lnTo>
                <a:lnTo>
                  <a:pt x="5266" y="4289"/>
                </a:lnTo>
                <a:lnTo>
                  <a:pt x="5267" y="4289"/>
                </a:lnTo>
                <a:lnTo>
                  <a:pt x="5268" y="4289"/>
                </a:lnTo>
                <a:lnTo>
                  <a:pt x="5269" y="4289"/>
                </a:lnTo>
                <a:lnTo>
                  <a:pt x="5270" y="4289"/>
                </a:lnTo>
                <a:lnTo>
                  <a:pt x="5271" y="4289"/>
                </a:lnTo>
                <a:lnTo>
                  <a:pt x="5272" y="4289"/>
                </a:lnTo>
                <a:lnTo>
                  <a:pt x="5273" y="4289"/>
                </a:lnTo>
                <a:lnTo>
                  <a:pt x="5274" y="4289"/>
                </a:lnTo>
                <a:lnTo>
                  <a:pt x="5275" y="4289"/>
                </a:lnTo>
                <a:lnTo>
                  <a:pt x="5276" y="4289"/>
                </a:lnTo>
                <a:lnTo>
                  <a:pt x="5277" y="4289"/>
                </a:lnTo>
                <a:lnTo>
                  <a:pt x="5278" y="4289"/>
                </a:lnTo>
                <a:lnTo>
                  <a:pt x="5279" y="4289"/>
                </a:lnTo>
                <a:lnTo>
                  <a:pt x="5280" y="4289"/>
                </a:lnTo>
                <a:lnTo>
                  <a:pt x="5281" y="4289"/>
                </a:lnTo>
                <a:lnTo>
                  <a:pt x="5282" y="4289"/>
                </a:lnTo>
                <a:lnTo>
                  <a:pt x="5283" y="4289"/>
                </a:lnTo>
                <a:lnTo>
                  <a:pt x="5284" y="4289"/>
                </a:lnTo>
                <a:lnTo>
                  <a:pt x="5285" y="4289"/>
                </a:lnTo>
                <a:lnTo>
                  <a:pt x="5286" y="4289"/>
                </a:lnTo>
                <a:lnTo>
                  <a:pt x="5287" y="4289"/>
                </a:lnTo>
                <a:lnTo>
                  <a:pt x="5288" y="4289"/>
                </a:lnTo>
                <a:lnTo>
                  <a:pt x="5289" y="4289"/>
                </a:lnTo>
                <a:lnTo>
                  <a:pt x="5290" y="4289"/>
                </a:lnTo>
                <a:lnTo>
                  <a:pt x="5291" y="4289"/>
                </a:lnTo>
                <a:lnTo>
                  <a:pt x="5292" y="4289"/>
                </a:lnTo>
                <a:lnTo>
                  <a:pt x="5293" y="4289"/>
                </a:lnTo>
                <a:lnTo>
                  <a:pt x="5294" y="4289"/>
                </a:lnTo>
                <a:lnTo>
                  <a:pt x="5295" y="4289"/>
                </a:lnTo>
                <a:lnTo>
                  <a:pt x="5296" y="4289"/>
                </a:lnTo>
                <a:lnTo>
                  <a:pt x="5297" y="4289"/>
                </a:lnTo>
                <a:lnTo>
                  <a:pt x="5298" y="4289"/>
                </a:lnTo>
                <a:lnTo>
                  <a:pt x="5299" y="4289"/>
                </a:lnTo>
                <a:lnTo>
                  <a:pt x="5300" y="4289"/>
                </a:lnTo>
                <a:lnTo>
                  <a:pt x="5301" y="4289"/>
                </a:lnTo>
                <a:lnTo>
                  <a:pt x="5302" y="4289"/>
                </a:lnTo>
                <a:lnTo>
                  <a:pt x="5303" y="4289"/>
                </a:lnTo>
                <a:lnTo>
                  <a:pt x="5304" y="4289"/>
                </a:lnTo>
                <a:lnTo>
                  <a:pt x="5305" y="4289"/>
                </a:lnTo>
                <a:lnTo>
                  <a:pt x="5306" y="4289"/>
                </a:lnTo>
                <a:lnTo>
                  <a:pt x="5307" y="4289"/>
                </a:lnTo>
                <a:lnTo>
                  <a:pt x="5308" y="4289"/>
                </a:lnTo>
                <a:lnTo>
                  <a:pt x="5309" y="4289"/>
                </a:lnTo>
                <a:lnTo>
                  <a:pt x="5310" y="4289"/>
                </a:lnTo>
                <a:lnTo>
                  <a:pt x="5311" y="4289"/>
                </a:lnTo>
                <a:lnTo>
                  <a:pt x="5312" y="4289"/>
                </a:lnTo>
                <a:lnTo>
                  <a:pt x="5313" y="4289"/>
                </a:lnTo>
                <a:lnTo>
                  <a:pt x="5314" y="4289"/>
                </a:lnTo>
                <a:lnTo>
                  <a:pt x="5315" y="4289"/>
                </a:lnTo>
                <a:lnTo>
                  <a:pt x="5316" y="4289"/>
                </a:lnTo>
                <a:lnTo>
                  <a:pt x="5317" y="4289"/>
                </a:lnTo>
                <a:lnTo>
                  <a:pt x="5318" y="4289"/>
                </a:lnTo>
                <a:lnTo>
                  <a:pt x="5319" y="4289"/>
                </a:lnTo>
                <a:lnTo>
                  <a:pt x="5320" y="4289"/>
                </a:lnTo>
                <a:lnTo>
                  <a:pt x="5321" y="4289"/>
                </a:lnTo>
                <a:lnTo>
                  <a:pt x="5322" y="4289"/>
                </a:lnTo>
                <a:lnTo>
                  <a:pt x="5323" y="4289"/>
                </a:lnTo>
                <a:lnTo>
                  <a:pt x="5324" y="4289"/>
                </a:lnTo>
                <a:lnTo>
                  <a:pt x="5325" y="4289"/>
                </a:lnTo>
                <a:lnTo>
                  <a:pt x="5326" y="4289"/>
                </a:lnTo>
                <a:lnTo>
                  <a:pt x="5327" y="4289"/>
                </a:lnTo>
                <a:lnTo>
                  <a:pt x="5328" y="4289"/>
                </a:lnTo>
                <a:lnTo>
                  <a:pt x="5329" y="4289"/>
                </a:lnTo>
                <a:lnTo>
                  <a:pt x="5330" y="4289"/>
                </a:lnTo>
                <a:lnTo>
                  <a:pt x="5331" y="4289"/>
                </a:lnTo>
                <a:lnTo>
                  <a:pt x="5332" y="4289"/>
                </a:lnTo>
                <a:lnTo>
                  <a:pt x="5333" y="4289"/>
                </a:lnTo>
                <a:lnTo>
                  <a:pt x="5334" y="4289"/>
                </a:lnTo>
                <a:lnTo>
                  <a:pt x="5335" y="4289"/>
                </a:lnTo>
                <a:lnTo>
                  <a:pt x="5336" y="4289"/>
                </a:lnTo>
                <a:lnTo>
                  <a:pt x="5337" y="4289"/>
                </a:lnTo>
                <a:lnTo>
                  <a:pt x="5338" y="4289"/>
                </a:lnTo>
                <a:lnTo>
                  <a:pt x="5339" y="4289"/>
                </a:lnTo>
                <a:lnTo>
                  <a:pt x="5340" y="4289"/>
                </a:lnTo>
                <a:lnTo>
                  <a:pt x="5341" y="4289"/>
                </a:lnTo>
                <a:lnTo>
                  <a:pt x="5342" y="4289"/>
                </a:lnTo>
                <a:lnTo>
                  <a:pt x="5343" y="4289"/>
                </a:lnTo>
                <a:lnTo>
                  <a:pt x="5344" y="4289"/>
                </a:lnTo>
                <a:lnTo>
                  <a:pt x="5345" y="4289"/>
                </a:lnTo>
                <a:lnTo>
                  <a:pt x="5346" y="4289"/>
                </a:lnTo>
                <a:lnTo>
                  <a:pt x="5347" y="4289"/>
                </a:lnTo>
                <a:lnTo>
                  <a:pt x="5348" y="4289"/>
                </a:lnTo>
                <a:lnTo>
                  <a:pt x="5349" y="4289"/>
                </a:lnTo>
                <a:lnTo>
                  <a:pt x="5350" y="4289"/>
                </a:lnTo>
                <a:lnTo>
                  <a:pt x="5351" y="4289"/>
                </a:lnTo>
                <a:lnTo>
                  <a:pt x="5352" y="4289"/>
                </a:lnTo>
                <a:lnTo>
                  <a:pt x="5353" y="4289"/>
                </a:lnTo>
                <a:lnTo>
                  <a:pt x="5354" y="4289"/>
                </a:lnTo>
                <a:lnTo>
                  <a:pt x="5355" y="4289"/>
                </a:lnTo>
                <a:lnTo>
                  <a:pt x="5356" y="4289"/>
                </a:lnTo>
                <a:lnTo>
                  <a:pt x="5357" y="4289"/>
                </a:lnTo>
                <a:lnTo>
                  <a:pt x="5358" y="4289"/>
                </a:lnTo>
                <a:lnTo>
                  <a:pt x="5359" y="4289"/>
                </a:lnTo>
                <a:lnTo>
                  <a:pt x="5360" y="4289"/>
                </a:lnTo>
                <a:lnTo>
                  <a:pt x="5361" y="4289"/>
                </a:lnTo>
                <a:lnTo>
                  <a:pt x="5362" y="4289"/>
                </a:lnTo>
                <a:lnTo>
                  <a:pt x="5363" y="4289"/>
                </a:lnTo>
                <a:lnTo>
                  <a:pt x="5364" y="4289"/>
                </a:lnTo>
                <a:lnTo>
                  <a:pt x="5365" y="4289"/>
                </a:lnTo>
                <a:lnTo>
                  <a:pt x="5366" y="4289"/>
                </a:lnTo>
                <a:lnTo>
                  <a:pt x="5367" y="4289"/>
                </a:lnTo>
                <a:lnTo>
                  <a:pt x="5368" y="4289"/>
                </a:lnTo>
                <a:lnTo>
                  <a:pt x="5369" y="4289"/>
                </a:lnTo>
                <a:lnTo>
                  <a:pt x="5370" y="4289"/>
                </a:lnTo>
                <a:lnTo>
                  <a:pt x="5371" y="4289"/>
                </a:lnTo>
                <a:lnTo>
                  <a:pt x="5372" y="4289"/>
                </a:lnTo>
                <a:lnTo>
                  <a:pt x="5373" y="4289"/>
                </a:lnTo>
                <a:lnTo>
                  <a:pt x="5374" y="4289"/>
                </a:lnTo>
                <a:lnTo>
                  <a:pt x="5375" y="4289"/>
                </a:lnTo>
                <a:lnTo>
                  <a:pt x="5376" y="4289"/>
                </a:lnTo>
                <a:lnTo>
                  <a:pt x="5377" y="4289"/>
                </a:lnTo>
                <a:lnTo>
                  <a:pt x="5378" y="4289"/>
                </a:lnTo>
                <a:lnTo>
                  <a:pt x="5379" y="4289"/>
                </a:lnTo>
                <a:lnTo>
                  <a:pt x="5380" y="4289"/>
                </a:lnTo>
                <a:lnTo>
                  <a:pt x="5381" y="4289"/>
                </a:lnTo>
                <a:lnTo>
                  <a:pt x="5382" y="4289"/>
                </a:lnTo>
                <a:lnTo>
                  <a:pt x="5383" y="4289"/>
                </a:lnTo>
                <a:lnTo>
                  <a:pt x="5384" y="4289"/>
                </a:lnTo>
                <a:lnTo>
                  <a:pt x="5385" y="4289"/>
                </a:lnTo>
                <a:lnTo>
                  <a:pt x="5386" y="4289"/>
                </a:lnTo>
                <a:lnTo>
                  <a:pt x="5387" y="4289"/>
                </a:lnTo>
                <a:lnTo>
                  <a:pt x="5388" y="4289"/>
                </a:lnTo>
                <a:lnTo>
                  <a:pt x="5389" y="4289"/>
                </a:lnTo>
                <a:lnTo>
                  <a:pt x="5390" y="4289"/>
                </a:lnTo>
                <a:lnTo>
                  <a:pt x="5391" y="4289"/>
                </a:lnTo>
                <a:lnTo>
                  <a:pt x="5392" y="4289"/>
                </a:lnTo>
                <a:lnTo>
                  <a:pt x="5393" y="4289"/>
                </a:lnTo>
                <a:lnTo>
                  <a:pt x="5394" y="4289"/>
                </a:lnTo>
                <a:lnTo>
                  <a:pt x="5395" y="4289"/>
                </a:lnTo>
                <a:lnTo>
                  <a:pt x="5396" y="4289"/>
                </a:lnTo>
                <a:lnTo>
                  <a:pt x="5397" y="4289"/>
                </a:lnTo>
                <a:lnTo>
                  <a:pt x="5398" y="4289"/>
                </a:lnTo>
                <a:lnTo>
                  <a:pt x="5399" y="4289"/>
                </a:lnTo>
                <a:lnTo>
                  <a:pt x="5400" y="4289"/>
                </a:lnTo>
                <a:lnTo>
                  <a:pt x="5401" y="4289"/>
                </a:lnTo>
                <a:lnTo>
                  <a:pt x="5402" y="4289"/>
                </a:lnTo>
                <a:lnTo>
                  <a:pt x="5403" y="4289"/>
                </a:lnTo>
                <a:lnTo>
                  <a:pt x="5404" y="4289"/>
                </a:lnTo>
                <a:lnTo>
                  <a:pt x="5405" y="4289"/>
                </a:lnTo>
                <a:lnTo>
                  <a:pt x="5406" y="4289"/>
                </a:lnTo>
                <a:lnTo>
                  <a:pt x="5407" y="4289"/>
                </a:lnTo>
                <a:lnTo>
                  <a:pt x="5408" y="4289"/>
                </a:lnTo>
                <a:lnTo>
                  <a:pt x="5409" y="4289"/>
                </a:lnTo>
                <a:lnTo>
                  <a:pt x="5410" y="4289"/>
                </a:lnTo>
                <a:lnTo>
                  <a:pt x="5411" y="4289"/>
                </a:lnTo>
                <a:lnTo>
                  <a:pt x="5412" y="4289"/>
                </a:lnTo>
                <a:lnTo>
                  <a:pt x="5413" y="4289"/>
                </a:lnTo>
                <a:lnTo>
                  <a:pt x="5414" y="4289"/>
                </a:lnTo>
                <a:lnTo>
                  <a:pt x="5415" y="4289"/>
                </a:lnTo>
                <a:lnTo>
                  <a:pt x="5416" y="4289"/>
                </a:lnTo>
                <a:lnTo>
                  <a:pt x="5417" y="4289"/>
                </a:lnTo>
                <a:lnTo>
                  <a:pt x="5418" y="4289"/>
                </a:lnTo>
                <a:lnTo>
                  <a:pt x="5419" y="4289"/>
                </a:lnTo>
                <a:lnTo>
                  <a:pt x="5420" y="4289"/>
                </a:lnTo>
                <a:lnTo>
                  <a:pt x="5421" y="4289"/>
                </a:lnTo>
                <a:lnTo>
                  <a:pt x="5422" y="4289"/>
                </a:lnTo>
                <a:lnTo>
                  <a:pt x="5423" y="4289"/>
                </a:lnTo>
                <a:lnTo>
                  <a:pt x="5424" y="4289"/>
                </a:lnTo>
                <a:lnTo>
                  <a:pt x="5425" y="4289"/>
                </a:lnTo>
                <a:lnTo>
                  <a:pt x="5426" y="4289"/>
                </a:lnTo>
                <a:lnTo>
                  <a:pt x="5427" y="4289"/>
                </a:lnTo>
                <a:lnTo>
                  <a:pt x="5428" y="4289"/>
                </a:lnTo>
                <a:lnTo>
                  <a:pt x="5429" y="4289"/>
                </a:lnTo>
                <a:lnTo>
                  <a:pt x="5430" y="4289"/>
                </a:lnTo>
                <a:lnTo>
                  <a:pt x="5431" y="4289"/>
                </a:lnTo>
                <a:lnTo>
                  <a:pt x="5432" y="4289"/>
                </a:lnTo>
                <a:lnTo>
                  <a:pt x="5433" y="4289"/>
                </a:lnTo>
                <a:lnTo>
                  <a:pt x="5434" y="4289"/>
                </a:lnTo>
                <a:lnTo>
                  <a:pt x="5435" y="4289"/>
                </a:lnTo>
                <a:lnTo>
                  <a:pt x="5436" y="4289"/>
                </a:lnTo>
                <a:lnTo>
                  <a:pt x="5437" y="4289"/>
                </a:lnTo>
                <a:lnTo>
                  <a:pt x="5438" y="4289"/>
                </a:lnTo>
                <a:lnTo>
                  <a:pt x="5439" y="4289"/>
                </a:lnTo>
                <a:lnTo>
                  <a:pt x="5440" y="4289"/>
                </a:lnTo>
                <a:lnTo>
                  <a:pt x="5441" y="4289"/>
                </a:lnTo>
                <a:lnTo>
                  <a:pt x="5442" y="4289"/>
                </a:lnTo>
                <a:lnTo>
                  <a:pt x="5443" y="4289"/>
                </a:lnTo>
                <a:lnTo>
                  <a:pt x="5444" y="4289"/>
                </a:lnTo>
                <a:lnTo>
                  <a:pt x="5445" y="4289"/>
                </a:lnTo>
                <a:lnTo>
                  <a:pt x="5446" y="4289"/>
                </a:lnTo>
                <a:lnTo>
                  <a:pt x="5447" y="4289"/>
                </a:lnTo>
                <a:lnTo>
                  <a:pt x="5448" y="4289"/>
                </a:lnTo>
                <a:lnTo>
                  <a:pt x="5449" y="4289"/>
                </a:lnTo>
                <a:lnTo>
                  <a:pt x="5450" y="4289"/>
                </a:lnTo>
                <a:lnTo>
                  <a:pt x="5451" y="4289"/>
                </a:lnTo>
                <a:lnTo>
                  <a:pt x="5452" y="4289"/>
                </a:lnTo>
                <a:lnTo>
                  <a:pt x="5453" y="4289"/>
                </a:lnTo>
                <a:lnTo>
                  <a:pt x="5454" y="4289"/>
                </a:lnTo>
                <a:lnTo>
                  <a:pt x="5455" y="4289"/>
                </a:lnTo>
                <a:lnTo>
                  <a:pt x="5456" y="4289"/>
                </a:lnTo>
                <a:lnTo>
                  <a:pt x="5457" y="4289"/>
                </a:lnTo>
                <a:lnTo>
                  <a:pt x="5458" y="4289"/>
                </a:lnTo>
                <a:lnTo>
                  <a:pt x="5459" y="4289"/>
                </a:lnTo>
                <a:lnTo>
                  <a:pt x="5460" y="4289"/>
                </a:lnTo>
                <a:lnTo>
                  <a:pt x="5461" y="4289"/>
                </a:lnTo>
                <a:lnTo>
                  <a:pt x="5462" y="4289"/>
                </a:lnTo>
                <a:lnTo>
                  <a:pt x="5463" y="4289"/>
                </a:lnTo>
                <a:lnTo>
                  <a:pt x="5464" y="4289"/>
                </a:lnTo>
                <a:lnTo>
                  <a:pt x="5465" y="4289"/>
                </a:lnTo>
                <a:lnTo>
                  <a:pt x="5466" y="4289"/>
                </a:lnTo>
                <a:lnTo>
                  <a:pt x="5467" y="4289"/>
                </a:lnTo>
                <a:lnTo>
                  <a:pt x="5468" y="4289"/>
                </a:lnTo>
                <a:lnTo>
                  <a:pt x="5469" y="4289"/>
                </a:lnTo>
                <a:lnTo>
                  <a:pt x="5470" y="4289"/>
                </a:lnTo>
                <a:lnTo>
                  <a:pt x="5471" y="4289"/>
                </a:lnTo>
                <a:lnTo>
                  <a:pt x="5472" y="4289"/>
                </a:lnTo>
                <a:lnTo>
                  <a:pt x="5473" y="4289"/>
                </a:lnTo>
                <a:lnTo>
                  <a:pt x="5474" y="4289"/>
                </a:lnTo>
                <a:lnTo>
                  <a:pt x="5475" y="4289"/>
                </a:lnTo>
                <a:lnTo>
                  <a:pt x="5476" y="4289"/>
                </a:lnTo>
                <a:lnTo>
                  <a:pt x="5477" y="4289"/>
                </a:lnTo>
                <a:lnTo>
                  <a:pt x="5478" y="4289"/>
                </a:lnTo>
                <a:lnTo>
                  <a:pt x="5479" y="4289"/>
                </a:lnTo>
                <a:lnTo>
                  <a:pt x="5480" y="4289"/>
                </a:lnTo>
                <a:lnTo>
                  <a:pt x="5481" y="4289"/>
                </a:lnTo>
                <a:lnTo>
                  <a:pt x="5482" y="4289"/>
                </a:lnTo>
                <a:lnTo>
                  <a:pt x="5483" y="4289"/>
                </a:lnTo>
                <a:lnTo>
                  <a:pt x="5484" y="4289"/>
                </a:lnTo>
                <a:lnTo>
                  <a:pt x="5485" y="4289"/>
                </a:lnTo>
                <a:lnTo>
                  <a:pt x="5486" y="4289"/>
                </a:lnTo>
                <a:lnTo>
                  <a:pt x="5487" y="4289"/>
                </a:lnTo>
                <a:lnTo>
                  <a:pt x="5488" y="4289"/>
                </a:lnTo>
                <a:lnTo>
                  <a:pt x="5489" y="4289"/>
                </a:lnTo>
                <a:lnTo>
                  <a:pt x="5490" y="4289"/>
                </a:lnTo>
                <a:lnTo>
                  <a:pt x="5491" y="4289"/>
                </a:lnTo>
                <a:lnTo>
                  <a:pt x="5492" y="4289"/>
                </a:lnTo>
                <a:lnTo>
                  <a:pt x="5493" y="4289"/>
                </a:lnTo>
                <a:lnTo>
                  <a:pt x="5494" y="4289"/>
                </a:lnTo>
                <a:lnTo>
                  <a:pt x="5495" y="4289"/>
                </a:lnTo>
                <a:lnTo>
                  <a:pt x="5496" y="4289"/>
                </a:lnTo>
                <a:lnTo>
                  <a:pt x="5497" y="4289"/>
                </a:lnTo>
                <a:lnTo>
                  <a:pt x="5498" y="4289"/>
                </a:lnTo>
                <a:lnTo>
                  <a:pt x="5499" y="4289"/>
                </a:lnTo>
                <a:lnTo>
                  <a:pt x="5500" y="4289"/>
                </a:lnTo>
                <a:lnTo>
                  <a:pt x="5501" y="4289"/>
                </a:lnTo>
                <a:lnTo>
                  <a:pt x="5502" y="4289"/>
                </a:lnTo>
                <a:lnTo>
                  <a:pt x="5503" y="4289"/>
                </a:lnTo>
                <a:lnTo>
                  <a:pt x="5504" y="4289"/>
                </a:lnTo>
                <a:lnTo>
                  <a:pt x="5505" y="4289"/>
                </a:lnTo>
                <a:lnTo>
                  <a:pt x="5506" y="4289"/>
                </a:lnTo>
                <a:lnTo>
                  <a:pt x="5507" y="4289"/>
                </a:lnTo>
                <a:lnTo>
                  <a:pt x="5508" y="4289"/>
                </a:lnTo>
                <a:lnTo>
                  <a:pt x="5509" y="4289"/>
                </a:lnTo>
                <a:lnTo>
                  <a:pt x="5510" y="4289"/>
                </a:lnTo>
                <a:lnTo>
                  <a:pt x="5511" y="4289"/>
                </a:lnTo>
                <a:lnTo>
                  <a:pt x="5512" y="4289"/>
                </a:lnTo>
                <a:lnTo>
                  <a:pt x="5513" y="4289"/>
                </a:lnTo>
                <a:lnTo>
                  <a:pt x="5514" y="4289"/>
                </a:lnTo>
                <a:lnTo>
                  <a:pt x="5515" y="4289"/>
                </a:lnTo>
                <a:lnTo>
                  <a:pt x="5516" y="4289"/>
                </a:lnTo>
                <a:lnTo>
                  <a:pt x="5517" y="4289"/>
                </a:lnTo>
                <a:lnTo>
                  <a:pt x="5518" y="4289"/>
                </a:lnTo>
                <a:lnTo>
                  <a:pt x="5519" y="4289"/>
                </a:lnTo>
                <a:lnTo>
                  <a:pt x="5520" y="4289"/>
                </a:lnTo>
                <a:lnTo>
                  <a:pt x="5521" y="4289"/>
                </a:lnTo>
                <a:lnTo>
                  <a:pt x="5522" y="4289"/>
                </a:lnTo>
                <a:lnTo>
                  <a:pt x="5523" y="4289"/>
                </a:lnTo>
                <a:lnTo>
                  <a:pt x="5524" y="4289"/>
                </a:lnTo>
                <a:lnTo>
                  <a:pt x="5525" y="4289"/>
                </a:lnTo>
                <a:lnTo>
                  <a:pt x="5526" y="4289"/>
                </a:lnTo>
                <a:lnTo>
                  <a:pt x="5527" y="4289"/>
                </a:lnTo>
                <a:lnTo>
                  <a:pt x="5528" y="4289"/>
                </a:lnTo>
                <a:lnTo>
                  <a:pt x="5529" y="4289"/>
                </a:lnTo>
                <a:lnTo>
                  <a:pt x="5530" y="4289"/>
                </a:lnTo>
                <a:lnTo>
                  <a:pt x="5531" y="4289"/>
                </a:lnTo>
                <a:lnTo>
                  <a:pt x="5532" y="4289"/>
                </a:lnTo>
                <a:lnTo>
                  <a:pt x="5533" y="4289"/>
                </a:lnTo>
                <a:lnTo>
                  <a:pt x="5534" y="4289"/>
                </a:lnTo>
                <a:lnTo>
                  <a:pt x="5535" y="4289"/>
                </a:lnTo>
                <a:lnTo>
                  <a:pt x="5536" y="4289"/>
                </a:lnTo>
                <a:lnTo>
                  <a:pt x="5537" y="4289"/>
                </a:lnTo>
                <a:lnTo>
                  <a:pt x="5538" y="4289"/>
                </a:lnTo>
                <a:lnTo>
                  <a:pt x="5539" y="4289"/>
                </a:lnTo>
                <a:lnTo>
                  <a:pt x="5540" y="4289"/>
                </a:lnTo>
                <a:lnTo>
                  <a:pt x="5541" y="4289"/>
                </a:lnTo>
                <a:lnTo>
                  <a:pt x="5542" y="4289"/>
                </a:lnTo>
                <a:lnTo>
                  <a:pt x="5543" y="4289"/>
                </a:lnTo>
                <a:lnTo>
                  <a:pt x="5544" y="4289"/>
                </a:lnTo>
                <a:lnTo>
                  <a:pt x="5545" y="4289"/>
                </a:lnTo>
                <a:lnTo>
                  <a:pt x="5546" y="4289"/>
                </a:lnTo>
                <a:lnTo>
                  <a:pt x="5547" y="4289"/>
                </a:lnTo>
                <a:lnTo>
                  <a:pt x="5548" y="4289"/>
                </a:lnTo>
                <a:lnTo>
                  <a:pt x="5549" y="4289"/>
                </a:lnTo>
                <a:lnTo>
                  <a:pt x="5550" y="4289"/>
                </a:lnTo>
                <a:lnTo>
                  <a:pt x="5551" y="4289"/>
                </a:lnTo>
                <a:lnTo>
                  <a:pt x="5552" y="4289"/>
                </a:lnTo>
                <a:lnTo>
                  <a:pt x="5553" y="4289"/>
                </a:lnTo>
                <a:lnTo>
                  <a:pt x="5554" y="4289"/>
                </a:lnTo>
                <a:lnTo>
                  <a:pt x="5555" y="4289"/>
                </a:lnTo>
                <a:lnTo>
                  <a:pt x="5556" y="4289"/>
                </a:lnTo>
                <a:lnTo>
                  <a:pt x="5557" y="4289"/>
                </a:lnTo>
                <a:lnTo>
                  <a:pt x="5558" y="4289"/>
                </a:lnTo>
                <a:lnTo>
                  <a:pt x="5559" y="4289"/>
                </a:lnTo>
                <a:lnTo>
                  <a:pt x="5560" y="4289"/>
                </a:lnTo>
                <a:lnTo>
                  <a:pt x="5561" y="4289"/>
                </a:lnTo>
                <a:lnTo>
                  <a:pt x="5562" y="4289"/>
                </a:lnTo>
                <a:lnTo>
                  <a:pt x="5563" y="4289"/>
                </a:lnTo>
                <a:lnTo>
                  <a:pt x="5564" y="4289"/>
                </a:lnTo>
                <a:lnTo>
                  <a:pt x="5565" y="4289"/>
                </a:lnTo>
                <a:lnTo>
                  <a:pt x="5566" y="4289"/>
                </a:lnTo>
                <a:lnTo>
                  <a:pt x="5567" y="4289"/>
                </a:lnTo>
                <a:lnTo>
                  <a:pt x="5568" y="4289"/>
                </a:lnTo>
                <a:lnTo>
                  <a:pt x="5569" y="4289"/>
                </a:lnTo>
                <a:lnTo>
                  <a:pt x="5570" y="4289"/>
                </a:lnTo>
                <a:lnTo>
                  <a:pt x="5571" y="4289"/>
                </a:lnTo>
                <a:lnTo>
                  <a:pt x="5572" y="4289"/>
                </a:lnTo>
                <a:lnTo>
                  <a:pt x="5573" y="4289"/>
                </a:lnTo>
                <a:lnTo>
                  <a:pt x="5574" y="4289"/>
                </a:lnTo>
                <a:lnTo>
                  <a:pt x="5575" y="4289"/>
                </a:lnTo>
                <a:lnTo>
                  <a:pt x="5576" y="4289"/>
                </a:lnTo>
                <a:lnTo>
                  <a:pt x="5577" y="4289"/>
                </a:lnTo>
                <a:lnTo>
                  <a:pt x="5578" y="4289"/>
                </a:lnTo>
                <a:lnTo>
                  <a:pt x="5579" y="4289"/>
                </a:lnTo>
                <a:lnTo>
                  <a:pt x="5580" y="4289"/>
                </a:lnTo>
                <a:lnTo>
                  <a:pt x="5581" y="4289"/>
                </a:lnTo>
                <a:lnTo>
                  <a:pt x="5582" y="4289"/>
                </a:lnTo>
                <a:lnTo>
                  <a:pt x="5583" y="4289"/>
                </a:lnTo>
                <a:lnTo>
                  <a:pt x="5584" y="4289"/>
                </a:lnTo>
                <a:lnTo>
                  <a:pt x="5585" y="4289"/>
                </a:lnTo>
                <a:lnTo>
                  <a:pt x="5586" y="4289"/>
                </a:lnTo>
                <a:lnTo>
                  <a:pt x="5587" y="4289"/>
                </a:lnTo>
                <a:lnTo>
                  <a:pt x="5588" y="4289"/>
                </a:lnTo>
                <a:lnTo>
                  <a:pt x="5589" y="4289"/>
                </a:lnTo>
                <a:lnTo>
                  <a:pt x="5590" y="4289"/>
                </a:lnTo>
                <a:lnTo>
                  <a:pt x="5591" y="4289"/>
                </a:lnTo>
                <a:lnTo>
                  <a:pt x="5592" y="4289"/>
                </a:lnTo>
                <a:lnTo>
                  <a:pt x="5593" y="4289"/>
                </a:lnTo>
                <a:lnTo>
                  <a:pt x="5594" y="4289"/>
                </a:lnTo>
                <a:lnTo>
                  <a:pt x="5595" y="4289"/>
                </a:lnTo>
                <a:lnTo>
                  <a:pt x="5596" y="4289"/>
                </a:lnTo>
                <a:lnTo>
                  <a:pt x="5597" y="4289"/>
                </a:lnTo>
                <a:lnTo>
                  <a:pt x="5598" y="4289"/>
                </a:lnTo>
                <a:lnTo>
                  <a:pt x="5599" y="4289"/>
                </a:lnTo>
                <a:lnTo>
                  <a:pt x="5600" y="4289"/>
                </a:lnTo>
                <a:lnTo>
                  <a:pt x="5601" y="4289"/>
                </a:lnTo>
                <a:lnTo>
                  <a:pt x="5602" y="4289"/>
                </a:lnTo>
                <a:lnTo>
                  <a:pt x="5603" y="4289"/>
                </a:lnTo>
                <a:lnTo>
                  <a:pt x="5604" y="4289"/>
                </a:lnTo>
                <a:lnTo>
                  <a:pt x="5605" y="4289"/>
                </a:lnTo>
                <a:lnTo>
                  <a:pt x="5606" y="4289"/>
                </a:lnTo>
                <a:lnTo>
                  <a:pt x="5607" y="4289"/>
                </a:lnTo>
                <a:lnTo>
                  <a:pt x="5608" y="4289"/>
                </a:lnTo>
                <a:lnTo>
                  <a:pt x="5609" y="4289"/>
                </a:lnTo>
                <a:lnTo>
                  <a:pt x="5610" y="4289"/>
                </a:lnTo>
                <a:lnTo>
                  <a:pt x="5611" y="4289"/>
                </a:lnTo>
                <a:lnTo>
                  <a:pt x="5612" y="4289"/>
                </a:lnTo>
                <a:lnTo>
                  <a:pt x="5613" y="4289"/>
                </a:lnTo>
                <a:lnTo>
                  <a:pt x="5614" y="4289"/>
                </a:lnTo>
                <a:lnTo>
                  <a:pt x="5615" y="4289"/>
                </a:lnTo>
                <a:lnTo>
                  <a:pt x="5616" y="4289"/>
                </a:lnTo>
                <a:lnTo>
                  <a:pt x="5617" y="4289"/>
                </a:lnTo>
                <a:lnTo>
                  <a:pt x="5618" y="4289"/>
                </a:lnTo>
                <a:lnTo>
                  <a:pt x="5619" y="4289"/>
                </a:lnTo>
                <a:lnTo>
                  <a:pt x="5620" y="4289"/>
                </a:lnTo>
                <a:lnTo>
                  <a:pt x="5621" y="4289"/>
                </a:lnTo>
                <a:lnTo>
                  <a:pt x="5622" y="4289"/>
                </a:lnTo>
                <a:lnTo>
                  <a:pt x="5623" y="4289"/>
                </a:lnTo>
                <a:lnTo>
                  <a:pt x="5624" y="4289"/>
                </a:lnTo>
                <a:lnTo>
                  <a:pt x="5625" y="4289"/>
                </a:lnTo>
                <a:lnTo>
                  <a:pt x="5626" y="4289"/>
                </a:lnTo>
                <a:lnTo>
                  <a:pt x="5627" y="4289"/>
                </a:lnTo>
                <a:lnTo>
                  <a:pt x="5628" y="4289"/>
                </a:lnTo>
                <a:lnTo>
                  <a:pt x="5629" y="4289"/>
                </a:lnTo>
                <a:lnTo>
                  <a:pt x="5630" y="4289"/>
                </a:lnTo>
                <a:lnTo>
                  <a:pt x="5631" y="4289"/>
                </a:lnTo>
                <a:lnTo>
                  <a:pt x="5632" y="4289"/>
                </a:lnTo>
                <a:lnTo>
                  <a:pt x="5633" y="4289"/>
                </a:lnTo>
                <a:lnTo>
                  <a:pt x="5634" y="4289"/>
                </a:lnTo>
                <a:lnTo>
                  <a:pt x="5635" y="4289"/>
                </a:lnTo>
                <a:lnTo>
                  <a:pt x="5636" y="4289"/>
                </a:lnTo>
                <a:lnTo>
                  <a:pt x="5637" y="4289"/>
                </a:lnTo>
                <a:lnTo>
                  <a:pt x="5638" y="4289"/>
                </a:lnTo>
                <a:lnTo>
                  <a:pt x="5639" y="4289"/>
                </a:lnTo>
                <a:lnTo>
                  <a:pt x="5640" y="4289"/>
                </a:lnTo>
                <a:lnTo>
                  <a:pt x="5641" y="4289"/>
                </a:lnTo>
                <a:lnTo>
                  <a:pt x="5642" y="4289"/>
                </a:lnTo>
                <a:lnTo>
                  <a:pt x="5643" y="4289"/>
                </a:lnTo>
                <a:lnTo>
                  <a:pt x="5644" y="4289"/>
                </a:lnTo>
                <a:lnTo>
                  <a:pt x="5645" y="4289"/>
                </a:lnTo>
                <a:lnTo>
                  <a:pt x="5646" y="4289"/>
                </a:lnTo>
                <a:lnTo>
                  <a:pt x="5647" y="4289"/>
                </a:lnTo>
                <a:lnTo>
                  <a:pt x="5648" y="4289"/>
                </a:lnTo>
                <a:lnTo>
                  <a:pt x="5649" y="4289"/>
                </a:lnTo>
                <a:lnTo>
                  <a:pt x="5650" y="4289"/>
                </a:lnTo>
                <a:lnTo>
                  <a:pt x="5651" y="4289"/>
                </a:lnTo>
                <a:lnTo>
                  <a:pt x="5652" y="4289"/>
                </a:lnTo>
                <a:lnTo>
                  <a:pt x="5653" y="4289"/>
                </a:lnTo>
                <a:lnTo>
                  <a:pt x="5654" y="4289"/>
                </a:lnTo>
                <a:lnTo>
                  <a:pt x="5655" y="4289"/>
                </a:lnTo>
                <a:lnTo>
                  <a:pt x="5656" y="4289"/>
                </a:lnTo>
                <a:lnTo>
                  <a:pt x="5657" y="4289"/>
                </a:lnTo>
                <a:lnTo>
                  <a:pt x="5658" y="4289"/>
                </a:lnTo>
                <a:lnTo>
                  <a:pt x="5659" y="4289"/>
                </a:lnTo>
                <a:lnTo>
                  <a:pt x="5660" y="4289"/>
                </a:lnTo>
                <a:lnTo>
                  <a:pt x="5661" y="4289"/>
                </a:lnTo>
                <a:lnTo>
                  <a:pt x="5662" y="4289"/>
                </a:lnTo>
                <a:lnTo>
                  <a:pt x="5663" y="4289"/>
                </a:lnTo>
                <a:lnTo>
                  <a:pt x="5664" y="4289"/>
                </a:lnTo>
                <a:lnTo>
                  <a:pt x="5665" y="4289"/>
                </a:lnTo>
                <a:lnTo>
                  <a:pt x="5666" y="4289"/>
                </a:lnTo>
                <a:lnTo>
                  <a:pt x="5667" y="4289"/>
                </a:lnTo>
                <a:lnTo>
                  <a:pt x="5668" y="4289"/>
                </a:lnTo>
                <a:lnTo>
                  <a:pt x="5669" y="4289"/>
                </a:lnTo>
                <a:lnTo>
                  <a:pt x="5670" y="4289"/>
                </a:lnTo>
                <a:lnTo>
                  <a:pt x="5671" y="4289"/>
                </a:lnTo>
                <a:lnTo>
                  <a:pt x="5672" y="4289"/>
                </a:lnTo>
                <a:lnTo>
                  <a:pt x="5673" y="4289"/>
                </a:lnTo>
                <a:lnTo>
                  <a:pt x="5674" y="4289"/>
                </a:lnTo>
                <a:lnTo>
                  <a:pt x="5675" y="4289"/>
                </a:lnTo>
                <a:lnTo>
                  <a:pt x="5676" y="4289"/>
                </a:lnTo>
                <a:lnTo>
                  <a:pt x="5677" y="4289"/>
                </a:lnTo>
                <a:lnTo>
                  <a:pt x="5678" y="4289"/>
                </a:lnTo>
                <a:lnTo>
                  <a:pt x="5679" y="4289"/>
                </a:lnTo>
                <a:lnTo>
                  <a:pt x="5680" y="4289"/>
                </a:lnTo>
                <a:lnTo>
                  <a:pt x="5681" y="4289"/>
                </a:lnTo>
                <a:lnTo>
                  <a:pt x="5682" y="4289"/>
                </a:lnTo>
                <a:lnTo>
                  <a:pt x="5683" y="4289"/>
                </a:lnTo>
                <a:lnTo>
                  <a:pt x="5684" y="4289"/>
                </a:lnTo>
                <a:lnTo>
                  <a:pt x="5685" y="4289"/>
                </a:lnTo>
                <a:lnTo>
                  <a:pt x="5686" y="4289"/>
                </a:lnTo>
                <a:lnTo>
                  <a:pt x="5687" y="4289"/>
                </a:lnTo>
                <a:lnTo>
                  <a:pt x="5688" y="4289"/>
                </a:lnTo>
                <a:lnTo>
                  <a:pt x="5689" y="4289"/>
                </a:lnTo>
                <a:lnTo>
                  <a:pt x="5690" y="4289"/>
                </a:lnTo>
                <a:lnTo>
                  <a:pt x="5691" y="4289"/>
                </a:lnTo>
                <a:lnTo>
                  <a:pt x="5692" y="4289"/>
                </a:lnTo>
                <a:lnTo>
                  <a:pt x="5693" y="4289"/>
                </a:lnTo>
                <a:lnTo>
                  <a:pt x="5694" y="4289"/>
                </a:lnTo>
                <a:lnTo>
                  <a:pt x="5695" y="4289"/>
                </a:lnTo>
                <a:lnTo>
                  <a:pt x="5696" y="4289"/>
                </a:lnTo>
                <a:lnTo>
                  <a:pt x="5697" y="4289"/>
                </a:lnTo>
                <a:lnTo>
                  <a:pt x="5698" y="4289"/>
                </a:lnTo>
                <a:lnTo>
                  <a:pt x="5699" y="4289"/>
                </a:lnTo>
                <a:lnTo>
                  <a:pt x="5700" y="4289"/>
                </a:lnTo>
                <a:lnTo>
                  <a:pt x="5701" y="4289"/>
                </a:lnTo>
                <a:lnTo>
                  <a:pt x="5702" y="4289"/>
                </a:lnTo>
                <a:lnTo>
                  <a:pt x="5703" y="4289"/>
                </a:lnTo>
                <a:lnTo>
                  <a:pt x="5704" y="4289"/>
                </a:lnTo>
                <a:lnTo>
                  <a:pt x="5705" y="4289"/>
                </a:lnTo>
                <a:lnTo>
                  <a:pt x="5706" y="4289"/>
                </a:lnTo>
                <a:lnTo>
                  <a:pt x="5707" y="4289"/>
                </a:lnTo>
                <a:lnTo>
                  <a:pt x="5708" y="4289"/>
                </a:lnTo>
                <a:lnTo>
                  <a:pt x="5709" y="4289"/>
                </a:lnTo>
                <a:lnTo>
                  <a:pt x="5710" y="4289"/>
                </a:lnTo>
                <a:lnTo>
                  <a:pt x="5711" y="4289"/>
                </a:lnTo>
                <a:lnTo>
                  <a:pt x="5712" y="4289"/>
                </a:lnTo>
                <a:lnTo>
                  <a:pt x="5713" y="4289"/>
                </a:lnTo>
                <a:lnTo>
                  <a:pt x="5714" y="4289"/>
                </a:lnTo>
                <a:lnTo>
                  <a:pt x="5715" y="4289"/>
                </a:lnTo>
                <a:lnTo>
                  <a:pt x="5716" y="4289"/>
                </a:lnTo>
                <a:lnTo>
                  <a:pt x="5717" y="4289"/>
                </a:lnTo>
                <a:lnTo>
                  <a:pt x="5718" y="4289"/>
                </a:lnTo>
                <a:lnTo>
                  <a:pt x="5719" y="4289"/>
                </a:lnTo>
                <a:lnTo>
                  <a:pt x="5720" y="4289"/>
                </a:lnTo>
                <a:lnTo>
                  <a:pt x="5721" y="4289"/>
                </a:lnTo>
                <a:lnTo>
                  <a:pt x="5722" y="4289"/>
                </a:lnTo>
                <a:lnTo>
                  <a:pt x="5723" y="4289"/>
                </a:lnTo>
                <a:lnTo>
                  <a:pt x="5724" y="4289"/>
                </a:lnTo>
                <a:lnTo>
                  <a:pt x="5725" y="4289"/>
                </a:lnTo>
                <a:lnTo>
                  <a:pt x="5726" y="4289"/>
                </a:lnTo>
                <a:lnTo>
                  <a:pt x="5727" y="4289"/>
                </a:lnTo>
                <a:lnTo>
                  <a:pt x="5728" y="4289"/>
                </a:lnTo>
                <a:lnTo>
                  <a:pt x="5729" y="4289"/>
                </a:lnTo>
                <a:lnTo>
                  <a:pt x="5730" y="4289"/>
                </a:lnTo>
                <a:lnTo>
                  <a:pt x="5731" y="4289"/>
                </a:lnTo>
                <a:lnTo>
                  <a:pt x="5732" y="4289"/>
                </a:lnTo>
                <a:lnTo>
                  <a:pt x="5733" y="4289"/>
                </a:lnTo>
                <a:lnTo>
                  <a:pt x="5734" y="4289"/>
                </a:lnTo>
                <a:lnTo>
                  <a:pt x="5735" y="4289"/>
                </a:lnTo>
                <a:lnTo>
                  <a:pt x="5736" y="4289"/>
                </a:lnTo>
                <a:lnTo>
                  <a:pt x="5737" y="4289"/>
                </a:lnTo>
                <a:lnTo>
                  <a:pt x="5738" y="4289"/>
                </a:lnTo>
                <a:lnTo>
                  <a:pt x="5739" y="4289"/>
                </a:lnTo>
                <a:lnTo>
                  <a:pt x="5740" y="4289"/>
                </a:lnTo>
                <a:lnTo>
                  <a:pt x="5741" y="4289"/>
                </a:lnTo>
                <a:lnTo>
                  <a:pt x="5742" y="4289"/>
                </a:lnTo>
                <a:lnTo>
                  <a:pt x="5743" y="4289"/>
                </a:lnTo>
                <a:lnTo>
                  <a:pt x="5744" y="4289"/>
                </a:lnTo>
                <a:lnTo>
                  <a:pt x="5745" y="4289"/>
                </a:lnTo>
                <a:lnTo>
                  <a:pt x="5746" y="4289"/>
                </a:lnTo>
                <a:lnTo>
                  <a:pt x="5747" y="4289"/>
                </a:lnTo>
                <a:lnTo>
                  <a:pt x="5748" y="4289"/>
                </a:lnTo>
                <a:lnTo>
                  <a:pt x="5749" y="4289"/>
                </a:lnTo>
                <a:lnTo>
                  <a:pt x="5750" y="4289"/>
                </a:lnTo>
                <a:lnTo>
                  <a:pt x="5751" y="4289"/>
                </a:lnTo>
                <a:lnTo>
                  <a:pt x="5752" y="4289"/>
                </a:lnTo>
                <a:lnTo>
                  <a:pt x="5753" y="4289"/>
                </a:lnTo>
                <a:lnTo>
                  <a:pt x="5754" y="4289"/>
                </a:lnTo>
                <a:lnTo>
                  <a:pt x="5755" y="4289"/>
                </a:lnTo>
                <a:lnTo>
                  <a:pt x="5756" y="4289"/>
                </a:lnTo>
                <a:lnTo>
                  <a:pt x="5757" y="4289"/>
                </a:lnTo>
                <a:lnTo>
                  <a:pt x="5758" y="4289"/>
                </a:lnTo>
                <a:lnTo>
                  <a:pt x="5759" y="4289"/>
                </a:lnTo>
                <a:lnTo>
                  <a:pt x="5760" y="4289"/>
                </a:lnTo>
                <a:lnTo>
                  <a:pt x="5761" y="4289"/>
                </a:lnTo>
                <a:lnTo>
                  <a:pt x="5762" y="4289"/>
                </a:lnTo>
                <a:lnTo>
                  <a:pt x="5763" y="4289"/>
                </a:lnTo>
                <a:lnTo>
                  <a:pt x="5764" y="4289"/>
                </a:lnTo>
                <a:lnTo>
                  <a:pt x="5765" y="4289"/>
                </a:lnTo>
                <a:lnTo>
                  <a:pt x="5766" y="4289"/>
                </a:lnTo>
                <a:lnTo>
                  <a:pt x="5767" y="4289"/>
                </a:lnTo>
                <a:lnTo>
                  <a:pt x="5768" y="4289"/>
                </a:lnTo>
                <a:lnTo>
                  <a:pt x="5769" y="4289"/>
                </a:lnTo>
                <a:lnTo>
                  <a:pt x="5770" y="4289"/>
                </a:lnTo>
                <a:lnTo>
                  <a:pt x="5771" y="4289"/>
                </a:lnTo>
                <a:lnTo>
                  <a:pt x="5772" y="4289"/>
                </a:lnTo>
                <a:lnTo>
                  <a:pt x="5773" y="4289"/>
                </a:lnTo>
                <a:lnTo>
                  <a:pt x="5774" y="4289"/>
                </a:lnTo>
                <a:lnTo>
                  <a:pt x="5775" y="4289"/>
                </a:lnTo>
                <a:lnTo>
                  <a:pt x="5776" y="4289"/>
                </a:lnTo>
                <a:lnTo>
                  <a:pt x="5777" y="4289"/>
                </a:lnTo>
                <a:lnTo>
                  <a:pt x="5778" y="4289"/>
                </a:lnTo>
                <a:lnTo>
                  <a:pt x="5779" y="4289"/>
                </a:lnTo>
                <a:lnTo>
                  <a:pt x="5780" y="4289"/>
                </a:lnTo>
                <a:lnTo>
                  <a:pt x="5781" y="4289"/>
                </a:lnTo>
                <a:lnTo>
                  <a:pt x="5782" y="4289"/>
                </a:lnTo>
                <a:lnTo>
                  <a:pt x="5783" y="4289"/>
                </a:lnTo>
                <a:lnTo>
                  <a:pt x="5784" y="4289"/>
                </a:lnTo>
                <a:lnTo>
                  <a:pt x="5785" y="4289"/>
                </a:lnTo>
                <a:lnTo>
                  <a:pt x="5786" y="4289"/>
                </a:lnTo>
                <a:lnTo>
                  <a:pt x="5787" y="4289"/>
                </a:lnTo>
                <a:lnTo>
                  <a:pt x="5788" y="4289"/>
                </a:lnTo>
                <a:lnTo>
                  <a:pt x="5789" y="4289"/>
                </a:lnTo>
                <a:lnTo>
                  <a:pt x="5790" y="4289"/>
                </a:lnTo>
                <a:lnTo>
                  <a:pt x="5791" y="4289"/>
                </a:lnTo>
                <a:lnTo>
                  <a:pt x="5792" y="4289"/>
                </a:lnTo>
                <a:lnTo>
                  <a:pt x="5793" y="4289"/>
                </a:lnTo>
                <a:lnTo>
                  <a:pt x="5794" y="4289"/>
                </a:lnTo>
                <a:lnTo>
                  <a:pt x="5795" y="4289"/>
                </a:lnTo>
                <a:lnTo>
                  <a:pt x="5796" y="4289"/>
                </a:lnTo>
                <a:lnTo>
                  <a:pt x="5797" y="4289"/>
                </a:lnTo>
                <a:lnTo>
                  <a:pt x="5798" y="4289"/>
                </a:lnTo>
                <a:lnTo>
                  <a:pt x="5799" y="4289"/>
                </a:lnTo>
                <a:lnTo>
                  <a:pt x="5800" y="4289"/>
                </a:lnTo>
                <a:lnTo>
                  <a:pt x="5801" y="4289"/>
                </a:lnTo>
                <a:lnTo>
                  <a:pt x="5802" y="4289"/>
                </a:lnTo>
                <a:lnTo>
                  <a:pt x="5803" y="4289"/>
                </a:lnTo>
                <a:lnTo>
                  <a:pt x="5804" y="4289"/>
                </a:lnTo>
                <a:lnTo>
                  <a:pt x="5805" y="4289"/>
                </a:lnTo>
                <a:lnTo>
                  <a:pt x="5806" y="4289"/>
                </a:lnTo>
                <a:lnTo>
                  <a:pt x="5807" y="4289"/>
                </a:lnTo>
                <a:lnTo>
                  <a:pt x="5808" y="4289"/>
                </a:lnTo>
                <a:lnTo>
                  <a:pt x="5809" y="4289"/>
                </a:lnTo>
                <a:lnTo>
                  <a:pt x="5810" y="4289"/>
                </a:lnTo>
                <a:lnTo>
                  <a:pt x="5811" y="4289"/>
                </a:lnTo>
                <a:lnTo>
                  <a:pt x="5812" y="4289"/>
                </a:lnTo>
                <a:lnTo>
                  <a:pt x="5813" y="4289"/>
                </a:lnTo>
                <a:lnTo>
                  <a:pt x="5814" y="4289"/>
                </a:lnTo>
                <a:lnTo>
                  <a:pt x="5815" y="4289"/>
                </a:lnTo>
                <a:lnTo>
                  <a:pt x="5816" y="4289"/>
                </a:lnTo>
                <a:lnTo>
                  <a:pt x="5817" y="4289"/>
                </a:lnTo>
                <a:lnTo>
                  <a:pt x="5818" y="4289"/>
                </a:lnTo>
                <a:lnTo>
                  <a:pt x="5819" y="4289"/>
                </a:lnTo>
                <a:lnTo>
                  <a:pt x="5820" y="4289"/>
                </a:lnTo>
                <a:lnTo>
                  <a:pt x="5821" y="4289"/>
                </a:lnTo>
                <a:lnTo>
                  <a:pt x="5822" y="4289"/>
                </a:lnTo>
                <a:lnTo>
                  <a:pt x="5823" y="4289"/>
                </a:lnTo>
                <a:lnTo>
                  <a:pt x="5824" y="4289"/>
                </a:lnTo>
                <a:lnTo>
                  <a:pt x="5825" y="4289"/>
                </a:lnTo>
                <a:lnTo>
                  <a:pt x="5826" y="4289"/>
                </a:lnTo>
                <a:lnTo>
                  <a:pt x="5827" y="4289"/>
                </a:lnTo>
                <a:lnTo>
                  <a:pt x="5828" y="4289"/>
                </a:lnTo>
                <a:lnTo>
                  <a:pt x="5829" y="4289"/>
                </a:lnTo>
                <a:lnTo>
                  <a:pt x="5830" y="4289"/>
                </a:lnTo>
                <a:lnTo>
                  <a:pt x="5831" y="4289"/>
                </a:lnTo>
                <a:lnTo>
                  <a:pt x="5832" y="4289"/>
                </a:lnTo>
                <a:lnTo>
                  <a:pt x="5833" y="4289"/>
                </a:lnTo>
                <a:lnTo>
                  <a:pt x="5834" y="4289"/>
                </a:lnTo>
                <a:lnTo>
                  <a:pt x="5835" y="4289"/>
                </a:lnTo>
                <a:lnTo>
                  <a:pt x="5836" y="4289"/>
                </a:lnTo>
                <a:lnTo>
                  <a:pt x="5837" y="4289"/>
                </a:lnTo>
                <a:lnTo>
                  <a:pt x="5838" y="4289"/>
                </a:lnTo>
                <a:lnTo>
                  <a:pt x="5839" y="4289"/>
                </a:lnTo>
                <a:lnTo>
                  <a:pt x="5840" y="4289"/>
                </a:lnTo>
                <a:lnTo>
                  <a:pt x="5841" y="4289"/>
                </a:lnTo>
                <a:lnTo>
                  <a:pt x="5842" y="4289"/>
                </a:lnTo>
                <a:lnTo>
                  <a:pt x="5843" y="4289"/>
                </a:lnTo>
                <a:lnTo>
                  <a:pt x="5844" y="4289"/>
                </a:lnTo>
                <a:lnTo>
                  <a:pt x="5845" y="4289"/>
                </a:lnTo>
                <a:lnTo>
                  <a:pt x="5846" y="4289"/>
                </a:lnTo>
                <a:lnTo>
                  <a:pt x="5847" y="4289"/>
                </a:lnTo>
                <a:lnTo>
                  <a:pt x="5848" y="4289"/>
                </a:lnTo>
                <a:lnTo>
                  <a:pt x="5849" y="4289"/>
                </a:lnTo>
                <a:lnTo>
                  <a:pt x="5850" y="4289"/>
                </a:lnTo>
                <a:lnTo>
                  <a:pt x="5851" y="4289"/>
                </a:lnTo>
                <a:lnTo>
                  <a:pt x="5852" y="4289"/>
                </a:lnTo>
                <a:lnTo>
                  <a:pt x="5853" y="4289"/>
                </a:lnTo>
                <a:lnTo>
                  <a:pt x="5854" y="4289"/>
                </a:lnTo>
                <a:lnTo>
                  <a:pt x="5855" y="4289"/>
                </a:lnTo>
                <a:lnTo>
                  <a:pt x="5856" y="4289"/>
                </a:lnTo>
                <a:lnTo>
                  <a:pt x="5857" y="4289"/>
                </a:lnTo>
                <a:lnTo>
                  <a:pt x="5858" y="4289"/>
                </a:lnTo>
                <a:lnTo>
                  <a:pt x="5859" y="4289"/>
                </a:lnTo>
                <a:lnTo>
                  <a:pt x="5860" y="4289"/>
                </a:lnTo>
                <a:lnTo>
                  <a:pt x="5861" y="4289"/>
                </a:lnTo>
                <a:lnTo>
                  <a:pt x="5862" y="4289"/>
                </a:lnTo>
                <a:lnTo>
                  <a:pt x="5863" y="4289"/>
                </a:lnTo>
                <a:lnTo>
                  <a:pt x="5864" y="4289"/>
                </a:lnTo>
                <a:lnTo>
                  <a:pt x="5865" y="4289"/>
                </a:lnTo>
                <a:lnTo>
                  <a:pt x="5866" y="4289"/>
                </a:lnTo>
                <a:lnTo>
                  <a:pt x="5867" y="4289"/>
                </a:lnTo>
                <a:lnTo>
                  <a:pt x="5868" y="4289"/>
                </a:lnTo>
                <a:lnTo>
                  <a:pt x="5869" y="4289"/>
                </a:lnTo>
                <a:lnTo>
                  <a:pt x="5870" y="4289"/>
                </a:lnTo>
                <a:lnTo>
                  <a:pt x="5871" y="4289"/>
                </a:lnTo>
                <a:lnTo>
                  <a:pt x="5872" y="4289"/>
                </a:lnTo>
                <a:lnTo>
                  <a:pt x="5873" y="4289"/>
                </a:lnTo>
                <a:lnTo>
                  <a:pt x="5874" y="4289"/>
                </a:lnTo>
                <a:lnTo>
                  <a:pt x="5875" y="4289"/>
                </a:lnTo>
                <a:lnTo>
                  <a:pt x="5876" y="4289"/>
                </a:lnTo>
                <a:lnTo>
                  <a:pt x="5877" y="4289"/>
                </a:lnTo>
                <a:lnTo>
                  <a:pt x="5878" y="4289"/>
                </a:lnTo>
                <a:lnTo>
                  <a:pt x="5879" y="4289"/>
                </a:lnTo>
                <a:lnTo>
                  <a:pt x="5880" y="4289"/>
                </a:lnTo>
                <a:lnTo>
                  <a:pt x="5881" y="4289"/>
                </a:lnTo>
                <a:lnTo>
                  <a:pt x="5882" y="4289"/>
                </a:lnTo>
                <a:lnTo>
                  <a:pt x="5883" y="4289"/>
                </a:lnTo>
                <a:lnTo>
                  <a:pt x="5884" y="4289"/>
                </a:lnTo>
                <a:lnTo>
                  <a:pt x="5885" y="4289"/>
                </a:lnTo>
                <a:lnTo>
                  <a:pt x="5886" y="4289"/>
                </a:lnTo>
                <a:lnTo>
                  <a:pt x="5887" y="4289"/>
                </a:lnTo>
                <a:lnTo>
                  <a:pt x="5888" y="4289"/>
                </a:lnTo>
                <a:lnTo>
                  <a:pt x="5889" y="4289"/>
                </a:lnTo>
                <a:lnTo>
                  <a:pt x="5890" y="4289"/>
                </a:lnTo>
                <a:lnTo>
                  <a:pt x="5891" y="4289"/>
                </a:lnTo>
                <a:lnTo>
                  <a:pt x="5892" y="4289"/>
                </a:lnTo>
                <a:lnTo>
                  <a:pt x="5893" y="4289"/>
                </a:lnTo>
                <a:lnTo>
                  <a:pt x="5894" y="4289"/>
                </a:lnTo>
                <a:lnTo>
                  <a:pt x="5895" y="4289"/>
                </a:lnTo>
                <a:lnTo>
                  <a:pt x="5896" y="4289"/>
                </a:lnTo>
                <a:lnTo>
                  <a:pt x="5897" y="4289"/>
                </a:lnTo>
                <a:lnTo>
                  <a:pt x="5898" y="4289"/>
                </a:lnTo>
                <a:lnTo>
                  <a:pt x="5899" y="4289"/>
                </a:lnTo>
                <a:lnTo>
                  <a:pt x="5900" y="4289"/>
                </a:lnTo>
                <a:lnTo>
                  <a:pt x="5901" y="4289"/>
                </a:lnTo>
                <a:lnTo>
                  <a:pt x="5902" y="4289"/>
                </a:lnTo>
                <a:lnTo>
                  <a:pt x="5903" y="4289"/>
                </a:lnTo>
                <a:lnTo>
                  <a:pt x="5904" y="4289"/>
                </a:lnTo>
                <a:lnTo>
                  <a:pt x="5905" y="4289"/>
                </a:lnTo>
                <a:lnTo>
                  <a:pt x="5906" y="4289"/>
                </a:lnTo>
                <a:lnTo>
                  <a:pt x="5907" y="4289"/>
                </a:lnTo>
                <a:lnTo>
                  <a:pt x="5908" y="4289"/>
                </a:lnTo>
                <a:lnTo>
                  <a:pt x="5909" y="4289"/>
                </a:lnTo>
                <a:lnTo>
                  <a:pt x="5910" y="4289"/>
                </a:lnTo>
                <a:lnTo>
                  <a:pt x="5911" y="4289"/>
                </a:lnTo>
                <a:lnTo>
                  <a:pt x="5912" y="4289"/>
                </a:lnTo>
                <a:lnTo>
                  <a:pt x="5913" y="4289"/>
                </a:lnTo>
                <a:lnTo>
                  <a:pt x="5914" y="4289"/>
                </a:lnTo>
                <a:lnTo>
                  <a:pt x="5915" y="4289"/>
                </a:lnTo>
                <a:lnTo>
                  <a:pt x="5916" y="4289"/>
                </a:lnTo>
                <a:lnTo>
                  <a:pt x="5917" y="4289"/>
                </a:lnTo>
                <a:lnTo>
                  <a:pt x="5918" y="4289"/>
                </a:lnTo>
                <a:lnTo>
                  <a:pt x="5919" y="4289"/>
                </a:lnTo>
                <a:lnTo>
                  <a:pt x="5920" y="4289"/>
                </a:lnTo>
                <a:lnTo>
                  <a:pt x="5921" y="4289"/>
                </a:lnTo>
                <a:lnTo>
                  <a:pt x="5922" y="4289"/>
                </a:lnTo>
                <a:lnTo>
                  <a:pt x="5923" y="4289"/>
                </a:lnTo>
                <a:lnTo>
                  <a:pt x="5924" y="4289"/>
                </a:lnTo>
                <a:lnTo>
                  <a:pt x="5925" y="4289"/>
                </a:lnTo>
                <a:lnTo>
                  <a:pt x="5926" y="4289"/>
                </a:lnTo>
                <a:lnTo>
                  <a:pt x="5927" y="4289"/>
                </a:lnTo>
                <a:lnTo>
                  <a:pt x="5928" y="4289"/>
                </a:lnTo>
                <a:lnTo>
                  <a:pt x="5929" y="4289"/>
                </a:lnTo>
                <a:lnTo>
                  <a:pt x="5930" y="4289"/>
                </a:lnTo>
                <a:lnTo>
                  <a:pt x="5931" y="4289"/>
                </a:lnTo>
                <a:lnTo>
                  <a:pt x="5932" y="4289"/>
                </a:lnTo>
                <a:lnTo>
                  <a:pt x="5933" y="4289"/>
                </a:lnTo>
                <a:lnTo>
                  <a:pt x="5934" y="4289"/>
                </a:lnTo>
                <a:lnTo>
                  <a:pt x="5935" y="4289"/>
                </a:lnTo>
                <a:lnTo>
                  <a:pt x="5936" y="4289"/>
                </a:lnTo>
                <a:lnTo>
                  <a:pt x="5937" y="4289"/>
                </a:lnTo>
                <a:lnTo>
                  <a:pt x="5938" y="4289"/>
                </a:lnTo>
                <a:lnTo>
                  <a:pt x="5939" y="4289"/>
                </a:lnTo>
                <a:lnTo>
                  <a:pt x="5940" y="4289"/>
                </a:lnTo>
                <a:lnTo>
                  <a:pt x="5941" y="4289"/>
                </a:lnTo>
                <a:lnTo>
                  <a:pt x="5942" y="4289"/>
                </a:lnTo>
                <a:lnTo>
                  <a:pt x="5943" y="4289"/>
                </a:lnTo>
                <a:lnTo>
                  <a:pt x="5944" y="4289"/>
                </a:lnTo>
                <a:lnTo>
                  <a:pt x="5945" y="4289"/>
                </a:lnTo>
                <a:lnTo>
                  <a:pt x="5946" y="4289"/>
                </a:lnTo>
                <a:lnTo>
                  <a:pt x="5947" y="4289"/>
                </a:lnTo>
                <a:lnTo>
                  <a:pt x="5948" y="4289"/>
                </a:lnTo>
                <a:lnTo>
                  <a:pt x="5949" y="4289"/>
                </a:lnTo>
                <a:lnTo>
                  <a:pt x="5950" y="4289"/>
                </a:lnTo>
                <a:lnTo>
                  <a:pt x="5951" y="4289"/>
                </a:lnTo>
                <a:lnTo>
                  <a:pt x="5952" y="4289"/>
                </a:lnTo>
                <a:lnTo>
                  <a:pt x="5953" y="4289"/>
                </a:lnTo>
                <a:lnTo>
                  <a:pt x="5954" y="4289"/>
                </a:lnTo>
                <a:lnTo>
                  <a:pt x="5955" y="4289"/>
                </a:lnTo>
                <a:lnTo>
                  <a:pt x="5956" y="4289"/>
                </a:lnTo>
                <a:lnTo>
                  <a:pt x="5957" y="4289"/>
                </a:lnTo>
                <a:lnTo>
                  <a:pt x="5958" y="4289"/>
                </a:lnTo>
                <a:lnTo>
                  <a:pt x="5959" y="4289"/>
                </a:lnTo>
                <a:lnTo>
                  <a:pt x="5960" y="4289"/>
                </a:lnTo>
                <a:lnTo>
                  <a:pt x="5961" y="4289"/>
                </a:lnTo>
                <a:lnTo>
                  <a:pt x="5962" y="4289"/>
                </a:lnTo>
                <a:lnTo>
                  <a:pt x="5963" y="4289"/>
                </a:lnTo>
                <a:lnTo>
                  <a:pt x="5964" y="4289"/>
                </a:lnTo>
                <a:lnTo>
                  <a:pt x="5965" y="4289"/>
                </a:lnTo>
                <a:lnTo>
                  <a:pt x="5966" y="4289"/>
                </a:lnTo>
                <a:lnTo>
                  <a:pt x="5967" y="4289"/>
                </a:lnTo>
                <a:lnTo>
                  <a:pt x="5968" y="4289"/>
                </a:lnTo>
                <a:lnTo>
                  <a:pt x="5969" y="4289"/>
                </a:lnTo>
                <a:lnTo>
                  <a:pt x="5970" y="4289"/>
                </a:lnTo>
                <a:lnTo>
                  <a:pt x="5971" y="4289"/>
                </a:lnTo>
                <a:lnTo>
                  <a:pt x="5972" y="4289"/>
                </a:lnTo>
                <a:lnTo>
                  <a:pt x="5973" y="4289"/>
                </a:lnTo>
                <a:lnTo>
                  <a:pt x="5974" y="4289"/>
                </a:lnTo>
                <a:lnTo>
                  <a:pt x="5975" y="4289"/>
                </a:lnTo>
                <a:lnTo>
                  <a:pt x="5976" y="4289"/>
                </a:lnTo>
                <a:lnTo>
                  <a:pt x="5977" y="4289"/>
                </a:lnTo>
                <a:lnTo>
                  <a:pt x="5978" y="4289"/>
                </a:lnTo>
                <a:lnTo>
                  <a:pt x="5979" y="4289"/>
                </a:lnTo>
                <a:lnTo>
                  <a:pt x="5980" y="4289"/>
                </a:lnTo>
                <a:lnTo>
                  <a:pt x="5981" y="4289"/>
                </a:lnTo>
                <a:lnTo>
                  <a:pt x="5982" y="4289"/>
                </a:lnTo>
                <a:lnTo>
                  <a:pt x="5983" y="4289"/>
                </a:lnTo>
                <a:lnTo>
                  <a:pt x="5984" y="4289"/>
                </a:lnTo>
                <a:lnTo>
                  <a:pt x="5985" y="4289"/>
                </a:lnTo>
                <a:lnTo>
                  <a:pt x="5986" y="4289"/>
                </a:lnTo>
                <a:lnTo>
                  <a:pt x="5987" y="4289"/>
                </a:lnTo>
                <a:lnTo>
                  <a:pt x="5988" y="4289"/>
                </a:lnTo>
                <a:lnTo>
                  <a:pt x="5989" y="4289"/>
                </a:lnTo>
                <a:lnTo>
                  <a:pt x="5990" y="4289"/>
                </a:lnTo>
                <a:lnTo>
                  <a:pt x="5991" y="4289"/>
                </a:lnTo>
                <a:lnTo>
                  <a:pt x="5992" y="4289"/>
                </a:lnTo>
                <a:lnTo>
                  <a:pt x="5993" y="4289"/>
                </a:lnTo>
                <a:lnTo>
                  <a:pt x="5994" y="4289"/>
                </a:lnTo>
                <a:lnTo>
                  <a:pt x="5995" y="4289"/>
                </a:lnTo>
                <a:lnTo>
                  <a:pt x="5996" y="4289"/>
                </a:lnTo>
                <a:lnTo>
                  <a:pt x="5997" y="4289"/>
                </a:lnTo>
                <a:lnTo>
                  <a:pt x="5998" y="4289"/>
                </a:lnTo>
                <a:lnTo>
                  <a:pt x="5999" y="4289"/>
                </a:lnTo>
                <a:lnTo>
                  <a:pt x="6000" y="4289"/>
                </a:lnTo>
                <a:lnTo>
                  <a:pt x="6001" y="4289"/>
                </a:lnTo>
                <a:lnTo>
                  <a:pt x="6002" y="4289"/>
                </a:lnTo>
                <a:lnTo>
                  <a:pt x="6003" y="4289"/>
                </a:lnTo>
                <a:lnTo>
                  <a:pt x="6004" y="4289"/>
                </a:lnTo>
                <a:lnTo>
                  <a:pt x="6005" y="4289"/>
                </a:lnTo>
                <a:lnTo>
                  <a:pt x="6006" y="4289"/>
                </a:lnTo>
                <a:lnTo>
                  <a:pt x="6007" y="4289"/>
                </a:lnTo>
                <a:lnTo>
                  <a:pt x="6008" y="4289"/>
                </a:lnTo>
                <a:lnTo>
                  <a:pt x="6009" y="4289"/>
                </a:lnTo>
                <a:lnTo>
                  <a:pt x="6010" y="4289"/>
                </a:lnTo>
                <a:lnTo>
                  <a:pt x="6011" y="4289"/>
                </a:lnTo>
                <a:lnTo>
                  <a:pt x="6012" y="4289"/>
                </a:lnTo>
                <a:lnTo>
                  <a:pt x="6013" y="4289"/>
                </a:lnTo>
                <a:lnTo>
                  <a:pt x="6014" y="4289"/>
                </a:lnTo>
                <a:lnTo>
                  <a:pt x="6015" y="4289"/>
                </a:lnTo>
                <a:lnTo>
                  <a:pt x="6016" y="4289"/>
                </a:lnTo>
                <a:lnTo>
                  <a:pt x="6017" y="4289"/>
                </a:lnTo>
                <a:lnTo>
                  <a:pt x="6018" y="4289"/>
                </a:lnTo>
                <a:lnTo>
                  <a:pt x="6019" y="4289"/>
                </a:lnTo>
                <a:lnTo>
                  <a:pt x="6020" y="4289"/>
                </a:lnTo>
                <a:lnTo>
                  <a:pt x="6021" y="4289"/>
                </a:lnTo>
                <a:lnTo>
                  <a:pt x="6022" y="4289"/>
                </a:lnTo>
                <a:lnTo>
                  <a:pt x="6023" y="4289"/>
                </a:lnTo>
                <a:lnTo>
                  <a:pt x="6024" y="4289"/>
                </a:lnTo>
                <a:lnTo>
                  <a:pt x="6025" y="4289"/>
                </a:lnTo>
                <a:lnTo>
                  <a:pt x="6026" y="4289"/>
                </a:lnTo>
                <a:lnTo>
                  <a:pt x="6027" y="4289"/>
                </a:lnTo>
                <a:lnTo>
                  <a:pt x="6028" y="4289"/>
                </a:lnTo>
                <a:lnTo>
                  <a:pt x="6029" y="4289"/>
                </a:lnTo>
                <a:lnTo>
                  <a:pt x="6030" y="4289"/>
                </a:lnTo>
                <a:lnTo>
                  <a:pt x="6031" y="4289"/>
                </a:lnTo>
                <a:lnTo>
                  <a:pt x="6032" y="4289"/>
                </a:lnTo>
                <a:lnTo>
                  <a:pt x="6033" y="4289"/>
                </a:lnTo>
                <a:lnTo>
                  <a:pt x="6034" y="4289"/>
                </a:lnTo>
                <a:lnTo>
                  <a:pt x="6035" y="4289"/>
                </a:lnTo>
                <a:lnTo>
                  <a:pt x="6036" y="4289"/>
                </a:lnTo>
                <a:lnTo>
                  <a:pt x="6037" y="4289"/>
                </a:lnTo>
                <a:lnTo>
                  <a:pt x="6038" y="4289"/>
                </a:lnTo>
                <a:lnTo>
                  <a:pt x="6039" y="4289"/>
                </a:lnTo>
                <a:lnTo>
                  <a:pt x="6040" y="4289"/>
                </a:lnTo>
                <a:lnTo>
                  <a:pt x="6041" y="4289"/>
                </a:lnTo>
                <a:lnTo>
                  <a:pt x="6042" y="4289"/>
                </a:lnTo>
                <a:lnTo>
                  <a:pt x="6043" y="4289"/>
                </a:lnTo>
                <a:lnTo>
                  <a:pt x="6044" y="4289"/>
                </a:lnTo>
                <a:lnTo>
                  <a:pt x="6045" y="4289"/>
                </a:lnTo>
                <a:lnTo>
                  <a:pt x="6046" y="4289"/>
                </a:lnTo>
                <a:lnTo>
                  <a:pt x="6047" y="4289"/>
                </a:lnTo>
                <a:lnTo>
                  <a:pt x="6048" y="4289"/>
                </a:lnTo>
                <a:lnTo>
                  <a:pt x="6049" y="4289"/>
                </a:lnTo>
                <a:lnTo>
                  <a:pt x="6050" y="4289"/>
                </a:lnTo>
                <a:lnTo>
                  <a:pt x="6051" y="4289"/>
                </a:lnTo>
                <a:lnTo>
                  <a:pt x="6052" y="4289"/>
                </a:lnTo>
                <a:lnTo>
                  <a:pt x="6053" y="4289"/>
                </a:lnTo>
                <a:lnTo>
                  <a:pt x="6054" y="4289"/>
                </a:lnTo>
                <a:lnTo>
                  <a:pt x="6055" y="4289"/>
                </a:lnTo>
                <a:lnTo>
                  <a:pt x="6056" y="4289"/>
                </a:lnTo>
                <a:lnTo>
                  <a:pt x="6057" y="4289"/>
                </a:lnTo>
                <a:lnTo>
                  <a:pt x="6058" y="4289"/>
                </a:lnTo>
                <a:lnTo>
                  <a:pt x="6059" y="4289"/>
                </a:lnTo>
                <a:lnTo>
                  <a:pt x="6060" y="4289"/>
                </a:lnTo>
                <a:lnTo>
                  <a:pt x="6061" y="4289"/>
                </a:lnTo>
                <a:lnTo>
                  <a:pt x="6062" y="4289"/>
                </a:lnTo>
                <a:lnTo>
                  <a:pt x="6063" y="4289"/>
                </a:lnTo>
                <a:lnTo>
                  <a:pt x="6064" y="4289"/>
                </a:lnTo>
                <a:lnTo>
                  <a:pt x="6065" y="4289"/>
                </a:lnTo>
                <a:lnTo>
                  <a:pt x="6066" y="4289"/>
                </a:lnTo>
                <a:lnTo>
                  <a:pt x="6067" y="4289"/>
                </a:lnTo>
                <a:lnTo>
                  <a:pt x="6068" y="4289"/>
                </a:lnTo>
                <a:lnTo>
                  <a:pt x="6069" y="4289"/>
                </a:lnTo>
                <a:lnTo>
                  <a:pt x="6070" y="4289"/>
                </a:lnTo>
                <a:lnTo>
                  <a:pt x="6071" y="4289"/>
                </a:lnTo>
                <a:lnTo>
                  <a:pt x="6072" y="4289"/>
                </a:lnTo>
                <a:lnTo>
                  <a:pt x="6073" y="4289"/>
                </a:lnTo>
                <a:lnTo>
                  <a:pt x="6074" y="4289"/>
                </a:lnTo>
                <a:lnTo>
                  <a:pt x="6075" y="4289"/>
                </a:lnTo>
                <a:lnTo>
                  <a:pt x="6076" y="4289"/>
                </a:lnTo>
                <a:lnTo>
                  <a:pt x="6077" y="4289"/>
                </a:lnTo>
                <a:lnTo>
                  <a:pt x="6078" y="4289"/>
                </a:lnTo>
                <a:lnTo>
                  <a:pt x="6079" y="4289"/>
                </a:lnTo>
                <a:lnTo>
                  <a:pt x="6080" y="4289"/>
                </a:lnTo>
                <a:lnTo>
                  <a:pt x="6081" y="4289"/>
                </a:lnTo>
                <a:lnTo>
                  <a:pt x="6082" y="4289"/>
                </a:lnTo>
                <a:lnTo>
                  <a:pt x="6083" y="4289"/>
                </a:lnTo>
                <a:lnTo>
                  <a:pt x="6084" y="4289"/>
                </a:lnTo>
                <a:lnTo>
                  <a:pt x="6085" y="4289"/>
                </a:lnTo>
                <a:lnTo>
                  <a:pt x="6086" y="4289"/>
                </a:lnTo>
                <a:lnTo>
                  <a:pt x="6087" y="4289"/>
                </a:lnTo>
                <a:lnTo>
                  <a:pt x="6088" y="4289"/>
                </a:lnTo>
                <a:lnTo>
                  <a:pt x="6089" y="4289"/>
                </a:lnTo>
                <a:lnTo>
                  <a:pt x="6090" y="4289"/>
                </a:lnTo>
                <a:lnTo>
                  <a:pt x="6091" y="4289"/>
                </a:lnTo>
                <a:lnTo>
                  <a:pt x="6092" y="4289"/>
                </a:lnTo>
                <a:lnTo>
                  <a:pt x="6093" y="4289"/>
                </a:lnTo>
                <a:lnTo>
                  <a:pt x="6094" y="4289"/>
                </a:lnTo>
                <a:lnTo>
                  <a:pt x="6095" y="4289"/>
                </a:lnTo>
                <a:lnTo>
                  <a:pt x="6096" y="4289"/>
                </a:lnTo>
                <a:lnTo>
                  <a:pt x="6097" y="4289"/>
                </a:lnTo>
                <a:lnTo>
                  <a:pt x="6098" y="4289"/>
                </a:lnTo>
                <a:lnTo>
                  <a:pt x="6099" y="4289"/>
                </a:lnTo>
                <a:lnTo>
                  <a:pt x="6100" y="4289"/>
                </a:lnTo>
                <a:lnTo>
                  <a:pt x="6101" y="4289"/>
                </a:lnTo>
                <a:lnTo>
                  <a:pt x="6102" y="4289"/>
                </a:lnTo>
                <a:lnTo>
                  <a:pt x="6103" y="4289"/>
                </a:lnTo>
                <a:lnTo>
                  <a:pt x="6104" y="4289"/>
                </a:lnTo>
                <a:lnTo>
                  <a:pt x="6105" y="4289"/>
                </a:lnTo>
                <a:lnTo>
                  <a:pt x="6106" y="4289"/>
                </a:lnTo>
                <a:lnTo>
                  <a:pt x="6107" y="4289"/>
                </a:lnTo>
                <a:lnTo>
                  <a:pt x="6108" y="4289"/>
                </a:lnTo>
                <a:lnTo>
                  <a:pt x="6109" y="4289"/>
                </a:lnTo>
                <a:lnTo>
                  <a:pt x="6110" y="4289"/>
                </a:lnTo>
                <a:lnTo>
                  <a:pt x="6111" y="4289"/>
                </a:lnTo>
                <a:lnTo>
                  <a:pt x="6112" y="4289"/>
                </a:lnTo>
                <a:lnTo>
                  <a:pt x="6113" y="4289"/>
                </a:lnTo>
                <a:lnTo>
                  <a:pt x="6114" y="4289"/>
                </a:lnTo>
                <a:lnTo>
                  <a:pt x="6115" y="4289"/>
                </a:lnTo>
                <a:lnTo>
                  <a:pt x="6116" y="4289"/>
                </a:lnTo>
                <a:lnTo>
                  <a:pt x="6117" y="4289"/>
                </a:lnTo>
                <a:lnTo>
                  <a:pt x="6118" y="4289"/>
                </a:lnTo>
                <a:lnTo>
                  <a:pt x="6119" y="4289"/>
                </a:lnTo>
                <a:lnTo>
                  <a:pt x="6120" y="4289"/>
                </a:lnTo>
                <a:lnTo>
                  <a:pt x="6121" y="4289"/>
                </a:lnTo>
                <a:lnTo>
                  <a:pt x="6122" y="4289"/>
                </a:lnTo>
                <a:lnTo>
                  <a:pt x="6123" y="4289"/>
                </a:lnTo>
                <a:lnTo>
                  <a:pt x="6124" y="4289"/>
                </a:lnTo>
                <a:lnTo>
                  <a:pt x="6125" y="4289"/>
                </a:lnTo>
                <a:lnTo>
                  <a:pt x="6126" y="4289"/>
                </a:lnTo>
                <a:lnTo>
                  <a:pt x="6127" y="4289"/>
                </a:lnTo>
                <a:lnTo>
                  <a:pt x="6128" y="4289"/>
                </a:lnTo>
                <a:lnTo>
                  <a:pt x="6129" y="4289"/>
                </a:lnTo>
                <a:lnTo>
                  <a:pt x="6130" y="4289"/>
                </a:lnTo>
                <a:lnTo>
                  <a:pt x="6131" y="4289"/>
                </a:lnTo>
                <a:lnTo>
                  <a:pt x="6132" y="4289"/>
                </a:lnTo>
                <a:lnTo>
                  <a:pt x="6133" y="4289"/>
                </a:lnTo>
                <a:lnTo>
                  <a:pt x="6134" y="4289"/>
                </a:lnTo>
                <a:lnTo>
                  <a:pt x="6135" y="4289"/>
                </a:lnTo>
                <a:lnTo>
                  <a:pt x="6136" y="4289"/>
                </a:lnTo>
                <a:lnTo>
                  <a:pt x="6137" y="4289"/>
                </a:lnTo>
                <a:lnTo>
                  <a:pt x="6138" y="4289"/>
                </a:lnTo>
                <a:lnTo>
                  <a:pt x="6139" y="4289"/>
                </a:lnTo>
                <a:lnTo>
                  <a:pt x="6140" y="4289"/>
                </a:lnTo>
                <a:lnTo>
                  <a:pt x="6141" y="4289"/>
                </a:lnTo>
                <a:lnTo>
                  <a:pt x="6142" y="4289"/>
                </a:lnTo>
                <a:lnTo>
                  <a:pt x="6143" y="4289"/>
                </a:lnTo>
                <a:lnTo>
                  <a:pt x="6144" y="4289"/>
                </a:lnTo>
                <a:lnTo>
                  <a:pt x="6145" y="4289"/>
                </a:lnTo>
                <a:lnTo>
                  <a:pt x="6146" y="4289"/>
                </a:lnTo>
                <a:lnTo>
                  <a:pt x="6147" y="4289"/>
                </a:lnTo>
                <a:lnTo>
                  <a:pt x="6148" y="4289"/>
                </a:lnTo>
                <a:lnTo>
                  <a:pt x="6149" y="4289"/>
                </a:lnTo>
                <a:lnTo>
                  <a:pt x="6150" y="4289"/>
                </a:lnTo>
                <a:lnTo>
                  <a:pt x="6151" y="4289"/>
                </a:lnTo>
                <a:lnTo>
                  <a:pt x="6152" y="4289"/>
                </a:lnTo>
                <a:lnTo>
                  <a:pt x="6153" y="4289"/>
                </a:lnTo>
                <a:lnTo>
                  <a:pt x="6154" y="4289"/>
                </a:lnTo>
                <a:lnTo>
                  <a:pt x="6155" y="4289"/>
                </a:lnTo>
                <a:lnTo>
                  <a:pt x="6156" y="4289"/>
                </a:lnTo>
                <a:lnTo>
                  <a:pt x="6157" y="4289"/>
                </a:lnTo>
                <a:lnTo>
                  <a:pt x="6158" y="4289"/>
                </a:lnTo>
                <a:lnTo>
                  <a:pt x="6159" y="4289"/>
                </a:lnTo>
                <a:lnTo>
                  <a:pt x="6160" y="4289"/>
                </a:lnTo>
                <a:lnTo>
                  <a:pt x="6161" y="4289"/>
                </a:lnTo>
                <a:lnTo>
                  <a:pt x="6162" y="4289"/>
                </a:lnTo>
                <a:lnTo>
                  <a:pt x="6163" y="4289"/>
                </a:lnTo>
                <a:lnTo>
                  <a:pt x="6164" y="4289"/>
                </a:lnTo>
                <a:lnTo>
                  <a:pt x="6165" y="4289"/>
                </a:lnTo>
                <a:lnTo>
                  <a:pt x="6166" y="4289"/>
                </a:lnTo>
                <a:lnTo>
                  <a:pt x="6167" y="4289"/>
                </a:lnTo>
                <a:lnTo>
                  <a:pt x="6168" y="4289"/>
                </a:lnTo>
                <a:lnTo>
                  <a:pt x="6169" y="4289"/>
                </a:lnTo>
                <a:lnTo>
                  <a:pt x="6170" y="4289"/>
                </a:lnTo>
                <a:lnTo>
                  <a:pt x="6171" y="4289"/>
                </a:lnTo>
                <a:lnTo>
                  <a:pt x="6172" y="4289"/>
                </a:lnTo>
                <a:lnTo>
                  <a:pt x="6173" y="4289"/>
                </a:lnTo>
                <a:lnTo>
                  <a:pt x="6174" y="4289"/>
                </a:lnTo>
                <a:lnTo>
                  <a:pt x="6175" y="4289"/>
                </a:lnTo>
                <a:lnTo>
                  <a:pt x="6176" y="4289"/>
                </a:lnTo>
                <a:lnTo>
                  <a:pt x="6177" y="4289"/>
                </a:lnTo>
                <a:lnTo>
                  <a:pt x="6178" y="4289"/>
                </a:lnTo>
                <a:lnTo>
                  <a:pt x="6179" y="4289"/>
                </a:lnTo>
                <a:lnTo>
                  <a:pt x="6180" y="4289"/>
                </a:lnTo>
                <a:lnTo>
                  <a:pt x="6181" y="4289"/>
                </a:lnTo>
                <a:lnTo>
                  <a:pt x="6182" y="4289"/>
                </a:lnTo>
                <a:lnTo>
                  <a:pt x="6183" y="4289"/>
                </a:lnTo>
                <a:lnTo>
                  <a:pt x="6184" y="4289"/>
                </a:lnTo>
                <a:lnTo>
                  <a:pt x="6185" y="4289"/>
                </a:lnTo>
                <a:lnTo>
                  <a:pt x="6186" y="4289"/>
                </a:lnTo>
                <a:lnTo>
                  <a:pt x="6187" y="4289"/>
                </a:lnTo>
                <a:lnTo>
                  <a:pt x="6188" y="4289"/>
                </a:lnTo>
                <a:lnTo>
                  <a:pt x="6189" y="4289"/>
                </a:lnTo>
                <a:lnTo>
                  <a:pt x="6190" y="4289"/>
                </a:lnTo>
                <a:lnTo>
                  <a:pt x="6191" y="4289"/>
                </a:lnTo>
                <a:lnTo>
                  <a:pt x="6192" y="4289"/>
                </a:lnTo>
                <a:lnTo>
                  <a:pt x="6193" y="4289"/>
                </a:lnTo>
                <a:lnTo>
                  <a:pt x="6194" y="4289"/>
                </a:lnTo>
                <a:lnTo>
                  <a:pt x="6195" y="4289"/>
                </a:lnTo>
                <a:lnTo>
                  <a:pt x="6196" y="4289"/>
                </a:lnTo>
                <a:lnTo>
                  <a:pt x="6197" y="4289"/>
                </a:lnTo>
                <a:lnTo>
                  <a:pt x="6198" y="4289"/>
                </a:lnTo>
                <a:lnTo>
                  <a:pt x="6199" y="4289"/>
                </a:lnTo>
                <a:lnTo>
                  <a:pt x="6200" y="4289"/>
                </a:lnTo>
                <a:lnTo>
                  <a:pt x="6201" y="4289"/>
                </a:lnTo>
                <a:lnTo>
                  <a:pt x="6202" y="4289"/>
                </a:lnTo>
                <a:lnTo>
                  <a:pt x="6203" y="4289"/>
                </a:lnTo>
                <a:lnTo>
                  <a:pt x="6204" y="4289"/>
                </a:lnTo>
                <a:lnTo>
                  <a:pt x="6205" y="4289"/>
                </a:lnTo>
                <a:lnTo>
                  <a:pt x="6206" y="4289"/>
                </a:lnTo>
                <a:lnTo>
                  <a:pt x="6207" y="4289"/>
                </a:lnTo>
                <a:lnTo>
                  <a:pt x="6208" y="4289"/>
                </a:lnTo>
                <a:lnTo>
                  <a:pt x="6209" y="4289"/>
                </a:lnTo>
                <a:lnTo>
                  <a:pt x="6210" y="4289"/>
                </a:lnTo>
                <a:lnTo>
                  <a:pt x="6211" y="4289"/>
                </a:lnTo>
                <a:lnTo>
                  <a:pt x="6212" y="4289"/>
                </a:lnTo>
                <a:lnTo>
                  <a:pt x="6213" y="4289"/>
                </a:lnTo>
                <a:lnTo>
                  <a:pt x="6214" y="4289"/>
                </a:lnTo>
                <a:lnTo>
                  <a:pt x="6215" y="4289"/>
                </a:lnTo>
                <a:lnTo>
                  <a:pt x="6216" y="4289"/>
                </a:lnTo>
                <a:lnTo>
                  <a:pt x="6217" y="4289"/>
                </a:lnTo>
                <a:lnTo>
                  <a:pt x="6218" y="4289"/>
                </a:lnTo>
                <a:lnTo>
                  <a:pt x="6219" y="4289"/>
                </a:lnTo>
                <a:lnTo>
                  <a:pt x="6220" y="4289"/>
                </a:lnTo>
                <a:lnTo>
                  <a:pt x="6221" y="4289"/>
                </a:lnTo>
                <a:lnTo>
                  <a:pt x="6222" y="4289"/>
                </a:lnTo>
                <a:lnTo>
                  <a:pt x="6223" y="4289"/>
                </a:lnTo>
                <a:lnTo>
                  <a:pt x="6224" y="4289"/>
                </a:lnTo>
                <a:lnTo>
                  <a:pt x="6225" y="4289"/>
                </a:lnTo>
                <a:lnTo>
                  <a:pt x="6226" y="4289"/>
                </a:lnTo>
                <a:lnTo>
                  <a:pt x="6227" y="4289"/>
                </a:lnTo>
                <a:lnTo>
                  <a:pt x="6228" y="4289"/>
                </a:lnTo>
                <a:lnTo>
                  <a:pt x="6229" y="4289"/>
                </a:lnTo>
                <a:lnTo>
                  <a:pt x="6230" y="4289"/>
                </a:lnTo>
                <a:lnTo>
                  <a:pt x="6231" y="4289"/>
                </a:lnTo>
                <a:lnTo>
                  <a:pt x="6232" y="4289"/>
                </a:lnTo>
                <a:lnTo>
                  <a:pt x="6233" y="4289"/>
                </a:lnTo>
                <a:lnTo>
                  <a:pt x="6234" y="4289"/>
                </a:lnTo>
                <a:lnTo>
                  <a:pt x="6235" y="4289"/>
                </a:lnTo>
                <a:lnTo>
                  <a:pt x="6236" y="4289"/>
                </a:lnTo>
                <a:lnTo>
                  <a:pt x="6237" y="4289"/>
                </a:lnTo>
                <a:lnTo>
                  <a:pt x="6238" y="4289"/>
                </a:lnTo>
                <a:lnTo>
                  <a:pt x="6239" y="4289"/>
                </a:lnTo>
                <a:lnTo>
                  <a:pt x="6240" y="4289"/>
                </a:lnTo>
                <a:lnTo>
                  <a:pt x="6241" y="4289"/>
                </a:lnTo>
                <a:lnTo>
                  <a:pt x="6242" y="4289"/>
                </a:lnTo>
                <a:lnTo>
                  <a:pt x="6243" y="4289"/>
                </a:lnTo>
                <a:lnTo>
                  <a:pt x="6244" y="4289"/>
                </a:lnTo>
                <a:lnTo>
                  <a:pt x="6245" y="4289"/>
                </a:lnTo>
                <a:lnTo>
                  <a:pt x="6246" y="4289"/>
                </a:lnTo>
                <a:lnTo>
                  <a:pt x="6247" y="4289"/>
                </a:lnTo>
                <a:lnTo>
                  <a:pt x="6248" y="4289"/>
                </a:lnTo>
                <a:lnTo>
                  <a:pt x="6249" y="4289"/>
                </a:lnTo>
                <a:lnTo>
                  <a:pt x="6250" y="4289"/>
                </a:lnTo>
                <a:lnTo>
                  <a:pt x="6251" y="4289"/>
                </a:lnTo>
                <a:lnTo>
                  <a:pt x="6252" y="4289"/>
                </a:lnTo>
                <a:lnTo>
                  <a:pt x="6253" y="4289"/>
                </a:lnTo>
                <a:lnTo>
                  <a:pt x="6254" y="4289"/>
                </a:lnTo>
                <a:lnTo>
                  <a:pt x="6255" y="4289"/>
                </a:lnTo>
                <a:lnTo>
                  <a:pt x="6256" y="4289"/>
                </a:lnTo>
                <a:lnTo>
                  <a:pt x="6257" y="4289"/>
                </a:lnTo>
                <a:lnTo>
                  <a:pt x="6258" y="4289"/>
                </a:lnTo>
                <a:lnTo>
                  <a:pt x="6259" y="4289"/>
                </a:lnTo>
                <a:lnTo>
                  <a:pt x="6260" y="4289"/>
                </a:lnTo>
                <a:lnTo>
                  <a:pt x="6261" y="4289"/>
                </a:lnTo>
                <a:lnTo>
                  <a:pt x="6262" y="4289"/>
                </a:lnTo>
                <a:lnTo>
                  <a:pt x="6263" y="4289"/>
                </a:lnTo>
                <a:lnTo>
                  <a:pt x="6264" y="4289"/>
                </a:lnTo>
                <a:lnTo>
                  <a:pt x="6265" y="4289"/>
                </a:lnTo>
                <a:lnTo>
                  <a:pt x="6266" y="4289"/>
                </a:lnTo>
                <a:lnTo>
                  <a:pt x="6267" y="4289"/>
                </a:lnTo>
                <a:lnTo>
                  <a:pt x="6268" y="4289"/>
                </a:lnTo>
                <a:lnTo>
                  <a:pt x="6269" y="4289"/>
                </a:lnTo>
                <a:lnTo>
                  <a:pt x="6270" y="4289"/>
                </a:lnTo>
                <a:lnTo>
                  <a:pt x="6271" y="4289"/>
                </a:lnTo>
                <a:lnTo>
                  <a:pt x="6272" y="4289"/>
                </a:lnTo>
                <a:lnTo>
                  <a:pt x="6273" y="4289"/>
                </a:lnTo>
                <a:lnTo>
                  <a:pt x="6274" y="4289"/>
                </a:lnTo>
                <a:lnTo>
                  <a:pt x="6275" y="4289"/>
                </a:lnTo>
                <a:lnTo>
                  <a:pt x="6276" y="4289"/>
                </a:lnTo>
                <a:lnTo>
                  <a:pt x="6277" y="4289"/>
                </a:lnTo>
                <a:lnTo>
                  <a:pt x="6278" y="4289"/>
                </a:lnTo>
                <a:lnTo>
                  <a:pt x="6279" y="4289"/>
                </a:lnTo>
                <a:lnTo>
                  <a:pt x="6280" y="4289"/>
                </a:lnTo>
                <a:lnTo>
                  <a:pt x="6281" y="4289"/>
                </a:lnTo>
                <a:lnTo>
                  <a:pt x="6282" y="4289"/>
                </a:lnTo>
                <a:lnTo>
                  <a:pt x="6283" y="4289"/>
                </a:lnTo>
                <a:lnTo>
                  <a:pt x="6284" y="4289"/>
                </a:lnTo>
                <a:lnTo>
                  <a:pt x="6285" y="4289"/>
                </a:lnTo>
                <a:lnTo>
                  <a:pt x="6286" y="4289"/>
                </a:lnTo>
                <a:lnTo>
                  <a:pt x="6287" y="4289"/>
                </a:lnTo>
                <a:lnTo>
                  <a:pt x="6288" y="4289"/>
                </a:lnTo>
                <a:lnTo>
                  <a:pt x="6289" y="4289"/>
                </a:lnTo>
                <a:lnTo>
                  <a:pt x="6290" y="4289"/>
                </a:lnTo>
                <a:lnTo>
                  <a:pt x="6291" y="4289"/>
                </a:lnTo>
                <a:lnTo>
                  <a:pt x="6292" y="4289"/>
                </a:lnTo>
                <a:lnTo>
                  <a:pt x="6293" y="4289"/>
                </a:lnTo>
                <a:lnTo>
                  <a:pt x="6294" y="4289"/>
                </a:lnTo>
                <a:lnTo>
                  <a:pt x="6295" y="4289"/>
                </a:lnTo>
                <a:lnTo>
                  <a:pt x="6296" y="4289"/>
                </a:lnTo>
                <a:lnTo>
                  <a:pt x="6297" y="4289"/>
                </a:lnTo>
                <a:lnTo>
                  <a:pt x="6298" y="4289"/>
                </a:lnTo>
                <a:lnTo>
                  <a:pt x="6299" y="4289"/>
                </a:lnTo>
                <a:lnTo>
                  <a:pt x="6300" y="4289"/>
                </a:lnTo>
                <a:lnTo>
                  <a:pt x="6301" y="4289"/>
                </a:lnTo>
                <a:lnTo>
                  <a:pt x="6302" y="4289"/>
                </a:lnTo>
                <a:lnTo>
                  <a:pt x="6303" y="4289"/>
                </a:lnTo>
                <a:lnTo>
                  <a:pt x="6304" y="4289"/>
                </a:lnTo>
                <a:lnTo>
                  <a:pt x="6305" y="4289"/>
                </a:lnTo>
                <a:lnTo>
                  <a:pt x="6306" y="4289"/>
                </a:lnTo>
                <a:lnTo>
                  <a:pt x="6307" y="4289"/>
                </a:lnTo>
                <a:lnTo>
                  <a:pt x="6308" y="4289"/>
                </a:lnTo>
                <a:lnTo>
                  <a:pt x="6309" y="4289"/>
                </a:lnTo>
                <a:lnTo>
                  <a:pt x="6310" y="4289"/>
                </a:lnTo>
                <a:lnTo>
                  <a:pt x="6311" y="4289"/>
                </a:lnTo>
                <a:lnTo>
                  <a:pt x="6312" y="4289"/>
                </a:lnTo>
                <a:lnTo>
                  <a:pt x="6313" y="4289"/>
                </a:lnTo>
                <a:lnTo>
                  <a:pt x="6314" y="4289"/>
                </a:lnTo>
                <a:lnTo>
                  <a:pt x="6315" y="4289"/>
                </a:lnTo>
                <a:lnTo>
                  <a:pt x="6316" y="4289"/>
                </a:lnTo>
                <a:lnTo>
                  <a:pt x="6317" y="4289"/>
                </a:lnTo>
                <a:lnTo>
                  <a:pt x="6318" y="4289"/>
                </a:lnTo>
                <a:lnTo>
                  <a:pt x="6319" y="4289"/>
                </a:lnTo>
                <a:lnTo>
                  <a:pt x="6320" y="4289"/>
                </a:lnTo>
                <a:lnTo>
                  <a:pt x="6321" y="4289"/>
                </a:lnTo>
                <a:lnTo>
                  <a:pt x="6322" y="4289"/>
                </a:lnTo>
                <a:lnTo>
                  <a:pt x="6323" y="4289"/>
                </a:lnTo>
                <a:lnTo>
                  <a:pt x="6324" y="4289"/>
                </a:lnTo>
                <a:lnTo>
                  <a:pt x="6325" y="4289"/>
                </a:lnTo>
                <a:lnTo>
                  <a:pt x="6326" y="4289"/>
                </a:lnTo>
                <a:lnTo>
                  <a:pt x="6327" y="4289"/>
                </a:lnTo>
                <a:lnTo>
                  <a:pt x="6328" y="4289"/>
                </a:lnTo>
                <a:lnTo>
                  <a:pt x="6329" y="4289"/>
                </a:lnTo>
                <a:lnTo>
                  <a:pt x="6330" y="4289"/>
                </a:lnTo>
                <a:lnTo>
                  <a:pt x="6331" y="4289"/>
                </a:lnTo>
                <a:lnTo>
                  <a:pt x="6332" y="4289"/>
                </a:lnTo>
                <a:lnTo>
                  <a:pt x="6333" y="4289"/>
                </a:lnTo>
                <a:lnTo>
                  <a:pt x="6334" y="4289"/>
                </a:lnTo>
                <a:lnTo>
                  <a:pt x="6335" y="4289"/>
                </a:lnTo>
                <a:lnTo>
                  <a:pt x="6336" y="4289"/>
                </a:lnTo>
                <a:lnTo>
                  <a:pt x="6337" y="4289"/>
                </a:lnTo>
                <a:lnTo>
                  <a:pt x="6338" y="4289"/>
                </a:lnTo>
                <a:lnTo>
                  <a:pt x="6339" y="4289"/>
                </a:lnTo>
                <a:lnTo>
                  <a:pt x="6340" y="4289"/>
                </a:lnTo>
                <a:lnTo>
                  <a:pt x="6341" y="4289"/>
                </a:lnTo>
                <a:lnTo>
                  <a:pt x="6342" y="4289"/>
                </a:lnTo>
                <a:lnTo>
                  <a:pt x="6343" y="4289"/>
                </a:lnTo>
                <a:lnTo>
                  <a:pt x="6344" y="4289"/>
                </a:lnTo>
                <a:lnTo>
                  <a:pt x="6345" y="4289"/>
                </a:lnTo>
                <a:lnTo>
                  <a:pt x="6346" y="4289"/>
                </a:lnTo>
                <a:lnTo>
                  <a:pt x="6347" y="4289"/>
                </a:lnTo>
                <a:lnTo>
                  <a:pt x="6348" y="4289"/>
                </a:lnTo>
                <a:lnTo>
                  <a:pt x="6349" y="4289"/>
                </a:lnTo>
                <a:lnTo>
                  <a:pt x="6350" y="4289"/>
                </a:lnTo>
                <a:lnTo>
                  <a:pt x="6351" y="4289"/>
                </a:lnTo>
                <a:lnTo>
                  <a:pt x="6352" y="4289"/>
                </a:lnTo>
                <a:lnTo>
                  <a:pt x="6353" y="4289"/>
                </a:lnTo>
                <a:lnTo>
                  <a:pt x="6354" y="4289"/>
                </a:lnTo>
                <a:lnTo>
                  <a:pt x="6355" y="4289"/>
                </a:lnTo>
                <a:lnTo>
                  <a:pt x="6356" y="4289"/>
                </a:lnTo>
                <a:lnTo>
                  <a:pt x="6357" y="4289"/>
                </a:lnTo>
                <a:lnTo>
                  <a:pt x="6358" y="4289"/>
                </a:lnTo>
                <a:lnTo>
                  <a:pt x="6359" y="4289"/>
                </a:lnTo>
                <a:lnTo>
                  <a:pt x="6360" y="4289"/>
                </a:lnTo>
                <a:lnTo>
                  <a:pt x="6361" y="4289"/>
                </a:lnTo>
                <a:lnTo>
                  <a:pt x="6362" y="4289"/>
                </a:lnTo>
                <a:lnTo>
                  <a:pt x="6363" y="4289"/>
                </a:lnTo>
                <a:lnTo>
                  <a:pt x="6364" y="4289"/>
                </a:lnTo>
                <a:lnTo>
                  <a:pt x="6365" y="4289"/>
                </a:lnTo>
                <a:lnTo>
                  <a:pt x="6366" y="4289"/>
                </a:lnTo>
                <a:lnTo>
                  <a:pt x="6367" y="4289"/>
                </a:lnTo>
                <a:lnTo>
                  <a:pt x="6368" y="4289"/>
                </a:lnTo>
                <a:lnTo>
                  <a:pt x="6369" y="4289"/>
                </a:lnTo>
                <a:lnTo>
                  <a:pt x="6370" y="4289"/>
                </a:lnTo>
                <a:lnTo>
                  <a:pt x="6371" y="4289"/>
                </a:lnTo>
                <a:lnTo>
                  <a:pt x="6372" y="4289"/>
                </a:lnTo>
                <a:lnTo>
                  <a:pt x="6373" y="4289"/>
                </a:lnTo>
                <a:lnTo>
                  <a:pt x="6374" y="4289"/>
                </a:lnTo>
                <a:lnTo>
                  <a:pt x="6375" y="4289"/>
                </a:lnTo>
                <a:lnTo>
                  <a:pt x="6376" y="4289"/>
                </a:lnTo>
                <a:lnTo>
                  <a:pt x="6377" y="4289"/>
                </a:lnTo>
                <a:lnTo>
                  <a:pt x="6378" y="4289"/>
                </a:lnTo>
                <a:lnTo>
                  <a:pt x="6379" y="4289"/>
                </a:lnTo>
                <a:lnTo>
                  <a:pt x="6380" y="4289"/>
                </a:lnTo>
                <a:lnTo>
                  <a:pt x="6381" y="4289"/>
                </a:lnTo>
                <a:lnTo>
                  <a:pt x="6382" y="4289"/>
                </a:lnTo>
                <a:lnTo>
                  <a:pt x="6383" y="4289"/>
                </a:lnTo>
                <a:lnTo>
                  <a:pt x="6384" y="4289"/>
                </a:lnTo>
                <a:lnTo>
                  <a:pt x="6385" y="4289"/>
                </a:lnTo>
                <a:lnTo>
                  <a:pt x="6386" y="4289"/>
                </a:lnTo>
                <a:lnTo>
                  <a:pt x="6387" y="4289"/>
                </a:lnTo>
                <a:lnTo>
                  <a:pt x="6388" y="4289"/>
                </a:lnTo>
                <a:lnTo>
                  <a:pt x="6389" y="4289"/>
                </a:lnTo>
                <a:lnTo>
                  <a:pt x="6390" y="4289"/>
                </a:lnTo>
                <a:lnTo>
                  <a:pt x="6391" y="4289"/>
                </a:lnTo>
                <a:lnTo>
                  <a:pt x="6392" y="4289"/>
                </a:lnTo>
                <a:lnTo>
                  <a:pt x="6393" y="4289"/>
                </a:lnTo>
                <a:lnTo>
                  <a:pt x="6394" y="4289"/>
                </a:lnTo>
                <a:lnTo>
                  <a:pt x="6395" y="4289"/>
                </a:lnTo>
                <a:lnTo>
                  <a:pt x="6396" y="4289"/>
                </a:lnTo>
                <a:lnTo>
                  <a:pt x="6397" y="4289"/>
                </a:lnTo>
                <a:lnTo>
                  <a:pt x="6398" y="4289"/>
                </a:lnTo>
                <a:lnTo>
                  <a:pt x="6399" y="4289"/>
                </a:lnTo>
                <a:lnTo>
                  <a:pt x="6400" y="4289"/>
                </a:lnTo>
                <a:lnTo>
                  <a:pt x="6401" y="4289"/>
                </a:lnTo>
                <a:lnTo>
                  <a:pt x="6402" y="4289"/>
                </a:lnTo>
                <a:lnTo>
                  <a:pt x="6403" y="4289"/>
                </a:lnTo>
                <a:lnTo>
                  <a:pt x="6404" y="4289"/>
                </a:lnTo>
                <a:lnTo>
                  <a:pt x="6405" y="4289"/>
                </a:lnTo>
                <a:lnTo>
                  <a:pt x="6406" y="4289"/>
                </a:lnTo>
                <a:lnTo>
                  <a:pt x="6407" y="4289"/>
                </a:lnTo>
                <a:lnTo>
                  <a:pt x="6408" y="4289"/>
                </a:lnTo>
                <a:lnTo>
                  <a:pt x="6409" y="4289"/>
                </a:lnTo>
                <a:lnTo>
                  <a:pt x="6410" y="4289"/>
                </a:lnTo>
                <a:lnTo>
                  <a:pt x="6411" y="4289"/>
                </a:lnTo>
                <a:lnTo>
                  <a:pt x="6412" y="4289"/>
                </a:lnTo>
                <a:lnTo>
                  <a:pt x="6413" y="4289"/>
                </a:lnTo>
                <a:lnTo>
                  <a:pt x="6414" y="4289"/>
                </a:lnTo>
                <a:lnTo>
                  <a:pt x="6415" y="4289"/>
                </a:lnTo>
                <a:lnTo>
                  <a:pt x="6416" y="4289"/>
                </a:lnTo>
                <a:lnTo>
                  <a:pt x="6417" y="4289"/>
                </a:lnTo>
                <a:lnTo>
                  <a:pt x="6418" y="4289"/>
                </a:lnTo>
                <a:lnTo>
                  <a:pt x="6419" y="4289"/>
                </a:lnTo>
                <a:lnTo>
                  <a:pt x="6420" y="4289"/>
                </a:lnTo>
                <a:lnTo>
                  <a:pt x="6421" y="4289"/>
                </a:lnTo>
                <a:lnTo>
                  <a:pt x="6422" y="4289"/>
                </a:lnTo>
                <a:lnTo>
                  <a:pt x="6423" y="4289"/>
                </a:lnTo>
                <a:lnTo>
                  <a:pt x="6424" y="4289"/>
                </a:lnTo>
                <a:lnTo>
                  <a:pt x="6425" y="4289"/>
                </a:lnTo>
                <a:lnTo>
                  <a:pt x="6426" y="4289"/>
                </a:lnTo>
                <a:lnTo>
                  <a:pt x="6427" y="4289"/>
                </a:lnTo>
                <a:lnTo>
                  <a:pt x="6428" y="4289"/>
                </a:lnTo>
                <a:lnTo>
                  <a:pt x="6429" y="4289"/>
                </a:lnTo>
                <a:lnTo>
                  <a:pt x="6430" y="4289"/>
                </a:lnTo>
                <a:lnTo>
                  <a:pt x="6431" y="4289"/>
                </a:lnTo>
                <a:lnTo>
                  <a:pt x="6432" y="4289"/>
                </a:lnTo>
                <a:lnTo>
                  <a:pt x="6433" y="4289"/>
                </a:lnTo>
                <a:lnTo>
                  <a:pt x="6434" y="4289"/>
                </a:lnTo>
                <a:lnTo>
                  <a:pt x="6435" y="4289"/>
                </a:lnTo>
                <a:lnTo>
                  <a:pt x="6436" y="4289"/>
                </a:lnTo>
                <a:lnTo>
                  <a:pt x="6437" y="4289"/>
                </a:lnTo>
                <a:lnTo>
                  <a:pt x="6438" y="4289"/>
                </a:lnTo>
                <a:lnTo>
                  <a:pt x="6439" y="4289"/>
                </a:lnTo>
                <a:lnTo>
                  <a:pt x="6440" y="4289"/>
                </a:lnTo>
                <a:lnTo>
                  <a:pt x="6441" y="4289"/>
                </a:lnTo>
                <a:lnTo>
                  <a:pt x="6442" y="4289"/>
                </a:lnTo>
                <a:lnTo>
                  <a:pt x="6443" y="4289"/>
                </a:lnTo>
                <a:lnTo>
                  <a:pt x="6444" y="4289"/>
                </a:lnTo>
                <a:lnTo>
                  <a:pt x="6445" y="4289"/>
                </a:lnTo>
                <a:lnTo>
                  <a:pt x="6446" y="4289"/>
                </a:lnTo>
                <a:lnTo>
                  <a:pt x="6447" y="4289"/>
                </a:lnTo>
                <a:lnTo>
                  <a:pt x="6448" y="4289"/>
                </a:lnTo>
                <a:lnTo>
                  <a:pt x="6449" y="4289"/>
                </a:lnTo>
                <a:lnTo>
                  <a:pt x="6450" y="4289"/>
                </a:lnTo>
                <a:lnTo>
                  <a:pt x="6451" y="4289"/>
                </a:lnTo>
                <a:lnTo>
                  <a:pt x="6452" y="4289"/>
                </a:lnTo>
                <a:lnTo>
                  <a:pt x="6453" y="4289"/>
                </a:lnTo>
                <a:lnTo>
                  <a:pt x="6454" y="4289"/>
                </a:lnTo>
                <a:lnTo>
                  <a:pt x="6455" y="4289"/>
                </a:lnTo>
                <a:lnTo>
                  <a:pt x="6456" y="4289"/>
                </a:lnTo>
                <a:lnTo>
                  <a:pt x="6457" y="4289"/>
                </a:lnTo>
                <a:lnTo>
                  <a:pt x="6458" y="4289"/>
                </a:lnTo>
                <a:lnTo>
                  <a:pt x="6459" y="4289"/>
                </a:lnTo>
                <a:lnTo>
                  <a:pt x="6460" y="4289"/>
                </a:lnTo>
                <a:lnTo>
                  <a:pt x="6461" y="4289"/>
                </a:lnTo>
                <a:lnTo>
                  <a:pt x="6462" y="4289"/>
                </a:lnTo>
                <a:lnTo>
                  <a:pt x="6463" y="4289"/>
                </a:lnTo>
                <a:lnTo>
                  <a:pt x="6464" y="4289"/>
                </a:lnTo>
                <a:lnTo>
                  <a:pt x="6465" y="4289"/>
                </a:lnTo>
                <a:lnTo>
                  <a:pt x="6466" y="4289"/>
                </a:lnTo>
                <a:lnTo>
                  <a:pt x="6467" y="4289"/>
                </a:lnTo>
                <a:lnTo>
                  <a:pt x="6468" y="4289"/>
                </a:lnTo>
                <a:lnTo>
                  <a:pt x="6469" y="4289"/>
                </a:lnTo>
                <a:lnTo>
                  <a:pt x="6470" y="4289"/>
                </a:lnTo>
                <a:lnTo>
                  <a:pt x="6471" y="4289"/>
                </a:lnTo>
                <a:lnTo>
                  <a:pt x="6472" y="4289"/>
                </a:lnTo>
                <a:lnTo>
                  <a:pt x="6473" y="4289"/>
                </a:lnTo>
                <a:lnTo>
                  <a:pt x="6474" y="4289"/>
                </a:lnTo>
                <a:lnTo>
                  <a:pt x="6475" y="4289"/>
                </a:lnTo>
                <a:lnTo>
                  <a:pt x="6476" y="4289"/>
                </a:lnTo>
                <a:lnTo>
                  <a:pt x="6477" y="4289"/>
                </a:lnTo>
                <a:lnTo>
                  <a:pt x="6478" y="4289"/>
                </a:lnTo>
                <a:lnTo>
                  <a:pt x="6479" y="4289"/>
                </a:lnTo>
                <a:lnTo>
                  <a:pt x="6480" y="4289"/>
                </a:lnTo>
                <a:lnTo>
                  <a:pt x="6481" y="4289"/>
                </a:lnTo>
                <a:lnTo>
                  <a:pt x="6482" y="4289"/>
                </a:lnTo>
                <a:lnTo>
                  <a:pt x="6483" y="4289"/>
                </a:lnTo>
                <a:lnTo>
                  <a:pt x="6484" y="4289"/>
                </a:lnTo>
                <a:lnTo>
                  <a:pt x="6485" y="4289"/>
                </a:lnTo>
                <a:lnTo>
                  <a:pt x="6486" y="4289"/>
                </a:lnTo>
                <a:lnTo>
                  <a:pt x="6487" y="4289"/>
                </a:lnTo>
                <a:lnTo>
                  <a:pt x="6488" y="4289"/>
                </a:lnTo>
                <a:lnTo>
                  <a:pt x="6489" y="4289"/>
                </a:lnTo>
                <a:lnTo>
                  <a:pt x="6490" y="4289"/>
                </a:lnTo>
                <a:lnTo>
                  <a:pt x="6491" y="4289"/>
                </a:lnTo>
                <a:lnTo>
                  <a:pt x="6492" y="4289"/>
                </a:lnTo>
                <a:lnTo>
                  <a:pt x="6493" y="4289"/>
                </a:lnTo>
                <a:lnTo>
                  <a:pt x="6494" y="4289"/>
                </a:lnTo>
                <a:lnTo>
                  <a:pt x="6495" y="4289"/>
                </a:lnTo>
                <a:lnTo>
                  <a:pt x="6496" y="4289"/>
                </a:lnTo>
                <a:lnTo>
                  <a:pt x="6497" y="4289"/>
                </a:lnTo>
                <a:lnTo>
                  <a:pt x="6498" y="4289"/>
                </a:lnTo>
                <a:lnTo>
                  <a:pt x="6499" y="4289"/>
                </a:lnTo>
                <a:lnTo>
                  <a:pt x="6500" y="4289"/>
                </a:lnTo>
                <a:lnTo>
                  <a:pt x="6501" y="4289"/>
                </a:lnTo>
                <a:lnTo>
                  <a:pt x="6502" y="4289"/>
                </a:lnTo>
                <a:lnTo>
                  <a:pt x="6503" y="4289"/>
                </a:lnTo>
                <a:lnTo>
                  <a:pt x="6504" y="4289"/>
                </a:lnTo>
                <a:lnTo>
                  <a:pt x="6505" y="4289"/>
                </a:lnTo>
                <a:lnTo>
                  <a:pt x="6506" y="4289"/>
                </a:lnTo>
                <a:lnTo>
                  <a:pt x="6507" y="4289"/>
                </a:lnTo>
                <a:lnTo>
                  <a:pt x="6508" y="4289"/>
                </a:lnTo>
                <a:lnTo>
                  <a:pt x="6509" y="4289"/>
                </a:lnTo>
                <a:lnTo>
                  <a:pt x="6510" y="4289"/>
                </a:lnTo>
                <a:lnTo>
                  <a:pt x="6511" y="4289"/>
                </a:lnTo>
                <a:lnTo>
                  <a:pt x="6512" y="4289"/>
                </a:lnTo>
                <a:lnTo>
                  <a:pt x="6513" y="4289"/>
                </a:lnTo>
                <a:lnTo>
                  <a:pt x="6514" y="4289"/>
                </a:lnTo>
                <a:lnTo>
                  <a:pt x="6515" y="4289"/>
                </a:lnTo>
                <a:lnTo>
                  <a:pt x="6516" y="4289"/>
                </a:lnTo>
                <a:lnTo>
                  <a:pt x="6517" y="4289"/>
                </a:lnTo>
                <a:lnTo>
                  <a:pt x="6518" y="4289"/>
                </a:lnTo>
                <a:lnTo>
                  <a:pt x="6519" y="4289"/>
                </a:lnTo>
                <a:lnTo>
                  <a:pt x="6520" y="4289"/>
                </a:lnTo>
                <a:lnTo>
                  <a:pt x="6521" y="4289"/>
                </a:lnTo>
                <a:lnTo>
                  <a:pt x="6522" y="4289"/>
                </a:lnTo>
                <a:lnTo>
                  <a:pt x="6523" y="4289"/>
                </a:lnTo>
                <a:lnTo>
                  <a:pt x="6524" y="4289"/>
                </a:lnTo>
                <a:lnTo>
                  <a:pt x="6525" y="4289"/>
                </a:lnTo>
                <a:lnTo>
                  <a:pt x="6526" y="4289"/>
                </a:lnTo>
                <a:lnTo>
                  <a:pt x="6527" y="4289"/>
                </a:lnTo>
                <a:lnTo>
                  <a:pt x="6528" y="4289"/>
                </a:lnTo>
                <a:lnTo>
                  <a:pt x="6529" y="4289"/>
                </a:lnTo>
                <a:lnTo>
                  <a:pt x="6530" y="4289"/>
                </a:lnTo>
                <a:lnTo>
                  <a:pt x="6531" y="4289"/>
                </a:lnTo>
                <a:lnTo>
                  <a:pt x="6532" y="4289"/>
                </a:lnTo>
                <a:lnTo>
                  <a:pt x="6533" y="4289"/>
                </a:lnTo>
                <a:lnTo>
                  <a:pt x="6534" y="4289"/>
                </a:lnTo>
                <a:lnTo>
                  <a:pt x="6535" y="4289"/>
                </a:lnTo>
                <a:lnTo>
                  <a:pt x="6536" y="4289"/>
                </a:lnTo>
                <a:lnTo>
                  <a:pt x="6537" y="4289"/>
                </a:lnTo>
                <a:lnTo>
                  <a:pt x="6538" y="4289"/>
                </a:lnTo>
                <a:lnTo>
                  <a:pt x="6539" y="4289"/>
                </a:lnTo>
                <a:lnTo>
                  <a:pt x="6540" y="4289"/>
                </a:lnTo>
                <a:lnTo>
                  <a:pt x="6541" y="4289"/>
                </a:lnTo>
                <a:lnTo>
                  <a:pt x="6542" y="4289"/>
                </a:lnTo>
                <a:lnTo>
                  <a:pt x="6543" y="4289"/>
                </a:lnTo>
                <a:lnTo>
                  <a:pt x="6544" y="4289"/>
                </a:lnTo>
                <a:lnTo>
                  <a:pt x="6545" y="4289"/>
                </a:lnTo>
                <a:lnTo>
                  <a:pt x="6546" y="4289"/>
                </a:lnTo>
                <a:lnTo>
                  <a:pt x="6547" y="4289"/>
                </a:lnTo>
                <a:lnTo>
                  <a:pt x="6548" y="4289"/>
                </a:lnTo>
                <a:lnTo>
                  <a:pt x="6549" y="4289"/>
                </a:lnTo>
                <a:lnTo>
                  <a:pt x="6550" y="4289"/>
                </a:lnTo>
                <a:lnTo>
                  <a:pt x="6551" y="4289"/>
                </a:lnTo>
                <a:lnTo>
                  <a:pt x="6552" y="4289"/>
                </a:lnTo>
                <a:lnTo>
                  <a:pt x="6553" y="4289"/>
                </a:lnTo>
                <a:lnTo>
                  <a:pt x="6554" y="4289"/>
                </a:lnTo>
                <a:lnTo>
                  <a:pt x="6555" y="4289"/>
                </a:lnTo>
                <a:lnTo>
                  <a:pt x="6556" y="4289"/>
                </a:lnTo>
                <a:lnTo>
                  <a:pt x="6557" y="4289"/>
                </a:lnTo>
                <a:lnTo>
                  <a:pt x="6558" y="4289"/>
                </a:lnTo>
                <a:lnTo>
                  <a:pt x="6559" y="4289"/>
                </a:lnTo>
                <a:lnTo>
                  <a:pt x="6560" y="4289"/>
                </a:lnTo>
                <a:lnTo>
                  <a:pt x="6561" y="4289"/>
                </a:lnTo>
                <a:lnTo>
                  <a:pt x="6562" y="4289"/>
                </a:lnTo>
                <a:lnTo>
                  <a:pt x="6563" y="4289"/>
                </a:lnTo>
                <a:lnTo>
                  <a:pt x="6564" y="4289"/>
                </a:lnTo>
                <a:lnTo>
                  <a:pt x="6565" y="4289"/>
                </a:lnTo>
                <a:lnTo>
                  <a:pt x="6566" y="4289"/>
                </a:lnTo>
                <a:lnTo>
                  <a:pt x="6567" y="4289"/>
                </a:lnTo>
                <a:lnTo>
                  <a:pt x="6568" y="4289"/>
                </a:lnTo>
                <a:lnTo>
                  <a:pt x="6569" y="4289"/>
                </a:lnTo>
                <a:lnTo>
                  <a:pt x="6570" y="4289"/>
                </a:lnTo>
                <a:lnTo>
                  <a:pt x="6571" y="4289"/>
                </a:lnTo>
                <a:lnTo>
                  <a:pt x="6572" y="4289"/>
                </a:lnTo>
                <a:lnTo>
                  <a:pt x="6573" y="4289"/>
                </a:lnTo>
                <a:lnTo>
                  <a:pt x="6574" y="4289"/>
                </a:lnTo>
                <a:lnTo>
                  <a:pt x="6575" y="4289"/>
                </a:lnTo>
                <a:lnTo>
                  <a:pt x="6576" y="4289"/>
                </a:lnTo>
                <a:lnTo>
                  <a:pt x="6577" y="4289"/>
                </a:lnTo>
                <a:lnTo>
                  <a:pt x="6578" y="4289"/>
                </a:lnTo>
                <a:lnTo>
                  <a:pt x="6579" y="4289"/>
                </a:lnTo>
                <a:lnTo>
                  <a:pt x="6580" y="4289"/>
                </a:lnTo>
                <a:lnTo>
                  <a:pt x="6581" y="4289"/>
                </a:lnTo>
                <a:lnTo>
                  <a:pt x="6582" y="4289"/>
                </a:lnTo>
                <a:lnTo>
                  <a:pt x="6583" y="4289"/>
                </a:lnTo>
                <a:lnTo>
                  <a:pt x="6584" y="4289"/>
                </a:lnTo>
                <a:lnTo>
                  <a:pt x="6585" y="4289"/>
                </a:lnTo>
                <a:lnTo>
                  <a:pt x="6586" y="4289"/>
                </a:lnTo>
                <a:lnTo>
                  <a:pt x="6587" y="4289"/>
                </a:lnTo>
                <a:lnTo>
                  <a:pt x="6588" y="4289"/>
                </a:lnTo>
                <a:lnTo>
                  <a:pt x="6589" y="4289"/>
                </a:lnTo>
                <a:lnTo>
                  <a:pt x="6590" y="4289"/>
                </a:lnTo>
                <a:lnTo>
                  <a:pt x="6591" y="4289"/>
                </a:lnTo>
                <a:lnTo>
                  <a:pt x="6592" y="4289"/>
                </a:lnTo>
                <a:lnTo>
                  <a:pt x="6593" y="4289"/>
                </a:lnTo>
                <a:lnTo>
                  <a:pt x="6594" y="4289"/>
                </a:lnTo>
                <a:lnTo>
                  <a:pt x="6595" y="4289"/>
                </a:lnTo>
                <a:lnTo>
                  <a:pt x="6596" y="4289"/>
                </a:lnTo>
                <a:lnTo>
                  <a:pt x="6597" y="4289"/>
                </a:lnTo>
                <a:lnTo>
                  <a:pt x="6598" y="4289"/>
                </a:lnTo>
                <a:lnTo>
                  <a:pt x="6599" y="4289"/>
                </a:lnTo>
                <a:lnTo>
                  <a:pt x="6600" y="4289"/>
                </a:lnTo>
                <a:lnTo>
                  <a:pt x="6601" y="4289"/>
                </a:lnTo>
                <a:lnTo>
                  <a:pt x="6602" y="4289"/>
                </a:lnTo>
                <a:lnTo>
                  <a:pt x="6603" y="4289"/>
                </a:lnTo>
                <a:lnTo>
                  <a:pt x="6604" y="4289"/>
                </a:lnTo>
                <a:lnTo>
                  <a:pt x="6605" y="4289"/>
                </a:lnTo>
                <a:lnTo>
                  <a:pt x="6606" y="4289"/>
                </a:lnTo>
                <a:lnTo>
                  <a:pt x="6607" y="4289"/>
                </a:lnTo>
                <a:lnTo>
                  <a:pt x="6608" y="4289"/>
                </a:lnTo>
                <a:lnTo>
                  <a:pt x="6609" y="4289"/>
                </a:lnTo>
                <a:lnTo>
                  <a:pt x="6610" y="4289"/>
                </a:lnTo>
                <a:lnTo>
                  <a:pt x="6611" y="4289"/>
                </a:lnTo>
                <a:lnTo>
                  <a:pt x="6612" y="4289"/>
                </a:lnTo>
                <a:lnTo>
                  <a:pt x="6613" y="4289"/>
                </a:lnTo>
                <a:lnTo>
                  <a:pt x="6614" y="4289"/>
                </a:lnTo>
                <a:lnTo>
                  <a:pt x="6615" y="4289"/>
                </a:lnTo>
                <a:lnTo>
                  <a:pt x="6616" y="4289"/>
                </a:lnTo>
                <a:lnTo>
                  <a:pt x="6617" y="4289"/>
                </a:lnTo>
                <a:lnTo>
                  <a:pt x="6618" y="4289"/>
                </a:lnTo>
                <a:lnTo>
                  <a:pt x="6619" y="4289"/>
                </a:lnTo>
                <a:lnTo>
                  <a:pt x="6620" y="4289"/>
                </a:lnTo>
                <a:lnTo>
                  <a:pt x="6621" y="4289"/>
                </a:lnTo>
                <a:lnTo>
                  <a:pt x="6622" y="4289"/>
                </a:lnTo>
                <a:lnTo>
                  <a:pt x="6623" y="4289"/>
                </a:lnTo>
                <a:lnTo>
                  <a:pt x="6624" y="4289"/>
                </a:lnTo>
                <a:lnTo>
                  <a:pt x="6625" y="4289"/>
                </a:lnTo>
                <a:lnTo>
                  <a:pt x="6626" y="4289"/>
                </a:lnTo>
                <a:lnTo>
                  <a:pt x="6627" y="4289"/>
                </a:lnTo>
                <a:lnTo>
                  <a:pt x="6628" y="4289"/>
                </a:lnTo>
                <a:lnTo>
                  <a:pt x="6629" y="4289"/>
                </a:lnTo>
                <a:lnTo>
                  <a:pt x="6630" y="4289"/>
                </a:lnTo>
                <a:lnTo>
                  <a:pt x="6631" y="4289"/>
                </a:lnTo>
                <a:lnTo>
                  <a:pt x="6632" y="4289"/>
                </a:lnTo>
                <a:lnTo>
                  <a:pt x="6633" y="4289"/>
                </a:lnTo>
                <a:lnTo>
                  <a:pt x="6634" y="4289"/>
                </a:lnTo>
                <a:lnTo>
                  <a:pt x="6635" y="4289"/>
                </a:lnTo>
                <a:lnTo>
                  <a:pt x="6636" y="4289"/>
                </a:lnTo>
                <a:lnTo>
                  <a:pt x="6637" y="4289"/>
                </a:lnTo>
                <a:lnTo>
                  <a:pt x="6638" y="4289"/>
                </a:lnTo>
                <a:lnTo>
                  <a:pt x="6639" y="4289"/>
                </a:lnTo>
                <a:lnTo>
                  <a:pt x="6640" y="4289"/>
                </a:lnTo>
                <a:lnTo>
                  <a:pt x="6641" y="4289"/>
                </a:lnTo>
                <a:lnTo>
                  <a:pt x="6642" y="4289"/>
                </a:lnTo>
                <a:lnTo>
                  <a:pt x="6643" y="4289"/>
                </a:lnTo>
                <a:lnTo>
                  <a:pt x="6644" y="4289"/>
                </a:lnTo>
                <a:lnTo>
                  <a:pt x="6645" y="4289"/>
                </a:lnTo>
                <a:lnTo>
                  <a:pt x="6646" y="4289"/>
                </a:lnTo>
                <a:lnTo>
                  <a:pt x="6647" y="4289"/>
                </a:lnTo>
                <a:lnTo>
                  <a:pt x="6648" y="4289"/>
                </a:lnTo>
                <a:lnTo>
                  <a:pt x="6649" y="4289"/>
                </a:lnTo>
                <a:lnTo>
                  <a:pt x="6650" y="4289"/>
                </a:lnTo>
                <a:lnTo>
                  <a:pt x="6651" y="4289"/>
                </a:lnTo>
                <a:lnTo>
                  <a:pt x="6652" y="4289"/>
                </a:lnTo>
                <a:lnTo>
                  <a:pt x="6653" y="4289"/>
                </a:lnTo>
                <a:lnTo>
                  <a:pt x="6654" y="4289"/>
                </a:lnTo>
                <a:lnTo>
                  <a:pt x="6655" y="4289"/>
                </a:lnTo>
                <a:lnTo>
                  <a:pt x="6656" y="4289"/>
                </a:lnTo>
                <a:lnTo>
                  <a:pt x="6657" y="4289"/>
                </a:lnTo>
                <a:lnTo>
                  <a:pt x="6658" y="4289"/>
                </a:lnTo>
                <a:lnTo>
                  <a:pt x="6659" y="4289"/>
                </a:lnTo>
                <a:lnTo>
                  <a:pt x="6660" y="4289"/>
                </a:lnTo>
                <a:lnTo>
                  <a:pt x="6661" y="4289"/>
                </a:lnTo>
                <a:lnTo>
                  <a:pt x="6662" y="4289"/>
                </a:lnTo>
                <a:lnTo>
                  <a:pt x="6663" y="4289"/>
                </a:lnTo>
                <a:lnTo>
                  <a:pt x="6664" y="4289"/>
                </a:lnTo>
                <a:lnTo>
                  <a:pt x="6665" y="4289"/>
                </a:lnTo>
                <a:lnTo>
                  <a:pt x="6666" y="4289"/>
                </a:lnTo>
                <a:lnTo>
                  <a:pt x="6667" y="4289"/>
                </a:lnTo>
                <a:lnTo>
                  <a:pt x="6668" y="4289"/>
                </a:lnTo>
                <a:lnTo>
                  <a:pt x="6669" y="4289"/>
                </a:lnTo>
                <a:lnTo>
                  <a:pt x="6670" y="4289"/>
                </a:lnTo>
                <a:lnTo>
                  <a:pt x="6671" y="4289"/>
                </a:lnTo>
                <a:lnTo>
                  <a:pt x="6672" y="4289"/>
                </a:lnTo>
                <a:lnTo>
                  <a:pt x="6673" y="4289"/>
                </a:lnTo>
                <a:lnTo>
                  <a:pt x="6674" y="4289"/>
                </a:lnTo>
                <a:lnTo>
                  <a:pt x="6675" y="4289"/>
                </a:lnTo>
                <a:lnTo>
                  <a:pt x="6676" y="4289"/>
                </a:lnTo>
                <a:lnTo>
                  <a:pt x="6677" y="4289"/>
                </a:lnTo>
                <a:lnTo>
                  <a:pt x="6678" y="4289"/>
                </a:lnTo>
                <a:lnTo>
                  <a:pt x="6679" y="4289"/>
                </a:lnTo>
                <a:lnTo>
                  <a:pt x="6680" y="4289"/>
                </a:lnTo>
                <a:lnTo>
                  <a:pt x="6681" y="4289"/>
                </a:lnTo>
                <a:lnTo>
                  <a:pt x="6682" y="4289"/>
                </a:lnTo>
                <a:lnTo>
                  <a:pt x="6683" y="4289"/>
                </a:lnTo>
                <a:lnTo>
                  <a:pt x="6684" y="4289"/>
                </a:lnTo>
                <a:lnTo>
                  <a:pt x="6685" y="4289"/>
                </a:lnTo>
                <a:lnTo>
                  <a:pt x="6686" y="4289"/>
                </a:lnTo>
                <a:lnTo>
                  <a:pt x="6687" y="4289"/>
                </a:lnTo>
                <a:lnTo>
                  <a:pt x="6688" y="4289"/>
                </a:lnTo>
                <a:lnTo>
                  <a:pt x="6689" y="4289"/>
                </a:lnTo>
                <a:lnTo>
                  <a:pt x="6690" y="4289"/>
                </a:lnTo>
                <a:lnTo>
                  <a:pt x="6691" y="4289"/>
                </a:lnTo>
                <a:lnTo>
                  <a:pt x="6692" y="4289"/>
                </a:lnTo>
                <a:lnTo>
                  <a:pt x="6693" y="4289"/>
                </a:lnTo>
                <a:lnTo>
                  <a:pt x="6694" y="4289"/>
                </a:lnTo>
                <a:lnTo>
                  <a:pt x="6695" y="4289"/>
                </a:lnTo>
                <a:lnTo>
                  <a:pt x="6696" y="4289"/>
                </a:lnTo>
                <a:lnTo>
                  <a:pt x="6697" y="4289"/>
                </a:lnTo>
                <a:lnTo>
                  <a:pt x="6698" y="4289"/>
                </a:lnTo>
                <a:lnTo>
                  <a:pt x="6699" y="4289"/>
                </a:lnTo>
                <a:lnTo>
                  <a:pt x="6700" y="4289"/>
                </a:lnTo>
                <a:lnTo>
                  <a:pt x="6701" y="4289"/>
                </a:lnTo>
                <a:lnTo>
                  <a:pt x="6702" y="4289"/>
                </a:lnTo>
                <a:lnTo>
                  <a:pt x="6703" y="4289"/>
                </a:lnTo>
                <a:lnTo>
                  <a:pt x="6704" y="4289"/>
                </a:lnTo>
                <a:lnTo>
                  <a:pt x="6705" y="4289"/>
                </a:lnTo>
                <a:lnTo>
                  <a:pt x="6706" y="4289"/>
                </a:lnTo>
                <a:lnTo>
                  <a:pt x="6707" y="4289"/>
                </a:lnTo>
                <a:lnTo>
                  <a:pt x="6708" y="4289"/>
                </a:lnTo>
                <a:lnTo>
                  <a:pt x="6709" y="4289"/>
                </a:lnTo>
                <a:lnTo>
                  <a:pt x="6710" y="4289"/>
                </a:lnTo>
                <a:lnTo>
                  <a:pt x="6711" y="4289"/>
                </a:lnTo>
                <a:lnTo>
                  <a:pt x="6712" y="4289"/>
                </a:lnTo>
                <a:lnTo>
                  <a:pt x="6713" y="4289"/>
                </a:lnTo>
                <a:lnTo>
                  <a:pt x="6714" y="4289"/>
                </a:lnTo>
                <a:lnTo>
                  <a:pt x="6715" y="4289"/>
                </a:lnTo>
                <a:lnTo>
                  <a:pt x="6716" y="4289"/>
                </a:lnTo>
                <a:lnTo>
                  <a:pt x="6717" y="4289"/>
                </a:lnTo>
                <a:lnTo>
                  <a:pt x="6718" y="4289"/>
                </a:lnTo>
                <a:lnTo>
                  <a:pt x="6719" y="4289"/>
                </a:lnTo>
                <a:lnTo>
                  <a:pt x="6720" y="4289"/>
                </a:lnTo>
                <a:lnTo>
                  <a:pt x="6721" y="4289"/>
                </a:lnTo>
                <a:lnTo>
                  <a:pt x="6722" y="4289"/>
                </a:lnTo>
                <a:lnTo>
                  <a:pt x="6723" y="4289"/>
                </a:lnTo>
                <a:lnTo>
                  <a:pt x="6724" y="4289"/>
                </a:lnTo>
                <a:lnTo>
                  <a:pt x="6725" y="4289"/>
                </a:lnTo>
                <a:lnTo>
                  <a:pt x="6726" y="4289"/>
                </a:lnTo>
                <a:lnTo>
                  <a:pt x="6727" y="4289"/>
                </a:lnTo>
                <a:lnTo>
                  <a:pt x="6728" y="4289"/>
                </a:lnTo>
                <a:lnTo>
                  <a:pt x="6729" y="4289"/>
                </a:lnTo>
                <a:lnTo>
                  <a:pt x="6730" y="4289"/>
                </a:lnTo>
                <a:lnTo>
                  <a:pt x="6731" y="4289"/>
                </a:lnTo>
                <a:lnTo>
                  <a:pt x="6732" y="4289"/>
                </a:lnTo>
                <a:lnTo>
                  <a:pt x="6733" y="4289"/>
                </a:lnTo>
                <a:lnTo>
                  <a:pt x="6734" y="4289"/>
                </a:lnTo>
                <a:lnTo>
                  <a:pt x="6735" y="4289"/>
                </a:lnTo>
                <a:lnTo>
                  <a:pt x="6736" y="4289"/>
                </a:lnTo>
                <a:lnTo>
                  <a:pt x="6737" y="4289"/>
                </a:lnTo>
                <a:lnTo>
                  <a:pt x="6738" y="4289"/>
                </a:lnTo>
                <a:lnTo>
                  <a:pt x="6739" y="4289"/>
                </a:lnTo>
                <a:lnTo>
                  <a:pt x="6740" y="4289"/>
                </a:lnTo>
                <a:lnTo>
                  <a:pt x="6741" y="4289"/>
                </a:lnTo>
                <a:lnTo>
                  <a:pt x="6742" y="4289"/>
                </a:lnTo>
                <a:lnTo>
                  <a:pt x="6743" y="4289"/>
                </a:lnTo>
                <a:lnTo>
                  <a:pt x="6744" y="4289"/>
                </a:lnTo>
                <a:lnTo>
                  <a:pt x="6745" y="4289"/>
                </a:lnTo>
                <a:lnTo>
                  <a:pt x="6746" y="4289"/>
                </a:lnTo>
                <a:lnTo>
                  <a:pt x="6747" y="4289"/>
                </a:lnTo>
                <a:lnTo>
                  <a:pt x="6748" y="4289"/>
                </a:lnTo>
                <a:lnTo>
                  <a:pt x="6749" y="4289"/>
                </a:lnTo>
                <a:lnTo>
                  <a:pt x="6750" y="4289"/>
                </a:lnTo>
                <a:lnTo>
                  <a:pt x="6751" y="4289"/>
                </a:lnTo>
                <a:lnTo>
                  <a:pt x="6752" y="4289"/>
                </a:lnTo>
                <a:lnTo>
                  <a:pt x="6753" y="4289"/>
                </a:lnTo>
                <a:lnTo>
                  <a:pt x="6754" y="4289"/>
                </a:lnTo>
                <a:lnTo>
                  <a:pt x="6755" y="4289"/>
                </a:lnTo>
                <a:lnTo>
                  <a:pt x="6756" y="4289"/>
                </a:lnTo>
                <a:lnTo>
                  <a:pt x="6757" y="4289"/>
                </a:lnTo>
                <a:lnTo>
                  <a:pt x="6758" y="4289"/>
                </a:lnTo>
                <a:lnTo>
                  <a:pt x="6759" y="4289"/>
                </a:lnTo>
                <a:lnTo>
                  <a:pt x="6760" y="4289"/>
                </a:lnTo>
                <a:lnTo>
                  <a:pt x="6761" y="4289"/>
                </a:lnTo>
                <a:lnTo>
                  <a:pt x="6762" y="4289"/>
                </a:lnTo>
                <a:lnTo>
                  <a:pt x="6763" y="4289"/>
                </a:lnTo>
                <a:lnTo>
                  <a:pt x="6764" y="4289"/>
                </a:lnTo>
                <a:lnTo>
                  <a:pt x="6765" y="4289"/>
                </a:lnTo>
                <a:lnTo>
                  <a:pt x="6766" y="4289"/>
                </a:lnTo>
                <a:lnTo>
                  <a:pt x="6767" y="4289"/>
                </a:lnTo>
                <a:lnTo>
                  <a:pt x="6768" y="4289"/>
                </a:lnTo>
                <a:lnTo>
                  <a:pt x="6769" y="4289"/>
                </a:lnTo>
                <a:lnTo>
                  <a:pt x="6770" y="4289"/>
                </a:lnTo>
                <a:lnTo>
                  <a:pt x="6771" y="4289"/>
                </a:lnTo>
                <a:lnTo>
                  <a:pt x="6772" y="4289"/>
                </a:lnTo>
                <a:lnTo>
                  <a:pt x="6773" y="4289"/>
                </a:lnTo>
                <a:lnTo>
                  <a:pt x="6774" y="4289"/>
                </a:lnTo>
                <a:lnTo>
                  <a:pt x="6775" y="4289"/>
                </a:lnTo>
                <a:lnTo>
                  <a:pt x="6776" y="4289"/>
                </a:lnTo>
                <a:lnTo>
                  <a:pt x="6777" y="4289"/>
                </a:lnTo>
                <a:lnTo>
                  <a:pt x="6778" y="4289"/>
                </a:lnTo>
                <a:lnTo>
                  <a:pt x="6779" y="4289"/>
                </a:lnTo>
                <a:lnTo>
                  <a:pt x="6780" y="4289"/>
                </a:lnTo>
                <a:lnTo>
                  <a:pt x="6781" y="4289"/>
                </a:lnTo>
                <a:lnTo>
                  <a:pt x="6782" y="4289"/>
                </a:lnTo>
                <a:lnTo>
                  <a:pt x="6783" y="4289"/>
                </a:lnTo>
                <a:lnTo>
                  <a:pt x="6784" y="4289"/>
                </a:lnTo>
                <a:lnTo>
                  <a:pt x="6785" y="4289"/>
                </a:lnTo>
                <a:lnTo>
                  <a:pt x="6786" y="4289"/>
                </a:lnTo>
                <a:lnTo>
                  <a:pt x="6787" y="4289"/>
                </a:lnTo>
                <a:lnTo>
                  <a:pt x="6788" y="4289"/>
                </a:lnTo>
                <a:lnTo>
                  <a:pt x="6789" y="4289"/>
                </a:lnTo>
                <a:lnTo>
                  <a:pt x="6790" y="4289"/>
                </a:lnTo>
                <a:lnTo>
                  <a:pt x="6791" y="4289"/>
                </a:lnTo>
                <a:lnTo>
                  <a:pt x="6792" y="4289"/>
                </a:lnTo>
                <a:lnTo>
                  <a:pt x="6793" y="4289"/>
                </a:lnTo>
                <a:lnTo>
                  <a:pt x="6794" y="4289"/>
                </a:lnTo>
                <a:lnTo>
                  <a:pt x="6795" y="4289"/>
                </a:lnTo>
                <a:lnTo>
                  <a:pt x="6796" y="4289"/>
                </a:lnTo>
                <a:lnTo>
                  <a:pt x="6797" y="4289"/>
                </a:lnTo>
                <a:lnTo>
                  <a:pt x="6798" y="4289"/>
                </a:lnTo>
                <a:lnTo>
                  <a:pt x="6799" y="4289"/>
                </a:lnTo>
                <a:lnTo>
                  <a:pt x="6800" y="4289"/>
                </a:lnTo>
                <a:lnTo>
                  <a:pt x="6801" y="4289"/>
                </a:lnTo>
                <a:lnTo>
                  <a:pt x="6802" y="4289"/>
                </a:lnTo>
                <a:lnTo>
                  <a:pt x="6803" y="4289"/>
                </a:lnTo>
                <a:lnTo>
                  <a:pt x="6804" y="4289"/>
                </a:lnTo>
                <a:lnTo>
                  <a:pt x="6805" y="4289"/>
                </a:lnTo>
                <a:lnTo>
                  <a:pt x="6806" y="4289"/>
                </a:lnTo>
                <a:lnTo>
                  <a:pt x="6807" y="4289"/>
                </a:lnTo>
                <a:lnTo>
                  <a:pt x="6808" y="4289"/>
                </a:lnTo>
                <a:lnTo>
                  <a:pt x="6809" y="4289"/>
                </a:lnTo>
                <a:lnTo>
                  <a:pt x="6810" y="4289"/>
                </a:lnTo>
                <a:lnTo>
                  <a:pt x="6811" y="4289"/>
                </a:lnTo>
                <a:lnTo>
                  <a:pt x="6812" y="4289"/>
                </a:lnTo>
                <a:lnTo>
                  <a:pt x="6813" y="4289"/>
                </a:lnTo>
                <a:lnTo>
                  <a:pt x="6814" y="4289"/>
                </a:lnTo>
                <a:lnTo>
                  <a:pt x="6815" y="4289"/>
                </a:lnTo>
                <a:lnTo>
                  <a:pt x="6816" y="4289"/>
                </a:lnTo>
                <a:lnTo>
                  <a:pt x="6817" y="4289"/>
                </a:lnTo>
                <a:lnTo>
                  <a:pt x="6818" y="4289"/>
                </a:lnTo>
                <a:lnTo>
                  <a:pt x="6819" y="4289"/>
                </a:lnTo>
                <a:lnTo>
                  <a:pt x="6820" y="4289"/>
                </a:lnTo>
                <a:lnTo>
                  <a:pt x="6821" y="4289"/>
                </a:lnTo>
                <a:lnTo>
                  <a:pt x="6822" y="4289"/>
                </a:lnTo>
                <a:lnTo>
                  <a:pt x="6823" y="4289"/>
                </a:lnTo>
                <a:lnTo>
                  <a:pt x="6824" y="4289"/>
                </a:lnTo>
                <a:lnTo>
                  <a:pt x="6825" y="4289"/>
                </a:lnTo>
                <a:lnTo>
                  <a:pt x="6826" y="4289"/>
                </a:lnTo>
                <a:lnTo>
                  <a:pt x="6827" y="4289"/>
                </a:lnTo>
                <a:lnTo>
                  <a:pt x="6828" y="4289"/>
                </a:lnTo>
                <a:lnTo>
                  <a:pt x="6829" y="4289"/>
                </a:lnTo>
                <a:lnTo>
                  <a:pt x="6830" y="4289"/>
                </a:lnTo>
                <a:lnTo>
                  <a:pt x="6831" y="4289"/>
                </a:lnTo>
                <a:lnTo>
                  <a:pt x="6832" y="4289"/>
                </a:lnTo>
                <a:lnTo>
                  <a:pt x="6833" y="4289"/>
                </a:lnTo>
                <a:lnTo>
                  <a:pt x="6834" y="4289"/>
                </a:lnTo>
                <a:lnTo>
                  <a:pt x="6835" y="4289"/>
                </a:lnTo>
                <a:lnTo>
                  <a:pt x="6836" y="4289"/>
                </a:lnTo>
                <a:lnTo>
                  <a:pt x="6837" y="4289"/>
                </a:lnTo>
                <a:lnTo>
                  <a:pt x="6838" y="4289"/>
                </a:lnTo>
                <a:lnTo>
                  <a:pt x="6839" y="4289"/>
                </a:lnTo>
                <a:lnTo>
                  <a:pt x="6840" y="4289"/>
                </a:lnTo>
                <a:lnTo>
                  <a:pt x="6841" y="4289"/>
                </a:lnTo>
                <a:lnTo>
                  <a:pt x="6842" y="4289"/>
                </a:lnTo>
                <a:lnTo>
                  <a:pt x="6843" y="4289"/>
                </a:lnTo>
                <a:lnTo>
                  <a:pt x="6844" y="4289"/>
                </a:lnTo>
                <a:lnTo>
                  <a:pt x="6845" y="4289"/>
                </a:lnTo>
                <a:lnTo>
                  <a:pt x="6846" y="4289"/>
                </a:lnTo>
                <a:lnTo>
                  <a:pt x="6847" y="4289"/>
                </a:lnTo>
                <a:lnTo>
                  <a:pt x="6848" y="4289"/>
                </a:lnTo>
                <a:lnTo>
                  <a:pt x="6849" y="4289"/>
                </a:lnTo>
                <a:lnTo>
                  <a:pt x="6850" y="4289"/>
                </a:lnTo>
                <a:lnTo>
                  <a:pt x="6851" y="4289"/>
                </a:lnTo>
                <a:lnTo>
                  <a:pt x="6852" y="4289"/>
                </a:lnTo>
                <a:lnTo>
                  <a:pt x="6853" y="4289"/>
                </a:lnTo>
                <a:lnTo>
                  <a:pt x="6854" y="4289"/>
                </a:lnTo>
                <a:lnTo>
                  <a:pt x="6855" y="4289"/>
                </a:lnTo>
                <a:lnTo>
                  <a:pt x="6856" y="4289"/>
                </a:lnTo>
                <a:lnTo>
                  <a:pt x="6857" y="4289"/>
                </a:lnTo>
                <a:lnTo>
                  <a:pt x="6858" y="4289"/>
                </a:lnTo>
                <a:lnTo>
                  <a:pt x="6859" y="4289"/>
                </a:lnTo>
                <a:lnTo>
                  <a:pt x="6860" y="4289"/>
                </a:lnTo>
                <a:lnTo>
                  <a:pt x="6861" y="4289"/>
                </a:lnTo>
                <a:lnTo>
                  <a:pt x="6862" y="4289"/>
                </a:lnTo>
                <a:lnTo>
                  <a:pt x="6863" y="4289"/>
                </a:lnTo>
                <a:lnTo>
                  <a:pt x="6864" y="4289"/>
                </a:lnTo>
                <a:lnTo>
                  <a:pt x="6865" y="4289"/>
                </a:lnTo>
                <a:lnTo>
                  <a:pt x="6866" y="4289"/>
                </a:lnTo>
                <a:lnTo>
                  <a:pt x="6867" y="4289"/>
                </a:lnTo>
                <a:lnTo>
                  <a:pt x="6868" y="4289"/>
                </a:lnTo>
                <a:lnTo>
                  <a:pt x="6869" y="4289"/>
                </a:lnTo>
                <a:lnTo>
                  <a:pt x="6870" y="4289"/>
                </a:lnTo>
                <a:lnTo>
                  <a:pt x="6871" y="4289"/>
                </a:lnTo>
                <a:lnTo>
                  <a:pt x="6872" y="4289"/>
                </a:lnTo>
                <a:lnTo>
                  <a:pt x="6873" y="4289"/>
                </a:lnTo>
                <a:lnTo>
                  <a:pt x="6874" y="4289"/>
                </a:lnTo>
                <a:lnTo>
                  <a:pt x="6875" y="4289"/>
                </a:lnTo>
                <a:lnTo>
                  <a:pt x="6876" y="4289"/>
                </a:lnTo>
                <a:lnTo>
                  <a:pt x="6877" y="4289"/>
                </a:lnTo>
                <a:lnTo>
                  <a:pt x="6878" y="4289"/>
                </a:lnTo>
                <a:lnTo>
                  <a:pt x="6879" y="4289"/>
                </a:lnTo>
                <a:lnTo>
                  <a:pt x="6880" y="4289"/>
                </a:lnTo>
                <a:lnTo>
                  <a:pt x="6881" y="4289"/>
                </a:lnTo>
                <a:lnTo>
                  <a:pt x="6882" y="4289"/>
                </a:lnTo>
                <a:lnTo>
                  <a:pt x="6883" y="4289"/>
                </a:lnTo>
                <a:lnTo>
                  <a:pt x="6884" y="4289"/>
                </a:lnTo>
                <a:lnTo>
                  <a:pt x="6885" y="4289"/>
                </a:lnTo>
                <a:lnTo>
                  <a:pt x="6886" y="4289"/>
                </a:lnTo>
                <a:lnTo>
                  <a:pt x="6887" y="4289"/>
                </a:lnTo>
                <a:lnTo>
                  <a:pt x="6888" y="4289"/>
                </a:lnTo>
                <a:lnTo>
                  <a:pt x="6889" y="4289"/>
                </a:lnTo>
                <a:lnTo>
                  <a:pt x="6890" y="4289"/>
                </a:lnTo>
                <a:lnTo>
                  <a:pt x="6891" y="4289"/>
                </a:lnTo>
                <a:lnTo>
                  <a:pt x="6892" y="4289"/>
                </a:lnTo>
                <a:lnTo>
                  <a:pt x="6893" y="4289"/>
                </a:lnTo>
                <a:lnTo>
                  <a:pt x="6894" y="4289"/>
                </a:lnTo>
                <a:lnTo>
                  <a:pt x="6895" y="4289"/>
                </a:lnTo>
                <a:lnTo>
                  <a:pt x="6896" y="4289"/>
                </a:lnTo>
                <a:lnTo>
                  <a:pt x="6897" y="4289"/>
                </a:lnTo>
                <a:lnTo>
                  <a:pt x="6898" y="4289"/>
                </a:lnTo>
                <a:lnTo>
                  <a:pt x="6899" y="4289"/>
                </a:lnTo>
                <a:lnTo>
                  <a:pt x="6900" y="4289"/>
                </a:lnTo>
                <a:lnTo>
                  <a:pt x="6901" y="4289"/>
                </a:lnTo>
                <a:lnTo>
                  <a:pt x="6902" y="4289"/>
                </a:lnTo>
                <a:lnTo>
                  <a:pt x="6903" y="4289"/>
                </a:lnTo>
                <a:lnTo>
                  <a:pt x="6904" y="4289"/>
                </a:lnTo>
                <a:lnTo>
                  <a:pt x="6905" y="4289"/>
                </a:lnTo>
                <a:lnTo>
                  <a:pt x="6906" y="4289"/>
                </a:lnTo>
                <a:lnTo>
                  <a:pt x="6907" y="4289"/>
                </a:lnTo>
                <a:lnTo>
                  <a:pt x="6908" y="4289"/>
                </a:lnTo>
                <a:lnTo>
                  <a:pt x="6909" y="4289"/>
                </a:lnTo>
                <a:lnTo>
                  <a:pt x="6910" y="4289"/>
                </a:lnTo>
                <a:lnTo>
                  <a:pt x="6911" y="4289"/>
                </a:lnTo>
                <a:lnTo>
                  <a:pt x="6912" y="4289"/>
                </a:lnTo>
                <a:lnTo>
                  <a:pt x="6913" y="4289"/>
                </a:lnTo>
                <a:lnTo>
                  <a:pt x="6914" y="4289"/>
                </a:lnTo>
                <a:lnTo>
                  <a:pt x="6915" y="4289"/>
                </a:lnTo>
                <a:lnTo>
                  <a:pt x="6916" y="4289"/>
                </a:lnTo>
                <a:lnTo>
                  <a:pt x="6917" y="4289"/>
                </a:lnTo>
                <a:lnTo>
                  <a:pt x="6918" y="4289"/>
                </a:lnTo>
                <a:lnTo>
                  <a:pt x="6919" y="4289"/>
                </a:lnTo>
                <a:lnTo>
                  <a:pt x="6920" y="4289"/>
                </a:lnTo>
                <a:lnTo>
                  <a:pt x="6921" y="4289"/>
                </a:lnTo>
                <a:lnTo>
                  <a:pt x="6922" y="4289"/>
                </a:lnTo>
                <a:lnTo>
                  <a:pt x="6923" y="4289"/>
                </a:lnTo>
                <a:lnTo>
                  <a:pt x="6924" y="4289"/>
                </a:lnTo>
                <a:lnTo>
                  <a:pt x="6925" y="4289"/>
                </a:lnTo>
                <a:lnTo>
                  <a:pt x="6926" y="4289"/>
                </a:lnTo>
                <a:lnTo>
                  <a:pt x="6927" y="4289"/>
                </a:lnTo>
                <a:lnTo>
                  <a:pt x="6928" y="4289"/>
                </a:lnTo>
                <a:lnTo>
                  <a:pt x="6929" y="4289"/>
                </a:lnTo>
                <a:lnTo>
                  <a:pt x="6930" y="4289"/>
                </a:lnTo>
                <a:lnTo>
                  <a:pt x="6931" y="4289"/>
                </a:lnTo>
                <a:lnTo>
                  <a:pt x="6932" y="4289"/>
                </a:lnTo>
                <a:lnTo>
                  <a:pt x="6933" y="4289"/>
                </a:lnTo>
                <a:lnTo>
                  <a:pt x="6934" y="4289"/>
                </a:lnTo>
                <a:lnTo>
                  <a:pt x="6935" y="4289"/>
                </a:lnTo>
                <a:lnTo>
                  <a:pt x="6936" y="4289"/>
                </a:lnTo>
                <a:lnTo>
                  <a:pt x="6937" y="4289"/>
                </a:lnTo>
                <a:lnTo>
                  <a:pt x="6938" y="4289"/>
                </a:lnTo>
                <a:lnTo>
                  <a:pt x="6939" y="4289"/>
                </a:lnTo>
                <a:lnTo>
                  <a:pt x="6940" y="4289"/>
                </a:lnTo>
                <a:lnTo>
                  <a:pt x="6941" y="4289"/>
                </a:lnTo>
                <a:lnTo>
                  <a:pt x="6942" y="4289"/>
                </a:lnTo>
                <a:lnTo>
                  <a:pt x="6943" y="4289"/>
                </a:lnTo>
                <a:lnTo>
                  <a:pt x="6944" y="4289"/>
                </a:lnTo>
                <a:lnTo>
                  <a:pt x="6945" y="4289"/>
                </a:lnTo>
                <a:lnTo>
                  <a:pt x="6946" y="4289"/>
                </a:lnTo>
                <a:lnTo>
                  <a:pt x="6947" y="4289"/>
                </a:lnTo>
                <a:lnTo>
                  <a:pt x="6948" y="4289"/>
                </a:lnTo>
                <a:lnTo>
                  <a:pt x="6949" y="4289"/>
                </a:lnTo>
                <a:lnTo>
                  <a:pt x="6950" y="4289"/>
                </a:lnTo>
                <a:lnTo>
                  <a:pt x="6951" y="4289"/>
                </a:lnTo>
                <a:lnTo>
                  <a:pt x="6952" y="4289"/>
                </a:lnTo>
                <a:lnTo>
                  <a:pt x="6953" y="4289"/>
                </a:lnTo>
                <a:lnTo>
                  <a:pt x="6954" y="4289"/>
                </a:lnTo>
                <a:lnTo>
                  <a:pt x="6955" y="4289"/>
                </a:lnTo>
                <a:lnTo>
                  <a:pt x="6956" y="4289"/>
                </a:lnTo>
                <a:lnTo>
                  <a:pt x="6957" y="4289"/>
                </a:lnTo>
                <a:lnTo>
                  <a:pt x="6958" y="4289"/>
                </a:lnTo>
                <a:lnTo>
                  <a:pt x="6959" y="4289"/>
                </a:lnTo>
                <a:lnTo>
                  <a:pt x="6960" y="4289"/>
                </a:lnTo>
                <a:lnTo>
                  <a:pt x="6961" y="4289"/>
                </a:lnTo>
                <a:lnTo>
                  <a:pt x="6962" y="4289"/>
                </a:lnTo>
                <a:lnTo>
                  <a:pt x="6963" y="4289"/>
                </a:lnTo>
                <a:lnTo>
                  <a:pt x="6964" y="4289"/>
                </a:lnTo>
                <a:lnTo>
                  <a:pt x="6965" y="4289"/>
                </a:lnTo>
                <a:lnTo>
                  <a:pt x="6966" y="4289"/>
                </a:lnTo>
                <a:lnTo>
                  <a:pt x="6967" y="4289"/>
                </a:lnTo>
                <a:lnTo>
                  <a:pt x="6968" y="4289"/>
                </a:lnTo>
                <a:lnTo>
                  <a:pt x="6969" y="4289"/>
                </a:lnTo>
                <a:lnTo>
                  <a:pt x="6970" y="4289"/>
                </a:lnTo>
                <a:lnTo>
                  <a:pt x="6971" y="4289"/>
                </a:lnTo>
                <a:lnTo>
                  <a:pt x="6972" y="4289"/>
                </a:lnTo>
                <a:lnTo>
                  <a:pt x="6973" y="4289"/>
                </a:lnTo>
                <a:lnTo>
                  <a:pt x="6974" y="4289"/>
                </a:lnTo>
                <a:lnTo>
                  <a:pt x="6975" y="4289"/>
                </a:lnTo>
                <a:lnTo>
                  <a:pt x="6976" y="4289"/>
                </a:lnTo>
                <a:lnTo>
                  <a:pt x="6977" y="4289"/>
                </a:lnTo>
                <a:lnTo>
                  <a:pt x="6978" y="4289"/>
                </a:lnTo>
                <a:lnTo>
                  <a:pt x="6979" y="4289"/>
                </a:lnTo>
                <a:lnTo>
                  <a:pt x="6980" y="4289"/>
                </a:lnTo>
                <a:lnTo>
                  <a:pt x="6981" y="4289"/>
                </a:lnTo>
                <a:lnTo>
                  <a:pt x="6982" y="4289"/>
                </a:lnTo>
                <a:lnTo>
                  <a:pt x="6983" y="4289"/>
                </a:lnTo>
                <a:lnTo>
                  <a:pt x="6984" y="4289"/>
                </a:lnTo>
                <a:lnTo>
                  <a:pt x="6985" y="4289"/>
                </a:lnTo>
                <a:lnTo>
                  <a:pt x="6986" y="4289"/>
                </a:lnTo>
                <a:lnTo>
                  <a:pt x="6987" y="4289"/>
                </a:lnTo>
                <a:lnTo>
                  <a:pt x="6988" y="4289"/>
                </a:lnTo>
                <a:lnTo>
                  <a:pt x="6989" y="4289"/>
                </a:lnTo>
                <a:lnTo>
                  <a:pt x="6990" y="4289"/>
                </a:lnTo>
                <a:lnTo>
                  <a:pt x="6991" y="4289"/>
                </a:lnTo>
                <a:lnTo>
                  <a:pt x="6992" y="4289"/>
                </a:lnTo>
                <a:lnTo>
                  <a:pt x="6993" y="4289"/>
                </a:lnTo>
                <a:lnTo>
                  <a:pt x="6994" y="4289"/>
                </a:lnTo>
                <a:lnTo>
                  <a:pt x="6995" y="4289"/>
                </a:lnTo>
                <a:lnTo>
                  <a:pt x="6996" y="4289"/>
                </a:lnTo>
                <a:lnTo>
                  <a:pt x="6997" y="4289"/>
                </a:lnTo>
                <a:lnTo>
                  <a:pt x="6998" y="4289"/>
                </a:lnTo>
                <a:lnTo>
                  <a:pt x="6999" y="4289"/>
                </a:lnTo>
                <a:lnTo>
                  <a:pt x="7000" y="4289"/>
                </a:lnTo>
                <a:lnTo>
                  <a:pt x="7001" y="4289"/>
                </a:lnTo>
                <a:lnTo>
                  <a:pt x="7002" y="4289"/>
                </a:lnTo>
                <a:lnTo>
                  <a:pt x="7003" y="4289"/>
                </a:lnTo>
                <a:lnTo>
                  <a:pt x="7004" y="4289"/>
                </a:lnTo>
                <a:lnTo>
                  <a:pt x="7005" y="4289"/>
                </a:lnTo>
                <a:lnTo>
                  <a:pt x="7006" y="4289"/>
                </a:lnTo>
                <a:lnTo>
                  <a:pt x="7007" y="4289"/>
                </a:lnTo>
                <a:lnTo>
                  <a:pt x="7008" y="4289"/>
                </a:lnTo>
                <a:lnTo>
                  <a:pt x="7009" y="4289"/>
                </a:lnTo>
                <a:lnTo>
                  <a:pt x="7010" y="4289"/>
                </a:lnTo>
                <a:lnTo>
                  <a:pt x="7011" y="4289"/>
                </a:lnTo>
                <a:lnTo>
                  <a:pt x="7012" y="4289"/>
                </a:lnTo>
                <a:lnTo>
                  <a:pt x="7013" y="4289"/>
                </a:lnTo>
                <a:lnTo>
                  <a:pt x="7014" y="4289"/>
                </a:lnTo>
                <a:lnTo>
                  <a:pt x="7015" y="4289"/>
                </a:lnTo>
                <a:lnTo>
                  <a:pt x="7016" y="4289"/>
                </a:lnTo>
                <a:lnTo>
                  <a:pt x="7017" y="4289"/>
                </a:lnTo>
                <a:lnTo>
                  <a:pt x="7018" y="4289"/>
                </a:lnTo>
                <a:lnTo>
                  <a:pt x="7019" y="4289"/>
                </a:lnTo>
                <a:lnTo>
                  <a:pt x="7020" y="4289"/>
                </a:lnTo>
                <a:lnTo>
                  <a:pt x="7021" y="4289"/>
                </a:lnTo>
                <a:lnTo>
                  <a:pt x="7022" y="4289"/>
                </a:lnTo>
                <a:lnTo>
                  <a:pt x="7023" y="4289"/>
                </a:lnTo>
                <a:lnTo>
                  <a:pt x="7024" y="4289"/>
                </a:lnTo>
                <a:lnTo>
                  <a:pt x="7025" y="4289"/>
                </a:lnTo>
                <a:lnTo>
                  <a:pt x="7026" y="4289"/>
                </a:lnTo>
                <a:lnTo>
                  <a:pt x="7027" y="4289"/>
                </a:lnTo>
                <a:lnTo>
                  <a:pt x="7028" y="4289"/>
                </a:lnTo>
                <a:lnTo>
                  <a:pt x="7029" y="4289"/>
                </a:lnTo>
                <a:lnTo>
                  <a:pt x="7030" y="4289"/>
                </a:lnTo>
                <a:lnTo>
                  <a:pt x="7031" y="4289"/>
                </a:lnTo>
                <a:lnTo>
                  <a:pt x="7032" y="4289"/>
                </a:lnTo>
                <a:lnTo>
                  <a:pt x="7033" y="4289"/>
                </a:lnTo>
                <a:lnTo>
                  <a:pt x="7034" y="4289"/>
                </a:lnTo>
                <a:lnTo>
                  <a:pt x="7035" y="4289"/>
                </a:lnTo>
                <a:lnTo>
                  <a:pt x="7036" y="4289"/>
                </a:lnTo>
                <a:lnTo>
                  <a:pt x="7037" y="4289"/>
                </a:lnTo>
                <a:lnTo>
                  <a:pt x="7038" y="4289"/>
                </a:lnTo>
                <a:lnTo>
                  <a:pt x="7039" y="4289"/>
                </a:lnTo>
                <a:lnTo>
                  <a:pt x="7040" y="4289"/>
                </a:lnTo>
                <a:lnTo>
                  <a:pt x="7041" y="4289"/>
                </a:lnTo>
                <a:lnTo>
                  <a:pt x="7042" y="4289"/>
                </a:lnTo>
                <a:lnTo>
                  <a:pt x="7043" y="4289"/>
                </a:lnTo>
                <a:lnTo>
                  <a:pt x="7044" y="4289"/>
                </a:lnTo>
                <a:lnTo>
                  <a:pt x="7045" y="4289"/>
                </a:lnTo>
                <a:lnTo>
                  <a:pt x="7046" y="4289"/>
                </a:lnTo>
                <a:lnTo>
                  <a:pt x="7047" y="4289"/>
                </a:lnTo>
                <a:lnTo>
                  <a:pt x="7048" y="4289"/>
                </a:lnTo>
                <a:lnTo>
                  <a:pt x="7049" y="4289"/>
                </a:lnTo>
                <a:lnTo>
                  <a:pt x="7050" y="4289"/>
                </a:lnTo>
                <a:lnTo>
                  <a:pt x="7051" y="4289"/>
                </a:lnTo>
                <a:lnTo>
                  <a:pt x="7052" y="4289"/>
                </a:lnTo>
                <a:lnTo>
                  <a:pt x="7053" y="4289"/>
                </a:lnTo>
                <a:lnTo>
                  <a:pt x="7054" y="4289"/>
                </a:lnTo>
                <a:lnTo>
                  <a:pt x="7055" y="4289"/>
                </a:lnTo>
                <a:lnTo>
                  <a:pt x="7056" y="4289"/>
                </a:lnTo>
                <a:lnTo>
                  <a:pt x="7057" y="4289"/>
                </a:lnTo>
                <a:lnTo>
                  <a:pt x="7058" y="4289"/>
                </a:lnTo>
                <a:lnTo>
                  <a:pt x="7059" y="4289"/>
                </a:lnTo>
                <a:lnTo>
                  <a:pt x="7060" y="4289"/>
                </a:lnTo>
                <a:lnTo>
                  <a:pt x="7061" y="4289"/>
                </a:lnTo>
                <a:lnTo>
                  <a:pt x="7062" y="4289"/>
                </a:lnTo>
                <a:lnTo>
                  <a:pt x="7063" y="4289"/>
                </a:lnTo>
                <a:lnTo>
                  <a:pt x="7064" y="4289"/>
                </a:lnTo>
                <a:lnTo>
                  <a:pt x="7065" y="4289"/>
                </a:lnTo>
                <a:lnTo>
                  <a:pt x="7066" y="4289"/>
                </a:lnTo>
                <a:lnTo>
                  <a:pt x="7067" y="4289"/>
                </a:lnTo>
                <a:lnTo>
                  <a:pt x="7068" y="4289"/>
                </a:lnTo>
                <a:lnTo>
                  <a:pt x="7069" y="4289"/>
                </a:lnTo>
                <a:lnTo>
                  <a:pt x="7070" y="4289"/>
                </a:lnTo>
                <a:lnTo>
                  <a:pt x="7071" y="4289"/>
                </a:lnTo>
                <a:lnTo>
                  <a:pt x="7072" y="4289"/>
                </a:lnTo>
                <a:lnTo>
                  <a:pt x="7073" y="4289"/>
                </a:lnTo>
                <a:lnTo>
                  <a:pt x="7074" y="4289"/>
                </a:lnTo>
                <a:lnTo>
                  <a:pt x="7075" y="4289"/>
                </a:lnTo>
                <a:lnTo>
                  <a:pt x="7076" y="4289"/>
                </a:lnTo>
                <a:lnTo>
                  <a:pt x="7077" y="4289"/>
                </a:lnTo>
                <a:lnTo>
                  <a:pt x="7078" y="4289"/>
                </a:lnTo>
                <a:lnTo>
                  <a:pt x="7079" y="4289"/>
                </a:lnTo>
                <a:lnTo>
                  <a:pt x="7080" y="4289"/>
                </a:lnTo>
                <a:lnTo>
                  <a:pt x="7081" y="4289"/>
                </a:lnTo>
                <a:lnTo>
                  <a:pt x="7082" y="4289"/>
                </a:lnTo>
                <a:lnTo>
                  <a:pt x="7083" y="4289"/>
                </a:lnTo>
                <a:lnTo>
                  <a:pt x="7084" y="4289"/>
                </a:lnTo>
                <a:lnTo>
                  <a:pt x="7085" y="4289"/>
                </a:lnTo>
                <a:lnTo>
                  <a:pt x="7086" y="4289"/>
                </a:lnTo>
                <a:lnTo>
                  <a:pt x="7087" y="4289"/>
                </a:lnTo>
                <a:lnTo>
                  <a:pt x="7088" y="4289"/>
                </a:lnTo>
                <a:lnTo>
                  <a:pt x="7089" y="4289"/>
                </a:lnTo>
                <a:lnTo>
                  <a:pt x="7090" y="4289"/>
                </a:lnTo>
                <a:lnTo>
                  <a:pt x="7091" y="4289"/>
                </a:lnTo>
                <a:lnTo>
                  <a:pt x="7092" y="4289"/>
                </a:lnTo>
                <a:lnTo>
                  <a:pt x="7093" y="4289"/>
                </a:lnTo>
                <a:lnTo>
                  <a:pt x="7094" y="4289"/>
                </a:lnTo>
                <a:lnTo>
                  <a:pt x="7095" y="4289"/>
                </a:lnTo>
                <a:lnTo>
                  <a:pt x="7096" y="4289"/>
                </a:lnTo>
                <a:lnTo>
                  <a:pt x="7097" y="4289"/>
                </a:lnTo>
                <a:lnTo>
                  <a:pt x="7098" y="4289"/>
                </a:lnTo>
                <a:lnTo>
                  <a:pt x="7099" y="4289"/>
                </a:lnTo>
                <a:lnTo>
                  <a:pt x="7100" y="4289"/>
                </a:lnTo>
                <a:lnTo>
                  <a:pt x="7101" y="4289"/>
                </a:lnTo>
                <a:lnTo>
                  <a:pt x="7102" y="4289"/>
                </a:lnTo>
                <a:lnTo>
                  <a:pt x="7103" y="4289"/>
                </a:lnTo>
                <a:lnTo>
                  <a:pt x="7104" y="4289"/>
                </a:lnTo>
                <a:lnTo>
                  <a:pt x="7105" y="4289"/>
                </a:lnTo>
                <a:lnTo>
                  <a:pt x="7106" y="4289"/>
                </a:lnTo>
                <a:lnTo>
                  <a:pt x="7107" y="4289"/>
                </a:lnTo>
                <a:lnTo>
                  <a:pt x="7108" y="4289"/>
                </a:lnTo>
                <a:lnTo>
                  <a:pt x="7109" y="4289"/>
                </a:lnTo>
                <a:lnTo>
                  <a:pt x="7110" y="4289"/>
                </a:lnTo>
                <a:lnTo>
                  <a:pt x="7111" y="4289"/>
                </a:lnTo>
                <a:lnTo>
                  <a:pt x="7112" y="4289"/>
                </a:lnTo>
                <a:lnTo>
                  <a:pt x="7113" y="4289"/>
                </a:lnTo>
                <a:lnTo>
                  <a:pt x="7114" y="4289"/>
                </a:lnTo>
                <a:lnTo>
                  <a:pt x="7115" y="4289"/>
                </a:lnTo>
                <a:lnTo>
                  <a:pt x="7116" y="4289"/>
                </a:lnTo>
                <a:lnTo>
                  <a:pt x="7117" y="4289"/>
                </a:lnTo>
                <a:lnTo>
                  <a:pt x="7118" y="4289"/>
                </a:lnTo>
                <a:lnTo>
                  <a:pt x="7119" y="4289"/>
                </a:lnTo>
                <a:lnTo>
                  <a:pt x="7120" y="4289"/>
                </a:lnTo>
                <a:lnTo>
                  <a:pt x="7121" y="4289"/>
                </a:lnTo>
                <a:lnTo>
                  <a:pt x="7122" y="4289"/>
                </a:lnTo>
                <a:lnTo>
                  <a:pt x="7123" y="4289"/>
                </a:lnTo>
                <a:lnTo>
                  <a:pt x="7124" y="4289"/>
                </a:lnTo>
                <a:lnTo>
                  <a:pt x="7125" y="4289"/>
                </a:lnTo>
                <a:lnTo>
                  <a:pt x="7126" y="4289"/>
                </a:lnTo>
                <a:lnTo>
                  <a:pt x="7127" y="4289"/>
                </a:lnTo>
                <a:lnTo>
                  <a:pt x="7128" y="4289"/>
                </a:lnTo>
                <a:lnTo>
                  <a:pt x="7129" y="4289"/>
                </a:lnTo>
                <a:lnTo>
                  <a:pt x="7130" y="4289"/>
                </a:lnTo>
                <a:lnTo>
                  <a:pt x="7131" y="4289"/>
                </a:lnTo>
                <a:lnTo>
                  <a:pt x="7132" y="4289"/>
                </a:lnTo>
                <a:lnTo>
                  <a:pt x="7133" y="4289"/>
                </a:lnTo>
                <a:lnTo>
                  <a:pt x="7134" y="4289"/>
                </a:lnTo>
                <a:lnTo>
                  <a:pt x="7135" y="4289"/>
                </a:lnTo>
                <a:lnTo>
                  <a:pt x="7136" y="4289"/>
                </a:lnTo>
                <a:lnTo>
                  <a:pt x="7137" y="4289"/>
                </a:lnTo>
                <a:lnTo>
                  <a:pt x="7138" y="4289"/>
                </a:lnTo>
                <a:lnTo>
                  <a:pt x="7139" y="4289"/>
                </a:lnTo>
                <a:lnTo>
                  <a:pt x="7140" y="4289"/>
                </a:lnTo>
                <a:lnTo>
                  <a:pt x="7141" y="4289"/>
                </a:lnTo>
                <a:lnTo>
                  <a:pt x="7142" y="4289"/>
                </a:lnTo>
                <a:lnTo>
                  <a:pt x="7143" y="4289"/>
                </a:lnTo>
                <a:lnTo>
                  <a:pt x="7144" y="4289"/>
                </a:lnTo>
                <a:lnTo>
                  <a:pt x="7145" y="4289"/>
                </a:lnTo>
                <a:lnTo>
                  <a:pt x="7146" y="4289"/>
                </a:lnTo>
                <a:lnTo>
                  <a:pt x="7147" y="4289"/>
                </a:lnTo>
                <a:lnTo>
                  <a:pt x="7148" y="4289"/>
                </a:lnTo>
                <a:lnTo>
                  <a:pt x="7149" y="4289"/>
                </a:lnTo>
                <a:lnTo>
                  <a:pt x="7150" y="4289"/>
                </a:lnTo>
                <a:lnTo>
                  <a:pt x="7151" y="4289"/>
                </a:lnTo>
                <a:lnTo>
                  <a:pt x="7152" y="4289"/>
                </a:lnTo>
                <a:lnTo>
                  <a:pt x="7153" y="4289"/>
                </a:lnTo>
                <a:lnTo>
                  <a:pt x="7154" y="4289"/>
                </a:lnTo>
                <a:lnTo>
                  <a:pt x="7155" y="4289"/>
                </a:lnTo>
                <a:lnTo>
                  <a:pt x="7156" y="4289"/>
                </a:lnTo>
                <a:lnTo>
                  <a:pt x="7157" y="4289"/>
                </a:lnTo>
                <a:lnTo>
                  <a:pt x="7158" y="4289"/>
                </a:lnTo>
                <a:lnTo>
                  <a:pt x="7159" y="4289"/>
                </a:lnTo>
                <a:lnTo>
                  <a:pt x="7160" y="4289"/>
                </a:lnTo>
                <a:lnTo>
                  <a:pt x="7161" y="4289"/>
                </a:lnTo>
                <a:lnTo>
                  <a:pt x="7162" y="4289"/>
                </a:lnTo>
                <a:lnTo>
                  <a:pt x="7163" y="4289"/>
                </a:lnTo>
                <a:lnTo>
                  <a:pt x="7164" y="4289"/>
                </a:lnTo>
                <a:lnTo>
                  <a:pt x="7165" y="4289"/>
                </a:lnTo>
                <a:lnTo>
                  <a:pt x="7166" y="4289"/>
                </a:lnTo>
                <a:lnTo>
                  <a:pt x="7167" y="4289"/>
                </a:lnTo>
                <a:lnTo>
                  <a:pt x="7168" y="4289"/>
                </a:lnTo>
                <a:lnTo>
                  <a:pt x="7169" y="4289"/>
                </a:lnTo>
                <a:lnTo>
                  <a:pt x="7170" y="4289"/>
                </a:lnTo>
                <a:lnTo>
                  <a:pt x="7171" y="4289"/>
                </a:lnTo>
                <a:lnTo>
                  <a:pt x="7172" y="4289"/>
                </a:lnTo>
                <a:lnTo>
                  <a:pt x="7173" y="4289"/>
                </a:lnTo>
                <a:lnTo>
                  <a:pt x="7174" y="4289"/>
                </a:lnTo>
                <a:lnTo>
                  <a:pt x="7175" y="4289"/>
                </a:lnTo>
                <a:lnTo>
                  <a:pt x="7176" y="4289"/>
                </a:lnTo>
                <a:lnTo>
                  <a:pt x="7177" y="4289"/>
                </a:lnTo>
                <a:lnTo>
                  <a:pt x="7178" y="4289"/>
                </a:lnTo>
                <a:lnTo>
                  <a:pt x="7179" y="4289"/>
                </a:lnTo>
                <a:lnTo>
                  <a:pt x="7180" y="4289"/>
                </a:lnTo>
                <a:lnTo>
                  <a:pt x="7181" y="4289"/>
                </a:lnTo>
                <a:lnTo>
                  <a:pt x="7182" y="4289"/>
                </a:lnTo>
                <a:lnTo>
                  <a:pt x="7183" y="4289"/>
                </a:lnTo>
                <a:lnTo>
                  <a:pt x="7184" y="4289"/>
                </a:lnTo>
                <a:lnTo>
                  <a:pt x="7185" y="4289"/>
                </a:lnTo>
                <a:lnTo>
                  <a:pt x="7186" y="4289"/>
                </a:lnTo>
                <a:lnTo>
                  <a:pt x="7187" y="4289"/>
                </a:lnTo>
                <a:lnTo>
                  <a:pt x="7188" y="4289"/>
                </a:lnTo>
                <a:lnTo>
                  <a:pt x="7189" y="4289"/>
                </a:lnTo>
                <a:lnTo>
                  <a:pt x="7190" y="4289"/>
                </a:lnTo>
                <a:lnTo>
                  <a:pt x="7191" y="4289"/>
                </a:lnTo>
                <a:lnTo>
                  <a:pt x="7192" y="4289"/>
                </a:lnTo>
                <a:lnTo>
                  <a:pt x="7193" y="4289"/>
                </a:lnTo>
                <a:lnTo>
                  <a:pt x="7194" y="4289"/>
                </a:lnTo>
                <a:lnTo>
                  <a:pt x="7195" y="4289"/>
                </a:lnTo>
                <a:lnTo>
                  <a:pt x="7196" y="4289"/>
                </a:lnTo>
                <a:lnTo>
                  <a:pt x="7197" y="4289"/>
                </a:lnTo>
                <a:lnTo>
                  <a:pt x="7198" y="4289"/>
                </a:lnTo>
                <a:lnTo>
                  <a:pt x="7199" y="4289"/>
                </a:lnTo>
                <a:lnTo>
                  <a:pt x="7200" y="4289"/>
                </a:lnTo>
                <a:lnTo>
                  <a:pt x="7201" y="4289"/>
                </a:lnTo>
                <a:lnTo>
                  <a:pt x="7202" y="4289"/>
                </a:lnTo>
                <a:lnTo>
                  <a:pt x="7203" y="4289"/>
                </a:lnTo>
                <a:lnTo>
                  <a:pt x="7204" y="4289"/>
                </a:lnTo>
                <a:lnTo>
                  <a:pt x="7205" y="4289"/>
                </a:lnTo>
                <a:lnTo>
                  <a:pt x="7206" y="4289"/>
                </a:lnTo>
                <a:lnTo>
                  <a:pt x="7207" y="4289"/>
                </a:lnTo>
                <a:lnTo>
                  <a:pt x="7208" y="4289"/>
                </a:lnTo>
                <a:lnTo>
                  <a:pt x="7209" y="4289"/>
                </a:lnTo>
                <a:lnTo>
                  <a:pt x="7210" y="4289"/>
                </a:lnTo>
                <a:lnTo>
                  <a:pt x="7211" y="4289"/>
                </a:lnTo>
                <a:lnTo>
                  <a:pt x="7212" y="4289"/>
                </a:lnTo>
                <a:lnTo>
                  <a:pt x="7213" y="4289"/>
                </a:lnTo>
                <a:lnTo>
                  <a:pt x="7214" y="4289"/>
                </a:lnTo>
                <a:lnTo>
                  <a:pt x="7215" y="4289"/>
                </a:lnTo>
                <a:lnTo>
                  <a:pt x="7216" y="4289"/>
                </a:lnTo>
                <a:lnTo>
                  <a:pt x="7217" y="4289"/>
                </a:lnTo>
                <a:lnTo>
                  <a:pt x="7218" y="4289"/>
                </a:lnTo>
                <a:lnTo>
                  <a:pt x="7219" y="4289"/>
                </a:lnTo>
                <a:lnTo>
                  <a:pt x="7220" y="4289"/>
                </a:lnTo>
                <a:lnTo>
                  <a:pt x="7221" y="4289"/>
                </a:lnTo>
                <a:lnTo>
                  <a:pt x="7222" y="4289"/>
                </a:lnTo>
                <a:lnTo>
                  <a:pt x="7223" y="4289"/>
                </a:lnTo>
                <a:lnTo>
                  <a:pt x="7224" y="4289"/>
                </a:lnTo>
                <a:lnTo>
                  <a:pt x="7225" y="4289"/>
                </a:lnTo>
                <a:lnTo>
                  <a:pt x="7226" y="4289"/>
                </a:lnTo>
                <a:lnTo>
                  <a:pt x="7227" y="4289"/>
                </a:lnTo>
                <a:lnTo>
                  <a:pt x="7228" y="4289"/>
                </a:lnTo>
                <a:lnTo>
                  <a:pt x="7229" y="4289"/>
                </a:lnTo>
                <a:lnTo>
                  <a:pt x="7230" y="4289"/>
                </a:lnTo>
                <a:lnTo>
                  <a:pt x="7231" y="4289"/>
                </a:lnTo>
                <a:lnTo>
                  <a:pt x="7232" y="4289"/>
                </a:lnTo>
                <a:lnTo>
                  <a:pt x="7233" y="4289"/>
                </a:lnTo>
                <a:lnTo>
                  <a:pt x="7234" y="4289"/>
                </a:lnTo>
                <a:lnTo>
                  <a:pt x="7235" y="4289"/>
                </a:lnTo>
                <a:lnTo>
                  <a:pt x="7236" y="4289"/>
                </a:lnTo>
                <a:lnTo>
                  <a:pt x="7237" y="4289"/>
                </a:lnTo>
                <a:lnTo>
                  <a:pt x="7238" y="4289"/>
                </a:lnTo>
                <a:lnTo>
                  <a:pt x="7239" y="4289"/>
                </a:lnTo>
                <a:lnTo>
                  <a:pt x="7240" y="4289"/>
                </a:lnTo>
                <a:lnTo>
                  <a:pt x="7241" y="4289"/>
                </a:lnTo>
                <a:lnTo>
                  <a:pt x="7242" y="4289"/>
                </a:lnTo>
                <a:lnTo>
                  <a:pt x="7243" y="4289"/>
                </a:lnTo>
                <a:lnTo>
                  <a:pt x="7244" y="4289"/>
                </a:lnTo>
                <a:lnTo>
                  <a:pt x="7245" y="4289"/>
                </a:lnTo>
                <a:lnTo>
                  <a:pt x="7246" y="4289"/>
                </a:lnTo>
                <a:lnTo>
                  <a:pt x="7247" y="4289"/>
                </a:lnTo>
                <a:lnTo>
                  <a:pt x="7248" y="4289"/>
                </a:lnTo>
                <a:lnTo>
                  <a:pt x="7249" y="4289"/>
                </a:lnTo>
                <a:lnTo>
                  <a:pt x="7250" y="4289"/>
                </a:lnTo>
                <a:lnTo>
                  <a:pt x="7251" y="4289"/>
                </a:lnTo>
                <a:lnTo>
                  <a:pt x="7252" y="4289"/>
                </a:lnTo>
                <a:lnTo>
                  <a:pt x="7253" y="4289"/>
                </a:lnTo>
                <a:lnTo>
                  <a:pt x="7254" y="4289"/>
                </a:lnTo>
                <a:lnTo>
                  <a:pt x="7255" y="4289"/>
                </a:lnTo>
                <a:lnTo>
                  <a:pt x="7256" y="4289"/>
                </a:lnTo>
                <a:lnTo>
                  <a:pt x="7257" y="4289"/>
                </a:lnTo>
                <a:lnTo>
                  <a:pt x="7258" y="4289"/>
                </a:lnTo>
                <a:lnTo>
                  <a:pt x="7259" y="4289"/>
                </a:lnTo>
                <a:lnTo>
                  <a:pt x="7260" y="4289"/>
                </a:lnTo>
                <a:lnTo>
                  <a:pt x="7261" y="4289"/>
                </a:lnTo>
                <a:lnTo>
                  <a:pt x="7262" y="4289"/>
                </a:lnTo>
                <a:lnTo>
                  <a:pt x="7263" y="4289"/>
                </a:lnTo>
                <a:lnTo>
                  <a:pt x="7264" y="4289"/>
                </a:lnTo>
                <a:lnTo>
                  <a:pt x="7265" y="4289"/>
                </a:lnTo>
                <a:lnTo>
                  <a:pt x="7266" y="4289"/>
                </a:lnTo>
                <a:lnTo>
                  <a:pt x="7267" y="4289"/>
                </a:lnTo>
                <a:lnTo>
                  <a:pt x="7268" y="4289"/>
                </a:lnTo>
                <a:lnTo>
                  <a:pt x="7269" y="4289"/>
                </a:lnTo>
                <a:lnTo>
                  <a:pt x="7270" y="4289"/>
                </a:lnTo>
                <a:lnTo>
                  <a:pt x="7271" y="4289"/>
                </a:lnTo>
                <a:lnTo>
                  <a:pt x="7272" y="4289"/>
                </a:lnTo>
                <a:lnTo>
                  <a:pt x="7273" y="4289"/>
                </a:lnTo>
                <a:lnTo>
                  <a:pt x="7274" y="4289"/>
                </a:lnTo>
                <a:lnTo>
                  <a:pt x="7275" y="4289"/>
                </a:lnTo>
                <a:lnTo>
                  <a:pt x="7276" y="4289"/>
                </a:lnTo>
                <a:lnTo>
                  <a:pt x="7277" y="4289"/>
                </a:lnTo>
                <a:lnTo>
                  <a:pt x="7278" y="4289"/>
                </a:lnTo>
                <a:lnTo>
                  <a:pt x="7279" y="4289"/>
                </a:lnTo>
                <a:lnTo>
                  <a:pt x="7280" y="4289"/>
                </a:lnTo>
                <a:lnTo>
                  <a:pt x="7281" y="4289"/>
                </a:lnTo>
                <a:lnTo>
                  <a:pt x="7282" y="4289"/>
                </a:lnTo>
                <a:lnTo>
                  <a:pt x="7283" y="4289"/>
                </a:lnTo>
                <a:lnTo>
                  <a:pt x="7284" y="4289"/>
                </a:lnTo>
                <a:lnTo>
                  <a:pt x="7285" y="4289"/>
                </a:lnTo>
                <a:lnTo>
                  <a:pt x="7286" y="4289"/>
                </a:lnTo>
                <a:lnTo>
                  <a:pt x="7287" y="4289"/>
                </a:lnTo>
                <a:lnTo>
                  <a:pt x="7288" y="4289"/>
                </a:lnTo>
                <a:lnTo>
                  <a:pt x="7289" y="4289"/>
                </a:lnTo>
                <a:lnTo>
                  <a:pt x="7290" y="4289"/>
                </a:lnTo>
                <a:lnTo>
                  <a:pt x="7291" y="4289"/>
                </a:lnTo>
                <a:lnTo>
                  <a:pt x="7292" y="4289"/>
                </a:lnTo>
                <a:lnTo>
                  <a:pt x="7293" y="4289"/>
                </a:lnTo>
                <a:lnTo>
                  <a:pt x="7294" y="4289"/>
                </a:lnTo>
                <a:lnTo>
                  <a:pt x="7295" y="4289"/>
                </a:lnTo>
                <a:lnTo>
                  <a:pt x="7296" y="4289"/>
                </a:lnTo>
                <a:lnTo>
                  <a:pt x="7297" y="4289"/>
                </a:lnTo>
                <a:lnTo>
                  <a:pt x="7298" y="4289"/>
                </a:lnTo>
                <a:lnTo>
                  <a:pt x="7299" y="4289"/>
                </a:lnTo>
                <a:lnTo>
                  <a:pt x="7300" y="4289"/>
                </a:lnTo>
                <a:lnTo>
                  <a:pt x="7301" y="4289"/>
                </a:lnTo>
                <a:lnTo>
                  <a:pt x="7302" y="4289"/>
                </a:lnTo>
                <a:lnTo>
                  <a:pt x="7303" y="4289"/>
                </a:lnTo>
                <a:lnTo>
                  <a:pt x="7304" y="4289"/>
                </a:lnTo>
                <a:lnTo>
                  <a:pt x="7305" y="4289"/>
                </a:lnTo>
                <a:lnTo>
                  <a:pt x="7306" y="4289"/>
                </a:lnTo>
                <a:lnTo>
                  <a:pt x="7307" y="4289"/>
                </a:lnTo>
                <a:lnTo>
                  <a:pt x="7308" y="4289"/>
                </a:lnTo>
                <a:lnTo>
                  <a:pt x="7309" y="4289"/>
                </a:lnTo>
                <a:lnTo>
                  <a:pt x="7310" y="4289"/>
                </a:lnTo>
                <a:lnTo>
                  <a:pt x="7311" y="4289"/>
                </a:lnTo>
                <a:lnTo>
                  <a:pt x="7312" y="4289"/>
                </a:lnTo>
                <a:lnTo>
                  <a:pt x="7313" y="4289"/>
                </a:lnTo>
                <a:lnTo>
                  <a:pt x="7314" y="4289"/>
                </a:lnTo>
                <a:lnTo>
                  <a:pt x="7315" y="4289"/>
                </a:lnTo>
                <a:lnTo>
                  <a:pt x="7316" y="4289"/>
                </a:lnTo>
                <a:lnTo>
                  <a:pt x="7317" y="4289"/>
                </a:lnTo>
                <a:lnTo>
                  <a:pt x="7318" y="4289"/>
                </a:lnTo>
                <a:lnTo>
                  <a:pt x="7319" y="4289"/>
                </a:lnTo>
                <a:lnTo>
                  <a:pt x="7320" y="4289"/>
                </a:lnTo>
                <a:lnTo>
                  <a:pt x="7321" y="4289"/>
                </a:lnTo>
                <a:lnTo>
                  <a:pt x="7322" y="4289"/>
                </a:lnTo>
                <a:lnTo>
                  <a:pt x="7323" y="4289"/>
                </a:lnTo>
                <a:lnTo>
                  <a:pt x="7324" y="4289"/>
                </a:lnTo>
                <a:lnTo>
                  <a:pt x="7325" y="4289"/>
                </a:lnTo>
                <a:lnTo>
                  <a:pt x="7326" y="4289"/>
                </a:lnTo>
                <a:lnTo>
                  <a:pt x="7327" y="4289"/>
                </a:lnTo>
                <a:lnTo>
                  <a:pt x="7328" y="4289"/>
                </a:lnTo>
                <a:lnTo>
                  <a:pt x="7329" y="4289"/>
                </a:lnTo>
                <a:lnTo>
                  <a:pt x="7330" y="4289"/>
                </a:lnTo>
                <a:lnTo>
                  <a:pt x="7331" y="4289"/>
                </a:lnTo>
                <a:lnTo>
                  <a:pt x="7332" y="4289"/>
                </a:lnTo>
                <a:lnTo>
                  <a:pt x="7333" y="4289"/>
                </a:lnTo>
                <a:lnTo>
                  <a:pt x="7334" y="4289"/>
                </a:lnTo>
                <a:lnTo>
                  <a:pt x="7335" y="4289"/>
                </a:lnTo>
                <a:lnTo>
                  <a:pt x="7336" y="4289"/>
                </a:lnTo>
                <a:lnTo>
                  <a:pt x="7337" y="4289"/>
                </a:lnTo>
                <a:lnTo>
                  <a:pt x="7338" y="4289"/>
                </a:lnTo>
                <a:lnTo>
                  <a:pt x="7339" y="4289"/>
                </a:lnTo>
                <a:lnTo>
                  <a:pt x="7340" y="4289"/>
                </a:lnTo>
                <a:lnTo>
                  <a:pt x="7341" y="4289"/>
                </a:lnTo>
                <a:lnTo>
                  <a:pt x="7342" y="4289"/>
                </a:lnTo>
                <a:lnTo>
                  <a:pt x="7343" y="4289"/>
                </a:lnTo>
                <a:lnTo>
                  <a:pt x="7344" y="4289"/>
                </a:lnTo>
                <a:lnTo>
                  <a:pt x="7345" y="4289"/>
                </a:lnTo>
                <a:lnTo>
                  <a:pt x="7346" y="4289"/>
                </a:lnTo>
                <a:lnTo>
                  <a:pt x="7347" y="4289"/>
                </a:lnTo>
                <a:lnTo>
                  <a:pt x="7348" y="4289"/>
                </a:lnTo>
                <a:lnTo>
                  <a:pt x="7349" y="4289"/>
                </a:lnTo>
                <a:lnTo>
                  <a:pt x="7350" y="4289"/>
                </a:lnTo>
                <a:lnTo>
                  <a:pt x="7351" y="4289"/>
                </a:lnTo>
                <a:lnTo>
                  <a:pt x="7352" y="4289"/>
                </a:lnTo>
                <a:lnTo>
                  <a:pt x="7353" y="4289"/>
                </a:lnTo>
                <a:lnTo>
                  <a:pt x="7354" y="4289"/>
                </a:lnTo>
                <a:lnTo>
                  <a:pt x="7355" y="4289"/>
                </a:lnTo>
                <a:lnTo>
                  <a:pt x="7356" y="4289"/>
                </a:lnTo>
                <a:lnTo>
                  <a:pt x="7357" y="4289"/>
                </a:lnTo>
                <a:lnTo>
                  <a:pt x="7358" y="4289"/>
                </a:lnTo>
                <a:lnTo>
                  <a:pt x="7359" y="4289"/>
                </a:lnTo>
                <a:lnTo>
                  <a:pt x="7360" y="4289"/>
                </a:lnTo>
                <a:lnTo>
                  <a:pt x="7361" y="4289"/>
                </a:lnTo>
                <a:lnTo>
                  <a:pt x="7362" y="4289"/>
                </a:lnTo>
                <a:lnTo>
                  <a:pt x="7363" y="4289"/>
                </a:lnTo>
                <a:lnTo>
                  <a:pt x="7364" y="4289"/>
                </a:lnTo>
                <a:lnTo>
                  <a:pt x="7365" y="4289"/>
                </a:lnTo>
                <a:lnTo>
                  <a:pt x="7366" y="4289"/>
                </a:lnTo>
                <a:lnTo>
                  <a:pt x="7367" y="4289"/>
                </a:lnTo>
                <a:lnTo>
                  <a:pt x="7368" y="4289"/>
                </a:lnTo>
                <a:lnTo>
                  <a:pt x="7369" y="4289"/>
                </a:lnTo>
                <a:lnTo>
                  <a:pt x="7370" y="4289"/>
                </a:lnTo>
                <a:lnTo>
                  <a:pt x="7371" y="4289"/>
                </a:lnTo>
                <a:lnTo>
                  <a:pt x="7372" y="4289"/>
                </a:lnTo>
                <a:lnTo>
                  <a:pt x="7373" y="4289"/>
                </a:lnTo>
                <a:lnTo>
                  <a:pt x="7374" y="4289"/>
                </a:lnTo>
                <a:lnTo>
                  <a:pt x="7375" y="4289"/>
                </a:lnTo>
                <a:lnTo>
                  <a:pt x="7376" y="4289"/>
                </a:lnTo>
                <a:lnTo>
                  <a:pt x="7377" y="4289"/>
                </a:lnTo>
                <a:lnTo>
                  <a:pt x="7378" y="4289"/>
                </a:lnTo>
                <a:lnTo>
                  <a:pt x="7379" y="4289"/>
                </a:lnTo>
                <a:lnTo>
                  <a:pt x="7380" y="4289"/>
                </a:lnTo>
                <a:lnTo>
                  <a:pt x="7381" y="4289"/>
                </a:lnTo>
                <a:lnTo>
                  <a:pt x="7382" y="4289"/>
                </a:lnTo>
                <a:lnTo>
                  <a:pt x="7383" y="4289"/>
                </a:lnTo>
                <a:lnTo>
                  <a:pt x="7384" y="4289"/>
                </a:lnTo>
                <a:lnTo>
                  <a:pt x="7385" y="4289"/>
                </a:lnTo>
                <a:lnTo>
                  <a:pt x="7386" y="4289"/>
                </a:lnTo>
                <a:lnTo>
                  <a:pt x="7387" y="4289"/>
                </a:lnTo>
                <a:lnTo>
                  <a:pt x="7388" y="4289"/>
                </a:lnTo>
                <a:lnTo>
                  <a:pt x="7389" y="4289"/>
                </a:lnTo>
                <a:lnTo>
                  <a:pt x="7390" y="4289"/>
                </a:lnTo>
                <a:lnTo>
                  <a:pt x="7391" y="4289"/>
                </a:lnTo>
                <a:lnTo>
                  <a:pt x="7392" y="4289"/>
                </a:lnTo>
                <a:lnTo>
                  <a:pt x="7393" y="4289"/>
                </a:lnTo>
                <a:lnTo>
                  <a:pt x="7394" y="4289"/>
                </a:lnTo>
                <a:lnTo>
                  <a:pt x="7395" y="4289"/>
                </a:lnTo>
                <a:lnTo>
                  <a:pt x="7396" y="4289"/>
                </a:lnTo>
                <a:lnTo>
                  <a:pt x="7397" y="4289"/>
                </a:lnTo>
                <a:lnTo>
                  <a:pt x="7398" y="4289"/>
                </a:lnTo>
                <a:lnTo>
                  <a:pt x="7399" y="4289"/>
                </a:lnTo>
                <a:lnTo>
                  <a:pt x="7400" y="4289"/>
                </a:lnTo>
                <a:lnTo>
                  <a:pt x="7401" y="4289"/>
                </a:lnTo>
                <a:lnTo>
                  <a:pt x="7402" y="4289"/>
                </a:lnTo>
                <a:lnTo>
                  <a:pt x="7403" y="4289"/>
                </a:lnTo>
                <a:lnTo>
                  <a:pt x="7404" y="4289"/>
                </a:lnTo>
                <a:lnTo>
                  <a:pt x="7405" y="4289"/>
                </a:lnTo>
                <a:lnTo>
                  <a:pt x="7406" y="4289"/>
                </a:lnTo>
                <a:lnTo>
                  <a:pt x="7407" y="4289"/>
                </a:lnTo>
                <a:lnTo>
                  <a:pt x="7408" y="4289"/>
                </a:lnTo>
                <a:lnTo>
                  <a:pt x="7409" y="4289"/>
                </a:lnTo>
                <a:lnTo>
                  <a:pt x="7410" y="4289"/>
                </a:lnTo>
                <a:lnTo>
                  <a:pt x="7411" y="4289"/>
                </a:lnTo>
                <a:lnTo>
                  <a:pt x="7412" y="4289"/>
                </a:lnTo>
                <a:lnTo>
                  <a:pt x="7413" y="4289"/>
                </a:lnTo>
                <a:lnTo>
                  <a:pt x="7414" y="4289"/>
                </a:lnTo>
                <a:lnTo>
                  <a:pt x="7415" y="4289"/>
                </a:lnTo>
                <a:lnTo>
                  <a:pt x="7416" y="4289"/>
                </a:lnTo>
                <a:lnTo>
                  <a:pt x="7417" y="4289"/>
                </a:lnTo>
                <a:lnTo>
                  <a:pt x="7418" y="4289"/>
                </a:lnTo>
                <a:lnTo>
                  <a:pt x="7419" y="4289"/>
                </a:lnTo>
                <a:lnTo>
                  <a:pt x="7420" y="4289"/>
                </a:lnTo>
                <a:lnTo>
                  <a:pt x="7421" y="4289"/>
                </a:lnTo>
                <a:lnTo>
                  <a:pt x="7422" y="4289"/>
                </a:lnTo>
                <a:lnTo>
                  <a:pt x="7423" y="4289"/>
                </a:lnTo>
                <a:lnTo>
                  <a:pt x="7424" y="4289"/>
                </a:lnTo>
                <a:lnTo>
                  <a:pt x="7425" y="4289"/>
                </a:lnTo>
                <a:lnTo>
                  <a:pt x="7426" y="4289"/>
                </a:lnTo>
                <a:lnTo>
                  <a:pt x="7427" y="4289"/>
                </a:lnTo>
                <a:lnTo>
                  <a:pt x="7428" y="4289"/>
                </a:lnTo>
                <a:lnTo>
                  <a:pt x="7429" y="4289"/>
                </a:lnTo>
                <a:lnTo>
                  <a:pt x="7430" y="4289"/>
                </a:lnTo>
                <a:lnTo>
                  <a:pt x="7431" y="4289"/>
                </a:lnTo>
                <a:lnTo>
                  <a:pt x="7432" y="4289"/>
                </a:lnTo>
                <a:lnTo>
                  <a:pt x="7433" y="4289"/>
                </a:lnTo>
                <a:lnTo>
                  <a:pt x="7434" y="4289"/>
                </a:lnTo>
                <a:lnTo>
                  <a:pt x="7435" y="4289"/>
                </a:lnTo>
                <a:lnTo>
                  <a:pt x="7436" y="4289"/>
                </a:lnTo>
                <a:lnTo>
                  <a:pt x="7437" y="4289"/>
                </a:lnTo>
                <a:lnTo>
                  <a:pt x="7438" y="4289"/>
                </a:lnTo>
                <a:lnTo>
                  <a:pt x="7439" y="4289"/>
                </a:lnTo>
                <a:lnTo>
                  <a:pt x="7440" y="4289"/>
                </a:lnTo>
                <a:lnTo>
                  <a:pt x="7441" y="4289"/>
                </a:lnTo>
                <a:lnTo>
                  <a:pt x="7442" y="4289"/>
                </a:lnTo>
                <a:lnTo>
                  <a:pt x="7443" y="4289"/>
                </a:lnTo>
                <a:lnTo>
                  <a:pt x="7444" y="4289"/>
                </a:lnTo>
                <a:lnTo>
                  <a:pt x="7445" y="4289"/>
                </a:lnTo>
                <a:lnTo>
                  <a:pt x="7446" y="4289"/>
                </a:lnTo>
                <a:lnTo>
                  <a:pt x="7447" y="4289"/>
                </a:lnTo>
                <a:lnTo>
                  <a:pt x="7448" y="4289"/>
                </a:lnTo>
                <a:lnTo>
                  <a:pt x="7449" y="4289"/>
                </a:lnTo>
                <a:lnTo>
                  <a:pt x="7450" y="4289"/>
                </a:lnTo>
                <a:lnTo>
                  <a:pt x="7451" y="4289"/>
                </a:lnTo>
                <a:lnTo>
                  <a:pt x="7452" y="4289"/>
                </a:lnTo>
                <a:lnTo>
                  <a:pt x="7453" y="4289"/>
                </a:lnTo>
                <a:lnTo>
                  <a:pt x="7454" y="4289"/>
                </a:lnTo>
                <a:lnTo>
                  <a:pt x="7455" y="4289"/>
                </a:lnTo>
                <a:lnTo>
                  <a:pt x="7456" y="4289"/>
                </a:lnTo>
                <a:lnTo>
                  <a:pt x="7457" y="4289"/>
                </a:lnTo>
                <a:lnTo>
                  <a:pt x="7458" y="4289"/>
                </a:lnTo>
                <a:lnTo>
                  <a:pt x="7459" y="4289"/>
                </a:lnTo>
                <a:lnTo>
                  <a:pt x="7460" y="4289"/>
                </a:lnTo>
                <a:lnTo>
                  <a:pt x="7461" y="4289"/>
                </a:lnTo>
                <a:lnTo>
                  <a:pt x="7462" y="4289"/>
                </a:lnTo>
                <a:lnTo>
                  <a:pt x="7463" y="4289"/>
                </a:lnTo>
                <a:lnTo>
                  <a:pt x="7464" y="4289"/>
                </a:lnTo>
                <a:lnTo>
                  <a:pt x="7465" y="4289"/>
                </a:lnTo>
                <a:lnTo>
                  <a:pt x="7466" y="4289"/>
                </a:lnTo>
                <a:lnTo>
                  <a:pt x="7467" y="4289"/>
                </a:lnTo>
                <a:lnTo>
                  <a:pt x="7468" y="4289"/>
                </a:lnTo>
                <a:lnTo>
                  <a:pt x="7469" y="4289"/>
                </a:lnTo>
                <a:lnTo>
                  <a:pt x="7470" y="4289"/>
                </a:lnTo>
                <a:lnTo>
                  <a:pt x="7471" y="4289"/>
                </a:lnTo>
                <a:lnTo>
                  <a:pt x="7472" y="4289"/>
                </a:lnTo>
                <a:lnTo>
                  <a:pt x="7473" y="4289"/>
                </a:lnTo>
                <a:lnTo>
                  <a:pt x="7474" y="4289"/>
                </a:lnTo>
                <a:lnTo>
                  <a:pt x="7475" y="4289"/>
                </a:lnTo>
                <a:lnTo>
                  <a:pt x="7476" y="4289"/>
                </a:lnTo>
                <a:lnTo>
                  <a:pt x="7477" y="4289"/>
                </a:lnTo>
                <a:lnTo>
                  <a:pt x="7478" y="4289"/>
                </a:lnTo>
                <a:lnTo>
                  <a:pt x="7479" y="4289"/>
                </a:lnTo>
                <a:lnTo>
                  <a:pt x="7480" y="4289"/>
                </a:lnTo>
                <a:lnTo>
                  <a:pt x="7481" y="4289"/>
                </a:lnTo>
                <a:lnTo>
                  <a:pt x="7482" y="4289"/>
                </a:lnTo>
                <a:lnTo>
                  <a:pt x="7483" y="4289"/>
                </a:lnTo>
                <a:lnTo>
                  <a:pt x="7484" y="4289"/>
                </a:lnTo>
                <a:lnTo>
                  <a:pt x="7485" y="4289"/>
                </a:lnTo>
                <a:lnTo>
                  <a:pt x="7486" y="4289"/>
                </a:lnTo>
                <a:lnTo>
                  <a:pt x="7487" y="4289"/>
                </a:lnTo>
                <a:lnTo>
                  <a:pt x="7488" y="4289"/>
                </a:lnTo>
                <a:lnTo>
                  <a:pt x="7489" y="4289"/>
                </a:lnTo>
                <a:lnTo>
                  <a:pt x="7490" y="4289"/>
                </a:lnTo>
                <a:lnTo>
                  <a:pt x="7491" y="4289"/>
                </a:lnTo>
                <a:lnTo>
                  <a:pt x="7492" y="4289"/>
                </a:lnTo>
                <a:lnTo>
                  <a:pt x="7493" y="4289"/>
                </a:lnTo>
                <a:lnTo>
                  <a:pt x="7494" y="4289"/>
                </a:lnTo>
                <a:lnTo>
                  <a:pt x="7495" y="4289"/>
                </a:lnTo>
                <a:lnTo>
                  <a:pt x="7496" y="4289"/>
                </a:lnTo>
                <a:lnTo>
                  <a:pt x="7497" y="4289"/>
                </a:lnTo>
                <a:lnTo>
                  <a:pt x="7498" y="4289"/>
                </a:lnTo>
                <a:lnTo>
                  <a:pt x="7499" y="4289"/>
                </a:lnTo>
                <a:lnTo>
                  <a:pt x="7500" y="4289"/>
                </a:lnTo>
                <a:lnTo>
                  <a:pt x="7501" y="4289"/>
                </a:lnTo>
                <a:lnTo>
                  <a:pt x="7502" y="4289"/>
                </a:lnTo>
                <a:lnTo>
                  <a:pt x="7503" y="4289"/>
                </a:lnTo>
                <a:lnTo>
                  <a:pt x="7504" y="4289"/>
                </a:lnTo>
                <a:lnTo>
                  <a:pt x="7505" y="4289"/>
                </a:lnTo>
                <a:lnTo>
                  <a:pt x="7506" y="4289"/>
                </a:lnTo>
                <a:lnTo>
                  <a:pt x="7507" y="4289"/>
                </a:lnTo>
                <a:lnTo>
                  <a:pt x="7508" y="4289"/>
                </a:lnTo>
                <a:lnTo>
                  <a:pt x="7509" y="4289"/>
                </a:lnTo>
                <a:lnTo>
                  <a:pt x="7510" y="4289"/>
                </a:lnTo>
                <a:lnTo>
                  <a:pt x="7511" y="4289"/>
                </a:lnTo>
                <a:lnTo>
                  <a:pt x="7512" y="4289"/>
                </a:lnTo>
                <a:lnTo>
                  <a:pt x="7513" y="4289"/>
                </a:lnTo>
                <a:lnTo>
                  <a:pt x="7514" y="4289"/>
                </a:lnTo>
                <a:lnTo>
                  <a:pt x="7515" y="4289"/>
                </a:lnTo>
                <a:lnTo>
                  <a:pt x="7516" y="4289"/>
                </a:lnTo>
                <a:lnTo>
                  <a:pt x="7517" y="4289"/>
                </a:lnTo>
                <a:lnTo>
                  <a:pt x="7518" y="4289"/>
                </a:lnTo>
                <a:lnTo>
                  <a:pt x="7519" y="4289"/>
                </a:lnTo>
                <a:lnTo>
                  <a:pt x="7520" y="4289"/>
                </a:lnTo>
                <a:lnTo>
                  <a:pt x="7521" y="4289"/>
                </a:lnTo>
                <a:lnTo>
                  <a:pt x="7522" y="4289"/>
                </a:lnTo>
                <a:lnTo>
                  <a:pt x="7523" y="4289"/>
                </a:lnTo>
                <a:lnTo>
                  <a:pt x="7524" y="4289"/>
                </a:lnTo>
                <a:lnTo>
                  <a:pt x="7525" y="4289"/>
                </a:lnTo>
                <a:lnTo>
                  <a:pt x="7526" y="4289"/>
                </a:lnTo>
                <a:lnTo>
                  <a:pt x="7527" y="4289"/>
                </a:lnTo>
                <a:lnTo>
                  <a:pt x="7528" y="4289"/>
                </a:lnTo>
                <a:lnTo>
                  <a:pt x="7529" y="4289"/>
                </a:lnTo>
                <a:lnTo>
                  <a:pt x="7530" y="4289"/>
                </a:lnTo>
                <a:lnTo>
                  <a:pt x="7531" y="4289"/>
                </a:lnTo>
                <a:lnTo>
                  <a:pt x="7532" y="4289"/>
                </a:lnTo>
                <a:lnTo>
                  <a:pt x="7533" y="4289"/>
                </a:lnTo>
                <a:lnTo>
                  <a:pt x="7534" y="4289"/>
                </a:lnTo>
                <a:lnTo>
                  <a:pt x="7535" y="4289"/>
                </a:lnTo>
                <a:lnTo>
                  <a:pt x="7536" y="4289"/>
                </a:lnTo>
                <a:lnTo>
                  <a:pt x="7537" y="4289"/>
                </a:lnTo>
                <a:lnTo>
                  <a:pt x="7538" y="4289"/>
                </a:lnTo>
                <a:lnTo>
                  <a:pt x="7539" y="4289"/>
                </a:lnTo>
                <a:lnTo>
                  <a:pt x="7540" y="4289"/>
                </a:lnTo>
                <a:lnTo>
                  <a:pt x="7541" y="4289"/>
                </a:lnTo>
                <a:lnTo>
                  <a:pt x="7542" y="4289"/>
                </a:lnTo>
                <a:lnTo>
                  <a:pt x="7543" y="4289"/>
                </a:lnTo>
                <a:lnTo>
                  <a:pt x="7544" y="4289"/>
                </a:lnTo>
                <a:lnTo>
                  <a:pt x="7545" y="4289"/>
                </a:lnTo>
                <a:lnTo>
                  <a:pt x="7546" y="4289"/>
                </a:lnTo>
                <a:lnTo>
                  <a:pt x="7547" y="4289"/>
                </a:lnTo>
                <a:lnTo>
                  <a:pt x="7548" y="4289"/>
                </a:lnTo>
                <a:lnTo>
                  <a:pt x="7549" y="4289"/>
                </a:lnTo>
                <a:lnTo>
                  <a:pt x="7550" y="4289"/>
                </a:lnTo>
                <a:lnTo>
                  <a:pt x="7551" y="4289"/>
                </a:lnTo>
                <a:lnTo>
                  <a:pt x="7552" y="4289"/>
                </a:lnTo>
                <a:lnTo>
                  <a:pt x="7553" y="4289"/>
                </a:lnTo>
                <a:lnTo>
                  <a:pt x="7554" y="4289"/>
                </a:lnTo>
                <a:lnTo>
                  <a:pt x="7555" y="4289"/>
                </a:lnTo>
                <a:lnTo>
                  <a:pt x="7556" y="4289"/>
                </a:lnTo>
                <a:lnTo>
                  <a:pt x="7557" y="4289"/>
                </a:lnTo>
                <a:lnTo>
                  <a:pt x="7558" y="4289"/>
                </a:lnTo>
                <a:lnTo>
                  <a:pt x="7559" y="4289"/>
                </a:lnTo>
                <a:lnTo>
                  <a:pt x="7560" y="4289"/>
                </a:lnTo>
                <a:lnTo>
                  <a:pt x="7561" y="4289"/>
                </a:lnTo>
                <a:lnTo>
                  <a:pt x="7562" y="4289"/>
                </a:lnTo>
                <a:lnTo>
                  <a:pt x="7563" y="4289"/>
                </a:lnTo>
                <a:lnTo>
                  <a:pt x="7564" y="4289"/>
                </a:lnTo>
                <a:lnTo>
                  <a:pt x="7565" y="4289"/>
                </a:lnTo>
                <a:lnTo>
                  <a:pt x="7566" y="4289"/>
                </a:lnTo>
                <a:lnTo>
                  <a:pt x="7567" y="4289"/>
                </a:lnTo>
                <a:lnTo>
                  <a:pt x="7568" y="4289"/>
                </a:lnTo>
                <a:lnTo>
                  <a:pt x="7569" y="4289"/>
                </a:lnTo>
                <a:lnTo>
                  <a:pt x="7570" y="4289"/>
                </a:lnTo>
                <a:lnTo>
                  <a:pt x="7571" y="4289"/>
                </a:lnTo>
                <a:lnTo>
                  <a:pt x="7572" y="4289"/>
                </a:lnTo>
                <a:lnTo>
                  <a:pt x="7573" y="4289"/>
                </a:lnTo>
                <a:lnTo>
                  <a:pt x="7574" y="4289"/>
                </a:lnTo>
                <a:lnTo>
                  <a:pt x="7575" y="4289"/>
                </a:lnTo>
                <a:lnTo>
                  <a:pt x="7576" y="4289"/>
                </a:lnTo>
                <a:lnTo>
                  <a:pt x="7577" y="4289"/>
                </a:lnTo>
                <a:lnTo>
                  <a:pt x="7578" y="4289"/>
                </a:lnTo>
                <a:lnTo>
                  <a:pt x="7579" y="4289"/>
                </a:lnTo>
                <a:lnTo>
                  <a:pt x="7580" y="4289"/>
                </a:lnTo>
                <a:lnTo>
                  <a:pt x="7581" y="4289"/>
                </a:lnTo>
                <a:lnTo>
                  <a:pt x="7582" y="4289"/>
                </a:lnTo>
                <a:lnTo>
                  <a:pt x="7583" y="4289"/>
                </a:lnTo>
                <a:lnTo>
                  <a:pt x="7584" y="4289"/>
                </a:lnTo>
                <a:lnTo>
                  <a:pt x="7585" y="4289"/>
                </a:lnTo>
                <a:lnTo>
                  <a:pt x="7586" y="4289"/>
                </a:lnTo>
                <a:lnTo>
                  <a:pt x="7587" y="4289"/>
                </a:lnTo>
                <a:lnTo>
                  <a:pt x="7588" y="4289"/>
                </a:lnTo>
                <a:lnTo>
                  <a:pt x="7589" y="4289"/>
                </a:lnTo>
                <a:lnTo>
                  <a:pt x="7590" y="4289"/>
                </a:lnTo>
                <a:lnTo>
                  <a:pt x="7591" y="4289"/>
                </a:lnTo>
                <a:lnTo>
                  <a:pt x="7592" y="4289"/>
                </a:lnTo>
                <a:lnTo>
                  <a:pt x="7593" y="4289"/>
                </a:lnTo>
                <a:lnTo>
                  <a:pt x="7594" y="4289"/>
                </a:lnTo>
                <a:lnTo>
                  <a:pt x="7595" y="4289"/>
                </a:lnTo>
                <a:lnTo>
                  <a:pt x="7596" y="4289"/>
                </a:lnTo>
                <a:lnTo>
                  <a:pt x="7597" y="4289"/>
                </a:lnTo>
                <a:lnTo>
                  <a:pt x="7598" y="4289"/>
                </a:lnTo>
                <a:lnTo>
                  <a:pt x="7599" y="4289"/>
                </a:lnTo>
                <a:lnTo>
                  <a:pt x="7600" y="4289"/>
                </a:lnTo>
                <a:lnTo>
                  <a:pt x="7601" y="4289"/>
                </a:lnTo>
                <a:lnTo>
                  <a:pt x="7602" y="4289"/>
                </a:lnTo>
                <a:lnTo>
                  <a:pt x="7603" y="4289"/>
                </a:lnTo>
                <a:lnTo>
                  <a:pt x="7604" y="4289"/>
                </a:lnTo>
                <a:lnTo>
                  <a:pt x="7605" y="4289"/>
                </a:lnTo>
                <a:lnTo>
                  <a:pt x="7606" y="4289"/>
                </a:lnTo>
                <a:lnTo>
                  <a:pt x="7607" y="4289"/>
                </a:lnTo>
                <a:lnTo>
                  <a:pt x="7608" y="4289"/>
                </a:lnTo>
                <a:lnTo>
                  <a:pt x="7609" y="4289"/>
                </a:lnTo>
                <a:lnTo>
                  <a:pt x="7610" y="4289"/>
                </a:lnTo>
                <a:lnTo>
                  <a:pt x="7611" y="4289"/>
                </a:lnTo>
                <a:lnTo>
                  <a:pt x="7612" y="4289"/>
                </a:lnTo>
                <a:lnTo>
                  <a:pt x="7613" y="4289"/>
                </a:lnTo>
                <a:lnTo>
                  <a:pt x="7614" y="4289"/>
                </a:lnTo>
                <a:lnTo>
                  <a:pt x="7615" y="4289"/>
                </a:lnTo>
                <a:lnTo>
                  <a:pt x="7616" y="4289"/>
                </a:lnTo>
                <a:lnTo>
                  <a:pt x="7617" y="4289"/>
                </a:lnTo>
                <a:lnTo>
                  <a:pt x="7618" y="4289"/>
                </a:lnTo>
                <a:lnTo>
                  <a:pt x="7619" y="4289"/>
                </a:lnTo>
                <a:lnTo>
                  <a:pt x="7620" y="4289"/>
                </a:lnTo>
                <a:lnTo>
                  <a:pt x="7621" y="4289"/>
                </a:lnTo>
                <a:lnTo>
                  <a:pt x="7622" y="4289"/>
                </a:lnTo>
                <a:lnTo>
                  <a:pt x="7623" y="4289"/>
                </a:lnTo>
                <a:lnTo>
                  <a:pt x="7624" y="4289"/>
                </a:lnTo>
                <a:lnTo>
                  <a:pt x="7625" y="4289"/>
                </a:lnTo>
                <a:lnTo>
                  <a:pt x="7626" y="4289"/>
                </a:lnTo>
                <a:lnTo>
                  <a:pt x="7627" y="4289"/>
                </a:lnTo>
                <a:lnTo>
                  <a:pt x="7628" y="4289"/>
                </a:lnTo>
                <a:lnTo>
                  <a:pt x="7629" y="4289"/>
                </a:lnTo>
                <a:lnTo>
                  <a:pt x="7630" y="4289"/>
                </a:lnTo>
                <a:lnTo>
                  <a:pt x="7631" y="4289"/>
                </a:lnTo>
                <a:lnTo>
                  <a:pt x="7632" y="4289"/>
                </a:lnTo>
                <a:lnTo>
                  <a:pt x="7633" y="4289"/>
                </a:lnTo>
                <a:lnTo>
                  <a:pt x="7634" y="4289"/>
                </a:lnTo>
                <a:lnTo>
                  <a:pt x="7635" y="4289"/>
                </a:lnTo>
                <a:lnTo>
                  <a:pt x="7636" y="4289"/>
                </a:lnTo>
                <a:lnTo>
                  <a:pt x="7637" y="4289"/>
                </a:lnTo>
                <a:lnTo>
                  <a:pt x="7638" y="4289"/>
                </a:lnTo>
                <a:lnTo>
                  <a:pt x="7639" y="4289"/>
                </a:lnTo>
                <a:lnTo>
                  <a:pt x="7640" y="4289"/>
                </a:lnTo>
                <a:lnTo>
                  <a:pt x="7641" y="4289"/>
                </a:lnTo>
                <a:lnTo>
                  <a:pt x="7642" y="4289"/>
                </a:lnTo>
                <a:lnTo>
                  <a:pt x="7643" y="4289"/>
                </a:lnTo>
                <a:lnTo>
                  <a:pt x="7644" y="4289"/>
                </a:lnTo>
                <a:lnTo>
                  <a:pt x="7645" y="4289"/>
                </a:lnTo>
                <a:lnTo>
                  <a:pt x="7646" y="4289"/>
                </a:lnTo>
                <a:lnTo>
                  <a:pt x="7647" y="4289"/>
                </a:lnTo>
                <a:lnTo>
                  <a:pt x="7648" y="4289"/>
                </a:lnTo>
                <a:lnTo>
                  <a:pt x="7649" y="4289"/>
                </a:lnTo>
                <a:lnTo>
                  <a:pt x="7650" y="4289"/>
                </a:lnTo>
                <a:lnTo>
                  <a:pt x="7651" y="4289"/>
                </a:lnTo>
                <a:lnTo>
                  <a:pt x="7652" y="4289"/>
                </a:lnTo>
                <a:lnTo>
                  <a:pt x="7653" y="4289"/>
                </a:lnTo>
                <a:lnTo>
                  <a:pt x="7654" y="4289"/>
                </a:lnTo>
                <a:lnTo>
                  <a:pt x="7655" y="4289"/>
                </a:lnTo>
                <a:lnTo>
                  <a:pt x="7656" y="4289"/>
                </a:lnTo>
                <a:lnTo>
                  <a:pt x="7657" y="4289"/>
                </a:lnTo>
                <a:lnTo>
                  <a:pt x="7658" y="4289"/>
                </a:lnTo>
                <a:lnTo>
                  <a:pt x="7659" y="4289"/>
                </a:lnTo>
                <a:lnTo>
                  <a:pt x="7660" y="4289"/>
                </a:lnTo>
                <a:lnTo>
                  <a:pt x="7661" y="4289"/>
                </a:lnTo>
                <a:lnTo>
                  <a:pt x="7662" y="4289"/>
                </a:lnTo>
                <a:lnTo>
                  <a:pt x="7663" y="4289"/>
                </a:lnTo>
                <a:lnTo>
                  <a:pt x="7664" y="4289"/>
                </a:lnTo>
                <a:lnTo>
                  <a:pt x="7665" y="4289"/>
                </a:lnTo>
                <a:lnTo>
                  <a:pt x="7666" y="4289"/>
                </a:lnTo>
                <a:lnTo>
                  <a:pt x="7667" y="4289"/>
                </a:lnTo>
                <a:lnTo>
                  <a:pt x="7668" y="4289"/>
                </a:lnTo>
                <a:lnTo>
                  <a:pt x="7669" y="4289"/>
                </a:lnTo>
                <a:lnTo>
                  <a:pt x="7670" y="4289"/>
                </a:lnTo>
                <a:lnTo>
                  <a:pt x="7671" y="4289"/>
                </a:lnTo>
                <a:lnTo>
                  <a:pt x="7672" y="4289"/>
                </a:lnTo>
                <a:lnTo>
                  <a:pt x="7673" y="4289"/>
                </a:lnTo>
                <a:lnTo>
                  <a:pt x="7674" y="4289"/>
                </a:lnTo>
                <a:lnTo>
                  <a:pt x="7675" y="4289"/>
                </a:lnTo>
                <a:lnTo>
                  <a:pt x="7676" y="4289"/>
                </a:lnTo>
                <a:lnTo>
                  <a:pt x="7677" y="4289"/>
                </a:lnTo>
                <a:lnTo>
                  <a:pt x="7678" y="4289"/>
                </a:lnTo>
                <a:lnTo>
                  <a:pt x="7679" y="4289"/>
                </a:lnTo>
                <a:lnTo>
                  <a:pt x="7680" y="4289"/>
                </a:lnTo>
                <a:lnTo>
                  <a:pt x="7681" y="4289"/>
                </a:lnTo>
                <a:lnTo>
                  <a:pt x="7682" y="4289"/>
                </a:lnTo>
                <a:lnTo>
                  <a:pt x="7683" y="4289"/>
                </a:lnTo>
                <a:lnTo>
                  <a:pt x="7684" y="4289"/>
                </a:lnTo>
                <a:lnTo>
                  <a:pt x="7685" y="4289"/>
                </a:lnTo>
                <a:lnTo>
                  <a:pt x="7686" y="4289"/>
                </a:lnTo>
                <a:lnTo>
                  <a:pt x="7687" y="4289"/>
                </a:lnTo>
                <a:lnTo>
                  <a:pt x="7688" y="4289"/>
                </a:lnTo>
                <a:lnTo>
                  <a:pt x="7689" y="4289"/>
                </a:lnTo>
                <a:lnTo>
                  <a:pt x="7690" y="4289"/>
                </a:lnTo>
                <a:lnTo>
                  <a:pt x="7691" y="4289"/>
                </a:lnTo>
                <a:lnTo>
                  <a:pt x="7692" y="4289"/>
                </a:lnTo>
                <a:lnTo>
                  <a:pt x="7693" y="4289"/>
                </a:lnTo>
                <a:lnTo>
                  <a:pt x="7694" y="4289"/>
                </a:lnTo>
                <a:lnTo>
                  <a:pt x="7695" y="4289"/>
                </a:lnTo>
                <a:lnTo>
                  <a:pt x="7696" y="4289"/>
                </a:lnTo>
                <a:lnTo>
                  <a:pt x="7697" y="4289"/>
                </a:lnTo>
                <a:lnTo>
                  <a:pt x="7698" y="4289"/>
                </a:lnTo>
                <a:lnTo>
                  <a:pt x="7699" y="4289"/>
                </a:lnTo>
                <a:lnTo>
                  <a:pt x="7700" y="4289"/>
                </a:lnTo>
                <a:lnTo>
                  <a:pt x="7701" y="4289"/>
                </a:lnTo>
                <a:lnTo>
                  <a:pt x="7702" y="4289"/>
                </a:lnTo>
                <a:lnTo>
                  <a:pt x="7703" y="4289"/>
                </a:lnTo>
                <a:lnTo>
                  <a:pt x="7704" y="4289"/>
                </a:lnTo>
                <a:lnTo>
                  <a:pt x="7705" y="4289"/>
                </a:lnTo>
                <a:lnTo>
                  <a:pt x="7706" y="4289"/>
                </a:lnTo>
                <a:lnTo>
                  <a:pt x="7707" y="4289"/>
                </a:lnTo>
                <a:lnTo>
                  <a:pt x="7708" y="4289"/>
                </a:lnTo>
                <a:lnTo>
                  <a:pt x="7709" y="4289"/>
                </a:lnTo>
                <a:lnTo>
                  <a:pt x="7710" y="4289"/>
                </a:lnTo>
                <a:lnTo>
                  <a:pt x="7711" y="4289"/>
                </a:lnTo>
                <a:lnTo>
                  <a:pt x="7712" y="4289"/>
                </a:lnTo>
                <a:lnTo>
                  <a:pt x="7713" y="4289"/>
                </a:lnTo>
                <a:lnTo>
                  <a:pt x="7714" y="4289"/>
                </a:lnTo>
                <a:lnTo>
                  <a:pt x="7715" y="4289"/>
                </a:lnTo>
                <a:lnTo>
                  <a:pt x="7716" y="4289"/>
                </a:lnTo>
                <a:lnTo>
                  <a:pt x="7717" y="4289"/>
                </a:lnTo>
                <a:lnTo>
                  <a:pt x="7718" y="4289"/>
                </a:lnTo>
                <a:lnTo>
                  <a:pt x="7719" y="4289"/>
                </a:lnTo>
                <a:lnTo>
                  <a:pt x="7720" y="4289"/>
                </a:lnTo>
                <a:lnTo>
                  <a:pt x="7721" y="4289"/>
                </a:lnTo>
                <a:lnTo>
                  <a:pt x="7722" y="4289"/>
                </a:lnTo>
                <a:lnTo>
                  <a:pt x="7723" y="4289"/>
                </a:lnTo>
                <a:lnTo>
                  <a:pt x="7724" y="4289"/>
                </a:lnTo>
                <a:lnTo>
                  <a:pt x="7725" y="4289"/>
                </a:lnTo>
                <a:lnTo>
                  <a:pt x="7726" y="4289"/>
                </a:lnTo>
                <a:lnTo>
                  <a:pt x="7727" y="4289"/>
                </a:lnTo>
                <a:lnTo>
                  <a:pt x="7728" y="4289"/>
                </a:lnTo>
                <a:lnTo>
                  <a:pt x="7729" y="4289"/>
                </a:lnTo>
                <a:lnTo>
                  <a:pt x="7730" y="4289"/>
                </a:lnTo>
                <a:lnTo>
                  <a:pt x="7731" y="4289"/>
                </a:lnTo>
                <a:lnTo>
                  <a:pt x="7732" y="4289"/>
                </a:lnTo>
                <a:lnTo>
                  <a:pt x="7733" y="4289"/>
                </a:lnTo>
                <a:lnTo>
                  <a:pt x="7734" y="4289"/>
                </a:lnTo>
                <a:lnTo>
                  <a:pt x="7735" y="4289"/>
                </a:lnTo>
                <a:lnTo>
                  <a:pt x="7736" y="4289"/>
                </a:lnTo>
                <a:lnTo>
                  <a:pt x="7737" y="4289"/>
                </a:lnTo>
                <a:lnTo>
                  <a:pt x="7738" y="4289"/>
                </a:lnTo>
                <a:lnTo>
                  <a:pt x="7739" y="4289"/>
                </a:lnTo>
                <a:lnTo>
                  <a:pt x="7740" y="4289"/>
                </a:lnTo>
                <a:lnTo>
                  <a:pt x="7741" y="4289"/>
                </a:lnTo>
                <a:lnTo>
                  <a:pt x="7742" y="4289"/>
                </a:lnTo>
                <a:lnTo>
                  <a:pt x="7743" y="4289"/>
                </a:lnTo>
                <a:lnTo>
                  <a:pt x="7744" y="4289"/>
                </a:lnTo>
                <a:lnTo>
                  <a:pt x="7745" y="4289"/>
                </a:lnTo>
                <a:lnTo>
                  <a:pt x="7746" y="4289"/>
                </a:lnTo>
                <a:lnTo>
                  <a:pt x="7747" y="4289"/>
                </a:lnTo>
                <a:lnTo>
                  <a:pt x="7748" y="4289"/>
                </a:lnTo>
                <a:lnTo>
                  <a:pt x="7749" y="4289"/>
                </a:lnTo>
                <a:lnTo>
                  <a:pt x="7750" y="4289"/>
                </a:lnTo>
                <a:lnTo>
                  <a:pt x="7751" y="4289"/>
                </a:lnTo>
                <a:lnTo>
                  <a:pt x="7752" y="4289"/>
                </a:lnTo>
                <a:lnTo>
                  <a:pt x="7753" y="4289"/>
                </a:lnTo>
                <a:lnTo>
                  <a:pt x="7754" y="4289"/>
                </a:lnTo>
                <a:lnTo>
                  <a:pt x="7755" y="4289"/>
                </a:lnTo>
                <a:lnTo>
                  <a:pt x="7756" y="4289"/>
                </a:lnTo>
                <a:lnTo>
                  <a:pt x="7757" y="4289"/>
                </a:lnTo>
                <a:lnTo>
                  <a:pt x="7758" y="4289"/>
                </a:lnTo>
                <a:lnTo>
                  <a:pt x="7759" y="4289"/>
                </a:lnTo>
                <a:lnTo>
                  <a:pt x="7760" y="4289"/>
                </a:lnTo>
                <a:lnTo>
                  <a:pt x="7761" y="4289"/>
                </a:lnTo>
                <a:lnTo>
                  <a:pt x="7762" y="4289"/>
                </a:lnTo>
                <a:lnTo>
                  <a:pt x="7763" y="4289"/>
                </a:lnTo>
                <a:lnTo>
                  <a:pt x="7764" y="4289"/>
                </a:lnTo>
                <a:lnTo>
                  <a:pt x="7765" y="4289"/>
                </a:lnTo>
                <a:lnTo>
                  <a:pt x="7766" y="4289"/>
                </a:lnTo>
                <a:lnTo>
                  <a:pt x="7767" y="4289"/>
                </a:lnTo>
                <a:lnTo>
                  <a:pt x="7768" y="4289"/>
                </a:lnTo>
                <a:lnTo>
                  <a:pt x="7769" y="4289"/>
                </a:lnTo>
                <a:lnTo>
                  <a:pt x="7770" y="4289"/>
                </a:lnTo>
                <a:lnTo>
                  <a:pt x="7771" y="4289"/>
                </a:lnTo>
                <a:lnTo>
                  <a:pt x="7772" y="4289"/>
                </a:lnTo>
                <a:lnTo>
                  <a:pt x="7773" y="4289"/>
                </a:lnTo>
                <a:lnTo>
                  <a:pt x="7774" y="4289"/>
                </a:lnTo>
                <a:lnTo>
                  <a:pt x="7775" y="4289"/>
                </a:lnTo>
                <a:lnTo>
                  <a:pt x="7776" y="4289"/>
                </a:lnTo>
                <a:lnTo>
                  <a:pt x="7777" y="4289"/>
                </a:lnTo>
                <a:lnTo>
                  <a:pt x="7778" y="4289"/>
                </a:lnTo>
                <a:lnTo>
                  <a:pt x="7779" y="4289"/>
                </a:lnTo>
                <a:lnTo>
                  <a:pt x="7780" y="4289"/>
                </a:lnTo>
                <a:lnTo>
                  <a:pt x="7781" y="4289"/>
                </a:lnTo>
                <a:lnTo>
                  <a:pt x="7782" y="4289"/>
                </a:lnTo>
                <a:lnTo>
                  <a:pt x="7783" y="4289"/>
                </a:lnTo>
                <a:lnTo>
                  <a:pt x="7784" y="4289"/>
                </a:lnTo>
                <a:lnTo>
                  <a:pt x="7785" y="4289"/>
                </a:lnTo>
                <a:lnTo>
                  <a:pt x="7786" y="4289"/>
                </a:lnTo>
                <a:lnTo>
                  <a:pt x="7787" y="4289"/>
                </a:lnTo>
                <a:lnTo>
                  <a:pt x="7788" y="4289"/>
                </a:lnTo>
                <a:lnTo>
                  <a:pt x="7789" y="4289"/>
                </a:lnTo>
                <a:lnTo>
                  <a:pt x="7790" y="4289"/>
                </a:lnTo>
                <a:lnTo>
                  <a:pt x="7791" y="4289"/>
                </a:lnTo>
                <a:lnTo>
                  <a:pt x="7792" y="4289"/>
                </a:lnTo>
                <a:lnTo>
                  <a:pt x="7793" y="4289"/>
                </a:lnTo>
                <a:lnTo>
                  <a:pt x="7794" y="4289"/>
                </a:lnTo>
                <a:lnTo>
                  <a:pt x="7795" y="4289"/>
                </a:lnTo>
                <a:lnTo>
                  <a:pt x="7796" y="4289"/>
                </a:lnTo>
                <a:lnTo>
                  <a:pt x="7797" y="4289"/>
                </a:lnTo>
                <a:lnTo>
                  <a:pt x="7798" y="4289"/>
                </a:lnTo>
                <a:lnTo>
                  <a:pt x="7799" y="4289"/>
                </a:lnTo>
                <a:lnTo>
                  <a:pt x="7800" y="4289"/>
                </a:lnTo>
                <a:lnTo>
                  <a:pt x="7801" y="4289"/>
                </a:lnTo>
                <a:lnTo>
                  <a:pt x="7802" y="4289"/>
                </a:lnTo>
                <a:lnTo>
                  <a:pt x="7803" y="4289"/>
                </a:lnTo>
                <a:lnTo>
                  <a:pt x="7804" y="4289"/>
                </a:lnTo>
                <a:lnTo>
                  <a:pt x="7805" y="4289"/>
                </a:lnTo>
                <a:lnTo>
                  <a:pt x="7806" y="4289"/>
                </a:lnTo>
                <a:lnTo>
                  <a:pt x="7807" y="4289"/>
                </a:lnTo>
                <a:lnTo>
                  <a:pt x="7808" y="4289"/>
                </a:lnTo>
                <a:lnTo>
                  <a:pt x="7809" y="4289"/>
                </a:lnTo>
                <a:lnTo>
                  <a:pt x="7810" y="4289"/>
                </a:lnTo>
                <a:lnTo>
                  <a:pt x="7811" y="4289"/>
                </a:lnTo>
                <a:lnTo>
                  <a:pt x="7812" y="4289"/>
                </a:lnTo>
                <a:lnTo>
                  <a:pt x="7813" y="4289"/>
                </a:lnTo>
                <a:lnTo>
                  <a:pt x="7814" y="4289"/>
                </a:lnTo>
                <a:lnTo>
                  <a:pt x="7815" y="4289"/>
                </a:lnTo>
                <a:lnTo>
                  <a:pt x="7816" y="4289"/>
                </a:lnTo>
                <a:lnTo>
                  <a:pt x="7817" y="4289"/>
                </a:lnTo>
                <a:lnTo>
                  <a:pt x="7818" y="4289"/>
                </a:lnTo>
                <a:lnTo>
                  <a:pt x="7819" y="4289"/>
                </a:lnTo>
                <a:lnTo>
                  <a:pt x="7820" y="4289"/>
                </a:lnTo>
                <a:lnTo>
                  <a:pt x="7821" y="4289"/>
                </a:lnTo>
                <a:lnTo>
                  <a:pt x="7822" y="4289"/>
                </a:lnTo>
                <a:lnTo>
                  <a:pt x="7823" y="4289"/>
                </a:lnTo>
                <a:lnTo>
                  <a:pt x="7824" y="4289"/>
                </a:lnTo>
                <a:lnTo>
                  <a:pt x="7825" y="4289"/>
                </a:lnTo>
                <a:lnTo>
                  <a:pt x="7826" y="4289"/>
                </a:lnTo>
                <a:lnTo>
                  <a:pt x="7827" y="4289"/>
                </a:lnTo>
                <a:lnTo>
                  <a:pt x="7828" y="4289"/>
                </a:lnTo>
                <a:lnTo>
                  <a:pt x="7829" y="4289"/>
                </a:lnTo>
                <a:lnTo>
                  <a:pt x="7830" y="4289"/>
                </a:lnTo>
                <a:lnTo>
                  <a:pt x="7831" y="4289"/>
                </a:lnTo>
                <a:lnTo>
                  <a:pt x="7832" y="4289"/>
                </a:lnTo>
                <a:lnTo>
                  <a:pt x="7833" y="4289"/>
                </a:lnTo>
                <a:lnTo>
                  <a:pt x="7834" y="4289"/>
                </a:lnTo>
                <a:lnTo>
                  <a:pt x="7835" y="4289"/>
                </a:lnTo>
                <a:lnTo>
                  <a:pt x="7836" y="4289"/>
                </a:lnTo>
                <a:lnTo>
                  <a:pt x="7837" y="4289"/>
                </a:lnTo>
                <a:lnTo>
                  <a:pt x="7838" y="4289"/>
                </a:lnTo>
                <a:lnTo>
                  <a:pt x="7839" y="4289"/>
                </a:lnTo>
                <a:lnTo>
                  <a:pt x="7840" y="4289"/>
                </a:lnTo>
                <a:lnTo>
                  <a:pt x="7841" y="4289"/>
                </a:lnTo>
                <a:lnTo>
                  <a:pt x="7842" y="4289"/>
                </a:lnTo>
                <a:lnTo>
                  <a:pt x="7843" y="4289"/>
                </a:lnTo>
                <a:lnTo>
                  <a:pt x="7844" y="4289"/>
                </a:lnTo>
                <a:lnTo>
                  <a:pt x="7845" y="4289"/>
                </a:lnTo>
                <a:lnTo>
                  <a:pt x="7846" y="4289"/>
                </a:lnTo>
                <a:lnTo>
                  <a:pt x="7847" y="4289"/>
                </a:lnTo>
                <a:lnTo>
                  <a:pt x="7848" y="4289"/>
                </a:lnTo>
                <a:lnTo>
                  <a:pt x="7849" y="4289"/>
                </a:lnTo>
                <a:lnTo>
                  <a:pt x="7850" y="4289"/>
                </a:lnTo>
                <a:lnTo>
                  <a:pt x="7851" y="4289"/>
                </a:lnTo>
                <a:lnTo>
                  <a:pt x="7852" y="4289"/>
                </a:lnTo>
                <a:lnTo>
                  <a:pt x="7853" y="4289"/>
                </a:lnTo>
                <a:lnTo>
                  <a:pt x="7854" y="4289"/>
                </a:lnTo>
                <a:lnTo>
                  <a:pt x="7855" y="4289"/>
                </a:lnTo>
                <a:lnTo>
                  <a:pt x="7856" y="4289"/>
                </a:lnTo>
                <a:lnTo>
                  <a:pt x="7857" y="4289"/>
                </a:lnTo>
                <a:lnTo>
                  <a:pt x="7858" y="4289"/>
                </a:lnTo>
                <a:lnTo>
                  <a:pt x="7859" y="4289"/>
                </a:lnTo>
                <a:lnTo>
                  <a:pt x="7860" y="4289"/>
                </a:lnTo>
                <a:lnTo>
                  <a:pt x="7861" y="4289"/>
                </a:lnTo>
                <a:lnTo>
                  <a:pt x="7862" y="4289"/>
                </a:lnTo>
                <a:lnTo>
                  <a:pt x="7863" y="4289"/>
                </a:lnTo>
                <a:lnTo>
                  <a:pt x="7864" y="4289"/>
                </a:lnTo>
                <a:lnTo>
                  <a:pt x="7865" y="4289"/>
                </a:lnTo>
                <a:lnTo>
                  <a:pt x="7866" y="4289"/>
                </a:lnTo>
                <a:lnTo>
                  <a:pt x="7867" y="4289"/>
                </a:lnTo>
                <a:lnTo>
                  <a:pt x="7868" y="4289"/>
                </a:lnTo>
                <a:lnTo>
                  <a:pt x="7869" y="4289"/>
                </a:lnTo>
                <a:lnTo>
                  <a:pt x="7870" y="4289"/>
                </a:lnTo>
                <a:lnTo>
                  <a:pt x="7871" y="4289"/>
                </a:lnTo>
                <a:lnTo>
                  <a:pt x="7872" y="4289"/>
                </a:lnTo>
                <a:lnTo>
                  <a:pt x="7873" y="4289"/>
                </a:lnTo>
                <a:lnTo>
                  <a:pt x="7874" y="4289"/>
                </a:lnTo>
                <a:lnTo>
                  <a:pt x="7875" y="4289"/>
                </a:lnTo>
                <a:lnTo>
                  <a:pt x="7876" y="4289"/>
                </a:lnTo>
                <a:lnTo>
                  <a:pt x="7877" y="4289"/>
                </a:lnTo>
                <a:lnTo>
                  <a:pt x="7878" y="4289"/>
                </a:lnTo>
                <a:lnTo>
                  <a:pt x="7879" y="4289"/>
                </a:lnTo>
                <a:lnTo>
                  <a:pt x="7880" y="4289"/>
                </a:lnTo>
                <a:lnTo>
                  <a:pt x="7881" y="4289"/>
                </a:lnTo>
                <a:lnTo>
                  <a:pt x="7882" y="4289"/>
                </a:lnTo>
                <a:lnTo>
                  <a:pt x="7883" y="4289"/>
                </a:lnTo>
                <a:lnTo>
                  <a:pt x="7884" y="4289"/>
                </a:lnTo>
                <a:lnTo>
                  <a:pt x="7885" y="4289"/>
                </a:lnTo>
                <a:lnTo>
                  <a:pt x="7886" y="4289"/>
                </a:lnTo>
                <a:lnTo>
                  <a:pt x="7887" y="4289"/>
                </a:lnTo>
                <a:lnTo>
                  <a:pt x="7888" y="4289"/>
                </a:lnTo>
                <a:lnTo>
                  <a:pt x="7889" y="4289"/>
                </a:lnTo>
                <a:lnTo>
                  <a:pt x="7890" y="4289"/>
                </a:lnTo>
                <a:lnTo>
                  <a:pt x="7891" y="4289"/>
                </a:lnTo>
                <a:lnTo>
                  <a:pt x="7892" y="4289"/>
                </a:lnTo>
                <a:lnTo>
                  <a:pt x="7893" y="4289"/>
                </a:lnTo>
                <a:lnTo>
                  <a:pt x="7894" y="4289"/>
                </a:lnTo>
                <a:lnTo>
                  <a:pt x="7895" y="4289"/>
                </a:lnTo>
                <a:lnTo>
                  <a:pt x="7896" y="4289"/>
                </a:lnTo>
                <a:lnTo>
                  <a:pt x="7897" y="4289"/>
                </a:lnTo>
                <a:lnTo>
                  <a:pt x="7898" y="4289"/>
                </a:lnTo>
                <a:lnTo>
                  <a:pt x="7899" y="4289"/>
                </a:lnTo>
                <a:lnTo>
                  <a:pt x="7900" y="4289"/>
                </a:lnTo>
                <a:lnTo>
                  <a:pt x="7901" y="4289"/>
                </a:lnTo>
                <a:lnTo>
                  <a:pt x="7902" y="4289"/>
                </a:lnTo>
                <a:lnTo>
                  <a:pt x="7903" y="4289"/>
                </a:lnTo>
                <a:lnTo>
                  <a:pt x="7904" y="4289"/>
                </a:lnTo>
                <a:lnTo>
                  <a:pt x="7905" y="4289"/>
                </a:lnTo>
                <a:lnTo>
                  <a:pt x="7906" y="4289"/>
                </a:lnTo>
                <a:lnTo>
                  <a:pt x="7907" y="4289"/>
                </a:lnTo>
                <a:lnTo>
                  <a:pt x="7908" y="4289"/>
                </a:lnTo>
                <a:lnTo>
                  <a:pt x="7909" y="4289"/>
                </a:lnTo>
                <a:lnTo>
                  <a:pt x="7910" y="4289"/>
                </a:lnTo>
                <a:lnTo>
                  <a:pt x="7911" y="4289"/>
                </a:lnTo>
                <a:lnTo>
                  <a:pt x="7912" y="4289"/>
                </a:lnTo>
                <a:lnTo>
                  <a:pt x="7913" y="4289"/>
                </a:lnTo>
                <a:lnTo>
                  <a:pt x="7914" y="4289"/>
                </a:lnTo>
                <a:lnTo>
                  <a:pt x="7915" y="4289"/>
                </a:lnTo>
                <a:lnTo>
                  <a:pt x="7916" y="4289"/>
                </a:lnTo>
                <a:lnTo>
                  <a:pt x="7917" y="4289"/>
                </a:lnTo>
                <a:lnTo>
                  <a:pt x="7918" y="4289"/>
                </a:lnTo>
                <a:lnTo>
                  <a:pt x="7919" y="4289"/>
                </a:lnTo>
                <a:lnTo>
                  <a:pt x="7920" y="4289"/>
                </a:lnTo>
                <a:lnTo>
                  <a:pt x="7921" y="4289"/>
                </a:lnTo>
                <a:lnTo>
                  <a:pt x="7922" y="4289"/>
                </a:lnTo>
                <a:lnTo>
                  <a:pt x="7923" y="4289"/>
                </a:lnTo>
                <a:lnTo>
                  <a:pt x="7924" y="4289"/>
                </a:lnTo>
                <a:lnTo>
                  <a:pt x="7925" y="4289"/>
                </a:lnTo>
                <a:lnTo>
                  <a:pt x="7926" y="4289"/>
                </a:lnTo>
                <a:lnTo>
                  <a:pt x="7927" y="4289"/>
                </a:lnTo>
                <a:lnTo>
                  <a:pt x="7928" y="4289"/>
                </a:lnTo>
                <a:lnTo>
                  <a:pt x="7929" y="4289"/>
                </a:lnTo>
                <a:lnTo>
                  <a:pt x="7930" y="4289"/>
                </a:lnTo>
                <a:lnTo>
                  <a:pt x="7931" y="4289"/>
                </a:lnTo>
                <a:lnTo>
                  <a:pt x="7932" y="4289"/>
                </a:lnTo>
                <a:lnTo>
                  <a:pt x="7933" y="4289"/>
                </a:lnTo>
                <a:lnTo>
                  <a:pt x="7934" y="4289"/>
                </a:lnTo>
                <a:lnTo>
                  <a:pt x="7935" y="4289"/>
                </a:lnTo>
                <a:lnTo>
                  <a:pt x="7936" y="4289"/>
                </a:lnTo>
                <a:lnTo>
                  <a:pt x="7937" y="4289"/>
                </a:lnTo>
                <a:lnTo>
                  <a:pt x="7938" y="4289"/>
                </a:lnTo>
                <a:lnTo>
                  <a:pt x="7939" y="4289"/>
                </a:lnTo>
                <a:lnTo>
                  <a:pt x="7940" y="4289"/>
                </a:lnTo>
                <a:lnTo>
                  <a:pt x="7941" y="4289"/>
                </a:lnTo>
                <a:lnTo>
                  <a:pt x="7942" y="4289"/>
                </a:lnTo>
                <a:lnTo>
                  <a:pt x="7943" y="4289"/>
                </a:lnTo>
                <a:lnTo>
                  <a:pt x="7944" y="4289"/>
                </a:lnTo>
                <a:lnTo>
                  <a:pt x="7945" y="4289"/>
                </a:lnTo>
                <a:lnTo>
                  <a:pt x="7946" y="4289"/>
                </a:lnTo>
                <a:lnTo>
                  <a:pt x="7947" y="4289"/>
                </a:lnTo>
                <a:lnTo>
                  <a:pt x="7948" y="4289"/>
                </a:lnTo>
                <a:lnTo>
                  <a:pt x="7949" y="4289"/>
                </a:lnTo>
                <a:lnTo>
                  <a:pt x="7950" y="4289"/>
                </a:lnTo>
                <a:lnTo>
                  <a:pt x="7951" y="4289"/>
                </a:lnTo>
                <a:lnTo>
                  <a:pt x="7952" y="4289"/>
                </a:lnTo>
                <a:lnTo>
                  <a:pt x="7953" y="4289"/>
                </a:lnTo>
                <a:lnTo>
                  <a:pt x="7954" y="4289"/>
                </a:lnTo>
                <a:lnTo>
                  <a:pt x="7955" y="4289"/>
                </a:lnTo>
                <a:lnTo>
                  <a:pt x="7956" y="4289"/>
                </a:lnTo>
                <a:lnTo>
                  <a:pt x="7957" y="4289"/>
                </a:lnTo>
                <a:lnTo>
                  <a:pt x="7958" y="4289"/>
                </a:lnTo>
                <a:lnTo>
                  <a:pt x="7959" y="4289"/>
                </a:lnTo>
                <a:lnTo>
                  <a:pt x="7960" y="4289"/>
                </a:lnTo>
                <a:lnTo>
                  <a:pt x="7961" y="4289"/>
                </a:lnTo>
                <a:lnTo>
                  <a:pt x="7962" y="4289"/>
                </a:lnTo>
                <a:lnTo>
                  <a:pt x="7963" y="4289"/>
                </a:lnTo>
                <a:lnTo>
                  <a:pt x="7964" y="4289"/>
                </a:lnTo>
                <a:lnTo>
                  <a:pt x="7965" y="4289"/>
                </a:lnTo>
                <a:lnTo>
                  <a:pt x="7966" y="4289"/>
                </a:lnTo>
                <a:lnTo>
                  <a:pt x="7967" y="4289"/>
                </a:lnTo>
                <a:lnTo>
                  <a:pt x="7968" y="4289"/>
                </a:lnTo>
                <a:lnTo>
                  <a:pt x="7969" y="4289"/>
                </a:lnTo>
                <a:lnTo>
                  <a:pt x="7970" y="4289"/>
                </a:lnTo>
                <a:lnTo>
                  <a:pt x="7971" y="4289"/>
                </a:lnTo>
                <a:lnTo>
                  <a:pt x="7972" y="4289"/>
                </a:lnTo>
                <a:lnTo>
                  <a:pt x="7973" y="4289"/>
                </a:lnTo>
                <a:lnTo>
                  <a:pt x="7974" y="4289"/>
                </a:lnTo>
                <a:lnTo>
                  <a:pt x="7975" y="4289"/>
                </a:lnTo>
                <a:lnTo>
                  <a:pt x="7976" y="4289"/>
                </a:lnTo>
                <a:lnTo>
                  <a:pt x="7977" y="4289"/>
                </a:lnTo>
                <a:lnTo>
                  <a:pt x="7978" y="4289"/>
                </a:lnTo>
                <a:lnTo>
                  <a:pt x="7979" y="4289"/>
                </a:lnTo>
                <a:lnTo>
                  <a:pt x="7980" y="4289"/>
                </a:lnTo>
                <a:lnTo>
                  <a:pt x="7981" y="4289"/>
                </a:lnTo>
                <a:lnTo>
                  <a:pt x="7982" y="4289"/>
                </a:lnTo>
                <a:lnTo>
                  <a:pt x="7983" y="4289"/>
                </a:lnTo>
                <a:lnTo>
                  <a:pt x="7984" y="4289"/>
                </a:lnTo>
                <a:lnTo>
                  <a:pt x="7985" y="4289"/>
                </a:lnTo>
                <a:lnTo>
                  <a:pt x="7986" y="4289"/>
                </a:lnTo>
                <a:lnTo>
                  <a:pt x="7987" y="4289"/>
                </a:lnTo>
                <a:lnTo>
                  <a:pt x="7988" y="4289"/>
                </a:lnTo>
                <a:lnTo>
                  <a:pt x="7989" y="4289"/>
                </a:lnTo>
                <a:lnTo>
                  <a:pt x="7990" y="4289"/>
                </a:lnTo>
                <a:lnTo>
                  <a:pt x="7991" y="4289"/>
                </a:lnTo>
                <a:lnTo>
                  <a:pt x="7992" y="4289"/>
                </a:lnTo>
                <a:lnTo>
                  <a:pt x="7993" y="4289"/>
                </a:lnTo>
                <a:lnTo>
                  <a:pt x="7994" y="4289"/>
                </a:lnTo>
                <a:lnTo>
                  <a:pt x="7995" y="4289"/>
                </a:lnTo>
                <a:lnTo>
                  <a:pt x="7996" y="4289"/>
                </a:lnTo>
                <a:lnTo>
                  <a:pt x="7997" y="4289"/>
                </a:lnTo>
                <a:lnTo>
                  <a:pt x="7998" y="4289"/>
                </a:lnTo>
                <a:lnTo>
                  <a:pt x="7999" y="4289"/>
                </a:lnTo>
                <a:lnTo>
                  <a:pt x="8000" y="4289"/>
                </a:lnTo>
                <a:lnTo>
                  <a:pt x="8001" y="4289"/>
                </a:lnTo>
                <a:lnTo>
                  <a:pt x="8002" y="4289"/>
                </a:lnTo>
                <a:lnTo>
                  <a:pt x="8003" y="4289"/>
                </a:lnTo>
                <a:lnTo>
                  <a:pt x="8004" y="4289"/>
                </a:lnTo>
                <a:lnTo>
                  <a:pt x="8005" y="4289"/>
                </a:lnTo>
                <a:lnTo>
                  <a:pt x="8006" y="4289"/>
                </a:lnTo>
                <a:lnTo>
                  <a:pt x="8007" y="4289"/>
                </a:lnTo>
                <a:lnTo>
                  <a:pt x="8008" y="4289"/>
                </a:lnTo>
                <a:lnTo>
                  <a:pt x="8009" y="4289"/>
                </a:lnTo>
                <a:lnTo>
                  <a:pt x="8010" y="4289"/>
                </a:lnTo>
                <a:lnTo>
                  <a:pt x="8011" y="4289"/>
                </a:lnTo>
                <a:lnTo>
                  <a:pt x="8012" y="4289"/>
                </a:lnTo>
                <a:lnTo>
                  <a:pt x="8013" y="4289"/>
                </a:lnTo>
                <a:lnTo>
                  <a:pt x="8014" y="4289"/>
                </a:lnTo>
                <a:lnTo>
                  <a:pt x="8015" y="4289"/>
                </a:lnTo>
                <a:lnTo>
                  <a:pt x="8016" y="4289"/>
                </a:lnTo>
                <a:lnTo>
                  <a:pt x="8017" y="4289"/>
                </a:lnTo>
                <a:lnTo>
                  <a:pt x="8018" y="4289"/>
                </a:lnTo>
                <a:lnTo>
                  <a:pt x="8019" y="4289"/>
                </a:lnTo>
                <a:lnTo>
                  <a:pt x="8020" y="4289"/>
                </a:lnTo>
                <a:lnTo>
                  <a:pt x="8021" y="4289"/>
                </a:lnTo>
                <a:lnTo>
                  <a:pt x="8022" y="4289"/>
                </a:lnTo>
                <a:lnTo>
                  <a:pt x="8023" y="4289"/>
                </a:lnTo>
                <a:lnTo>
                  <a:pt x="8024" y="4289"/>
                </a:lnTo>
                <a:lnTo>
                  <a:pt x="8025" y="4289"/>
                </a:lnTo>
                <a:lnTo>
                  <a:pt x="8026" y="4289"/>
                </a:lnTo>
                <a:lnTo>
                  <a:pt x="8027" y="4289"/>
                </a:lnTo>
                <a:lnTo>
                  <a:pt x="8028" y="4289"/>
                </a:lnTo>
                <a:lnTo>
                  <a:pt x="8029" y="4289"/>
                </a:lnTo>
                <a:lnTo>
                  <a:pt x="8030" y="4289"/>
                </a:lnTo>
                <a:lnTo>
                  <a:pt x="8031" y="4289"/>
                </a:lnTo>
                <a:lnTo>
                  <a:pt x="8032" y="4289"/>
                </a:lnTo>
                <a:lnTo>
                  <a:pt x="8033" y="4289"/>
                </a:lnTo>
                <a:lnTo>
                  <a:pt x="8034" y="4289"/>
                </a:lnTo>
                <a:lnTo>
                  <a:pt x="8035" y="4289"/>
                </a:lnTo>
                <a:lnTo>
                  <a:pt x="8036" y="4289"/>
                </a:lnTo>
                <a:lnTo>
                  <a:pt x="8037" y="4289"/>
                </a:lnTo>
                <a:lnTo>
                  <a:pt x="8038" y="4289"/>
                </a:lnTo>
                <a:lnTo>
                  <a:pt x="8039" y="4289"/>
                </a:lnTo>
                <a:lnTo>
                  <a:pt x="8040" y="4289"/>
                </a:lnTo>
                <a:lnTo>
                  <a:pt x="8041" y="4289"/>
                </a:lnTo>
                <a:lnTo>
                  <a:pt x="8042" y="4289"/>
                </a:lnTo>
                <a:lnTo>
                  <a:pt x="8043" y="4289"/>
                </a:lnTo>
                <a:lnTo>
                  <a:pt x="8044" y="4289"/>
                </a:lnTo>
                <a:lnTo>
                  <a:pt x="8045" y="4289"/>
                </a:lnTo>
                <a:lnTo>
                  <a:pt x="8046" y="4289"/>
                </a:lnTo>
                <a:lnTo>
                  <a:pt x="8047" y="4289"/>
                </a:lnTo>
                <a:lnTo>
                  <a:pt x="8048" y="4289"/>
                </a:lnTo>
                <a:lnTo>
                  <a:pt x="8049" y="4289"/>
                </a:lnTo>
                <a:lnTo>
                  <a:pt x="8050" y="4289"/>
                </a:lnTo>
                <a:lnTo>
                  <a:pt x="8051" y="4289"/>
                </a:lnTo>
                <a:lnTo>
                  <a:pt x="8052" y="4289"/>
                </a:lnTo>
                <a:lnTo>
                  <a:pt x="8053" y="4289"/>
                </a:lnTo>
                <a:lnTo>
                  <a:pt x="8054" y="4289"/>
                </a:lnTo>
                <a:lnTo>
                  <a:pt x="8055" y="4289"/>
                </a:lnTo>
                <a:lnTo>
                  <a:pt x="8056" y="4289"/>
                </a:lnTo>
                <a:lnTo>
                  <a:pt x="8057" y="4289"/>
                </a:lnTo>
                <a:lnTo>
                  <a:pt x="8058" y="4289"/>
                </a:lnTo>
                <a:lnTo>
                  <a:pt x="8059" y="4289"/>
                </a:lnTo>
                <a:lnTo>
                  <a:pt x="8060" y="4289"/>
                </a:lnTo>
                <a:lnTo>
                  <a:pt x="8061" y="4289"/>
                </a:lnTo>
                <a:lnTo>
                  <a:pt x="8062" y="4289"/>
                </a:lnTo>
                <a:lnTo>
                  <a:pt x="8063" y="4289"/>
                </a:lnTo>
                <a:lnTo>
                  <a:pt x="8064" y="4289"/>
                </a:lnTo>
                <a:lnTo>
                  <a:pt x="8065" y="4289"/>
                </a:lnTo>
                <a:lnTo>
                  <a:pt x="8066" y="4289"/>
                </a:lnTo>
                <a:lnTo>
                  <a:pt x="8067" y="4289"/>
                </a:lnTo>
                <a:lnTo>
                  <a:pt x="8068" y="4289"/>
                </a:lnTo>
                <a:lnTo>
                  <a:pt x="8069" y="4289"/>
                </a:lnTo>
                <a:lnTo>
                  <a:pt x="8070" y="4289"/>
                </a:lnTo>
                <a:lnTo>
                  <a:pt x="8071" y="4289"/>
                </a:lnTo>
                <a:lnTo>
                  <a:pt x="8072" y="4289"/>
                </a:lnTo>
                <a:lnTo>
                  <a:pt x="8073" y="4289"/>
                </a:lnTo>
                <a:lnTo>
                  <a:pt x="8074" y="4289"/>
                </a:lnTo>
                <a:lnTo>
                  <a:pt x="8075" y="4289"/>
                </a:lnTo>
                <a:lnTo>
                  <a:pt x="8076" y="4289"/>
                </a:lnTo>
                <a:lnTo>
                  <a:pt x="8077" y="4289"/>
                </a:lnTo>
                <a:lnTo>
                  <a:pt x="8078" y="4289"/>
                </a:lnTo>
                <a:lnTo>
                  <a:pt x="8079" y="4289"/>
                </a:lnTo>
                <a:lnTo>
                  <a:pt x="8080" y="4289"/>
                </a:lnTo>
                <a:lnTo>
                  <a:pt x="8081" y="4289"/>
                </a:lnTo>
                <a:lnTo>
                  <a:pt x="8082" y="4289"/>
                </a:lnTo>
                <a:lnTo>
                  <a:pt x="8083" y="4289"/>
                </a:lnTo>
                <a:lnTo>
                  <a:pt x="8084" y="4289"/>
                </a:lnTo>
                <a:lnTo>
                  <a:pt x="8085" y="4289"/>
                </a:lnTo>
                <a:lnTo>
                  <a:pt x="8086" y="4289"/>
                </a:lnTo>
                <a:lnTo>
                  <a:pt x="8087" y="4289"/>
                </a:lnTo>
                <a:lnTo>
                  <a:pt x="8088" y="4289"/>
                </a:lnTo>
                <a:lnTo>
                  <a:pt x="8089" y="4289"/>
                </a:lnTo>
                <a:lnTo>
                  <a:pt x="8090" y="4289"/>
                </a:lnTo>
                <a:lnTo>
                  <a:pt x="8091" y="4289"/>
                </a:lnTo>
                <a:lnTo>
                  <a:pt x="8092" y="4289"/>
                </a:lnTo>
                <a:lnTo>
                  <a:pt x="8093" y="4289"/>
                </a:lnTo>
                <a:lnTo>
                  <a:pt x="8094" y="4289"/>
                </a:lnTo>
                <a:lnTo>
                  <a:pt x="8095" y="4289"/>
                </a:lnTo>
                <a:lnTo>
                  <a:pt x="8096" y="4289"/>
                </a:lnTo>
                <a:lnTo>
                  <a:pt x="8097" y="4289"/>
                </a:lnTo>
                <a:lnTo>
                  <a:pt x="8098" y="4289"/>
                </a:lnTo>
                <a:lnTo>
                  <a:pt x="8099" y="4289"/>
                </a:lnTo>
                <a:lnTo>
                  <a:pt x="8100" y="4289"/>
                </a:lnTo>
                <a:lnTo>
                  <a:pt x="8101" y="4289"/>
                </a:lnTo>
                <a:lnTo>
                  <a:pt x="8102" y="4289"/>
                </a:lnTo>
                <a:lnTo>
                  <a:pt x="8103" y="4289"/>
                </a:lnTo>
                <a:lnTo>
                  <a:pt x="8104" y="4289"/>
                </a:lnTo>
                <a:lnTo>
                  <a:pt x="8105" y="4289"/>
                </a:lnTo>
                <a:lnTo>
                  <a:pt x="8106" y="4289"/>
                </a:lnTo>
                <a:lnTo>
                  <a:pt x="8107" y="4289"/>
                </a:lnTo>
                <a:lnTo>
                  <a:pt x="8108" y="4289"/>
                </a:lnTo>
                <a:lnTo>
                  <a:pt x="8109" y="4289"/>
                </a:lnTo>
                <a:lnTo>
                  <a:pt x="8110" y="4289"/>
                </a:lnTo>
                <a:lnTo>
                  <a:pt x="8111" y="4289"/>
                </a:lnTo>
                <a:lnTo>
                  <a:pt x="8112" y="4289"/>
                </a:lnTo>
                <a:lnTo>
                  <a:pt x="8113" y="4289"/>
                </a:lnTo>
                <a:lnTo>
                  <a:pt x="8114" y="4289"/>
                </a:lnTo>
                <a:lnTo>
                  <a:pt x="8115" y="4289"/>
                </a:lnTo>
                <a:lnTo>
                  <a:pt x="8116" y="4289"/>
                </a:lnTo>
                <a:lnTo>
                  <a:pt x="8117" y="4289"/>
                </a:lnTo>
                <a:lnTo>
                  <a:pt x="8118" y="4289"/>
                </a:lnTo>
                <a:lnTo>
                  <a:pt x="8119" y="4289"/>
                </a:lnTo>
                <a:lnTo>
                  <a:pt x="8120" y="4289"/>
                </a:lnTo>
                <a:lnTo>
                  <a:pt x="8121" y="4289"/>
                </a:lnTo>
                <a:lnTo>
                  <a:pt x="8122" y="4289"/>
                </a:lnTo>
                <a:lnTo>
                  <a:pt x="8123" y="4289"/>
                </a:lnTo>
                <a:lnTo>
                  <a:pt x="8124" y="4289"/>
                </a:lnTo>
                <a:lnTo>
                  <a:pt x="8125" y="4289"/>
                </a:lnTo>
                <a:lnTo>
                  <a:pt x="8126" y="4289"/>
                </a:lnTo>
                <a:lnTo>
                  <a:pt x="8127" y="4289"/>
                </a:lnTo>
                <a:lnTo>
                  <a:pt x="8128" y="4289"/>
                </a:lnTo>
                <a:lnTo>
                  <a:pt x="8129" y="4289"/>
                </a:lnTo>
                <a:lnTo>
                  <a:pt x="8130" y="4289"/>
                </a:lnTo>
                <a:lnTo>
                  <a:pt x="8131" y="4289"/>
                </a:lnTo>
                <a:lnTo>
                  <a:pt x="8132" y="4289"/>
                </a:lnTo>
                <a:lnTo>
                  <a:pt x="8133" y="4289"/>
                </a:lnTo>
                <a:lnTo>
                  <a:pt x="8134" y="4289"/>
                </a:lnTo>
                <a:lnTo>
                  <a:pt x="8135" y="4289"/>
                </a:lnTo>
                <a:lnTo>
                  <a:pt x="8136" y="4289"/>
                </a:lnTo>
                <a:lnTo>
                  <a:pt x="8137" y="4289"/>
                </a:lnTo>
                <a:lnTo>
                  <a:pt x="8138" y="4289"/>
                </a:lnTo>
                <a:lnTo>
                  <a:pt x="8139" y="4289"/>
                </a:lnTo>
                <a:lnTo>
                  <a:pt x="8140" y="4289"/>
                </a:lnTo>
                <a:lnTo>
                  <a:pt x="8141" y="4289"/>
                </a:lnTo>
                <a:lnTo>
                  <a:pt x="8142" y="4289"/>
                </a:lnTo>
                <a:lnTo>
                  <a:pt x="8143" y="4289"/>
                </a:lnTo>
                <a:lnTo>
                  <a:pt x="8144" y="4289"/>
                </a:lnTo>
                <a:lnTo>
                  <a:pt x="8145" y="4289"/>
                </a:lnTo>
                <a:lnTo>
                  <a:pt x="8146" y="4289"/>
                </a:lnTo>
                <a:lnTo>
                  <a:pt x="8147" y="4289"/>
                </a:lnTo>
                <a:lnTo>
                  <a:pt x="8148" y="4289"/>
                </a:lnTo>
                <a:lnTo>
                  <a:pt x="8149" y="4289"/>
                </a:lnTo>
                <a:lnTo>
                  <a:pt x="8150" y="4289"/>
                </a:lnTo>
                <a:lnTo>
                  <a:pt x="8151" y="4289"/>
                </a:lnTo>
                <a:lnTo>
                  <a:pt x="8152" y="4289"/>
                </a:lnTo>
                <a:lnTo>
                  <a:pt x="8153" y="4289"/>
                </a:lnTo>
                <a:lnTo>
                  <a:pt x="8154" y="4289"/>
                </a:lnTo>
                <a:lnTo>
                  <a:pt x="8155" y="4289"/>
                </a:lnTo>
                <a:lnTo>
                  <a:pt x="8156" y="4289"/>
                </a:lnTo>
                <a:lnTo>
                  <a:pt x="8157" y="4289"/>
                </a:lnTo>
                <a:lnTo>
                  <a:pt x="8158" y="4289"/>
                </a:lnTo>
                <a:lnTo>
                  <a:pt x="8159" y="4289"/>
                </a:lnTo>
                <a:lnTo>
                  <a:pt x="8160" y="4289"/>
                </a:lnTo>
                <a:lnTo>
                  <a:pt x="8161" y="4289"/>
                </a:lnTo>
                <a:lnTo>
                  <a:pt x="8162" y="4289"/>
                </a:lnTo>
                <a:lnTo>
                  <a:pt x="8163" y="4289"/>
                </a:lnTo>
                <a:lnTo>
                  <a:pt x="8164" y="4289"/>
                </a:lnTo>
                <a:lnTo>
                  <a:pt x="8165" y="4289"/>
                </a:lnTo>
                <a:lnTo>
                  <a:pt x="8166" y="4289"/>
                </a:lnTo>
                <a:lnTo>
                  <a:pt x="8167" y="4289"/>
                </a:lnTo>
                <a:lnTo>
                  <a:pt x="8168" y="4289"/>
                </a:lnTo>
                <a:lnTo>
                  <a:pt x="8169" y="4289"/>
                </a:lnTo>
                <a:lnTo>
                  <a:pt x="8170" y="4289"/>
                </a:lnTo>
                <a:lnTo>
                  <a:pt x="8171" y="4289"/>
                </a:lnTo>
                <a:lnTo>
                  <a:pt x="8172" y="4289"/>
                </a:lnTo>
                <a:lnTo>
                  <a:pt x="8173" y="4289"/>
                </a:lnTo>
                <a:lnTo>
                  <a:pt x="8174" y="4289"/>
                </a:lnTo>
                <a:lnTo>
                  <a:pt x="8175" y="4289"/>
                </a:lnTo>
                <a:lnTo>
                  <a:pt x="8176" y="4289"/>
                </a:lnTo>
                <a:lnTo>
                  <a:pt x="8177" y="4289"/>
                </a:lnTo>
                <a:lnTo>
                  <a:pt x="8178" y="4289"/>
                </a:lnTo>
                <a:lnTo>
                  <a:pt x="8179" y="4289"/>
                </a:lnTo>
                <a:lnTo>
                  <a:pt x="8180" y="4289"/>
                </a:lnTo>
                <a:lnTo>
                  <a:pt x="8181" y="4289"/>
                </a:lnTo>
                <a:lnTo>
                  <a:pt x="8182" y="4289"/>
                </a:lnTo>
                <a:lnTo>
                  <a:pt x="8183" y="4289"/>
                </a:lnTo>
                <a:lnTo>
                  <a:pt x="8184" y="4289"/>
                </a:lnTo>
                <a:lnTo>
                  <a:pt x="8185" y="4289"/>
                </a:lnTo>
                <a:lnTo>
                  <a:pt x="8186" y="4289"/>
                </a:lnTo>
                <a:lnTo>
                  <a:pt x="8187" y="4289"/>
                </a:lnTo>
                <a:lnTo>
                  <a:pt x="8188" y="4289"/>
                </a:lnTo>
                <a:lnTo>
                  <a:pt x="8189" y="4289"/>
                </a:lnTo>
                <a:lnTo>
                  <a:pt x="8190" y="4289"/>
                </a:lnTo>
                <a:lnTo>
                  <a:pt x="8191" y="4289"/>
                </a:lnTo>
                <a:lnTo>
                  <a:pt x="8192" y="4289"/>
                </a:lnTo>
                <a:lnTo>
                  <a:pt x="8193" y="4289"/>
                </a:lnTo>
                <a:lnTo>
                  <a:pt x="8194" y="4289"/>
                </a:lnTo>
                <a:lnTo>
                  <a:pt x="8195" y="4289"/>
                </a:lnTo>
                <a:lnTo>
                  <a:pt x="8196" y="4289"/>
                </a:lnTo>
                <a:lnTo>
                  <a:pt x="8197" y="4289"/>
                </a:lnTo>
                <a:lnTo>
                  <a:pt x="8198" y="4289"/>
                </a:lnTo>
                <a:lnTo>
                  <a:pt x="8199" y="4289"/>
                </a:lnTo>
                <a:lnTo>
                  <a:pt x="8200" y="4289"/>
                </a:lnTo>
                <a:lnTo>
                  <a:pt x="8201" y="4289"/>
                </a:lnTo>
                <a:lnTo>
                  <a:pt x="8202" y="4289"/>
                </a:lnTo>
                <a:lnTo>
                  <a:pt x="8203" y="4289"/>
                </a:lnTo>
                <a:lnTo>
                  <a:pt x="8204" y="4289"/>
                </a:lnTo>
                <a:lnTo>
                  <a:pt x="8205" y="4289"/>
                </a:lnTo>
                <a:lnTo>
                  <a:pt x="8206" y="4289"/>
                </a:lnTo>
                <a:lnTo>
                  <a:pt x="8207" y="4289"/>
                </a:lnTo>
                <a:lnTo>
                  <a:pt x="8208" y="4289"/>
                </a:lnTo>
                <a:lnTo>
                  <a:pt x="8209" y="4289"/>
                </a:lnTo>
                <a:lnTo>
                  <a:pt x="8210" y="4289"/>
                </a:lnTo>
                <a:lnTo>
                  <a:pt x="8211" y="4289"/>
                </a:lnTo>
                <a:lnTo>
                  <a:pt x="8212" y="4289"/>
                </a:lnTo>
                <a:lnTo>
                  <a:pt x="8213" y="4289"/>
                </a:lnTo>
                <a:lnTo>
                  <a:pt x="8214" y="4289"/>
                </a:lnTo>
                <a:lnTo>
                  <a:pt x="8215" y="4289"/>
                </a:lnTo>
                <a:lnTo>
                  <a:pt x="8216" y="4289"/>
                </a:lnTo>
                <a:lnTo>
                  <a:pt x="8217" y="4289"/>
                </a:lnTo>
                <a:lnTo>
                  <a:pt x="8218" y="4289"/>
                </a:lnTo>
                <a:lnTo>
                  <a:pt x="8219" y="4289"/>
                </a:lnTo>
                <a:lnTo>
                  <a:pt x="8220" y="4289"/>
                </a:lnTo>
                <a:lnTo>
                  <a:pt x="8221" y="4289"/>
                </a:lnTo>
                <a:lnTo>
                  <a:pt x="8222" y="4289"/>
                </a:lnTo>
                <a:lnTo>
                  <a:pt x="8223" y="4289"/>
                </a:lnTo>
                <a:lnTo>
                  <a:pt x="8224" y="4289"/>
                </a:lnTo>
                <a:lnTo>
                  <a:pt x="8225" y="4289"/>
                </a:lnTo>
                <a:lnTo>
                  <a:pt x="8226" y="4289"/>
                </a:lnTo>
                <a:lnTo>
                  <a:pt x="8227" y="4289"/>
                </a:lnTo>
                <a:lnTo>
                  <a:pt x="8228" y="4289"/>
                </a:lnTo>
                <a:lnTo>
                  <a:pt x="8229" y="4289"/>
                </a:lnTo>
                <a:lnTo>
                  <a:pt x="8230" y="4289"/>
                </a:lnTo>
                <a:lnTo>
                  <a:pt x="8231" y="4289"/>
                </a:lnTo>
                <a:lnTo>
                  <a:pt x="8232" y="4289"/>
                </a:lnTo>
                <a:lnTo>
                  <a:pt x="8233" y="4289"/>
                </a:lnTo>
                <a:lnTo>
                  <a:pt x="8234" y="4289"/>
                </a:lnTo>
                <a:lnTo>
                  <a:pt x="8235" y="4289"/>
                </a:lnTo>
                <a:lnTo>
                  <a:pt x="8236" y="4289"/>
                </a:lnTo>
                <a:lnTo>
                  <a:pt x="8237" y="4289"/>
                </a:lnTo>
                <a:lnTo>
                  <a:pt x="8238" y="4289"/>
                </a:lnTo>
                <a:lnTo>
                  <a:pt x="8239" y="4289"/>
                </a:lnTo>
                <a:lnTo>
                  <a:pt x="8240" y="4289"/>
                </a:lnTo>
                <a:lnTo>
                  <a:pt x="8241" y="4289"/>
                </a:lnTo>
                <a:lnTo>
                  <a:pt x="8242" y="4289"/>
                </a:lnTo>
                <a:lnTo>
                  <a:pt x="8243" y="4289"/>
                </a:lnTo>
                <a:lnTo>
                  <a:pt x="8244" y="4289"/>
                </a:lnTo>
                <a:lnTo>
                  <a:pt x="8245" y="4289"/>
                </a:lnTo>
                <a:lnTo>
                  <a:pt x="8246" y="4289"/>
                </a:lnTo>
                <a:lnTo>
                  <a:pt x="8247" y="4289"/>
                </a:lnTo>
                <a:lnTo>
                  <a:pt x="8248" y="4289"/>
                </a:lnTo>
                <a:lnTo>
                  <a:pt x="8249" y="4289"/>
                </a:lnTo>
                <a:lnTo>
                  <a:pt x="8250" y="4289"/>
                </a:lnTo>
                <a:lnTo>
                  <a:pt x="8251" y="4289"/>
                </a:lnTo>
                <a:lnTo>
                  <a:pt x="8252" y="4289"/>
                </a:lnTo>
                <a:lnTo>
                  <a:pt x="8253" y="4289"/>
                </a:lnTo>
                <a:lnTo>
                  <a:pt x="8254" y="4289"/>
                </a:lnTo>
                <a:lnTo>
                  <a:pt x="8255" y="4289"/>
                </a:lnTo>
                <a:lnTo>
                  <a:pt x="8256" y="4289"/>
                </a:lnTo>
                <a:lnTo>
                  <a:pt x="8257" y="4289"/>
                </a:lnTo>
                <a:lnTo>
                  <a:pt x="8258" y="4289"/>
                </a:lnTo>
                <a:lnTo>
                  <a:pt x="8259" y="4289"/>
                </a:lnTo>
                <a:lnTo>
                  <a:pt x="8260" y="4289"/>
                </a:lnTo>
                <a:lnTo>
                  <a:pt x="8261" y="4289"/>
                </a:lnTo>
                <a:lnTo>
                  <a:pt x="8262" y="4289"/>
                </a:lnTo>
                <a:lnTo>
                  <a:pt x="8263" y="4289"/>
                </a:lnTo>
                <a:lnTo>
                  <a:pt x="8264" y="4289"/>
                </a:lnTo>
                <a:lnTo>
                  <a:pt x="8265" y="4289"/>
                </a:lnTo>
                <a:lnTo>
                  <a:pt x="8266" y="4289"/>
                </a:lnTo>
                <a:lnTo>
                  <a:pt x="8267" y="4289"/>
                </a:lnTo>
                <a:lnTo>
                  <a:pt x="8268" y="4289"/>
                </a:lnTo>
                <a:lnTo>
                  <a:pt x="8269" y="4289"/>
                </a:lnTo>
                <a:lnTo>
                  <a:pt x="8270" y="4289"/>
                </a:lnTo>
                <a:lnTo>
                  <a:pt x="8271" y="4289"/>
                </a:lnTo>
                <a:lnTo>
                  <a:pt x="8272" y="4289"/>
                </a:lnTo>
                <a:lnTo>
                  <a:pt x="8273" y="4289"/>
                </a:lnTo>
                <a:lnTo>
                  <a:pt x="8274" y="4289"/>
                </a:lnTo>
                <a:lnTo>
                  <a:pt x="8275" y="4289"/>
                </a:lnTo>
                <a:lnTo>
                  <a:pt x="8276" y="4289"/>
                </a:lnTo>
                <a:lnTo>
                  <a:pt x="8277" y="4289"/>
                </a:lnTo>
                <a:lnTo>
                  <a:pt x="8278" y="4289"/>
                </a:lnTo>
                <a:lnTo>
                  <a:pt x="8279" y="4289"/>
                </a:lnTo>
                <a:lnTo>
                  <a:pt x="8280" y="4289"/>
                </a:lnTo>
                <a:lnTo>
                  <a:pt x="8281" y="4289"/>
                </a:lnTo>
                <a:lnTo>
                  <a:pt x="8282" y="4289"/>
                </a:lnTo>
                <a:lnTo>
                  <a:pt x="8283" y="4289"/>
                </a:lnTo>
                <a:lnTo>
                  <a:pt x="8284" y="4289"/>
                </a:lnTo>
                <a:lnTo>
                  <a:pt x="8285" y="4289"/>
                </a:lnTo>
                <a:lnTo>
                  <a:pt x="8286" y="4289"/>
                </a:lnTo>
                <a:lnTo>
                  <a:pt x="8287" y="4289"/>
                </a:lnTo>
                <a:lnTo>
                  <a:pt x="8288" y="4289"/>
                </a:lnTo>
                <a:lnTo>
                  <a:pt x="8289" y="4289"/>
                </a:lnTo>
                <a:lnTo>
                  <a:pt x="8290" y="4289"/>
                </a:lnTo>
                <a:lnTo>
                  <a:pt x="8291" y="4289"/>
                </a:lnTo>
                <a:lnTo>
                  <a:pt x="8292" y="4289"/>
                </a:lnTo>
                <a:lnTo>
                  <a:pt x="8293" y="4289"/>
                </a:lnTo>
                <a:lnTo>
                  <a:pt x="8294" y="4289"/>
                </a:lnTo>
                <a:lnTo>
                  <a:pt x="8295" y="4289"/>
                </a:lnTo>
                <a:lnTo>
                  <a:pt x="8296" y="4289"/>
                </a:lnTo>
                <a:lnTo>
                  <a:pt x="8297" y="4289"/>
                </a:lnTo>
                <a:lnTo>
                  <a:pt x="8298" y="4289"/>
                </a:lnTo>
                <a:lnTo>
                  <a:pt x="8299" y="4289"/>
                </a:lnTo>
                <a:lnTo>
                  <a:pt x="8300" y="4289"/>
                </a:lnTo>
                <a:lnTo>
                  <a:pt x="8301" y="4289"/>
                </a:lnTo>
                <a:lnTo>
                  <a:pt x="8302" y="4289"/>
                </a:lnTo>
                <a:lnTo>
                  <a:pt x="8303" y="4289"/>
                </a:lnTo>
                <a:lnTo>
                  <a:pt x="8304" y="4289"/>
                </a:lnTo>
                <a:lnTo>
                  <a:pt x="8305" y="4289"/>
                </a:lnTo>
                <a:lnTo>
                  <a:pt x="8306" y="4289"/>
                </a:lnTo>
                <a:lnTo>
                  <a:pt x="8307" y="4289"/>
                </a:lnTo>
                <a:lnTo>
                  <a:pt x="8308" y="4289"/>
                </a:lnTo>
                <a:lnTo>
                  <a:pt x="8309" y="4289"/>
                </a:lnTo>
                <a:lnTo>
                  <a:pt x="8310" y="4289"/>
                </a:lnTo>
                <a:lnTo>
                  <a:pt x="8311" y="4289"/>
                </a:lnTo>
                <a:lnTo>
                  <a:pt x="8312" y="4289"/>
                </a:lnTo>
                <a:lnTo>
                  <a:pt x="8313" y="4289"/>
                </a:lnTo>
                <a:lnTo>
                  <a:pt x="8314" y="4289"/>
                </a:lnTo>
                <a:lnTo>
                  <a:pt x="8315" y="4289"/>
                </a:lnTo>
                <a:lnTo>
                  <a:pt x="8316" y="4289"/>
                </a:lnTo>
                <a:lnTo>
                  <a:pt x="8317" y="4289"/>
                </a:lnTo>
                <a:lnTo>
                  <a:pt x="8318" y="4289"/>
                </a:lnTo>
                <a:lnTo>
                  <a:pt x="8319" y="4289"/>
                </a:lnTo>
                <a:lnTo>
                  <a:pt x="8320" y="4289"/>
                </a:lnTo>
                <a:lnTo>
                  <a:pt x="8321" y="4289"/>
                </a:lnTo>
                <a:lnTo>
                  <a:pt x="8322" y="4289"/>
                </a:lnTo>
                <a:lnTo>
                  <a:pt x="8323" y="4289"/>
                </a:lnTo>
                <a:lnTo>
                  <a:pt x="8324" y="4289"/>
                </a:lnTo>
                <a:lnTo>
                  <a:pt x="8325" y="4289"/>
                </a:lnTo>
                <a:lnTo>
                  <a:pt x="8326" y="4289"/>
                </a:lnTo>
                <a:lnTo>
                  <a:pt x="8327" y="4289"/>
                </a:lnTo>
                <a:lnTo>
                  <a:pt x="8328" y="4289"/>
                </a:lnTo>
                <a:lnTo>
                  <a:pt x="8329" y="4289"/>
                </a:lnTo>
                <a:lnTo>
                  <a:pt x="8330" y="4289"/>
                </a:lnTo>
                <a:lnTo>
                  <a:pt x="8331" y="4289"/>
                </a:lnTo>
                <a:lnTo>
                  <a:pt x="8332" y="4289"/>
                </a:lnTo>
                <a:lnTo>
                  <a:pt x="8333" y="4289"/>
                </a:lnTo>
                <a:lnTo>
                  <a:pt x="8334" y="4289"/>
                </a:lnTo>
                <a:lnTo>
                  <a:pt x="8335" y="4289"/>
                </a:lnTo>
                <a:lnTo>
                  <a:pt x="8336" y="4289"/>
                </a:lnTo>
                <a:lnTo>
                  <a:pt x="8337" y="4289"/>
                </a:lnTo>
                <a:lnTo>
                  <a:pt x="8338" y="4289"/>
                </a:lnTo>
                <a:lnTo>
                  <a:pt x="8339" y="4289"/>
                </a:lnTo>
                <a:lnTo>
                  <a:pt x="8340" y="4289"/>
                </a:lnTo>
                <a:lnTo>
                  <a:pt x="8341" y="4289"/>
                </a:lnTo>
                <a:lnTo>
                  <a:pt x="8342" y="4289"/>
                </a:lnTo>
                <a:lnTo>
                  <a:pt x="8343" y="4289"/>
                </a:lnTo>
                <a:lnTo>
                  <a:pt x="8344" y="4289"/>
                </a:lnTo>
                <a:lnTo>
                  <a:pt x="8345" y="4289"/>
                </a:lnTo>
                <a:lnTo>
                  <a:pt x="8346" y="4289"/>
                </a:lnTo>
                <a:lnTo>
                  <a:pt x="8347" y="4289"/>
                </a:lnTo>
                <a:lnTo>
                  <a:pt x="8348" y="4289"/>
                </a:lnTo>
                <a:lnTo>
                  <a:pt x="8349" y="4289"/>
                </a:lnTo>
                <a:lnTo>
                  <a:pt x="8350" y="4289"/>
                </a:lnTo>
                <a:lnTo>
                  <a:pt x="8351" y="4289"/>
                </a:lnTo>
                <a:lnTo>
                  <a:pt x="8352" y="4289"/>
                </a:lnTo>
                <a:lnTo>
                  <a:pt x="8353" y="4289"/>
                </a:lnTo>
                <a:lnTo>
                  <a:pt x="8354" y="4289"/>
                </a:lnTo>
                <a:lnTo>
                  <a:pt x="8355" y="4289"/>
                </a:lnTo>
                <a:lnTo>
                  <a:pt x="8356" y="4289"/>
                </a:lnTo>
                <a:lnTo>
                  <a:pt x="8357" y="4289"/>
                </a:lnTo>
                <a:lnTo>
                  <a:pt x="8358" y="4289"/>
                </a:lnTo>
                <a:lnTo>
                  <a:pt x="8359" y="4289"/>
                </a:lnTo>
                <a:lnTo>
                  <a:pt x="8360" y="4289"/>
                </a:lnTo>
                <a:lnTo>
                  <a:pt x="8361" y="4289"/>
                </a:lnTo>
                <a:lnTo>
                  <a:pt x="8362" y="4289"/>
                </a:lnTo>
                <a:lnTo>
                  <a:pt x="8363" y="4289"/>
                </a:lnTo>
                <a:lnTo>
                  <a:pt x="8364" y="4289"/>
                </a:lnTo>
                <a:lnTo>
                  <a:pt x="8365" y="4289"/>
                </a:lnTo>
                <a:lnTo>
                  <a:pt x="8366" y="4289"/>
                </a:lnTo>
                <a:lnTo>
                  <a:pt x="8367" y="4289"/>
                </a:lnTo>
                <a:lnTo>
                  <a:pt x="8368" y="4289"/>
                </a:lnTo>
                <a:lnTo>
                  <a:pt x="8369" y="4289"/>
                </a:lnTo>
                <a:lnTo>
                  <a:pt x="8370" y="4289"/>
                </a:lnTo>
                <a:lnTo>
                  <a:pt x="8371" y="4289"/>
                </a:lnTo>
                <a:lnTo>
                  <a:pt x="8372" y="4289"/>
                </a:lnTo>
                <a:lnTo>
                  <a:pt x="8373" y="4289"/>
                </a:lnTo>
                <a:lnTo>
                  <a:pt x="8374" y="4289"/>
                </a:lnTo>
                <a:lnTo>
                  <a:pt x="8375" y="4289"/>
                </a:lnTo>
                <a:lnTo>
                  <a:pt x="8376" y="4289"/>
                </a:lnTo>
                <a:lnTo>
                  <a:pt x="8377" y="4289"/>
                </a:lnTo>
                <a:lnTo>
                  <a:pt x="8378" y="4289"/>
                </a:lnTo>
                <a:lnTo>
                  <a:pt x="8379" y="4289"/>
                </a:lnTo>
                <a:lnTo>
                  <a:pt x="8380" y="4289"/>
                </a:lnTo>
                <a:lnTo>
                  <a:pt x="8381" y="4289"/>
                </a:lnTo>
                <a:lnTo>
                  <a:pt x="8382" y="4289"/>
                </a:lnTo>
                <a:lnTo>
                  <a:pt x="8383" y="4289"/>
                </a:lnTo>
                <a:lnTo>
                  <a:pt x="8384" y="4289"/>
                </a:lnTo>
                <a:lnTo>
                  <a:pt x="8385" y="4289"/>
                </a:lnTo>
                <a:lnTo>
                  <a:pt x="8386" y="4289"/>
                </a:lnTo>
                <a:lnTo>
                  <a:pt x="8387" y="4289"/>
                </a:lnTo>
                <a:lnTo>
                  <a:pt x="8388" y="4289"/>
                </a:lnTo>
                <a:lnTo>
                  <a:pt x="8389" y="4289"/>
                </a:lnTo>
                <a:lnTo>
                  <a:pt x="8390" y="4289"/>
                </a:lnTo>
                <a:lnTo>
                  <a:pt x="8391" y="4289"/>
                </a:lnTo>
                <a:lnTo>
                  <a:pt x="8392" y="4289"/>
                </a:lnTo>
                <a:lnTo>
                  <a:pt x="8393" y="4289"/>
                </a:lnTo>
                <a:lnTo>
                  <a:pt x="8394" y="4289"/>
                </a:lnTo>
                <a:lnTo>
                  <a:pt x="8395" y="4289"/>
                </a:lnTo>
                <a:lnTo>
                  <a:pt x="8396" y="4289"/>
                </a:lnTo>
                <a:lnTo>
                  <a:pt x="8397" y="4289"/>
                </a:lnTo>
                <a:lnTo>
                  <a:pt x="8398" y="4289"/>
                </a:lnTo>
                <a:lnTo>
                  <a:pt x="8399" y="4289"/>
                </a:lnTo>
                <a:lnTo>
                  <a:pt x="8400" y="4289"/>
                </a:lnTo>
                <a:lnTo>
                  <a:pt x="8401" y="4289"/>
                </a:lnTo>
                <a:lnTo>
                  <a:pt x="8402" y="4289"/>
                </a:lnTo>
                <a:lnTo>
                  <a:pt x="8403" y="4289"/>
                </a:lnTo>
                <a:lnTo>
                  <a:pt x="8404" y="4289"/>
                </a:lnTo>
                <a:lnTo>
                  <a:pt x="8405" y="4289"/>
                </a:lnTo>
                <a:lnTo>
                  <a:pt x="8406" y="4289"/>
                </a:lnTo>
                <a:lnTo>
                  <a:pt x="8407" y="4289"/>
                </a:lnTo>
                <a:lnTo>
                  <a:pt x="8408" y="4289"/>
                </a:lnTo>
                <a:lnTo>
                  <a:pt x="8409" y="4289"/>
                </a:lnTo>
                <a:lnTo>
                  <a:pt x="8410" y="4289"/>
                </a:lnTo>
                <a:lnTo>
                  <a:pt x="8411" y="4289"/>
                </a:lnTo>
                <a:lnTo>
                  <a:pt x="8412" y="4289"/>
                </a:lnTo>
                <a:lnTo>
                  <a:pt x="8413" y="4289"/>
                </a:lnTo>
                <a:lnTo>
                  <a:pt x="8414" y="4289"/>
                </a:lnTo>
                <a:lnTo>
                  <a:pt x="8415" y="4289"/>
                </a:lnTo>
                <a:lnTo>
                  <a:pt x="8416" y="4289"/>
                </a:lnTo>
                <a:lnTo>
                  <a:pt x="8417" y="4289"/>
                </a:lnTo>
                <a:lnTo>
                  <a:pt x="8418" y="4289"/>
                </a:lnTo>
                <a:lnTo>
                  <a:pt x="8419" y="4289"/>
                </a:lnTo>
                <a:lnTo>
                  <a:pt x="8420" y="4289"/>
                </a:lnTo>
                <a:lnTo>
                  <a:pt x="8421" y="4289"/>
                </a:lnTo>
                <a:lnTo>
                  <a:pt x="8422" y="4289"/>
                </a:lnTo>
                <a:lnTo>
                  <a:pt x="8423" y="4289"/>
                </a:lnTo>
                <a:lnTo>
                  <a:pt x="8424" y="4289"/>
                </a:lnTo>
                <a:lnTo>
                  <a:pt x="8425" y="4289"/>
                </a:lnTo>
                <a:lnTo>
                  <a:pt x="8426" y="4289"/>
                </a:lnTo>
                <a:lnTo>
                  <a:pt x="8427" y="4289"/>
                </a:lnTo>
                <a:lnTo>
                  <a:pt x="8428" y="4289"/>
                </a:lnTo>
                <a:lnTo>
                  <a:pt x="8429" y="4289"/>
                </a:lnTo>
                <a:lnTo>
                  <a:pt x="8430" y="4289"/>
                </a:lnTo>
                <a:lnTo>
                  <a:pt x="8431" y="4289"/>
                </a:lnTo>
                <a:lnTo>
                  <a:pt x="8432" y="4289"/>
                </a:lnTo>
                <a:lnTo>
                  <a:pt x="8433" y="4289"/>
                </a:lnTo>
                <a:lnTo>
                  <a:pt x="8434" y="4289"/>
                </a:lnTo>
                <a:lnTo>
                  <a:pt x="8435" y="4289"/>
                </a:lnTo>
                <a:lnTo>
                  <a:pt x="8436" y="4289"/>
                </a:lnTo>
                <a:lnTo>
                  <a:pt x="8437" y="4289"/>
                </a:lnTo>
                <a:lnTo>
                  <a:pt x="8438" y="4289"/>
                </a:lnTo>
                <a:lnTo>
                  <a:pt x="8439" y="4289"/>
                </a:lnTo>
                <a:lnTo>
                  <a:pt x="8440" y="4289"/>
                </a:lnTo>
                <a:lnTo>
                  <a:pt x="8441" y="4289"/>
                </a:lnTo>
                <a:lnTo>
                  <a:pt x="8442" y="4289"/>
                </a:lnTo>
                <a:lnTo>
                  <a:pt x="8443" y="4289"/>
                </a:lnTo>
                <a:lnTo>
                  <a:pt x="8444" y="4289"/>
                </a:lnTo>
                <a:lnTo>
                  <a:pt x="8445" y="4289"/>
                </a:lnTo>
                <a:lnTo>
                  <a:pt x="8446" y="4289"/>
                </a:lnTo>
                <a:lnTo>
                  <a:pt x="8447" y="4289"/>
                </a:lnTo>
                <a:lnTo>
                  <a:pt x="8448" y="4289"/>
                </a:lnTo>
                <a:lnTo>
                  <a:pt x="8449" y="4289"/>
                </a:lnTo>
                <a:lnTo>
                  <a:pt x="8450" y="4289"/>
                </a:lnTo>
                <a:lnTo>
                  <a:pt x="8451" y="4289"/>
                </a:lnTo>
                <a:lnTo>
                  <a:pt x="8452" y="4289"/>
                </a:lnTo>
                <a:lnTo>
                  <a:pt x="8453" y="4289"/>
                </a:lnTo>
                <a:lnTo>
                  <a:pt x="8454" y="4289"/>
                </a:lnTo>
                <a:lnTo>
                  <a:pt x="8455" y="4289"/>
                </a:lnTo>
                <a:lnTo>
                  <a:pt x="8456" y="4289"/>
                </a:lnTo>
                <a:lnTo>
                  <a:pt x="8457" y="4289"/>
                </a:lnTo>
                <a:lnTo>
                  <a:pt x="8458" y="4289"/>
                </a:lnTo>
                <a:lnTo>
                  <a:pt x="8459" y="4289"/>
                </a:lnTo>
                <a:lnTo>
                  <a:pt x="8460" y="4289"/>
                </a:lnTo>
                <a:lnTo>
                  <a:pt x="8461" y="4289"/>
                </a:lnTo>
                <a:lnTo>
                  <a:pt x="8462" y="4289"/>
                </a:lnTo>
                <a:lnTo>
                  <a:pt x="8463" y="4289"/>
                </a:lnTo>
                <a:lnTo>
                  <a:pt x="8464" y="4289"/>
                </a:lnTo>
                <a:lnTo>
                  <a:pt x="8465" y="4289"/>
                </a:lnTo>
                <a:lnTo>
                  <a:pt x="8466" y="4289"/>
                </a:lnTo>
                <a:lnTo>
                  <a:pt x="8467" y="4289"/>
                </a:lnTo>
                <a:lnTo>
                  <a:pt x="8468" y="4289"/>
                </a:lnTo>
                <a:lnTo>
                  <a:pt x="8469" y="4289"/>
                </a:lnTo>
                <a:lnTo>
                  <a:pt x="8470" y="4289"/>
                </a:lnTo>
                <a:lnTo>
                  <a:pt x="8471" y="4289"/>
                </a:lnTo>
                <a:lnTo>
                  <a:pt x="8472" y="4289"/>
                </a:lnTo>
                <a:lnTo>
                  <a:pt x="8473" y="4289"/>
                </a:lnTo>
                <a:lnTo>
                  <a:pt x="8474" y="4289"/>
                </a:lnTo>
                <a:lnTo>
                  <a:pt x="8475" y="4289"/>
                </a:lnTo>
                <a:lnTo>
                  <a:pt x="8476" y="4289"/>
                </a:lnTo>
                <a:lnTo>
                  <a:pt x="8477" y="4289"/>
                </a:lnTo>
                <a:lnTo>
                  <a:pt x="8478" y="4289"/>
                </a:lnTo>
                <a:lnTo>
                  <a:pt x="8479" y="4289"/>
                </a:lnTo>
                <a:lnTo>
                  <a:pt x="8480" y="4289"/>
                </a:lnTo>
                <a:lnTo>
                  <a:pt x="8481" y="4289"/>
                </a:lnTo>
                <a:lnTo>
                  <a:pt x="8482" y="4289"/>
                </a:lnTo>
                <a:lnTo>
                  <a:pt x="8483" y="4289"/>
                </a:lnTo>
                <a:lnTo>
                  <a:pt x="8484" y="4289"/>
                </a:lnTo>
                <a:lnTo>
                  <a:pt x="8485" y="4289"/>
                </a:lnTo>
                <a:lnTo>
                  <a:pt x="8486" y="4289"/>
                </a:lnTo>
                <a:lnTo>
                  <a:pt x="8487" y="4289"/>
                </a:lnTo>
                <a:lnTo>
                  <a:pt x="8488" y="4289"/>
                </a:lnTo>
                <a:lnTo>
                  <a:pt x="8489" y="4289"/>
                </a:lnTo>
                <a:lnTo>
                  <a:pt x="8490" y="4289"/>
                </a:lnTo>
                <a:lnTo>
                  <a:pt x="8491" y="4289"/>
                </a:lnTo>
                <a:lnTo>
                  <a:pt x="8492" y="4289"/>
                </a:lnTo>
                <a:lnTo>
                  <a:pt x="8493" y="4289"/>
                </a:lnTo>
                <a:lnTo>
                  <a:pt x="8494" y="4289"/>
                </a:lnTo>
                <a:lnTo>
                  <a:pt x="8495" y="4289"/>
                </a:lnTo>
                <a:lnTo>
                  <a:pt x="8496" y="4289"/>
                </a:lnTo>
                <a:lnTo>
                  <a:pt x="8497" y="4289"/>
                </a:lnTo>
                <a:lnTo>
                  <a:pt x="8498" y="4289"/>
                </a:lnTo>
                <a:lnTo>
                  <a:pt x="8499" y="4289"/>
                </a:lnTo>
                <a:lnTo>
                  <a:pt x="8500" y="4289"/>
                </a:lnTo>
                <a:lnTo>
                  <a:pt x="8501" y="4289"/>
                </a:lnTo>
                <a:lnTo>
                  <a:pt x="8502" y="4289"/>
                </a:lnTo>
                <a:lnTo>
                  <a:pt x="8503" y="4289"/>
                </a:lnTo>
                <a:lnTo>
                  <a:pt x="8504" y="4289"/>
                </a:lnTo>
                <a:lnTo>
                  <a:pt x="8505" y="4289"/>
                </a:lnTo>
                <a:lnTo>
                  <a:pt x="8506" y="4289"/>
                </a:lnTo>
                <a:lnTo>
                  <a:pt x="8507" y="4289"/>
                </a:lnTo>
                <a:lnTo>
                  <a:pt x="8508" y="4289"/>
                </a:lnTo>
                <a:lnTo>
                  <a:pt x="8509" y="4289"/>
                </a:lnTo>
                <a:lnTo>
                  <a:pt x="8510" y="4289"/>
                </a:lnTo>
                <a:lnTo>
                  <a:pt x="8511" y="4289"/>
                </a:lnTo>
                <a:lnTo>
                  <a:pt x="8512" y="4289"/>
                </a:lnTo>
                <a:lnTo>
                  <a:pt x="8513" y="4289"/>
                </a:lnTo>
                <a:lnTo>
                  <a:pt x="8514" y="4289"/>
                </a:lnTo>
                <a:lnTo>
                  <a:pt x="8515" y="4289"/>
                </a:lnTo>
                <a:lnTo>
                  <a:pt x="8516" y="4289"/>
                </a:lnTo>
                <a:lnTo>
                  <a:pt x="8517" y="4289"/>
                </a:lnTo>
                <a:lnTo>
                  <a:pt x="8518" y="4289"/>
                </a:lnTo>
                <a:lnTo>
                  <a:pt x="8519" y="4289"/>
                </a:lnTo>
                <a:lnTo>
                  <a:pt x="8520" y="4289"/>
                </a:lnTo>
                <a:lnTo>
                  <a:pt x="8521" y="4289"/>
                </a:lnTo>
                <a:lnTo>
                  <a:pt x="8522" y="4289"/>
                </a:lnTo>
                <a:lnTo>
                  <a:pt x="8523" y="4289"/>
                </a:lnTo>
                <a:lnTo>
                  <a:pt x="8524" y="4289"/>
                </a:lnTo>
                <a:lnTo>
                  <a:pt x="8525" y="4289"/>
                </a:lnTo>
                <a:lnTo>
                  <a:pt x="8526" y="4289"/>
                </a:lnTo>
                <a:lnTo>
                  <a:pt x="8527" y="4289"/>
                </a:lnTo>
                <a:lnTo>
                  <a:pt x="8528" y="4289"/>
                </a:lnTo>
                <a:lnTo>
                  <a:pt x="8529" y="4289"/>
                </a:lnTo>
                <a:lnTo>
                  <a:pt x="8530" y="4289"/>
                </a:lnTo>
                <a:lnTo>
                  <a:pt x="8531" y="4289"/>
                </a:lnTo>
                <a:lnTo>
                  <a:pt x="8532" y="4289"/>
                </a:lnTo>
                <a:lnTo>
                  <a:pt x="8533" y="4289"/>
                </a:lnTo>
                <a:lnTo>
                  <a:pt x="8534" y="4289"/>
                </a:lnTo>
                <a:lnTo>
                  <a:pt x="8535" y="4289"/>
                </a:lnTo>
                <a:lnTo>
                  <a:pt x="8536" y="4289"/>
                </a:lnTo>
                <a:lnTo>
                  <a:pt x="8537" y="4289"/>
                </a:lnTo>
                <a:lnTo>
                  <a:pt x="8538" y="4289"/>
                </a:lnTo>
                <a:lnTo>
                  <a:pt x="8539" y="4289"/>
                </a:lnTo>
                <a:lnTo>
                  <a:pt x="8540" y="4289"/>
                </a:lnTo>
                <a:lnTo>
                  <a:pt x="8541" y="4289"/>
                </a:lnTo>
                <a:lnTo>
                  <a:pt x="8542" y="4289"/>
                </a:lnTo>
                <a:lnTo>
                  <a:pt x="8543" y="4289"/>
                </a:lnTo>
                <a:lnTo>
                  <a:pt x="8544" y="4289"/>
                </a:lnTo>
                <a:lnTo>
                  <a:pt x="8545" y="4289"/>
                </a:lnTo>
                <a:lnTo>
                  <a:pt x="8546" y="4289"/>
                </a:lnTo>
                <a:lnTo>
                  <a:pt x="8547" y="4289"/>
                </a:lnTo>
                <a:lnTo>
                  <a:pt x="8548" y="4289"/>
                </a:lnTo>
                <a:lnTo>
                  <a:pt x="8549" y="4289"/>
                </a:lnTo>
                <a:lnTo>
                  <a:pt x="8550" y="4289"/>
                </a:lnTo>
                <a:lnTo>
                  <a:pt x="8551" y="4289"/>
                </a:lnTo>
                <a:lnTo>
                  <a:pt x="8552" y="4289"/>
                </a:lnTo>
                <a:lnTo>
                  <a:pt x="8553" y="4289"/>
                </a:lnTo>
                <a:lnTo>
                  <a:pt x="8554" y="4289"/>
                </a:lnTo>
                <a:lnTo>
                  <a:pt x="8555" y="4289"/>
                </a:lnTo>
                <a:lnTo>
                  <a:pt x="8556" y="4289"/>
                </a:lnTo>
                <a:lnTo>
                  <a:pt x="8557" y="4289"/>
                </a:lnTo>
                <a:lnTo>
                  <a:pt x="8558" y="4289"/>
                </a:lnTo>
                <a:lnTo>
                  <a:pt x="8559" y="4289"/>
                </a:lnTo>
                <a:lnTo>
                  <a:pt x="8560" y="4289"/>
                </a:lnTo>
                <a:lnTo>
                  <a:pt x="8561" y="4289"/>
                </a:lnTo>
                <a:lnTo>
                  <a:pt x="8562" y="4289"/>
                </a:lnTo>
                <a:lnTo>
                  <a:pt x="8563" y="4289"/>
                </a:lnTo>
                <a:lnTo>
                  <a:pt x="8564" y="4289"/>
                </a:lnTo>
                <a:lnTo>
                  <a:pt x="8565" y="4289"/>
                </a:lnTo>
                <a:lnTo>
                  <a:pt x="8566" y="4289"/>
                </a:lnTo>
                <a:lnTo>
                  <a:pt x="8567" y="4289"/>
                </a:lnTo>
                <a:lnTo>
                  <a:pt x="8568" y="4289"/>
                </a:lnTo>
                <a:lnTo>
                  <a:pt x="8569" y="4289"/>
                </a:lnTo>
                <a:lnTo>
                  <a:pt x="8570" y="4289"/>
                </a:lnTo>
                <a:lnTo>
                  <a:pt x="8571" y="4289"/>
                </a:lnTo>
                <a:lnTo>
                  <a:pt x="8572" y="4289"/>
                </a:lnTo>
                <a:lnTo>
                  <a:pt x="8573" y="4289"/>
                </a:lnTo>
                <a:lnTo>
                  <a:pt x="8574" y="4289"/>
                </a:lnTo>
                <a:lnTo>
                  <a:pt x="8575" y="4289"/>
                </a:lnTo>
                <a:lnTo>
                  <a:pt x="8576" y="4289"/>
                </a:lnTo>
                <a:lnTo>
                  <a:pt x="8577" y="4289"/>
                </a:lnTo>
                <a:lnTo>
                  <a:pt x="8578" y="4289"/>
                </a:lnTo>
                <a:lnTo>
                  <a:pt x="8579" y="4289"/>
                </a:lnTo>
                <a:lnTo>
                  <a:pt x="8580" y="4289"/>
                </a:lnTo>
                <a:lnTo>
                  <a:pt x="8581" y="4289"/>
                </a:lnTo>
                <a:lnTo>
                  <a:pt x="8582" y="4289"/>
                </a:lnTo>
                <a:lnTo>
                  <a:pt x="8583" y="4289"/>
                </a:lnTo>
                <a:lnTo>
                  <a:pt x="8584" y="4289"/>
                </a:lnTo>
                <a:lnTo>
                  <a:pt x="8585" y="4289"/>
                </a:lnTo>
                <a:lnTo>
                  <a:pt x="8586" y="4289"/>
                </a:lnTo>
                <a:lnTo>
                  <a:pt x="8587" y="4289"/>
                </a:lnTo>
                <a:lnTo>
                  <a:pt x="8588" y="4289"/>
                </a:lnTo>
                <a:lnTo>
                  <a:pt x="8589" y="4289"/>
                </a:lnTo>
                <a:lnTo>
                  <a:pt x="8590" y="4289"/>
                </a:lnTo>
                <a:lnTo>
                  <a:pt x="8591" y="4289"/>
                </a:lnTo>
                <a:lnTo>
                  <a:pt x="8592" y="4289"/>
                </a:lnTo>
                <a:lnTo>
                  <a:pt x="8593" y="4289"/>
                </a:lnTo>
                <a:lnTo>
                  <a:pt x="8594" y="4289"/>
                </a:lnTo>
                <a:lnTo>
                  <a:pt x="8595" y="4289"/>
                </a:lnTo>
                <a:lnTo>
                  <a:pt x="8596" y="4289"/>
                </a:lnTo>
                <a:lnTo>
                  <a:pt x="8597" y="4289"/>
                </a:lnTo>
                <a:lnTo>
                  <a:pt x="8598" y="4289"/>
                </a:lnTo>
                <a:lnTo>
                  <a:pt x="8599" y="4289"/>
                </a:lnTo>
                <a:lnTo>
                  <a:pt x="8600" y="4289"/>
                </a:lnTo>
                <a:lnTo>
                  <a:pt x="8601" y="4289"/>
                </a:lnTo>
                <a:lnTo>
                  <a:pt x="8602" y="4289"/>
                </a:lnTo>
                <a:lnTo>
                  <a:pt x="8603" y="4289"/>
                </a:lnTo>
                <a:lnTo>
                  <a:pt x="8604" y="4289"/>
                </a:lnTo>
                <a:lnTo>
                  <a:pt x="8605" y="4289"/>
                </a:lnTo>
                <a:lnTo>
                  <a:pt x="8606" y="4289"/>
                </a:lnTo>
                <a:lnTo>
                  <a:pt x="8607" y="4289"/>
                </a:lnTo>
                <a:lnTo>
                  <a:pt x="8608" y="4289"/>
                </a:lnTo>
                <a:lnTo>
                  <a:pt x="8609" y="4289"/>
                </a:lnTo>
                <a:lnTo>
                  <a:pt x="8610" y="4289"/>
                </a:lnTo>
                <a:lnTo>
                  <a:pt x="8611" y="4289"/>
                </a:lnTo>
                <a:lnTo>
                  <a:pt x="8612" y="4289"/>
                </a:lnTo>
                <a:lnTo>
                  <a:pt x="8613" y="4289"/>
                </a:lnTo>
                <a:lnTo>
                  <a:pt x="8614" y="4289"/>
                </a:lnTo>
                <a:lnTo>
                  <a:pt x="8615" y="4289"/>
                </a:lnTo>
                <a:lnTo>
                  <a:pt x="8616" y="4289"/>
                </a:lnTo>
                <a:lnTo>
                  <a:pt x="8617" y="4289"/>
                </a:lnTo>
                <a:lnTo>
                  <a:pt x="8618" y="4289"/>
                </a:lnTo>
                <a:lnTo>
                  <a:pt x="8619" y="4289"/>
                </a:lnTo>
                <a:lnTo>
                  <a:pt x="8620" y="4289"/>
                </a:lnTo>
                <a:lnTo>
                  <a:pt x="8621" y="4289"/>
                </a:lnTo>
                <a:lnTo>
                  <a:pt x="8622" y="4289"/>
                </a:lnTo>
                <a:lnTo>
                  <a:pt x="8623" y="4289"/>
                </a:lnTo>
                <a:lnTo>
                  <a:pt x="8624" y="4289"/>
                </a:lnTo>
                <a:lnTo>
                  <a:pt x="8625" y="4289"/>
                </a:lnTo>
                <a:lnTo>
                  <a:pt x="8626" y="4289"/>
                </a:lnTo>
                <a:lnTo>
                  <a:pt x="8627" y="4289"/>
                </a:lnTo>
                <a:lnTo>
                  <a:pt x="8628" y="4289"/>
                </a:lnTo>
                <a:lnTo>
                  <a:pt x="8629" y="4289"/>
                </a:lnTo>
                <a:lnTo>
                  <a:pt x="8630" y="4289"/>
                </a:lnTo>
                <a:lnTo>
                  <a:pt x="8631" y="4289"/>
                </a:lnTo>
                <a:lnTo>
                  <a:pt x="8632" y="4289"/>
                </a:lnTo>
                <a:lnTo>
                  <a:pt x="8633" y="4289"/>
                </a:lnTo>
                <a:lnTo>
                  <a:pt x="8634" y="4289"/>
                </a:lnTo>
                <a:lnTo>
                  <a:pt x="8635" y="4289"/>
                </a:lnTo>
                <a:lnTo>
                  <a:pt x="8636" y="4289"/>
                </a:lnTo>
                <a:lnTo>
                  <a:pt x="8637" y="4289"/>
                </a:lnTo>
                <a:lnTo>
                  <a:pt x="8638" y="4289"/>
                </a:lnTo>
                <a:lnTo>
                  <a:pt x="8639" y="4289"/>
                </a:lnTo>
                <a:lnTo>
                  <a:pt x="8640" y="4289"/>
                </a:lnTo>
                <a:lnTo>
                  <a:pt x="8641" y="4289"/>
                </a:lnTo>
                <a:lnTo>
                  <a:pt x="8642" y="4289"/>
                </a:lnTo>
                <a:lnTo>
                  <a:pt x="8643" y="4289"/>
                </a:lnTo>
                <a:lnTo>
                  <a:pt x="8644" y="4289"/>
                </a:lnTo>
                <a:lnTo>
                  <a:pt x="8645" y="4289"/>
                </a:lnTo>
                <a:lnTo>
                  <a:pt x="8646" y="4289"/>
                </a:lnTo>
                <a:lnTo>
                  <a:pt x="8647" y="4289"/>
                </a:lnTo>
                <a:lnTo>
                  <a:pt x="8648" y="4289"/>
                </a:lnTo>
                <a:lnTo>
                  <a:pt x="8649" y="4289"/>
                </a:lnTo>
                <a:lnTo>
                  <a:pt x="8650" y="4289"/>
                </a:lnTo>
                <a:lnTo>
                  <a:pt x="8651" y="4289"/>
                </a:lnTo>
                <a:lnTo>
                  <a:pt x="8652" y="4289"/>
                </a:lnTo>
                <a:lnTo>
                  <a:pt x="8653" y="4289"/>
                </a:lnTo>
                <a:lnTo>
                  <a:pt x="8654" y="4289"/>
                </a:lnTo>
                <a:lnTo>
                  <a:pt x="8655" y="4289"/>
                </a:lnTo>
                <a:lnTo>
                  <a:pt x="8656" y="4289"/>
                </a:lnTo>
                <a:lnTo>
                  <a:pt x="8657" y="4289"/>
                </a:lnTo>
                <a:lnTo>
                  <a:pt x="8658" y="4289"/>
                </a:lnTo>
                <a:lnTo>
                  <a:pt x="8659" y="4289"/>
                </a:lnTo>
                <a:lnTo>
                  <a:pt x="8660" y="4289"/>
                </a:lnTo>
                <a:lnTo>
                  <a:pt x="8661" y="4289"/>
                </a:lnTo>
                <a:lnTo>
                  <a:pt x="8662" y="4289"/>
                </a:lnTo>
                <a:lnTo>
                  <a:pt x="8663" y="4289"/>
                </a:lnTo>
                <a:lnTo>
                  <a:pt x="8664" y="4289"/>
                </a:lnTo>
                <a:lnTo>
                  <a:pt x="8665" y="4289"/>
                </a:lnTo>
                <a:lnTo>
                  <a:pt x="8666" y="4289"/>
                </a:lnTo>
                <a:lnTo>
                  <a:pt x="8667" y="4289"/>
                </a:lnTo>
                <a:lnTo>
                  <a:pt x="8668" y="4289"/>
                </a:lnTo>
                <a:lnTo>
                  <a:pt x="8669" y="4289"/>
                </a:lnTo>
                <a:lnTo>
                  <a:pt x="8670" y="4289"/>
                </a:lnTo>
                <a:lnTo>
                  <a:pt x="8671" y="4289"/>
                </a:lnTo>
                <a:lnTo>
                  <a:pt x="8672" y="4289"/>
                </a:lnTo>
                <a:lnTo>
                  <a:pt x="8673" y="4289"/>
                </a:lnTo>
                <a:lnTo>
                  <a:pt x="8674" y="4289"/>
                </a:lnTo>
                <a:lnTo>
                  <a:pt x="8675" y="4289"/>
                </a:lnTo>
                <a:lnTo>
                  <a:pt x="8676" y="4289"/>
                </a:lnTo>
                <a:lnTo>
                  <a:pt x="8677" y="4289"/>
                </a:lnTo>
                <a:lnTo>
                  <a:pt x="8678" y="4289"/>
                </a:lnTo>
                <a:lnTo>
                  <a:pt x="8679" y="4289"/>
                </a:lnTo>
                <a:lnTo>
                  <a:pt x="8680" y="4289"/>
                </a:lnTo>
                <a:lnTo>
                  <a:pt x="8681" y="4289"/>
                </a:lnTo>
                <a:lnTo>
                  <a:pt x="8682" y="4289"/>
                </a:lnTo>
                <a:lnTo>
                  <a:pt x="8683" y="4289"/>
                </a:lnTo>
                <a:lnTo>
                  <a:pt x="8684" y="4289"/>
                </a:lnTo>
                <a:lnTo>
                  <a:pt x="8685" y="4289"/>
                </a:lnTo>
                <a:lnTo>
                  <a:pt x="8686" y="4289"/>
                </a:lnTo>
                <a:lnTo>
                  <a:pt x="8687" y="4289"/>
                </a:lnTo>
                <a:lnTo>
                  <a:pt x="8688" y="4289"/>
                </a:lnTo>
                <a:lnTo>
                  <a:pt x="8689" y="4289"/>
                </a:lnTo>
                <a:lnTo>
                  <a:pt x="8690" y="4289"/>
                </a:lnTo>
                <a:lnTo>
                  <a:pt x="8691" y="4289"/>
                </a:lnTo>
                <a:lnTo>
                  <a:pt x="8692" y="4289"/>
                </a:lnTo>
                <a:lnTo>
                  <a:pt x="8693" y="4289"/>
                </a:lnTo>
                <a:lnTo>
                  <a:pt x="8694" y="4289"/>
                </a:lnTo>
                <a:lnTo>
                  <a:pt x="8695" y="4289"/>
                </a:lnTo>
                <a:lnTo>
                  <a:pt x="8696" y="4289"/>
                </a:lnTo>
                <a:lnTo>
                  <a:pt x="8697" y="4289"/>
                </a:lnTo>
                <a:lnTo>
                  <a:pt x="8698" y="4289"/>
                </a:lnTo>
                <a:lnTo>
                  <a:pt x="8699" y="4289"/>
                </a:lnTo>
                <a:lnTo>
                  <a:pt x="8700" y="4289"/>
                </a:lnTo>
                <a:lnTo>
                  <a:pt x="8701" y="4289"/>
                </a:lnTo>
                <a:lnTo>
                  <a:pt x="8702" y="4289"/>
                </a:lnTo>
                <a:lnTo>
                  <a:pt x="8703" y="4289"/>
                </a:lnTo>
                <a:lnTo>
                  <a:pt x="8704" y="4289"/>
                </a:lnTo>
                <a:lnTo>
                  <a:pt x="8705" y="4289"/>
                </a:lnTo>
                <a:lnTo>
                  <a:pt x="8706" y="4289"/>
                </a:lnTo>
                <a:lnTo>
                  <a:pt x="8707" y="4289"/>
                </a:lnTo>
                <a:lnTo>
                  <a:pt x="8708" y="4289"/>
                </a:lnTo>
                <a:lnTo>
                  <a:pt x="8709" y="4289"/>
                </a:lnTo>
                <a:lnTo>
                  <a:pt x="8710" y="4289"/>
                </a:lnTo>
                <a:lnTo>
                  <a:pt x="8711" y="4289"/>
                </a:lnTo>
                <a:lnTo>
                  <a:pt x="8712" y="4289"/>
                </a:lnTo>
                <a:lnTo>
                  <a:pt x="8713" y="4289"/>
                </a:lnTo>
                <a:lnTo>
                  <a:pt x="8714" y="4289"/>
                </a:lnTo>
                <a:lnTo>
                  <a:pt x="8715" y="4289"/>
                </a:lnTo>
                <a:lnTo>
                  <a:pt x="8716" y="4289"/>
                </a:lnTo>
                <a:lnTo>
                  <a:pt x="8717" y="4289"/>
                </a:lnTo>
                <a:lnTo>
                  <a:pt x="8718" y="4289"/>
                </a:lnTo>
                <a:lnTo>
                  <a:pt x="8719" y="4289"/>
                </a:lnTo>
                <a:lnTo>
                  <a:pt x="8720" y="4289"/>
                </a:lnTo>
                <a:lnTo>
                  <a:pt x="8721" y="4289"/>
                </a:lnTo>
                <a:lnTo>
                  <a:pt x="8722" y="4289"/>
                </a:lnTo>
                <a:lnTo>
                  <a:pt x="8723" y="4289"/>
                </a:lnTo>
                <a:lnTo>
                  <a:pt x="8724" y="4289"/>
                </a:lnTo>
                <a:lnTo>
                  <a:pt x="8725" y="4289"/>
                </a:lnTo>
                <a:lnTo>
                  <a:pt x="8726" y="4289"/>
                </a:lnTo>
                <a:lnTo>
                  <a:pt x="8727" y="4289"/>
                </a:lnTo>
                <a:lnTo>
                  <a:pt x="8728" y="4289"/>
                </a:lnTo>
                <a:lnTo>
                  <a:pt x="8729" y="4289"/>
                </a:lnTo>
                <a:lnTo>
                  <a:pt x="8730" y="4289"/>
                </a:lnTo>
                <a:lnTo>
                  <a:pt x="8731" y="4289"/>
                </a:lnTo>
                <a:lnTo>
                  <a:pt x="8732" y="4289"/>
                </a:lnTo>
                <a:lnTo>
                  <a:pt x="8733" y="4289"/>
                </a:lnTo>
                <a:lnTo>
                  <a:pt x="8734" y="4289"/>
                </a:lnTo>
                <a:lnTo>
                  <a:pt x="8735" y="4289"/>
                </a:lnTo>
                <a:lnTo>
                  <a:pt x="8736" y="4289"/>
                </a:lnTo>
                <a:lnTo>
                  <a:pt x="8737" y="4289"/>
                </a:lnTo>
                <a:lnTo>
                  <a:pt x="8738" y="4289"/>
                </a:lnTo>
                <a:lnTo>
                  <a:pt x="8739" y="4289"/>
                </a:lnTo>
                <a:lnTo>
                  <a:pt x="8740" y="4289"/>
                </a:lnTo>
                <a:lnTo>
                  <a:pt x="8741" y="4289"/>
                </a:lnTo>
                <a:lnTo>
                  <a:pt x="8742" y="4289"/>
                </a:lnTo>
                <a:lnTo>
                  <a:pt x="8743" y="4289"/>
                </a:lnTo>
                <a:lnTo>
                  <a:pt x="8744" y="4289"/>
                </a:lnTo>
                <a:lnTo>
                  <a:pt x="8745" y="4289"/>
                </a:lnTo>
                <a:lnTo>
                  <a:pt x="8746" y="4289"/>
                </a:lnTo>
                <a:lnTo>
                  <a:pt x="8747" y="4289"/>
                </a:lnTo>
                <a:lnTo>
                  <a:pt x="8748" y="4289"/>
                </a:lnTo>
                <a:lnTo>
                  <a:pt x="8749" y="4289"/>
                </a:lnTo>
                <a:lnTo>
                  <a:pt x="8750" y="4289"/>
                </a:lnTo>
                <a:lnTo>
                  <a:pt x="8751" y="4289"/>
                </a:lnTo>
                <a:lnTo>
                  <a:pt x="8752" y="4289"/>
                </a:lnTo>
                <a:lnTo>
                  <a:pt x="8753" y="4289"/>
                </a:lnTo>
                <a:lnTo>
                  <a:pt x="8754" y="4289"/>
                </a:lnTo>
                <a:lnTo>
                  <a:pt x="8755" y="4289"/>
                </a:lnTo>
                <a:lnTo>
                  <a:pt x="8756" y="4289"/>
                </a:lnTo>
                <a:lnTo>
                  <a:pt x="8757" y="4289"/>
                </a:lnTo>
                <a:lnTo>
                  <a:pt x="8758" y="4289"/>
                </a:lnTo>
                <a:lnTo>
                  <a:pt x="8759" y="4289"/>
                </a:lnTo>
                <a:lnTo>
                  <a:pt x="8760" y="4289"/>
                </a:lnTo>
                <a:lnTo>
                  <a:pt x="8761" y="4289"/>
                </a:lnTo>
                <a:lnTo>
                  <a:pt x="8762" y="4289"/>
                </a:lnTo>
                <a:lnTo>
                  <a:pt x="8763" y="4289"/>
                </a:lnTo>
                <a:lnTo>
                  <a:pt x="8764" y="4289"/>
                </a:lnTo>
                <a:lnTo>
                  <a:pt x="8765" y="4289"/>
                </a:lnTo>
                <a:lnTo>
                  <a:pt x="8766" y="4289"/>
                </a:lnTo>
                <a:lnTo>
                  <a:pt x="8767" y="4289"/>
                </a:lnTo>
                <a:lnTo>
                  <a:pt x="8768" y="4289"/>
                </a:lnTo>
                <a:lnTo>
                  <a:pt x="8769" y="4289"/>
                </a:lnTo>
                <a:lnTo>
                  <a:pt x="8770" y="4289"/>
                </a:lnTo>
                <a:lnTo>
                  <a:pt x="8771" y="4289"/>
                </a:lnTo>
                <a:lnTo>
                  <a:pt x="8772" y="4289"/>
                </a:lnTo>
                <a:lnTo>
                  <a:pt x="8773" y="4289"/>
                </a:lnTo>
                <a:lnTo>
                  <a:pt x="8774" y="4289"/>
                </a:lnTo>
                <a:lnTo>
                  <a:pt x="8775" y="4289"/>
                </a:lnTo>
                <a:lnTo>
                  <a:pt x="8776" y="4289"/>
                </a:lnTo>
                <a:lnTo>
                  <a:pt x="8777" y="4289"/>
                </a:lnTo>
                <a:lnTo>
                  <a:pt x="8778" y="4289"/>
                </a:lnTo>
                <a:lnTo>
                  <a:pt x="8779" y="4289"/>
                </a:lnTo>
                <a:lnTo>
                  <a:pt x="8780" y="4289"/>
                </a:lnTo>
                <a:lnTo>
                  <a:pt x="8781" y="4289"/>
                </a:lnTo>
                <a:lnTo>
                  <a:pt x="8782" y="4289"/>
                </a:lnTo>
                <a:lnTo>
                  <a:pt x="8783" y="4289"/>
                </a:lnTo>
                <a:lnTo>
                  <a:pt x="8784" y="4289"/>
                </a:lnTo>
                <a:lnTo>
                  <a:pt x="8785" y="4289"/>
                </a:lnTo>
                <a:lnTo>
                  <a:pt x="8786" y="4289"/>
                </a:lnTo>
                <a:lnTo>
                  <a:pt x="8787" y="4289"/>
                </a:lnTo>
                <a:lnTo>
                  <a:pt x="8788" y="4289"/>
                </a:lnTo>
                <a:lnTo>
                  <a:pt x="8789" y="4289"/>
                </a:lnTo>
                <a:lnTo>
                  <a:pt x="8790" y="4289"/>
                </a:lnTo>
                <a:lnTo>
                  <a:pt x="8791" y="4289"/>
                </a:lnTo>
                <a:lnTo>
                  <a:pt x="8792" y="4289"/>
                </a:lnTo>
                <a:lnTo>
                  <a:pt x="8793" y="4289"/>
                </a:lnTo>
                <a:lnTo>
                  <a:pt x="8794" y="4289"/>
                </a:lnTo>
                <a:lnTo>
                  <a:pt x="8795" y="4289"/>
                </a:lnTo>
                <a:lnTo>
                  <a:pt x="8796" y="4289"/>
                </a:lnTo>
                <a:lnTo>
                  <a:pt x="8797" y="4289"/>
                </a:lnTo>
                <a:lnTo>
                  <a:pt x="8798" y="4289"/>
                </a:lnTo>
                <a:lnTo>
                  <a:pt x="8799" y="4289"/>
                </a:lnTo>
                <a:lnTo>
                  <a:pt x="8800" y="4289"/>
                </a:lnTo>
                <a:lnTo>
                  <a:pt x="8801" y="4289"/>
                </a:lnTo>
                <a:lnTo>
                  <a:pt x="8802" y="4289"/>
                </a:lnTo>
                <a:lnTo>
                  <a:pt x="8803" y="4289"/>
                </a:lnTo>
                <a:lnTo>
                  <a:pt x="8804" y="4289"/>
                </a:lnTo>
                <a:lnTo>
                  <a:pt x="8805" y="4289"/>
                </a:lnTo>
                <a:lnTo>
                  <a:pt x="8806" y="4289"/>
                </a:lnTo>
                <a:lnTo>
                  <a:pt x="8807" y="4289"/>
                </a:lnTo>
                <a:lnTo>
                  <a:pt x="8808" y="4289"/>
                </a:lnTo>
                <a:lnTo>
                  <a:pt x="8809" y="4289"/>
                </a:lnTo>
                <a:lnTo>
                  <a:pt x="8810" y="4289"/>
                </a:lnTo>
                <a:lnTo>
                  <a:pt x="8811" y="4289"/>
                </a:lnTo>
                <a:lnTo>
                  <a:pt x="8812" y="4289"/>
                </a:lnTo>
                <a:lnTo>
                  <a:pt x="8813" y="4289"/>
                </a:lnTo>
                <a:lnTo>
                  <a:pt x="8814" y="4289"/>
                </a:lnTo>
                <a:lnTo>
                  <a:pt x="8815" y="4289"/>
                </a:lnTo>
                <a:lnTo>
                  <a:pt x="8816" y="4289"/>
                </a:lnTo>
                <a:lnTo>
                  <a:pt x="8817" y="4289"/>
                </a:lnTo>
                <a:lnTo>
                  <a:pt x="8818" y="4289"/>
                </a:lnTo>
                <a:lnTo>
                  <a:pt x="8819" y="4289"/>
                </a:lnTo>
                <a:lnTo>
                  <a:pt x="8820" y="4289"/>
                </a:lnTo>
                <a:lnTo>
                  <a:pt x="8821" y="4289"/>
                </a:lnTo>
                <a:lnTo>
                  <a:pt x="8822" y="4289"/>
                </a:lnTo>
                <a:lnTo>
                  <a:pt x="8823" y="4289"/>
                </a:lnTo>
                <a:lnTo>
                  <a:pt x="8824" y="4289"/>
                </a:lnTo>
                <a:lnTo>
                  <a:pt x="8825" y="4289"/>
                </a:lnTo>
                <a:lnTo>
                  <a:pt x="8826" y="4289"/>
                </a:lnTo>
                <a:lnTo>
                  <a:pt x="8827" y="4289"/>
                </a:lnTo>
                <a:lnTo>
                  <a:pt x="8828" y="4289"/>
                </a:lnTo>
                <a:lnTo>
                  <a:pt x="8829" y="4289"/>
                </a:lnTo>
                <a:lnTo>
                  <a:pt x="8830" y="4289"/>
                </a:lnTo>
                <a:lnTo>
                  <a:pt x="8831" y="4289"/>
                </a:lnTo>
                <a:lnTo>
                  <a:pt x="8832" y="4289"/>
                </a:lnTo>
                <a:lnTo>
                  <a:pt x="8833" y="4289"/>
                </a:lnTo>
                <a:lnTo>
                  <a:pt x="8834" y="4289"/>
                </a:lnTo>
                <a:lnTo>
                  <a:pt x="8835" y="4289"/>
                </a:lnTo>
                <a:lnTo>
                  <a:pt x="8836" y="4289"/>
                </a:lnTo>
                <a:lnTo>
                  <a:pt x="8837" y="4289"/>
                </a:lnTo>
                <a:lnTo>
                  <a:pt x="8838" y="4289"/>
                </a:lnTo>
                <a:lnTo>
                  <a:pt x="8839" y="4289"/>
                </a:lnTo>
                <a:lnTo>
                  <a:pt x="8840" y="4289"/>
                </a:lnTo>
                <a:lnTo>
                  <a:pt x="8841" y="4289"/>
                </a:lnTo>
                <a:lnTo>
                  <a:pt x="8842" y="4289"/>
                </a:lnTo>
                <a:lnTo>
                  <a:pt x="8843" y="4289"/>
                </a:lnTo>
                <a:lnTo>
                  <a:pt x="8844" y="4289"/>
                </a:lnTo>
                <a:lnTo>
                  <a:pt x="8845" y="4289"/>
                </a:lnTo>
                <a:lnTo>
                  <a:pt x="8846" y="4289"/>
                </a:lnTo>
                <a:lnTo>
                  <a:pt x="8847" y="4289"/>
                </a:lnTo>
                <a:lnTo>
                  <a:pt x="8848" y="4289"/>
                </a:lnTo>
                <a:lnTo>
                  <a:pt x="8849" y="4289"/>
                </a:lnTo>
                <a:lnTo>
                  <a:pt x="8850" y="4289"/>
                </a:lnTo>
                <a:lnTo>
                  <a:pt x="8851" y="4289"/>
                </a:lnTo>
                <a:lnTo>
                  <a:pt x="8852" y="4289"/>
                </a:lnTo>
                <a:lnTo>
                  <a:pt x="8853" y="4289"/>
                </a:lnTo>
                <a:lnTo>
                  <a:pt x="8854" y="4289"/>
                </a:lnTo>
                <a:lnTo>
                  <a:pt x="8855" y="4289"/>
                </a:lnTo>
                <a:lnTo>
                  <a:pt x="8856" y="4289"/>
                </a:lnTo>
                <a:lnTo>
                  <a:pt x="8857" y="4289"/>
                </a:lnTo>
                <a:lnTo>
                  <a:pt x="8858" y="4289"/>
                </a:lnTo>
                <a:lnTo>
                  <a:pt x="8859" y="4289"/>
                </a:lnTo>
                <a:lnTo>
                  <a:pt x="8860" y="4289"/>
                </a:lnTo>
                <a:lnTo>
                  <a:pt x="8861" y="4289"/>
                </a:lnTo>
                <a:lnTo>
                  <a:pt x="8862" y="4289"/>
                </a:lnTo>
                <a:lnTo>
                  <a:pt x="8863" y="4289"/>
                </a:lnTo>
                <a:lnTo>
                  <a:pt x="8864" y="4289"/>
                </a:lnTo>
                <a:lnTo>
                  <a:pt x="8865" y="4289"/>
                </a:lnTo>
                <a:lnTo>
                  <a:pt x="8866" y="4289"/>
                </a:lnTo>
                <a:lnTo>
                  <a:pt x="8867" y="4289"/>
                </a:lnTo>
                <a:lnTo>
                  <a:pt x="8868" y="4289"/>
                </a:lnTo>
                <a:lnTo>
                  <a:pt x="8869" y="4289"/>
                </a:lnTo>
                <a:lnTo>
                  <a:pt x="8870" y="4289"/>
                </a:lnTo>
                <a:lnTo>
                  <a:pt x="8871" y="4289"/>
                </a:lnTo>
                <a:lnTo>
                  <a:pt x="8872" y="4289"/>
                </a:lnTo>
                <a:lnTo>
                  <a:pt x="8873" y="4289"/>
                </a:lnTo>
                <a:lnTo>
                  <a:pt x="8874" y="4289"/>
                </a:lnTo>
                <a:lnTo>
                  <a:pt x="8875" y="4289"/>
                </a:lnTo>
                <a:lnTo>
                  <a:pt x="8876" y="4289"/>
                </a:lnTo>
                <a:lnTo>
                  <a:pt x="8877" y="4289"/>
                </a:lnTo>
                <a:lnTo>
                  <a:pt x="8878" y="4289"/>
                </a:lnTo>
                <a:lnTo>
                  <a:pt x="8879" y="4289"/>
                </a:lnTo>
                <a:lnTo>
                  <a:pt x="8880" y="4289"/>
                </a:lnTo>
                <a:lnTo>
                  <a:pt x="8881" y="4289"/>
                </a:lnTo>
                <a:lnTo>
                  <a:pt x="8882" y="4289"/>
                </a:lnTo>
                <a:lnTo>
                  <a:pt x="8883" y="4289"/>
                </a:lnTo>
                <a:lnTo>
                  <a:pt x="8884" y="4289"/>
                </a:lnTo>
                <a:lnTo>
                  <a:pt x="8885" y="4289"/>
                </a:lnTo>
                <a:lnTo>
                  <a:pt x="8886" y="4289"/>
                </a:lnTo>
                <a:lnTo>
                  <a:pt x="8887" y="4289"/>
                </a:lnTo>
                <a:lnTo>
                  <a:pt x="8888" y="4289"/>
                </a:lnTo>
                <a:lnTo>
                  <a:pt x="8889" y="4289"/>
                </a:lnTo>
                <a:lnTo>
                  <a:pt x="8890" y="4289"/>
                </a:lnTo>
                <a:lnTo>
                  <a:pt x="8891" y="4289"/>
                </a:lnTo>
                <a:lnTo>
                  <a:pt x="8892" y="4289"/>
                </a:lnTo>
                <a:lnTo>
                  <a:pt x="8893" y="4289"/>
                </a:lnTo>
                <a:lnTo>
                  <a:pt x="8894" y="4289"/>
                </a:lnTo>
                <a:lnTo>
                  <a:pt x="8895" y="4289"/>
                </a:lnTo>
                <a:lnTo>
                  <a:pt x="8896" y="4289"/>
                </a:lnTo>
                <a:lnTo>
                  <a:pt x="8897" y="4289"/>
                </a:lnTo>
                <a:lnTo>
                  <a:pt x="8898" y="4289"/>
                </a:lnTo>
                <a:lnTo>
                  <a:pt x="8899" y="4289"/>
                </a:lnTo>
                <a:lnTo>
                  <a:pt x="8900" y="4289"/>
                </a:lnTo>
                <a:lnTo>
                  <a:pt x="8901" y="4289"/>
                </a:lnTo>
                <a:lnTo>
                  <a:pt x="8902" y="4289"/>
                </a:lnTo>
                <a:lnTo>
                  <a:pt x="8903" y="4289"/>
                </a:lnTo>
                <a:lnTo>
                  <a:pt x="8904" y="4289"/>
                </a:lnTo>
                <a:lnTo>
                  <a:pt x="8905" y="4289"/>
                </a:lnTo>
                <a:lnTo>
                  <a:pt x="8906" y="4289"/>
                </a:lnTo>
                <a:lnTo>
                  <a:pt x="8907" y="4289"/>
                </a:lnTo>
                <a:lnTo>
                  <a:pt x="8908" y="4289"/>
                </a:lnTo>
                <a:lnTo>
                  <a:pt x="8909" y="4289"/>
                </a:lnTo>
                <a:lnTo>
                  <a:pt x="8910" y="4289"/>
                </a:lnTo>
                <a:lnTo>
                  <a:pt x="8911" y="4289"/>
                </a:lnTo>
                <a:lnTo>
                  <a:pt x="8912" y="4289"/>
                </a:lnTo>
                <a:lnTo>
                  <a:pt x="8913" y="4289"/>
                </a:lnTo>
                <a:lnTo>
                  <a:pt x="8914" y="4289"/>
                </a:lnTo>
                <a:lnTo>
                  <a:pt x="8915" y="4289"/>
                </a:lnTo>
                <a:lnTo>
                  <a:pt x="8916" y="4289"/>
                </a:lnTo>
                <a:lnTo>
                  <a:pt x="8917" y="4289"/>
                </a:lnTo>
                <a:lnTo>
                  <a:pt x="8918" y="4289"/>
                </a:lnTo>
                <a:lnTo>
                  <a:pt x="8919" y="4289"/>
                </a:lnTo>
                <a:lnTo>
                  <a:pt x="8920" y="4289"/>
                </a:lnTo>
                <a:lnTo>
                  <a:pt x="8921" y="4289"/>
                </a:lnTo>
                <a:lnTo>
                  <a:pt x="8922" y="4289"/>
                </a:lnTo>
                <a:lnTo>
                  <a:pt x="8923" y="4289"/>
                </a:lnTo>
                <a:lnTo>
                  <a:pt x="8924" y="4289"/>
                </a:lnTo>
                <a:lnTo>
                  <a:pt x="8925" y="4289"/>
                </a:lnTo>
                <a:lnTo>
                  <a:pt x="8926" y="4289"/>
                </a:lnTo>
                <a:lnTo>
                  <a:pt x="8927" y="4289"/>
                </a:lnTo>
                <a:lnTo>
                  <a:pt x="8928" y="4289"/>
                </a:lnTo>
                <a:lnTo>
                  <a:pt x="8929" y="4289"/>
                </a:lnTo>
                <a:lnTo>
                  <a:pt x="8930" y="4289"/>
                </a:lnTo>
                <a:lnTo>
                  <a:pt x="8931" y="4289"/>
                </a:lnTo>
                <a:lnTo>
                  <a:pt x="8932" y="4289"/>
                </a:lnTo>
                <a:lnTo>
                  <a:pt x="8933" y="4289"/>
                </a:lnTo>
                <a:lnTo>
                  <a:pt x="8934" y="4289"/>
                </a:lnTo>
                <a:lnTo>
                  <a:pt x="8935" y="4289"/>
                </a:lnTo>
                <a:lnTo>
                  <a:pt x="8936" y="4289"/>
                </a:lnTo>
                <a:lnTo>
                  <a:pt x="8937" y="4289"/>
                </a:lnTo>
                <a:lnTo>
                  <a:pt x="8938" y="4289"/>
                </a:lnTo>
                <a:lnTo>
                  <a:pt x="8939" y="4289"/>
                </a:lnTo>
                <a:lnTo>
                  <a:pt x="8940" y="4289"/>
                </a:lnTo>
                <a:lnTo>
                  <a:pt x="8941" y="4289"/>
                </a:lnTo>
                <a:lnTo>
                  <a:pt x="8942" y="4289"/>
                </a:lnTo>
                <a:lnTo>
                  <a:pt x="8943" y="4289"/>
                </a:lnTo>
                <a:lnTo>
                  <a:pt x="8944" y="4289"/>
                </a:lnTo>
                <a:lnTo>
                  <a:pt x="8945" y="4289"/>
                </a:lnTo>
                <a:lnTo>
                  <a:pt x="8946" y="4289"/>
                </a:lnTo>
                <a:lnTo>
                  <a:pt x="8947" y="4289"/>
                </a:lnTo>
                <a:lnTo>
                  <a:pt x="8948" y="4289"/>
                </a:lnTo>
                <a:lnTo>
                  <a:pt x="8949" y="4289"/>
                </a:lnTo>
                <a:lnTo>
                  <a:pt x="8950" y="4289"/>
                </a:lnTo>
                <a:lnTo>
                  <a:pt x="8951" y="4289"/>
                </a:lnTo>
                <a:lnTo>
                  <a:pt x="8952" y="4289"/>
                </a:lnTo>
                <a:lnTo>
                  <a:pt x="8953" y="4289"/>
                </a:lnTo>
                <a:lnTo>
                  <a:pt x="8954" y="4289"/>
                </a:lnTo>
                <a:lnTo>
                  <a:pt x="8955" y="4289"/>
                </a:lnTo>
                <a:lnTo>
                  <a:pt x="8956" y="4289"/>
                </a:lnTo>
                <a:lnTo>
                  <a:pt x="8957" y="4289"/>
                </a:lnTo>
                <a:lnTo>
                  <a:pt x="8958" y="4289"/>
                </a:lnTo>
                <a:lnTo>
                  <a:pt x="8959" y="4289"/>
                </a:lnTo>
                <a:lnTo>
                  <a:pt x="8960" y="4289"/>
                </a:lnTo>
                <a:lnTo>
                  <a:pt x="8961" y="4289"/>
                </a:lnTo>
                <a:lnTo>
                  <a:pt x="8962" y="4289"/>
                </a:lnTo>
                <a:lnTo>
                  <a:pt x="8963" y="4289"/>
                </a:lnTo>
                <a:lnTo>
                  <a:pt x="8964" y="4289"/>
                </a:lnTo>
                <a:lnTo>
                  <a:pt x="8965" y="4289"/>
                </a:lnTo>
                <a:lnTo>
                  <a:pt x="8966" y="4289"/>
                </a:lnTo>
                <a:lnTo>
                  <a:pt x="8967" y="4289"/>
                </a:lnTo>
                <a:lnTo>
                  <a:pt x="8968" y="4289"/>
                </a:lnTo>
                <a:lnTo>
                  <a:pt x="8969" y="4289"/>
                </a:lnTo>
                <a:lnTo>
                  <a:pt x="8970" y="4289"/>
                </a:lnTo>
                <a:lnTo>
                  <a:pt x="8971" y="4289"/>
                </a:lnTo>
                <a:lnTo>
                  <a:pt x="8972" y="4289"/>
                </a:lnTo>
                <a:lnTo>
                  <a:pt x="8973" y="4289"/>
                </a:lnTo>
                <a:lnTo>
                  <a:pt x="8974" y="4289"/>
                </a:lnTo>
                <a:lnTo>
                  <a:pt x="8975" y="4289"/>
                </a:lnTo>
                <a:lnTo>
                  <a:pt x="8976" y="4289"/>
                </a:lnTo>
                <a:lnTo>
                  <a:pt x="8977" y="4289"/>
                </a:lnTo>
                <a:lnTo>
                  <a:pt x="8978" y="4289"/>
                </a:lnTo>
                <a:lnTo>
                  <a:pt x="8979" y="4289"/>
                </a:lnTo>
                <a:lnTo>
                  <a:pt x="8980" y="4289"/>
                </a:lnTo>
                <a:lnTo>
                  <a:pt x="8981" y="4289"/>
                </a:lnTo>
                <a:lnTo>
                  <a:pt x="8982" y="4289"/>
                </a:lnTo>
                <a:lnTo>
                  <a:pt x="8983" y="4289"/>
                </a:lnTo>
                <a:lnTo>
                  <a:pt x="8984" y="4289"/>
                </a:lnTo>
                <a:lnTo>
                  <a:pt x="8985" y="4289"/>
                </a:lnTo>
                <a:lnTo>
                  <a:pt x="8986" y="4289"/>
                </a:lnTo>
                <a:lnTo>
                  <a:pt x="8987" y="4289"/>
                </a:lnTo>
                <a:lnTo>
                  <a:pt x="8988" y="4289"/>
                </a:lnTo>
                <a:lnTo>
                  <a:pt x="8989" y="4289"/>
                </a:lnTo>
                <a:lnTo>
                  <a:pt x="8990" y="4289"/>
                </a:lnTo>
                <a:lnTo>
                  <a:pt x="8991" y="4289"/>
                </a:lnTo>
                <a:lnTo>
                  <a:pt x="8992" y="4289"/>
                </a:lnTo>
                <a:lnTo>
                  <a:pt x="8993" y="4289"/>
                </a:lnTo>
                <a:lnTo>
                  <a:pt x="8994" y="4289"/>
                </a:lnTo>
                <a:lnTo>
                  <a:pt x="8995" y="4289"/>
                </a:lnTo>
                <a:lnTo>
                  <a:pt x="8996" y="4289"/>
                </a:lnTo>
                <a:lnTo>
                  <a:pt x="8997" y="4289"/>
                </a:lnTo>
                <a:lnTo>
                  <a:pt x="8998" y="4289"/>
                </a:lnTo>
                <a:lnTo>
                  <a:pt x="8999" y="4289"/>
                </a:lnTo>
                <a:lnTo>
                  <a:pt x="9000" y="4289"/>
                </a:lnTo>
                <a:lnTo>
                  <a:pt x="9001" y="4289"/>
                </a:lnTo>
                <a:lnTo>
                  <a:pt x="9002" y="4289"/>
                </a:lnTo>
                <a:lnTo>
                  <a:pt x="9003" y="4289"/>
                </a:lnTo>
                <a:lnTo>
                  <a:pt x="9004" y="4289"/>
                </a:lnTo>
                <a:lnTo>
                  <a:pt x="9005" y="4289"/>
                </a:lnTo>
                <a:lnTo>
                  <a:pt x="9006" y="4289"/>
                </a:lnTo>
                <a:lnTo>
                  <a:pt x="9007" y="4289"/>
                </a:lnTo>
                <a:lnTo>
                  <a:pt x="9008" y="4289"/>
                </a:lnTo>
                <a:lnTo>
                  <a:pt x="9009" y="4289"/>
                </a:lnTo>
                <a:lnTo>
                  <a:pt x="9010" y="4289"/>
                </a:lnTo>
                <a:lnTo>
                  <a:pt x="9011" y="4289"/>
                </a:lnTo>
                <a:lnTo>
                  <a:pt x="9012" y="4289"/>
                </a:lnTo>
                <a:lnTo>
                  <a:pt x="9013" y="4289"/>
                </a:lnTo>
                <a:lnTo>
                  <a:pt x="9014" y="4289"/>
                </a:lnTo>
                <a:lnTo>
                  <a:pt x="9015" y="4289"/>
                </a:lnTo>
                <a:lnTo>
                  <a:pt x="9016" y="4289"/>
                </a:lnTo>
                <a:lnTo>
                  <a:pt x="9017" y="4289"/>
                </a:lnTo>
                <a:lnTo>
                  <a:pt x="9018" y="4289"/>
                </a:lnTo>
                <a:lnTo>
                  <a:pt x="9019" y="4289"/>
                </a:lnTo>
                <a:lnTo>
                  <a:pt x="9020" y="4289"/>
                </a:lnTo>
                <a:lnTo>
                  <a:pt x="9021" y="4289"/>
                </a:lnTo>
                <a:lnTo>
                  <a:pt x="9022" y="4289"/>
                </a:lnTo>
                <a:lnTo>
                  <a:pt x="9023" y="4289"/>
                </a:lnTo>
                <a:lnTo>
                  <a:pt x="9024" y="4289"/>
                </a:lnTo>
                <a:lnTo>
                  <a:pt x="9025" y="4289"/>
                </a:lnTo>
                <a:lnTo>
                  <a:pt x="9026" y="4289"/>
                </a:lnTo>
                <a:lnTo>
                  <a:pt x="9027" y="4289"/>
                </a:lnTo>
                <a:lnTo>
                  <a:pt x="9028" y="4289"/>
                </a:lnTo>
                <a:lnTo>
                  <a:pt x="9029" y="4289"/>
                </a:lnTo>
                <a:lnTo>
                  <a:pt x="9030" y="4289"/>
                </a:lnTo>
                <a:lnTo>
                  <a:pt x="9031" y="4289"/>
                </a:lnTo>
                <a:lnTo>
                  <a:pt x="9032" y="4289"/>
                </a:lnTo>
                <a:lnTo>
                  <a:pt x="9033" y="4289"/>
                </a:lnTo>
                <a:lnTo>
                  <a:pt x="9034" y="4289"/>
                </a:lnTo>
                <a:lnTo>
                  <a:pt x="9035" y="4289"/>
                </a:lnTo>
                <a:lnTo>
                  <a:pt x="9036" y="4289"/>
                </a:lnTo>
                <a:lnTo>
                  <a:pt x="9037" y="4289"/>
                </a:lnTo>
                <a:lnTo>
                  <a:pt x="9038" y="4289"/>
                </a:lnTo>
                <a:lnTo>
                  <a:pt x="9039" y="4289"/>
                </a:lnTo>
                <a:lnTo>
                  <a:pt x="9040" y="4289"/>
                </a:lnTo>
                <a:lnTo>
                  <a:pt x="9041" y="4289"/>
                </a:lnTo>
                <a:lnTo>
                  <a:pt x="9042" y="4289"/>
                </a:lnTo>
                <a:lnTo>
                  <a:pt x="9043" y="4289"/>
                </a:lnTo>
                <a:lnTo>
                  <a:pt x="9044" y="4289"/>
                </a:lnTo>
                <a:lnTo>
                  <a:pt x="9045" y="4289"/>
                </a:lnTo>
                <a:lnTo>
                  <a:pt x="9046" y="4289"/>
                </a:lnTo>
                <a:lnTo>
                  <a:pt x="9047" y="4289"/>
                </a:lnTo>
                <a:lnTo>
                  <a:pt x="9048" y="4289"/>
                </a:lnTo>
                <a:lnTo>
                  <a:pt x="9049" y="4289"/>
                </a:lnTo>
                <a:lnTo>
                  <a:pt x="9050" y="4289"/>
                </a:lnTo>
                <a:lnTo>
                  <a:pt x="9051" y="4289"/>
                </a:lnTo>
                <a:lnTo>
                  <a:pt x="9052" y="4289"/>
                </a:lnTo>
                <a:lnTo>
                  <a:pt x="9053" y="4289"/>
                </a:lnTo>
                <a:lnTo>
                  <a:pt x="9054" y="4289"/>
                </a:lnTo>
                <a:lnTo>
                  <a:pt x="9055" y="4289"/>
                </a:lnTo>
                <a:lnTo>
                  <a:pt x="9056" y="4289"/>
                </a:lnTo>
                <a:lnTo>
                  <a:pt x="9057" y="4289"/>
                </a:lnTo>
                <a:lnTo>
                  <a:pt x="9058" y="4289"/>
                </a:lnTo>
                <a:lnTo>
                  <a:pt x="9059" y="4289"/>
                </a:lnTo>
                <a:lnTo>
                  <a:pt x="9060" y="4289"/>
                </a:lnTo>
                <a:lnTo>
                  <a:pt x="9061" y="4289"/>
                </a:lnTo>
                <a:lnTo>
                  <a:pt x="9062" y="4289"/>
                </a:lnTo>
                <a:lnTo>
                  <a:pt x="9063" y="4289"/>
                </a:lnTo>
                <a:lnTo>
                  <a:pt x="9064" y="4289"/>
                </a:lnTo>
                <a:lnTo>
                  <a:pt x="9065" y="4289"/>
                </a:lnTo>
                <a:lnTo>
                  <a:pt x="9066" y="4289"/>
                </a:lnTo>
                <a:lnTo>
                  <a:pt x="9067" y="4289"/>
                </a:lnTo>
                <a:lnTo>
                  <a:pt x="9068" y="4289"/>
                </a:lnTo>
                <a:lnTo>
                  <a:pt x="9069" y="4289"/>
                </a:lnTo>
                <a:lnTo>
                  <a:pt x="9070" y="4289"/>
                </a:lnTo>
                <a:lnTo>
                  <a:pt x="9071" y="4289"/>
                </a:lnTo>
                <a:lnTo>
                  <a:pt x="9072" y="4289"/>
                </a:lnTo>
                <a:lnTo>
                  <a:pt x="9073" y="4289"/>
                </a:lnTo>
                <a:lnTo>
                  <a:pt x="9074" y="4289"/>
                </a:lnTo>
                <a:lnTo>
                  <a:pt x="9075" y="4289"/>
                </a:lnTo>
                <a:lnTo>
                  <a:pt x="9076" y="4289"/>
                </a:lnTo>
                <a:lnTo>
                  <a:pt x="9077" y="4289"/>
                </a:lnTo>
                <a:lnTo>
                  <a:pt x="9078" y="4289"/>
                </a:lnTo>
                <a:lnTo>
                  <a:pt x="9079" y="4289"/>
                </a:lnTo>
                <a:lnTo>
                  <a:pt x="9080" y="4289"/>
                </a:lnTo>
                <a:lnTo>
                  <a:pt x="9081" y="4289"/>
                </a:lnTo>
                <a:lnTo>
                  <a:pt x="9082" y="4289"/>
                </a:lnTo>
                <a:lnTo>
                  <a:pt x="9083" y="4289"/>
                </a:lnTo>
                <a:lnTo>
                  <a:pt x="9084" y="4289"/>
                </a:lnTo>
                <a:lnTo>
                  <a:pt x="9085" y="4289"/>
                </a:lnTo>
                <a:lnTo>
                  <a:pt x="9086" y="4289"/>
                </a:lnTo>
                <a:lnTo>
                  <a:pt x="9087" y="4289"/>
                </a:lnTo>
                <a:lnTo>
                  <a:pt x="9088" y="4289"/>
                </a:lnTo>
                <a:lnTo>
                  <a:pt x="9089" y="4289"/>
                </a:lnTo>
                <a:lnTo>
                  <a:pt x="9090" y="4289"/>
                </a:lnTo>
                <a:lnTo>
                  <a:pt x="9091" y="4289"/>
                </a:lnTo>
                <a:lnTo>
                  <a:pt x="9092" y="4289"/>
                </a:lnTo>
                <a:lnTo>
                  <a:pt x="9093" y="4289"/>
                </a:lnTo>
                <a:lnTo>
                  <a:pt x="9094" y="4289"/>
                </a:lnTo>
                <a:lnTo>
                  <a:pt x="9095" y="4289"/>
                </a:lnTo>
                <a:lnTo>
                  <a:pt x="9096" y="4289"/>
                </a:lnTo>
                <a:lnTo>
                  <a:pt x="9097" y="4289"/>
                </a:lnTo>
                <a:lnTo>
                  <a:pt x="9098" y="4289"/>
                </a:lnTo>
                <a:lnTo>
                  <a:pt x="9099" y="4289"/>
                </a:lnTo>
                <a:lnTo>
                  <a:pt x="9100" y="4289"/>
                </a:lnTo>
                <a:lnTo>
                  <a:pt x="9101" y="4289"/>
                </a:lnTo>
                <a:lnTo>
                  <a:pt x="9102" y="4289"/>
                </a:lnTo>
                <a:lnTo>
                  <a:pt x="9103" y="4289"/>
                </a:lnTo>
                <a:lnTo>
                  <a:pt x="9104" y="4289"/>
                </a:lnTo>
                <a:lnTo>
                  <a:pt x="9105" y="4289"/>
                </a:lnTo>
                <a:lnTo>
                  <a:pt x="9106" y="4289"/>
                </a:lnTo>
                <a:lnTo>
                  <a:pt x="9107" y="4289"/>
                </a:lnTo>
                <a:lnTo>
                  <a:pt x="9108" y="4289"/>
                </a:lnTo>
                <a:lnTo>
                  <a:pt x="9109" y="4289"/>
                </a:lnTo>
                <a:lnTo>
                  <a:pt x="9110" y="4289"/>
                </a:lnTo>
                <a:lnTo>
                  <a:pt x="9111" y="4289"/>
                </a:lnTo>
                <a:lnTo>
                  <a:pt x="9112" y="4289"/>
                </a:lnTo>
                <a:lnTo>
                  <a:pt x="9113" y="4289"/>
                </a:lnTo>
                <a:lnTo>
                  <a:pt x="9114" y="4289"/>
                </a:lnTo>
                <a:lnTo>
                  <a:pt x="9115" y="4289"/>
                </a:lnTo>
                <a:lnTo>
                  <a:pt x="9116" y="4289"/>
                </a:lnTo>
                <a:lnTo>
                  <a:pt x="9117" y="4289"/>
                </a:lnTo>
                <a:lnTo>
                  <a:pt x="9118" y="4289"/>
                </a:lnTo>
                <a:lnTo>
                  <a:pt x="9119" y="4289"/>
                </a:lnTo>
                <a:lnTo>
                  <a:pt x="9120" y="4289"/>
                </a:lnTo>
                <a:lnTo>
                  <a:pt x="9121" y="4289"/>
                </a:lnTo>
                <a:lnTo>
                  <a:pt x="9122" y="4289"/>
                </a:lnTo>
                <a:lnTo>
                  <a:pt x="9123" y="4289"/>
                </a:lnTo>
                <a:lnTo>
                  <a:pt x="9124" y="4289"/>
                </a:lnTo>
                <a:lnTo>
                  <a:pt x="9125" y="4289"/>
                </a:lnTo>
                <a:lnTo>
                  <a:pt x="9126" y="4289"/>
                </a:lnTo>
                <a:lnTo>
                  <a:pt x="9127" y="4289"/>
                </a:lnTo>
                <a:lnTo>
                  <a:pt x="9128" y="4289"/>
                </a:lnTo>
                <a:lnTo>
                  <a:pt x="9129" y="4289"/>
                </a:lnTo>
                <a:lnTo>
                  <a:pt x="9130" y="4289"/>
                </a:lnTo>
                <a:lnTo>
                  <a:pt x="9131" y="4289"/>
                </a:lnTo>
                <a:lnTo>
                  <a:pt x="9132" y="4289"/>
                </a:lnTo>
                <a:lnTo>
                  <a:pt x="9133" y="4289"/>
                </a:lnTo>
                <a:lnTo>
                  <a:pt x="9134" y="4289"/>
                </a:lnTo>
                <a:lnTo>
                  <a:pt x="9135" y="4289"/>
                </a:lnTo>
                <a:lnTo>
                  <a:pt x="9136" y="4289"/>
                </a:lnTo>
                <a:lnTo>
                  <a:pt x="9137" y="4289"/>
                </a:lnTo>
                <a:lnTo>
                  <a:pt x="9138" y="4289"/>
                </a:lnTo>
                <a:lnTo>
                  <a:pt x="9139" y="4289"/>
                </a:lnTo>
                <a:lnTo>
                  <a:pt x="9140" y="4289"/>
                </a:lnTo>
                <a:lnTo>
                  <a:pt x="9141" y="4289"/>
                </a:lnTo>
                <a:lnTo>
                  <a:pt x="9142" y="4289"/>
                </a:lnTo>
                <a:lnTo>
                  <a:pt x="9143" y="4289"/>
                </a:lnTo>
                <a:lnTo>
                  <a:pt x="9144" y="4289"/>
                </a:lnTo>
                <a:lnTo>
                  <a:pt x="9145" y="4289"/>
                </a:lnTo>
                <a:lnTo>
                  <a:pt x="9146" y="4289"/>
                </a:lnTo>
                <a:lnTo>
                  <a:pt x="9147" y="4289"/>
                </a:lnTo>
                <a:lnTo>
                  <a:pt x="9148" y="4289"/>
                </a:lnTo>
                <a:lnTo>
                  <a:pt x="9149" y="4289"/>
                </a:lnTo>
                <a:lnTo>
                  <a:pt x="9150" y="4289"/>
                </a:lnTo>
                <a:lnTo>
                  <a:pt x="9151" y="4289"/>
                </a:lnTo>
                <a:lnTo>
                  <a:pt x="9152" y="4289"/>
                </a:lnTo>
                <a:lnTo>
                  <a:pt x="9153" y="4289"/>
                </a:lnTo>
                <a:lnTo>
                  <a:pt x="9154" y="4289"/>
                </a:lnTo>
                <a:lnTo>
                  <a:pt x="9155" y="4289"/>
                </a:lnTo>
                <a:lnTo>
                  <a:pt x="9156" y="4289"/>
                </a:lnTo>
                <a:lnTo>
                  <a:pt x="9157" y="4289"/>
                </a:lnTo>
                <a:lnTo>
                  <a:pt x="9158" y="4289"/>
                </a:lnTo>
                <a:lnTo>
                  <a:pt x="9159" y="4289"/>
                </a:lnTo>
                <a:lnTo>
                  <a:pt x="9160" y="4289"/>
                </a:lnTo>
                <a:lnTo>
                  <a:pt x="9161" y="4289"/>
                </a:lnTo>
                <a:lnTo>
                  <a:pt x="9162" y="4289"/>
                </a:lnTo>
                <a:lnTo>
                  <a:pt x="9163" y="4289"/>
                </a:lnTo>
                <a:lnTo>
                  <a:pt x="9164" y="4289"/>
                </a:lnTo>
                <a:lnTo>
                  <a:pt x="9165" y="4289"/>
                </a:lnTo>
                <a:lnTo>
                  <a:pt x="9166" y="4289"/>
                </a:lnTo>
                <a:lnTo>
                  <a:pt x="9167" y="4289"/>
                </a:lnTo>
                <a:lnTo>
                  <a:pt x="9168" y="4289"/>
                </a:lnTo>
                <a:lnTo>
                  <a:pt x="9169" y="4289"/>
                </a:lnTo>
                <a:lnTo>
                  <a:pt x="9170" y="4289"/>
                </a:lnTo>
                <a:lnTo>
                  <a:pt x="9171" y="4289"/>
                </a:lnTo>
                <a:lnTo>
                  <a:pt x="9172" y="4289"/>
                </a:lnTo>
                <a:lnTo>
                  <a:pt x="9173" y="4289"/>
                </a:lnTo>
                <a:lnTo>
                  <a:pt x="9174" y="4289"/>
                </a:lnTo>
                <a:lnTo>
                  <a:pt x="9175" y="4289"/>
                </a:lnTo>
                <a:lnTo>
                  <a:pt x="9176" y="4289"/>
                </a:lnTo>
                <a:lnTo>
                  <a:pt x="9177" y="4289"/>
                </a:lnTo>
                <a:lnTo>
                  <a:pt x="9178" y="4289"/>
                </a:lnTo>
                <a:lnTo>
                  <a:pt x="9179" y="4289"/>
                </a:lnTo>
                <a:lnTo>
                  <a:pt x="9180" y="4289"/>
                </a:lnTo>
                <a:lnTo>
                  <a:pt x="9181" y="4289"/>
                </a:lnTo>
                <a:lnTo>
                  <a:pt x="9182" y="4289"/>
                </a:lnTo>
                <a:lnTo>
                  <a:pt x="9183" y="4289"/>
                </a:lnTo>
                <a:lnTo>
                  <a:pt x="9184" y="4289"/>
                </a:lnTo>
                <a:lnTo>
                  <a:pt x="9185" y="4289"/>
                </a:lnTo>
                <a:lnTo>
                  <a:pt x="9186" y="4289"/>
                </a:lnTo>
                <a:lnTo>
                  <a:pt x="9187" y="4289"/>
                </a:lnTo>
                <a:lnTo>
                  <a:pt x="9188" y="4289"/>
                </a:lnTo>
                <a:lnTo>
                  <a:pt x="9189" y="4289"/>
                </a:lnTo>
                <a:lnTo>
                  <a:pt x="9190" y="4289"/>
                </a:lnTo>
                <a:lnTo>
                  <a:pt x="9191" y="4289"/>
                </a:lnTo>
                <a:lnTo>
                  <a:pt x="9192" y="4289"/>
                </a:lnTo>
                <a:lnTo>
                  <a:pt x="9193" y="4289"/>
                </a:lnTo>
                <a:lnTo>
                  <a:pt x="9194" y="4289"/>
                </a:lnTo>
                <a:lnTo>
                  <a:pt x="9195" y="4289"/>
                </a:lnTo>
                <a:lnTo>
                  <a:pt x="9196" y="4289"/>
                </a:lnTo>
                <a:lnTo>
                  <a:pt x="9197" y="4289"/>
                </a:lnTo>
                <a:lnTo>
                  <a:pt x="9198" y="4289"/>
                </a:lnTo>
                <a:lnTo>
                  <a:pt x="9199" y="4289"/>
                </a:lnTo>
                <a:lnTo>
                  <a:pt x="9200" y="4289"/>
                </a:lnTo>
                <a:lnTo>
                  <a:pt x="9201" y="4289"/>
                </a:lnTo>
                <a:lnTo>
                  <a:pt x="9202" y="4289"/>
                </a:lnTo>
                <a:lnTo>
                  <a:pt x="9203" y="4289"/>
                </a:lnTo>
                <a:lnTo>
                  <a:pt x="9204" y="4289"/>
                </a:lnTo>
                <a:lnTo>
                  <a:pt x="9205" y="4289"/>
                </a:lnTo>
                <a:lnTo>
                  <a:pt x="9206" y="4289"/>
                </a:lnTo>
                <a:lnTo>
                  <a:pt x="9207" y="4289"/>
                </a:lnTo>
                <a:lnTo>
                  <a:pt x="9208" y="4289"/>
                </a:lnTo>
                <a:lnTo>
                  <a:pt x="9209" y="4289"/>
                </a:lnTo>
                <a:lnTo>
                  <a:pt x="9210" y="4289"/>
                </a:lnTo>
                <a:lnTo>
                  <a:pt x="9211" y="4289"/>
                </a:lnTo>
                <a:lnTo>
                  <a:pt x="9212" y="4289"/>
                </a:lnTo>
                <a:lnTo>
                  <a:pt x="9213" y="4289"/>
                </a:lnTo>
                <a:lnTo>
                  <a:pt x="9214" y="4289"/>
                </a:lnTo>
                <a:lnTo>
                  <a:pt x="9215" y="4289"/>
                </a:lnTo>
                <a:lnTo>
                  <a:pt x="9216" y="4289"/>
                </a:lnTo>
                <a:lnTo>
                  <a:pt x="9217" y="4289"/>
                </a:lnTo>
                <a:lnTo>
                  <a:pt x="9218" y="4289"/>
                </a:lnTo>
                <a:lnTo>
                  <a:pt x="9219" y="4289"/>
                </a:lnTo>
                <a:lnTo>
                  <a:pt x="9220" y="4289"/>
                </a:lnTo>
                <a:lnTo>
                  <a:pt x="9221" y="4289"/>
                </a:lnTo>
                <a:lnTo>
                  <a:pt x="9222" y="4289"/>
                </a:lnTo>
                <a:lnTo>
                  <a:pt x="9223" y="4289"/>
                </a:lnTo>
                <a:lnTo>
                  <a:pt x="9224" y="4289"/>
                </a:lnTo>
                <a:lnTo>
                  <a:pt x="9225" y="4289"/>
                </a:lnTo>
                <a:lnTo>
                  <a:pt x="9226" y="4289"/>
                </a:lnTo>
                <a:lnTo>
                  <a:pt x="9227" y="4289"/>
                </a:lnTo>
                <a:lnTo>
                  <a:pt x="9228" y="4289"/>
                </a:lnTo>
                <a:lnTo>
                  <a:pt x="9229" y="4289"/>
                </a:lnTo>
                <a:lnTo>
                  <a:pt x="9230" y="4289"/>
                </a:lnTo>
                <a:lnTo>
                  <a:pt x="9231" y="4289"/>
                </a:lnTo>
                <a:lnTo>
                  <a:pt x="9232" y="4289"/>
                </a:lnTo>
                <a:lnTo>
                  <a:pt x="9233" y="4289"/>
                </a:lnTo>
                <a:lnTo>
                  <a:pt x="9234" y="4289"/>
                </a:lnTo>
                <a:lnTo>
                  <a:pt x="9235" y="4289"/>
                </a:lnTo>
                <a:lnTo>
                  <a:pt x="9236" y="4289"/>
                </a:lnTo>
                <a:lnTo>
                  <a:pt x="9237" y="4289"/>
                </a:lnTo>
                <a:lnTo>
                  <a:pt x="9238" y="4289"/>
                </a:lnTo>
                <a:lnTo>
                  <a:pt x="9239" y="4289"/>
                </a:lnTo>
                <a:lnTo>
                  <a:pt x="9240" y="4289"/>
                </a:lnTo>
                <a:lnTo>
                  <a:pt x="9241" y="4289"/>
                </a:lnTo>
                <a:lnTo>
                  <a:pt x="9242" y="4289"/>
                </a:lnTo>
                <a:lnTo>
                  <a:pt x="9243" y="4289"/>
                </a:lnTo>
                <a:lnTo>
                  <a:pt x="9244" y="4289"/>
                </a:lnTo>
                <a:lnTo>
                  <a:pt x="9245" y="4289"/>
                </a:lnTo>
                <a:lnTo>
                  <a:pt x="9246" y="4289"/>
                </a:lnTo>
                <a:lnTo>
                  <a:pt x="9247" y="4289"/>
                </a:lnTo>
                <a:lnTo>
                  <a:pt x="9248" y="4289"/>
                </a:lnTo>
                <a:lnTo>
                  <a:pt x="9249" y="4289"/>
                </a:lnTo>
                <a:lnTo>
                  <a:pt x="9250" y="4289"/>
                </a:lnTo>
                <a:lnTo>
                  <a:pt x="9251" y="4289"/>
                </a:lnTo>
                <a:lnTo>
                  <a:pt x="9252" y="4289"/>
                </a:lnTo>
                <a:lnTo>
                  <a:pt x="9253" y="4289"/>
                </a:lnTo>
                <a:lnTo>
                  <a:pt x="9254" y="4289"/>
                </a:lnTo>
                <a:lnTo>
                  <a:pt x="9255" y="4289"/>
                </a:lnTo>
                <a:lnTo>
                  <a:pt x="9256" y="4289"/>
                </a:lnTo>
                <a:lnTo>
                  <a:pt x="9257" y="4289"/>
                </a:lnTo>
                <a:lnTo>
                  <a:pt x="9258" y="4289"/>
                </a:lnTo>
                <a:lnTo>
                  <a:pt x="9259" y="4289"/>
                </a:lnTo>
                <a:lnTo>
                  <a:pt x="9260" y="4289"/>
                </a:lnTo>
                <a:lnTo>
                  <a:pt x="9261" y="4289"/>
                </a:lnTo>
                <a:lnTo>
                  <a:pt x="9262" y="4289"/>
                </a:lnTo>
                <a:lnTo>
                  <a:pt x="9263" y="4289"/>
                </a:lnTo>
                <a:lnTo>
                  <a:pt x="9264" y="4289"/>
                </a:lnTo>
                <a:lnTo>
                  <a:pt x="9265" y="4289"/>
                </a:lnTo>
                <a:lnTo>
                  <a:pt x="9266" y="4289"/>
                </a:lnTo>
                <a:lnTo>
                  <a:pt x="9267" y="4289"/>
                </a:lnTo>
                <a:lnTo>
                  <a:pt x="9268" y="4289"/>
                </a:lnTo>
                <a:lnTo>
                  <a:pt x="9269" y="4289"/>
                </a:lnTo>
                <a:lnTo>
                  <a:pt x="9270" y="4289"/>
                </a:lnTo>
                <a:lnTo>
                  <a:pt x="9271" y="4289"/>
                </a:lnTo>
                <a:lnTo>
                  <a:pt x="9272" y="4289"/>
                </a:lnTo>
                <a:lnTo>
                  <a:pt x="9273" y="4289"/>
                </a:lnTo>
                <a:lnTo>
                  <a:pt x="9274" y="4289"/>
                </a:lnTo>
                <a:lnTo>
                  <a:pt x="9275" y="4289"/>
                </a:lnTo>
                <a:lnTo>
                  <a:pt x="9276" y="4289"/>
                </a:lnTo>
                <a:lnTo>
                  <a:pt x="9277" y="4289"/>
                </a:lnTo>
                <a:lnTo>
                  <a:pt x="9278" y="4289"/>
                </a:lnTo>
                <a:lnTo>
                  <a:pt x="9279" y="4289"/>
                </a:lnTo>
                <a:lnTo>
                  <a:pt x="9280" y="4289"/>
                </a:lnTo>
                <a:lnTo>
                  <a:pt x="9281" y="4289"/>
                </a:lnTo>
                <a:lnTo>
                  <a:pt x="9282" y="4289"/>
                </a:lnTo>
                <a:lnTo>
                  <a:pt x="9283" y="4289"/>
                </a:lnTo>
                <a:lnTo>
                  <a:pt x="9284" y="4289"/>
                </a:lnTo>
                <a:lnTo>
                  <a:pt x="9285" y="4289"/>
                </a:lnTo>
                <a:lnTo>
                  <a:pt x="9286" y="4289"/>
                </a:lnTo>
                <a:lnTo>
                  <a:pt x="9287" y="4289"/>
                </a:lnTo>
                <a:lnTo>
                  <a:pt x="9288" y="4289"/>
                </a:lnTo>
                <a:lnTo>
                  <a:pt x="9289" y="4289"/>
                </a:lnTo>
                <a:lnTo>
                  <a:pt x="9290" y="4289"/>
                </a:lnTo>
                <a:lnTo>
                  <a:pt x="9291" y="4289"/>
                </a:lnTo>
                <a:lnTo>
                  <a:pt x="9292" y="4289"/>
                </a:lnTo>
                <a:lnTo>
                  <a:pt x="9293" y="4289"/>
                </a:lnTo>
                <a:lnTo>
                  <a:pt x="9294" y="4289"/>
                </a:lnTo>
                <a:lnTo>
                  <a:pt x="9295" y="4289"/>
                </a:lnTo>
                <a:lnTo>
                  <a:pt x="9296" y="4289"/>
                </a:lnTo>
                <a:lnTo>
                  <a:pt x="9297" y="4289"/>
                </a:lnTo>
                <a:lnTo>
                  <a:pt x="9298" y="4289"/>
                </a:lnTo>
                <a:lnTo>
                  <a:pt x="9299" y="4289"/>
                </a:lnTo>
                <a:lnTo>
                  <a:pt x="9300" y="4289"/>
                </a:lnTo>
                <a:lnTo>
                  <a:pt x="9301" y="4289"/>
                </a:lnTo>
                <a:lnTo>
                  <a:pt x="9302" y="4289"/>
                </a:lnTo>
                <a:lnTo>
                  <a:pt x="9303" y="4289"/>
                </a:lnTo>
                <a:lnTo>
                  <a:pt x="9304" y="4289"/>
                </a:lnTo>
                <a:lnTo>
                  <a:pt x="9305" y="4289"/>
                </a:lnTo>
                <a:lnTo>
                  <a:pt x="9306" y="4289"/>
                </a:lnTo>
                <a:lnTo>
                  <a:pt x="9307" y="4289"/>
                </a:lnTo>
                <a:lnTo>
                  <a:pt x="9308" y="4289"/>
                </a:lnTo>
                <a:lnTo>
                  <a:pt x="9309" y="4289"/>
                </a:lnTo>
                <a:lnTo>
                  <a:pt x="9310" y="4289"/>
                </a:lnTo>
                <a:lnTo>
                  <a:pt x="9311" y="4289"/>
                </a:lnTo>
                <a:lnTo>
                  <a:pt x="9312" y="4289"/>
                </a:lnTo>
                <a:lnTo>
                  <a:pt x="9313" y="4289"/>
                </a:lnTo>
                <a:lnTo>
                  <a:pt x="9314" y="4289"/>
                </a:lnTo>
                <a:lnTo>
                  <a:pt x="9315" y="4289"/>
                </a:lnTo>
                <a:lnTo>
                  <a:pt x="9316" y="4289"/>
                </a:lnTo>
                <a:lnTo>
                  <a:pt x="9317" y="4289"/>
                </a:lnTo>
                <a:lnTo>
                  <a:pt x="9318" y="4289"/>
                </a:lnTo>
                <a:lnTo>
                  <a:pt x="9319" y="4289"/>
                </a:lnTo>
                <a:lnTo>
                  <a:pt x="9320" y="4289"/>
                </a:lnTo>
                <a:lnTo>
                  <a:pt x="9321" y="4289"/>
                </a:lnTo>
                <a:lnTo>
                  <a:pt x="9322" y="4289"/>
                </a:lnTo>
                <a:lnTo>
                  <a:pt x="9323" y="4289"/>
                </a:lnTo>
                <a:lnTo>
                  <a:pt x="9324" y="4289"/>
                </a:lnTo>
                <a:lnTo>
                  <a:pt x="9325" y="4289"/>
                </a:lnTo>
                <a:lnTo>
                  <a:pt x="9326" y="4289"/>
                </a:lnTo>
                <a:lnTo>
                  <a:pt x="9327" y="4289"/>
                </a:lnTo>
                <a:lnTo>
                  <a:pt x="9328" y="4289"/>
                </a:lnTo>
                <a:lnTo>
                  <a:pt x="9329" y="4289"/>
                </a:lnTo>
                <a:lnTo>
                  <a:pt x="9330" y="4289"/>
                </a:lnTo>
                <a:lnTo>
                  <a:pt x="9331" y="4289"/>
                </a:lnTo>
                <a:lnTo>
                  <a:pt x="9332" y="4289"/>
                </a:lnTo>
                <a:lnTo>
                  <a:pt x="9333" y="4289"/>
                </a:lnTo>
                <a:lnTo>
                  <a:pt x="9334" y="4289"/>
                </a:lnTo>
                <a:lnTo>
                  <a:pt x="9335" y="4289"/>
                </a:lnTo>
                <a:lnTo>
                  <a:pt x="9336" y="4289"/>
                </a:lnTo>
                <a:lnTo>
                  <a:pt x="9337" y="4289"/>
                </a:lnTo>
                <a:lnTo>
                  <a:pt x="9338" y="4289"/>
                </a:lnTo>
                <a:lnTo>
                  <a:pt x="9339" y="4289"/>
                </a:lnTo>
                <a:lnTo>
                  <a:pt x="9340" y="4289"/>
                </a:lnTo>
                <a:lnTo>
                  <a:pt x="9341" y="4289"/>
                </a:lnTo>
                <a:lnTo>
                  <a:pt x="9342" y="4289"/>
                </a:lnTo>
                <a:lnTo>
                  <a:pt x="9343" y="4289"/>
                </a:lnTo>
                <a:lnTo>
                  <a:pt x="9344" y="4289"/>
                </a:lnTo>
                <a:lnTo>
                  <a:pt x="9345" y="4289"/>
                </a:lnTo>
                <a:lnTo>
                  <a:pt x="9346" y="4289"/>
                </a:lnTo>
                <a:lnTo>
                  <a:pt x="9347" y="4289"/>
                </a:lnTo>
                <a:lnTo>
                  <a:pt x="9348" y="4289"/>
                </a:lnTo>
                <a:lnTo>
                  <a:pt x="9349" y="4289"/>
                </a:lnTo>
                <a:lnTo>
                  <a:pt x="9350" y="4289"/>
                </a:lnTo>
                <a:lnTo>
                  <a:pt x="9351" y="4289"/>
                </a:lnTo>
                <a:lnTo>
                  <a:pt x="9352" y="4289"/>
                </a:lnTo>
                <a:lnTo>
                  <a:pt x="9353" y="4289"/>
                </a:lnTo>
                <a:lnTo>
                  <a:pt x="9354" y="4289"/>
                </a:lnTo>
                <a:lnTo>
                  <a:pt x="9355" y="4289"/>
                </a:lnTo>
                <a:lnTo>
                  <a:pt x="9356" y="4289"/>
                </a:lnTo>
                <a:lnTo>
                  <a:pt x="9357" y="4289"/>
                </a:lnTo>
                <a:lnTo>
                  <a:pt x="9358" y="4289"/>
                </a:lnTo>
                <a:lnTo>
                  <a:pt x="9359" y="4289"/>
                </a:lnTo>
                <a:lnTo>
                  <a:pt x="9360" y="4289"/>
                </a:lnTo>
                <a:lnTo>
                  <a:pt x="9361" y="4289"/>
                </a:lnTo>
                <a:lnTo>
                  <a:pt x="9362" y="4289"/>
                </a:lnTo>
                <a:lnTo>
                  <a:pt x="9363" y="4289"/>
                </a:lnTo>
                <a:lnTo>
                  <a:pt x="9364" y="4289"/>
                </a:lnTo>
                <a:lnTo>
                  <a:pt x="9365" y="4289"/>
                </a:lnTo>
                <a:lnTo>
                  <a:pt x="9366" y="4289"/>
                </a:lnTo>
                <a:lnTo>
                  <a:pt x="9367" y="4289"/>
                </a:lnTo>
                <a:lnTo>
                  <a:pt x="9368" y="4289"/>
                </a:lnTo>
                <a:lnTo>
                  <a:pt x="9369" y="4289"/>
                </a:lnTo>
                <a:lnTo>
                  <a:pt x="9370" y="4289"/>
                </a:lnTo>
                <a:lnTo>
                  <a:pt x="9371" y="4289"/>
                </a:lnTo>
                <a:lnTo>
                  <a:pt x="9372" y="4289"/>
                </a:lnTo>
                <a:lnTo>
                  <a:pt x="9373" y="4289"/>
                </a:lnTo>
                <a:lnTo>
                  <a:pt x="9374" y="4289"/>
                </a:lnTo>
                <a:lnTo>
                  <a:pt x="9375" y="4289"/>
                </a:lnTo>
                <a:lnTo>
                  <a:pt x="9376" y="4289"/>
                </a:lnTo>
                <a:lnTo>
                  <a:pt x="9377" y="4289"/>
                </a:lnTo>
                <a:lnTo>
                  <a:pt x="9378" y="4289"/>
                </a:lnTo>
                <a:lnTo>
                  <a:pt x="9379" y="4289"/>
                </a:lnTo>
                <a:lnTo>
                  <a:pt x="9380" y="4289"/>
                </a:lnTo>
                <a:lnTo>
                  <a:pt x="9381" y="4289"/>
                </a:lnTo>
                <a:lnTo>
                  <a:pt x="9382" y="4289"/>
                </a:lnTo>
                <a:lnTo>
                  <a:pt x="9383" y="4289"/>
                </a:lnTo>
                <a:lnTo>
                  <a:pt x="9384" y="4289"/>
                </a:lnTo>
                <a:lnTo>
                  <a:pt x="9385" y="4289"/>
                </a:lnTo>
                <a:lnTo>
                  <a:pt x="9386" y="4289"/>
                </a:lnTo>
                <a:lnTo>
                  <a:pt x="9387" y="4289"/>
                </a:lnTo>
                <a:lnTo>
                  <a:pt x="9388" y="4289"/>
                </a:lnTo>
                <a:lnTo>
                  <a:pt x="9389" y="4289"/>
                </a:lnTo>
                <a:lnTo>
                  <a:pt x="9390" y="4289"/>
                </a:lnTo>
                <a:lnTo>
                  <a:pt x="9391" y="4289"/>
                </a:lnTo>
                <a:lnTo>
                  <a:pt x="9392" y="4289"/>
                </a:lnTo>
                <a:lnTo>
                  <a:pt x="9393" y="4289"/>
                </a:lnTo>
                <a:lnTo>
                  <a:pt x="9394" y="4289"/>
                </a:lnTo>
                <a:lnTo>
                  <a:pt x="9395" y="4289"/>
                </a:lnTo>
                <a:lnTo>
                  <a:pt x="9396" y="4289"/>
                </a:lnTo>
                <a:lnTo>
                  <a:pt x="9397" y="4289"/>
                </a:lnTo>
                <a:lnTo>
                  <a:pt x="9398" y="4289"/>
                </a:lnTo>
                <a:lnTo>
                  <a:pt x="9399" y="4289"/>
                </a:lnTo>
                <a:lnTo>
                  <a:pt x="9400" y="4289"/>
                </a:lnTo>
                <a:lnTo>
                  <a:pt x="9401" y="4289"/>
                </a:lnTo>
                <a:lnTo>
                  <a:pt x="9402" y="4289"/>
                </a:lnTo>
                <a:lnTo>
                  <a:pt x="9403" y="4289"/>
                </a:lnTo>
                <a:lnTo>
                  <a:pt x="9404" y="4289"/>
                </a:lnTo>
                <a:lnTo>
                  <a:pt x="9405" y="4289"/>
                </a:lnTo>
                <a:lnTo>
                  <a:pt x="9406" y="4289"/>
                </a:lnTo>
                <a:lnTo>
                  <a:pt x="9407" y="4289"/>
                </a:lnTo>
                <a:lnTo>
                  <a:pt x="9408" y="4289"/>
                </a:lnTo>
                <a:lnTo>
                  <a:pt x="9409" y="4289"/>
                </a:lnTo>
                <a:lnTo>
                  <a:pt x="9410" y="4289"/>
                </a:lnTo>
                <a:lnTo>
                  <a:pt x="9411" y="4289"/>
                </a:lnTo>
                <a:lnTo>
                  <a:pt x="9412" y="4289"/>
                </a:lnTo>
                <a:lnTo>
                  <a:pt x="9413" y="4289"/>
                </a:lnTo>
                <a:lnTo>
                  <a:pt x="9414" y="4289"/>
                </a:lnTo>
                <a:lnTo>
                  <a:pt x="9415" y="4289"/>
                </a:lnTo>
                <a:lnTo>
                  <a:pt x="9416" y="4289"/>
                </a:lnTo>
                <a:lnTo>
                  <a:pt x="9417" y="4289"/>
                </a:lnTo>
                <a:lnTo>
                  <a:pt x="9418" y="4289"/>
                </a:lnTo>
                <a:lnTo>
                  <a:pt x="9419" y="4289"/>
                </a:lnTo>
                <a:lnTo>
                  <a:pt x="9420" y="4289"/>
                </a:lnTo>
                <a:lnTo>
                  <a:pt x="9421" y="4289"/>
                </a:lnTo>
                <a:lnTo>
                  <a:pt x="9422" y="4289"/>
                </a:lnTo>
                <a:lnTo>
                  <a:pt x="9423" y="4289"/>
                </a:lnTo>
                <a:lnTo>
                  <a:pt x="9424" y="4289"/>
                </a:lnTo>
                <a:lnTo>
                  <a:pt x="9425" y="4289"/>
                </a:lnTo>
                <a:lnTo>
                  <a:pt x="9426" y="4289"/>
                </a:lnTo>
                <a:lnTo>
                  <a:pt x="9427" y="4289"/>
                </a:lnTo>
                <a:lnTo>
                  <a:pt x="9428" y="4289"/>
                </a:lnTo>
                <a:lnTo>
                  <a:pt x="9429" y="4289"/>
                </a:lnTo>
                <a:lnTo>
                  <a:pt x="9430" y="4289"/>
                </a:lnTo>
                <a:lnTo>
                  <a:pt x="9431" y="4289"/>
                </a:lnTo>
                <a:lnTo>
                  <a:pt x="9432" y="4289"/>
                </a:lnTo>
                <a:lnTo>
                  <a:pt x="9433" y="4289"/>
                </a:lnTo>
                <a:lnTo>
                  <a:pt x="9434" y="4289"/>
                </a:lnTo>
                <a:lnTo>
                  <a:pt x="9435" y="4289"/>
                </a:lnTo>
                <a:lnTo>
                  <a:pt x="9436" y="4289"/>
                </a:lnTo>
                <a:lnTo>
                  <a:pt x="9437" y="4289"/>
                </a:lnTo>
                <a:lnTo>
                  <a:pt x="9438" y="4289"/>
                </a:lnTo>
                <a:lnTo>
                  <a:pt x="9439" y="4289"/>
                </a:lnTo>
                <a:lnTo>
                  <a:pt x="9440" y="4289"/>
                </a:lnTo>
                <a:lnTo>
                  <a:pt x="9441" y="4289"/>
                </a:lnTo>
                <a:lnTo>
                  <a:pt x="9442" y="4289"/>
                </a:lnTo>
                <a:lnTo>
                  <a:pt x="9443" y="4289"/>
                </a:lnTo>
                <a:lnTo>
                  <a:pt x="9444" y="4289"/>
                </a:lnTo>
                <a:lnTo>
                  <a:pt x="9445" y="4289"/>
                </a:lnTo>
                <a:lnTo>
                  <a:pt x="9446" y="4289"/>
                </a:lnTo>
                <a:lnTo>
                  <a:pt x="9447" y="4289"/>
                </a:lnTo>
                <a:lnTo>
                  <a:pt x="9448" y="4289"/>
                </a:lnTo>
                <a:lnTo>
                  <a:pt x="9449" y="4289"/>
                </a:lnTo>
                <a:lnTo>
                  <a:pt x="9450" y="4289"/>
                </a:lnTo>
                <a:lnTo>
                  <a:pt x="9451" y="4289"/>
                </a:lnTo>
                <a:lnTo>
                  <a:pt x="9452" y="4289"/>
                </a:lnTo>
                <a:lnTo>
                  <a:pt x="9453" y="4289"/>
                </a:lnTo>
                <a:lnTo>
                  <a:pt x="9454" y="4289"/>
                </a:lnTo>
                <a:lnTo>
                  <a:pt x="9455" y="4289"/>
                </a:lnTo>
                <a:lnTo>
                  <a:pt x="9456" y="4289"/>
                </a:lnTo>
                <a:lnTo>
                  <a:pt x="9457" y="4289"/>
                </a:lnTo>
                <a:lnTo>
                  <a:pt x="9458" y="4289"/>
                </a:lnTo>
                <a:lnTo>
                  <a:pt x="9459" y="4289"/>
                </a:lnTo>
                <a:lnTo>
                  <a:pt x="9460" y="4289"/>
                </a:lnTo>
                <a:lnTo>
                  <a:pt x="9461" y="4289"/>
                </a:lnTo>
                <a:lnTo>
                  <a:pt x="9462" y="4289"/>
                </a:lnTo>
                <a:lnTo>
                  <a:pt x="9463" y="4289"/>
                </a:lnTo>
                <a:lnTo>
                  <a:pt x="9464" y="4289"/>
                </a:lnTo>
                <a:lnTo>
                  <a:pt x="9465" y="4289"/>
                </a:lnTo>
                <a:lnTo>
                  <a:pt x="9466" y="4289"/>
                </a:lnTo>
                <a:lnTo>
                  <a:pt x="9467" y="4289"/>
                </a:lnTo>
                <a:lnTo>
                  <a:pt x="9468" y="4289"/>
                </a:lnTo>
                <a:lnTo>
                  <a:pt x="9469" y="4289"/>
                </a:lnTo>
                <a:lnTo>
                  <a:pt x="9470" y="4289"/>
                </a:lnTo>
                <a:lnTo>
                  <a:pt x="9471" y="4289"/>
                </a:lnTo>
                <a:lnTo>
                  <a:pt x="9472" y="4289"/>
                </a:lnTo>
                <a:lnTo>
                  <a:pt x="9473" y="4289"/>
                </a:lnTo>
                <a:lnTo>
                  <a:pt x="9474" y="4289"/>
                </a:lnTo>
                <a:lnTo>
                  <a:pt x="9475" y="4289"/>
                </a:lnTo>
                <a:lnTo>
                  <a:pt x="9476" y="4289"/>
                </a:lnTo>
                <a:lnTo>
                  <a:pt x="9477" y="4289"/>
                </a:lnTo>
                <a:lnTo>
                  <a:pt x="9478" y="4289"/>
                </a:lnTo>
                <a:lnTo>
                  <a:pt x="9479" y="4289"/>
                </a:lnTo>
                <a:lnTo>
                  <a:pt x="9480" y="4289"/>
                </a:lnTo>
                <a:lnTo>
                  <a:pt x="9481" y="4289"/>
                </a:lnTo>
                <a:lnTo>
                  <a:pt x="9482" y="4289"/>
                </a:lnTo>
                <a:lnTo>
                  <a:pt x="9483" y="4289"/>
                </a:lnTo>
                <a:lnTo>
                  <a:pt x="9484" y="4289"/>
                </a:lnTo>
                <a:lnTo>
                  <a:pt x="9485" y="4289"/>
                </a:lnTo>
                <a:lnTo>
                  <a:pt x="9486" y="4289"/>
                </a:lnTo>
                <a:lnTo>
                  <a:pt x="9487" y="4289"/>
                </a:lnTo>
                <a:lnTo>
                  <a:pt x="9488" y="4289"/>
                </a:lnTo>
                <a:lnTo>
                  <a:pt x="9489" y="4289"/>
                </a:lnTo>
                <a:lnTo>
                  <a:pt x="9490" y="4289"/>
                </a:lnTo>
                <a:lnTo>
                  <a:pt x="9491" y="4289"/>
                </a:lnTo>
                <a:lnTo>
                  <a:pt x="9492" y="4289"/>
                </a:lnTo>
                <a:lnTo>
                  <a:pt x="9493" y="4289"/>
                </a:lnTo>
                <a:lnTo>
                  <a:pt x="9494" y="4289"/>
                </a:lnTo>
                <a:lnTo>
                  <a:pt x="9495" y="4289"/>
                </a:lnTo>
                <a:lnTo>
                  <a:pt x="9496" y="4289"/>
                </a:lnTo>
                <a:lnTo>
                  <a:pt x="9497" y="4289"/>
                </a:lnTo>
                <a:lnTo>
                  <a:pt x="9498" y="4289"/>
                </a:lnTo>
                <a:lnTo>
                  <a:pt x="9499" y="4289"/>
                </a:lnTo>
                <a:lnTo>
                  <a:pt x="9500" y="4289"/>
                </a:lnTo>
                <a:lnTo>
                  <a:pt x="9501" y="4289"/>
                </a:lnTo>
                <a:lnTo>
                  <a:pt x="9502" y="4289"/>
                </a:lnTo>
                <a:lnTo>
                  <a:pt x="9503" y="4289"/>
                </a:lnTo>
                <a:lnTo>
                  <a:pt x="9504" y="4289"/>
                </a:lnTo>
                <a:lnTo>
                  <a:pt x="9505" y="4289"/>
                </a:lnTo>
                <a:lnTo>
                  <a:pt x="9506" y="4289"/>
                </a:lnTo>
                <a:lnTo>
                  <a:pt x="9507" y="4289"/>
                </a:lnTo>
                <a:lnTo>
                  <a:pt x="9508" y="4289"/>
                </a:lnTo>
                <a:lnTo>
                  <a:pt x="9509" y="4289"/>
                </a:lnTo>
                <a:lnTo>
                  <a:pt x="9510" y="4289"/>
                </a:lnTo>
                <a:lnTo>
                  <a:pt x="9511" y="4289"/>
                </a:lnTo>
                <a:lnTo>
                  <a:pt x="9512" y="4289"/>
                </a:lnTo>
                <a:lnTo>
                  <a:pt x="9513" y="4289"/>
                </a:lnTo>
                <a:lnTo>
                  <a:pt x="9514" y="4289"/>
                </a:lnTo>
                <a:lnTo>
                  <a:pt x="9515" y="4289"/>
                </a:lnTo>
                <a:lnTo>
                  <a:pt x="9516" y="4289"/>
                </a:lnTo>
                <a:lnTo>
                  <a:pt x="9517" y="4289"/>
                </a:lnTo>
                <a:lnTo>
                  <a:pt x="9518" y="4289"/>
                </a:lnTo>
                <a:lnTo>
                  <a:pt x="9519" y="4289"/>
                </a:lnTo>
                <a:lnTo>
                  <a:pt x="9520" y="4289"/>
                </a:lnTo>
                <a:lnTo>
                  <a:pt x="9521" y="4289"/>
                </a:lnTo>
                <a:lnTo>
                  <a:pt x="9522" y="4289"/>
                </a:lnTo>
                <a:lnTo>
                  <a:pt x="9523" y="4289"/>
                </a:lnTo>
                <a:lnTo>
                  <a:pt x="9524" y="4289"/>
                </a:lnTo>
                <a:lnTo>
                  <a:pt x="9525" y="4289"/>
                </a:lnTo>
                <a:lnTo>
                  <a:pt x="9526" y="4289"/>
                </a:lnTo>
                <a:lnTo>
                  <a:pt x="9527" y="4289"/>
                </a:lnTo>
                <a:lnTo>
                  <a:pt x="9528" y="4289"/>
                </a:lnTo>
                <a:lnTo>
                  <a:pt x="9529" y="4289"/>
                </a:lnTo>
                <a:lnTo>
                  <a:pt x="9530" y="4289"/>
                </a:lnTo>
                <a:lnTo>
                  <a:pt x="9531" y="4289"/>
                </a:lnTo>
                <a:lnTo>
                  <a:pt x="9532" y="4289"/>
                </a:lnTo>
                <a:lnTo>
                  <a:pt x="9533" y="4289"/>
                </a:lnTo>
                <a:lnTo>
                  <a:pt x="9534" y="4289"/>
                </a:lnTo>
                <a:lnTo>
                  <a:pt x="9535" y="4289"/>
                </a:lnTo>
                <a:lnTo>
                  <a:pt x="9536" y="4289"/>
                </a:lnTo>
                <a:lnTo>
                  <a:pt x="9537" y="4289"/>
                </a:lnTo>
                <a:lnTo>
                  <a:pt x="9538" y="4289"/>
                </a:lnTo>
                <a:lnTo>
                  <a:pt x="9539" y="4289"/>
                </a:lnTo>
                <a:lnTo>
                  <a:pt x="9540" y="4289"/>
                </a:lnTo>
                <a:lnTo>
                  <a:pt x="9541" y="4289"/>
                </a:lnTo>
                <a:lnTo>
                  <a:pt x="9542" y="4289"/>
                </a:lnTo>
                <a:lnTo>
                  <a:pt x="9543" y="4289"/>
                </a:lnTo>
                <a:lnTo>
                  <a:pt x="9544" y="4289"/>
                </a:lnTo>
                <a:lnTo>
                  <a:pt x="9545" y="4289"/>
                </a:lnTo>
                <a:lnTo>
                  <a:pt x="9546" y="4289"/>
                </a:lnTo>
                <a:lnTo>
                  <a:pt x="9547" y="4289"/>
                </a:lnTo>
                <a:lnTo>
                  <a:pt x="9548" y="4289"/>
                </a:lnTo>
                <a:lnTo>
                  <a:pt x="9549" y="4289"/>
                </a:lnTo>
                <a:lnTo>
                  <a:pt x="9550" y="4289"/>
                </a:lnTo>
                <a:lnTo>
                  <a:pt x="9551" y="4289"/>
                </a:lnTo>
                <a:lnTo>
                  <a:pt x="9552" y="4289"/>
                </a:lnTo>
                <a:lnTo>
                  <a:pt x="9553" y="4289"/>
                </a:lnTo>
                <a:lnTo>
                  <a:pt x="9554" y="4289"/>
                </a:lnTo>
                <a:lnTo>
                  <a:pt x="9555" y="4289"/>
                </a:lnTo>
                <a:lnTo>
                  <a:pt x="9556" y="4289"/>
                </a:lnTo>
                <a:lnTo>
                  <a:pt x="9557" y="4289"/>
                </a:lnTo>
                <a:lnTo>
                  <a:pt x="9558" y="4289"/>
                </a:lnTo>
                <a:lnTo>
                  <a:pt x="9559" y="4289"/>
                </a:lnTo>
                <a:lnTo>
                  <a:pt x="9560" y="4289"/>
                </a:lnTo>
                <a:lnTo>
                  <a:pt x="9561" y="4289"/>
                </a:lnTo>
                <a:lnTo>
                  <a:pt x="9562" y="4289"/>
                </a:lnTo>
                <a:lnTo>
                  <a:pt x="9563" y="4289"/>
                </a:lnTo>
                <a:lnTo>
                  <a:pt x="9564" y="4289"/>
                </a:lnTo>
                <a:lnTo>
                  <a:pt x="9565" y="4289"/>
                </a:lnTo>
                <a:lnTo>
                  <a:pt x="9566" y="4289"/>
                </a:lnTo>
                <a:lnTo>
                  <a:pt x="9567" y="4289"/>
                </a:lnTo>
                <a:lnTo>
                  <a:pt x="9568" y="4289"/>
                </a:lnTo>
                <a:lnTo>
                  <a:pt x="9569" y="4289"/>
                </a:lnTo>
                <a:lnTo>
                  <a:pt x="9570" y="4289"/>
                </a:lnTo>
                <a:lnTo>
                  <a:pt x="9571" y="4289"/>
                </a:lnTo>
                <a:lnTo>
                  <a:pt x="9572" y="4289"/>
                </a:lnTo>
                <a:lnTo>
                  <a:pt x="9573" y="4289"/>
                </a:lnTo>
                <a:lnTo>
                  <a:pt x="9574" y="4289"/>
                </a:lnTo>
                <a:lnTo>
                  <a:pt x="9575" y="4289"/>
                </a:lnTo>
                <a:lnTo>
                  <a:pt x="9576" y="4289"/>
                </a:lnTo>
                <a:lnTo>
                  <a:pt x="9577" y="4289"/>
                </a:lnTo>
                <a:lnTo>
                  <a:pt x="9578" y="4289"/>
                </a:lnTo>
                <a:lnTo>
                  <a:pt x="9579" y="4289"/>
                </a:lnTo>
                <a:lnTo>
                  <a:pt x="9580" y="4289"/>
                </a:lnTo>
                <a:lnTo>
                  <a:pt x="9581" y="4289"/>
                </a:lnTo>
                <a:lnTo>
                  <a:pt x="9582" y="4289"/>
                </a:lnTo>
                <a:lnTo>
                  <a:pt x="9583" y="4289"/>
                </a:lnTo>
                <a:lnTo>
                  <a:pt x="9584" y="4289"/>
                </a:lnTo>
                <a:lnTo>
                  <a:pt x="9585" y="4289"/>
                </a:lnTo>
                <a:lnTo>
                  <a:pt x="9586" y="4289"/>
                </a:lnTo>
                <a:lnTo>
                  <a:pt x="9587" y="4289"/>
                </a:lnTo>
                <a:lnTo>
                  <a:pt x="9588" y="4289"/>
                </a:lnTo>
                <a:lnTo>
                  <a:pt x="9589" y="4289"/>
                </a:lnTo>
                <a:lnTo>
                  <a:pt x="9590" y="4289"/>
                </a:lnTo>
                <a:lnTo>
                  <a:pt x="9591" y="4289"/>
                </a:lnTo>
                <a:lnTo>
                  <a:pt x="9592" y="4289"/>
                </a:lnTo>
                <a:lnTo>
                  <a:pt x="9593" y="4289"/>
                </a:lnTo>
                <a:lnTo>
                  <a:pt x="9594" y="4289"/>
                </a:lnTo>
                <a:lnTo>
                  <a:pt x="9595" y="4289"/>
                </a:lnTo>
                <a:lnTo>
                  <a:pt x="9596" y="4289"/>
                </a:lnTo>
                <a:lnTo>
                  <a:pt x="9597" y="4289"/>
                </a:lnTo>
                <a:lnTo>
                  <a:pt x="9598" y="4289"/>
                </a:lnTo>
                <a:lnTo>
                  <a:pt x="9599" y="4289"/>
                </a:lnTo>
                <a:lnTo>
                  <a:pt x="9600" y="4289"/>
                </a:lnTo>
                <a:lnTo>
                  <a:pt x="9601" y="4289"/>
                </a:lnTo>
                <a:lnTo>
                  <a:pt x="9602" y="4289"/>
                </a:lnTo>
                <a:lnTo>
                  <a:pt x="9603" y="4289"/>
                </a:lnTo>
                <a:lnTo>
                  <a:pt x="9604" y="4289"/>
                </a:lnTo>
                <a:lnTo>
                  <a:pt x="9605" y="4289"/>
                </a:lnTo>
                <a:lnTo>
                  <a:pt x="9606" y="4289"/>
                </a:lnTo>
                <a:lnTo>
                  <a:pt x="9607" y="4289"/>
                </a:lnTo>
                <a:lnTo>
                  <a:pt x="9608" y="4289"/>
                </a:lnTo>
                <a:lnTo>
                  <a:pt x="9609" y="4289"/>
                </a:lnTo>
                <a:lnTo>
                  <a:pt x="9610" y="4289"/>
                </a:lnTo>
                <a:lnTo>
                  <a:pt x="9611" y="4289"/>
                </a:lnTo>
                <a:lnTo>
                  <a:pt x="9612" y="4289"/>
                </a:lnTo>
                <a:lnTo>
                  <a:pt x="9613" y="4289"/>
                </a:lnTo>
                <a:lnTo>
                  <a:pt x="9614" y="4289"/>
                </a:lnTo>
                <a:lnTo>
                  <a:pt x="9615" y="4289"/>
                </a:lnTo>
                <a:lnTo>
                  <a:pt x="9616" y="4289"/>
                </a:lnTo>
                <a:lnTo>
                  <a:pt x="9617" y="4289"/>
                </a:lnTo>
                <a:lnTo>
                  <a:pt x="9618" y="4289"/>
                </a:lnTo>
                <a:lnTo>
                  <a:pt x="9619" y="4289"/>
                </a:lnTo>
                <a:lnTo>
                  <a:pt x="9620" y="4289"/>
                </a:lnTo>
                <a:lnTo>
                  <a:pt x="9621" y="4289"/>
                </a:lnTo>
                <a:lnTo>
                  <a:pt x="9622" y="4289"/>
                </a:lnTo>
                <a:lnTo>
                  <a:pt x="9623" y="4289"/>
                </a:lnTo>
                <a:lnTo>
                  <a:pt x="9624" y="4289"/>
                </a:lnTo>
                <a:lnTo>
                  <a:pt x="9625" y="4289"/>
                </a:lnTo>
                <a:lnTo>
                  <a:pt x="9626" y="4289"/>
                </a:lnTo>
                <a:lnTo>
                  <a:pt x="9627" y="4289"/>
                </a:lnTo>
                <a:lnTo>
                  <a:pt x="9628" y="4289"/>
                </a:lnTo>
                <a:lnTo>
                  <a:pt x="9629" y="4289"/>
                </a:lnTo>
                <a:lnTo>
                  <a:pt x="9630" y="4289"/>
                </a:lnTo>
                <a:lnTo>
                  <a:pt x="9631" y="4289"/>
                </a:lnTo>
                <a:lnTo>
                  <a:pt x="9632" y="4289"/>
                </a:lnTo>
                <a:lnTo>
                  <a:pt x="9633" y="4289"/>
                </a:lnTo>
                <a:lnTo>
                  <a:pt x="9634" y="4289"/>
                </a:lnTo>
                <a:lnTo>
                  <a:pt x="9635" y="4289"/>
                </a:lnTo>
                <a:lnTo>
                  <a:pt x="9636" y="4289"/>
                </a:lnTo>
                <a:lnTo>
                  <a:pt x="9637" y="4289"/>
                </a:lnTo>
                <a:lnTo>
                  <a:pt x="9638" y="4289"/>
                </a:lnTo>
                <a:lnTo>
                  <a:pt x="9639" y="4289"/>
                </a:lnTo>
                <a:lnTo>
                  <a:pt x="9640" y="4289"/>
                </a:lnTo>
                <a:lnTo>
                  <a:pt x="9641" y="4289"/>
                </a:lnTo>
                <a:lnTo>
                  <a:pt x="9642" y="4289"/>
                </a:lnTo>
                <a:lnTo>
                  <a:pt x="9643" y="4289"/>
                </a:lnTo>
                <a:lnTo>
                  <a:pt x="9644" y="4289"/>
                </a:lnTo>
                <a:lnTo>
                  <a:pt x="9645" y="4289"/>
                </a:lnTo>
                <a:lnTo>
                  <a:pt x="9646" y="4289"/>
                </a:lnTo>
                <a:lnTo>
                  <a:pt x="9647" y="4289"/>
                </a:lnTo>
                <a:lnTo>
                  <a:pt x="9648" y="4289"/>
                </a:lnTo>
                <a:lnTo>
                  <a:pt x="9649" y="4289"/>
                </a:lnTo>
                <a:lnTo>
                  <a:pt x="9650" y="4289"/>
                </a:lnTo>
                <a:lnTo>
                  <a:pt x="9651" y="4289"/>
                </a:lnTo>
                <a:lnTo>
                  <a:pt x="9652" y="4289"/>
                </a:lnTo>
                <a:lnTo>
                  <a:pt x="9653" y="4289"/>
                </a:lnTo>
                <a:lnTo>
                  <a:pt x="9654" y="4289"/>
                </a:lnTo>
                <a:lnTo>
                  <a:pt x="9655" y="4289"/>
                </a:lnTo>
                <a:lnTo>
                  <a:pt x="9656" y="4289"/>
                </a:lnTo>
                <a:lnTo>
                  <a:pt x="9657" y="4289"/>
                </a:lnTo>
                <a:lnTo>
                  <a:pt x="9658" y="4289"/>
                </a:lnTo>
                <a:lnTo>
                  <a:pt x="9659" y="4289"/>
                </a:lnTo>
                <a:lnTo>
                  <a:pt x="9660" y="4289"/>
                </a:lnTo>
                <a:lnTo>
                  <a:pt x="9661" y="4289"/>
                </a:lnTo>
                <a:lnTo>
                  <a:pt x="9662" y="4289"/>
                </a:lnTo>
                <a:lnTo>
                  <a:pt x="9663" y="4289"/>
                </a:lnTo>
                <a:lnTo>
                  <a:pt x="9664" y="4289"/>
                </a:lnTo>
                <a:lnTo>
                  <a:pt x="9665" y="4289"/>
                </a:lnTo>
                <a:lnTo>
                  <a:pt x="9666" y="4289"/>
                </a:lnTo>
                <a:lnTo>
                  <a:pt x="9667" y="4289"/>
                </a:lnTo>
                <a:lnTo>
                  <a:pt x="9668" y="4289"/>
                </a:lnTo>
                <a:lnTo>
                  <a:pt x="9669" y="4289"/>
                </a:lnTo>
                <a:lnTo>
                  <a:pt x="9670" y="4289"/>
                </a:lnTo>
                <a:lnTo>
                  <a:pt x="9671" y="4289"/>
                </a:lnTo>
                <a:lnTo>
                  <a:pt x="9672" y="4289"/>
                </a:lnTo>
                <a:lnTo>
                  <a:pt x="9673" y="4289"/>
                </a:lnTo>
                <a:lnTo>
                  <a:pt x="9674" y="4289"/>
                </a:lnTo>
                <a:lnTo>
                  <a:pt x="9675" y="4289"/>
                </a:lnTo>
                <a:lnTo>
                  <a:pt x="9676" y="4289"/>
                </a:lnTo>
                <a:lnTo>
                  <a:pt x="9677" y="4289"/>
                </a:lnTo>
                <a:lnTo>
                  <a:pt x="9678" y="4289"/>
                </a:lnTo>
                <a:lnTo>
                  <a:pt x="9679" y="4289"/>
                </a:lnTo>
                <a:lnTo>
                  <a:pt x="9680" y="4289"/>
                </a:lnTo>
                <a:lnTo>
                  <a:pt x="9681" y="4289"/>
                </a:lnTo>
                <a:lnTo>
                  <a:pt x="9682" y="4289"/>
                </a:lnTo>
                <a:lnTo>
                  <a:pt x="9683" y="4289"/>
                </a:lnTo>
                <a:lnTo>
                  <a:pt x="9684" y="4289"/>
                </a:lnTo>
                <a:lnTo>
                  <a:pt x="9685" y="4289"/>
                </a:lnTo>
                <a:lnTo>
                  <a:pt x="9686" y="4289"/>
                </a:lnTo>
                <a:lnTo>
                  <a:pt x="9687" y="4289"/>
                </a:lnTo>
                <a:lnTo>
                  <a:pt x="9688" y="4289"/>
                </a:lnTo>
                <a:lnTo>
                  <a:pt x="9689" y="4289"/>
                </a:lnTo>
                <a:lnTo>
                  <a:pt x="9690" y="4289"/>
                </a:lnTo>
                <a:lnTo>
                  <a:pt x="9691" y="4289"/>
                </a:lnTo>
                <a:lnTo>
                  <a:pt x="9692" y="4289"/>
                </a:lnTo>
                <a:lnTo>
                  <a:pt x="9693" y="4289"/>
                </a:lnTo>
                <a:lnTo>
                  <a:pt x="9694" y="4289"/>
                </a:lnTo>
                <a:lnTo>
                  <a:pt x="9695" y="4289"/>
                </a:lnTo>
                <a:lnTo>
                  <a:pt x="9696" y="4289"/>
                </a:lnTo>
                <a:lnTo>
                  <a:pt x="9697" y="4289"/>
                </a:lnTo>
                <a:lnTo>
                  <a:pt x="9698" y="4289"/>
                </a:lnTo>
                <a:lnTo>
                  <a:pt x="9699" y="4289"/>
                </a:lnTo>
                <a:lnTo>
                  <a:pt x="9700" y="4289"/>
                </a:lnTo>
                <a:lnTo>
                  <a:pt x="9701" y="4289"/>
                </a:lnTo>
                <a:lnTo>
                  <a:pt x="9702" y="4289"/>
                </a:lnTo>
                <a:lnTo>
                  <a:pt x="9703" y="4289"/>
                </a:lnTo>
                <a:lnTo>
                  <a:pt x="9704" y="4289"/>
                </a:lnTo>
                <a:lnTo>
                  <a:pt x="9705" y="4289"/>
                </a:lnTo>
                <a:lnTo>
                  <a:pt x="9706" y="4289"/>
                </a:lnTo>
                <a:lnTo>
                  <a:pt x="9707" y="4289"/>
                </a:lnTo>
                <a:lnTo>
                  <a:pt x="9708" y="4289"/>
                </a:lnTo>
                <a:lnTo>
                  <a:pt x="9709" y="4289"/>
                </a:lnTo>
                <a:lnTo>
                  <a:pt x="9710" y="4289"/>
                </a:lnTo>
                <a:lnTo>
                  <a:pt x="9711" y="4289"/>
                </a:lnTo>
                <a:lnTo>
                  <a:pt x="9712" y="4289"/>
                </a:lnTo>
                <a:lnTo>
                  <a:pt x="9713" y="4289"/>
                </a:lnTo>
                <a:lnTo>
                  <a:pt x="9714" y="4289"/>
                </a:lnTo>
                <a:lnTo>
                  <a:pt x="9715" y="4289"/>
                </a:lnTo>
                <a:lnTo>
                  <a:pt x="9716" y="4289"/>
                </a:lnTo>
                <a:lnTo>
                  <a:pt x="9717" y="4289"/>
                </a:lnTo>
                <a:lnTo>
                  <a:pt x="9718" y="4289"/>
                </a:lnTo>
                <a:lnTo>
                  <a:pt x="9719" y="4289"/>
                </a:lnTo>
                <a:lnTo>
                  <a:pt x="9720" y="4289"/>
                </a:lnTo>
                <a:lnTo>
                  <a:pt x="9721" y="4289"/>
                </a:lnTo>
                <a:lnTo>
                  <a:pt x="9722" y="4289"/>
                </a:lnTo>
                <a:lnTo>
                  <a:pt x="9723" y="4289"/>
                </a:lnTo>
                <a:lnTo>
                  <a:pt x="9724" y="4289"/>
                </a:lnTo>
                <a:lnTo>
                  <a:pt x="9725" y="4289"/>
                </a:lnTo>
                <a:lnTo>
                  <a:pt x="9726" y="4289"/>
                </a:lnTo>
                <a:lnTo>
                  <a:pt x="9727" y="4289"/>
                </a:lnTo>
                <a:lnTo>
                  <a:pt x="9728" y="4289"/>
                </a:lnTo>
                <a:lnTo>
                  <a:pt x="9729" y="4289"/>
                </a:lnTo>
                <a:lnTo>
                  <a:pt x="9730" y="4289"/>
                </a:lnTo>
                <a:lnTo>
                  <a:pt x="9731" y="4289"/>
                </a:lnTo>
                <a:lnTo>
                  <a:pt x="9732" y="4289"/>
                </a:lnTo>
                <a:lnTo>
                  <a:pt x="9733" y="4289"/>
                </a:lnTo>
                <a:lnTo>
                  <a:pt x="9734" y="4289"/>
                </a:lnTo>
                <a:lnTo>
                  <a:pt x="9735" y="4289"/>
                </a:lnTo>
                <a:lnTo>
                  <a:pt x="9736" y="4289"/>
                </a:lnTo>
                <a:lnTo>
                  <a:pt x="9737" y="4289"/>
                </a:lnTo>
                <a:lnTo>
                  <a:pt x="9738" y="4289"/>
                </a:lnTo>
                <a:lnTo>
                  <a:pt x="9739" y="4289"/>
                </a:lnTo>
                <a:lnTo>
                  <a:pt x="9740" y="4289"/>
                </a:lnTo>
                <a:lnTo>
                  <a:pt x="9741" y="4289"/>
                </a:lnTo>
                <a:lnTo>
                  <a:pt x="9742" y="4289"/>
                </a:lnTo>
                <a:lnTo>
                  <a:pt x="9743" y="4289"/>
                </a:lnTo>
                <a:lnTo>
                  <a:pt x="9744" y="4289"/>
                </a:lnTo>
                <a:lnTo>
                  <a:pt x="9745" y="4289"/>
                </a:lnTo>
                <a:lnTo>
                  <a:pt x="9746" y="4289"/>
                </a:lnTo>
                <a:lnTo>
                  <a:pt x="9747" y="4289"/>
                </a:lnTo>
                <a:lnTo>
                  <a:pt x="9748" y="4289"/>
                </a:lnTo>
                <a:lnTo>
                  <a:pt x="9749" y="4289"/>
                </a:lnTo>
                <a:lnTo>
                  <a:pt x="9750" y="4289"/>
                </a:lnTo>
                <a:lnTo>
                  <a:pt x="9751" y="4289"/>
                </a:lnTo>
                <a:lnTo>
                  <a:pt x="9752" y="4289"/>
                </a:lnTo>
                <a:lnTo>
                  <a:pt x="9753" y="4289"/>
                </a:lnTo>
                <a:lnTo>
                  <a:pt x="9754" y="4289"/>
                </a:lnTo>
                <a:lnTo>
                  <a:pt x="9755" y="4289"/>
                </a:lnTo>
                <a:lnTo>
                  <a:pt x="9756" y="4289"/>
                </a:lnTo>
                <a:lnTo>
                  <a:pt x="9757" y="4289"/>
                </a:lnTo>
                <a:lnTo>
                  <a:pt x="9758" y="4289"/>
                </a:lnTo>
                <a:lnTo>
                  <a:pt x="9759" y="4289"/>
                </a:lnTo>
                <a:lnTo>
                  <a:pt x="9760" y="4289"/>
                </a:lnTo>
                <a:lnTo>
                  <a:pt x="9761" y="4289"/>
                </a:lnTo>
                <a:lnTo>
                  <a:pt x="9762" y="4289"/>
                </a:lnTo>
                <a:lnTo>
                  <a:pt x="9763" y="4289"/>
                </a:lnTo>
                <a:lnTo>
                  <a:pt x="9764" y="4289"/>
                </a:lnTo>
                <a:lnTo>
                  <a:pt x="9765" y="4289"/>
                </a:lnTo>
                <a:lnTo>
                  <a:pt x="9766" y="4289"/>
                </a:lnTo>
                <a:lnTo>
                  <a:pt x="9767" y="4289"/>
                </a:lnTo>
                <a:lnTo>
                  <a:pt x="9768" y="4289"/>
                </a:lnTo>
                <a:lnTo>
                  <a:pt x="9769" y="4289"/>
                </a:lnTo>
                <a:lnTo>
                  <a:pt x="9770" y="4289"/>
                </a:lnTo>
                <a:lnTo>
                  <a:pt x="9771" y="4289"/>
                </a:lnTo>
                <a:lnTo>
                  <a:pt x="9772" y="4289"/>
                </a:lnTo>
                <a:lnTo>
                  <a:pt x="9773" y="4289"/>
                </a:lnTo>
                <a:lnTo>
                  <a:pt x="9774" y="4289"/>
                </a:lnTo>
                <a:lnTo>
                  <a:pt x="9775" y="4289"/>
                </a:lnTo>
                <a:lnTo>
                  <a:pt x="9776" y="4289"/>
                </a:lnTo>
                <a:lnTo>
                  <a:pt x="9777" y="4289"/>
                </a:lnTo>
                <a:lnTo>
                  <a:pt x="9778" y="4289"/>
                </a:lnTo>
                <a:lnTo>
                  <a:pt x="9779" y="4289"/>
                </a:lnTo>
                <a:lnTo>
                  <a:pt x="9780" y="4289"/>
                </a:lnTo>
                <a:lnTo>
                  <a:pt x="9781" y="4289"/>
                </a:lnTo>
                <a:lnTo>
                  <a:pt x="9782" y="4289"/>
                </a:lnTo>
                <a:lnTo>
                  <a:pt x="9783" y="4289"/>
                </a:lnTo>
                <a:lnTo>
                  <a:pt x="9784" y="4289"/>
                </a:lnTo>
                <a:lnTo>
                  <a:pt x="9785" y="4289"/>
                </a:lnTo>
                <a:lnTo>
                  <a:pt x="9786" y="4289"/>
                </a:lnTo>
                <a:lnTo>
                  <a:pt x="9787" y="4289"/>
                </a:lnTo>
                <a:lnTo>
                  <a:pt x="9788" y="4289"/>
                </a:lnTo>
                <a:lnTo>
                  <a:pt x="9789" y="4289"/>
                </a:lnTo>
                <a:lnTo>
                  <a:pt x="9790" y="4289"/>
                </a:lnTo>
                <a:lnTo>
                  <a:pt x="9791" y="4289"/>
                </a:lnTo>
                <a:lnTo>
                  <a:pt x="9792" y="4289"/>
                </a:lnTo>
                <a:lnTo>
                  <a:pt x="9793" y="4289"/>
                </a:lnTo>
                <a:lnTo>
                  <a:pt x="9794" y="4289"/>
                </a:lnTo>
                <a:lnTo>
                  <a:pt x="9795" y="4289"/>
                </a:lnTo>
                <a:lnTo>
                  <a:pt x="9796" y="4289"/>
                </a:lnTo>
                <a:lnTo>
                  <a:pt x="9797" y="4289"/>
                </a:lnTo>
                <a:lnTo>
                  <a:pt x="9798" y="4289"/>
                </a:lnTo>
                <a:lnTo>
                  <a:pt x="9799" y="4289"/>
                </a:lnTo>
                <a:lnTo>
                  <a:pt x="9800" y="4289"/>
                </a:lnTo>
                <a:lnTo>
                  <a:pt x="9801" y="4289"/>
                </a:lnTo>
                <a:lnTo>
                  <a:pt x="9802" y="4289"/>
                </a:lnTo>
                <a:lnTo>
                  <a:pt x="9803" y="4289"/>
                </a:lnTo>
                <a:lnTo>
                  <a:pt x="9804" y="4289"/>
                </a:lnTo>
                <a:lnTo>
                  <a:pt x="9805" y="4289"/>
                </a:lnTo>
                <a:lnTo>
                  <a:pt x="9806" y="4289"/>
                </a:lnTo>
                <a:lnTo>
                  <a:pt x="9807" y="4289"/>
                </a:lnTo>
                <a:lnTo>
                  <a:pt x="9808" y="4289"/>
                </a:lnTo>
                <a:lnTo>
                  <a:pt x="9809" y="4289"/>
                </a:lnTo>
                <a:lnTo>
                  <a:pt x="9810" y="4289"/>
                </a:lnTo>
                <a:lnTo>
                  <a:pt x="9811" y="4289"/>
                </a:lnTo>
                <a:lnTo>
                  <a:pt x="9812" y="4289"/>
                </a:lnTo>
                <a:lnTo>
                  <a:pt x="9813" y="4289"/>
                </a:lnTo>
                <a:lnTo>
                  <a:pt x="9814" y="4289"/>
                </a:lnTo>
                <a:lnTo>
                  <a:pt x="9815" y="4289"/>
                </a:lnTo>
                <a:lnTo>
                  <a:pt x="9816" y="4289"/>
                </a:lnTo>
                <a:lnTo>
                  <a:pt x="9817" y="4289"/>
                </a:lnTo>
                <a:lnTo>
                  <a:pt x="9818" y="4289"/>
                </a:lnTo>
                <a:lnTo>
                  <a:pt x="9819" y="4289"/>
                </a:lnTo>
                <a:lnTo>
                  <a:pt x="9820" y="4289"/>
                </a:lnTo>
                <a:lnTo>
                  <a:pt x="9821" y="4289"/>
                </a:lnTo>
                <a:lnTo>
                  <a:pt x="9822" y="4289"/>
                </a:lnTo>
                <a:lnTo>
                  <a:pt x="9823" y="4289"/>
                </a:lnTo>
                <a:lnTo>
                  <a:pt x="9824" y="4289"/>
                </a:lnTo>
                <a:lnTo>
                  <a:pt x="9825" y="4289"/>
                </a:lnTo>
                <a:lnTo>
                  <a:pt x="9826" y="4289"/>
                </a:lnTo>
                <a:lnTo>
                  <a:pt x="9827" y="4289"/>
                </a:lnTo>
                <a:lnTo>
                  <a:pt x="9828" y="4289"/>
                </a:lnTo>
                <a:lnTo>
                  <a:pt x="9829" y="4289"/>
                </a:lnTo>
                <a:lnTo>
                  <a:pt x="9830" y="4289"/>
                </a:lnTo>
                <a:lnTo>
                  <a:pt x="9831" y="4289"/>
                </a:lnTo>
                <a:lnTo>
                  <a:pt x="9832" y="4289"/>
                </a:lnTo>
                <a:lnTo>
                  <a:pt x="9833" y="4289"/>
                </a:lnTo>
                <a:lnTo>
                  <a:pt x="9834" y="4289"/>
                </a:lnTo>
                <a:lnTo>
                  <a:pt x="9835" y="4289"/>
                </a:lnTo>
                <a:lnTo>
                  <a:pt x="9836" y="4289"/>
                </a:lnTo>
                <a:lnTo>
                  <a:pt x="9837" y="4289"/>
                </a:lnTo>
                <a:lnTo>
                  <a:pt x="9838" y="4289"/>
                </a:lnTo>
                <a:lnTo>
                  <a:pt x="9839" y="4289"/>
                </a:lnTo>
                <a:lnTo>
                  <a:pt x="9840" y="4289"/>
                </a:lnTo>
                <a:lnTo>
                  <a:pt x="9841" y="4289"/>
                </a:lnTo>
                <a:lnTo>
                  <a:pt x="9842" y="4289"/>
                </a:lnTo>
                <a:lnTo>
                  <a:pt x="9843" y="4289"/>
                </a:lnTo>
                <a:lnTo>
                  <a:pt x="9844" y="4289"/>
                </a:lnTo>
                <a:lnTo>
                  <a:pt x="9845" y="4289"/>
                </a:lnTo>
                <a:lnTo>
                  <a:pt x="9846" y="4289"/>
                </a:lnTo>
                <a:lnTo>
                  <a:pt x="9847" y="4289"/>
                </a:lnTo>
                <a:lnTo>
                  <a:pt x="9848" y="4289"/>
                </a:lnTo>
                <a:lnTo>
                  <a:pt x="9849" y="4289"/>
                </a:lnTo>
                <a:lnTo>
                  <a:pt x="9850" y="4289"/>
                </a:lnTo>
                <a:lnTo>
                  <a:pt x="9851" y="4289"/>
                </a:lnTo>
                <a:lnTo>
                  <a:pt x="9852" y="4289"/>
                </a:lnTo>
                <a:lnTo>
                  <a:pt x="9853" y="4289"/>
                </a:lnTo>
                <a:lnTo>
                  <a:pt x="9854" y="4289"/>
                </a:lnTo>
                <a:lnTo>
                  <a:pt x="9855" y="4289"/>
                </a:lnTo>
                <a:lnTo>
                  <a:pt x="9856" y="4289"/>
                </a:lnTo>
                <a:lnTo>
                  <a:pt x="9857" y="4289"/>
                </a:lnTo>
                <a:lnTo>
                  <a:pt x="9858" y="4289"/>
                </a:lnTo>
                <a:lnTo>
                  <a:pt x="9859" y="4289"/>
                </a:lnTo>
                <a:lnTo>
                  <a:pt x="9860" y="4289"/>
                </a:lnTo>
                <a:lnTo>
                  <a:pt x="9861" y="4289"/>
                </a:lnTo>
                <a:lnTo>
                  <a:pt x="9862" y="4289"/>
                </a:lnTo>
                <a:lnTo>
                  <a:pt x="9863" y="4289"/>
                </a:lnTo>
                <a:lnTo>
                  <a:pt x="9864" y="4289"/>
                </a:lnTo>
                <a:lnTo>
                  <a:pt x="9865" y="4289"/>
                </a:lnTo>
                <a:lnTo>
                  <a:pt x="9866" y="4289"/>
                </a:lnTo>
                <a:lnTo>
                  <a:pt x="9867" y="4289"/>
                </a:lnTo>
                <a:lnTo>
                  <a:pt x="9868" y="4289"/>
                </a:lnTo>
                <a:lnTo>
                  <a:pt x="9869" y="4289"/>
                </a:lnTo>
                <a:lnTo>
                  <a:pt x="9870" y="4289"/>
                </a:lnTo>
                <a:lnTo>
                  <a:pt x="9871" y="4289"/>
                </a:lnTo>
                <a:lnTo>
                  <a:pt x="9872" y="4289"/>
                </a:lnTo>
                <a:lnTo>
                  <a:pt x="9873" y="4289"/>
                </a:lnTo>
                <a:lnTo>
                  <a:pt x="9874" y="4289"/>
                </a:lnTo>
                <a:lnTo>
                  <a:pt x="9875" y="4289"/>
                </a:lnTo>
                <a:lnTo>
                  <a:pt x="9876" y="4289"/>
                </a:lnTo>
                <a:lnTo>
                  <a:pt x="9877" y="4289"/>
                </a:lnTo>
                <a:lnTo>
                  <a:pt x="9878" y="4289"/>
                </a:lnTo>
                <a:lnTo>
                  <a:pt x="9879" y="4289"/>
                </a:lnTo>
                <a:lnTo>
                  <a:pt x="9880" y="4289"/>
                </a:lnTo>
                <a:lnTo>
                  <a:pt x="9881" y="4289"/>
                </a:lnTo>
                <a:lnTo>
                  <a:pt x="9882" y="4289"/>
                </a:lnTo>
                <a:lnTo>
                  <a:pt x="9883" y="4289"/>
                </a:lnTo>
                <a:lnTo>
                  <a:pt x="9884" y="4289"/>
                </a:lnTo>
                <a:lnTo>
                  <a:pt x="9885" y="4289"/>
                </a:lnTo>
                <a:lnTo>
                  <a:pt x="9886" y="4289"/>
                </a:lnTo>
                <a:lnTo>
                  <a:pt x="9887" y="4289"/>
                </a:lnTo>
                <a:lnTo>
                  <a:pt x="9888" y="4289"/>
                </a:lnTo>
                <a:lnTo>
                  <a:pt x="9889" y="4289"/>
                </a:lnTo>
                <a:lnTo>
                  <a:pt x="9890" y="4289"/>
                </a:lnTo>
                <a:lnTo>
                  <a:pt x="9891" y="4289"/>
                </a:lnTo>
                <a:lnTo>
                  <a:pt x="9892" y="4289"/>
                </a:lnTo>
                <a:lnTo>
                  <a:pt x="9893" y="4289"/>
                </a:lnTo>
                <a:lnTo>
                  <a:pt x="9894" y="4289"/>
                </a:lnTo>
                <a:lnTo>
                  <a:pt x="9895" y="4289"/>
                </a:lnTo>
                <a:lnTo>
                  <a:pt x="9896" y="4289"/>
                </a:lnTo>
                <a:lnTo>
                  <a:pt x="9897" y="4289"/>
                </a:lnTo>
                <a:lnTo>
                  <a:pt x="9898" y="4289"/>
                </a:lnTo>
                <a:lnTo>
                  <a:pt x="9899" y="4289"/>
                </a:lnTo>
                <a:lnTo>
                  <a:pt x="9900" y="4289"/>
                </a:lnTo>
                <a:lnTo>
                  <a:pt x="9901" y="4289"/>
                </a:lnTo>
                <a:lnTo>
                  <a:pt x="9902" y="4289"/>
                </a:lnTo>
                <a:lnTo>
                  <a:pt x="9903" y="4289"/>
                </a:lnTo>
                <a:lnTo>
                  <a:pt x="9904" y="4289"/>
                </a:lnTo>
                <a:lnTo>
                  <a:pt x="9905" y="4289"/>
                </a:lnTo>
                <a:lnTo>
                  <a:pt x="9906" y="4289"/>
                </a:lnTo>
                <a:lnTo>
                  <a:pt x="9907" y="4289"/>
                </a:lnTo>
                <a:lnTo>
                  <a:pt x="9908" y="4289"/>
                </a:lnTo>
                <a:lnTo>
                  <a:pt x="9909" y="4289"/>
                </a:lnTo>
                <a:lnTo>
                  <a:pt x="9910" y="4289"/>
                </a:lnTo>
                <a:lnTo>
                  <a:pt x="9911" y="4289"/>
                </a:lnTo>
                <a:lnTo>
                  <a:pt x="9912" y="4289"/>
                </a:lnTo>
                <a:lnTo>
                  <a:pt x="9913" y="4289"/>
                </a:lnTo>
                <a:lnTo>
                  <a:pt x="9914" y="4289"/>
                </a:lnTo>
                <a:lnTo>
                  <a:pt x="9915" y="4289"/>
                </a:lnTo>
                <a:lnTo>
                  <a:pt x="9916" y="4289"/>
                </a:lnTo>
                <a:lnTo>
                  <a:pt x="9917" y="4289"/>
                </a:lnTo>
                <a:lnTo>
                  <a:pt x="9918" y="4289"/>
                </a:lnTo>
                <a:lnTo>
                  <a:pt x="9919" y="4289"/>
                </a:lnTo>
                <a:lnTo>
                  <a:pt x="9920" y="4289"/>
                </a:lnTo>
                <a:lnTo>
                  <a:pt x="9921" y="4289"/>
                </a:lnTo>
                <a:lnTo>
                  <a:pt x="9922" y="4289"/>
                </a:lnTo>
                <a:lnTo>
                  <a:pt x="9923" y="4289"/>
                </a:lnTo>
                <a:lnTo>
                  <a:pt x="9924" y="4289"/>
                </a:lnTo>
                <a:lnTo>
                  <a:pt x="9925" y="4289"/>
                </a:lnTo>
                <a:lnTo>
                  <a:pt x="9926" y="4289"/>
                </a:lnTo>
                <a:lnTo>
                  <a:pt x="9927" y="4289"/>
                </a:lnTo>
                <a:lnTo>
                  <a:pt x="9928" y="4289"/>
                </a:lnTo>
                <a:lnTo>
                  <a:pt x="9929" y="4289"/>
                </a:lnTo>
                <a:lnTo>
                  <a:pt x="9930" y="4289"/>
                </a:lnTo>
                <a:lnTo>
                  <a:pt x="9931" y="4289"/>
                </a:lnTo>
                <a:lnTo>
                  <a:pt x="9932" y="4289"/>
                </a:lnTo>
                <a:lnTo>
                  <a:pt x="9933" y="4289"/>
                </a:lnTo>
                <a:lnTo>
                  <a:pt x="9934" y="4289"/>
                </a:lnTo>
                <a:lnTo>
                  <a:pt x="9935" y="4289"/>
                </a:lnTo>
                <a:lnTo>
                  <a:pt x="9936" y="4289"/>
                </a:lnTo>
                <a:lnTo>
                  <a:pt x="9937" y="4289"/>
                </a:lnTo>
                <a:lnTo>
                  <a:pt x="9938" y="4289"/>
                </a:lnTo>
                <a:lnTo>
                  <a:pt x="9939" y="4289"/>
                </a:lnTo>
                <a:lnTo>
                  <a:pt x="9940" y="4289"/>
                </a:lnTo>
                <a:lnTo>
                  <a:pt x="9941" y="4289"/>
                </a:lnTo>
                <a:lnTo>
                  <a:pt x="9942" y="4289"/>
                </a:lnTo>
                <a:lnTo>
                  <a:pt x="9943" y="4289"/>
                </a:lnTo>
                <a:lnTo>
                  <a:pt x="9944" y="4289"/>
                </a:lnTo>
                <a:lnTo>
                  <a:pt x="9945" y="4289"/>
                </a:lnTo>
                <a:lnTo>
                  <a:pt x="9946" y="4289"/>
                </a:lnTo>
                <a:lnTo>
                  <a:pt x="9947" y="4289"/>
                </a:lnTo>
                <a:lnTo>
                  <a:pt x="9948" y="4289"/>
                </a:lnTo>
                <a:lnTo>
                  <a:pt x="9949" y="4289"/>
                </a:lnTo>
                <a:lnTo>
                  <a:pt x="9950" y="4289"/>
                </a:lnTo>
                <a:lnTo>
                  <a:pt x="9951" y="4289"/>
                </a:lnTo>
                <a:lnTo>
                  <a:pt x="9952" y="4289"/>
                </a:lnTo>
                <a:lnTo>
                  <a:pt x="9953" y="4289"/>
                </a:lnTo>
                <a:lnTo>
                  <a:pt x="9954" y="4289"/>
                </a:lnTo>
                <a:lnTo>
                  <a:pt x="9955" y="4289"/>
                </a:lnTo>
                <a:lnTo>
                  <a:pt x="9956" y="4289"/>
                </a:lnTo>
                <a:lnTo>
                  <a:pt x="9957" y="4289"/>
                </a:lnTo>
                <a:lnTo>
                  <a:pt x="9958" y="4289"/>
                </a:lnTo>
                <a:lnTo>
                  <a:pt x="9959" y="4289"/>
                </a:lnTo>
                <a:lnTo>
                  <a:pt x="9960" y="4289"/>
                </a:lnTo>
                <a:lnTo>
                  <a:pt x="9961" y="4289"/>
                </a:lnTo>
                <a:lnTo>
                  <a:pt x="9962" y="4289"/>
                </a:lnTo>
                <a:lnTo>
                  <a:pt x="9963" y="4289"/>
                </a:lnTo>
                <a:lnTo>
                  <a:pt x="9964" y="4289"/>
                </a:lnTo>
                <a:lnTo>
                  <a:pt x="9965" y="4289"/>
                </a:lnTo>
                <a:lnTo>
                  <a:pt x="9966" y="4289"/>
                </a:lnTo>
                <a:lnTo>
                  <a:pt x="9967" y="4289"/>
                </a:lnTo>
                <a:lnTo>
                  <a:pt x="9968" y="4289"/>
                </a:lnTo>
                <a:lnTo>
                  <a:pt x="9969" y="4289"/>
                </a:lnTo>
                <a:lnTo>
                  <a:pt x="9970" y="4289"/>
                </a:lnTo>
                <a:lnTo>
                  <a:pt x="9971" y="4289"/>
                </a:lnTo>
                <a:lnTo>
                  <a:pt x="9972" y="4289"/>
                </a:lnTo>
                <a:lnTo>
                  <a:pt x="9973" y="4289"/>
                </a:lnTo>
                <a:lnTo>
                  <a:pt x="9974" y="4289"/>
                </a:lnTo>
                <a:lnTo>
                  <a:pt x="9975" y="4289"/>
                </a:lnTo>
                <a:lnTo>
                  <a:pt x="9976" y="4289"/>
                </a:lnTo>
                <a:lnTo>
                  <a:pt x="9977" y="4289"/>
                </a:lnTo>
                <a:lnTo>
                  <a:pt x="9978" y="4289"/>
                </a:lnTo>
                <a:lnTo>
                  <a:pt x="9979" y="4289"/>
                </a:lnTo>
                <a:lnTo>
                  <a:pt x="9980" y="4289"/>
                </a:lnTo>
                <a:lnTo>
                  <a:pt x="9981" y="4289"/>
                </a:lnTo>
                <a:lnTo>
                  <a:pt x="9982" y="4289"/>
                </a:lnTo>
                <a:lnTo>
                  <a:pt x="9983" y="4289"/>
                </a:lnTo>
                <a:lnTo>
                  <a:pt x="9984" y="4289"/>
                </a:lnTo>
                <a:lnTo>
                  <a:pt x="9985" y="4289"/>
                </a:lnTo>
                <a:lnTo>
                  <a:pt x="9986" y="4289"/>
                </a:lnTo>
                <a:lnTo>
                  <a:pt x="9987" y="4289"/>
                </a:lnTo>
                <a:lnTo>
                  <a:pt x="9988" y="4289"/>
                </a:lnTo>
                <a:lnTo>
                  <a:pt x="9989" y="4289"/>
                </a:lnTo>
                <a:lnTo>
                  <a:pt x="9990" y="4289"/>
                </a:lnTo>
                <a:lnTo>
                  <a:pt x="9991" y="4289"/>
                </a:lnTo>
                <a:lnTo>
                  <a:pt x="9992" y="4289"/>
                </a:lnTo>
                <a:lnTo>
                  <a:pt x="9993" y="4289"/>
                </a:lnTo>
                <a:lnTo>
                  <a:pt x="9994" y="4289"/>
                </a:lnTo>
                <a:lnTo>
                  <a:pt x="9995" y="4289"/>
                </a:lnTo>
                <a:lnTo>
                  <a:pt x="9996" y="4289"/>
                </a:lnTo>
                <a:lnTo>
                  <a:pt x="9997" y="4289"/>
                </a:lnTo>
                <a:lnTo>
                  <a:pt x="9998" y="4289"/>
                </a:lnTo>
                <a:lnTo>
                  <a:pt x="9999" y="4289"/>
                </a:lnTo>
                <a:lnTo>
                  <a:pt x="10000" y="4289"/>
                </a:lnTo>
                <a:lnTo>
                  <a:pt x="10001" y="4289"/>
                </a:lnTo>
                <a:lnTo>
                  <a:pt x="10002" y="4289"/>
                </a:lnTo>
                <a:lnTo>
                  <a:pt x="10003" y="4289"/>
                </a:lnTo>
                <a:lnTo>
                  <a:pt x="10004" y="4289"/>
                </a:lnTo>
                <a:lnTo>
                  <a:pt x="10005" y="4289"/>
                </a:lnTo>
                <a:lnTo>
                  <a:pt x="10006" y="4289"/>
                </a:lnTo>
                <a:lnTo>
                  <a:pt x="10007" y="4289"/>
                </a:lnTo>
                <a:lnTo>
                  <a:pt x="10008" y="4289"/>
                </a:lnTo>
                <a:lnTo>
                  <a:pt x="10009" y="4289"/>
                </a:lnTo>
                <a:lnTo>
                  <a:pt x="10010" y="4289"/>
                </a:lnTo>
                <a:lnTo>
                  <a:pt x="10011" y="4289"/>
                </a:lnTo>
                <a:lnTo>
                  <a:pt x="10012" y="4289"/>
                </a:lnTo>
                <a:lnTo>
                  <a:pt x="10013" y="4289"/>
                </a:lnTo>
                <a:lnTo>
                  <a:pt x="10014" y="4289"/>
                </a:lnTo>
                <a:lnTo>
                  <a:pt x="10015" y="4289"/>
                </a:lnTo>
                <a:lnTo>
                  <a:pt x="10016" y="4289"/>
                </a:lnTo>
                <a:lnTo>
                  <a:pt x="10017" y="4289"/>
                </a:lnTo>
                <a:lnTo>
                  <a:pt x="10018" y="4289"/>
                </a:lnTo>
                <a:lnTo>
                  <a:pt x="10019" y="4289"/>
                </a:lnTo>
                <a:lnTo>
                  <a:pt x="10020" y="4289"/>
                </a:lnTo>
                <a:lnTo>
                  <a:pt x="10021" y="4289"/>
                </a:lnTo>
                <a:lnTo>
                  <a:pt x="10022" y="4289"/>
                </a:lnTo>
                <a:lnTo>
                  <a:pt x="10023" y="4289"/>
                </a:lnTo>
                <a:lnTo>
                  <a:pt x="10024" y="4289"/>
                </a:lnTo>
                <a:lnTo>
                  <a:pt x="10025" y="4289"/>
                </a:lnTo>
                <a:lnTo>
                  <a:pt x="10026" y="4289"/>
                </a:lnTo>
                <a:lnTo>
                  <a:pt x="10027" y="4289"/>
                </a:lnTo>
                <a:lnTo>
                  <a:pt x="10028" y="4289"/>
                </a:lnTo>
                <a:lnTo>
                  <a:pt x="10029" y="4289"/>
                </a:lnTo>
                <a:lnTo>
                  <a:pt x="10030" y="4289"/>
                </a:lnTo>
                <a:lnTo>
                  <a:pt x="10031" y="4289"/>
                </a:lnTo>
                <a:lnTo>
                  <a:pt x="10032" y="4289"/>
                </a:lnTo>
                <a:lnTo>
                  <a:pt x="10033" y="4289"/>
                </a:lnTo>
                <a:lnTo>
                  <a:pt x="10034" y="4289"/>
                </a:lnTo>
                <a:lnTo>
                  <a:pt x="10035" y="4289"/>
                </a:lnTo>
                <a:lnTo>
                  <a:pt x="10036" y="4289"/>
                </a:lnTo>
                <a:lnTo>
                  <a:pt x="10037" y="4289"/>
                </a:lnTo>
                <a:lnTo>
                  <a:pt x="10038" y="4289"/>
                </a:lnTo>
                <a:lnTo>
                  <a:pt x="10039" y="4289"/>
                </a:lnTo>
                <a:lnTo>
                  <a:pt x="10040" y="4289"/>
                </a:lnTo>
                <a:lnTo>
                  <a:pt x="10041" y="4289"/>
                </a:lnTo>
                <a:lnTo>
                  <a:pt x="10042" y="4289"/>
                </a:lnTo>
                <a:lnTo>
                  <a:pt x="10043" y="4289"/>
                </a:lnTo>
                <a:lnTo>
                  <a:pt x="10044" y="4289"/>
                </a:lnTo>
                <a:lnTo>
                  <a:pt x="10045" y="4289"/>
                </a:lnTo>
                <a:lnTo>
                  <a:pt x="10046" y="4289"/>
                </a:lnTo>
                <a:lnTo>
                  <a:pt x="10047" y="4289"/>
                </a:lnTo>
                <a:lnTo>
                  <a:pt x="10048" y="4289"/>
                </a:lnTo>
                <a:lnTo>
                  <a:pt x="10049" y="4289"/>
                </a:lnTo>
                <a:lnTo>
                  <a:pt x="10050" y="4289"/>
                </a:lnTo>
                <a:lnTo>
                  <a:pt x="10051" y="4289"/>
                </a:lnTo>
                <a:lnTo>
                  <a:pt x="10052" y="4289"/>
                </a:lnTo>
                <a:lnTo>
                  <a:pt x="10053" y="4289"/>
                </a:lnTo>
                <a:lnTo>
                  <a:pt x="10054" y="4289"/>
                </a:lnTo>
                <a:lnTo>
                  <a:pt x="10055" y="4289"/>
                </a:lnTo>
                <a:lnTo>
                  <a:pt x="10056" y="4289"/>
                </a:lnTo>
                <a:lnTo>
                  <a:pt x="10057" y="4289"/>
                </a:lnTo>
                <a:lnTo>
                  <a:pt x="10058" y="4289"/>
                </a:lnTo>
                <a:lnTo>
                  <a:pt x="10059" y="4289"/>
                </a:lnTo>
                <a:lnTo>
                  <a:pt x="10060" y="4289"/>
                </a:lnTo>
                <a:lnTo>
                  <a:pt x="10061" y="4289"/>
                </a:lnTo>
                <a:lnTo>
                  <a:pt x="10062" y="4289"/>
                </a:lnTo>
                <a:lnTo>
                  <a:pt x="10063" y="4289"/>
                </a:lnTo>
                <a:lnTo>
                  <a:pt x="10064" y="4289"/>
                </a:lnTo>
                <a:lnTo>
                  <a:pt x="10065" y="4289"/>
                </a:lnTo>
                <a:lnTo>
                  <a:pt x="10066" y="4289"/>
                </a:lnTo>
                <a:lnTo>
                  <a:pt x="10067" y="4289"/>
                </a:lnTo>
                <a:lnTo>
                  <a:pt x="10068" y="4289"/>
                </a:lnTo>
                <a:lnTo>
                  <a:pt x="10069" y="4289"/>
                </a:lnTo>
                <a:lnTo>
                  <a:pt x="10070" y="4289"/>
                </a:lnTo>
                <a:lnTo>
                  <a:pt x="10071" y="4289"/>
                </a:lnTo>
                <a:lnTo>
                  <a:pt x="10072" y="4289"/>
                </a:lnTo>
                <a:lnTo>
                  <a:pt x="10073" y="4289"/>
                </a:lnTo>
                <a:lnTo>
                  <a:pt x="10074" y="4289"/>
                </a:lnTo>
                <a:lnTo>
                  <a:pt x="10075" y="4289"/>
                </a:lnTo>
                <a:lnTo>
                  <a:pt x="10076" y="4289"/>
                </a:lnTo>
                <a:lnTo>
                  <a:pt x="10077" y="4289"/>
                </a:lnTo>
                <a:lnTo>
                  <a:pt x="10078" y="4289"/>
                </a:lnTo>
                <a:lnTo>
                  <a:pt x="10079" y="4289"/>
                </a:lnTo>
                <a:lnTo>
                  <a:pt x="10080" y="4289"/>
                </a:lnTo>
                <a:lnTo>
                  <a:pt x="10081" y="4289"/>
                </a:lnTo>
                <a:lnTo>
                  <a:pt x="10082" y="4289"/>
                </a:lnTo>
                <a:lnTo>
                  <a:pt x="10083" y="4289"/>
                </a:lnTo>
                <a:lnTo>
                  <a:pt x="10084" y="4289"/>
                </a:lnTo>
                <a:lnTo>
                  <a:pt x="10085" y="4289"/>
                </a:lnTo>
                <a:lnTo>
                  <a:pt x="10086" y="4289"/>
                </a:lnTo>
                <a:lnTo>
                  <a:pt x="10087" y="4289"/>
                </a:lnTo>
                <a:lnTo>
                  <a:pt x="10088" y="4289"/>
                </a:lnTo>
                <a:lnTo>
                  <a:pt x="10089" y="4289"/>
                </a:lnTo>
                <a:lnTo>
                  <a:pt x="10090" y="4289"/>
                </a:lnTo>
                <a:lnTo>
                  <a:pt x="10091" y="4289"/>
                </a:lnTo>
                <a:lnTo>
                  <a:pt x="10092" y="4289"/>
                </a:lnTo>
                <a:lnTo>
                  <a:pt x="10093" y="4289"/>
                </a:lnTo>
                <a:lnTo>
                  <a:pt x="10094" y="4289"/>
                </a:lnTo>
                <a:lnTo>
                  <a:pt x="10095" y="4289"/>
                </a:lnTo>
                <a:lnTo>
                  <a:pt x="10096" y="4289"/>
                </a:lnTo>
                <a:lnTo>
                  <a:pt x="10097" y="4289"/>
                </a:lnTo>
                <a:lnTo>
                  <a:pt x="10098" y="4289"/>
                </a:lnTo>
                <a:lnTo>
                  <a:pt x="10099" y="4289"/>
                </a:lnTo>
                <a:lnTo>
                  <a:pt x="10100" y="4289"/>
                </a:lnTo>
                <a:lnTo>
                  <a:pt x="10101" y="4289"/>
                </a:lnTo>
                <a:lnTo>
                  <a:pt x="10102" y="4289"/>
                </a:lnTo>
                <a:lnTo>
                  <a:pt x="10103" y="4289"/>
                </a:lnTo>
                <a:lnTo>
                  <a:pt x="10104" y="4289"/>
                </a:lnTo>
                <a:lnTo>
                  <a:pt x="10105" y="4289"/>
                </a:lnTo>
                <a:lnTo>
                  <a:pt x="10106" y="4289"/>
                </a:lnTo>
                <a:lnTo>
                  <a:pt x="10107" y="4289"/>
                </a:lnTo>
                <a:lnTo>
                  <a:pt x="10108" y="4289"/>
                </a:lnTo>
                <a:lnTo>
                  <a:pt x="10109" y="4289"/>
                </a:lnTo>
                <a:lnTo>
                  <a:pt x="10110" y="4289"/>
                </a:lnTo>
                <a:lnTo>
                  <a:pt x="10111" y="4289"/>
                </a:lnTo>
                <a:lnTo>
                  <a:pt x="10112" y="4289"/>
                </a:lnTo>
                <a:lnTo>
                  <a:pt x="10113" y="4289"/>
                </a:lnTo>
                <a:lnTo>
                  <a:pt x="10114" y="4289"/>
                </a:lnTo>
                <a:lnTo>
                  <a:pt x="10115" y="4289"/>
                </a:lnTo>
                <a:lnTo>
                  <a:pt x="10116" y="4289"/>
                </a:lnTo>
                <a:lnTo>
                  <a:pt x="10117" y="4289"/>
                </a:lnTo>
                <a:lnTo>
                  <a:pt x="10118" y="4289"/>
                </a:lnTo>
                <a:lnTo>
                  <a:pt x="10119" y="4289"/>
                </a:lnTo>
                <a:lnTo>
                  <a:pt x="10120" y="4289"/>
                </a:lnTo>
                <a:lnTo>
                  <a:pt x="10121" y="4289"/>
                </a:lnTo>
                <a:lnTo>
                  <a:pt x="10122" y="4289"/>
                </a:lnTo>
                <a:lnTo>
                  <a:pt x="10123" y="4289"/>
                </a:lnTo>
                <a:lnTo>
                  <a:pt x="10124" y="4289"/>
                </a:lnTo>
                <a:lnTo>
                  <a:pt x="10125" y="4289"/>
                </a:lnTo>
                <a:lnTo>
                  <a:pt x="10126" y="4289"/>
                </a:lnTo>
                <a:lnTo>
                  <a:pt x="10127" y="4289"/>
                </a:lnTo>
                <a:lnTo>
                  <a:pt x="10128" y="4289"/>
                </a:lnTo>
                <a:lnTo>
                  <a:pt x="10129" y="4289"/>
                </a:lnTo>
                <a:lnTo>
                  <a:pt x="10130" y="4289"/>
                </a:lnTo>
                <a:lnTo>
                  <a:pt x="10131" y="4289"/>
                </a:lnTo>
                <a:lnTo>
                  <a:pt x="10132" y="4289"/>
                </a:lnTo>
                <a:lnTo>
                  <a:pt x="10133" y="4289"/>
                </a:lnTo>
                <a:lnTo>
                  <a:pt x="10134" y="4289"/>
                </a:lnTo>
                <a:lnTo>
                  <a:pt x="10135" y="4289"/>
                </a:lnTo>
                <a:lnTo>
                  <a:pt x="10136" y="4289"/>
                </a:lnTo>
                <a:lnTo>
                  <a:pt x="10137" y="4289"/>
                </a:lnTo>
                <a:lnTo>
                  <a:pt x="10138" y="4289"/>
                </a:lnTo>
                <a:lnTo>
                  <a:pt x="10139" y="4289"/>
                </a:lnTo>
                <a:lnTo>
                  <a:pt x="10140" y="4289"/>
                </a:lnTo>
                <a:lnTo>
                  <a:pt x="10141" y="4289"/>
                </a:lnTo>
                <a:lnTo>
                  <a:pt x="10142" y="4289"/>
                </a:lnTo>
                <a:lnTo>
                  <a:pt x="10143" y="4289"/>
                </a:lnTo>
                <a:lnTo>
                  <a:pt x="10144" y="4289"/>
                </a:lnTo>
                <a:lnTo>
                  <a:pt x="10145" y="4289"/>
                </a:lnTo>
                <a:lnTo>
                  <a:pt x="10146" y="4289"/>
                </a:lnTo>
                <a:lnTo>
                  <a:pt x="10147" y="4289"/>
                </a:lnTo>
                <a:lnTo>
                  <a:pt x="10148" y="4289"/>
                </a:lnTo>
                <a:lnTo>
                  <a:pt x="10149" y="4289"/>
                </a:lnTo>
                <a:lnTo>
                  <a:pt x="10150" y="4289"/>
                </a:lnTo>
                <a:lnTo>
                  <a:pt x="10151" y="4289"/>
                </a:lnTo>
                <a:lnTo>
                  <a:pt x="10152" y="4289"/>
                </a:lnTo>
                <a:lnTo>
                  <a:pt x="10153" y="4289"/>
                </a:lnTo>
                <a:lnTo>
                  <a:pt x="10154" y="4289"/>
                </a:lnTo>
                <a:lnTo>
                  <a:pt x="10155" y="4289"/>
                </a:lnTo>
                <a:lnTo>
                  <a:pt x="10156" y="4289"/>
                </a:lnTo>
                <a:lnTo>
                  <a:pt x="10157" y="4289"/>
                </a:lnTo>
                <a:lnTo>
                  <a:pt x="10158" y="4289"/>
                </a:lnTo>
                <a:lnTo>
                  <a:pt x="10159" y="4289"/>
                </a:lnTo>
                <a:lnTo>
                  <a:pt x="10160" y="4289"/>
                </a:lnTo>
                <a:lnTo>
                  <a:pt x="10161" y="4289"/>
                </a:lnTo>
                <a:lnTo>
                  <a:pt x="10162" y="4289"/>
                </a:lnTo>
                <a:lnTo>
                  <a:pt x="10163" y="4289"/>
                </a:lnTo>
                <a:lnTo>
                  <a:pt x="10164" y="4289"/>
                </a:lnTo>
                <a:lnTo>
                  <a:pt x="10165" y="4289"/>
                </a:lnTo>
                <a:lnTo>
                  <a:pt x="10166" y="4289"/>
                </a:lnTo>
                <a:lnTo>
                  <a:pt x="10167" y="4289"/>
                </a:lnTo>
                <a:lnTo>
                  <a:pt x="10168" y="4289"/>
                </a:lnTo>
                <a:lnTo>
                  <a:pt x="10169" y="4289"/>
                </a:lnTo>
                <a:lnTo>
                  <a:pt x="10170" y="4289"/>
                </a:lnTo>
                <a:lnTo>
                  <a:pt x="10171" y="4289"/>
                </a:lnTo>
                <a:lnTo>
                  <a:pt x="10172" y="4289"/>
                </a:lnTo>
                <a:lnTo>
                  <a:pt x="10173" y="4289"/>
                </a:lnTo>
                <a:lnTo>
                  <a:pt x="10174" y="4289"/>
                </a:lnTo>
                <a:lnTo>
                  <a:pt x="10175" y="4289"/>
                </a:lnTo>
                <a:lnTo>
                  <a:pt x="10176" y="4289"/>
                </a:lnTo>
                <a:lnTo>
                  <a:pt x="10177" y="4289"/>
                </a:lnTo>
                <a:lnTo>
                  <a:pt x="10178" y="4289"/>
                </a:lnTo>
                <a:lnTo>
                  <a:pt x="10179" y="4289"/>
                </a:lnTo>
                <a:lnTo>
                  <a:pt x="10180" y="4289"/>
                </a:lnTo>
                <a:lnTo>
                  <a:pt x="10181" y="4289"/>
                </a:lnTo>
                <a:lnTo>
                  <a:pt x="10182" y="4289"/>
                </a:lnTo>
                <a:lnTo>
                  <a:pt x="10183" y="4289"/>
                </a:lnTo>
                <a:lnTo>
                  <a:pt x="10184" y="4289"/>
                </a:lnTo>
                <a:lnTo>
                  <a:pt x="10185" y="4289"/>
                </a:lnTo>
                <a:lnTo>
                  <a:pt x="10186" y="4289"/>
                </a:lnTo>
                <a:lnTo>
                  <a:pt x="10187" y="4289"/>
                </a:lnTo>
                <a:lnTo>
                  <a:pt x="10188" y="4289"/>
                </a:lnTo>
                <a:lnTo>
                  <a:pt x="10189" y="4289"/>
                </a:lnTo>
                <a:lnTo>
                  <a:pt x="10190" y="4289"/>
                </a:lnTo>
                <a:lnTo>
                  <a:pt x="10191" y="4289"/>
                </a:lnTo>
                <a:lnTo>
                  <a:pt x="10192" y="4289"/>
                </a:lnTo>
                <a:lnTo>
                  <a:pt x="10193" y="4289"/>
                </a:lnTo>
                <a:lnTo>
                  <a:pt x="10194" y="4289"/>
                </a:lnTo>
                <a:lnTo>
                  <a:pt x="10195" y="4289"/>
                </a:lnTo>
                <a:lnTo>
                  <a:pt x="10196" y="4289"/>
                </a:lnTo>
                <a:lnTo>
                  <a:pt x="10197" y="4289"/>
                </a:lnTo>
                <a:lnTo>
                  <a:pt x="10198" y="4289"/>
                </a:lnTo>
                <a:lnTo>
                  <a:pt x="10199" y="4289"/>
                </a:lnTo>
                <a:lnTo>
                  <a:pt x="10200" y="4289"/>
                </a:lnTo>
                <a:lnTo>
                  <a:pt x="10201" y="4289"/>
                </a:lnTo>
                <a:lnTo>
                  <a:pt x="10202" y="4289"/>
                </a:lnTo>
                <a:lnTo>
                  <a:pt x="10203" y="4289"/>
                </a:lnTo>
                <a:lnTo>
                  <a:pt x="10204" y="4289"/>
                </a:lnTo>
                <a:lnTo>
                  <a:pt x="10205" y="4289"/>
                </a:lnTo>
                <a:lnTo>
                  <a:pt x="10206" y="4289"/>
                </a:lnTo>
                <a:lnTo>
                  <a:pt x="10207" y="4289"/>
                </a:lnTo>
                <a:lnTo>
                  <a:pt x="10208" y="4289"/>
                </a:lnTo>
                <a:lnTo>
                  <a:pt x="10209" y="4289"/>
                </a:lnTo>
                <a:lnTo>
                  <a:pt x="10210" y="4289"/>
                </a:lnTo>
                <a:lnTo>
                  <a:pt x="10211" y="4289"/>
                </a:lnTo>
                <a:lnTo>
                  <a:pt x="10212" y="4289"/>
                </a:lnTo>
                <a:lnTo>
                  <a:pt x="10213" y="4289"/>
                </a:lnTo>
                <a:lnTo>
                  <a:pt x="10214" y="4289"/>
                </a:lnTo>
                <a:lnTo>
                  <a:pt x="10215" y="4289"/>
                </a:lnTo>
                <a:lnTo>
                  <a:pt x="10216" y="4289"/>
                </a:lnTo>
                <a:lnTo>
                  <a:pt x="10217" y="4289"/>
                </a:lnTo>
                <a:lnTo>
                  <a:pt x="10218" y="4289"/>
                </a:lnTo>
                <a:lnTo>
                  <a:pt x="10219" y="4289"/>
                </a:lnTo>
                <a:lnTo>
                  <a:pt x="10220" y="4289"/>
                </a:lnTo>
                <a:lnTo>
                  <a:pt x="10221" y="4289"/>
                </a:lnTo>
                <a:lnTo>
                  <a:pt x="10222" y="4289"/>
                </a:lnTo>
                <a:lnTo>
                  <a:pt x="10223" y="4289"/>
                </a:lnTo>
                <a:lnTo>
                  <a:pt x="10224" y="4289"/>
                </a:lnTo>
                <a:lnTo>
                  <a:pt x="10225" y="4289"/>
                </a:lnTo>
                <a:lnTo>
                  <a:pt x="10226" y="4289"/>
                </a:lnTo>
                <a:lnTo>
                  <a:pt x="10227" y="4289"/>
                </a:lnTo>
                <a:lnTo>
                  <a:pt x="10228" y="4289"/>
                </a:lnTo>
                <a:lnTo>
                  <a:pt x="10229" y="4289"/>
                </a:lnTo>
                <a:lnTo>
                  <a:pt x="10230" y="4289"/>
                </a:lnTo>
                <a:lnTo>
                  <a:pt x="10231" y="4289"/>
                </a:lnTo>
                <a:lnTo>
                  <a:pt x="10232" y="4289"/>
                </a:lnTo>
                <a:lnTo>
                  <a:pt x="10233" y="4289"/>
                </a:lnTo>
                <a:lnTo>
                  <a:pt x="10234" y="4289"/>
                </a:lnTo>
                <a:lnTo>
                  <a:pt x="10235" y="4289"/>
                </a:lnTo>
                <a:lnTo>
                  <a:pt x="10236" y="4289"/>
                </a:lnTo>
                <a:lnTo>
                  <a:pt x="10237" y="4289"/>
                </a:lnTo>
                <a:lnTo>
                  <a:pt x="10238" y="4289"/>
                </a:lnTo>
                <a:lnTo>
                  <a:pt x="10239" y="4289"/>
                </a:lnTo>
                <a:lnTo>
                  <a:pt x="10240" y="4289"/>
                </a:lnTo>
                <a:lnTo>
                  <a:pt x="10241" y="4289"/>
                </a:lnTo>
                <a:lnTo>
                  <a:pt x="10242" y="4289"/>
                </a:lnTo>
                <a:lnTo>
                  <a:pt x="10243" y="4289"/>
                </a:lnTo>
                <a:lnTo>
                  <a:pt x="10244" y="4289"/>
                </a:lnTo>
                <a:lnTo>
                  <a:pt x="10245" y="4289"/>
                </a:lnTo>
                <a:lnTo>
                  <a:pt x="10246" y="4289"/>
                </a:lnTo>
                <a:lnTo>
                  <a:pt x="10247" y="4289"/>
                </a:lnTo>
                <a:lnTo>
                  <a:pt x="10248" y="4289"/>
                </a:lnTo>
                <a:lnTo>
                  <a:pt x="10249" y="4289"/>
                </a:lnTo>
                <a:lnTo>
                  <a:pt x="10250" y="4289"/>
                </a:lnTo>
                <a:lnTo>
                  <a:pt x="10251" y="4289"/>
                </a:lnTo>
                <a:lnTo>
                  <a:pt x="10252" y="4289"/>
                </a:lnTo>
                <a:lnTo>
                  <a:pt x="10253" y="4289"/>
                </a:lnTo>
                <a:lnTo>
                  <a:pt x="10254" y="4289"/>
                </a:lnTo>
                <a:lnTo>
                  <a:pt x="10255" y="4289"/>
                </a:lnTo>
                <a:lnTo>
                  <a:pt x="10256" y="4289"/>
                </a:lnTo>
                <a:lnTo>
                  <a:pt x="10257" y="4289"/>
                </a:lnTo>
                <a:lnTo>
                  <a:pt x="10258" y="4289"/>
                </a:lnTo>
                <a:lnTo>
                  <a:pt x="10259" y="4289"/>
                </a:lnTo>
                <a:lnTo>
                  <a:pt x="10260" y="4289"/>
                </a:lnTo>
                <a:lnTo>
                  <a:pt x="10261" y="4289"/>
                </a:lnTo>
                <a:lnTo>
                  <a:pt x="10262" y="4289"/>
                </a:lnTo>
                <a:lnTo>
                  <a:pt x="10263" y="4289"/>
                </a:lnTo>
                <a:lnTo>
                  <a:pt x="10264" y="4289"/>
                </a:lnTo>
                <a:lnTo>
                  <a:pt x="10265" y="4289"/>
                </a:lnTo>
                <a:lnTo>
                  <a:pt x="10266" y="4289"/>
                </a:lnTo>
                <a:lnTo>
                  <a:pt x="10267" y="4289"/>
                </a:lnTo>
                <a:lnTo>
                  <a:pt x="10268" y="4289"/>
                </a:lnTo>
                <a:lnTo>
                  <a:pt x="10269" y="4289"/>
                </a:lnTo>
                <a:lnTo>
                  <a:pt x="10270" y="4289"/>
                </a:lnTo>
                <a:lnTo>
                  <a:pt x="10271" y="4289"/>
                </a:lnTo>
                <a:lnTo>
                  <a:pt x="10272" y="4289"/>
                </a:lnTo>
                <a:lnTo>
                  <a:pt x="10273" y="4289"/>
                </a:lnTo>
                <a:lnTo>
                  <a:pt x="10274" y="4289"/>
                </a:lnTo>
                <a:lnTo>
                  <a:pt x="10275" y="4289"/>
                </a:lnTo>
                <a:lnTo>
                  <a:pt x="10276" y="4289"/>
                </a:lnTo>
                <a:lnTo>
                  <a:pt x="10277" y="4289"/>
                </a:lnTo>
                <a:lnTo>
                  <a:pt x="10278" y="4289"/>
                </a:lnTo>
                <a:lnTo>
                  <a:pt x="10279" y="4289"/>
                </a:lnTo>
                <a:lnTo>
                  <a:pt x="10280" y="4289"/>
                </a:lnTo>
                <a:lnTo>
                  <a:pt x="10281" y="4289"/>
                </a:lnTo>
                <a:lnTo>
                  <a:pt x="10282" y="4289"/>
                </a:lnTo>
                <a:lnTo>
                  <a:pt x="10283" y="4289"/>
                </a:lnTo>
                <a:lnTo>
                  <a:pt x="10284" y="4289"/>
                </a:lnTo>
                <a:lnTo>
                  <a:pt x="10285" y="4289"/>
                </a:lnTo>
                <a:lnTo>
                  <a:pt x="10286" y="4289"/>
                </a:lnTo>
                <a:lnTo>
                  <a:pt x="10287" y="4289"/>
                </a:lnTo>
                <a:lnTo>
                  <a:pt x="10288" y="4289"/>
                </a:lnTo>
                <a:lnTo>
                  <a:pt x="10289" y="4289"/>
                </a:lnTo>
                <a:lnTo>
                  <a:pt x="10290" y="4289"/>
                </a:lnTo>
                <a:lnTo>
                  <a:pt x="10291" y="4289"/>
                </a:lnTo>
                <a:lnTo>
                  <a:pt x="10292" y="4289"/>
                </a:lnTo>
                <a:lnTo>
                  <a:pt x="10293" y="4289"/>
                </a:lnTo>
                <a:lnTo>
                  <a:pt x="10294" y="4289"/>
                </a:lnTo>
                <a:lnTo>
                  <a:pt x="10295" y="4289"/>
                </a:lnTo>
                <a:lnTo>
                  <a:pt x="10296" y="4289"/>
                </a:lnTo>
                <a:lnTo>
                  <a:pt x="10297" y="4289"/>
                </a:lnTo>
                <a:lnTo>
                  <a:pt x="10298" y="4289"/>
                </a:lnTo>
                <a:lnTo>
                  <a:pt x="10299" y="4289"/>
                </a:lnTo>
                <a:lnTo>
                  <a:pt x="10300" y="4289"/>
                </a:lnTo>
                <a:lnTo>
                  <a:pt x="10301" y="4289"/>
                </a:lnTo>
                <a:lnTo>
                  <a:pt x="10302" y="4289"/>
                </a:lnTo>
                <a:lnTo>
                  <a:pt x="10303" y="4289"/>
                </a:lnTo>
                <a:lnTo>
                  <a:pt x="10304" y="4289"/>
                </a:lnTo>
                <a:lnTo>
                  <a:pt x="10305" y="4289"/>
                </a:lnTo>
                <a:lnTo>
                  <a:pt x="10306" y="4289"/>
                </a:lnTo>
                <a:lnTo>
                  <a:pt x="10307" y="4289"/>
                </a:lnTo>
                <a:lnTo>
                  <a:pt x="10308" y="4289"/>
                </a:lnTo>
                <a:lnTo>
                  <a:pt x="10309" y="4289"/>
                </a:lnTo>
                <a:lnTo>
                  <a:pt x="10310" y="4289"/>
                </a:lnTo>
                <a:lnTo>
                  <a:pt x="10311" y="4289"/>
                </a:lnTo>
                <a:lnTo>
                  <a:pt x="10312" y="4289"/>
                </a:lnTo>
                <a:lnTo>
                  <a:pt x="10313" y="4289"/>
                </a:lnTo>
                <a:lnTo>
                  <a:pt x="10314" y="4289"/>
                </a:lnTo>
                <a:lnTo>
                  <a:pt x="10315" y="4289"/>
                </a:lnTo>
                <a:lnTo>
                  <a:pt x="10316" y="4289"/>
                </a:lnTo>
                <a:lnTo>
                  <a:pt x="10317" y="4289"/>
                </a:lnTo>
                <a:lnTo>
                  <a:pt x="10318" y="4289"/>
                </a:lnTo>
                <a:lnTo>
                  <a:pt x="10319" y="4289"/>
                </a:lnTo>
                <a:lnTo>
                  <a:pt x="10320" y="4289"/>
                </a:lnTo>
                <a:lnTo>
                  <a:pt x="10321" y="4289"/>
                </a:lnTo>
                <a:lnTo>
                  <a:pt x="10322" y="4289"/>
                </a:lnTo>
                <a:lnTo>
                  <a:pt x="10323" y="4289"/>
                </a:lnTo>
                <a:lnTo>
                  <a:pt x="10324" y="4289"/>
                </a:lnTo>
                <a:lnTo>
                  <a:pt x="10325" y="4289"/>
                </a:lnTo>
                <a:lnTo>
                  <a:pt x="10326" y="4289"/>
                </a:lnTo>
                <a:lnTo>
                  <a:pt x="10327" y="4289"/>
                </a:lnTo>
                <a:lnTo>
                  <a:pt x="10328" y="4289"/>
                </a:lnTo>
                <a:lnTo>
                  <a:pt x="10329" y="4289"/>
                </a:lnTo>
                <a:lnTo>
                  <a:pt x="10330" y="4289"/>
                </a:lnTo>
                <a:lnTo>
                  <a:pt x="10331" y="4289"/>
                </a:lnTo>
                <a:lnTo>
                  <a:pt x="10332" y="4289"/>
                </a:lnTo>
                <a:lnTo>
                  <a:pt x="10333" y="4289"/>
                </a:lnTo>
                <a:lnTo>
                  <a:pt x="10334" y="4289"/>
                </a:lnTo>
                <a:lnTo>
                  <a:pt x="10335" y="4289"/>
                </a:lnTo>
                <a:lnTo>
                  <a:pt x="10336" y="4289"/>
                </a:lnTo>
                <a:lnTo>
                  <a:pt x="10337" y="4289"/>
                </a:lnTo>
                <a:lnTo>
                  <a:pt x="10338" y="4289"/>
                </a:lnTo>
                <a:lnTo>
                  <a:pt x="10339" y="4289"/>
                </a:lnTo>
                <a:lnTo>
                  <a:pt x="10340" y="4289"/>
                </a:lnTo>
                <a:lnTo>
                  <a:pt x="10341" y="4289"/>
                </a:lnTo>
                <a:lnTo>
                  <a:pt x="10342" y="4289"/>
                </a:lnTo>
                <a:lnTo>
                  <a:pt x="10343" y="4289"/>
                </a:lnTo>
                <a:lnTo>
                  <a:pt x="10344" y="4289"/>
                </a:lnTo>
                <a:lnTo>
                  <a:pt x="10345" y="4289"/>
                </a:lnTo>
                <a:lnTo>
                  <a:pt x="10346" y="4289"/>
                </a:lnTo>
                <a:lnTo>
                  <a:pt x="10347" y="4289"/>
                </a:lnTo>
                <a:lnTo>
                  <a:pt x="10348" y="4289"/>
                </a:lnTo>
                <a:lnTo>
                  <a:pt x="10349" y="4289"/>
                </a:lnTo>
                <a:lnTo>
                  <a:pt x="10350" y="4289"/>
                </a:lnTo>
                <a:lnTo>
                  <a:pt x="10351" y="4289"/>
                </a:lnTo>
                <a:lnTo>
                  <a:pt x="10352" y="4289"/>
                </a:lnTo>
                <a:lnTo>
                  <a:pt x="10353" y="4289"/>
                </a:lnTo>
                <a:lnTo>
                  <a:pt x="10354" y="4289"/>
                </a:lnTo>
                <a:lnTo>
                  <a:pt x="10355" y="4289"/>
                </a:lnTo>
                <a:lnTo>
                  <a:pt x="10356" y="4289"/>
                </a:lnTo>
                <a:lnTo>
                  <a:pt x="10357" y="4289"/>
                </a:lnTo>
                <a:lnTo>
                  <a:pt x="10358" y="4289"/>
                </a:lnTo>
                <a:lnTo>
                  <a:pt x="10359" y="4289"/>
                </a:lnTo>
                <a:lnTo>
                  <a:pt x="10360" y="4289"/>
                </a:lnTo>
                <a:lnTo>
                  <a:pt x="10361" y="4289"/>
                </a:lnTo>
                <a:lnTo>
                  <a:pt x="10362" y="4289"/>
                </a:lnTo>
                <a:lnTo>
                  <a:pt x="10363" y="4289"/>
                </a:lnTo>
                <a:lnTo>
                  <a:pt x="10364" y="4289"/>
                </a:lnTo>
                <a:lnTo>
                  <a:pt x="10365" y="4289"/>
                </a:lnTo>
                <a:lnTo>
                  <a:pt x="10366" y="4289"/>
                </a:lnTo>
                <a:lnTo>
                  <a:pt x="10367" y="4289"/>
                </a:lnTo>
                <a:lnTo>
                  <a:pt x="10368" y="4289"/>
                </a:lnTo>
                <a:lnTo>
                  <a:pt x="10369" y="4289"/>
                </a:lnTo>
                <a:lnTo>
                  <a:pt x="10370" y="4289"/>
                </a:lnTo>
                <a:lnTo>
                  <a:pt x="10371" y="4289"/>
                </a:lnTo>
                <a:lnTo>
                  <a:pt x="10372" y="4289"/>
                </a:lnTo>
                <a:lnTo>
                  <a:pt x="10373" y="4289"/>
                </a:lnTo>
                <a:lnTo>
                  <a:pt x="10374" y="4289"/>
                </a:lnTo>
                <a:lnTo>
                  <a:pt x="10375" y="4289"/>
                </a:lnTo>
                <a:lnTo>
                  <a:pt x="10376" y="4289"/>
                </a:lnTo>
                <a:lnTo>
                  <a:pt x="10377" y="4289"/>
                </a:lnTo>
                <a:lnTo>
                  <a:pt x="10378" y="4289"/>
                </a:lnTo>
                <a:lnTo>
                  <a:pt x="10379" y="4289"/>
                </a:lnTo>
                <a:lnTo>
                  <a:pt x="10380" y="4289"/>
                </a:lnTo>
                <a:lnTo>
                  <a:pt x="10381" y="4289"/>
                </a:lnTo>
                <a:lnTo>
                  <a:pt x="10382" y="4289"/>
                </a:lnTo>
                <a:lnTo>
                  <a:pt x="10383" y="4289"/>
                </a:lnTo>
                <a:lnTo>
                  <a:pt x="10384" y="4289"/>
                </a:lnTo>
                <a:lnTo>
                  <a:pt x="10385" y="4289"/>
                </a:lnTo>
                <a:lnTo>
                  <a:pt x="10386" y="4289"/>
                </a:lnTo>
                <a:lnTo>
                  <a:pt x="10387" y="4289"/>
                </a:lnTo>
                <a:lnTo>
                  <a:pt x="10388" y="4289"/>
                </a:lnTo>
                <a:lnTo>
                  <a:pt x="10389" y="4289"/>
                </a:lnTo>
                <a:lnTo>
                  <a:pt x="10390" y="4289"/>
                </a:lnTo>
                <a:lnTo>
                  <a:pt x="10391" y="4289"/>
                </a:lnTo>
                <a:lnTo>
                  <a:pt x="10392" y="4289"/>
                </a:lnTo>
                <a:lnTo>
                  <a:pt x="10393" y="4289"/>
                </a:lnTo>
                <a:lnTo>
                  <a:pt x="10394" y="4289"/>
                </a:lnTo>
                <a:lnTo>
                  <a:pt x="10395" y="4289"/>
                </a:lnTo>
                <a:lnTo>
                  <a:pt x="10396" y="4289"/>
                </a:lnTo>
                <a:lnTo>
                  <a:pt x="10397" y="4289"/>
                </a:lnTo>
                <a:lnTo>
                  <a:pt x="10398" y="4289"/>
                </a:lnTo>
                <a:lnTo>
                  <a:pt x="10399" y="4289"/>
                </a:lnTo>
                <a:lnTo>
                  <a:pt x="10400" y="4289"/>
                </a:lnTo>
                <a:lnTo>
                  <a:pt x="10401" y="4289"/>
                </a:lnTo>
                <a:lnTo>
                  <a:pt x="10402" y="4289"/>
                </a:lnTo>
                <a:lnTo>
                  <a:pt x="10403" y="4289"/>
                </a:lnTo>
                <a:lnTo>
                  <a:pt x="10404" y="4289"/>
                </a:lnTo>
                <a:lnTo>
                  <a:pt x="10405" y="4289"/>
                </a:lnTo>
                <a:lnTo>
                  <a:pt x="10406" y="4289"/>
                </a:lnTo>
                <a:lnTo>
                  <a:pt x="10407" y="4289"/>
                </a:lnTo>
                <a:lnTo>
                  <a:pt x="10408" y="4289"/>
                </a:lnTo>
                <a:lnTo>
                  <a:pt x="10409" y="4289"/>
                </a:lnTo>
                <a:lnTo>
                  <a:pt x="10410" y="4289"/>
                </a:lnTo>
                <a:lnTo>
                  <a:pt x="10411" y="4289"/>
                </a:lnTo>
                <a:lnTo>
                  <a:pt x="10412" y="4289"/>
                </a:lnTo>
                <a:lnTo>
                  <a:pt x="10413" y="4289"/>
                </a:lnTo>
                <a:lnTo>
                  <a:pt x="10414" y="4289"/>
                </a:lnTo>
                <a:lnTo>
                  <a:pt x="10415" y="4289"/>
                </a:lnTo>
                <a:lnTo>
                  <a:pt x="10416" y="4289"/>
                </a:lnTo>
                <a:lnTo>
                  <a:pt x="10417" y="4289"/>
                </a:lnTo>
                <a:lnTo>
                  <a:pt x="10418" y="4289"/>
                </a:lnTo>
                <a:lnTo>
                  <a:pt x="10419" y="4289"/>
                </a:lnTo>
                <a:lnTo>
                  <a:pt x="10420" y="4289"/>
                </a:lnTo>
                <a:lnTo>
                  <a:pt x="10421" y="4289"/>
                </a:lnTo>
                <a:lnTo>
                  <a:pt x="10422" y="4289"/>
                </a:lnTo>
                <a:lnTo>
                  <a:pt x="10423" y="4289"/>
                </a:lnTo>
                <a:lnTo>
                  <a:pt x="10424" y="4289"/>
                </a:lnTo>
                <a:lnTo>
                  <a:pt x="10425" y="4289"/>
                </a:lnTo>
                <a:lnTo>
                  <a:pt x="10426" y="4289"/>
                </a:lnTo>
                <a:lnTo>
                  <a:pt x="10427" y="4289"/>
                </a:lnTo>
                <a:lnTo>
                  <a:pt x="10428" y="4289"/>
                </a:lnTo>
                <a:lnTo>
                  <a:pt x="10429" y="4289"/>
                </a:lnTo>
                <a:lnTo>
                  <a:pt x="10430" y="4289"/>
                </a:lnTo>
                <a:lnTo>
                  <a:pt x="10431" y="4289"/>
                </a:lnTo>
                <a:lnTo>
                  <a:pt x="10432" y="4289"/>
                </a:lnTo>
                <a:lnTo>
                  <a:pt x="10433" y="4289"/>
                </a:lnTo>
                <a:lnTo>
                  <a:pt x="10434" y="4289"/>
                </a:lnTo>
                <a:lnTo>
                  <a:pt x="10435" y="4289"/>
                </a:lnTo>
                <a:lnTo>
                  <a:pt x="10436" y="4289"/>
                </a:lnTo>
                <a:lnTo>
                  <a:pt x="10437" y="4289"/>
                </a:lnTo>
                <a:lnTo>
                  <a:pt x="10438" y="4289"/>
                </a:lnTo>
                <a:lnTo>
                  <a:pt x="10439" y="4289"/>
                </a:lnTo>
                <a:lnTo>
                  <a:pt x="10440" y="4289"/>
                </a:lnTo>
                <a:lnTo>
                  <a:pt x="10441" y="4289"/>
                </a:lnTo>
                <a:lnTo>
                  <a:pt x="10442" y="4289"/>
                </a:lnTo>
                <a:lnTo>
                  <a:pt x="10443" y="4289"/>
                </a:lnTo>
                <a:lnTo>
                  <a:pt x="10444" y="4289"/>
                </a:lnTo>
                <a:lnTo>
                  <a:pt x="10445" y="4289"/>
                </a:lnTo>
                <a:lnTo>
                  <a:pt x="10446" y="4289"/>
                </a:lnTo>
                <a:lnTo>
                  <a:pt x="10447" y="4289"/>
                </a:lnTo>
                <a:lnTo>
                  <a:pt x="10448" y="4289"/>
                </a:lnTo>
                <a:lnTo>
                  <a:pt x="10449" y="4289"/>
                </a:lnTo>
                <a:lnTo>
                  <a:pt x="10450" y="4289"/>
                </a:lnTo>
                <a:lnTo>
                  <a:pt x="10451" y="4289"/>
                </a:lnTo>
                <a:lnTo>
                  <a:pt x="10452" y="4289"/>
                </a:lnTo>
                <a:lnTo>
                  <a:pt x="10453" y="4289"/>
                </a:lnTo>
                <a:lnTo>
                  <a:pt x="10454" y="4289"/>
                </a:lnTo>
                <a:lnTo>
                  <a:pt x="10455" y="4289"/>
                </a:lnTo>
                <a:lnTo>
                  <a:pt x="10456" y="4289"/>
                </a:lnTo>
                <a:lnTo>
                  <a:pt x="10457" y="4289"/>
                </a:lnTo>
                <a:lnTo>
                  <a:pt x="10458" y="4289"/>
                </a:lnTo>
                <a:lnTo>
                  <a:pt x="10459" y="4289"/>
                </a:lnTo>
                <a:lnTo>
                  <a:pt x="10460" y="4289"/>
                </a:lnTo>
                <a:lnTo>
                  <a:pt x="10461" y="4289"/>
                </a:lnTo>
                <a:lnTo>
                  <a:pt x="10462" y="4289"/>
                </a:lnTo>
                <a:lnTo>
                  <a:pt x="10463" y="4289"/>
                </a:lnTo>
                <a:lnTo>
                  <a:pt x="10464" y="4289"/>
                </a:lnTo>
                <a:lnTo>
                  <a:pt x="10465" y="4289"/>
                </a:lnTo>
                <a:lnTo>
                  <a:pt x="10466" y="4289"/>
                </a:lnTo>
                <a:lnTo>
                  <a:pt x="10467" y="4289"/>
                </a:lnTo>
                <a:lnTo>
                  <a:pt x="10468" y="4289"/>
                </a:lnTo>
                <a:lnTo>
                  <a:pt x="10469" y="4289"/>
                </a:lnTo>
                <a:lnTo>
                  <a:pt x="10470" y="4289"/>
                </a:lnTo>
                <a:lnTo>
                  <a:pt x="10471" y="4289"/>
                </a:lnTo>
                <a:lnTo>
                  <a:pt x="10472" y="4289"/>
                </a:lnTo>
                <a:lnTo>
                  <a:pt x="10473" y="4289"/>
                </a:lnTo>
                <a:lnTo>
                  <a:pt x="10474" y="4289"/>
                </a:lnTo>
                <a:lnTo>
                  <a:pt x="10475" y="4289"/>
                </a:lnTo>
                <a:lnTo>
                  <a:pt x="10476" y="4289"/>
                </a:lnTo>
                <a:lnTo>
                  <a:pt x="10477" y="4289"/>
                </a:lnTo>
                <a:lnTo>
                  <a:pt x="10478" y="4289"/>
                </a:lnTo>
                <a:lnTo>
                  <a:pt x="10479" y="4289"/>
                </a:lnTo>
                <a:lnTo>
                  <a:pt x="10480" y="4289"/>
                </a:lnTo>
                <a:lnTo>
                  <a:pt x="10481" y="4289"/>
                </a:lnTo>
                <a:lnTo>
                  <a:pt x="10482" y="4289"/>
                </a:lnTo>
                <a:lnTo>
                  <a:pt x="10483" y="4289"/>
                </a:lnTo>
                <a:lnTo>
                  <a:pt x="10484" y="4289"/>
                </a:lnTo>
                <a:lnTo>
                  <a:pt x="10485" y="4289"/>
                </a:lnTo>
                <a:lnTo>
                  <a:pt x="10486" y="4289"/>
                </a:lnTo>
                <a:lnTo>
                  <a:pt x="10487" y="4289"/>
                </a:lnTo>
                <a:lnTo>
                  <a:pt x="10488" y="4289"/>
                </a:lnTo>
                <a:lnTo>
                  <a:pt x="10489" y="4289"/>
                </a:lnTo>
                <a:lnTo>
                  <a:pt x="10490" y="4289"/>
                </a:lnTo>
                <a:lnTo>
                  <a:pt x="10491" y="4289"/>
                </a:lnTo>
                <a:lnTo>
                  <a:pt x="10492" y="4289"/>
                </a:lnTo>
                <a:lnTo>
                  <a:pt x="10493" y="4289"/>
                </a:lnTo>
                <a:lnTo>
                  <a:pt x="10494" y="4289"/>
                </a:lnTo>
                <a:lnTo>
                  <a:pt x="10495" y="4289"/>
                </a:lnTo>
                <a:lnTo>
                  <a:pt x="10496" y="4289"/>
                </a:lnTo>
                <a:lnTo>
                  <a:pt x="10497" y="4289"/>
                </a:lnTo>
                <a:lnTo>
                  <a:pt x="10498" y="4289"/>
                </a:lnTo>
                <a:lnTo>
                  <a:pt x="10499" y="4289"/>
                </a:lnTo>
                <a:lnTo>
                  <a:pt x="10500" y="4289"/>
                </a:lnTo>
                <a:lnTo>
                  <a:pt x="10501" y="4289"/>
                </a:lnTo>
                <a:lnTo>
                  <a:pt x="10502" y="4289"/>
                </a:lnTo>
                <a:lnTo>
                  <a:pt x="10503" y="4289"/>
                </a:lnTo>
                <a:lnTo>
                  <a:pt x="10504" y="4289"/>
                </a:lnTo>
                <a:lnTo>
                  <a:pt x="10505" y="4289"/>
                </a:lnTo>
                <a:lnTo>
                  <a:pt x="10506" y="4289"/>
                </a:lnTo>
                <a:lnTo>
                  <a:pt x="10507" y="4289"/>
                </a:lnTo>
                <a:lnTo>
                  <a:pt x="10508" y="4289"/>
                </a:lnTo>
                <a:lnTo>
                  <a:pt x="10509" y="4289"/>
                </a:lnTo>
                <a:lnTo>
                  <a:pt x="10510" y="4289"/>
                </a:lnTo>
                <a:lnTo>
                  <a:pt x="10511" y="4289"/>
                </a:lnTo>
                <a:lnTo>
                  <a:pt x="10512" y="4289"/>
                </a:lnTo>
                <a:lnTo>
                  <a:pt x="10513" y="4289"/>
                </a:lnTo>
                <a:lnTo>
                  <a:pt x="10514" y="4289"/>
                </a:lnTo>
                <a:lnTo>
                  <a:pt x="10515" y="4289"/>
                </a:lnTo>
                <a:lnTo>
                  <a:pt x="10516" y="4289"/>
                </a:lnTo>
                <a:lnTo>
                  <a:pt x="10517" y="4289"/>
                </a:lnTo>
                <a:lnTo>
                  <a:pt x="10518" y="4289"/>
                </a:lnTo>
                <a:lnTo>
                  <a:pt x="10519" y="4289"/>
                </a:lnTo>
                <a:lnTo>
                  <a:pt x="10520" y="4289"/>
                </a:lnTo>
                <a:lnTo>
                  <a:pt x="10521" y="4289"/>
                </a:lnTo>
                <a:lnTo>
                  <a:pt x="10522" y="4289"/>
                </a:lnTo>
                <a:lnTo>
                  <a:pt x="10523" y="4289"/>
                </a:lnTo>
                <a:lnTo>
                  <a:pt x="10524" y="4289"/>
                </a:lnTo>
                <a:lnTo>
                  <a:pt x="10525" y="4289"/>
                </a:lnTo>
                <a:lnTo>
                  <a:pt x="10526" y="4289"/>
                </a:lnTo>
                <a:lnTo>
                  <a:pt x="10527" y="4289"/>
                </a:lnTo>
                <a:lnTo>
                  <a:pt x="10528" y="4289"/>
                </a:lnTo>
                <a:lnTo>
                  <a:pt x="10529" y="4289"/>
                </a:lnTo>
                <a:lnTo>
                  <a:pt x="10530" y="4289"/>
                </a:lnTo>
                <a:lnTo>
                  <a:pt x="10531" y="4289"/>
                </a:lnTo>
                <a:lnTo>
                  <a:pt x="10532" y="4289"/>
                </a:lnTo>
                <a:lnTo>
                  <a:pt x="10533" y="4289"/>
                </a:lnTo>
                <a:lnTo>
                  <a:pt x="10534" y="4289"/>
                </a:lnTo>
                <a:lnTo>
                  <a:pt x="10535" y="4289"/>
                </a:lnTo>
                <a:lnTo>
                  <a:pt x="10536" y="4289"/>
                </a:lnTo>
                <a:lnTo>
                  <a:pt x="10537" y="4289"/>
                </a:lnTo>
                <a:lnTo>
                  <a:pt x="10538" y="4289"/>
                </a:lnTo>
                <a:lnTo>
                  <a:pt x="10539" y="4289"/>
                </a:lnTo>
                <a:lnTo>
                  <a:pt x="10540" y="4289"/>
                </a:lnTo>
                <a:lnTo>
                  <a:pt x="10541" y="4289"/>
                </a:lnTo>
                <a:lnTo>
                  <a:pt x="10542" y="4289"/>
                </a:lnTo>
                <a:lnTo>
                  <a:pt x="10543" y="4289"/>
                </a:lnTo>
                <a:lnTo>
                  <a:pt x="10544" y="4289"/>
                </a:lnTo>
                <a:lnTo>
                  <a:pt x="10545" y="4289"/>
                </a:lnTo>
                <a:lnTo>
                  <a:pt x="10546" y="4289"/>
                </a:lnTo>
                <a:lnTo>
                  <a:pt x="10547" y="4289"/>
                </a:lnTo>
                <a:lnTo>
                  <a:pt x="10548" y="4289"/>
                </a:lnTo>
                <a:lnTo>
                  <a:pt x="10549" y="4289"/>
                </a:lnTo>
                <a:lnTo>
                  <a:pt x="10550" y="4289"/>
                </a:lnTo>
                <a:lnTo>
                  <a:pt x="10551" y="4289"/>
                </a:lnTo>
                <a:lnTo>
                  <a:pt x="10552" y="4289"/>
                </a:lnTo>
                <a:lnTo>
                  <a:pt x="10553" y="4289"/>
                </a:lnTo>
                <a:lnTo>
                  <a:pt x="10554" y="4289"/>
                </a:lnTo>
                <a:lnTo>
                  <a:pt x="10555" y="4289"/>
                </a:lnTo>
                <a:lnTo>
                  <a:pt x="10556" y="4289"/>
                </a:lnTo>
                <a:lnTo>
                  <a:pt x="10557" y="4289"/>
                </a:lnTo>
                <a:lnTo>
                  <a:pt x="10558" y="4289"/>
                </a:lnTo>
                <a:lnTo>
                  <a:pt x="10559" y="4289"/>
                </a:lnTo>
                <a:lnTo>
                  <a:pt x="10560" y="4289"/>
                </a:lnTo>
                <a:lnTo>
                  <a:pt x="10561" y="4289"/>
                </a:lnTo>
                <a:lnTo>
                  <a:pt x="10562" y="4289"/>
                </a:lnTo>
                <a:lnTo>
                  <a:pt x="10563" y="4289"/>
                </a:lnTo>
                <a:lnTo>
                  <a:pt x="10564" y="4289"/>
                </a:lnTo>
                <a:lnTo>
                  <a:pt x="10565" y="4289"/>
                </a:lnTo>
                <a:lnTo>
                  <a:pt x="10566" y="4289"/>
                </a:lnTo>
                <a:lnTo>
                  <a:pt x="10567" y="4289"/>
                </a:lnTo>
                <a:lnTo>
                  <a:pt x="10568" y="4289"/>
                </a:lnTo>
                <a:lnTo>
                  <a:pt x="10569" y="4289"/>
                </a:lnTo>
                <a:lnTo>
                  <a:pt x="10570" y="4289"/>
                </a:lnTo>
                <a:lnTo>
                  <a:pt x="10571" y="4289"/>
                </a:lnTo>
                <a:lnTo>
                  <a:pt x="10572" y="4289"/>
                </a:lnTo>
                <a:lnTo>
                  <a:pt x="10573" y="4289"/>
                </a:lnTo>
                <a:lnTo>
                  <a:pt x="10574" y="4289"/>
                </a:lnTo>
                <a:lnTo>
                  <a:pt x="10575" y="4289"/>
                </a:lnTo>
                <a:lnTo>
                  <a:pt x="10576" y="4289"/>
                </a:lnTo>
                <a:lnTo>
                  <a:pt x="10577" y="4289"/>
                </a:lnTo>
                <a:lnTo>
                  <a:pt x="10578" y="4289"/>
                </a:lnTo>
                <a:lnTo>
                  <a:pt x="10579" y="4289"/>
                </a:lnTo>
                <a:lnTo>
                  <a:pt x="10580" y="4289"/>
                </a:lnTo>
                <a:lnTo>
                  <a:pt x="10581" y="4289"/>
                </a:lnTo>
                <a:lnTo>
                  <a:pt x="10582" y="4289"/>
                </a:lnTo>
                <a:lnTo>
                  <a:pt x="10583" y="4289"/>
                </a:lnTo>
                <a:lnTo>
                  <a:pt x="10584" y="4289"/>
                </a:lnTo>
                <a:lnTo>
                  <a:pt x="10585" y="4289"/>
                </a:lnTo>
                <a:lnTo>
                  <a:pt x="10586" y="4289"/>
                </a:lnTo>
                <a:lnTo>
                  <a:pt x="10587" y="4289"/>
                </a:lnTo>
                <a:lnTo>
                  <a:pt x="10588" y="4289"/>
                </a:lnTo>
                <a:lnTo>
                  <a:pt x="10589" y="4289"/>
                </a:lnTo>
                <a:lnTo>
                  <a:pt x="10590" y="4289"/>
                </a:lnTo>
                <a:lnTo>
                  <a:pt x="10591" y="4289"/>
                </a:lnTo>
                <a:lnTo>
                  <a:pt x="10592" y="4289"/>
                </a:lnTo>
                <a:lnTo>
                  <a:pt x="10593" y="4289"/>
                </a:lnTo>
                <a:lnTo>
                  <a:pt x="10594" y="4289"/>
                </a:lnTo>
                <a:lnTo>
                  <a:pt x="10595" y="4289"/>
                </a:lnTo>
                <a:lnTo>
                  <a:pt x="10596" y="4289"/>
                </a:lnTo>
                <a:lnTo>
                  <a:pt x="10597" y="4289"/>
                </a:lnTo>
                <a:lnTo>
                  <a:pt x="10598" y="4289"/>
                </a:lnTo>
                <a:lnTo>
                  <a:pt x="10599" y="4289"/>
                </a:lnTo>
                <a:lnTo>
                  <a:pt x="10600" y="4289"/>
                </a:lnTo>
                <a:lnTo>
                  <a:pt x="10601" y="4289"/>
                </a:lnTo>
                <a:lnTo>
                  <a:pt x="10602" y="4289"/>
                </a:lnTo>
                <a:lnTo>
                  <a:pt x="10603" y="4289"/>
                </a:lnTo>
                <a:lnTo>
                  <a:pt x="10604" y="4289"/>
                </a:lnTo>
                <a:lnTo>
                  <a:pt x="10605" y="4289"/>
                </a:lnTo>
                <a:lnTo>
                  <a:pt x="10606" y="4289"/>
                </a:lnTo>
                <a:lnTo>
                  <a:pt x="10607" y="4289"/>
                </a:lnTo>
                <a:lnTo>
                  <a:pt x="10608" y="4289"/>
                </a:lnTo>
                <a:lnTo>
                  <a:pt x="10609" y="4289"/>
                </a:lnTo>
                <a:lnTo>
                  <a:pt x="10610" y="4289"/>
                </a:lnTo>
                <a:lnTo>
                  <a:pt x="10611" y="4289"/>
                </a:lnTo>
                <a:lnTo>
                  <a:pt x="10612" y="4289"/>
                </a:lnTo>
                <a:lnTo>
                  <a:pt x="10613" y="4289"/>
                </a:lnTo>
                <a:lnTo>
                  <a:pt x="10614" y="4289"/>
                </a:lnTo>
                <a:lnTo>
                  <a:pt x="10615" y="4289"/>
                </a:lnTo>
                <a:lnTo>
                  <a:pt x="10616" y="4289"/>
                </a:lnTo>
                <a:lnTo>
                  <a:pt x="10617" y="4289"/>
                </a:lnTo>
                <a:lnTo>
                  <a:pt x="10618" y="4289"/>
                </a:lnTo>
                <a:lnTo>
                  <a:pt x="10619" y="4289"/>
                </a:lnTo>
                <a:lnTo>
                  <a:pt x="10620" y="4289"/>
                </a:lnTo>
                <a:lnTo>
                  <a:pt x="10621" y="4289"/>
                </a:lnTo>
                <a:lnTo>
                  <a:pt x="10622" y="4289"/>
                </a:lnTo>
                <a:lnTo>
                  <a:pt x="10623" y="4289"/>
                </a:lnTo>
                <a:lnTo>
                  <a:pt x="10624" y="4289"/>
                </a:lnTo>
                <a:lnTo>
                  <a:pt x="10625" y="4289"/>
                </a:lnTo>
                <a:lnTo>
                  <a:pt x="10626" y="4289"/>
                </a:lnTo>
                <a:lnTo>
                  <a:pt x="10627" y="4289"/>
                </a:lnTo>
                <a:lnTo>
                  <a:pt x="10628" y="4289"/>
                </a:lnTo>
                <a:lnTo>
                  <a:pt x="10629" y="4289"/>
                </a:lnTo>
                <a:lnTo>
                  <a:pt x="10630" y="4289"/>
                </a:lnTo>
                <a:lnTo>
                  <a:pt x="10631" y="4289"/>
                </a:lnTo>
                <a:lnTo>
                  <a:pt x="10632" y="4289"/>
                </a:lnTo>
                <a:lnTo>
                  <a:pt x="10633" y="4289"/>
                </a:lnTo>
                <a:lnTo>
                  <a:pt x="10634" y="4289"/>
                </a:lnTo>
                <a:lnTo>
                  <a:pt x="10635" y="4289"/>
                </a:lnTo>
                <a:lnTo>
                  <a:pt x="10636" y="4289"/>
                </a:lnTo>
                <a:lnTo>
                  <a:pt x="10637" y="4289"/>
                </a:lnTo>
                <a:lnTo>
                  <a:pt x="10638" y="4289"/>
                </a:lnTo>
                <a:lnTo>
                  <a:pt x="10639" y="4289"/>
                </a:lnTo>
                <a:lnTo>
                  <a:pt x="10640" y="4289"/>
                </a:lnTo>
                <a:lnTo>
                  <a:pt x="10641" y="4289"/>
                </a:lnTo>
                <a:lnTo>
                  <a:pt x="10642" y="4289"/>
                </a:lnTo>
                <a:lnTo>
                  <a:pt x="10643" y="4289"/>
                </a:lnTo>
                <a:lnTo>
                  <a:pt x="10644" y="4289"/>
                </a:lnTo>
                <a:lnTo>
                  <a:pt x="10645" y="4289"/>
                </a:lnTo>
                <a:lnTo>
                  <a:pt x="10646" y="4289"/>
                </a:lnTo>
                <a:lnTo>
                  <a:pt x="10647" y="4289"/>
                </a:lnTo>
                <a:lnTo>
                  <a:pt x="10648" y="4289"/>
                </a:lnTo>
                <a:lnTo>
                  <a:pt x="10649" y="4289"/>
                </a:lnTo>
                <a:lnTo>
                  <a:pt x="10650" y="4289"/>
                </a:lnTo>
                <a:lnTo>
                  <a:pt x="10651" y="4289"/>
                </a:lnTo>
                <a:lnTo>
                  <a:pt x="10652" y="4289"/>
                </a:lnTo>
                <a:lnTo>
                  <a:pt x="10653" y="4289"/>
                </a:lnTo>
                <a:lnTo>
                  <a:pt x="10654" y="4289"/>
                </a:lnTo>
                <a:lnTo>
                  <a:pt x="10655" y="4289"/>
                </a:lnTo>
                <a:lnTo>
                  <a:pt x="10656" y="4289"/>
                </a:lnTo>
                <a:lnTo>
                  <a:pt x="10657" y="4289"/>
                </a:lnTo>
                <a:lnTo>
                  <a:pt x="10658" y="4289"/>
                </a:lnTo>
                <a:lnTo>
                  <a:pt x="10659" y="4289"/>
                </a:lnTo>
                <a:lnTo>
                  <a:pt x="10660" y="4289"/>
                </a:lnTo>
                <a:lnTo>
                  <a:pt x="10661" y="4289"/>
                </a:lnTo>
                <a:lnTo>
                  <a:pt x="10662" y="4289"/>
                </a:lnTo>
                <a:lnTo>
                  <a:pt x="10663" y="4289"/>
                </a:lnTo>
                <a:lnTo>
                  <a:pt x="10664" y="4289"/>
                </a:lnTo>
                <a:lnTo>
                  <a:pt x="10665" y="4289"/>
                </a:lnTo>
                <a:lnTo>
                  <a:pt x="10666" y="4289"/>
                </a:lnTo>
                <a:lnTo>
                  <a:pt x="10667" y="4289"/>
                </a:lnTo>
                <a:lnTo>
                  <a:pt x="10668" y="4289"/>
                </a:lnTo>
                <a:lnTo>
                  <a:pt x="10669" y="4289"/>
                </a:lnTo>
                <a:lnTo>
                  <a:pt x="10670" y="4289"/>
                </a:lnTo>
                <a:lnTo>
                  <a:pt x="10671" y="4289"/>
                </a:lnTo>
                <a:lnTo>
                  <a:pt x="10672" y="4289"/>
                </a:lnTo>
                <a:lnTo>
                  <a:pt x="10673" y="4289"/>
                </a:lnTo>
                <a:lnTo>
                  <a:pt x="10674" y="4289"/>
                </a:lnTo>
                <a:lnTo>
                  <a:pt x="10675" y="4289"/>
                </a:lnTo>
                <a:lnTo>
                  <a:pt x="10676" y="4289"/>
                </a:lnTo>
                <a:lnTo>
                  <a:pt x="10677" y="4289"/>
                </a:lnTo>
                <a:lnTo>
                  <a:pt x="10678" y="4289"/>
                </a:lnTo>
                <a:lnTo>
                  <a:pt x="10679" y="4289"/>
                </a:lnTo>
                <a:lnTo>
                  <a:pt x="10680" y="4289"/>
                </a:lnTo>
                <a:lnTo>
                  <a:pt x="10681" y="4289"/>
                </a:lnTo>
                <a:lnTo>
                  <a:pt x="10682" y="4289"/>
                </a:lnTo>
                <a:lnTo>
                  <a:pt x="10683" y="4289"/>
                </a:lnTo>
                <a:lnTo>
                  <a:pt x="10684" y="4289"/>
                </a:lnTo>
                <a:lnTo>
                  <a:pt x="10685" y="4289"/>
                </a:lnTo>
                <a:lnTo>
                  <a:pt x="10686" y="4289"/>
                </a:lnTo>
                <a:lnTo>
                  <a:pt x="10687" y="4289"/>
                </a:lnTo>
                <a:lnTo>
                  <a:pt x="10688" y="4289"/>
                </a:lnTo>
                <a:lnTo>
                  <a:pt x="10689" y="4289"/>
                </a:lnTo>
                <a:lnTo>
                  <a:pt x="10690" y="4289"/>
                </a:lnTo>
                <a:lnTo>
                  <a:pt x="10691" y="4289"/>
                </a:lnTo>
                <a:lnTo>
                  <a:pt x="10692" y="4289"/>
                </a:lnTo>
                <a:lnTo>
                  <a:pt x="10693" y="4289"/>
                </a:lnTo>
                <a:lnTo>
                  <a:pt x="10694" y="4289"/>
                </a:lnTo>
                <a:lnTo>
                  <a:pt x="10695" y="4289"/>
                </a:lnTo>
                <a:lnTo>
                  <a:pt x="10696" y="4289"/>
                </a:lnTo>
                <a:lnTo>
                  <a:pt x="10697" y="4289"/>
                </a:lnTo>
                <a:lnTo>
                  <a:pt x="10698" y="4289"/>
                </a:lnTo>
                <a:lnTo>
                  <a:pt x="10699" y="4289"/>
                </a:lnTo>
                <a:lnTo>
                  <a:pt x="10700" y="4289"/>
                </a:lnTo>
                <a:lnTo>
                  <a:pt x="10701" y="4289"/>
                </a:lnTo>
                <a:lnTo>
                  <a:pt x="10702" y="4289"/>
                </a:lnTo>
                <a:lnTo>
                  <a:pt x="10703" y="4289"/>
                </a:lnTo>
                <a:lnTo>
                  <a:pt x="10704" y="4289"/>
                </a:lnTo>
                <a:lnTo>
                  <a:pt x="10705" y="4289"/>
                </a:lnTo>
                <a:lnTo>
                  <a:pt x="10706" y="4289"/>
                </a:lnTo>
                <a:lnTo>
                  <a:pt x="10707" y="4289"/>
                </a:lnTo>
                <a:lnTo>
                  <a:pt x="10708" y="4289"/>
                </a:lnTo>
                <a:lnTo>
                  <a:pt x="10709" y="4289"/>
                </a:lnTo>
                <a:lnTo>
                  <a:pt x="10710" y="4289"/>
                </a:lnTo>
                <a:lnTo>
                  <a:pt x="10711" y="4289"/>
                </a:lnTo>
                <a:lnTo>
                  <a:pt x="10712" y="4289"/>
                </a:lnTo>
                <a:lnTo>
                  <a:pt x="10713" y="4289"/>
                </a:lnTo>
                <a:lnTo>
                  <a:pt x="10714" y="4289"/>
                </a:lnTo>
                <a:lnTo>
                  <a:pt x="10715" y="4289"/>
                </a:lnTo>
                <a:lnTo>
                  <a:pt x="10716" y="4289"/>
                </a:lnTo>
                <a:lnTo>
                  <a:pt x="10717" y="4289"/>
                </a:lnTo>
                <a:lnTo>
                  <a:pt x="10718" y="4289"/>
                </a:lnTo>
                <a:lnTo>
                  <a:pt x="10719" y="4289"/>
                </a:lnTo>
                <a:lnTo>
                  <a:pt x="10720" y="4289"/>
                </a:lnTo>
                <a:lnTo>
                  <a:pt x="10721" y="4289"/>
                </a:lnTo>
                <a:lnTo>
                  <a:pt x="10722" y="4289"/>
                </a:lnTo>
                <a:lnTo>
                  <a:pt x="10723" y="4289"/>
                </a:lnTo>
                <a:lnTo>
                  <a:pt x="10724" y="4289"/>
                </a:lnTo>
                <a:lnTo>
                  <a:pt x="10725" y="4289"/>
                </a:lnTo>
                <a:lnTo>
                  <a:pt x="10726" y="4289"/>
                </a:lnTo>
                <a:lnTo>
                  <a:pt x="10727" y="4289"/>
                </a:lnTo>
                <a:lnTo>
                  <a:pt x="10728" y="4289"/>
                </a:lnTo>
                <a:lnTo>
                  <a:pt x="10729" y="4289"/>
                </a:lnTo>
                <a:lnTo>
                  <a:pt x="10730" y="4289"/>
                </a:lnTo>
                <a:lnTo>
                  <a:pt x="10731" y="4289"/>
                </a:lnTo>
                <a:lnTo>
                  <a:pt x="10732" y="4289"/>
                </a:lnTo>
                <a:lnTo>
                  <a:pt x="10733" y="4289"/>
                </a:lnTo>
                <a:lnTo>
                  <a:pt x="10734" y="4289"/>
                </a:lnTo>
                <a:lnTo>
                  <a:pt x="10735" y="4289"/>
                </a:lnTo>
                <a:lnTo>
                  <a:pt x="10736" y="4289"/>
                </a:lnTo>
                <a:lnTo>
                  <a:pt x="10737" y="4289"/>
                </a:lnTo>
                <a:lnTo>
                  <a:pt x="10738" y="4289"/>
                </a:lnTo>
                <a:lnTo>
                  <a:pt x="10739" y="4289"/>
                </a:lnTo>
                <a:lnTo>
                  <a:pt x="10740" y="4289"/>
                </a:lnTo>
                <a:lnTo>
                  <a:pt x="10741" y="4289"/>
                </a:lnTo>
                <a:lnTo>
                  <a:pt x="10742" y="4289"/>
                </a:lnTo>
                <a:lnTo>
                  <a:pt x="10743" y="4289"/>
                </a:lnTo>
                <a:lnTo>
                  <a:pt x="10744" y="4289"/>
                </a:lnTo>
                <a:lnTo>
                  <a:pt x="10745" y="4289"/>
                </a:lnTo>
                <a:lnTo>
                  <a:pt x="10746" y="4289"/>
                </a:lnTo>
                <a:lnTo>
                  <a:pt x="10747" y="4289"/>
                </a:lnTo>
                <a:lnTo>
                  <a:pt x="10748" y="4289"/>
                </a:lnTo>
                <a:lnTo>
                  <a:pt x="10749" y="4289"/>
                </a:lnTo>
                <a:lnTo>
                  <a:pt x="10750" y="4289"/>
                </a:lnTo>
                <a:lnTo>
                  <a:pt x="10751" y="4289"/>
                </a:lnTo>
                <a:lnTo>
                  <a:pt x="10752" y="4289"/>
                </a:lnTo>
                <a:lnTo>
                  <a:pt x="10753" y="4289"/>
                </a:lnTo>
                <a:lnTo>
                  <a:pt x="10754" y="4289"/>
                </a:lnTo>
                <a:lnTo>
                  <a:pt x="10755" y="4289"/>
                </a:lnTo>
                <a:lnTo>
                  <a:pt x="10756" y="4289"/>
                </a:lnTo>
                <a:lnTo>
                  <a:pt x="10757" y="4289"/>
                </a:lnTo>
                <a:lnTo>
                  <a:pt x="10758" y="4289"/>
                </a:lnTo>
                <a:lnTo>
                  <a:pt x="10759" y="4289"/>
                </a:lnTo>
                <a:lnTo>
                  <a:pt x="10760" y="4289"/>
                </a:lnTo>
                <a:lnTo>
                  <a:pt x="10761" y="4289"/>
                </a:lnTo>
                <a:lnTo>
                  <a:pt x="10762" y="4289"/>
                </a:lnTo>
                <a:lnTo>
                  <a:pt x="10763" y="4289"/>
                </a:lnTo>
                <a:lnTo>
                  <a:pt x="10764" y="4289"/>
                </a:lnTo>
                <a:lnTo>
                  <a:pt x="10765" y="4289"/>
                </a:lnTo>
                <a:lnTo>
                  <a:pt x="10766" y="4289"/>
                </a:lnTo>
                <a:lnTo>
                  <a:pt x="10767" y="4289"/>
                </a:lnTo>
                <a:lnTo>
                  <a:pt x="10768" y="4289"/>
                </a:lnTo>
                <a:lnTo>
                  <a:pt x="10769" y="4289"/>
                </a:lnTo>
                <a:lnTo>
                  <a:pt x="10770" y="4289"/>
                </a:lnTo>
                <a:lnTo>
                  <a:pt x="10771" y="4289"/>
                </a:lnTo>
                <a:lnTo>
                  <a:pt x="10772" y="4289"/>
                </a:lnTo>
                <a:lnTo>
                  <a:pt x="10773" y="4289"/>
                </a:lnTo>
                <a:lnTo>
                  <a:pt x="10774" y="4289"/>
                </a:lnTo>
                <a:lnTo>
                  <a:pt x="10775" y="4289"/>
                </a:lnTo>
                <a:lnTo>
                  <a:pt x="10776" y="4289"/>
                </a:lnTo>
                <a:lnTo>
                  <a:pt x="10777" y="4289"/>
                </a:lnTo>
                <a:lnTo>
                  <a:pt x="10778" y="4289"/>
                </a:lnTo>
                <a:lnTo>
                  <a:pt x="10779" y="4289"/>
                </a:lnTo>
                <a:lnTo>
                  <a:pt x="10780" y="4289"/>
                </a:lnTo>
                <a:lnTo>
                  <a:pt x="10781" y="4289"/>
                </a:lnTo>
                <a:lnTo>
                  <a:pt x="10782" y="4289"/>
                </a:lnTo>
                <a:lnTo>
                  <a:pt x="10783" y="4289"/>
                </a:lnTo>
                <a:lnTo>
                  <a:pt x="10784" y="4289"/>
                </a:lnTo>
                <a:lnTo>
                  <a:pt x="10785" y="4289"/>
                </a:lnTo>
                <a:lnTo>
                  <a:pt x="10786" y="4289"/>
                </a:lnTo>
                <a:lnTo>
                  <a:pt x="10787" y="4289"/>
                </a:lnTo>
                <a:lnTo>
                  <a:pt x="10788" y="4289"/>
                </a:lnTo>
                <a:lnTo>
                  <a:pt x="10789" y="4289"/>
                </a:lnTo>
                <a:lnTo>
                  <a:pt x="10790" y="4289"/>
                </a:lnTo>
                <a:lnTo>
                  <a:pt x="10791" y="4289"/>
                </a:lnTo>
                <a:lnTo>
                  <a:pt x="10792" y="4289"/>
                </a:lnTo>
                <a:lnTo>
                  <a:pt x="10793" y="4289"/>
                </a:lnTo>
                <a:lnTo>
                  <a:pt x="10794" y="4289"/>
                </a:lnTo>
                <a:lnTo>
                  <a:pt x="10795" y="4289"/>
                </a:lnTo>
                <a:lnTo>
                  <a:pt x="10796" y="4289"/>
                </a:lnTo>
                <a:lnTo>
                  <a:pt x="10797" y="4289"/>
                </a:lnTo>
                <a:lnTo>
                  <a:pt x="10798" y="4289"/>
                </a:lnTo>
                <a:lnTo>
                  <a:pt x="10799" y="4289"/>
                </a:lnTo>
                <a:lnTo>
                  <a:pt x="10800" y="4289"/>
                </a:lnTo>
                <a:lnTo>
                  <a:pt x="10801" y="4289"/>
                </a:lnTo>
                <a:lnTo>
                  <a:pt x="10802" y="4289"/>
                </a:lnTo>
                <a:lnTo>
                  <a:pt x="10803" y="4289"/>
                </a:lnTo>
                <a:lnTo>
                  <a:pt x="10804" y="4289"/>
                </a:lnTo>
                <a:lnTo>
                  <a:pt x="10805" y="4289"/>
                </a:lnTo>
                <a:lnTo>
                  <a:pt x="10806" y="4289"/>
                </a:lnTo>
                <a:lnTo>
                  <a:pt x="10807" y="4289"/>
                </a:lnTo>
                <a:lnTo>
                  <a:pt x="10808" y="4289"/>
                </a:lnTo>
                <a:lnTo>
                  <a:pt x="10809" y="4289"/>
                </a:lnTo>
                <a:lnTo>
                  <a:pt x="10810" y="4289"/>
                </a:lnTo>
                <a:lnTo>
                  <a:pt x="10811" y="4289"/>
                </a:lnTo>
                <a:lnTo>
                  <a:pt x="10812" y="4289"/>
                </a:lnTo>
                <a:lnTo>
                  <a:pt x="10813" y="4289"/>
                </a:lnTo>
                <a:lnTo>
                  <a:pt x="10814" y="4289"/>
                </a:lnTo>
                <a:lnTo>
                  <a:pt x="10815" y="4289"/>
                </a:lnTo>
                <a:lnTo>
                  <a:pt x="10816" y="4289"/>
                </a:lnTo>
                <a:lnTo>
                  <a:pt x="10817" y="4289"/>
                </a:lnTo>
                <a:lnTo>
                  <a:pt x="10818" y="4289"/>
                </a:lnTo>
                <a:lnTo>
                  <a:pt x="10819" y="4289"/>
                </a:lnTo>
                <a:lnTo>
                  <a:pt x="10820" y="4289"/>
                </a:lnTo>
                <a:lnTo>
                  <a:pt x="10821" y="4289"/>
                </a:lnTo>
                <a:lnTo>
                  <a:pt x="10822" y="4289"/>
                </a:lnTo>
                <a:lnTo>
                  <a:pt x="10823" y="4289"/>
                </a:lnTo>
                <a:lnTo>
                  <a:pt x="10824" y="4289"/>
                </a:lnTo>
                <a:lnTo>
                  <a:pt x="10825" y="4289"/>
                </a:lnTo>
                <a:lnTo>
                  <a:pt x="10826" y="4289"/>
                </a:lnTo>
                <a:lnTo>
                  <a:pt x="10827" y="4289"/>
                </a:lnTo>
                <a:lnTo>
                  <a:pt x="10828" y="4289"/>
                </a:lnTo>
                <a:lnTo>
                  <a:pt x="10829" y="4289"/>
                </a:lnTo>
                <a:lnTo>
                  <a:pt x="10830" y="4289"/>
                </a:lnTo>
                <a:lnTo>
                  <a:pt x="10831" y="4289"/>
                </a:lnTo>
                <a:lnTo>
                  <a:pt x="10832" y="4289"/>
                </a:lnTo>
                <a:lnTo>
                  <a:pt x="10833" y="4289"/>
                </a:lnTo>
                <a:lnTo>
                  <a:pt x="10834" y="4289"/>
                </a:lnTo>
                <a:lnTo>
                  <a:pt x="10835" y="4289"/>
                </a:lnTo>
                <a:lnTo>
                  <a:pt x="10836" y="4289"/>
                </a:lnTo>
                <a:lnTo>
                  <a:pt x="10837" y="4289"/>
                </a:lnTo>
                <a:lnTo>
                  <a:pt x="10838" y="4289"/>
                </a:lnTo>
                <a:lnTo>
                  <a:pt x="10839" y="4289"/>
                </a:lnTo>
                <a:lnTo>
                  <a:pt x="10840" y="4289"/>
                </a:lnTo>
                <a:lnTo>
                  <a:pt x="10841" y="4289"/>
                </a:lnTo>
                <a:lnTo>
                  <a:pt x="10842" y="4289"/>
                </a:lnTo>
                <a:lnTo>
                  <a:pt x="10843" y="4289"/>
                </a:lnTo>
                <a:lnTo>
                  <a:pt x="10844" y="4289"/>
                </a:lnTo>
                <a:lnTo>
                  <a:pt x="10845" y="4289"/>
                </a:lnTo>
                <a:lnTo>
                  <a:pt x="10846" y="4289"/>
                </a:lnTo>
                <a:lnTo>
                  <a:pt x="10847" y="4289"/>
                </a:lnTo>
                <a:lnTo>
                  <a:pt x="10848" y="4289"/>
                </a:lnTo>
                <a:lnTo>
                  <a:pt x="10849" y="4289"/>
                </a:lnTo>
                <a:lnTo>
                  <a:pt x="10850" y="4289"/>
                </a:lnTo>
                <a:lnTo>
                  <a:pt x="10851" y="4289"/>
                </a:lnTo>
                <a:lnTo>
                  <a:pt x="10852" y="4289"/>
                </a:lnTo>
                <a:lnTo>
                  <a:pt x="10853" y="4289"/>
                </a:lnTo>
                <a:lnTo>
                  <a:pt x="10854" y="4289"/>
                </a:lnTo>
                <a:lnTo>
                  <a:pt x="10855" y="4289"/>
                </a:lnTo>
                <a:lnTo>
                  <a:pt x="10856" y="4289"/>
                </a:lnTo>
                <a:lnTo>
                  <a:pt x="10857" y="4289"/>
                </a:lnTo>
                <a:lnTo>
                  <a:pt x="10858" y="4289"/>
                </a:lnTo>
                <a:lnTo>
                  <a:pt x="10859" y="4289"/>
                </a:lnTo>
                <a:lnTo>
                  <a:pt x="10860" y="4289"/>
                </a:lnTo>
                <a:lnTo>
                  <a:pt x="10861" y="4289"/>
                </a:lnTo>
                <a:lnTo>
                  <a:pt x="10862" y="4289"/>
                </a:lnTo>
                <a:lnTo>
                  <a:pt x="10863" y="4289"/>
                </a:lnTo>
                <a:lnTo>
                  <a:pt x="10864" y="4289"/>
                </a:lnTo>
                <a:lnTo>
                  <a:pt x="10865" y="4289"/>
                </a:lnTo>
                <a:lnTo>
                  <a:pt x="10866" y="4289"/>
                </a:lnTo>
                <a:lnTo>
                  <a:pt x="10867" y="4289"/>
                </a:lnTo>
                <a:lnTo>
                  <a:pt x="10868" y="4289"/>
                </a:lnTo>
                <a:lnTo>
                  <a:pt x="10869" y="4289"/>
                </a:lnTo>
                <a:lnTo>
                  <a:pt x="10870" y="4289"/>
                </a:lnTo>
                <a:lnTo>
                  <a:pt x="10871" y="4289"/>
                </a:lnTo>
                <a:lnTo>
                  <a:pt x="10872" y="4289"/>
                </a:lnTo>
                <a:lnTo>
                  <a:pt x="10873" y="4289"/>
                </a:lnTo>
                <a:lnTo>
                  <a:pt x="10874" y="4289"/>
                </a:lnTo>
                <a:lnTo>
                  <a:pt x="10875" y="4289"/>
                </a:lnTo>
                <a:lnTo>
                  <a:pt x="10876" y="4289"/>
                </a:lnTo>
                <a:lnTo>
                  <a:pt x="10877" y="4289"/>
                </a:lnTo>
                <a:lnTo>
                  <a:pt x="10878" y="4289"/>
                </a:lnTo>
                <a:lnTo>
                  <a:pt x="10879" y="4289"/>
                </a:lnTo>
                <a:lnTo>
                  <a:pt x="10880" y="4289"/>
                </a:lnTo>
                <a:lnTo>
                  <a:pt x="10881" y="4289"/>
                </a:lnTo>
                <a:lnTo>
                  <a:pt x="10882" y="4289"/>
                </a:lnTo>
                <a:lnTo>
                  <a:pt x="10883" y="4289"/>
                </a:lnTo>
                <a:lnTo>
                  <a:pt x="10884" y="4289"/>
                </a:lnTo>
                <a:lnTo>
                  <a:pt x="10885" y="4289"/>
                </a:lnTo>
                <a:lnTo>
                  <a:pt x="10886" y="4289"/>
                </a:lnTo>
                <a:lnTo>
                  <a:pt x="10887" y="4289"/>
                </a:lnTo>
                <a:lnTo>
                  <a:pt x="10888" y="4289"/>
                </a:lnTo>
                <a:lnTo>
                  <a:pt x="10889" y="4289"/>
                </a:lnTo>
                <a:lnTo>
                  <a:pt x="10890" y="4289"/>
                </a:lnTo>
                <a:lnTo>
                  <a:pt x="10891" y="4289"/>
                </a:lnTo>
                <a:lnTo>
                  <a:pt x="10892" y="4289"/>
                </a:lnTo>
                <a:lnTo>
                  <a:pt x="10893" y="4289"/>
                </a:lnTo>
                <a:lnTo>
                  <a:pt x="10894" y="4289"/>
                </a:lnTo>
                <a:lnTo>
                  <a:pt x="10895" y="4289"/>
                </a:lnTo>
                <a:lnTo>
                  <a:pt x="10896" y="4289"/>
                </a:lnTo>
                <a:lnTo>
                  <a:pt x="10897" y="4289"/>
                </a:lnTo>
                <a:lnTo>
                  <a:pt x="10898" y="4289"/>
                </a:lnTo>
                <a:lnTo>
                  <a:pt x="10899" y="4289"/>
                </a:lnTo>
                <a:lnTo>
                  <a:pt x="10900" y="4289"/>
                </a:lnTo>
                <a:lnTo>
                  <a:pt x="10901" y="4289"/>
                </a:lnTo>
                <a:lnTo>
                  <a:pt x="10902" y="4289"/>
                </a:lnTo>
                <a:lnTo>
                  <a:pt x="10903" y="4289"/>
                </a:lnTo>
                <a:lnTo>
                  <a:pt x="10904" y="4289"/>
                </a:lnTo>
                <a:lnTo>
                  <a:pt x="10905" y="4289"/>
                </a:lnTo>
                <a:lnTo>
                  <a:pt x="10906" y="4289"/>
                </a:lnTo>
                <a:lnTo>
                  <a:pt x="10907" y="4289"/>
                </a:lnTo>
                <a:lnTo>
                  <a:pt x="10908" y="4289"/>
                </a:lnTo>
                <a:lnTo>
                  <a:pt x="10909" y="4289"/>
                </a:lnTo>
                <a:lnTo>
                  <a:pt x="10910" y="4289"/>
                </a:lnTo>
                <a:lnTo>
                  <a:pt x="10911" y="4289"/>
                </a:lnTo>
                <a:lnTo>
                  <a:pt x="10912" y="4289"/>
                </a:lnTo>
                <a:lnTo>
                  <a:pt x="10913" y="4289"/>
                </a:lnTo>
                <a:lnTo>
                  <a:pt x="10914" y="4289"/>
                </a:lnTo>
                <a:lnTo>
                  <a:pt x="10915" y="4289"/>
                </a:lnTo>
                <a:lnTo>
                  <a:pt x="10916" y="4289"/>
                </a:lnTo>
                <a:lnTo>
                  <a:pt x="10917" y="4289"/>
                </a:lnTo>
                <a:lnTo>
                  <a:pt x="10918" y="4289"/>
                </a:lnTo>
                <a:lnTo>
                  <a:pt x="10919" y="4289"/>
                </a:lnTo>
                <a:lnTo>
                  <a:pt x="10920" y="4289"/>
                </a:lnTo>
                <a:lnTo>
                  <a:pt x="10921" y="4289"/>
                </a:lnTo>
                <a:lnTo>
                  <a:pt x="10922" y="4289"/>
                </a:lnTo>
                <a:lnTo>
                  <a:pt x="10923" y="4289"/>
                </a:lnTo>
                <a:lnTo>
                  <a:pt x="10924" y="4289"/>
                </a:lnTo>
                <a:lnTo>
                  <a:pt x="10925" y="4289"/>
                </a:lnTo>
                <a:lnTo>
                  <a:pt x="10926" y="4289"/>
                </a:lnTo>
                <a:lnTo>
                  <a:pt x="10927" y="4289"/>
                </a:lnTo>
                <a:lnTo>
                  <a:pt x="10928" y="4289"/>
                </a:lnTo>
                <a:lnTo>
                  <a:pt x="10929" y="4289"/>
                </a:lnTo>
                <a:lnTo>
                  <a:pt x="10930" y="4289"/>
                </a:lnTo>
                <a:lnTo>
                  <a:pt x="10931" y="4289"/>
                </a:lnTo>
                <a:lnTo>
                  <a:pt x="10932" y="4289"/>
                </a:lnTo>
                <a:lnTo>
                  <a:pt x="10933" y="4289"/>
                </a:lnTo>
                <a:lnTo>
                  <a:pt x="10934" y="4289"/>
                </a:lnTo>
                <a:lnTo>
                  <a:pt x="10935" y="4289"/>
                </a:lnTo>
                <a:lnTo>
                  <a:pt x="10936" y="4289"/>
                </a:lnTo>
                <a:lnTo>
                  <a:pt x="10937" y="4289"/>
                </a:lnTo>
                <a:lnTo>
                  <a:pt x="10938" y="4289"/>
                </a:lnTo>
                <a:lnTo>
                  <a:pt x="10939" y="4289"/>
                </a:lnTo>
                <a:lnTo>
                  <a:pt x="10940" y="4289"/>
                </a:lnTo>
                <a:lnTo>
                  <a:pt x="10941" y="4289"/>
                </a:lnTo>
                <a:lnTo>
                  <a:pt x="10942" y="4289"/>
                </a:lnTo>
                <a:lnTo>
                  <a:pt x="10943" y="4289"/>
                </a:lnTo>
                <a:lnTo>
                  <a:pt x="10944" y="4289"/>
                </a:lnTo>
                <a:lnTo>
                  <a:pt x="10945" y="4289"/>
                </a:lnTo>
                <a:lnTo>
                  <a:pt x="10946" y="4289"/>
                </a:lnTo>
                <a:lnTo>
                  <a:pt x="10947" y="4289"/>
                </a:lnTo>
                <a:lnTo>
                  <a:pt x="10948" y="4289"/>
                </a:lnTo>
                <a:lnTo>
                  <a:pt x="10949" y="4289"/>
                </a:lnTo>
                <a:lnTo>
                  <a:pt x="10950" y="4289"/>
                </a:lnTo>
                <a:lnTo>
                  <a:pt x="10951" y="4289"/>
                </a:lnTo>
                <a:lnTo>
                  <a:pt x="10952" y="4289"/>
                </a:lnTo>
                <a:lnTo>
                  <a:pt x="10953" y="4289"/>
                </a:lnTo>
                <a:lnTo>
                  <a:pt x="10954" y="4289"/>
                </a:lnTo>
                <a:lnTo>
                  <a:pt x="10955" y="4289"/>
                </a:lnTo>
                <a:lnTo>
                  <a:pt x="10956" y="4289"/>
                </a:lnTo>
                <a:lnTo>
                  <a:pt x="10957" y="4289"/>
                </a:lnTo>
                <a:lnTo>
                  <a:pt x="10958" y="4289"/>
                </a:lnTo>
                <a:lnTo>
                  <a:pt x="10959" y="4289"/>
                </a:lnTo>
                <a:lnTo>
                  <a:pt x="10960" y="4289"/>
                </a:lnTo>
                <a:lnTo>
                  <a:pt x="10961" y="4289"/>
                </a:lnTo>
                <a:lnTo>
                  <a:pt x="10962" y="4289"/>
                </a:lnTo>
                <a:lnTo>
                  <a:pt x="10963" y="4289"/>
                </a:lnTo>
                <a:lnTo>
                  <a:pt x="10964" y="4289"/>
                </a:lnTo>
                <a:lnTo>
                  <a:pt x="10965" y="4289"/>
                </a:lnTo>
                <a:lnTo>
                  <a:pt x="10966" y="4289"/>
                </a:lnTo>
                <a:lnTo>
                  <a:pt x="10967" y="4289"/>
                </a:lnTo>
                <a:lnTo>
                  <a:pt x="10968" y="4289"/>
                </a:lnTo>
                <a:lnTo>
                  <a:pt x="10969" y="4289"/>
                </a:lnTo>
                <a:lnTo>
                  <a:pt x="10970" y="4289"/>
                </a:lnTo>
                <a:lnTo>
                  <a:pt x="10971" y="4289"/>
                </a:lnTo>
                <a:lnTo>
                  <a:pt x="10972" y="4289"/>
                </a:lnTo>
                <a:lnTo>
                  <a:pt x="10973" y="4289"/>
                </a:lnTo>
                <a:lnTo>
                  <a:pt x="10974" y="4289"/>
                </a:lnTo>
                <a:lnTo>
                  <a:pt x="10975" y="4289"/>
                </a:lnTo>
                <a:lnTo>
                  <a:pt x="10976" y="4289"/>
                </a:lnTo>
                <a:lnTo>
                  <a:pt x="10977" y="4289"/>
                </a:lnTo>
                <a:lnTo>
                  <a:pt x="10978" y="4289"/>
                </a:lnTo>
                <a:lnTo>
                  <a:pt x="10979" y="4289"/>
                </a:lnTo>
                <a:lnTo>
                  <a:pt x="10980" y="4289"/>
                </a:lnTo>
                <a:lnTo>
                  <a:pt x="10981" y="4289"/>
                </a:lnTo>
                <a:lnTo>
                  <a:pt x="10982" y="4289"/>
                </a:lnTo>
                <a:lnTo>
                  <a:pt x="10983" y="4289"/>
                </a:lnTo>
                <a:lnTo>
                  <a:pt x="10984" y="4289"/>
                </a:lnTo>
                <a:lnTo>
                  <a:pt x="10985" y="4289"/>
                </a:lnTo>
                <a:lnTo>
                  <a:pt x="10986" y="4289"/>
                </a:lnTo>
                <a:lnTo>
                  <a:pt x="10987" y="4289"/>
                </a:lnTo>
                <a:lnTo>
                  <a:pt x="10988" y="4289"/>
                </a:lnTo>
                <a:lnTo>
                  <a:pt x="10989" y="4289"/>
                </a:lnTo>
                <a:lnTo>
                  <a:pt x="10990" y="4289"/>
                </a:lnTo>
                <a:lnTo>
                  <a:pt x="10991" y="4289"/>
                </a:lnTo>
                <a:lnTo>
                  <a:pt x="10992" y="4289"/>
                </a:lnTo>
                <a:lnTo>
                  <a:pt x="10993" y="4289"/>
                </a:lnTo>
                <a:lnTo>
                  <a:pt x="10994" y="4289"/>
                </a:lnTo>
                <a:lnTo>
                  <a:pt x="10995" y="4289"/>
                </a:lnTo>
                <a:lnTo>
                  <a:pt x="10996" y="4289"/>
                </a:lnTo>
                <a:lnTo>
                  <a:pt x="10997" y="4289"/>
                </a:lnTo>
                <a:lnTo>
                  <a:pt x="10998" y="4289"/>
                </a:lnTo>
                <a:lnTo>
                  <a:pt x="10999" y="4289"/>
                </a:lnTo>
                <a:lnTo>
                  <a:pt x="11000" y="4289"/>
                </a:lnTo>
                <a:lnTo>
                  <a:pt x="11001" y="4289"/>
                </a:lnTo>
                <a:lnTo>
                  <a:pt x="11002" y="4289"/>
                </a:lnTo>
                <a:lnTo>
                  <a:pt x="11003" y="4289"/>
                </a:lnTo>
                <a:lnTo>
                  <a:pt x="11004" y="4289"/>
                </a:lnTo>
                <a:lnTo>
                  <a:pt x="11005" y="4289"/>
                </a:lnTo>
                <a:lnTo>
                  <a:pt x="11006" y="4289"/>
                </a:lnTo>
                <a:lnTo>
                  <a:pt x="11007" y="4289"/>
                </a:lnTo>
                <a:lnTo>
                  <a:pt x="11008" y="4289"/>
                </a:lnTo>
                <a:lnTo>
                  <a:pt x="11009" y="4289"/>
                </a:lnTo>
                <a:lnTo>
                  <a:pt x="11010" y="4289"/>
                </a:lnTo>
                <a:lnTo>
                  <a:pt x="11011" y="4289"/>
                </a:lnTo>
                <a:lnTo>
                  <a:pt x="11012" y="4289"/>
                </a:lnTo>
                <a:lnTo>
                  <a:pt x="11013" y="4289"/>
                </a:lnTo>
                <a:lnTo>
                  <a:pt x="11014" y="4289"/>
                </a:lnTo>
                <a:lnTo>
                  <a:pt x="11015" y="4289"/>
                </a:lnTo>
                <a:lnTo>
                  <a:pt x="11016" y="4289"/>
                </a:lnTo>
                <a:lnTo>
                  <a:pt x="11017" y="4289"/>
                </a:lnTo>
                <a:lnTo>
                  <a:pt x="11018" y="4289"/>
                </a:lnTo>
                <a:lnTo>
                  <a:pt x="11019" y="4289"/>
                </a:lnTo>
                <a:lnTo>
                  <a:pt x="11020" y="4289"/>
                </a:lnTo>
                <a:lnTo>
                  <a:pt x="11021" y="4289"/>
                </a:lnTo>
                <a:lnTo>
                  <a:pt x="11022" y="4289"/>
                </a:lnTo>
                <a:lnTo>
                  <a:pt x="11023" y="4289"/>
                </a:lnTo>
                <a:lnTo>
                  <a:pt x="11024" y="4289"/>
                </a:lnTo>
                <a:lnTo>
                  <a:pt x="11025" y="4289"/>
                </a:lnTo>
                <a:lnTo>
                  <a:pt x="11026" y="4289"/>
                </a:lnTo>
                <a:lnTo>
                  <a:pt x="11027" y="4289"/>
                </a:lnTo>
                <a:lnTo>
                  <a:pt x="11028" y="4289"/>
                </a:lnTo>
                <a:lnTo>
                  <a:pt x="11029" y="4289"/>
                </a:lnTo>
                <a:lnTo>
                  <a:pt x="11030" y="4289"/>
                </a:lnTo>
                <a:lnTo>
                  <a:pt x="11031" y="4289"/>
                </a:lnTo>
                <a:lnTo>
                  <a:pt x="11032" y="4289"/>
                </a:lnTo>
                <a:lnTo>
                  <a:pt x="11033" y="4289"/>
                </a:lnTo>
                <a:lnTo>
                  <a:pt x="11034" y="4289"/>
                </a:lnTo>
                <a:lnTo>
                  <a:pt x="11035" y="4289"/>
                </a:lnTo>
                <a:lnTo>
                  <a:pt x="11036" y="4289"/>
                </a:lnTo>
                <a:lnTo>
                  <a:pt x="11037" y="4289"/>
                </a:lnTo>
                <a:lnTo>
                  <a:pt x="11038" y="4289"/>
                </a:lnTo>
                <a:lnTo>
                  <a:pt x="11039" y="4289"/>
                </a:lnTo>
                <a:lnTo>
                  <a:pt x="11040" y="4289"/>
                </a:lnTo>
                <a:lnTo>
                  <a:pt x="11041" y="4289"/>
                </a:lnTo>
                <a:lnTo>
                  <a:pt x="11042" y="4289"/>
                </a:lnTo>
                <a:lnTo>
                  <a:pt x="11043" y="4289"/>
                </a:lnTo>
                <a:lnTo>
                  <a:pt x="11044" y="4289"/>
                </a:lnTo>
                <a:lnTo>
                  <a:pt x="11045" y="4289"/>
                </a:lnTo>
                <a:lnTo>
                  <a:pt x="11046" y="4289"/>
                </a:lnTo>
                <a:lnTo>
                  <a:pt x="11047" y="4289"/>
                </a:lnTo>
                <a:lnTo>
                  <a:pt x="11048" y="4289"/>
                </a:lnTo>
                <a:lnTo>
                  <a:pt x="11049" y="4289"/>
                </a:lnTo>
                <a:lnTo>
                  <a:pt x="11050" y="4289"/>
                </a:lnTo>
                <a:lnTo>
                  <a:pt x="11051" y="4289"/>
                </a:lnTo>
                <a:lnTo>
                  <a:pt x="11052" y="4289"/>
                </a:lnTo>
                <a:lnTo>
                  <a:pt x="11053" y="4289"/>
                </a:lnTo>
                <a:lnTo>
                  <a:pt x="11054" y="4289"/>
                </a:lnTo>
                <a:lnTo>
                  <a:pt x="11055" y="4289"/>
                </a:lnTo>
                <a:lnTo>
                  <a:pt x="11056" y="4289"/>
                </a:lnTo>
                <a:lnTo>
                  <a:pt x="11057" y="4289"/>
                </a:lnTo>
                <a:lnTo>
                  <a:pt x="11058" y="4289"/>
                </a:lnTo>
                <a:lnTo>
                  <a:pt x="11059" y="4289"/>
                </a:lnTo>
                <a:lnTo>
                  <a:pt x="11060" y="4289"/>
                </a:lnTo>
                <a:lnTo>
                  <a:pt x="11061" y="4289"/>
                </a:lnTo>
                <a:lnTo>
                  <a:pt x="11062" y="4289"/>
                </a:lnTo>
                <a:lnTo>
                  <a:pt x="11063" y="4289"/>
                </a:lnTo>
                <a:lnTo>
                  <a:pt x="11064" y="4289"/>
                </a:lnTo>
                <a:lnTo>
                  <a:pt x="11065" y="4289"/>
                </a:lnTo>
                <a:lnTo>
                  <a:pt x="11066" y="4289"/>
                </a:lnTo>
                <a:lnTo>
                  <a:pt x="11067" y="4289"/>
                </a:lnTo>
                <a:lnTo>
                  <a:pt x="11068" y="4289"/>
                </a:lnTo>
                <a:lnTo>
                  <a:pt x="11069" y="4289"/>
                </a:lnTo>
                <a:lnTo>
                  <a:pt x="11070" y="4289"/>
                </a:lnTo>
                <a:lnTo>
                  <a:pt x="11071" y="4289"/>
                </a:lnTo>
                <a:lnTo>
                  <a:pt x="11072" y="4289"/>
                </a:lnTo>
                <a:lnTo>
                  <a:pt x="11073" y="4289"/>
                </a:lnTo>
                <a:lnTo>
                  <a:pt x="11074" y="4289"/>
                </a:lnTo>
                <a:lnTo>
                  <a:pt x="11075" y="4289"/>
                </a:lnTo>
                <a:lnTo>
                  <a:pt x="11076" y="4289"/>
                </a:lnTo>
                <a:lnTo>
                  <a:pt x="11077" y="4289"/>
                </a:lnTo>
                <a:lnTo>
                  <a:pt x="11078" y="4289"/>
                </a:lnTo>
                <a:lnTo>
                  <a:pt x="11079" y="4289"/>
                </a:lnTo>
                <a:lnTo>
                  <a:pt x="11080" y="4289"/>
                </a:lnTo>
                <a:lnTo>
                  <a:pt x="11081" y="4289"/>
                </a:lnTo>
                <a:lnTo>
                  <a:pt x="11082" y="4289"/>
                </a:lnTo>
                <a:lnTo>
                  <a:pt x="11083" y="4289"/>
                </a:lnTo>
                <a:lnTo>
                  <a:pt x="11084" y="4289"/>
                </a:lnTo>
                <a:lnTo>
                  <a:pt x="11085" y="4289"/>
                </a:lnTo>
                <a:lnTo>
                  <a:pt x="11086" y="4289"/>
                </a:lnTo>
                <a:lnTo>
                  <a:pt x="11087" y="4289"/>
                </a:lnTo>
                <a:lnTo>
                  <a:pt x="11088" y="4289"/>
                </a:lnTo>
                <a:lnTo>
                  <a:pt x="11089" y="4289"/>
                </a:lnTo>
                <a:lnTo>
                  <a:pt x="11090" y="4289"/>
                </a:lnTo>
                <a:lnTo>
                  <a:pt x="11091" y="4289"/>
                </a:lnTo>
                <a:lnTo>
                  <a:pt x="11092" y="4289"/>
                </a:lnTo>
                <a:lnTo>
                  <a:pt x="11093" y="4289"/>
                </a:lnTo>
                <a:lnTo>
                  <a:pt x="11094" y="4289"/>
                </a:lnTo>
                <a:lnTo>
                  <a:pt x="11095" y="4289"/>
                </a:lnTo>
                <a:lnTo>
                  <a:pt x="11096" y="4289"/>
                </a:lnTo>
                <a:lnTo>
                  <a:pt x="11097" y="4289"/>
                </a:lnTo>
                <a:lnTo>
                  <a:pt x="11098" y="4289"/>
                </a:lnTo>
                <a:lnTo>
                  <a:pt x="11099" y="4289"/>
                </a:lnTo>
                <a:lnTo>
                  <a:pt x="11100" y="4289"/>
                </a:lnTo>
                <a:lnTo>
                  <a:pt x="11101" y="4289"/>
                </a:lnTo>
                <a:lnTo>
                  <a:pt x="11102" y="4289"/>
                </a:lnTo>
                <a:lnTo>
                  <a:pt x="11103" y="4289"/>
                </a:lnTo>
                <a:lnTo>
                  <a:pt x="11104" y="4289"/>
                </a:lnTo>
                <a:lnTo>
                  <a:pt x="11105" y="4289"/>
                </a:lnTo>
                <a:lnTo>
                  <a:pt x="11106" y="4289"/>
                </a:lnTo>
                <a:lnTo>
                  <a:pt x="11107" y="4289"/>
                </a:lnTo>
                <a:lnTo>
                  <a:pt x="11108" y="4289"/>
                </a:lnTo>
                <a:lnTo>
                  <a:pt x="11109" y="4289"/>
                </a:lnTo>
                <a:lnTo>
                  <a:pt x="11110" y="4289"/>
                </a:lnTo>
                <a:lnTo>
                  <a:pt x="11111" y="4289"/>
                </a:lnTo>
                <a:lnTo>
                  <a:pt x="11112" y="4289"/>
                </a:lnTo>
                <a:lnTo>
                  <a:pt x="11113" y="4289"/>
                </a:lnTo>
                <a:lnTo>
                  <a:pt x="11114" y="4289"/>
                </a:lnTo>
                <a:lnTo>
                  <a:pt x="11115" y="4289"/>
                </a:lnTo>
                <a:lnTo>
                  <a:pt x="11116" y="4289"/>
                </a:lnTo>
                <a:lnTo>
                  <a:pt x="11117" y="4289"/>
                </a:lnTo>
                <a:lnTo>
                  <a:pt x="11118" y="4289"/>
                </a:lnTo>
                <a:lnTo>
                  <a:pt x="11119" y="4289"/>
                </a:lnTo>
                <a:lnTo>
                  <a:pt x="11120" y="4289"/>
                </a:lnTo>
                <a:lnTo>
                  <a:pt x="11121" y="4289"/>
                </a:lnTo>
                <a:lnTo>
                  <a:pt x="11122" y="4289"/>
                </a:lnTo>
                <a:lnTo>
                  <a:pt x="11123" y="4289"/>
                </a:lnTo>
                <a:lnTo>
                  <a:pt x="11124" y="4289"/>
                </a:lnTo>
                <a:lnTo>
                  <a:pt x="11125" y="4289"/>
                </a:lnTo>
                <a:lnTo>
                  <a:pt x="11126" y="4289"/>
                </a:lnTo>
                <a:lnTo>
                  <a:pt x="11127" y="4289"/>
                </a:lnTo>
                <a:lnTo>
                  <a:pt x="11128" y="4289"/>
                </a:lnTo>
                <a:lnTo>
                  <a:pt x="11129" y="4289"/>
                </a:lnTo>
                <a:lnTo>
                  <a:pt x="11130" y="4289"/>
                </a:lnTo>
                <a:lnTo>
                  <a:pt x="11131" y="4289"/>
                </a:lnTo>
                <a:lnTo>
                  <a:pt x="11132" y="4289"/>
                </a:lnTo>
                <a:lnTo>
                  <a:pt x="11133" y="4289"/>
                </a:lnTo>
                <a:lnTo>
                  <a:pt x="11134" y="4289"/>
                </a:lnTo>
                <a:lnTo>
                  <a:pt x="11135" y="4289"/>
                </a:lnTo>
                <a:lnTo>
                  <a:pt x="11136" y="4289"/>
                </a:lnTo>
                <a:lnTo>
                  <a:pt x="11137" y="4289"/>
                </a:lnTo>
                <a:lnTo>
                  <a:pt x="11138" y="4289"/>
                </a:lnTo>
                <a:lnTo>
                  <a:pt x="11139" y="4289"/>
                </a:lnTo>
                <a:lnTo>
                  <a:pt x="11140" y="4289"/>
                </a:lnTo>
                <a:lnTo>
                  <a:pt x="11141" y="4289"/>
                </a:lnTo>
                <a:lnTo>
                  <a:pt x="11142" y="4289"/>
                </a:lnTo>
                <a:lnTo>
                  <a:pt x="11143" y="4289"/>
                </a:lnTo>
                <a:lnTo>
                  <a:pt x="11144" y="4289"/>
                </a:lnTo>
                <a:lnTo>
                  <a:pt x="11145" y="4289"/>
                </a:lnTo>
                <a:lnTo>
                  <a:pt x="11146" y="4289"/>
                </a:lnTo>
                <a:lnTo>
                  <a:pt x="11147" y="4289"/>
                </a:lnTo>
                <a:lnTo>
                  <a:pt x="11148" y="4289"/>
                </a:lnTo>
                <a:lnTo>
                  <a:pt x="11149" y="4289"/>
                </a:lnTo>
                <a:lnTo>
                  <a:pt x="11150" y="4289"/>
                </a:lnTo>
                <a:lnTo>
                  <a:pt x="11151" y="4289"/>
                </a:lnTo>
                <a:lnTo>
                  <a:pt x="11152" y="4289"/>
                </a:lnTo>
                <a:lnTo>
                  <a:pt x="11153" y="4289"/>
                </a:lnTo>
                <a:lnTo>
                  <a:pt x="11154" y="4289"/>
                </a:lnTo>
                <a:lnTo>
                  <a:pt x="11155" y="4289"/>
                </a:lnTo>
                <a:lnTo>
                  <a:pt x="11156" y="4289"/>
                </a:lnTo>
                <a:lnTo>
                  <a:pt x="11157" y="4289"/>
                </a:lnTo>
                <a:lnTo>
                  <a:pt x="11158" y="4289"/>
                </a:lnTo>
                <a:lnTo>
                  <a:pt x="11159" y="4289"/>
                </a:lnTo>
                <a:lnTo>
                  <a:pt x="11160" y="4289"/>
                </a:lnTo>
                <a:lnTo>
                  <a:pt x="11161" y="4289"/>
                </a:lnTo>
                <a:lnTo>
                  <a:pt x="11162" y="4289"/>
                </a:lnTo>
                <a:lnTo>
                  <a:pt x="11163" y="4289"/>
                </a:lnTo>
                <a:lnTo>
                  <a:pt x="11164" y="4289"/>
                </a:lnTo>
                <a:lnTo>
                  <a:pt x="11165" y="4289"/>
                </a:lnTo>
                <a:lnTo>
                  <a:pt x="11166" y="4289"/>
                </a:lnTo>
                <a:lnTo>
                  <a:pt x="11167" y="4289"/>
                </a:lnTo>
                <a:lnTo>
                  <a:pt x="11168" y="4289"/>
                </a:lnTo>
                <a:lnTo>
                  <a:pt x="11169" y="4289"/>
                </a:lnTo>
                <a:lnTo>
                  <a:pt x="11170" y="4289"/>
                </a:lnTo>
                <a:lnTo>
                  <a:pt x="11171" y="4289"/>
                </a:lnTo>
                <a:lnTo>
                  <a:pt x="11172" y="4289"/>
                </a:lnTo>
                <a:lnTo>
                  <a:pt x="11173" y="4289"/>
                </a:lnTo>
                <a:lnTo>
                  <a:pt x="11174" y="4289"/>
                </a:lnTo>
                <a:lnTo>
                  <a:pt x="11175" y="4289"/>
                </a:lnTo>
                <a:lnTo>
                  <a:pt x="11176" y="4289"/>
                </a:lnTo>
                <a:lnTo>
                  <a:pt x="11177" y="4289"/>
                </a:lnTo>
                <a:lnTo>
                  <a:pt x="11178" y="4289"/>
                </a:lnTo>
                <a:lnTo>
                  <a:pt x="11179" y="4289"/>
                </a:lnTo>
                <a:lnTo>
                  <a:pt x="11180" y="4289"/>
                </a:lnTo>
                <a:lnTo>
                  <a:pt x="11181" y="4289"/>
                </a:lnTo>
                <a:lnTo>
                  <a:pt x="11182" y="4289"/>
                </a:lnTo>
                <a:lnTo>
                  <a:pt x="11183" y="4289"/>
                </a:lnTo>
                <a:lnTo>
                  <a:pt x="11184" y="4289"/>
                </a:lnTo>
                <a:lnTo>
                  <a:pt x="11185" y="4289"/>
                </a:lnTo>
                <a:lnTo>
                  <a:pt x="11186" y="4289"/>
                </a:lnTo>
                <a:lnTo>
                  <a:pt x="11187" y="4289"/>
                </a:lnTo>
                <a:lnTo>
                  <a:pt x="11188" y="4289"/>
                </a:lnTo>
                <a:lnTo>
                  <a:pt x="11189" y="4289"/>
                </a:lnTo>
                <a:lnTo>
                  <a:pt x="11190" y="4289"/>
                </a:lnTo>
                <a:lnTo>
                  <a:pt x="11191" y="4289"/>
                </a:lnTo>
                <a:lnTo>
                  <a:pt x="11192" y="4289"/>
                </a:lnTo>
                <a:lnTo>
                  <a:pt x="11193" y="4289"/>
                </a:lnTo>
                <a:lnTo>
                  <a:pt x="11194" y="4289"/>
                </a:lnTo>
                <a:lnTo>
                  <a:pt x="11195" y="4289"/>
                </a:lnTo>
                <a:lnTo>
                  <a:pt x="11196" y="4289"/>
                </a:lnTo>
                <a:lnTo>
                  <a:pt x="11197" y="4289"/>
                </a:lnTo>
                <a:lnTo>
                  <a:pt x="11198" y="4289"/>
                </a:lnTo>
                <a:lnTo>
                  <a:pt x="11199" y="4289"/>
                </a:lnTo>
                <a:lnTo>
                  <a:pt x="11200" y="4289"/>
                </a:lnTo>
                <a:lnTo>
                  <a:pt x="11201" y="4289"/>
                </a:lnTo>
                <a:lnTo>
                  <a:pt x="11202" y="4289"/>
                </a:lnTo>
                <a:lnTo>
                  <a:pt x="11203" y="4289"/>
                </a:lnTo>
                <a:lnTo>
                  <a:pt x="11204" y="4289"/>
                </a:lnTo>
                <a:lnTo>
                  <a:pt x="11205" y="4289"/>
                </a:lnTo>
                <a:lnTo>
                  <a:pt x="11206" y="4289"/>
                </a:lnTo>
                <a:lnTo>
                  <a:pt x="11207" y="4289"/>
                </a:lnTo>
                <a:lnTo>
                  <a:pt x="11208" y="4289"/>
                </a:lnTo>
                <a:lnTo>
                  <a:pt x="11209" y="4289"/>
                </a:lnTo>
                <a:lnTo>
                  <a:pt x="11210" y="4289"/>
                </a:lnTo>
                <a:lnTo>
                  <a:pt x="11211" y="4289"/>
                </a:lnTo>
                <a:lnTo>
                  <a:pt x="11212" y="4289"/>
                </a:lnTo>
                <a:lnTo>
                  <a:pt x="11213" y="4289"/>
                </a:lnTo>
                <a:lnTo>
                  <a:pt x="11214" y="4289"/>
                </a:lnTo>
                <a:lnTo>
                  <a:pt x="11215" y="4289"/>
                </a:lnTo>
                <a:lnTo>
                  <a:pt x="11216" y="4289"/>
                </a:lnTo>
                <a:lnTo>
                  <a:pt x="11217" y="4289"/>
                </a:lnTo>
                <a:lnTo>
                  <a:pt x="11218" y="4289"/>
                </a:lnTo>
                <a:lnTo>
                  <a:pt x="11219" y="4289"/>
                </a:lnTo>
                <a:lnTo>
                  <a:pt x="11220" y="4289"/>
                </a:lnTo>
                <a:lnTo>
                  <a:pt x="11221" y="4289"/>
                </a:lnTo>
                <a:lnTo>
                  <a:pt x="11222" y="4289"/>
                </a:lnTo>
                <a:lnTo>
                  <a:pt x="11223" y="4289"/>
                </a:lnTo>
                <a:lnTo>
                  <a:pt x="11224" y="4289"/>
                </a:lnTo>
                <a:lnTo>
                  <a:pt x="11225" y="4289"/>
                </a:lnTo>
                <a:lnTo>
                  <a:pt x="11226" y="4289"/>
                </a:lnTo>
                <a:lnTo>
                  <a:pt x="11227" y="4289"/>
                </a:lnTo>
                <a:lnTo>
                  <a:pt x="11228" y="4289"/>
                </a:lnTo>
                <a:lnTo>
                  <a:pt x="11229" y="4289"/>
                </a:lnTo>
                <a:lnTo>
                  <a:pt x="11230" y="4289"/>
                </a:lnTo>
                <a:lnTo>
                  <a:pt x="11231" y="4289"/>
                </a:lnTo>
                <a:lnTo>
                  <a:pt x="11232" y="4289"/>
                </a:lnTo>
                <a:lnTo>
                  <a:pt x="11233" y="4289"/>
                </a:lnTo>
                <a:lnTo>
                  <a:pt x="11234" y="4289"/>
                </a:lnTo>
                <a:lnTo>
                  <a:pt x="11235" y="4289"/>
                </a:lnTo>
                <a:lnTo>
                  <a:pt x="11236" y="4289"/>
                </a:lnTo>
                <a:lnTo>
                  <a:pt x="11237" y="4289"/>
                </a:lnTo>
                <a:lnTo>
                  <a:pt x="11238" y="4289"/>
                </a:lnTo>
                <a:lnTo>
                  <a:pt x="11239" y="4289"/>
                </a:lnTo>
                <a:lnTo>
                  <a:pt x="11240" y="4289"/>
                </a:lnTo>
                <a:lnTo>
                  <a:pt x="11241" y="4289"/>
                </a:lnTo>
                <a:lnTo>
                  <a:pt x="11242" y="4289"/>
                </a:lnTo>
                <a:lnTo>
                  <a:pt x="11243" y="4289"/>
                </a:lnTo>
                <a:lnTo>
                  <a:pt x="11244" y="4289"/>
                </a:lnTo>
                <a:lnTo>
                  <a:pt x="11245" y="4289"/>
                </a:lnTo>
                <a:lnTo>
                  <a:pt x="11246" y="4289"/>
                </a:lnTo>
                <a:lnTo>
                  <a:pt x="11247" y="4289"/>
                </a:lnTo>
                <a:lnTo>
                  <a:pt x="11248" y="4289"/>
                </a:lnTo>
                <a:lnTo>
                  <a:pt x="11249" y="4289"/>
                </a:lnTo>
                <a:lnTo>
                  <a:pt x="11250" y="4289"/>
                </a:lnTo>
                <a:lnTo>
                  <a:pt x="11251" y="4289"/>
                </a:lnTo>
                <a:lnTo>
                  <a:pt x="11252" y="4289"/>
                </a:lnTo>
                <a:lnTo>
                  <a:pt x="11253" y="4289"/>
                </a:lnTo>
                <a:lnTo>
                  <a:pt x="11254" y="4289"/>
                </a:lnTo>
                <a:lnTo>
                  <a:pt x="11255" y="4289"/>
                </a:lnTo>
                <a:lnTo>
                  <a:pt x="11256" y="4289"/>
                </a:lnTo>
                <a:lnTo>
                  <a:pt x="11257" y="4289"/>
                </a:lnTo>
                <a:lnTo>
                  <a:pt x="11258" y="4289"/>
                </a:lnTo>
                <a:lnTo>
                  <a:pt x="11259" y="4289"/>
                </a:lnTo>
                <a:lnTo>
                  <a:pt x="11260" y="4289"/>
                </a:lnTo>
                <a:lnTo>
                  <a:pt x="11261" y="4289"/>
                </a:lnTo>
                <a:lnTo>
                  <a:pt x="11262" y="4289"/>
                </a:lnTo>
                <a:lnTo>
                  <a:pt x="11263" y="4289"/>
                </a:lnTo>
                <a:lnTo>
                  <a:pt x="11264" y="4289"/>
                </a:lnTo>
                <a:lnTo>
                  <a:pt x="11265" y="4289"/>
                </a:lnTo>
                <a:lnTo>
                  <a:pt x="11266" y="4289"/>
                </a:lnTo>
                <a:lnTo>
                  <a:pt x="11267" y="4289"/>
                </a:lnTo>
                <a:lnTo>
                  <a:pt x="11268" y="4289"/>
                </a:lnTo>
                <a:lnTo>
                  <a:pt x="11269" y="4289"/>
                </a:lnTo>
                <a:lnTo>
                  <a:pt x="11270" y="4289"/>
                </a:lnTo>
                <a:lnTo>
                  <a:pt x="11271" y="4289"/>
                </a:lnTo>
                <a:lnTo>
                  <a:pt x="11272" y="4289"/>
                </a:lnTo>
                <a:lnTo>
                  <a:pt x="11273" y="4289"/>
                </a:lnTo>
                <a:lnTo>
                  <a:pt x="11274" y="4289"/>
                </a:lnTo>
                <a:lnTo>
                  <a:pt x="11275" y="4289"/>
                </a:lnTo>
                <a:lnTo>
                  <a:pt x="11276" y="4289"/>
                </a:lnTo>
                <a:lnTo>
                  <a:pt x="11277" y="4289"/>
                </a:lnTo>
                <a:lnTo>
                  <a:pt x="11278" y="4289"/>
                </a:lnTo>
                <a:lnTo>
                  <a:pt x="11279" y="4289"/>
                </a:lnTo>
                <a:lnTo>
                  <a:pt x="11280" y="4289"/>
                </a:lnTo>
                <a:lnTo>
                  <a:pt x="11281" y="4289"/>
                </a:lnTo>
                <a:lnTo>
                  <a:pt x="11282" y="4289"/>
                </a:lnTo>
                <a:lnTo>
                  <a:pt x="11283" y="4289"/>
                </a:lnTo>
                <a:lnTo>
                  <a:pt x="11284" y="4289"/>
                </a:lnTo>
                <a:lnTo>
                  <a:pt x="11285" y="4289"/>
                </a:lnTo>
                <a:lnTo>
                  <a:pt x="11286" y="4289"/>
                </a:lnTo>
                <a:lnTo>
                  <a:pt x="11287" y="4289"/>
                </a:lnTo>
                <a:lnTo>
                  <a:pt x="11288" y="4289"/>
                </a:lnTo>
                <a:lnTo>
                  <a:pt x="11289" y="4289"/>
                </a:lnTo>
                <a:lnTo>
                  <a:pt x="11290" y="4289"/>
                </a:lnTo>
                <a:lnTo>
                  <a:pt x="11291" y="4289"/>
                </a:lnTo>
                <a:lnTo>
                  <a:pt x="11292" y="4289"/>
                </a:lnTo>
                <a:lnTo>
                  <a:pt x="11293" y="4289"/>
                </a:lnTo>
                <a:lnTo>
                  <a:pt x="11294" y="4289"/>
                </a:lnTo>
                <a:lnTo>
                  <a:pt x="11295" y="4289"/>
                </a:lnTo>
                <a:lnTo>
                  <a:pt x="11296" y="4289"/>
                </a:lnTo>
                <a:lnTo>
                  <a:pt x="11297" y="4289"/>
                </a:lnTo>
                <a:lnTo>
                  <a:pt x="11298" y="4289"/>
                </a:lnTo>
                <a:lnTo>
                  <a:pt x="11299" y="4289"/>
                </a:lnTo>
                <a:lnTo>
                  <a:pt x="11300" y="4289"/>
                </a:lnTo>
                <a:lnTo>
                  <a:pt x="11301" y="4289"/>
                </a:lnTo>
                <a:lnTo>
                  <a:pt x="11302" y="4289"/>
                </a:lnTo>
                <a:lnTo>
                  <a:pt x="11303" y="4289"/>
                </a:lnTo>
                <a:lnTo>
                  <a:pt x="11304" y="4289"/>
                </a:lnTo>
                <a:lnTo>
                  <a:pt x="11305" y="4289"/>
                </a:lnTo>
                <a:lnTo>
                  <a:pt x="11306" y="4289"/>
                </a:lnTo>
                <a:lnTo>
                  <a:pt x="11307" y="4289"/>
                </a:lnTo>
                <a:lnTo>
                  <a:pt x="11308" y="4289"/>
                </a:lnTo>
                <a:lnTo>
                  <a:pt x="11309" y="4289"/>
                </a:lnTo>
                <a:lnTo>
                  <a:pt x="11310" y="4289"/>
                </a:lnTo>
                <a:lnTo>
                  <a:pt x="11311" y="4289"/>
                </a:lnTo>
                <a:lnTo>
                  <a:pt x="11312" y="4289"/>
                </a:lnTo>
                <a:lnTo>
                  <a:pt x="11313" y="4289"/>
                </a:lnTo>
                <a:lnTo>
                  <a:pt x="11314" y="4289"/>
                </a:lnTo>
                <a:lnTo>
                  <a:pt x="11315" y="4289"/>
                </a:lnTo>
                <a:lnTo>
                  <a:pt x="11316" y="4289"/>
                </a:lnTo>
                <a:lnTo>
                  <a:pt x="11317" y="4289"/>
                </a:lnTo>
                <a:lnTo>
                  <a:pt x="11318" y="4289"/>
                </a:lnTo>
                <a:lnTo>
                  <a:pt x="11319" y="4289"/>
                </a:lnTo>
                <a:lnTo>
                  <a:pt x="11320" y="4289"/>
                </a:lnTo>
                <a:lnTo>
                  <a:pt x="11321" y="4289"/>
                </a:lnTo>
                <a:lnTo>
                  <a:pt x="11322" y="4289"/>
                </a:lnTo>
                <a:lnTo>
                  <a:pt x="11323" y="4289"/>
                </a:lnTo>
                <a:lnTo>
                  <a:pt x="11324" y="4289"/>
                </a:lnTo>
                <a:lnTo>
                  <a:pt x="11325" y="4289"/>
                </a:lnTo>
                <a:lnTo>
                  <a:pt x="11326" y="4289"/>
                </a:lnTo>
                <a:lnTo>
                  <a:pt x="11327" y="4289"/>
                </a:lnTo>
                <a:lnTo>
                  <a:pt x="11328" y="4289"/>
                </a:lnTo>
                <a:lnTo>
                  <a:pt x="11329" y="4289"/>
                </a:lnTo>
                <a:lnTo>
                  <a:pt x="11330" y="4289"/>
                </a:lnTo>
                <a:lnTo>
                  <a:pt x="11331" y="4289"/>
                </a:lnTo>
                <a:lnTo>
                  <a:pt x="11332" y="4289"/>
                </a:lnTo>
                <a:lnTo>
                  <a:pt x="11333" y="4289"/>
                </a:lnTo>
                <a:lnTo>
                  <a:pt x="11334" y="4289"/>
                </a:lnTo>
                <a:lnTo>
                  <a:pt x="11335" y="4289"/>
                </a:lnTo>
                <a:lnTo>
                  <a:pt x="11336" y="4289"/>
                </a:lnTo>
                <a:lnTo>
                  <a:pt x="11337" y="4289"/>
                </a:lnTo>
                <a:lnTo>
                  <a:pt x="11338" y="4289"/>
                </a:lnTo>
                <a:lnTo>
                  <a:pt x="11339" y="4289"/>
                </a:lnTo>
                <a:lnTo>
                  <a:pt x="11340" y="4289"/>
                </a:lnTo>
                <a:lnTo>
                  <a:pt x="11341" y="4289"/>
                </a:lnTo>
                <a:lnTo>
                  <a:pt x="11342" y="4289"/>
                </a:lnTo>
                <a:lnTo>
                  <a:pt x="11343" y="4289"/>
                </a:lnTo>
                <a:lnTo>
                  <a:pt x="11344" y="4289"/>
                </a:lnTo>
                <a:lnTo>
                  <a:pt x="11345" y="4289"/>
                </a:lnTo>
                <a:lnTo>
                  <a:pt x="11346" y="4289"/>
                </a:lnTo>
                <a:lnTo>
                  <a:pt x="11347" y="4289"/>
                </a:lnTo>
                <a:lnTo>
                  <a:pt x="11348" y="4289"/>
                </a:lnTo>
                <a:lnTo>
                  <a:pt x="11349" y="4289"/>
                </a:lnTo>
                <a:lnTo>
                  <a:pt x="11350" y="4289"/>
                </a:lnTo>
                <a:lnTo>
                  <a:pt x="11351" y="4289"/>
                </a:lnTo>
                <a:lnTo>
                  <a:pt x="11352" y="4289"/>
                </a:lnTo>
                <a:lnTo>
                  <a:pt x="11353" y="4289"/>
                </a:lnTo>
                <a:lnTo>
                  <a:pt x="11354" y="4289"/>
                </a:lnTo>
                <a:lnTo>
                  <a:pt x="11355" y="4289"/>
                </a:lnTo>
                <a:lnTo>
                  <a:pt x="11356" y="4289"/>
                </a:lnTo>
                <a:lnTo>
                  <a:pt x="11357" y="4289"/>
                </a:lnTo>
                <a:lnTo>
                  <a:pt x="11358" y="4289"/>
                </a:lnTo>
                <a:lnTo>
                  <a:pt x="11359" y="4289"/>
                </a:lnTo>
                <a:lnTo>
                  <a:pt x="11360" y="4289"/>
                </a:lnTo>
                <a:lnTo>
                  <a:pt x="11361" y="4289"/>
                </a:lnTo>
                <a:lnTo>
                  <a:pt x="11362" y="4289"/>
                </a:lnTo>
                <a:lnTo>
                  <a:pt x="11363" y="4289"/>
                </a:lnTo>
                <a:lnTo>
                  <a:pt x="11364" y="4289"/>
                </a:lnTo>
                <a:lnTo>
                  <a:pt x="11365" y="4289"/>
                </a:lnTo>
                <a:lnTo>
                  <a:pt x="11366" y="4289"/>
                </a:lnTo>
                <a:lnTo>
                  <a:pt x="11367" y="4289"/>
                </a:lnTo>
                <a:lnTo>
                  <a:pt x="11368" y="4289"/>
                </a:lnTo>
                <a:lnTo>
                  <a:pt x="11369" y="4289"/>
                </a:lnTo>
                <a:lnTo>
                  <a:pt x="11370" y="4289"/>
                </a:lnTo>
                <a:lnTo>
                  <a:pt x="11371" y="4289"/>
                </a:lnTo>
                <a:lnTo>
                  <a:pt x="11372" y="4289"/>
                </a:lnTo>
                <a:lnTo>
                  <a:pt x="11373" y="4289"/>
                </a:lnTo>
                <a:lnTo>
                  <a:pt x="11374" y="4289"/>
                </a:lnTo>
                <a:lnTo>
                  <a:pt x="11375" y="4289"/>
                </a:lnTo>
                <a:lnTo>
                  <a:pt x="11376" y="4289"/>
                </a:lnTo>
                <a:lnTo>
                  <a:pt x="11377" y="4289"/>
                </a:lnTo>
                <a:lnTo>
                  <a:pt x="11378" y="4289"/>
                </a:lnTo>
                <a:lnTo>
                  <a:pt x="11379" y="4289"/>
                </a:lnTo>
                <a:lnTo>
                  <a:pt x="11380" y="4289"/>
                </a:lnTo>
                <a:lnTo>
                  <a:pt x="11381" y="4289"/>
                </a:lnTo>
                <a:lnTo>
                  <a:pt x="11382" y="4289"/>
                </a:lnTo>
                <a:lnTo>
                  <a:pt x="11383" y="4289"/>
                </a:lnTo>
                <a:lnTo>
                  <a:pt x="11384" y="4289"/>
                </a:lnTo>
                <a:lnTo>
                  <a:pt x="11385" y="4289"/>
                </a:lnTo>
                <a:lnTo>
                  <a:pt x="11386" y="4289"/>
                </a:lnTo>
                <a:lnTo>
                  <a:pt x="11387" y="4289"/>
                </a:lnTo>
                <a:lnTo>
                  <a:pt x="11388" y="4289"/>
                </a:lnTo>
                <a:lnTo>
                  <a:pt x="11389" y="4289"/>
                </a:lnTo>
                <a:lnTo>
                  <a:pt x="11390" y="4289"/>
                </a:lnTo>
                <a:lnTo>
                  <a:pt x="11391" y="4289"/>
                </a:lnTo>
                <a:lnTo>
                  <a:pt x="11392" y="4289"/>
                </a:lnTo>
                <a:lnTo>
                  <a:pt x="11393" y="4289"/>
                </a:lnTo>
                <a:lnTo>
                  <a:pt x="11394" y="4289"/>
                </a:lnTo>
                <a:lnTo>
                  <a:pt x="11395" y="4289"/>
                </a:lnTo>
                <a:lnTo>
                  <a:pt x="11396" y="4289"/>
                </a:lnTo>
                <a:lnTo>
                  <a:pt x="11397" y="4289"/>
                </a:lnTo>
                <a:lnTo>
                  <a:pt x="11398" y="4289"/>
                </a:lnTo>
                <a:lnTo>
                  <a:pt x="11399" y="4289"/>
                </a:lnTo>
                <a:lnTo>
                  <a:pt x="11400" y="4289"/>
                </a:lnTo>
                <a:lnTo>
                  <a:pt x="11401" y="4289"/>
                </a:lnTo>
                <a:lnTo>
                  <a:pt x="11402" y="4289"/>
                </a:lnTo>
                <a:lnTo>
                  <a:pt x="11403" y="4289"/>
                </a:lnTo>
                <a:lnTo>
                  <a:pt x="11404" y="4289"/>
                </a:lnTo>
                <a:lnTo>
                  <a:pt x="11405" y="4289"/>
                </a:lnTo>
                <a:lnTo>
                  <a:pt x="11406" y="4289"/>
                </a:lnTo>
                <a:lnTo>
                  <a:pt x="11407" y="4289"/>
                </a:lnTo>
                <a:lnTo>
                  <a:pt x="11408" y="4289"/>
                </a:lnTo>
                <a:lnTo>
                  <a:pt x="11409" y="4289"/>
                </a:lnTo>
                <a:lnTo>
                  <a:pt x="11410" y="4289"/>
                </a:lnTo>
                <a:lnTo>
                  <a:pt x="11411" y="4289"/>
                </a:lnTo>
                <a:lnTo>
                  <a:pt x="11412" y="4289"/>
                </a:lnTo>
                <a:lnTo>
                  <a:pt x="11413" y="4289"/>
                </a:lnTo>
                <a:lnTo>
                  <a:pt x="11414" y="4289"/>
                </a:lnTo>
                <a:lnTo>
                  <a:pt x="11415" y="4289"/>
                </a:lnTo>
                <a:lnTo>
                  <a:pt x="11416" y="4289"/>
                </a:lnTo>
                <a:lnTo>
                  <a:pt x="11417" y="4289"/>
                </a:lnTo>
                <a:lnTo>
                  <a:pt x="11418" y="4289"/>
                </a:lnTo>
                <a:lnTo>
                  <a:pt x="11419" y="4289"/>
                </a:lnTo>
                <a:lnTo>
                  <a:pt x="11420" y="4289"/>
                </a:lnTo>
                <a:lnTo>
                  <a:pt x="11421" y="4289"/>
                </a:lnTo>
                <a:lnTo>
                  <a:pt x="11422" y="4289"/>
                </a:lnTo>
                <a:lnTo>
                  <a:pt x="11423" y="4289"/>
                </a:lnTo>
                <a:lnTo>
                  <a:pt x="11424" y="4289"/>
                </a:lnTo>
                <a:lnTo>
                  <a:pt x="11425" y="4289"/>
                </a:lnTo>
                <a:lnTo>
                  <a:pt x="11426" y="4289"/>
                </a:lnTo>
                <a:lnTo>
                  <a:pt x="11427" y="4289"/>
                </a:lnTo>
                <a:lnTo>
                  <a:pt x="11428" y="4289"/>
                </a:lnTo>
                <a:lnTo>
                  <a:pt x="11429" y="4289"/>
                </a:lnTo>
                <a:lnTo>
                  <a:pt x="11430" y="4289"/>
                </a:lnTo>
                <a:lnTo>
                  <a:pt x="11431" y="4289"/>
                </a:lnTo>
                <a:lnTo>
                  <a:pt x="11432" y="4289"/>
                </a:lnTo>
                <a:lnTo>
                  <a:pt x="11433" y="4289"/>
                </a:lnTo>
                <a:lnTo>
                  <a:pt x="11434" y="4289"/>
                </a:lnTo>
                <a:lnTo>
                  <a:pt x="11435" y="4289"/>
                </a:lnTo>
                <a:lnTo>
                  <a:pt x="11436" y="4289"/>
                </a:lnTo>
                <a:lnTo>
                  <a:pt x="11437" y="4289"/>
                </a:lnTo>
                <a:lnTo>
                  <a:pt x="11438" y="4289"/>
                </a:lnTo>
                <a:lnTo>
                  <a:pt x="11439" y="4289"/>
                </a:lnTo>
                <a:lnTo>
                  <a:pt x="11440" y="4289"/>
                </a:lnTo>
                <a:lnTo>
                  <a:pt x="11441" y="4289"/>
                </a:lnTo>
                <a:lnTo>
                  <a:pt x="11442" y="4289"/>
                </a:lnTo>
                <a:lnTo>
                  <a:pt x="11443" y="4289"/>
                </a:lnTo>
                <a:lnTo>
                  <a:pt x="11444" y="4289"/>
                </a:lnTo>
                <a:lnTo>
                  <a:pt x="11445" y="4289"/>
                </a:lnTo>
                <a:lnTo>
                  <a:pt x="11446" y="4289"/>
                </a:lnTo>
                <a:lnTo>
                  <a:pt x="11447" y="4289"/>
                </a:lnTo>
                <a:lnTo>
                  <a:pt x="11448" y="4289"/>
                </a:lnTo>
                <a:lnTo>
                  <a:pt x="11449" y="4289"/>
                </a:lnTo>
                <a:lnTo>
                  <a:pt x="11450" y="4289"/>
                </a:lnTo>
                <a:lnTo>
                  <a:pt x="11451" y="4289"/>
                </a:lnTo>
                <a:lnTo>
                  <a:pt x="11452" y="4289"/>
                </a:lnTo>
                <a:lnTo>
                  <a:pt x="11453" y="4289"/>
                </a:lnTo>
                <a:lnTo>
                  <a:pt x="11454" y="4289"/>
                </a:lnTo>
                <a:lnTo>
                  <a:pt x="11455" y="4289"/>
                </a:lnTo>
                <a:lnTo>
                  <a:pt x="11456" y="4289"/>
                </a:lnTo>
                <a:lnTo>
                  <a:pt x="11457" y="4289"/>
                </a:lnTo>
                <a:lnTo>
                  <a:pt x="11458" y="4289"/>
                </a:lnTo>
                <a:lnTo>
                  <a:pt x="11459" y="4289"/>
                </a:lnTo>
                <a:lnTo>
                  <a:pt x="11460" y="4289"/>
                </a:lnTo>
                <a:lnTo>
                  <a:pt x="11461" y="4289"/>
                </a:lnTo>
                <a:lnTo>
                  <a:pt x="11462" y="4289"/>
                </a:lnTo>
                <a:lnTo>
                  <a:pt x="11463" y="4289"/>
                </a:lnTo>
                <a:lnTo>
                  <a:pt x="11464" y="4289"/>
                </a:lnTo>
                <a:lnTo>
                  <a:pt x="11465" y="4289"/>
                </a:lnTo>
                <a:lnTo>
                  <a:pt x="11466" y="4289"/>
                </a:lnTo>
                <a:lnTo>
                  <a:pt x="11467" y="4289"/>
                </a:lnTo>
                <a:lnTo>
                  <a:pt x="11468" y="4289"/>
                </a:lnTo>
                <a:lnTo>
                  <a:pt x="11469" y="4289"/>
                </a:lnTo>
                <a:lnTo>
                  <a:pt x="11470" y="4289"/>
                </a:lnTo>
                <a:lnTo>
                  <a:pt x="11471" y="4289"/>
                </a:lnTo>
                <a:lnTo>
                  <a:pt x="11472" y="4289"/>
                </a:lnTo>
                <a:lnTo>
                  <a:pt x="11473" y="4289"/>
                </a:lnTo>
                <a:lnTo>
                  <a:pt x="11474" y="4289"/>
                </a:lnTo>
                <a:lnTo>
                  <a:pt x="11475" y="4289"/>
                </a:lnTo>
                <a:lnTo>
                  <a:pt x="11476" y="4289"/>
                </a:lnTo>
                <a:lnTo>
                  <a:pt x="11477" y="4289"/>
                </a:lnTo>
                <a:lnTo>
                  <a:pt x="11478" y="4289"/>
                </a:lnTo>
                <a:lnTo>
                  <a:pt x="11479" y="4289"/>
                </a:lnTo>
                <a:lnTo>
                  <a:pt x="11480" y="4289"/>
                </a:lnTo>
                <a:lnTo>
                  <a:pt x="11481" y="4289"/>
                </a:lnTo>
                <a:lnTo>
                  <a:pt x="11482" y="4289"/>
                </a:lnTo>
                <a:lnTo>
                  <a:pt x="11483" y="4289"/>
                </a:lnTo>
                <a:lnTo>
                  <a:pt x="11484" y="4289"/>
                </a:lnTo>
                <a:lnTo>
                  <a:pt x="11485" y="4289"/>
                </a:lnTo>
                <a:lnTo>
                  <a:pt x="11486" y="4289"/>
                </a:lnTo>
                <a:lnTo>
                  <a:pt x="11487" y="4289"/>
                </a:lnTo>
                <a:lnTo>
                  <a:pt x="11488" y="4289"/>
                </a:lnTo>
                <a:lnTo>
                  <a:pt x="11489" y="4289"/>
                </a:lnTo>
                <a:lnTo>
                  <a:pt x="11490" y="4289"/>
                </a:lnTo>
                <a:lnTo>
                  <a:pt x="11491" y="4289"/>
                </a:lnTo>
                <a:lnTo>
                  <a:pt x="11492" y="4289"/>
                </a:lnTo>
                <a:lnTo>
                  <a:pt x="11493" y="4289"/>
                </a:lnTo>
                <a:lnTo>
                  <a:pt x="11494" y="4289"/>
                </a:lnTo>
                <a:lnTo>
                  <a:pt x="11495" y="4289"/>
                </a:lnTo>
                <a:lnTo>
                  <a:pt x="11496" y="4289"/>
                </a:lnTo>
                <a:lnTo>
                  <a:pt x="11497" y="4289"/>
                </a:lnTo>
                <a:lnTo>
                  <a:pt x="11498" y="4289"/>
                </a:lnTo>
                <a:lnTo>
                  <a:pt x="11499" y="4289"/>
                </a:lnTo>
                <a:lnTo>
                  <a:pt x="11500" y="4289"/>
                </a:lnTo>
                <a:lnTo>
                  <a:pt x="11501" y="4289"/>
                </a:lnTo>
                <a:lnTo>
                  <a:pt x="11502" y="4289"/>
                </a:lnTo>
                <a:lnTo>
                  <a:pt x="11503" y="4289"/>
                </a:lnTo>
                <a:lnTo>
                  <a:pt x="11504" y="4289"/>
                </a:lnTo>
                <a:lnTo>
                  <a:pt x="11505" y="4289"/>
                </a:lnTo>
                <a:lnTo>
                  <a:pt x="11506" y="4289"/>
                </a:lnTo>
                <a:lnTo>
                  <a:pt x="11507" y="4289"/>
                </a:lnTo>
                <a:lnTo>
                  <a:pt x="11508" y="4289"/>
                </a:lnTo>
                <a:lnTo>
                  <a:pt x="11509" y="4289"/>
                </a:lnTo>
                <a:lnTo>
                  <a:pt x="11510" y="4289"/>
                </a:lnTo>
                <a:lnTo>
                  <a:pt x="11511" y="4289"/>
                </a:lnTo>
                <a:lnTo>
                  <a:pt x="11512" y="4289"/>
                </a:lnTo>
                <a:lnTo>
                  <a:pt x="11513" y="4289"/>
                </a:lnTo>
                <a:lnTo>
                  <a:pt x="11514" y="4289"/>
                </a:lnTo>
                <a:lnTo>
                  <a:pt x="11515" y="4289"/>
                </a:lnTo>
                <a:lnTo>
                  <a:pt x="11516" y="4289"/>
                </a:lnTo>
                <a:lnTo>
                  <a:pt x="11517" y="4289"/>
                </a:lnTo>
                <a:lnTo>
                  <a:pt x="11518" y="4289"/>
                </a:lnTo>
                <a:lnTo>
                  <a:pt x="11519" y="4289"/>
                </a:lnTo>
                <a:lnTo>
                  <a:pt x="11520" y="4289"/>
                </a:lnTo>
                <a:lnTo>
                  <a:pt x="11521" y="4289"/>
                </a:lnTo>
                <a:lnTo>
                  <a:pt x="11522" y="4289"/>
                </a:lnTo>
                <a:lnTo>
                  <a:pt x="11523" y="4289"/>
                </a:lnTo>
                <a:lnTo>
                  <a:pt x="11524" y="4289"/>
                </a:lnTo>
                <a:lnTo>
                  <a:pt x="11525" y="4289"/>
                </a:lnTo>
                <a:lnTo>
                  <a:pt x="11526" y="4289"/>
                </a:lnTo>
                <a:lnTo>
                  <a:pt x="11527" y="4289"/>
                </a:lnTo>
                <a:lnTo>
                  <a:pt x="11528" y="4289"/>
                </a:lnTo>
                <a:lnTo>
                  <a:pt x="11529" y="4289"/>
                </a:lnTo>
                <a:lnTo>
                  <a:pt x="11530" y="4289"/>
                </a:lnTo>
                <a:lnTo>
                  <a:pt x="11531" y="4289"/>
                </a:lnTo>
                <a:lnTo>
                  <a:pt x="11532" y="4289"/>
                </a:lnTo>
                <a:lnTo>
                  <a:pt x="11533" y="4289"/>
                </a:lnTo>
                <a:lnTo>
                  <a:pt x="11534" y="4289"/>
                </a:lnTo>
                <a:lnTo>
                  <a:pt x="11535" y="4289"/>
                </a:lnTo>
                <a:lnTo>
                  <a:pt x="11536" y="4289"/>
                </a:lnTo>
                <a:lnTo>
                  <a:pt x="11537" y="4289"/>
                </a:lnTo>
                <a:lnTo>
                  <a:pt x="11538" y="4289"/>
                </a:lnTo>
                <a:lnTo>
                  <a:pt x="11539" y="4289"/>
                </a:lnTo>
                <a:lnTo>
                  <a:pt x="11540" y="4289"/>
                </a:lnTo>
                <a:lnTo>
                  <a:pt x="11541" y="4289"/>
                </a:lnTo>
                <a:lnTo>
                  <a:pt x="11542" y="4289"/>
                </a:lnTo>
                <a:lnTo>
                  <a:pt x="11543" y="4289"/>
                </a:lnTo>
                <a:lnTo>
                  <a:pt x="11544" y="4289"/>
                </a:lnTo>
                <a:lnTo>
                  <a:pt x="11545" y="4289"/>
                </a:lnTo>
                <a:lnTo>
                  <a:pt x="11546" y="4289"/>
                </a:lnTo>
                <a:lnTo>
                  <a:pt x="11547" y="4289"/>
                </a:lnTo>
                <a:lnTo>
                  <a:pt x="11548" y="4289"/>
                </a:lnTo>
                <a:lnTo>
                  <a:pt x="11549" y="4289"/>
                </a:lnTo>
                <a:lnTo>
                  <a:pt x="11550" y="4289"/>
                </a:lnTo>
                <a:lnTo>
                  <a:pt x="11551" y="4289"/>
                </a:lnTo>
                <a:lnTo>
                  <a:pt x="11552" y="4289"/>
                </a:lnTo>
                <a:lnTo>
                  <a:pt x="11553" y="4289"/>
                </a:lnTo>
                <a:lnTo>
                  <a:pt x="11554" y="4289"/>
                </a:lnTo>
                <a:lnTo>
                  <a:pt x="11555" y="4289"/>
                </a:lnTo>
                <a:lnTo>
                  <a:pt x="11556" y="4289"/>
                </a:lnTo>
                <a:lnTo>
                  <a:pt x="11557" y="4289"/>
                </a:lnTo>
                <a:lnTo>
                  <a:pt x="11558" y="4289"/>
                </a:lnTo>
                <a:lnTo>
                  <a:pt x="11559" y="4289"/>
                </a:lnTo>
                <a:lnTo>
                  <a:pt x="11560" y="4289"/>
                </a:lnTo>
                <a:lnTo>
                  <a:pt x="11561" y="4289"/>
                </a:lnTo>
                <a:lnTo>
                  <a:pt x="11562" y="4289"/>
                </a:lnTo>
                <a:lnTo>
                  <a:pt x="11563" y="4289"/>
                </a:lnTo>
                <a:lnTo>
                  <a:pt x="11564" y="4289"/>
                </a:lnTo>
                <a:lnTo>
                  <a:pt x="11565" y="4289"/>
                </a:lnTo>
                <a:lnTo>
                  <a:pt x="11566" y="4289"/>
                </a:lnTo>
                <a:lnTo>
                  <a:pt x="11567" y="4289"/>
                </a:lnTo>
                <a:lnTo>
                  <a:pt x="11568" y="4289"/>
                </a:lnTo>
                <a:lnTo>
                  <a:pt x="11569" y="4289"/>
                </a:lnTo>
                <a:lnTo>
                  <a:pt x="11570" y="4289"/>
                </a:lnTo>
                <a:lnTo>
                  <a:pt x="11571" y="4289"/>
                </a:lnTo>
                <a:lnTo>
                  <a:pt x="11572" y="4289"/>
                </a:lnTo>
                <a:lnTo>
                  <a:pt x="11573" y="4289"/>
                </a:lnTo>
                <a:lnTo>
                  <a:pt x="11574" y="4289"/>
                </a:lnTo>
                <a:lnTo>
                  <a:pt x="11575" y="4289"/>
                </a:lnTo>
                <a:lnTo>
                  <a:pt x="11576" y="4289"/>
                </a:lnTo>
                <a:lnTo>
                  <a:pt x="11577" y="4289"/>
                </a:lnTo>
                <a:lnTo>
                  <a:pt x="11578" y="4289"/>
                </a:lnTo>
                <a:lnTo>
                  <a:pt x="11579" y="4289"/>
                </a:lnTo>
                <a:lnTo>
                  <a:pt x="11580" y="4289"/>
                </a:lnTo>
                <a:lnTo>
                  <a:pt x="11581" y="4289"/>
                </a:lnTo>
                <a:lnTo>
                  <a:pt x="11582" y="4289"/>
                </a:lnTo>
                <a:lnTo>
                  <a:pt x="11583" y="4289"/>
                </a:lnTo>
                <a:lnTo>
                  <a:pt x="11584" y="4289"/>
                </a:lnTo>
                <a:lnTo>
                  <a:pt x="11585" y="4289"/>
                </a:lnTo>
                <a:lnTo>
                  <a:pt x="11586" y="4289"/>
                </a:lnTo>
                <a:lnTo>
                  <a:pt x="11587" y="4289"/>
                </a:lnTo>
                <a:lnTo>
                  <a:pt x="11588" y="4289"/>
                </a:lnTo>
                <a:lnTo>
                  <a:pt x="11589" y="4289"/>
                </a:lnTo>
                <a:lnTo>
                  <a:pt x="11590" y="4289"/>
                </a:lnTo>
                <a:lnTo>
                  <a:pt x="11591" y="4289"/>
                </a:lnTo>
                <a:lnTo>
                  <a:pt x="11592" y="4289"/>
                </a:lnTo>
                <a:lnTo>
                  <a:pt x="11593" y="4289"/>
                </a:lnTo>
                <a:lnTo>
                  <a:pt x="11594" y="4289"/>
                </a:lnTo>
                <a:lnTo>
                  <a:pt x="11595" y="4289"/>
                </a:lnTo>
                <a:lnTo>
                  <a:pt x="11596" y="4289"/>
                </a:lnTo>
                <a:lnTo>
                  <a:pt x="11597" y="4289"/>
                </a:lnTo>
                <a:lnTo>
                  <a:pt x="11598" y="4289"/>
                </a:lnTo>
                <a:lnTo>
                  <a:pt x="11599" y="4289"/>
                </a:lnTo>
                <a:lnTo>
                  <a:pt x="11600" y="4289"/>
                </a:lnTo>
                <a:lnTo>
                  <a:pt x="11601" y="4289"/>
                </a:lnTo>
                <a:lnTo>
                  <a:pt x="11602" y="4289"/>
                </a:lnTo>
                <a:lnTo>
                  <a:pt x="11603" y="4289"/>
                </a:lnTo>
                <a:lnTo>
                  <a:pt x="11604" y="4289"/>
                </a:lnTo>
                <a:lnTo>
                  <a:pt x="11605" y="4289"/>
                </a:lnTo>
                <a:lnTo>
                  <a:pt x="11606" y="4289"/>
                </a:lnTo>
                <a:lnTo>
                  <a:pt x="11607" y="4289"/>
                </a:lnTo>
                <a:lnTo>
                  <a:pt x="11608" y="4289"/>
                </a:lnTo>
                <a:lnTo>
                  <a:pt x="11609" y="4289"/>
                </a:lnTo>
                <a:lnTo>
                  <a:pt x="11610" y="4289"/>
                </a:lnTo>
                <a:lnTo>
                  <a:pt x="11611" y="4289"/>
                </a:lnTo>
                <a:lnTo>
                  <a:pt x="11612" y="4289"/>
                </a:lnTo>
                <a:lnTo>
                  <a:pt x="11613" y="4289"/>
                </a:lnTo>
                <a:lnTo>
                  <a:pt x="11614" y="4289"/>
                </a:lnTo>
                <a:lnTo>
                  <a:pt x="11615" y="4289"/>
                </a:lnTo>
                <a:lnTo>
                  <a:pt x="11616" y="4289"/>
                </a:lnTo>
                <a:lnTo>
                  <a:pt x="11617" y="4289"/>
                </a:lnTo>
                <a:lnTo>
                  <a:pt x="11618" y="4289"/>
                </a:lnTo>
                <a:lnTo>
                  <a:pt x="11619" y="4289"/>
                </a:lnTo>
                <a:lnTo>
                  <a:pt x="11620" y="4289"/>
                </a:lnTo>
                <a:lnTo>
                  <a:pt x="11621" y="4289"/>
                </a:lnTo>
                <a:lnTo>
                  <a:pt x="11622" y="4289"/>
                </a:lnTo>
                <a:lnTo>
                  <a:pt x="11623" y="4289"/>
                </a:lnTo>
                <a:lnTo>
                  <a:pt x="11624" y="4289"/>
                </a:lnTo>
                <a:lnTo>
                  <a:pt x="11625" y="4289"/>
                </a:lnTo>
                <a:lnTo>
                  <a:pt x="11626" y="4289"/>
                </a:lnTo>
                <a:lnTo>
                  <a:pt x="11627" y="4289"/>
                </a:lnTo>
                <a:lnTo>
                  <a:pt x="11628" y="4289"/>
                </a:lnTo>
                <a:lnTo>
                  <a:pt x="11629" y="4289"/>
                </a:lnTo>
                <a:lnTo>
                  <a:pt x="11630" y="4289"/>
                </a:lnTo>
                <a:lnTo>
                  <a:pt x="11631" y="4289"/>
                </a:lnTo>
                <a:lnTo>
                  <a:pt x="11632" y="4289"/>
                </a:lnTo>
                <a:lnTo>
                  <a:pt x="11633" y="4289"/>
                </a:lnTo>
                <a:lnTo>
                  <a:pt x="11634" y="4289"/>
                </a:lnTo>
                <a:lnTo>
                  <a:pt x="11635" y="4289"/>
                </a:lnTo>
                <a:lnTo>
                  <a:pt x="11636" y="4289"/>
                </a:lnTo>
                <a:lnTo>
                  <a:pt x="11637" y="4289"/>
                </a:lnTo>
                <a:lnTo>
                  <a:pt x="11638" y="4289"/>
                </a:lnTo>
                <a:lnTo>
                  <a:pt x="11639" y="4289"/>
                </a:lnTo>
                <a:lnTo>
                  <a:pt x="11640" y="4289"/>
                </a:lnTo>
                <a:lnTo>
                  <a:pt x="11641" y="4289"/>
                </a:lnTo>
                <a:lnTo>
                  <a:pt x="11642" y="4289"/>
                </a:lnTo>
                <a:lnTo>
                  <a:pt x="11643" y="4289"/>
                </a:lnTo>
                <a:lnTo>
                  <a:pt x="11644" y="4289"/>
                </a:lnTo>
                <a:lnTo>
                  <a:pt x="11645" y="4289"/>
                </a:lnTo>
                <a:lnTo>
                  <a:pt x="11646" y="4289"/>
                </a:lnTo>
                <a:lnTo>
                  <a:pt x="11647" y="4289"/>
                </a:lnTo>
                <a:lnTo>
                  <a:pt x="11648" y="4289"/>
                </a:lnTo>
                <a:lnTo>
                  <a:pt x="11649" y="4289"/>
                </a:lnTo>
                <a:lnTo>
                  <a:pt x="11650" y="4289"/>
                </a:lnTo>
                <a:lnTo>
                  <a:pt x="11651" y="4289"/>
                </a:lnTo>
                <a:lnTo>
                  <a:pt x="11652" y="4289"/>
                </a:lnTo>
                <a:lnTo>
                  <a:pt x="11653" y="4289"/>
                </a:lnTo>
                <a:lnTo>
                  <a:pt x="11654" y="4289"/>
                </a:lnTo>
                <a:lnTo>
                  <a:pt x="11655" y="4289"/>
                </a:lnTo>
                <a:lnTo>
                  <a:pt x="11656" y="4289"/>
                </a:lnTo>
                <a:lnTo>
                  <a:pt x="11657" y="4289"/>
                </a:lnTo>
                <a:lnTo>
                  <a:pt x="11658" y="4289"/>
                </a:lnTo>
                <a:lnTo>
                  <a:pt x="11659" y="4289"/>
                </a:lnTo>
                <a:lnTo>
                  <a:pt x="11660" y="4289"/>
                </a:lnTo>
                <a:lnTo>
                  <a:pt x="11661" y="4289"/>
                </a:lnTo>
                <a:lnTo>
                  <a:pt x="11662" y="4289"/>
                </a:lnTo>
                <a:lnTo>
                  <a:pt x="11663" y="4289"/>
                </a:lnTo>
                <a:lnTo>
                  <a:pt x="11664" y="4289"/>
                </a:lnTo>
                <a:lnTo>
                  <a:pt x="11665" y="4289"/>
                </a:lnTo>
                <a:lnTo>
                  <a:pt x="11666" y="4289"/>
                </a:lnTo>
                <a:lnTo>
                  <a:pt x="11667" y="4289"/>
                </a:lnTo>
                <a:lnTo>
                  <a:pt x="11668" y="4289"/>
                </a:lnTo>
                <a:lnTo>
                  <a:pt x="11669" y="4289"/>
                </a:lnTo>
                <a:lnTo>
                  <a:pt x="11670" y="4289"/>
                </a:lnTo>
                <a:lnTo>
                  <a:pt x="11671" y="4289"/>
                </a:lnTo>
                <a:lnTo>
                  <a:pt x="11672" y="4289"/>
                </a:lnTo>
                <a:lnTo>
                  <a:pt x="11673" y="4289"/>
                </a:lnTo>
                <a:lnTo>
                  <a:pt x="11674" y="4289"/>
                </a:lnTo>
                <a:lnTo>
                  <a:pt x="11675" y="4289"/>
                </a:lnTo>
                <a:lnTo>
                  <a:pt x="11676" y="4289"/>
                </a:lnTo>
                <a:lnTo>
                  <a:pt x="11677" y="4289"/>
                </a:lnTo>
                <a:lnTo>
                  <a:pt x="11678" y="4289"/>
                </a:lnTo>
                <a:lnTo>
                  <a:pt x="11679" y="4289"/>
                </a:lnTo>
                <a:lnTo>
                  <a:pt x="11680" y="4289"/>
                </a:lnTo>
                <a:lnTo>
                  <a:pt x="11681" y="4289"/>
                </a:lnTo>
                <a:lnTo>
                  <a:pt x="11682" y="4289"/>
                </a:lnTo>
                <a:lnTo>
                  <a:pt x="11683" y="4289"/>
                </a:lnTo>
                <a:lnTo>
                  <a:pt x="11684" y="4289"/>
                </a:lnTo>
                <a:lnTo>
                  <a:pt x="11685" y="4289"/>
                </a:lnTo>
                <a:lnTo>
                  <a:pt x="11686" y="4289"/>
                </a:lnTo>
                <a:lnTo>
                  <a:pt x="11687" y="4289"/>
                </a:lnTo>
                <a:lnTo>
                  <a:pt x="11688" y="4289"/>
                </a:lnTo>
                <a:lnTo>
                  <a:pt x="11689" y="4289"/>
                </a:lnTo>
                <a:lnTo>
                  <a:pt x="11690" y="4289"/>
                </a:lnTo>
                <a:lnTo>
                  <a:pt x="11691" y="4289"/>
                </a:lnTo>
                <a:lnTo>
                  <a:pt x="11692" y="4289"/>
                </a:lnTo>
                <a:lnTo>
                  <a:pt x="11693" y="4289"/>
                </a:lnTo>
                <a:lnTo>
                  <a:pt x="11694" y="4289"/>
                </a:lnTo>
                <a:lnTo>
                  <a:pt x="11695" y="4289"/>
                </a:lnTo>
                <a:lnTo>
                  <a:pt x="11696" y="4289"/>
                </a:lnTo>
                <a:lnTo>
                  <a:pt x="11697" y="4289"/>
                </a:lnTo>
                <a:lnTo>
                  <a:pt x="11698" y="4289"/>
                </a:lnTo>
                <a:lnTo>
                  <a:pt x="11699" y="4289"/>
                </a:lnTo>
                <a:lnTo>
                  <a:pt x="11700" y="4289"/>
                </a:lnTo>
                <a:lnTo>
                  <a:pt x="11701" y="4289"/>
                </a:lnTo>
                <a:lnTo>
                  <a:pt x="11702" y="4289"/>
                </a:lnTo>
                <a:lnTo>
                  <a:pt x="11703" y="4289"/>
                </a:lnTo>
                <a:lnTo>
                  <a:pt x="11704" y="4289"/>
                </a:lnTo>
                <a:lnTo>
                  <a:pt x="11705" y="4289"/>
                </a:lnTo>
                <a:lnTo>
                  <a:pt x="11706" y="4289"/>
                </a:lnTo>
                <a:lnTo>
                  <a:pt x="11707" y="4289"/>
                </a:lnTo>
                <a:lnTo>
                  <a:pt x="11708" y="4289"/>
                </a:lnTo>
                <a:lnTo>
                  <a:pt x="11709" y="4289"/>
                </a:lnTo>
                <a:lnTo>
                  <a:pt x="11710" y="4289"/>
                </a:lnTo>
                <a:lnTo>
                  <a:pt x="11711" y="4289"/>
                </a:lnTo>
                <a:lnTo>
                  <a:pt x="11712" y="4289"/>
                </a:lnTo>
                <a:lnTo>
                  <a:pt x="11713" y="4289"/>
                </a:lnTo>
                <a:lnTo>
                  <a:pt x="11714" y="4289"/>
                </a:lnTo>
                <a:lnTo>
                  <a:pt x="11715" y="4289"/>
                </a:lnTo>
                <a:lnTo>
                  <a:pt x="11716" y="4289"/>
                </a:lnTo>
                <a:lnTo>
                  <a:pt x="11717" y="4289"/>
                </a:lnTo>
                <a:lnTo>
                  <a:pt x="11718" y="4289"/>
                </a:lnTo>
                <a:lnTo>
                  <a:pt x="11719" y="4289"/>
                </a:lnTo>
                <a:lnTo>
                  <a:pt x="11720" y="4289"/>
                </a:lnTo>
                <a:lnTo>
                  <a:pt x="11721" y="4289"/>
                </a:lnTo>
                <a:lnTo>
                  <a:pt x="11722" y="4289"/>
                </a:lnTo>
                <a:lnTo>
                  <a:pt x="11723" y="4289"/>
                </a:lnTo>
                <a:lnTo>
                  <a:pt x="11724" y="4289"/>
                </a:lnTo>
                <a:lnTo>
                  <a:pt x="11725" y="4289"/>
                </a:lnTo>
                <a:lnTo>
                  <a:pt x="11726" y="4289"/>
                </a:lnTo>
                <a:lnTo>
                  <a:pt x="11727" y="4289"/>
                </a:lnTo>
                <a:lnTo>
                  <a:pt x="11728" y="4289"/>
                </a:lnTo>
                <a:lnTo>
                  <a:pt x="11729" y="4289"/>
                </a:lnTo>
                <a:lnTo>
                  <a:pt x="11730" y="4289"/>
                </a:lnTo>
                <a:lnTo>
                  <a:pt x="11731" y="4289"/>
                </a:lnTo>
                <a:lnTo>
                  <a:pt x="11732" y="4289"/>
                </a:lnTo>
                <a:lnTo>
                  <a:pt x="11733" y="4289"/>
                </a:lnTo>
                <a:lnTo>
                  <a:pt x="11734" y="4289"/>
                </a:lnTo>
                <a:lnTo>
                  <a:pt x="11735" y="4289"/>
                </a:lnTo>
                <a:lnTo>
                  <a:pt x="11736" y="4289"/>
                </a:lnTo>
                <a:lnTo>
                  <a:pt x="11737" y="4289"/>
                </a:lnTo>
                <a:lnTo>
                  <a:pt x="11738" y="4289"/>
                </a:lnTo>
                <a:lnTo>
                  <a:pt x="11739" y="4289"/>
                </a:lnTo>
                <a:lnTo>
                  <a:pt x="11740" y="4289"/>
                </a:lnTo>
                <a:lnTo>
                  <a:pt x="11741" y="4289"/>
                </a:lnTo>
                <a:lnTo>
                  <a:pt x="11742" y="4289"/>
                </a:lnTo>
                <a:lnTo>
                  <a:pt x="11743" y="4289"/>
                </a:lnTo>
                <a:lnTo>
                  <a:pt x="11744" y="4289"/>
                </a:lnTo>
                <a:lnTo>
                  <a:pt x="11745" y="4289"/>
                </a:lnTo>
                <a:lnTo>
                  <a:pt x="11746" y="4289"/>
                </a:lnTo>
                <a:lnTo>
                  <a:pt x="11747" y="4289"/>
                </a:lnTo>
                <a:lnTo>
                  <a:pt x="11748" y="4289"/>
                </a:lnTo>
                <a:lnTo>
                  <a:pt x="11749" y="4289"/>
                </a:lnTo>
                <a:lnTo>
                  <a:pt x="11750" y="4289"/>
                </a:lnTo>
                <a:lnTo>
                  <a:pt x="11751" y="4289"/>
                </a:lnTo>
                <a:lnTo>
                  <a:pt x="11752" y="4289"/>
                </a:lnTo>
                <a:lnTo>
                  <a:pt x="11753" y="4289"/>
                </a:lnTo>
                <a:lnTo>
                  <a:pt x="11754" y="4289"/>
                </a:lnTo>
                <a:lnTo>
                  <a:pt x="11755" y="4289"/>
                </a:lnTo>
                <a:lnTo>
                  <a:pt x="11756" y="4289"/>
                </a:lnTo>
                <a:lnTo>
                  <a:pt x="11757" y="4289"/>
                </a:lnTo>
                <a:lnTo>
                  <a:pt x="11758" y="4289"/>
                </a:lnTo>
                <a:lnTo>
                  <a:pt x="11759" y="4289"/>
                </a:lnTo>
                <a:lnTo>
                  <a:pt x="11760" y="4289"/>
                </a:lnTo>
                <a:lnTo>
                  <a:pt x="11761" y="4289"/>
                </a:lnTo>
                <a:lnTo>
                  <a:pt x="11762" y="4289"/>
                </a:lnTo>
                <a:lnTo>
                  <a:pt x="11763" y="4289"/>
                </a:lnTo>
                <a:lnTo>
                  <a:pt x="11764" y="4289"/>
                </a:lnTo>
                <a:lnTo>
                  <a:pt x="11765" y="4289"/>
                </a:lnTo>
                <a:lnTo>
                  <a:pt x="11766" y="4289"/>
                </a:lnTo>
                <a:lnTo>
                  <a:pt x="11767" y="4289"/>
                </a:lnTo>
                <a:lnTo>
                  <a:pt x="11768" y="4289"/>
                </a:lnTo>
                <a:lnTo>
                  <a:pt x="11769" y="4289"/>
                </a:lnTo>
                <a:lnTo>
                  <a:pt x="11770" y="4289"/>
                </a:lnTo>
                <a:lnTo>
                  <a:pt x="11771" y="4289"/>
                </a:lnTo>
                <a:lnTo>
                  <a:pt x="11772" y="4289"/>
                </a:lnTo>
                <a:lnTo>
                  <a:pt x="11773" y="4289"/>
                </a:lnTo>
                <a:lnTo>
                  <a:pt x="11774" y="4289"/>
                </a:lnTo>
                <a:lnTo>
                  <a:pt x="11775" y="4289"/>
                </a:lnTo>
                <a:lnTo>
                  <a:pt x="11776" y="4289"/>
                </a:lnTo>
                <a:lnTo>
                  <a:pt x="11777" y="4289"/>
                </a:lnTo>
                <a:lnTo>
                  <a:pt x="11778" y="4289"/>
                </a:lnTo>
                <a:lnTo>
                  <a:pt x="11779" y="4289"/>
                </a:lnTo>
                <a:lnTo>
                  <a:pt x="11780" y="4289"/>
                </a:lnTo>
                <a:lnTo>
                  <a:pt x="11781" y="4289"/>
                </a:lnTo>
                <a:lnTo>
                  <a:pt x="11782" y="4289"/>
                </a:lnTo>
                <a:lnTo>
                  <a:pt x="11783" y="4289"/>
                </a:lnTo>
                <a:lnTo>
                  <a:pt x="11784" y="4289"/>
                </a:lnTo>
                <a:lnTo>
                  <a:pt x="11785" y="4289"/>
                </a:lnTo>
                <a:lnTo>
                  <a:pt x="11786" y="4289"/>
                </a:lnTo>
                <a:lnTo>
                  <a:pt x="11787" y="4289"/>
                </a:lnTo>
                <a:lnTo>
                  <a:pt x="11788" y="4289"/>
                </a:lnTo>
                <a:lnTo>
                  <a:pt x="11789" y="4289"/>
                </a:lnTo>
                <a:lnTo>
                  <a:pt x="11790" y="4289"/>
                </a:lnTo>
                <a:lnTo>
                  <a:pt x="11791" y="4289"/>
                </a:lnTo>
                <a:lnTo>
                  <a:pt x="11792" y="4289"/>
                </a:lnTo>
                <a:lnTo>
                  <a:pt x="11793" y="4289"/>
                </a:lnTo>
                <a:lnTo>
                  <a:pt x="11794" y="4289"/>
                </a:lnTo>
                <a:lnTo>
                  <a:pt x="11795" y="4289"/>
                </a:lnTo>
                <a:lnTo>
                  <a:pt x="11796" y="4289"/>
                </a:lnTo>
                <a:lnTo>
                  <a:pt x="11797" y="4289"/>
                </a:lnTo>
                <a:lnTo>
                  <a:pt x="11798" y="4289"/>
                </a:lnTo>
                <a:lnTo>
                  <a:pt x="11799" y="4289"/>
                </a:lnTo>
                <a:lnTo>
                  <a:pt x="11800" y="4289"/>
                </a:lnTo>
                <a:lnTo>
                  <a:pt x="11801" y="4289"/>
                </a:lnTo>
                <a:lnTo>
                  <a:pt x="11802" y="4289"/>
                </a:lnTo>
                <a:lnTo>
                  <a:pt x="11803" y="4289"/>
                </a:lnTo>
                <a:lnTo>
                  <a:pt x="11804" y="4289"/>
                </a:lnTo>
                <a:lnTo>
                  <a:pt x="11805" y="4289"/>
                </a:lnTo>
                <a:lnTo>
                  <a:pt x="11806" y="4289"/>
                </a:lnTo>
                <a:lnTo>
                  <a:pt x="11807" y="4289"/>
                </a:lnTo>
                <a:lnTo>
                  <a:pt x="11808" y="4289"/>
                </a:lnTo>
                <a:lnTo>
                  <a:pt x="11809" y="4289"/>
                </a:lnTo>
                <a:lnTo>
                  <a:pt x="11810" y="4289"/>
                </a:lnTo>
                <a:lnTo>
                  <a:pt x="11811" y="4289"/>
                </a:lnTo>
                <a:lnTo>
                  <a:pt x="11812" y="4289"/>
                </a:lnTo>
                <a:lnTo>
                  <a:pt x="11813" y="4289"/>
                </a:lnTo>
                <a:lnTo>
                  <a:pt x="11814" y="4289"/>
                </a:lnTo>
                <a:lnTo>
                  <a:pt x="11815" y="4289"/>
                </a:lnTo>
                <a:lnTo>
                  <a:pt x="11816" y="4289"/>
                </a:lnTo>
                <a:lnTo>
                  <a:pt x="11817" y="4289"/>
                </a:lnTo>
                <a:lnTo>
                  <a:pt x="11818" y="4289"/>
                </a:lnTo>
                <a:lnTo>
                  <a:pt x="11819" y="4289"/>
                </a:lnTo>
                <a:lnTo>
                  <a:pt x="11820" y="4289"/>
                </a:lnTo>
                <a:lnTo>
                  <a:pt x="11821" y="4289"/>
                </a:lnTo>
                <a:lnTo>
                  <a:pt x="11822" y="4289"/>
                </a:lnTo>
                <a:lnTo>
                  <a:pt x="11823" y="4289"/>
                </a:lnTo>
                <a:lnTo>
                  <a:pt x="11824" y="4289"/>
                </a:lnTo>
                <a:lnTo>
                  <a:pt x="11825" y="4289"/>
                </a:lnTo>
                <a:lnTo>
                  <a:pt x="11826" y="4289"/>
                </a:lnTo>
                <a:lnTo>
                  <a:pt x="11827" y="4289"/>
                </a:lnTo>
                <a:lnTo>
                  <a:pt x="11828" y="4289"/>
                </a:lnTo>
                <a:lnTo>
                  <a:pt x="11829" y="4289"/>
                </a:lnTo>
                <a:lnTo>
                  <a:pt x="11830" y="4289"/>
                </a:lnTo>
                <a:lnTo>
                  <a:pt x="11831" y="4289"/>
                </a:lnTo>
                <a:lnTo>
                  <a:pt x="11832" y="4289"/>
                </a:lnTo>
                <a:lnTo>
                  <a:pt x="11833" y="4289"/>
                </a:lnTo>
                <a:lnTo>
                  <a:pt x="11834" y="4289"/>
                </a:lnTo>
                <a:lnTo>
                  <a:pt x="11835" y="4289"/>
                </a:lnTo>
                <a:lnTo>
                  <a:pt x="11836" y="4289"/>
                </a:lnTo>
                <a:lnTo>
                  <a:pt x="11837" y="4289"/>
                </a:lnTo>
                <a:lnTo>
                  <a:pt x="11838" y="4289"/>
                </a:lnTo>
                <a:lnTo>
                  <a:pt x="11839" y="4289"/>
                </a:lnTo>
                <a:lnTo>
                  <a:pt x="11840" y="4289"/>
                </a:lnTo>
                <a:lnTo>
                  <a:pt x="11841" y="4289"/>
                </a:lnTo>
                <a:lnTo>
                  <a:pt x="11842" y="4289"/>
                </a:lnTo>
                <a:lnTo>
                  <a:pt x="11843" y="4289"/>
                </a:lnTo>
                <a:lnTo>
                  <a:pt x="11844" y="4289"/>
                </a:lnTo>
                <a:lnTo>
                  <a:pt x="11845" y="4289"/>
                </a:lnTo>
                <a:lnTo>
                  <a:pt x="11846" y="4289"/>
                </a:lnTo>
                <a:lnTo>
                  <a:pt x="11847" y="4289"/>
                </a:lnTo>
                <a:lnTo>
                  <a:pt x="11848" y="4289"/>
                </a:lnTo>
                <a:lnTo>
                  <a:pt x="11849" y="4289"/>
                </a:lnTo>
                <a:lnTo>
                  <a:pt x="11850" y="4289"/>
                </a:lnTo>
                <a:lnTo>
                  <a:pt x="11851" y="4289"/>
                </a:lnTo>
                <a:lnTo>
                  <a:pt x="11852" y="4289"/>
                </a:lnTo>
                <a:lnTo>
                  <a:pt x="11853" y="4289"/>
                </a:lnTo>
                <a:lnTo>
                  <a:pt x="11854" y="4289"/>
                </a:lnTo>
                <a:lnTo>
                  <a:pt x="11855" y="4289"/>
                </a:lnTo>
                <a:lnTo>
                  <a:pt x="11856" y="4289"/>
                </a:lnTo>
                <a:lnTo>
                  <a:pt x="11857" y="4289"/>
                </a:lnTo>
                <a:lnTo>
                  <a:pt x="11858" y="4289"/>
                </a:lnTo>
                <a:lnTo>
                  <a:pt x="11859" y="4289"/>
                </a:lnTo>
                <a:lnTo>
                  <a:pt x="11860" y="4289"/>
                </a:lnTo>
                <a:lnTo>
                  <a:pt x="11861" y="4289"/>
                </a:lnTo>
                <a:lnTo>
                  <a:pt x="11862" y="4289"/>
                </a:lnTo>
                <a:lnTo>
                  <a:pt x="11863" y="4289"/>
                </a:lnTo>
                <a:lnTo>
                  <a:pt x="11864" y="4289"/>
                </a:lnTo>
                <a:lnTo>
                  <a:pt x="11865" y="4289"/>
                </a:lnTo>
                <a:lnTo>
                  <a:pt x="11866" y="4289"/>
                </a:lnTo>
                <a:lnTo>
                  <a:pt x="11867" y="4289"/>
                </a:lnTo>
                <a:lnTo>
                  <a:pt x="11868" y="4289"/>
                </a:lnTo>
                <a:lnTo>
                  <a:pt x="11869" y="4289"/>
                </a:lnTo>
                <a:lnTo>
                  <a:pt x="11870" y="4289"/>
                </a:lnTo>
                <a:lnTo>
                  <a:pt x="11871" y="4289"/>
                </a:lnTo>
                <a:lnTo>
                  <a:pt x="11872" y="4289"/>
                </a:lnTo>
                <a:lnTo>
                  <a:pt x="11873" y="4289"/>
                </a:lnTo>
                <a:lnTo>
                  <a:pt x="11874" y="4289"/>
                </a:lnTo>
                <a:lnTo>
                  <a:pt x="11875" y="4289"/>
                </a:lnTo>
                <a:lnTo>
                  <a:pt x="11876" y="4289"/>
                </a:lnTo>
                <a:lnTo>
                  <a:pt x="11877" y="4289"/>
                </a:lnTo>
                <a:lnTo>
                  <a:pt x="11878" y="4289"/>
                </a:lnTo>
                <a:lnTo>
                  <a:pt x="11879" y="4289"/>
                </a:lnTo>
                <a:lnTo>
                  <a:pt x="11880" y="4289"/>
                </a:lnTo>
                <a:lnTo>
                  <a:pt x="11881" y="4289"/>
                </a:lnTo>
                <a:lnTo>
                  <a:pt x="11882" y="4289"/>
                </a:lnTo>
                <a:lnTo>
                  <a:pt x="11883" y="4289"/>
                </a:lnTo>
                <a:lnTo>
                  <a:pt x="11884" y="4289"/>
                </a:lnTo>
                <a:lnTo>
                  <a:pt x="11885" y="4289"/>
                </a:lnTo>
                <a:lnTo>
                  <a:pt x="11886" y="4289"/>
                </a:lnTo>
                <a:lnTo>
                  <a:pt x="11887" y="4289"/>
                </a:lnTo>
                <a:lnTo>
                  <a:pt x="11888" y="4289"/>
                </a:lnTo>
                <a:lnTo>
                  <a:pt x="11889" y="4289"/>
                </a:lnTo>
                <a:lnTo>
                  <a:pt x="11890" y="4289"/>
                </a:lnTo>
                <a:lnTo>
                  <a:pt x="11891" y="4289"/>
                </a:lnTo>
                <a:lnTo>
                  <a:pt x="11892" y="4289"/>
                </a:lnTo>
                <a:lnTo>
                  <a:pt x="11893" y="4289"/>
                </a:lnTo>
                <a:lnTo>
                  <a:pt x="11894" y="4289"/>
                </a:lnTo>
                <a:lnTo>
                  <a:pt x="11895" y="4289"/>
                </a:lnTo>
                <a:lnTo>
                  <a:pt x="11896" y="4289"/>
                </a:lnTo>
                <a:lnTo>
                  <a:pt x="11897" y="4289"/>
                </a:lnTo>
                <a:lnTo>
                  <a:pt x="11898" y="4289"/>
                </a:lnTo>
                <a:lnTo>
                  <a:pt x="11899" y="4289"/>
                </a:lnTo>
                <a:lnTo>
                  <a:pt x="11900" y="4289"/>
                </a:lnTo>
                <a:lnTo>
                  <a:pt x="11901" y="4289"/>
                </a:lnTo>
                <a:lnTo>
                  <a:pt x="11902" y="4289"/>
                </a:lnTo>
                <a:lnTo>
                  <a:pt x="11903" y="4289"/>
                </a:lnTo>
                <a:lnTo>
                  <a:pt x="11904" y="4289"/>
                </a:lnTo>
                <a:lnTo>
                  <a:pt x="11905" y="4289"/>
                </a:lnTo>
                <a:lnTo>
                  <a:pt x="11906" y="4289"/>
                </a:lnTo>
                <a:lnTo>
                  <a:pt x="11907" y="4289"/>
                </a:lnTo>
                <a:lnTo>
                  <a:pt x="11908" y="4289"/>
                </a:lnTo>
                <a:lnTo>
                  <a:pt x="11909" y="4289"/>
                </a:lnTo>
                <a:lnTo>
                  <a:pt x="11910" y="4289"/>
                </a:lnTo>
                <a:lnTo>
                  <a:pt x="11911" y="4289"/>
                </a:lnTo>
                <a:lnTo>
                  <a:pt x="11912" y="4289"/>
                </a:lnTo>
                <a:lnTo>
                  <a:pt x="11913" y="4289"/>
                </a:lnTo>
                <a:lnTo>
                  <a:pt x="11914" y="4289"/>
                </a:lnTo>
                <a:lnTo>
                  <a:pt x="11915" y="4289"/>
                </a:lnTo>
                <a:lnTo>
                  <a:pt x="11916" y="4289"/>
                </a:lnTo>
                <a:lnTo>
                  <a:pt x="11917" y="4289"/>
                </a:lnTo>
                <a:lnTo>
                  <a:pt x="11918" y="4289"/>
                </a:lnTo>
                <a:lnTo>
                  <a:pt x="11919" y="4289"/>
                </a:lnTo>
                <a:lnTo>
                  <a:pt x="11920" y="4289"/>
                </a:lnTo>
                <a:lnTo>
                  <a:pt x="11921" y="4289"/>
                </a:lnTo>
                <a:lnTo>
                  <a:pt x="11922" y="4289"/>
                </a:lnTo>
                <a:lnTo>
                  <a:pt x="11923" y="4289"/>
                </a:lnTo>
                <a:lnTo>
                  <a:pt x="11924" y="4289"/>
                </a:lnTo>
                <a:lnTo>
                  <a:pt x="11925" y="4289"/>
                </a:lnTo>
                <a:lnTo>
                  <a:pt x="11926" y="4289"/>
                </a:lnTo>
                <a:lnTo>
                  <a:pt x="11927" y="4289"/>
                </a:lnTo>
                <a:lnTo>
                  <a:pt x="11928" y="4289"/>
                </a:lnTo>
                <a:lnTo>
                  <a:pt x="11929" y="4289"/>
                </a:lnTo>
                <a:lnTo>
                  <a:pt x="11930" y="4289"/>
                </a:lnTo>
                <a:lnTo>
                  <a:pt x="11931" y="4289"/>
                </a:lnTo>
                <a:lnTo>
                  <a:pt x="11932" y="4289"/>
                </a:lnTo>
                <a:lnTo>
                  <a:pt x="11933" y="4289"/>
                </a:lnTo>
                <a:lnTo>
                  <a:pt x="11934" y="4289"/>
                </a:lnTo>
                <a:lnTo>
                  <a:pt x="11935" y="4289"/>
                </a:lnTo>
                <a:lnTo>
                  <a:pt x="11936" y="4289"/>
                </a:lnTo>
                <a:lnTo>
                  <a:pt x="11937" y="4289"/>
                </a:lnTo>
                <a:lnTo>
                  <a:pt x="11938" y="4289"/>
                </a:lnTo>
                <a:lnTo>
                  <a:pt x="11939" y="4289"/>
                </a:lnTo>
                <a:lnTo>
                  <a:pt x="11940" y="4289"/>
                </a:lnTo>
                <a:lnTo>
                  <a:pt x="11941" y="4289"/>
                </a:lnTo>
                <a:lnTo>
                  <a:pt x="11942" y="4289"/>
                </a:lnTo>
                <a:lnTo>
                  <a:pt x="11943" y="4289"/>
                </a:lnTo>
                <a:lnTo>
                  <a:pt x="11944" y="4289"/>
                </a:lnTo>
                <a:lnTo>
                  <a:pt x="11945" y="4289"/>
                </a:lnTo>
                <a:lnTo>
                  <a:pt x="11946" y="4289"/>
                </a:lnTo>
                <a:lnTo>
                  <a:pt x="11947" y="4289"/>
                </a:lnTo>
                <a:lnTo>
                  <a:pt x="11948" y="4289"/>
                </a:lnTo>
                <a:lnTo>
                  <a:pt x="11949" y="4289"/>
                </a:lnTo>
                <a:lnTo>
                  <a:pt x="11950" y="4289"/>
                </a:lnTo>
                <a:lnTo>
                  <a:pt x="11951" y="4289"/>
                </a:lnTo>
                <a:lnTo>
                  <a:pt x="11952" y="4289"/>
                </a:lnTo>
                <a:lnTo>
                  <a:pt x="11953" y="4289"/>
                </a:lnTo>
                <a:lnTo>
                  <a:pt x="11954" y="4289"/>
                </a:lnTo>
                <a:lnTo>
                  <a:pt x="11955" y="4289"/>
                </a:lnTo>
                <a:lnTo>
                  <a:pt x="11956" y="4289"/>
                </a:lnTo>
                <a:lnTo>
                  <a:pt x="11957" y="4289"/>
                </a:lnTo>
                <a:lnTo>
                  <a:pt x="11958" y="4289"/>
                </a:lnTo>
                <a:lnTo>
                  <a:pt x="11959" y="4289"/>
                </a:lnTo>
                <a:lnTo>
                  <a:pt x="11960" y="4289"/>
                </a:lnTo>
                <a:lnTo>
                  <a:pt x="11961" y="4289"/>
                </a:lnTo>
                <a:lnTo>
                  <a:pt x="11962" y="4289"/>
                </a:lnTo>
                <a:lnTo>
                  <a:pt x="11963" y="4289"/>
                </a:lnTo>
                <a:lnTo>
                  <a:pt x="11964" y="4289"/>
                </a:lnTo>
                <a:lnTo>
                  <a:pt x="11965" y="4289"/>
                </a:lnTo>
                <a:lnTo>
                  <a:pt x="11966" y="4289"/>
                </a:lnTo>
                <a:lnTo>
                  <a:pt x="11967" y="4289"/>
                </a:lnTo>
                <a:lnTo>
                  <a:pt x="11968" y="4289"/>
                </a:lnTo>
                <a:lnTo>
                  <a:pt x="11969" y="4289"/>
                </a:lnTo>
                <a:lnTo>
                  <a:pt x="11970" y="4289"/>
                </a:lnTo>
                <a:lnTo>
                  <a:pt x="11971" y="4289"/>
                </a:lnTo>
                <a:lnTo>
                  <a:pt x="11972" y="4289"/>
                </a:lnTo>
                <a:lnTo>
                  <a:pt x="11973" y="4289"/>
                </a:lnTo>
                <a:lnTo>
                  <a:pt x="11974" y="4289"/>
                </a:lnTo>
                <a:lnTo>
                  <a:pt x="11975" y="4289"/>
                </a:lnTo>
                <a:lnTo>
                  <a:pt x="11976" y="4289"/>
                </a:lnTo>
                <a:lnTo>
                  <a:pt x="11977" y="4289"/>
                </a:lnTo>
                <a:lnTo>
                  <a:pt x="11978" y="4289"/>
                </a:lnTo>
                <a:lnTo>
                  <a:pt x="11979" y="4289"/>
                </a:lnTo>
                <a:lnTo>
                  <a:pt x="11980" y="4289"/>
                </a:lnTo>
                <a:lnTo>
                  <a:pt x="11981" y="4289"/>
                </a:lnTo>
                <a:lnTo>
                  <a:pt x="11982" y="4289"/>
                </a:lnTo>
                <a:lnTo>
                  <a:pt x="11983" y="4289"/>
                </a:lnTo>
                <a:lnTo>
                  <a:pt x="11984" y="4289"/>
                </a:lnTo>
                <a:lnTo>
                  <a:pt x="11985" y="4289"/>
                </a:lnTo>
                <a:lnTo>
                  <a:pt x="11986" y="4289"/>
                </a:lnTo>
                <a:lnTo>
                  <a:pt x="11987" y="4289"/>
                </a:lnTo>
                <a:lnTo>
                  <a:pt x="11988" y="4289"/>
                </a:lnTo>
                <a:lnTo>
                  <a:pt x="11989" y="4289"/>
                </a:lnTo>
                <a:lnTo>
                  <a:pt x="11990" y="4289"/>
                </a:lnTo>
                <a:lnTo>
                  <a:pt x="11991" y="4289"/>
                </a:lnTo>
                <a:lnTo>
                  <a:pt x="11992" y="4289"/>
                </a:lnTo>
                <a:lnTo>
                  <a:pt x="11993" y="4289"/>
                </a:lnTo>
                <a:lnTo>
                  <a:pt x="11994" y="4289"/>
                </a:lnTo>
                <a:lnTo>
                  <a:pt x="11995" y="4289"/>
                </a:lnTo>
                <a:lnTo>
                  <a:pt x="11996" y="4289"/>
                </a:lnTo>
                <a:lnTo>
                  <a:pt x="11997" y="4289"/>
                </a:lnTo>
                <a:lnTo>
                  <a:pt x="11998" y="4289"/>
                </a:lnTo>
                <a:lnTo>
                  <a:pt x="11999" y="4289"/>
                </a:lnTo>
                <a:lnTo>
                  <a:pt x="12000" y="4289"/>
                </a:lnTo>
                <a:lnTo>
                  <a:pt x="12001" y="4289"/>
                </a:lnTo>
                <a:lnTo>
                  <a:pt x="12002" y="4289"/>
                </a:lnTo>
                <a:lnTo>
                  <a:pt x="12003" y="4289"/>
                </a:lnTo>
                <a:lnTo>
                  <a:pt x="12004" y="4289"/>
                </a:lnTo>
                <a:lnTo>
                  <a:pt x="12005" y="4289"/>
                </a:lnTo>
                <a:lnTo>
                  <a:pt x="12006" y="4289"/>
                </a:lnTo>
                <a:lnTo>
                  <a:pt x="12007" y="4289"/>
                </a:lnTo>
                <a:lnTo>
                  <a:pt x="12008" y="4289"/>
                </a:lnTo>
                <a:lnTo>
                  <a:pt x="12009" y="4289"/>
                </a:lnTo>
                <a:lnTo>
                  <a:pt x="12010" y="4289"/>
                </a:lnTo>
                <a:lnTo>
                  <a:pt x="12011" y="4289"/>
                </a:lnTo>
                <a:lnTo>
                  <a:pt x="12012" y="4289"/>
                </a:lnTo>
                <a:lnTo>
                  <a:pt x="12013" y="4289"/>
                </a:lnTo>
                <a:lnTo>
                  <a:pt x="12014" y="4289"/>
                </a:lnTo>
                <a:lnTo>
                  <a:pt x="12015" y="4289"/>
                </a:lnTo>
                <a:lnTo>
                  <a:pt x="12016" y="4289"/>
                </a:lnTo>
                <a:lnTo>
                  <a:pt x="12017" y="4289"/>
                </a:lnTo>
                <a:lnTo>
                  <a:pt x="12018" y="4289"/>
                </a:lnTo>
                <a:lnTo>
                  <a:pt x="12019" y="4289"/>
                </a:lnTo>
                <a:lnTo>
                  <a:pt x="12020" y="4289"/>
                </a:lnTo>
                <a:lnTo>
                  <a:pt x="12021" y="4289"/>
                </a:lnTo>
                <a:lnTo>
                  <a:pt x="12022" y="4289"/>
                </a:lnTo>
                <a:lnTo>
                  <a:pt x="12023" y="4289"/>
                </a:lnTo>
                <a:lnTo>
                  <a:pt x="12024" y="4289"/>
                </a:lnTo>
                <a:lnTo>
                  <a:pt x="12025" y="4289"/>
                </a:lnTo>
                <a:lnTo>
                  <a:pt x="12026" y="4289"/>
                </a:lnTo>
                <a:lnTo>
                  <a:pt x="12027" y="4289"/>
                </a:lnTo>
                <a:lnTo>
                  <a:pt x="12028" y="4289"/>
                </a:lnTo>
                <a:lnTo>
                  <a:pt x="12029" y="4289"/>
                </a:lnTo>
                <a:lnTo>
                  <a:pt x="12030" y="4289"/>
                </a:lnTo>
                <a:lnTo>
                  <a:pt x="12031" y="4289"/>
                </a:lnTo>
                <a:lnTo>
                  <a:pt x="12032" y="4289"/>
                </a:lnTo>
                <a:lnTo>
                  <a:pt x="12033" y="4289"/>
                </a:lnTo>
                <a:lnTo>
                  <a:pt x="12034" y="4289"/>
                </a:lnTo>
                <a:lnTo>
                  <a:pt x="12035" y="4289"/>
                </a:lnTo>
                <a:lnTo>
                  <a:pt x="12036" y="4289"/>
                </a:lnTo>
                <a:lnTo>
                  <a:pt x="12037" y="4289"/>
                </a:lnTo>
                <a:lnTo>
                  <a:pt x="12038" y="4289"/>
                </a:lnTo>
                <a:lnTo>
                  <a:pt x="12039" y="4289"/>
                </a:lnTo>
                <a:lnTo>
                  <a:pt x="12040" y="4289"/>
                </a:lnTo>
                <a:lnTo>
                  <a:pt x="12041" y="4289"/>
                </a:lnTo>
                <a:lnTo>
                  <a:pt x="12042" y="4289"/>
                </a:lnTo>
                <a:lnTo>
                  <a:pt x="12043" y="4289"/>
                </a:lnTo>
                <a:lnTo>
                  <a:pt x="12044" y="4289"/>
                </a:lnTo>
                <a:lnTo>
                  <a:pt x="12045" y="4289"/>
                </a:lnTo>
                <a:lnTo>
                  <a:pt x="12046" y="4289"/>
                </a:lnTo>
                <a:lnTo>
                  <a:pt x="12047" y="4289"/>
                </a:lnTo>
                <a:lnTo>
                  <a:pt x="12048" y="4289"/>
                </a:lnTo>
                <a:lnTo>
                  <a:pt x="12049" y="4289"/>
                </a:lnTo>
                <a:lnTo>
                  <a:pt x="12050" y="4289"/>
                </a:lnTo>
                <a:lnTo>
                  <a:pt x="12051" y="4289"/>
                </a:lnTo>
                <a:lnTo>
                  <a:pt x="12052" y="4289"/>
                </a:lnTo>
                <a:lnTo>
                  <a:pt x="12053" y="4289"/>
                </a:lnTo>
                <a:lnTo>
                  <a:pt x="12054" y="4289"/>
                </a:lnTo>
                <a:lnTo>
                  <a:pt x="12055" y="4289"/>
                </a:lnTo>
                <a:lnTo>
                  <a:pt x="12056" y="4289"/>
                </a:lnTo>
                <a:lnTo>
                  <a:pt x="12057" y="4289"/>
                </a:lnTo>
                <a:lnTo>
                  <a:pt x="12058" y="4289"/>
                </a:lnTo>
                <a:lnTo>
                  <a:pt x="12059" y="4289"/>
                </a:lnTo>
                <a:lnTo>
                  <a:pt x="12060" y="4289"/>
                </a:lnTo>
                <a:lnTo>
                  <a:pt x="12061" y="4289"/>
                </a:lnTo>
                <a:lnTo>
                  <a:pt x="12062" y="4289"/>
                </a:lnTo>
                <a:lnTo>
                  <a:pt x="12063" y="4289"/>
                </a:lnTo>
                <a:lnTo>
                  <a:pt x="12064" y="4289"/>
                </a:lnTo>
                <a:lnTo>
                  <a:pt x="12065" y="4289"/>
                </a:lnTo>
                <a:lnTo>
                  <a:pt x="12066" y="4289"/>
                </a:lnTo>
                <a:lnTo>
                  <a:pt x="12067" y="4289"/>
                </a:lnTo>
                <a:lnTo>
                  <a:pt x="12068" y="4289"/>
                </a:lnTo>
                <a:lnTo>
                  <a:pt x="12069" y="4289"/>
                </a:lnTo>
                <a:lnTo>
                  <a:pt x="12070" y="4289"/>
                </a:lnTo>
                <a:lnTo>
                  <a:pt x="12071" y="4289"/>
                </a:lnTo>
                <a:lnTo>
                  <a:pt x="12072" y="4289"/>
                </a:lnTo>
                <a:lnTo>
                  <a:pt x="12073" y="4289"/>
                </a:lnTo>
                <a:lnTo>
                  <a:pt x="12074" y="4289"/>
                </a:lnTo>
                <a:lnTo>
                  <a:pt x="12075" y="4289"/>
                </a:lnTo>
                <a:lnTo>
                  <a:pt x="12076" y="4289"/>
                </a:lnTo>
                <a:lnTo>
                  <a:pt x="12077" y="4289"/>
                </a:lnTo>
                <a:lnTo>
                  <a:pt x="12078" y="4289"/>
                </a:lnTo>
                <a:lnTo>
                  <a:pt x="12079" y="4289"/>
                </a:lnTo>
                <a:lnTo>
                  <a:pt x="12080" y="4289"/>
                </a:lnTo>
                <a:lnTo>
                  <a:pt x="12081" y="4289"/>
                </a:lnTo>
                <a:lnTo>
                  <a:pt x="12082" y="4289"/>
                </a:lnTo>
                <a:lnTo>
                  <a:pt x="12083" y="4289"/>
                </a:lnTo>
                <a:lnTo>
                  <a:pt x="12084" y="4289"/>
                </a:lnTo>
                <a:lnTo>
                  <a:pt x="12085" y="4289"/>
                </a:lnTo>
                <a:lnTo>
                  <a:pt x="12086" y="4289"/>
                </a:lnTo>
                <a:lnTo>
                  <a:pt x="12087" y="4289"/>
                </a:lnTo>
                <a:lnTo>
                  <a:pt x="12088" y="4289"/>
                </a:lnTo>
                <a:lnTo>
                  <a:pt x="12089" y="4289"/>
                </a:lnTo>
                <a:lnTo>
                  <a:pt x="12090" y="4289"/>
                </a:lnTo>
                <a:lnTo>
                  <a:pt x="12091" y="4289"/>
                </a:lnTo>
                <a:lnTo>
                  <a:pt x="12092" y="4289"/>
                </a:lnTo>
                <a:lnTo>
                  <a:pt x="12093" y="4289"/>
                </a:lnTo>
                <a:lnTo>
                  <a:pt x="12094" y="4289"/>
                </a:lnTo>
                <a:lnTo>
                  <a:pt x="12095" y="4289"/>
                </a:lnTo>
                <a:lnTo>
                  <a:pt x="12096" y="4289"/>
                </a:lnTo>
                <a:lnTo>
                  <a:pt x="12097" y="4289"/>
                </a:lnTo>
                <a:lnTo>
                  <a:pt x="12098" y="4289"/>
                </a:lnTo>
                <a:lnTo>
                  <a:pt x="12099" y="4289"/>
                </a:lnTo>
                <a:lnTo>
                  <a:pt x="12100" y="4289"/>
                </a:lnTo>
                <a:lnTo>
                  <a:pt x="12101" y="4289"/>
                </a:lnTo>
                <a:lnTo>
                  <a:pt x="12102" y="4289"/>
                </a:lnTo>
                <a:lnTo>
                  <a:pt x="12103" y="4289"/>
                </a:lnTo>
                <a:lnTo>
                  <a:pt x="12104" y="4289"/>
                </a:lnTo>
                <a:lnTo>
                  <a:pt x="12105" y="4289"/>
                </a:lnTo>
                <a:lnTo>
                  <a:pt x="12106" y="4289"/>
                </a:lnTo>
                <a:lnTo>
                  <a:pt x="12107" y="4289"/>
                </a:lnTo>
                <a:lnTo>
                  <a:pt x="12108" y="4289"/>
                </a:lnTo>
                <a:lnTo>
                  <a:pt x="12109" y="4289"/>
                </a:lnTo>
                <a:lnTo>
                  <a:pt x="12110" y="4289"/>
                </a:lnTo>
                <a:lnTo>
                  <a:pt x="12111" y="4289"/>
                </a:lnTo>
                <a:lnTo>
                  <a:pt x="12112" y="4289"/>
                </a:lnTo>
                <a:lnTo>
                  <a:pt x="12113" y="4289"/>
                </a:lnTo>
                <a:lnTo>
                  <a:pt x="12114" y="4289"/>
                </a:lnTo>
                <a:lnTo>
                  <a:pt x="12115" y="4289"/>
                </a:lnTo>
                <a:lnTo>
                  <a:pt x="12116" y="4289"/>
                </a:lnTo>
                <a:lnTo>
                  <a:pt x="12117" y="4289"/>
                </a:lnTo>
                <a:lnTo>
                  <a:pt x="12118" y="4289"/>
                </a:lnTo>
                <a:lnTo>
                  <a:pt x="12119" y="4289"/>
                </a:lnTo>
                <a:lnTo>
                  <a:pt x="12120" y="4289"/>
                </a:lnTo>
                <a:lnTo>
                  <a:pt x="12121" y="4289"/>
                </a:lnTo>
                <a:lnTo>
                  <a:pt x="12122" y="4289"/>
                </a:lnTo>
                <a:lnTo>
                  <a:pt x="12123" y="4289"/>
                </a:lnTo>
                <a:lnTo>
                  <a:pt x="12124" y="4289"/>
                </a:lnTo>
                <a:lnTo>
                  <a:pt x="12125" y="4289"/>
                </a:lnTo>
                <a:lnTo>
                  <a:pt x="12126" y="4289"/>
                </a:lnTo>
                <a:lnTo>
                  <a:pt x="12127" y="4289"/>
                </a:lnTo>
                <a:lnTo>
                  <a:pt x="12128" y="4289"/>
                </a:lnTo>
                <a:lnTo>
                  <a:pt x="12129" y="4289"/>
                </a:lnTo>
                <a:lnTo>
                  <a:pt x="12130" y="4289"/>
                </a:lnTo>
                <a:lnTo>
                  <a:pt x="12131" y="4289"/>
                </a:lnTo>
                <a:lnTo>
                  <a:pt x="12132" y="4289"/>
                </a:lnTo>
                <a:lnTo>
                  <a:pt x="12133" y="4289"/>
                </a:lnTo>
                <a:lnTo>
                  <a:pt x="12134" y="4289"/>
                </a:lnTo>
                <a:lnTo>
                  <a:pt x="12135" y="4289"/>
                </a:lnTo>
                <a:lnTo>
                  <a:pt x="12136" y="4289"/>
                </a:lnTo>
                <a:lnTo>
                  <a:pt x="12137" y="4289"/>
                </a:lnTo>
                <a:lnTo>
                  <a:pt x="12138" y="4289"/>
                </a:lnTo>
                <a:lnTo>
                  <a:pt x="12139" y="4289"/>
                </a:lnTo>
                <a:lnTo>
                  <a:pt x="12140" y="4289"/>
                </a:lnTo>
                <a:lnTo>
                  <a:pt x="12141" y="4289"/>
                </a:lnTo>
                <a:lnTo>
                  <a:pt x="12142" y="4289"/>
                </a:lnTo>
                <a:lnTo>
                  <a:pt x="12143" y="4289"/>
                </a:lnTo>
                <a:lnTo>
                  <a:pt x="12144" y="4289"/>
                </a:lnTo>
                <a:lnTo>
                  <a:pt x="12145" y="4289"/>
                </a:lnTo>
                <a:lnTo>
                  <a:pt x="12146" y="4289"/>
                </a:lnTo>
                <a:lnTo>
                  <a:pt x="12147" y="4289"/>
                </a:lnTo>
                <a:lnTo>
                  <a:pt x="12148" y="4289"/>
                </a:lnTo>
                <a:lnTo>
                  <a:pt x="12149" y="4289"/>
                </a:lnTo>
                <a:lnTo>
                  <a:pt x="12150" y="4289"/>
                </a:lnTo>
                <a:lnTo>
                  <a:pt x="12151" y="4289"/>
                </a:lnTo>
                <a:lnTo>
                  <a:pt x="12152" y="4289"/>
                </a:lnTo>
                <a:lnTo>
                  <a:pt x="12153" y="4289"/>
                </a:lnTo>
                <a:lnTo>
                  <a:pt x="12154" y="4289"/>
                </a:lnTo>
                <a:lnTo>
                  <a:pt x="12155" y="4289"/>
                </a:lnTo>
                <a:lnTo>
                  <a:pt x="12156" y="4289"/>
                </a:lnTo>
                <a:lnTo>
                  <a:pt x="12157" y="4289"/>
                </a:lnTo>
                <a:lnTo>
                  <a:pt x="12158" y="4289"/>
                </a:lnTo>
                <a:lnTo>
                  <a:pt x="12159" y="4289"/>
                </a:lnTo>
                <a:lnTo>
                  <a:pt x="12160" y="4289"/>
                </a:lnTo>
                <a:lnTo>
                  <a:pt x="12161" y="4289"/>
                </a:lnTo>
                <a:lnTo>
                  <a:pt x="12162" y="4289"/>
                </a:lnTo>
                <a:lnTo>
                  <a:pt x="12163" y="4289"/>
                </a:lnTo>
                <a:lnTo>
                  <a:pt x="12164" y="4289"/>
                </a:lnTo>
                <a:lnTo>
                  <a:pt x="12165" y="4289"/>
                </a:lnTo>
                <a:lnTo>
                  <a:pt x="12166" y="4289"/>
                </a:lnTo>
                <a:lnTo>
                  <a:pt x="12167" y="4289"/>
                </a:lnTo>
                <a:lnTo>
                  <a:pt x="12168" y="4289"/>
                </a:lnTo>
                <a:lnTo>
                  <a:pt x="12169" y="4289"/>
                </a:lnTo>
                <a:lnTo>
                  <a:pt x="12170" y="4289"/>
                </a:lnTo>
                <a:lnTo>
                  <a:pt x="12171" y="4289"/>
                </a:lnTo>
                <a:lnTo>
                  <a:pt x="12172" y="4289"/>
                </a:lnTo>
                <a:lnTo>
                  <a:pt x="12173" y="4289"/>
                </a:lnTo>
                <a:lnTo>
                  <a:pt x="12174" y="4289"/>
                </a:lnTo>
                <a:lnTo>
                  <a:pt x="12175" y="4289"/>
                </a:lnTo>
                <a:lnTo>
                  <a:pt x="12176" y="4289"/>
                </a:lnTo>
                <a:lnTo>
                  <a:pt x="12177" y="4289"/>
                </a:lnTo>
                <a:lnTo>
                  <a:pt x="12178" y="4289"/>
                </a:lnTo>
                <a:lnTo>
                  <a:pt x="12179" y="4289"/>
                </a:lnTo>
                <a:lnTo>
                  <a:pt x="12180" y="4289"/>
                </a:lnTo>
                <a:lnTo>
                  <a:pt x="12181" y="4289"/>
                </a:lnTo>
                <a:lnTo>
                  <a:pt x="12182" y="4289"/>
                </a:lnTo>
                <a:lnTo>
                  <a:pt x="12183" y="4289"/>
                </a:lnTo>
                <a:lnTo>
                  <a:pt x="12184" y="4289"/>
                </a:lnTo>
                <a:lnTo>
                  <a:pt x="12185" y="4289"/>
                </a:lnTo>
                <a:lnTo>
                  <a:pt x="12186" y="4289"/>
                </a:lnTo>
                <a:lnTo>
                  <a:pt x="12187" y="4289"/>
                </a:lnTo>
                <a:lnTo>
                  <a:pt x="12188" y="4289"/>
                </a:lnTo>
                <a:lnTo>
                  <a:pt x="12189" y="4289"/>
                </a:lnTo>
                <a:lnTo>
                  <a:pt x="12190" y="4289"/>
                </a:lnTo>
                <a:lnTo>
                  <a:pt x="12191" y="4289"/>
                </a:lnTo>
                <a:lnTo>
                  <a:pt x="12192" y="4289"/>
                </a:lnTo>
                <a:lnTo>
                  <a:pt x="12193" y="4289"/>
                </a:lnTo>
                <a:lnTo>
                  <a:pt x="12194" y="4289"/>
                </a:lnTo>
                <a:lnTo>
                  <a:pt x="12195" y="4289"/>
                </a:lnTo>
                <a:lnTo>
                  <a:pt x="12196" y="4289"/>
                </a:lnTo>
                <a:lnTo>
                  <a:pt x="12197" y="4289"/>
                </a:lnTo>
                <a:lnTo>
                  <a:pt x="12198" y="4289"/>
                </a:lnTo>
                <a:lnTo>
                  <a:pt x="12199" y="4289"/>
                </a:lnTo>
                <a:lnTo>
                  <a:pt x="12200" y="4289"/>
                </a:lnTo>
                <a:lnTo>
                  <a:pt x="12201" y="4289"/>
                </a:lnTo>
                <a:lnTo>
                  <a:pt x="12202" y="4289"/>
                </a:lnTo>
                <a:lnTo>
                  <a:pt x="12203" y="4289"/>
                </a:lnTo>
                <a:lnTo>
                  <a:pt x="12204" y="4289"/>
                </a:lnTo>
                <a:lnTo>
                  <a:pt x="12205" y="4289"/>
                </a:lnTo>
                <a:lnTo>
                  <a:pt x="12206" y="4289"/>
                </a:lnTo>
                <a:lnTo>
                  <a:pt x="12207" y="4289"/>
                </a:lnTo>
                <a:lnTo>
                  <a:pt x="12208" y="4289"/>
                </a:lnTo>
                <a:lnTo>
                  <a:pt x="12209" y="4289"/>
                </a:lnTo>
                <a:lnTo>
                  <a:pt x="12210" y="4289"/>
                </a:lnTo>
                <a:lnTo>
                  <a:pt x="12211" y="4289"/>
                </a:lnTo>
                <a:lnTo>
                  <a:pt x="12212" y="4289"/>
                </a:lnTo>
                <a:lnTo>
                  <a:pt x="12213" y="4289"/>
                </a:lnTo>
                <a:lnTo>
                  <a:pt x="12214" y="4289"/>
                </a:lnTo>
                <a:lnTo>
                  <a:pt x="12215" y="4289"/>
                </a:lnTo>
                <a:lnTo>
                  <a:pt x="12216" y="4289"/>
                </a:lnTo>
                <a:lnTo>
                  <a:pt x="12217" y="4289"/>
                </a:lnTo>
                <a:lnTo>
                  <a:pt x="12218" y="4289"/>
                </a:lnTo>
                <a:lnTo>
                  <a:pt x="12219" y="4289"/>
                </a:lnTo>
                <a:lnTo>
                  <a:pt x="12220" y="4289"/>
                </a:lnTo>
                <a:lnTo>
                  <a:pt x="12221" y="4289"/>
                </a:lnTo>
                <a:lnTo>
                  <a:pt x="12222" y="4289"/>
                </a:lnTo>
                <a:lnTo>
                  <a:pt x="12223" y="4289"/>
                </a:lnTo>
                <a:lnTo>
                  <a:pt x="12224" y="4289"/>
                </a:lnTo>
                <a:lnTo>
                  <a:pt x="12225" y="4289"/>
                </a:lnTo>
                <a:lnTo>
                  <a:pt x="12226" y="4289"/>
                </a:lnTo>
                <a:lnTo>
                  <a:pt x="12227" y="4289"/>
                </a:lnTo>
                <a:lnTo>
                  <a:pt x="12228" y="4289"/>
                </a:lnTo>
                <a:lnTo>
                  <a:pt x="12229" y="4289"/>
                </a:lnTo>
                <a:lnTo>
                  <a:pt x="12230" y="4289"/>
                </a:lnTo>
                <a:lnTo>
                  <a:pt x="12231" y="4289"/>
                </a:lnTo>
                <a:lnTo>
                  <a:pt x="12232" y="4289"/>
                </a:lnTo>
                <a:lnTo>
                  <a:pt x="12233" y="4289"/>
                </a:lnTo>
                <a:lnTo>
                  <a:pt x="12234" y="4289"/>
                </a:lnTo>
                <a:lnTo>
                  <a:pt x="12235" y="4289"/>
                </a:lnTo>
                <a:lnTo>
                  <a:pt x="12236" y="4289"/>
                </a:lnTo>
                <a:lnTo>
                  <a:pt x="12237" y="4289"/>
                </a:lnTo>
                <a:lnTo>
                  <a:pt x="12238" y="4289"/>
                </a:lnTo>
                <a:lnTo>
                  <a:pt x="12239" y="4289"/>
                </a:lnTo>
                <a:lnTo>
                  <a:pt x="12240" y="4289"/>
                </a:lnTo>
                <a:lnTo>
                  <a:pt x="12241" y="4289"/>
                </a:lnTo>
                <a:lnTo>
                  <a:pt x="12242" y="4289"/>
                </a:lnTo>
                <a:lnTo>
                  <a:pt x="12243" y="4289"/>
                </a:lnTo>
                <a:lnTo>
                  <a:pt x="12244" y="4289"/>
                </a:lnTo>
                <a:lnTo>
                  <a:pt x="12245" y="4289"/>
                </a:lnTo>
                <a:lnTo>
                  <a:pt x="12246" y="4289"/>
                </a:lnTo>
                <a:lnTo>
                  <a:pt x="12247" y="4289"/>
                </a:lnTo>
                <a:lnTo>
                  <a:pt x="12248" y="4289"/>
                </a:lnTo>
                <a:lnTo>
                  <a:pt x="12249" y="4289"/>
                </a:lnTo>
                <a:lnTo>
                  <a:pt x="12250" y="4289"/>
                </a:lnTo>
                <a:lnTo>
                  <a:pt x="12251" y="4289"/>
                </a:lnTo>
                <a:lnTo>
                  <a:pt x="12252" y="4289"/>
                </a:lnTo>
                <a:lnTo>
                  <a:pt x="12253" y="4289"/>
                </a:lnTo>
                <a:lnTo>
                  <a:pt x="12254" y="4289"/>
                </a:lnTo>
                <a:lnTo>
                  <a:pt x="12255" y="4289"/>
                </a:lnTo>
                <a:lnTo>
                  <a:pt x="12256" y="4289"/>
                </a:lnTo>
                <a:lnTo>
                  <a:pt x="12257" y="4289"/>
                </a:lnTo>
                <a:lnTo>
                  <a:pt x="12258" y="4289"/>
                </a:lnTo>
                <a:lnTo>
                  <a:pt x="12259" y="4289"/>
                </a:lnTo>
                <a:lnTo>
                  <a:pt x="12260" y="4289"/>
                </a:lnTo>
                <a:lnTo>
                  <a:pt x="12261" y="4289"/>
                </a:lnTo>
                <a:lnTo>
                  <a:pt x="12262" y="4289"/>
                </a:lnTo>
                <a:lnTo>
                  <a:pt x="12263" y="4289"/>
                </a:lnTo>
                <a:lnTo>
                  <a:pt x="12264" y="4289"/>
                </a:lnTo>
                <a:lnTo>
                  <a:pt x="12265" y="4289"/>
                </a:lnTo>
                <a:lnTo>
                  <a:pt x="12266" y="4289"/>
                </a:lnTo>
                <a:lnTo>
                  <a:pt x="12267" y="4289"/>
                </a:lnTo>
                <a:lnTo>
                  <a:pt x="12268" y="4289"/>
                </a:lnTo>
                <a:lnTo>
                  <a:pt x="12269" y="4289"/>
                </a:lnTo>
                <a:lnTo>
                  <a:pt x="12270" y="4289"/>
                </a:lnTo>
                <a:lnTo>
                  <a:pt x="12271" y="4289"/>
                </a:lnTo>
                <a:lnTo>
                  <a:pt x="12272" y="4289"/>
                </a:lnTo>
                <a:lnTo>
                  <a:pt x="12273" y="4289"/>
                </a:lnTo>
                <a:lnTo>
                  <a:pt x="12274" y="4289"/>
                </a:lnTo>
                <a:lnTo>
                  <a:pt x="12275" y="4289"/>
                </a:lnTo>
                <a:lnTo>
                  <a:pt x="12276" y="4289"/>
                </a:lnTo>
                <a:lnTo>
                  <a:pt x="12277" y="4289"/>
                </a:lnTo>
                <a:lnTo>
                  <a:pt x="12278" y="4289"/>
                </a:lnTo>
                <a:lnTo>
                  <a:pt x="12279" y="4289"/>
                </a:lnTo>
                <a:lnTo>
                  <a:pt x="12280" y="4289"/>
                </a:lnTo>
                <a:lnTo>
                  <a:pt x="12281" y="4289"/>
                </a:lnTo>
                <a:lnTo>
                  <a:pt x="12282" y="4289"/>
                </a:lnTo>
                <a:lnTo>
                  <a:pt x="12283" y="4289"/>
                </a:lnTo>
                <a:lnTo>
                  <a:pt x="12284" y="4289"/>
                </a:lnTo>
                <a:lnTo>
                  <a:pt x="12285" y="4289"/>
                </a:lnTo>
                <a:lnTo>
                  <a:pt x="12286" y="4289"/>
                </a:lnTo>
                <a:lnTo>
                  <a:pt x="12287" y="4289"/>
                </a:lnTo>
                <a:lnTo>
                  <a:pt x="12288" y="4289"/>
                </a:lnTo>
                <a:lnTo>
                  <a:pt x="12289" y="4289"/>
                </a:lnTo>
                <a:lnTo>
                  <a:pt x="12290" y="4289"/>
                </a:lnTo>
                <a:lnTo>
                  <a:pt x="12291" y="4289"/>
                </a:lnTo>
                <a:lnTo>
                  <a:pt x="12292" y="4289"/>
                </a:lnTo>
                <a:lnTo>
                  <a:pt x="12293" y="4289"/>
                </a:lnTo>
                <a:lnTo>
                  <a:pt x="12294" y="4289"/>
                </a:lnTo>
                <a:lnTo>
                  <a:pt x="12295" y="4289"/>
                </a:lnTo>
                <a:lnTo>
                  <a:pt x="12296" y="4289"/>
                </a:lnTo>
                <a:lnTo>
                  <a:pt x="12297" y="4289"/>
                </a:lnTo>
                <a:lnTo>
                  <a:pt x="12298" y="4289"/>
                </a:lnTo>
                <a:lnTo>
                  <a:pt x="12299" y="4289"/>
                </a:lnTo>
                <a:lnTo>
                  <a:pt x="12300" y="4289"/>
                </a:lnTo>
                <a:lnTo>
                  <a:pt x="12301" y="4289"/>
                </a:lnTo>
                <a:lnTo>
                  <a:pt x="12302" y="4289"/>
                </a:lnTo>
                <a:lnTo>
                  <a:pt x="12303" y="4289"/>
                </a:lnTo>
                <a:lnTo>
                  <a:pt x="12304" y="4289"/>
                </a:lnTo>
                <a:lnTo>
                  <a:pt x="12305" y="4289"/>
                </a:lnTo>
                <a:lnTo>
                  <a:pt x="12306" y="4289"/>
                </a:lnTo>
                <a:lnTo>
                  <a:pt x="12307" y="4289"/>
                </a:lnTo>
                <a:lnTo>
                  <a:pt x="12308" y="4289"/>
                </a:lnTo>
                <a:lnTo>
                  <a:pt x="12309" y="4289"/>
                </a:lnTo>
                <a:lnTo>
                  <a:pt x="12310" y="4289"/>
                </a:lnTo>
                <a:lnTo>
                  <a:pt x="12311" y="4289"/>
                </a:lnTo>
                <a:lnTo>
                  <a:pt x="12312" y="4289"/>
                </a:lnTo>
                <a:lnTo>
                  <a:pt x="12313" y="4289"/>
                </a:lnTo>
                <a:lnTo>
                  <a:pt x="12314" y="4289"/>
                </a:lnTo>
                <a:lnTo>
                  <a:pt x="12315" y="4289"/>
                </a:lnTo>
                <a:lnTo>
                  <a:pt x="12316" y="4289"/>
                </a:lnTo>
                <a:lnTo>
                  <a:pt x="12317" y="4289"/>
                </a:lnTo>
                <a:lnTo>
                  <a:pt x="12318" y="4289"/>
                </a:lnTo>
                <a:lnTo>
                  <a:pt x="12319" y="4289"/>
                </a:lnTo>
                <a:lnTo>
                  <a:pt x="12320" y="4289"/>
                </a:lnTo>
                <a:lnTo>
                  <a:pt x="12321" y="4289"/>
                </a:lnTo>
                <a:lnTo>
                  <a:pt x="12322" y="4289"/>
                </a:lnTo>
                <a:lnTo>
                  <a:pt x="12323" y="4289"/>
                </a:lnTo>
                <a:lnTo>
                  <a:pt x="12324" y="4289"/>
                </a:lnTo>
                <a:lnTo>
                  <a:pt x="12325" y="4289"/>
                </a:lnTo>
                <a:lnTo>
                  <a:pt x="12326" y="4289"/>
                </a:lnTo>
                <a:lnTo>
                  <a:pt x="12327" y="4289"/>
                </a:lnTo>
                <a:lnTo>
                  <a:pt x="12328" y="4289"/>
                </a:lnTo>
                <a:lnTo>
                  <a:pt x="12329" y="4289"/>
                </a:lnTo>
                <a:lnTo>
                  <a:pt x="12330" y="4289"/>
                </a:lnTo>
                <a:lnTo>
                  <a:pt x="12331" y="4289"/>
                </a:lnTo>
                <a:lnTo>
                  <a:pt x="12332" y="4289"/>
                </a:lnTo>
                <a:lnTo>
                  <a:pt x="12333" y="4289"/>
                </a:lnTo>
                <a:lnTo>
                  <a:pt x="12334" y="4289"/>
                </a:lnTo>
                <a:lnTo>
                  <a:pt x="12335" y="4289"/>
                </a:lnTo>
                <a:lnTo>
                  <a:pt x="12336" y="4289"/>
                </a:lnTo>
                <a:lnTo>
                  <a:pt x="12337" y="4289"/>
                </a:lnTo>
                <a:lnTo>
                  <a:pt x="12338" y="4289"/>
                </a:lnTo>
                <a:lnTo>
                  <a:pt x="12339" y="4289"/>
                </a:lnTo>
                <a:lnTo>
                  <a:pt x="12340" y="4289"/>
                </a:lnTo>
                <a:lnTo>
                  <a:pt x="12341" y="4289"/>
                </a:lnTo>
                <a:lnTo>
                  <a:pt x="12342" y="4289"/>
                </a:lnTo>
                <a:lnTo>
                  <a:pt x="12343" y="4289"/>
                </a:lnTo>
                <a:lnTo>
                  <a:pt x="12344" y="4289"/>
                </a:lnTo>
                <a:lnTo>
                  <a:pt x="12345" y="4289"/>
                </a:lnTo>
                <a:lnTo>
                  <a:pt x="12346" y="4289"/>
                </a:lnTo>
                <a:lnTo>
                  <a:pt x="12347" y="4289"/>
                </a:lnTo>
                <a:lnTo>
                  <a:pt x="12348" y="4289"/>
                </a:lnTo>
                <a:lnTo>
                  <a:pt x="12349" y="4289"/>
                </a:lnTo>
                <a:lnTo>
                  <a:pt x="12350" y="4289"/>
                </a:lnTo>
                <a:lnTo>
                  <a:pt x="12351" y="4289"/>
                </a:lnTo>
                <a:lnTo>
                  <a:pt x="12352" y="4289"/>
                </a:lnTo>
                <a:lnTo>
                  <a:pt x="12353" y="4289"/>
                </a:lnTo>
                <a:lnTo>
                  <a:pt x="12354" y="4289"/>
                </a:lnTo>
                <a:lnTo>
                  <a:pt x="12355" y="4289"/>
                </a:lnTo>
                <a:lnTo>
                  <a:pt x="12356" y="4289"/>
                </a:lnTo>
                <a:lnTo>
                  <a:pt x="12357" y="4289"/>
                </a:lnTo>
                <a:lnTo>
                  <a:pt x="12358" y="4289"/>
                </a:lnTo>
                <a:lnTo>
                  <a:pt x="12359" y="4289"/>
                </a:lnTo>
                <a:lnTo>
                  <a:pt x="12360" y="4289"/>
                </a:lnTo>
                <a:lnTo>
                  <a:pt x="12361" y="4289"/>
                </a:lnTo>
                <a:lnTo>
                  <a:pt x="12362" y="4289"/>
                </a:lnTo>
                <a:lnTo>
                  <a:pt x="12363" y="4289"/>
                </a:lnTo>
                <a:lnTo>
                  <a:pt x="12364" y="4289"/>
                </a:lnTo>
                <a:lnTo>
                  <a:pt x="12365" y="4289"/>
                </a:lnTo>
                <a:lnTo>
                  <a:pt x="12366" y="4289"/>
                </a:lnTo>
                <a:lnTo>
                  <a:pt x="12367" y="4289"/>
                </a:lnTo>
                <a:lnTo>
                  <a:pt x="12368" y="4289"/>
                </a:lnTo>
                <a:lnTo>
                  <a:pt x="12369" y="4289"/>
                </a:lnTo>
                <a:lnTo>
                  <a:pt x="12370" y="4289"/>
                </a:lnTo>
                <a:lnTo>
                  <a:pt x="12371" y="4289"/>
                </a:lnTo>
                <a:lnTo>
                  <a:pt x="12372" y="4289"/>
                </a:lnTo>
                <a:lnTo>
                  <a:pt x="12373" y="4289"/>
                </a:lnTo>
                <a:lnTo>
                  <a:pt x="12374" y="4289"/>
                </a:lnTo>
                <a:lnTo>
                  <a:pt x="12375" y="4289"/>
                </a:lnTo>
                <a:lnTo>
                  <a:pt x="12376" y="4289"/>
                </a:lnTo>
                <a:lnTo>
                  <a:pt x="12377" y="4289"/>
                </a:lnTo>
                <a:lnTo>
                  <a:pt x="12378" y="4289"/>
                </a:lnTo>
                <a:lnTo>
                  <a:pt x="12379" y="4289"/>
                </a:lnTo>
                <a:lnTo>
                  <a:pt x="12380" y="4289"/>
                </a:lnTo>
                <a:lnTo>
                  <a:pt x="12381" y="4289"/>
                </a:lnTo>
                <a:lnTo>
                  <a:pt x="12382" y="4289"/>
                </a:lnTo>
                <a:lnTo>
                  <a:pt x="12383" y="4289"/>
                </a:lnTo>
                <a:lnTo>
                  <a:pt x="12384" y="4289"/>
                </a:lnTo>
                <a:lnTo>
                  <a:pt x="12385" y="4289"/>
                </a:lnTo>
                <a:lnTo>
                  <a:pt x="12386" y="4289"/>
                </a:lnTo>
                <a:lnTo>
                  <a:pt x="12387" y="4289"/>
                </a:lnTo>
                <a:lnTo>
                  <a:pt x="12388" y="4289"/>
                </a:lnTo>
                <a:lnTo>
                  <a:pt x="12389" y="4289"/>
                </a:lnTo>
                <a:lnTo>
                  <a:pt x="12390" y="4289"/>
                </a:lnTo>
                <a:lnTo>
                  <a:pt x="12391" y="4289"/>
                </a:lnTo>
                <a:lnTo>
                  <a:pt x="12392" y="4289"/>
                </a:lnTo>
                <a:lnTo>
                  <a:pt x="12393" y="4289"/>
                </a:lnTo>
                <a:lnTo>
                  <a:pt x="12394" y="4289"/>
                </a:lnTo>
                <a:lnTo>
                  <a:pt x="12395" y="4289"/>
                </a:lnTo>
                <a:lnTo>
                  <a:pt x="12396" y="4289"/>
                </a:lnTo>
                <a:lnTo>
                  <a:pt x="12397" y="4289"/>
                </a:lnTo>
                <a:lnTo>
                  <a:pt x="12398" y="4289"/>
                </a:lnTo>
                <a:lnTo>
                  <a:pt x="12399" y="4289"/>
                </a:lnTo>
                <a:lnTo>
                  <a:pt x="12400" y="4289"/>
                </a:lnTo>
                <a:lnTo>
                  <a:pt x="12401" y="4289"/>
                </a:lnTo>
                <a:lnTo>
                  <a:pt x="12402" y="4289"/>
                </a:lnTo>
                <a:lnTo>
                  <a:pt x="12403" y="4289"/>
                </a:lnTo>
                <a:lnTo>
                  <a:pt x="12404" y="4289"/>
                </a:lnTo>
                <a:lnTo>
                  <a:pt x="12405" y="4289"/>
                </a:lnTo>
                <a:lnTo>
                  <a:pt x="12406" y="4289"/>
                </a:lnTo>
                <a:lnTo>
                  <a:pt x="12407" y="4289"/>
                </a:lnTo>
                <a:lnTo>
                  <a:pt x="12408" y="4289"/>
                </a:lnTo>
                <a:lnTo>
                  <a:pt x="12409" y="4289"/>
                </a:lnTo>
                <a:lnTo>
                  <a:pt x="12410" y="4289"/>
                </a:lnTo>
                <a:lnTo>
                  <a:pt x="12411" y="4289"/>
                </a:lnTo>
                <a:lnTo>
                  <a:pt x="12412" y="4289"/>
                </a:lnTo>
                <a:lnTo>
                  <a:pt x="12413" y="4289"/>
                </a:lnTo>
                <a:lnTo>
                  <a:pt x="12414" y="4289"/>
                </a:lnTo>
                <a:lnTo>
                  <a:pt x="12415" y="4289"/>
                </a:lnTo>
                <a:lnTo>
                  <a:pt x="12416" y="4289"/>
                </a:lnTo>
                <a:lnTo>
                  <a:pt x="12417" y="4289"/>
                </a:lnTo>
                <a:lnTo>
                  <a:pt x="12418" y="4289"/>
                </a:lnTo>
                <a:lnTo>
                  <a:pt x="12419" y="4289"/>
                </a:lnTo>
                <a:lnTo>
                  <a:pt x="12420" y="4289"/>
                </a:lnTo>
                <a:lnTo>
                  <a:pt x="12421" y="4289"/>
                </a:lnTo>
                <a:lnTo>
                  <a:pt x="12422" y="4289"/>
                </a:lnTo>
                <a:lnTo>
                  <a:pt x="12423" y="4289"/>
                </a:lnTo>
                <a:lnTo>
                  <a:pt x="12424" y="4289"/>
                </a:lnTo>
                <a:lnTo>
                  <a:pt x="12425" y="4289"/>
                </a:lnTo>
                <a:lnTo>
                  <a:pt x="12426" y="4289"/>
                </a:lnTo>
                <a:lnTo>
                  <a:pt x="12427" y="4289"/>
                </a:lnTo>
                <a:lnTo>
                  <a:pt x="12428" y="4289"/>
                </a:lnTo>
                <a:lnTo>
                  <a:pt x="12429" y="4289"/>
                </a:lnTo>
                <a:lnTo>
                  <a:pt x="12430" y="4289"/>
                </a:lnTo>
                <a:lnTo>
                  <a:pt x="12431" y="4289"/>
                </a:lnTo>
                <a:lnTo>
                  <a:pt x="12432" y="4289"/>
                </a:lnTo>
                <a:lnTo>
                  <a:pt x="12433" y="4289"/>
                </a:lnTo>
                <a:lnTo>
                  <a:pt x="12434" y="4289"/>
                </a:lnTo>
                <a:lnTo>
                  <a:pt x="12435" y="4289"/>
                </a:lnTo>
                <a:lnTo>
                  <a:pt x="12436" y="4289"/>
                </a:lnTo>
                <a:lnTo>
                  <a:pt x="12437" y="4289"/>
                </a:lnTo>
                <a:lnTo>
                  <a:pt x="12438" y="4289"/>
                </a:lnTo>
                <a:lnTo>
                  <a:pt x="12439" y="4289"/>
                </a:lnTo>
                <a:lnTo>
                  <a:pt x="12440" y="4289"/>
                </a:lnTo>
                <a:lnTo>
                  <a:pt x="12441" y="4289"/>
                </a:lnTo>
                <a:lnTo>
                  <a:pt x="12442" y="4289"/>
                </a:lnTo>
                <a:lnTo>
                  <a:pt x="12443" y="4289"/>
                </a:lnTo>
                <a:lnTo>
                  <a:pt x="12444" y="4289"/>
                </a:lnTo>
                <a:lnTo>
                  <a:pt x="12445" y="4289"/>
                </a:lnTo>
                <a:lnTo>
                  <a:pt x="12446" y="4289"/>
                </a:lnTo>
                <a:lnTo>
                  <a:pt x="12447" y="4289"/>
                </a:lnTo>
                <a:lnTo>
                  <a:pt x="12448" y="4289"/>
                </a:lnTo>
                <a:lnTo>
                  <a:pt x="12449" y="4289"/>
                </a:lnTo>
                <a:lnTo>
                  <a:pt x="12450" y="4289"/>
                </a:lnTo>
                <a:lnTo>
                  <a:pt x="12451" y="4289"/>
                </a:lnTo>
                <a:lnTo>
                  <a:pt x="12452" y="4289"/>
                </a:lnTo>
                <a:lnTo>
                  <a:pt x="12453" y="4289"/>
                </a:lnTo>
                <a:lnTo>
                  <a:pt x="12454" y="4289"/>
                </a:lnTo>
                <a:lnTo>
                  <a:pt x="12455" y="4289"/>
                </a:lnTo>
                <a:lnTo>
                  <a:pt x="12456" y="4289"/>
                </a:lnTo>
                <a:lnTo>
                  <a:pt x="12457" y="4289"/>
                </a:lnTo>
                <a:lnTo>
                  <a:pt x="12458" y="4289"/>
                </a:lnTo>
                <a:lnTo>
                  <a:pt x="12459" y="4289"/>
                </a:lnTo>
                <a:lnTo>
                  <a:pt x="12460" y="4289"/>
                </a:lnTo>
                <a:lnTo>
                  <a:pt x="12461" y="4289"/>
                </a:lnTo>
                <a:lnTo>
                  <a:pt x="12462" y="4289"/>
                </a:lnTo>
                <a:lnTo>
                  <a:pt x="12463" y="4289"/>
                </a:lnTo>
                <a:lnTo>
                  <a:pt x="12464" y="4289"/>
                </a:lnTo>
                <a:lnTo>
                  <a:pt x="12465" y="4289"/>
                </a:lnTo>
                <a:lnTo>
                  <a:pt x="12466" y="4289"/>
                </a:lnTo>
                <a:lnTo>
                  <a:pt x="12467" y="4289"/>
                </a:lnTo>
                <a:lnTo>
                  <a:pt x="12468" y="4289"/>
                </a:lnTo>
                <a:lnTo>
                  <a:pt x="12469" y="4289"/>
                </a:lnTo>
                <a:lnTo>
                  <a:pt x="12470" y="4289"/>
                </a:lnTo>
                <a:lnTo>
                  <a:pt x="12471" y="4289"/>
                </a:lnTo>
                <a:lnTo>
                  <a:pt x="12472" y="4289"/>
                </a:lnTo>
                <a:lnTo>
                  <a:pt x="12473" y="4289"/>
                </a:lnTo>
                <a:lnTo>
                  <a:pt x="12474" y="4289"/>
                </a:lnTo>
                <a:lnTo>
                  <a:pt x="12475" y="4289"/>
                </a:lnTo>
                <a:lnTo>
                  <a:pt x="12476" y="4289"/>
                </a:lnTo>
                <a:lnTo>
                  <a:pt x="12477" y="4289"/>
                </a:lnTo>
                <a:lnTo>
                  <a:pt x="12478" y="4289"/>
                </a:lnTo>
                <a:lnTo>
                  <a:pt x="12479" y="4289"/>
                </a:lnTo>
                <a:lnTo>
                  <a:pt x="12480" y="4289"/>
                </a:lnTo>
                <a:lnTo>
                  <a:pt x="12481" y="4289"/>
                </a:lnTo>
                <a:lnTo>
                  <a:pt x="12482" y="4289"/>
                </a:lnTo>
                <a:lnTo>
                  <a:pt x="12483" y="4289"/>
                </a:lnTo>
                <a:lnTo>
                  <a:pt x="12484" y="4289"/>
                </a:lnTo>
                <a:lnTo>
                  <a:pt x="12485" y="4289"/>
                </a:lnTo>
                <a:lnTo>
                  <a:pt x="12486" y="4289"/>
                </a:lnTo>
                <a:lnTo>
                  <a:pt x="12487" y="4289"/>
                </a:lnTo>
                <a:lnTo>
                  <a:pt x="12488" y="4289"/>
                </a:lnTo>
                <a:lnTo>
                  <a:pt x="12489" y="4289"/>
                </a:lnTo>
                <a:lnTo>
                  <a:pt x="12490" y="4289"/>
                </a:lnTo>
                <a:lnTo>
                  <a:pt x="12491" y="4289"/>
                </a:lnTo>
                <a:lnTo>
                  <a:pt x="12492" y="4289"/>
                </a:lnTo>
                <a:lnTo>
                  <a:pt x="12493" y="4289"/>
                </a:lnTo>
                <a:lnTo>
                  <a:pt x="12494" y="4289"/>
                </a:lnTo>
                <a:lnTo>
                  <a:pt x="12495" y="4289"/>
                </a:lnTo>
                <a:lnTo>
                  <a:pt x="12496" y="4289"/>
                </a:lnTo>
                <a:lnTo>
                  <a:pt x="12497" y="4289"/>
                </a:lnTo>
                <a:lnTo>
                  <a:pt x="12498" y="4289"/>
                </a:lnTo>
                <a:lnTo>
                  <a:pt x="12499" y="4289"/>
                </a:lnTo>
                <a:lnTo>
                  <a:pt x="12500" y="4289"/>
                </a:lnTo>
                <a:lnTo>
                  <a:pt x="12501" y="4289"/>
                </a:lnTo>
                <a:lnTo>
                  <a:pt x="12502" y="4289"/>
                </a:lnTo>
                <a:lnTo>
                  <a:pt x="12503" y="4289"/>
                </a:lnTo>
                <a:lnTo>
                  <a:pt x="12504" y="4289"/>
                </a:lnTo>
                <a:lnTo>
                  <a:pt x="12505" y="4289"/>
                </a:lnTo>
                <a:lnTo>
                  <a:pt x="12506" y="4289"/>
                </a:lnTo>
                <a:lnTo>
                  <a:pt x="12507" y="4289"/>
                </a:lnTo>
                <a:lnTo>
                  <a:pt x="12508" y="4289"/>
                </a:lnTo>
                <a:lnTo>
                  <a:pt x="12509" y="4289"/>
                </a:lnTo>
                <a:lnTo>
                  <a:pt x="12510" y="4289"/>
                </a:lnTo>
                <a:lnTo>
                  <a:pt x="12511" y="4289"/>
                </a:lnTo>
                <a:lnTo>
                  <a:pt x="12512" y="4289"/>
                </a:lnTo>
                <a:lnTo>
                  <a:pt x="12513" y="4289"/>
                </a:lnTo>
                <a:lnTo>
                  <a:pt x="12514" y="4289"/>
                </a:lnTo>
                <a:lnTo>
                  <a:pt x="12515" y="4289"/>
                </a:lnTo>
                <a:lnTo>
                  <a:pt x="12516" y="4289"/>
                </a:lnTo>
                <a:lnTo>
                  <a:pt x="12517" y="4289"/>
                </a:lnTo>
                <a:lnTo>
                  <a:pt x="12518" y="4289"/>
                </a:lnTo>
                <a:lnTo>
                  <a:pt x="12519" y="4289"/>
                </a:lnTo>
                <a:lnTo>
                  <a:pt x="12520" y="4289"/>
                </a:lnTo>
                <a:lnTo>
                  <a:pt x="12521" y="4289"/>
                </a:lnTo>
                <a:lnTo>
                  <a:pt x="12522" y="4289"/>
                </a:lnTo>
                <a:lnTo>
                  <a:pt x="12523" y="4289"/>
                </a:lnTo>
                <a:lnTo>
                  <a:pt x="12524" y="4289"/>
                </a:lnTo>
                <a:lnTo>
                  <a:pt x="12525" y="4289"/>
                </a:lnTo>
                <a:lnTo>
                  <a:pt x="12526" y="4289"/>
                </a:lnTo>
                <a:lnTo>
                  <a:pt x="12527" y="4289"/>
                </a:lnTo>
                <a:lnTo>
                  <a:pt x="12528" y="4289"/>
                </a:lnTo>
                <a:lnTo>
                  <a:pt x="12529" y="4289"/>
                </a:lnTo>
                <a:lnTo>
                  <a:pt x="12530" y="4289"/>
                </a:lnTo>
                <a:lnTo>
                  <a:pt x="12531" y="4289"/>
                </a:lnTo>
                <a:lnTo>
                  <a:pt x="12532" y="4289"/>
                </a:lnTo>
                <a:lnTo>
                  <a:pt x="12533" y="4289"/>
                </a:lnTo>
                <a:lnTo>
                  <a:pt x="12534" y="4289"/>
                </a:lnTo>
                <a:lnTo>
                  <a:pt x="12535" y="4289"/>
                </a:lnTo>
                <a:lnTo>
                  <a:pt x="12536" y="4289"/>
                </a:lnTo>
                <a:lnTo>
                  <a:pt x="12537" y="4289"/>
                </a:lnTo>
                <a:lnTo>
                  <a:pt x="12538" y="4289"/>
                </a:lnTo>
                <a:lnTo>
                  <a:pt x="12539" y="4289"/>
                </a:lnTo>
                <a:lnTo>
                  <a:pt x="12540" y="4289"/>
                </a:lnTo>
                <a:lnTo>
                  <a:pt x="12541" y="4289"/>
                </a:lnTo>
                <a:lnTo>
                  <a:pt x="12542" y="4289"/>
                </a:lnTo>
                <a:lnTo>
                  <a:pt x="12543" y="4289"/>
                </a:lnTo>
                <a:lnTo>
                  <a:pt x="12544" y="4289"/>
                </a:lnTo>
                <a:lnTo>
                  <a:pt x="12545" y="4289"/>
                </a:lnTo>
                <a:lnTo>
                  <a:pt x="12546" y="4289"/>
                </a:lnTo>
                <a:lnTo>
                  <a:pt x="12547" y="4289"/>
                </a:lnTo>
                <a:lnTo>
                  <a:pt x="12548" y="4289"/>
                </a:lnTo>
                <a:lnTo>
                  <a:pt x="12549" y="4289"/>
                </a:lnTo>
                <a:lnTo>
                  <a:pt x="12550" y="4289"/>
                </a:lnTo>
                <a:lnTo>
                  <a:pt x="12551" y="4289"/>
                </a:lnTo>
                <a:lnTo>
                  <a:pt x="12552" y="4289"/>
                </a:lnTo>
                <a:lnTo>
                  <a:pt x="12553" y="4289"/>
                </a:lnTo>
                <a:lnTo>
                  <a:pt x="12554" y="4289"/>
                </a:lnTo>
                <a:lnTo>
                  <a:pt x="12555" y="4289"/>
                </a:lnTo>
                <a:lnTo>
                  <a:pt x="12556" y="4289"/>
                </a:lnTo>
                <a:lnTo>
                  <a:pt x="12557" y="4289"/>
                </a:lnTo>
                <a:lnTo>
                  <a:pt x="12558" y="4289"/>
                </a:lnTo>
                <a:lnTo>
                  <a:pt x="12559" y="4289"/>
                </a:lnTo>
                <a:lnTo>
                  <a:pt x="12560" y="4289"/>
                </a:lnTo>
                <a:lnTo>
                  <a:pt x="12561" y="4289"/>
                </a:lnTo>
                <a:lnTo>
                  <a:pt x="12562" y="4289"/>
                </a:lnTo>
                <a:lnTo>
                  <a:pt x="12563" y="4289"/>
                </a:lnTo>
                <a:lnTo>
                  <a:pt x="12564" y="4289"/>
                </a:lnTo>
                <a:lnTo>
                  <a:pt x="12565" y="4289"/>
                </a:lnTo>
                <a:lnTo>
                  <a:pt x="12566" y="4289"/>
                </a:lnTo>
                <a:lnTo>
                  <a:pt x="12567" y="4289"/>
                </a:lnTo>
                <a:lnTo>
                  <a:pt x="12568" y="4289"/>
                </a:lnTo>
                <a:lnTo>
                  <a:pt x="12569" y="4289"/>
                </a:lnTo>
                <a:lnTo>
                  <a:pt x="12570" y="4289"/>
                </a:lnTo>
                <a:lnTo>
                  <a:pt x="12571" y="4289"/>
                </a:lnTo>
                <a:lnTo>
                  <a:pt x="12572" y="4289"/>
                </a:lnTo>
                <a:lnTo>
                  <a:pt x="12573" y="4289"/>
                </a:lnTo>
                <a:lnTo>
                  <a:pt x="12574" y="4289"/>
                </a:lnTo>
                <a:lnTo>
                  <a:pt x="12575" y="4289"/>
                </a:lnTo>
                <a:lnTo>
                  <a:pt x="12576" y="4289"/>
                </a:lnTo>
                <a:lnTo>
                  <a:pt x="12577" y="4289"/>
                </a:lnTo>
                <a:lnTo>
                  <a:pt x="12578" y="4289"/>
                </a:lnTo>
                <a:lnTo>
                  <a:pt x="12579" y="4289"/>
                </a:lnTo>
                <a:lnTo>
                  <a:pt x="12580" y="4289"/>
                </a:lnTo>
                <a:lnTo>
                  <a:pt x="12581" y="4289"/>
                </a:lnTo>
                <a:lnTo>
                  <a:pt x="12582" y="4289"/>
                </a:lnTo>
                <a:lnTo>
                  <a:pt x="12583" y="4289"/>
                </a:lnTo>
                <a:lnTo>
                  <a:pt x="12584" y="4289"/>
                </a:lnTo>
                <a:lnTo>
                  <a:pt x="12585" y="4289"/>
                </a:lnTo>
                <a:lnTo>
                  <a:pt x="12586" y="4289"/>
                </a:lnTo>
                <a:lnTo>
                  <a:pt x="12587" y="4289"/>
                </a:lnTo>
                <a:lnTo>
                  <a:pt x="12588" y="4289"/>
                </a:lnTo>
                <a:lnTo>
                  <a:pt x="12589" y="4289"/>
                </a:lnTo>
                <a:lnTo>
                  <a:pt x="12590" y="4289"/>
                </a:lnTo>
                <a:lnTo>
                  <a:pt x="12591" y="4289"/>
                </a:lnTo>
                <a:lnTo>
                  <a:pt x="12592" y="4289"/>
                </a:lnTo>
                <a:lnTo>
                  <a:pt x="12593" y="4289"/>
                </a:lnTo>
                <a:lnTo>
                  <a:pt x="12594" y="4289"/>
                </a:lnTo>
                <a:lnTo>
                  <a:pt x="12595" y="4289"/>
                </a:lnTo>
                <a:lnTo>
                  <a:pt x="12596" y="4289"/>
                </a:lnTo>
                <a:lnTo>
                  <a:pt x="12597" y="4289"/>
                </a:lnTo>
                <a:lnTo>
                  <a:pt x="12598" y="4289"/>
                </a:lnTo>
                <a:lnTo>
                  <a:pt x="12599" y="4289"/>
                </a:lnTo>
                <a:lnTo>
                  <a:pt x="12600" y="4289"/>
                </a:lnTo>
                <a:lnTo>
                  <a:pt x="12601" y="4289"/>
                </a:lnTo>
                <a:lnTo>
                  <a:pt x="12602" y="4289"/>
                </a:lnTo>
                <a:lnTo>
                  <a:pt x="12603" y="4289"/>
                </a:lnTo>
                <a:lnTo>
                  <a:pt x="12604" y="4289"/>
                </a:lnTo>
                <a:lnTo>
                  <a:pt x="12605" y="4289"/>
                </a:lnTo>
                <a:lnTo>
                  <a:pt x="12606" y="4289"/>
                </a:lnTo>
                <a:lnTo>
                  <a:pt x="12607" y="4289"/>
                </a:lnTo>
                <a:lnTo>
                  <a:pt x="12608" y="4289"/>
                </a:lnTo>
                <a:lnTo>
                  <a:pt x="12609" y="4289"/>
                </a:lnTo>
                <a:lnTo>
                  <a:pt x="12610" y="4289"/>
                </a:lnTo>
                <a:lnTo>
                  <a:pt x="12611" y="4289"/>
                </a:lnTo>
                <a:lnTo>
                  <a:pt x="12612" y="4289"/>
                </a:lnTo>
                <a:lnTo>
                  <a:pt x="12613" y="4289"/>
                </a:lnTo>
                <a:lnTo>
                  <a:pt x="12614" y="4289"/>
                </a:lnTo>
                <a:lnTo>
                  <a:pt x="12615" y="4289"/>
                </a:lnTo>
                <a:lnTo>
                  <a:pt x="12616" y="4289"/>
                </a:lnTo>
                <a:lnTo>
                  <a:pt x="12617" y="4289"/>
                </a:lnTo>
                <a:lnTo>
                  <a:pt x="12618" y="4289"/>
                </a:lnTo>
                <a:lnTo>
                  <a:pt x="12619" y="4289"/>
                </a:lnTo>
                <a:lnTo>
                  <a:pt x="12620" y="4289"/>
                </a:lnTo>
                <a:lnTo>
                  <a:pt x="12621" y="4289"/>
                </a:lnTo>
                <a:lnTo>
                  <a:pt x="12622" y="4289"/>
                </a:lnTo>
                <a:lnTo>
                  <a:pt x="12623" y="4289"/>
                </a:lnTo>
                <a:lnTo>
                  <a:pt x="12624" y="4289"/>
                </a:lnTo>
                <a:lnTo>
                  <a:pt x="12625" y="4289"/>
                </a:lnTo>
                <a:lnTo>
                  <a:pt x="12626" y="4289"/>
                </a:lnTo>
                <a:lnTo>
                  <a:pt x="12627" y="4289"/>
                </a:lnTo>
                <a:lnTo>
                  <a:pt x="12628" y="4289"/>
                </a:lnTo>
                <a:lnTo>
                  <a:pt x="12629" y="4289"/>
                </a:lnTo>
                <a:lnTo>
                  <a:pt x="12630" y="4289"/>
                </a:lnTo>
                <a:lnTo>
                  <a:pt x="12631" y="4289"/>
                </a:lnTo>
                <a:lnTo>
                  <a:pt x="12632" y="4289"/>
                </a:lnTo>
                <a:lnTo>
                  <a:pt x="12633" y="4289"/>
                </a:lnTo>
                <a:lnTo>
                  <a:pt x="12634" y="4289"/>
                </a:lnTo>
                <a:lnTo>
                  <a:pt x="12635" y="4289"/>
                </a:lnTo>
                <a:lnTo>
                  <a:pt x="12636" y="4289"/>
                </a:lnTo>
                <a:lnTo>
                  <a:pt x="12637" y="4289"/>
                </a:lnTo>
                <a:lnTo>
                  <a:pt x="12638" y="4289"/>
                </a:lnTo>
                <a:lnTo>
                  <a:pt x="12639" y="4289"/>
                </a:lnTo>
                <a:lnTo>
                  <a:pt x="12640" y="4289"/>
                </a:lnTo>
                <a:lnTo>
                  <a:pt x="12641" y="4289"/>
                </a:lnTo>
                <a:lnTo>
                  <a:pt x="12642" y="4289"/>
                </a:lnTo>
                <a:lnTo>
                  <a:pt x="12643" y="4289"/>
                </a:lnTo>
                <a:lnTo>
                  <a:pt x="12644" y="4289"/>
                </a:lnTo>
                <a:lnTo>
                  <a:pt x="12645" y="4289"/>
                </a:lnTo>
                <a:lnTo>
                  <a:pt x="12646" y="4289"/>
                </a:lnTo>
                <a:lnTo>
                  <a:pt x="12647" y="4289"/>
                </a:lnTo>
                <a:lnTo>
                  <a:pt x="12648" y="4289"/>
                </a:lnTo>
                <a:lnTo>
                  <a:pt x="12649" y="4289"/>
                </a:lnTo>
                <a:lnTo>
                  <a:pt x="12650" y="4289"/>
                </a:lnTo>
                <a:lnTo>
                  <a:pt x="12651" y="4289"/>
                </a:lnTo>
                <a:lnTo>
                  <a:pt x="12652" y="4289"/>
                </a:lnTo>
                <a:lnTo>
                  <a:pt x="12653" y="4289"/>
                </a:lnTo>
                <a:lnTo>
                  <a:pt x="12654" y="4289"/>
                </a:lnTo>
                <a:lnTo>
                  <a:pt x="12655" y="4289"/>
                </a:lnTo>
                <a:lnTo>
                  <a:pt x="12656" y="4289"/>
                </a:lnTo>
                <a:lnTo>
                  <a:pt x="12657" y="4289"/>
                </a:lnTo>
                <a:lnTo>
                  <a:pt x="12658" y="4289"/>
                </a:lnTo>
                <a:lnTo>
                  <a:pt x="12659" y="4289"/>
                </a:lnTo>
                <a:lnTo>
                  <a:pt x="12660" y="4289"/>
                </a:lnTo>
                <a:lnTo>
                  <a:pt x="12661" y="4289"/>
                </a:lnTo>
                <a:lnTo>
                  <a:pt x="12662" y="4289"/>
                </a:lnTo>
                <a:lnTo>
                  <a:pt x="12663" y="4289"/>
                </a:lnTo>
                <a:lnTo>
                  <a:pt x="12664" y="4289"/>
                </a:lnTo>
                <a:lnTo>
                  <a:pt x="12665" y="4289"/>
                </a:lnTo>
                <a:lnTo>
                  <a:pt x="12666" y="4289"/>
                </a:lnTo>
                <a:lnTo>
                  <a:pt x="12667" y="4289"/>
                </a:lnTo>
                <a:lnTo>
                  <a:pt x="12668" y="4289"/>
                </a:lnTo>
                <a:lnTo>
                  <a:pt x="12669" y="4289"/>
                </a:lnTo>
                <a:lnTo>
                  <a:pt x="12670" y="4289"/>
                </a:lnTo>
                <a:lnTo>
                  <a:pt x="12671" y="4289"/>
                </a:lnTo>
                <a:lnTo>
                  <a:pt x="12672" y="4289"/>
                </a:lnTo>
                <a:lnTo>
                  <a:pt x="12673" y="4289"/>
                </a:lnTo>
                <a:lnTo>
                  <a:pt x="12674" y="4289"/>
                </a:lnTo>
                <a:lnTo>
                  <a:pt x="12675" y="4289"/>
                </a:lnTo>
                <a:lnTo>
                  <a:pt x="12676" y="4289"/>
                </a:lnTo>
                <a:lnTo>
                  <a:pt x="12677" y="4289"/>
                </a:lnTo>
                <a:lnTo>
                  <a:pt x="12678" y="4289"/>
                </a:lnTo>
                <a:lnTo>
                  <a:pt x="12679" y="4289"/>
                </a:lnTo>
                <a:lnTo>
                  <a:pt x="12680" y="4289"/>
                </a:lnTo>
                <a:lnTo>
                  <a:pt x="12681" y="4289"/>
                </a:lnTo>
                <a:lnTo>
                  <a:pt x="12682" y="4289"/>
                </a:lnTo>
                <a:lnTo>
                  <a:pt x="12683" y="4289"/>
                </a:lnTo>
                <a:lnTo>
                  <a:pt x="12684" y="4289"/>
                </a:lnTo>
                <a:lnTo>
                  <a:pt x="12685" y="4289"/>
                </a:lnTo>
                <a:lnTo>
                  <a:pt x="12686" y="4289"/>
                </a:lnTo>
                <a:lnTo>
                  <a:pt x="12687" y="4289"/>
                </a:lnTo>
                <a:lnTo>
                  <a:pt x="12688" y="4289"/>
                </a:lnTo>
                <a:lnTo>
                  <a:pt x="12689" y="4289"/>
                </a:lnTo>
                <a:lnTo>
                  <a:pt x="12690" y="4289"/>
                </a:lnTo>
                <a:lnTo>
                  <a:pt x="12691" y="4289"/>
                </a:lnTo>
                <a:lnTo>
                  <a:pt x="12692" y="4289"/>
                </a:lnTo>
                <a:lnTo>
                  <a:pt x="12693" y="4289"/>
                </a:lnTo>
                <a:lnTo>
                  <a:pt x="12694" y="4289"/>
                </a:lnTo>
                <a:lnTo>
                  <a:pt x="12695" y="4289"/>
                </a:lnTo>
                <a:lnTo>
                  <a:pt x="12696" y="4289"/>
                </a:lnTo>
                <a:lnTo>
                  <a:pt x="12697" y="4289"/>
                </a:lnTo>
                <a:lnTo>
                  <a:pt x="12698" y="4289"/>
                </a:lnTo>
                <a:lnTo>
                  <a:pt x="12699" y="4289"/>
                </a:lnTo>
                <a:lnTo>
                  <a:pt x="12700" y="4289"/>
                </a:lnTo>
                <a:lnTo>
                  <a:pt x="12701" y="4289"/>
                </a:lnTo>
                <a:lnTo>
                  <a:pt x="12702" y="4289"/>
                </a:lnTo>
                <a:lnTo>
                  <a:pt x="12703" y="4289"/>
                </a:lnTo>
                <a:lnTo>
                  <a:pt x="12704" y="4289"/>
                </a:lnTo>
                <a:lnTo>
                  <a:pt x="12705" y="4289"/>
                </a:lnTo>
                <a:lnTo>
                  <a:pt x="12706" y="4289"/>
                </a:lnTo>
                <a:lnTo>
                  <a:pt x="12707" y="4289"/>
                </a:lnTo>
                <a:lnTo>
                  <a:pt x="12708" y="4289"/>
                </a:lnTo>
                <a:lnTo>
                  <a:pt x="12709" y="4289"/>
                </a:lnTo>
                <a:lnTo>
                  <a:pt x="12710" y="4289"/>
                </a:lnTo>
                <a:lnTo>
                  <a:pt x="12711" y="4289"/>
                </a:lnTo>
                <a:lnTo>
                  <a:pt x="12712" y="4289"/>
                </a:lnTo>
                <a:lnTo>
                  <a:pt x="12713" y="4289"/>
                </a:lnTo>
                <a:lnTo>
                  <a:pt x="12714" y="4289"/>
                </a:lnTo>
                <a:lnTo>
                  <a:pt x="12715" y="4289"/>
                </a:lnTo>
                <a:lnTo>
                  <a:pt x="12716" y="4289"/>
                </a:lnTo>
                <a:lnTo>
                  <a:pt x="12717" y="4289"/>
                </a:lnTo>
                <a:lnTo>
                  <a:pt x="12718" y="4289"/>
                </a:lnTo>
                <a:lnTo>
                  <a:pt x="12719" y="4289"/>
                </a:lnTo>
                <a:lnTo>
                  <a:pt x="12720" y="4289"/>
                </a:lnTo>
                <a:lnTo>
                  <a:pt x="12721" y="4289"/>
                </a:lnTo>
                <a:lnTo>
                  <a:pt x="12722" y="4289"/>
                </a:lnTo>
                <a:lnTo>
                  <a:pt x="12723" y="4289"/>
                </a:lnTo>
                <a:lnTo>
                  <a:pt x="12724" y="4289"/>
                </a:lnTo>
                <a:lnTo>
                  <a:pt x="12725" y="4289"/>
                </a:lnTo>
                <a:lnTo>
                  <a:pt x="12726" y="4289"/>
                </a:lnTo>
                <a:lnTo>
                  <a:pt x="12727" y="4289"/>
                </a:lnTo>
                <a:lnTo>
                  <a:pt x="12728" y="4289"/>
                </a:lnTo>
                <a:lnTo>
                  <a:pt x="12729" y="4289"/>
                </a:lnTo>
                <a:lnTo>
                  <a:pt x="12730" y="4289"/>
                </a:lnTo>
                <a:lnTo>
                  <a:pt x="12731" y="4289"/>
                </a:lnTo>
                <a:lnTo>
                  <a:pt x="12732" y="4289"/>
                </a:lnTo>
                <a:lnTo>
                  <a:pt x="12733" y="4289"/>
                </a:lnTo>
                <a:lnTo>
                  <a:pt x="12734" y="4289"/>
                </a:lnTo>
                <a:lnTo>
                  <a:pt x="12735" y="4289"/>
                </a:lnTo>
                <a:lnTo>
                  <a:pt x="12736" y="4289"/>
                </a:lnTo>
                <a:lnTo>
                  <a:pt x="12737" y="4289"/>
                </a:lnTo>
                <a:lnTo>
                  <a:pt x="12738" y="4289"/>
                </a:lnTo>
                <a:lnTo>
                  <a:pt x="12739" y="4289"/>
                </a:lnTo>
                <a:lnTo>
                  <a:pt x="12740" y="4289"/>
                </a:lnTo>
                <a:lnTo>
                  <a:pt x="12741" y="4289"/>
                </a:lnTo>
                <a:lnTo>
                  <a:pt x="12742" y="4289"/>
                </a:lnTo>
                <a:lnTo>
                  <a:pt x="12743" y="4289"/>
                </a:lnTo>
                <a:lnTo>
                  <a:pt x="12744" y="4289"/>
                </a:lnTo>
                <a:lnTo>
                  <a:pt x="12745" y="4289"/>
                </a:lnTo>
                <a:lnTo>
                  <a:pt x="12746" y="4289"/>
                </a:lnTo>
                <a:lnTo>
                  <a:pt x="12747" y="4289"/>
                </a:lnTo>
                <a:lnTo>
                  <a:pt x="12748" y="4289"/>
                </a:lnTo>
                <a:lnTo>
                  <a:pt x="12749" y="4289"/>
                </a:lnTo>
                <a:lnTo>
                  <a:pt x="12750" y="4289"/>
                </a:lnTo>
                <a:lnTo>
                  <a:pt x="12751" y="4289"/>
                </a:lnTo>
                <a:lnTo>
                  <a:pt x="12752" y="4289"/>
                </a:lnTo>
                <a:lnTo>
                  <a:pt x="12753" y="4289"/>
                </a:lnTo>
                <a:lnTo>
                  <a:pt x="12754" y="4289"/>
                </a:lnTo>
                <a:lnTo>
                  <a:pt x="12755" y="4289"/>
                </a:lnTo>
                <a:lnTo>
                  <a:pt x="12756" y="4289"/>
                </a:lnTo>
                <a:lnTo>
                  <a:pt x="12757" y="4289"/>
                </a:lnTo>
                <a:lnTo>
                  <a:pt x="12758" y="4289"/>
                </a:lnTo>
                <a:lnTo>
                  <a:pt x="12759" y="4289"/>
                </a:lnTo>
                <a:lnTo>
                  <a:pt x="12760" y="4289"/>
                </a:lnTo>
                <a:lnTo>
                  <a:pt x="12761" y="4289"/>
                </a:lnTo>
                <a:lnTo>
                  <a:pt x="12762" y="4289"/>
                </a:lnTo>
                <a:lnTo>
                  <a:pt x="12763" y="4289"/>
                </a:lnTo>
                <a:lnTo>
                  <a:pt x="12764" y="4289"/>
                </a:lnTo>
                <a:lnTo>
                  <a:pt x="12765" y="4289"/>
                </a:lnTo>
                <a:lnTo>
                  <a:pt x="12766" y="4289"/>
                </a:lnTo>
                <a:lnTo>
                  <a:pt x="12767" y="4289"/>
                </a:lnTo>
                <a:lnTo>
                  <a:pt x="12768" y="4289"/>
                </a:lnTo>
                <a:lnTo>
                  <a:pt x="12769" y="4289"/>
                </a:lnTo>
                <a:lnTo>
                  <a:pt x="12770" y="4289"/>
                </a:lnTo>
                <a:lnTo>
                  <a:pt x="12771" y="4289"/>
                </a:lnTo>
                <a:lnTo>
                  <a:pt x="12772" y="4289"/>
                </a:lnTo>
                <a:lnTo>
                  <a:pt x="12773" y="4289"/>
                </a:lnTo>
                <a:lnTo>
                  <a:pt x="12774" y="4289"/>
                </a:lnTo>
                <a:lnTo>
                  <a:pt x="12775" y="4289"/>
                </a:lnTo>
                <a:lnTo>
                  <a:pt x="12776" y="4289"/>
                </a:lnTo>
                <a:lnTo>
                  <a:pt x="12777" y="4289"/>
                </a:lnTo>
                <a:lnTo>
                  <a:pt x="12778" y="4289"/>
                </a:lnTo>
                <a:lnTo>
                  <a:pt x="12779" y="4289"/>
                </a:lnTo>
                <a:lnTo>
                  <a:pt x="12780" y="4289"/>
                </a:lnTo>
                <a:lnTo>
                  <a:pt x="12781" y="4289"/>
                </a:lnTo>
                <a:lnTo>
                  <a:pt x="12782" y="4289"/>
                </a:lnTo>
                <a:lnTo>
                  <a:pt x="12783" y="4289"/>
                </a:lnTo>
                <a:lnTo>
                  <a:pt x="12784" y="4289"/>
                </a:lnTo>
                <a:lnTo>
                  <a:pt x="12785" y="4289"/>
                </a:lnTo>
                <a:lnTo>
                  <a:pt x="12786" y="4289"/>
                </a:lnTo>
                <a:lnTo>
                  <a:pt x="12787" y="4289"/>
                </a:lnTo>
                <a:lnTo>
                  <a:pt x="12788" y="4289"/>
                </a:lnTo>
                <a:lnTo>
                  <a:pt x="12789" y="4289"/>
                </a:lnTo>
                <a:lnTo>
                  <a:pt x="12790" y="4289"/>
                </a:lnTo>
                <a:lnTo>
                  <a:pt x="12791" y="4289"/>
                </a:lnTo>
                <a:lnTo>
                  <a:pt x="12792" y="4289"/>
                </a:lnTo>
                <a:lnTo>
                  <a:pt x="12793" y="4289"/>
                </a:lnTo>
                <a:lnTo>
                  <a:pt x="12794" y="4289"/>
                </a:lnTo>
                <a:lnTo>
                  <a:pt x="12795" y="4289"/>
                </a:lnTo>
                <a:lnTo>
                  <a:pt x="12796" y="4289"/>
                </a:lnTo>
                <a:lnTo>
                  <a:pt x="12797" y="4289"/>
                </a:lnTo>
                <a:lnTo>
                  <a:pt x="12798" y="4289"/>
                </a:lnTo>
                <a:lnTo>
                  <a:pt x="12799" y="4289"/>
                </a:lnTo>
                <a:lnTo>
                  <a:pt x="12800" y="4289"/>
                </a:lnTo>
                <a:lnTo>
                  <a:pt x="12801" y="4289"/>
                </a:lnTo>
                <a:lnTo>
                  <a:pt x="12802" y="4289"/>
                </a:lnTo>
                <a:lnTo>
                  <a:pt x="12803" y="4289"/>
                </a:lnTo>
                <a:lnTo>
                  <a:pt x="12804" y="4289"/>
                </a:lnTo>
                <a:lnTo>
                  <a:pt x="12805" y="4289"/>
                </a:lnTo>
                <a:lnTo>
                  <a:pt x="12806" y="4289"/>
                </a:lnTo>
                <a:lnTo>
                  <a:pt x="12807" y="4289"/>
                </a:lnTo>
                <a:lnTo>
                  <a:pt x="12808" y="4289"/>
                </a:lnTo>
                <a:lnTo>
                  <a:pt x="12809" y="4289"/>
                </a:lnTo>
                <a:lnTo>
                  <a:pt x="12810" y="4289"/>
                </a:lnTo>
                <a:lnTo>
                  <a:pt x="12811" y="4289"/>
                </a:lnTo>
                <a:lnTo>
                  <a:pt x="12812" y="4289"/>
                </a:lnTo>
                <a:lnTo>
                  <a:pt x="12813" y="4289"/>
                </a:lnTo>
                <a:lnTo>
                  <a:pt x="12814" y="4289"/>
                </a:lnTo>
                <a:lnTo>
                  <a:pt x="12815" y="4289"/>
                </a:lnTo>
                <a:lnTo>
                  <a:pt x="12816" y="4289"/>
                </a:lnTo>
                <a:lnTo>
                  <a:pt x="12817" y="4289"/>
                </a:lnTo>
                <a:lnTo>
                  <a:pt x="12818" y="4289"/>
                </a:lnTo>
                <a:lnTo>
                  <a:pt x="12819" y="4289"/>
                </a:lnTo>
                <a:lnTo>
                  <a:pt x="12820" y="4289"/>
                </a:lnTo>
                <a:lnTo>
                  <a:pt x="12821" y="4289"/>
                </a:lnTo>
                <a:lnTo>
                  <a:pt x="12822" y="4289"/>
                </a:lnTo>
                <a:lnTo>
                  <a:pt x="12823" y="4289"/>
                </a:lnTo>
                <a:lnTo>
                  <a:pt x="12824" y="4289"/>
                </a:lnTo>
                <a:lnTo>
                  <a:pt x="12825" y="4289"/>
                </a:lnTo>
                <a:lnTo>
                  <a:pt x="12826" y="4289"/>
                </a:lnTo>
                <a:lnTo>
                  <a:pt x="12827" y="4289"/>
                </a:lnTo>
                <a:lnTo>
                  <a:pt x="12828" y="4289"/>
                </a:lnTo>
                <a:lnTo>
                  <a:pt x="12829" y="4289"/>
                </a:lnTo>
                <a:lnTo>
                  <a:pt x="12830" y="4289"/>
                </a:lnTo>
                <a:lnTo>
                  <a:pt x="12831" y="4289"/>
                </a:lnTo>
                <a:lnTo>
                  <a:pt x="12832" y="4289"/>
                </a:lnTo>
                <a:lnTo>
                  <a:pt x="12833" y="4289"/>
                </a:lnTo>
                <a:lnTo>
                  <a:pt x="12834" y="4289"/>
                </a:lnTo>
                <a:lnTo>
                  <a:pt x="12835" y="4289"/>
                </a:lnTo>
                <a:lnTo>
                  <a:pt x="12836" y="4289"/>
                </a:lnTo>
                <a:lnTo>
                  <a:pt x="12837" y="4289"/>
                </a:lnTo>
                <a:lnTo>
                  <a:pt x="12838" y="4289"/>
                </a:lnTo>
                <a:lnTo>
                  <a:pt x="12839" y="4289"/>
                </a:lnTo>
                <a:lnTo>
                  <a:pt x="12840" y="4289"/>
                </a:lnTo>
                <a:lnTo>
                  <a:pt x="12841" y="4289"/>
                </a:lnTo>
                <a:lnTo>
                  <a:pt x="12842" y="4289"/>
                </a:lnTo>
                <a:lnTo>
                  <a:pt x="12843" y="4289"/>
                </a:lnTo>
                <a:lnTo>
                  <a:pt x="12844" y="4289"/>
                </a:lnTo>
                <a:lnTo>
                  <a:pt x="12845" y="4289"/>
                </a:lnTo>
                <a:lnTo>
                  <a:pt x="12846" y="4289"/>
                </a:lnTo>
                <a:lnTo>
                  <a:pt x="12847" y="4289"/>
                </a:lnTo>
                <a:lnTo>
                  <a:pt x="12848" y="4289"/>
                </a:lnTo>
                <a:lnTo>
                  <a:pt x="12849" y="4289"/>
                </a:lnTo>
                <a:lnTo>
                  <a:pt x="12850" y="4289"/>
                </a:lnTo>
                <a:lnTo>
                  <a:pt x="12851" y="4289"/>
                </a:lnTo>
                <a:lnTo>
                  <a:pt x="12852" y="4289"/>
                </a:lnTo>
                <a:lnTo>
                  <a:pt x="12853" y="4289"/>
                </a:lnTo>
                <a:lnTo>
                  <a:pt x="12854" y="4289"/>
                </a:lnTo>
                <a:lnTo>
                  <a:pt x="12855" y="4289"/>
                </a:lnTo>
                <a:lnTo>
                  <a:pt x="12856" y="4289"/>
                </a:lnTo>
                <a:lnTo>
                  <a:pt x="12857" y="4289"/>
                </a:lnTo>
                <a:lnTo>
                  <a:pt x="12858" y="4289"/>
                </a:lnTo>
                <a:lnTo>
                  <a:pt x="12859" y="4289"/>
                </a:lnTo>
                <a:lnTo>
                  <a:pt x="12860" y="4289"/>
                </a:lnTo>
                <a:lnTo>
                  <a:pt x="12861" y="4289"/>
                </a:lnTo>
                <a:lnTo>
                  <a:pt x="12862" y="4289"/>
                </a:lnTo>
                <a:lnTo>
                  <a:pt x="12863" y="4289"/>
                </a:lnTo>
                <a:lnTo>
                  <a:pt x="12864" y="4289"/>
                </a:lnTo>
                <a:lnTo>
                  <a:pt x="12865" y="4289"/>
                </a:lnTo>
                <a:lnTo>
                  <a:pt x="12866" y="4289"/>
                </a:lnTo>
                <a:lnTo>
                  <a:pt x="12867" y="4289"/>
                </a:lnTo>
                <a:lnTo>
                  <a:pt x="12868" y="4289"/>
                </a:lnTo>
                <a:lnTo>
                  <a:pt x="12869" y="4289"/>
                </a:lnTo>
                <a:lnTo>
                  <a:pt x="12870" y="4289"/>
                </a:lnTo>
                <a:lnTo>
                  <a:pt x="12871" y="4289"/>
                </a:lnTo>
                <a:lnTo>
                  <a:pt x="12872" y="4289"/>
                </a:lnTo>
                <a:lnTo>
                  <a:pt x="12873" y="4289"/>
                </a:lnTo>
                <a:lnTo>
                  <a:pt x="12874" y="4289"/>
                </a:lnTo>
                <a:lnTo>
                  <a:pt x="12875" y="4289"/>
                </a:lnTo>
                <a:lnTo>
                  <a:pt x="12876" y="4289"/>
                </a:lnTo>
                <a:lnTo>
                  <a:pt x="12877" y="4289"/>
                </a:lnTo>
                <a:lnTo>
                  <a:pt x="12878" y="4289"/>
                </a:lnTo>
                <a:lnTo>
                  <a:pt x="12879" y="4289"/>
                </a:lnTo>
                <a:lnTo>
                  <a:pt x="12880" y="4289"/>
                </a:lnTo>
                <a:lnTo>
                  <a:pt x="12881" y="4289"/>
                </a:lnTo>
                <a:lnTo>
                  <a:pt x="12882" y="4289"/>
                </a:lnTo>
                <a:lnTo>
                  <a:pt x="12883" y="4289"/>
                </a:lnTo>
                <a:lnTo>
                  <a:pt x="12884" y="4289"/>
                </a:lnTo>
                <a:lnTo>
                  <a:pt x="12885" y="4289"/>
                </a:lnTo>
                <a:lnTo>
                  <a:pt x="12886" y="4289"/>
                </a:lnTo>
                <a:lnTo>
                  <a:pt x="12887" y="4289"/>
                </a:lnTo>
                <a:lnTo>
                  <a:pt x="12888" y="4289"/>
                </a:lnTo>
                <a:lnTo>
                  <a:pt x="12889" y="4289"/>
                </a:lnTo>
                <a:lnTo>
                  <a:pt x="12890" y="4289"/>
                </a:lnTo>
                <a:lnTo>
                  <a:pt x="12891" y="4289"/>
                </a:lnTo>
                <a:lnTo>
                  <a:pt x="12892" y="4289"/>
                </a:lnTo>
                <a:lnTo>
                  <a:pt x="12893" y="4289"/>
                </a:lnTo>
                <a:lnTo>
                  <a:pt x="12894" y="4289"/>
                </a:lnTo>
                <a:lnTo>
                  <a:pt x="12895" y="4289"/>
                </a:lnTo>
                <a:lnTo>
                  <a:pt x="12896" y="4289"/>
                </a:lnTo>
                <a:lnTo>
                  <a:pt x="12897" y="4289"/>
                </a:lnTo>
                <a:lnTo>
                  <a:pt x="12898" y="4289"/>
                </a:lnTo>
                <a:lnTo>
                  <a:pt x="12899" y="4289"/>
                </a:lnTo>
                <a:lnTo>
                  <a:pt x="12900" y="4289"/>
                </a:lnTo>
                <a:lnTo>
                  <a:pt x="12901" y="4289"/>
                </a:lnTo>
                <a:lnTo>
                  <a:pt x="12902" y="4289"/>
                </a:lnTo>
                <a:lnTo>
                  <a:pt x="12903" y="4289"/>
                </a:lnTo>
                <a:lnTo>
                  <a:pt x="12904" y="4289"/>
                </a:lnTo>
                <a:lnTo>
                  <a:pt x="12905" y="4289"/>
                </a:lnTo>
                <a:lnTo>
                  <a:pt x="12906" y="4289"/>
                </a:lnTo>
                <a:lnTo>
                  <a:pt x="12907" y="4289"/>
                </a:lnTo>
                <a:lnTo>
                  <a:pt x="12908" y="4289"/>
                </a:lnTo>
                <a:lnTo>
                  <a:pt x="12909" y="4289"/>
                </a:lnTo>
                <a:lnTo>
                  <a:pt x="12910" y="4289"/>
                </a:lnTo>
                <a:lnTo>
                  <a:pt x="12911" y="4289"/>
                </a:lnTo>
                <a:lnTo>
                  <a:pt x="12912" y="4289"/>
                </a:lnTo>
                <a:lnTo>
                  <a:pt x="12913" y="4289"/>
                </a:lnTo>
                <a:lnTo>
                  <a:pt x="12914" y="4289"/>
                </a:lnTo>
                <a:lnTo>
                  <a:pt x="12915" y="4289"/>
                </a:lnTo>
                <a:lnTo>
                  <a:pt x="12916" y="4289"/>
                </a:lnTo>
                <a:lnTo>
                  <a:pt x="12917" y="4289"/>
                </a:lnTo>
                <a:lnTo>
                  <a:pt x="12918" y="4289"/>
                </a:lnTo>
                <a:lnTo>
                  <a:pt x="12919" y="4289"/>
                </a:lnTo>
                <a:lnTo>
                  <a:pt x="12920" y="4289"/>
                </a:lnTo>
                <a:lnTo>
                  <a:pt x="12921" y="4289"/>
                </a:lnTo>
                <a:lnTo>
                  <a:pt x="12922" y="4289"/>
                </a:lnTo>
                <a:lnTo>
                  <a:pt x="12923" y="4289"/>
                </a:lnTo>
                <a:lnTo>
                  <a:pt x="12924" y="4289"/>
                </a:lnTo>
                <a:lnTo>
                  <a:pt x="12925" y="4289"/>
                </a:lnTo>
                <a:lnTo>
                  <a:pt x="12926" y="4289"/>
                </a:lnTo>
                <a:lnTo>
                  <a:pt x="12927" y="4289"/>
                </a:lnTo>
                <a:lnTo>
                  <a:pt x="12928" y="4289"/>
                </a:lnTo>
                <a:lnTo>
                  <a:pt x="12929" y="4289"/>
                </a:lnTo>
                <a:lnTo>
                  <a:pt x="12930" y="4289"/>
                </a:lnTo>
                <a:lnTo>
                  <a:pt x="12931" y="4289"/>
                </a:lnTo>
                <a:lnTo>
                  <a:pt x="12932" y="4289"/>
                </a:lnTo>
                <a:lnTo>
                  <a:pt x="12933" y="4289"/>
                </a:lnTo>
                <a:lnTo>
                  <a:pt x="12934" y="4289"/>
                </a:lnTo>
                <a:lnTo>
                  <a:pt x="12935" y="4289"/>
                </a:lnTo>
                <a:lnTo>
                  <a:pt x="12936" y="4289"/>
                </a:lnTo>
                <a:lnTo>
                  <a:pt x="12937" y="4289"/>
                </a:lnTo>
                <a:lnTo>
                  <a:pt x="12938" y="4289"/>
                </a:lnTo>
                <a:lnTo>
                  <a:pt x="12939" y="4289"/>
                </a:lnTo>
                <a:lnTo>
                  <a:pt x="12940" y="4289"/>
                </a:lnTo>
                <a:lnTo>
                  <a:pt x="12941" y="4289"/>
                </a:lnTo>
                <a:lnTo>
                  <a:pt x="12942" y="4289"/>
                </a:lnTo>
                <a:lnTo>
                  <a:pt x="12943" y="4289"/>
                </a:lnTo>
                <a:lnTo>
                  <a:pt x="12944" y="4289"/>
                </a:lnTo>
                <a:lnTo>
                  <a:pt x="12945" y="4289"/>
                </a:lnTo>
                <a:lnTo>
                  <a:pt x="12946" y="4289"/>
                </a:lnTo>
                <a:lnTo>
                  <a:pt x="12947" y="4289"/>
                </a:lnTo>
                <a:lnTo>
                  <a:pt x="12948" y="4289"/>
                </a:lnTo>
                <a:lnTo>
                  <a:pt x="12949" y="4289"/>
                </a:lnTo>
                <a:lnTo>
                  <a:pt x="12950" y="4289"/>
                </a:lnTo>
                <a:lnTo>
                  <a:pt x="12951" y="4289"/>
                </a:lnTo>
                <a:lnTo>
                  <a:pt x="12952" y="4289"/>
                </a:lnTo>
                <a:lnTo>
                  <a:pt x="12953" y="4289"/>
                </a:lnTo>
                <a:lnTo>
                  <a:pt x="12954" y="4289"/>
                </a:lnTo>
                <a:lnTo>
                  <a:pt x="12955" y="4289"/>
                </a:lnTo>
                <a:lnTo>
                  <a:pt x="12956" y="4289"/>
                </a:lnTo>
                <a:lnTo>
                  <a:pt x="12957" y="4289"/>
                </a:lnTo>
                <a:lnTo>
                  <a:pt x="12958" y="4289"/>
                </a:lnTo>
                <a:lnTo>
                  <a:pt x="12959" y="4289"/>
                </a:lnTo>
                <a:lnTo>
                  <a:pt x="12960" y="4289"/>
                </a:lnTo>
                <a:lnTo>
                  <a:pt x="12961" y="4289"/>
                </a:lnTo>
                <a:lnTo>
                  <a:pt x="12962" y="4289"/>
                </a:lnTo>
                <a:lnTo>
                  <a:pt x="12963" y="4289"/>
                </a:lnTo>
                <a:lnTo>
                  <a:pt x="12964" y="4289"/>
                </a:lnTo>
                <a:lnTo>
                  <a:pt x="12965" y="4289"/>
                </a:lnTo>
                <a:lnTo>
                  <a:pt x="12966" y="4289"/>
                </a:lnTo>
                <a:lnTo>
                  <a:pt x="12967" y="4289"/>
                </a:lnTo>
                <a:lnTo>
                  <a:pt x="12968" y="4289"/>
                </a:lnTo>
                <a:lnTo>
                  <a:pt x="12969" y="4289"/>
                </a:lnTo>
                <a:lnTo>
                  <a:pt x="12970" y="4289"/>
                </a:lnTo>
                <a:lnTo>
                  <a:pt x="12971" y="4289"/>
                </a:lnTo>
                <a:lnTo>
                  <a:pt x="12972" y="4289"/>
                </a:lnTo>
                <a:lnTo>
                  <a:pt x="12973" y="4289"/>
                </a:lnTo>
                <a:lnTo>
                  <a:pt x="12974" y="4289"/>
                </a:lnTo>
                <a:lnTo>
                  <a:pt x="12975" y="4289"/>
                </a:lnTo>
                <a:lnTo>
                  <a:pt x="12976" y="4289"/>
                </a:lnTo>
                <a:lnTo>
                  <a:pt x="12977" y="4289"/>
                </a:lnTo>
                <a:lnTo>
                  <a:pt x="12978" y="4289"/>
                </a:lnTo>
                <a:lnTo>
                  <a:pt x="12979" y="4289"/>
                </a:lnTo>
                <a:lnTo>
                  <a:pt x="12980" y="4289"/>
                </a:lnTo>
                <a:lnTo>
                  <a:pt x="12981" y="4289"/>
                </a:lnTo>
                <a:lnTo>
                  <a:pt x="12982" y="4289"/>
                </a:lnTo>
                <a:lnTo>
                  <a:pt x="12983" y="4289"/>
                </a:lnTo>
                <a:lnTo>
                  <a:pt x="12984" y="4289"/>
                </a:lnTo>
                <a:lnTo>
                  <a:pt x="12985" y="4289"/>
                </a:lnTo>
                <a:lnTo>
                  <a:pt x="12986" y="4289"/>
                </a:lnTo>
                <a:lnTo>
                  <a:pt x="12987" y="4289"/>
                </a:lnTo>
                <a:lnTo>
                  <a:pt x="12988" y="4289"/>
                </a:lnTo>
                <a:lnTo>
                  <a:pt x="12989" y="4289"/>
                </a:lnTo>
                <a:lnTo>
                  <a:pt x="12990" y="4289"/>
                </a:lnTo>
                <a:lnTo>
                  <a:pt x="12991" y="4289"/>
                </a:lnTo>
                <a:lnTo>
                  <a:pt x="12992" y="4289"/>
                </a:lnTo>
                <a:lnTo>
                  <a:pt x="12993" y="4289"/>
                </a:lnTo>
                <a:lnTo>
                  <a:pt x="12994" y="4289"/>
                </a:lnTo>
                <a:lnTo>
                  <a:pt x="12995" y="4289"/>
                </a:lnTo>
                <a:lnTo>
                  <a:pt x="12996" y="4289"/>
                </a:lnTo>
                <a:lnTo>
                  <a:pt x="12997" y="4289"/>
                </a:lnTo>
                <a:lnTo>
                  <a:pt x="12998" y="4289"/>
                </a:lnTo>
                <a:lnTo>
                  <a:pt x="12999" y="4289"/>
                </a:lnTo>
                <a:lnTo>
                  <a:pt x="13000" y="4289"/>
                </a:lnTo>
                <a:lnTo>
                  <a:pt x="13001" y="4289"/>
                </a:lnTo>
                <a:lnTo>
                  <a:pt x="13002" y="4289"/>
                </a:lnTo>
                <a:lnTo>
                  <a:pt x="13003" y="4289"/>
                </a:lnTo>
                <a:lnTo>
                  <a:pt x="13004" y="4289"/>
                </a:lnTo>
                <a:lnTo>
                  <a:pt x="13005" y="4289"/>
                </a:lnTo>
                <a:lnTo>
                  <a:pt x="13006" y="4289"/>
                </a:lnTo>
                <a:lnTo>
                  <a:pt x="13007" y="4289"/>
                </a:lnTo>
                <a:lnTo>
                  <a:pt x="13008" y="4289"/>
                </a:lnTo>
                <a:lnTo>
                  <a:pt x="13009" y="4289"/>
                </a:lnTo>
                <a:lnTo>
                  <a:pt x="13010" y="4289"/>
                </a:lnTo>
                <a:lnTo>
                  <a:pt x="13011" y="4289"/>
                </a:lnTo>
                <a:lnTo>
                  <a:pt x="13012" y="4289"/>
                </a:lnTo>
                <a:lnTo>
                  <a:pt x="13013" y="4289"/>
                </a:lnTo>
                <a:lnTo>
                  <a:pt x="13014" y="4289"/>
                </a:lnTo>
                <a:lnTo>
                  <a:pt x="13015" y="4289"/>
                </a:lnTo>
                <a:lnTo>
                  <a:pt x="13016" y="4289"/>
                </a:lnTo>
                <a:lnTo>
                  <a:pt x="13017" y="4289"/>
                </a:lnTo>
                <a:lnTo>
                  <a:pt x="13018" y="4289"/>
                </a:lnTo>
                <a:lnTo>
                  <a:pt x="13019" y="4289"/>
                </a:lnTo>
                <a:lnTo>
                  <a:pt x="13020" y="4289"/>
                </a:lnTo>
                <a:lnTo>
                  <a:pt x="13021" y="4289"/>
                </a:lnTo>
                <a:lnTo>
                  <a:pt x="13022" y="4289"/>
                </a:lnTo>
                <a:lnTo>
                  <a:pt x="13023" y="4289"/>
                </a:lnTo>
                <a:lnTo>
                  <a:pt x="13024" y="4289"/>
                </a:lnTo>
                <a:lnTo>
                  <a:pt x="13025" y="4289"/>
                </a:lnTo>
                <a:lnTo>
                  <a:pt x="13026" y="4289"/>
                </a:lnTo>
                <a:lnTo>
                  <a:pt x="13027" y="4289"/>
                </a:lnTo>
                <a:lnTo>
                  <a:pt x="13028" y="4289"/>
                </a:lnTo>
                <a:lnTo>
                  <a:pt x="13029" y="4289"/>
                </a:lnTo>
                <a:lnTo>
                  <a:pt x="13030" y="4289"/>
                </a:lnTo>
                <a:lnTo>
                  <a:pt x="13031" y="4289"/>
                </a:lnTo>
                <a:lnTo>
                  <a:pt x="13032" y="4289"/>
                </a:lnTo>
                <a:lnTo>
                  <a:pt x="13033" y="4289"/>
                </a:lnTo>
                <a:lnTo>
                  <a:pt x="13034" y="4289"/>
                </a:lnTo>
                <a:lnTo>
                  <a:pt x="13035" y="4289"/>
                </a:lnTo>
                <a:lnTo>
                  <a:pt x="13036" y="4289"/>
                </a:lnTo>
                <a:lnTo>
                  <a:pt x="13037" y="4289"/>
                </a:lnTo>
                <a:lnTo>
                  <a:pt x="13038" y="4289"/>
                </a:lnTo>
                <a:lnTo>
                  <a:pt x="13039" y="4289"/>
                </a:lnTo>
                <a:lnTo>
                  <a:pt x="13040" y="4289"/>
                </a:lnTo>
                <a:lnTo>
                  <a:pt x="13041" y="4289"/>
                </a:lnTo>
                <a:lnTo>
                  <a:pt x="13042" y="4289"/>
                </a:lnTo>
                <a:lnTo>
                  <a:pt x="13043" y="4289"/>
                </a:lnTo>
                <a:lnTo>
                  <a:pt x="13044" y="4289"/>
                </a:lnTo>
                <a:lnTo>
                  <a:pt x="13045" y="4289"/>
                </a:lnTo>
                <a:lnTo>
                  <a:pt x="13046" y="4289"/>
                </a:lnTo>
                <a:lnTo>
                  <a:pt x="13047" y="4289"/>
                </a:lnTo>
                <a:lnTo>
                  <a:pt x="13048" y="4289"/>
                </a:lnTo>
                <a:lnTo>
                  <a:pt x="13049" y="4289"/>
                </a:lnTo>
                <a:lnTo>
                  <a:pt x="13050" y="4289"/>
                </a:lnTo>
                <a:lnTo>
                  <a:pt x="13051" y="4289"/>
                </a:lnTo>
                <a:lnTo>
                  <a:pt x="13052" y="4289"/>
                </a:lnTo>
                <a:lnTo>
                  <a:pt x="13053" y="4289"/>
                </a:lnTo>
                <a:lnTo>
                  <a:pt x="13054" y="4289"/>
                </a:lnTo>
                <a:lnTo>
                  <a:pt x="13055" y="4289"/>
                </a:lnTo>
                <a:lnTo>
                  <a:pt x="13056" y="4289"/>
                </a:lnTo>
                <a:lnTo>
                  <a:pt x="13057" y="4289"/>
                </a:lnTo>
                <a:lnTo>
                  <a:pt x="13058" y="4289"/>
                </a:lnTo>
                <a:lnTo>
                  <a:pt x="13059" y="4289"/>
                </a:lnTo>
                <a:lnTo>
                  <a:pt x="13060" y="4289"/>
                </a:lnTo>
                <a:lnTo>
                  <a:pt x="13061" y="4289"/>
                </a:lnTo>
                <a:lnTo>
                  <a:pt x="13062" y="4289"/>
                </a:lnTo>
                <a:lnTo>
                  <a:pt x="13063" y="4289"/>
                </a:lnTo>
                <a:lnTo>
                  <a:pt x="13064" y="4289"/>
                </a:lnTo>
                <a:lnTo>
                  <a:pt x="13065" y="4289"/>
                </a:lnTo>
                <a:lnTo>
                  <a:pt x="13066" y="4289"/>
                </a:lnTo>
                <a:lnTo>
                  <a:pt x="13067" y="4289"/>
                </a:lnTo>
                <a:lnTo>
                  <a:pt x="13068" y="4289"/>
                </a:lnTo>
                <a:lnTo>
                  <a:pt x="13069" y="4289"/>
                </a:lnTo>
                <a:lnTo>
                  <a:pt x="13070" y="4289"/>
                </a:lnTo>
                <a:lnTo>
                  <a:pt x="13071" y="4289"/>
                </a:lnTo>
                <a:lnTo>
                  <a:pt x="13072" y="4289"/>
                </a:lnTo>
                <a:lnTo>
                  <a:pt x="13073" y="4289"/>
                </a:lnTo>
                <a:lnTo>
                  <a:pt x="13074" y="4289"/>
                </a:lnTo>
                <a:lnTo>
                  <a:pt x="13075" y="4289"/>
                </a:lnTo>
                <a:lnTo>
                  <a:pt x="13076" y="4289"/>
                </a:lnTo>
                <a:lnTo>
                  <a:pt x="13077" y="4289"/>
                </a:lnTo>
                <a:lnTo>
                  <a:pt x="13078" y="4289"/>
                </a:lnTo>
                <a:lnTo>
                  <a:pt x="13079" y="4289"/>
                </a:lnTo>
                <a:lnTo>
                  <a:pt x="13080" y="4289"/>
                </a:lnTo>
                <a:lnTo>
                  <a:pt x="13081" y="4289"/>
                </a:lnTo>
                <a:lnTo>
                  <a:pt x="13082" y="4289"/>
                </a:lnTo>
                <a:lnTo>
                  <a:pt x="13083" y="4289"/>
                </a:lnTo>
                <a:lnTo>
                  <a:pt x="13084" y="4289"/>
                </a:lnTo>
                <a:lnTo>
                  <a:pt x="13085" y="4289"/>
                </a:lnTo>
                <a:lnTo>
                  <a:pt x="13086" y="4289"/>
                </a:lnTo>
                <a:lnTo>
                  <a:pt x="13087" y="4289"/>
                </a:lnTo>
                <a:lnTo>
                  <a:pt x="13088" y="4289"/>
                </a:lnTo>
                <a:lnTo>
                  <a:pt x="13089" y="4289"/>
                </a:lnTo>
                <a:lnTo>
                  <a:pt x="13090" y="4289"/>
                </a:lnTo>
                <a:lnTo>
                  <a:pt x="13091" y="4289"/>
                </a:lnTo>
                <a:lnTo>
                  <a:pt x="13092" y="4289"/>
                </a:lnTo>
                <a:lnTo>
                  <a:pt x="13093" y="4289"/>
                </a:lnTo>
                <a:lnTo>
                  <a:pt x="13094" y="4289"/>
                </a:lnTo>
                <a:lnTo>
                  <a:pt x="13095" y="4289"/>
                </a:lnTo>
                <a:lnTo>
                  <a:pt x="13096" y="4289"/>
                </a:lnTo>
                <a:lnTo>
                  <a:pt x="13097" y="4289"/>
                </a:lnTo>
                <a:lnTo>
                  <a:pt x="13098" y="4289"/>
                </a:lnTo>
                <a:lnTo>
                  <a:pt x="13099" y="4289"/>
                </a:lnTo>
                <a:lnTo>
                  <a:pt x="13100" y="4289"/>
                </a:lnTo>
                <a:lnTo>
                  <a:pt x="13101" y="4289"/>
                </a:lnTo>
                <a:lnTo>
                  <a:pt x="13102" y="4289"/>
                </a:lnTo>
                <a:lnTo>
                  <a:pt x="13103" y="4289"/>
                </a:lnTo>
                <a:lnTo>
                  <a:pt x="13104" y="4289"/>
                </a:lnTo>
                <a:lnTo>
                  <a:pt x="13105" y="4289"/>
                </a:lnTo>
                <a:lnTo>
                  <a:pt x="13106" y="4289"/>
                </a:lnTo>
                <a:lnTo>
                  <a:pt x="13107" y="4289"/>
                </a:lnTo>
                <a:lnTo>
                  <a:pt x="13108" y="4289"/>
                </a:lnTo>
                <a:lnTo>
                  <a:pt x="13109" y="4289"/>
                </a:lnTo>
                <a:lnTo>
                  <a:pt x="13110" y="4289"/>
                </a:lnTo>
                <a:lnTo>
                  <a:pt x="13111" y="4289"/>
                </a:lnTo>
                <a:lnTo>
                  <a:pt x="13112" y="4289"/>
                </a:lnTo>
                <a:lnTo>
                  <a:pt x="13113" y="4289"/>
                </a:lnTo>
                <a:lnTo>
                  <a:pt x="13114" y="4289"/>
                </a:lnTo>
                <a:lnTo>
                  <a:pt x="13115" y="4289"/>
                </a:lnTo>
                <a:lnTo>
                  <a:pt x="13116" y="4289"/>
                </a:lnTo>
                <a:lnTo>
                  <a:pt x="13117" y="4289"/>
                </a:lnTo>
                <a:lnTo>
                  <a:pt x="13118" y="4289"/>
                </a:lnTo>
                <a:lnTo>
                  <a:pt x="13119" y="4289"/>
                </a:lnTo>
                <a:lnTo>
                  <a:pt x="13120" y="4289"/>
                </a:lnTo>
                <a:lnTo>
                  <a:pt x="13121" y="4289"/>
                </a:lnTo>
                <a:lnTo>
                  <a:pt x="13122" y="4289"/>
                </a:lnTo>
                <a:lnTo>
                  <a:pt x="13123" y="4289"/>
                </a:lnTo>
                <a:lnTo>
                  <a:pt x="13124" y="4289"/>
                </a:lnTo>
                <a:lnTo>
                  <a:pt x="13125" y="4289"/>
                </a:lnTo>
                <a:lnTo>
                  <a:pt x="13126" y="4289"/>
                </a:lnTo>
                <a:lnTo>
                  <a:pt x="13127" y="4289"/>
                </a:lnTo>
                <a:lnTo>
                  <a:pt x="13128" y="4289"/>
                </a:lnTo>
                <a:lnTo>
                  <a:pt x="13129" y="4289"/>
                </a:lnTo>
                <a:lnTo>
                  <a:pt x="13130" y="4289"/>
                </a:lnTo>
                <a:lnTo>
                  <a:pt x="13131" y="4289"/>
                </a:lnTo>
                <a:lnTo>
                  <a:pt x="13132" y="4289"/>
                </a:lnTo>
                <a:lnTo>
                  <a:pt x="13133" y="4289"/>
                </a:lnTo>
                <a:lnTo>
                  <a:pt x="13134" y="4289"/>
                </a:lnTo>
                <a:lnTo>
                  <a:pt x="13135" y="4289"/>
                </a:lnTo>
                <a:lnTo>
                  <a:pt x="13136" y="4289"/>
                </a:lnTo>
                <a:lnTo>
                  <a:pt x="13137" y="4289"/>
                </a:lnTo>
                <a:lnTo>
                  <a:pt x="13138" y="4289"/>
                </a:lnTo>
                <a:lnTo>
                  <a:pt x="13139" y="4289"/>
                </a:lnTo>
                <a:lnTo>
                  <a:pt x="13140" y="4289"/>
                </a:lnTo>
                <a:lnTo>
                  <a:pt x="13141" y="4289"/>
                </a:lnTo>
                <a:lnTo>
                  <a:pt x="13142" y="4289"/>
                </a:lnTo>
                <a:lnTo>
                  <a:pt x="13143" y="4289"/>
                </a:lnTo>
                <a:lnTo>
                  <a:pt x="13144" y="4289"/>
                </a:lnTo>
                <a:lnTo>
                  <a:pt x="13145" y="4289"/>
                </a:lnTo>
                <a:lnTo>
                  <a:pt x="13146" y="4289"/>
                </a:lnTo>
                <a:lnTo>
                  <a:pt x="13147" y="4289"/>
                </a:lnTo>
                <a:lnTo>
                  <a:pt x="13148" y="4289"/>
                </a:lnTo>
                <a:lnTo>
                  <a:pt x="13149" y="4289"/>
                </a:lnTo>
                <a:lnTo>
                  <a:pt x="13150" y="4289"/>
                </a:lnTo>
                <a:lnTo>
                  <a:pt x="13151" y="4289"/>
                </a:lnTo>
                <a:lnTo>
                  <a:pt x="13152" y="4289"/>
                </a:lnTo>
                <a:lnTo>
                  <a:pt x="13153" y="4289"/>
                </a:lnTo>
                <a:lnTo>
                  <a:pt x="13154" y="4289"/>
                </a:lnTo>
                <a:lnTo>
                  <a:pt x="13155" y="4289"/>
                </a:lnTo>
                <a:lnTo>
                  <a:pt x="13156" y="4289"/>
                </a:lnTo>
                <a:lnTo>
                  <a:pt x="13157" y="4289"/>
                </a:lnTo>
                <a:lnTo>
                  <a:pt x="13158" y="4289"/>
                </a:lnTo>
                <a:lnTo>
                  <a:pt x="13159" y="4289"/>
                </a:lnTo>
                <a:lnTo>
                  <a:pt x="13160" y="4289"/>
                </a:lnTo>
                <a:lnTo>
                  <a:pt x="13161" y="4289"/>
                </a:lnTo>
                <a:lnTo>
                  <a:pt x="13162" y="4289"/>
                </a:lnTo>
                <a:lnTo>
                  <a:pt x="13163" y="4289"/>
                </a:lnTo>
                <a:lnTo>
                  <a:pt x="13164" y="4289"/>
                </a:lnTo>
                <a:lnTo>
                  <a:pt x="13165" y="4289"/>
                </a:lnTo>
                <a:lnTo>
                  <a:pt x="13166" y="4289"/>
                </a:lnTo>
                <a:lnTo>
                  <a:pt x="13167" y="4289"/>
                </a:lnTo>
                <a:lnTo>
                  <a:pt x="13168" y="4289"/>
                </a:lnTo>
                <a:lnTo>
                  <a:pt x="13169" y="4289"/>
                </a:lnTo>
                <a:lnTo>
                  <a:pt x="13170" y="4289"/>
                </a:lnTo>
                <a:lnTo>
                  <a:pt x="13171" y="4289"/>
                </a:lnTo>
                <a:lnTo>
                  <a:pt x="13172" y="4289"/>
                </a:lnTo>
                <a:lnTo>
                  <a:pt x="13173" y="4289"/>
                </a:lnTo>
                <a:lnTo>
                  <a:pt x="13174" y="4289"/>
                </a:lnTo>
                <a:lnTo>
                  <a:pt x="13175" y="4289"/>
                </a:lnTo>
                <a:lnTo>
                  <a:pt x="13176" y="4289"/>
                </a:lnTo>
                <a:lnTo>
                  <a:pt x="13177" y="4289"/>
                </a:lnTo>
                <a:lnTo>
                  <a:pt x="13178" y="4289"/>
                </a:lnTo>
                <a:lnTo>
                  <a:pt x="13179" y="4289"/>
                </a:lnTo>
                <a:lnTo>
                  <a:pt x="13180" y="4289"/>
                </a:lnTo>
                <a:lnTo>
                  <a:pt x="13181" y="4289"/>
                </a:lnTo>
                <a:lnTo>
                  <a:pt x="13182" y="4289"/>
                </a:lnTo>
                <a:lnTo>
                  <a:pt x="13183" y="4289"/>
                </a:lnTo>
                <a:lnTo>
                  <a:pt x="13184" y="4289"/>
                </a:lnTo>
                <a:lnTo>
                  <a:pt x="13185" y="4289"/>
                </a:lnTo>
                <a:lnTo>
                  <a:pt x="13186" y="4289"/>
                </a:lnTo>
                <a:lnTo>
                  <a:pt x="13187" y="4289"/>
                </a:lnTo>
                <a:lnTo>
                  <a:pt x="13188" y="4289"/>
                </a:lnTo>
                <a:lnTo>
                  <a:pt x="13189" y="4289"/>
                </a:lnTo>
                <a:lnTo>
                  <a:pt x="13190" y="4289"/>
                </a:lnTo>
                <a:lnTo>
                  <a:pt x="13191" y="4289"/>
                </a:lnTo>
                <a:lnTo>
                  <a:pt x="13192" y="4289"/>
                </a:lnTo>
                <a:lnTo>
                  <a:pt x="13193" y="4289"/>
                </a:lnTo>
                <a:lnTo>
                  <a:pt x="13194" y="4289"/>
                </a:lnTo>
                <a:lnTo>
                  <a:pt x="13195" y="4289"/>
                </a:lnTo>
                <a:lnTo>
                  <a:pt x="13196" y="4289"/>
                </a:lnTo>
                <a:lnTo>
                  <a:pt x="13197" y="4289"/>
                </a:lnTo>
                <a:lnTo>
                  <a:pt x="13198" y="4289"/>
                </a:lnTo>
                <a:lnTo>
                  <a:pt x="13199" y="4289"/>
                </a:lnTo>
                <a:lnTo>
                  <a:pt x="13200" y="4289"/>
                </a:lnTo>
                <a:lnTo>
                  <a:pt x="13201" y="4289"/>
                </a:lnTo>
                <a:lnTo>
                  <a:pt x="13202" y="4289"/>
                </a:lnTo>
                <a:lnTo>
                  <a:pt x="13203" y="4289"/>
                </a:lnTo>
                <a:lnTo>
                  <a:pt x="13204" y="4289"/>
                </a:lnTo>
                <a:lnTo>
                  <a:pt x="13205" y="4289"/>
                </a:lnTo>
                <a:lnTo>
                  <a:pt x="13206" y="4289"/>
                </a:lnTo>
                <a:lnTo>
                  <a:pt x="13207" y="4289"/>
                </a:lnTo>
                <a:lnTo>
                  <a:pt x="13208" y="4289"/>
                </a:lnTo>
                <a:lnTo>
                  <a:pt x="13209" y="4289"/>
                </a:lnTo>
                <a:lnTo>
                  <a:pt x="13210" y="4289"/>
                </a:lnTo>
                <a:lnTo>
                  <a:pt x="13211" y="4289"/>
                </a:lnTo>
                <a:lnTo>
                  <a:pt x="13212" y="4289"/>
                </a:lnTo>
                <a:lnTo>
                  <a:pt x="13213" y="4289"/>
                </a:lnTo>
                <a:lnTo>
                  <a:pt x="13214" y="4289"/>
                </a:lnTo>
                <a:lnTo>
                  <a:pt x="13215" y="4289"/>
                </a:lnTo>
                <a:lnTo>
                  <a:pt x="13216" y="4289"/>
                </a:lnTo>
                <a:lnTo>
                  <a:pt x="13217" y="4289"/>
                </a:lnTo>
                <a:lnTo>
                  <a:pt x="13218" y="4289"/>
                </a:lnTo>
                <a:lnTo>
                  <a:pt x="13219" y="4289"/>
                </a:lnTo>
                <a:lnTo>
                  <a:pt x="13220" y="4289"/>
                </a:lnTo>
                <a:lnTo>
                  <a:pt x="13221" y="4289"/>
                </a:lnTo>
                <a:lnTo>
                  <a:pt x="13222" y="4289"/>
                </a:lnTo>
                <a:lnTo>
                  <a:pt x="13223" y="4289"/>
                </a:lnTo>
                <a:lnTo>
                  <a:pt x="13224" y="4289"/>
                </a:lnTo>
                <a:lnTo>
                  <a:pt x="13225" y="4289"/>
                </a:lnTo>
                <a:lnTo>
                  <a:pt x="13226" y="4289"/>
                </a:lnTo>
                <a:lnTo>
                  <a:pt x="13227" y="4289"/>
                </a:lnTo>
                <a:lnTo>
                  <a:pt x="13228" y="4289"/>
                </a:lnTo>
                <a:lnTo>
                  <a:pt x="13229" y="4289"/>
                </a:lnTo>
                <a:lnTo>
                  <a:pt x="13230" y="4289"/>
                </a:lnTo>
                <a:lnTo>
                  <a:pt x="13231" y="4289"/>
                </a:lnTo>
                <a:lnTo>
                  <a:pt x="13232" y="4289"/>
                </a:lnTo>
                <a:lnTo>
                  <a:pt x="13233" y="4289"/>
                </a:lnTo>
                <a:lnTo>
                  <a:pt x="13234" y="4289"/>
                </a:lnTo>
                <a:lnTo>
                  <a:pt x="13235" y="4289"/>
                </a:lnTo>
                <a:lnTo>
                  <a:pt x="13236" y="4289"/>
                </a:lnTo>
                <a:lnTo>
                  <a:pt x="13237" y="4289"/>
                </a:lnTo>
                <a:lnTo>
                  <a:pt x="13238" y="4289"/>
                </a:lnTo>
                <a:lnTo>
                  <a:pt x="13239" y="4289"/>
                </a:lnTo>
                <a:lnTo>
                  <a:pt x="13240" y="4289"/>
                </a:lnTo>
                <a:lnTo>
                  <a:pt x="13241" y="4289"/>
                </a:lnTo>
                <a:lnTo>
                  <a:pt x="13242" y="4289"/>
                </a:lnTo>
                <a:lnTo>
                  <a:pt x="13243" y="4289"/>
                </a:lnTo>
                <a:lnTo>
                  <a:pt x="13244" y="4289"/>
                </a:lnTo>
                <a:lnTo>
                  <a:pt x="13245" y="4289"/>
                </a:lnTo>
                <a:lnTo>
                  <a:pt x="13246" y="4289"/>
                </a:lnTo>
                <a:lnTo>
                  <a:pt x="13247" y="4289"/>
                </a:lnTo>
                <a:lnTo>
                  <a:pt x="13248" y="4289"/>
                </a:lnTo>
                <a:lnTo>
                  <a:pt x="13249" y="4289"/>
                </a:lnTo>
                <a:lnTo>
                  <a:pt x="13250" y="4289"/>
                </a:lnTo>
                <a:lnTo>
                  <a:pt x="13251" y="4289"/>
                </a:lnTo>
                <a:lnTo>
                  <a:pt x="13252" y="4289"/>
                </a:lnTo>
                <a:lnTo>
                  <a:pt x="13253" y="4289"/>
                </a:lnTo>
                <a:lnTo>
                  <a:pt x="13254" y="4289"/>
                </a:lnTo>
                <a:lnTo>
                  <a:pt x="13255" y="4289"/>
                </a:lnTo>
                <a:lnTo>
                  <a:pt x="13256" y="4289"/>
                </a:lnTo>
                <a:lnTo>
                  <a:pt x="13257" y="4289"/>
                </a:lnTo>
                <a:lnTo>
                  <a:pt x="13258" y="4289"/>
                </a:lnTo>
                <a:lnTo>
                  <a:pt x="13259" y="4289"/>
                </a:lnTo>
                <a:lnTo>
                  <a:pt x="13260" y="4289"/>
                </a:lnTo>
                <a:lnTo>
                  <a:pt x="13261" y="4289"/>
                </a:lnTo>
                <a:lnTo>
                  <a:pt x="13262" y="4289"/>
                </a:lnTo>
                <a:lnTo>
                  <a:pt x="13263" y="4289"/>
                </a:lnTo>
                <a:lnTo>
                  <a:pt x="13264" y="4289"/>
                </a:lnTo>
                <a:lnTo>
                  <a:pt x="13265" y="4289"/>
                </a:lnTo>
                <a:lnTo>
                  <a:pt x="13266" y="4289"/>
                </a:lnTo>
                <a:lnTo>
                  <a:pt x="13267" y="4289"/>
                </a:lnTo>
                <a:lnTo>
                  <a:pt x="13268" y="4289"/>
                </a:lnTo>
                <a:lnTo>
                  <a:pt x="13269" y="4289"/>
                </a:lnTo>
                <a:lnTo>
                  <a:pt x="13270" y="4289"/>
                </a:lnTo>
                <a:lnTo>
                  <a:pt x="13271" y="4289"/>
                </a:lnTo>
                <a:lnTo>
                  <a:pt x="13272" y="4289"/>
                </a:lnTo>
                <a:lnTo>
                  <a:pt x="13273" y="4289"/>
                </a:lnTo>
                <a:lnTo>
                  <a:pt x="13274" y="4289"/>
                </a:lnTo>
                <a:lnTo>
                  <a:pt x="13275" y="4289"/>
                </a:lnTo>
                <a:lnTo>
                  <a:pt x="13276" y="4289"/>
                </a:lnTo>
                <a:lnTo>
                  <a:pt x="13277" y="4289"/>
                </a:lnTo>
                <a:lnTo>
                  <a:pt x="13278" y="4289"/>
                </a:lnTo>
                <a:lnTo>
                  <a:pt x="13279" y="4289"/>
                </a:lnTo>
                <a:lnTo>
                  <a:pt x="13280" y="4289"/>
                </a:lnTo>
                <a:lnTo>
                  <a:pt x="13281" y="4289"/>
                </a:lnTo>
                <a:lnTo>
                  <a:pt x="13282" y="4289"/>
                </a:lnTo>
                <a:lnTo>
                  <a:pt x="13283" y="4289"/>
                </a:lnTo>
                <a:lnTo>
                  <a:pt x="13284" y="4289"/>
                </a:lnTo>
                <a:lnTo>
                  <a:pt x="13285" y="4289"/>
                </a:lnTo>
                <a:lnTo>
                  <a:pt x="13286" y="4289"/>
                </a:lnTo>
                <a:lnTo>
                  <a:pt x="13287" y="4289"/>
                </a:lnTo>
                <a:lnTo>
                  <a:pt x="13288" y="4289"/>
                </a:lnTo>
                <a:lnTo>
                  <a:pt x="13289" y="4289"/>
                </a:lnTo>
                <a:lnTo>
                  <a:pt x="13290" y="4289"/>
                </a:lnTo>
                <a:lnTo>
                  <a:pt x="13291" y="4289"/>
                </a:lnTo>
                <a:lnTo>
                  <a:pt x="13292" y="4289"/>
                </a:lnTo>
                <a:lnTo>
                  <a:pt x="13293" y="4289"/>
                </a:lnTo>
                <a:lnTo>
                  <a:pt x="13294" y="4289"/>
                </a:lnTo>
                <a:lnTo>
                  <a:pt x="13295" y="4289"/>
                </a:lnTo>
                <a:lnTo>
                  <a:pt x="13296" y="4289"/>
                </a:lnTo>
                <a:lnTo>
                  <a:pt x="13297" y="4289"/>
                </a:lnTo>
                <a:lnTo>
                  <a:pt x="13298" y="4289"/>
                </a:lnTo>
                <a:lnTo>
                  <a:pt x="13299" y="4289"/>
                </a:lnTo>
                <a:lnTo>
                  <a:pt x="13300" y="4289"/>
                </a:lnTo>
                <a:lnTo>
                  <a:pt x="13301" y="4289"/>
                </a:lnTo>
                <a:lnTo>
                  <a:pt x="13302" y="4289"/>
                </a:lnTo>
                <a:lnTo>
                  <a:pt x="13303" y="4289"/>
                </a:lnTo>
                <a:lnTo>
                  <a:pt x="13304" y="4289"/>
                </a:lnTo>
                <a:lnTo>
                  <a:pt x="13305" y="4289"/>
                </a:lnTo>
                <a:lnTo>
                  <a:pt x="13306" y="4289"/>
                </a:lnTo>
                <a:lnTo>
                  <a:pt x="13307" y="4289"/>
                </a:lnTo>
                <a:lnTo>
                  <a:pt x="13308" y="4289"/>
                </a:lnTo>
                <a:lnTo>
                  <a:pt x="13309" y="4289"/>
                </a:lnTo>
                <a:lnTo>
                  <a:pt x="13310" y="4289"/>
                </a:lnTo>
                <a:lnTo>
                  <a:pt x="13311" y="4289"/>
                </a:lnTo>
                <a:lnTo>
                  <a:pt x="13312" y="4289"/>
                </a:lnTo>
                <a:lnTo>
                  <a:pt x="13313" y="4289"/>
                </a:lnTo>
                <a:lnTo>
                  <a:pt x="13314" y="4289"/>
                </a:lnTo>
                <a:lnTo>
                  <a:pt x="13315" y="4289"/>
                </a:lnTo>
                <a:lnTo>
                  <a:pt x="13316" y="4289"/>
                </a:lnTo>
                <a:lnTo>
                  <a:pt x="13317" y="4289"/>
                </a:lnTo>
                <a:lnTo>
                  <a:pt x="13318" y="4289"/>
                </a:lnTo>
                <a:lnTo>
                  <a:pt x="13319" y="4289"/>
                </a:lnTo>
                <a:lnTo>
                  <a:pt x="13320" y="4289"/>
                </a:lnTo>
                <a:lnTo>
                  <a:pt x="13321" y="4289"/>
                </a:lnTo>
                <a:lnTo>
                  <a:pt x="13322" y="4289"/>
                </a:lnTo>
                <a:lnTo>
                  <a:pt x="13323" y="4289"/>
                </a:lnTo>
                <a:lnTo>
                  <a:pt x="13324" y="4289"/>
                </a:lnTo>
                <a:lnTo>
                  <a:pt x="13325" y="4289"/>
                </a:lnTo>
                <a:lnTo>
                  <a:pt x="13326" y="4289"/>
                </a:lnTo>
                <a:lnTo>
                  <a:pt x="13327" y="4289"/>
                </a:lnTo>
                <a:lnTo>
                  <a:pt x="13328" y="4289"/>
                </a:lnTo>
                <a:lnTo>
                  <a:pt x="13329" y="4289"/>
                </a:lnTo>
                <a:lnTo>
                  <a:pt x="13330" y="4289"/>
                </a:lnTo>
                <a:lnTo>
                  <a:pt x="13331" y="4289"/>
                </a:lnTo>
                <a:lnTo>
                  <a:pt x="13332" y="4289"/>
                </a:lnTo>
                <a:lnTo>
                  <a:pt x="13333" y="4289"/>
                </a:lnTo>
                <a:lnTo>
                  <a:pt x="13334" y="4289"/>
                </a:lnTo>
                <a:lnTo>
                  <a:pt x="13335" y="4289"/>
                </a:lnTo>
                <a:lnTo>
                  <a:pt x="13336" y="4289"/>
                </a:lnTo>
                <a:lnTo>
                  <a:pt x="13337" y="4289"/>
                </a:lnTo>
                <a:lnTo>
                  <a:pt x="13338" y="4289"/>
                </a:lnTo>
                <a:lnTo>
                  <a:pt x="13339" y="4289"/>
                </a:lnTo>
                <a:lnTo>
                  <a:pt x="13340" y="4289"/>
                </a:lnTo>
                <a:lnTo>
                  <a:pt x="13341" y="4289"/>
                </a:lnTo>
                <a:lnTo>
                  <a:pt x="13342" y="4289"/>
                </a:lnTo>
                <a:lnTo>
                  <a:pt x="13343" y="4289"/>
                </a:lnTo>
                <a:lnTo>
                  <a:pt x="13344" y="4289"/>
                </a:lnTo>
                <a:lnTo>
                  <a:pt x="13345" y="4289"/>
                </a:lnTo>
                <a:lnTo>
                  <a:pt x="13346" y="4289"/>
                </a:lnTo>
                <a:lnTo>
                  <a:pt x="13347" y="4289"/>
                </a:lnTo>
                <a:lnTo>
                  <a:pt x="13348" y="4289"/>
                </a:lnTo>
                <a:lnTo>
                  <a:pt x="13349" y="4289"/>
                </a:lnTo>
                <a:lnTo>
                  <a:pt x="13350" y="4289"/>
                </a:lnTo>
                <a:lnTo>
                  <a:pt x="13351" y="4289"/>
                </a:lnTo>
                <a:lnTo>
                  <a:pt x="13352" y="4289"/>
                </a:lnTo>
                <a:lnTo>
                  <a:pt x="13353" y="4289"/>
                </a:lnTo>
                <a:lnTo>
                  <a:pt x="13354" y="4289"/>
                </a:lnTo>
                <a:lnTo>
                  <a:pt x="13355" y="4289"/>
                </a:lnTo>
                <a:lnTo>
                  <a:pt x="13356" y="4289"/>
                </a:lnTo>
                <a:lnTo>
                  <a:pt x="13357" y="4289"/>
                </a:lnTo>
                <a:lnTo>
                  <a:pt x="13358" y="4289"/>
                </a:lnTo>
                <a:lnTo>
                  <a:pt x="13359" y="4289"/>
                </a:lnTo>
                <a:lnTo>
                  <a:pt x="13360" y="4289"/>
                </a:lnTo>
                <a:lnTo>
                  <a:pt x="13361" y="4289"/>
                </a:lnTo>
                <a:lnTo>
                  <a:pt x="13362" y="4289"/>
                </a:lnTo>
                <a:lnTo>
                  <a:pt x="13363" y="4289"/>
                </a:lnTo>
                <a:lnTo>
                  <a:pt x="13364" y="4289"/>
                </a:lnTo>
                <a:lnTo>
                  <a:pt x="13365" y="4289"/>
                </a:lnTo>
                <a:lnTo>
                  <a:pt x="13366" y="4289"/>
                </a:lnTo>
                <a:lnTo>
                  <a:pt x="13367" y="4289"/>
                </a:lnTo>
                <a:lnTo>
                  <a:pt x="13368" y="4289"/>
                </a:lnTo>
                <a:lnTo>
                  <a:pt x="13369" y="4289"/>
                </a:lnTo>
                <a:lnTo>
                  <a:pt x="13370" y="4289"/>
                </a:lnTo>
                <a:lnTo>
                  <a:pt x="13371" y="4289"/>
                </a:lnTo>
                <a:lnTo>
                  <a:pt x="13372" y="4289"/>
                </a:lnTo>
                <a:lnTo>
                  <a:pt x="13373" y="4289"/>
                </a:lnTo>
                <a:lnTo>
                  <a:pt x="13374" y="4289"/>
                </a:lnTo>
                <a:lnTo>
                  <a:pt x="13375" y="4289"/>
                </a:lnTo>
                <a:lnTo>
                  <a:pt x="13376" y="4289"/>
                </a:lnTo>
                <a:lnTo>
                  <a:pt x="13377" y="4289"/>
                </a:lnTo>
                <a:lnTo>
                  <a:pt x="13378" y="4289"/>
                </a:lnTo>
                <a:lnTo>
                  <a:pt x="13379" y="4289"/>
                </a:lnTo>
                <a:lnTo>
                  <a:pt x="13380" y="4289"/>
                </a:lnTo>
                <a:lnTo>
                  <a:pt x="13381" y="4289"/>
                </a:lnTo>
                <a:lnTo>
                  <a:pt x="13382" y="4289"/>
                </a:lnTo>
                <a:lnTo>
                  <a:pt x="13383" y="4289"/>
                </a:lnTo>
                <a:lnTo>
                  <a:pt x="13384" y="4289"/>
                </a:lnTo>
                <a:lnTo>
                  <a:pt x="13385" y="4289"/>
                </a:lnTo>
                <a:lnTo>
                  <a:pt x="13386" y="4289"/>
                </a:lnTo>
                <a:lnTo>
                  <a:pt x="13387" y="4289"/>
                </a:lnTo>
                <a:lnTo>
                  <a:pt x="13388" y="4289"/>
                </a:lnTo>
                <a:lnTo>
                  <a:pt x="13389" y="4289"/>
                </a:lnTo>
                <a:lnTo>
                  <a:pt x="13390" y="4289"/>
                </a:lnTo>
                <a:lnTo>
                  <a:pt x="13391" y="4289"/>
                </a:lnTo>
                <a:lnTo>
                  <a:pt x="13392" y="4289"/>
                </a:lnTo>
                <a:lnTo>
                  <a:pt x="13393" y="4289"/>
                </a:lnTo>
                <a:lnTo>
                  <a:pt x="13394" y="4289"/>
                </a:lnTo>
                <a:lnTo>
                  <a:pt x="13395" y="4289"/>
                </a:lnTo>
                <a:lnTo>
                  <a:pt x="13396" y="4289"/>
                </a:lnTo>
                <a:lnTo>
                  <a:pt x="13397" y="4289"/>
                </a:lnTo>
                <a:lnTo>
                  <a:pt x="13398" y="4289"/>
                </a:lnTo>
                <a:lnTo>
                  <a:pt x="13399" y="4289"/>
                </a:lnTo>
                <a:lnTo>
                  <a:pt x="13400" y="4289"/>
                </a:lnTo>
                <a:lnTo>
                  <a:pt x="13401" y="4289"/>
                </a:lnTo>
                <a:lnTo>
                  <a:pt x="13402" y="4289"/>
                </a:lnTo>
                <a:lnTo>
                  <a:pt x="13403" y="4289"/>
                </a:lnTo>
                <a:lnTo>
                  <a:pt x="13404" y="4289"/>
                </a:lnTo>
                <a:lnTo>
                  <a:pt x="13405" y="4289"/>
                </a:lnTo>
                <a:lnTo>
                  <a:pt x="13406" y="4289"/>
                </a:lnTo>
                <a:lnTo>
                  <a:pt x="13407" y="4289"/>
                </a:lnTo>
                <a:lnTo>
                  <a:pt x="13408" y="4289"/>
                </a:lnTo>
                <a:lnTo>
                  <a:pt x="13409" y="4289"/>
                </a:lnTo>
                <a:lnTo>
                  <a:pt x="13410" y="4289"/>
                </a:lnTo>
                <a:lnTo>
                  <a:pt x="13411" y="4289"/>
                </a:lnTo>
                <a:lnTo>
                  <a:pt x="13412" y="4289"/>
                </a:lnTo>
                <a:lnTo>
                  <a:pt x="13413" y="4289"/>
                </a:lnTo>
                <a:lnTo>
                  <a:pt x="13414" y="4289"/>
                </a:lnTo>
                <a:lnTo>
                  <a:pt x="13415" y="4289"/>
                </a:lnTo>
                <a:lnTo>
                  <a:pt x="13416" y="4289"/>
                </a:lnTo>
                <a:lnTo>
                  <a:pt x="13417" y="4289"/>
                </a:lnTo>
                <a:lnTo>
                  <a:pt x="13418" y="4289"/>
                </a:lnTo>
                <a:lnTo>
                  <a:pt x="13419" y="4289"/>
                </a:lnTo>
                <a:lnTo>
                  <a:pt x="13420" y="4289"/>
                </a:lnTo>
                <a:lnTo>
                  <a:pt x="13421" y="4289"/>
                </a:lnTo>
                <a:lnTo>
                  <a:pt x="13422" y="4289"/>
                </a:lnTo>
                <a:lnTo>
                  <a:pt x="13421" y="4288"/>
                </a:lnTo>
                <a:lnTo>
                  <a:pt x="13420" y="4288"/>
                </a:lnTo>
                <a:lnTo>
                  <a:pt x="13419" y="4288"/>
                </a:lnTo>
                <a:lnTo>
                  <a:pt x="13419" y="4287"/>
                </a:lnTo>
                <a:lnTo>
                  <a:pt x="13418" y="4287"/>
                </a:lnTo>
                <a:lnTo>
                  <a:pt x="13417" y="4287"/>
                </a:lnTo>
                <a:lnTo>
                  <a:pt x="13416" y="4286"/>
                </a:lnTo>
                <a:lnTo>
                  <a:pt x="13415" y="4286"/>
                </a:lnTo>
                <a:lnTo>
                  <a:pt x="13414" y="4285"/>
                </a:lnTo>
                <a:lnTo>
                  <a:pt x="13413" y="4285"/>
                </a:lnTo>
                <a:lnTo>
                  <a:pt x="13412" y="4284"/>
                </a:lnTo>
                <a:lnTo>
                  <a:pt x="13411" y="4284"/>
                </a:lnTo>
                <a:lnTo>
                  <a:pt x="13410" y="4284"/>
                </a:lnTo>
                <a:lnTo>
                  <a:pt x="13410" y="4283"/>
                </a:lnTo>
                <a:lnTo>
                  <a:pt x="13409" y="4283"/>
                </a:lnTo>
                <a:lnTo>
                  <a:pt x="13408" y="4283"/>
                </a:lnTo>
                <a:lnTo>
                  <a:pt x="13408" y="4282"/>
                </a:lnTo>
                <a:lnTo>
                  <a:pt x="13407" y="4282"/>
                </a:lnTo>
                <a:lnTo>
                  <a:pt x="13406" y="4282"/>
                </a:lnTo>
                <a:lnTo>
                  <a:pt x="13405" y="4281"/>
                </a:lnTo>
                <a:lnTo>
                  <a:pt x="13404" y="4281"/>
                </a:lnTo>
                <a:lnTo>
                  <a:pt x="13403" y="4280"/>
                </a:lnTo>
                <a:lnTo>
                  <a:pt x="13402" y="4280"/>
                </a:lnTo>
                <a:lnTo>
                  <a:pt x="13401" y="4279"/>
                </a:lnTo>
                <a:lnTo>
                  <a:pt x="13400" y="4279"/>
                </a:lnTo>
                <a:lnTo>
                  <a:pt x="13399" y="4279"/>
                </a:lnTo>
                <a:lnTo>
                  <a:pt x="13399" y="4278"/>
                </a:lnTo>
                <a:lnTo>
                  <a:pt x="13398" y="4278"/>
                </a:lnTo>
                <a:lnTo>
                  <a:pt x="13397" y="4278"/>
                </a:lnTo>
                <a:lnTo>
                  <a:pt x="13396" y="4277"/>
                </a:lnTo>
                <a:lnTo>
                  <a:pt x="13395" y="4277"/>
                </a:lnTo>
                <a:lnTo>
                  <a:pt x="13395" y="4276"/>
                </a:lnTo>
                <a:lnTo>
                  <a:pt x="13394" y="4276"/>
                </a:lnTo>
                <a:lnTo>
                  <a:pt x="13393" y="4276"/>
                </a:lnTo>
                <a:lnTo>
                  <a:pt x="13392" y="4275"/>
                </a:lnTo>
                <a:lnTo>
                  <a:pt x="13391" y="4275"/>
                </a:lnTo>
                <a:lnTo>
                  <a:pt x="13390" y="4274"/>
                </a:lnTo>
                <a:lnTo>
                  <a:pt x="13389" y="4274"/>
                </a:lnTo>
                <a:lnTo>
                  <a:pt x="13388" y="4274"/>
                </a:lnTo>
                <a:lnTo>
                  <a:pt x="13388" y="4273"/>
                </a:lnTo>
                <a:lnTo>
                  <a:pt x="13387" y="4273"/>
                </a:lnTo>
                <a:lnTo>
                  <a:pt x="13386" y="4273"/>
                </a:lnTo>
                <a:lnTo>
                  <a:pt x="13386" y="4272"/>
                </a:lnTo>
                <a:lnTo>
                  <a:pt x="13385" y="4272"/>
                </a:lnTo>
                <a:lnTo>
                  <a:pt x="13384" y="4272"/>
                </a:lnTo>
                <a:lnTo>
                  <a:pt x="13383" y="4271"/>
                </a:lnTo>
                <a:lnTo>
                  <a:pt x="13382" y="4271"/>
                </a:lnTo>
                <a:lnTo>
                  <a:pt x="13381" y="4270"/>
                </a:lnTo>
                <a:lnTo>
                  <a:pt x="13380" y="4270"/>
                </a:lnTo>
                <a:lnTo>
                  <a:pt x="13379" y="4270"/>
                </a:lnTo>
                <a:lnTo>
                  <a:pt x="13379" y="4269"/>
                </a:lnTo>
                <a:lnTo>
                  <a:pt x="13378" y="4269"/>
                </a:lnTo>
                <a:lnTo>
                  <a:pt x="13377" y="4269"/>
                </a:lnTo>
                <a:lnTo>
                  <a:pt x="13376" y="4268"/>
                </a:lnTo>
                <a:lnTo>
                  <a:pt x="13375" y="4268"/>
                </a:lnTo>
                <a:lnTo>
                  <a:pt x="13375" y="4267"/>
                </a:lnTo>
                <a:lnTo>
                  <a:pt x="13374" y="4267"/>
                </a:lnTo>
                <a:lnTo>
                  <a:pt x="13373" y="4267"/>
                </a:lnTo>
                <a:lnTo>
                  <a:pt x="13372" y="4266"/>
                </a:lnTo>
                <a:lnTo>
                  <a:pt x="13371" y="4266"/>
                </a:lnTo>
                <a:lnTo>
                  <a:pt x="13370" y="4265"/>
                </a:lnTo>
                <a:lnTo>
                  <a:pt x="13369" y="4265"/>
                </a:lnTo>
                <a:lnTo>
                  <a:pt x="13368" y="4265"/>
                </a:lnTo>
                <a:lnTo>
                  <a:pt x="13368" y="4264"/>
                </a:lnTo>
                <a:lnTo>
                  <a:pt x="13367" y="4264"/>
                </a:lnTo>
                <a:lnTo>
                  <a:pt x="13366" y="4264"/>
                </a:lnTo>
                <a:lnTo>
                  <a:pt x="13366" y="4263"/>
                </a:lnTo>
                <a:lnTo>
                  <a:pt x="13365" y="4263"/>
                </a:lnTo>
                <a:lnTo>
                  <a:pt x="13364" y="4263"/>
                </a:lnTo>
                <a:lnTo>
                  <a:pt x="13363" y="4262"/>
                </a:lnTo>
                <a:lnTo>
                  <a:pt x="13362" y="4262"/>
                </a:lnTo>
                <a:lnTo>
                  <a:pt x="13361" y="4261"/>
                </a:lnTo>
                <a:lnTo>
                  <a:pt x="13360" y="4261"/>
                </a:lnTo>
                <a:lnTo>
                  <a:pt x="13359" y="4261"/>
                </a:lnTo>
                <a:lnTo>
                  <a:pt x="13359" y="4260"/>
                </a:lnTo>
                <a:lnTo>
                  <a:pt x="13358" y="4260"/>
                </a:lnTo>
                <a:lnTo>
                  <a:pt x="13357" y="4259"/>
                </a:lnTo>
                <a:lnTo>
                  <a:pt x="13356" y="4259"/>
                </a:lnTo>
                <a:lnTo>
                  <a:pt x="13355" y="4259"/>
                </a:lnTo>
                <a:lnTo>
                  <a:pt x="13355" y="4258"/>
                </a:lnTo>
                <a:lnTo>
                  <a:pt x="13354" y="4258"/>
                </a:lnTo>
                <a:lnTo>
                  <a:pt x="13353" y="4258"/>
                </a:lnTo>
                <a:lnTo>
                  <a:pt x="13352" y="4257"/>
                </a:lnTo>
                <a:lnTo>
                  <a:pt x="13351" y="4257"/>
                </a:lnTo>
                <a:lnTo>
                  <a:pt x="13350" y="4256"/>
                </a:lnTo>
                <a:lnTo>
                  <a:pt x="13349" y="4256"/>
                </a:lnTo>
                <a:lnTo>
                  <a:pt x="13348" y="4255"/>
                </a:lnTo>
                <a:lnTo>
                  <a:pt x="13347" y="4255"/>
                </a:lnTo>
                <a:lnTo>
                  <a:pt x="13346" y="4255"/>
                </a:lnTo>
                <a:lnTo>
                  <a:pt x="13346" y="4254"/>
                </a:lnTo>
                <a:lnTo>
                  <a:pt x="13345" y="4254"/>
                </a:lnTo>
                <a:lnTo>
                  <a:pt x="13344" y="4254"/>
                </a:lnTo>
                <a:lnTo>
                  <a:pt x="13343" y="4253"/>
                </a:lnTo>
                <a:lnTo>
                  <a:pt x="13342" y="4253"/>
                </a:lnTo>
                <a:lnTo>
                  <a:pt x="13341" y="4252"/>
                </a:lnTo>
                <a:lnTo>
                  <a:pt x="13340" y="4252"/>
                </a:lnTo>
                <a:lnTo>
                  <a:pt x="13339" y="4251"/>
                </a:lnTo>
                <a:lnTo>
                  <a:pt x="13338" y="4251"/>
                </a:lnTo>
                <a:lnTo>
                  <a:pt x="13337" y="4250"/>
                </a:lnTo>
                <a:lnTo>
                  <a:pt x="13336" y="4250"/>
                </a:lnTo>
                <a:lnTo>
                  <a:pt x="13335" y="4250"/>
                </a:lnTo>
                <a:lnTo>
                  <a:pt x="13335" y="4249"/>
                </a:lnTo>
                <a:lnTo>
                  <a:pt x="13334" y="4249"/>
                </a:lnTo>
                <a:lnTo>
                  <a:pt x="13333" y="4249"/>
                </a:lnTo>
                <a:lnTo>
                  <a:pt x="13332" y="4248"/>
                </a:lnTo>
                <a:lnTo>
                  <a:pt x="13331" y="4248"/>
                </a:lnTo>
                <a:lnTo>
                  <a:pt x="13330" y="4247"/>
                </a:lnTo>
                <a:lnTo>
                  <a:pt x="13329" y="4247"/>
                </a:lnTo>
                <a:lnTo>
                  <a:pt x="13328" y="4246"/>
                </a:lnTo>
                <a:lnTo>
                  <a:pt x="13327" y="4246"/>
                </a:lnTo>
                <a:lnTo>
                  <a:pt x="13326" y="4246"/>
                </a:lnTo>
                <a:lnTo>
                  <a:pt x="13326" y="4245"/>
                </a:lnTo>
                <a:lnTo>
                  <a:pt x="13325" y="4245"/>
                </a:lnTo>
                <a:lnTo>
                  <a:pt x="13324" y="4245"/>
                </a:lnTo>
                <a:lnTo>
                  <a:pt x="13324" y="4244"/>
                </a:lnTo>
                <a:lnTo>
                  <a:pt x="13323" y="4244"/>
                </a:lnTo>
                <a:lnTo>
                  <a:pt x="13322" y="4244"/>
                </a:lnTo>
                <a:lnTo>
                  <a:pt x="13321" y="4243"/>
                </a:lnTo>
                <a:lnTo>
                  <a:pt x="13320" y="4243"/>
                </a:lnTo>
                <a:lnTo>
                  <a:pt x="13319" y="4242"/>
                </a:lnTo>
                <a:lnTo>
                  <a:pt x="13318" y="4242"/>
                </a:lnTo>
                <a:lnTo>
                  <a:pt x="13317" y="4241"/>
                </a:lnTo>
                <a:lnTo>
                  <a:pt x="13316" y="4241"/>
                </a:lnTo>
                <a:lnTo>
                  <a:pt x="13315" y="4241"/>
                </a:lnTo>
                <a:lnTo>
                  <a:pt x="13315" y="4240"/>
                </a:lnTo>
                <a:lnTo>
                  <a:pt x="13314" y="4240"/>
                </a:lnTo>
                <a:lnTo>
                  <a:pt x="13313" y="4240"/>
                </a:lnTo>
                <a:lnTo>
                  <a:pt x="13312" y="4239"/>
                </a:lnTo>
                <a:lnTo>
                  <a:pt x="13311" y="4239"/>
                </a:lnTo>
                <a:lnTo>
                  <a:pt x="13311" y="4238"/>
                </a:lnTo>
                <a:lnTo>
                  <a:pt x="13310" y="4238"/>
                </a:lnTo>
                <a:lnTo>
                  <a:pt x="13309" y="4238"/>
                </a:lnTo>
                <a:lnTo>
                  <a:pt x="13308" y="4237"/>
                </a:lnTo>
                <a:lnTo>
                  <a:pt x="13307" y="4237"/>
                </a:lnTo>
                <a:lnTo>
                  <a:pt x="13306" y="4237"/>
                </a:lnTo>
                <a:lnTo>
                  <a:pt x="13306" y="4236"/>
                </a:lnTo>
                <a:lnTo>
                  <a:pt x="13305" y="4236"/>
                </a:lnTo>
                <a:lnTo>
                  <a:pt x="13304" y="4236"/>
                </a:lnTo>
                <a:lnTo>
                  <a:pt x="13304" y="4235"/>
                </a:lnTo>
                <a:lnTo>
                  <a:pt x="13303" y="4235"/>
                </a:lnTo>
                <a:lnTo>
                  <a:pt x="13302" y="4235"/>
                </a:lnTo>
                <a:lnTo>
                  <a:pt x="13302" y="4234"/>
                </a:lnTo>
                <a:lnTo>
                  <a:pt x="13301" y="4234"/>
                </a:lnTo>
                <a:lnTo>
                  <a:pt x="13300" y="4234"/>
                </a:lnTo>
                <a:lnTo>
                  <a:pt x="13299" y="4233"/>
                </a:lnTo>
                <a:lnTo>
                  <a:pt x="13298" y="4233"/>
                </a:lnTo>
                <a:lnTo>
                  <a:pt x="13297" y="4232"/>
                </a:lnTo>
                <a:lnTo>
                  <a:pt x="13296" y="4232"/>
                </a:lnTo>
                <a:lnTo>
                  <a:pt x="13295" y="4232"/>
                </a:lnTo>
                <a:lnTo>
                  <a:pt x="13295" y="4231"/>
                </a:lnTo>
                <a:lnTo>
                  <a:pt x="13294" y="4231"/>
                </a:lnTo>
                <a:lnTo>
                  <a:pt x="13293" y="4231"/>
                </a:lnTo>
                <a:lnTo>
                  <a:pt x="13292" y="4230"/>
                </a:lnTo>
                <a:lnTo>
                  <a:pt x="13291" y="4230"/>
                </a:lnTo>
                <a:lnTo>
                  <a:pt x="13291" y="4229"/>
                </a:lnTo>
                <a:lnTo>
                  <a:pt x="13290" y="4229"/>
                </a:lnTo>
                <a:lnTo>
                  <a:pt x="13289" y="4229"/>
                </a:lnTo>
                <a:lnTo>
                  <a:pt x="13288" y="4228"/>
                </a:lnTo>
                <a:lnTo>
                  <a:pt x="13287" y="4228"/>
                </a:lnTo>
                <a:lnTo>
                  <a:pt x="13286" y="4228"/>
                </a:lnTo>
                <a:lnTo>
                  <a:pt x="13286" y="4227"/>
                </a:lnTo>
                <a:lnTo>
                  <a:pt x="13285" y="4227"/>
                </a:lnTo>
                <a:lnTo>
                  <a:pt x="13284" y="4227"/>
                </a:lnTo>
                <a:lnTo>
                  <a:pt x="13284" y="4226"/>
                </a:lnTo>
                <a:lnTo>
                  <a:pt x="13283" y="4226"/>
                </a:lnTo>
                <a:lnTo>
                  <a:pt x="13282" y="4226"/>
                </a:lnTo>
                <a:lnTo>
                  <a:pt x="13282" y="4225"/>
                </a:lnTo>
                <a:lnTo>
                  <a:pt x="13281" y="4225"/>
                </a:lnTo>
                <a:lnTo>
                  <a:pt x="13280" y="4225"/>
                </a:lnTo>
                <a:lnTo>
                  <a:pt x="13279" y="4224"/>
                </a:lnTo>
                <a:lnTo>
                  <a:pt x="13278" y="4224"/>
                </a:lnTo>
                <a:lnTo>
                  <a:pt x="13277" y="4223"/>
                </a:lnTo>
                <a:lnTo>
                  <a:pt x="13276" y="4223"/>
                </a:lnTo>
                <a:lnTo>
                  <a:pt x="13275" y="4223"/>
                </a:lnTo>
                <a:lnTo>
                  <a:pt x="13275" y="4222"/>
                </a:lnTo>
                <a:lnTo>
                  <a:pt x="13274" y="4222"/>
                </a:lnTo>
                <a:lnTo>
                  <a:pt x="13273" y="4221"/>
                </a:lnTo>
                <a:lnTo>
                  <a:pt x="13272" y="4221"/>
                </a:lnTo>
                <a:lnTo>
                  <a:pt x="13271" y="4221"/>
                </a:lnTo>
                <a:lnTo>
                  <a:pt x="13271" y="4220"/>
                </a:lnTo>
                <a:lnTo>
                  <a:pt x="13270" y="4220"/>
                </a:lnTo>
                <a:lnTo>
                  <a:pt x="13269" y="4220"/>
                </a:lnTo>
                <a:lnTo>
                  <a:pt x="13268" y="4219"/>
                </a:lnTo>
                <a:lnTo>
                  <a:pt x="13267" y="4219"/>
                </a:lnTo>
                <a:lnTo>
                  <a:pt x="13266" y="4218"/>
                </a:lnTo>
                <a:lnTo>
                  <a:pt x="13265" y="4218"/>
                </a:lnTo>
                <a:lnTo>
                  <a:pt x="13264" y="4217"/>
                </a:lnTo>
                <a:lnTo>
                  <a:pt x="13263" y="4217"/>
                </a:lnTo>
                <a:lnTo>
                  <a:pt x="13262" y="4217"/>
                </a:lnTo>
                <a:lnTo>
                  <a:pt x="13262" y="4216"/>
                </a:lnTo>
                <a:lnTo>
                  <a:pt x="13261" y="4216"/>
                </a:lnTo>
                <a:lnTo>
                  <a:pt x="13260" y="4216"/>
                </a:lnTo>
                <a:lnTo>
                  <a:pt x="13259" y="4215"/>
                </a:lnTo>
                <a:lnTo>
                  <a:pt x="13258" y="4215"/>
                </a:lnTo>
                <a:lnTo>
                  <a:pt x="13257" y="4214"/>
                </a:lnTo>
                <a:lnTo>
                  <a:pt x="13256" y="4214"/>
                </a:lnTo>
                <a:lnTo>
                  <a:pt x="13255" y="4213"/>
                </a:lnTo>
                <a:lnTo>
                  <a:pt x="13254" y="4213"/>
                </a:lnTo>
                <a:lnTo>
                  <a:pt x="13253" y="4212"/>
                </a:lnTo>
                <a:lnTo>
                  <a:pt x="13252" y="4212"/>
                </a:lnTo>
                <a:lnTo>
                  <a:pt x="13251" y="4212"/>
                </a:lnTo>
                <a:lnTo>
                  <a:pt x="13251" y="4211"/>
                </a:lnTo>
                <a:lnTo>
                  <a:pt x="13250" y="4211"/>
                </a:lnTo>
                <a:lnTo>
                  <a:pt x="13249" y="4211"/>
                </a:lnTo>
                <a:lnTo>
                  <a:pt x="13248" y="4210"/>
                </a:lnTo>
                <a:lnTo>
                  <a:pt x="13247" y="4210"/>
                </a:lnTo>
                <a:lnTo>
                  <a:pt x="13246" y="4209"/>
                </a:lnTo>
                <a:lnTo>
                  <a:pt x="13245" y="4209"/>
                </a:lnTo>
                <a:lnTo>
                  <a:pt x="13244" y="4208"/>
                </a:lnTo>
                <a:lnTo>
                  <a:pt x="13243" y="4208"/>
                </a:lnTo>
                <a:lnTo>
                  <a:pt x="13242" y="4208"/>
                </a:lnTo>
                <a:lnTo>
                  <a:pt x="13242" y="4207"/>
                </a:lnTo>
                <a:lnTo>
                  <a:pt x="13241" y="4207"/>
                </a:lnTo>
                <a:lnTo>
                  <a:pt x="13240" y="4207"/>
                </a:lnTo>
                <a:lnTo>
                  <a:pt x="13239" y="4206"/>
                </a:lnTo>
                <a:lnTo>
                  <a:pt x="13238" y="4206"/>
                </a:lnTo>
                <a:lnTo>
                  <a:pt x="13237" y="4205"/>
                </a:lnTo>
                <a:lnTo>
                  <a:pt x="13236" y="4205"/>
                </a:lnTo>
                <a:lnTo>
                  <a:pt x="13235" y="4204"/>
                </a:lnTo>
                <a:lnTo>
                  <a:pt x="13234" y="4204"/>
                </a:lnTo>
                <a:lnTo>
                  <a:pt x="13233" y="4203"/>
                </a:lnTo>
                <a:lnTo>
                  <a:pt x="13232" y="4203"/>
                </a:lnTo>
                <a:lnTo>
                  <a:pt x="13231" y="4203"/>
                </a:lnTo>
                <a:lnTo>
                  <a:pt x="13231" y="4202"/>
                </a:lnTo>
                <a:lnTo>
                  <a:pt x="13230" y="4202"/>
                </a:lnTo>
                <a:lnTo>
                  <a:pt x="13229" y="4202"/>
                </a:lnTo>
                <a:lnTo>
                  <a:pt x="13228" y="4201"/>
                </a:lnTo>
                <a:lnTo>
                  <a:pt x="13227" y="4201"/>
                </a:lnTo>
                <a:lnTo>
                  <a:pt x="13227" y="4200"/>
                </a:lnTo>
                <a:lnTo>
                  <a:pt x="13226" y="4200"/>
                </a:lnTo>
                <a:lnTo>
                  <a:pt x="13225" y="4200"/>
                </a:lnTo>
                <a:lnTo>
                  <a:pt x="13224" y="4199"/>
                </a:lnTo>
                <a:lnTo>
                  <a:pt x="13223" y="4199"/>
                </a:lnTo>
                <a:lnTo>
                  <a:pt x="13222" y="4199"/>
                </a:lnTo>
                <a:lnTo>
                  <a:pt x="13222" y="4198"/>
                </a:lnTo>
                <a:lnTo>
                  <a:pt x="13221" y="4198"/>
                </a:lnTo>
                <a:lnTo>
                  <a:pt x="13220" y="4198"/>
                </a:lnTo>
                <a:lnTo>
                  <a:pt x="13219" y="4197"/>
                </a:lnTo>
                <a:lnTo>
                  <a:pt x="13218" y="4197"/>
                </a:lnTo>
                <a:lnTo>
                  <a:pt x="13218" y="4196"/>
                </a:lnTo>
                <a:lnTo>
                  <a:pt x="13217" y="4196"/>
                </a:lnTo>
                <a:lnTo>
                  <a:pt x="13216" y="4196"/>
                </a:lnTo>
                <a:lnTo>
                  <a:pt x="13215" y="4195"/>
                </a:lnTo>
                <a:lnTo>
                  <a:pt x="13214" y="4195"/>
                </a:lnTo>
                <a:lnTo>
                  <a:pt x="13213" y="4194"/>
                </a:lnTo>
                <a:lnTo>
                  <a:pt x="13212" y="4194"/>
                </a:lnTo>
                <a:lnTo>
                  <a:pt x="13211" y="4194"/>
                </a:lnTo>
                <a:lnTo>
                  <a:pt x="13211" y="4193"/>
                </a:lnTo>
                <a:lnTo>
                  <a:pt x="13210" y="4193"/>
                </a:lnTo>
                <a:lnTo>
                  <a:pt x="13209" y="4193"/>
                </a:lnTo>
                <a:lnTo>
                  <a:pt x="13208" y="4192"/>
                </a:lnTo>
                <a:lnTo>
                  <a:pt x="13207" y="4192"/>
                </a:lnTo>
                <a:lnTo>
                  <a:pt x="13207" y="4191"/>
                </a:lnTo>
                <a:lnTo>
                  <a:pt x="13206" y="4191"/>
                </a:lnTo>
                <a:lnTo>
                  <a:pt x="13205" y="4191"/>
                </a:lnTo>
                <a:lnTo>
                  <a:pt x="13204" y="4190"/>
                </a:lnTo>
                <a:lnTo>
                  <a:pt x="13203" y="4190"/>
                </a:lnTo>
                <a:lnTo>
                  <a:pt x="13202" y="4190"/>
                </a:lnTo>
                <a:lnTo>
                  <a:pt x="13202" y="4189"/>
                </a:lnTo>
                <a:lnTo>
                  <a:pt x="13201" y="4189"/>
                </a:lnTo>
                <a:lnTo>
                  <a:pt x="13200" y="4189"/>
                </a:lnTo>
                <a:lnTo>
                  <a:pt x="13200" y="4188"/>
                </a:lnTo>
                <a:lnTo>
                  <a:pt x="13199" y="4188"/>
                </a:lnTo>
                <a:lnTo>
                  <a:pt x="13198" y="4188"/>
                </a:lnTo>
                <a:lnTo>
                  <a:pt x="13198" y="4187"/>
                </a:lnTo>
                <a:lnTo>
                  <a:pt x="13197" y="4187"/>
                </a:lnTo>
                <a:lnTo>
                  <a:pt x="13196" y="4187"/>
                </a:lnTo>
                <a:lnTo>
                  <a:pt x="13195" y="4186"/>
                </a:lnTo>
                <a:lnTo>
                  <a:pt x="13194" y="4186"/>
                </a:lnTo>
                <a:lnTo>
                  <a:pt x="13193" y="4185"/>
                </a:lnTo>
                <a:lnTo>
                  <a:pt x="13192" y="4185"/>
                </a:lnTo>
                <a:lnTo>
                  <a:pt x="13191" y="4185"/>
                </a:lnTo>
                <a:lnTo>
                  <a:pt x="13191" y="4184"/>
                </a:lnTo>
                <a:lnTo>
                  <a:pt x="13190" y="4184"/>
                </a:lnTo>
                <a:lnTo>
                  <a:pt x="13189" y="4183"/>
                </a:lnTo>
                <a:lnTo>
                  <a:pt x="13188" y="4183"/>
                </a:lnTo>
                <a:lnTo>
                  <a:pt x="13187" y="4183"/>
                </a:lnTo>
                <a:lnTo>
                  <a:pt x="13187" y="4182"/>
                </a:lnTo>
                <a:lnTo>
                  <a:pt x="13186" y="4182"/>
                </a:lnTo>
                <a:lnTo>
                  <a:pt x="13185" y="4182"/>
                </a:lnTo>
                <a:lnTo>
                  <a:pt x="13184" y="4181"/>
                </a:lnTo>
                <a:lnTo>
                  <a:pt x="13183" y="4181"/>
                </a:lnTo>
                <a:lnTo>
                  <a:pt x="13182" y="4181"/>
                </a:lnTo>
                <a:lnTo>
                  <a:pt x="13182" y="4180"/>
                </a:lnTo>
                <a:lnTo>
                  <a:pt x="13181" y="4180"/>
                </a:lnTo>
                <a:lnTo>
                  <a:pt x="13180" y="4179"/>
                </a:lnTo>
                <a:lnTo>
                  <a:pt x="13179" y="4179"/>
                </a:lnTo>
                <a:lnTo>
                  <a:pt x="13178" y="4179"/>
                </a:lnTo>
                <a:lnTo>
                  <a:pt x="13178" y="4178"/>
                </a:lnTo>
                <a:lnTo>
                  <a:pt x="13177" y="4178"/>
                </a:lnTo>
                <a:lnTo>
                  <a:pt x="13176" y="4178"/>
                </a:lnTo>
                <a:lnTo>
                  <a:pt x="13175" y="4177"/>
                </a:lnTo>
                <a:lnTo>
                  <a:pt x="13174" y="4177"/>
                </a:lnTo>
                <a:lnTo>
                  <a:pt x="13173" y="4176"/>
                </a:lnTo>
                <a:lnTo>
                  <a:pt x="13172" y="4176"/>
                </a:lnTo>
                <a:lnTo>
                  <a:pt x="13171" y="4175"/>
                </a:lnTo>
                <a:lnTo>
                  <a:pt x="13170" y="4175"/>
                </a:lnTo>
                <a:lnTo>
                  <a:pt x="13169" y="4174"/>
                </a:lnTo>
                <a:lnTo>
                  <a:pt x="13168" y="4174"/>
                </a:lnTo>
                <a:lnTo>
                  <a:pt x="13167" y="4174"/>
                </a:lnTo>
                <a:lnTo>
                  <a:pt x="13167" y="4173"/>
                </a:lnTo>
                <a:lnTo>
                  <a:pt x="13166" y="4173"/>
                </a:lnTo>
                <a:lnTo>
                  <a:pt x="13165" y="4173"/>
                </a:lnTo>
                <a:lnTo>
                  <a:pt x="13164" y="4172"/>
                </a:lnTo>
                <a:lnTo>
                  <a:pt x="13163" y="4172"/>
                </a:lnTo>
                <a:lnTo>
                  <a:pt x="13162" y="4172"/>
                </a:lnTo>
                <a:lnTo>
                  <a:pt x="13162" y="4171"/>
                </a:lnTo>
                <a:lnTo>
                  <a:pt x="13161" y="4171"/>
                </a:lnTo>
                <a:lnTo>
                  <a:pt x="13160" y="4170"/>
                </a:lnTo>
                <a:lnTo>
                  <a:pt x="13159" y="4170"/>
                </a:lnTo>
                <a:lnTo>
                  <a:pt x="13158" y="4170"/>
                </a:lnTo>
                <a:lnTo>
                  <a:pt x="13158" y="4169"/>
                </a:lnTo>
                <a:lnTo>
                  <a:pt x="13157" y="4169"/>
                </a:lnTo>
                <a:lnTo>
                  <a:pt x="13156" y="4169"/>
                </a:lnTo>
                <a:lnTo>
                  <a:pt x="13155" y="4168"/>
                </a:lnTo>
                <a:lnTo>
                  <a:pt x="13154" y="4168"/>
                </a:lnTo>
                <a:lnTo>
                  <a:pt x="13153" y="4167"/>
                </a:lnTo>
                <a:lnTo>
                  <a:pt x="13152" y="4167"/>
                </a:lnTo>
                <a:lnTo>
                  <a:pt x="13151" y="4166"/>
                </a:lnTo>
                <a:lnTo>
                  <a:pt x="13150" y="4166"/>
                </a:lnTo>
                <a:lnTo>
                  <a:pt x="13149" y="4165"/>
                </a:lnTo>
                <a:lnTo>
                  <a:pt x="13148" y="4165"/>
                </a:lnTo>
                <a:lnTo>
                  <a:pt x="13147" y="4165"/>
                </a:lnTo>
                <a:lnTo>
                  <a:pt x="13147" y="4164"/>
                </a:lnTo>
                <a:lnTo>
                  <a:pt x="13146" y="4164"/>
                </a:lnTo>
                <a:lnTo>
                  <a:pt x="13145" y="4164"/>
                </a:lnTo>
                <a:lnTo>
                  <a:pt x="13144" y="4163"/>
                </a:lnTo>
                <a:lnTo>
                  <a:pt x="13143" y="4163"/>
                </a:lnTo>
                <a:lnTo>
                  <a:pt x="13143" y="4162"/>
                </a:lnTo>
                <a:lnTo>
                  <a:pt x="13142" y="4162"/>
                </a:lnTo>
                <a:lnTo>
                  <a:pt x="13141" y="4162"/>
                </a:lnTo>
                <a:lnTo>
                  <a:pt x="13140" y="4161"/>
                </a:lnTo>
                <a:lnTo>
                  <a:pt x="13139" y="4161"/>
                </a:lnTo>
                <a:lnTo>
                  <a:pt x="13138" y="4161"/>
                </a:lnTo>
                <a:lnTo>
                  <a:pt x="13138" y="4160"/>
                </a:lnTo>
                <a:lnTo>
                  <a:pt x="13137" y="4160"/>
                </a:lnTo>
                <a:lnTo>
                  <a:pt x="13136" y="4160"/>
                </a:lnTo>
                <a:lnTo>
                  <a:pt x="13135" y="4159"/>
                </a:lnTo>
                <a:lnTo>
                  <a:pt x="13134" y="4159"/>
                </a:lnTo>
                <a:lnTo>
                  <a:pt x="13134" y="4158"/>
                </a:lnTo>
                <a:lnTo>
                  <a:pt x="13133" y="4158"/>
                </a:lnTo>
                <a:lnTo>
                  <a:pt x="13132" y="4158"/>
                </a:lnTo>
                <a:lnTo>
                  <a:pt x="13131" y="4157"/>
                </a:lnTo>
                <a:lnTo>
                  <a:pt x="13130" y="4157"/>
                </a:lnTo>
                <a:lnTo>
                  <a:pt x="13129" y="4156"/>
                </a:lnTo>
                <a:lnTo>
                  <a:pt x="13128" y="4156"/>
                </a:lnTo>
                <a:lnTo>
                  <a:pt x="13127" y="4156"/>
                </a:lnTo>
                <a:lnTo>
                  <a:pt x="13127" y="4155"/>
                </a:lnTo>
                <a:lnTo>
                  <a:pt x="13126" y="4155"/>
                </a:lnTo>
                <a:lnTo>
                  <a:pt x="13125" y="4155"/>
                </a:lnTo>
                <a:lnTo>
                  <a:pt x="13124" y="4154"/>
                </a:lnTo>
                <a:lnTo>
                  <a:pt x="13123" y="4154"/>
                </a:lnTo>
                <a:lnTo>
                  <a:pt x="13123" y="4153"/>
                </a:lnTo>
                <a:lnTo>
                  <a:pt x="13122" y="4153"/>
                </a:lnTo>
                <a:lnTo>
                  <a:pt x="13121" y="4153"/>
                </a:lnTo>
                <a:lnTo>
                  <a:pt x="13120" y="4152"/>
                </a:lnTo>
                <a:lnTo>
                  <a:pt x="13119" y="4152"/>
                </a:lnTo>
                <a:lnTo>
                  <a:pt x="13118" y="4152"/>
                </a:lnTo>
                <a:lnTo>
                  <a:pt x="13118" y="4151"/>
                </a:lnTo>
                <a:lnTo>
                  <a:pt x="13117" y="4151"/>
                </a:lnTo>
                <a:lnTo>
                  <a:pt x="13116" y="4151"/>
                </a:lnTo>
                <a:lnTo>
                  <a:pt x="13115" y="4150"/>
                </a:lnTo>
                <a:lnTo>
                  <a:pt x="13114" y="4150"/>
                </a:lnTo>
                <a:lnTo>
                  <a:pt x="13114" y="4149"/>
                </a:lnTo>
                <a:lnTo>
                  <a:pt x="13113" y="4149"/>
                </a:lnTo>
                <a:lnTo>
                  <a:pt x="13112" y="4149"/>
                </a:lnTo>
                <a:lnTo>
                  <a:pt x="13111" y="4148"/>
                </a:lnTo>
                <a:lnTo>
                  <a:pt x="13110" y="4148"/>
                </a:lnTo>
                <a:lnTo>
                  <a:pt x="13109" y="4147"/>
                </a:lnTo>
                <a:lnTo>
                  <a:pt x="13108" y="4147"/>
                </a:lnTo>
                <a:lnTo>
                  <a:pt x="13107" y="4147"/>
                </a:lnTo>
                <a:lnTo>
                  <a:pt x="13107" y="4146"/>
                </a:lnTo>
                <a:lnTo>
                  <a:pt x="13106" y="4146"/>
                </a:lnTo>
                <a:lnTo>
                  <a:pt x="13105" y="4146"/>
                </a:lnTo>
                <a:lnTo>
                  <a:pt x="13105" y="4145"/>
                </a:lnTo>
                <a:lnTo>
                  <a:pt x="13104" y="4145"/>
                </a:lnTo>
                <a:lnTo>
                  <a:pt x="13103" y="4145"/>
                </a:lnTo>
                <a:lnTo>
                  <a:pt x="13103" y="4144"/>
                </a:lnTo>
                <a:lnTo>
                  <a:pt x="13102" y="4144"/>
                </a:lnTo>
                <a:lnTo>
                  <a:pt x="13101" y="4144"/>
                </a:lnTo>
                <a:lnTo>
                  <a:pt x="13100" y="4143"/>
                </a:lnTo>
                <a:lnTo>
                  <a:pt x="13099" y="4143"/>
                </a:lnTo>
                <a:lnTo>
                  <a:pt x="13098" y="4143"/>
                </a:lnTo>
                <a:lnTo>
                  <a:pt x="13098" y="4142"/>
                </a:lnTo>
                <a:lnTo>
                  <a:pt x="13097" y="4142"/>
                </a:lnTo>
                <a:lnTo>
                  <a:pt x="13096" y="4141"/>
                </a:lnTo>
                <a:lnTo>
                  <a:pt x="13095" y="4141"/>
                </a:lnTo>
                <a:lnTo>
                  <a:pt x="13094" y="4141"/>
                </a:lnTo>
                <a:lnTo>
                  <a:pt x="13094" y="4140"/>
                </a:lnTo>
                <a:lnTo>
                  <a:pt x="13093" y="4140"/>
                </a:lnTo>
                <a:lnTo>
                  <a:pt x="13092" y="4140"/>
                </a:lnTo>
                <a:lnTo>
                  <a:pt x="13091" y="4139"/>
                </a:lnTo>
                <a:lnTo>
                  <a:pt x="13090" y="4139"/>
                </a:lnTo>
                <a:lnTo>
                  <a:pt x="13089" y="4138"/>
                </a:lnTo>
                <a:lnTo>
                  <a:pt x="13088" y="4138"/>
                </a:lnTo>
                <a:lnTo>
                  <a:pt x="13087" y="4137"/>
                </a:lnTo>
                <a:lnTo>
                  <a:pt x="13086" y="4137"/>
                </a:lnTo>
                <a:lnTo>
                  <a:pt x="13085" y="4136"/>
                </a:lnTo>
                <a:lnTo>
                  <a:pt x="13084" y="4136"/>
                </a:lnTo>
                <a:lnTo>
                  <a:pt x="13083" y="4136"/>
                </a:lnTo>
                <a:lnTo>
                  <a:pt x="13083" y="4135"/>
                </a:lnTo>
                <a:lnTo>
                  <a:pt x="13082" y="4135"/>
                </a:lnTo>
                <a:lnTo>
                  <a:pt x="13081" y="4135"/>
                </a:lnTo>
                <a:lnTo>
                  <a:pt x="13080" y="4134"/>
                </a:lnTo>
                <a:lnTo>
                  <a:pt x="13079" y="4134"/>
                </a:lnTo>
                <a:lnTo>
                  <a:pt x="13078" y="4134"/>
                </a:lnTo>
                <a:lnTo>
                  <a:pt x="13078" y="4133"/>
                </a:lnTo>
                <a:lnTo>
                  <a:pt x="13077" y="4133"/>
                </a:lnTo>
                <a:lnTo>
                  <a:pt x="13076" y="4132"/>
                </a:lnTo>
                <a:lnTo>
                  <a:pt x="13075" y="4132"/>
                </a:lnTo>
                <a:lnTo>
                  <a:pt x="13074" y="4132"/>
                </a:lnTo>
                <a:lnTo>
                  <a:pt x="13074" y="4131"/>
                </a:lnTo>
                <a:lnTo>
                  <a:pt x="13073" y="4131"/>
                </a:lnTo>
                <a:lnTo>
                  <a:pt x="13072" y="4131"/>
                </a:lnTo>
                <a:lnTo>
                  <a:pt x="13071" y="4130"/>
                </a:lnTo>
                <a:lnTo>
                  <a:pt x="13070" y="4130"/>
                </a:lnTo>
                <a:lnTo>
                  <a:pt x="13069" y="4129"/>
                </a:lnTo>
                <a:lnTo>
                  <a:pt x="13068" y="4129"/>
                </a:lnTo>
                <a:lnTo>
                  <a:pt x="13067" y="4128"/>
                </a:lnTo>
                <a:lnTo>
                  <a:pt x="13066" y="4128"/>
                </a:lnTo>
                <a:lnTo>
                  <a:pt x="13065" y="4127"/>
                </a:lnTo>
                <a:lnTo>
                  <a:pt x="13064" y="4127"/>
                </a:lnTo>
                <a:lnTo>
                  <a:pt x="13063" y="4127"/>
                </a:lnTo>
                <a:lnTo>
                  <a:pt x="13063" y="4126"/>
                </a:lnTo>
                <a:lnTo>
                  <a:pt x="13062" y="4126"/>
                </a:lnTo>
                <a:lnTo>
                  <a:pt x="13061" y="4126"/>
                </a:lnTo>
                <a:lnTo>
                  <a:pt x="13060" y="4125"/>
                </a:lnTo>
                <a:lnTo>
                  <a:pt x="13059" y="4125"/>
                </a:lnTo>
                <a:lnTo>
                  <a:pt x="13058" y="4124"/>
                </a:lnTo>
                <a:lnTo>
                  <a:pt x="13057" y="4124"/>
                </a:lnTo>
                <a:lnTo>
                  <a:pt x="13056" y="4123"/>
                </a:lnTo>
                <a:lnTo>
                  <a:pt x="13055" y="4123"/>
                </a:lnTo>
                <a:lnTo>
                  <a:pt x="13054" y="4123"/>
                </a:lnTo>
                <a:lnTo>
                  <a:pt x="13054" y="4122"/>
                </a:lnTo>
                <a:lnTo>
                  <a:pt x="13053" y="4122"/>
                </a:lnTo>
                <a:lnTo>
                  <a:pt x="13052" y="4122"/>
                </a:lnTo>
                <a:lnTo>
                  <a:pt x="13051" y="4121"/>
                </a:lnTo>
                <a:lnTo>
                  <a:pt x="13050" y="4121"/>
                </a:lnTo>
                <a:lnTo>
                  <a:pt x="13050" y="4120"/>
                </a:lnTo>
                <a:lnTo>
                  <a:pt x="13049" y="4120"/>
                </a:lnTo>
                <a:lnTo>
                  <a:pt x="13048" y="4120"/>
                </a:lnTo>
                <a:lnTo>
                  <a:pt x="13047" y="4119"/>
                </a:lnTo>
                <a:lnTo>
                  <a:pt x="13046" y="4119"/>
                </a:lnTo>
                <a:lnTo>
                  <a:pt x="13045" y="4118"/>
                </a:lnTo>
                <a:lnTo>
                  <a:pt x="13044" y="4118"/>
                </a:lnTo>
                <a:lnTo>
                  <a:pt x="13043" y="4118"/>
                </a:lnTo>
                <a:lnTo>
                  <a:pt x="13043" y="4117"/>
                </a:lnTo>
                <a:lnTo>
                  <a:pt x="13042" y="4117"/>
                </a:lnTo>
                <a:lnTo>
                  <a:pt x="13041" y="4117"/>
                </a:lnTo>
                <a:lnTo>
                  <a:pt x="13040" y="4116"/>
                </a:lnTo>
                <a:lnTo>
                  <a:pt x="13039" y="4116"/>
                </a:lnTo>
                <a:lnTo>
                  <a:pt x="13038" y="4115"/>
                </a:lnTo>
                <a:lnTo>
                  <a:pt x="13037" y="4115"/>
                </a:lnTo>
                <a:lnTo>
                  <a:pt x="13036" y="4114"/>
                </a:lnTo>
                <a:lnTo>
                  <a:pt x="13035" y="4114"/>
                </a:lnTo>
                <a:lnTo>
                  <a:pt x="13034" y="4114"/>
                </a:lnTo>
                <a:lnTo>
                  <a:pt x="13034" y="4113"/>
                </a:lnTo>
                <a:lnTo>
                  <a:pt x="13033" y="4113"/>
                </a:lnTo>
                <a:lnTo>
                  <a:pt x="13032" y="4113"/>
                </a:lnTo>
                <a:lnTo>
                  <a:pt x="13031" y="4112"/>
                </a:lnTo>
                <a:lnTo>
                  <a:pt x="13030" y="4112"/>
                </a:lnTo>
                <a:lnTo>
                  <a:pt x="13030" y="4111"/>
                </a:lnTo>
                <a:lnTo>
                  <a:pt x="13029" y="4111"/>
                </a:lnTo>
                <a:lnTo>
                  <a:pt x="13028" y="4111"/>
                </a:lnTo>
                <a:lnTo>
                  <a:pt x="13027" y="4110"/>
                </a:lnTo>
                <a:lnTo>
                  <a:pt x="13026" y="4110"/>
                </a:lnTo>
                <a:lnTo>
                  <a:pt x="13025" y="4109"/>
                </a:lnTo>
                <a:lnTo>
                  <a:pt x="13024" y="4109"/>
                </a:lnTo>
                <a:lnTo>
                  <a:pt x="13023" y="4109"/>
                </a:lnTo>
                <a:lnTo>
                  <a:pt x="13023" y="4108"/>
                </a:lnTo>
                <a:lnTo>
                  <a:pt x="13022" y="4108"/>
                </a:lnTo>
                <a:lnTo>
                  <a:pt x="13021" y="4108"/>
                </a:lnTo>
                <a:lnTo>
                  <a:pt x="13021" y="4107"/>
                </a:lnTo>
                <a:lnTo>
                  <a:pt x="13020" y="4107"/>
                </a:lnTo>
                <a:lnTo>
                  <a:pt x="13019" y="4107"/>
                </a:lnTo>
                <a:lnTo>
                  <a:pt x="13019" y="4106"/>
                </a:lnTo>
                <a:lnTo>
                  <a:pt x="13018" y="4106"/>
                </a:lnTo>
                <a:lnTo>
                  <a:pt x="13017" y="4106"/>
                </a:lnTo>
                <a:lnTo>
                  <a:pt x="13016" y="4105"/>
                </a:lnTo>
                <a:lnTo>
                  <a:pt x="13015" y="4105"/>
                </a:lnTo>
                <a:lnTo>
                  <a:pt x="13014" y="4105"/>
                </a:lnTo>
                <a:lnTo>
                  <a:pt x="13014" y="4104"/>
                </a:lnTo>
                <a:lnTo>
                  <a:pt x="13013" y="4104"/>
                </a:lnTo>
                <a:lnTo>
                  <a:pt x="13012" y="4103"/>
                </a:lnTo>
                <a:lnTo>
                  <a:pt x="13011" y="4103"/>
                </a:lnTo>
                <a:lnTo>
                  <a:pt x="13010" y="4103"/>
                </a:lnTo>
                <a:lnTo>
                  <a:pt x="13010" y="4102"/>
                </a:lnTo>
                <a:lnTo>
                  <a:pt x="13009" y="4102"/>
                </a:lnTo>
                <a:lnTo>
                  <a:pt x="13008" y="4102"/>
                </a:lnTo>
                <a:lnTo>
                  <a:pt x="13007" y="4101"/>
                </a:lnTo>
                <a:lnTo>
                  <a:pt x="13006" y="4101"/>
                </a:lnTo>
                <a:lnTo>
                  <a:pt x="13005" y="4100"/>
                </a:lnTo>
                <a:lnTo>
                  <a:pt x="13004" y="4100"/>
                </a:lnTo>
                <a:lnTo>
                  <a:pt x="13003" y="4099"/>
                </a:lnTo>
                <a:lnTo>
                  <a:pt x="13002" y="4099"/>
                </a:lnTo>
                <a:lnTo>
                  <a:pt x="13001" y="4099"/>
                </a:lnTo>
                <a:lnTo>
                  <a:pt x="13001" y="4098"/>
                </a:lnTo>
                <a:lnTo>
                  <a:pt x="13000" y="4098"/>
                </a:lnTo>
                <a:lnTo>
                  <a:pt x="12999" y="4098"/>
                </a:lnTo>
                <a:lnTo>
                  <a:pt x="12999" y="4097"/>
                </a:lnTo>
                <a:lnTo>
                  <a:pt x="12998" y="4097"/>
                </a:lnTo>
                <a:lnTo>
                  <a:pt x="12997" y="4097"/>
                </a:lnTo>
                <a:lnTo>
                  <a:pt x="12996" y="4096"/>
                </a:lnTo>
                <a:lnTo>
                  <a:pt x="12995" y="4096"/>
                </a:lnTo>
                <a:lnTo>
                  <a:pt x="12994" y="4096"/>
                </a:lnTo>
                <a:lnTo>
                  <a:pt x="12994" y="4095"/>
                </a:lnTo>
                <a:lnTo>
                  <a:pt x="12993" y="4095"/>
                </a:lnTo>
                <a:lnTo>
                  <a:pt x="12992" y="4094"/>
                </a:lnTo>
                <a:lnTo>
                  <a:pt x="12991" y="4094"/>
                </a:lnTo>
                <a:lnTo>
                  <a:pt x="12990" y="4094"/>
                </a:lnTo>
                <a:lnTo>
                  <a:pt x="12990" y="4093"/>
                </a:lnTo>
                <a:lnTo>
                  <a:pt x="12989" y="4093"/>
                </a:lnTo>
                <a:lnTo>
                  <a:pt x="12988" y="4093"/>
                </a:lnTo>
                <a:lnTo>
                  <a:pt x="12987" y="4092"/>
                </a:lnTo>
                <a:lnTo>
                  <a:pt x="12986" y="4092"/>
                </a:lnTo>
                <a:lnTo>
                  <a:pt x="12985" y="4091"/>
                </a:lnTo>
                <a:lnTo>
                  <a:pt x="12984" y="4091"/>
                </a:lnTo>
                <a:lnTo>
                  <a:pt x="12983" y="4090"/>
                </a:lnTo>
                <a:lnTo>
                  <a:pt x="12982" y="4090"/>
                </a:lnTo>
                <a:lnTo>
                  <a:pt x="12981" y="4090"/>
                </a:lnTo>
                <a:lnTo>
                  <a:pt x="12981" y="4089"/>
                </a:lnTo>
                <a:lnTo>
                  <a:pt x="12980" y="4089"/>
                </a:lnTo>
                <a:lnTo>
                  <a:pt x="12979" y="4089"/>
                </a:lnTo>
                <a:lnTo>
                  <a:pt x="12979" y="4088"/>
                </a:lnTo>
                <a:lnTo>
                  <a:pt x="12978" y="4088"/>
                </a:lnTo>
                <a:lnTo>
                  <a:pt x="12977" y="4088"/>
                </a:lnTo>
                <a:lnTo>
                  <a:pt x="12976" y="4087"/>
                </a:lnTo>
                <a:lnTo>
                  <a:pt x="12975" y="4087"/>
                </a:lnTo>
                <a:lnTo>
                  <a:pt x="12974" y="4086"/>
                </a:lnTo>
                <a:lnTo>
                  <a:pt x="12973" y="4086"/>
                </a:lnTo>
                <a:lnTo>
                  <a:pt x="12972" y="4085"/>
                </a:lnTo>
                <a:lnTo>
                  <a:pt x="12971" y="4085"/>
                </a:lnTo>
                <a:lnTo>
                  <a:pt x="12970" y="4085"/>
                </a:lnTo>
                <a:lnTo>
                  <a:pt x="12970" y="4084"/>
                </a:lnTo>
                <a:lnTo>
                  <a:pt x="12969" y="4084"/>
                </a:lnTo>
                <a:lnTo>
                  <a:pt x="12968" y="4084"/>
                </a:lnTo>
                <a:lnTo>
                  <a:pt x="12967" y="4083"/>
                </a:lnTo>
                <a:lnTo>
                  <a:pt x="12966" y="4083"/>
                </a:lnTo>
                <a:lnTo>
                  <a:pt x="12966" y="4082"/>
                </a:lnTo>
                <a:lnTo>
                  <a:pt x="12965" y="4082"/>
                </a:lnTo>
                <a:lnTo>
                  <a:pt x="12964" y="4082"/>
                </a:lnTo>
                <a:lnTo>
                  <a:pt x="12963" y="4081"/>
                </a:lnTo>
                <a:lnTo>
                  <a:pt x="12962" y="4081"/>
                </a:lnTo>
                <a:lnTo>
                  <a:pt x="12961" y="4080"/>
                </a:lnTo>
                <a:lnTo>
                  <a:pt x="12960" y="4080"/>
                </a:lnTo>
                <a:lnTo>
                  <a:pt x="12959" y="4080"/>
                </a:lnTo>
                <a:lnTo>
                  <a:pt x="12959" y="4079"/>
                </a:lnTo>
                <a:lnTo>
                  <a:pt x="12958" y="4079"/>
                </a:lnTo>
                <a:lnTo>
                  <a:pt x="12957" y="4079"/>
                </a:lnTo>
                <a:lnTo>
                  <a:pt x="12956" y="4078"/>
                </a:lnTo>
                <a:lnTo>
                  <a:pt x="12955" y="4078"/>
                </a:lnTo>
                <a:lnTo>
                  <a:pt x="12954" y="4077"/>
                </a:lnTo>
                <a:lnTo>
                  <a:pt x="12953" y="4077"/>
                </a:lnTo>
                <a:lnTo>
                  <a:pt x="12952" y="4076"/>
                </a:lnTo>
                <a:lnTo>
                  <a:pt x="12951" y="4076"/>
                </a:lnTo>
                <a:lnTo>
                  <a:pt x="12950" y="4076"/>
                </a:lnTo>
                <a:lnTo>
                  <a:pt x="12950" y="4075"/>
                </a:lnTo>
                <a:lnTo>
                  <a:pt x="12949" y="4075"/>
                </a:lnTo>
                <a:lnTo>
                  <a:pt x="12948" y="4075"/>
                </a:lnTo>
                <a:lnTo>
                  <a:pt x="12947" y="4074"/>
                </a:lnTo>
                <a:lnTo>
                  <a:pt x="12946" y="4074"/>
                </a:lnTo>
                <a:lnTo>
                  <a:pt x="12946" y="4073"/>
                </a:lnTo>
                <a:lnTo>
                  <a:pt x="12945" y="4073"/>
                </a:lnTo>
                <a:lnTo>
                  <a:pt x="12944" y="4073"/>
                </a:lnTo>
                <a:lnTo>
                  <a:pt x="12943" y="4072"/>
                </a:lnTo>
                <a:lnTo>
                  <a:pt x="12942" y="4072"/>
                </a:lnTo>
                <a:lnTo>
                  <a:pt x="12941" y="4071"/>
                </a:lnTo>
                <a:lnTo>
                  <a:pt x="12940" y="4071"/>
                </a:lnTo>
                <a:lnTo>
                  <a:pt x="12939" y="4071"/>
                </a:lnTo>
                <a:lnTo>
                  <a:pt x="12939" y="4070"/>
                </a:lnTo>
                <a:lnTo>
                  <a:pt x="12938" y="4070"/>
                </a:lnTo>
                <a:lnTo>
                  <a:pt x="12937" y="4070"/>
                </a:lnTo>
                <a:lnTo>
                  <a:pt x="12937" y="4069"/>
                </a:lnTo>
                <a:lnTo>
                  <a:pt x="12936" y="4069"/>
                </a:lnTo>
                <a:lnTo>
                  <a:pt x="12935" y="4069"/>
                </a:lnTo>
                <a:lnTo>
                  <a:pt x="12934" y="4068"/>
                </a:lnTo>
                <a:lnTo>
                  <a:pt x="12933" y="4068"/>
                </a:lnTo>
                <a:lnTo>
                  <a:pt x="12932" y="4067"/>
                </a:lnTo>
                <a:lnTo>
                  <a:pt x="12931" y="4067"/>
                </a:lnTo>
                <a:lnTo>
                  <a:pt x="12930" y="4067"/>
                </a:lnTo>
                <a:lnTo>
                  <a:pt x="12930" y="4066"/>
                </a:lnTo>
                <a:lnTo>
                  <a:pt x="12929" y="4066"/>
                </a:lnTo>
                <a:lnTo>
                  <a:pt x="12928" y="4065"/>
                </a:lnTo>
                <a:lnTo>
                  <a:pt x="12927" y="4065"/>
                </a:lnTo>
                <a:lnTo>
                  <a:pt x="12926" y="4065"/>
                </a:lnTo>
                <a:lnTo>
                  <a:pt x="12926" y="4064"/>
                </a:lnTo>
                <a:lnTo>
                  <a:pt x="12925" y="4064"/>
                </a:lnTo>
                <a:lnTo>
                  <a:pt x="12924" y="4064"/>
                </a:lnTo>
                <a:lnTo>
                  <a:pt x="12923" y="4063"/>
                </a:lnTo>
                <a:lnTo>
                  <a:pt x="12922" y="4063"/>
                </a:lnTo>
                <a:lnTo>
                  <a:pt x="12921" y="4062"/>
                </a:lnTo>
                <a:lnTo>
                  <a:pt x="12920" y="4062"/>
                </a:lnTo>
                <a:lnTo>
                  <a:pt x="12919" y="4061"/>
                </a:lnTo>
                <a:lnTo>
                  <a:pt x="12918" y="4061"/>
                </a:lnTo>
                <a:lnTo>
                  <a:pt x="12917" y="4061"/>
                </a:lnTo>
                <a:lnTo>
                  <a:pt x="12917" y="4060"/>
                </a:lnTo>
                <a:lnTo>
                  <a:pt x="12916" y="4060"/>
                </a:lnTo>
                <a:lnTo>
                  <a:pt x="12915" y="4060"/>
                </a:lnTo>
                <a:lnTo>
                  <a:pt x="12914" y="4059"/>
                </a:lnTo>
                <a:lnTo>
                  <a:pt x="12913" y="4059"/>
                </a:lnTo>
                <a:lnTo>
                  <a:pt x="12912" y="4058"/>
                </a:lnTo>
                <a:lnTo>
                  <a:pt x="12911" y="4058"/>
                </a:lnTo>
                <a:lnTo>
                  <a:pt x="12910" y="4058"/>
                </a:lnTo>
                <a:lnTo>
                  <a:pt x="12910" y="4057"/>
                </a:lnTo>
                <a:lnTo>
                  <a:pt x="12909" y="4057"/>
                </a:lnTo>
                <a:lnTo>
                  <a:pt x="12908" y="4056"/>
                </a:lnTo>
                <a:lnTo>
                  <a:pt x="12907" y="4056"/>
                </a:lnTo>
                <a:lnTo>
                  <a:pt x="12906" y="4056"/>
                </a:lnTo>
                <a:lnTo>
                  <a:pt x="12906" y="4055"/>
                </a:lnTo>
                <a:lnTo>
                  <a:pt x="12905" y="4055"/>
                </a:lnTo>
                <a:lnTo>
                  <a:pt x="12904" y="4055"/>
                </a:lnTo>
                <a:lnTo>
                  <a:pt x="12903" y="4054"/>
                </a:lnTo>
                <a:lnTo>
                  <a:pt x="12902" y="4054"/>
                </a:lnTo>
                <a:lnTo>
                  <a:pt x="12901" y="4053"/>
                </a:lnTo>
                <a:lnTo>
                  <a:pt x="12900" y="4053"/>
                </a:lnTo>
                <a:lnTo>
                  <a:pt x="12899" y="4052"/>
                </a:lnTo>
                <a:lnTo>
                  <a:pt x="12898" y="4052"/>
                </a:lnTo>
                <a:lnTo>
                  <a:pt x="12897" y="4052"/>
                </a:lnTo>
                <a:lnTo>
                  <a:pt x="12897" y="4051"/>
                </a:lnTo>
                <a:lnTo>
                  <a:pt x="12896" y="4051"/>
                </a:lnTo>
                <a:lnTo>
                  <a:pt x="12895" y="4051"/>
                </a:lnTo>
                <a:lnTo>
                  <a:pt x="12895" y="4050"/>
                </a:lnTo>
                <a:lnTo>
                  <a:pt x="12894" y="4050"/>
                </a:lnTo>
                <a:lnTo>
                  <a:pt x="12893" y="4050"/>
                </a:lnTo>
                <a:lnTo>
                  <a:pt x="12892" y="4049"/>
                </a:lnTo>
                <a:lnTo>
                  <a:pt x="12891" y="4049"/>
                </a:lnTo>
                <a:lnTo>
                  <a:pt x="12890" y="4048"/>
                </a:lnTo>
                <a:lnTo>
                  <a:pt x="12889" y="4048"/>
                </a:lnTo>
                <a:lnTo>
                  <a:pt x="12888" y="4047"/>
                </a:lnTo>
                <a:lnTo>
                  <a:pt x="12887" y="4047"/>
                </a:lnTo>
                <a:lnTo>
                  <a:pt x="12886" y="4047"/>
                </a:lnTo>
                <a:lnTo>
                  <a:pt x="12886" y="4046"/>
                </a:lnTo>
                <a:lnTo>
                  <a:pt x="12885" y="4046"/>
                </a:lnTo>
                <a:lnTo>
                  <a:pt x="12884" y="4046"/>
                </a:lnTo>
                <a:lnTo>
                  <a:pt x="12883" y="4045"/>
                </a:lnTo>
                <a:lnTo>
                  <a:pt x="12882" y="4045"/>
                </a:lnTo>
                <a:lnTo>
                  <a:pt x="12882" y="4044"/>
                </a:lnTo>
                <a:lnTo>
                  <a:pt x="12881" y="4044"/>
                </a:lnTo>
                <a:lnTo>
                  <a:pt x="12880" y="4044"/>
                </a:lnTo>
                <a:lnTo>
                  <a:pt x="12879" y="4043"/>
                </a:lnTo>
                <a:lnTo>
                  <a:pt x="12878" y="4043"/>
                </a:lnTo>
                <a:lnTo>
                  <a:pt x="12877" y="4043"/>
                </a:lnTo>
                <a:lnTo>
                  <a:pt x="12877" y="4042"/>
                </a:lnTo>
                <a:lnTo>
                  <a:pt x="12876" y="4042"/>
                </a:lnTo>
                <a:lnTo>
                  <a:pt x="12875" y="4042"/>
                </a:lnTo>
                <a:lnTo>
                  <a:pt x="12875" y="4041"/>
                </a:lnTo>
                <a:lnTo>
                  <a:pt x="12874" y="4041"/>
                </a:lnTo>
                <a:lnTo>
                  <a:pt x="12873" y="4041"/>
                </a:lnTo>
                <a:lnTo>
                  <a:pt x="12872" y="4040"/>
                </a:lnTo>
                <a:lnTo>
                  <a:pt x="12871" y="4040"/>
                </a:lnTo>
                <a:lnTo>
                  <a:pt x="12870" y="4039"/>
                </a:lnTo>
                <a:lnTo>
                  <a:pt x="12869" y="4039"/>
                </a:lnTo>
                <a:lnTo>
                  <a:pt x="12868" y="4038"/>
                </a:lnTo>
                <a:lnTo>
                  <a:pt x="12867" y="4038"/>
                </a:lnTo>
                <a:lnTo>
                  <a:pt x="12866" y="4038"/>
                </a:lnTo>
                <a:lnTo>
                  <a:pt x="12866" y="4037"/>
                </a:lnTo>
                <a:lnTo>
                  <a:pt x="12865" y="4037"/>
                </a:lnTo>
                <a:lnTo>
                  <a:pt x="12864" y="4037"/>
                </a:lnTo>
                <a:lnTo>
                  <a:pt x="12863" y="4036"/>
                </a:lnTo>
                <a:lnTo>
                  <a:pt x="12862" y="4036"/>
                </a:lnTo>
                <a:lnTo>
                  <a:pt x="12862" y="4035"/>
                </a:lnTo>
                <a:lnTo>
                  <a:pt x="12861" y="4035"/>
                </a:lnTo>
                <a:lnTo>
                  <a:pt x="12860" y="4035"/>
                </a:lnTo>
                <a:lnTo>
                  <a:pt x="12859" y="4034"/>
                </a:lnTo>
                <a:lnTo>
                  <a:pt x="12858" y="4034"/>
                </a:lnTo>
                <a:lnTo>
                  <a:pt x="12857" y="4034"/>
                </a:lnTo>
                <a:lnTo>
                  <a:pt x="12857" y="4033"/>
                </a:lnTo>
                <a:lnTo>
                  <a:pt x="12856" y="4033"/>
                </a:lnTo>
                <a:lnTo>
                  <a:pt x="12855" y="4033"/>
                </a:lnTo>
                <a:lnTo>
                  <a:pt x="12855" y="4032"/>
                </a:lnTo>
                <a:lnTo>
                  <a:pt x="12854" y="4032"/>
                </a:lnTo>
                <a:lnTo>
                  <a:pt x="12853" y="4032"/>
                </a:lnTo>
                <a:lnTo>
                  <a:pt x="12853" y="4031"/>
                </a:lnTo>
                <a:lnTo>
                  <a:pt x="12852" y="4031"/>
                </a:lnTo>
                <a:lnTo>
                  <a:pt x="12851" y="4031"/>
                </a:lnTo>
                <a:lnTo>
                  <a:pt x="12850" y="4030"/>
                </a:lnTo>
                <a:lnTo>
                  <a:pt x="12849" y="4030"/>
                </a:lnTo>
                <a:lnTo>
                  <a:pt x="12848" y="4029"/>
                </a:lnTo>
                <a:lnTo>
                  <a:pt x="12847" y="4029"/>
                </a:lnTo>
                <a:lnTo>
                  <a:pt x="12846" y="4029"/>
                </a:lnTo>
                <a:lnTo>
                  <a:pt x="12846" y="4028"/>
                </a:lnTo>
                <a:lnTo>
                  <a:pt x="12845" y="4028"/>
                </a:lnTo>
                <a:lnTo>
                  <a:pt x="12844" y="4027"/>
                </a:lnTo>
                <a:lnTo>
                  <a:pt x="12843" y="4027"/>
                </a:lnTo>
                <a:lnTo>
                  <a:pt x="12842" y="4027"/>
                </a:lnTo>
                <a:lnTo>
                  <a:pt x="12842" y="4026"/>
                </a:lnTo>
                <a:lnTo>
                  <a:pt x="12841" y="4026"/>
                </a:lnTo>
                <a:lnTo>
                  <a:pt x="12840" y="4026"/>
                </a:lnTo>
                <a:lnTo>
                  <a:pt x="12839" y="4025"/>
                </a:lnTo>
                <a:lnTo>
                  <a:pt x="12838" y="4025"/>
                </a:lnTo>
                <a:lnTo>
                  <a:pt x="12837" y="4025"/>
                </a:lnTo>
                <a:lnTo>
                  <a:pt x="12837" y="4024"/>
                </a:lnTo>
                <a:lnTo>
                  <a:pt x="12836" y="4024"/>
                </a:lnTo>
                <a:lnTo>
                  <a:pt x="12835" y="4023"/>
                </a:lnTo>
                <a:lnTo>
                  <a:pt x="12834" y="4023"/>
                </a:lnTo>
                <a:lnTo>
                  <a:pt x="12833" y="4023"/>
                </a:lnTo>
                <a:lnTo>
                  <a:pt x="12833" y="4022"/>
                </a:lnTo>
                <a:lnTo>
                  <a:pt x="12832" y="4022"/>
                </a:lnTo>
                <a:lnTo>
                  <a:pt x="12831" y="4022"/>
                </a:lnTo>
                <a:lnTo>
                  <a:pt x="12830" y="4021"/>
                </a:lnTo>
                <a:lnTo>
                  <a:pt x="12829" y="4021"/>
                </a:lnTo>
                <a:lnTo>
                  <a:pt x="12828" y="4020"/>
                </a:lnTo>
                <a:lnTo>
                  <a:pt x="12827" y="4020"/>
                </a:lnTo>
                <a:lnTo>
                  <a:pt x="12826" y="4020"/>
                </a:lnTo>
                <a:lnTo>
                  <a:pt x="12826" y="4019"/>
                </a:lnTo>
                <a:lnTo>
                  <a:pt x="12825" y="4019"/>
                </a:lnTo>
                <a:lnTo>
                  <a:pt x="12824" y="4018"/>
                </a:lnTo>
                <a:lnTo>
                  <a:pt x="12823" y="4018"/>
                </a:lnTo>
                <a:lnTo>
                  <a:pt x="12822" y="4018"/>
                </a:lnTo>
                <a:lnTo>
                  <a:pt x="12822" y="4017"/>
                </a:lnTo>
                <a:lnTo>
                  <a:pt x="12821" y="4017"/>
                </a:lnTo>
                <a:lnTo>
                  <a:pt x="12820" y="4017"/>
                </a:lnTo>
                <a:lnTo>
                  <a:pt x="12819" y="4016"/>
                </a:lnTo>
                <a:lnTo>
                  <a:pt x="12818" y="4016"/>
                </a:lnTo>
                <a:lnTo>
                  <a:pt x="12817" y="4015"/>
                </a:lnTo>
                <a:lnTo>
                  <a:pt x="12816" y="4015"/>
                </a:lnTo>
                <a:lnTo>
                  <a:pt x="12815" y="4014"/>
                </a:lnTo>
                <a:lnTo>
                  <a:pt x="12814" y="4014"/>
                </a:lnTo>
                <a:lnTo>
                  <a:pt x="12813" y="4014"/>
                </a:lnTo>
                <a:lnTo>
                  <a:pt x="12813" y="4013"/>
                </a:lnTo>
                <a:lnTo>
                  <a:pt x="12812" y="4013"/>
                </a:lnTo>
                <a:lnTo>
                  <a:pt x="12811" y="4013"/>
                </a:lnTo>
                <a:lnTo>
                  <a:pt x="12810" y="4012"/>
                </a:lnTo>
                <a:lnTo>
                  <a:pt x="12809" y="4012"/>
                </a:lnTo>
                <a:lnTo>
                  <a:pt x="12808" y="4011"/>
                </a:lnTo>
                <a:lnTo>
                  <a:pt x="12807" y="4011"/>
                </a:lnTo>
                <a:lnTo>
                  <a:pt x="12806" y="4010"/>
                </a:lnTo>
                <a:lnTo>
                  <a:pt x="12805" y="4010"/>
                </a:lnTo>
                <a:lnTo>
                  <a:pt x="12804" y="4009"/>
                </a:lnTo>
                <a:lnTo>
                  <a:pt x="12803" y="4009"/>
                </a:lnTo>
                <a:lnTo>
                  <a:pt x="12802" y="4009"/>
                </a:lnTo>
                <a:lnTo>
                  <a:pt x="12802" y="4008"/>
                </a:lnTo>
                <a:lnTo>
                  <a:pt x="12801" y="4008"/>
                </a:lnTo>
                <a:lnTo>
                  <a:pt x="12800" y="4008"/>
                </a:lnTo>
                <a:lnTo>
                  <a:pt x="12799" y="4007"/>
                </a:lnTo>
                <a:lnTo>
                  <a:pt x="12798" y="4007"/>
                </a:lnTo>
                <a:lnTo>
                  <a:pt x="12798" y="4006"/>
                </a:lnTo>
                <a:lnTo>
                  <a:pt x="12797" y="4006"/>
                </a:lnTo>
                <a:lnTo>
                  <a:pt x="12796" y="4006"/>
                </a:lnTo>
                <a:lnTo>
                  <a:pt x="12795" y="4005"/>
                </a:lnTo>
                <a:lnTo>
                  <a:pt x="12794" y="4005"/>
                </a:lnTo>
                <a:lnTo>
                  <a:pt x="12793" y="4005"/>
                </a:lnTo>
                <a:lnTo>
                  <a:pt x="12793" y="4004"/>
                </a:lnTo>
                <a:lnTo>
                  <a:pt x="12792" y="4004"/>
                </a:lnTo>
                <a:lnTo>
                  <a:pt x="12791" y="4004"/>
                </a:lnTo>
                <a:lnTo>
                  <a:pt x="12790" y="4003"/>
                </a:lnTo>
                <a:lnTo>
                  <a:pt x="12789" y="4003"/>
                </a:lnTo>
                <a:lnTo>
                  <a:pt x="12788" y="4002"/>
                </a:lnTo>
                <a:lnTo>
                  <a:pt x="12787" y="4002"/>
                </a:lnTo>
                <a:lnTo>
                  <a:pt x="12786" y="4001"/>
                </a:lnTo>
                <a:lnTo>
                  <a:pt x="12785" y="4001"/>
                </a:lnTo>
                <a:lnTo>
                  <a:pt x="12784" y="4000"/>
                </a:lnTo>
                <a:lnTo>
                  <a:pt x="12783" y="4000"/>
                </a:lnTo>
                <a:lnTo>
                  <a:pt x="12782" y="4000"/>
                </a:lnTo>
                <a:lnTo>
                  <a:pt x="12782" y="3999"/>
                </a:lnTo>
                <a:lnTo>
                  <a:pt x="12781" y="3999"/>
                </a:lnTo>
                <a:lnTo>
                  <a:pt x="12780" y="3999"/>
                </a:lnTo>
                <a:lnTo>
                  <a:pt x="12779" y="3998"/>
                </a:lnTo>
                <a:lnTo>
                  <a:pt x="12778" y="3998"/>
                </a:lnTo>
                <a:lnTo>
                  <a:pt x="12778" y="3997"/>
                </a:lnTo>
                <a:lnTo>
                  <a:pt x="12777" y="3997"/>
                </a:lnTo>
                <a:lnTo>
                  <a:pt x="12776" y="3997"/>
                </a:lnTo>
                <a:lnTo>
                  <a:pt x="12775" y="3996"/>
                </a:lnTo>
                <a:lnTo>
                  <a:pt x="12774" y="3996"/>
                </a:lnTo>
                <a:lnTo>
                  <a:pt x="12773" y="3996"/>
                </a:lnTo>
                <a:lnTo>
                  <a:pt x="12773" y="3995"/>
                </a:lnTo>
                <a:lnTo>
                  <a:pt x="12772" y="3995"/>
                </a:lnTo>
                <a:lnTo>
                  <a:pt x="12771" y="3995"/>
                </a:lnTo>
                <a:lnTo>
                  <a:pt x="12771" y="3994"/>
                </a:lnTo>
                <a:lnTo>
                  <a:pt x="12770" y="3994"/>
                </a:lnTo>
                <a:lnTo>
                  <a:pt x="12769" y="3994"/>
                </a:lnTo>
                <a:lnTo>
                  <a:pt x="12769" y="3993"/>
                </a:lnTo>
                <a:lnTo>
                  <a:pt x="12768" y="3993"/>
                </a:lnTo>
                <a:lnTo>
                  <a:pt x="12767" y="3993"/>
                </a:lnTo>
                <a:lnTo>
                  <a:pt x="12766" y="3992"/>
                </a:lnTo>
                <a:lnTo>
                  <a:pt x="12765" y="3992"/>
                </a:lnTo>
                <a:lnTo>
                  <a:pt x="12764" y="3991"/>
                </a:lnTo>
                <a:lnTo>
                  <a:pt x="12763" y="3991"/>
                </a:lnTo>
                <a:lnTo>
                  <a:pt x="12762" y="3991"/>
                </a:lnTo>
                <a:lnTo>
                  <a:pt x="12762" y="3990"/>
                </a:lnTo>
                <a:lnTo>
                  <a:pt x="12761" y="3990"/>
                </a:lnTo>
                <a:lnTo>
                  <a:pt x="12760" y="3989"/>
                </a:lnTo>
                <a:lnTo>
                  <a:pt x="12759" y="3989"/>
                </a:lnTo>
                <a:lnTo>
                  <a:pt x="12758" y="3989"/>
                </a:lnTo>
                <a:lnTo>
                  <a:pt x="12758" y="3988"/>
                </a:lnTo>
                <a:lnTo>
                  <a:pt x="12757" y="3988"/>
                </a:lnTo>
                <a:lnTo>
                  <a:pt x="12756" y="3988"/>
                </a:lnTo>
                <a:lnTo>
                  <a:pt x="12755" y="3987"/>
                </a:lnTo>
                <a:lnTo>
                  <a:pt x="12754" y="3987"/>
                </a:lnTo>
                <a:lnTo>
                  <a:pt x="12753" y="3987"/>
                </a:lnTo>
                <a:lnTo>
                  <a:pt x="12753" y="3986"/>
                </a:lnTo>
                <a:lnTo>
                  <a:pt x="12752" y="3986"/>
                </a:lnTo>
                <a:lnTo>
                  <a:pt x="12751" y="3985"/>
                </a:lnTo>
                <a:lnTo>
                  <a:pt x="12750" y="3985"/>
                </a:lnTo>
                <a:lnTo>
                  <a:pt x="12749" y="3985"/>
                </a:lnTo>
                <a:lnTo>
                  <a:pt x="12749" y="3984"/>
                </a:lnTo>
                <a:lnTo>
                  <a:pt x="12748" y="3984"/>
                </a:lnTo>
                <a:lnTo>
                  <a:pt x="12747" y="3984"/>
                </a:lnTo>
                <a:lnTo>
                  <a:pt x="12746" y="3983"/>
                </a:lnTo>
                <a:lnTo>
                  <a:pt x="12745" y="3983"/>
                </a:lnTo>
                <a:lnTo>
                  <a:pt x="12744" y="3982"/>
                </a:lnTo>
                <a:lnTo>
                  <a:pt x="12743" y="3982"/>
                </a:lnTo>
                <a:lnTo>
                  <a:pt x="12742" y="3982"/>
                </a:lnTo>
                <a:lnTo>
                  <a:pt x="12742" y="3981"/>
                </a:lnTo>
                <a:lnTo>
                  <a:pt x="12741" y="3981"/>
                </a:lnTo>
                <a:lnTo>
                  <a:pt x="12740" y="3980"/>
                </a:lnTo>
                <a:lnTo>
                  <a:pt x="12739" y="3980"/>
                </a:lnTo>
                <a:lnTo>
                  <a:pt x="12738" y="3980"/>
                </a:lnTo>
                <a:lnTo>
                  <a:pt x="12738" y="3979"/>
                </a:lnTo>
                <a:lnTo>
                  <a:pt x="12737" y="3979"/>
                </a:lnTo>
                <a:lnTo>
                  <a:pt x="12736" y="3979"/>
                </a:lnTo>
                <a:lnTo>
                  <a:pt x="12735" y="3978"/>
                </a:lnTo>
                <a:lnTo>
                  <a:pt x="12734" y="3978"/>
                </a:lnTo>
                <a:lnTo>
                  <a:pt x="12733" y="3978"/>
                </a:lnTo>
                <a:lnTo>
                  <a:pt x="12733" y="3977"/>
                </a:lnTo>
                <a:lnTo>
                  <a:pt x="12732" y="3977"/>
                </a:lnTo>
                <a:lnTo>
                  <a:pt x="12731" y="3976"/>
                </a:lnTo>
                <a:lnTo>
                  <a:pt x="12730" y="3976"/>
                </a:lnTo>
                <a:lnTo>
                  <a:pt x="12729" y="3976"/>
                </a:lnTo>
                <a:lnTo>
                  <a:pt x="12729" y="3975"/>
                </a:lnTo>
                <a:lnTo>
                  <a:pt x="12728" y="3975"/>
                </a:lnTo>
                <a:lnTo>
                  <a:pt x="12727" y="3975"/>
                </a:lnTo>
                <a:lnTo>
                  <a:pt x="12726" y="3974"/>
                </a:lnTo>
                <a:lnTo>
                  <a:pt x="12725" y="3974"/>
                </a:lnTo>
                <a:lnTo>
                  <a:pt x="12724" y="3973"/>
                </a:lnTo>
                <a:lnTo>
                  <a:pt x="12723" y="3973"/>
                </a:lnTo>
                <a:lnTo>
                  <a:pt x="12722" y="3972"/>
                </a:lnTo>
                <a:lnTo>
                  <a:pt x="12721" y="3972"/>
                </a:lnTo>
                <a:lnTo>
                  <a:pt x="12720" y="3971"/>
                </a:lnTo>
                <a:lnTo>
                  <a:pt x="12719" y="3971"/>
                </a:lnTo>
                <a:lnTo>
                  <a:pt x="12718" y="3971"/>
                </a:lnTo>
                <a:lnTo>
                  <a:pt x="12718" y="3970"/>
                </a:lnTo>
                <a:lnTo>
                  <a:pt x="12717" y="3970"/>
                </a:lnTo>
                <a:lnTo>
                  <a:pt x="12716" y="3970"/>
                </a:lnTo>
                <a:lnTo>
                  <a:pt x="12715" y="3969"/>
                </a:lnTo>
                <a:lnTo>
                  <a:pt x="12714" y="3969"/>
                </a:lnTo>
                <a:lnTo>
                  <a:pt x="12713" y="3968"/>
                </a:lnTo>
                <a:lnTo>
                  <a:pt x="12712" y="3968"/>
                </a:lnTo>
                <a:lnTo>
                  <a:pt x="12711" y="3967"/>
                </a:lnTo>
                <a:lnTo>
                  <a:pt x="12710" y="3967"/>
                </a:lnTo>
                <a:lnTo>
                  <a:pt x="12709" y="3967"/>
                </a:lnTo>
                <a:lnTo>
                  <a:pt x="12709" y="3966"/>
                </a:lnTo>
                <a:lnTo>
                  <a:pt x="12708" y="3966"/>
                </a:lnTo>
                <a:lnTo>
                  <a:pt x="12707" y="3966"/>
                </a:lnTo>
                <a:lnTo>
                  <a:pt x="12706" y="3965"/>
                </a:lnTo>
                <a:lnTo>
                  <a:pt x="12705" y="3965"/>
                </a:lnTo>
                <a:lnTo>
                  <a:pt x="12704" y="3964"/>
                </a:lnTo>
                <a:lnTo>
                  <a:pt x="12703" y="3964"/>
                </a:lnTo>
                <a:lnTo>
                  <a:pt x="12702" y="3963"/>
                </a:lnTo>
                <a:lnTo>
                  <a:pt x="12701" y="3963"/>
                </a:lnTo>
                <a:lnTo>
                  <a:pt x="12700" y="3962"/>
                </a:lnTo>
                <a:lnTo>
                  <a:pt x="12699" y="3962"/>
                </a:lnTo>
                <a:lnTo>
                  <a:pt x="12698" y="3962"/>
                </a:lnTo>
                <a:lnTo>
                  <a:pt x="12698" y="3961"/>
                </a:lnTo>
                <a:lnTo>
                  <a:pt x="12697" y="3961"/>
                </a:lnTo>
                <a:lnTo>
                  <a:pt x="12696" y="3961"/>
                </a:lnTo>
                <a:lnTo>
                  <a:pt x="12695" y="3960"/>
                </a:lnTo>
                <a:lnTo>
                  <a:pt x="12694" y="3960"/>
                </a:lnTo>
                <a:lnTo>
                  <a:pt x="12694" y="3959"/>
                </a:lnTo>
                <a:lnTo>
                  <a:pt x="12693" y="3959"/>
                </a:lnTo>
                <a:lnTo>
                  <a:pt x="12692" y="3959"/>
                </a:lnTo>
                <a:lnTo>
                  <a:pt x="12691" y="3958"/>
                </a:lnTo>
                <a:lnTo>
                  <a:pt x="12690" y="3958"/>
                </a:lnTo>
                <a:lnTo>
                  <a:pt x="12689" y="3958"/>
                </a:lnTo>
                <a:lnTo>
                  <a:pt x="12689" y="3957"/>
                </a:lnTo>
                <a:lnTo>
                  <a:pt x="12688" y="3957"/>
                </a:lnTo>
                <a:lnTo>
                  <a:pt x="12687" y="3957"/>
                </a:lnTo>
                <a:lnTo>
                  <a:pt x="12686" y="3956"/>
                </a:lnTo>
                <a:lnTo>
                  <a:pt x="12685" y="3956"/>
                </a:lnTo>
                <a:lnTo>
                  <a:pt x="12685" y="3955"/>
                </a:lnTo>
                <a:lnTo>
                  <a:pt x="12684" y="3955"/>
                </a:lnTo>
                <a:lnTo>
                  <a:pt x="12683" y="3955"/>
                </a:lnTo>
                <a:lnTo>
                  <a:pt x="12682" y="3954"/>
                </a:lnTo>
                <a:lnTo>
                  <a:pt x="12681" y="3954"/>
                </a:lnTo>
                <a:lnTo>
                  <a:pt x="12680" y="3953"/>
                </a:lnTo>
                <a:lnTo>
                  <a:pt x="12679" y="3953"/>
                </a:lnTo>
                <a:lnTo>
                  <a:pt x="12678" y="3953"/>
                </a:lnTo>
                <a:lnTo>
                  <a:pt x="12678" y="3952"/>
                </a:lnTo>
                <a:lnTo>
                  <a:pt x="12677" y="3952"/>
                </a:lnTo>
                <a:lnTo>
                  <a:pt x="12676" y="3952"/>
                </a:lnTo>
                <a:lnTo>
                  <a:pt x="12676" y="3951"/>
                </a:lnTo>
                <a:lnTo>
                  <a:pt x="12675" y="3951"/>
                </a:lnTo>
                <a:lnTo>
                  <a:pt x="12674" y="3951"/>
                </a:lnTo>
                <a:lnTo>
                  <a:pt x="12674" y="3950"/>
                </a:lnTo>
                <a:lnTo>
                  <a:pt x="12673" y="3950"/>
                </a:lnTo>
                <a:lnTo>
                  <a:pt x="12672" y="3950"/>
                </a:lnTo>
                <a:lnTo>
                  <a:pt x="12671" y="3949"/>
                </a:lnTo>
                <a:lnTo>
                  <a:pt x="12670" y="3949"/>
                </a:lnTo>
                <a:lnTo>
                  <a:pt x="12669" y="3949"/>
                </a:lnTo>
                <a:lnTo>
                  <a:pt x="12669" y="3948"/>
                </a:lnTo>
                <a:lnTo>
                  <a:pt x="12668" y="3948"/>
                </a:lnTo>
                <a:lnTo>
                  <a:pt x="12667" y="3947"/>
                </a:lnTo>
                <a:lnTo>
                  <a:pt x="12666" y="3947"/>
                </a:lnTo>
                <a:lnTo>
                  <a:pt x="12665" y="3947"/>
                </a:lnTo>
                <a:lnTo>
                  <a:pt x="12665" y="3946"/>
                </a:lnTo>
                <a:lnTo>
                  <a:pt x="12664" y="3946"/>
                </a:lnTo>
                <a:lnTo>
                  <a:pt x="12663" y="3946"/>
                </a:lnTo>
                <a:lnTo>
                  <a:pt x="12662" y="3945"/>
                </a:lnTo>
                <a:lnTo>
                  <a:pt x="12661" y="3945"/>
                </a:lnTo>
                <a:lnTo>
                  <a:pt x="12660" y="3944"/>
                </a:lnTo>
                <a:lnTo>
                  <a:pt x="12659" y="3944"/>
                </a:lnTo>
                <a:lnTo>
                  <a:pt x="12658" y="3944"/>
                </a:lnTo>
                <a:lnTo>
                  <a:pt x="12658" y="3943"/>
                </a:lnTo>
                <a:lnTo>
                  <a:pt x="12657" y="3943"/>
                </a:lnTo>
                <a:lnTo>
                  <a:pt x="12656" y="3943"/>
                </a:lnTo>
                <a:lnTo>
                  <a:pt x="12656" y="3942"/>
                </a:lnTo>
                <a:lnTo>
                  <a:pt x="12655" y="3942"/>
                </a:lnTo>
                <a:lnTo>
                  <a:pt x="12654" y="3942"/>
                </a:lnTo>
                <a:lnTo>
                  <a:pt x="12654" y="3941"/>
                </a:lnTo>
                <a:lnTo>
                  <a:pt x="12653" y="3941"/>
                </a:lnTo>
                <a:lnTo>
                  <a:pt x="12652" y="3941"/>
                </a:lnTo>
                <a:lnTo>
                  <a:pt x="12651" y="3940"/>
                </a:lnTo>
                <a:lnTo>
                  <a:pt x="12650" y="3940"/>
                </a:lnTo>
                <a:lnTo>
                  <a:pt x="12649" y="3940"/>
                </a:lnTo>
                <a:lnTo>
                  <a:pt x="12649" y="3939"/>
                </a:lnTo>
                <a:lnTo>
                  <a:pt x="12648" y="3939"/>
                </a:lnTo>
                <a:lnTo>
                  <a:pt x="12647" y="3938"/>
                </a:lnTo>
                <a:lnTo>
                  <a:pt x="12646" y="3938"/>
                </a:lnTo>
                <a:lnTo>
                  <a:pt x="12645" y="3938"/>
                </a:lnTo>
                <a:lnTo>
                  <a:pt x="12645" y="3937"/>
                </a:lnTo>
                <a:lnTo>
                  <a:pt x="12644" y="3937"/>
                </a:lnTo>
                <a:lnTo>
                  <a:pt x="12643" y="3937"/>
                </a:lnTo>
                <a:lnTo>
                  <a:pt x="12642" y="3936"/>
                </a:lnTo>
                <a:lnTo>
                  <a:pt x="12641" y="3936"/>
                </a:lnTo>
                <a:lnTo>
                  <a:pt x="12640" y="3935"/>
                </a:lnTo>
                <a:lnTo>
                  <a:pt x="12639" y="3935"/>
                </a:lnTo>
                <a:lnTo>
                  <a:pt x="12638" y="3934"/>
                </a:lnTo>
                <a:lnTo>
                  <a:pt x="12637" y="3934"/>
                </a:lnTo>
                <a:lnTo>
                  <a:pt x="12636" y="3933"/>
                </a:lnTo>
                <a:lnTo>
                  <a:pt x="12635" y="3933"/>
                </a:lnTo>
                <a:lnTo>
                  <a:pt x="12634" y="3933"/>
                </a:lnTo>
                <a:lnTo>
                  <a:pt x="12634" y="3932"/>
                </a:lnTo>
                <a:lnTo>
                  <a:pt x="12633" y="3932"/>
                </a:lnTo>
                <a:lnTo>
                  <a:pt x="12632" y="3932"/>
                </a:lnTo>
                <a:lnTo>
                  <a:pt x="12631" y="3931"/>
                </a:lnTo>
                <a:lnTo>
                  <a:pt x="12630" y="3931"/>
                </a:lnTo>
                <a:lnTo>
                  <a:pt x="12629" y="3930"/>
                </a:lnTo>
                <a:lnTo>
                  <a:pt x="12628" y="3930"/>
                </a:lnTo>
                <a:lnTo>
                  <a:pt x="12627" y="3929"/>
                </a:lnTo>
                <a:lnTo>
                  <a:pt x="12626" y="3929"/>
                </a:lnTo>
                <a:lnTo>
                  <a:pt x="12625" y="3929"/>
                </a:lnTo>
                <a:lnTo>
                  <a:pt x="12625" y="3928"/>
                </a:lnTo>
                <a:lnTo>
                  <a:pt x="12624" y="3928"/>
                </a:lnTo>
                <a:lnTo>
                  <a:pt x="12623" y="3928"/>
                </a:lnTo>
                <a:lnTo>
                  <a:pt x="12622" y="3927"/>
                </a:lnTo>
                <a:lnTo>
                  <a:pt x="12621" y="3927"/>
                </a:lnTo>
                <a:lnTo>
                  <a:pt x="12620" y="3926"/>
                </a:lnTo>
                <a:lnTo>
                  <a:pt x="12619" y="3926"/>
                </a:lnTo>
                <a:lnTo>
                  <a:pt x="12618" y="3925"/>
                </a:lnTo>
                <a:lnTo>
                  <a:pt x="12617" y="3925"/>
                </a:lnTo>
                <a:lnTo>
                  <a:pt x="12616" y="3924"/>
                </a:lnTo>
                <a:lnTo>
                  <a:pt x="12615" y="3924"/>
                </a:lnTo>
                <a:lnTo>
                  <a:pt x="12614" y="3924"/>
                </a:lnTo>
                <a:lnTo>
                  <a:pt x="12614" y="3923"/>
                </a:lnTo>
                <a:lnTo>
                  <a:pt x="12613" y="3923"/>
                </a:lnTo>
                <a:lnTo>
                  <a:pt x="12612" y="3923"/>
                </a:lnTo>
                <a:lnTo>
                  <a:pt x="12611" y="3922"/>
                </a:lnTo>
                <a:lnTo>
                  <a:pt x="12610" y="3922"/>
                </a:lnTo>
                <a:lnTo>
                  <a:pt x="12609" y="3921"/>
                </a:lnTo>
                <a:lnTo>
                  <a:pt x="12608" y="3921"/>
                </a:lnTo>
                <a:lnTo>
                  <a:pt x="12607" y="3920"/>
                </a:lnTo>
                <a:lnTo>
                  <a:pt x="12606" y="3920"/>
                </a:lnTo>
                <a:lnTo>
                  <a:pt x="12605" y="3920"/>
                </a:lnTo>
                <a:lnTo>
                  <a:pt x="12605" y="3919"/>
                </a:lnTo>
                <a:lnTo>
                  <a:pt x="12604" y="3919"/>
                </a:lnTo>
                <a:lnTo>
                  <a:pt x="12603" y="3919"/>
                </a:lnTo>
                <a:lnTo>
                  <a:pt x="12602" y="3918"/>
                </a:lnTo>
                <a:lnTo>
                  <a:pt x="12601" y="3918"/>
                </a:lnTo>
                <a:lnTo>
                  <a:pt x="12601" y="3917"/>
                </a:lnTo>
                <a:lnTo>
                  <a:pt x="12600" y="3917"/>
                </a:lnTo>
                <a:lnTo>
                  <a:pt x="12599" y="3917"/>
                </a:lnTo>
                <a:lnTo>
                  <a:pt x="12598" y="3916"/>
                </a:lnTo>
                <a:lnTo>
                  <a:pt x="12597" y="3916"/>
                </a:lnTo>
                <a:lnTo>
                  <a:pt x="12596" y="3915"/>
                </a:lnTo>
                <a:lnTo>
                  <a:pt x="12595" y="3915"/>
                </a:lnTo>
                <a:lnTo>
                  <a:pt x="12594" y="3915"/>
                </a:lnTo>
                <a:lnTo>
                  <a:pt x="12594" y="3914"/>
                </a:lnTo>
                <a:lnTo>
                  <a:pt x="12593" y="3914"/>
                </a:lnTo>
                <a:lnTo>
                  <a:pt x="12592" y="3914"/>
                </a:lnTo>
                <a:lnTo>
                  <a:pt x="12592" y="3913"/>
                </a:lnTo>
                <a:lnTo>
                  <a:pt x="12591" y="3913"/>
                </a:lnTo>
                <a:lnTo>
                  <a:pt x="12590" y="3913"/>
                </a:lnTo>
                <a:lnTo>
                  <a:pt x="12589" y="3912"/>
                </a:lnTo>
                <a:lnTo>
                  <a:pt x="12588" y="3912"/>
                </a:lnTo>
                <a:lnTo>
                  <a:pt x="12587" y="3911"/>
                </a:lnTo>
                <a:lnTo>
                  <a:pt x="12586" y="3911"/>
                </a:lnTo>
                <a:lnTo>
                  <a:pt x="12585" y="3911"/>
                </a:lnTo>
                <a:lnTo>
                  <a:pt x="12585" y="3910"/>
                </a:lnTo>
                <a:lnTo>
                  <a:pt x="12584" y="3910"/>
                </a:lnTo>
                <a:lnTo>
                  <a:pt x="12583" y="3909"/>
                </a:lnTo>
                <a:lnTo>
                  <a:pt x="12582" y="3909"/>
                </a:lnTo>
                <a:lnTo>
                  <a:pt x="12581" y="3909"/>
                </a:lnTo>
                <a:lnTo>
                  <a:pt x="12581" y="3908"/>
                </a:lnTo>
                <a:lnTo>
                  <a:pt x="12580" y="3908"/>
                </a:lnTo>
                <a:lnTo>
                  <a:pt x="12579" y="3908"/>
                </a:lnTo>
                <a:lnTo>
                  <a:pt x="12578" y="3907"/>
                </a:lnTo>
                <a:lnTo>
                  <a:pt x="12577" y="3907"/>
                </a:lnTo>
                <a:lnTo>
                  <a:pt x="12576" y="3906"/>
                </a:lnTo>
                <a:lnTo>
                  <a:pt x="12575" y="3906"/>
                </a:lnTo>
                <a:lnTo>
                  <a:pt x="12574" y="3906"/>
                </a:lnTo>
                <a:lnTo>
                  <a:pt x="12574" y="3905"/>
                </a:lnTo>
                <a:lnTo>
                  <a:pt x="12573" y="3905"/>
                </a:lnTo>
                <a:lnTo>
                  <a:pt x="12572" y="3905"/>
                </a:lnTo>
                <a:lnTo>
                  <a:pt x="12572" y="3904"/>
                </a:lnTo>
                <a:lnTo>
                  <a:pt x="12571" y="3904"/>
                </a:lnTo>
                <a:lnTo>
                  <a:pt x="12570" y="3904"/>
                </a:lnTo>
                <a:lnTo>
                  <a:pt x="12570" y="3903"/>
                </a:lnTo>
                <a:lnTo>
                  <a:pt x="12569" y="3903"/>
                </a:lnTo>
                <a:lnTo>
                  <a:pt x="12568" y="3903"/>
                </a:lnTo>
                <a:lnTo>
                  <a:pt x="12567" y="3902"/>
                </a:lnTo>
                <a:lnTo>
                  <a:pt x="12566" y="3902"/>
                </a:lnTo>
                <a:lnTo>
                  <a:pt x="12565" y="3902"/>
                </a:lnTo>
                <a:lnTo>
                  <a:pt x="12565" y="3901"/>
                </a:lnTo>
                <a:lnTo>
                  <a:pt x="12564" y="3901"/>
                </a:lnTo>
                <a:lnTo>
                  <a:pt x="12563" y="3900"/>
                </a:lnTo>
                <a:lnTo>
                  <a:pt x="12562" y="3900"/>
                </a:lnTo>
                <a:lnTo>
                  <a:pt x="12561" y="3900"/>
                </a:lnTo>
                <a:lnTo>
                  <a:pt x="12561" y="3899"/>
                </a:lnTo>
                <a:lnTo>
                  <a:pt x="12560" y="3899"/>
                </a:lnTo>
                <a:lnTo>
                  <a:pt x="12559" y="3899"/>
                </a:lnTo>
                <a:lnTo>
                  <a:pt x="12558" y="3898"/>
                </a:lnTo>
                <a:lnTo>
                  <a:pt x="12557" y="3898"/>
                </a:lnTo>
                <a:lnTo>
                  <a:pt x="12556" y="3897"/>
                </a:lnTo>
                <a:lnTo>
                  <a:pt x="12555" y="3897"/>
                </a:lnTo>
                <a:lnTo>
                  <a:pt x="12554" y="3896"/>
                </a:lnTo>
                <a:lnTo>
                  <a:pt x="12553" y="3896"/>
                </a:lnTo>
                <a:lnTo>
                  <a:pt x="12552" y="3896"/>
                </a:lnTo>
                <a:lnTo>
                  <a:pt x="12552" y="3895"/>
                </a:lnTo>
                <a:lnTo>
                  <a:pt x="12551" y="3895"/>
                </a:lnTo>
                <a:lnTo>
                  <a:pt x="12550" y="3895"/>
                </a:lnTo>
                <a:lnTo>
                  <a:pt x="12550" y="3894"/>
                </a:lnTo>
                <a:lnTo>
                  <a:pt x="12549" y="3894"/>
                </a:lnTo>
                <a:lnTo>
                  <a:pt x="12548" y="3894"/>
                </a:lnTo>
                <a:lnTo>
                  <a:pt x="12547" y="3893"/>
                </a:lnTo>
                <a:lnTo>
                  <a:pt x="12546" y="3893"/>
                </a:lnTo>
                <a:lnTo>
                  <a:pt x="12545" y="3892"/>
                </a:lnTo>
                <a:lnTo>
                  <a:pt x="12544" y="3892"/>
                </a:lnTo>
                <a:lnTo>
                  <a:pt x="12543" y="3891"/>
                </a:lnTo>
                <a:lnTo>
                  <a:pt x="12542" y="3891"/>
                </a:lnTo>
                <a:lnTo>
                  <a:pt x="12541" y="3891"/>
                </a:lnTo>
                <a:lnTo>
                  <a:pt x="12541" y="3890"/>
                </a:lnTo>
                <a:lnTo>
                  <a:pt x="12540" y="3890"/>
                </a:lnTo>
                <a:lnTo>
                  <a:pt x="12539" y="3890"/>
                </a:lnTo>
                <a:lnTo>
                  <a:pt x="12538" y="3889"/>
                </a:lnTo>
                <a:lnTo>
                  <a:pt x="12537" y="3889"/>
                </a:lnTo>
                <a:lnTo>
                  <a:pt x="12536" y="3888"/>
                </a:lnTo>
                <a:lnTo>
                  <a:pt x="12535" y="3888"/>
                </a:lnTo>
                <a:lnTo>
                  <a:pt x="12534" y="3887"/>
                </a:lnTo>
                <a:lnTo>
                  <a:pt x="12533" y="3887"/>
                </a:lnTo>
                <a:lnTo>
                  <a:pt x="12532" y="3887"/>
                </a:lnTo>
                <a:lnTo>
                  <a:pt x="12532" y="3886"/>
                </a:lnTo>
                <a:lnTo>
                  <a:pt x="12531" y="3886"/>
                </a:lnTo>
                <a:lnTo>
                  <a:pt x="12530" y="3886"/>
                </a:lnTo>
                <a:lnTo>
                  <a:pt x="12530" y="3885"/>
                </a:lnTo>
                <a:lnTo>
                  <a:pt x="12529" y="3885"/>
                </a:lnTo>
                <a:lnTo>
                  <a:pt x="12528" y="3885"/>
                </a:lnTo>
                <a:lnTo>
                  <a:pt x="12527" y="3884"/>
                </a:lnTo>
                <a:lnTo>
                  <a:pt x="12526" y="3884"/>
                </a:lnTo>
                <a:lnTo>
                  <a:pt x="12525" y="3883"/>
                </a:lnTo>
                <a:lnTo>
                  <a:pt x="12524" y="3883"/>
                </a:lnTo>
                <a:lnTo>
                  <a:pt x="12523" y="3882"/>
                </a:lnTo>
                <a:lnTo>
                  <a:pt x="12522" y="3882"/>
                </a:lnTo>
                <a:lnTo>
                  <a:pt x="12521" y="3882"/>
                </a:lnTo>
                <a:lnTo>
                  <a:pt x="12521" y="3881"/>
                </a:lnTo>
                <a:lnTo>
                  <a:pt x="12520" y="3881"/>
                </a:lnTo>
                <a:lnTo>
                  <a:pt x="12519" y="3881"/>
                </a:lnTo>
                <a:lnTo>
                  <a:pt x="12518" y="3880"/>
                </a:lnTo>
                <a:lnTo>
                  <a:pt x="12517" y="3880"/>
                </a:lnTo>
                <a:lnTo>
                  <a:pt x="12517" y="3879"/>
                </a:lnTo>
                <a:lnTo>
                  <a:pt x="12516" y="3879"/>
                </a:lnTo>
                <a:lnTo>
                  <a:pt x="12515" y="3879"/>
                </a:lnTo>
                <a:lnTo>
                  <a:pt x="12514" y="3878"/>
                </a:lnTo>
                <a:lnTo>
                  <a:pt x="12513" y="3878"/>
                </a:lnTo>
                <a:lnTo>
                  <a:pt x="12512" y="3877"/>
                </a:lnTo>
                <a:lnTo>
                  <a:pt x="12511" y="3877"/>
                </a:lnTo>
                <a:lnTo>
                  <a:pt x="12510" y="3877"/>
                </a:lnTo>
                <a:lnTo>
                  <a:pt x="12510" y="3876"/>
                </a:lnTo>
                <a:lnTo>
                  <a:pt x="12509" y="3876"/>
                </a:lnTo>
                <a:lnTo>
                  <a:pt x="12508" y="3876"/>
                </a:lnTo>
                <a:lnTo>
                  <a:pt x="12508" y="3875"/>
                </a:lnTo>
                <a:lnTo>
                  <a:pt x="12507" y="3875"/>
                </a:lnTo>
                <a:lnTo>
                  <a:pt x="12506" y="3875"/>
                </a:lnTo>
                <a:lnTo>
                  <a:pt x="12505" y="3874"/>
                </a:lnTo>
                <a:lnTo>
                  <a:pt x="12504" y="3874"/>
                </a:lnTo>
                <a:lnTo>
                  <a:pt x="12503" y="3873"/>
                </a:lnTo>
                <a:lnTo>
                  <a:pt x="12502" y="3873"/>
                </a:lnTo>
                <a:lnTo>
                  <a:pt x="12501" y="3873"/>
                </a:lnTo>
                <a:lnTo>
                  <a:pt x="12501" y="3872"/>
                </a:lnTo>
                <a:lnTo>
                  <a:pt x="12500" y="3872"/>
                </a:lnTo>
                <a:lnTo>
                  <a:pt x="12499" y="3871"/>
                </a:lnTo>
                <a:lnTo>
                  <a:pt x="12498" y="3871"/>
                </a:lnTo>
                <a:lnTo>
                  <a:pt x="12497" y="3871"/>
                </a:lnTo>
                <a:lnTo>
                  <a:pt x="12497" y="3870"/>
                </a:lnTo>
                <a:lnTo>
                  <a:pt x="12496" y="3870"/>
                </a:lnTo>
                <a:lnTo>
                  <a:pt x="12495" y="3870"/>
                </a:lnTo>
                <a:lnTo>
                  <a:pt x="12494" y="3869"/>
                </a:lnTo>
                <a:lnTo>
                  <a:pt x="12493" y="3869"/>
                </a:lnTo>
                <a:lnTo>
                  <a:pt x="12492" y="3868"/>
                </a:lnTo>
                <a:lnTo>
                  <a:pt x="12491" y="3868"/>
                </a:lnTo>
                <a:lnTo>
                  <a:pt x="12490" y="3868"/>
                </a:lnTo>
                <a:lnTo>
                  <a:pt x="12490" y="3867"/>
                </a:lnTo>
                <a:lnTo>
                  <a:pt x="12489" y="3867"/>
                </a:lnTo>
                <a:lnTo>
                  <a:pt x="12488" y="3867"/>
                </a:lnTo>
                <a:lnTo>
                  <a:pt x="12488" y="3866"/>
                </a:lnTo>
                <a:lnTo>
                  <a:pt x="12487" y="3866"/>
                </a:lnTo>
                <a:lnTo>
                  <a:pt x="12486" y="3866"/>
                </a:lnTo>
                <a:lnTo>
                  <a:pt x="12485" y="3865"/>
                </a:lnTo>
                <a:lnTo>
                  <a:pt x="12484" y="3865"/>
                </a:lnTo>
                <a:lnTo>
                  <a:pt x="12483" y="3864"/>
                </a:lnTo>
                <a:lnTo>
                  <a:pt x="12482" y="3864"/>
                </a:lnTo>
                <a:lnTo>
                  <a:pt x="12481" y="3864"/>
                </a:lnTo>
                <a:lnTo>
                  <a:pt x="12481" y="3863"/>
                </a:lnTo>
                <a:lnTo>
                  <a:pt x="12480" y="3863"/>
                </a:lnTo>
                <a:lnTo>
                  <a:pt x="12479" y="3862"/>
                </a:lnTo>
                <a:lnTo>
                  <a:pt x="12478" y="3862"/>
                </a:lnTo>
                <a:lnTo>
                  <a:pt x="12477" y="3862"/>
                </a:lnTo>
                <a:lnTo>
                  <a:pt x="12477" y="3861"/>
                </a:lnTo>
                <a:lnTo>
                  <a:pt x="12476" y="3861"/>
                </a:lnTo>
                <a:lnTo>
                  <a:pt x="12475" y="3861"/>
                </a:lnTo>
                <a:lnTo>
                  <a:pt x="12474" y="3860"/>
                </a:lnTo>
                <a:lnTo>
                  <a:pt x="12473" y="3860"/>
                </a:lnTo>
                <a:lnTo>
                  <a:pt x="12472" y="3859"/>
                </a:lnTo>
                <a:lnTo>
                  <a:pt x="12471" y="3859"/>
                </a:lnTo>
                <a:lnTo>
                  <a:pt x="12470" y="3858"/>
                </a:lnTo>
                <a:lnTo>
                  <a:pt x="12469" y="3858"/>
                </a:lnTo>
                <a:lnTo>
                  <a:pt x="12468" y="3858"/>
                </a:lnTo>
                <a:lnTo>
                  <a:pt x="12468" y="3857"/>
                </a:lnTo>
                <a:lnTo>
                  <a:pt x="12467" y="3857"/>
                </a:lnTo>
                <a:lnTo>
                  <a:pt x="12466" y="3857"/>
                </a:lnTo>
                <a:lnTo>
                  <a:pt x="12465" y="3856"/>
                </a:lnTo>
                <a:lnTo>
                  <a:pt x="12464" y="3856"/>
                </a:lnTo>
                <a:lnTo>
                  <a:pt x="12463" y="3855"/>
                </a:lnTo>
                <a:lnTo>
                  <a:pt x="12462" y="3855"/>
                </a:lnTo>
                <a:lnTo>
                  <a:pt x="12461" y="3854"/>
                </a:lnTo>
                <a:lnTo>
                  <a:pt x="12460" y="3854"/>
                </a:lnTo>
                <a:lnTo>
                  <a:pt x="12459" y="3853"/>
                </a:lnTo>
                <a:lnTo>
                  <a:pt x="12458" y="3853"/>
                </a:lnTo>
                <a:lnTo>
                  <a:pt x="12457" y="3853"/>
                </a:lnTo>
                <a:lnTo>
                  <a:pt x="12457" y="3852"/>
                </a:lnTo>
                <a:lnTo>
                  <a:pt x="12456" y="3852"/>
                </a:lnTo>
                <a:lnTo>
                  <a:pt x="12455" y="3852"/>
                </a:lnTo>
                <a:lnTo>
                  <a:pt x="12454" y="3851"/>
                </a:lnTo>
                <a:lnTo>
                  <a:pt x="12453" y="3851"/>
                </a:lnTo>
                <a:lnTo>
                  <a:pt x="12452" y="3850"/>
                </a:lnTo>
                <a:lnTo>
                  <a:pt x="12451" y="3850"/>
                </a:lnTo>
                <a:lnTo>
                  <a:pt x="12450" y="3849"/>
                </a:lnTo>
                <a:lnTo>
                  <a:pt x="12449" y="3849"/>
                </a:lnTo>
                <a:lnTo>
                  <a:pt x="12448" y="3849"/>
                </a:lnTo>
                <a:lnTo>
                  <a:pt x="12448" y="3848"/>
                </a:lnTo>
                <a:lnTo>
                  <a:pt x="12447" y="3848"/>
                </a:lnTo>
                <a:lnTo>
                  <a:pt x="12446" y="3848"/>
                </a:lnTo>
                <a:lnTo>
                  <a:pt x="12446" y="3847"/>
                </a:lnTo>
                <a:lnTo>
                  <a:pt x="12445" y="3847"/>
                </a:lnTo>
                <a:lnTo>
                  <a:pt x="12444" y="3847"/>
                </a:lnTo>
                <a:lnTo>
                  <a:pt x="12443" y="3846"/>
                </a:lnTo>
                <a:lnTo>
                  <a:pt x="12442" y="3846"/>
                </a:lnTo>
                <a:lnTo>
                  <a:pt x="12441" y="3845"/>
                </a:lnTo>
                <a:lnTo>
                  <a:pt x="12440" y="3845"/>
                </a:lnTo>
                <a:lnTo>
                  <a:pt x="12439" y="3844"/>
                </a:lnTo>
                <a:lnTo>
                  <a:pt x="12438" y="3844"/>
                </a:lnTo>
                <a:lnTo>
                  <a:pt x="12437" y="3844"/>
                </a:lnTo>
                <a:lnTo>
                  <a:pt x="12437" y="3843"/>
                </a:lnTo>
                <a:lnTo>
                  <a:pt x="12436" y="3843"/>
                </a:lnTo>
                <a:lnTo>
                  <a:pt x="12435" y="3843"/>
                </a:lnTo>
                <a:lnTo>
                  <a:pt x="12434" y="3842"/>
                </a:lnTo>
                <a:lnTo>
                  <a:pt x="12433" y="3842"/>
                </a:lnTo>
                <a:lnTo>
                  <a:pt x="12433" y="3841"/>
                </a:lnTo>
                <a:lnTo>
                  <a:pt x="12432" y="3841"/>
                </a:lnTo>
                <a:lnTo>
                  <a:pt x="12431" y="3841"/>
                </a:lnTo>
                <a:lnTo>
                  <a:pt x="12430" y="3840"/>
                </a:lnTo>
                <a:lnTo>
                  <a:pt x="12429" y="3840"/>
                </a:lnTo>
                <a:lnTo>
                  <a:pt x="12428" y="3840"/>
                </a:lnTo>
                <a:lnTo>
                  <a:pt x="12428" y="3839"/>
                </a:lnTo>
                <a:lnTo>
                  <a:pt x="12427" y="3839"/>
                </a:lnTo>
                <a:lnTo>
                  <a:pt x="12426" y="3839"/>
                </a:lnTo>
                <a:lnTo>
                  <a:pt x="12426" y="3838"/>
                </a:lnTo>
                <a:lnTo>
                  <a:pt x="12425" y="3838"/>
                </a:lnTo>
                <a:lnTo>
                  <a:pt x="12424" y="3838"/>
                </a:lnTo>
                <a:lnTo>
                  <a:pt x="12424" y="3837"/>
                </a:lnTo>
                <a:lnTo>
                  <a:pt x="12423" y="3837"/>
                </a:lnTo>
                <a:lnTo>
                  <a:pt x="12422" y="3837"/>
                </a:lnTo>
                <a:lnTo>
                  <a:pt x="12421" y="3836"/>
                </a:lnTo>
                <a:lnTo>
                  <a:pt x="12420" y="3836"/>
                </a:lnTo>
                <a:lnTo>
                  <a:pt x="12419" y="3835"/>
                </a:lnTo>
                <a:lnTo>
                  <a:pt x="12418" y="3835"/>
                </a:lnTo>
                <a:lnTo>
                  <a:pt x="12417" y="3835"/>
                </a:lnTo>
                <a:lnTo>
                  <a:pt x="12417" y="3834"/>
                </a:lnTo>
                <a:lnTo>
                  <a:pt x="12416" y="3834"/>
                </a:lnTo>
                <a:lnTo>
                  <a:pt x="12415" y="3833"/>
                </a:lnTo>
                <a:lnTo>
                  <a:pt x="12414" y="3833"/>
                </a:lnTo>
                <a:lnTo>
                  <a:pt x="12413" y="3833"/>
                </a:lnTo>
                <a:lnTo>
                  <a:pt x="12413" y="3832"/>
                </a:lnTo>
                <a:lnTo>
                  <a:pt x="12412" y="3832"/>
                </a:lnTo>
                <a:lnTo>
                  <a:pt x="12411" y="3832"/>
                </a:lnTo>
                <a:lnTo>
                  <a:pt x="12410" y="3831"/>
                </a:lnTo>
                <a:lnTo>
                  <a:pt x="12409" y="3831"/>
                </a:lnTo>
                <a:lnTo>
                  <a:pt x="12408" y="3831"/>
                </a:lnTo>
                <a:lnTo>
                  <a:pt x="12408" y="3830"/>
                </a:lnTo>
                <a:lnTo>
                  <a:pt x="12407" y="3830"/>
                </a:lnTo>
                <a:lnTo>
                  <a:pt x="12406" y="3830"/>
                </a:lnTo>
                <a:lnTo>
                  <a:pt x="12406" y="3829"/>
                </a:lnTo>
                <a:lnTo>
                  <a:pt x="12405" y="3829"/>
                </a:lnTo>
                <a:lnTo>
                  <a:pt x="12404" y="3829"/>
                </a:lnTo>
                <a:lnTo>
                  <a:pt x="12404" y="3828"/>
                </a:lnTo>
                <a:lnTo>
                  <a:pt x="12403" y="3828"/>
                </a:lnTo>
                <a:lnTo>
                  <a:pt x="12402" y="3828"/>
                </a:lnTo>
                <a:lnTo>
                  <a:pt x="12401" y="3827"/>
                </a:lnTo>
                <a:lnTo>
                  <a:pt x="12400" y="3827"/>
                </a:lnTo>
                <a:lnTo>
                  <a:pt x="12399" y="3826"/>
                </a:lnTo>
                <a:lnTo>
                  <a:pt x="12398" y="3826"/>
                </a:lnTo>
                <a:lnTo>
                  <a:pt x="12397" y="3826"/>
                </a:lnTo>
                <a:lnTo>
                  <a:pt x="12397" y="3825"/>
                </a:lnTo>
                <a:lnTo>
                  <a:pt x="12396" y="3825"/>
                </a:lnTo>
                <a:lnTo>
                  <a:pt x="12395" y="3824"/>
                </a:lnTo>
                <a:lnTo>
                  <a:pt x="12394" y="3824"/>
                </a:lnTo>
                <a:lnTo>
                  <a:pt x="12393" y="3824"/>
                </a:lnTo>
                <a:lnTo>
                  <a:pt x="12393" y="3823"/>
                </a:lnTo>
                <a:lnTo>
                  <a:pt x="12392" y="3823"/>
                </a:lnTo>
                <a:lnTo>
                  <a:pt x="12391" y="3823"/>
                </a:lnTo>
                <a:lnTo>
                  <a:pt x="12390" y="3822"/>
                </a:lnTo>
                <a:lnTo>
                  <a:pt x="12389" y="3822"/>
                </a:lnTo>
                <a:lnTo>
                  <a:pt x="12388" y="3821"/>
                </a:lnTo>
                <a:lnTo>
                  <a:pt x="12387" y="3821"/>
                </a:lnTo>
                <a:lnTo>
                  <a:pt x="12386" y="3820"/>
                </a:lnTo>
                <a:lnTo>
                  <a:pt x="12385" y="3820"/>
                </a:lnTo>
                <a:lnTo>
                  <a:pt x="12384" y="3820"/>
                </a:lnTo>
                <a:lnTo>
                  <a:pt x="12384" y="3819"/>
                </a:lnTo>
                <a:lnTo>
                  <a:pt x="12383" y="3819"/>
                </a:lnTo>
                <a:lnTo>
                  <a:pt x="12382" y="3819"/>
                </a:lnTo>
                <a:lnTo>
                  <a:pt x="12381" y="3818"/>
                </a:lnTo>
                <a:lnTo>
                  <a:pt x="12380" y="3818"/>
                </a:lnTo>
                <a:lnTo>
                  <a:pt x="12379" y="3817"/>
                </a:lnTo>
                <a:lnTo>
                  <a:pt x="12378" y="3817"/>
                </a:lnTo>
                <a:lnTo>
                  <a:pt x="12377" y="3816"/>
                </a:lnTo>
                <a:lnTo>
                  <a:pt x="12376" y="3816"/>
                </a:lnTo>
                <a:lnTo>
                  <a:pt x="12375" y="3815"/>
                </a:lnTo>
                <a:lnTo>
                  <a:pt x="12374" y="3815"/>
                </a:lnTo>
                <a:lnTo>
                  <a:pt x="12373" y="3815"/>
                </a:lnTo>
                <a:lnTo>
                  <a:pt x="12373" y="3814"/>
                </a:lnTo>
                <a:lnTo>
                  <a:pt x="12372" y="3814"/>
                </a:lnTo>
                <a:lnTo>
                  <a:pt x="12371" y="3814"/>
                </a:lnTo>
                <a:lnTo>
                  <a:pt x="12370" y="3813"/>
                </a:lnTo>
                <a:lnTo>
                  <a:pt x="12369" y="3813"/>
                </a:lnTo>
                <a:lnTo>
                  <a:pt x="12368" y="3812"/>
                </a:lnTo>
                <a:lnTo>
                  <a:pt x="12367" y="3812"/>
                </a:lnTo>
                <a:lnTo>
                  <a:pt x="12366" y="3811"/>
                </a:lnTo>
                <a:lnTo>
                  <a:pt x="12365" y="3811"/>
                </a:lnTo>
                <a:lnTo>
                  <a:pt x="12364" y="3811"/>
                </a:lnTo>
                <a:lnTo>
                  <a:pt x="12364" y="3810"/>
                </a:lnTo>
                <a:lnTo>
                  <a:pt x="12363" y="3810"/>
                </a:lnTo>
                <a:lnTo>
                  <a:pt x="12362" y="3810"/>
                </a:lnTo>
                <a:lnTo>
                  <a:pt x="12361" y="3809"/>
                </a:lnTo>
                <a:lnTo>
                  <a:pt x="12360" y="3809"/>
                </a:lnTo>
                <a:lnTo>
                  <a:pt x="12359" y="3808"/>
                </a:lnTo>
                <a:lnTo>
                  <a:pt x="12358" y="3808"/>
                </a:lnTo>
                <a:lnTo>
                  <a:pt x="12357" y="3807"/>
                </a:lnTo>
                <a:lnTo>
                  <a:pt x="12356" y="3807"/>
                </a:lnTo>
                <a:lnTo>
                  <a:pt x="12355" y="3806"/>
                </a:lnTo>
                <a:lnTo>
                  <a:pt x="12354" y="3806"/>
                </a:lnTo>
                <a:lnTo>
                  <a:pt x="12353" y="3806"/>
                </a:lnTo>
                <a:lnTo>
                  <a:pt x="12353" y="3805"/>
                </a:lnTo>
                <a:lnTo>
                  <a:pt x="12352" y="3805"/>
                </a:lnTo>
                <a:lnTo>
                  <a:pt x="12351" y="3805"/>
                </a:lnTo>
                <a:lnTo>
                  <a:pt x="12350" y="3804"/>
                </a:lnTo>
                <a:lnTo>
                  <a:pt x="12349" y="3804"/>
                </a:lnTo>
                <a:lnTo>
                  <a:pt x="12349" y="3803"/>
                </a:lnTo>
                <a:lnTo>
                  <a:pt x="12348" y="3803"/>
                </a:lnTo>
                <a:lnTo>
                  <a:pt x="12347" y="3803"/>
                </a:lnTo>
                <a:lnTo>
                  <a:pt x="12346" y="3802"/>
                </a:lnTo>
                <a:lnTo>
                  <a:pt x="12345" y="3802"/>
                </a:lnTo>
                <a:lnTo>
                  <a:pt x="12344" y="3802"/>
                </a:lnTo>
                <a:lnTo>
                  <a:pt x="12344" y="3801"/>
                </a:lnTo>
                <a:lnTo>
                  <a:pt x="12343" y="3801"/>
                </a:lnTo>
                <a:lnTo>
                  <a:pt x="12342" y="3801"/>
                </a:lnTo>
                <a:lnTo>
                  <a:pt x="12341" y="3800"/>
                </a:lnTo>
                <a:lnTo>
                  <a:pt x="12340" y="3800"/>
                </a:lnTo>
                <a:lnTo>
                  <a:pt x="12340" y="3799"/>
                </a:lnTo>
                <a:lnTo>
                  <a:pt x="12339" y="3799"/>
                </a:lnTo>
                <a:lnTo>
                  <a:pt x="12338" y="3799"/>
                </a:lnTo>
                <a:lnTo>
                  <a:pt x="12337" y="3798"/>
                </a:lnTo>
                <a:lnTo>
                  <a:pt x="12336" y="3798"/>
                </a:lnTo>
                <a:lnTo>
                  <a:pt x="12335" y="3797"/>
                </a:lnTo>
                <a:lnTo>
                  <a:pt x="12334" y="3797"/>
                </a:lnTo>
                <a:lnTo>
                  <a:pt x="12333" y="3797"/>
                </a:lnTo>
                <a:lnTo>
                  <a:pt x="12333" y="3796"/>
                </a:lnTo>
                <a:lnTo>
                  <a:pt x="12332" y="3796"/>
                </a:lnTo>
                <a:lnTo>
                  <a:pt x="12331" y="3795"/>
                </a:lnTo>
                <a:lnTo>
                  <a:pt x="12330" y="3795"/>
                </a:lnTo>
                <a:lnTo>
                  <a:pt x="12329" y="3795"/>
                </a:lnTo>
                <a:lnTo>
                  <a:pt x="12329" y="3794"/>
                </a:lnTo>
                <a:lnTo>
                  <a:pt x="12328" y="3794"/>
                </a:lnTo>
                <a:lnTo>
                  <a:pt x="12327" y="3794"/>
                </a:lnTo>
                <a:lnTo>
                  <a:pt x="12326" y="3793"/>
                </a:lnTo>
                <a:lnTo>
                  <a:pt x="12325" y="3793"/>
                </a:lnTo>
                <a:lnTo>
                  <a:pt x="12324" y="3793"/>
                </a:lnTo>
                <a:lnTo>
                  <a:pt x="12324" y="3792"/>
                </a:lnTo>
                <a:lnTo>
                  <a:pt x="12323" y="3792"/>
                </a:lnTo>
                <a:lnTo>
                  <a:pt x="12322" y="3792"/>
                </a:lnTo>
                <a:lnTo>
                  <a:pt x="12322" y="3791"/>
                </a:lnTo>
                <a:lnTo>
                  <a:pt x="12321" y="3791"/>
                </a:lnTo>
                <a:lnTo>
                  <a:pt x="12320" y="3791"/>
                </a:lnTo>
                <a:lnTo>
                  <a:pt x="12320" y="3790"/>
                </a:lnTo>
                <a:lnTo>
                  <a:pt x="12319" y="3790"/>
                </a:lnTo>
                <a:lnTo>
                  <a:pt x="12318" y="3790"/>
                </a:lnTo>
                <a:lnTo>
                  <a:pt x="12317" y="3789"/>
                </a:lnTo>
                <a:lnTo>
                  <a:pt x="12316" y="3789"/>
                </a:lnTo>
                <a:lnTo>
                  <a:pt x="12315" y="3788"/>
                </a:lnTo>
                <a:lnTo>
                  <a:pt x="12314" y="3788"/>
                </a:lnTo>
                <a:lnTo>
                  <a:pt x="12313" y="3788"/>
                </a:lnTo>
                <a:lnTo>
                  <a:pt x="12313" y="3787"/>
                </a:lnTo>
                <a:lnTo>
                  <a:pt x="12312" y="3787"/>
                </a:lnTo>
                <a:lnTo>
                  <a:pt x="12311" y="3786"/>
                </a:lnTo>
                <a:lnTo>
                  <a:pt x="12310" y="3786"/>
                </a:lnTo>
                <a:lnTo>
                  <a:pt x="12309" y="3786"/>
                </a:lnTo>
                <a:lnTo>
                  <a:pt x="12309" y="3785"/>
                </a:lnTo>
                <a:lnTo>
                  <a:pt x="12308" y="3785"/>
                </a:lnTo>
                <a:lnTo>
                  <a:pt x="12307" y="3785"/>
                </a:lnTo>
                <a:lnTo>
                  <a:pt x="12306" y="3784"/>
                </a:lnTo>
                <a:lnTo>
                  <a:pt x="12305" y="3784"/>
                </a:lnTo>
                <a:lnTo>
                  <a:pt x="12304" y="3784"/>
                </a:lnTo>
                <a:lnTo>
                  <a:pt x="12304" y="3783"/>
                </a:lnTo>
                <a:lnTo>
                  <a:pt x="12303" y="3783"/>
                </a:lnTo>
                <a:lnTo>
                  <a:pt x="12302" y="3782"/>
                </a:lnTo>
                <a:lnTo>
                  <a:pt x="12301" y="3782"/>
                </a:lnTo>
                <a:lnTo>
                  <a:pt x="12300" y="3782"/>
                </a:lnTo>
                <a:lnTo>
                  <a:pt x="12300" y="3781"/>
                </a:lnTo>
                <a:lnTo>
                  <a:pt x="12299" y="3781"/>
                </a:lnTo>
                <a:lnTo>
                  <a:pt x="12298" y="3781"/>
                </a:lnTo>
                <a:lnTo>
                  <a:pt x="12297" y="3780"/>
                </a:lnTo>
                <a:lnTo>
                  <a:pt x="12296" y="3780"/>
                </a:lnTo>
                <a:lnTo>
                  <a:pt x="12295" y="3779"/>
                </a:lnTo>
                <a:lnTo>
                  <a:pt x="12294" y="3779"/>
                </a:lnTo>
                <a:lnTo>
                  <a:pt x="12293" y="3778"/>
                </a:lnTo>
                <a:lnTo>
                  <a:pt x="12292" y="3778"/>
                </a:lnTo>
                <a:lnTo>
                  <a:pt x="12291" y="3777"/>
                </a:lnTo>
                <a:lnTo>
                  <a:pt x="12290" y="3777"/>
                </a:lnTo>
                <a:lnTo>
                  <a:pt x="12289" y="3777"/>
                </a:lnTo>
                <a:lnTo>
                  <a:pt x="12289" y="3776"/>
                </a:lnTo>
                <a:lnTo>
                  <a:pt x="12288" y="3776"/>
                </a:lnTo>
                <a:lnTo>
                  <a:pt x="12287" y="3776"/>
                </a:lnTo>
                <a:lnTo>
                  <a:pt x="12286" y="3775"/>
                </a:lnTo>
                <a:lnTo>
                  <a:pt x="12285" y="3775"/>
                </a:lnTo>
                <a:lnTo>
                  <a:pt x="12284" y="3775"/>
                </a:lnTo>
                <a:lnTo>
                  <a:pt x="12284" y="3774"/>
                </a:lnTo>
                <a:lnTo>
                  <a:pt x="12283" y="3774"/>
                </a:lnTo>
                <a:lnTo>
                  <a:pt x="12282" y="3773"/>
                </a:lnTo>
                <a:lnTo>
                  <a:pt x="12281" y="3773"/>
                </a:lnTo>
                <a:lnTo>
                  <a:pt x="12280" y="3773"/>
                </a:lnTo>
                <a:lnTo>
                  <a:pt x="12280" y="3772"/>
                </a:lnTo>
                <a:lnTo>
                  <a:pt x="12279" y="3772"/>
                </a:lnTo>
                <a:lnTo>
                  <a:pt x="12278" y="3772"/>
                </a:lnTo>
                <a:lnTo>
                  <a:pt x="12277" y="3771"/>
                </a:lnTo>
                <a:lnTo>
                  <a:pt x="12276" y="3771"/>
                </a:lnTo>
                <a:lnTo>
                  <a:pt x="12275" y="3770"/>
                </a:lnTo>
                <a:lnTo>
                  <a:pt x="12274" y="3770"/>
                </a:lnTo>
                <a:lnTo>
                  <a:pt x="12273" y="3769"/>
                </a:lnTo>
                <a:lnTo>
                  <a:pt x="12272" y="3769"/>
                </a:lnTo>
                <a:lnTo>
                  <a:pt x="12271" y="3768"/>
                </a:lnTo>
                <a:lnTo>
                  <a:pt x="12270" y="3768"/>
                </a:lnTo>
                <a:lnTo>
                  <a:pt x="12269" y="3768"/>
                </a:lnTo>
                <a:lnTo>
                  <a:pt x="12269" y="3767"/>
                </a:lnTo>
                <a:lnTo>
                  <a:pt x="12268" y="3767"/>
                </a:lnTo>
                <a:lnTo>
                  <a:pt x="12267" y="3767"/>
                </a:lnTo>
                <a:lnTo>
                  <a:pt x="12266" y="3766"/>
                </a:lnTo>
                <a:lnTo>
                  <a:pt x="12265" y="3766"/>
                </a:lnTo>
                <a:lnTo>
                  <a:pt x="12265" y="3765"/>
                </a:lnTo>
                <a:lnTo>
                  <a:pt x="12264" y="3765"/>
                </a:lnTo>
                <a:lnTo>
                  <a:pt x="12263" y="3765"/>
                </a:lnTo>
                <a:lnTo>
                  <a:pt x="12262" y="3764"/>
                </a:lnTo>
                <a:lnTo>
                  <a:pt x="12261" y="3764"/>
                </a:lnTo>
                <a:lnTo>
                  <a:pt x="12260" y="3764"/>
                </a:lnTo>
                <a:lnTo>
                  <a:pt x="12260" y="3763"/>
                </a:lnTo>
                <a:lnTo>
                  <a:pt x="12259" y="3763"/>
                </a:lnTo>
                <a:lnTo>
                  <a:pt x="12258" y="3763"/>
                </a:lnTo>
                <a:lnTo>
                  <a:pt x="12257" y="3762"/>
                </a:lnTo>
                <a:lnTo>
                  <a:pt x="12256" y="3762"/>
                </a:lnTo>
                <a:lnTo>
                  <a:pt x="12256" y="3761"/>
                </a:lnTo>
                <a:lnTo>
                  <a:pt x="12255" y="3761"/>
                </a:lnTo>
                <a:lnTo>
                  <a:pt x="12254" y="3761"/>
                </a:lnTo>
                <a:lnTo>
                  <a:pt x="12253" y="3760"/>
                </a:lnTo>
                <a:lnTo>
                  <a:pt x="12252" y="3760"/>
                </a:lnTo>
                <a:lnTo>
                  <a:pt x="12251" y="3759"/>
                </a:lnTo>
                <a:lnTo>
                  <a:pt x="12250" y="3759"/>
                </a:lnTo>
                <a:lnTo>
                  <a:pt x="12249" y="3759"/>
                </a:lnTo>
                <a:lnTo>
                  <a:pt x="12249" y="3758"/>
                </a:lnTo>
                <a:lnTo>
                  <a:pt x="12248" y="3758"/>
                </a:lnTo>
                <a:lnTo>
                  <a:pt x="12247" y="3758"/>
                </a:lnTo>
                <a:lnTo>
                  <a:pt x="12247" y="3757"/>
                </a:lnTo>
                <a:lnTo>
                  <a:pt x="12246" y="3757"/>
                </a:lnTo>
                <a:lnTo>
                  <a:pt x="12245" y="3757"/>
                </a:lnTo>
                <a:lnTo>
                  <a:pt x="12245" y="3756"/>
                </a:lnTo>
                <a:lnTo>
                  <a:pt x="12244" y="3756"/>
                </a:lnTo>
                <a:lnTo>
                  <a:pt x="12243" y="3756"/>
                </a:lnTo>
                <a:lnTo>
                  <a:pt x="12242" y="3755"/>
                </a:lnTo>
                <a:lnTo>
                  <a:pt x="12241" y="3755"/>
                </a:lnTo>
                <a:lnTo>
                  <a:pt x="12240" y="3755"/>
                </a:lnTo>
                <a:lnTo>
                  <a:pt x="12240" y="3754"/>
                </a:lnTo>
                <a:lnTo>
                  <a:pt x="12239" y="3754"/>
                </a:lnTo>
                <a:lnTo>
                  <a:pt x="12238" y="3754"/>
                </a:lnTo>
                <a:lnTo>
                  <a:pt x="12237" y="3753"/>
                </a:lnTo>
                <a:lnTo>
                  <a:pt x="12236" y="3753"/>
                </a:lnTo>
                <a:lnTo>
                  <a:pt x="12236" y="3752"/>
                </a:lnTo>
                <a:lnTo>
                  <a:pt x="12235" y="3752"/>
                </a:lnTo>
                <a:lnTo>
                  <a:pt x="12234" y="3752"/>
                </a:lnTo>
                <a:lnTo>
                  <a:pt x="12233" y="3751"/>
                </a:lnTo>
                <a:lnTo>
                  <a:pt x="12232" y="3751"/>
                </a:lnTo>
                <a:lnTo>
                  <a:pt x="12231" y="3750"/>
                </a:lnTo>
                <a:lnTo>
                  <a:pt x="12230" y="3750"/>
                </a:lnTo>
                <a:lnTo>
                  <a:pt x="12229" y="3750"/>
                </a:lnTo>
                <a:lnTo>
                  <a:pt x="12229" y="3749"/>
                </a:lnTo>
                <a:lnTo>
                  <a:pt x="12228" y="3749"/>
                </a:lnTo>
                <a:lnTo>
                  <a:pt x="12227" y="3749"/>
                </a:lnTo>
                <a:lnTo>
                  <a:pt x="12227" y="3748"/>
                </a:lnTo>
                <a:lnTo>
                  <a:pt x="12226" y="3748"/>
                </a:lnTo>
                <a:lnTo>
                  <a:pt x="12225" y="3748"/>
                </a:lnTo>
                <a:lnTo>
                  <a:pt x="12225" y="3747"/>
                </a:lnTo>
                <a:lnTo>
                  <a:pt x="12224" y="3747"/>
                </a:lnTo>
                <a:lnTo>
                  <a:pt x="12223" y="3747"/>
                </a:lnTo>
                <a:lnTo>
                  <a:pt x="12222" y="3746"/>
                </a:lnTo>
                <a:lnTo>
                  <a:pt x="12221" y="3746"/>
                </a:lnTo>
                <a:lnTo>
                  <a:pt x="12220" y="3746"/>
                </a:lnTo>
                <a:lnTo>
                  <a:pt x="12220" y="3745"/>
                </a:lnTo>
                <a:lnTo>
                  <a:pt x="12219" y="3745"/>
                </a:lnTo>
                <a:lnTo>
                  <a:pt x="12218" y="3744"/>
                </a:lnTo>
                <a:lnTo>
                  <a:pt x="12217" y="3744"/>
                </a:lnTo>
                <a:lnTo>
                  <a:pt x="12216" y="3744"/>
                </a:lnTo>
                <a:lnTo>
                  <a:pt x="12216" y="3743"/>
                </a:lnTo>
                <a:lnTo>
                  <a:pt x="12215" y="3743"/>
                </a:lnTo>
                <a:lnTo>
                  <a:pt x="12214" y="3743"/>
                </a:lnTo>
                <a:lnTo>
                  <a:pt x="12213" y="3742"/>
                </a:lnTo>
                <a:lnTo>
                  <a:pt x="12212" y="3742"/>
                </a:lnTo>
                <a:lnTo>
                  <a:pt x="12211" y="3741"/>
                </a:lnTo>
                <a:lnTo>
                  <a:pt x="12210" y="3741"/>
                </a:lnTo>
                <a:lnTo>
                  <a:pt x="12209" y="3740"/>
                </a:lnTo>
                <a:lnTo>
                  <a:pt x="12208" y="3740"/>
                </a:lnTo>
                <a:lnTo>
                  <a:pt x="12207" y="3740"/>
                </a:lnTo>
                <a:lnTo>
                  <a:pt x="12207" y="3739"/>
                </a:lnTo>
                <a:lnTo>
                  <a:pt x="12206" y="3739"/>
                </a:lnTo>
                <a:lnTo>
                  <a:pt x="12205" y="3739"/>
                </a:lnTo>
                <a:lnTo>
                  <a:pt x="12205" y="3738"/>
                </a:lnTo>
                <a:lnTo>
                  <a:pt x="12204" y="3738"/>
                </a:lnTo>
                <a:lnTo>
                  <a:pt x="12203" y="3738"/>
                </a:lnTo>
                <a:lnTo>
                  <a:pt x="12202" y="3737"/>
                </a:lnTo>
                <a:lnTo>
                  <a:pt x="12201" y="3737"/>
                </a:lnTo>
                <a:lnTo>
                  <a:pt x="12200" y="3737"/>
                </a:lnTo>
                <a:lnTo>
                  <a:pt x="12200" y="3736"/>
                </a:lnTo>
                <a:lnTo>
                  <a:pt x="12199" y="3736"/>
                </a:lnTo>
                <a:lnTo>
                  <a:pt x="12198" y="3735"/>
                </a:lnTo>
                <a:lnTo>
                  <a:pt x="12197" y="3735"/>
                </a:lnTo>
                <a:lnTo>
                  <a:pt x="12196" y="3735"/>
                </a:lnTo>
                <a:lnTo>
                  <a:pt x="12196" y="3734"/>
                </a:lnTo>
                <a:lnTo>
                  <a:pt x="12195" y="3734"/>
                </a:lnTo>
                <a:lnTo>
                  <a:pt x="12194" y="3734"/>
                </a:lnTo>
                <a:lnTo>
                  <a:pt x="12193" y="3733"/>
                </a:lnTo>
                <a:lnTo>
                  <a:pt x="12192" y="3733"/>
                </a:lnTo>
                <a:lnTo>
                  <a:pt x="12191" y="3732"/>
                </a:lnTo>
                <a:lnTo>
                  <a:pt x="12190" y="3732"/>
                </a:lnTo>
                <a:lnTo>
                  <a:pt x="12189" y="3731"/>
                </a:lnTo>
                <a:lnTo>
                  <a:pt x="12188" y="3731"/>
                </a:lnTo>
                <a:lnTo>
                  <a:pt x="12187" y="3730"/>
                </a:lnTo>
                <a:lnTo>
                  <a:pt x="12186" y="3730"/>
                </a:lnTo>
                <a:lnTo>
                  <a:pt x="12185" y="3730"/>
                </a:lnTo>
                <a:lnTo>
                  <a:pt x="12185" y="3729"/>
                </a:lnTo>
                <a:lnTo>
                  <a:pt x="12184" y="3729"/>
                </a:lnTo>
                <a:lnTo>
                  <a:pt x="12183" y="3729"/>
                </a:lnTo>
                <a:lnTo>
                  <a:pt x="12182" y="3728"/>
                </a:lnTo>
                <a:lnTo>
                  <a:pt x="12181" y="3728"/>
                </a:lnTo>
                <a:lnTo>
                  <a:pt x="12180" y="3727"/>
                </a:lnTo>
                <a:lnTo>
                  <a:pt x="12179" y="3727"/>
                </a:lnTo>
                <a:lnTo>
                  <a:pt x="12178" y="3726"/>
                </a:lnTo>
                <a:lnTo>
                  <a:pt x="12177" y="3726"/>
                </a:lnTo>
                <a:lnTo>
                  <a:pt x="12176" y="3726"/>
                </a:lnTo>
                <a:lnTo>
                  <a:pt x="12176" y="3725"/>
                </a:lnTo>
                <a:lnTo>
                  <a:pt x="12175" y="3725"/>
                </a:lnTo>
                <a:lnTo>
                  <a:pt x="12174" y="3725"/>
                </a:lnTo>
                <a:lnTo>
                  <a:pt x="12173" y="3724"/>
                </a:lnTo>
                <a:lnTo>
                  <a:pt x="12172" y="3724"/>
                </a:lnTo>
                <a:lnTo>
                  <a:pt x="12172" y="3723"/>
                </a:lnTo>
                <a:lnTo>
                  <a:pt x="12171" y="3723"/>
                </a:lnTo>
                <a:lnTo>
                  <a:pt x="12170" y="3723"/>
                </a:lnTo>
                <a:lnTo>
                  <a:pt x="12169" y="3722"/>
                </a:lnTo>
                <a:lnTo>
                  <a:pt x="12168" y="3722"/>
                </a:lnTo>
                <a:lnTo>
                  <a:pt x="12167" y="3721"/>
                </a:lnTo>
                <a:lnTo>
                  <a:pt x="12166" y="3721"/>
                </a:lnTo>
                <a:lnTo>
                  <a:pt x="12165" y="3721"/>
                </a:lnTo>
                <a:lnTo>
                  <a:pt x="12165" y="3720"/>
                </a:lnTo>
                <a:lnTo>
                  <a:pt x="12164" y="3720"/>
                </a:lnTo>
                <a:lnTo>
                  <a:pt x="12163" y="3720"/>
                </a:lnTo>
                <a:lnTo>
                  <a:pt x="12163" y="3719"/>
                </a:lnTo>
                <a:lnTo>
                  <a:pt x="12162" y="3719"/>
                </a:lnTo>
                <a:lnTo>
                  <a:pt x="12161" y="3719"/>
                </a:lnTo>
                <a:lnTo>
                  <a:pt x="12160" y="3718"/>
                </a:lnTo>
                <a:lnTo>
                  <a:pt x="12159" y="3718"/>
                </a:lnTo>
                <a:lnTo>
                  <a:pt x="12158" y="3717"/>
                </a:lnTo>
                <a:lnTo>
                  <a:pt x="12157" y="3717"/>
                </a:lnTo>
                <a:lnTo>
                  <a:pt x="12156" y="3717"/>
                </a:lnTo>
                <a:lnTo>
                  <a:pt x="12156" y="3716"/>
                </a:lnTo>
                <a:lnTo>
                  <a:pt x="12155" y="3716"/>
                </a:lnTo>
                <a:lnTo>
                  <a:pt x="12154" y="3716"/>
                </a:lnTo>
                <a:lnTo>
                  <a:pt x="12153" y="3715"/>
                </a:lnTo>
                <a:lnTo>
                  <a:pt x="12152" y="3715"/>
                </a:lnTo>
                <a:lnTo>
                  <a:pt x="12152" y="3714"/>
                </a:lnTo>
                <a:lnTo>
                  <a:pt x="12151" y="3714"/>
                </a:lnTo>
                <a:lnTo>
                  <a:pt x="12150" y="3714"/>
                </a:lnTo>
                <a:lnTo>
                  <a:pt x="12149" y="3713"/>
                </a:lnTo>
                <a:lnTo>
                  <a:pt x="12148" y="3713"/>
                </a:lnTo>
                <a:lnTo>
                  <a:pt x="12147" y="3712"/>
                </a:lnTo>
                <a:lnTo>
                  <a:pt x="12146" y="3712"/>
                </a:lnTo>
                <a:lnTo>
                  <a:pt x="12145" y="3712"/>
                </a:lnTo>
                <a:lnTo>
                  <a:pt x="12145" y="3711"/>
                </a:lnTo>
                <a:lnTo>
                  <a:pt x="12144" y="3711"/>
                </a:lnTo>
                <a:lnTo>
                  <a:pt x="12143" y="3711"/>
                </a:lnTo>
                <a:lnTo>
                  <a:pt x="12143" y="3710"/>
                </a:lnTo>
                <a:lnTo>
                  <a:pt x="12142" y="3710"/>
                </a:lnTo>
                <a:lnTo>
                  <a:pt x="12141" y="3710"/>
                </a:lnTo>
                <a:lnTo>
                  <a:pt x="12141" y="3709"/>
                </a:lnTo>
                <a:lnTo>
                  <a:pt x="12140" y="3709"/>
                </a:lnTo>
                <a:lnTo>
                  <a:pt x="12139" y="3709"/>
                </a:lnTo>
                <a:lnTo>
                  <a:pt x="12138" y="3708"/>
                </a:lnTo>
                <a:lnTo>
                  <a:pt x="12137" y="3708"/>
                </a:lnTo>
                <a:lnTo>
                  <a:pt x="12136" y="3708"/>
                </a:lnTo>
                <a:lnTo>
                  <a:pt x="12136" y="3707"/>
                </a:lnTo>
                <a:lnTo>
                  <a:pt x="12135" y="3707"/>
                </a:lnTo>
                <a:lnTo>
                  <a:pt x="12134" y="3706"/>
                </a:lnTo>
                <a:lnTo>
                  <a:pt x="12133" y="3706"/>
                </a:lnTo>
                <a:lnTo>
                  <a:pt x="12132" y="3706"/>
                </a:lnTo>
                <a:lnTo>
                  <a:pt x="12132" y="3705"/>
                </a:lnTo>
                <a:lnTo>
                  <a:pt x="12131" y="3705"/>
                </a:lnTo>
                <a:lnTo>
                  <a:pt x="12130" y="3705"/>
                </a:lnTo>
                <a:lnTo>
                  <a:pt x="12129" y="3704"/>
                </a:lnTo>
                <a:lnTo>
                  <a:pt x="12128" y="3704"/>
                </a:lnTo>
                <a:lnTo>
                  <a:pt x="12127" y="3703"/>
                </a:lnTo>
                <a:lnTo>
                  <a:pt x="12126" y="3703"/>
                </a:lnTo>
                <a:lnTo>
                  <a:pt x="12125" y="3702"/>
                </a:lnTo>
                <a:lnTo>
                  <a:pt x="12124" y="3702"/>
                </a:lnTo>
                <a:lnTo>
                  <a:pt x="12123" y="3702"/>
                </a:lnTo>
                <a:lnTo>
                  <a:pt x="12123" y="3701"/>
                </a:lnTo>
                <a:lnTo>
                  <a:pt x="12122" y="3701"/>
                </a:lnTo>
                <a:lnTo>
                  <a:pt x="12121" y="3701"/>
                </a:lnTo>
                <a:lnTo>
                  <a:pt x="12121" y="3700"/>
                </a:lnTo>
                <a:lnTo>
                  <a:pt x="12120" y="3700"/>
                </a:lnTo>
                <a:lnTo>
                  <a:pt x="12119" y="3700"/>
                </a:lnTo>
                <a:lnTo>
                  <a:pt x="12118" y="3699"/>
                </a:lnTo>
                <a:lnTo>
                  <a:pt x="12117" y="3699"/>
                </a:lnTo>
                <a:lnTo>
                  <a:pt x="12116" y="3698"/>
                </a:lnTo>
                <a:lnTo>
                  <a:pt x="12115" y="3698"/>
                </a:lnTo>
                <a:lnTo>
                  <a:pt x="12114" y="3697"/>
                </a:lnTo>
                <a:lnTo>
                  <a:pt x="12113" y="3697"/>
                </a:lnTo>
                <a:lnTo>
                  <a:pt x="12112" y="3697"/>
                </a:lnTo>
                <a:lnTo>
                  <a:pt x="12112" y="3696"/>
                </a:lnTo>
                <a:lnTo>
                  <a:pt x="12111" y="3696"/>
                </a:lnTo>
                <a:lnTo>
                  <a:pt x="12110" y="3696"/>
                </a:lnTo>
                <a:lnTo>
                  <a:pt x="12109" y="3695"/>
                </a:lnTo>
                <a:lnTo>
                  <a:pt x="12108" y="3695"/>
                </a:lnTo>
                <a:lnTo>
                  <a:pt x="12107" y="3694"/>
                </a:lnTo>
                <a:lnTo>
                  <a:pt x="12106" y="3694"/>
                </a:lnTo>
                <a:lnTo>
                  <a:pt x="12105" y="3693"/>
                </a:lnTo>
                <a:lnTo>
                  <a:pt x="12104" y="3693"/>
                </a:lnTo>
                <a:lnTo>
                  <a:pt x="12103" y="3693"/>
                </a:lnTo>
                <a:lnTo>
                  <a:pt x="12103" y="3692"/>
                </a:lnTo>
                <a:lnTo>
                  <a:pt x="12102" y="3692"/>
                </a:lnTo>
                <a:lnTo>
                  <a:pt x="12101" y="3692"/>
                </a:lnTo>
                <a:lnTo>
                  <a:pt x="12101" y="3691"/>
                </a:lnTo>
                <a:lnTo>
                  <a:pt x="12100" y="3691"/>
                </a:lnTo>
                <a:lnTo>
                  <a:pt x="12099" y="3691"/>
                </a:lnTo>
                <a:lnTo>
                  <a:pt x="12098" y="3690"/>
                </a:lnTo>
                <a:lnTo>
                  <a:pt x="12097" y="3690"/>
                </a:lnTo>
                <a:lnTo>
                  <a:pt x="12096" y="3689"/>
                </a:lnTo>
                <a:lnTo>
                  <a:pt x="12095" y="3689"/>
                </a:lnTo>
                <a:lnTo>
                  <a:pt x="12094" y="3688"/>
                </a:lnTo>
                <a:lnTo>
                  <a:pt x="12093" y="3688"/>
                </a:lnTo>
                <a:lnTo>
                  <a:pt x="12092" y="3688"/>
                </a:lnTo>
                <a:lnTo>
                  <a:pt x="12092" y="3687"/>
                </a:lnTo>
                <a:lnTo>
                  <a:pt x="12091" y="3687"/>
                </a:lnTo>
                <a:lnTo>
                  <a:pt x="12090" y="3687"/>
                </a:lnTo>
                <a:lnTo>
                  <a:pt x="12089" y="3686"/>
                </a:lnTo>
                <a:lnTo>
                  <a:pt x="12088" y="3686"/>
                </a:lnTo>
                <a:lnTo>
                  <a:pt x="12088" y="3685"/>
                </a:lnTo>
                <a:lnTo>
                  <a:pt x="12087" y="3685"/>
                </a:lnTo>
                <a:lnTo>
                  <a:pt x="12086" y="3685"/>
                </a:lnTo>
                <a:lnTo>
                  <a:pt x="12085" y="3684"/>
                </a:lnTo>
                <a:lnTo>
                  <a:pt x="12084" y="3684"/>
                </a:lnTo>
                <a:lnTo>
                  <a:pt x="12083" y="3684"/>
                </a:lnTo>
                <a:lnTo>
                  <a:pt x="12083" y="3683"/>
                </a:lnTo>
                <a:lnTo>
                  <a:pt x="12082" y="3683"/>
                </a:lnTo>
                <a:lnTo>
                  <a:pt x="12081" y="3683"/>
                </a:lnTo>
                <a:lnTo>
                  <a:pt x="12081" y="3682"/>
                </a:lnTo>
                <a:lnTo>
                  <a:pt x="12080" y="3682"/>
                </a:lnTo>
                <a:lnTo>
                  <a:pt x="12079" y="3682"/>
                </a:lnTo>
                <a:lnTo>
                  <a:pt x="12079" y="3681"/>
                </a:lnTo>
                <a:lnTo>
                  <a:pt x="12078" y="3681"/>
                </a:lnTo>
                <a:lnTo>
                  <a:pt x="12077" y="3681"/>
                </a:lnTo>
                <a:lnTo>
                  <a:pt x="12076" y="3680"/>
                </a:lnTo>
                <a:lnTo>
                  <a:pt x="12075" y="3680"/>
                </a:lnTo>
                <a:lnTo>
                  <a:pt x="12074" y="3679"/>
                </a:lnTo>
                <a:lnTo>
                  <a:pt x="12073" y="3679"/>
                </a:lnTo>
                <a:lnTo>
                  <a:pt x="12072" y="3679"/>
                </a:lnTo>
                <a:lnTo>
                  <a:pt x="12072" y="3678"/>
                </a:lnTo>
                <a:lnTo>
                  <a:pt x="12071" y="3678"/>
                </a:lnTo>
                <a:lnTo>
                  <a:pt x="12070" y="3678"/>
                </a:lnTo>
                <a:lnTo>
                  <a:pt x="12069" y="3677"/>
                </a:lnTo>
                <a:lnTo>
                  <a:pt x="12068" y="3677"/>
                </a:lnTo>
                <a:lnTo>
                  <a:pt x="12068" y="3676"/>
                </a:lnTo>
                <a:lnTo>
                  <a:pt x="12067" y="3676"/>
                </a:lnTo>
                <a:lnTo>
                  <a:pt x="12066" y="3676"/>
                </a:lnTo>
                <a:lnTo>
                  <a:pt x="12065" y="3675"/>
                </a:lnTo>
                <a:lnTo>
                  <a:pt x="12064" y="3675"/>
                </a:lnTo>
                <a:lnTo>
                  <a:pt x="12063" y="3674"/>
                </a:lnTo>
                <a:lnTo>
                  <a:pt x="12062" y="3674"/>
                </a:lnTo>
                <a:lnTo>
                  <a:pt x="12061" y="3674"/>
                </a:lnTo>
                <a:lnTo>
                  <a:pt x="12061" y="3673"/>
                </a:lnTo>
                <a:lnTo>
                  <a:pt x="12060" y="3673"/>
                </a:lnTo>
                <a:lnTo>
                  <a:pt x="12059" y="3673"/>
                </a:lnTo>
                <a:lnTo>
                  <a:pt x="12059" y="3672"/>
                </a:lnTo>
                <a:lnTo>
                  <a:pt x="12058" y="3672"/>
                </a:lnTo>
                <a:lnTo>
                  <a:pt x="12057" y="3672"/>
                </a:lnTo>
                <a:lnTo>
                  <a:pt x="12056" y="3671"/>
                </a:lnTo>
                <a:lnTo>
                  <a:pt x="12055" y="3671"/>
                </a:lnTo>
                <a:lnTo>
                  <a:pt x="12054" y="3670"/>
                </a:lnTo>
                <a:lnTo>
                  <a:pt x="12053" y="3670"/>
                </a:lnTo>
                <a:lnTo>
                  <a:pt x="12052" y="3670"/>
                </a:lnTo>
                <a:lnTo>
                  <a:pt x="12052" y="3669"/>
                </a:lnTo>
                <a:lnTo>
                  <a:pt x="12051" y="3669"/>
                </a:lnTo>
                <a:lnTo>
                  <a:pt x="12050" y="3668"/>
                </a:lnTo>
                <a:lnTo>
                  <a:pt x="12049" y="3668"/>
                </a:lnTo>
                <a:lnTo>
                  <a:pt x="12048" y="3668"/>
                </a:lnTo>
                <a:lnTo>
                  <a:pt x="12048" y="3667"/>
                </a:lnTo>
                <a:lnTo>
                  <a:pt x="12047" y="3667"/>
                </a:lnTo>
                <a:lnTo>
                  <a:pt x="12046" y="3667"/>
                </a:lnTo>
                <a:lnTo>
                  <a:pt x="12045" y="3666"/>
                </a:lnTo>
                <a:lnTo>
                  <a:pt x="12044" y="3666"/>
                </a:lnTo>
                <a:lnTo>
                  <a:pt x="12043" y="3665"/>
                </a:lnTo>
                <a:lnTo>
                  <a:pt x="12042" y="3665"/>
                </a:lnTo>
                <a:lnTo>
                  <a:pt x="12041" y="3664"/>
                </a:lnTo>
                <a:lnTo>
                  <a:pt x="12040" y="3664"/>
                </a:lnTo>
                <a:lnTo>
                  <a:pt x="12039" y="3664"/>
                </a:lnTo>
                <a:lnTo>
                  <a:pt x="12039" y="3663"/>
                </a:lnTo>
                <a:lnTo>
                  <a:pt x="12038" y="3663"/>
                </a:lnTo>
                <a:lnTo>
                  <a:pt x="12037" y="3663"/>
                </a:lnTo>
                <a:lnTo>
                  <a:pt x="12036" y="3662"/>
                </a:lnTo>
                <a:lnTo>
                  <a:pt x="12035" y="3662"/>
                </a:lnTo>
                <a:lnTo>
                  <a:pt x="12034" y="3661"/>
                </a:lnTo>
                <a:lnTo>
                  <a:pt x="12033" y="3661"/>
                </a:lnTo>
                <a:lnTo>
                  <a:pt x="12032" y="3660"/>
                </a:lnTo>
                <a:lnTo>
                  <a:pt x="12031" y="3660"/>
                </a:lnTo>
                <a:lnTo>
                  <a:pt x="12030" y="3659"/>
                </a:lnTo>
                <a:lnTo>
                  <a:pt x="12029" y="3659"/>
                </a:lnTo>
                <a:lnTo>
                  <a:pt x="12028" y="3659"/>
                </a:lnTo>
                <a:lnTo>
                  <a:pt x="12028" y="3658"/>
                </a:lnTo>
                <a:lnTo>
                  <a:pt x="12027" y="3658"/>
                </a:lnTo>
                <a:lnTo>
                  <a:pt x="12026" y="3658"/>
                </a:lnTo>
                <a:lnTo>
                  <a:pt x="12025" y="3657"/>
                </a:lnTo>
                <a:lnTo>
                  <a:pt x="12024" y="3657"/>
                </a:lnTo>
                <a:lnTo>
                  <a:pt x="12023" y="3656"/>
                </a:lnTo>
                <a:lnTo>
                  <a:pt x="12022" y="3656"/>
                </a:lnTo>
                <a:lnTo>
                  <a:pt x="12021" y="3655"/>
                </a:lnTo>
                <a:lnTo>
                  <a:pt x="12020" y="3655"/>
                </a:lnTo>
                <a:lnTo>
                  <a:pt x="12019" y="3655"/>
                </a:lnTo>
                <a:lnTo>
                  <a:pt x="12019" y="3654"/>
                </a:lnTo>
                <a:lnTo>
                  <a:pt x="12018" y="3654"/>
                </a:lnTo>
                <a:lnTo>
                  <a:pt x="12017" y="3654"/>
                </a:lnTo>
                <a:lnTo>
                  <a:pt x="12017" y="3653"/>
                </a:lnTo>
                <a:lnTo>
                  <a:pt x="12016" y="3653"/>
                </a:lnTo>
                <a:lnTo>
                  <a:pt x="12015" y="3653"/>
                </a:lnTo>
                <a:lnTo>
                  <a:pt x="12014" y="3652"/>
                </a:lnTo>
                <a:lnTo>
                  <a:pt x="12013" y="3652"/>
                </a:lnTo>
                <a:lnTo>
                  <a:pt x="12012" y="3651"/>
                </a:lnTo>
                <a:lnTo>
                  <a:pt x="12011" y="3651"/>
                </a:lnTo>
                <a:lnTo>
                  <a:pt x="12010" y="3650"/>
                </a:lnTo>
                <a:lnTo>
                  <a:pt x="12009" y="3650"/>
                </a:lnTo>
                <a:lnTo>
                  <a:pt x="12008" y="3650"/>
                </a:lnTo>
                <a:lnTo>
                  <a:pt x="12008" y="3649"/>
                </a:lnTo>
                <a:lnTo>
                  <a:pt x="12007" y="3649"/>
                </a:lnTo>
                <a:lnTo>
                  <a:pt x="12006" y="3649"/>
                </a:lnTo>
                <a:lnTo>
                  <a:pt x="12005" y="3648"/>
                </a:lnTo>
                <a:lnTo>
                  <a:pt x="12004" y="3648"/>
                </a:lnTo>
                <a:lnTo>
                  <a:pt x="12004" y="3647"/>
                </a:lnTo>
                <a:lnTo>
                  <a:pt x="12003" y="3647"/>
                </a:lnTo>
                <a:lnTo>
                  <a:pt x="12002" y="3647"/>
                </a:lnTo>
                <a:lnTo>
                  <a:pt x="12001" y="3646"/>
                </a:lnTo>
                <a:lnTo>
                  <a:pt x="12000" y="3646"/>
                </a:lnTo>
                <a:lnTo>
                  <a:pt x="11999" y="3646"/>
                </a:lnTo>
                <a:lnTo>
                  <a:pt x="11999" y="3645"/>
                </a:lnTo>
                <a:lnTo>
                  <a:pt x="11998" y="3645"/>
                </a:lnTo>
                <a:lnTo>
                  <a:pt x="11997" y="3645"/>
                </a:lnTo>
                <a:lnTo>
                  <a:pt x="11997" y="3644"/>
                </a:lnTo>
                <a:lnTo>
                  <a:pt x="11996" y="3644"/>
                </a:lnTo>
                <a:lnTo>
                  <a:pt x="11995" y="3644"/>
                </a:lnTo>
                <a:lnTo>
                  <a:pt x="11995" y="3643"/>
                </a:lnTo>
                <a:lnTo>
                  <a:pt x="11994" y="3643"/>
                </a:lnTo>
                <a:lnTo>
                  <a:pt x="11993" y="3643"/>
                </a:lnTo>
                <a:lnTo>
                  <a:pt x="11992" y="3642"/>
                </a:lnTo>
                <a:lnTo>
                  <a:pt x="11991" y="3642"/>
                </a:lnTo>
                <a:lnTo>
                  <a:pt x="11990" y="3641"/>
                </a:lnTo>
                <a:lnTo>
                  <a:pt x="11989" y="3641"/>
                </a:lnTo>
                <a:lnTo>
                  <a:pt x="11988" y="3641"/>
                </a:lnTo>
                <a:lnTo>
                  <a:pt x="11988" y="3640"/>
                </a:lnTo>
                <a:lnTo>
                  <a:pt x="11987" y="3640"/>
                </a:lnTo>
                <a:lnTo>
                  <a:pt x="11986" y="3640"/>
                </a:lnTo>
                <a:lnTo>
                  <a:pt x="11985" y="3639"/>
                </a:lnTo>
                <a:lnTo>
                  <a:pt x="11984" y="3639"/>
                </a:lnTo>
                <a:lnTo>
                  <a:pt x="11984" y="3638"/>
                </a:lnTo>
                <a:lnTo>
                  <a:pt x="11983" y="3638"/>
                </a:lnTo>
                <a:lnTo>
                  <a:pt x="11982" y="3638"/>
                </a:lnTo>
                <a:lnTo>
                  <a:pt x="11981" y="3637"/>
                </a:lnTo>
                <a:lnTo>
                  <a:pt x="11980" y="3637"/>
                </a:lnTo>
                <a:lnTo>
                  <a:pt x="11979" y="3637"/>
                </a:lnTo>
                <a:lnTo>
                  <a:pt x="11979" y="3636"/>
                </a:lnTo>
                <a:lnTo>
                  <a:pt x="11978" y="3636"/>
                </a:lnTo>
                <a:lnTo>
                  <a:pt x="11977" y="3636"/>
                </a:lnTo>
                <a:lnTo>
                  <a:pt x="11977" y="3635"/>
                </a:lnTo>
                <a:lnTo>
                  <a:pt x="11976" y="3635"/>
                </a:lnTo>
                <a:lnTo>
                  <a:pt x="11975" y="3635"/>
                </a:lnTo>
                <a:lnTo>
                  <a:pt x="11975" y="3634"/>
                </a:lnTo>
                <a:lnTo>
                  <a:pt x="11974" y="3634"/>
                </a:lnTo>
                <a:lnTo>
                  <a:pt x="11973" y="3634"/>
                </a:lnTo>
                <a:lnTo>
                  <a:pt x="11972" y="3633"/>
                </a:lnTo>
                <a:lnTo>
                  <a:pt x="11971" y="3633"/>
                </a:lnTo>
                <a:lnTo>
                  <a:pt x="11970" y="3632"/>
                </a:lnTo>
                <a:lnTo>
                  <a:pt x="11969" y="3632"/>
                </a:lnTo>
                <a:lnTo>
                  <a:pt x="11968" y="3632"/>
                </a:lnTo>
                <a:lnTo>
                  <a:pt x="11968" y="3631"/>
                </a:lnTo>
                <a:lnTo>
                  <a:pt x="11967" y="3631"/>
                </a:lnTo>
                <a:lnTo>
                  <a:pt x="11966" y="3630"/>
                </a:lnTo>
                <a:lnTo>
                  <a:pt x="11965" y="3630"/>
                </a:lnTo>
                <a:lnTo>
                  <a:pt x="11964" y="3630"/>
                </a:lnTo>
                <a:lnTo>
                  <a:pt x="11964" y="3629"/>
                </a:lnTo>
                <a:lnTo>
                  <a:pt x="11963" y="3629"/>
                </a:lnTo>
                <a:lnTo>
                  <a:pt x="11962" y="3629"/>
                </a:lnTo>
                <a:lnTo>
                  <a:pt x="11961" y="3628"/>
                </a:lnTo>
                <a:lnTo>
                  <a:pt x="11960" y="3628"/>
                </a:lnTo>
                <a:lnTo>
                  <a:pt x="11959" y="3628"/>
                </a:lnTo>
                <a:lnTo>
                  <a:pt x="11959" y="3627"/>
                </a:lnTo>
                <a:lnTo>
                  <a:pt x="11958" y="3627"/>
                </a:lnTo>
                <a:lnTo>
                  <a:pt x="11957" y="3626"/>
                </a:lnTo>
                <a:lnTo>
                  <a:pt x="11956" y="3626"/>
                </a:lnTo>
                <a:lnTo>
                  <a:pt x="11955" y="3626"/>
                </a:lnTo>
                <a:lnTo>
                  <a:pt x="11955" y="3625"/>
                </a:lnTo>
                <a:lnTo>
                  <a:pt x="11954" y="3625"/>
                </a:lnTo>
                <a:lnTo>
                  <a:pt x="11953" y="3625"/>
                </a:lnTo>
                <a:lnTo>
                  <a:pt x="11952" y="3624"/>
                </a:lnTo>
                <a:lnTo>
                  <a:pt x="11951" y="3624"/>
                </a:lnTo>
                <a:lnTo>
                  <a:pt x="11950" y="3623"/>
                </a:lnTo>
                <a:lnTo>
                  <a:pt x="11949" y="3623"/>
                </a:lnTo>
                <a:lnTo>
                  <a:pt x="11948" y="3622"/>
                </a:lnTo>
                <a:lnTo>
                  <a:pt x="11947" y="3622"/>
                </a:lnTo>
                <a:lnTo>
                  <a:pt x="11946" y="3621"/>
                </a:lnTo>
                <a:lnTo>
                  <a:pt x="11945" y="3621"/>
                </a:lnTo>
                <a:lnTo>
                  <a:pt x="11944" y="3621"/>
                </a:lnTo>
                <a:lnTo>
                  <a:pt x="11944" y="3620"/>
                </a:lnTo>
                <a:lnTo>
                  <a:pt x="11943" y="3620"/>
                </a:lnTo>
                <a:lnTo>
                  <a:pt x="11942" y="3620"/>
                </a:lnTo>
                <a:lnTo>
                  <a:pt x="11941" y="3619"/>
                </a:lnTo>
                <a:lnTo>
                  <a:pt x="11940" y="3619"/>
                </a:lnTo>
                <a:lnTo>
                  <a:pt x="11939" y="3618"/>
                </a:lnTo>
                <a:lnTo>
                  <a:pt x="11938" y="3618"/>
                </a:lnTo>
                <a:lnTo>
                  <a:pt x="11937" y="3617"/>
                </a:lnTo>
                <a:lnTo>
                  <a:pt x="11936" y="3617"/>
                </a:lnTo>
                <a:lnTo>
                  <a:pt x="11935" y="3617"/>
                </a:lnTo>
                <a:lnTo>
                  <a:pt x="11935" y="3616"/>
                </a:lnTo>
                <a:lnTo>
                  <a:pt x="11934" y="3616"/>
                </a:lnTo>
                <a:lnTo>
                  <a:pt x="11933" y="3616"/>
                </a:lnTo>
                <a:lnTo>
                  <a:pt x="11932" y="3615"/>
                </a:lnTo>
                <a:lnTo>
                  <a:pt x="11931" y="3615"/>
                </a:lnTo>
                <a:lnTo>
                  <a:pt x="11930" y="3614"/>
                </a:lnTo>
                <a:lnTo>
                  <a:pt x="11929" y="3614"/>
                </a:lnTo>
                <a:lnTo>
                  <a:pt x="11928" y="3613"/>
                </a:lnTo>
                <a:lnTo>
                  <a:pt x="11927" y="3613"/>
                </a:lnTo>
                <a:lnTo>
                  <a:pt x="11926" y="3612"/>
                </a:lnTo>
                <a:lnTo>
                  <a:pt x="11925" y="3612"/>
                </a:lnTo>
                <a:lnTo>
                  <a:pt x="11924" y="3612"/>
                </a:lnTo>
                <a:lnTo>
                  <a:pt x="11924" y="3611"/>
                </a:lnTo>
                <a:lnTo>
                  <a:pt x="11923" y="3611"/>
                </a:lnTo>
                <a:lnTo>
                  <a:pt x="11922" y="3611"/>
                </a:lnTo>
                <a:lnTo>
                  <a:pt x="11921" y="3610"/>
                </a:lnTo>
                <a:lnTo>
                  <a:pt x="11920" y="3610"/>
                </a:lnTo>
                <a:lnTo>
                  <a:pt x="11920" y="3609"/>
                </a:lnTo>
                <a:lnTo>
                  <a:pt x="11919" y="3609"/>
                </a:lnTo>
                <a:lnTo>
                  <a:pt x="11918" y="3609"/>
                </a:lnTo>
                <a:lnTo>
                  <a:pt x="11917" y="3608"/>
                </a:lnTo>
                <a:lnTo>
                  <a:pt x="11916" y="3608"/>
                </a:lnTo>
                <a:lnTo>
                  <a:pt x="11915" y="3608"/>
                </a:lnTo>
                <a:lnTo>
                  <a:pt x="11915" y="3607"/>
                </a:lnTo>
                <a:lnTo>
                  <a:pt x="11914" y="3607"/>
                </a:lnTo>
                <a:lnTo>
                  <a:pt x="11913" y="3607"/>
                </a:lnTo>
                <a:lnTo>
                  <a:pt x="11912" y="3606"/>
                </a:lnTo>
                <a:lnTo>
                  <a:pt x="11911" y="3606"/>
                </a:lnTo>
                <a:lnTo>
                  <a:pt x="11911" y="3605"/>
                </a:lnTo>
                <a:lnTo>
                  <a:pt x="11910" y="3605"/>
                </a:lnTo>
                <a:lnTo>
                  <a:pt x="11909" y="3605"/>
                </a:lnTo>
                <a:lnTo>
                  <a:pt x="11908" y="3604"/>
                </a:lnTo>
                <a:lnTo>
                  <a:pt x="11907" y="3604"/>
                </a:lnTo>
                <a:lnTo>
                  <a:pt x="11906" y="3603"/>
                </a:lnTo>
                <a:lnTo>
                  <a:pt x="11905" y="3603"/>
                </a:lnTo>
                <a:lnTo>
                  <a:pt x="11904" y="3603"/>
                </a:lnTo>
                <a:lnTo>
                  <a:pt x="11904" y="3602"/>
                </a:lnTo>
                <a:lnTo>
                  <a:pt x="11903" y="3602"/>
                </a:lnTo>
                <a:lnTo>
                  <a:pt x="11902" y="3602"/>
                </a:lnTo>
                <a:lnTo>
                  <a:pt x="11901" y="3601"/>
                </a:lnTo>
                <a:lnTo>
                  <a:pt x="11900" y="3601"/>
                </a:lnTo>
                <a:lnTo>
                  <a:pt x="11900" y="3600"/>
                </a:lnTo>
                <a:lnTo>
                  <a:pt x="11899" y="3600"/>
                </a:lnTo>
                <a:lnTo>
                  <a:pt x="11898" y="3600"/>
                </a:lnTo>
                <a:lnTo>
                  <a:pt x="11897" y="3599"/>
                </a:lnTo>
                <a:lnTo>
                  <a:pt x="11896" y="3599"/>
                </a:lnTo>
                <a:lnTo>
                  <a:pt x="11895" y="3599"/>
                </a:lnTo>
                <a:lnTo>
                  <a:pt x="11895" y="3598"/>
                </a:lnTo>
                <a:lnTo>
                  <a:pt x="11894" y="3598"/>
                </a:lnTo>
                <a:lnTo>
                  <a:pt x="11893" y="3598"/>
                </a:lnTo>
                <a:lnTo>
                  <a:pt x="11892" y="3597"/>
                </a:lnTo>
                <a:lnTo>
                  <a:pt x="11891" y="3597"/>
                </a:lnTo>
                <a:lnTo>
                  <a:pt x="11891" y="3596"/>
                </a:lnTo>
                <a:lnTo>
                  <a:pt x="11890" y="3596"/>
                </a:lnTo>
                <a:lnTo>
                  <a:pt x="11889" y="3596"/>
                </a:lnTo>
                <a:lnTo>
                  <a:pt x="11888" y="3595"/>
                </a:lnTo>
                <a:lnTo>
                  <a:pt x="11887" y="3595"/>
                </a:lnTo>
                <a:lnTo>
                  <a:pt x="11886" y="3594"/>
                </a:lnTo>
                <a:lnTo>
                  <a:pt x="11885" y="3594"/>
                </a:lnTo>
                <a:lnTo>
                  <a:pt x="11884" y="3594"/>
                </a:lnTo>
                <a:lnTo>
                  <a:pt x="11884" y="3593"/>
                </a:lnTo>
                <a:lnTo>
                  <a:pt x="11883" y="3593"/>
                </a:lnTo>
                <a:lnTo>
                  <a:pt x="11882" y="3592"/>
                </a:lnTo>
                <a:lnTo>
                  <a:pt x="11881" y="3592"/>
                </a:lnTo>
                <a:lnTo>
                  <a:pt x="11880" y="3592"/>
                </a:lnTo>
                <a:lnTo>
                  <a:pt x="11880" y="3591"/>
                </a:lnTo>
                <a:lnTo>
                  <a:pt x="11879" y="3591"/>
                </a:lnTo>
                <a:lnTo>
                  <a:pt x="11878" y="3591"/>
                </a:lnTo>
                <a:lnTo>
                  <a:pt x="11877" y="3590"/>
                </a:lnTo>
                <a:lnTo>
                  <a:pt x="11876" y="3590"/>
                </a:lnTo>
                <a:lnTo>
                  <a:pt x="11875" y="3590"/>
                </a:lnTo>
                <a:lnTo>
                  <a:pt x="11875" y="3589"/>
                </a:lnTo>
                <a:lnTo>
                  <a:pt x="11874" y="3589"/>
                </a:lnTo>
                <a:lnTo>
                  <a:pt x="11873" y="3588"/>
                </a:lnTo>
                <a:lnTo>
                  <a:pt x="11872" y="3588"/>
                </a:lnTo>
                <a:lnTo>
                  <a:pt x="11871" y="3588"/>
                </a:lnTo>
                <a:lnTo>
                  <a:pt x="11871" y="3587"/>
                </a:lnTo>
                <a:lnTo>
                  <a:pt x="11870" y="3587"/>
                </a:lnTo>
                <a:lnTo>
                  <a:pt x="11869" y="3587"/>
                </a:lnTo>
                <a:lnTo>
                  <a:pt x="11868" y="3586"/>
                </a:lnTo>
                <a:lnTo>
                  <a:pt x="11867" y="3586"/>
                </a:lnTo>
                <a:lnTo>
                  <a:pt x="11866" y="3585"/>
                </a:lnTo>
                <a:lnTo>
                  <a:pt x="11865" y="3585"/>
                </a:lnTo>
                <a:lnTo>
                  <a:pt x="11864" y="3584"/>
                </a:lnTo>
                <a:lnTo>
                  <a:pt x="11863" y="3584"/>
                </a:lnTo>
                <a:lnTo>
                  <a:pt x="11862" y="3583"/>
                </a:lnTo>
                <a:lnTo>
                  <a:pt x="11861" y="3583"/>
                </a:lnTo>
                <a:lnTo>
                  <a:pt x="11860" y="3583"/>
                </a:lnTo>
                <a:lnTo>
                  <a:pt x="11860" y="3582"/>
                </a:lnTo>
                <a:lnTo>
                  <a:pt x="11859" y="3582"/>
                </a:lnTo>
                <a:lnTo>
                  <a:pt x="11858" y="3582"/>
                </a:lnTo>
                <a:lnTo>
                  <a:pt x="11857" y="3581"/>
                </a:lnTo>
                <a:lnTo>
                  <a:pt x="11856" y="3581"/>
                </a:lnTo>
                <a:lnTo>
                  <a:pt x="11855" y="3581"/>
                </a:lnTo>
                <a:lnTo>
                  <a:pt x="11855" y="3580"/>
                </a:lnTo>
                <a:lnTo>
                  <a:pt x="11854" y="3580"/>
                </a:lnTo>
                <a:lnTo>
                  <a:pt x="11853" y="3579"/>
                </a:lnTo>
                <a:lnTo>
                  <a:pt x="11852" y="3579"/>
                </a:lnTo>
                <a:lnTo>
                  <a:pt x="11851" y="3579"/>
                </a:lnTo>
                <a:lnTo>
                  <a:pt x="11851" y="3578"/>
                </a:lnTo>
                <a:lnTo>
                  <a:pt x="11850" y="3578"/>
                </a:lnTo>
                <a:lnTo>
                  <a:pt x="11849" y="3578"/>
                </a:lnTo>
                <a:lnTo>
                  <a:pt x="11848" y="3577"/>
                </a:lnTo>
                <a:lnTo>
                  <a:pt x="11847" y="3577"/>
                </a:lnTo>
                <a:lnTo>
                  <a:pt x="11846" y="3576"/>
                </a:lnTo>
                <a:lnTo>
                  <a:pt x="11845" y="3576"/>
                </a:lnTo>
                <a:lnTo>
                  <a:pt x="11844" y="3575"/>
                </a:lnTo>
                <a:lnTo>
                  <a:pt x="11843" y="3575"/>
                </a:lnTo>
                <a:lnTo>
                  <a:pt x="11842" y="3574"/>
                </a:lnTo>
                <a:lnTo>
                  <a:pt x="11841" y="3574"/>
                </a:lnTo>
                <a:lnTo>
                  <a:pt x="11840" y="3574"/>
                </a:lnTo>
                <a:lnTo>
                  <a:pt x="11840" y="3573"/>
                </a:lnTo>
                <a:lnTo>
                  <a:pt x="11839" y="3573"/>
                </a:lnTo>
                <a:lnTo>
                  <a:pt x="11838" y="3573"/>
                </a:lnTo>
                <a:lnTo>
                  <a:pt x="11837" y="3572"/>
                </a:lnTo>
                <a:lnTo>
                  <a:pt x="11836" y="3572"/>
                </a:lnTo>
                <a:lnTo>
                  <a:pt x="11835" y="3571"/>
                </a:lnTo>
                <a:lnTo>
                  <a:pt x="11834" y="3571"/>
                </a:lnTo>
                <a:lnTo>
                  <a:pt x="11833" y="3570"/>
                </a:lnTo>
                <a:lnTo>
                  <a:pt x="11832" y="3570"/>
                </a:lnTo>
                <a:lnTo>
                  <a:pt x="11831" y="3570"/>
                </a:lnTo>
                <a:lnTo>
                  <a:pt x="11831" y="3569"/>
                </a:lnTo>
                <a:lnTo>
                  <a:pt x="11830" y="3569"/>
                </a:lnTo>
                <a:lnTo>
                  <a:pt x="11829" y="3569"/>
                </a:lnTo>
                <a:lnTo>
                  <a:pt x="11828" y="3568"/>
                </a:lnTo>
                <a:lnTo>
                  <a:pt x="11827" y="3568"/>
                </a:lnTo>
                <a:lnTo>
                  <a:pt x="11827" y="3567"/>
                </a:lnTo>
                <a:lnTo>
                  <a:pt x="11826" y="3567"/>
                </a:lnTo>
                <a:lnTo>
                  <a:pt x="11825" y="3567"/>
                </a:lnTo>
                <a:lnTo>
                  <a:pt x="11824" y="3566"/>
                </a:lnTo>
                <a:lnTo>
                  <a:pt x="11823" y="3566"/>
                </a:lnTo>
                <a:lnTo>
                  <a:pt x="11822" y="3565"/>
                </a:lnTo>
                <a:lnTo>
                  <a:pt x="11821" y="3565"/>
                </a:lnTo>
                <a:lnTo>
                  <a:pt x="11820" y="3565"/>
                </a:lnTo>
                <a:lnTo>
                  <a:pt x="11820" y="3564"/>
                </a:lnTo>
                <a:lnTo>
                  <a:pt x="11819" y="3564"/>
                </a:lnTo>
                <a:lnTo>
                  <a:pt x="11818" y="3564"/>
                </a:lnTo>
                <a:lnTo>
                  <a:pt x="11817" y="3563"/>
                </a:lnTo>
                <a:lnTo>
                  <a:pt x="11816" y="3563"/>
                </a:lnTo>
                <a:lnTo>
                  <a:pt x="11816" y="3562"/>
                </a:lnTo>
                <a:lnTo>
                  <a:pt x="11815" y="3562"/>
                </a:lnTo>
                <a:lnTo>
                  <a:pt x="11814" y="3562"/>
                </a:lnTo>
                <a:lnTo>
                  <a:pt x="11813" y="3561"/>
                </a:lnTo>
                <a:lnTo>
                  <a:pt x="11812" y="3561"/>
                </a:lnTo>
                <a:lnTo>
                  <a:pt x="11811" y="3561"/>
                </a:lnTo>
                <a:lnTo>
                  <a:pt x="11811" y="3560"/>
                </a:lnTo>
                <a:lnTo>
                  <a:pt x="11810" y="3560"/>
                </a:lnTo>
                <a:lnTo>
                  <a:pt x="11809" y="3560"/>
                </a:lnTo>
                <a:lnTo>
                  <a:pt x="11808" y="3559"/>
                </a:lnTo>
                <a:lnTo>
                  <a:pt x="11807" y="3559"/>
                </a:lnTo>
                <a:lnTo>
                  <a:pt x="11807" y="3558"/>
                </a:lnTo>
                <a:lnTo>
                  <a:pt x="11806" y="3558"/>
                </a:lnTo>
                <a:lnTo>
                  <a:pt x="11805" y="3558"/>
                </a:lnTo>
                <a:lnTo>
                  <a:pt x="11804" y="3557"/>
                </a:lnTo>
                <a:lnTo>
                  <a:pt x="11803" y="3557"/>
                </a:lnTo>
                <a:lnTo>
                  <a:pt x="11802" y="3556"/>
                </a:lnTo>
                <a:lnTo>
                  <a:pt x="11801" y="3556"/>
                </a:lnTo>
                <a:lnTo>
                  <a:pt x="11800" y="3556"/>
                </a:lnTo>
                <a:lnTo>
                  <a:pt x="11800" y="3555"/>
                </a:lnTo>
                <a:lnTo>
                  <a:pt x="11799" y="3555"/>
                </a:lnTo>
                <a:lnTo>
                  <a:pt x="11798" y="3555"/>
                </a:lnTo>
                <a:lnTo>
                  <a:pt x="11798" y="3554"/>
                </a:lnTo>
                <a:lnTo>
                  <a:pt x="11797" y="3554"/>
                </a:lnTo>
                <a:lnTo>
                  <a:pt x="11796" y="3554"/>
                </a:lnTo>
                <a:lnTo>
                  <a:pt x="11796" y="3553"/>
                </a:lnTo>
                <a:lnTo>
                  <a:pt x="11795" y="3553"/>
                </a:lnTo>
                <a:lnTo>
                  <a:pt x="11794" y="3553"/>
                </a:lnTo>
                <a:lnTo>
                  <a:pt x="11793" y="3552"/>
                </a:lnTo>
                <a:lnTo>
                  <a:pt x="11792" y="3552"/>
                </a:lnTo>
                <a:lnTo>
                  <a:pt x="11791" y="3552"/>
                </a:lnTo>
                <a:lnTo>
                  <a:pt x="11791" y="3551"/>
                </a:lnTo>
                <a:lnTo>
                  <a:pt x="11790" y="3551"/>
                </a:lnTo>
                <a:lnTo>
                  <a:pt x="11789" y="3550"/>
                </a:lnTo>
                <a:lnTo>
                  <a:pt x="11788" y="3550"/>
                </a:lnTo>
                <a:lnTo>
                  <a:pt x="11787" y="3550"/>
                </a:lnTo>
                <a:lnTo>
                  <a:pt x="11787" y="3549"/>
                </a:lnTo>
                <a:lnTo>
                  <a:pt x="11786" y="3549"/>
                </a:lnTo>
                <a:lnTo>
                  <a:pt x="11785" y="3549"/>
                </a:lnTo>
                <a:lnTo>
                  <a:pt x="11784" y="3548"/>
                </a:lnTo>
                <a:lnTo>
                  <a:pt x="11783" y="3548"/>
                </a:lnTo>
                <a:lnTo>
                  <a:pt x="11782" y="3547"/>
                </a:lnTo>
                <a:lnTo>
                  <a:pt x="11781" y="3547"/>
                </a:lnTo>
                <a:lnTo>
                  <a:pt x="11780" y="3546"/>
                </a:lnTo>
                <a:lnTo>
                  <a:pt x="11779" y="3546"/>
                </a:lnTo>
                <a:lnTo>
                  <a:pt x="11778" y="3546"/>
                </a:lnTo>
                <a:lnTo>
                  <a:pt x="11778" y="3545"/>
                </a:lnTo>
                <a:lnTo>
                  <a:pt x="11777" y="3545"/>
                </a:lnTo>
                <a:lnTo>
                  <a:pt x="11776" y="3545"/>
                </a:lnTo>
                <a:lnTo>
                  <a:pt x="11776" y="3544"/>
                </a:lnTo>
                <a:lnTo>
                  <a:pt x="11775" y="3544"/>
                </a:lnTo>
                <a:lnTo>
                  <a:pt x="11774" y="3544"/>
                </a:lnTo>
                <a:lnTo>
                  <a:pt x="11773" y="3543"/>
                </a:lnTo>
                <a:lnTo>
                  <a:pt x="11772" y="3543"/>
                </a:lnTo>
                <a:lnTo>
                  <a:pt x="11771" y="3543"/>
                </a:lnTo>
                <a:lnTo>
                  <a:pt x="11771" y="3542"/>
                </a:lnTo>
                <a:lnTo>
                  <a:pt x="11770" y="3542"/>
                </a:lnTo>
                <a:lnTo>
                  <a:pt x="11769" y="3541"/>
                </a:lnTo>
                <a:lnTo>
                  <a:pt x="11768" y="3541"/>
                </a:lnTo>
                <a:lnTo>
                  <a:pt x="11767" y="3541"/>
                </a:lnTo>
                <a:lnTo>
                  <a:pt x="11767" y="3540"/>
                </a:lnTo>
                <a:lnTo>
                  <a:pt x="11766" y="3540"/>
                </a:lnTo>
                <a:lnTo>
                  <a:pt x="11765" y="3540"/>
                </a:lnTo>
                <a:lnTo>
                  <a:pt x="11764" y="3539"/>
                </a:lnTo>
                <a:lnTo>
                  <a:pt x="11763" y="3539"/>
                </a:lnTo>
                <a:lnTo>
                  <a:pt x="11762" y="3538"/>
                </a:lnTo>
                <a:lnTo>
                  <a:pt x="11761" y="3538"/>
                </a:lnTo>
                <a:lnTo>
                  <a:pt x="11760" y="3537"/>
                </a:lnTo>
                <a:lnTo>
                  <a:pt x="11759" y="3537"/>
                </a:lnTo>
                <a:lnTo>
                  <a:pt x="11758" y="3536"/>
                </a:lnTo>
                <a:lnTo>
                  <a:pt x="11757" y="3536"/>
                </a:lnTo>
                <a:lnTo>
                  <a:pt x="11756" y="3536"/>
                </a:lnTo>
                <a:lnTo>
                  <a:pt x="11756" y="3535"/>
                </a:lnTo>
                <a:lnTo>
                  <a:pt x="11755" y="3535"/>
                </a:lnTo>
                <a:lnTo>
                  <a:pt x="11754" y="3535"/>
                </a:lnTo>
                <a:lnTo>
                  <a:pt x="11753" y="3534"/>
                </a:lnTo>
                <a:lnTo>
                  <a:pt x="11752" y="3534"/>
                </a:lnTo>
                <a:lnTo>
                  <a:pt x="11751" y="3533"/>
                </a:lnTo>
                <a:lnTo>
                  <a:pt x="11750" y="3533"/>
                </a:lnTo>
                <a:lnTo>
                  <a:pt x="11749" y="3532"/>
                </a:lnTo>
                <a:lnTo>
                  <a:pt x="11748" y="3532"/>
                </a:lnTo>
                <a:lnTo>
                  <a:pt x="11747" y="3532"/>
                </a:lnTo>
                <a:lnTo>
                  <a:pt x="11747" y="3531"/>
                </a:lnTo>
                <a:lnTo>
                  <a:pt x="11746" y="3531"/>
                </a:lnTo>
                <a:lnTo>
                  <a:pt x="11745" y="3531"/>
                </a:lnTo>
                <a:lnTo>
                  <a:pt x="11744" y="3530"/>
                </a:lnTo>
                <a:lnTo>
                  <a:pt x="11743" y="3530"/>
                </a:lnTo>
                <a:lnTo>
                  <a:pt x="11743" y="3529"/>
                </a:lnTo>
                <a:lnTo>
                  <a:pt x="11742" y="3529"/>
                </a:lnTo>
                <a:lnTo>
                  <a:pt x="11741" y="3529"/>
                </a:lnTo>
                <a:lnTo>
                  <a:pt x="11740" y="3528"/>
                </a:lnTo>
                <a:lnTo>
                  <a:pt x="11739" y="3528"/>
                </a:lnTo>
                <a:lnTo>
                  <a:pt x="11738" y="3527"/>
                </a:lnTo>
                <a:lnTo>
                  <a:pt x="11737" y="3527"/>
                </a:lnTo>
                <a:lnTo>
                  <a:pt x="11736" y="3527"/>
                </a:lnTo>
                <a:lnTo>
                  <a:pt x="11736" y="3526"/>
                </a:lnTo>
                <a:lnTo>
                  <a:pt x="11735" y="3526"/>
                </a:lnTo>
                <a:lnTo>
                  <a:pt x="11734" y="3526"/>
                </a:lnTo>
                <a:lnTo>
                  <a:pt x="11733" y="3525"/>
                </a:lnTo>
                <a:lnTo>
                  <a:pt x="11732" y="3525"/>
                </a:lnTo>
                <a:lnTo>
                  <a:pt x="11731" y="3524"/>
                </a:lnTo>
                <a:lnTo>
                  <a:pt x="11730" y="3524"/>
                </a:lnTo>
                <a:lnTo>
                  <a:pt x="11729" y="3523"/>
                </a:lnTo>
                <a:lnTo>
                  <a:pt x="11728" y="3523"/>
                </a:lnTo>
                <a:lnTo>
                  <a:pt x="11727" y="3523"/>
                </a:lnTo>
                <a:lnTo>
                  <a:pt x="11727" y="3522"/>
                </a:lnTo>
                <a:lnTo>
                  <a:pt x="11726" y="3522"/>
                </a:lnTo>
                <a:lnTo>
                  <a:pt x="11725" y="3522"/>
                </a:lnTo>
                <a:lnTo>
                  <a:pt x="11724" y="3521"/>
                </a:lnTo>
                <a:lnTo>
                  <a:pt x="11723" y="3521"/>
                </a:lnTo>
                <a:lnTo>
                  <a:pt x="11723" y="3520"/>
                </a:lnTo>
                <a:lnTo>
                  <a:pt x="11722" y="3520"/>
                </a:lnTo>
                <a:lnTo>
                  <a:pt x="11721" y="3520"/>
                </a:lnTo>
                <a:lnTo>
                  <a:pt x="11720" y="3519"/>
                </a:lnTo>
                <a:lnTo>
                  <a:pt x="11719" y="3519"/>
                </a:lnTo>
                <a:lnTo>
                  <a:pt x="11718" y="3518"/>
                </a:lnTo>
                <a:lnTo>
                  <a:pt x="11717" y="3518"/>
                </a:lnTo>
                <a:lnTo>
                  <a:pt x="11716" y="3518"/>
                </a:lnTo>
                <a:lnTo>
                  <a:pt x="11716" y="3517"/>
                </a:lnTo>
                <a:lnTo>
                  <a:pt x="11715" y="3517"/>
                </a:lnTo>
                <a:lnTo>
                  <a:pt x="11714" y="3517"/>
                </a:lnTo>
                <a:lnTo>
                  <a:pt x="11714" y="3516"/>
                </a:lnTo>
                <a:lnTo>
                  <a:pt x="11713" y="3516"/>
                </a:lnTo>
                <a:lnTo>
                  <a:pt x="11712" y="3516"/>
                </a:lnTo>
                <a:lnTo>
                  <a:pt x="11711" y="3515"/>
                </a:lnTo>
                <a:lnTo>
                  <a:pt x="11710" y="3515"/>
                </a:lnTo>
                <a:lnTo>
                  <a:pt x="11709" y="3514"/>
                </a:lnTo>
                <a:lnTo>
                  <a:pt x="11708" y="3514"/>
                </a:lnTo>
                <a:lnTo>
                  <a:pt x="11707" y="3514"/>
                </a:lnTo>
                <a:lnTo>
                  <a:pt x="11707" y="3513"/>
                </a:lnTo>
                <a:lnTo>
                  <a:pt x="11706" y="3513"/>
                </a:lnTo>
                <a:lnTo>
                  <a:pt x="11705" y="3512"/>
                </a:lnTo>
                <a:lnTo>
                  <a:pt x="11704" y="3512"/>
                </a:lnTo>
                <a:lnTo>
                  <a:pt x="11703" y="3512"/>
                </a:lnTo>
                <a:lnTo>
                  <a:pt x="11703" y="3511"/>
                </a:lnTo>
                <a:lnTo>
                  <a:pt x="11702" y="3511"/>
                </a:lnTo>
                <a:lnTo>
                  <a:pt x="11701" y="3511"/>
                </a:lnTo>
                <a:lnTo>
                  <a:pt x="11700" y="3510"/>
                </a:lnTo>
                <a:lnTo>
                  <a:pt x="11699" y="3510"/>
                </a:lnTo>
                <a:lnTo>
                  <a:pt x="11698" y="3509"/>
                </a:lnTo>
                <a:lnTo>
                  <a:pt x="11697" y="3509"/>
                </a:lnTo>
                <a:lnTo>
                  <a:pt x="11696" y="3508"/>
                </a:lnTo>
                <a:lnTo>
                  <a:pt x="11695" y="3508"/>
                </a:lnTo>
                <a:lnTo>
                  <a:pt x="11694" y="3508"/>
                </a:lnTo>
                <a:lnTo>
                  <a:pt x="11694" y="3507"/>
                </a:lnTo>
                <a:lnTo>
                  <a:pt x="11693" y="3507"/>
                </a:lnTo>
                <a:lnTo>
                  <a:pt x="11692" y="3507"/>
                </a:lnTo>
                <a:lnTo>
                  <a:pt x="11692" y="3506"/>
                </a:lnTo>
                <a:lnTo>
                  <a:pt x="11691" y="3506"/>
                </a:lnTo>
                <a:lnTo>
                  <a:pt x="11690" y="3506"/>
                </a:lnTo>
                <a:lnTo>
                  <a:pt x="11689" y="3505"/>
                </a:lnTo>
                <a:lnTo>
                  <a:pt x="11688" y="3505"/>
                </a:lnTo>
                <a:lnTo>
                  <a:pt x="11687" y="3505"/>
                </a:lnTo>
                <a:lnTo>
                  <a:pt x="11687" y="3504"/>
                </a:lnTo>
                <a:lnTo>
                  <a:pt x="11686" y="3504"/>
                </a:lnTo>
                <a:lnTo>
                  <a:pt x="11685" y="3503"/>
                </a:lnTo>
                <a:lnTo>
                  <a:pt x="11684" y="3503"/>
                </a:lnTo>
                <a:lnTo>
                  <a:pt x="11683" y="3503"/>
                </a:lnTo>
                <a:lnTo>
                  <a:pt x="11683" y="3502"/>
                </a:lnTo>
                <a:lnTo>
                  <a:pt x="11682" y="3502"/>
                </a:lnTo>
                <a:lnTo>
                  <a:pt x="11681" y="3502"/>
                </a:lnTo>
                <a:lnTo>
                  <a:pt x="11680" y="3501"/>
                </a:lnTo>
                <a:lnTo>
                  <a:pt x="11679" y="3501"/>
                </a:lnTo>
                <a:lnTo>
                  <a:pt x="11678" y="3500"/>
                </a:lnTo>
                <a:lnTo>
                  <a:pt x="11677" y="3500"/>
                </a:lnTo>
                <a:lnTo>
                  <a:pt x="11676" y="3499"/>
                </a:lnTo>
                <a:lnTo>
                  <a:pt x="11675" y="3499"/>
                </a:lnTo>
                <a:lnTo>
                  <a:pt x="11674" y="3499"/>
                </a:lnTo>
                <a:lnTo>
                  <a:pt x="11674" y="3498"/>
                </a:lnTo>
                <a:lnTo>
                  <a:pt x="11673" y="3498"/>
                </a:lnTo>
                <a:lnTo>
                  <a:pt x="11672" y="3498"/>
                </a:lnTo>
                <a:lnTo>
                  <a:pt x="11672" y="3497"/>
                </a:lnTo>
                <a:lnTo>
                  <a:pt x="11671" y="3497"/>
                </a:lnTo>
                <a:lnTo>
                  <a:pt x="11670" y="3497"/>
                </a:lnTo>
                <a:lnTo>
                  <a:pt x="11669" y="3496"/>
                </a:lnTo>
                <a:lnTo>
                  <a:pt x="11668" y="3496"/>
                </a:lnTo>
                <a:lnTo>
                  <a:pt x="11667" y="3495"/>
                </a:lnTo>
                <a:lnTo>
                  <a:pt x="11666" y="3495"/>
                </a:lnTo>
                <a:lnTo>
                  <a:pt x="11665" y="3494"/>
                </a:lnTo>
                <a:lnTo>
                  <a:pt x="11664" y="3494"/>
                </a:lnTo>
                <a:lnTo>
                  <a:pt x="11663" y="3494"/>
                </a:lnTo>
                <a:lnTo>
                  <a:pt x="11663" y="3493"/>
                </a:lnTo>
                <a:lnTo>
                  <a:pt x="11662" y="3493"/>
                </a:lnTo>
                <a:lnTo>
                  <a:pt x="11661" y="3493"/>
                </a:lnTo>
                <a:lnTo>
                  <a:pt x="11660" y="3492"/>
                </a:lnTo>
                <a:lnTo>
                  <a:pt x="11659" y="3492"/>
                </a:lnTo>
                <a:lnTo>
                  <a:pt x="11659" y="3491"/>
                </a:lnTo>
                <a:lnTo>
                  <a:pt x="11658" y="3491"/>
                </a:lnTo>
                <a:lnTo>
                  <a:pt x="11657" y="3491"/>
                </a:lnTo>
                <a:lnTo>
                  <a:pt x="11656" y="3490"/>
                </a:lnTo>
                <a:lnTo>
                  <a:pt x="11655" y="3490"/>
                </a:lnTo>
                <a:lnTo>
                  <a:pt x="11654" y="3490"/>
                </a:lnTo>
                <a:lnTo>
                  <a:pt x="11654" y="3489"/>
                </a:lnTo>
                <a:lnTo>
                  <a:pt x="11653" y="3489"/>
                </a:lnTo>
                <a:lnTo>
                  <a:pt x="11652" y="3489"/>
                </a:lnTo>
                <a:lnTo>
                  <a:pt x="11652" y="3488"/>
                </a:lnTo>
                <a:lnTo>
                  <a:pt x="11651" y="3488"/>
                </a:lnTo>
                <a:lnTo>
                  <a:pt x="11650" y="3488"/>
                </a:lnTo>
                <a:lnTo>
                  <a:pt x="11649" y="3487"/>
                </a:lnTo>
                <a:lnTo>
                  <a:pt x="11648" y="3487"/>
                </a:lnTo>
                <a:lnTo>
                  <a:pt x="11647" y="3486"/>
                </a:lnTo>
                <a:lnTo>
                  <a:pt x="11646" y="3486"/>
                </a:lnTo>
                <a:lnTo>
                  <a:pt x="11645" y="3485"/>
                </a:lnTo>
                <a:lnTo>
                  <a:pt x="11644" y="3485"/>
                </a:lnTo>
                <a:lnTo>
                  <a:pt x="11643" y="3485"/>
                </a:lnTo>
                <a:lnTo>
                  <a:pt x="11643" y="3484"/>
                </a:lnTo>
                <a:lnTo>
                  <a:pt x="11642" y="3484"/>
                </a:lnTo>
                <a:lnTo>
                  <a:pt x="11641" y="3484"/>
                </a:lnTo>
                <a:lnTo>
                  <a:pt x="11640" y="3483"/>
                </a:lnTo>
                <a:lnTo>
                  <a:pt x="11639" y="3483"/>
                </a:lnTo>
                <a:lnTo>
                  <a:pt x="11639" y="3482"/>
                </a:lnTo>
                <a:lnTo>
                  <a:pt x="11638" y="3482"/>
                </a:lnTo>
                <a:lnTo>
                  <a:pt x="11637" y="3482"/>
                </a:lnTo>
                <a:lnTo>
                  <a:pt x="11636" y="3481"/>
                </a:lnTo>
                <a:lnTo>
                  <a:pt x="11635" y="3481"/>
                </a:lnTo>
                <a:lnTo>
                  <a:pt x="11634" y="3480"/>
                </a:lnTo>
                <a:lnTo>
                  <a:pt x="11633" y="3480"/>
                </a:lnTo>
                <a:lnTo>
                  <a:pt x="11632" y="3480"/>
                </a:lnTo>
                <a:lnTo>
                  <a:pt x="11632" y="3479"/>
                </a:lnTo>
                <a:lnTo>
                  <a:pt x="11631" y="3479"/>
                </a:lnTo>
                <a:lnTo>
                  <a:pt x="11630" y="3479"/>
                </a:lnTo>
                <a:lnTo>
                  <a:pt x="11630" y="3478"/>
                </a:lnTo>
                <a:lnTo>
                  <a:pt x="11629" y="3478"/>
                </a:lnTo>
                <a:lnTo>
                  <a:pt x="11628" y="3478"/>
                </a:lnTo>
                <a:lnTo>
                  <a:pt x="11627" y="3477"/>
                </a:lnTo>
                <a:lnTo>
                  <a:pt x="11626" y="3477"/>
                </a:lnTo>
                <a:lnTo>
                  <a:pt x="11625" y="3476"/>
                </a:lnTo>
                <a:lnTo>
                  <a:pt x="11624" y="3476"/>
                </a:lnTo>
                <a:lnTo>
                  <a:pt x="11623" y="3476"/>
                </a:lnTo>
                <a:lnTo>
                  <a:pt x="11623" y="3475"/>
                </a:lnTo>
                <a:lnTo>
                  <a:pt x="11622" y="3475"/>
                </a:lnTo>
                <a:lnTo>
                  <a:pt x="11621" y="3474"/>
                </a:lnTo>
                <a:lnTo>
                  <a:pt x="11620" y="3474"/>
                </a:lnTo>
                <a:lnTo>
                  <a:pt x="11619" y="3474"/>
                </a:lnTo>
                <a:lnTo>
                  <a:pt x="11619" y="3473"/>
                </a:lnTo>
                <a:lnTo>
                  <a:pt x="11618" y="3473"/>
                </a:lnTo>
                <a:lnTo>
                  <a:pt x="11617" y="3473"/>
                </a:lnTo>
                <a:lnTo>
                  <a:pt x="11616" y="3472"/>
                </a:lnTo>
                <a:lnTo>
                  <a:pt x="11615" y="3472"/>
                </a:lnTo>
                <a:lnTo>
                  <a:pt x="11614" y="3471"/>
                </a:lnTo>
                <a:lnTo>
                  <a:pt x="11613" y="3471"/>
                </a:lnTo>
                <a:lnTo>
                  <a:pt x="11612" y="3470"/>
                </a:lnTo>
                <a:lnTo>
                  <a:pt x="11611" y="3470"/>
                </a:lnTo>
                <a:lnTo>
                  <a:pt x="11610" y="3470"/>
                </a:lnTo>
                <a:lnTo>
                  <a:pt x="11610" y="3469"/>
                </a:lnTo>
                <a:lnTo>
                  <a:pt x="11609" y="3469"/>
                </a:lnTo>
                <a:lnTo>
                  <a:pt x="11608" y="3469"/>
                </a:lnTo>
                <a:lnTo>
                  <a:pt x="11607" y="3468"/>
                </a:lnTo>
                <a:lnTo>
                  <a:pt x="11606" y="3468"/>
                </a:lnTo>
                <a:lnTo>
                  <a:pt x="11605" y="3467"/>
                </a:lnTo>
                <a:lnTo>
                  <a:pt x="11604" y="3467"/>
                </a:lnTo>
                <a:lnTo>
                  <a:pt x="11603" y="3467"/>
                </a:lnTo>
                <a:lnTo>
                  <a:pt x="11603" y="3466"/>
                </a:lnTo>
                <a:lnTo>
                  <a:pt x="11602" y="3466"/>
                </a:lnTo>
                <a:lnTo>
                  <a:pt x="11601" y="3465"/>
                </a:lnTo>
                <a:lnTo>
                  <a:pt x="11600" y="3465"/>
                </a:lnTo>
                <a:lnTo>
                  <a:pt x="11599" y="3465"/>
                </a:lnTo>
                <a:lnTo>
                  <a:pt x="11599" y="3464"/>
                </a:lnTo>
                <a:lnTo>
                  <a:pt x="11598" y="3464"/>
                </a:lnTo>
                <a:lnTo>
                  <a:pt x="11597" y="3464"/>
                </a:lnTo>
                <a:lnTo>
                  <a:pt x="11596" y="3463"/>
                </a:lnTo>
                <a:lnTo>
                  <a:pt x="11595" y="3463"/>
                </a:lnTo>
                <a:lnTo>
                  <a:pt x="11594" y="3462"/>
                </a:lnTo>
                <a:lnTo>
                  <a:pt x="11593" y="3462"/>
                </a:lnTo>
                <a:lnTo>
                  <a:pt x="11592" y="3461"/>
                </a:lnTo>
                <a:lnTo>
                  <a:pt x="11591" y="3461"/>
                </a:lnTo>
                <a:lnTo>
                  <a:pt x="11590" y="3461"/>
                </a:lnTo>
                <a:lnTo>
                  <a:pt x="11590" y="3460"/>
                </a:lnTo>
                <a:lnTo>
                  <a:pt x="11589" y="3460"/>
                </a:lnTo>
                <a:lnTo>
                  <a:pt x="11588" y="3460"/>
                </a:lnTo>
                <a:lnTo>
                  <a:pt x="11587" y="3459"/>
                </a:lnTo>
                <a:lnTo>
                  <a:pt x="11586" y="3459"/>
                </a:lnTo>
                <a:lnTo>
                  <a:pt x="11585" y="3458"/>
                </a:lnTo>
                <a:lnTo>
                  <a:pt x="11584" y="3458"/>
                </a:lnTo>
                <a:lnTo>
                  <a:pt x="11583" y="3457"/>
                </a:lnTo>
                <a:lnTo>
                  <a:pt x="11582" y="3457"/>
                </a:lnTo>
                <a:lnTo>
                  <a:pt x="11581" y="3456"/>
                </a:lnTo>
                <a:lnTo>
                  <a:pt x="11580" y="3456"/>
                </a:lnTo>
                <a:lnTo>
                  <a:pt x="11579" y="3456"/>
                </a:lnTo>
                <a:lnTo>
                  <a:pt x="11579" y="3455"/>
                </a:lnTo>
                <a:lnTo>
                  <a:pt x="11578" y="3455"/>
                </a:lnTo>
                <a:lnTo>
                  <a:pt x="11577" y="3455"/>
                </a:lnTo>
                <a:lnTo>
                  <a:pt x="11576" y="3454"/>
                </a:lnTo>
                <a:lnTo>
                  <a:pt x="11575" y="3454"/>
                </a:lnTo>
                <a:lnTo>
                  <a:pt x="11575" y="3453"/>
                </a:lnTo>
                <a:lnTo>
                  <a:pt x="11574" y="3453"/>
                </a:lnTo>
                <a:lnTo>
                  <a:pt x="11573" y="3453"/>
                </a:lnTo>
                <a:lnTo>
                  <a:pt x="11572" y="3452"/>
                </a:lnTo>
                <a:lnTo>
                  <a:pt x="11571" y="3452"/>
                </a:lnTo>
                <a:lnTo>
                  <a:pt x="11570" y="3452"/>
                </a:lnTo>
                <a:lnTo>
                  <a:pt x="11570" y="3451"/>
                </a:lnTo>
                <a:lnTo>
                  <a:pt x="11569" y="3451"/>
                </a:lnTo>
                <a:lnTo>
                  <a:pt x="11568" y="3451"/>
                </a:lnTo>
                <a:lnTo>
                  <a:pt x="11568" y="3450"/>
                </a:lnTo>
                <a:lnTo>
                  <a:pt x="11567" y="3450"/>
                </a:lnTo>
                <a:lnTo>
                  <a:pt x="11566" y="3450"/>
                </a:lnTo>
                <a:lnTo>
                  <a:pt x="11565" y="3449"/>
                </a:lnTo>
                <a:lnTo>
                  <a:pt x="11564" y="3449"/>
                </a:lnTo>
                <a:lnTo>
                  <a:pt x="11563" y="3448"/>
                </a:lnTo>
                <a:lnTo>
                  <a:pt x="11562" y="3448"/>
                </a:lnTo>
                <a:lnTo>
                  <a:pt x="11561" y="3447"/>
                </a:lnTo>
                <a:lnTo>
                  <a:pt x="11560" y="3447"/>
                </a:lnTo>
                <a:lnTo>
                  <a:pt x="11559" y="3447"/>
                </a:lnTo>
                <a:lnTo>
                  <a:pt x="11559" y="3446"/>
                </a:lnTo>
                <a:lnTo>
                  <a:pt x="11558" y="3446"/>
                </a:lnTo>
                <a:lnTo>
                  <a:pt x="11557" y="3446"/>
                </a:lnTo>
                <a:lnTo>
                  <a:pt x="11556" y="3445"/>
                </a:lnTo>
                <a:lnTo>
                  <a:pt x="11555" y="3445"/>
                </a:lnTo>
                <a:lnTo>
                  <a:pt x="11555" y="3444"/>
                </a:lnTo>
                <a:lnTo>
                  <a:pt x="11554" y="3444"/>
                </a:lnTo>
                <a:lnTo>
                  <a:pt x="11553" y="3444"/>
                </a:lnTo>
                <a:lnTo>
                  <a:pt x="11552" y="3443"/>
                </a:lnTo>
                <a:lnTo>
                  <a:pt x="11551" y="3443"/>
                </a:lnTo>
                <a:lnTo>
                  <a:pt x="11550" y="3443"/>
                </a:lnTo>
                <a:lnTo>
                  <a:pt x="11550" y="3442"/>
                </a:lnTo>
                <a:lnTo>
                  <a:pt x="11549" y="3442"/>
                </a:lnTo>
                <a:lnTo>
                  <a:pt x="11548" y="3442"/>
                </a:lnTo>
                <a:lnTo>
                  <a:pt x="11548" y="3441"/>
                </a:lnTo>
                <a:lnTo>
                  <a:pt x="11547" y="3441"/>
                </a:lnTo>
                <a:lnTo>
                  <a:pt x="11546" y="3441"/>
                </a:lnTo>
                <a:lnTo>
                  <a:pt x="11546" y="3440"/>
                </a:lnTo>
                <a:lnTo>
                  <a:pt x="11545" y="3440"/>
                </a:lnTo>
                <a:lnTo>
                  <a:pt x="11544" y="3440"/>
                </a:lnTo>
                <a:lnTo>
                  <a:pt x="11543" y="3439"/>
                </a:lnTo>
                <a:lnTo>
                  <a:pt x="11542" y="3439"/>
                </a:lnTo>
                <a:lnTo>
                  <a:pt x="11541" y="3438"/>
                </a:lnTo>
                <a:lnTo>
                  <a:pt x="11540" y="3438"/>
                </a:lnTo>
                <a:lnTo>
                  <a:pt x="11539" y="3438"/>
                </a:lnTo>
                <a:lnTo>
                  <a:pt x="11539" y="3437"/>
                </a:lnTo>
                <a:lnTo>
                  <a:pt x="11538" y="3437"/>
                </a:lnTo>
                <a:lnTo>
                  <a:pt x="11537" y="3436"/>
                </a:lnTo>
                <a:lnTo>
                  <a:pt x="11536" y="3436"/>
                </a:lnTo>
                <a:lnTo>
                  <a:pt x="11535" y="3436"/>
                </a:lnTo>
                <a:lnTo>
                  <a:pt x="11535" y="3435"/>
                </a:lnTo>
                <a:lnTo>
                  <a:pt x="11534" y="3435"/>
                </a:lnTo>
                <a:lnTo>
                  <a:pt x="11533" y="3435"/>
                </a:lnTo>
                <a:lnTo>
                  <a:pt x="11532" y="3434"/>
                </a:lnTo>
                <a:lnTo>
                  <a:pt x="11531" y="3434"/>
                </a:lnTo>
                <a:lnTo>
                  <a:pt x="11530" y="3434"/>
                </a:lnTo>
                <a:lnTo>
                  <a:pt x="11530" y="3433"/>
                </a:lnTo>
                <a:lnTo>
                  <a:pt x="11529" y="3433"/>
                </a:lnTo>
                <a:lnTo>
                  <a:pt x="11528" y="3432"/>
                </a:lnTo>
                <a:lnTo>
                  <a:pt x="11527" y="3432"/>
                </a:lnTo>
                <a:lnTo>
                  <a:pt x="11526" y="3432"/>
                </a:lnTo>
                <a:lnTo>
                  <a:pt x="11526" y="3431"/>
                </a:lnTo>
                <a:lnTo>
                  <a:pt x="11525" y="3431"/>
                </a:lnTo>
                <a:lnTo>
                  <a:pt x="11524" y="3431"/>
                </a:lnTo>
                <a:lnTo>
                  <a:pt x="11523" y="3430"/>
                </a:lnTo>
                <a:lnTo>
                  <a:pt x="11522" y="3430"/>
                </a:lnTo>
                <a:lnTo>
                  <a:pt x="11521" y="3429"/>
                </a:lnTo>
                <a:lnTo>
                  <a:pt x="11520" y="3429"/>
                </a:lnTo>
                <a:lnTo>
                  <a:pt x="11519" y="3429"/>
                </a:lnTo>
                <a:lnTo>
                  <a:pt x="11519" y="3428"/>
                </a:lnTo>
                <a:lnTo>
                  <a:pt x="11518" y="3428"/>
                </a:lnTo>
                <a:lnTo>
                  <a:pt x="11517" y="3427"/>
                </a:lnTo>
                <a:lnTo>
                  <a:pt x="11516" y="3427"/>
                </a:lnTo>
                <a:lnTo>
                  <a:pt x="11515" y="3427"/>
                </a:lnTo>
                <a:lnTo>
                  <a:pt x="11515" y="3426"/>
                </a:lnTo>
                <a:lnTo>
                  <a:pt x="11514" y="3426"/>
                </a:lnTo>
                <a:lnTo>
                  <a:pt x="11513" y="3426"/>
                </a:lnTo>
                <a:lnTo>
                  <a:pt x="11512" y="3425"/>
                </a:lnTo>
                <a:lnTo>
                  <a:pt x="11511" y="3425"/>
                </a:lnTo>
                <a:lnTo>
                  <a:pt x="11510" y="3424"/>
                </a:lnTo>
                <a:lnTo>
                  <a:pt x="11509" y="3424"/>
                </a:lnTo>
                <a:lnTo>
                  <a:pt x="11508" y="3423"/>
                </a:lnTo>
                <a:lnTo>
                  <a:pt x="11507" y="3423"/>
                </a:lnTo>
                <a:lnTo>
                  <a:pt x="11506" y="3423"/>
                </a:lnTo>
                <a:lnTo>
                  <a:pt x="11506" y="3422"/>
                </a:lnTo>
                <a:lnTo>
                  <a:pt x="11505" y="3422"/>
                </a:lnTo>
                <a:lnTo>
                  <a:pt x="11504" y="3422"/>
                </a:lnTo>
                <a:lnTo>
                  <a:pt x="11503" y="3421"/>
                </a:lnTo>
                <a:lnTo>
                  <a:pt x="11502" y="3421"/>
                </a:lnTo>
                <a:lnTo>
                  <a:pt x="11501" y="3420"/>
                </a:lnTo>
                <a:lnTo>
                  <a:pt x="11500" y="3420"/>
                </a:lnTo>
                <a:lnTo>
                  <a:pt x="11499" y="3419"/>
                </a:lnTo>
                <a:lnTo>
                  <a:pt x="11498" y="3419"/>
                </a:lnTo>
                <a:lnTo>
                  <a:pt x="11497" y="3418"/>
                </a:lnTo>
                <a:lnTo>
                  <a:pt x="11496" y="3418"/>
                </a:lnTo>
                <a:lnTo>
                  <a:pt x="11495" y="3418"/>
                </a:lnTo>
                <a:lnTo>
                  <a:pt x="11495" y="3417"/>
                </a:lnTo>
                <a:lnTo>
                  <a:pt x="11494" y="3417"/>
                </a:lnTo>
                <a:lnTo>
                  <a:pt x="11493" y="3417"/>
                </a:lnTo>
                <a:lnTo>
                  <a:pt x="11492" y="3416"/>
                </a:lnTo>
                <a:lnTo>
                  <a:pt x="11491" y="3416"/>
                </a:lnTo>
                <a:lnTo>
                  <a:pt x="11491" y="3415"/>
                </a:lnTo>
                <a:lnTo>
                  <a:pt x="11490" y="3415"/>
                </a:lnTo>
                <a:lnTo>
                  <a:pt x="11489" y="3415"/>
                </a:lnTo>
                <a:lnTo>
                  <a:pt x="11488" y="3414"/>
                </a:lnTo>
                <a:lnTo>
                  <a:pt x="11487" y="3414"/>
                </a:lnTo>
                <a:lnTo>
                  <a:pt x="11486" y="3414"/>
                </a:lnTo>
                <a:lnTo>
                  <a:pt x="11486" y="3413"/>
                </a:lnTo>
                <a:lnTo>
                  <a:pt x="11485" y="3413"/>
                </a:lnTo>
                <a:lnTo>
                  <a:pt x="11484" y="3413"/>
                </a:lnTo>
                <a:lnTo>
                  <a:pt x="11483" y="3412"/>
                </a:lnTo>
                <a:lnTo>
                  <a:pt x="11482" y="3412"/>
                </a:lnTo>
                <a:lnTo>
                  <a:pt x="11481" y="3411"/>
                </a:lnTo>
                <a:lnTo>
                  <a:pt x="11480" y="3411"/>
                </a:lnTo>
                <a:lnTo>
                  <a:pt x="11479" y="3410"/>
                </a:lnTo>
                <a:lnTo>
                  <a:pt x="11478" y="3410"/>
                </a:lnTo>
                <a:lnTo>
                  <a:pt x="11477" y="3409"/>
                </a:lnTo>
                <a:lnTo>
                  <a:pt x="11476" y="3409"/>
                </a:lnTo>
                <a:lnTo>
                  <a:pt x="11475" y="3409"/>
                </a:lnTo>
                <a:lnTo>
                  <a:pt x="11475" y="3408"/>
                </a:lnTo>
                <a:lnTo>
                  <a:pt x="11474" y="3408"/>
                </a:lnTo>
                <a:lnTo>
                  <a:pt x="11473" y="3408"/>
                </a:lnTo>
                <a:lnTo>
                  <a:pt x="11472" y="3407"/>
                </a:lnTo>
                <a:lnTo>
                  <a:pt x="11471" y="3407"/>
                </a:lnTo>
                <a:lnTo>
                  <a:pt x="11471" y="3406"/>
                </a:lnTo>
                <a:lnTo>
                  <a:pt x="11470" y="3406"/>
                </a:lnTo>
                <a:lnTo>
                  <a:pt x="11469" y="3406"/>
                </a:lnTo>
                <a:lnTo>
                  <a:pt x="11468" y="3405"/>
                </a:lnTo>
                <a:lnTo>
                  <a:pt x="11467" y="3405"/>
                </a:lnTo>
                <a:lnTo>
                  <a:pt x="11466" y="3405"/>
                </a:lnTo>
                <a:lnTo>
                  <a:pt x="11466" y="3404"/>
                </a:lnTo>
                <a:lnTo>
                  <a:pt x="11465" y="3404"/>
                </a:lnTo>
                <a:lnTo>
                  <a:pt x="11464" y="3404"/>
                </a:lnTo>
                <a:lnTo>
                  <a:pt x="11463" y="3403"/>
                </a:lnTo>
                <a:lnTo>
                  <a:pt x="11462" y="3403"/>
                </a:lnTo>
                <a:lnTo>
                  <a:pt x="11462" y="3402"/>
                </a:lnTo>
                <a:lnTo>
                  <a:pt x="11461" y="3402"/>
                </a:lnTo>
                <a:lnTo>
                  <a:pt x="11460" y="3402"/>
                </a:lnTo>
                <a:lnTo>
                  <a:pt x="11459" y="3401"/>
                </a:lnTo>
                <a:lnTo>
                  <a:pt x="11458" y="3401"/>
                </a:lnTo>
                <a:lnTo>
                  <a:pt x="11457" y="3400"/>
                </a:lnTo>
                <a:lnTo>
                  <a:pt x="11456" y="3400"/>
                </a:lnTo>
                <a:lnTo>
                  <a:pt x="11455" y="3400"/>
                </a:lnTo>
                <a:lnTo>
                  <a:pt x="11455" y="3399"/>
                </a:lnTo>
                <a:lnTo>
                  <a:pt x="11454" y="3399"/>
                </a:lnTo>
                <a:lnTo>
                  <a:pt x="11453" y="3399"/>
                </a:lnTo>
                <a:lnTo>
                  <a:pt x="11453" y="3398"/>
                </a:lnTo>
                <a:lnTo>
                  <a:pt x="11452" y="3398"/>
                </a:lnTo>
                <a:lnTo>
                  <a:pt x="11451" y="3398"/>
                </a:lnTo>
                <a:lnTo>
                  <a:pt x="11451" y="3397"/>
                </a:lnTo>
                <a:lnTo>
                  <a:pt x="11450" y="3397"/>
                </a:lnTo>
                <a:lnTo>
                  <a:pt x="11449" y="3397"/>
                </a:lnTo>
                <a:lnTo>
                  <a:pt x="11448" y="3396"/>
                </a:lnTo>
                <a:lnTo>
                  <a:pt x="11447" y="3396"/>
                </a:lnTo>
                <a:lnTo>
                  <a:pt x="11446" y="3396"/>
                </a:lnTo>
                <a:lnTo>
                  <a:pt x="11446" y="3395"/>
                </a:lnTo>
                <a:lnTo>
                  <a:pt x="11445" y="3395"/>
                </a:lnTo>
                <a:lnTo>
                  <a:pt x="11444" y="3394"/>
                </a:lnTo>
                <a:lnTo>
                  <a:pt x="11443" y="3394"/>
                </a:lnTo>
                <a:lnTo>
                  <a:pt x="11442" y="3394"/>
                </a:lnTo>
                <a:lnTo>
                  <a:pt x="11442" y="3393"/>
                </a:lnTo>
                <a:lnTo>
                  <a:pt x="11441" y="3393"/>
                </a:lnTo>
                <a:lnTo>
                  <a:pt x="11440" y="3393"/>
                </a:lnTo>
                <a:lnTo>
                  <a:pt x="11439" y="3392"/>
                </a:lnTo>
                <a:lnTo>
                  <a:pt x="11438" y="3392"/>
                </a:lnTo>
                <a:lnTo>
                  <a:pt x="11437" y="3391"/>
                </a:lnTo>
                <a:lnTo>
                  <a:pt x="11436" y="3391"/>
                </a:lnTo>
                <a:lnTo>
                  <a:pt x="11435" y="3391"/>
                </a:lnTo>
                <a:lnTo>
                  <a:pt x="11435" y="3390"/>
                </a:lnTo>
                <a:lnTo>
                  <a:pt x="11434" y="3390"/>
                </a:lnTo>
                <a:lnTo>
                  <a:pt x="11433" y="3389"/>
                </a:lnTo>
                <a:lnTo>
                  <a:pt x="11432" y="3389"/>
                </a:lnTo>
                <a:lnTo>
                  <a:pt x="11431" y="3389"/>
                </a:lnTo>
                <a:lnTo>
                  <a:pt x="11431" y="3388"/>
                </a:lnTo>
                <a:lnTo>
                  <a:pt x="11430" y="3388"/>
                </a:lnTo>
                <a:lnTo>
                  <a:pt x="11429" y="3388"/>
                </a:lnTo>
                <a:lnTo>
                  <a:pt x="11428" y="3387"/>
                </a:lnTo>
                <a:lnTo>
                  <a:pt x="11427" y="3387"/>
                </a:lnTo>
                <a:lnTo>
                  <a:pt x="11426" y="3387"/>
                </a:lnTo>
                <a:lnTo>
                  <a:pt x="11426" y="3386"/>
                </a:lnTo>
                <a:lnTo>
                  <a:pt x="11425" y="3386"/>
                </a:lnTo>
                <a:lnTo>
                  <a:pt x="11424" y="3385"/>
                </a:lnTo>
                <a:lnTo>
                  <a:pt x="11423" y="3385"/>
                </a:lnTo>
                <a:lnTo>
                  <a:pt x="11422" y="3385"/>
                </a:lnTo>
                <a:lnTo>
                  <a:pt x="11422" y="3384"/>
                </a:lnTo>
                <a:lnTo>
                  <a:pt x="11421" y="3384"/>
                </a:lnTo>
                <a:lnTo>
                  <a:pt x="11420" y="3384"/>
                </a:lnTo>
                <a:lnTo>
                  <a:pt x="11419" y="3383"/>
                </a:lnTo>
                <a:lnTo>
                  <a:pt x="11418" y="3383"/>
                </a:lnTo>
                <a:lnTo>
                  <a:pt x="11417" y="3382"/>
                </a:lnTo>
                <a:lnTo>
                  <a:pt x="11416" y="3382"/>
                </a:lnTo>
                <a:lnTo>
                  <a:pt x="11415" y="3381"/>
                </a:lnTo>
                <a:lnTo>
                  <a:pt x="11414" y="3381"/>
                </a:lnTo>
                <a:lnTo>
                  <a:pt x="11413" y="3380"/>
                </a:lnTo>
                <a:lnTo>
                  <a:pt x="11412" y="3380"/>
                </a:lnTo>
                <a:lnTo>
                  <a:pt x="11411" y="3380"/>
                </a:lnTo>
                <a:lnTo>
                  <a:pt x="11411" y="3379"/>
                </a:lnTo>
                <a:lnTo>
                  <a:pt x="11410" y="3379"/>
                </a:lnTo>
                <a:lnTo>
                  <a:pt x="11409" y="3379"/>
                </a:lnTo>
                <a:lnTo>
                  <a:pt x="11408" y="3378"/>
                </a:lnTo>
                <a:lnTo>
                  <a:pt x="11407" y="3378"/>
                </a:lnTo>
                <a:lnTo>
                  <a:pt x="11406" y="3377"/>
                </a:lnTo>
                <a:lnTo>
                  <a:pt x="11405" y="3377"/>
                </a:lnTo>
                <a:lnTo>
                  <a:pt x="11404" y="3376"/>
                </a:lnTo>
                <a:lnTo>
                  <a:pt x="11403" y="3376"/>
                </a:lnTo>
                <a:lnTo>
                  <a:pt x="11402" y="3376"/>
                </a:lnTo>
                <a:lnTo>
                  <a:pt x="11402" y="3375"/>
                </a:lnTo>
                <a:lnTo>
                  <a:pt x="11401" y="3375"/>
                </a:lnTo>
                <a:lnTo>
                  <a:pt x="11400" y="3375"/>
                </a:lnTo>
                <a:lnTo>
                  <a:pt x="11399" y="3374"/>
                </a:lnTo>
                <a:lnTo>
                  <a:pt x="11398" y="3374"/>
                </a:lnTo>
                <a:lnTo>
                  <a:pt x="11397" y="3373"/>
                </a:lnTo>
                <a:lnTo>
                  <a:pt x="11396" y="3373"/>
                </a:lnTo>
                <a:lnTo>
                  <a:pt x="11395" y="3372"/>
                </a:lnTo>
                <a:lnTo>
                  <a:pt x="11394" y="3372"/>
                </a:lnTo>
                <a:lnTo>
                  <a:pt x="11393" y="3371"/>
                </a:lnTo>
                <a:lnTo>
                  <a:pt x="11392" y="3371"/>
                </a:lnTo>
                <a:lnTo>
                  <a:pt x="11391" y="3371"/>
                </a:lnTo>
                <a:lnTo>
                  <a:pt x="11391" y="3370"/>
                </a:lnTo>
                <a:lnTo>
                  <a:pt x="11390" y="3370"/>
                </a:lnTo>
                <a:lnTo>
                  <a:pt x="11389" y="3370"/>
                </a:lnTo>
                <a:lnTo>
                  <a:pt x="11388" y="3369"/>
                </a:lnTo>
                <a:lnTo>
                  <a:pt x="11387" y="3369"/>
                </a:lnTo>
                <a:lnTo>
                  <a:pt x="11387" y="3368"/>
                </a:lnTo>
                <a:lnTo>
                  <a:pt x="11386" y="3368"/>
                </a:lnTo>
                <a:lnTo>
                  <a:pt x="11385" y="3368"/>
                </a:lnTo>
                <a:lnTo>
                  <a:pt x="11384" y="3367"/>
                </a:lnTo>
                <a:lnTo>
                  <a:pt x="11383" y="3367"/>
                </a:lnTo>
                <a:lnTo>
                  <a:pt x="11382" y="3367"/>
                </a:lnTo>
                <a:lnTo>
                  <a:pt x="11382" y="3366"/>
                </a:lnTo>
                <a:lnTo>
                  <a:pt x="11381" y="3366"/>
                </a:lnTo>
                <a:lnTo>
                  <a:pt x="11380" y="3366"/>
                </a:lnTo>
                <a:lnTo>
                  <a:pt x="11379" y="3365"/>
                </a:lnTo>
                <a:lnTo>
                  <a:pt x="11378" y="3365"/>
                </a:lnTo>
                <a:lnTo>
                  <a:pt x="11378" y="3364"/>
                </a:lnTo>
                <a:lnTo>
                  <a:pt x="11377" y="3364"/>
                </a:lnTo>
                <a:lnTo>
                  <a:pt x="11376" y="3364"/>
                </a:lnTo>
                <a:lnTo>
                  <a:pt x="11375" y="3363"/>
                </a:lnTo>
                <a:lnTo>
                  <a:pt x="11374" y="3363"/>
                </a:lnTo>
                <a:lnTo>
                  <a:pt x="11373" y="3362"/>
                </a:lnTo>
                <a:lnTo>
                  <a:pt x="11372" y="3362"/>
                </a:lnTo>
                <a:lnTo>
                  <a:pt x="11371" y="3362"/>
                </a:lnTo>
                <a:lnTo>
                  <a:pt x="11371" y="3361"/>
                </a:lnTo>
                <a:lnTo>
                  <a:pt x="11370" y="3361"/>
                </a:lnTo>
                <a:lnTo>
                  <a:pt x="11369" y="3361"/>
                </a:lnTo>
                <a:lnTo>
                  <a:pt x="11369" y="3360"/>
                </a:lnTo>
                <a:lnTo>
                  <a:pt x="11368" y="3360"/>
                </a:lnTo>
                <a:lnTo>
                  <a:pt x="11367" y="3360"/>
                </a:lnTo>
                <a:lnTo>
                  <a:pt x="11367" y="3359"/>
                </a:lnTo>
                <a:lnTo>
                  <a:pt x="11366" y="3359"/>
                </a:lnTo>
                <a:lnTo>
                  <a:pt x="11365" y="3359"/>
                </a:lnTo>
                <a:lnTo>
                  <a:pt x="11364" y="3358"/>
                </a:lnTo>
                <a:lnTo>
                  <a:pt x="11363" y="3358"/>
                </a:lnTo>
                <a:lnTo>
                  <a:pt x="11362" y="3358"/>
                </a:lnTo>
                <a:lnTo>
                  <a:pt x="11362" y="3357"/>
                </a:lnTo>
                <a:lnTo>
                  <a:pt x="11361" y="3357"/>
                </a:lnTo>
                <a:lnTo>
                  <a:pt x="11360" y="3356"/>
                </a:lnTo>
                <a:lnTo>
                  <a:pt x="11359" y="3356"/>
                </a:lnTo>
                <a:lnTo>
                  <a:pt x="11358" y="3356"/>
                </a:lnTo>
                <a:lnTo>
                  <a:pt x="11358" y="3355"/>
                </a:lnTo>
                <a:lnTo>
                  <a:pt x="11357" y="3355"/>
                </a:lnTo>
                <a:lnTo>
                  <a:pt x="11356" y="3355"/>
                </a:lnTo>
                <a:lnTo>
                  <a:pt x="11355" y="3354"/>
                </a:lnTo>
                <a:lnTo>
                  <a:pt x="11354" y="3354"/>
                </a:lnTo>
                <a:lnTo>
                  <a:pt x="11353" y="3353"/>
                </a:lnTo>
                <a:lnTo>
                  <a:pt x="11352" y="3353"/>
                </a:lnTo>
                <a:lnTo>
                  <a:pt x="11351" y="3353"/>
                </a:lnTo>
                <a:lnTo>
                  <a:pt x="11351" y="3352"/>
                </a:lnTo>
                <a:lnTo>
                  <a:pt x="11350" y="3352"/>
                </a:lnTo>
                <a:lnTo>
                  <a:pt x="11349" y="3352"/>
                </a:lnTo>
                <a:lnTo>
                  <a:pt x="11349" y="3351"/>
                </a:lnTo>
                <a:lnTo>
                  <a:pt x="11348" y="3351"/>
                </a:lnTo>
                <a:lnTo>
                  <a:pt x="11347" y="3351"/>
                </a:lnTo>
                <a:lnTo>
                  <a:pt x="11347" y="3350"/>
                </a:lnTo>
                <a:lnTo>
                  <a:pt x="11346" y="3350"/>
                </a:lnTo>
                <a:lnTo>
                  <a:pt x="11345" y="3350"/>
                </a:lnTo>
                <a:lnTo>
                  <a:pt x="11344" y="3349"/>
                </a:lnTo>
                <a:lnTo>
                  <a:pt x="11343" y="3349"/>
                </a:lnTo>
                <a:lnTo>
                  <a:pt x="11342" y="3349"/>
                </a:lnTo>
                <a:lnTo>
                  <a:pt x="11342" y="3348"/>
                </a:lnTo>
                <a:lnTo>
                  <a:pt x="11341" y="3348"/>
                </a:lnTo>
                <a:lnTo>
                  <a:pt x="11340" y="3347"/>
                </a:lnTo>
                <a:lnTo>
                  <a:pt x="11339" y="3347"/>
                </a:lnTo>
                <a:lnTo>
                  <a:pt x="11338" y="3347"/>
                </a:lnTo>
                <a:lnTo>
                  <a:pt x="11338" y="3346"/>
                </a:lnTo>
                <a:lnTo>
                  <a:pt x="11337" y="3346"/>
                </a:lnTo>
                <a:lnTo>
                  <a:pt x="11337" y="3382"/>
                </a:lnTo>
                <a:lnTo>
                  <a:pt x="11336" y="3382"/>
                </a:lnTo>
                <a:lnTo>
                  <a:pt x="11335" y="3382"/>
                </a:lnTo>
                <a:lnTo>
                  <a:pt x="11335" y="3381"/>
                </a:lnTo>
                <a:lnTo>
                  <a:pt x="11334" y="3381"/>
                </a:lnTo>
                <a:lnTo>
                  <a:pt x="11333" y="3380"/>
                </a:lnTo>
                <a:lnTo>
                  <a:pt x="11332" y="3380"/>
                </a:lnTo>
                <a:lnTo>
                  <a:pt x="11331" y="3380"/>
                </a:lnTo>
                <a:lnTo>
                  <a:pt x="11331" y="3379"/>
                </a:lnTo>
                <a:lnTo>
                  <a:pt x="11330" y="3379"/>
                </a:lnTo>
                <a:lnTo>
                  <a:pt x="11329" y="3379"/>
                </a:lnTo>
                <a:lnTo>
                  <a:pt x="11328" y="3378"/>
                </a:lnTo>
                <a:lnTo>
                  <a:pt x="11327" y="3378"/>
                </a:lnTo>
                <a:lnTo>
                  <a:pt x="11326" y="3377"/>
                </a:lnTo>
                <a:lnTo>
                  <a:pt x="11325" y="3377"/>
                </a:lnTo>
                <a:lnTo>
                  <a:pt x="11324" y="3376"/>
                </a:lnTo>
                <a:lnTo>
                  <a:pt x="11323" y="3376"/>
                </a:lnTo>
                <a:lnTo>
                  <a:pt x="11322" y="3376"/>
                </a:lnTo>
                <a:lnTo>
                  <a:pt x="11322" y="3375"/>
                </a:lnTo>
                <a:lnTo>
                  <a:pt x="11321" y="3375"/>
                </a:lnTo>
                <a:lnTo>
                  <a:pt x="11320" y="3375"/>
                </a:lnTo>
                <a:lnTo>
                  <a:pt x="11320" y="3374"/>
                </a:lnTo>
                <a:lnTo>
                  <a:pt x="11319" y="3374"/>
                </a:lnTo>
                <a:lnTo>
                  <a:pt x="11318" y="3374"/>
                </a:lnTo>
                <a:lnTo>
                  <a:pt x="11317" y="3373"/>
                </a:lnTo>
                <a:lnTo>
                  <a:pt x="11316" y="3373"/>
                </a:lnTo>
                <a:lnTo>
                  <a:pt x="11315" y="3372"/>
                </a:lnTo>
                <a:lnTo>
                  <a:pt x="11314" y="3372"/>
                </a:lnTo>
                <a:lnTo>
                  <a:pt x="11313" y="3371"/>
                </a:lnTo>
                <a:lnTo>
                  <a:pt x="11312" y="3371"/>
                </a:lnTo>
                <a:lnTo>
                  <a:pt x="11311" y="3371"/>
                </a:lnTo>
                <a:lnTo>
                  <a:pt x="11311" y="3370"/>
                </a:lnTo>
                <a:lnTo>
                  <a:pt x="11310" y="3370"/>
                </a:lnTo>
                <a:lnTo>
                  <a:pt x="11309" y="3370"/>
                </a:lnTo>
                <a:lnTo>
                  <a:pt x="11308" y="3369"/>
                </a:lnTo>
                <a:lnTo>
                  <a:pt x="11307" y="3369"/>
                </a:lnTo>
                <a:lnTo>
                  <a:pt x="11307" y="3368"/>
                </a:lnTo>
                <a:lnTo>
                  <a:pt x="11306" y="3368"/>
                </a:lnTo>
                <a:lnTo>
                  <a:pt x="11305" y="3368"/>
                </a:lnTo>
                <a:lnTo>
                  <a:pt x="11304" y="3367"/>
                </a:lnTo>
                <a:lnTo>
                  <a:pt x="11303" y="3367"/>
                </a:lnTo>
                <a:lnTo>
                  <a:pt x="11302" y="3367"/>
                </a:lnTo>
                <a:lnTo>
                  <a:pt x="11302" y="3366"/>
                </a:lnTo>
                <a:lnTo>
                  <a:pt x="11301" y="3366"/>
                </a:lnTo>
                <a:lnTo>
                  <a:pt x="11300" y="3366"/>
                </a:lnTo>
                <a:lnTo>
                  <a:pt x="11300" y="3365"/>
                </a:lnTo>
                <a:lnTo>
                  <a:pt x="11299" y="3365"/>
                </a:lnTo>
                <a:lnTo>
                  <a:pt x="11298" y="3365"/>
                </a:lnTo>
                <a:lnTo>
                  <a:pt x="11298" y="3364"/>
                </a:lnTo>
                <a:lnTo>
                  <a:pt x="11297" y="3364"/>
                </a:lnTo>
                <a:lnTo>
                  <a:pt x="11296" y="3364"/>
                </a:lnTo>
                <a:lnTo>
                  <a:pt x="11295" y="3363"/>
                </a:lnTo>
                <a:lnTo>
                  <a:pt x="11294" y="3363"/>
                </a:lnTo>
                <a:lnTo>
                  <a:pt x="11293" y="3362"/>
                </a:lnTo>
                <a:lnTo>
                  <a:pt x="11292" y="3362"/>
                </a:lnTo>
                <a:lnTo>
                  <a:pt x="11291" y="3362"/>
                </a:lnTo>
                <a:lnTo>
                  <a:pt x="11291" y="3361"/>
                </a:lnTo>
                <a:lnTo>
                  <a:pt x="11290" y="3361"/>
                </a:lnTo>
                <a:lnTo>
                  <a:pt x="11289" y="3361"/>
                </a:lnTo>
                <a:lnTo>
                  <a:pt x="11288" y="3360"/>
                </a:lnTo>
                <a:lnTo>
                  <a:pt x="11287" y="3360"/>
                </a:lnTo>
                <a:lnTo>
                  <a:pt x="11287" y="3359"/>
                </a:lnTo>
                <a:lnTo>
                  <a:pt x="11286" y="3359"/>
                </a:lnTo>
                <a:lnTo>
                  <a:pt x="11285" y="3359"/>
                </a:lnTo>
                <a:lnTo>
                  <a:pt x="11284" y="3358"/>
                </a:lnTo>
                <a:lnTo>
                  <a:pt x="11283" y="3358"/>
                </a:lnTo>
                <a:lnTo>
                  <a:pt x="11282" y="3358"/>
                </a:lnTo>
                <a:lnTo>
                  <a:pt x="11282" y="3357"/>
                </a:lnTo>
                <a:lnTo>
                  <a:pt x="11281" y="3357"/>
                </a:lnTo>
                <a:lnTo>
                  <a:pt x="11280" y="3357"/>
                </a:lnTo>
                <a:lnTo>
                  <a:pt x="11280" y="3356"/>
                </a:lnTo>
                <a:lnTo>
                  <a:pt x="11279" y="3356"/>
                </a:lnTo>
                <a:lnTo>
                  <a:pt x="11278" y="3356"/>
                </a:lnTo>
                <a:lnTo>
                  <a:pt x="11278" y="3355"/>
                </a:lnTo>
                <a:lnTo>
                  <a:pt x="11277" y="3355"/>
                </a:lnTo>
                <a:lnTo>
                  <a:pt x="11276" y="3355"/>
                </a:lnTo>
                <a:lnTo>
                  <a:pt x="11275" y="3354"/>
                </a:lnTo>
                <a:lnTo>
                  <a:pt x="11274" y="3354"/>
                </a:lnTo>
                <a:lnTo>
                  <a:pt x="11273" y="3353"/>
                </a:lnTo>
                <a:lnTo>
                  <a:pt x="11272" y="3353"/>
                </a:lnTo>
                <a:lnTo>
                  <a:pt x="11271" y="3353"/>
                </a:lnTo>
                <a:lnTo>
                  <a:pt x="11271" y="3352"/>
                </a:lnTo>
                <a:lnTo>
                  <a:pt x="11270" y="3352"/>
                </a:lnTo>
                <a:lnTo>
                  <a:pt x="11269" y="3351"/>
                </a:lnTo>
                <a:lnTo>
                  <a:pt x="11268" y="3351"/>
                </a:lnTo>
                <a:lnTo>
                  <a:pt x="11267" y="3351"/>
                </a:lnTo>
                <a:lnTo>
                  <a:pt x="11267" y="3350"/>
                </a:lnTo>
                <a:lnTo>
                  <a:pt x="11266" y="3350"/>
                </a:lnTo>
                <a:lnTo>
                  <a:pt x="11265" y="3350"/>
                </a:lnTo>
                <a:lnTo>
                  <a:pt x="11264" y="3349"/>
                </a:lnTo>
                <a:lnTo>
                  <a:pt x="11263" y="3349"/>
                </a:lnTo>
                <a:lnTo>
                  <a:pt x="11262" y="3349"/>
                </a:lnTo>
                <a:lnTo>
                  <a:pt x="11262" y="3348"/>
                </a:lnTo>
                <a:lnTo>
                  <a:pt x="11261" y="3348"/>
                </a:lnTo>
                <a:lnTo>
                  <a:pt x="11260" y="3347"/>
                </a:lnTo>
                <a:lnTo>
                  <a:pt x="11259" y="3347"/>
                </a:lnTo>
                <a:lnTo>
                  <a:pt x="11258" y="3347"/>
                </a:lnTo>
                <a:lnTo>
                  <a:pt x="11258" y="3346"/>
                </a:lnTo>
                <a:lnTo>
                  <a:pt x="11257" y="3346"/>
                </a:lnTo>
                <a:lnTo>
                  <a:pt x="11256" y="3346"/>
                </a:lnTo>
                <a:lnTo>
                  <a:pt x="11255" y="3345"/>
                </a:lnTo>
                <a:lnTo>
                  <a:pt x="11254" y="3345"/>
                </a:lnTo>
                <a:lnTo>
                  <a:pt x="11253" y="3344"/>
                </a:lnTo>
                <a:lnTo>
                  <a:pt x="11252" y="3344"/>
                </a:lnTo>
                <a:lnTo>
                  <a:pt x="11251" y="3344"/>
                </a:lnTo>
                <a:lnTo>
                  <a:pt x="11251" y="3343"/>
                </a:lnTo>
                <a:lnTo>
                  <a:pt x="11250" y="3343"/>
                </a:lnTo>
                <a:lnTo>
                  <a:pt x="11249" y="3342"/>
                </a:lnTo>
                <a:lnTo>
                  <a:pt x="11248" y="3342"/>
                </a:lnTo>
                <a:lnTo>
                  <a:pt x="11247" y="3342"/>
                </a:lnTo>
                <a:lnTo>
                  <a:pt x="11247" y="3341"/>
                </a:lnTo>
                <a:lnTo>
                  <a:pt x="11246" y="3341"/>
                </a:lnTo>
                <a:lnTo>
                  <a:pt x="11245" y="3341"/>
                </a:lnTo>
                <a:lnTo>
                  <a:pt x="11244" y="3340"/>
                </a:lnTo>
                <a:lnTo>
                  <a:pt x="11243" y="3340"/>
                </a:lnTo>
                <a:lnTo>
                  <a:pt x="11242" y="3339"/>
                </a:lnTo>
                <a:lnTo>
                  <a:pt x="11241" y="3339"/>
                </a:lnTo>
                <a:lnTo>
                  <a:pt x="11240" y="3338"/>
                </a:lnTo>
                <a:lnTo>
                  <a:pt x="11239" y="3338"/>
                </a:lnTo>
                <a:lnTo>
                  <a:pt x="11238" y="3338"/>
                </a:lnTo>
                <a:lnTo>
                  <a:pt x="11238" y="3337"/>
                </a:lnTo>
                <a:lnTo>
                  <a:pt x="11237" y="3337"/>
                </a:lnTo>
                <a:lnTo>
                  <a:pt x="11236" y="3337"/>
                </a:lnTo>
                <a:lnTo>
                  <a:pt x="11235" y="3336"/>
                </a:lnTo>
                <a:lnTo>
                  <a:pt x="11234" y="3336"/>
                </a:lnTo>
                <a:lnTo>
                  <a:pt x="11233" y="3335"/>
                </a:lnTo>
                <a:lnTo>
                  <a:pt x="11232" y="3335"/>
                </a:lnTo>
                <a:lnTo>
                  <a:pt x="11231" y="3334"/>
                </a:lnTo>
                <a:lnTo>
                  <a:pt x="11230" y="3334"/>
                </a:lnTo>
                <a:lnTo>
                  <a:pt x="11229" y="3333"/>
                </a:lnTo>
                <a:lnTo>
                  <a:pt x="11228" y="3333"/>
                </a:lnTo>
                <a:lnTo>
                  <a:pt x="11227" y="3333"/>
                </a:lnTo>
                <a:lnTo>
                  <a:pt x="11227" y="3332"/>
                </a:lnTo>
                <a:lnTo>
                  <a:pt x="11226" y="3332"/>
                </a:lnTo>
                <a:lnTo>
                  <a:pt x="11225" y="3332"/>
                </a:lnTo>
                <a:lnTo>
                  <a:pt x="11224" y="3331"/>
                </a:lnTo>
                <a:lnTo>
                  <a:pt x="11223" y="3331"/>
                </a:lnTo>
                <a:lnTo>
                  <a:pt x="11223" y="3330"/>
                </a:lnTo>
                <a:lnTo>
                  <a:pt x="11222" y="3330"/>
                </a:lnTo>
                <a:lnTo>
                  <a:pt x="11221" y="3330"/>
                </a:lnTo>
                <a:lnTo>
                  <a:pt x="11220" y="3329"/>
                </a:lnTo>
                <a:lnTo>
                  <a:pt x="11219" y="3329"/>
                </a:lnTo>
                <a:lnTo>
                  <a:pt x="11218" y="3329"/>
                </a:lnTo>
                <a:lnTo>
                  <a:pt x="11218" y="3328"/>
                </a:lnTo>
                <a:lnTo>
                  <a:pt x="11217" y="3328"/>
                </a:lnTo>
                <a:lnTo>
                  <a:pt x="11216" y="3328"/>
                </a:lnTo>
                <a:lnTo>
                  <a:pt x="11215" y="3327"/>
                </a:lnTo>
                <a:lnTo>
                  <a:pt x="11214" y="3327"/>
                </a:lnTo>
                <a:lnTo>
                  <a:pt x="11214" y="3326"/>
                </a:lnTo>
                <a:lnTo>
                  <a:pt x="11213" y="3326"/>
                </a:lnTo>
                <a:lnTo>
                  <a:pt x="11212" y="3326"/>
                </a:lnTo>
                <a:lnTo>
                  <a:pt x="11211" y="3325"/>
                </a:lnTo>
                <a:lnTo>
                  <a:pt x="11210" y="3325"/>
                </a:lnTo>
                <a:lnTo>
                  <a:pt x="11209" y="3324"/>
                </a:lnTo>
                <a:lnTo>
                  <a:pt x="11208" y="3324"/>
                </a:lnTo>
                <a:lnTo>
                  <a:pt x="11207" y="3324"/>
                </a:lnTo>
                <a:lnTo>
                  <a:pt x="11207" y="3323"/>
                </a:lnTo>
                <a:lnTo>
                  <a:pt x="11206" y="3323"/>
                </a:lnTo>
                <a:lnTo>
                  <a:pt x="11205" y="3323"/>
                </a:lnTo>
                <a:lnTo>
                  <a:pt x="11204" y="3322"/>
                </a:lnTo>
                <a:lnTo>
                  <a:pt x="11203" y="3322"/>
                </a:lnTo>
                <a:lnTo>
                  <a:pt x="11203" y="3321"/>
                </a:lnTo>
                <a:lnTo>
                  <a:pt x="11202" y="3321"/>
                </a:lnTo>
                <a:lnTo>
                  <a:pt x="11201" y="3321"/>
                </a:lnTo>
                <a:lnTo>
                  <a:pt x="11200" y="3320"/>
                </a:lnTo>
                <a:lnTo>
                  <a:pt x="11199" y="3320"/>
                </a:lnTo>
                <a:lnTo>
                  <a:pt x="11198" y="3320"/>
                </a:lnTo>
                <a:lnTo>
                  <a:pt x="11198" y="3319"/>
                </a:lnTo>
                <a:lnTo>
                  <a:pt x="11197" y="3319"/>
                </a:lnTo>
                <a:lnTo>
                  <a:pt x="11196" y="3319"/>
                </a:lnTo>
                <a:lnTo>
                  <a:pt x="11196" y="3318"/>
                </a:lnTo>
                <a:lnTo>
                  <a:pt x="11195" y="3318"/>
                </a:lnTo>
                <a:lnTo>
                  <a:pt x="11194" y="3318"/>
                </a:lnTo>
                <a:lnTo>
                  <a:pt x="11194" y="3317"/>
                </a:lnTo>
                <a:lnTo>
                  <a:pt x="11193" y="3317"/>
                </a:lnTo>
                <a:lnTo>
                  <a:pt x="11192" y="3317"/>
                </a:lnTo>
                <a:lnTo>
                  <a:pt x="11191" y="3316"/>
                </a:lnTo>
                <a:lnTo>
                  <a:pt x="11190" y="3316"/>
                </a:lnTo>
                <a:lnTo>
                  <a:pt x="11189" y="3315"/>
                </a:lnTo>
                <a:lnTo>
                  <a:pt x="11188" y="3315"/>
                </a:lnTo>
                <a:lnTo>
                  <a:pt x="11187" y="3315"/>
                </a:lnTo>
                <a:lnTo>
                  <a:pt x="11187" y="3314"/>
                </a:lnTo>
                <a:lnTo>
                  <a:pt x="11186" y="3314"/>
                </a:lnTo>
                <a:lnTo>
                  <a:pt x="11185" y="3313"/>
                </a:lnTo>
                <a:lnTo>
                  <a:pt x="11184" y="3313"/>
                </a:lnTo>
                <a:lnTo>
                  <a:pt x="11183" y="3313"/>
                </a:lnTo>
                <a:lnTo>
                  <a:pt x="11183" y="3312"/>
                </a:lnTo>
                <a:lnTo>
                  <a:pt x="11182" y="3312"/>
                </a:lnTo>
                <a:lnTo>
                  <a:pt x="11181" y="3312"/>
                </a:lnTo>
                <a:lnTo>
                  <a:pt x="11180" y="3311"/>
                </a:lnTo>
                <a:lnTo>
                  <a:pt x="11179" y="3311"/>
                </a:lnTo>
                <a:lnTo>
                  <a:pt x="11178" y="3311"/>
                </a:lnTo>
                <a:lnTo>
                  <a:pt x="11178" y="3310"/>
                </a:lnTo>
                <a:lnTo>
                  <a:pt x="11177" y="3310"/>
                </a:lnTo>
                <a:lnTo>
                  <a:pt x="11176" y="3309"/>
                </a:lnTo>
                <a:lnTo>
                  <a:pt x="11175" y="3309"/>
                </a:lnTo>
                <a:lnTo>
                  <a:pt x="11174" y="3309"/>
                </a:lnTo>
                <a:lnTo>
                  <a:pt x="11174" y="3308"/>
                </a:lnTo>
                <a:lnTo>
                  <a:pt x="11173" y="3308"/>
                </a:lnTo>
                <a:lnTo>
                  <a:pt x="11172" y="3308"/>
                </a:lnTo>
                <a:lnTo>
                  <a:pt x="11171" y="3307"/>
                </a:lnTo>
                <a:lnTo>
                  <a:pt x="11170" y="3307"/>
                </a:lnTo>
                <a:lnTo>
                  <a:pt x="11169" y="3306"/>
                </a:lnTo>
                <a:lnTo>
                  <a:pt x="11168" y="3306"/>
                </a:lnTo>
                <a:lnTo>
                  <a:pt x="11167" y="3306"/>
                </a:lnTo>
                <a:lnTo>
                  <a:pt x="11167" y="3305"/>
                </a:lnTo>
                <a:lnTo>
                  <a:pt x="11166" y="3305"/>
                </a:lnTo>
                <a:lnTo>
                  <a:pt x="11165" y="3304"/>
                </a:lnTo>
                <a:lnTo>
                  <a:pt x="11164" y="3304"/>
                </a:lnTo>
                <a:lnTo>
                  <a:pt x="11163" y="3304"/>
                </a:lnTo>
                <a:lnTo>
                  <a:pt x="11163" y="3303"/>
                </a:lnTo>
                <a:lnTo>
                  <a:pt x="11162" y="3303"/>
                </a:lnTo>
                <a:lnTo>
                  <a:pt x="11161" y="3303"/>
                </a:lnTo>
                <a:lnTo>
                  <a:pt x="11160" y="3302"/>
                </a:lnTo>
                <a:lnTo>
                  <a:pt x="11159" y="3302"/>
                </a:lnTo>
                <a:lnTo>
                  <a:pt x="11158" y="3302"/>
                </a:lnTo>
                <a:lnTo>
                  <a:pt x="11158" y="3301"/>
                </a:lnTo>
                <a:lnTo>
                  <a:pt x="11157" y="3301"/>
                </a:lnTo>
                <a:lnTo>
                  <a:pt x="11156" y="3300"/>
                </a:lnTo>
                <a:lnTo>
                  <a:pt x="11155" y="3300"/>
                </a:lnTo>
                <a:lnTo>
                  <a:pt x="11154" y="3300"/>
                </a:lnTo>
                <a:lnTo>
                  <a:pt x="11154" y="3299"/>
                </a:lnTo>
                <a:lnTo>
                  <a:pt x="11153" y="3299"/>
                </a:lnTo>
                <a:lnTo>
                  <a:pt x="11152" y="3299"/>
                </a:lnTo>
                <a:lnTo>
                  <a:pt x="11151" y="3298"/>
                </a:lnTo>
                <a:lnTo>
                  <a:pt x="11150" y="3298"/>
                </a:lnTo>
                <a:lnTo>
                  <a:pt x="11149" y="3297"/>
                </a:lnTo>
                <a:lnTo>
                  <a:pt x="11148" y="3297"/>
                </a:lnTo>
                <a:lnTo>
                  <a:pt x="11147" y="3296"/>
                </a:lnTo>
                <a:lnTo>
                  <a:pt x="11146" y="3296"/>
                </a:lnTo>
                <a:lnTo>
                  <a:pt x="11145" y="3295"/>
                </a:lnTo>
                <a:lnTo>
                  <a:pt x="11144" y="3295"/>
                </a:lnTo>
                <a:lnTo>
                  <a:pt x="11143" y="3295"/>
                </a:lnTo>
                <a:lnTo>
                  <a:pt x="11143" y="3294"/>
                </a:lnTo>
                <a:lnTo>
                  <a:pt x="11142" y="3294"/>
                </a:lnTo>
                <a:lnTo>
                  <a:pt x="11141" y="3294"/>
                </a:lnTo>
                <a:lnTo>
                  <a:pt x="11140" y="3293"/>
                </a:lnTo>
                <a:lnTo>
                  <a:pt x="11139" y="3293"/>
                </a:lnTo>
                <a:lnTo>
                  <a:pt x="11138" y="3292"/>
                </a:lnTo>
                <a:lnTo>
                  <a:pt x="11137" y="3292"/>
                </a:lnTo>
                <a:lnTo>
                  <a:pt x="11136" y="3291"/>
                </a:lnTo>
                <a:lnTo>
                  <a:pt x="11135" y="3291"/>
                </a:lnTo>
                <a:lnTo>
                  <a:pt x="11134" y="3291"/>
                </a:lnTo>
                <a:lnTo>
                  <a:pt x="11134" y="3290"/>
                </a:lnTo>
                <a:lnTo>
                  <a:pt x="11133" y="3290"/>
                </a:lnTo>
                <a:lnTo>
                  <a:pt x="11132" y="3290"/>
                </a:lnTo>
                <a:lnTo>
                  <a:pt x="11131" y="3289"/>
                </a:lnTo>
                <a:lnTo>
                  <a:pt x="11130" y="3289"/>
                </a:lnTo>
                <a:lnTo>
                  <a:pt x="11130" y="3288"/>
                </a:lnTo>
                <a:lnTo>
                  <a:pt x="11129" y="3288"/>
                </a:lnTo>
                <a:lnTo>
                  <a:pt x="11128" y="3288"/>
                </a:lnTo>
                <a:lnTo>
                  <a:pt x="11127" y="3287"/>
                </a:lnTo>
                <a:lnTo>
                  <a:pt x="11126" y="3287"/>
                </a:lnTo>
                <a:lnTo>
                  <a:pt x="11125" y="3286"/>
                </a:lnTo>
                <a:lnTo>
                  <a:pt x="11124" y="3286"/>
                </a:lnTo>
                <a:lnTo>
                  <a:pt x="11123" y="3286"/>
                </a:lnTo>
                <a:lnTo>
                  <a:pt x="11123" y="3285"/>
                </a:lnTo>
                <a:lnTo>
                  <a:pt x="11122" y="3285"/>
                </a:lnTo>
                <a:lnTo>
                  <a:pt x="11121" y="3285"/>
                </a:lnTo>
                <a:lnTo>
                  <a:pt x="11120" y="3284"/>
                </a:lnTo>
                <a:lnTo>
                  <a:pt x="11119" y="3284"/>
                </a:lnTo>
                <a:lnTo>
                  <a:pt x="11119" y="3283"/>
                </a:lnTo>
                <a:lnTo>
                  <a:pt x="11118" y="3283"/>
                </a:lnTo>
                <a:lnTo>
                  <a:pt x="11117" y="3283"/>
                </a:lnTo>
                <a:lnTo>
                  <a:pt x="11116" y="3282"/>
                </a:lnTo>
                <a:lnTo>
                  <a:pt x="11115" y="3282"/>
                </a:lnTo>
                <a:lnTo>
                  <a:pt x="11114" y="3282"/>
                </a:lnTo>
                <a:lnTo>
                  <a:pt x="11114" y="3281"/>
                </a:lnTo>
                <a:lnTo>
                  <a:pt x="11113" y="3281"/>
                </a:lnTo>
                <a:lnTo>
                  <a:pt x="11112" y="3281"/>
                </a:lnTo>
                <a:lnTo>
                  <a:pt x="11111" y="3280"/>
                </a:lnTo>
                <a:lnTo>
                  <a:pt x="11110" y="3280"/>
                </a:lnTo>
                <a:lnTo>
                  <a:pt x="11110" y="3279"/>
                </a:lnTo>
                <a:lnTo>
                  <a:pt x="11109" y="3279"/>
                </a:lnTo>
                <a:lnTo>
                  <a:pt x="11108" y="3279"/>
                </a:lnTo>
                <a:lnTo>
                  <a:pt x="11107" y="3278"/>
                </a:lnTo>
                <a:lnTo>
                  <a:pt x="11106" y="3278"/>
                </a:lnTo>
                <a:lnTo>
                  <a:pt x="11105" y="3277"/>
                </a:lnTo>
                <a:lnTo>
                  <a:pt x="11104" y="3277"/>
                </a:lnTo>
                <a:lnTo>
                  <a:pt x="11103" y="3277"/>
                </a:lnTo>
                <a:lnTo>
                  <a:pt x="11103" y="3276"/>
                </a:lnTo>
                <a:lnTo>
                  <a:pt x="11102" y="3276"/>
                </a:lnTo>
                <a:lnTo>
                  <a:pt x="11101" y="3276"/>
                </a:lnTo>
                <a:lnTo>
                  <a:pt x="11101" y="3275"/>
                </a:lnTo>
                <a:lnTo>
                  <a:pt x="11100" y="3275"/>
                </a:lnTo>
                <a:lnTo>
                  <a:pt x="11099" y="3275"/>
                </a:lnTo>
                <a:lnTo>
                  <a:pt x="11099" y="3274"/>
                </a:lnTo>
                <a:lnTo>
                  <a:pt x="11098" y="3274"/>
                </a:lnTo>
                <a:lnTo>
                  <a:pt x="11097" y="3274"/>
                </a:lnTo>
                <a:lnTo>
                  <a:pt x="11096" y="3273"/>
                </a:lnTo>
                <a:lnTo>
                  <a:pt x="11095" y="3273"/>
                </a:lnTo>
                <a:lnTo>
                  <a:pt x="11094" y="3273"/>
                </a:lnTo>
                <a:lnTo>
                  <a:pt x="11094" y="3272"/>
                </a:lnTo>
                <a:lnTo>
                  <a:pt x="11093" y="3272"/>
                </a:lnTo>
                <a:lnTo>
                  <a:pt x="11092" y="3271"/>
                </a:lnTo>
                <a:lnTo>
                  <a:pt x="11091" y="3271"/>
                </a:lnTo>
                <a:lnTo>
                  <a:pt x="11090" y="3271"/>
                </a:lnTo>
                <a:lnTo>
                  <a:pt x="11090" y="3270"/>
                </a:lnTo>
                <a:lnTo>
                  <a:pt x="11089" y="3270"/>
                </a:lnTo>
                <a:lnTo>
                  <a:pt x="11088" y="3270"/>
                </a:lnTo>
                <a:lnTo>
                  <a:pt x="11087" y="3269"/>
                </a:lnTo>
                <a:lnTo>
                  <a:pt x="11086" y="3269"/>
                </a:lnTo>
                <a:lnTo>
                  <a:pt x="11085" y="3268"/>
                </a:lnTo>
                <a:lnTo>
                  <a:pt x="11084" y="3268"/>
                </a:lnTo>
                <a:lnTo>
                  <a:pt x="11083" y="3268"/>
                </a:lnTo>
                <a:lnTo>
                  <a:pt x="11083" y="3267"/>
                </a:lnTo>
                <a:lnTo>
                  <a:pt x="11082" y="3267"/>
                </a:lnTo>
                <a:lnTo>
                  <a:pt x="11081" y="3267"/>
                </a:lnTo>
                <a:lnTo>
                  <a:pt x="11081" y="3266"/>
                </a:lnTo>
                <a:lnTo>
                  <a:pt x="11080" y="3266"/>
                </a:lnTo>
                <a:lnTo>
                  <a:pt x="11079" y="3266"/>
                </a:lnTo>
                <a:lnTo>
                  <a:pt x="11079" y="3265"/>
                </a:lnTo>
                <a:lnTo>
                  <a:pt x="11078" y="3265"/>
                </a:lnTo>
                <a:lnTo>
                  <a:pt x="11077" y="3265"/>
                </a:lnTo>
                <a:lnTo>
                  <a:pt x="11076" y="3264"/>
                </a:lnTo>
                <a:lnTo>
                  <a:pt x="11075" y="3264"/>
                </a:lnTo>
                <a:lnTo>
                  <a:pt x="11074" y="3264"/>
                </a:lnTo>
                <a:lnTo>
                  <a:pt x="11074" y="3263"/>
                </a:lnTo>
                <a:lnTo>
                  <a:pt x="11073" y="3263"/>
                </a:lnTo>
                <a:lnTo>
                  <a:pt x="11072" y="3262"/>
                </a:lnTo>
                <a:lnTo>
                  <a:pt x="11071" y="3262"/>
                </a:lnTo>
                <a:lnTo>
                  <a:pt x="11070" y="3262"/>
                </a:lnTo>
                <a:lnTo>
                  <a:pt x="11070" y="3261"/>
                </a:lnTo>
                <a:lnTo>
                  <a:pt x="11069" y="3261"/>
                </a:lnTo>
                <a:lnTo>
                  <a:pt x="11068" y="3261"/>
                </a:lnTo>
                <a:lnTo>
                  <a:pt x="11067" y="3260"/>
                </a:lnTo>
                <a:lnTo>
                  <a:pt x="11066" y="3260"/>
                </a:lnTo>
                <a:lnTo>
                  <a:pt x="11065" y="3259"/>
                </a:lnTo>
                <a:lnTo>
                  <a:pt x="11064" y="3259"/>
                </a:lnTo>
                <a:lnTo>
                  <a:pt x="11063" y="3258"/>
                </a:lnTo>
                <a:lnTo>
                  <a:pt x="11062" y="3258"/>
                </a:lnTo>
                <a:lnTo>
                  <a:pt x="11061" y="3257"/>
                </a:lnTo>
                <a:lnTo>
                  <a:pt x="11060" y="3257"/>
                </a:lnTo>
                <a:lnTo>
                  <a:pt x="11059" y="3257"/>
                </a:lnTo>
                <a:lnTo>
                  <a:pt x="11059" y="3256"/>
                </a:lnTo>
                <a:lnTo>
                  <a:pt x="11058" y="3256"/>
                </a:lnTo>
                <a:lnTo>
                  <a:pt x="11057" y="3256"/>
                </a:lnTo>
                <a:lnTo>
                  <a:pt x="11056" y="3255"/>
                </a:lnTo>
                <a:lnTo>
                  <a:pt x="11055" y="3255"/>
                </a:lnTo>
                <a:lnTo>
                  <a:pt x="11054" y="3254"/>
                </a:lnTo>
                <a:lnTo>
                  <a:pt x="11053" y="3254"/>
                </a:lnTo>
                <a:lnTo>
                  <a:pt x="11052" y="3253"/>
                </a:lnTo>
                <a:lnTo>
                  <a:pt x="11051" y="3253"/>
                </a:lnTo>
                <a:lnTo>
                  <a:pt x="11050" y="3253"/>
                </a:lnTo>
                <a:lnTo>
                  <a:pt x="11050" y="3252"/>
                </a:lnTo>
                <a:lnTo>
                  <a:pt x="11049" y="3252"/>
                </a:lnTo>
                <a:lnTo>
                  <a:pt x="11048" y="3252"/>
                </a:lnTo>
                <a:lnTo>
                  <a:pt x="11047" y="3251"/>
                </a:lnTo>
                <a:lnTo>
                  <a:pt x="11046" y="3251"/>
                </a:lnTo>
                <a:lnTo>
                  <a:pt x="11046" y="3250"/>
                </a:lnTo>
                <a:lnTo>
                  <a:pt x="11045" y="3250"/>
                </a:lnTo>
                <a:lnTo>
                  <a:pt x="11044" y="3250"/>
                </a:lnTo>
                <a:lnTo>
                  <a:pt x="11043" y="3249"/>
                </a:lnTo>
                <a:lnTo>
                  <a:pt x="11042" y="3249"/>
                </a:lnTo>
                <a:lnTo>
                  <a:pt x="11041" y="3248"/>
                </a:lnTo>
                <a:lnTo>
                  <a:pt x="11040" y="3248"/>
                </a:lnTo>
                <a:lnTo>
                  <a:pt x="11039" y="3248"/>
                </a:lnTo>
                <a:lnTo>
                  <a:pt x="11039" y="3247"/>
                </a:lnTo>
                <a:lnTo>
                  <a:pt x="11038" y="3247"/>
                </a:lnTo>
                <a:lnTo>
                  <a:pt x="11037" y="3247"/>
                </a:lnTo>
                <a:lnTo>
                  <a:pt x="11036" y="3246"/>
                </a:lnTo>
                <a:lnTo>
                  <a:pt x="11035" y="3246"/>
                </a:lnTo>
                <a:lnTo>
                  <a:pt x="11034" y="3245"/>
                </a:lnTo>
                <a:lnTo>
                  <a:pt x="11033" y="3245"/>
                </a:lnTo>
                <a:lnTo>
                  <a:pt x="11032" y="3244"/>
                </a:lnTo>
                <a:lnTo>
                  <a:pt x="11031" y="3244"/>
                </a:lnTo>
                <a:lnTo>
                  <a:pt x="11030" y="3244"/>
                </a:lnTo>
                <a:lnTo>
                  <a:pt x="11030" y="3243"/>
                </a:lnTo>
                <a:lnTo>
                  <a:pt x="11029" y="3243"/>
                </a:lnTo>
                <a:lnTo>
                  <a:pt x="11028" y="3243"/>
                </a:lnTo>
                <a:lnTo>
                  <a:pt x="11027" y="3242"/>
                </a:lnTo>
                <a:lnTo>
                  <a:pt x="11026" y="3242"/>
                </a:lnTo>
                <a:lnTo>
                  <a:pt x="11026" y="3241"/>
                </a:lnTo>
                <a:lnTo>
                  <a:pt x="11025" y="3241"/>
                </a:lnTo>
                <a:lnTo>
                  <a:pt x="11024" y="3241"/>
                </a:lnTo>
                <a:lnTo>
                  <a:pt x="11023" y="3240"/>
                </a:lnTo>
                <a:lnTo>
                  <a:pt x="11022" y="3240"/>
                </a:lnTo>
                <a:lnTo>
                  <a:pt x="11021" y="3239"/>
                </a:lnTo>
                <a:lnTo>
                  <a:pt x="11020" y="3239"/>
                </a:lnTo>
                <a:lnTo>
                  <a:pt x="11019" y="3239"/>
                </a:lnTo>
                <a:lnTo>
                  <a:pt x="11019" y="3238"/>
                </a:lnTo>
                <a:lnTo>
                  <a:pt x="11018" y="3238"/>
                </a:lnTo>
                <a:lnTo>
                  <a:pt x="11017" y="3238"/>
                </a:lnTo>
                <a:lnTo>
                  <a:pt x="11017" y="3237"/>
                </a:lnTo>
                <a:lnTo>
                  <a:pt x="11016" y="3237"/>
                </a:lnTo>
                <a:lnTo>
                  <a:pt x="11015" y="3237"/>
                </a:lnTo>
                <a:lnTo>
                  <a:pt x="11014" y="3236"/>
                </a:lnTo>
                <a:lnTo>
                  <a:pt x="11013" y="3236"/>
                </a:lnTo>
                <a:lnTo>
                  <a:pt x="11012" y="3235"/>
                </a:lnTo>
                <a:lnTo>
                  <a:pt x="11011" y="3235"/>
                </a:lnTo>
                <a:lnTo>
                  <a:pt x="11010" y="3235"/>
                </a:lnTo>
                <a:lnTo>
                  <a:pt x="11010" y="3234"/>
                </a:lnTo>
                <a:lnTo>
                  <a:pt x="11009" y="3234"/>
                </a:lnTo>
                <a:lnTo>
                  <a:pt x="11008" y="3233"/>
                </a:lnTo>
                <a:lnTo>
                  <a:pt x="11007" y="3233"/>
                </a:lnTo>
                <a:lnTo>
                  <a:pt x="11006" y="3233"/>
                </a:lnTo>
                <a:lnTo>
                  <a:pt x="11006" y="3232"/>
                </a:lnTo>
                <a:lnTo>
                  <a:pt x="11005" y="3232"/>
                </a:lnTo>
                <a:lnTo>
                  <a:pt x="11004" y="3232"/>
                </a:lnTo>
                <a:lnTo>
                  <a:pt x="11003" y="3231"/>
                </a:lnTo>
                <a:lnTo>
                  <a:pt x="11002" y="3231"/>
                </a:lnTo>
                <a:lnTo>
                  <a:pt x="11001" y="3230"/>
                </a:lnTo>
                <a:lnTo>
                  <a:pt x="11000" y="3230"/>
                </a:lnTo>
                <a:lnTo>
                  <a:pt x="10999" y="3230"/>
                </a:lnTo>
                <a:lnTo>
                  <a:pt x="10999" y="3229"/>
                </a:lnTo>
                <a:lnTo>
                  <a:pt x="10998" y="3229"/>
                </a:lnTo>
                <a:lnTo>
                  <a:pt x="10997" y="3229"/>
                </a:lnTo>
                <a:lnTo>
                  <a:pt x="10997" y="3228"/>
                </a:lnTo>
                <a:lnTo>
                  <a:pt x="10996" y="3228"/>
                </a:lnTo>
                <a:lnTo>
                  <a:pt x="10995" y="3228"/>
                </a:lnTo>
                <a:lnTo>
                  <a:pt x="10995" y="3227"/>
                </a:lnTo>
                <a:lnTo>
                  <a:pt x="10994" y="3227"/>
                </a:lnTo>
                <a:lnTo>
                  <a:pt x="10993" y="3227"/>
                </a:lnTo>
                <a:lnTo>
                  <a:pt x="10992" y="3226"/>
                </a:lnTo>
                <a:lnTo>
                  <a:pt x="10991" y="3226"/>
                </a:lnTo>
                <a:lnTo>
                  <a:pt x="10990" y="3226"/>
                </a:lnTo>
                <a:lnTo>
                  <a:pt x="10990" y="3225"/>
                </a:lnTo>
                <a:lnTo>
                  <a:pt x="10989" y="3225"/>
                </a:lnTo>
                <a:lnTo>
                  <a:pt x="10988" y="3224"/>
                </a:lnTo>
                <a:lnTo>
                  <a:pt x="10987" y="3224"/>
                </a:lnTo>
                <a:lnTo>
                  <a:pt x="10986" y="3224"/>
                </a:lnTo>
                <a:lnTo>
                  <a:pt x="10986" y="3223"/>
                </a:lnTo>
                <a:lnTo>
                  <a:pt x="10985" y="3223"/>
                </a:lnTo>
                <a:lnTo>
                  <a:pt x="10984" y="3223"/>
                </a:lnTo>
                <a:lnTo>
                  <a:pt x="10983" y="3222"/>
                </a:lnTo>
                <a:lnTo>
                  <a:pt x="10982" y="3222"/>
                </a:lnTo>
                <a:lnTo>
                  <a:pt x="10981" y="3221"/>
                </a:lnTo>
                <a:lnTo>
                  <a:pt x="10980" y="3221"/>
                </a:lnTo>
                <a:lnTo>
                  <a:pt x="10979" y="3220"/>
                </a:lnTo>
                <a:lnTo>
                  <a:pt x="10978" y="3220"/>
                </a:lnTo>
                <a:lnTo>
                  <a:pt x="10977" y="3220"/>
                </a:lnTo>
                <a:lnTo>
                  <a:pt x="10977" y="3219"/>
                </a:lnTo>
                <a:lnTo>
                  <a:pt x="10976" y="3219"/>
                </a:lnTo>
                <a:lnTo>
                  <a:pt x="10975" y="3219"/>
                </a:lnTo>
                <a:lnTo>
                  <a:pt x="10975" y="3218"/>
                </a:lnTo>
                <a:lnTo>
                  <a:pt x="10974" y="3218"/>
                </a:lnTo>
                <a:lnTo>
                  <a:pt x="10973" y="3218"/>
                </a:lnTo>
                <a:lnTo>
                  <a:pt x="10972" y="3217"/>
                </a:lnTo>
                <a:lnTo>
                  <a:pt x="10971" y="3217"/>
                </a:lnTo>
                <a:lnTo>
                  <a:pt x="10970" y="3216"/>
                </a:lnTo>
                <a:lnTo>
                  <a:pt x="10969" y="3216"/>
                </a:lnTo>
                <a:lnTo>
                  <a:pt x="10968" y="3215"/>
                </a:lnTo>
                <a:lnTo>
                  <a:pt x="10967" y="3215"/>
                </a:lnTo>
                <a:lnTo>
                  <a:pt x="10966" y="3215"/>
                </a:lnTo>
                <a:lnTo>
                  <a:pt x="10966" y="3214"/>
                </a:lnTo>
                <a:lnTo>
                  <a:pt x="10965" y="3214"/>
                </a:lnTo>
                <a:lnTo>
                  <a:pt x="10964" y="3214"/>
                </a:lnTo>
                <a:lnTo>
                  <a:pt x="10963" y="3213"/>
                </a:lnTo>
                <a:lnTo>
                  <a:pt x="10962" y="3213"/>
                </a:lnTo>
                <a:lnTo>
                  <a:pt x="10962" y="3212"/>
                </a:lnTo>
                <a:lnTo>
                  <a:pt x="10961" y="3212"/>
                </a:lnTo>
                <a:lnTo>
                  <a:pt x="10960" y="3212"/>
                </a:lnTo>
                <a:lnTo>
                  <a:pt x="10959" y="3211"/>
                </a:lnTo>
                <a:lnTo>
                  <a:pt x="10958" y="3211"/>
                </a:lnTo>
                <a:lnTo>
                  <a:pt x="10957" y="3211"/>
                </a:lnTo>
                <a:lnTo>
                  <a:pt x="10957" y="3210"/>
                </a:lnTo>
                <a:lnTo>
                  <a:pt x="10956" y="3210"/>
                </a:lnTo>
                <a:lnTo>
                  <a:pt x="10955" y="3210"/>
                </a:lnTo>
                <a:lnTo>
                  <a:pt x="10955" y="3209"/>
                </a:lnTo>
                <a:lnTo>
                  <a:pt x="10954" y="3209"/>
                </a:lnTo>
                <a:lnTo>
                  <a:pt x="10953" y="3209"/>
                </a:lnTo>
                <a:lnTo>
                  <a:pt x="10952" y="3208"/>
                </a:lnTo>
                <a:lnTo>
                  <a:pt x="10951" y="3208"/>
                </a:lnTo>
                <a:lnTo>
                  <a:pt x="10950" y="3207"/>
                </a:lnTo>
                <a:lnTo>
                  <a:pt x="10949" y="3207"/>
                </a:lnTo>
                <a:lnTo>
                  <a:pt x="10948" y="3206"/>
                </a:lnTo>
                <a:lnTo>
                  <a:pt x="10947" y="3206"/>
                </a:lnTo>
                <a:lnTo>
                  <a:pt x="10946" y="3206"/>
                </a:lnTo>
                <a:lnTo>
                  <a:pt x="10946" y="3205"/>
                </a:lnTo>
                <a:lnTo>
                  <a:pt x="10945" y="3205"/>
                </a:lnTo>
                <a:lnTo>
                  <a:pt x="10944" y="3205"/>
                </a:lnTo>
                <a:lnTo>
                  <a:pt x="10943" y="3204"/>
                </a:lnTo>
                <a:lnTo>
                  <a:pt x="10942" y="3204"/>
                </a:lnTo>
                <a:lnTo>
                  <a:pt x="10942" y="3203"/>
                </a:lnTo>
                <a:lnTo>
                  <a:pt x="10941" y="3203"/>
                </a:lnTo>
                <a:lnTo>
                  <a:pt x="10940" y="3203"/>
                </a:lnTo>
                <a:lnTo>
                  <a:pt x="10939" y="3202"/>
                </a:lnTo>
                <a:lnTo>
                  <a:pt x="10938" y="3202"/>
                </a:lnTo>
                <a:lnTo>
                  <a:pt x="10937" y="3201"/>
                </a:lnTo>
                <a:lnTo>
                  <a:pt x="10936" y="3201"/>
                </a:lnTo>
                <a:lnTo>
                  <a:pt x="10935" y="3201"/>
                </a:lnTo>
                <a:lnTo>
                  <a:pt x="10935" y="3200"/>
                </a:lnTo>
                <a:lnTo>
                  <a:pt x="10934" y="3200"/>
                </a:lnTo>
                <a:lnTo>
                  <a:pt x="10933" y="3200"/>
                </a:lnTo>
                <a:lnTo>
                  <a:pt x="10933" y="3199"/>
                </a:lnTo>
                <a:lnTo>
                  <a:pt x="10932" y="3199"/>
                </a:lnTo>
                <a:lnTo>
                  <a:pt x="10931" y="3199"/>
                </a:lnTo>
                <a:lnTo>
                  <a:pt x="10930" y="3198"/>
                </a:lnTo>
                <a:lnTo>
                  <a:pt x="10929" y="3198"/>
                </a:lnTo>
                <a:lnTo>
                  <a:pt x="10928" y="3197"/>
                </a:lnTo>
                <a:lnTo>
                  <a:pt x="10927" y="3197"/>
                </a:lnTo>
                <a:lnTo>
                  <a:pt x="10926" y="3197"/>
                </a:lnTo>
                <a:lnTo>
                  <a:pt x="10926" y="3196"/>
                </a:lnTo>
                <a:lnTo>
                  <a:pt x="10925" y="3196"/>
                </a:lnTo>
                <a:lnTo>
                  <a:pt x="10924" y="3195"/>
                </a:lnTo>
                <a:lnTo>
                  <a:pt x="10923" y="3195"/>
                </a:lnTo>
                <a:lnTo>
                  <a:pt x="10922" y="3195"/>
                </a:lnTo>
                <a:lnTo>
                  <a:pt x="10922" y="3194"/>
                </a:lnTo>
                <a:lnTo>
                  <a:pt x="10921" y="3194"/>
                </a:lnTo>
                <a:lnTo>
                  <a:pt x="10920" y="3194"/>
                </a:lnTo>
                <a:lnTo>
                  <a:pt x="10919" y="3193"/>
                </a:lnTo>
                <a:lnTo>
                  <a:pt x="10918" y="3193"/>
                </a:lnTo>
                <a:lnTo>
                  <a:pt x="10917" y="3192"/>
                </a:lnTo>
                <a:lnTo>
                  <a:pt x="10916" y="3192"/>
                </a:lnTo>
                <a:lnTo>
                  <a:pt x="10915" y="3191"/>
                </a:lnTo>
                <a:lnTo>
                  <a:pt x="10914" y="3191"/>
                </a:lnTo>
                <a:lnTo>
                  <a:pt x="10913" y="3191"/>
                </a:lnTo>
                <a:lnTo>
                  <a:pt x="10913" y="3190"/>
                </a:lnTo>
                <a:lnTo>
                  <a:pt x="10912" y="3190"/>
                </a:lnTo>
                <a:lnTo>
                  <a:pt x="10911" y="3190"/>
                </a:lnTo>
                <a:lnTo>
                  <a:pt x="10910" y="3189"/>
                </a:lnTo>
                <a:lnTo>
                  <a:pt x="10909" y="3189"/>
                </a:lnTo>
                <a:lnTo>
                  <a:pt x="10908" y="3188"/>
                </a:lnTo>
                <a:lnTo>
                  <a:pt x="10907" y="3188"/>
                </a:lnTo>
                <a:lnTo>
                  <a:pt x="10906" y="3188"/>
                </a:lnTo>
                <a:lnTo>
                  <a:pt x="10906" y="3187"/>
                </a:lnTo>
                <a:lnTo>
                  <a:pt x="10905" y="3187"/>
                </a:lnTo>
                <a:lnTo>
                  <a:pt x="10904" y="3186"/>
                </a:lnTo>
                <a:lnTo>
                  <a:pt x="10903" y="3186"/>
                </a:lnTo>
                <a:lnTo>
                  <a:pt x="10902" y="3186"/>
                </a:lnTo>
                <a:lnTo>
                  <a:pt x="10902" y="3185"/>
                </a:lnTo>
                <a:lnTo>
                  <a:pt x="10901" y="3185"/>
                </a:lnTo>
                <a:lnTo>
                  <a:pt x="10900" y="3185"/>
                </a:lnTo>
                <a:lnTo>
                  <a:pt x="10899" y="3184"/>
                </a:lnTo>
                <a:lnTo>
                  <a:pt x="10898" y="3184"/>
                </a:lnTo>
                <a:lnTo>
                  <a:pt x="10897" y="3183"/>
                </a:lnTo>
                <a:lnTo>
                  <a:pt x="10896" y="3183"/>
                </a:lnTo>
                <a:lnTo>
                  <a:pt x="10895" y="3182"/>
                </a:lnTo>
                <a:lnTo>
                  <a:pt x="10894" y="3182"/>
                </a:lnTo>
                <a:lnTo>
                  <a:pt x="10893" y="3182"/>
                </a:lnTo>
                <a:lnTo>
                  <a:pt x="10893" y="3181"/>
                </a:lnTo>
                <a:lnTo>
                  <a:pt x="10892" y="3181"/>
                </a:lnTo>
                <a:lnTo>
                  <a:pt x="10891" y="3181"/>
                </a:lnTo>
                <a:lnTo>
                  <a:pt x="10890" y="3180"/>
                </a:lnTo>
                <a:lnTo>
                  <a:pt x="10889" y="3180"/>
                </a:lnTo>
                <a:lnTo>
                  <a:pt x="10888" y="3179"/>
                </a:lnTo>
                <a:lnTo>
                  <a:pt x="10887" y="3179"/>
                </a:lnTo>
                <a:lnTo>
                  <a:pt x="10886" y="3178"/>
                </a:lnTo>
                <a:lnTo>
                  <a:pt x="10885" y="3178"/>
                </a:lnTo>
                <a:lnTo>
                  <a:pt x="10884" y="3177"/>
                </a:lnTo>
                <a:lnTo>
                  <a:pt x="10883" y="3177"/>
                </a:lnTo>
                <a:lnTo>
                  <a:pt x="10882" y="3177"/>
                </a:lnTo>
                <a:lnTo>
                  <a:pt x="10882" y="3176"/>
                </a:lnTo>
                <a:lnTo>
                  <a:pt x="10881" y="3176"/>
                </a:lnTo>
                <a:lnTo>
                  <a:pt x="10880" y="3176"/>
                </a:lnTo>
                <a:lnTo>
                  <a:pt x="10879" y="3175"/>
                </a:lnTo>
                <a:lnTo>
                  <a:pt x="10878" y="3175"/>
                </a:lnTo>
                <a:lnTo>
                  <a:pt x="10878" y="3174"/>
                </a:lnTo>
                <a:lnTo>
                  <a:pt x="10877" y="3174"/>
                </a:lnTo>
                <a:lnTo>
                  <a:pt x="10876" y="3174"/>
                </a:lnTo>
                <a:lnTo>
                  <a:pt x="10875" y="3173"/>
                </a:lnTo>
                <a:lnTo>
                  <a:pt x="10874" y="3173"/>
                </a:lnTo>
                <a:lnTo>
                  <a:pt x="10873" y="3173"/>
                </a:lnTo>
                <a:lnTo>
                  <a:pt x="10873" y="3172"/>
                </a:lnTo>
                <a:lnTo>
                  <a:pt x="10872" y="3172"/>
                </a:lnTo>
                <a:lnTo>
                  <a:pt x="10871" y="3172"/>
                </a:lnTo>
                <a:lnTo>
                  <a:pt x="10871" y="3171"/>
                </a:lnTo>
                <a:lnTo>
                  <a:pt x="10870" y="3171"/>
                </a:lnTo>
                <a:lnTo>
                  <a:pt x="10869" y="3171"/>
                </a:lnTo>
                <a:lnTo>
                  <a:pt x="10868" y="3170"/>
                </a:lnTo>
                <a:lnTo>
                  <a:pt x="10867" y="3170"/>
                </a:lnTo>
                <a:lnTo>
                  <a:pt x="10866" y="3169"/>
                </a:lnTo>
                <a:lnTo>
                  <a:pt x="10865" y="3169"/>
                </a:lnTo>
                <a:lnTo>
                  <a:pt x="10864" y="3168"/>
                </a:lnTo>
                <a:lnTo>
                  <a:pt x="10863" y="3168"/>
                </a:lnTo>
                <a:lnTo>
                  <a:pt x="10862" y="3168"/>
                </a:lnTo>
                <a:lnTo>
                  <a:pt x="10862" y="3167"/>
                </a:lnTo>
                <a:lnTo>
                  <a:pt x="10861" y="3167"/>
                </a:lnTo>
                <a:lnTo>
                  <a:pt x="10860" y="3167"/>
                </a:lnTo>
                <a:lnTo>
                  <a:pt x="10859" y="3166"/>
                </a:lnTo>
                <a:lnTo>
                  <a:pt x="10858" y="3166"/>
                </a:lnTo>
                <a:lnTo>
                  <a:pt x="10858" y="3165"/>
                </a:lnTo>
                <a:lnTo>
                  <a:pt x="10857" y="3165"/>
                </a:lnTo>
                <a:lnTo>
                  <a:pt x="10856" y="3165"/>
                </a:lnTo>
                <a:lnTo>
                  <a:pt x="10855" y="3164"/>
                </a:lnTo>
                <a:lnTo>
                  <a:pt x="10854" y="3164"/>
                </a:lnTo>
                <a:lnTo>
                  <a:pt x="10853" y="3164"/>
                </a:lnTo>
                <a:lnTo>
                  <a:pt x="10853" y="3163"/>
                </a:lnTo>
                <a:lnTo>
                  <a:pt x="10852" y="3163"/>
                </a:lnTo>
                <a:lnTo>
                  <a:pt x="10851" y="3163"/>
                </a:lnTo>
                <a:lnTo>
                  <a:pt x="10851" y="3162"/>
                </a:lnTo>
                <a:lnTo>
                  <a:pt x="10850" y="3162"/>
                </a:lnTo>
                <a:lnTo>
                  <a:pt x="10849" y="3162"/>
                </a:lnTo>
                <a:lnTo>
                  <a:pt x="10849" y="3161"/>
                </a:lnTo>
                <a:lnTo>
                  <a:pt x="10848" y="3161"/>
                </a:lnTo>
                <a:lnTo>
                  <a:pt x="10847" y="3161"/>
                </a:lnTo>
                <a:lnTo>
                  <a:pt x="10846" y="3160"/>
                </a:lnTo>
                <a:lnTo>
                  <a:pt x="10845" y="3160"/>
                </a:lnTo>
                <a:lnTo>
                  <a:pt x="10844" y="3159"/>
                </a:lnTo>
                <a:lnTo>
                  <a:pt x="10843" y="3159"/>
                </a:lnTo>
                <a:lnTo>
                  <a:pt x="10842" y="3159"/>
                </a:lnTo>
                <a:lnTo>
                  <a:pt x="10842" y="3158"/>
                </a:lnTo>
                <a:lnTo>
                  <a:pt x="10841" y="3158"/>
                </a:lnTo>
                <a:lnTo>
                  <a:pt x="10840" y="3157"/>
                </a:lnTo>
                <a:lnTo>
                  <a:pt x="10839" y="3157"/>
                </a:lnTo>
                <a:lnTo>
                  <a:pt x="10838" y="3157"/>
                </a:lnTo>
                <a:lnTo>
                  <a:pt x="10838" y="3156"/>
                </a:lnTo>
                <a:lnTo>
                  <a:pt x="10837" y="3156"/>
                </a:lnTo>
                <a:lnTo>
                  <a:pt x="10836" y="3156"/>
                </a:lnTo>
                <a:lnTo>
                  <a:pt x="10835" y="3155"/>
                </a:lnTo>
                <a:lnTo>
                  <a:pt x="10834" y="3155"/>
                </a:lnTo>
                <a:lnTo>
                  <a:pt x="10833" y="3155"/>
                </a:lnTo>
                <a:lnTo>
                  <a:pt x="10833" y="3154"/>
                </a:lnTo>
                <a:lnTo>
                  <a:pt x="10832" y="3154"/>
                </a:lnTo>
                <a:lnTo>
                  <a:pt x="10831" y="3153"/>
                </a:lnTo>
                <a:lnTo>
                  <a:pt x="10830" y="3153"/>
                </a:lnTo>
                <a:lnTo>
                  <a:pt x="10829" y="3153"/>
                </a:lnTo>
                <a:lnTo>
                  <a:pt x="10829" y="3152"/>
                </a:lnTo>
                <a:lnTo>
                  <a:pt x="10828" y="3152"/>
                </a:lnTo>
                <a:lnTo>
                  <a:pt x="10827" y="3152"/>
                </a:lnTo>
                <a:lnTo>
                  <a:pt x="10826" y="3151"/>
                </a:lnTo>
                <a:lnTo>
                  <a:pt x="10825" y="3151"/>
                </a:lnTo>
                <a:lnTo>
                  <a:pt x="10824" y="3150"/>
                </a:lnTo>
                <a:lnTo>
                  <a:pt x="10823" y="3150"/>
                </a:lnTo>
                <a:lnTo>
                  <a:pt x="10822" y="3150"/>
                </a:lnTo>
                <a:lnTo>
                  <a:pt x="10822" y="3149"/>
                </a:lnTo>
                <a:lnTo>
                  <a:pt x="10821" y="3149"/>
                </a:lnTo>
                <a:lnTo>
                  <a:pt x="10820" y="3148"/>
                </a:lnTo>
                <a:lnTo>
                  <a:pt x="10819" y="3148"/>
                </a:lnTo>
                <a:lnTo>
                  <a:pt x="10818" y="3148"/>
                </a:lnTo>
                <a:lnTo>
                  <a:pt x="10818" y="3147"/>
                </a:lnTo>
                <a:lnTo>
                  <a:pt x="10817" y="3147"/>
                </a:lnTo>
                <a:lnTo>
                  <a:pt x="10816" y="3147"/>
                </a:lnTo>
                <a:lnTo>
                  <a:pt x="10815" y="3146"/>
                </a:lnTo>
                <a:lnTo>
                  <a:pt x="10814" y="3146"/>
                </a:lnTo>
                <a:lnTo>
                  <a:pt x="10813" y="3145"/>
                </a:lnTo>
                <a:lnTo>
                  <a:pt x="10812" y="3145"/>
                </a:lnTo>
                <a:lnTo>
                  <a:pt x="10811" y="3144"/>
                </a:lnTo>
                <a:lnTo>
                  <a:pt x="10810" y="3144"/>
                </a:lnTo>
                <a:lnTo>
                  <a:pt x="10809" y="3144"/>
                </a:lnTo>
                <a:lnTo>
                  <a:pt x="10809" y="3143"/>
                </a:lnTo>
                <a:lnTo>
                  <a:pt x="10808" y="3143"/>
                </a:lnTo>
                <a:lnTo>
                  <a:pt x="10807" y="3143"/>
                </a:lnTo>
                <a:lnTo>
                  <a:pt x="10806" y="3142"/>
                </a:lnTo>
                <a:lnTo>
                  <a:pt x="10805" y="3142"/>
                </a:lnTo>
                <a:lnTo>
                  <a:pt x="10804" y="3141"/>
                </a:lnTo>
                <a:lnTo>
                  <a:pt x="10803" y="3141"/>
                </a:lnTo>
                <a:lnTo>
                  <a:pt x="10802" y="3140"/>
                </a:lnTo>
                <a:lnTo>
                  <a:pt x="10801" y="3140"/>
                </a:lnTo>
                <a:lnTo>
                  <a:pt x="10800" y="3139"/>
                </a:lnTo>
                <a:lnTo>
                  <a:pt x="10799" y="3139"/>
                </a:lnTo>
                <a:lnTo>
                  <a:pt x="10798" y="3139"/>
                </a:lnTo>
                <a:lnTo>
                  <a:pt x="10798" y="3138"/>
                </a:lnTo>
                <a:lnTo>
                  <a:pt x="10797" y="3138"/>
                </a:lnTo>
                <a:lnTo>
                  <a:pt x="10796" y="3138"/>
                </a:lnTo>
                <a:lnTo>
                  <a:pt x="10795" y="3137"/>
                </a:lnTo>
                <a:lnTo>
                  <a:pt x="10794" y="3137"/>
                </a:lnTo>
                <a:lnTo>
                  <a:pt x="10794" y="3136"/>
                </a:lnTo>
                <a:lnTo>
                  <a:pt x="10793" y="3136"/>
                </a:lnTo>
                <a:lnTo>
                  <a:pt x="10792" y="3136"/>
                </a:lnTo>
                <a:lnTo>
                  <a:pt x="10791" y="3135"/>
                </a:lnTo>
                <a:lnTo>
                  <a:pt x="10790" y="3135"/>
                </a:lnTo>
                <a:lnTo>
                  <a:pt x="10789" y="3135"/>
                </a:lnTo>
                <a:lnTo>
                  <a:pt x="10789" y="3134"/>
                </a:lnTo>
                <a:lnTo>
                  <a:pt x="10788" y="3134"/>
                </a:lnTo>
                <a:lnTo>
                  <a:pt x="10787" y="3134"/>
                </a:lnTo>
                <a:lnTo>
                  <a:pt x="10786" y="3133"/>
                </a:lnTo>
                <a:lnTo>
                  <a:pt x="10785" y="3133"/>
                </a:lnTo>
                <a:lnTo>
                  <a:pt x="10784" y="3132"/>
                </a:lnTo>
                <a:lnTo>
                  <a:pt x="10783" y="3132"/>
                </a:lnTo>
                <a:lnTo>
                  <a:pt x="10782" y="3131"/>
                </a:lnTo>
                <a:lnTo>
                  <a:pt x="10781" y="3131"/>
                </a:lnTo>
                <a:lnTo>
                  <a:pt x="10780" y="3130"/>
                </a:lnTo>
                <a:lnTo>
                  <a:pt x="10779" y="3130"/>
                </a:lnTo>
                <a:lnTo>
                  <a:pt x="10778" y="3130"/>
                </a:lnTo>
                <a:lnTo>
                  <a:pt x="10778" y="3129"/>
                </a:lnTo>
                <a:lnTo>
                  <a:pt x="10777" y="3129"/>
                </a:lnTo>
                <a:lnTo>
                  <a:pt x="10776" y="3129"/>
                </a:lnTo>
                <a:lnTo>
                  <a:pt x="10775" y="3128"/>
                </a:lnTo>
                <a:lnTo>
                  <a:pt x="10774" y="3128"/>
                </a:lnTo>
                <a:lnTo>
                  <a:pt x="10774" y="3127"/>
                </a:lnTo>
                <a:lnTo>
                  <a:pt x="10773" y="3127"/>
                </a:lnTo>
                <a:lnTo>
                  <a:pt x="10772" y="3127"/>
                </a:lnTo>
                <a:lnTo>
                  <a:pt x="10771" y="3126"/>
                </a:lnTo>
                <a:lnTo>
                  <a:pt x="10770" y="3126"/>
                </a:lnTo>
                <a:lnTo>
                  <a:pt x="10769" y="3126"/>
                </a:lnTo>
                <a:lnTo>
                  <a:pt x="10769" y="3125"/>
                </a:lnTo>
                <a:lnTo>
                  <a:pt x="10768" y="3125"/>
                </a:lnTo>
                <a:lnTo>
                  <a:pt x="10767" y="3125"/>
                </a:lnTo>
                <a:lnTo>
                  <a:pt x="10766" y="3124"/>
                </a:lnTo>
                <a:lnTo>
                  <a:pt x="10765" y="3124"/>
                </a:lnTo>
                <a:lnTo>
                  <a:pt x="10765" y="3123"/>
                </a:lnTo>
                <a:lnTo>
                  <a:pt x="10764" y="3123"/>
                </a:lnTo>
                <a:lnTo>
                  <a:pt x="10763" y="3123"/>
                </a:lnTo>
                <a:lnTo>
                  <a:pt x="10762" y="3122"/>
                </a:lnTo>
                <a:lnTo>
                  <a:pt x="10761" y="3122"/>
                </a:lnTo>
                <a:lnTo>
                  <a:pt x="10760" y="3121"/>
                </a:lnTo>
                <a:lnTo>
                  <a:pt x="10759" y="3121"/>
                </a:lnTo>
                <a:lnTo>
                  <a:pt x="10758" y="3121"/>
                </a:lnTo>
                <a:lnTo>
                  <a:pt x="10758" y="3120"/>
                </a:lnTo>
                <a:lnTo>
                  <a:pt x="10757" y="3120"/>
                </a:lnTo>
                <a:lnTo>
                  <a:pt x="10756" y="3119"/>
                </a:lnTo>
                <a:lnTo>
                  <a:pt x="10755" y="3119"/>
                </a:lnTo>
                <a:lnTo>
                  <a:pt x="10754" y="3119"/>
                </a:lnTo>
                <a:lnTo>
                  <a:pt x="10754" y="3118"/>
                </a:lnTo>
                <a:lnTo>
                  <a:pt x="10753" y="3118"/>
                </a:lnTo>
                <a:lnTo>
                  <a:pt x="10752" y="3118"/>
                </a:lnTo>
                <a:lnTo>
                  <a:pt x="10751" y="3117"/>
                </a:lnTo>
                <a:lnTo>
                  <a:pt x="10750" y="3117"/>
                </a:lnTo>
                <a:lnTo>
                  <a:pt x="10749" y="3117"/>
                </a:lnTo>
                <a:lnTo>
                  <a:pt x="10749" y="3116"/>
                </a:lnTo>
                <a:lnTo>
                  <a:pt x="10748" y="3116"/>
                </a:lnTo>
                <a:lnTo>
                  <a:pt x="10747" y="3115"/>
                </a:lnTo>
                <a:lnTo>
                  <a:pt x="10746" y="3115"/>
                </a:lnTo>
                <a:lnTo>
                  <a:pt x="10745" y="3115"/>
                </a:lnTo>
                <a:lnTo>
                  <a:pt x="10745" y="3114"/>
                </a:lnTo>
                <a:lnTo>
                  <a:pt x="10744" y="3114"/>
                </a:lnTo>
                <a:lnTo>
                  <a:pt x="10743" y="3114"/>
                </a:lnTo>
                <a:lnTo>
                  <a:pt x="10742" y="3113"/>
                </a:lnTo>
                <a:lnTo>
                  <a:pt x="10741" y="3113"/>
                </a:lnTo>
                <a:lnTo>
                  <a:pt x="10740" y="3112"/>
                </a:lnTo>
                <a:lnTo>
                  <a:pt x="10739" y="3112"/>
                </a:lnTo>
                <a:lnTo>
                  <a:pt x="10738" y="3112"/>
                </a:lnTo>
                <a:lnTo>
                  <a:pt x="10738" y="3111"/>
                </a:lnTo>
                <a:lnTo>
                  <a:pt x="10737" y="3111"/>
                </a:lnTo>
                <a:lnTo>
                  <a:pt x="10736" y="3110"/>
                </a:lnTo>
                <a:lnTo>
                  <a:pt x="10735" y="3110"/>
                </a:lnTo>
                <a:lnTo>
                  <a:pt x="10734" y="3110"/>
                </a:lnTo>
                <a:lnTo>
                  <a:pt x="10734" y="3109"/>
                </a:lnTo>
                <a:lnTo>
                  <a:pt x="10733" y="3109"/>
                </a:lnTo>
                <a:lnTo>
                  <a:pt x="10732" y="3109"/>
                </a:lnTo>
                <a:lnTo>
                  <a:pt x="10731" y="3108"/>
                </a:lnTo>
                <a:lnTo>
                  <a:pt x="10730" y="3108"/>
                </a:lnTo>
                <a:lnTo>
                  <a:pt x="10729" y="3108"/>
                </a:lnTo>
                <a:lnTo>
                  <a:pt x="10729" y="3107"/>
                </a:lnTo>
                <a:lnTo>
                  <a:pt x="10728" y="3107"/>
                </a:lnTo>
                <a:lnTo>
                  <a:pt x="10727" y="3106"/>
                </a:lnTo>
                <a:lnTo>
                  <a:pt x="10726" y="3106"/>
                </a:lnTo>
                <a:lnTo>
                  <a:pt x="10725" y="3106"/>
                </a:lnTo>
                <a:lnTo>
                  <a:pt x="10725" y="3105"/>
                </a:lnTo>
                <a:lnTo>
                  <a:pt x="10724" y="3105"/>
                </a:lnTo>
                <a:lnTo>
                  <a:pt x="10723" y="3105"/>
                </a:lnTo>
                <a:lnTo>
                  <a:pt x="10722" y="3104"/>
                </a:lnTo>
                <a:lnTo>
                  <a:pt x="10721" y="3104"/>
                </a:lnTo>
                <a:lnTo>
                  <a:pt x="10720" y="3103"/>
                </a:lnTo>
                <a:lnTo>
                  <a:pt x="10719" y="3103"/>
                </a:lnTo>
                <a:lnTo>
                  <a:pt x="10718" y="3102"/>
                </a:lnTo>
                <a:lnTo>
                  <a:pt x="10717" y="3102"/>
                </a:lnTo>
                <a:lnTo>
                  <a:pt x="10716" y="3101"/>
                </a:lnTo>
                <a:lnTo>
                  <a:pt x="10715" y="3101"/>
                </a:lnTo>
                <a:lnTo>
                  <a:pt x="10714" y="3101"/>
                </a:lnTo>
                <a:lnTo>
                  <a:pt x="10714" y="3100"/>
                </a:lnTo>
                <a:lnTo>
                  <a:pt x="10713" y="3100"/>
                </a:lnTo>
                <a:lnTo>
                  <a:pt x="10712" y="3100"/>
                </a:lnTo>
                <a:lnTo>
                  <a:pt x="10711" y="3099"/>
                </a:lnTo>
                <a:lnTo>
                  <a:pt x="10710" y="3099"/>
                </a:lnTo>
                <a:lnTo>
                  <a:pt x="10709" y="3098"/>
                </a:lnTo>
                <a:lnTo>
                  <a:pt x="10708" y="3098"/>
                </a:lnTo>
                <a:lnTo>
                  <a:pt x="10707" y="3097"/>
                </a:lnTo>
                <a:lnTo>
                  <a:pt x="10706" y="3097"/>
                </a:lnTo>
                <a:lnTo>
                  <a:pt x="10705" y="3097"/>
                </a:lnTo>
                <a:lnTo>
                  <a:pt x="10705" y="3096"/>
                </a:lnTo>
                <a:lnTo>
                  <a:pt x="10704" y="3096"/>
                </a:lnTo>
                <a:lnTo>
                  <a:pt x="10703" y="3096"/>
                </a:lnTo>
                <a:lnTo>
                  <a:pt x="10702" y="3095"/>
                </a:lnTo>
                <a:lnTo>
                  <a:pt x="10701" y="3095"/>
                </a:lnTo>
                <a:lnTo>
                  <a:pt x="10700" y="3094"/>
                </a:lnTo>
                <a:lnTo>
                  <a:pt x="10699" y="3094"/>
                </a:lnTo>
                <a:lnTo>
                  <a:pt x="10698" y="3093"/>
                </a:lnTo>
                <a:lnTo>
                  <a:pt x="10697" y="3093"/>
                </a:lnTo>
                <a:lnTo>
                  <a:pt x="10696" y="3092"/>
                </a:lnTo>
                <a:lnTo>
                  <a:pt x="10695" y="3092"/>
                </a:lnTo>
                <a:lnTo>
                  <a:pt x="10694" y="3092"/>
                </a:lnTo>
                <a:lnTo>
                  <a:pt x="10694" y="3091"/>
                </a:lnTo>
                <a:lnTo>
                  <a:pt x="10693" y="3091"/>
                </a:lnTo>
                <a:lnTo>
                  <a:pt x="10692" y="3091"/>
                </a:lnTo>
                <a:lnTo>
                  <a:pt x="10691" y="3090"/>
                </a:lnTo>
                <a:lnTo>
                  <a:pt x="10690" y="3090"/>
                </a:lnTo>
                <a:lnTo>
                  <a:pt x="10690" y="3089"/>
                </a:lnTo>
                <a:lnTo>
                  <a:pt x="10689" y="3089"/>
                </a:lnTo>
                <a:lnTo>
                  <a:pt x="10688" y="3089"/>
                </a:lnTo>
                <a:lnTo>
                  <a:pt x="10687" y="3088"/>
                </a:lnTo>
                <a:lnTo>
                  <a:pt x="10686" y="3088"/>
                </a:lnTo>
                <a:lnTo>
                  <a:pt x="10685" y="3088"/>
                </a:lnTo>
                <a:lnTo>
                  <a:pt x="10685" y="3087"/>
                </a:lnTo>
                <a:lnTo>
                  <a:pt x="10684" y="3087"/>
                </a:lnTo>
                <a:lnTo>
                  <a:pt x="10683" y="3087"/>
                </a:lnTo>
                <a:lnTo>
                  <a:pt x="10682" y="3086"/>
                </a:lnTo>
                <a:lnTo>
                  <a:pt x="10681" y="3086"/>
                </a:lnTo>
                <a:lnTo>
                  <a:pt x="10681" y="3085"/>
                </a:lnTo>
                <a:lnTo>
                  <a:pt x="10680" y="3085"/>
                </a:lnTo>
                <a:lnTo>
                  <a:pt x="10679" y="3085"/>
                </a:lnTo>
                <a:lnTo>
                  <a:pt x="10678" y="3084"/>
                </a:lnTo>
                <a:lnTo>
                  <a:pt x="10677" y="3084"/>
                </a:lnTo>
                <a:lnTo>
                  <a:pt x="10676" y="3083"/>
                </a:lnTo>
                <a:lnTo>
                  <a:pt x="10675" y="3083"/>
                </a:lnTo>
                <a:lnTo>
                  <a:pt x="10674" y="3083"/>
                </a:lnTo>
                <a:lnTo>
                  <a:pt x="10674" y="3082"/>
                </a:lnTo>
                <a:lnTo>
                  <a:pt x="10673" y="3082"/>
                </a:lnTo>
                <a:lnTo>
                  <a:pt x="10672" y="3082"/>
                </a:lnTo>
                <a:lnTo>
                  <a:pt x="10672" y="3081"/>
                </a:lnTo>
                <a:lnTo>
                  <a:pt x="10671" y="3081"/>
                </a:lnTo>
                <a:lnTo>
                  <a:pt x="10670" y="3081"/>
                </a:lnTo>
                <a:lnTo>
                  <a:pt x="10670" y="3080"/>
                </a:lnTo>
                <a:lnTo>
                  <a:pt x="10669" y="3080"/>
                </a:lnTo>
                <a:lnTo>
                  <a:pt x="10668" y="3080"/>
                </a:lnTo>
                <a:lnTo>
                  <a:pt x="10667" y="3079"/>
                </a:lnTo>
                <a:lnTo>
                  <a:pt x="10666" y="3079"/>
                </a:lnTo>
                <a:lnTo>
                  <a:pt x="10665" y="3079"/>
                </a:lnTo>
                <a:lnTo>
                  <a:pt x="10665" y="3078"/>
                </a:lnTo>
                <a:lnTo>
                  <a:pt x="10664" y="3078"/>
                </a:lnTo>
                <a:lnTo>
                  <a:pt x="10663" y="3077"/>
                </a:lnTo>
                <a:lnTo>
                  <a:pt x="10662" y="3077"/>
                </a:lnTo>
                <a:lnTo>
                  <a:pt x="10661" y="3077"/>
                </a:lnTo>
                <a:lnTo>
                  <a:pt x="10661" y="3076"/>
                </a:lnTo>
                <a:lnTo>
                  <a:pt x="10660" y="3076"/>
                </a:lnTo>
                <a:lnTo>
                  <a:pt x="10659" y="3076"/>
                </a:lnTo>
                <a:lnTo>
                  <a:pt x="10658" y="3075"/>
                </a:lnTo>
                <a:lnTo>
                  <a:pt x="10657" y="3075"/>
                </a:lnTo>
                <a:lnTo>
                  <a:pt x="10656" y="3074"/>
                </a:lnTo>
                <a:lnTo>
                  <a:pt x="10655" y="3074"/>
                </a:lnTo>
                <a:lnTo>
                  <a:pt x="10654" y="3074"/>
                </a:lnTo>
                <a:lnTo>
                  <a:pt x="10654" y="3073"/>
                </a:lnTo>
                <a:lnTo>
                  <a:pt x="10653" y="3073"/>
                </a:lnTo>
                <a:lnTo>
                  <a:pt x="10652" y="3073"/>
                </a:lnTo>
                <a:lnTo>
                  <a:pt x="10652" y="3072"/>
                </a:lnTo>
                <a:lnTo>
                  <a:pt x="10651" y="3072"/>
                </a:lnTo>
                <a:lnTo>
                  <a:pt x="10650" y="3072"/>
                </a:lnTo>
                <a:lnTo>
                  <a:pt x="10650" y="3071"/>
                </a:lnTo>
                <a:lnTo>
                  <a:pt x="10649" y="3071"/>
                </a:lnTo>
                <a:lnTo>
                  <a:pt x="10648" y="3071"/>
                </a:lnTo>
                <a:lnTo>
                  <a:pt x="10647" y="3070"/>
                </a:lnTo>
                <a:lnTo>
                  <a:pt x="10646" y="3070"/>
                </a:lnTo>
                <a:lnTo>
                  <a:pt x="10645" y="3070"/>
                </a:lnTo>
                <a:lnTo>
                  <a:pt x="10645" y="3069"/>
                </a:lnTo>
                <a:lnTo>
                  <a:pt x="10644" y="3069"/>
                </a:lnTo>
                <a:lnTo>
                  <a:pt x="10643" y="3068"/>
                </a:lnTo>
                <a:lnTo>
                  <a:pt x="10642" y="3068"/>
                </a:lnTo>
                <a:lnTo>
                  <a:pt x="10641" y="3068"/>
                </a:lnTo>
                <a:lnTo>
                  <a:pt x="10641" y="3067"/>
                </a:lnTo>
                <a:lnTo>
                  <a:pt x="10640" y="3067"/>
                </a:lnTo>
                <a:lnTo>
                  <a:pt x="10639" y="3067"/>
                </a:lnTo>
                <a:lnTo>
                  <a:pt x="10638" y="3066"/>
                </a:lnTo>
                <a:lnTo>
                  <a:pt x="10637" y="3066"/>
                </a:lnTo>
                <a:lnTo>
                  <a:pt x="10636" y="3065"/>
                </a:lnTo>
                <a:lnTo>
                  <a:pt x="10635" y="3065"/>
                </a:lnTo>
                <a:lnTo>
                  <a:pt x="10634" y="3064"/>
                </a:lnTo>
                <a:lnTo>
                  <a:pt x="10633" y="3064"/>
                </a:lnTo>
                <a:lnTo>
                  <a:pt x="10632" y="3064"/>
                </a:lnTo>
                <a:lnTo>
                  <a:pt x="10632" y="3063"/>
                </a:lnTo>
                <a:lnTo>
                  <a:pt x="10631" y="3063"/>
                </a:lnTo>
                <a:lnTo>
                  <a:pt x="10630" y="3063"/>
                </a:lnTo>
                <a:lnTo>
                  <a:pt x="10630" y="3062"/>
                </a:lnTo>
                <a:lnTo>
                  <a:pt x="10629" y="3062"/>
                </a:lnTo>
                <a:lnTo>
                  <a:pt x="10628" y="3062"/>
                </a:lnTo>
                <a:lnTo>
                  <a:pt x="10627" y="3061"/>
                </a:lnTo>
                <a:lnTo>
                  <a:pt x="10626" y="3061"/>
                </a:lnTo>
                <a:lnTo>
                  <a:pt x="10625" y="3060"/>
                </a:lnTo>
                <a:lnTo>
                  <a:pt x="10624" y="3060"/>
                </a:lnTo>
                <a:lnTo>
                  <a:pt x="10623" y="3059"/>
                </a:lnTo>
                <a:lnTo>
                  <a:pt x="10622" y="3059"/>
                </a:lnTo>
                <a:lnTo>
                  <a:pt x="10621" y="3059"/>
                </a:lnTo>
                <a:lnTo>
                  <a:pt x="10621" y="3058"/>
                </a:lnTo>
                <a:lnTo>
                  <a:pt x="10620" y="3058"/>
                </a:lnTo>
                <a:lnTo>
                  <a:pt x="10619" y="3058"/>
                </a:lnTo>
                <a:lnTo>
                  <a:pt x="10618" y="3057"/>
                </a:lnTo>
                <a:lnTo>
                  <a:pt x="10617" y="3057"/>
                </a:lnTo>
                <a:lnTo>
                  <a:pt x="10616" y="3056"/>
                </a:lnTo>
                <a:lnTo>
                  <a:pt x="10615" y="3056"/>
                </a:lnTo>
                <a:lnTo>
                  <a:pt x="10614" y="3055"/>
                </a:lnTo>
                <a:lnTo>
                  <a:pt x="10613" y="3055"/>
                </a:lnTo>
                <a:lnTo>
                  <a:pt x="10612" y="3054"/>
                </a:lnTo>
                <a:lnTo>
                  <a:pt x="10611" y="3054"/>
                </a:lnTo>
                <a:lnTo>
                  <a:pt x="10610" y="3054"/>
                </a:lnTo>
                <a:lnTo>
                  <a:pt x="10610" y="3053"/>
                </a:lnTo>
                <a:lnTo>
                  <a:pt x="10609" y="3053"/>
                </a:lnTo>
                <a:lnTo>
                  <a:pt x="10608" y="3053"/>
                </a:lnTo>
                <a:lnTo>
                  <a:pt x="10607" y="3052"/>
                </a:lnTo>
                <a:lnTo>
                  <a:pt x="10606" y="3052"/>
                </a:lnTo>
                <a:lnTo>
                  <a:pt x="10605" y="3051"/>
                </a:lnTo>
                <a:lnTo>
                  <a:pt x="10604" y="3051"/>
                </a:lnTo>
                <a:lnTo>
                  <a:pt x="10603" y="3050"/>
                </a:lnTo>
                <a:lnTo>
                  <a:pt x="10602" y="3050"/>
                </a:lnTo>
                <a:lnTo>
                  <a:pt x="10601" y="3050"/>
                </a:lnTo>
                <a:lnTo>
                  <a:pt x="10601" y="3049"/>
                </a:lnTo>
                <a:lnTo>
                  <a:pt x="10600" y="3049"/>
                </a:lnTo>
                <a:lnTo>
                  <a:pt x="10599" y="3049"/>
                </a:lnTo>
                <a:lnTo>
                  <a:pt x="10598" y="3048"/>
                </a:lnTo>
                <a:lnTo>
                  <a:pt x="10597" y="3048"/>
                </a:lnTo>
                <a:lnTo>
                  <a:pt x="10597" y="3047"/>
                </a:lnTo>
                <a:lnTo>
                  <a:pt x="10596" y="3047"/>
                </a:lnTo>
                <a:lnTo>
                  <a:pt x="10595" y="3047"/>
                </a:lnTo>
                <a:lnTo>
                  <a:pt x="10594" y="3046"/>
                </a:lnTo>
                <a:lnTo>
                  <a:pt x="10593" y="3046"/>
                </a:lnTo>
                <a:lnTo>
                  <a:pt x="10592" y="3045"/>
                </a:lnTo>
                <a:lnTo>
                  <a:pt x="10591" y="3045"/>
                </a:lnTo>
                <a:lnTo>
                  <a:pt x="10590" y="3045"/>
                </a:lnTo>
                <a:lnTo>
                  <a:pt x="10590" y="3044"/>
                </a:lnTo>
                <a:lnTo>
                  <a:pt x="10589" y="3044"/>
                </a:lnTo>
                <a:lnTo>
                  <a:pt x="10588" y="3044"/>
                </a:lnTo>
                <a:lnTo>
                  <a:pt x="10588" y="3043"/>
                </a:lnTo>
                <a:lnTo>
                  <a:pt x="10587" y="3043"/>
                </a:lnTo>
                <a:lnTo>
                  <a:pt x="10586" y="3043"/>
                </a:lnTo>
                <a:lnTo>
                  <a:pt x="10585" y="3042"/>
                </a:lnTo>
                <a:lnTo>
                  <a:pt x="10584" y="3042"/>
                </a:lnTo>
                <a:lnTo>
                  <a:pt x="10583" y="3041"/>
                </a:lnTo>
                <a:lnTo>
                  <a:pt x="10582" y="3041"/>
                </a:lnTo>
                <a:lnTo>
                  <a:pt x="10581" y="3041"/>
                </a:lnTo>
                <a:lnTo>
                  <a:pt x="10581" y="3040"/>
                </a:lnTo>
                <a:lnTo>
                  <a:pt x="10580" y="3040"/>
                </a:lnTo>
                <a:lnTo>
                  <a:pt x="10579" y="3039"/>
                </a:lnTo>
                <a:lnTo>
                  <a:pt x="10578" y="3039"/>
                </a:lnTo>
                <a:lnTo>
                  <a:pt x="10577" y="3039"/>
                </a:lnTo>
                <a:lnTo>
                  <a:pt x="10577" y="3038"/>
                </a:lnTo>
                <a:lnTo>
                  <a:pt x="10576" y="3038"/>
                </a:lnTo>
                <a:lnTo>
                  <a:pt x="10575" y="3038"/>
                </a:lnTo>
                <a:lnTo>
                  <a:pt x="10574" y="3037"/>
                </a:lnTo>
                <a:lnTo>
                  <a:pt x="10573" y="3037"/>
                </a:lnTo>
                <a:lnTo>
                  <a:pt x="10572" y="3036"/>
                </a:lnTo>
                <a:lnTo>
                  <a:pt x="10571" y="3036"/>
                </a:lnTo>
                <a:lnTo>
                  <a:pt x="10570" y="3036"/>
                </a:lnTo>
                <a:lnTo>
                  <a:pt x="10570" y="3035"/>
                </a:lnTo>
                <a:lnTo>
                  <a:pt x="10569" y="3035"/>
                </a:lnTo>
                <a:lnTo>
                  <a:pt x="10568" y="3035"/>
                </a:lnTo>
                <a:lnTo>
                  <a:pt x="10568" y="3034"/>
                </a:lnTo>
                <a:lnTo>
                  <a:pt x="10567" y="3034"/>
                </a:lnTo>
                <a:lnTo>
                  <a:pt x="10566" y="3034"/>
                </a:lnTo>
                <a:lnTo>
                  <a:pt x="10566" y="3033"/>
                </a:lnTo>
                <a:lnTo>
                  <a:pt x="10565" y="3033"/>
                </a:lnTo>
                <a:lnTo>
                  <a:pt x="10564" y="3033"/>
                </a:lnTo>
                <a:lnTo>
                  <a:pt x="10563" y="3032"/>
                </a:lnTo>
                <a:lnTo>
                  <a:pt x="10562" y="3032"/>
                </a:lnTo>
                <a:lnTo>
                  <a:pt x="10561" y="3032"/>
                </a:lnTo>
                <a:lnTo>
                  <a:pt x="10561" y="3031"/>
                </a:lnTo>
                <a:lnTo>
                  <a:pt x="10560" y="3031"/>
                </a:lnTo>
                <a:lnTo>
                  <a:pt x="10559" y="3030"/>
                </a:lnTo>
                <a:lnTo>
                  <a:pt x="10558" y="3030"/>
                </a:lnTo>
                <a:lnTo>
                  <a:pt x="10557" y="3030"/>
                </a:lnTo>
                <a:lnTo>
                  <a:pt x="10557" y="3029"/>
                </a:lnTo>
                <a:lnTo>
                  <a:pt x="10556" y="3029"/>
                </a:lnTo>
                <a:lnTo>
                  <a:pt x="10555" y="3029"/>
                </a:lnTo>
                <a:lnTo>
                  <a:pt x="10554" y="3028"/>
                </a:lnTo>
                <a:lnTo>
                  <a:pt x="10553" y="3028"/>
                </a:lnTo>
                <a:lnTo>
                  <a:pt x="10552" y="3027"/>
                </a:lnTo>
                <a:lnTo>
                  <a:pt x="10551" y="3027"/>
                </a:lnTo>
                <a:lnTo>
                  <a:pt x="10550" y="3026"/>
                </a:lnTo>
                <a:lnTo>
                  <a:pt x="10549" y="3026"/>
                </a:lnTo>
                <a:lnTo>
                  <a:pt x="10548" y="3026"/>
                </a:lnTo>
                <a:lnTo>
                  <a:pt x="10548" y="3025"/>
                </a:lnTo>
                <a:lnTo>
                  <a:pt x="10547" y="3025"/>
                </a:lnTo>
                <a:lnTo>
                  <a:pt x="10546" y="3025"/>
                </a:lnTo>
                <a:lnTo>
                  <a:pt x="10546" y="3024"/>
                </a:lnTo>
                <a:lnTo>
                  <a:pt x="10545" y="3024"/>
                </a:lnTo>
                <a:lnTo>
                  <a:pt x="10544" y="3024"/>
                </a:lnTo>
                <a:lnTo>
                  <a:pt x="10543" y="3023"/>
                </a:lnTo>
                <a:lnTo>
                  <a:pt x="10542" y="3023"/>
                </a:lnTo>
                <a:lnTo>
                  <a:pt x="10541" y="3022"/>
                </a:lnTo>
                <a:lnTo>
                  <a:pt x="10540" y="3022"/>
                </a:lnTo>
                <a:lnTo>
                  <a:pt x="10539" y="3021"/>
                </a:lnTo>
                <a:lnTo>
                  <a:pt x="10538" y="3021"/>
                </a:lnTo>
                <a:lnTo>
                  <a:pt x="10537" y="3021"/>
                </a:lnTo>
                <a:lnTo>
                  <a:pt x="10537" y="3020"/>
                </a:lnTo>
                <a:lnTo>
                  <a:pt x="10536" y="3020"/>
                </a:lnTo>
                <a:lnTo>
                  <a:pt x="10535" y="3020"/>
                </a:lnTo>
                <a:lnTo>
                  <a:pt x="10534" y="3019"/>
                </a:lnTo>
                <a:lnTo>
                  <a:pt x="10533" y="3019"/>
                </a:lnTo>
                <a:lnTo>
                  <a:pt x="10532" y="3018"/>
                </a:lnTo>
                <a:lnTo>
                  <a:pt x="10531" y="3018"/>
                </a:lnTo>
                <a:lnTo>
                  <a:pt x="10530" y="3017"/>
                </a:lnTo>
                <a:lnTo>
                  <a:pt x="10529" y="3017"/>
                </a:lnTo>
                <a:lnTo>
                  <a:pt x="10528" y="3017"/>
                </a:lnTo>
                <a:lnTo>
                  <a:pt x="10528" y="3016"/>
                </a:lnTo>
                <a:lnTo>
                  <a:pt x="10527" y="3016"/>
                </a:lnTo>
                <a:lnTo>
                  <a:pt x="10526" y="3016"/>
                </a:lnTo>
                <a:lnTo>
                  <a:pt x="10526" y="3015"/>
                </a:lnTo>
                <a:lnTo>
                  <a:pt x="10525" y="3015"/>
                </a:lnTo>
                <a:lnTo>
                  <a:pt x="10524" y="3015"/>
                </a:lnTo>
                <a:lnTo>
                  <a:pt x="10523" y="3014"/>
                </a:lnTo>
                <a:lnTo>
                  <a:pt x="10522" y="3014"/>
                </a:lnTo>
                <a:lnTo>
                  <a:pt x="10521" y="3013"/>
                </a:lnTo>
                <a:lnTo>
                  <a:pt x="10520" y="3013"/>
                </a:lnTo>
                <a:lnTo>
                  <a:pt x="10519" y="3012"/>
                </a:lnTo>
                <a:lnTo>
                  <a:pt x="10518" y="3012"/>
                </a:lnTo>
                <a:lnTo>
                  <a:pt x="10517" y="3012"/>
                </a:lnTo>
                <a:lnTo>
                  <a:pt x="10517" y="3011"/>
                </a:lnTo>
                <a:lnTo>
                  <a:pt x="10516" y="3011"/>
                </a:lnTo>
                <a:lnTo>
                  <a:pt x="10515" y="3011"/>
                </a:lnTo>
                <a:lnTo>
                  <a:pt x="10514" y="3010"/>
                </a:lnTo>
                <a:lnTo>
                  <a:pt x="10513" y="3010"/>
                </a:lnTo>
                <a:lnTo>
                  <a:pt x="10513" y="3009"/>
                </a:lnTo>
                <a:lnTo>
                  <a:pt x="10512" y="3009"/>
                </a:lnTo>
                <a:lnTo>
                  <a:pt x="10511" y="3009"/>
                </a:lnTo>
                <a:lnTo>
                  <a:pt x="10510" y="3008"/>
                </a:lnTo>
                <a:lnTo>
                  <a:pt x="10509" y="3008"/>
                </a:lnTo>
                <a:lnTo>
                  <a:pt x="10508" y="3008"/>
                </a:lnTo>
                <a:lnTo>
                  <a:pt x="10508" y="3007"/>
                </a:lnTo>
                <a:lnTo>
                  <a:pt x="10507" y="3007"/>
                </a:lnTo>
                <a:lnTo>
                  <a:pt x="10506" y="3007"/>
                </a:lnTo>
                <a:lnTo>
                  <a:pt x="10506" y="3006"/>
                </a:lnTo>
                <a:lnTo>
                  <a:pt x="10505" y="3006"/>
                </a:lnTo>
                <a:lnTo>
                  <a:pt x="10504" y="3006"/>
                </a:lnTo>
                <a:lnTo>
                  <a:pt x="10504" y="3005"/>
                </a:lnTo>
                <a:lnTo>
                  <a:pt x="10503" y="3005"/>
                </a:lnTo>
                <a:lnTo>
                  <a:pt x="10502" y="3005"/>
                </a:lnTo>
                <a:lnTo>
                  <a:pt x="10501" y="3004"/>
                </a:lnTo>
                <a:lnTo>
                  <a:pt x="10500" y="3004"/>
                </a:lnTo>
                <a:lnTo>
                  <a:pt x="10499" y="3003"/>
                </a:lnTo>
                <a:lnTo>
                  <a:pt x="10498" y="3003"/>
                </a:lnTo>
                <a:lnTo>
                  <a:pt x="10497" y="3003"/>
                </a:lnTo>
                <a:lnTo>
                  <a:pt x="10497" y="3002"/>
                </a:lnTo>
                <a:lnTo>
                  <a:pt x="10496" y="3002"/>
                </a:lnTo>
                <a:lnTo>
                  <a:pt x="10495" y="3001"/>
                </a:lnTo>
                <a:lnTo>
                  <a:pt x="10494" y="3001"/>
                </a:lnTo>
                <a:lnTo>
                  <a:pt x="10493" y="3001"/>
                </a:lnTo>
                <a:lnTo>
                  <a:pt x="10493" y="3000"/>
                </a:lnTo>
                <a:lnTo>
                  <a:pt x="10492" y="3000"/>
                </a:lnTo>
                <a:lnTo>
                  <a:pt x="10491" y="3000"/>
                </a:lnTo>
                <a:lnTo>
                  <a:pt x="10490" y="2999"/>
                </a:lnTo>
                <a:lnTo>
                  <a:pt x="10489" y="2999"/>
                </a:lnTo>
                <a:lnTo>
                  <a:pt x="10488" y="2998"/>
                </a:lnTo>
                <a:lnTo>
                  <a:pt x="10487" y="2998"/>
                </a:lnTo>
                <a:lnTo>
                  <a:pt x="10486" y="2998"/>
                </a:lnTo>
                <a:lnTo>
                  <a:pt x="10486" y="2997"/>
                </a:lnTo>
                <a:lnTo>
                  <a:pt x="10485" y="2997"/>
                </a:lnTo>
                <a:lnTo>
                  <a:pt x="10484" y="2997"/>
                </a:lnTo>
                <a:lnTo>
                  <a:pt x="10484" y="2996"/>
                </a:lnTo>
                <a:lnTo>
                  <a:pt x="10483" y="2996"/>
                </a:lnTo>
                <a:lnTo>
                  <a:pt x="10482" y="2996"/>
                </a:lnTo>
                <a:lnTo>
                  <a:pt x="10481" y="2995"/>
                </a:lnTo>
                <a:lnTo>
                  <a:pt x="10480" y="2995"/>
                </a:lnTo>
                <a:lnTo>
                  <a:pt x="10479" y="2994"/>
                </a:lnTo>
                <a:lnTo>
                  <a:pt x="10478" y="2994"/>
                </a:lnTo>
                <a:lnTo>
                  <a:pt x="10477" y="2994"/>
                </a:lnTo>
                <a:lnTo>
                  <a:pt x="10477" y="2993"/>
                </a:lnTo>
                <a:lnTo>
                  <a:pt x="10476" y="2993"/>
                </a:lnTo>
                <a:lnTo>
                  <a:pt x="10475" y="2992"/>
                </a:lnTo>
                <a:lnTo>
                  <a:pt x="10474" y="2992"/>
                </a:lnTo>
                <a:lnTo>
                  <a:pt x="10473" y="2992"/>
                </a:lnTo>
                <a:lnTo>
                  <a:pt x="10473" y="2991"/>
                </a:lnTo>
                <a:lnTo>
                  <a:pt x="10472" y="2991"/>
                </a:lnTo>
                <a:lnTo>
                  <a:pt x="10471" y="2991"/>
                </a:lnTo>
                <a:lnTo>
                  <a:pt x="10470" y="2990"/>
                </a:lnTo>
                <a:lnTo>
                  <a:pt x="10469" y="2990"/>
                </a:lnTo>
                <a:lnTo>
                  <a:pt x="10468" y="2989"/>
                </a:lnTo>
                <a:lnTo>
                  <a:pt x="10467" y="2989"/>
                </a:lnTo>
                <a:lnTo>
                  <a:pt x="10466" y="2988"/>
                </a:lnTo>
                <a:lnTo>
                  <a:pt x="10465" y="2988"/>
                </a:lnTo>
                <a:lnTo>
                  <a:pt x="10464" y="2988"/>
                </a:lnTo>
                <a:lnTo>
                  <a:pt x="10464" y="2987"/>
                </a:lnTo>
                <a:lnTo>
                  <a:pt x="10463" y="2987"/>
                </a:lnTo>
                <a:lnTo>
                  <a:pt x="10462" y="2987"/>
                </a:lnTo>
                <a:lnTo>
                  <a:pt x="10461" y="2986"/>
                </a:lnTo>
                <a:lnTo>
                  <a:pt x="10460" y="2986"/>
                </a:lnTo>
                <a:lnTo>
                  <a:pt x="10459" y="2985"/>
                </a:lnTo>
                <a:lnTo>
                  <a:pt x="10458" y="2985"/>
                </a:lnTo>
                <a:lnTo>
                  <a:pt x="10457" y="2984"/>
                </a:lnTo>
                <a:lnTo>
                  <a:pt x="10456" y="2984"/>
                </a:lnTo>
                <a:lnTo>
                  <a:pt x="10455" y="2983"/>
                </a:lnTo>
                <a:lnTo>
                  <a:pt x="10454" y="2983"/>
                </a:lnTo>
                <a:lnTo>
                  <a:pt x="10453" y="2983"/>
                </a:lnTo>
                <a:lnTo>
                  <a:pt x="10453" y="2982"/>
                </a:lnTo>
                <a:lnTo>
                  <a:pt x="10452" y="2982"/>
                </a:lnTo>
                <a:lnTo>
                  <a:pt x="10451" y="2982"/>
                </a:lnTo>
                <a:lnTo>
                  <a:pt x="10450" y="2981"/>
                </a:lnTo>
                <a:lnTo>
                  <a:pt x="10449" y="2981"/>
                </a:lnTo>
                <a:lnTo>
                  <a:pt x="10448" y="2980"/>
                </a:lnTo>
                <a:lnTo>
                  <a:pt x="10447" y="2980"/>
                </a:lnTo>
                <a:lnTo>
                  <a:pt x="10446" y="2979"/>
                </a:lnTo>
                <a:lnTo>
                  <a:pt x="10445" y="2979"/>
                </a:lnTo>
                <a:lnTo>
                  <a:pt x="10444" y="2979"/>
                </a:lnTo>
                <a:lnTo>
                  <a:pt x="10444" y="2978"/>
                </a:lnTo>
                <a:lnTo>
                  <a:pt x="10443" y="2978"/>
                </a:lnTo>
                <a:lnTo>
                  <a:pt x="10442" y="2978"/>
                </a:lnTo>
                <a:lnTo>
                  <a:pt x="10442" y="2977"/>
                </a:lnTo>
                <a:lnTo>
                  <a:pt x="10441" y="2977"/>
                </a:lnTo>
                <a:lnTo>
                  <a:pt x="10440" y="2977"/>
                </a:lnTo>
                <a:lnTo>
                  <a:pt x="10439" y="2976"/>
                </a:lnTo>
                <a:lnTo>
                  <a:pt x="10438" y="2976"/>
                </a:lnTo>
                <a:lnTo>
                  <a:pt x="10437" y="2975"/>
                </a:lnTo>
                <a:lnTo>
                  <a:pt x="10436" y="2975"/>
                </a:lnTo>
                <a:lnTo>
                  <a:pt x="10435" y="2974"/>
                </a:lnTo>
                <a:lnTo>
                  <a:pt x="10434" y="2974"/>
                </a:lnTo>
                <a:lnTo>
                  <a:pt x="10433" y="2974"/>
                </a:lnTo>
                <a:lnTo>
                  <a:pt x="10433" y="2973"/>
                </a:lnTo>
                <a:lnTo>
                  <a:pt x="10432" y="2973"/>
                </a:lnTo>
                <a:lnTo>
                  <a:pt x="10431" y="2973"/>
                </a:lnTo>
                <a:lnTo>
                  <a:pt x="10430" y="2972"/>
                </a:lnTo>
                <a:lnTo>
                  <a:pt x="10429" y="2972"/>
                </a:lnTo>
                <a:lnTo>
                  <a:pt x="10429" y="2971"/>
                </a:lnTo>
                <a:lnTo>
                  <a:pt x="10428" y="2971"/>
                </a:lnTo>
                <a:lnTo>
                  <a:pt x="10427" y="2971"/>
                </a:lnTo>
                <a:lnTo>
                  <a:pt x="10426" y="2970"/>
                </a:lnTo>
                <a:lnTo>
                  <a:pt x="10425" y="2970"/>
                </a:lnTo>
                <a:lnTo>
                  <a:pt x="10424" y="2970"/>
                </a:lnTo>
                <a:lnTo>
                  <a:pt x="10424" y="2969"/>
                </a:lnTo>
                <a:lnTo>
                  <a:pt x="10423" y="2969"/>
                </a:lnTo>
                <a:lnTo>
                  <a:pt x="10422" y="2969"/>
                </a:lnTo>
                <a:lnTo>
                  <a:pt x="10422" y="2968"/>
                </a:lnTo>
                <a:lnTo>
                  <a:pt x="10421" y="2968"/>
                </a:lnTo>
                <a:lnTo>
                  <a:pt x="10420" y="2968"/>
                </a:lnTo>
                <a:lnTo>
                  <a:pt x="10420" y="2967"/>
                </a:lnTo>
                <a:lnTo>
                  <a:pt x="10419" y="2967"/>
                </a:lnTo>
                <a:lnTo>
                  <a:pt x="10418" y="2967"/>
                </a:lnTo>
                <a:lnTo>
                  <a:pt x="10417" y="2966"/>
                </a:lnTo>
                <a:lnTo>
                  <a:pt x="10416" y="2966"/>
                </a:lnTo>
                <a:lnTo>
                  <a:pt x="10415" y="2965"/>
                </a:lnTo>
                <a:lnTo>
                  <a:pt x="10414" y="2965"/>
                </a:lnTo>
                <a:lnTo>
                  <a:pt x="10413" y="2965"/>
                </a:lnTo>
                <a:lnTo>
                  <a:pt x="10413" y="2964"/>
                </a:lnTo>
                <a:lnTo>
                  <a:pt x="10412" y="2964"/>
                </a:lnTo>
                <a:lnTo>
                  <a:pt x="10411" y="2963"/>
                </a:lnTo>
                <a:lnTo>
                  <a:pt x="10410" y="2963"/>
                </a:lnTo>
                <a:lnTo>
                  <a:pt x="10409" y="2963"/>
                </a:lnTo>
                <a:lnTo>
                  <a:pt x="10409" y="2962"/>
                </a:lnTo>
                <a:lnTo>
                  <a:pt x="10408" y="2962"/>
                </a:lnTo>
                <a:lnTo>
                  <a:pt x="10407" y="2962"/>
                </a:lnTo>
                <a:lnTo>
                  <a:pt x="10406" y="2961"/>
                </a:lnTo>
                <a:lnTo>
                  <a:pt x="10405" y="2961"/>
                </a:lnTo>
                <a:lnTo>
                  <a:pt x="10404" y="2961"/>
                </a:lnTo>
                <a:lnTo>
                  <a:pt x="10404" y="2960"/>
                </a:lnTo>
                <a:lnTo>
                  <a:pt x="10403" y="2960"/>
                </a:lnTo>
                <a:lnTo>
                  <a:pt x="10402" y="2960"/>
                </a:lnTo>
                <a:lnTo>
                  <a:pt x="10402" y="2959"/>
                </a:lnTo>
                <a:lnTo>
                  <a:pt x="10401" y="2959"/>
                </a:lnTo>
                <a:lnTo>
                  <a:pt x="10400" y="2959"/>
                </a:lnTo>
                <a:lnTo>
                  <a:pt x="10400" y="2958"/>
                </a:lnTo>
                <a:lnTo>
                  <a:pt x="10399" y="2958"/>
                </a:lnTo>
                <a:lnTo>
                  <a:pt x="10398" y="2958"/>
                </a:lnTo>
                <a:lnTo>
                  <a:pt x="10397" y="2957"/>
                </a:lnTo>
                <a:lnTo>
                  <a:pt x="10396" y="2957"/>
                </a:lnTo>
                <a:lnTo>
                  <a:pt x="10395" y="2956"/>
                </a:lnTo>
                <a:lnTo>
                  <a:pt x="10394" y="2956"/>
                </a:lnTo>
                <a:lnTo>
                  <a:pt x="10393" y="2956"/>
                </a:lnTo>
                <a:lnTo>
                  <a:pt x="10393" y="2955"/>
                </a:lnTo>
                <a:lnTo>
                  <a:pt x="10392" y="2955"/>
                </a:lnTo>
                <a:lnTo>
                  <a:pt x="10391" y="2954"/>
                </a:lnTo>
                <a:lnTo>
                  <a:pt x="10390" y="2954"/>
                </a:lnTo>
                <a:lnTo>
                  <a:pt x="10389" y="2954"/>
                </a:lnTo>
                <a:lnTo>
                  <a:pt x="10389" y="2953"/>
                </a:lnTo>
                <a:lnTo>
                  <a:pt x="10388" y="2953"/>
                </a:lnTo>
                <a:lnTo>
                  <a:pt x="10387" y="2953"/>
                </a:lnTo>
                <a:lnTo>
                  <a:pt x="10386" y="2952"/>
                </a:lnTo>
                <a:lnTo>
                  <a:pt x="10385" y="2952"/>
                </a:lnTo>
                <a:lnTo>
                  <a:pt x="10384" y="2952"/>
                </a:lnTo>
                <a:lnTo>
                  <a:pt x="10384" y="2951"/>
                </a:lnTo>
                <a:lnTo>
                  <a:pt x="10383" y="2951"/>
                </a:lnTo>
                <a:lnTo>
                  <a:pt x="10382" y="2950"/>
                </a:lnTo>
                <a:lnTo>
                  <a:pt x="10381" y="2950"/>
                </a:lnTo>
                <a:lnTo>
                  <a:pt x="10380" y="2950"/>
                </a:lnTo>
                <a:lnTo>
                  <a:pt x="10380" y="2949"/>
                </a:lnTo>
                <a:lnTo>
                  <a:pt x="10379" y="2949"/>
                </a:lnTo>
                <a:lnTo>
                  <a:pt x="10378" y="2949"/>
                </a:lnTo>
                <a:lnTo>
                  <a:pt x="10377" y="2948"/>
                </a:lnTo>
                <a:lnTo>
                  <a:pt x="10376" y="2948"/>
                </a:lnTo>
                <a:lnTo>
                  <a:pt x="10375" y="2947"/>
                </a:lnTo>
                <a:lnTo>
                  <a:pt x="10374" y="2947"/>
                </a:lnTo>
                <a:lnTo>
                  <a:pt x="10373" y="2946"/>
                </a:lnTo>
                <a:lnTo>
                  <a:pt x="10372" y="2946"/>
                </a:lnTo>
                <a:lnTo>
                  <a:pt x="10371" y="2945"/>
                </a:lnTo>
                <a:lnTo>
                  <a:pt x="10370" y="2945"/>
                </a:lnTo>
                <a:lnTo>
                  <a:pt x="10369" y="2945"/>
                </a:lnTo>
                <a:lnTo>
                  <a:pt x="10369" y="2944"/>
                </a:lnTo>
                <a:lnTo>
                  <a:pt x="10368" y="2944"/>
                </a:lnTo>
                <a:lnTo>
                  <a:pt x="10367" y="2944"/>
                </a:lnTo>
                <a:lnTo>
                  <a:pt x="10366" y="2943"/>
                </a:lnTo>
                <a:lnTo>
                  <a:pt x="10365" y="2943"/>
                </a:lnTo>
                <a:lnTo>
                  <a:pt x="10364" y="2942"/>
                </a:lnTo>
                <a:lnTo>
                  <a:pt x="10363" y="2942"/>
                </a:lnTo>
                <a:lnTo>
                  <a:pt x="10362" y="2941"/>
                </a:lnTo>
                <a:lnTo>
                  <a:pt x="10361" y="2941"/>
                </a:lnTo>
                <a:lnTo>
                  <a:pt x="10360" y="2941"/>
                </a:lnTo>
                <a:lnTo>
                  <a:pt x="10360" y="2940"/>
                </a:lnTo>
                <a:lnTo>
                  <a:pt x="10359" y="2940"/>
                </a:lnTo>
                <a:lnTo>
                  <a:pt x="10358" y="2940"/>
                </a:lnTo>
                <a:lnTo>
                  <a:pt x="10357" y="2939"/>
                </a:lnTo>
                <a:lnTo>
                  <a:pt x="10356" y="2939"/>
                </a:lnTo>
                <a:lnTo>
                  <a:pt x="10355" y="2938"/>
                </a:lnTo>
                <a:lnTo>
                  <a:pt x="10354" y="2938"/>
                </a:lnTo>
                <a:lnTo>
                  <a:pt x="10353" y="2937"/>
                </a:lnTo>
                <a:lnTo>
                  <a:pt x="10352" y="2937"/>
                </a:lnTo>
                <a:lnTo>
                  <a:pt x="10351" y="2936"/>
                </a:lnTo>
                <a:lnTo>
                  <a:pt x="10350" y="2936"/>
                </a:lnTo>
                <a:lnTo>
                  <a:pt x="10349" y="2936"/>
                </a:lnTo>
                <a:lnTo>
                  <a:pt x="10349" y="2935"/>
                </a:lnTo>
                <a:lnTo>
                  <a:pt x="10348" y="2935"/>
                </a:lnTo>
                <a:lnTo>
                  <a:pt x="10347" y="2935"/>
                </a:lnTo>
                <a:lnTo>
                  <a:pt x="10346" y="2934"/>
                </a:lnTo>
                <a:lnTo>
                  <a:pt x="10345" y="2934"/>
                </a:lnTo>
                <a:lnTo>
                  <a:pt x="10345" y="2933"/>
                </a:lnTo>
                <a:lnTo>
                  <a:pt x="10344" y="2933"/>
                </a:lnTo>
                <a:lnTo>
                  <a:pt x="10343" y="2933"/>
                </a:lnTo>
                <a:lnTo>
                  <a:pt x="10342" y="2932"/>
                </a:lnTo>
                <a:lnTo>
                  <a:pt x="10341" y="2932"/>
                </a:lnTo>
                <a:lnTo>
                  <a:pt x="10340" y="2932"/>
                </a:lnTo>
                <a:lnTo>
                  <a:pt x="10340" y="2931"/>
                </a:lnTo>
                <a:lnTo>
                  <a:pt x="10339" y="2931"/>
                </a:lnTo>
                <a:lnTo>
                  <a:pt x="10338" y="2931"/>
                </a:lnTo>
                <a:lnTo>
                  <a:pt x="10337" y="2930"/>
                </a:lnTo>
                <a:lnTo>
                  <a:pt x="10336" y="2930"/>
                </a:lnTo>
                <a:lnTo>
                  <a:pt x="10336" y="2929"/>
                </a:lnTo>
                <a:lnTo>
                  <a:pt x="10335" y="2929"/>
                </a:lnTo>
                <a:lnTo>
                  <a:pt x="10334" y="2929"/>
                </a:lnTo>
                <a:lnTo>
                  <a:pt x="10333" y="2928"/>
                </a:lnTo>
                <a:lnTo>
                  <a:pt x="10332" y="2928"/>
                </a:lnTo>
                <a:lnTo>
                  <a:pt x="10331" y="2927"/>
                </a:lnTo>
                <a:lnTo>
                  <a:pt x="10330" y="2927"/>
                </a:lnTo>
                <a:lnTo>
                  <a:pt x="10329" y="2927"/>
                </a:lnTo>
                <a:lnTo>
                  <a:pt x="10329" y="2926"/>
                </a:lnTo>
                <a:lnTo>
                  <a:pt x="10328" y="2926"/>
                </a:lnTo>
                <a:lnTo>
                  <a:pt x="10327" y="2926"/>
                </a:lnTo>
                <a:lnTo>
                  <a:pt x="10327" y="2925"/>
                </a:lnTo>
                <a:lnTo>
                  <a:pt x="10326" y="2925"/>
                </a:lnTo>
                <a:lnTo>
                  <a:pt x="10325" y="2925"/>
                </a:lnTo>
                <a:lnTo>
                  <a:pt x="10325" y="2924"/>
                </a:lnTo>
                <a:lnTo>
                  <a:pt x="10324" y="2924"/>
                </a:lnTo>
                <a:lnTo>
                  <a:pt x="10323" y="2924"/>
                </a:lnTo>
                <a:lnTo>
                  <a:pt x="10322" y="2923"/>
                </a:lnTo>
                <a:lnTo>
                  <a:pt x="10321" y="2923"/>
                </a:lnTo>
                <a:lnTo>
                  <a:pt x="10320" y="2923"/>
                </a:lnTo>
                <a:lnTo>
                  <a:pt x="10320" y="2922"/>
                </a:lnTo>
                <a:lnTo>
                  <a:pt x="10319" y="2922"/>
                </a:lnTo>
                <a:lnTo>
                  <a:pt x="10318" y="2922"/>
                </a:lnTo>
                <a:lnTo>
                  <a:pt x="10317" y="2921"/>
                </a:lnTo>
                <a:lnTo>
                  <a:pt x="10316" y="2921"/>
                </a:lnTo>
                <a:lnTo>
                  <a:pt x="10316" y="2920"/>
                </a:lnTo>
                <a:lnTo>
                  <a:pt x="10315" y="2920"/>
                </a:lnTo>
                <a:lnTo>
                  <a:pt x="10314" y="2920"/>
                </a:lnTo>
                <a:lnTo>
                  <a:pt x="10313" y="2919"/>
                </a:lnTo>
                <a:lnTo>
                  <a:pt x="10312" y="2919"/>
                </a:lnTo>
                <a:lnTo>
                  <a:pt x="10311" y="2918"/>
                </a:lnTo>
                <a:lnTo>
                  <a:pt x="10310" y="2918"/>
                </a:lnTo>
                <a:lnTo>
                  <a:pt x="10309" y="2918"/>
                </a:lnTo>
                <a:lnTo>
                  <a:pt x="10309" y="2917"/>
                </a:lnTo>
                <a:lnTo>
                  <a:pt x="10308" y="2917"/>
                </a:lnTo>
                <a:lnTo>
                  <a:pt x="10307" y="2916"/>
                </a:lnTo>
                <a:lnTo>
                  <a:pt x="10306" y="2916"/>
                </a:lnTo>
                <a:lnTo>
                  <a:pt x="10305" y="2916"/>
                </a:lnTo>
                <a:lnTo>
                  <a:pt x="10305" y="2915"/>
                </a:lnTo>
                <a:lnTo>
                  <a:pt x="10304" y="2915"/>
                </a:lnTo>
                <a:lnTo>
                  <a:pt x="10303" y="2915"/>
                </a:lnTo>
                <a:lnTo>
                  <a:pt x="10302" y="2914"/>
                </a:lnTo>
                <a:lnTo>
                  <a:pt x="10301" y="2914"/>
                </a:lnTo>
                <a:lnTo>
                  <a:pt x="10300" y="2914"/>
                </a:lnTo>
                <a:lnTo>
                  <a:pt x="10300" y="2913"/>
                </a:lnTo>
                <a:lnTo>
                  <a:pt x="10299" y="2913"/>
                </a:lnTo>
                <a:lnTo>
                  <a:pt x="10298" y="2912"/>
                </a:lnTo>
                <a:lnTo>
                  <a:pt x="10297" y="2912"/>
                </a:lnTo>
                <a:lnTo>
                  <a:pt x="10296" y="2912"/>
                </a:lnTo>
                <a:lnTo>
                  <a:pt x="10296" y="2911"/>
                </a:lnTo>
                <a:lnTo>
                  <a:pt x="10295" y="2911"/>
                </a:lnTo>
                <a:lnTo>
                  <a:pt x="10294" y="2911"/>
                </a:lnTo>
                <a:lnTo>
                  <a:pt x="10293" y="2910"/>
                </a:lnTo>
                <a:lnTo>
                  <a:pt x="10292" y="2910"/>
                </a:lnTo>
                <a:lnTo>
                  <a:pt x="10291" y="2909"/>
                </a:lnTo>
                <a:lnTo>
                  <a:pt x="10290" y="2909"/>
                </a:lnTo>
                <a:lnTo>
                  <a:pt x="10289" y="2908"/>
                </a:lnTo>
                <a:lnTo>
                  <a:pt x="10288" y="2908"/>
                </a:lnTo>
                <a:lnTo>
                  <a:pt x="10287" y="2907"/>
                </a:lnTo>
                <a:lnTo>
                  <a:pt x="10286" y="2907"/>
                </a:lnTo>
                <a:lnTo>
                  <a:pt x="10285" y="2907"/>
                </a:lnTo>
                <a:lnTo>
                  <a:pt x="10285" y="2906"/>
                </a:lnTo>
                <a:lnTo>
                  <a:pt x="10284" y="2906"/>
                </a:lnTo>
                <a:lnTo>
                  <a:pt x="10283" y="2906"/>
                </a:lnTo>
                <a:lnTo>
                  <a:pt x="10282" y="2905"/>
                </a:lnTo>
                <a:lnTo>
                  <a:pt x="10281" y="2905"/>
                </a:lnTo>
                <a:lnTo>
                  <a:pt x="10280" y="2905"/>
                </a:lnTo>
                <a:lnTo>
                  <a:pt x="10280" y="2904"/>
                </a:lnTo>
                <a:lnTo>
                  <a:pt x="10279" y="2904"/>
                </a:lnTo>
                <a:lnTo>
                  <a:pt x="10278" y="2903"/>
                </a:lnTo>
                <a:lnTo>
                  <a:pt x="10277" y="2903"/>
                </a:lnTo>
                <a:lnTo>
                  <a:pt x="10276" y="2903"/>
                </a:lnTo>
                <a:lnTo>
                  <a:pt x="10276" y="2902"/>
                </a:lnTo>
                <a:lnTo>
                  <a:pt x="10275" y="2902"/>
                </a:lnTo>
                <a:lnTo>
                  <a:pt x="10274" y="2902"/>
                </a:lnTo>
                <a:lnTo>
                  <a:pt x="10273" y="2901"/>
                </a:lnTo>
                <a:lnTo>
                  <a:pt x="10272" y="2901"/>
                </a:lnTo>
                <a:lnTo>
                  <a:pt x="10271" y="2900"/>
                </a:lnTo>
                <a:lnTo>
                  <a:pt x="10270" y="2900"/>
                </a:lnTo>
                <a:lnTo>
                  <a:pt x="10269" y="2899"/>
                </a:lnTo>
                <a:lnTo>
                  <a:pt x="10268" y="2899"/>
                </a:lnTo>
                <a:lnTo>
                  <a:pt x="10267" y="2898"/>
                </a:lnTo>
                <a:lnTo>
                  <a:pt x="10266" y="2898"/>
                </a:lnTo>
                <a:lnTo>
                  <a:pt x="10265" y="2898"/>
                </a:lnTo>
                <a:lnTo>
                  <a:pt x="10265" y="2897"/>
                </a:lnTo>
                <a:lnTo>
                  <a:pt x="10264" y="2897"/>
                </a:lnTo>
                <a:lnTo>
                  <a:pt x="10263" y="2897"/>
                </a:lnTo>
                <a:lnTo>
                  <a:pt x="10262" y="2896"/>
                </a:lnTo>
                <a:lnTo>
                  <a:pt x="10261" y="2896"/>
                </a:lnTo>
                <a:lnTo>
                  <a:pt x="10260" y="2895"/>
                </a:lnTo>
                <a:lnTo>
                  <a:pt x="10259" y="2895"/>
                </a:lnTo>
                <a:lnTo>
                  <a:pt x="10258" y="2894"/>
                </a:lnTo>
                <a:lnTo>
                  <a:pt x="10257" y="2894"/>
                </a:lnTo>
                <a:lnTo>
                  <a:pt x="10256" y="2894"/>
                </a:lnTo>
                <a:lnTo>
                  <a:pt x="10256" y="2893"/>
                </a:lnTo>
                <a:lnTo>
                  <a:pt x="10255" y="2893"/>
                </a:lnTo>
                <a:lnTo>
                  <a:pt x="10254" y="2893"/>
                </a:lnTo>
                <a:lnTo>
                  <a:pt x="10253" y="2892"/>
                </a:lnTo>
                <a:lnTo>
                  <a:pt x="10252" y="2892"/>
                </a:lnTo>
                <a:lnTo>
                  <a:pt x="10252" y="2891"/>
                </a:lnTo>
                <a:lnTo>
                  <a:pt x="10251" y="2891"/>
                </a:lnTo>
                <a:lnTo>
                  <a:pt x="10250" y="2891"/>
                </a:lnTo>
                <a:lnTo>
                  <a:pt x="10249" y="2890"/>
                </a:lnTo>
                <a:lnTo>
                  <a:pt x="10248" y="2890"/>
                </a:lnTo>
                <a:lnTo>
                  <a:pt x="10247" y="2889"/>
                </a:lnTo>
                <a:lnTo>
                  <a:pt x="10246" y="2889"/>
                </a:lnTo>
                <a:lnTo>
                  <a:pt x="10245" y="2889"/>
                </a:lnTo>
                <a:lnTo>
                  <a:pt x="10245" y="2888"/>
                </a:lnTo>
                <a:lnTo>
                  <a:pt x="10244" y="2888"/>
                </a:lnTo>
                <a:lnTo>
                  <a:pt x="10243" y="2888"/>
                </a:lnTo>
                <a:lnTo>
                  <a:pt x="10243" y="2887"/>
                </a:lnTo>
                <a:lnTo>
                  <a:pt x="10242" y="2887"/>
                </a:lnTo>
                <a:lnTo>
                  <a:pt x="10241" y="2887"/>
                </a:lnTo>
                <a:lnTo>
                  <a:pt x="10241" y="2886"/>
                </a:lnTo>
                <a:lnTo>
                  <a:pt x="10240" y="2886"/>
                </a:lnTo>
                <a:lnTo>
                  <a:pt x="10239" y="2886"/>
                </a:lnTo>
                <a:lnTo>
                  <a:pt x="10238" y="2885"/>
                </a:lnTo>
                <a:lnTo>
                  <a:pt x="10237" y="2885"/>
                </a:lnTo>
                <a:lnTo>
                  <a:pt x="10236" y="2885"/>
                </a:lnTo>
                <a:lnTo>
                  <a:pt x="10236" y="2884"/>
                </a:lnTo>
                <a:lnTo>
                  <a:pt x="10235" y="2884"/>
                </a:lnTo>
                <a:lnTo>
                  <a:pt x="10234" y="2884"/>
                </a:lnTo>
                <a:lnTo>
                  <a:pt x="10233" y="2883"/>
                </a:lnTo>
                <a:lnTo>
                  <a:pt x="10232" y="2883"/>
                </a:lnTo>
                <a:lnTo>
                  <a:pt x="10232" y="2882"/>
                </a:lnTo>
                <a:lnTo>
                  <a:pt x="10231" y="2882"/>
                </a:lnTo>
                <a:lnTo>
                  <a:pt x="10230" y="2882"/>
                </a:lnTo>
                <a:lnTo>
                  <a:pt x="10229" y="2881"/>
                </a:lnTo>
                <a:lnTo>
                  <a:pt x="10228" y="2881"/>
                </a:lnTo>
                <a:lnTo>
                  <a:pt x="10227" y="2880"/>
                </a:lnTo>
                <a:lnTo>
                  <a:pt x="10226" y="2880"/>
                </a:lnTo>
                <a:lnTo>
                  <a:pt x="10225" y="2880"/>
                </a:lnTo>
                <a:lnTo>
                  <a:pt x="10225" y="2879"/>
                </a:lnTo>
                <a:lnTo>
                  <a:pt x="10224" y="2879"/>
                </a:lnTo>
                <a:lnTo>
                  <a:pt x="10223" y="2879"/>
                </a:lnTo>
                <a:lnTo>
                  <a:pt x="10223" y="2878"/>
                </a:lnTo>
                <a:lnTo>
                  <a:pt x="10222" y="2878"/>
                </a:lnTo>
                <a:lnTo>
                  <a:pt x="10221" y="2878"/>
                </a:lnTo>
                <a:lnTo>
                  <a:pt x="10221" y="2877"/>
                </a:lnTo>
                <a:lnTo>
                  <a:pt x="10220" y="2877"/>
                </a:lnTo>
                <a:lnTo>
                  <a:pt x="10219" y="2877"/>
                </a:lnTo>
                <a:lnTo>
                  <a:pt x="10218" y="2876"/>
                </a:lnTo>
                <a:lnTo>
                  <a:pt x="10217" y="2876"/>
                </a:lnTo>
                <a:lnTo>
                  <a:pt x="10216" y="2876"/>
                </a:lnTo>
                <a:lnTo>
                  <a:pt x="10216" y="2875"/>
                </a:lnTo>
                <a:lnTo>
                  <a:pt x="10215" y="2875"/>
                </a:lnTo>
                <a:lnTo>
                  <a:pt x="10214" y="2874"/>
                </a:lnTo>
                <a:lnTo>
                  <a:pt x="10213" y="2874"/>
                </a:lnTo>
                <a:lnTo>
                  <a:pt x="10212" y="2874"/>
                </a:lnTo>
                <a:lnTo>
                  <a:pt x="10212" y="2873"/>
                </a:lnTo>
                <a:lnTo>
                  <a:pt x="10211" y="2873"/>
                </a:lnTo>
                <a:lnTo>
                  <a:pt x="10210" y="2873"/>
                </a:lnTo>
                <a:lnTo>
                  <a:pt x="10209" y="2872"/>
                </a:lnTo>
                <a:lnTo>
                  <a:pt x="10208" y="2872"/>
                </a:lnTo>
                <a:lnTo>
                  <a:pt x="10207" y="2871"/>
                </a:lnTo>
                <a:lnTo>
                  <a:pt x="10206" y="2871"/>
                </a:lnTo>
                <a:lnTo>
                  <a:pt x="10205" y="2870"/>
                </a:lnTo>
                <a:lnTo>
                  <a:pt x="10204" y="2870"/>
                </a:lnTo>
                <a:lnTo>
                  <a:pt x="10203" y="2870"/>
                </a:lnTo>
                <a:lnTo>
                  <a:pt x="10203" y="2869"/>
                </a:lnTo>
                <a:lnTo>
                  <a:pt x="10202" y="2869"/>
                </a:lnTo>
                <a:lnTo>
                  <a:pt x="10201" y="2869"/>
                </a:lnTo>
                <a:lnTo>
                  <a:pt x="10201" y="2868"/>
                </a:lnTo>
                <a:lnTo>
                  <a:pt x="10200" y="2868"/>
                </a:lnTo>
                <a:lnTo>
                  <a:pt x="10199" y="2868"/>
                </a:lnTo>
                <a:lnTo>
                  <a:pt x="10198" y="2867"/>
                </a:lnTo>
                <a:lnTo>
                  <a:pt x="10197" y="2867"/>
                </a:lnTo>
                <a:lnTo>
                  <a:pt x="10196" y="2867"/>
                </a:lnTo>
                <a:lnTo>
                  <a:pt x="10196" y="2866"/>
                </a:lnTo>
                <a:lnTo>
                  <a:pt x="10195" y="2866"/>
                </a:lnTo>
                <a:lnTo>
                  <a:pt x="10194" y="2865"/>
                </a:lnTo>
                <a:lnTo>
                  <a:pt x="10193" y="2865"/>
                </a:lnTo>
                <a:lnTo>
                  <a:pt x="10192" y="2865"/>
                </a:lnTo>
                <a:lnTo>
                  <a:pt x="10192" y="2864"/>
                </a:lnTo>
                <a:lnTo>
                  <a:pt x="10191" y="2864"/>
                </a:lnTo>
                <a:lnTo>
                  <a:pt x="10190" y="2864"/>
                </a:lnTo>
                <a:lnTo>
                  <a:pt x="10189" y="2863"/>
                </a:lnTo>
                <a:lnTo>
                  <a:pt x="10188" y="2863"/>
                </a:lnTo>
                <a:lnTo>
                  <a:pt x="10187" y="2862"/>
                </a:lnTo>
                <a:lnTo>
                  <a:pt x="10186" y="2862"/>
                </a:lnTo>
                <a:lnTo>
                  <a:pt x="10185" y="2861"/>
                </a:lnTo>
                <a:lnTo>
                  <a:pt x="10184" y="2861"/>
                </a:lnTo>
                <a:lnTo>
                  <a:pt x="10183" y="2860"/>
                </a:lnTo>
                <a:lnTo>
                  <a:pt x="10182" y="2860"/>
                </a:lnTo>
                <a:lnTo>
                  <a:pt x="10181" y="2860"/>
                </a:lnTo>
                <a:lnTo>
                  <a:pt x="10181" y="2859"/>
                </a:lnTo>
                <a:lnTo>
                  <a:pt x="10180" y="2859"/>
                </a:lnTo>
                <a:lnTo>
                  <a:pt x="10179" y="2859"/>
                </a:lnTo>
                <a:lnTo>
                  <a:pt x="10178" y="2858"/>
                </a:lnTo>
                <a:lnTo>
                  <a:pt x="10177" y="2858"/>
                </a:lnTo>
                <a:lnTo>
                  <a:pt x="10176" y="2857"/>
                </a:lnTo>
                <a:lnTo>
                  <a:pt x="10175" y="2857"/>
                </a:lnTo>
                <a:lnTo>
                  <a:pt x="10174" y="2856"/>
                </a:lnTo>
                <a:lnTo>
                  <a:pt x="10173" y="2856"/>
                </a:lnTo>
                <a:lnTo>
                  <a:pt x="10172" y="2856"/>
                </a:lnTo>
                <a:lnTo>
                  <a:pt x="10172" y="2855"/>
                </a:lnTo>
                <a:lnTo>
                  <a:pt x="10171" y="2855"/>
                </a:lnTo>
                <a:lnTo>
                  <a:pt x="10170" y="2855"/>
                </a:lnTo>
                <a:lnTo>
                  <a:pt x="10169" y="2854"/>
                </a:lnTo>
                <a:lnTo>
                  <a:pt x="10168" y="2854"/>
                </a:lnTo>
                <a:lnTo>
                  <a:pt x="10168" y="2853"/>
                </a:lnTo>
                <a:lnTo>
                  <a:pt x="10167" y="2853"/>
                </a:lnTo>
                <a:lnTo>
                  <a:pt x="10166" y="2853"/>
                </a:lnTo>
                <a:lnTo>
                  <a:pt x="10165" y="2852"/>
                </a:lnTo>
                <a:lnTo>
                  <a:pt x="10164" y="2852"/>
                </a:lnTo>
                <a:lnTo>
                  <a:pt x="10163" y="2851"/>
                </a:lnTo>
                <a:lnTo>
                  <a:pt x="10162" y="2851"/>
                </a:lnTo>
                <a:lnTo>
                  <a:pt x="10161" y="2851"/>
                </a:lnTo>
                <a:lnTo>
                  <a:pt x="10161" y="2850"/>
                </a:lnTo>
                <a:lnTo>
                  <a:pt x="10160" y="2850"/>
                </a:lnTo>
                <a:lnTo>
                  <a:pt x="10159" y="2850"/>
                </a:lnTo>
                <a:lnTo>
                  <a:pt x="10159" y="2849"/>
                </a:lnTo>
                <a:lnTo>
                  <a:pt x="10158" y="2849"/>
                </a:lnTo>
                <a:lnTo>
                  <a:pt x="10157" y="2849"/>
                </a:lnTo>
                <a:lnTo>
                  <a:pt x="10156" y="2848"/>
                </a:lnTo>
                <a:lnTo>
                  <a:pt x="10155" y="2848"/>
                </a:lnTo>
                <a:lnTo>
                  <a:pt x="10154" y="2847"/>
                </a:lnTo>
                <a:lnTo>
                  <a:pt x="10153" y="2847"/>
                </a:lnTo>
                <a:lnTo>
                  <a:pt x="10152" y="2847"/>
                </a:lnTo>
                <a:lnTo>
                  <a:pt x="10152" y="2846"/>
                </a:lnTo>
                <a:lnTo>
                  <a:pt x="10151" y="2846"/>
                </a:lnTo>
                <a:lnTo>
                  <a:pt x="10150" y="2846"/>
                </a:lnTo>
                <a:lnTo>
                  <a:pt x="10149" y="2845"/>
                </a:lnTo>
                <a:lnTo>
                  <a:pt x="10148" y="2845"/>
                </a:lnTo>
                <a:lnTo>
                  <a:pt x="10148" y="2844"/>
                </a:lnTo>
                <a:lnTo>
                  <a:pt x="10147" y="2844"/>
                </a:lnTo>
                <a:lnTo>
                  <a:pt x="10146" y="2844"/>
                </a:lnTo>
                <a:lnTo>
                  <a:pt x="10145" y="2843"/>
                </a:lnTo>
                <a:lnTo>
                  <a:pt x="10144" y="2843"/>
                </a:lnTo>
                <a:lnTo>
                  <a:pt x="10143" y="2842"/>
                </a:lnTo>
                <a:lnTo>
                  <a:pt x="10142" y="2842"/>
                </a:lnTo>
                <a:lnTo>
                  <a:pt x="10141" y="2842"/>
                </a:lnTo>
                <a:lnTo>
                  <a:pt x="10141" y="2841"/>
                </a:lnTo>
                <a:lnTo>
                  <a:pt x="10140" y="2841"/>
                </a:lnTo>
                <a:lnTo>
                  <a:pt x="10139" y="2841"/>
                </a:lnTo>
                <a:lnTo>
                  <a:pt x="10139" y="2840"/>
                </a:lnTo>
                <a:lnTo>
                  <a:pt x="10138" y="2840"/>
                </a:lnTo>
                <a:lnTo>
                  <a:pt x="10137" y="2840"/>
                </a:lnTo>
                <a:lnTo>
                  <a:pt x="10136" y="2839"/>
                </a:lnTo>
                <a:lnTo>
                  <a:pt x="10135" y="2839"/>
                </a:lnTo>
                <a:lnTo>
                  <a:pt x="10134" y="2838"/>
                </a:lnTo>
                <a:lnTo>
                  <a:pt x="10133" y="2838"/>
                </a:lnTo>
                <a:lnTo>
                  <a:pt x="10132" y="2838"/>
                </a:lnTo>
                <a:lnTo>
                  <a:pt x="10132" y="2837"/>
                </a:lnTo>
                <a:lnTo>
                  <a:pt x="10131" y="2837"/>
                </a:lnTo>
                <a:lnTo>
                  <a:pt x="10130" y="2836"/>
                </a:lnTo>
                <a:lnTo>
                  <a:pt x="10129" y="2836"/>
                </a:lnTo>
                <a:lnTo>
                  <a:pt x="10128" y="2836"/>
                </a:lnTo>
                <a:lnTo>
                  <a:pt x="10128" y="2835"/>
                </a:lnTo>
                <a:lnTo>
                  <a:pt x="10127" y="2835"/>
                </a:lnTo>
                <a:lnTo>
                  <a:pt x="10126" y="2835"/>
                </a:lnTo>
                <a:lnTo>
                  <a:pt x="10125" y="2834"/>
                </a:lnTo>
                <a:lnTo>
                  <a:pt x="10124" y="2834"/>
                </a:lnTo>
                <a:lnTo>
                  <a:pt x="10123" y="2833"/>
                </a:lnTo>
                <a:lnTo>
                  <a:pt x="10122" y="2833"/>
                </a:lnTo>
                <a:lnTo>
                  <a:pt x="10121" y="2832"/>
                </a:lnTo>
                <a:lnTo>
                  <a:pt x="10120" y="2832"/>
                </a:lnTo>
                <a:lnTo>
                  <a:pt x="10119" y="2832"/>
                </a:lnTo>
                <a:lnTo>
                  <a:pt x="10119" y="2831"/>
                </a:lnTo>
                <a:lnTo>
                  <a:pt x="10118" y="2831"/>
                </a:lnTo>
                <a:lnTo>
                  <a:pt x="10117" y="2831"/>
                </a:lnTo>
                <a:lnTo>
                  <a:pt x="10117" y="2830"/>
                </a:lnTo>
                <a:lnTo>
                  <a:pt x="10116" y="2830"/>
                </a:lnTo>
                <a:lnTo>
                  <a:pt x="10115" y="2830"/>
                </a:lnTo>
                <a:lnTo>
                  <a:pt x="10114" y="2829"/>
                </a:lnTo>
                <a:lnTo>
                  <a:pt x="10113" y="2829"/>
                </a:lnTo>
                <a:lnTo>
                  <a:pt x="10112" y="2829"/>
                </a:lnTo>
                <a:lnTo>
                  <a:pt x="10112" y="2828"/>
                </a:lnTo>
                <a:lnTo>
                  <a:pt x="10111" y="2828"/>
                </a:lnTo>
                <a:lnTo>
                  <a:pt x="10110" y="2827"/>
                </a:lnTo>
                <a:lnTo>
                  <a:pt x="10109" y="2827"/>
                </a:lnTo>
                <a:lnTo>
                  <a:pt x="10108" y="2827"/>
                </a:lnTo>
                <a:lnTo>
                  <a:pt x="10108" y="2826"/>
                </a:lnTo>
                <a:lnTo>
                  <a:pt x="10107" y="2826"/>
                </a:lnTo>
                <a:lnTo>
                  <a:pt x="10106" y="2826"/>
                </a:lnTo>
                <a:lnTo>
                  <a:pt x="10105" y="2825"/>
                </a:lnTo>
                <a:lnTo>
                  <a:pt x="10104" y="2825"/>
                </a:lnTo>
                <a:lnTo>
                  <a:pt x="10103" y="2824"/>
                </a:lnTo>
                <a:lnTo>
                  <a:pt x="10102" y="2824"/>
                </a:lnTo>
                <a:lnTo>
                  <a:pt x="10101" y="2823"/>
                </a:lnTo>
                <a:lnTo>
                  <a:pt x="10100" y="2823"/>
                </a:lnTo>
                <a:lnTo>
                  <a:pt x="10099" y="2823"/>
                </a:lnTo>
                <a:lnTo>
                  <a:pt x="10099" y="2822"/>
                </a:lnTo>
                <a:lnTo>
                  <a:pt x="10098" y="2822"/>
                </a:lnTo>
                <a:lnTo>
                  <a:pt x="10097" y="2822"/>
                </a:lnTo>
                <a:lnTo>
                  <a:pt x="10097" y="2821"/>
                </a:lnTo>
                <a:lnTo>
                  <a:pt x="10096" y="2821"/>
                </a:lnTo>
                <a:lnTo>
                  <a:pt x="10095" y="2821"/>
                </a:lnTo>
                <a:lnTo>
                  <a:pt x="10094" y="2820"/>
                </a:lnTo>
                <a:lnTo>
                  <a:pt x="10093" y="2820"/>
                </a:lnTo>
                <a:lnTo>
                  <a:pt x="10092" y="2819"/>
                </a:lnTo>
                <a:lnTo>
                  <a:pt x="10091" y="2819"/>
                </a:lnTo>
                <a:lnTo>
                  <a:pt x="10090" y="2818"/>
                </a:lnTo>
                <a:lnTo>
                  <a:pt x="10089" y="2818"/>
                </a:lnTo>
                <a:lnTo>
                  <a:pt x="10088" y="2818"/>
                </a:lnTo>
                <a:lnTo>
                  <a:pt x="10088" y="2817"/>
                </a:lnTo>
                <a:lnTo>
                  <a:pt x="10087" y="2817"/>
                </a:lnTo>
                <a:lnTo>
                  <a:pt x="10086" y="2817"/>
                </a:lnTo>
                <a:lnTo>
                  <a:pt x="10085" y="2816"/>
                </a:lnTo>
                <a:lnTo>
                  <a:pt x="10084" y="2816"/>
                </a:lnTo>
                <a:lnTo>
                  <a:pt x="10084" y="2815"/>
                </a:lnTo>
                <a:lnTo>
                  <a:pt x="10083" y="2815"/>
                </a:lnTo>
                <a:lnTo>
                  <a:pt x="10082" y="2815"/>
                </a:lnTo>
                <a:lnTo>
                  <a:pt x="10081" y="2814"/>
                </a:lnTo>
                <a:lnTo>
                  <a:pt x="10080" y="2814"/>
                </a:lnTo>
                <a:lnTo>
                  <a:pt x="10079" y="2814"/>
                </a:lnTo>
                <a:lnTo>
                  <a:pt x="10079" y="2813"/>
                </a:lnTo>
                <a:lnTo>
                  <a:pt x="10078" y="2813"/>
                </a:lnTo>
                <a:lnTo>
                  <a:pt x="10077" y="2813"/>
                </a:lnTo>
                <a:lnTo>
                  <a:pt x="10077" y="2812"/>
                </a:lnTo>
                <a:lnTo>
                  <a:pt x="10076" y="2812"/>
                </a:lnTo>
                <a:lnTo>
                  <a:pt x="10075" y="2812"/>
                </a:lnTo>
                <a:lnTo>
                  <a:pt x="10075" y="2811"/>
                </a:lnTo>
                <a:lnTo>
                  <a:pt x="10074" y="2811"/>
                </a:lnTo>
                <a:lnTo>
                  <a:pt x="10073" y="2811"/>
                </a:lnTo>
                <a:lnTo>
                  <a:pt x="10072" y="2810"/>
                </a:lnTo>
                <a:lnTo>
                  <a:pt x="10071" y="2810"/>
                </a:lnTo>
                <a:lnTo>
                  <a:pt x="10070" y="2809"/>
                </a:lnTo>
                <a:lnTo>
                  <a:pt x="10069" y="2809"/>
                </a:lnTo>
                <a:lnTo>
                  <a:pt x="10068" y="2809"/>
                </a:lnTo>
                <a:lnTo>
                  <a:pt x="10068" y="2808"/>
                </a:lnTo>
                <a:lnTo>
                  <a:pt x="10067" y="2808"/>
                </a:lnTo>
                <a:lnTo>
                  <a:pt x="10066" y="2808"/>
                </a:lnTo>
                <a:lnTo>
                  <a:pt x="10065" y="2807"/>
                </a:lnTo>
                <a:lnTo>
                  <a:pt x="10064" y="2807"/>
                </a:lnTo>
                <a:lnTo>
                  <a:pt x="10064" y="2806"/>
                </a:lnTo>
                <a:lnTo>
                  <a:pt x="10063" y="2806"/>
                </a:lnTo>
                <a:lnTo>
                  <a:pt x="10062" y="2806"/>
                </a:lnTo>
                <a:lnTo>
                  <a:pt x="10061" y="2805"/>
                </a:lnTo>
                <a:lnTo>
                  <a:pt x="10060" y="2805"/>
                </a:lnTo>
                <a:lnTo>
                  <a:pt x="10059" y="2804"/>
                </a:lnTo>
                <a:lnTo>
                  <a:pt x="10058" y="2804"/>
                </a:lnTo>
                <a:lnTo>
                  <a:pt x="10057" y="2804"/>
                </a:lnTo>
                <a:lnTo>
                  <a:pt x="10057" y="2803"/>
                </a:lnTo>
                <a:lnTo>
                  <a:pt x="10056" y="2803"/>
                </a:lnTo>
                <a:lnTo>
                  <a:pt x="10055" y="2803"/>
                </a:lnTo>
                <a:lnTo>
                  <a:pt x="10055" y="2802"/>
                </a:lnTo>
                <a:lnTo>
                  <a:pt x="10054" y="2802"/>
                </a:lnTo>
                <a:lnTo>
                  <a:pt x="10053" y="2802"/>
                </a:lnTo>
                <a:lnTo>
                  <a:pt x="10052" y="2801"/>
                </a:lnTo>
                <a:lnTo>
                  <a:pt x="10051" y="2801"/>
                </a:lnTo>
                <a:lnTo>
                  <a:pt x="10050" y="2800"/>
                </a:lnTo>
                <a:lnTo>
                  <a:pt x="10049" y="2800"/>
                </a:lnTo>
                <a:lnTo>
                  <a:pt x="10048" y="2800"/>
                </a:lnTo>
                <a:lnTo>
                  <a:pt x="10048" y="2799"/>
                </a:lnTo>
                <a:lnTo>
                  <a:pt x="10047" y="2799"/>
                </a:lnTo>
                <a:lnTo>
                  <a:pt x="10046" y="2798"/>
                </a:lnTo>
                <a:lnTo>
                  <a:pt x="10045" y="2798"/>
                </a:lnTo>
                <a:lnTo>
                  <a:pt x="10044" y="2798"/>
                </a:lnTo>
                <a:lnTo>
                  <a:pt x="10044" y="2797"/>
                </a:lnTo>
                <a:lnTo>
                  <a:pt x="10043" y="2797"/>
                </a:lnTo>
                <a:lnTo>
                  <a:pt x="10042" y="2797"/>
                </a:lnTo>
                <a:lnTo>
                  <a:pt x="10041" y="2796"/>
                </a:lnTo>
                <a:lnTo>
                  <a:pt x="10040" y="2796"/>
                </a:lnTo>
                <a:lnTo>
                  <a:pt x="10039" y="2795"/>
                </a:lnTo>
                <a:lnTo>
                  <a:pt x="10038" y="2795"/>
                </a:lnTo>
                <a:lnTo>
                  <a:pt x="10037" y="2794"/>
                </a:lnTo>
                <a:lnTo>
                  <a:pt x="10036" y="2794"/>
                </a:lnTo>
                <a:lnTo>
                  <a:pt x="10035" y="2794"/>
                </a:lnTo>
                <a:lnTo>
                  <a:pt x="10035" y="2793"/>
                </a:lnTo>
                <a:lnTo>
                  <a:pt x="10034" y="2793"/>
                </a:lnTo>
                <a:lnTo>
                  <a:pt x="10033" y="2793"/>
                </a:lnTo>
                <a:lnTo>
                  <a:pt x="10032" y="2792"/>
                </a:lnTo>
                <a:lnTo>
                  <a:pt x="10031" y="2792"/>
                </a:lnTo>
                <a:lnTo>
                  <a:pt x="10030" y="2791"/>
                </a:lnTo>
                <a:lnTo>
                  <a:pt x="10029" y="2791"/>
                </a:lnTo>
                <a:lnTo>
                  <a:pt x="10028" y="2791"/>
                </a:lnTo>
                <a:lnTo>
                  <a:pt x="10028" y="2790"/>
                </a:lnTo>
                <a:lnTo>
                  <a:pt x="10027" y="2790"/>
                </a:lnTo>
                <a:lnTo>
                  <a:pt x="10026" y="2789"/>
                </a:lnTo>
                <a:lnTo>
                  <a:pt x="10025" y="2789"/>
                </a:lnTo>
                <a:lnTo>
                  <a:pt x="10024" y="2789"/>
                </a:lnTo>
                <a:lnTo>
                  <a:pt x="10024" y="2788"/>
                </a:lnTo>
                <a:lnTo>
                  <a:pt x="10023" y="2788"/>
                </a:lnTo>
                <a:lnTo>
                  <a:pt x="10022" y="2788"/>
                </a:lnTo>
                <a:lnTo>
                  <a:pt x="10021" y="2787"/>
                </a:lnTo>
                <a:lnTo>
                  <a:pt x="10020" y="2787"/>
                </a:lnTo>
                <a:lnTo>
                  <a:pt x="10019" y="2786"/>
                </a:lnTo>
                <a:lnTo>
                  <a:pt x="10018" y="2786"/>
                </a:lnTo>
                <a:lnTo>
                  <a:pt x="10017" y="2785"/>
                </a:lnTo>
                <a:lnTo>
                  <a:pt x="10016" y="2785"/>
                </a:lnTo>
                <a:lnTo>
                  <a:pt x="10015" y="2785"/>
                </a:lnTo>
                <a:lnTo>
                  <a:pt x="10015" y="2784"/>
                </a:lnTo>
                <a:lnTo>
                  <a:pt x="10014" y="2784"/>
                </a:lnTo>
                <a:lnTo>
                  <a:pt x="10013" y="2784"/>
                </a:lnTo>
                <a:lnTo>
                  <a:pt x="10012" y="2783"/>
                </a:lnTo>
                <a:lnTo>
                  <a:pt x="10011" y="2783"/>
                </a:lnTo>
                <a:lnTo>
                  <a:pt x="10010" y="2782"/>
                </a:lnTo>
                <a:lnTo>
                  <a:pt x="10009" y="2782"/>
                </a:lnTo>
                <a:lnTo>
                  <a:pt x="10008" y="2781"/>
                </a:lnTo>
                <a:lnTo>
                  <a:pt x="10007" y="2781"/>
                </a:lnTo>
                <a:lnTo>
                  <a:pt x="10006" y="2780"/>
                </a:lnTo>
                <a:lnTo>
                  <a:pt x="10005" y="2780"/>
                </a:lnTo>
                <a:lnTo>
                  <a:pt x="10004" y="2780"/>
                </a:lnTo>
                <a:lnTo>
                  <a:pt x="10004" y="2779"/>
                </a:lnTo>
                <a:lnTo>
                  <a:pt x="10003" y="2779"/>
                </a:lnTo>
                <a:lnTo>
                  <a:pt x="10002" y="2779"/>
                </a:lnTo>
                <a:lnTo>
                  <a:pt x="10001" y="2778"/>
                </a:lnTo>
                <a:lnTo>
                  <a:pt x="10000" y="2778"/>
                </a:lnTo>
                <a:lnTo>
                  <a:pt x="10000" y="2777"/>
                </a:lnTo>
                <a:lnTo>
                  <a:pt x="9999" y="2777"/>
                </a:lnTo>
                <a:lnTo>
                  <a:pt x="9998" y="2777"/>
                </a:lnTo>
                <a:lnTo>
                  <a:pt x="9997" y="2776"/>
                </a:lnTo>
                <a:lnTo>
                  <a:pt x="9996" y="2776"/>
                </a:lnTo>
                <a:lnTo>
                  <a:pt x="9995" y="2776"/>
                </a:lnTo>
                <a:lnTo>
                  <a:pt x="9995" y="2775"/>
                </a:lnTo>
                <a:lnTo>
                  <a:pt x="9994" y="2775"/>
                </a:lnTo>
                <a:lnTo>
                  <a:pt x="9993" y="2775"/>
                </a:lnTo>
                <a:lnTo>
                  <a:pt x="9993" y="2774"/>
                </a:lnTo>
                <a:lnTo>
                  <a:pt x="9992" y="2774"/>
                </a:lnTo>
                <a:lnTo>
                  <a:pt x="9991" y="2774"/>
                </a:lnTo>
                <a:lnTo>
                  <a:pt x="9991" y="2773"/>
                </a:lnTo>
                <a:lnTo>
                  <a:pt x="9990" y="2773"/>
                </a:lnTo>
                <a:lnTo>
                  <a:pt x="9989" y="2773"/>
                </a:lnTo>
                <a:lnTo>
                  <a:pt x="9988" y="2772"/>
                </a:lnTo>
                <a:lnTo>
                  <a:pt x="9987" y="2772"/>
                </a:lnTo>
                <a:lnTo>
                  <a:pt x="9986" y="2771"/>
                </a:lnTo>
                <a:lnTo>
                  <a:pt x="9985" y="2771"/>
                </a:lnTo>
                <a:lnTo>
                  <a:pt x="9984" y="2771"/>
                </a:lnTo>
                <a:lnTo>
                  <a:pt x="9984" y="2770"/>
                </a:lnTo>
                <a:lnTo>
                  <a:pt x="9983" y="2770"/>
                </a:lnTo>
                <a:lnTo>
                  <a:pt x="9982" y="2770"/>
                </a:lnTo>
                <a:lnTo>
                  <a:pt x="9981" y="2769"/>
                </a:lnTo>
                <a:lnTo>
                  <a:pt x="9980" y="2769"/>
                </a:lnTo>
                <a:lnTo>
                  <a:pt x="9980" y="2768"/>
                </a:lnTo>
                <a:lnTo>
                  <a:pt x="9979" y="2768"/>
                </a:lnTo>
                <a:lnTo>
                  <a:pt x="9978" y="2768"/>
                </a:lnTo>
                <a:lnTo>
                  <a:pt x="9977" y="2767"/>
                </a:lnTo>
                <a:lnTo>
                  <a:pt x="9976" y="2767"/>
                </a:lnTo>
                <a:lnTo>
                  <a:pt x="9975" y="2767"/>
                </a:lnTo>
                <a:lnTo>
                  <a:pt x="9975" y="2766"/>
                </a:lnTo>
                <a:lnTo>
                  <a:pt x="9974" y="2766"/>
                </a:lnTo>
                <a:lnTo>
                  <a:pt x="9973" y="2766"/>
                </a:lnTo>
                <a:lnTo>
                  <a:pt x="9973" y="2765"/>
                </a:lnTo>
                <a:lnTo>
                  <a:pt x="9972" y="2765"/>
                </a:lnTo>
                <a:lnTo>
                  <a:pt x="9971" y="2765"/>
                </a:lnTo>
                <a:lnTo>
                  <a:pt x="9971" y="2764"/>
                </a:lnTo>
                <a:lnTo>
                  <a:pt x="9970" y="2764"/>
                </a:lnTo>
                <a:lnTo>
                  <a:pt x="9969" y="2764"/>
                </a:lnTo>
                <a:lnTo>
                  <a:pt x="9968" y="2763"/>
                </a:lnTo>
                <a:lnTo>
                  <a:pt x="9967" y="2763"/>
                </a:lnTo>
                <a:lnTo>
                  <a:pt x="9966" y="2762"/>
                </a:lnTo>
                <a:lnTo>
                  <a:pt x="9965" y="2762"/>
                </a:lnTo>
                <a:lnTo>
                  <a:pt x="9964" y="2762"/>
                </a:lnTo>
                <a:lnTo>
                  <a:pt x="9964" y="2761"/>
                </a:lnTo>
                <a:lnTo>
                  <a:pt x="9963" y="2761"/>
                </a:lnTo>
                <a:lnTo>
                  <a:pt x="9962" y="2760"/>
                </a:lnTo>
                <a:lnTo>
                  <a:pt x="9961" y="2760"/>
                </a:lnTo>
                <a:lnTo>
                  <a:pt x="9960" y="2760"/>
                </a:lnTo>
                <a:lnTo>
                  <a:pt x="9960" y="2759"/>
                </a:lnTo>
                <a:lnTo>
                  <a:pt x="9959" y="2759"/>
                </a:lnTo>
                <a:lnTo>
                  <a:pt x="9958" y="2759"/>
                </a:lnTo>
                <a:lnTo>
                  <a:pt x="9957" y="2758"/>
                </a:lnTo>
                <a:lnTo>
                  <a:pt x="9956" y="2758"/>
                </a:lnTo>
                <a:lnTo>
                  <a:pt x="9955" y="2758"/>
                </a:lnTo>
                <a:lnTo>
                  <a:pt x="9955" y="2757"/>
                </a:lnTo>
                <a:lnTo>
                  <a:pt x="9954" y="2757"/>
                </a:lnTo>
                <a:lnTo>
                  <a:pt x="9953" y="2756"/>
                </a:lnTo>
                <a:lnTo>
                  <a:pt x="9952" y="2756"/>
                </a:lnTo>
                <a:lnTo>
                  <a:pt x="9951" y="2756"/>
                </a:lnTo>
                <a:lnTo>
                  <a:pt x="9951" y="2755"/>
                </a:lnTo>
                <a:lnTo>
                  <a:pt x="9950" y="2755"/>
                </a:lnTo>
                <a:lnTo>
                  <a:pt x="9949" y="2755"/>
                </a:lnTo>
                <a:lnTo>
                  <a:pt x="9948" y="2754"/>
                </a:lnTo>
                <a:lnTo>
                  <a:pt x="9947" y="2754"/>
                </a:lnTo>
                <a:lnTo>
                  <a:pt x="9946" y="2753"/>
                </a:lnTo>
                <a:lnTo>
                  <a:pt x="9945" y="2753"/>
                </a:lnTo>
                <a:lnTo>
                  <a:pt x="9944" y="2753"/>
                </a:lnTo>
                <a:lnTo>
                  <a:pt x="9944" y="2752"/>
                </a:lnTo>
                <a:lnTo>
                  <a:pt x="9943" y="2752"/>
                </a:lnTo>
                <a:lnTo>
                  <a:pt x="9942" y="2751"/>
                </a:lnTo>
                <a:lnTo>
                  <a:pt x="9941" y="2751"/>
                </a:lnTo>
                <a:lnTo>
                  <a:pt x="9940" y="2751"/>
                </a:lnTo>
                <a:lnTo>
                  <a:pt x="9940" y="2750"/>
                </a:lnTo>
                <a:lnTo>
                  <a:pt x="9939" y="2750"/>
                </a:lnTo>
                <a:lnTo>
                  <a:pt x="9938" y="2750"/>
                </a:lnTo>
                <a:lnTo>
                  <a:pt x="9937" y="2749"/>
                </a:lnTo>
                <a:lnTo>
                  <a:pt x="9936" y="2749"/>
                </a:lnTo>
                <a:lnTo>
                  <a:pt x="9935" y="2748"/>
                </a:lnTo>
                <a:lnTo>
                  <a:pt x="9934" y="2748"/>
                </a:lnTo>
                <a:lnTo>
                  <a:pt x="9933" y="2747"/>
                </a:lnTo>
                <a:lnTo>
                  <a:pt x="9932" y="2747"/>
                </a:lnTo>
                <a:lnTo>
                  <a:pt x="9931" y="2747"/>
                </a:lnTo>
                <a:lnTo>
                  <a:pt x="9931" y="2746"/>
                </a:lnTo>
                <a:lnTo>
                  <a:pt x="9930" y="2746"/>
                </a:lnTo>
                <a:lnTo>
                  <a:pt x="9929" y="2746"/>
                </a:lnTo>
                <a:lnTo>
                  <a:pt x="9928" y="2745"/>
                </a:lnTo>
                <a:lnTo>
                  <a:pt x="9927" y="2745"/>
                </a:lnTo>
                <a:lnTo>
                  <a:pt x="9926" y="2744"/>
                </a:lnTo>
                <a:lnTo>
                  <a:pt x="9925" y="2744"/>
                </a:lnTo>
                <a:lnTo>
                  <a:pt x="9924" y="2743"/>
                </a:lnTo>
                <a:lnTo>
                  <a:pt x="9923" y="2743"/>
                </a:lnTo>
                <a:lnTo>
                  <a:pt x="9922" y="2742"/>
                </a:lnTo>
                <a:lnTo>
                  <a:pt x="9921" y="2742"/>
                </a:lnTo>
                <a:lnTo>
                  <a:pt x="9920" y="2742"/>
                </a:lnTo>
                <a:lnTo>
                  <a:pt x="9920" y="2741"/>
                </a:lnTo>
                <a:lnTo>
                  <a:pt x="9919" y="2741"/>
                </a:lnTo>
                <a:lnTo>
                  <a:pt x="9918" y="2741"/>
                </a:lnTo>
                <a:lnTo>
                  <a:pt x="9917" y="2740"/>
                </a:lnTo>
                <a:lnTo>
                  <a:pt x="9916" y="2740"/>
                </a:lnTo>
                <a:lnTo>
                  <a:pt x="9916" y="2739"/>
                </a:lnTo>
                <a:lnTo>
                  <a:pt x="9915" y="2739"/>
                </a:lnTo>
                <a:lnTo>
                  <a:pt x="9914" y="2739"/>
                </a:lnTo>
                <a:lnTo>
                  <a:pt x="9913" y="2738"/>
                </a:lnTo>
                <a:lnTo>
                  <a:pt x="9912" y="2738"/>
                </a:lnTo>
                <a:lnTo>
                  <a:pt x="9911" y="2738"/>
                </a:lnTo>
                <a:lnTo>
                  <a:pt x="9911" y="2737"/>
                </a:lnTo>
                <a:lnTo>
                  <a:pt x="9910" y="2737"/>
                </a:lnTo>
                <a:lnTo>
                  <a:pt x="9909" y="2737"/>
                </a:lnTo>
                <a:lnTo>
                  <a:pt x="9908" y="2736"/>
                </a:lnTo>
                <a:lnTo>
                  <a:pt x="9907" y="2736"/>
                </a:lnTo>
                <a:lnTo>
                  <a:pt x="9907" y="2735"/>
                </a:lnTo>
                <a:lnTo>
                  <a:pt x="9906" y="2735"/>
                </a:lnTo>
                <a:lnTo>
                  <a:pt x="9905" y="2735"/>
                </a:lnTo>
                <a:lnTo>
                  <a:pt x="9904" y="2734"/>
                </a:lnTo>
                <a:lnTo>
                  <a:pt x="9903" y="2734"/>
                </a:lnTo>
                <a:lnTo>
                  <a:pt x="9902" y="2733"/>
                </a:lnTo>
                <a:lnTo>
                  <a:pt x="9901" y="2733"/>
                </a:lnTo>
                <a:lnTo>
                  <a:pt x="9900" y="2733"/>
                </a:lnTo>
                <a:lnTo>
                  <a:pt x="9900" y="2732"/>
                </a:lnTo>
                <a:lnTo>
                  <a:pt x="9899" y="2732"/>
                </a:lnTo>
                <a:lnTo>
                  <a:pt x="9898" y="2732"/>
                </a:lnTo>
                <a:lnTo>
                  <a:pt x="9897" y="2731"/>
                </a:lnTo>
                <a:lnTo>
                  <a:pt x="9896" y="2731"/>
                </a:lnTo>
                <a:lnTo>
                  <a:pt x="9896" y="2730"/>
                </a:lnTo>
                <a:lnTo>
                  <a:pt x="9895" y="2730"/>
                </a:lnTo>
                <a:lnTo>
                  <a:pt x="9894" y="2730"/>
                </a:lnTo>
                <a:lnTo>
                  <a:pt x="9893" y="2729"/>
                </a:lnTo>
                <a:lnTo>
                  <a:pt x="9892" y="2729"/>
                </a:lnTo>
                <a:lnTo>
                  <a:pt x="9891" y="2729"/>
                </a:lnTo>
                <a:lnTo>
                  <a:pt x="9891" y="2728"/>
                </a:lnTo>
                <a:lnTo>
                  <a:pt x="9890" y="2728"/>
                </a:lnTo>
                <a:lnTo>
                  <a:pt x="9889" y="2728"/>
                </a:lnTo>
                <a:lnTo>
                  <a:pt x="9888" y="2727"/>
                </a:lnTo>
                <a:lnTo>
                  <a:pt x="9887" y="2727"/>
                </a:lnTo>
                <a:lnTo>
                  <a:pt x="9887" y="2726"/>
                </a:lnTo>
                <a:lnTo>
                  <a:pt x="9886" y="2726"/>
                </a:lnTo>
                <a:lnTo>
                  <a:pt x="9885" y="2726"/>
                </a:lnTo>
                <a:lnTo>
                  <a:pt x="9884" y="2725"/>
                </a:lnTo>
                <a:lnTo>
                  <a:pt x="9883" y="2725"/>
                </a:lnTo>
                <a:lnTo>
                  <a:pt x="9882" y="2724"/>
                </a:lnTo>
                <a:lnTo>
                  <a:pt x="9881" y="2724"/>
                </a:lnTo>
                <a:lnTo>
                  <a:pt x="9880" y="2724"/>
                </a:lnTo>
                <a:lnTo>
                  <a:pt x="9880" y="2723"/>
                </a:lnTo>
                <a:lnTo>
                  <a:pt x="9879" y="2723"/>
                </a:lnTo>
                <a:lnTo>
                  <a:pt x="9878" y="2723"/>
                </a:lnTo>
                <a:lnTo>
                  <a:pt x="9878" y="2722"/>
                </a:lnTo>
                <a:lnTo>
                  <a:pt x="9877" y="2722"/>
                </a:lnTo>
                <a:lnTo>
                  <a:pt x="9876" y="2722"/>
                </a:lnTo>
                <a:lnTo>
                  <a:pt x="9876" y="2721"/>
                </a:lnTo>
                <a:lnTo>
                  <a:pt x="9875" y="2721"/>
                </a:lnTo>
                <a:lnTo>
                  <a:pt x="9874" y="2721"/>
                </a:lnTo>
                <a:lnTo>
                  <a:pt x="9873" y="2720"/>
                </a:lnTo>
                <a:lnTo>
                  <a:pt x="9872" y="2720"/>
                </a:lnTo>
                <a:lnTo>
                  <a:pt x="9871" y="2720"/>
                </a:lnTo>
                <a:lnTo>
                  <a:pt x="9871" y="2719"/>
                </a:lnTo>
                <a:lnTo>
                  <a:pt x="9870" y="2719"/>
                </a:lnTo>
                <a:lnTo>
                  <a:pt x="9869" y="2718"/>
                </a:lnTo>
                <a:lnTo>
                  <a:pt x="9868" y="2718"/>
                </a:lnTo>
                <a:lnTo>
                  <a:pt x="9867" y="2718"/>
                </a:lnTo>
                <a:lnTo>
                  <a:pt x="9867" y="2717"/>
                </a:lnTo>
                <a:lnTo>
                  <a:pt x="9866" y="2717"/>
                </a:lnTo>
                <a:lnTo>
                  <a:pt x="9865" y="2717"/>
                </a:lnTo>
                <a:lnTo>
                  <a:pt x="9864" y="2716"/>
                </a:lnTo>
                <a:lnTo>
                  <a:pt x="9863" y="2716"/>
                </a:lnTo>
                <a:lnTo>
                  <a:pt x="9862" y="2715"/>
                </a:lnTo>
                <a:lnTo>
                  <a:pt x="9861" y="2715"/>
                </a:lnTo>
                <a:lnTo>
                  <a:pt x="9860" y="2715"/>
                </a:lnTo>
                <a:lnTo>
                  <a:pt x="9860" y="2714"/>
                </a:lnTo>
                <a:lnTo>
                  <a:pt x="9859" y="2714"/>
                </a:lnTo>
                <a:lnTo>
                  <a:pt x="9858" y="2713"/>
                </a:lnTo>
                <a:lnTo>
                  <a:pt x="9857" y="2713"/>
                </a:lnTo>
                <a:lnTo>
                  <a:pt x="9856" y="2713"/>
                </a:lnTo>
                <a:lnTo>
                  <a:pt x="9856" y="2712"/>
                </a:lnTo>
                <a:lnTo>
                  <a:pt x="9855" y="2712"/>
                </a:lnTo>
                <a:lnTo>
                  <a:pt x="9854" y="2712"/>
                </a:lnTo>
                <a:lnTo>
                  <a:pt x="9853" y="2711"/>
                </a:lnTo>
                <a:lnTo>
                  <a:pt x="9852" y="2711"/>
                </a:lnTo>
                <a:lnTo>
                  <a:pt x="9851" y="2711"/>
                </a:lnTo>
                <a:lnTo>
                  <a:pt x="9851" y="2710"/>
                </a:lnTo>
                <a:lnTo>
                  <a:pt x="9850" y="2710"/>
                </a:lnTo>
                <a:lnTo>
                  <a:pt x="9849" y="2709"/>
                </a:lnTo>
                <a:lnTo>
                  <a:pt x="9848" y="2709"/>
                </a:lnTo>
                <a:lnTo>
                  <a:pt x="9847" y="2709"/>
                </a:lnTo>
                <a:lnTo>
                  <a:pt x="9847" y="2708"/>
                </a:lnTo>
                <a:lnTo>
                  <a:pt x="9846" y="2708"/>
                </a:lnTo>
                <a:lnTo>
                  <a:pt x="9845" y="2708"/>
                </a:lnTo>
                <a:lnTo>
                  <a:pt x="9844" y="2707"/>
                </a:lnTo>
                <a:lnTo>
                  <a:pt x="9843" y="2707"/>
                </a:lnTo>
                <a:lnTo>
                  <a:pt x="9842" y="2706"/>
                </a:lnTo>
                <a:lnTo>
                  <a:pt x="9841" y="2706"/>
                </a:lnTo>
                <a:lnTo>
                  <a:pt x="9840" y="2705"/>
                </a:lnTo>
                <a:lnTo>
                  <a:pt x="9839" y="2705"/>
                </a:lnTo>
                <a:lnTo>
                  <a:pt x="9838" y="2704"/>
                </a:lnTo>
                <a:lnTo>
                  <a:pt x="9837" y="2704"/>
                </a:lnTo>
                <a:lnTo>
                  <a:pt x="9836" y="2704"/>
                </a:lnTo>
                <a:lnTo>
                  <a:pt x="9836" y="2703"/>
                </a:lnTo>
                <a:lnTo>
                  <a:pt x="9835" y="2703"/>
                </a:lnTo>
                <a:lnTo>
                  <a:pt x="9834" y="2703"/>
                </a:lnTo>
                <a:lnTo>
                  <a:pt x="9833" y="2702"/>
                </a:lnTo>
                <a:lnTo>
                  <a:pt x="9832" y="2702"/>
                </a:lnTo>
                <a:lnTo>
                  <a:pt x="9831" y="2701"/>
                </a:lnTo>
                <a:lnTo>
                  <a:pt x="9830" y="2701"/>
                </a:lnTo>
                <a:lnTo>
                  <a:pt x="9829" y="2700"/>
                </a:lnTo>
                <a:lnTo>
                  <a:pt x="9828" y="2700"/>
                </a:lnTo>
                <a:lnTo>
                  <a:pt x="9827" y="2700"/>
                </a:lnTo>
                <a:lnTo>
                  <a:pt x="9827" y="2699"/>
                </a:lnTo>
                <a:lnTo>
                  <a:pt x="9826" y="2699"/>
                </a:lnTo>
                <a:lnTo>
                  <a:pt x="9825" y="2699"/>
                </a:lnTo>
                <a:lnTo>
                  <a:pt x="9824" y="2698"/>
                </a:lnTo>
                <a:lnTo>
                  <a:pt x="9823" y="2698"/>
                </a:lnTo>
                <a:lnTo>
                  <a:pt x="9823" y="2697"/>
                </a:lnTo>
                <a:lnTo>
                  <a:pt x="9822" y="2697"/>
                </a:lnTo>
                <a:lnTo>
                  <a:pt x="9821" y="2697"/>
                </a:lnTo>
                <a:lnTo>
                  <a:pt x="9820" y="2696"/>
                </a:lnTo>
                <a:lnTo>
                  <a:pt x="9819" y="2696"/>
                </a:lnTo>
                <a:lnTo>
                  <a:pt x="9818" y="2695"/>
                </a:lnTo>
                <a:lnTo>
                  <a:pt x="9817" y="2695"/>
                </a:lnTo>
                <a:lnTo>
                  <a:pt x="9816" y="2695"/>
                </a:lnTo>
                <a:lnTo>
                  <a:pt x="9816" y="2694"/>
                </a:lnTo>
                <a:lnTo>
                  <a:pt x="9815" y="2694"/>
                </a:lnTo>
                <a:lnTo>
                  <a:pt x="9814" y="2694"/>
                </a:lnTo>
                <a:lnTo>
                  <a:pt x="9813" y="2693"/>
                </a:lnTo>
                <a:lnTo>
                  <a:pt x="9812" y="2693"/>
                </a:lnTo>
                <a:lnTo>
                  <a:pt x="9811" y="2692"/>
                </a:lnTo>
                <a:lnTo>
                  <a:pt x="9810" y="2692"/>
                </a:lnTo>
                <a:lnTo>
                  <a:pt x="9809" y="2691"/>
                </a:lnTo>
                <a:lnTo>
                  <a:pt x="9808" y="2691"/>
                </a:lnTo>
                <a:lnTo>
                  <a:pt x="9807" y="2691"/>
                </a:lnTo>
                <a:lnTo>
                  <a:pt x="9807" y="2690"/>
                </a:lnTo>
                <a:lnTo>
                  <a:pt x="9806" y="2690"/>
                </a:lnTo>
                <a:lnTo>
                  <a:pt x="9805" y="2690"/>
                </a:lnTo>
                <a:lnTo>
                  <a:pt x="9804" y="2689"/>
                </a:lnTo>
                <a:lnTo>
                  <a:pt x="9803" y="2689"/>
                </a:lnTo>
                <a:lnTo>
                  <a:pt x="9803" y="2688"/>
                </a:lnTo>
                <a:lnTo>
                  <a:pt x="9802" y="2688"/>
                </a:lnTo>
                <a:lnTo>
                  <a:pt x="9801" y="2688"/>
                </a:lnTo>
                <a:lnTo>
                  <a:pt x="9800" y="2687"/>
                </a:lnTo>
                <a:lnTo>
                  <a:pt x="9799" y="2687"/>
                </a:lnTo>
                <a:lnTo>
                  <a:pt x="9798" y="2686"/>
                </a:lnTo>
                <a:lnTo>
                  <a:pt x="9797" y="2686"/>
                </a:lnTo>
                <a:lnTo>
                  <a:pt x="9796" y="2686"/>
                </a:lnTo>
                <a:lnTo>
                  <a:pt x="9796" y="2685"/>
                </a:lnTo>
                <a:lnTo>
                  <a:pt x="9795" y="2685"/>
                </a:lnTo>
                <a:lnTo>
                  <a:pt x="9794" y="2685"/>
                </a:lnTo>
                <a:lnTo>
                  <a:pt x="9794" y="2684"/>
                </a:lnTo>
                <a:lnTo>
                  <a:pt x="9793" y="2684"/>
                </a:lnTo>
                <a:lnTo>
                  <a:pt x="9792" y="2684"/>
                </a:lnTo>
                <a:lnTo>
                  <a:pt x="9792" y="2683"/>
                </a:lnTo>
                <a:lnTo>
                  <a:pt x="9791" y="2683"/>
                </a:lnTo>
                <a:lnTo>
                  <a:pt x="9790" y="2683"/>
                </a:lnTo>
                <a:lnTo>
                  <a:pt x="9789" y="2682"/>
                </a:lnTo>
                <a:lnTo>
                  <a:pt x="9788" y="2682"/>
                </a:lnTo>
                <a:lnTo>
                  <a:pt x="9787" y="2682"/>
                </a:lnTo>
                <a:lnTo>
                  <a:pt x="9787" y="2681"/>
                </a:lnTo>
                <a:lnTo>
                  <a:pt x="9786" y="2681"/>
                </a:lnTo>
                <a:lnTo>
                  <a:pt x="9785" y="2680"/>
                </a:lnTo>
                <a:lnTo>
                  <a:pt x="9784" y="2680"/>
                </a:lnTo>
                <a:lnTo>
                  <a:pt x="9783" y="2680"/>
                </a:lnTo>
                <a:lnTo>
                  <a:pt x="9783" y="2679"/>
                </a:lnTo>
                <a:lnTo>
                  <a:pt x="9782" y="2679"/>
                </a:lnTo>
                <a:lnTo>
                  <a:pt x="9781" y="2679"/>
                </a:lnTo>
                <a:lnTo>
                  <a:pt x="9780" y="2678"/>
                </a:lnTo>
                <a:lnTo>
                  <a:pt x="9779" y="2678"/>
                </a:lnTo>
                <a:lnTo>
                  <a:pt x="9778" y="2677"/>
                </a:lnTo>
                <a:lnTo>
                  <a:pt x="9777" y="2677"/>
                </a:lnTo>
                <a:lnTo>
                  <a:pt x="9776" y="2677"/>
                </a:lnTo>
                <a:lnTo>
                  <a:pt x="9776" y="2676"/>
                </a:lnTo>
                <a:lnTo>
                  <a:pt x="9775" y="2676"/>
                </a:lnTo>
                <a:lnTo>
                  <a:pt x="9774" y="2676"/>
                </a:lnTo>
                <a:lnTo>
                  <a:pt x="9774" y="2675"/>
                </a:lnTo>
                <a:lnTo>
                  <a:pt x="9773" y="2675"/>
                </a:lnTo>
                <a:lnTo>
                  <a:pt x="9772" y="2675"/>
                </a:lnTo>
                <a:lnTo>
                  <a:pt x="9772" y="2674"/>
                </a:lnTo>
                <a:lnTo>
                  <a:pt x="9771" y="2674"/>
                </a:lnTo>
                <a:lnTo>
                  <a:pt x="9770" y="2674"/>
                </a:lnTo>
                <a:lnTo>
                  <a:pt x="9769" y="2673"/>
                </a:lnTo>
                <a:lnTo>
                  <a:pt x="9768" y="2673"/>
                </a:lnTo>
                <a:lnTo>
                  <a:pt x="9767" y="2673"/>
                </a:lnTo>
                <a:lnTo>
                  <a:pt x="9767" y="2672"/>
                </a:lnTo>
                <a:lnTo>
                  <a:pt x="9766" y="2672"/>
                </a:lnTo>
                <a:lnTo>
                  <a:pt x="9765" y="2671"/>
                </a:lnTo>
                <a:lnTo>
                  <a:pt x="9764" y="2671"/>
                </a:lnTo>
                <a:lnTo>
                  <a:pt x="9763" y="2671"/>
                </a:lnTo>
                <a:lnTo>
                  <a:pt x="9763" y="2670"/>
                </a:lnTo>
                <a:lnTo>
                  <a:pt x="9762" y="2670"/>
                </a:lnTo>
                <a:lnTo>
                  <a:pt x="9761" y="2670"/>
                </a:lnTo>
                <a:lnTo>
                  <a:pt x="9760" y="2669"/>
                </a:lnTo>
                <a:lnTo>
                  <a:pt x="9759" y="2669"/>
                </a:lnTo>
                <a:lnTo>
                  <a:pt x="9758" y="2668"/>
                </a:lnTo>
                <a:lnTo>
                  <a:pt x="9757" y="2668"/>
                </a:lnTo>
                <a:lnTo>
                  <a:pt x="9756" y="2667"/>
                </a:lnTo>
                <a:lnTo>
                  <a:pt x="9755" y="2667"/>
                </a:lnTo>
                <a:lnTo>
                  <a:pt x="9754" y="2667"/>
                </a:lnTo>
                <a:lnTo>
                  <a:pt x="9754" y="2666"/>
                </a:lnTo>
                <a:lnTo>
                  <a:pt x="9753" y="2666"/>
                </a:lnTo>
                <a:lnTo>
                  <a:pt x="9752" y="2666"/>
                </a:lnTo>
                <a:lnTo>
                  <a:pt x="9752" y="2665"/>
                </a:lnTo>
                <a:lnTo>
                  <a:pt x="9751" y="2665"/>
                </a:lnTo>
                <a:lnTo>
                  <a:pt x="9750" y="2665"/>
                </a:lnTo>
                <a:lnTo>
                  <a:pt x="9749" y="2664"/>
                </a:lnTo>
                <a:lnTo>
                  <a:pt x="9748" y="2664"/>
                </a:lnTo>
                <a:lnTo>
                  <a:pt x="9747" y="2663"/>
                </a:lnTo>
                <a:lnTo>
                  <a:pt x="9746" y="2663"/>
                </a:lnTo>
                <a:lnTo>
                  <a:pt x="9745" y="2662"/>
                </a:lnTo>
                <a:lnTo>
                  <a:pt x="9744" y="2662"/>
                </a:lnTo>
                <a:lnTo>
                  <a:pt x="9743" y="2662"/>
                </a:lnTo>
                <a:lnTo>
                  <a:pt x="9743" y="2661"/>
                </a:lnTo>
                <a:lnTo>
                  <a:pt x="9742" y="2661"/>
                </a:lnTo>
                <a:lnTo>
                  <a:pt x="9741" y="2661"/>
                </a:lnTo>
                <a:lnTo>
                  <a:pt x="9740" y="2660"/>
                </a:lnTo>
                <a:lnTo>
                  <a:pt x="9739" y="2660"/>
                </a:lnTo>
                <a:lnTo>
                  <a:pt x="9739" y="2659"/>
                </a:lnTo>
                <a:lnTo>
                  <a:pt x="9738" y="2659"/>
                </a:lnTo>
                <a:lnTo>
                  <a:pt x="9737" y="2659"/>
                </a:lnTo>
                <a:lnTo>
                  <a:pt x="9736" y="2658"/>
                </a:lnTo>
                <a:lnTo>
                  <a:pt x="9735" y="2658"/>
                </a:lnTo>
                <a:lnTo>
                  <a:pt x="9734" y="2657"/>
                </a:lnTo>
                <a:lnTo>
                  <a:pt x="9733" y="2657"/>
                </a:lnTo>
                <a:lnTo>
                  <a:pt x="9732" y="2657"/>
                </a:lnTo>
                <a:lnTo>
                  <a:pt x="9732" y="2656"/>
                </a:lnTo>
                <a:lnTo>
                  <a:pt x="9731" y="2656"/>
                </a:lnTo>
                <a:lnTo>
                  <a:pt x="9730" y="2656"/>
                </a:lnTo>
                <a:lnTo>
                  <a:pt x="9729" y="2655"/>
                </a:lnTo>
                <a:lnTo>
                  <a:pt x="9728" y="2655"/>
                </a:lnTo>
                <a:lnTo>
                  <a:pt x="9727" y="2654"/>
                </a:lnTo>
                <a:lnTo>
                  <a:pt x="9726" y="2654"/>
                </a:lnTo>
                <a:lnTo>
                  <a:pt x="9725" y="2653"/>
                </a:lnTo>
                <a:lnTo>
                  <a:pt x="9724" y="2653"/>
                </a:lnTo>
                <a:lnTo>
                  <a:pt x="9723" y="2653"/>
                </a:lnTo>
                <a:lnTo>
                  <a:pt x="9723" y="2652"/>
                </a:lnTo>
                <a:lnTo>
                  <a:pt x="9722" y="2652"/>
                </a:lnTo>
                <a:lnTo>
                  <a:pt x="9721" y="2652"/>
                </a:lnTo>
                <a:lnTo>
                  <a:pt x="9720" y="2651"/>
                </a:lnTo>
                <a:lnTo>
                  <a:pt x="9719" y="2651"/>
                </a:lnTo>
                <a:lnTo>
                  <a:pt x="9719" y="2650"/>
                </a:lnTo>
                <a:lnTo>
                  <a:pt x="9718" y="2650"/>
                </a:lnTo>
                <a:lnTo>
                  <a:pt x="9717" y="2650"/>
                </a:lnTo>
                <a:lnTo>
                  <a:pt x="9716" y="2649"/>
                </a:lnTo>
                <a:lnTo>
                  <a:pt x="9715" y="2649"/>
                </a:lnTo>
                <a:lnTo>
                  <a:pt x="9714" y="2648"/>
                </a:lnTo>
                <a:lnTo>
                  <a:pt x="9713" y="2648"/>
                </a:lnTo>
                <a:lnTo>
                  <a:pt x="9712" y="2648"/>
                </a:lnTo>
                <a:lnTo>
                  <a:pt x="9712" y="2647"/>
                </a:lnTo>
                <a:lnTo>
                  <a:pt x="9711" y="2647"/>
                </a:lnTo>
                <a:lnTo>
                  <a:pt x="9710" y="2647"/>
                </a:lnTo>
                <a:lnTo>
                  <a:pt x="9710" y="2646"/>
                </a:lnTo>
                <a:lnTo>
                  <a:pt x="9709" y="2646"/>
                </a:lnTo>
                <a:lnTo>
                  <a:pt x="9708" y="2646"/>
                </a:lnTo>
                <a:lnTo>
                  <a:pt x="9707" y="2645"/>
                </a:lnTo>
                <a:lnTo>
                  <a:pt x="9706" y="2645"/>
                </a:lnTo>
                <a:lnTo>
                  <a:pt x="9705" y="2644"/>
                </a:lnTo>
                <a:lnTo>
                  <a:pt x="9704" y="2644"/>
                </a:lnTo>
                <a:lnTo>
                  <a:pt x="9703" y="2644"/>
                </a:lnTo>
                <a:lnTo>
                  <a:pt x="9703" y="2643"/>
                </a:lnTo>
                <a:lnTo>
                  <a:pt x="9702" y="2643"/>
                </a:lnTo>
                <a:lnTo>
                  <a:pt x="9701" y="2642"/>
                </a:lnTo>
                <a:lnTo>
                  <a:pt x="9700" y="2642"/>
                </a:lnTo>
                <a:lnTo>
                  <a:pt x="9699" y="2642"/>
                </a:lnTo>
                <a:lnTo>
                  <a:pt x="9699" y="2641"/>
                </a:lnTo>
                <a:lnTo>
                  <a:pt x="9698" y="2641"/>
                </a:lnTo>
                <a:lnTo>
                  <a:pt x="9697" y="2641"/>
                </a:lnTo>
                <a:lnTo>
                  <a:pt x="9696" y="2640"/>
                </a:lnTo>
                <a:lnTo>
                  <a:pt x="9695" y="2640"/>
                </a:lnTo>
                <a:lnTo>
                  <a:pt x="9694" y="2639"/>
                </a:lnTo>
                <a:lnTo>
                  <a:pt x="9693" y="2639"/>
                </a:lnTo>
                <a:lnTo>
                  <a:pt x="9692" y="2639"/>
                </a:lnTo>
                <a:lnTo>
                  <a:pt x="9692" y="2638"/>
                </a:lnTo>
                <a:lnTo>
                  <a:pt x="9691" y="2638"/>
                </a:lnTo>
                <a:lnTo>
                  <a:pt x="9690" y="2638"/>
                </a:lnTo>
                <a:lnTo>
                  <a:pt x="9690" y="2637"/>
                </a:lnTo>
                <a:lnTo>
                  <a:pt x="9689" y="2637"/>
                </a:lnTo>
                <a:lnTo>
                  <a:pt x="9688" y="2637"/>
                </a:lnTo>
                <a:lnTo>
                  <a:pt x="9687" y="2636"/>
                </a:lnTo>
                <a:lnTo>
                  <a:pt x="9686" y="2636"/>
                </a:lnTo>
                <a:lnTo>
                  <a:pt x="9685" y="2635"/>
                </a:lnTo>
                <a:lnTo>
                  <a:pt x="9684" y="2635"/>
                </a:lnTo>
                <a:lnTo>
                  <a:pt x="9683" y="2635"/>
                </a:lnTo>
                <a:lnTo>
                  <a:pt x="9683" y="2634"/>
                </a:lnTo>
                <a:lnTo>
                  <a:pt x="9682" y="2634"/>
                </a:lnTo>
                <a:lnTo>
                  <a:pt x="9681" y="2633"/>
                </a:lnTo>
                <a:lnTo>
                  <a:pt x="9680" y="2633"/>
                </a:lnTo>
                <a:lnTo>
                  <a:pt x="9679" y="2633"/>
                </a:lnTo>
                <a:lnTo>
                  <a:pt x="9679" y="2632"/>
                </a:lnTo>
                <a:lnTo>
                  <a:pt x="9678" y="2632"/>
                </a:lnTo>
                <a:lnTo>
                  <a:pt x="9677" y="2632"/>
                </a:lnTo>
                <a:lnTo>
                  <a:pt x="9676" y="2631"/>
                </a:lnTo>
                <a:lnTo>
                  <a:pt x="9675" y="2631"/>
                </a:lnTo>
                <a:lnTo>
                  <a:pt x="9674" y="2630"/>
                </a:lnTo>
                <a:lnTo>
                  <a:pt x="9673" y="2630"/>
                </a:lnTo>
                <a:lnTo>
                  <a:pt x="9672" y="2629"/>
                </a:lnTo>
                <a:lnTo>
                  <a:pt x="9671" y="2629"/>
                </a:lnTo>
                <a:lnTo>
                  <a:pt x="9670" y="2629"/>
                </a:lnTo>
                <a:lnTo>
                  <a:pt x="9670" y="2628"/>
                </a:lnTo>
                <a:lnTo>
                  <a:pt x="9669" y="2628"/>
                </a:lnTo>
                <a:lnTo>
                  <a:pt x="9668" y="2628"/>
                </a:lnTo>
                <a:lnTo>
                  <a:pt x="9668" y="2627"/>
                </a:lnTo>
                <a:lnTo>
                  <a:pt x="9667" y="2627"/>
                </a:lnTo>
                <a:lnTo>
                  <a:pt x="9666" y="2627"/>
                </a:lnTo>
                <a:lnTo>
                  <a:pt x="9665" y="2626"/>
                </a:lnTo>
                <a:lnTo>
                  <a:pt x="9664" y="2626"/>
                </a:lnTo>
                <a:lnTo>
                  <a:pt x="9663" y="2625"/>
                </a:lnTo>
                <a:lnTo>
                  <a:pt x="9662" y="2625"/>
                </a:lnTo>
                <a:lnTo>
                  <a:pt x="9661" y="2624"/>
                </a:lnTo>
                <a:lnTo>
                  <a:pt x="9660" y="2624"/>
                </a:lnTo>
                <a:lnTo>
                  <a:pt x="9659" y="2624"/>
                </a:lnTo>
                <a:lnTo>
                  <a:pt x="9659" y="2623"/>
                </a:lnTo>
                <a:lnTo>
                  <a:pt x="9658" y="2623"/>
                </a:lnTo>
                <a:lnTo>
                  <a:pt x="9657" y="2623"/>
                </a:lnTo>
                <a:lnTo>
                  <a:pt x="9656" y="2622"/>
                </a:lnTo>
                <a:lnTo>
                  <a:pt x="9655" y="2622"/>
                </a:lnTo>
                <a:lnTo>
                  <a:pt x="9655" y="2621"/>
                </a:lnTo>
                <a:lnTo>
                  <a:pt x="9654" y="2621"/>
                </a:lnTo>
                <a:lnTo>
                  <a:pt x="9653" y="2621"/>
                </a:lnTo>
                <a:lnTo>
                  <a:pt x="9652" y="2620"/>
                </a:lnTo>
                <a:lnTo>
                  <a:pt x="9651" y="2620"/>
                </a:lnTo>
                <a:lnTo>
                  <a:pt x="9650" y="2620"/>
                </a:lnTo>
                <a:lnTo>
                  <a:pt x="9650" y="2619"/>
                </a:lnTo>
                <a:lnTo>
                  <a:pt x="9649" y="2619"/>
                </a:lnTo>
                <a:lnTo>
                  <a:pt x="9648" y="2619"/>
                </a:lnTo>
                <a:lnTo>
                  <a:pt x="9648" y="2618"/>
                </a:lnTo>
                <a:lnTo>
                  <a:pt x="9647" y="2618"/>
                </a:lnTo>
                <a:lnTo>
                  <a:pt x="9646" y="2618"/>
                </a:lnTo>
                <a:lnTo>
                  <a:pt x="9645" y="2617"/>
                </a:lnTo>
                <a:lnTo>
                  <a:pt x="9644" y="2617"/>
                </a:lnTo>
                <a:lnTo>
                  <a:pt x="9643" y="2616"/>
                </a:lnTo>
                <a:lnTo>
                  <a:pt x="9642" y="2616"/>
                </a:lnTo>
                <a:lnTo>
                  <a:pt x="9641" y="2615"/>
                </a:lnTo>
                <a:lnTo>
                  <a:pt x="9640" y="2615"/>
                </a:lnTo>
                <a:lnTo>
                  <a:pt x="9639" y="2615"/>
                </a:lnTo>
                <a:lnTo>
                  <a:pt x="9639" y="2614"/>
                </a:lnTo>
                <a:lnTo>
                  <a:pt x="9638" y="2614"/>
                </a:lnTo>
                <a:lnTo>
                  <a:pt x="9637" y="2614"/>
                </a:lnTo>
                <a:lnTo>
                  <a:pt x="9636" y="2613"/>
                </a:lnTo>
                <a:lnTo>
                  <a:pt x="9635" y="2613"/>
                </a:lnTo>
                <a:lnTo>
                  <a:pt x="9635" y="2612"/>
                </a:lnTo>
                <a:lnTo>
                  <a:pt x="9634" y="2612"/>
                </a:lnTo>
                <a:lnTo>
                  <a:pt x="9633" y="2612"/>
                </a:lnTo>
                <a:lnTo>
                  <a:pt x="9632" y="2611"/>
                </a:lnTo>
                <a:lnTo>
                  <a:pt x="9631" y="2611"/>
                </a:lnTo>
                <a:lnTo>
                  <a:pt x="9630" y="2611"/>
                </a:lnTo>
                <a:lnTo>
                  <a:pt x="9630" y="2610"/>
                </a:lnTo>
                <a:lnTo>
                  <a:pt x="9629" y="2610"/>
                </a:lnTo>
                <a:lnTo>
                  <a:pt x="9628" y="2610"/>
                </a:lnTo>
                <a:lnTo>
                  <a:pt x="9628" y="2609"/>
                </a:lnTo>
                <a:lnTo>
                  <a:pt x="9627" y="2609"/>
                </a:lnTo>
                <a:lnTo>
                  <a:pt x="9626" y="2609"/>
                </a:lnTo>
                <a:lnTo>
                  <a:pt x="9626" y="2608"/>
                </a:lnTo>
                <a:lnTo>
                  <a:pt x="9625" y="2608"/>
                </a:lnTo>
                <a:lnTo>
                  <a:pt x="9624" y="2608"/>
                </a:lnTo>
                <a:lnTo>
                  <a:pt x="9623" y="2607"/>
                </a:lnTo>
                <a:lnTo>
                  <a:pt x="9622" y="2607"/>
                </a:lnTo>
                <a:lnTo>
                  <a:pt x="9621" y="2606"/>
                </a:lnTo>
                <a:lnTo>
                  <a:pt x="9620" y="2606"/>
                </a:lnTo>
                <a:lnTo>
                  <a:pt x="9619" y="2606"/>
                </a:lnTo>
                <a:lnTo>
                  <a:pt x="9619" y="2605"/>
                </a:lnTo>
                <a:lnTo>
                  <a:pt x="9618" y="2605"/>
                </a:lnTo>
                <a:lnTo>
                  <a:pt x="9617" y="2604"/>
                </a:lnTo>
                <a:lnTo>
                  <a:pt x="9616" y="2604"/>
                </a:lnTo>
                <a:lnTo>
                  <a:pt x="9615" y="2604"/>
                </a:lnTo>
                <a:lnTo>
                  <a:pt x="9615" y="2603"/>
                </a:lnTo>
                <a:lnTo>
                  <a:pt x="9614" y="2603"/>
                </a:lnTo>
                <a:lnTo>
                  <a:pt x="9613" y="2603"/>
                </a:lnTo>
                <a:lnTo>
                  <a:pt x="9612" y="2602"/>
                </a:lnTo>
                <a:lnTo>
                  <a:pt x="9611" y="2602"/>
                </a:lnTo>
                <a:lnTo>
                  <a:pt x="9610" y="2601"/>
                </a:lnTo>
                <a:lnTo>
                  <a:pt x="9609" y="2601"/>
                </a:lnTo>
                <a:lnTo>
                  <a:pt x="9608" y="2600"/>
                </a:lnTo>
                <a:lnTo>
                  <a:pt x="9607" y="2600"/>
                </a:lnTo>
                <a:lnTo>
                  <a:pt x="9606" y="2600"/>
                </a:lnTo>
                <a:lnTo>
                  <a:pt x="9606" y="2599"/>
                </a:lnTo>
                <a:lnTo>
                  <a:pt x="9605" y="2599"/>
                </a:lnTo>
                <a:lnTo>
                  <a:pt x="9604" y="2599"/>
                </a:lnTo>
                <a:lnTo>
                  <a:pt x="9603" y="2598"/>
                </a:lnTo>
                <a:lnTo>
                  <a:pt x="9602" y="2598"/>
                </a:lnTo>
                <a:lnTo>
                  <a:pt x="9601" y="2597"/>
                </a:lnTo>
                <a:lnTo>
                  <a:pt x="9600" y="2597"/>
                </a:lnTo>
                <a:lnTo>
                  <a:pt x="9599" y="2597"/>
                </a:lnTo>
                <a:lnTo>
                  <a:pt x="9599" y="2596"/>
                </a:lnTo>
                <a:lnTo>
                  <a:pt x="9598" y="2596"/>
                </a:lnTo>
                <a:lnTo>
                  <a:pt x="9597" y="2595"/>
                </a:lnTo>
                <a:lnTo>
                  <a:pt x="9596" y="2595"/>
                </a:lnTo>
                <a:lnTo>
                  <a:pt x="9595" y="2595"/>
                </a:lnTo>
                <a:lnTo>
                  <a:pt x="9595" y="2594"/>
                </a:lnTo>
                <a:lnTo>
                  <a:pt x="9594" y="2594"/>
                </a:lnTo>
                <a:lnTo>
                  <a:pt x="9593" y="2594"/>
                </a:lnTo>
                <a:lnTo>
                  <a:pt x="9592" y="2593"/>
                </a:lnTo>
                <a:lnTo>
                  <a:pt x="9591" y="2593"/>
                </a:lnTo>
                <a:lnTo>
                  <a:pt x="9590" y="2592"/>
                </a:lnTo>
                <a:lnTo>
                  <a:pt x="9589" y="2592"/>
                </a:lnTo>
                <a:lnTo>
                  <a:pt x="9588" y="2591"/>
                </a:lnTo>
                <a:lnTo>
                  <a:pt x="9587" y="2591"/>
                </a:lnTo>
                <a:lnTo>
                  <a:pt x="9586" y="2591"/>
                </a:lnTo>
                <a:lnTo>
                  <a:pt x="9586" y="2590"/>
                </a:lnTo>
                <a:lnTo>
                  <a:pt x="9585" y="2590"/>
                </a:lnTo>
                <a:lnTo>
                  <a:pt x="9584" y="2590"/>
                </a:lnTo>
                <a:lnTo>
                  <a:pt x="9583" y="2589"/>
                </a:lnTo>
                <a:lnTo>
                  <a:pt x="9582" y="2589"/>
                </a:lnTo>
                <a:lnTo>
                  <a:pt x="9581" y="2588"/>
                </a:lnTo>
                <a:lnTo>
                  <a:pt x="9580" y="2588"/>
                </a:lnTo>
                <a:lnTo>
                  <a:pt x="9579" y="2587"/>
                </a:lnTo>
                <a:lnTo>
                  <a:pt x="9578" y="2587"/>
                </a:lnTo>
                <a:lnTo>
                  <a:pt x="9577" y="2586"/>
                </a:lnTo>
                <a:lnTo>
                  <a:pt x="9576" y="2586"/>
                </a:lnTo>
                <a:lnTo>
                  <a:pt x="9575" y="2586"/>
                </a:lnTo>
                <a:lnTo>
                  <a:pt x="9575" y="2585"/>
                </a:lnTo>
                <a:lnTo>
                  <a:pt x="9574" y="2585"/>
                </a:lnTo>
                <a:lnTo>
                  <a:pt x="9573" y="2585"/>
                </a:lnTo>
                <a:lnTo>
                  <a:pt x="9572" y="2584"/>
                </a:lnTo>
                <a:lnTo>
                  <a:pt x="9571" y="2584"/>
                </a:lnTo>
                <a:lnTo>
                  <a:pt x="9571" y="2583"/>
                </a:lnTo>
                <a:lnTo>
                  <a:pt x="9570" y="2583"/>
                </a:lnTo>
                <a:lnTo>
                  <a:pt x="9569" y="2583"/>
                </a:lnTo>
                <a:lnTo>
                  <a:pt x="9568" y="2582"/>
                </a:lnTo>
                <a:lnTo>
                  <a:pt x="9567" y="2582"/>
                </a:lnTo>
                <a:lnTo>
                  <a:pt x="9566" y="2582"/>
                </a:lnTo>
                <a:lnTo>
                  <a:pt x="9566" y="2581"/>
                </a:lnTo>
                <a:lnTo>
                  <a:pt x="9565" y="2581"/>
                </a:lnTo>
                <a:lnTo>
                  <a:pt x="9564" y="2581"/>
                </a:lnTo>
                <a:lnTo>
                  <a:pt x="9563" y="2580"/>
                </a:lnTo>
                <a:lnTo>
                  <a:pt x="9562" y="2580"/>
                </a:lnTo>
                <a:lnTo>
                  <a:pt x="9561" y="2579"/>
                </a:lnTo>
                <a:lnTo>
                  <a:pt x="9560" y="2579"/>
                </a:lnTo>
                <a:lnTo>
                  <a:pt x="9559" y="2578"/>
                </a:lnTo>
                <a:lnTo>
                  <a:pt x="9558" y="2578"/>
                </a:lnTo>
                <a:lnTo>
                  <a:pt x="9557" y="2577"/>
                </a:lnTo>
                <a:lnTo>
                  <a:pt x="9556" y="2577"/>
                </a:lnTo>
                <a:lnTo>
                  <a:pt x="9555" y="2577"/>
                </a:lnTo>
                <a:lnTo>
                  <a:pt x="9555" y="2576"/>
                </a:lnTo>
                <a:lnTo>
                  <a:pt x="9554" y="2576"/>
                </a:lnTo>
                <a:lnTo>
                  <a:pt x="9553" y="2576"/>
                </a:lnTo>
                <a:lnTo>
                  <a:pt x="9552" y="2575"/>
                </a:lnTo>
                <a:lnTo>
                  <a:pt x="9551" y="2575"/>
                </a:lnTo>
                <a:lnTo>
                  <a:pt x="9551" y="2574"/>
                </a:lnTo>
                <a:lnTo>
                  <a:pt x="9550" y="2574"/>
                </a:lnTo>
                <a:lnTo>
                  <a:pt x="9549" y="2574"/>
                </a:lnTo>
                <a:lnTo>
                  <a:pt x="9548" y="2573"/>
                </a:lnTo>
                <a:lnTo>
                  <a:pt x="9547" y="2573"/>
                </a:lnTo>
                <a:lnTo>
                  <a:pt x="9546" y="2573"/>
                </a:lnTo>
                <a:lnTo>
                  <a:pt x="9546" y="2572"/>
                </a:lnTo>
                <a:lnTo>
                  <a:pt x="9545" y="2572"/>
                </a:lnTo>
                <a:lnTo>
                  <a:pt x="9544" y="2572"/>
                </a:lnTo>
                <a:lnTo>
                  <a:pt x="9544" y="2571"/>
                </a:lnTo>
                <a:lnTo>
                  <a:pt x="9543" y="2571"/>
                </a:lnTo>
                <a:lnTo>
                  <a:pt x="9542" y="2571"/>
                </a:lnTo>
                <a:lnTo>
                  <a:pt x="9542" y="2570"/>
                </a:lnTo>
                <a:lnTo>
                  <a:pt x="9541" y="2570"/>
                </a:lnTo>
                <a:lnTo>
                  <a:pt x="9540" y="2570"/>
                </a:lnTo>
                <a:lnTo>
                  <a:pt x="9539" y="2569"/>
                </a:lnTo>
                <a:lnTo>
                  <a:pt x="9538" y="2569"/>
                </a:lnTo>
                <a:lnTo>
                  <a:pt x="9537" y="2568"/>
                </a:lnTo>
                <a:lnTo>
                  <a:pt x="9536" y="2568"/>
                </a:lnTo>
                <a:lnTo>
                  <a:pt x="9535" y="2568"/>
                </a:lnTo>
                <a:lnTo>
                  <a:pt x="9535" y="2567"/>
                </a:lnTo>
                <a:lnTo>
                  <a:pt x="9534" y="2567"/>
                </a:lnTo>
                <a:lnTo>
                  <a:pt x="9533" y="2566"/>
                </a:lnTo>
                <a:lnTo>
                  <a:pt x="9532" y="2566"/>
                </a:lnTo>
                <a:lnTo>
                  <a:pt x="9531" y="2566"/>
                </a:lnTo>
                <a:lnTo>
                  <a:pt x="9531" y="2565"/>
                </a:lnTo>
                <a:lnTo>
                  <a:pt x="9530" y="2565"/>
                </a:lnTo>
                <a:lnTo>
                  <a:pt x="9529" y="2565"/>
                </a:lnTo>
                <a:lnTo>
                  <a:pt x="9528" y="2564"/>
                </a:lnTo>
                <a:lnTo>
                  <a:pt x="9527" y="2564"/>
                </a:lnTo>
                <a:lnTo>
                  <a:pt x="9526" y="2564"/>
                </a:lnTo>
                <a:lnTo>
                  <a:pt x="9526" y="2563"/>
                </a:lnTo>
                <a:lnTo>
                  <a:pt x="9525" y="2563"/>
                </a:lnTo>
                <a:lnTo>
                  <a:pt x="9524" y="2562"/>
                </a:lnTo>
                <a:lnTo>
                  <a:pt x="9523" y="2562"/>
                </a:lnTo>
                <a:lnTo>
                  <a:pt x="9522" y="2562"/>
                </a:lnTo>
                <a:lnTo>
                  <a:pt x="9522" y="2561"/>
                </a:lnTo>
                <a:lnTo>
                  <a:pt x="9521" y="2561"/>
                </a:lnTo>
                <a:lnTo>
                  <a:pt x="9520" y="2561"/>
                </a:lnTo>
                <a:lnTo>
                  <a:pt x="9519" y="2560"/>
                </a:lnTo>
                <a:lnTo>
                  <a:pt x="9518" y="2560"/>
                </a:lnTo>
                <a:lnTo>
                  <a:pt x="9517" y="2559"/>
                </a:lnTo>
                <a:lnTo>
                  <a:pt x="9516" y="2559"/>
                </a:lnTo>
                <a:lnTo>
                  <a:pt x="9515" y="2559"/>
                </a:lnTo>
                <a:lnTo>
                  <a:pt x="9515" y="2558"/>
                </a:lnTo>
                <a:lnTo>
                  <a:pt x="9514" y="2558"/>
                </a:lnTo>
                <a:lnTo>
                  <a:pt x="9513" y="2557"/>
                </a:lnTo>
                <a:lnTo>
                  <a:pt x="9512" y="2557"/>
                </a:lnTo>
                <a:lnTo>
                  <a:pt x="9511" y="2557"/>
                </a:lnTo>
                <a:lnTo>
                  <a:pt x="9511" y="2556"/>
                </a:lnTo>
                <a:lnTo>
                  <a:pt x="9510" y="2556"/>
                </a:lnTo>
                <a:lnTo>
                  <a:pt x="9509" y="2556"/>
                </a:lnTo>
                <a:lnTo>
                  <a:pt x="9508" y="2555"/>
                </a:lnTo>
                <a:lnTo>
                  <a:pt x="9507" y="2555"/>
                </a:lnTo>
                <a:lnTo>
                  <a:pt x="9506" y="2555"/>
                </a:lnTo>
                <a:lnTo>
                  <a:pt x="9506" y="2554"/>
                </a:lnTo>
                <a:lnTo>
                  <a:pt x="9505" y="2554"/>
                </a:lnTo>
                <a:lnTo>
                  <a:pt x="9504" y="2553"/>
                </a:lnTo>
                <a:lnTo>
                  <a:pt x="9503" y="2553"/>
                </a:lnTo>
                <a:lnTo>
                  <a:pt x="9502" y="2553"/>
                </a:lnTo>
                <a:lnTo>
                  <a:pt x="9502" y="2552"/>
                </a:lnTo>
                <a:lnTo>
                  <a:pt x="9501" y="2552"/>
                </a:lnTo>
                <a:lnTo>
                  <a:pt x="9500" y="2552"/>
                </a:lnTo>
                <a:lnTo>
                  <a:pt x="9499" y="2551"/>
                </a:lnTo>
                <a:lnTo>
                  <a:pt x="9498" y="2551"/>
                </a:lnTo>
                <a:lnTo>
                  <a:pt x="9497" y="2550"/>
                </a:lnTo>
                <a:lnTo>
                  <a:pt x="9496" y="2550"/>
                </a:lnTo>
                <a:lnTo>
                  <a:pt x="9495" y="2549"/>
                </a:lnTo>
                <a:lnTo>
                  <a:pt x="9494" y="2549"/>
                </a:lnTo>
                <a:lnTo>
                  <a:pt x="9493" y="2548"/>
                </a:lnTo>
                <a:lnTo>
                  <a:pt x="9492" y="2548"/>
                </a:lnTo>
                <a:lnTo>
                  <a:pt x="9491" y="2548"/>
                </a:lnTo>
                <a:lnTo>
                  <a:pt x="9491" y="2547"/>
                </a:lnTo>
                <a:lnTo>
                  <a:pt x="9490" y="2547"/>
                </a:lnTo>
                <a:lnTo>
                  <a:pt x="9489" y="2547"/>
                </a:lnTo>
                <a:lnTo>
                  <a:pt x="9488" y="2546"/>
                </a:lnTo>
                <a:lnTo>
                  <a:pt x="9487" y="2546"/>
                </a:lnTo>
                <a:lnTo>
                  <a:pt x="9487" y="2545"/>
                </a:lnTo>
                <a:lnTo>
                  <a:pt x="9486" y="2545"/>
                </a:lnTo>
                <a:lnTo>
                  <a:pt x="9485" y="2545"/>
                </a:lnTo>
                <a:lnTo>
                  <a:pt x="9484" y="2544"/>
                </a:lnTo>
                <a:lnTo>
                  <a:pt x="9483" y="2544"/>
                </a:lnTo>
                <a:lnTo>
                  <a:pt x="9482" y="2544"/>
                </a:lnTo>
                <a:lnTo>
                  <a:pt x="9482" y="2543"/>
                </a:lnTo>
                <a:lnTo>
                  <a:pt x="9481" y="2543"/>
                </a:lnTo>
                <a:lnTo>
                  <a:pt x="9480" y="2543"/>
                </a:lnTo>
                <a:lnTo>
                  <a:pt x="9479" y="2542"/>
                </a:lnTo>
                <a:lnTo>
                  <a:pt x="9478" y="2542"/>
                </a:lnTo>
                <a:lnTo>
                  <a:pt x="9477" y="2541"/>
                </a:lnTo>
                <a:lnTo>
                  <a:pt x="9476" y="2541"/>
                </a:lnTo>
                <a:lnTo>
                  <a:pt x="9475" y="2540"/>
                </a:lnTo>
                <a:lnTo>
                  <a:pt x="9474" y="2540"/>
                </a:lnTo>
                <a:lnTo>
                  <a:pt x="9473" y="2539"/>
                </a:lnTo>
                <a:lnTo>
                  <a:pt x="9472" y="2539"/>
                </a:lnTo>
                <a:lnTo>
                  <a:pt x="9471" y="2539"/>
                </a:lnTo>
                <a:lnTo>
                  <a:pt x="9471" y="2538"/>
                </a:lnTo>
                <a:lnTo>
                  <a:pt x="9470" y="2538"/>
                </a:lnTo>
                <a:lnTo>
                  <a:pt x="9469" y="2538"/>
                </a:lnTo>
                <a:lnTo>
                  <a:pt x="9468" y="2537"/>
                </a:lnTo>
                <a:lnTo>
                  <a:pt x="9467" y="2537"/>
                </a:lnTo>
                <a:lnTo>
                  <a:pt x="9467" y="2536"/>
                </a:lnTo>
                <a:lnTo>
                  <a:pt x="9466" y="2536"/>
                </a:lnTo>
                <a:lnTo>
                  <a:pt x="9465" y="2536"/>
                </a:lnTo>
                <a:lnTo>
                  <a:pt x="9464" y="2535"/>
                </a:lnTo>
                <a:lnTo>
                  <a:pt x="9463" y="2535"/>
                </a:lnTo>
                <a:lnTo>
                  <a:pt x="9462" y="2535"/>
                </a:lnTo>
                <a:lnTo>
                  <a:pt x="9462" y="2534"/>
                </a:lnTo>
                <a:lnTo>
                  <a:pt x="9461" y="2534"/>
                </a:lnTo>
                <a:lnTo>
                  <a:pt x="9460" y="2534"/>
                </a:lnTo>
                <a:lnTo>
                  <a:pt x="9459" y="2533"/>
                </a:lnTo>
                <a:lnTo>
                  <a:pt x="9458" y="2533"/>
                </a:lnTo>
                <a:lnTo>
                  <a:pt x="9458" y="2532"/>
                </a:lnTo>
                <a:lnTo>
                  <a:pt x="9457" y="2532"/>
                </a:lnTo>
                <a:lnTo>
                  <a:pt x="9456" y="2532"/>
                </a:lnTo>
                <a:lnTo>
                  <a:pt x="9455" y="2531"/>
                </a:lnTo>
                <a:lnTo>
                  <a:pt x="9454" y="2531"/>
                </a:lnTo>
                <a:lnTo>
                  <a:pt x="9453" y="2530"/>
                </a:lnTo>
                <a:lnTo>
                  <a:pt x="9452" y="2530"/>
                </a:lnTo>
                <a:lnTo>
                  <a:pt x="9451" y="2530"/>
                </a:lnTo>
                <a:lnTo>
                  <a:pt x="9451" y="2529"/>
                </a:lnTo>
                <a:lnTo>
                  <a:pt x="9450" y="2529"/>
                </a:lnTo>
                <a:lnTo>
                  <a:pt x="9449" y="2529"/>
                </a:lnTo>
                <a:lnTo>
                  <a:pt x="9449" y="2528"/>
                </a:lnTo>
                <a:lnTo>
                  <a:pt x="9448" y="2528"/>
                </a:lnTo>
                <a:lnTo>
                  <a:pt x="9447" y="2528"/>
                </a:lnTo>
                <a:lnTo>
                  <a:pt x="9447" y="2527"/>
                </a:lnTo>
                <a:lnTo>
                  <a:pt x="9446" y="2527"/>
                </a:lnTo>
                <a:lnTo>
                  <a:pt x="9445" y="2527"/>
                </a:lnTo>
                <a:lnTo>
                  <a:pt x="9444" y="2526"/>
                </a:lnTo>
                <a:lnTo>
                  <a:pt x="9443" y="2526"/>
                </a:lnTo>
                <a:lnTo>
                  <a:pt x="9442" y="2526"/>
                </a:lnTo>
                <a:lnTo>
                  <a:pt x="9442" y="2525"/>
                </a:lnTo>
                <a:lnTo>
                  <a:pt x="9441" y="2525"/>
                </a:lnTo>
                <a:lnTo>
                  <a:pt x="9440" y="2524"/>
                </a:lnTo>
                <a:lnTo>
                  <a:pt x="9439" y="2524"/>
                </a:lnTo>
                <a:lnTo>
                  <a:pt x="9438" y="2524"/>
                </a:lnTo>
                <a:lnTo>
                  <a:pt x="9438" y="2523"/>
                </a:lnTo>
                <a:lnTo>
                  <a:pt x="9437" y="2523"/>
                </a:lnTo>
                <a:lnTo>
                  <a:pt x="9436" y="2523"/>
                </a:lnTo>
                <a:lnTo>
                  <a:pt x="9435" y="2522"/>
                </a:lnTo>
                <a:lnTo>
                  <a:pt x="9434" y="2522"/>
                </a:lnTo>
                <a:lnTo>
                  <a:pt x="9433" y="2521"/>
                </a:lnTo>
                <a:lnTo>
                  <a:pt x="9432" y="2521"/>
                </a:lnTo>
                <a:lnTo>
                  <a:pt x="9431" y="2521"/>
                </a:lnTo>
                <a:lnTo>
                  <a:pt x="9431" y="2520"/>
                </a:lnTo>
                <a:lnTo>
                  <a:pt x="9430" y="2520"/>
                </a:lnTo>
                <a:lnTo>
                  <a:pt x="9429" y="2519"/>
                </a:lnTo>
                <a:lnTo>
                  <a:pt x="9428" y="2519"/>
                </a:lnTo>
                <a:lnTo>
                  <a:pt x="9427" y="2519"/>
                </a:lnTo>
                <a:lnTo>
                  <a:pt x="9427" y="2518"/>
                </a:lnTo>
                <a:lnTo>
                  <a:pt x="9426" y="2518"/>
                </a:lnTo>
                <a:lnTo>
                  <a:pt x="9425" y="2518"/>
                </a:lnTo>
                <a:lnTo>
                  <a:pt x="9424" y="2517"/>
                </a:lnTo>
                <a:lnTo>
                  <a:pt x="9423" y="2517"/>
                </a:lnTo>
                <a:lnTo>
                  <a:pt x="9422" y="2517"/>
                </a:lnTo>
                <a:lnTo>
                  <a:pt x="9422" y="2516"/>
                </a:lnTo>
                <a:lnTo>
                  <a:pt x="9421" y="2516"/>
                </a:lnTo>
                <a:lnTo>
                  <a:pt x="9420" y="2515"/>
                </a:lnTo>
                <a:lnTo>
                  <a:pt x="9419" y="2515"/>
                </a:lnTo>
                <a:lnTo>
                  <a:pt x="9418" y="2515"/>
                </a:lnTo>
                <a:lnTo>
                  <a:pt x="9418" y="2514"/>
                </a:lnTo>
                <a:lnTo>
                  <a:pt x="9417" y="2514"/>
                </a:lnTo>
                <a:lnTo>
                  <a:pt x="9416" y="2514"/>
                </a:lnTo>
                <a:lnTo>
                  <a:pt x="9415" y="2513"/>
                </a:lnTo>
                <a:lnTo>
                  <a:pt x="9414" y="2513"/>
                </a:lnTo>
                <a:lnTo>
                  <a:pt x="9413" y="2512"/>
                </a:lnTo>
                <a:lnTo>
                  <a:pt x="9412" y="2512"/>
                </a:lnTo>
                <a:lnTo>
                  <a:pt x="9411" y="2511"/>
                </a:lnTo>
                <a:lnTo>
                  <a:pt x="9410" y="2511"/>
                </a:lnTo>
                <a:lnTo>
                  <a:pt x="9409" y="2510"/>
                </a:lnTo>
                <a:lnTo>
                  <a:pt x="9408" y="2510"/>
                </a:lnTo>
                <a:lnTo>
                  <a:pt x="9407" y="2510"/>
                </a:lnTo>
                <a:lnTo>
                  <a:pt x="9407" y="2509"/>
                </a:lnTo>
                <a:lnTo>
                  <a:pt x="9406" y="2509"/>
                </a:lnTo>
                <a:lnTo>
                  <a:pt x="9405" y="2509"/>
                </a:lnTo>
                <a:lnTo>
                  <a:pt x="9404" y="2508"/>
                </a:lnTo>
                <a:lnTo>
                  <a:pt x="9403" y="2508"/>
                </a:lnTo>
                <a:lnTo>
                  <a:pt x="9402" y="2507"/>
                </a:lnTo>
                <a:lnTo>
                  <a:pt x="9401" y="2507"/>
                </a:lnTo>
                <a:lnTo>
                  <a:pt x="9400" y="2506"/>
                </a:lnTo>
                <a:lnTo>
                  <a:pt x="9399" y="2506"/>
                </a:lnTo>
                <a:lnTo>
                  <a:pt x="9398" y="2506"/>
                </a:lnTo>
                <a:lnTo>
                  <a:pt x="9398" y="2505"/>
                </a:lnTo>
                <a:lnTo>
                  <a:pt x="9397" y="2505"/>
                </a:lnTo>
                <a:lnTo>
                  <a:pt x="9396" y="2505"/>
                </a:lnTo>
                <a:lnTo>
                  <a:pt x="9395" y="2504"/>
                </a:lnTo>
                <a:lnTo>
                  <a:pt x="9394" y="2504"/>
                </a:lnTo>
                <a:lnTo>
                  <a:pt x="9393" y="2503"/>
                </a:lnTo>
                <a:lnTo>
                  <a:pt x="9392" y="2503"/>
                </a:lnTo>
                <a:lnTo>
                  <a:pt x="9391" y="2502"/>
                </a:lnTo>
                <a:lnTo>
                  <a:pt x="9390" y="2502"/>
                </a:lnTo>
                <a:lnTo>
                  <a:pt x="9389" y="2501"/>
                </a:lnTo>
                <a:lnTo>
                  <a:pt x="9388" y="2501"/>
                </a:lnTo>
                <a:lnTo>
                  <a:pt x="9387" y="2501"/>
                </a:lnTo>
                <a:lnTo>
                  <a:pt x="9387" y="2500"/>
                </a:lnTo>
                <a:lnTo>
                  <a:pt x="9386" y="2500"/>
                </a:lnTo>
                <a:lnTo>
                  <a:pt x="9385" y="2500"/>
                </a:lnTo>
                <a:lnTo>
                  <a:pt x="9384" y="2499"/>
                </a:lnTo>
                <a:lnTo>
                  <a:pt x="9383" y="2499"/>
                </a:lnTo>
                <a:lnTo>
                  <a:pt x="9382" y="2498"/>
                </a:lnTo>
                <a:lnTo>
                  <a:pt x="9381" y="2498"/>
                </a:lnTo>
                <a:lnTo>
                  <a:pt x="9380" y="2497"/>
                </a:lnTo>
                <a:lnTo>
                  <a:pt x="9379" y="2497"/>
                </a:lnTo>
                <a:lnTo>
                  <a:pt x="9378" y="2497"/>
                </a:lnTo>
                <a:lnTo>
                  <a:pt x="9378" y="2496"/>
                </a:lnTo>
                <a:lnTo>
                  <a:pt x="9377" y="2496"/>
                </a:lnTo>
                <a:lnTo>
                  <a:pt x="9376" y="2496"/>
                </a:lnTo>
                <a:lnTo>
                  <a:pt x="9375" y="2495"/>
                </a:lnTo>
                <a:lnTo>
                  <a:pt x="9374" y="2495"/>
                </a:lnTo>
                <a:lnTo>
                  <a:pt x="9374" y="2494"/>
                </a:lnTo>
                <a:lnTo>
                  <a:pt x="9373" y="2494"/>
                </a:lnTo>
                <a:lnTo>
                  <a:pt x="9372" y="2494"/>
                </a:lnTo>
                <a:lnTo>
                  <a:pt x="9371" y="2493"/>
                </a:lnTo>
                <a:lnTo>
                  <a:pt x="9370" y="2493"/>
                </a:lnTo>
                <a:lnTo>
                  <a:pt x="9369" y="2492"/>
                </a:lnTo>
                <a:lnTo>
                  <a:pt x="9368" y="2492"/>
                </a:lnTo>
                <a:lnTo>
                  <a:pt x="9367" y="2492"/>
                </a:lnTo>
                <a:lnTo>
                  <a:pt x="9367" y="2491"/>
                </a:lnTo>
                <a:lnTo>
                  <a:pt x="9366" y="2491"/>
                </a:lnTo>
                <a:lnTo>
                  <a:pt x="9365" y="2491"/>
                </a:lnTo>
                <a:lnTo>
                  <a:pt x="9365" y="2490"/>
                </a:lnTo>
                <a:lnTo>
                  <a:pt x="9364" y="2490"/>
                </a:lnTo>
                <a:lnTo>
                  <a:pt x="9363" y="2490"/>
                </a:lnTo>
                <a:lnTo>
                  <a:pt x="9363" y="2489"/>
                </a:lnTo>
                <a:lnTo>
                  <a:pt x="9362" y="2489"/>
                </a:lnTo>
                <a:lnTo>
                  <a:pt x="9361" y="2489"/>
                </a:lnTo>
                <a:lnTo>
                  <a:pt x="9360" y="2488"/>
                </a:lnTo>
                <a:lnTo>
                  <a:pt x="9359" y="2488"/>
                </a:lnTo>
                <a:lnTo>
                  <a:pt x="9358" y="2488"/>
                </a:lnTo>
                <a:lnTo>
                  <a:pt x="9358" y="2487"/>
                </a:lnTo>
                <a:lnTo>
                  <a:pt x="9357" y="2487"/>
                </a:lnTo>
                <a:lnTo>
                  <a:pt x="9356" y="2486"/>
                </a:lnTo>
                <a:lnTo>
                  <a:pt x="9355" y="2486"/>
                </a:lnTo>
                <a:lnTo>
                  <a:pt x="9354" y="2486"/>
                </a:lnTo>
                <a:lnTo>
                  <a:pt x="9354" y="2485"/>
                </a:lnTo>
                <a:lnTo>
                  <a:pt x="9353" y="2485"/>
                </a:lnTo>
                <a:lnTo>
                  <a:pt x="9352" y="2485"/>
                </a:lnTo>
                <a:lnTo>
                  <a:pt x="9351" y="2484"/>
                </a:lnTo>
                <a:lnTo>
                  <a:pt x="9350" y="2484"/>
                </a:lnTo>
                <a:lnTo>
                  <a:pt x="9349" y="2483"/>
                </a:lnTo>
                <a:lnTo>
                  <a:pt x="9348" y="2483"/>
                </a:lnTo>
                <a:lnTo>
                  <a:pt x="9347" y="2483"/>
                </a:lnTo>
                <a:lnTo>
                  <a:pt x="9347" y="2482"/>
                </a:lnTo>
                <a:lnTo>
                  <a:pt x="9346" y="2482"/>
                </a:lnTo>
                <a:lnTo>
                  <a:pt x="9345" y="2482"/>
                </a:lnTo>
                <a:lnTo>
                  <a:pt x="9345" y="2481"/>
                </a:lnTo>
                <a:lnTo>
                  <a:pt x="9344" y="2481"/>
                </a:lnTo>
                <a:lnTo>
                  <a:pt x="9343" y="2481"/>
                </a:lnTo>
                <a:lnTo>
                  <a:pt x="9343" y="2480"/>
                </a:lnTo>
                <a:lnTo>
                  <a:pt x="9342" y="2480"/>
                </a:lnTo>
                <a:lnTo>
                  <a:pt x="9341" y="2480"/>
                </a:lnTo>
                <a:lnTo>
                  <a:pt x="9340" y="2479"/>
                </a:lnTo>
                <a:lnTo>
                  <a:pt x="9339" y="2479"/>
                </a:lnTo>
                <a:lnTo>
                  <a:pt x="9338" y="2479"/>
                </a:lnTo>
                <a:lnTo>
                  <a:pt x="9338" y="2478"/>
                </a:lnTo>
                <a:lnTo>
                  <a:pt x="9337" y="2478"/>
                </a:lnTo>
                <a:lnTo>
                  <a:pt x="9336" y="2477"/>
                </a:lnTo>
                <a:lnTo>
                  <a:pt x="9335" y="2477"/>
                </a:lnTo>
                <a:lnTo>
                  <a:pt x="9334" y="2477"/>
                </a:lnTo>
                <a:lnTo>
                  <a:pt x="9334" y="2476"/>
                </a:lnTo>
                <a:lnTo>
                  <a:pt x="9333" y="2476"/>
                </a:lnTo>
                <a:lnTo>
                  <a:pt x="9332" y="2476"/>
                </a:lnTo>
                <a:lnTo>
                  <a:pt x="9331" y="2475"/>
                </a:lnTo>
                <a:lnTo>
                  <a:pt x="9330" y="2475"/>
                </a:lnTo>
                <a:lnTo>
                  <a:pt x="9329" y="2474"/>
                </a:lnTo>
                <a:lnTo>
                  <a:pt x="9328" y="2474"/>
                </a:lnTo>
                <a:lnTo>
                  <a:pt x="9327" y="2473"/>
                </a:lnTo>
                <a:lnTo>
                  <a:pt x="9326" y="2473"/>
                </a:lnTo>
                <a:lnTo>
                  <a:pt x="9325" y="2473"/>
                </a:lnTo>
                <a:lnTo>
                  <a:pt x="9325" y="2472"/>
                </a:lnTo>
                <a:lnTo>
                  <a:pt x="9324" y="2472"/>
                </a:lnTo>
                <a:lnTo>
                  <a:pt x="9323" y="2472"/>
                </a:lnTo>
                <a:lnTo>
                  <a:pt x="9323" y="2471"/>
                </a:lnTo>
                <a:lnTo>
                  <a:pt x="9322" y="2471"/>
                </a:lnTo>
                <a:lnTo>
                  <a:pt x="9321" y="2471"/>
                </a:lnTo>
                <a:lnTo>
                  <a:pt x="9320" y="2470"/>
                </a:lnTo>
                <a:lnTo>
                  <a:pt x="9319" y="2470"/>
                </a:lnTo>
                <a:lnTo>
                  <a:pt x="9318" y="2469"/>
                </a:lnTo>
                <a:lnTo>
                  <a:pt x="9317" y="2469"/>
                </a:lnTo>
                <a:lnTo>
                  <a:pt x="9316" y="2468"/>
                </a:lnTo>
                <a:lnTo>
                  <a:pt x="9315" y="2468"/>
                </a:lnTo>
                <a:lnTo>
                  <a:pt x="9314" y="2468"/>
                </a:lnTo>
                <a:lnTo>
                  <a:pt x="9314" y="2467"/>
                </a:lnTo>
                <a:lnTo>
                  <a:pt x="9313" y="2467"/>
                </a:lnTo>
                <a:lnTo>
                  <a:pt x="9312" y="2467"/>
                </a:lnTo>
                <a:lnTo>
                  <a:pt x="9311" y="2466"/>
                </a:lnTo>
                <a:lnTo>
                  <a:pt x="9310" y="2466"/>
                </a:lnTo>
                <a:lnTo>
                  <a:pt x="9309" y="2465"/>
                </a:lnTo>
                <a:lnTo>
                  <a:pt x="9308" y="2465"/>
                </a:lnTo>
                <a:lnTo>
                  <a:pt x="9307" y="2464"/>
                </a:lnTo>
                <a:lnTo>
                  <a:pt x="9306" y="2464"/>
                </a:lnTo>
                <a:lnTo>
                  <a:pt x="9305" y="2463"/>
                </a:lnTo>
                <a:lnTo>
                  <a:pt x="9304" y="2463"/>
                </a:lnTo>
                <a:lnTo>
                  <a:pt x="9303" y="2463"/>
                </a:lnTo>
                <a:lnTo>
                  <a:pt x="9303" y="2462"/>
                </a:lnTo>
                <a:lnTo>
                  <a:pt x="9302" y="2462"/>
                </a:lnTo>
                <a:lnTo>
                  <a:pt x="9301" y="2462"/>
                </a:lnTo>
                <a:lnTo>
                  <a:pt x="9300" y="2461"/>
                </a:lnTo>
                <a:lnTo>
                  <a:pt x="9299" y="2461"/>
                </a:lnTo>
                <a:lnTo>
                  <a:pt x="9298" y="2460"/>
                </a:lnTo>
                <a:lnTo>
                  <a:pt x="9297" y="2460"/>
                </a:lnTo>
                <a:lnTo>
                  <a:pt x="9296" y="2459"/>
                </a:lnTo>
                <a:lnTo>
                  <a:pt x="9295" y="2459"/>
                </a:lnTo>
                <a:lnTo>
                  <a:pt x="9294" y="2459"/>
                </a:lnTo>
                <a:lnTo>
                  <a:pt x="9294" y="2458"/>
                </a:lnTo>
                <a:lnTo>
                  <a:pt x="9293" y="2458"/>
                </a:lnTo>
                <a:lnTo>
                  <a:pt x="9292" y="2458"/>
                </a:lnTo>
                <a:lnTo>
                  <a:pt x="9291" y="2457"/>
                </a:lnTo>
                <a:lnTo>
                  <a:pt x="9290" y="2457"/>
                </a:lnTo>
                <a:lnTo>
                  <a:pt x="9290" y="2456"/>
                </a:lnTo>
                <a:lnTo>
                  <a:pt x="9289" y="2456"/>
                </a:lnTo>
                <a:lnTo>
                  <a:pt x="9288" y="2456"/>
                </a:lnTo>
                <a:lnTo>
                  <a:pt x="9287" y="2455"/>
                </a:lnTo>
                <a:lnTo>
                  <a:pt x="9286" y="2455"/>
                </a:lnTo>
                <a:lnTo>
                  <a:pt x="9285" y="2454"/>
                </a:lnTo>
                <a:lnTo>
                  <a:pt x="9284" y="2454"/>
                </a:lnTo>
                <a:lnTo>
                  <a:pt x="9283" y="2454"/>
                </a:lnTo>
                <a:lnTo>
                  <a:pt x="9283" y="2453"/>
                </a:lnTo>
                <a:lnTo>
                  <a:pt x="9282" y="2453"/>
                </a:lnTo>
                <a:lnTo>
                  <a:pt x="9281" y="2453"/>
                </a:lnTo>
                <a:lnTo>
                  <a:pt x="9281" y="2452"/>
                </a:lnTo>
                <a:lnTo>
                  <a:pt x="9280" y="2452"/>
                </a:lnTo>
                <a:lnTo>
                  <a:pt x="9279" y="2452"/>
                </a:lnTo>
                <a:lnTo>
                  <a:pt x="9278" y="2451"/>
                </a:lnTo>
                <a:lnTo>
                  <a:pt x="9277" y="2451"/>
                </a:lnTo>
                <a:lnTo>
                  <a:pt x="9276" y="2450"/>
                </a:lnTo>
                <a:lnTo>
                  <a:pt x="9275" y="2450"/>
                </a:lnTo>
                <a:lnTo>
                  <a:pt x="9274" y="2450"/>
                </a:lnTo>
                <a:lnTo>
                  <a:pt x="9274" y="2449"/>
                </a:lnTo>
                <a:lnTo>
                  <a:pt x="9273" y="2449"/>
                </a:lnTo>
                <a:lnTo>
                  <a:pt x="9272" y="2448"/>
                </a:lnTo>
                <a:lnTo>
                  <a:pt x="9271" y="2448"/>
                </a:lnTo>
                <a:lnTo>
                  <a:pt x="9270" y="2448"/>
                </a:lnTo>
                <a:lnTo>
                  <a:pt x="9270" y="2447"/>
                </a:lnTo>
                <a:lnTo>
                  <a:pt x="9269" y="2447"/>
                </a:lnTo>
                <a:lnTo>
                  <a:pt x="9268" y="2447"/>
                </a:lnTo>
                <a:lnTo>
                  <a:pt x="9267" y="2446"/>
                </a:lnTo>
                <a:lnTo>
                  <a:pt x="9266" y="2446"/>
                </a:lnTo>
                <a:lnTo>
                  <a:pt x="9265" y="2445"/>
                </a:lnTo>
                <a:lnTo>
                  <a:pt x="9264" y="2445"/>
                </a:lnTo>
                <a:lnTo>
                  <a:pt x="9263" y="2445"/>
                </a:lnTo>
                <a:lnTo>
                  <a:pt x="9263" y="2444"/>
                </a:lnTo>
                <a:lnTo>
                  <a:pt x="9262" y="2444"/>
                </a:lnTo>
                <a:lnTo>
                  <a:pt x="9261" y="2444"/>
                </a:lnTo>
                <a:lnTo>
                  <a:pt x="9261" y="2443"/>
                </a:lnTo>
                <a:lnTo>
                  <a:pt x="9260" y="2443"/>
                </a:lnTo>
                <a:lnTo>
                  <a:pt x="9259" y="2443"/>
                </a:lnTo>
                <a:lnTo>
                  <a:pt x="9258" y="2442"/>
                </a:lnTo>
                <a:lnTo>
                  <a:pt x="9257" y="2442"/>
                </a:lnTo>
                <a:lnTo>
                  <a:pt x="9256" y="2441"/>
                </a:lnTo>
                <a:lnTo>
                  <a:pt x="9255" y="2441"/>
                </a:lnTo>
                <a:lnTo>
                  <a:pt x="9254" y="2441"/>
                </a:lnTo>
                <a:lnTo>
                  <a:pt x="9254" y="2440"/>
                </a:lnTo>
                <a:lnTo>
                  <a:pt x="9253" y="2440"/>
                </a:lnTo>
                <a:lnTo>
                  <a:pt x="9252" y="2439"/>
                </a:lnTo>
                <a:lnTo>
                  <a:pt x="9251" y="2439"/>
                </a:lnTo>
                <a:lnTo>
                  <a:pt x="9250" y="2439"/>
                </a:lnTo>
                <a:lnTo>
                  <a:pt x="9250" y="2438"/>
                </a:lnTo>
                <a:lnTo>
                  <a:pt x="9249" y="2438"/>
                </a:lnTo>
                <a:lnTo>
                  <a:pt x="9248" y="2438"/>
                </a:lnTo>
                <a:lnTo>
                  <a:pt x="9247" y="2437"/>
                </a:lnTo>
                <a:lnTo>
                  <a:pt x="9246" y="2437"/>
                </a:lnTo>
                <a:lnTo>
                  <a:pt x="9245" y="2436"/>
                </a:lnTo>
                <a:lnTo>
                  <a:pt x="9244" y="2436"/>
                </a:lnTo>
                <a:lnTo>
                  <a:pt x="9243" y="2435"/>
                </a:lnTo>
                <a:lnTo>
                  <a:pt x="9242" y="2435"/>
                </a:lnTo>
                <a:lnTo>
                  <a:pt x="9241" y="2435"/>
                </a:lnTo>
                <a:lnTo>
                  <a:pt x="9241" y="2434"/>
                </a:lnTo>
                <a:lnTo>
                  <a:pt x="9240" y="2434"/>
                </a:lnTo>
                <a:lnTo>
                  <a:pt x="9240" y="2449"/>
                </a:lnTo>
                <a:lnTo>
                  <a:pt x="9239" y="2448"/>
                </a:lnTo>
                <a:lnTo>
                  <a:pt x="9238" y="2448"/>
                </a:lnTo>
                <a:lnTo>
                  <a:pt x="9237" y="2447"/>
                </a:lnTo>
                <a:lnTo>
                  <a:pt x="9236" y="2447"/>
                </a:lnTo>
                <a:lnTo>
                  <a:pt x="9235" y="2446"/>
                </a:lnTo>
                <a:lnTo>
                  <a:pt x="9234" y="2446"/>
                </a:lnTo>
                <a:lnTo>
                  <a:pt x="9233" y="2446"/>
                </a:lnTo>
                <a:lnTo>
                  <a:pt x="9233" y="2445"/>
                </a:lnTo>
                <a:lnTo>
                  <a:pt x="9232" y="2445"/>
                </a:lnTo>
                <a:lnTo>
                  <a:pt x="9231" y="2445"/>
                </a:lnTo>
                <a:lnTo>
                  <a:pt x="9230" y="2444"/>
                </a:lnTo>
                <a:lnTo>
                  <a:pt x="9229" y="2444"/>
                </a:lnTo>
                <a:lnTo>
                  <a:pt x="9229" y="2443"/>
                </a:lnTo>
                <a:lnTo>
                  <a:pt x="9228" y="2443"/>
                </a:lnTo>
                <a:lnTo>
                  <a:pt x="9227" y="2443"/>
                </a:lnTo>
                <a:lnTo>
                  <a:pt x="9226" y="2442"/>
                </a:lnTo>
                <a:lnTo>
                  <a:pt x="9225" y="2442"/>
                </a:lnTo>
                <a:lnTo>
                  <a:pt x="9224" y="2442"/>
                </a:lnTo>
                <a:lnTo>
                  <a:pt x="9224" y="2441"/>
                </a:lnTo>
                <a:lnTo>
                  <a:pt x="9223" y="2441"/>
                </a:lnTo>
                <a:lnTo>
                  <a:pt x="9222" y="2441"/>
                </a:lnTo>
                <a:lnTo>
                  <a:pt x="9221" y="2440"/>
                </a:lnTo>
                <a:lnTo>
                  <a:pt x="9220" y="2440"/>
                </a:lnTo>
                <a:lnTo>
                  <a:pt x="9220" y="2439"/>
                </a:lnTo>
                <a:lnTo>
                  <a:pt x="9219" y="2439"/>
                </a:lnTo>
                <a:lnTo>
                  <a:pt x="9218" y="2439"/>
                </a:lnTo>
                <a:lnTo>
                  <a:pt x="9217" y="2438"/>
                </a:lnTo>
                <a:lnTo>
                  <a:pt x="9216" y="2438"/>
                </a:lnTo>
                <a:lnTo>
                  <a:pt x="9215" y="2437"/>
                </a:lnTo>
                <a:lnTo>
                  <a:pt x="9214" y="2437"/>
                </a:lnTo>
                <a:lnTo>
                  <a:pt x="9213" y="2437"/>
                </a:lnTo>
                <a:lnTo>
                  <a:pt x="9213" y="2436"/>
                </a:lnTo>
                <a:lnTo>
                  <a:pt x="9212" y="2436"/>
                </a:lnTo>
                <a:lnTo>
                  <a:pt x="9211" y="2436"/>
                </a:lnTo>
                <a:lnTo>
                  <a:pt x="9211" y="2435"/>
                </a:lnTo>
                <a:lnTo>
                  <a:pt x="9210" y="2435"/>
                </a:lnTo>
                <a:lnTo>
                  <a:pt x="9209" y="2435"/>
                </a:lnTo>
                <a:lnTo>
                  <a:pt x="9209" y="2434"/>
                </a:lnTo>
                <a:lnTo>
                  <a:pt x="9208" y="2434"/>
                </a:lnTo>
                <a:lnTo>
                  <a:pt x="9207" y="2434"/>
                </a:lnTo>
                <a:lnTo>
                  <a:pt x="9206" y="2433"/>
                </a:lnTo>
                <a:lnTo>
                  <a:pt x="9205" y="2433"/>
                </a:lnTo>
                <a:lnTo>
                  <a:pt x="9204" y="2433"/>
                </a:lnTo>
                <a:lnTo>
                  <a:pt x="9204" y="2432"/>
                </a:lnTo>
                <a:lnTo>
                  <a:pt x="9203" y="2432"/>
                </a:lnTo>
                <a:lnTo>
                  <a:pt x="9202" y="2432"/>
                </a:lnTo>
                <a:lnTo>
                  <a:pt x="9201" y="2431"/>
                </a:lnTo>
                <a:lnTo>
                  <a:pt x="9200" y="2431"/>
                </a:lnTo>
                <a:lnTo>
                  <a:pt x="9200" y="2430"/>
                </a:lnTo>
                <a:lnTo>
                  <a:pt x="9199" y="2430"/>
                </a:lnTo>
                <a:lnTo>
                  <a:pt x="9198" y="2430"/>
                </a:lnTo>
                <a:lnTo>
                  <a:pt x="9197" y="2429"/>
                </a:lnTo>
                <a:lnTo>
                  <a:pt x="9196" y="2429"/>
                </a:lnTo>
                <a:lnTo>
                  <a:pt x="9195" y="2428"/>
                </a:lnTo>
                <a:lnTo>
                  <a:pt x="9194" y="2428"/>
                </a:lnTo>
                <a:lnTo>
                  <a:pt x="9193" y="2428"/>
                </a:lnTo>
                <a:lnTo>
                  <a:pt x="9193" y="2427"/>
                </a:lnTo>
                <a:lnTo>
                  <a:pt x="9192" y="2427"/>
                </a:lnTo>
                <a:lnTo>
                  <a:pt x="9191" y="2427"/>
                </a:lnTo>
                <a:lnTo>
                  <a:pt x="9191" y="2426"/>
                </a:lnTo>
                <a:lnTo>
                  <a:pt x="9190" y="2426"/>
                </a:lnTo>
                <a:lnTo>
                  <a:pt x="9189" y="2426"/>
                </a:lnTo>
                <a:lnTo>
                  <a:pt x="9189" y="2425"/>
                </a:lnTo>
                <a:lnTo>
                  <a:pt x="9188" y="2425"/>
                </a:lnTo>
                <a:lnTo>
                  <a:pt x="9187" y="2425"/>
                </a:lnTo>
                <a:lnTo>
                  <a:pt x="9186" y="2424"/>
                </a:lnTo>
                <a:lnTo>
                  <a:pt x="9185" y="2424"/>
                </a:lnTo>
                <a:lnTo>
                  <a:pt x="9184" y="2424"/>
                </a:lnTo>
                <a:lnTo>
                  <a:pt x="9184" y="2423"/>
                </a:lnTo>
                <a:lnTo>
                  <a:pt x="9183" y="2423"/>
                </a:lnTo>
                <a:lnTo>
                  <a:pt x="9182" y="2422"/>
                </a:lnTo>
                <a:lnTo>
                  <a:pt x="9181" y="2422"/>
                </a:lnTo>
                <a:lnTo>
                  <a:pt x="9180" y="2422"/>
                </a:lnTo>
                <a:lnTo>
                  <a:pt x="9180" y="2421"/>
                </a:lnTo>
                <a:lnTo>
                  <a:pt x="9179" y="2421"/>
                </a:lnTo>
                <a:lnTo>
                  <a:pt x="9178" y="2421"/>
                </a:lnTo>
                <a:lnTo>
                  <a:pt x="9177" y="2420"/>
                </a:lnTo>
                <a:lnTo>
                  <a:pt x="9176" y="2420"/>
                </a:lnTo>
                <a:lnTo>
                  <a:pt x="9175" y="2419"/>
                </a:lnTo>
                <a:lnTo>
                  <a:pt x="9174" y="2419"/>
                </a:lnTo>
                <a:lnTo>
                  <a:pt x="9173" y="2418"/>
                </a:lnTo>
                <a:lnTo>
                  <a:pt x="9172" y="2418"/>
                </a:lnTo>
                <a:lnTo>
                  <a:pt x="9171" y="2417"/>
                </a:lnTo>
                <a:lnTo>
                  <a:pt x="9170" y="2417"/>
                </a:lnTo>
                <a:lnTo>
                  <a:pt x="9169" y="2417"/>
                </a:lnTo>
                <a:lnTo>
                  <a:pt x="9169" y="2416"/>
                </a:lnTo>
                <a:lnTo>
                  <a:pt x="9168" y="2416"/>
                </a:lnTo>
                <a:lnTo>
                  <a:pt x="9167" y="2416"/>
                </a:lnTo>
                <a:lnTo>
                  <a:pt x="9166" y="2415"/>
                </a:lnTo>
                <a:lnTo>
                  <a:pt x="9165" y="2415"/>
                </a:lnTo>
                <a:lnTo>
                  <a:pt x="9164" y="2414"/>
                </a:lnTo>
                <a:lnTo>
                  <a:pt x="9163" y="2414"/>
                </a:lnTo>
                <a:lnTo>
                  <a:pt x="9162" y="2413"/>
                </a:lnTo>
                <a:lnTo>
                  <a:pt x="9161" y="2413"/>
                </a:lnTo>
                <a:lnTo>
                  <a:pt x="9160" y="2413"/>
                </a:lnTo>
                <a:lnTo>
                  <a:pt x="9160" y="2412"/>
                </a:lnTo>
                <a:lnTo>
                  <a:pt x="9159" y="2412"/>
                </a:lnTo>
                <a:lnTo>
                  <a:pt x="9158" y="2412"/>
                </a:lnTo>
                <a:lnTo>
                  <a:pt x="9157" y="2411"/>
                </a:lnTo>
                <a:lnTo>
                  <a:pt x="9156" y="2411"/>
                </a:lnTo>
                <a:lnTo>
                  <a:pt x="9155" y="2410"/>
                </a:lnTo>
                <a:lnTo>
                  <a:pt x="9154" y="2410"/>
                </a:lnTo>
                <a:lnTo>
                  <a:pt x="9153" y="2409"/>
                </a:lnTo>
                <a:lnTo>
                  <a:pt x="9152" y="2409"/>
                </a:lnTo>
                <a:lnTo>
                  <a:pt x="9151" y="2408"/>
                </a:lnTo>
                <a:lnTo>
                  <a:pt x="9150" y="2408"/>
                </a:lnTo>
                <a:lnTo>
                  <a:pt x="9149" y="2408"/>
                </a:lnTo>
                <a:lnTo>
                  <a:pt x="9149" y="2407"/>
                </a:lnTo>
                <a:lnTo>
                  <a:pt x="9148" y="2407"/>
                </a:lnTo>
                <a:lnTo>
                  <a:pt x="9147" y="2407"/>
                </a:lnTo>
                <a:lnTo>
                  <a:pt x="9146" y="2406"/>
                </a:lnTo>
                <a:lnTo>
                  <a:pt x="9145" y="2406"/>
                </a:lnTo>
                <a:lnTo>
                  <a:pt x="9144" y="2405"/>
                </a:lnTo>
                <a:lnTo>
                  <a:pt x="9143" y="2405"/>
                </a:lnTo>
                <a:lnTo>
                  <a:pt x="9142" y="2404"/>
                </a:lnTo>
                <a:lnTo>
                  <a:pt x="9141" y="2404"/>
                </a:lnTo>
                <a:lnTo>
                  <a:pt x="9140" y="2404"/>
                </a:lnTo>
                <a:lnTo>
                  <a:pt x="9140" y="2403"/>
                </a:lnTo>
                <a:lnTo>
                  <a:pt x="9139" y="2403"/>
                </a:lnTo>
                <a:lnTo>
                  <a:pt x="9138" y="2403"/>
                </a:lnTo>
                <a:lnTo>
                  <a:pt x="9137" y="2402"/>
                </a:lnTo>
                <a:lnTo>
                  <a:pt x="9136" y="2402"/>
                </a:lnTo>
                <a:lnTo>
                  <a:pt x="9136" y="2401"/>
                </a:lnTo>
                <a:lnTo>
                  <a:pt x="9135" y="2401"/>
                </a:lnTo>
                <a:lnTo>
                  <a:pt x="9134" y="2401"/>
                </a:lnTo>
                <a:lnTo>
                  <a:pt x="9133" y="2400"/>
                </a:lnTo>
                <a:lnTo>
                  <a:pt x="9132" y="2400"/>
                </a:lnTo>
                <a:lnTo>
                  <a:pt x="9131" y="2399"/>
                </a:lnTo>
                <a:lnTo>
                  <a:pt x="9130" y="2399"/>
                </a:lnTo>
                <a:lnTo>
                  <a:pt x="9129" y="2399"/>
                </a:lnTo>
                <a:lnTo>
                  <a:pt x="9129" y="2398"/>
                </a:lnTo>
                <a:lnTo>
                  <a:pt x="9128" y="2398"/>
                </a:lnTo>
                <a:lnTo>
                  <a:pt x="9127" y="2398"/>
                </a:lnTo>
                <a:lnTo>
                  <a:pt x="9127" y="2397"/>
                </a:lnTo>
                <a:lnTo>
                  <a:pt x="9126" y="2397"/>
                </a:lnTo>
                <a:lnTo>
                  <a:pt x="9125" y="2397"/>
                </a:lnTo>
                <a:lnTo>
                  <a:pt x="9124" y="2396"/>
                </a:lnTo>
                <a:lnTo>
                  <a:pt x="9123" y="2396"/>
                </a:lnTo>
                <a:lnTo>
                  <a:pt x="9122" y="2395"/>
                </a:lnTo>
                <a:lnTo>
                  <a:pt x="9121" y="2395"/>
                </a:lnTo>
                <a:lnTo>
                  <a:pt x="9120" y="2395"/>
                </a:lnTo>
                <a:lnTo>
                  <a:pt x="9120" y="2394"/>
                </a:lnTo>
                <a:lnTo>
                  <a:pt x="9119" y="2394"/>
                </a:lnTo>
                <a:lnTo>
                  <a:pt x="9118" y="2394"/>
                </a:lnTo>
                <a:lnTo>
                  <a:pt x="9117" y="2393"/>
                </a:lnTo>
                <a:lnTo>
                  <a:pt x="9116" y="2393"/>
                </a:lnTo>
                <a:lnTo>
                  <a:pt x="9116" y="2392"/>
                </a:lnTo>
                <a:lnTo>
                  <a:pt x="9115" y="2392"/>
                </a:lnTo>
                <a:lnTo>
                  <a:pt x="9114" y="2392"/>
                </a:lnTo>
                <a:lnTo>
                  <a:pt x="9113" y="2391"/>
                </a:lnTo>
                <a:lnTo>
                  <a:pt x="9112" y="2391"/>
                </a:lnTo>
                <a:lnTo>
                  <a:pt x="9111" y="2390"/>
                </a:lnTo>
                <a:lnTo>
                  <a:pt x="9110" y="2390"/>
                </a:lnTo>
                <a:lnTo>
                  <a:pt x="9109" y="2390"/>
                </a:lnTo>
                <a:lnTo>
                  <a:pt x="9109" y="2389"/>
                </a:lnTo>
                <a:lnTo>
                  <a:pt x="9108" y="2389"/>
                </a:lnTo>
                <a:lnTo>
                  <a:pt x="9107" y="2389"/>
                </a:lnTo>
                <a:lnTo>
                  <a:pt x="9107" y="2388"/>
                </a:lnTo>
                <a:lnTo>
                  <a:pt x="9106" y="2388"/>
                </a:lnTo>
                <a:lnTo>
                  <a:pt x="9105" y="2388"/>
                </a:lnTo>
                <a:lnTo>
                  <a:pt x="9105" y="2387"/>
                </a:lnTo>
                <a:lnTo>
                  <a:pt x="9104" y="2387"/>
                </a:lnTo>
                <a:lnTo>
                  <a:pt x="9103" y="2387"/>
                </a:lnTo>
                <a:lnTo>
                  <a:pt x="9102" y="2386"/>
                </a:lnTo>
                <a:lnTo>
                  <a:pt x="9101" y="2386"/>
                </a:lnTo>
                <a:lnTo>
                  <a:pt x="9100" y="2386"/>
                </a:lnTo>
                <a:lnTo>
                  <a:pt x="9100" y="2385"/>
                </a:lnTo>
                <a:lnTo>
                  <a:pt x="9099" y="2385"/>
                </a:lnTo>
                <a:lnTo>
                  <a:pt x="9098" y="2384"/>
                </a:lnTo>
                <a:lnTo>
                  <a:pt x="9097" y="2384"/>
                </a:lnTo>
                <a:lnTo>
                  <a:pt x="9096" y="2384"/>
                </a:lnTo>
                <a:lnTo>
                  <a:pt x="9096" y="2383"/>
                </a:lnTo>
                <a:lnTo>
                  <a:pt x="9095" y="2383"/>
                </a:lnTo>
                <a:lnTo>
                  <a:pt x="9094" y="2383"/>
                </a:lnTo>
                <a:lnTo>
                  <a:pt x="9093" y="2382"/>
                </a:lnTo>
                <a:lnTo>
                  <a:pt x="9092" y="2382"/>
                </a:lnTo>
                <a:lnTo>
                  <a:pt x="9091" y="2381"/>
                </a:lnTo>
                <a:lnTo>
                  <a:pt x="9090" y="2381"/>
                </a:lnTo>
                <a:lnTo>
                  <a:pt x="9089" y="2380"/>
                </a:lnTo>
                <a:lnTo>
                  <a:pt x="9088" y="2380"/>
                </a:lnTo>
                <a:lnTo>
                  <a:pt x="9087" y="2380"/>
                </a:lnTo>
                <a:lnTo>
                  <a:pt x="9087" y="2379"/>
                </a:lnTo>
                <a:lnTo>
                  <a:pt x="9086" y="2379"/>
                </a:lnTo>
                <a:lnTo>
                  <a:pt x="9085" y="2379"/>
                </a:lnTo>
                <a:lnTo>
                  <a:pt x="9085" y="2378"/>
                </a:lnTo>
                <a:lnTo>
                  <a:pt x="9084" y="2378"/>
                </a:lnTo>
                <a:lnTo>
                  <a:pt x="9083" y="2378"/>
                </a:lnTo>
                <a:lnTo>
                  <a:pt x="9082" y="2377"/>
                </a:lnTo>
                <a:lnTo>
                  <a:pt x="9081" y="2377"/>
                </a:lnTo>
                <a:lnTo>
                  <a:pt x="9080" y="2376"/>
                </a:lnTo>
                <a:lnTo>
                  <a:pt x="9079" y="2376"/>
                </a:lnTo>
                <a:lnTo>
                  <a:pt x="9078" y="2375"/>
                </a:lnTo>
                <a:lnTo>
                  <a:pt x="9077" y="2375"/>
                </a:lnTo>
                <a:lnTo>
                  <a:pt x="9076" y="2375"/>
                </a:lnTo>
                <a:lnTo>
                  <a:pt x="9076" y="2374"/>
                </a:lnTo>
                <a:lnTo>
                  <a:pt x="9075" y="2374"/>
                </a:lnTo>
                <a:lnTo>
                  <a:pt x="9074" y="2374"/>
                </a:lnTo>
                <a:lnTo>
                  <a:pt x="9073" y="2373"/>
                </a:lnTo>
                <a:lnTo>
                  <a:pt x="9072" y="2373"/>
                </a:lnTo>
                <a:lnTo>
                  <a:pt x="9071" y="2372"/>
                </a:lnTo>
                <a:lnTo>
                  <a:pt x="9070" y="2372"/>
                </a:lnTo>
                <a:lnTo>
                  <a:pt x="9069" y="2371"/>
                </a:lnTo>
                <a:lnTo>
                  <a:pt x="9068" y="2371"/>
                </a:lnTo>
                <a:lnTo>
                  <a:pt x="9067" y="2371"/>
                </a:lnTo>
                <a:lnTo>
                  <a:pt x="9067" y="2370"/>
                </a:lnTo>
                <a:lnTo>
                  <a:pt x="9066" y="2370"/>
                </a:lnTo>
                <a:lnTo>
                  <a:pt x="9065" y="2370"/>
                </a:lnTo>
                <a:lnTo>
                  <a:pt x="9065" y="2369"/>
                </a:lnTo>
                <a:lnTo>
                  <a:pt x="9064" y="2369"/>
                </a:lnTo>
                <a:lnTo>
                  <a:pt x="9063" y="2369"/>
                </a:lnTo>
                <a:lnTo>
                  <a:pt x="9062" y="2368"/>
                </a:lnTo>
                <a:lnTo>
                  <a:pt x="9061" y="2368"/>
                </a:lnTo>
                <a:lnTo>
                  <a:pt x="9060" y="2367"/>
                </a:lnTo>
                <a:lnTo>
                  <a:pt x="9059" y="2367"/>
                </a:lnTo>
                <a:lnTo>
                  <a:pt x="9058" y="2366"/>
                </a:lnTo>
                <a:lnTo>
                  <a:pt x="9057" y="2366"/>
                </a:lnTo>
                <a:lnTo>
                  <a:pt x="9056" y="2366"/>
                </a:lnTo>
                <a:lnTo>
                  <a:pt x="9056" y="2365"/>
                </a:lnTo>
                <a:lnTo>
                  <a:pt x="9055" y="2365"/>
                </a:lnTo>
                <a:lnTo>
                  <a:pt x="9054" y="2365"/>
                </a:lnTo>
                <a:lnTo>
                  <a:pt x="9053" y="2364"/>
                </a:lnTo>
                <a:lnTo>
                  <a:pt x="9052" y="2364"/>
                </a:lnTo>
                <a:lnTo>
                  <a:pt x="9052" y="2363"/>
                </a:lnTo>
                <a:lnTo>
                  <a:pt x="9051" y="2363"/>
                </a:lnTo>
                <a:lnTo>
                  <a:pt x="9050" y="2363"/>
                </a:lnTo>
                <a:lnTo>
                  <a:pt x="9049" y="2362"/>
                </a:lnTo>
                <a:lnTo>
                  <a:pt x="9048" y="2362"/>
                </a:lnTo>
                <a:lnTo>
                  <a:pt x="9047" y="2361"/>
                </a:lnTo>
                <a:lnTo>
                  <a:pt x="9046" y="2361"/>
                </a:lnTo>
                <a:lnTo>
                  <a:pt x="9045" y="2361"/>
                </a:lnTo>
                <a:lnTo>
                  <a:pt x="9045" y="2360"/>
                </a:lnTo>
                <a:lnTo>
                  <a:pt x="9044" y="2360"/>
                </a:lnTo>
                <a:lnTo>
                  <a:pt x="9043" y="2360"/>
                </a:lnTo>
                <a:lnTo>
                  <a:pt x="9043" y="2359"/>
                </a:lnTo>
                <a:lnTo>
                  <a:pt x="9042" y="2359"/>
                </a:lnTo>
                <a:lnTo>
                  <a:pt x="9041" y="2359"/>
                </a:lnTo>
                <a:lnTo>
                  <a:pt x="9040" y="2358"/>
                </a:lnTo>
                <a:lnTo>
                  <a:pt x="9039" y="2358"/>
                </a:lnTo>
                <a:lnTo>
                  <a:pt x="9038" y="2357"/>
                </a:lnTo>
                <a:lnTo>
                  <a:pt x="9037" y="2357"/>
                </a:lnTo>
                <a:lnTo>
                  <a:pt x="9036" y="2357"/>
                </a:lnTo>
                <a:lnTo>
                  <a:pt x="9036" y="2356"/>
                </a:lnTo>
                <a:lnTo>
                  <a:pt x="9035" y="2356"/>
                </a:lnTo>
                <a:lnTo>
                  <a:pt x="9034" y="2356"/>
                </a:lnTo>
                <a:lnTo>
                  <a:pt x="9033" y="2355"/>
                </a:lnTo>
                <a:lnTo>
                  <a:pt x="9032" y="2355"/>
                </a:lnTo>
                <a:lnTo>
                  <a:pt x="9032" y="2354"/>
                </a:lnTo>
                <a:lnTo>
                  <a:pt x="9031" y="2354"/>
                </a:lnTo>
                <a:lnTo>
                  <a:pt x="9030" y="2354"/>
                </a:lnTo>
                <a:lnTo>
                  <a:pt x="9029" y="2353"/>
                </a:lnTo>
                <a:lnTo>
                  <a:pt x="9028" y="2353"/>
                </a:lnTo>
                <a:lnTo>
                  <a:pt x="9027" y="2352"/>
                </a:lnTo>
                <a:lnTo>
                  <a:pt x="9026" y="2352"/>
                </a:lnTo>
                <a:lnTo>
                  <a:pt x="9025" y="2352"/>
                </a:lnTo>
                <a:lnTo>
                  <a:pt x="9025" y="2351"/>
                </a:lnTo>
                <a:lnTo>
                  <a:pt x="9024" y="2351"/>
                </a:lnTo>
                <a:lnTo>
                  <a:pt x="9023" y="2351"/>
                </a:lnTo>
                <a:lnTo>
                  <a:pt x="9023" y="2350"/>
                </a:lnTo>
                <a:lnTo>
                  <a:pt x="9022" y="2350"/>
                </a:lnTo>
                <a:lnTo>
                  <a:pt x="9021" y="2350"/>
                </a:lnTo>
                <a:lnTo>
                  <a:pt x="9020" y="2349"/>
                </a:lnTo>
                <a:lnTo>
                  <a:pt x="9019" y="2349"/>
                </a:lnTo>
                <a:lnTo>
                  <a:pt x="9018" y="2348"/>
                </a:lnTo>
                <a:lnTo>
                  <a:pt x="9017" y="2348"/>
                </a:lnTo>
                <a:lnTo>
                  <a:pt x="9016" y="2348"/>
                </a:lnTo>
                <a:lnTo>
                  <a:pt x="9016" y="2347"/>
                </a:lnTo>
                <a:lnTo>
                  <a:pt x="9015" y="2347"/>
                </a:lnTo>
                <a:lnTo>
                  <a:pt x="9014" y="2346"/>
                </a:lnTo>
                <a:lnTo>
                  <a:pt x="9013" y="2346"/>
                </a:lnTo>
                <a:lnTo>
                  <a:pt x="9012" y="2346"/>
                </a:lnTo>
                <a:lnTo>
                  <a:pt x="9012" y="2345"/>
                </a:lnTo>
                <a:lnTo>
                  <a:pt x="9011" y="2345"/>
                </a:lnTo>
                <a:lnTo>
                  <a:pt x="9010" y="2345"/>
                </a:lnTo>
                <a:lnTo>
                  <a:pt x="9009" y="2344"/>
                </a:lnTo>
                <a:lnTo>
                  <a:pt x="9008" y="2344"/>
                </a:lnTo>
                <a:lnTo>
                  <a:pt x="9007" y="2343"/>
                </a:lnTo>
                <a:lnTo>
                  <a:pt x="9006" y="2343"/>
                </a:lnTo>
                <a:lnTo>
                  <a:pt x="9005" y="2342"/>
                </a:lnTo>
                <a:lnTo>
                  <a:pt x="9004" y="2342"/>
                </a:lnTo>
                <a:lnTo>
                  <a:pt x="9003" y="2342"/>
                </a:lnTo>
                <a:lnTo>
                  <a:pt x="9003" y="2341"/>
                </a:lnTo>
                <a:lnTo>
                  <a:pt x="9002" y="2341"/>
                </a:lnTo>
                <a:lnTo>
                  <a:pt x="9001" y="2341"/>
                </a:lnTo>
                <a:lnTo>
                  <a:pt x="9000" y="2340"/>
                </a:lnTo>
                <a:lnTo>
                  <a:pt x="8999" y="2340"/>
                </a:lnTo>
                <a:lnTo>
                  <a:pt x="8998" y="2339"/>
                </a:lnTo>
                <a:lnTo>
                  <a:pt x="8997" y="2339"/>
                </a:lnTo>
                <a:lnTo>
                  <a:pt x="8996" y="2338"/>
                </a:lnTo>
                <a:lnTo>
                  <a:pt x="8995" y="2338"/>
                </a:lnTo>
                <a:lnTo>
                  <a:pt x="8994" y="2337"/>
                </a:lnTo>
                <a:lnTo>
                  <a:pt x="8993" y="2337"/>
                </a:lnTo>
                <a:lnTo>
                  <a:pt x="8992" y="2337"/>
                </a:lnTo>
                <a:lnTo>
                  <a:pt x="8992" y="2336"/>
                </a:lnTo>
                <a:lnTo>
                  <a:pt x="8991" y="2336"/>
                </a:lnTo>
                <a:lnTo>
                  <a:pt x="8990" y="2336"/>
                </a:lnTo>
                <a:lnTo>
                  <a:pt x="8989" y="2335"/>
                </a:lnTo>
                <a:lnTo>
                  <a:pt x="8988" y="2335"/>
                </a:lnTo>
                <a:lnTo>
                  <a:pt x="8987" y="2334"/>
                </a:lnTo>
                <a:lnTo>
                  <a:pt x="8986" y="2334"/>
                </a:lnTo>
                <a:lnTo>
                  <a:pt x="8985" y="2333"/>
                </a:lnTo>
                <a:lnTo>
                  <a:pt x="8984" y="2333"/>
                </a:lnTo>
                <a:lnTo>
                  <a:pt x="8983" y="2333"/>
                </a:lnTo>
                <a:lnTo>
                  <a:pt x="8983" y="2332"/>
                </a:lnTo>
                <a:lnTo>
                  <a:pt x="8982" y="2332"/>
                </a:lnTo>
                <a:lnTo>
                  <a:pt x="8981" y="2332"/>
                </a:lnTo>
                <a:lnTo>
                  <a:pt x="8981" y="2331"/>
                </a:lnTo>
                <a:lnTo>
                  <a:pt x="8980" y="2331"/>
                </a:lnTo>
                <a:lnTo>
                  <a:pt x="8979" y="2331"/>
                </a:lnTo>
                <a:lnTo>
                  <a:pt x="8978" y="2330"/>
                </a:lnTo>
                <a:lnTo>
                  <a:pt x="8977" y="2330"/>
                </a:lnTo>
                <a:lnTo>
                  <a:pt x="8976" y="2329"/>
                </a:lnTo>
                <a:lnTo>
                  <a:pt x="8975" y="2329"/>
                </a:lnTo>
                <a:lnTo>
                  <a:pt x="8974" y="2328"/>
                </a:lnTo>
                <a:lnTo>
                  <a:pt x="8973" y="2328"/>
                </a:lnTo>
                <a:lnTo>
                  <a:pt x="8972" y="2328"/>
                </a:lnTo>
                <a:lnTo>
                  <a:pt x="8972" y="2327"/>
                </a:lnTo>
                <a:lnTo>
                  <a:pt x="8971" y="2327"/>
                </a:lnTo>
                <a:lnTo>
                  <a:pt x="8970" y="2327"/>
                </a:lnTo>
                <a:lnTo>
                  <a:pt x="8969" y="2326"/>
                </a:lnTo>
                <a:lnTo>
                  <a:pt x="8968" y="2326"/>
                </a:lnTo>
                <a:lnTo>
                  <a:pt x="8968" y="2325"/>
                </a:lnTo>
                <a:lnTo>
                  <a:pt x="8967" y="2325"/>
                </a:lnTo>
                <a:lnTo>
                  <a:pt x="8966" y="2325"/>
                </a:lnTo>
                <a:lnTo>
                  <a:pt x="8965" y="2324"/>
                </a:lnTo>
                <a:lnTo>
                  <a:pt x="8964" y="2324"/>
                </a:lnTo>
                <a:lnTo>
                  <a:pt x="8963" y="2324"/>
                </a:lnTo>
                <a:lnTo>
                  <a:pt x="8963" y="2323"/>
                </a:lnTo>
                <a:lnTo>
                  <a:pt x="8962" y="2323"/>
                </a:lnTo>
                <a:lnTo>
                  <a:pt x="8961" y="2323"/>
                </a:lnTo>
                <a:lnTo>
                  <a:pt x="8961" y="2322"/>
                </a:lnTo>
                <a:lnTo>
                  <a:pt x="8960" y="2322"/>
                </a:lnTo>
                <a:lnTo>
                  <a:pt x="8959" y="2322"/>
                </a:lnTo>
                <a:lnTo>
                  <a:pt x="8959" y="2321"/>
                </a:lnTo>
                <a:lnTo>
                  <a:pt x="8958" y="2321"/>
                </a:lnTo>
                <a:lnTo>
                  <a:pt x="8957" y="2321"/>
                </a:lnTo>
                <a:lnTo>
                  <a:pt x="8956" y="2320"/>
                </a:lnTo>
                <a:lnTo>
                  <a:pt x="8955" y="2320"/>
                </a:lnTo>
                <a:lnTo>
                  <a:pt x="8954" y="2319"/>
                </a:lnTo>
                <a:lnTo>
                  <a:pt x="8953" y="2319"/>
                </a:lnTo>
                <a:lnTo>
                  <a:pt x="8952" y="2319"/>
                </a:lnTo>
                <a:lnTo>
                  <a:pt x="8952" y="2318"/>
                </a:lnTo>
                <a:lnTo>
                  <a:pt x="8951" y="2318"/>
                </a:lnTo>
                <a:lnTo>
                  <a:pt x="8950" y="2318"/>
                </a:lnTo>
                <a:lnTo>
                  <a:pt x="8949" y="2317"/>
                </a:lnTo>
                <a:lnTo>
                  <a:pt x="8948" y="2317"/>
                </a:lnTo>
                <a:lnTo>
                  <a:pt x="8948" y="2316"/>
                </a:lnTo>
                <a:lnTo>
                  <a:pt x="8947" y="2316"/>
                </a:lnTo>
                <a:lnTo>
                  <a:pt x="8946" y="2316"/>
                </a:lnTo>
                <a:lnTo>
                  <a:pt x="8945" y="2315"/>
                </a:lnTo>
                <a:lnTo>
                  <a:pt x="8944" y="2315"/>
                </a:lnTo>
                <a:lnTo>
                  <a:pt x="8943" y="2315"/>
                </a:lnTo>
                <a:lnTo>
                  <a:pt x="8943" y="2314"/>
                </a:lnTo>
                <a:lnTo>
                  <a:pt x="8942" y="2314"/>
                </a:lnTo>
                <a:lnTo>
                  <a:pt x="8941" y="2314"/>
                </a:lnTo>
                <a:lnTo>
                  <a:pt x="8941" y="2313"/>
                </a:lnTo>
                <a:lnTo>
                  <a:pt x="8940" y="2313"/>
                </a:lnTo>
                <a:lnTo>
                  <a:pt x="8939" y="2313"/>
                </a:lnTo>
                <a:lnTo>
                  <a:pt x="8939" y="2312"/>
                </a:lnTo>
                <a:lnTo>
                  <a:pt x="8938" y="2312"/>
                </a:lnTo>
                <a:lnTo>
                  <a:pt x="8937" y="2312"/>
                </a:lnTo>
                <a:lnTo>
                  <a:pt x="8936" y="2311"/>
                </a:lnTo>
                <a:lnTo>
                  <a:pt x="8935" y="2311"/>
                </a:lnTo>
                <a:lnTo>
                  <a:pt x="8934" y="2310"/>
                </a:lnTo>
                <a:lnTo>
                  <a:pt x="8933" y="2310"/>
                </a:lnTo>
                <a:lnTo>
                  <a:pt x="8932" y="2310"/>
                </a:lnTo>
                <a:lnTo>
                  <a:pt x="8932" y="2309"/>
                </a:lnTo>
                <a:lnTo>
                  <a:pt x="8931" y="2309"/>
                </a:lnTo>
                <a:lnTo>
                  <a:pt x="8930" y="2308"/>
                </a:lnTo>
                <a:lnTo>
                  <a:pt x="8929" y="2308"/>
                </a:lnTo>
                <a:lnTo>
                  <a:pt x="8928" y="2308"/>
                </a:lnTo>
                <a:lnTo>
                  <a:pt x="8928" y="2307"/>
                </a:lnTo>
                <a:lnTo>
                  <a:pt x="8927" y="2307"/>
                </a:lnTo>
                <a:lnTo>
                  <a:pt x="8926" y="2307"/>
                </a:lnTo>
                <a:lnTo>
                  <a:pt x="8925" y="2306"/>
                </a:lnTo>
                <a:lnTo>
                  <a:pt x="8924" y="2306"/>
                </a:lnTo>
                <a:lnTo>
                  <a:pt x="8923" y="2305"/>
                </a:lnTo>
                <a:lnTo>
                  <a:pt x="8922" y="2305"/>
                </a:lnTo>
                <a:lnTo>
                  <a:pt x="8921" y="2304"/>
                </a:lnTo>
                <a:lnTo>
                  <a:pt x="8920" y="2304"/>
                </a:lnTo>
                <a:lnTo>
                  <a:pt x="8919" y="2304"/>
                </a:lnTo>
                <a:lnTo>
                  <a:pt x="8919" y="2303"/>
                </a:lnTo>
                <a:lnTo>
                  <a:pt x="8918" y="2303"/>
                </a:lnTo>
                <a:lnTo>
                  <a:pt x="8917" y="2303"/>
                </a:lnTo>
                <a:lnTo>
                  <a:pt x="8916" y="2302"/>
                </a:lnTo>
                <a:lnTo>
                  <a:pt x="8915" y="2302"/>
                </a:lnTo>
                <a:lnTo>
                  <a:pt x="8914" y="2301"/>
                </a:lnTo>
                <a:lnTo>
                  <a:pt x="8913" y="2301"/>
                </a:lnTo>
                <a:lnTo>
                  <a:pt x="8912" y="2300"/>
                </a:lnTo>
                <a:lnTo>
                  <a:pt x="8911" y="2300"/>
                </a:lnTo>
                <a:lnTo>
                  <a:pt x="8910" y="2299"/>
                </a:lnTo>
                <a:lnTo>
                  <a:pt x="8909" y="2299"/>
                </a:lnTo>
                <a:lnTo>
                  <a:pt x="8908" y="2299"/>
                </a:lnTo>
                <a:lnTo>
                  <a:pt x="8908" y="2298"/>
                </a:lnTo>
                <a:lnTo>
                  <a:pt x="8907" y="2298"/>
                </a:lnTo>
                <a:lnTo>
                  <a:pt x="8906" y="2298"/>
                </a:lnTo>
                <a:lnTo>
                  <a:pt x="8905" y="2297"/>
                </a:lnTo>
                <a:lnTo>
                  <a:pt x="8904" y="2297"/>
                </a:lnTo>
                <a:lnTo>
                  <a:pt x="8903" y="2296"/>
                </a:lnTo>
                <a:lnTo>
                  <a:pt x="8902" y="2296"/>
                </a:lnTo>
                <a:lnTo>
                  <a:pt x="8901" y="2295"/>
                </a:lnTo>
                <a:lnTo>
                  <a:pt x="8900" y="2295"/>
                </a:lnTo>
                <a:lnTo>
                  <a:pt x="8899" y="2295"/>
                </a:lnTo>
                <a:lnTo>
                  <a:pt x="8899" y="2294"/>
                </a:lnTo>
                <a:lnTo>
                  <a:pt x="8898" y="2294"/>
                </a:lnTo>
                <a:lnTo>
                  <a:pt x="8897" y="2294"/>
                </a:lnTo>
                <a:lnTo>
                  <a:pt x="8896" y="2293"/>
                </a:lnTo>
                <a:lnTo>
                  <a:pt x="8895" y="2293"/>
                </a:lnTo>
                <a:lnTo>
                  <a:pt x="8894" y="2292"/>
                </a:lnTo>
                <a:lnTo>
                  <a:pt x="8893" y="2292"/>
                </a:lnTo>
                <a:lnTo>
                  <a:pt x="8892" y="2291"/>
                </a:lnTo>
                <a:lnTo>
                  <a:pt x="8891" y="2291"/>
                </a:lnTo>
                <a:lnTo>
                  <a:pt x="8890" y="2290"/>
                </a:lnTo>
                <a:lnTo>
                  <a:pt x="8889" y="2290"/>
                </a:lnTo>
                <a:lnTo>
                  <a:pt x="8888" y="2290"/>
                </a:lnTo>
                <a:lnTo>
                  <a:pt x="8888" y="2289"/>
                </a:lnTo>
                <a:lnTo>
                  <a:pt x="8887" y="2289"/>
                </a:lnTo>
                <a:lnTo>
                  <a:pt x="8886" y="2289"/>
                </a:lnTo>
                <a:lnTo>
                  <a:pt x="8885" y="2288"/>
                </a:lnTo>
                <a:lnTo>
                  <a:pt x="8884" y="2288"/>
                </a:lnTo>
                <a:lnTo>
                  <a:pt x="8884" y="2287"/>
                </a:lnTo>
                <a:lnTo>
                  <a:pt x="8883" y="2287"/>
                </a:lnTo>
                <a:lnTo>
                  <a:pt x="8882" y="2287"/>
                </a:lnTo>
                <a:lnTo>
                  <a:pt x="8881" y="2286"/>
                </a:lnTo>
                <a:lnTo>
                  <a:pt x="8880" y="2286"/>
                </a:lnTo>
                <a:lnTo>
                  <a:pt x="8879" y="2286"/>
                </a:lnTo>
                <a:lnTo>
                  <a:pt x="8879" y="2285"/>
                </a:lnTo>
                <a:lnTo>
                  <a:pt x="8878" y="2285"/>
                </a:lnTo>
                <a:lnTo>
                  <a:pt x="8877" y="2285"/>
                </a:lnTo>
                <a:lnTo>
                  <a:pt x="8876" y="2284"/>
                </a:lnTo>
                <a:lnTo>
                  <a:pt x="8875" y="2284"/>
                </a:lnTo>
                <a:lnTo>
                  <a:pt x="8875" y="2283"/>
                </a:lnTo>
                <a:lnTo>
                  <a:pt x="8874" y="2283"/>
                </a:lnTo>
                <a:lnTo>
                  <a:pt x="8873" y="2283"/>
                </a:lnTo>
                <a:lnTo>
                  <a:pt x="8872" y="2282"/>
                </a:lnTo>
                <a:lnTo>
                  <a:pt x="8871" y="2282"/>
                </a:lnTo>
                <a:lnTo>
                  <a:pt x="8870" y="2281"/>
                </a:lnTo>
                <a:lnTo>
                  <a:pt x="8869" y="2281"/>
                </a:lnTo>
                <a:lnTo>
                  <a:pt x="8868" y="2281"/>
                </a:lnTo>
                <a:lnTo>
                  <a:pt x="8868" y="2280"/>
                </a:lnTo>
                <a:lnTo>
                  <a:pt x="8867" y="2280"/>
                </a:lnTo>
                <a:lnTo>
                  <a:pt x="8866" y="2280"/>
                </a:lnTo>
                <a:lnTo>
                  <a:pt x="8865" y="2279"/>
                </a:lnTo>
                <a:lnTo>
                  <a:pt x="8864" y="2279"/>
                </a:lnTo>
                <a:lnTo>
                  <a:pt x="8864" y="2278"/>
                </a:lnTo>
                <a:lnTo>
                  <a:pt x="8863" y="2278"/>
                </a:lnTo>
                <a:lnTo>
                  <a:pt x="8862" y="2278"/>
                </a:lnTo>
                <a:lnTo>
                  <a:pt x="8861" y="2277"/>
                </a:lnTo>
                <a:lnTo>
                  <a:pt x="8860" y="2277"/>
                </a:lnTo>
                <a:lnTo>
                  <a:pt x="8859" y="2277"/>
                </a:lnTo>
                <a:lnTo>
                  <a:pt x="8859" y="2276"/>
                </a:lnTo>
                <a:lnTo>
                  <a:pt x="8858" y="2276"/>
                </a:lnTo>
                <a:lnTo>
                  <a:pt x="8857" y="2276"/>
                </a:lnTo>
                <a:lnTo>
                  <a:pt x="8857" y="2275"/>
                </a:lnTo>
                <a:lnTo>
                  <a:pt x="8856" y="2275"/>
                </a:lnTo>
                <a:lnTo>
                  <a:pt x="8855" y="2275"/>
                </a:lnTo>
                <a:lnTo>
                  <a:pt x="8855" y="2274"/>
                </a:lnTo>
                <a:lnTo>
                  <a:pt x="8854" y="2274"/>
                </a:lnTo>
                <a:lnTo>
                  <a:pt x="8853" y="2274"/>
                </a:lnTo>
                <a:lnTo>
                  <a:pt x="8852" y="2273"/>
                </a:lnTo>
                <a:lnTo>
                  <a:pt x="8851" y="2273"/>
                </a:lnTo>
                <a:lnTo>
                  <a:pt x="8850" y="2272"/>
                </a:lnTo>
                <a:lnTo>
                  <a:pt x="8849" y="2272"/>
                </a:lnTo>
                <a:lnTo>
                  <a:pt x="8848" y="2272"/>
                </a:lnTo>
                <a:lnTo>
                  <a:pt x="8848" y="2271"/>
                </a:lnTo>
                <a:lnTo>
                  <a:pt x="8847" y="2271"/>
                </a:lnTo>
                <a:lnTo>
                  <a:pt x="8846" y="2270"/>
                </a:lnTo>
                <a:lnTo>
                  <a:pt x="8845" y="2270"/>
                </a:lnTo>
                <a:lnTo>
                  <a:pt x="8844" y="2270"/>
                </a:lnTo>
                <a:lnTo>
                  <a:pt x="8844" y="2269"/>
                </a:lnTo>
                <a:lnTo>
                  <a:pt x="8843" y="2269"/>
                </a:lnTo>
                <a:lnTo>
                  <a:pt x="8842" y="2269"/>
                </a:lnTo>
                <a:lnTo>
                  <a:pt x="8841" y="2268"/>
                </a:lnTo>
                <a:lnTo>
                  <a:pt x="8840" y="2268"/>
                </a:lnTo>
                <a:lnTo>
                  <a:pt x="8839" y="2268"/>
                </a:lnTo>
                <a:lnTo>
                  <a:pt x="8839" y="2267"/>
                </a:lnTo>
                <a:lnTo>
                  <a:pt x="8838" y="2267"/>
                </a:lnTo>
                <a:lnTo>
                  <a:pt x="8837" y="2266"/>
                </a:lnTo>
                <a:lnTo>
                  <a:pt x="8836" y="2266"/>
                </a:lnTo>
                <a:lnTo>
                  <a:pt x="8835" y="2266"/>
                </a:lnTo>
                <a:lnTo>
                  <a:pt x="8835" y="2265"/>
                </a:lnTo>
                <a:lnTo>
                  <a:pt x="8834" y="2265"/>
                </a:lnTo>
                <a:lnTo>
                  <a:pt x="8833" y="2265"/>
                </a:lnTo>
                <a:lnTo>
                  <a:pt x="8832" y="2264"/>
                </a:lnTo>
                <a:lnTo>
                  <a:pt x="8831" y="2264"/>
                </a:lnTo>
                <a:lnTo>
                  <a:pt x="8830" y="2263"/>
                </a:lnTo>
                <a:lnTo>
                  <a:pt x="8829" y="2263"/>
                </a:lnTo>
                <a:lnTo>
                  <a:pt x="8828" y="2262"/>
                </a:lnTo>
                <a:lnTo>
                  <a:pt x="8827" y="2262"/>
                </a:lnTo>
                <a:lnTo>
                  <a:pt x="8826" y="2261"/>
                </a:lnTo>
                <a:lnTo>
                  <a:pt x="8825" y="2261"/>
                </a:lnTo>
                <a:lnTo>
                  <a:pt x="8824" y="2261"/>
                </a:lnTo>
                <a:lnTo>
                  <a:pt x="8824" y="2260"/>
                </a:lnTo>
                <a:lnTo>
                  <a:pt x="8823" y="2260"/>
                </a:lnTo>
                <a:lnTo>
                  <a:pt x="8822" y="2260"/>
                </a:lnTo>
                <a:lnTo>
                  <a:pt x="8821" y="2259"/>
                </a:lnTo>
                <a:lnTo>
                  <a:pt x="8820" y="2259"/>
                </a:lnTo>
                <a:lnTo>
                  <a:pt x="8819" y="2259"/>
                </a:lnTo>
                <a:lnTo>
                  <a:pt x="8819" y="2258"/>
                </a:lnTo>
                <a:lnTo>
                  <a:pt x="8818" y="2258"/>
                </a:lnTo>
                <a:lnTo>
                  <a:pt x="8817" y="2257"/>
                </a:lnTo>
                <a:lnTo>
                  <a:pt x="8816" y="2257"/>
                </a:lnTo>
                <a:lnTo>
                  <a:pt x="8815" y="2257"/>
                </a:lnTo>
                <a:lnTo>
                  <a:pt x="8815" y="2256"/>
                </a:lnTo>
                <a:lnTo>
                  <a:pt x="8814" y="2256"/>
                </a:lnTo>
                <a:lnTo>
                  <a:pt x="8813" y="2256"/>
                </a:lnTo>
                <a:lnTo>
                  <a:pt x="8812" y="2255"/>
                </a:lnTo>
                <a:lnTo>
                  <a:pt x="8811" y="2255"/>
                </a:lnTo>
                <a:lnTo>
                  <a:pt x="8810" y="2254"/>
                </a:lnTo>
                <a:lnTo>
                  <a:pt x="8809" y="2254"/>
                </a:lnTo>
                <a:lnTo>
                  <a:pt x="8808" y="2253"/>
                </a:lnTo>
                <a:lnTo>
                  <a:pt x="8807" y="2253"/>
                </a:lnTo>
                <a:lnTo>
                  <a:pt x="8806" y="2252"/>
                </a:lnTo>
                <a:lnTo>
                  <a:pt x="8805" y="2252"/>
                </a:lnTo>
                <a:lnTo>
                  <a:pt x="8804" y="2252"/>
                </a:lnTo>
                <a:lnTo>
                  <a:pt x="8804" y="2251"/>
                </a:lnTo>
                <a:lnTo>
                  <a:pt x="8803" y="2251"/>
                </a:lnTo>
                <a:lnTo>
                  <a:pt x="8802" y="2251"/>
                </a:lnTo>
                <a:lnTo>
                  <a:pt x="8801" y="2250"/>
                </a:lnTo>
                <a:lnTo>
                  <a:pt x="8800" y="2250"/>
                </a:lnTo>
                <a:lnTo>
                  <a:pt x="8800" y="2249"/>
                </a:lnTo>
                <a:lnTo>
                  <a:pt x="8799" y="2249"/>
                </a:lnTo>
                <a:lnTo>
                  <a:pt x="8798" y="2249"/>
                </a:lnTo>
                <a:lnTo>
                  <a:pt x="8797" y="2248"/>
                </a:lnTo>
                <a:lnTo>
                  <a:pt x="8796" y="2248"/>
                </a:lnTo>
                <a:lnTo>
                  <a:pt x="8795" y="2248"/>
                </a:lnTo>
                <a:lnTo>
                  <a:pt x="8795" y="2247"/>
                </a:lnTo>
                <a:lnTo>
                  <a:pt x="8794" y="2247"/>
                </a:lnTo>
                <a:lnTo>
                  <a:pt x="8793" y="2247"/>
                </a:lnTo>
                <a:lnTo>
                  <a:pt x="8792" y="2246"/>
                </a:lnTo>
                <a:lnTo>
                  <a:pt x="8791" y="2246"/>
                </a:lnTo>
                <a:lnTo>
                  <a:pt x="8791" y="2245"/>
                </a:lnTo>
                <a:lnTo>
                  <a:pt x="8790" y="2245"/>
                </a:lnTo>
                <a:lnTo>
                  <a:pt x="8789" y="2245"/>
                </a:lnTo>
                <a:lnTo>
                  <a:pt x="8788" y="2244"/>
                </a:lnTo>
                <a:lnTo>
                  <a:pt x="8787" y="2244"/>
                </a:lnTo>
                <a:lnTo>
                  <a:pt x="8786" y="2243"/>
                </a:lnTo>
                <a:lnTo>
                  <a:pt x="8785" y="2243"/>
                </a:lnTo>
                <a:lnTo>
                  <a:pt x="8784" y="2243"/>
                </a:lnTo>
                <a:lnTo>
                  <a:pt x="8784" y="2242"/>
                </a:lnTo>
                <a:lnTo>
                  <a:pt x="8783" y="2242"/>
                </a:lnTo>
                <a:lnTo>
                  <a:pt x="8782" y="2242"/>
                </a:lnTo>
                <a:lnTo>
                  <a:pt x="8781" y="2241"/>
                </a:lnTo>
                <a:lnTo>
                  <a:pt x="8780" y="2241"/>
                </a:lnTo>
                <a:lnTo>
                  <a:pt x="8780" y="2240"/>
                </a:lnTo>
                <a:lnTo>
                  <a:pt x="8779" y="2240"/>
                </a:lnTo>
                <a:lnTo>
                  <a:pt x="8778" y="2240"/>
                </a:lnTo>
                <a:lnTo>
                  <a:pt x="8777" y="2239"/>
                </a:lnTo>
                <a:lnTo>
                  <a:pt x="8776" y="2239"/>
                </a:lnTo>
                <a:lnTo>
                  <a:pt x="8775" y="2239"/>
                </a:lnTo>
                <a:lnTo>
                  <a:pt x="8775" y="2238"/>
                </a:lnTo>
                <a:lnTo>
                  <a:pt x="8774" y="2238"/>
                </a:lnTo>
                <a:lnTo>
                  <a:pt x="8773" y="2238"/>
                </a:lnTo>
                <a:lnTo>
                  <a:pt x="8772" y="2237"/>
                </a:lnTo>
                <a:lnTo>
                  <a:pt x="8771" y="2237"/>
                </a:lnTo>
                <a:lnTo>
                  <a:pt x="8771" y="2236"/>
                </a:lnTo>
                <a:lnTo>
                  <a:pt x="8770" y="2236"/>
                </a:lnTo>
                <a:lnTo>
                  <a:pt x="8769" y="2236"/>
                </a:lnTo>
                <a:lnTo>
                  <a:pt x="8768" y="2235"/>
                </a:lnTo>
                <a:lnTo>
                  <a:pt x="8767" y="2235"/>
                </a:lnTo>
                <a:lnTo>
                  <a:pt x="8766" y="2234"/>
                </a:lnTo>
                <a:lnTo>
                  <a:pt x="8765" y="2234"/>
                </a:lnTo>
                <a:lnTo>
                  <a:pt x="8764" y="2234"/>
                </a:lnTo>
                <a:lnTo>
                  <a:pt x="8764" y="2233"/>
                </a:lnTo>
                <a:lnTo>
                  <a:pt x="8763" y="2233"/>
                </a:lnTo>
                <a:lnTo>
                  <a:pt x="8762" y="2233"/>
                </a:lnTo>
                <a:lnTo>
                  <a:pt x="8762" y="2232"/>
                </a:lnTo>
                <a:lnTo>
                  <a:pt x="8761" y="2232"/>
                </a:lnTo>
                <a:lnTo>
                  <a:pt x="8760" y="2232"/>
                </a:lnTo>
                <a:lnTo>
                  <a:pt x="8760" y="2231"/>
                </a:lnTo>
                <a:lnTo>
                  <a:pt x="8759" y="2231"/>
                </a:lnTo>
                <a:lnTo>
                  <a:pt x="8758" y="2231"/>
                </a:lnTo>
                <a:lnTo>
                  <a:pt x="8757" y="2230"/>
                </a:lnTo>
                <a:lnTo>
                  <a:pt x="8756" y="2230"/>
                </a:lnTo>
                <a:lnTo>
                  <a:pt x="8755" y="2230"/>
                </a:lnTo>
                <a:lnTo>
                  <a:pt x="8755" y="2229"/>
                </a:lnTo>
                <a:lnTo>
                  <a:pt x="8754" y="2229"/>
                </a:lnTo>
                <a:lnTo>
                  <a:pt x="8753" y="2228"/>
                </a:lnTo>
                <a:lnTo>
                  <a:pt x="8752" y="2228"/>
                </a:lnTo>
                <a:lnTo>
                  <a:pt x="8751" y="2228"/>
                </a:lnTo>
                <a:lnTo>
                  <a:pt x="8751" y="2227"/>
                </a:lnTo>
                <a:lnTo>
                  <a:pt x="8750" y="2227"/>
                </a:lnTo>
                <a:lnTo>
                  <a:pt x="8749" y="2227"/>
                </a:lnTo>
                <a:lnTo>
                  <a:pt x="8748" y="2226"/>
                </a:lnTo>
                <a:lnTo>
                  <a:pt x="8747" y="2226"/>
                </a:lnTo>
                <a:lnTo>
                  <a:pt x="8746" y="2225"/>
                </a:lnTo>
                <a:lnTo>
                  <a:pt x="8745" y="2225"/>
                </a:lnTo>
                <a:lnTo>
                  <a:pt x="8744" y="2224"/>
                </a:lnTo>
                <a:lnTo>
                  <a:pt x="8743" y="2224"/>
                </a:lnTo>
                <a:lnTo>
                  <a:pt x="8742" y="2224"/>
                </a:lnTo>
                <a:lnTo>
                  <a:pt x="8742" y="2223"/>
                </a:lnTo>
                <a:lnTo>
                  <a:pt x="8741" y="2223"/>
                </a:lnTo>
                <a:lnTo>
                  <a:pt x="8740" y="2223"/>
                </a:lnTo>
                <a:lnTo>
                  <a:pt x="8740" y="2222"/>
                </a:lnTo>
                <a:lnTo>
                  <a:pt x="8739" y="2222"/>
                </a:lnTo>
                <a:lnTo>
                  <a:pt x="8738" y="2222"/>
                </a:lnTo>
                <a:lnTo>
                  <a:pt x="8737" y="2221"/>
                </a:lnTo>
                <a:lnTo>
                  <a:pt x="8736" y="2221"/>
                </a:lnTo>
                <a:lnTo>
                  <a:pt x="8735" y="2221"/>
                </a:lnTo>
                <a:lnTo>
                  <a:pt x="8735" y="2220"/>
                </a:lnTo>
                <a:lnTo>
                  <a:pt x="8734" y="2220"/>
                </a:lnTo>
                <a:lnTo>
                  <a:pt x="8733" y="2219"/>
                </a:lnTo>
                <a:lnTo>
                  <a:pt x="8732" y="2219"/>
                </a:lnTo>
                <a:lnTo>
                  <a:pt x="8731" y="2219"/>
                </a:lnTo>
                <a:lnTo>
                  <a:pt x="8731" y="2218"/>
                </a:lnTo>
                <a:lnTo>
                  <a:pt x="8730" y="2218"/>
                </a:lnTo>
                <a:lnTo>
                  <a:pt x="8729" y="2218"/>
                </a:lnTo>
                <a:lnTo>
                  <a:pt x="8728" y="2217"/>
                </a:lnTo>
                <a:lnTo>
                  <a:pt x="8727" y="2217"/>
                </a:lnTo>
                <a:lnTo>
                  <a:pt x="8726" y="2216"/>
                </a:lnTo>
                <a:lnTo>
                  <a:pt x="8725" y="2216"/>
                </a:lnTo>
                <a:lnTo>
                  <a:pt x="8724" y="2215"/>
                </a:lnTo>
                <a:lnTo>
                  <a:pt x="8723" y="2215"/>
                </a:lnTo>
                <a:lnTo>
                  <a:pt x="8722" y="2214"/>
                </a:lnTo>
                <a:lnTo>
                  <a:pt x="8721" y="2214"/>
                </a:lnTo>
                <a:lnTo>
                  <a:pt x="8720" y="2214"/>
                </a:lnTo>
                <a:lnTo>
                  <a:pt x="8720" y="2213"/>
                </a:lnTo>
                <a:lnTo>
                  <a:pt x="8719" y="2213"/>
                </a:lnTo>
                <a:lnTo>
                  <a:pt x="8718" y="2213"/>
                </a:lnTo>
                <a:lnTo>
                  <a:pt x="8717" y="2212"/>
                </a:lnTo>
                <a:lnTo>
                  <a:pt x="8716" y="2212"/>
                </a:lnTo>
                <a:lnTo>
                  <a:pt x="8715" y="2211"/>
                </a:lnTo>
                <a:lnTo>
                  <a:pt x="8714" y="2211"/>
                </a:lnTo>
                <a:lnTo>
                  <a:pt x="8713" y="2210"/>
                </a:lnTo>
                <a:lnTo>
                  <a:pt x="8712" y="2210"/>
                </a:lnTo>
                <a:lnTo>
                  <a:pt x="8711" y="2210"/>
                </a:lnTo>
                <a:lnTo>
                  <a:pt x="8711" y="2209"/>
                </a:lnTo>
                <a:lnTo>
                  <a:pt x="8710" y="2209"/>
                </a:lnTo>
                <a:lnTo>
                  <a:pt x="8709" y="2209"/>
                </a:lnTo>
                <a:lnTo>
                  <a:pt x="8708" y="2208"/>
                </a:lnTo>
                <a:lnTo>
                  <a:pt x="8707" y="2208"/>
                </a:lnTo>
                <a:lnTo>
                  <a:pt x="8707" y="2207"/>
                </a:lnTo>
                <a:lnTo>
                  <a:pt x="8706" y="2207"/>
                </a:lnTo>
                <a:lnTo>
                  <a:pt x="8705" y="2207"/>
                </a:lnTo>
                <a:lnTo>
                  <a:pt x="8704" y="2206"/>
                </a:lnTo>
                <a:lnTo>
                  <a:pt x="8703" y="2206"/>
                </a:lnTo>
                <a:lnTo>
                  <a:pt x="8702" y="2205"/>
                </a:lnTo>
                <a:lnTo>
                  <a:pt x="8701" y="2205"/>
                </a:lnTo>
                <a:lnTo>
                  <a:pt x="8700" y="2205"/>
                </a:lnTo>
                <a:lnTo>
                  <a:pt x="8700" y="2204"/>
                </a:lnTo>
                <a:lnTo>
                  <a:pt x="8699" y="2204"/>
                </a:lnTo>
                <a:lnTo>
                  <a:pt x="8698" y="2204"/>
                </a:lnTo>
                <a:lnTo>
                  <a:pt x="8697" y="2203"/>
                </a:lnTo>
                <a:lnTo>
                  <a:pt x="8696" y="2203"/>
                </a:lnTo>
                <a:lnTo>
                  <a:pt x="8695" y="2202"/>
                </a:lnTo>
                <a:lnTo>
                  <a:pt x="8694" y="2202"/>
                </a:lnTo>
                <a:lnTo>
                  <a:pt x="8693" y="2201"/>
                </a:lnTo>
                <a:lnTo>
                  <a:pt x="8692" y="2201"/>
                </a:lnTo>
                <a:lnTo>
                  <a:pt x="8691" y="2201"/>
                </a:lnTo>
                <a:lnTo>
                  <a:pt x="8691" y="2200"/>
                </a:lnTo>
                <a:lnTo>
                  <a:pt x="8690" y="2200"/>
                </a:lnTo>
                <a:lnTo>
                  <a:pt x="8689" y="2200"/>
                </a:lnTo>
                <a:lnTo>
                  <a:pt x="8688" y="2199"/>
                </a:lnTo>
                <a:lnTo>
                  <a:pt x="8687" y="2199"/>
                </a:lnTo>
                <a:lnTo>
                  <a:pt x="8687" y="2198"/>
                </a:lnTo>
                <a:lnTo>
                  <a:pt x="8686" y="2198"/>
                </a:lnTo>
                <a:lnTo>
                  <a:pt x="8685" y="2198"/>
                </a:lnTo>
                <a:lnTo>
                  <a:pt x="8684" y="2197"/>
                </a:lnTo>
                <a:lnTo>
                  <a:pt x="8683" y="2197"/>
                </a:lnTo>
                <a:lnTo>
                  <a:pt x="8682" y="2196"/>
                </a:lnTo>
                <a:lnTo>
                  <a:pt x="8681" y="2196"/>
                </a:lnTo>
                <a:lnTo>
                  <a:pt x="8680" y="2196"/>
                </a:lnTo>
                <a:lnTo>
                  <a:pt x="8680" y="2195"/>
                </a:lnTo>
                <a:lnTo>
                  <a:pt x="8679" y="2195"/>
                </a:lnTo>
                <a:lnTo>
                  <a:pt x="8678" y="2195"/>
                </a:lnTo>
                <a:lnTo>
                  <a:pt x="8678" y="2194"/>
                </a:lnTo>
                <a:lnTo>
                  <a:pt x="8677" y="2194"/>
                </a:lnTo>
                <a:lnTo>
                  <a:pt x="8676" y="2194"/>
                </a:lnTo>
                <a:lnTo>
                  <a:pt x="8676" y="2193"/>
                </a:lnTo>
                <a:lnTo>
                  <a:pt x="8675" y="2193"/>
                </a:lnTo>
                <a:lnTo>
                  <a:pt x="8674" y="2193"/>
                </a:lnTo>
                <a:lnTo>
                  <a:pt x="8673" y="2192"/>
                </a:lnTo>
                <a:lnTo>
                  <a:pt x="8672" y="2192"/>
                </a:lnTo>
                <a:lnTo>
                  <a:pt x="8671" y="2192"/>
                </a:lnTo>
                <a:lnTo>
                  <a:pt x="8671" y="2191"/>
                </a:lnTo>
                <a:lnTo>
                  <a:pt x="8670" y="2191"/>
                </a:lnTo>
                <a:lnTo>
                  <a:pt x="8669" y="2190"/>
                </a:lnTo>
                <a:lnTo>
                  <a:pt x="8668" y="2190"/>
                </a:lnTo>
                <a:lnTo>
                  <a:pt x="8667" y="2190"/>
                </a:lnTo>
                <a:lnTo>
                  <a:pt x="8667" y="2189"/>
                </a:lnTo>
                <a:lnTo>
                  <a:pt x="8666" y="2189"/>
                </a:lnTo>
                <a:lnTo>
                  <a:pt x="8665" y="2189"/>
                </a:lnTo>
                <a:lnTo>
                  <a:pt x="8664" y="2188"/>
                </a:lnTo>
                <a:lnTo>
                  <a:pt x="8663" y="2188"/>
                </a:lnTo>
                <a:lnTo>
                  <a:pt x="8662" y="2187"/>
                </a:lnTo>
                <a:lnTo>
                  <a:pt x="8661" y="2187"/>
                </a:lnTo>
                <a:lnTo>
                  <a:pt x="8660" y="2186"/>
                </a:lnTo>
                <a:lnTo>
                  <a:pt x="8659" y="2186"/>
                </a:lnTo>
                <a:lnTo>
                  <a:pt x="8658" y="2186"/>
                </a:lnTo>
                <a:lnTo>
                  <a:pt x="8658" y="2185"/>
                </a:lnTo>
                <a:lnTo>
                  <a:pt x="8657" y="2185"/>
                </a:lnTo>
                <a:lnTo>
                  <a:pt x="8656" y="2185"/>
                </a:lnTo>
                <a:lnTo>
                  <a:pt x="8656" y="2184"/>
                </a:lnTo>
                <a:lnTo>
                  <a:pt x="8655" y="2184"/>
                </a:lnTo>
                <a:lnTo>
                  <a:pt x="8654" y="2184"/>
                </a:lnTo>
                <a:lnTo>
                  <a:pt x="8653" y="2183"/>
                </a:lnTo>
                <a:lnTo>
                  <a:pt x="8652" y="2183"/>
                </a:lnTo>
                <a:lnTo>
                  <a:pt x="8651" y="2183"/>
                </a:lnTo>
                <a:lnTo>
                  <a:pt x="8651" y="2182"/>
                </a:lnTo>
                <a:lnTo>
                  <a:pt x="8650" y="2182"/>
                </a:lnTo>
                <a:lnTo>
                  <a:pt x="8649" y="2181"/>
                </a:lnTo>
                <a:lnTo>
                  <a:pt x="8648" y="2181"/>
                </a:lnTo>
                <a:lnTo>
                  <a:pt x="8647" y="2181"/>
                </a:lnTo>
                <a:lnTo>
                  <a:pt x="8647" y="2180"/>
                </a:lnTo>
                <a:lnTo>
                  <a:pt x="8646" y="2180"/>
                </a:lnTo>
                <a:lnTo>
                  <a:pt x="8645" y="2180"/>
                </a:lnTo>
                <a:lnTo>
                  <a:pt x="8644" y="2179"/>
                </a:lnTo>
                <a:lnTo>
                  <a:pt x="8643" y="2179"/>
                </a:lnTo>
                <a:lnTo>
                  <a:pt x="8642" y="2178"/>
                </a:lnTo>
                <a:lnTo>
                  <a:pt x="8641" y="2178"/>
                </a:lnTo>
                <a:lnTo>
                  <a:pt x="8640" y="2177"/>
                </a:lnTo>
                <a:lnTo>
                  <a:pt x="8639" y="2177"/>
                </a:lnTo>
                <a:lnTo>
                  <a:pt x="8638" y="2177"/>
                </a:lnTo>
                <a:lnTo>
                  <a:pt x="8638" y="2176"/>
                </a:lnTo>
                <a:lnTo>
                  <a:pt x="8637" y="2176"/>
                </a:lnTo>
                <a:lnTo>
                  <a:pt x="8636" y="2176"/>
                </a:lnTo>
                <a:lnTo>
                  <a:pt x="8636" y="2175"/>
                </a:lnTo>
                <a:lnTo>
                  <a:pt x="8635" y="2175"/>
                </a:lnTo>
                <a:lnTo>
                  <a:pt x="8634" y="2175"/>
                </a:lnTo>
                <a:lnTo>
                  <a:pt x="8633" y="2174"/>
                </a:lnTo>
                <a:lnTo>
                  <a:pt x="8632" y="2174"/>
                </a:lnTo>
                <a:lnTo>
                  <a:pt x="8631" y="2173"/>
                </a:lnTo>
                <a:lnTo>
                  <a:pt x="8630" y="2173"/>
                </a:lnTo>
                <a:lnTo>
                  <a:pt x="8629" y="2172"/>
                </a:lnTo>
                <a:lnTo>
                  <a:pt x="8628" y="2172"/>
                </a:lnTo>
                <a:lnTo>
                  <a:pt x="8627" y="2172"/>
                </a:lnTo>
                <a:lnTo>
                  <a:pt x="8627" y="2171"/>
                </a:lnTo>
                <a:lnTo>
                  <a:pt x="8626" y="2171"/>
                </a:lnTo>
                <a:lnTo>
                  <a:pt x="8625" y="2171"/>
                </a:lnTo>
                <a:lnTo>
                  <a:pt x="8624" y="2170"/>
                </a:lnTo>
                <a:lnTo>
                  <a:pt x="8623" y="2170"/>
                </a:lnTo>
                <a:lnTo>
                  <a:pt x="8623" y="2169"/>
                </a:lnTo>
                <a:lnTo>
                  <a:pt x="8622" y="2169"/>
                </a:lnTo>
                <a:lnTo>
                  <a:pt x="8621" y="2169"/>
                </a:lnTo>
                <a:lnTo>
                  <a:pt x="8620" y="2168"/>
                </a:lnTo>
                <a:lnTo>
                  <a:pt x="8619" y="2168"/>
                </a:lnTo>
                <a:lnTo>
                  <a:pt x="8618" y="2168"/>
                </a:lnTo>
                <a:lnTo>
                  <a:pt x="8618" y="2167"/>
                </a:lnTo>
                <a:lnTo>
                  <a:pt x="8617" y="2167"/>
                </a:lnTo>
                <a:lnTo>
                  <a:pt x="8616" y="2167"/>
                </a:lnTo>
                <a:lnTo>
                  <a:pt x="8616" y="2166"/>
                </a:lnTo>
                <a:lnTo>
                  <a:pt x="8615" y="2166"/>
                </a:lnTo>
                <a:lnTo>
                  <a:pt x="8614" y="2166"/>
                </a:lnTo>
                <a:lnTo>
                  <a:pt x="8613" y="2165"/>
                </a:lnTo>
                <a:lnTo>
                  <a:pt x="8612" y="2165"/>
                </a:lnTo>
                <a:lnTo>
                  <a:pt x="8611" y="2164"/>
                </a:lnTo>
                <a:lnTo>
                  <a:pt x="8610" y="2164"/>
                </a:lnTo>
                <a:lnTo>
                  <a:pt x="8609" y="2163"/>
                </a:lnTo>
                <a:lnTo>
                  <a:pt x="8608" y="2163"/>
                </a:lnTo>
                <a:lnTo>
                  <a:pt x="8607" y="2163"/>
                </a:lnTo>
                <a:lnTo>
                  <a:pt x="8607" y="2162"/>
                </a:lnTo>
                <a:lnTo>
                  <a:pt x="8606" y="2162"/>
                </a:lnTo>
                <a:lnTo>
                  <a:pt x="8605" y="2162"/>
                </a:lnTo>
                <a:lnTo>
                  <a:pt x="8604" y="2161"/>
                </a:lnTo>
                <a:lnTo>
                  <a:pt x="8603" y="2161"/>
                </a:lnTo>
                <a:lnTo>
                  <a:pt x="8603" y="2160"/>
                </a:lnTo>
                <a:lnTo>
                  <a:pt x="8602" y="2160"/>
                </a:lnTo>
                <a:lnTo>
                  <a:pt x="8601" y="2160"/>
                </a:lnTo>
                <a:lnTo>
                  <a:pt x="8600" y="2159"/>
                </a:lnTo>
                <a:lnTo>
                  <a:pt x="8599" y="2159"/>
                </a:lnTo>
                <a:lnTo>
                  <a:pt x="8598" y="2158"/>
                </a:lnTo>
                <a:lnTo>
                  <a:pt x="8597" y="2158"/>
                </a:lnTo>
                <a:lnTo>
                  <a:pt x="8596" y="2158"/>
                </a:lnTo>
                <a:lnTo>
                  <a:pt x="8596" y="2157"/>
                </a:lnTo>
                <a:lnTo>
                  <a:pt x="8595" y="2157"/>
                </a:lnTo>
                <a:lnTo>
                  <a:pt x="8594" y="2157"/>
                </a:lnTo>
                <a:lnTo>
                  <a:pt x="8594" y="2156"/>
                </a:lnTo>
                <a:lnTo>
                  <a:pt x="8593" y="2156"/>
                </a:lnTo>
                <a:lnTo>
                  <a:pt x="8592" y="2156"/>
                </a:lnTo>
                <a:lnTo>
                  <a:pt x="8591" y="2155"/>
                </a:lnTo>
                <a:lnTo>
                  <a:pt x="8590" y="2155"/>
                </a:lnTo>
                <a:lnTo>
                  <a:pt x="8589" y="2154"/>
                </a:lnTo>
                <a:lnTo>
                  <a:pt x="8588" y="2154"/>
                </a:lnTo>
                <a:lnTo>
                  <a:pt x="8587" y="2154"/>
                </a:lnTo>
                <a:lnTo>
                  <a:pt x="8587" y="2153"/>
                </a:lnTo>
                <a:lnTo>
                  <a:pt x="8586" y="2153"/>
                </a:lnTo>
                <a:lnTo>
                  <a:pt x="8585" y="2152"/>
                </a:lnTo>
                <a:lnTo>
                  <a:pt x="8584" y="2152"/>
                </a:lnTo>
                <a:lnTo>
                  <a:pt x="8583" y="2152"/>
                </a:lnTo>
                <a:lnTo>
                  <a:pt x="8583" y="2151"/>
                </a:lnTo>
                <a:lnTo>
                  <a:pt x="8582" y="2151"/>
                </a:lnTo>
                <a:lnTo>
                  <a:pt x="8581" y="2151"/>
                </a:lnTo>
                <a:lnTo>
                  <a:pt x="8580" y="2150"/>
                </a:lnTo>
                <a:lnTo>
                  <a:pt x="8579" y="2150"/>
                </a:lnTo>
                <a:lnTo>
                  <a:pt x="8578" y="2149"/>
                </a:lnTo>
                <a:lnTo>
                  <a:pt x="8577" y="2149"/>
                </a:lnTo>
                <a:lnTo>
                  <a:pt x="8576" y="2148"/>
                </a:lnTo>
                <a:lnTo>
                  <a:pt x="8575" y="2148"/>
                </a:lnTo>
                <a:lnTo>
                  <a:pt x="8574" y="2148"/>
                </a:lnTo>
                <a:lnTo>
                  <a:pt x="8574" y="2147"/>
                </a:lnTo>
                <a:lnTo>
                  <a:pt x="8573" y="2147"/>
                </a:lnTo>
                <a:lnTo>
                  <a:pt x="8572" y="2147"/>
                </a:lnTo>
                <a:lnTo>
                  <a:pt x="8571" y="2146"/>
                </a:lnTo>
                <a:lnTo>
                  <a:pt x="8570" y="2146"/>
                </a:lnTo>
                <a:lnTo>
                  <a:pt x="8569" y="2145"/>
                </a:lnTo>
                <a:lnTo>
                  <a:pt x="8568" y="2145"/>
                </a:lnTo>
                <a:lnTo>
                  <a:pt x="8567" y="2145"/>
                </a:lnTo>
                <a:lnTo>
                  <a:pt x="8567" y="2144"/>
                </a:lnTo>
                <a:lnTo>
                  <a:pt x="8566" y="2144"/>
                </a:lnTo>
                <a:lnTo>
                  <a:pt x="8565" y="2143"/>
                </a:lnTo>
                <a:lnTo>
                  <a:pt x="8564" y="2143"/>
                </a:lnTo>
                <a:lnTo>
                  <a:pt x="8563" y="2143"/>
                </a:lnTo>
                <a:lnTo>
                  <a:pt x="8563" y="2142"/>
                </a:lnTo>
                <a:lnTo>
                  <a:pt x="8562" y="2142"/>
                </a:lnTo>
                <a:lnTo>
                  <a:pt x="8561" y="2142"/>
                </a:lnTo>
                <a:lnTo>
                  <a:pt x="8560" y="2141"/>
                </a:lnTo>
                <a:lnTo>
                  <a:pt x="8559" y="2141"/>
                </a:lnTo>
                <a:lnTo>
                  <a:pt x="8558" y="2140"/>
                </a:lnTo>
                <a:lnTo>
                  <a:pt x="8557" y="2140"/>
                </a:lnTo>
                <a:lnTo>
                  <a:pt x="8556" y="2139"/>
                </a:lnTo>
                <a:lnTo>
                  <a:pt x="8555" y="2139"/>
                </a:lnTo>
                <a:lnTo>
                  <a:pt x="8554" y="2139"/>
                </a:lnTo>
                <a:lnTo>
                  <a:pt x="8554" y="2138"/>
                </a:lnTo>
                <a:lnTo>
                  <a:pt x="8553" y="2138"/>
                </a:lnTo>
                <a:lnTo>
                  <a:pt x="8552" y="2138"/>
                </a:lnTo>
                <a:lnTo>
                  <a:pt x="8551" y="2137"/>
                </a:lnTo>
                <a:lnTo>
                  <a:pt x="8550" y="2137"/>
                </a:lnTo>
                <a:lnTo>
                  <a:pt x="8549" y="2136"/>
                </a:lnTo>
                <a:lnTo>
                  <a:pt x="8548" y="2136"/>
                </a:lnTo>
                <a:lnTo>
                  <a:pt x="8547" y="2135"/>
                </a:lnTo>
                <a:lnTo>
                  <a:pt x="8546" y="2135"/>
                </a:lnTo>
                <a:lnTo>
                  <a:pt x="8545" y="2134"/>
                </a:lnTo>
                <a:lnTo>
                  <a:pt x="8544" y="2134"/>
                </a:lnTo>
                <a:lnTo>
                  <a:pt x="8543" y="2134"/>
                </a:lnTo>
                <a:lnTo>
                  <a:pt x="8543" y="2133"/>
                </a:lnTo>
                <a:lnTo>
                  <a:pt x="8542" y="2133"/>
                </a:lnTo>
                <a:lnTo>
                  <a:pt x="8541" y="2133"/>
                </a:lnTo>
                <a:lnTo>
                  <a:pt x="8540" y="2132"/>
                </a:lnTo>
                <a:lnTo>
                  <a:pt x="8539" y="2132"/>
                </a:lnTo>
                <a:lnTo>
                  <a:pt x="8539" y="2131"/>
                </a:lnTo>
                <a:lnTo>
                  <a:pt x="8538" y="2131"/>
                </a:lnTo>
                <a:lnTo>
                  <a:pt x="8537" y="2131"/>
                </a:lnTo>
                <a:lnTo>
                  <a:pt x="8536" y="2130"/>
                </a:lnTo>
                <a:lnTo>
                  <a:pt x="8535" y="2130"/>
                </a:lnTo>
                <a:lnTo>
                  <a:pt x="8534" y="2130"/>
                </a:lnTo>
                <a:lnTo>
                  <a:pt x="8534" y="2129"/>
                </a:lnTo>
                <a:lnTo>
                  <a:pt x="8533" y="2129"/>
                </a:lnTo>
                <a:lnTo>
                  <a:pt x="8532" y="2129"/>
                </a:lnTo>
                <a:lnTo>
                  <a:pt x="8532" y="2128"/>
                </a:lnTo>
                <a:lnTo>
                  <a:pt x="8531" y="2128"/>
                </a:lnTo>
                <a:lnTo>
                  <a:pt x="8530" y="2128"/>
                </a:lnTo>
                <a:lnTo>
                  <a:pt x="8529" y="2127"/>
                </a:lnTo>
                <a:lnTo>
                  <a:pt x="8528" y="2127"/>
                </a:lnTo>
                <a:lnTo>
                  <a:pt x="8527" y="2126"/>
                </a:lnTo>
                <a:lnTo>
                  <a:pt x="8526" y="2126"/>
                </a:lnTo>
                <a:lnTo>
                  <a:pt x="8525" y="2125"/>
                </a:lnTo>
                <a:lnTo>
                  <a:pt x="8524" y="2125"/>
                </a:lnTo>
                <a:lnTo>
                  <a:pt x="8523" y="2125"/>
                </a:lnTo>
                <a:lnTo>
                  <a:pt x="8523" y="2124"/>
                </a:lnTo>
                <a:lnTo>
                  <a:pt x="8522" y="2124"/>
                </a:lnTo>
                <a:lnTo>
                  <a:pt x="8521" y="2124"/>
                </a:lnTo>
                <a:lnTo>
                  <a:pt x="8520" y="2123"/>
                </a:lnTo>
                <a:lnTo>
                  <a:pt x="8519" y="2123"/>
                </a:lnTo>
                <a:lnTo>
                  <a:pt x="8519" y="2122"/>
                </a:lnTo>
                <a:lnTo>
                  <a:pt x="8518" y="2122"/>
                </a:lnTo>
                <a:lnTo>
                  <a:pt x="8517" y="2122"/>
                </a:lnTo>
                <a:lnTo>
                  <a:pt x="8516" y="2121"/>
                </a:lnTo>
                <a:lnTo>
                  <a:pt x="8515" y="2121"/>
                </a:lnTo>
                <a:lnTo>
                  <a:pt x="8514" y="2121"/>
                </a:lnTo>
                <a:lnTo>
                  <a:pt x="8514" y="2120"/>
                </a:lnTo>
                <a:lnTo>
                  <a:pt x="8513" y="2120"/>
                </a:lnTo>
                <a:lnTo>
                  <a:pt x="8512" y="2120"/>
                </a:lnTo>
                <a:lnTo>
                  <a:pt x="8512" y="2119"/>
                </a:lnTo>
                <a:lnTo>
                  <a:pt x="8511" y="2119"/>
                </a:lnTo>
                <a:lnTo>
                  <a:pt x="8510" y="2119"/>
                </a:lnTo>
                <a:lnTo>
                  <a:pt x="8510" y="2118"/>
                </a:lnTo>
                <a:lnTo>
                  <a:pt x="8509" y="2118"/>
                </a:lnTo>
                <a:lnTo>
                  <a:pt x="8508" y="2118"/>
                </a:lnTo>
                <a:lnTo>
                  <a:pt x="8507" y="2117"/>
                </a:lnTo>
                <a:lnTo>
                  <a:pt x="8506" y="2117"/>
                </a:lnTo>
                <a:lnTo>
                  <a:pt x="8505" y="2116"/>
                </a:lnTo>
                <a:lnTo>
                  <a:pt x="8504" y="2116"/>
                </a:lnTo>
                <a:lnTo>
                  <a:pt x="8503" y="2116"/>
                </a:lnTo>
                <a:lnTo>
                  <a:pt x="8503" y="2115"/>
                </a:lnTo>
                <a:lnTo>
                  <a:pt x="8502" y="2115"/>
                </a:lnTo>
                <a:lnTo>
                  <a:pt x="8501" y="2114"/>
                </a:lnTo>
                <a:lnTo>
                  <a:pt x="8500" y="2114"/>
                </a:lnTo>
                <a:lnTo>
                  <a:pt x="8499" y="2114"/>
                </a:lnTo>
                <a:lnTo>
                  <a:pt x="8499" y="2113"/>
                </a:lnTo>
                <a:lnTo>
                  <a:pt x="8498" y="2113"/>
                </a:lnTo>
                <a:lnTo>
                  <a:pt x="8497" y="2113"/>
                </a:lnTo>
                <a:lnTo>
                  <a:pt x="8496" y="2112"/>
                </a:lnTo>
                <a:lnTo>
                  <a:pt x="8495" y="2112"/>
                </a:lnTo>
                <a:lnTo>
                  <a:pt x="8494" y="2112"/>
                </a:lnTo>
                <a:lnTo>
                  <a:pt x="8494" y="2111"/>
                </a:lnTo>
                <a:lnTo>
                  <a:pt x="8493" y="2111"/>
                </a:lnTo>
                <a:lnTo>
                  <a:pt x="8492" y="2110"/>
                </a:lnTo>
                <a:lnTo>
                  <a:pt x="8491" y="2110"/>
                </a:lnTo>
                <a:lnTo>
                  <a:pt x="8490" y="2110"/>
                </a:lnTo>
                <a:lnTo>
                  <a:pt x="8490" y="2109"/>
                </a:lnTo>
                <a:lnTo>
                  <a:pt x="8489" y="2109"/>
                </a:lnTo>
                <a:lnTo>
                  <a:pt x="8488" y="2109"/>
                </a:lnTo>
                <a:lnTo>
                  <a:pt x="8487" y="2108"/>
                </a:lnTo>
                <a:lnTo>
                  <a:pt x="8486" y="2108"/>
                </a:lnTo>
                <a:lnTo>
                  <a:pt x="8485" y="2107"/>
                </a:lnTo>
                <a:lnTo>
                  <a:pt x="8484" y="2107"/>
                </a:lnTo>
                <a:lnTo>
                  <a:pt x="8483" y="2107"/>
                </a:lnTo>
                <a:lnTo>
                  <a:pt x="8483" y="2106"/>
                </a:lnTo>
                <a:lnTo>
                  <a:pt x="8482" y="2106"/>
                </a:lnTo>
                <a:lnTo>
                  <a:pt x="8481" y="2105"/>
                </a:lnTo>
                <a:lnTo>
                  <a:pt x="8480" y="2105"/>
                </a:lnTo>
                <a:lnTo>
                  <a:pt x="8479" y="2105"/>
                </a:lnTo>
                <a:lnTo>
                  <a:pt x="8479" y="2104"/>
                </a:lnTo>
                <a:lnTo>
                  <a:pt x="8478" y="2104"/>
                </a:lnTo>
                <a:lnTo>
                  <a:pt x="8477" y="2104"/>
                </a:lnTo>
                <a:lnTo>
                  <a:pt x="8476" y="2103"/>
                </a:lnTo>
                <a:lnTo>
                  <a:pt x="8475" y="2103"/>
                </a:lnTo>
                <a:lnTo>
                  <a:pt x="8474" y="2102"/>
                </a:lnTo>
                <a:lnTo>
                  <a:pt x="8473" y="2102"/>
                </a:lnTo>
                <a:lnTo>
                  <a:pt x="8472" y="2101"/>
                </a:lnTo>
                <a:lnTo>
                  <a:pt x="8471" y="2101"/>
                </a:lnTo>
                <a:lnTo>
                  <a:pt x="8470" y="2101"/>
                </a:lnTo>
                <a:lnTo>
                  <a:pt x="8470" y="2100"/>
                </a:lnTo>
                <a:lnTo>
                  <a:pt x="8469" y="2100"/>
                </a:lnTo>
                <a:lnTo>
                  <a:pt x="8468" y="2100"/>
                </a:lnTo>
                <a:lnTo>
                  <a:pt x="8467" y="2099"/>
                </a:lnTo>
                <a:lnTo>
                  <a:pt x="8466" y="2099"/>
                </a:lnTo>
                <a:lnTo>
                  <a:pt x="8465" y="2098"/>
                </a:lnTo>
                <a:lnTo>
                  <a:pt x="8464" y="2098"/>
                </a:lnTo>
                <a:lnTo>
                  <a:pt x="8463" y="2097"/>
                </a:lnTo>
                <a:lnTo>
                  <a:pt x="8462" y="2097"/>
                </a:lnTo>
                <a:lnTo>
                  <a:pt x="8461" y="2096"/>
                </a:lnTo>
                <a:lnTo>
                  <a:pt x="8460" y="2096"/>
                </a:lnTo>
                <a:lnTo>
                  <a:pt x="8459" y="2096"/>
                </a:lnTo>
                <a:lnTo>
                  <a:pt x="8459" y="2095"/>
                </a:lnTo>
                <a:lnTo>
                  <a:pt x="8458" y="2095"/>
                </a:lnTo>
                <a:lnTo>
                  <a:pt x="8457" y="2095"/>
                </a:lnTo>
                <a:lnTo>
                  <a:pt x="8456" y="2094"/>
                </a:lnTo>
                <a:lnTo>
                  <a:pt x="8455" y="2094"/>
                </a:lnTo>
                <a:lnTo>
                  <a:pt x="8455" y="2093"/>
                </a:lnTo>
                <a:lnTo>
                  <a:pt x="8454" y="2093"/>
                </a:lnTo>
                <a:lnTo>
                  <a:pt x="8453" y="2093"/>
                </a:lnTo>
                <a:lnTo>
                  <a:pt x="8452" y="2092"/>
                </a:lnTo>
                <a:lnTo>
                  <a:pt x="8451" y="2092"/>
                </a:lnTo>
                <a:lnTo>
                  <a:pt x="8450" y="2092"/>
                </a:lnTo>
                <a:lnTo>
                  <a:pt x="8450" y="2091"/>
                </a:lnTo>
                <a:lnTo>
                  <a:pt x="8449" y="2091"/>
                </a:lnTo>
                <a:lnTo>
                  <a:pt x="8448" y="2091"/>
                </a:lnTo>
                <a:lnTo>
                  <a:pt x="8447" y="2090"/>
                </a:lnTo>
                <a:lnTo>
                  <a:pt x="8446" y="2090"/>
                </a:lnTo>
                <a:lnTo>
                  <a:pt x="8445" y="2089"/>
                </a:lnTo>
                <a:lnTo>
                  <a:pt x="8444" y="2089"/>
                </a:lnTo>
                <a:lnTo>
                  <a:pt x="8443" y="2088"/>
                </a:lnTo>
                <a:lnTo>
                  <a:pt x="8442" y="2088"/>
                </a:lnTo>
                <a:lnTo>
                  <a:pt x="8441" y="2087"/>
                </a:lnTo>
                <a:lnTo>
                  <a:pt x="8440" y="2087"/>
                </a:lnTo>
                <a:lnTo>
                  <a:pt x="8439" y="2087"/>
                </a:lnTo>
                <a:lnTo>
                  <a:pt x="8439" y="2086"/>
                </a:lnTo>
                <a:lnTo>
                  <a:pt x="8438" y="2086"/>
                </a:lnTo>
                <a:lnTo>
                  <a:pt x="8437" y="2086"/>
                </a:lnTo>
                <a:lnTo>
                  <a:pt x="8436" y="2085"/>
                </a:lnTo>
                <a:lnTo>
                  <a:pt x="8435" y="2085"/>
                </a:lnTo>
                <a:lnTo>
                  <a:pt x="8435" y="2084"/>
                </a:lnTo>
                <a:lnTo>
                  <a:pt x="8434" y="2084"/>
                </a:lnTo>
                <a:lnTo>
                  <a:pt x="8433" y="2084"/>
                </a:lnTo>
                <a:lnTo>
                  <a:pt x="8432" y="2083"/>
                </a:lnTo>
                <a:lnTo>
                  <a:pt x="8431" y="2083"/>
                </a:lnTo>
                <a:lnTo>
                  <a:pt x="8430" y="2083"/>
                </a:lnTo>
                <a:lnTo>
                  <a:pt x="8430" y="2082"/>
                </a:lnTo>
                <a:lnTo>
                  <a:pt x="8429" y="2082"/>
                </a:lnTo>
                <a:lnTo>
                  <a:pt x="8428" y="2082"/>
                </a:lnTo>
                <a:lnTo>
                  <a:pt x="8427" y="2081"/>
                </a:lnTo>
                <a:lnTo>
                  <a:pt x="8426" y="2081"/>
                </a:lnTo>
                <a:lnTo>
                  <a:pt x="8426" y="2080"/>
                </a:lnTo>
                <a:lnTo>
                  <a:pt x="8425" y="2080"/>
                </a:lnTo>
                <a:lnTo>
                  <a:pt x="8424" y="2080"/>
                </a:lnTo>
                <a:lnTo>
                  <a:pt x="8423" y="2079"/>
                </a:lnTo>
                <a:lnTo>
                  <a:pt x="8422" y="2079"/>
                </a:lnTo>
                <a:lnTo>
                  <a:pt x="8421" y="2078"/>
                </a:lnTo>
                <a:lnTo>
                  <a:pt x="8420" y="2078"/>
                </a:lnTo>
                <a:lnTo>
                  <a:pt x="8419" y="2078"/>
                </a:lnTo>
                <a:lnTo>
                  <a:pt x="8419" y="2077"/>
                </a:lnTo>
                <a:lnTo>
                  <a:pt x="8418" y="2077"/>
                </a:lnTo>
                <a:lnTo>
                  <a:pt x="8417" y="2076"/>
                </a:lnTo>
                <a:lnTo>
                  <a:pt x="8416" y="2076"/>
                </a:lnTo>
                <a:lnTo>
                  <a:pt x="8415" y="2076"/>
                </a:lnTo>
                <a:lnTo>
                  <a:pt x="8415" y="2075"/>
                </a:lnTo>
                <a:lnTo>
                  <a:pt x="8414" y="2075"/>
                </a:lnTo>
                <a:lnTo>
                  <a:pt x="8413" y="2075"/>
                </a:lnTo>
                <a:lnTo>
                  <a:pt x="8412" y="2074"/>
                </a:lnTo>
                <a:lnTo>
                  <a:pt x="8411" y="2074"/>
                </a:lnTo>
                <a:lnTo>
                  <a:pt x="8410" y="2074"/>
                </a:lnTo>
                <a:lnTo>
                  <a:pt x="8410" y="2073"/>
                </a:lnTo>
                <a:lnTo>
                  <a:pt x="8409" y="2073"/>
                </a:lnTo>
                <a:lnTo>
                  <a:pt x="8408" y="2072"/>
                </a:lnTo>
                <a:lnTo>
                  <a:pt x="8407" y="2072"/>
                </a:lnTo>
                <a:lnTo>
                  <a:pt x="8406" y="2072"/>
                </a:lnTo>
                <a:lnTo>
                  <a:pt x="8406" y="2071"/>
                </a:lnTo>
                <a:lnTo>
                  <a:pt x="8405" y="2071"/>
                </a:lnTo>
                <a:lnTo>
                  <a:pt x="8404" y="2071"/>
                </a:lnTo>
                <a:lnTo>
                  <a:pt x="8403" y="2070"/>
                </a:lnTo>
                <a:lnTo>
                  <a:pt x="8402" y="2070"/>
                </a:lnTo>
                <a:lnTo>
                  <a:pt x="8401" y="2069"/>
                </a:lnTo>
                <a:lnTo>
                  <a:pt x="8400" y="2069"/>
                </a:lnTo>
                <a:lnTo>
                  <a:pt x="8399" y="2069"/>
                </a:lnTo>
                <a:lnTo>
                  <a:pt x="8399" y="2068"/>
                </a:lnTo>
                <a:lnTo>
                  <a:pt x="8398" y="2068"/>
                </a:lnTo>
                <a:lnTo>
                  <a:pt x="8397" y="2067"/>
                </a:lnTo>
                <a:lnTo>
                  <a:pt x="8396" y="2067"/>
                </a:lnTo>
                <a:lnTo>
                  <a:pt x="8395" y="2067"/>
                </a:lnTo>
                <a:lnTo>
                  <a:pt x="8395" y="2066"/>
                </a:lnTo>
                <a:lnTo>
                  <a:pt x="8394" y="2066"/>
                </a:lnTo>
                <a:lnTo>
                  <a:pt x="8393" y="2066"/>
                </a:lnTo>
                <a:lnTo>
                  <a:pt x="8392" y="2065"/>
                </a:lnTo>
                <a:lnTo>
                  <a:pt x="8391" y="2065"/>
                </a:lnTo>
                <a:lnTo>
                  <a:pt x="8390" y="2065"/>
                </a:lnTo>
                <a:lnTo>
                  <a:pt x="8390" y="2064"/>
                </a:lnTo>
                <a:lnTo>
                  <a:pt x="8389" y="2064"/>
                </a:lnTo>
                <a:lnTo>
                  <a:pt x="8388" y="2063"/>
                </a:lnTo>
                <a:lnTo>
                  <a:pt x="8387" y="2063"/>
                </a:lnTo>
                <a:lnTo>
                  <a:pt x="8386" y="2063"/>
                </a:lnTo>
                <a:lnTo>
                  <a:pt x="8386" y="2062"/>
                </a:lnTo>
                <a:lnTo>
                  <a:pt x="8385" y="2062"/>
                </a:lnTo>
                <a:lnTo>
                  <a:pt x="8384" y="2062"/>
                </a:lnTo>
                <a:lnTo>
                  <a:pt x="8383" y="2061"/>
                </a:lnTo>
                <a:lnTo>
                  <a:pt x="8382" y="2061"/>
                </a:lnTo>
                <a:lnTo>
                  <a:pt x="8381" y="2060"/>
                </a:lnTo>
                <a:lnTo>
                  <a:pt x="8380" y="2060"/>
                </a:lnTo>
                <a:lnTo>
                  <a:pt x="8379" y="2059"/>
                </a:lnTo>
                <a:lnTo>
                  <a:pt x="8378" y="2059"/>
                </a:lnTo>
                <a:lnTo>
                  <a:pt x="8377" y="2058"/>
                </a:lnTo>
                <a:lnTo>
                  <a:pt x="8376" y="2058"/>
                </a:lnTo>
                <a:lnTo>
                  <a:pt x="8375" y="2058"/>
                </a:lnTo>
                <a:lnTo>
                  <a:pt x="8375" y="2057"/>
                </a:lnTo>
                <a:lnTo>
                  <a:pt x="8374" y="2057"/>
                </a:lnTo>
                <a:lnTo>
                  <a:pt x="8373" y="2057"/>
                </a:lnTo>
                <a:lnTo>
                  <a:pt x="8372" y="2056"/>
                </a:lnTo>
                <a:lnTo>
                  <a:pt x="8371" y="2056"/>
                </a:lnTo>
                <a:lnTo>
                  <a:pt x="8370" y="2055"/>
                </a:lnTo>
                <a:lnTo>
                  <a:pt x="8369" y="2055"/>
                </a:lnTo>
                <a:lnTo>
                  <a:pt x="8368" y="2054"/>
                </a:lnTo>
                <a:lnTo>
                  <a:pt x="8367" y="2054"/>
                </a:lnTo>
                <a:lnTo>
                  <a:pt x="8366" y="2054"/>
                </a:lnTo>
                <a:lnTo>
                  <a:pt x="8366" y="2053"/>
                </a:lnTo>
                <a:lnTo>
                  <a:pt x="8365" y="2053"/>
                </a:lnTo>
                <a:lnTo>
                  <a:pt x="8364" y="2053"/>
                </a:lnTo>
                <a:lnTo>
                  <a:pt x="8363" y="2052"/>
                </a:lnTo>
                <a:lnTo>
                  <a:pt x="8362" y="2052"/>
                </a:lnTo>
                <a:lnTo>
                  <a:pt x="8361" y="2051"/>
                </a:lnTo>
                <a:lnTo>
                  <a:pt x="8360" y="2051"/>
                </a:lnTo>
                <a:lnTo>
                  <a:pt x="8359" y="2050"/>
                </a:lnTo>
                <a:lnTo>
                  <a:pt x="8358" y="2050"/>
                </a:lnTo>
                <a:lnTo>
                  <a:pt x="8357" y="2049"/>
                </a:lnTo>
                <a:lnTo>
                  <a:pt x="8356" y="2049"/>
                </a:lnTo>
                <a:lnTo>
                  <a:pt x="8355" y="2049"/>
                </a:lnTo>
                <a:lnTo>
                  <a:pt x="8355" y="2048"/>
                </a:lnTo>
                <a:lnTo>
                  <a:pt x="8354" y="2048"/>
                </a:lnTo>
                <a:lnTo>
                  <a:pt x="8353" y="2048"/>
                </a:lnTo>
                <a:lnTo>
                  <a:pt x="8352" y="2047"/>
                </a:lnTo>
                <a:lnTo>
                  <a:pt x="8351" y="2047"/>
                </a:lnTo>
                <a:lnTo>
                  <a:pt x="8351" y="2046"/>
                </a:lnTo>
                <a:lnTo>
                  <a:pt x="8350" y="2046"/>
                </a:lnTo>
                <a:lnTo>
                  <a:pt x="8349" y="2046"/>
                </a:lnTo>
                <a:lnTo>
                  <a:pt x="8348" y="2045"/>
                </a:lnTo>
                <a:lnTo>
                  <a:pt x="8347" y="2045"/>
                </a:lnTo>
                <a:lnTo>
                  <a:pt x="8346" y="2045"/>
                </a:lnTo>
                <a:lnTo>
                  <a:pt x="8346" y="2044"/>
                </a:lnTo>
                <a:lnTo>
                  <a:pt x="8345" y="2044"/>
                </a:lnTo>
                <a:lnTo>
                  <a:pt x="8344" y="2044"/>
                </a:lnTo>
                <a:lnTo>
                  <a:pt x="8343" y="2043"/>
                </a:lnTo>
                <a:lnTo>
                  <a:pt x="8342" y="2043"/>
                </a:lnTo>
                <a:lnTo>
                  <a:pt x="8342" y="2042"/>
                </a:lnTo>
                <a:lnTo>
                  <a:pt x="8341" y="2042"/>
                </a:lnTo>
                <a:lnTo>
                  <a:pt x="8340" y="2042"/>
                </a:lnTo>
                <a:lnTo>
                  <a:pt x="8339" y="2041"/>
                </a:lnTo>
                <a:lnTo>
                  <a:pt x="8338" y="2041"/>
                </a:lnTo>
                <a:lnTo>
                  <a:pt x="8337" y="2040"/>
                </a:lnTo>
                <a:lnTo>
                  <a:pt x="8336" y="2040"/>
                </a:lnTo>
                <a:lnTo>
                  <a:pt x="8335" y="2040"/>
                </a:lnTo>
                <a:lnTo>
                  <a:pt x="8335" y="2039"/>
                </a:lnTo>
                <a:lnTo>
                  <a:pt x="8334" y="2039"/>
                </a:lnTo>
                <a:lnTo>
                  <a:pt x="8333" y="2039"/>
                </a:lnTo>
                <a:lnTo>
                  <a:pt x="8333" y="2038"/>
                </a:lnTo>
                <a:lnTo>
                  <a:pt x="8332" y="2038"/>
                </a:lnTo>
                <a:lnTo>
                  <a:pt x="8331" y="2038"/>
                </a:lnTo>
                <a:lnTo>
                  <a:pt x="8331" y="2037"/>
                </a:lnTo>
                <a:lnTo>
                  <a:pt x="8330" y="2037"/>
                </a:lnTo>
                <a:lnTo>
                  <a:pt x="8329" y="2037"/>
                </a:lnTo>
                <a:lnTo>
                  <a:pt x="8328" y="2036"/>
                </a:lnTo>
                <a:lnTo>
                  <a:pt x="8327" y="2036"/>
                </a:lnTo>
                <a:lnTo>
                  <a:pt x="8326" y="2036"/>
                </a:lnTo>
                <a:lnTo>
                  <a:pt x="8326" y="2035"/>
                </a:lnTo>
                <a:lnTo>
                  <a:pt x="8325" y="2035"/>
                </a:lnTo>
                <a:lnTo>
                  <a:pt x="8324" y="2034"/>
                </a:lnTo>
                <a:lnTo>
                  <a:pt x="8323" y="2034"/>
                </a:lnTo>
                <a:lnTo>
                  <a:pt x="8322" y="2034"/>
                </a:lnTo>
                <a:lnTo>
                  <a:pt x="8322" y="2033"/>
                </a:lnTo>
                <a:lnTo>
                  <a:pt x="8321" y="2033"/>
                </a:lnTo>
                <a:lnTo>
                  <a:pt x="8320" y="2033"/>
                </a:lnTo>
                <a:lnTo>
                  <a:pt x="8319" y="2032"/>
                </a:lnTo>
                <a:lnTo>
                  <a:pt x="8318" y="2032"/>
                </a:lnTo>
                <a:lnTo>
                  <a:pt x="8317" y="2031"/>
                </a:lnTo>
                <a:lnTo>
                  <a:pt x="8316" y="2031"/>
                </a:lnTo>
                <a:lnTo>
                  <a:pt x="8315" y="2031"/>
                </a:lnTo>
                <a:lnTo>
                  <a:pt x="8315" y="2030"/>
                </a:lnTo>
                <a:lnTo>
                  <a:pt x="8314" y="2030"/>
                </a:lnTo>
                <a:lnTo>
                  <a:pt x="8313" y="2030"/>
                </a:lnTo>
                <a:lnTo>
                  <a:pt x="8313" y="2029"/>
                </a:lnTo>
                <a:lnTo>
                  <a:pt x="8312" y="2029"/>
                </a:lnTo>
                <a:lnTo>
                  <a:pt x="8311" y="2029"/>
                </a:lnTo>
                <a:lnTo>
                  <a:pt x="8311" y="2028"/>
                </a:lnTo>
                <a:lnTo>
                  <a:pt x="8310" y="2028"/>
                </a:lnTo>
                <a:lnTo>
                  <a:pt x="8309" y="2028"/>
                </a:lnTo>
                <a:lnTo>
                  <a:pt x="8308" y="2027"/>
                </a:lnTo>
                <a:lnTo>
                  <a:pt x="8307" y="2027"/>
                </a:lnTo>
                <a:lnTo>
                  <a:pt x="8306" y="2027"/>
                </a:lnTo>
                <a:lnTo>
                  <a:pt x="8306" y="2026"/>
                </a:lnTo>
                <a:lnTo>
                  <a:pt x="8305" y="2026"/>
                </a:lnTo>
                <a:lnTo>
                  <a:pt x="8304" y="2025"/>
                </a:lnTo>
                <a:lnTo>
                  <a:pt x="8303" y="2025"/>
                </a:lnTo>
                <a:lnTo>
                  <a:pt x="8302" y="2025"/>
                </a:lnTo>
                <a:lnTo>
                  <a:pt x="8302" y="2024"/>
                </a:lnTo>
                <a:lnTo>
                  <a:pt x="8301" y="2024"/>
                </a:lnTo>
                <a:lnTo>
                  <a:pt x="8300" y="2024"/>
                </a:lnTo>
                <a:lnTo>
                  <a:pt x="8299" y="2023"/>
                </a:lnTo>
                <a:lnTo>
                  <a:pt x="8298" y="2023"/>
                </a:lnTo>
                <a:lnTo>
                  <a:pt x="8297" y="2022"/>
                </a:lnTo>
                <a:lnTo>
                  <a:pt x="8296" y="2022"/>
                </a:lnTo>
                <a:lnTo>
                  <a:pt x="8295" y="2021"/>
                </a:lnTo>
                <a:lnTo>
                  <a:pt x="8294" y="2021"/>
                </a:lnTo>
                <a:lnTo>
                  <a:pt x="8293" y="2020"/>
                </a:lnTo>
                <a:lnTo>
                  <a:pt x="8292" y="2020"/>
                </a:lnTo>
                <a:lnTo>
                  <a:pt x="8291" y="2020"/>
                </a:lnTo>
                <a:lnTo>
                  <a:pt x="8291" y="2019"/>
                </a:lnTo>
                <a:lnTo>
                  <a:pt x="8290" y="2019"/>
                </a:lnTo>
                <a:lnTo>
                  <a:pt x="8289" y="2019"/>
                </a:lnTo>
                <a:lnTo>
                  <a:pt x="8288" y="2018"/>
                </a:lnTo>
                <a:lnTo>
                  <a:pt x="8287" y="2018"/>
                </a:lnTo>
                <a:lnTo>
                  <a:pt x="8286" y="2017"/>
                </a:lnTo>
                <a:lnTo>
                  <a:pt x="8285" y="2017"/>
                </a:lnTo>
                <a:lnTo>
                  <a:pt x="8284" y="2016"/>
                </a:lnTo>
                <a:lnTo>
                  <a:pt x="8283" y="2016"/>
                </a:lnTo>
                <a:lnTo>
                  <a:pt x="8282" y="2016"/>
                </a:lnTo>
                <a:lnTo>
                  <a:pt x="8282" y="2015"/>
                </a:lnTo>
                <a:lnTo>
                  <a:pt x="8281" y="2015"/>
                </a:lnTo>
                <a:lnTo>
                  <a:pt x="8280" y="2015"/>
                </a:lnTo>
                <a:lnTo>
                  <a:pt x="8279" y="2014"/>
                </a:lnTo>
                <a:lnTo>
                  <a:pt x="8278" y="2014"/>
                </a:lnTo>
                <a:lnTo>
                  <a:pt x="8277" y="2013"/>
                </a:lnTo>
                <a:lnTo>
                  <a:pt x="8276" y="2013"/>
                </a:lnTo>
                <a:lnTo>
                  <a:pt x="8275" y="2012"/>
                </a:lnTo>
                <a:lnTo>
                  <a:pt x="8274" y="2012"/>
                </a:lnTo>
                <a:lnTo>
                  <a:pt x="8273" y="2011"/>
                </a:lnTo>
                <a:lnTo>
                  <a:pt x="8272" y="2011"/>
                </a:lnTo>
                <a:lnTo>
                  <a:pt x="8271" y="2011"/>
                </a:lnTo>
                <a:lnTo>
                  <a:pt x="8271" y="2010"/>
                </a:lnTo>
                <a:lnTo>
                  <a:pt x="8270" y="2010"/>
                </a:lnTo>
                <a:lnTo>
                  <a:pt x="8269" y="2010"/>
                </a:lnTo>
                <a:lnTo>
                  <a:pt x="8268" y="2009"/>
                </a:lnTo>
                <a:lnTo>
                  <a:pt x="8267" y="2009"/>
                </a:lnTo>
                <a:lnTo>
                  <a:pt x="8266" y="2008"/>
                </a:lnTo>
                <a:lnTo>
                  <a:pt x="8265" y="2008"/>
                </a:lnTo>
                <a:lnTo>
                  <a:pt x="8264" y="2007"/>
                </a:lnTo>
                <a:lnTo>
                  <a:pt x="8263" y="2007"/>
                </a:lnTo>
                <a:lnTo>
                  <a:pt x="8262" y="2007"/>
                </a:lnTo>
                <a:lnTo>
                  <a:pt x="8262" y="2006"/>
                </a:lnTo>
                <a:lnTo>
                  <a:pt x="8261" y="2006"/>
                </a:lnTo>
                <a:lnTo>
                  <a:pt x="8260" y="2006"/>
                </a:lnTo>
                <a:lnTo>
                  <a:pt x="8259" y="2005"/>
                </a:lnTo>
                <a:lnTo>
                  <a:pt x="8258" y="2005"/>
                </a:lnTo>
                <a:lnTo>
                  <a:pt x="8258" y="2004"/>
                </a:lnTo>
                <a:lnTo>
                  <a:pt x="8257" y="2004"/>
                </a:lnTo>
                <a:lnTo>
                  <a:pt x="8256" y="2004"/>
                </a:lnTo>
                <a:lnTo>
                  <a:pt x="8255" y="2003"/>
                </a:lnTo>
                <a:lnTo>
                  <a:pt x="8254" y="2003"/>
                </a:lnTo>
                <a:lnTo>
                  <a:pt x="8253" y="2002"/>
                </a:lnTo>
                <a:lnTo>
                  <a:pt x="8252" y="2002"/>
                </a:lnTo>
                <a:lnTo>
                  <a:pt x="8251" y="2002"/>
                </a:lnTo>
                <a:lnTo>
                  <a:pt x="8251" y="2001"/>
                </a:lnTo>
                <a:lnTo>
                  <a:pt x="8250" y="2001"/>
                </a:lnTo>
                <a:lnTo>
                  <a:pt x="8249" y="2001"/>
                </a:lnTo>
                <a:lnTo>
                  <a:pt x="8249" y="2000"/>
                </a:lnTo>
                <a:lnTo>
                  <a:pt x="8248" y="2000"/>
                </a:lnTo>
                <a:lnTo>
                  <a:pt x="8247" y="2000"/>
                </a:lnTo>
                <a:lnTo>
                  <a:pt x="8246" y="1999"/>
                </a:lnTo>
                <a:lnTo>
                  <a:pt x="8245" y="1999"/>
                </a:lnTo>
                <a:lnTo>
                  <a:pt x="8244" y="1998"/>
                </a:lnTo>
                <a:lnTo>
                  <a:pt x="8243" y="1998"/>
                </a:lnTo>
                <a:lnTo>
                  <a:pt x="8242" y="1998"/>
                </a:lnTo>
                <a:lnTo>
                  <a:pt x="8242" y="1997"/>
                </a:lnTo>
                <a:lnTo>
                  <a:pt x="8241" y="1997"/>
                </a:lnTo>
                <a:lnTo>
                  <a:pt x="8240" y="1996"/>
                </a:lnTo>
                <a:lnTo>
                  <a:pt x="8239" y="1996"/>
                </a:lnTo>
                <a:lnTo>
                  <a:pt x="8238" y="1996"/>
                </a:lnTo>
                <a:lnTo>
                  <a:pt x="8238" y="1995"/>
                </a:lnTo>
                <a:lnTo>
                  <a:pt x="8237" y="1995"/>
                </a:lnTo>
                <a:lnTo>
                  <a:pt x="8236" y="1995"/>
                </a:lnTo>
                <a:lnTo>
                  <a:pt x="8235" y="1994"/>
                </a:lnTo>
                <a:lnTo>
                  <a:pt x="8234" y="1994"/>
                </a:lnTo>
                <a:lnTo>
                  <a:pt x="8233" y="1993"/>
                </a:lnTo>
                <a:lnTo>
                  <a:pt x="8232" y="1993"/>
                </a:lnTo>
                <a:lnTo>
                  <a:pt x="8231" y="1993"/>
                </a:lnTo>
                <a:lnTo>
                  <a:pt x="8231" y="1992"/>
                </a:lnTo>
                <a:lnTo>
                  <a:pt x="8230" y="1992"/>
                </a:lnTo>
                <a:lnTo>
                  <a:pt x="8229" y="1992"/>
                </a:lnTo>
                <a:lnTo>
                  <a:pt x="8229" y="1991"/>
                </a:lnTo>
                <a:lnTo>
                  <a:pt x="8228" y="1991"/>
                </a:lnTo>
                <a:lnTo>
                  <a:pt x="8227" y="1991"/>
                </a:lnTo>
                <a:lnTo>
                  <a:pt x="8227" y="1990"/>
                </a:lnTo>
                <a:lnTo>
                  <a:pt x="8226" y="1990"/>
                </a:lnTo>
                <a:lnTo>
                  <a:pt x="8225" y="1990"/>
                </a:lnTo>
                <a:lnTo>
                  <a:pt x="8224" y="1989"/>
                </a:lnTo>
                <a:lnTo>
                  <a:pt x="8223" y="1989"/>
                </a:lnTo>
                <a:lnTo>
                  <a:pt x="8222" y="1989"/>
                </a:lnTo>
                <a:lnTo>
                  <a:pt x="8222" y="1988"/>
                </a:lnTo>
                <a:lnTo>
                  <a:pt x="8221" y="1988"/>
                </a:lnTo>
                <a:lnTo>
                  <a:pt x="8220" y="1987"/>
                </a:lnTo>
                <a:lnTo>
                  <a:pt x="8219" y="1987"/>
                </a:lnTo>
                <a:lnTo>
                  <a:pt x="8218" y="1987"/>
                </a:lnTo>
                <a:lnTo>
                  <a:pt x="8218" y="1986"/>
                </a:lnTo>
                <a:lnTo>
                  <a:pt x="8217" y="1986"/>
                </a:lnTo>
                <a:lnTo>
                  <a:pt x="8216" y="1986"/>
                </a:lnTo>
                <a:lnTo>
                  <a:pt x="8215" y="1985"/>
                </a:lnTo>
                <a:lnTo>
                  <a:pt x="8214" y="1985"/>
                </a:lnTo>
                <a:lnTo>
                  <a:pt x="8213" y="1984"/>
                </a:lnTo>
                <a:lnTo>
                  <a:pt x="8212" y="1984"/>
                </a:lnTo>
                <a:lnTo>
                  <a:pt x="8211" y="1983"/>
                </a:lnTo>
                <a:lnTo>
                  <a:pt x="8210" y="1983"/>
                </a:lnTo>
                <a:lnTo>
                  <a:pt x="8209" y="1983"/>
                </a:lnTo>
                <a:lnTo>
                  <a:pt x="8209" y="1982"/>
                </a:lnTo>
                <a:lnTo>
                  <a:pt x="8208" y="1982"/>
                </a:lnTo>
                <a:lnTo>
                  <a:pt x="8207" y="1982"/>
                </a:lnTo>
                <a:lnTo>
                  <a:pt x="8207" y="1981"/>
                </a:lnTo>
                <a:lnTo>
                  <a:pt x="8206" y="1981"/>
                </a:lnTo>
                <a:lnTo>
                  <a:pt x="8205" y="1981"/>
                </a:lnTo>
                <a:lnTo>
                  <a:pt x="8204" y="1980"/>
                </a:lnTo>
                <a:lnTo>
                  <a:pt x="8203" y="1980"/>
                </a:lnTo>
                <a:lnTo>
                  <a:pt x="8202" y="1979"/>
                </a:lnTo>
                <a:lnTo>
                  <a:pt x="8201" y="1979"/>
                </a:lnTo>
                <a:lnTo>
                  <a:pt x="8200" y="1978"/>
                </a:lnTo>
                <a:lnTo>
                  <a:pt x="8199" y="1978"/>
                </a:lnTo>
                <a:lnTo>
                  <a:pt x="8198" y="1978"/>
                </a:lnTo>
                <a:lnTo>
                  <a:pt x="8198" y="1977"/>
                </a:lnTo>
                <a:lnTo>
                  <a:pt x="8197" y="1977"/>
                </a:lnTo>
                <a:lnTo>
                  <a:pt x="8196" y="1977"/>
                </a:lnTo>
                <a:lnTo>
                  <a:pt x="8195" y="1976"/>
                </a:lnTo>
                <a:lnTo>
                  <a:pt x="8194" y="1976"/>
                </a:lnTo>
                <a:lnTo>
                  <a:pt x="8193" y="1975"/>
                </a:lnTo>
                <a:lnTo>
                  <a:pt x="8192" y="1975"/>
                </a:lnTo>
                <a:lnTo>
                  <a:pt x="8191" y="1974"/>
                </a:lnTo>
                <a:lnTo>
                  <a:pt x="8190" y="1974"/>
                </a:lnTo>
                <a:lnTo>
                  <a:pt x="8189" y="1974"/>
                </a:lnTo>
                <a:lnTo>
                  <a:pt x="8189" y="1973"/>
                </a:lnTo>
                <a:lnTo>
                  <a:pt x="8188" y="1973"/>
                </a:lnTo>
                <a:lnTo>
                  <a:pt x="8187" y="1973"/>
                </a:lnTo>
                <a:lnTo>
                  <a:pt x="8187" y="1972"/>
                </a:lnTo>
                <a:lnTo>
                  <a:pt x="8186" y="1972"/>
                </a:lnTo>
                <a:lnTo>
                  <a:pt x="8185" y="1972"/>
                </a:lnTo>
                <a:lnTo>
                  <a:pt x="8184" y="1971"/>
                </a:lnTo>
                <a:lnTo>
                  <a:pt x="8183" y="1971"/>
                </a:lnTo>
                <a:lnTo>
                  <a:pt x="8182" y="1970"/>
                </a:lnTo>
                <a:lnTo>
                  <a:pt x="8181" y="1970"/>
                </a:lnTo>
                <a:lnTo>
                  <a:pt x="8180" y="1969"/>
                </a:lnTo>
                <a:lnTo>
                  <a:pt x="8179" y="1969"/>
                </a:lnTo>
                <a:lnTo>
                  <a:pt x="8178" y="1969"/>
                </a:lnTo>
                <a:lnTo>
                  <a:pt x="8178" y="1968"/>
                </a:lnTo>
                <a:lnTo>
                  <a:pt x="8177" y="1968"/>
                </a:lnTo>
                <a:lnTo>
                  <a:pt x="8176" y="1968"/>
                </a:lnTo>
                <a:lnTo>
                  <a:pt x="8175" y="1967"/>
                </a:lnTo>
                <a:lnTo>
                  <a:pt x="8174" y="1967"/>
                </a:lnTo>
                <a:lnTo>
                  <a:pt x="8174" y="1966"/>
                </a:lnTo>
                <a:lnTo>
                  <a:pt x="8173" y="1966"/>
                </a:lnTo>
                <a:lnTo>
                  <a:pt x="8172" y="1966"/>
                </a:lnTo>
                <a:lnTo>
                  <a:pt x="8171" y="1965"/>
                </a:lnTo>
                <a:lnTo>
                  <a:pt x="8170" y="1965"/>
                </a:lnTo>
                <a:lnTo>
                  <a:pt x="8169" y="1964"/>
                </a:lnTo>
                <a:lnTo>
                  <a:pt x="8168" y="1964"/>
                </a:lnTo>
                <a:lnTo>
                  <a:pt x="8167" y="1964"/>
                </a:lnTo>
                <a:lnTo>
                  <a:pt x="8167" y="1963"/>
                </a:lnTo>
                <a:lnTo>
                  <a:pt x="8166" y="1963"/>
                </a:lnTo>
                <a:lnTo>
                  <a:pt x="8165" y="1963"/>
                </a:lnTo>
                <a:lnTo>
                  <a:pt x="8165" y="1962"/>
                </a:lnTo>
                <a:lnTo>
                  <a:pt x="8164" y="1962"/>
                </a:lnTo>
                <a:lnTo>
                  <a:pt x="8164" y="1971"/>
                </a:lnTo>
                <a:lnTo>
                  <a:pt x="8163" y="1970"/>
                </a:lnTo>
                <a:lnTo>
                  <a:pt x="8162" y="1970"/>
                </a:lnTo>
                <a:lnTo>
                  <a:pt x="8161" y="1970"/>
                </a:lnTo>
                <a:lnTo>
                  <a:pt x="8161" y="1969"/>
                </a:lnTo>
                <a:lnTo>
                  <a:pt x="8160" y="1969"/>
                </a:lnTo>
                <a:lnTo>
                  <a:pt x="8159" y="1969"/>
                </a:lnTo>
                <a:lnTo>
                  <a:pt x="8158" y="1968"/>
                </a:lnTo>
                <a:lnTo>
                  <a:pt x="8157" y="1968"/>
                </a:lnTo>
                <a:lnTo>
                  <a:pt x="8156" y="1967"/>
                </a:lnTo>
                <a:lnTo>
                  <a:pt x="8155" y="1967"/>
                </a:lnTo>
                <a:lnTo>
                  <a:pt x="8154" y="1966"/>
                </a:lnTo>
                <a:lnTo>
                  <a:pt x="8153" y="1966"/>
                </a:lnTo>
                <a:lnTo>
                  <a:pt x="8152" y="1966"/>
                </a:lnTo>
                <a:lnTo>
                  <a:pt x="8152" y="1965"/>
                </a:lnTo>
                <a:lnTo>
                  <a:pt x="8151" y="1965"/>
                </a:lnTo>
                <a:lnTo>
                  <a:pt x="8150" y="1965"/>
                </a:lnTo>
                <a:lnTo>
                  <a:pt x="8150" y="1964"/>
                </a:lnTo>
                <a:lnTo>
                  <a:pt x="8149" y="1964"/>
                </a:lnTo>
                <a:lnTo>
                  <a:pt x="8148" y="1964"/>
                </a:lnTo>
                <a:lnTo>
                  <a:pt x="8147" y="1963"/>
                </a:lnTo>
                <a:lnTo>
                  <a:pt x="8146" y="1963"/>
                </a:lnTo>
                <a:lnTo>
                  <a:pt x="8145" y="1962"/>
                </a:lnTo>
                <a:lnTo>
                  <a:pt x="8144" y="1962"/>
                </a:lnTo>
                <a:lnTo>
                  <a:pt x="8143" y="1961"/>
                </a:lnTo>
                <a:lnTo>
                  <a:pt x="8142" y="1961"/>
                </a:lnTo>
                <a:lnTo>
                  <a:pt x="8141" y="1961"/>
                </a:lnTo>
                <a:lnTo>
                  <a:pt x="8141" y="1960"/>
                </a:lnTo>
                <a:lnTo>
                  <a:pt x="8140" y="1960"/>
                </a:lnTo>
                <a:lnTo>
                  <a:pt x="8139" y="1960"/>
                </a:lnTo>
                <a:lnTo>
                  <a:pt x="8138" y="1959"/>
                </a:lnTo>
                <a:lnTo>
                  <a:pt x="8137" y="1959"/>
                </a:lnTo>
                <a:lnTo>
                  <a:pt x="8136" y="1958"/>
                </a:lnTo>
                <a:lnTo>
                  <a:pt x="8135" y="1958"/>
                </a:lnTo>
                <a:lnTo>
                  <a:pt x="8134" y="1957"/>
                </a:lnTo>
                <a:lnTo>
                  <a:pt x="8133" y="1957"/>
                </a:lnTo>
                <a:lnTo>
                  <a:pt x="8132" y="1957"/>
                </a:lnTo>
                <a:lnTo>
                  <a:pt x="8132" y="1956"/>
                </a:lnTo>
                <a:lnTo>
                  <a:pt x="8131" y="1956"/>
                </a:lnTo>
                <a:lnTo>
                  <a:pt x="8130" y="1956"/>
                </a:lnTo>
                <a:lnTo>
                  <a:pt x="8130" y="1955"/>
                </a:lnTo>
                <a:lnTo>
                  <a:pt x="8129" y="1955"/>
                </a:lnTo>
                <a:lnTo>
                  <a:pt x="8128" y="1955"/>
                </a:lnTo>
                <a:lnTo>
                  <a:pt x="8127" y="1954"/>
                </a:lnTo>
                <a:lnTo>
                  <a:pt x="8126" y="1954"/>
                </a:lnTo>
                <a:lnTo>
                  <a:pt x="8125" y="1953"/>
                </a:lnTo>
                <a:lnTo>
                  <a:pt x="8124" y="1953"/>
                </a:lnTo>
                <a:lnTo>
                  <a:pt x="8123" y="1952"/>
                </a:lnTo>
                <a:lnTo>
                  <a:pt x="8122" y="1952"/>
                </a:lnTo>
                <a:lnTo>
                  <a:pt x="8121" y="1952"/>
                </a:lnTo>
                <a:lnTo>
                  <a:pt x="8121" y="1951"/>
                </a:lnTo>
                <a:lnTo>
                  <a:pt x="8120" y="1951"/>
                </a:lnTo>
                <a:lnTo>
                  <a:pt x="8119" y="1951"/>
                </a:lnTo>
                <a:lnTo>
                  <a:pt x="8118" y="1950"/>
                </a:lnTo>
                <a:lnTo>
                  <a:pt x="8117" y="1950"/>
                </a:lnTo>
                <a:lnTo>
                  <a:pt x="8117" y="1949"/>
                </a:lnTo>
                <a:lnTo>
                  <a:pt x="8116" y="1949"/>
                </a:lnTo>
                <a:lnTo>
                  <a:pt x="8115" y="1949"/>
                </a:lnTo>
                <a:lnTo>
                  <a:pt x="8114" y="1948"/>
                </a:lnTo>
                <a:lnTo>
                  <a:pt x="8113" y="1948"/>
                </a:lnTo>
                <a:lnTo>
                  <a:pt x="8112" y="1948"/>
                </a:lnTo>
                <a:lnTo>
                  <a:pt x="8112" y="1947"/>
                </a:lnTo>
                <a:lnTo>
                  <a:pt x="8111" y="1947"/>
                </a:lnTo>
                <a:lnTo>
                  <a:pt x="8110" y="1947"/>
                </a:lnTo>
                <a:lnTo>
                  <a:pt x="8110" y="1946"/>
                </a:lnTo>
                <a:lnTo>
                  <a:pt x="8109" y="1946"/>
                </a:lnTo>
                <a:lnTo>
                  <a:pt x="8108" y="1946"/>
                </a:lnTo>
                <a:lnTo>
                  <a:pt x="8108" y="1945"/>
                </a:lnTo>
                <a:lnTo>
                  <a:pt x="8107" y="1945"/>
                </a:lnTo>
                <a:lnTo>
                  <a:pt x="8106" y="1945"/>
                </a:lnTo>
                <a:lnTo>
                  <a:pt x="8105" y="1944"/>
                </a:lnTo>
                <a:lnTo>
                  <a:pt x="8104" y="1944"/>
                </a:lnTo>
                <a:lnTo>
                  <a:pt x="8103" y="1943"/>
                </a:lnTo>
                <a:lnTo>
                  <a:pt x="8102" y="1943"/>
                </a:lnTo>
                <a:lnTo>
                  <a:pt x="8101" y="1943"/>
                </a:lnTo>
                <a:lnTo>
                  <a:pt x="8101" y="1942"/>
                </a:lnTo>
                <a:lnTo>
                  <a:pt x="8100" y="1942"/>
                </a:lnTo>
                <a:lnTo>
                  <a:pt x="8099" y="1941"/>
                </a:lnTo>
                <a:lnTo>
                  <a:pt x="8098" y="1941"/>
                </a:lnTo>
                <a:lnTo>
                  <a:pt x="8097" y="1941"/>
                </a:lnTo>
                <a:lnTo>
                  <a:pt x="8097" y="1940"/>
                </a:lnTo>
                <a:lnTo>
                  <a:pt x="8096" y="1940"/>
                </a:lnTo>
                <a:lnTo>
                  <a:pt x="8095" y="1940"/>
                </a:lnTo>
                <a:lnTo>
                  <a:pt x="8094" y="1939"/>
                </a:lnTo>
                <a:lnTo>
                  <a:pt x="8093" y="1939"/>
                </a:lnTo>
                <a:lnTo>
                  <a:pt x="8092" y="1938"/>
                </a:lnTo>
                <a:lnTo>
                  <a:pt x="8091" y="1938"/>
                </a:lnTo>
                <a:lnTo>
                  <a:pt x="8090" y="1938"/>
                </a:lnTo>
                <a:lnTo>
                  <a:pt x="8090" y="1937"/>
                </a:lnTo>
                <a:lnTo>
                  <a:pt x="8089" y="1937"/>
                </a:lnTo>
                <a:lnTo>
                  <a:pt x="8088" y="1937"/>
                </a:lnTo>
                <a:lnTo>
                  <a:pt x="8088" y="1936"/>
                </a:lnTo>
                <a:lnTo>
                  <a:pt x="8087" y="1936"/>
                </a:lnTo>
                <a:lnTo>
                  <a:pt x="8086" y="1936"/>
                </a:lnTo>
                <a:lnTo>
                  <a:pt x="8085" y="1935"/>
                </a:lnTo>
                <a:lnTo>
                  <a:pt x="8084" y="1935"/>
                </a:lnTo>
                <a:lnTo>
                  <a:pt x="8083" y="1934"/>
                </a:lnTo>
                <a:lnTo>
                  <a:pt x="8082" y="1934"/>
                </a:lnTo>
                <a:lnTo>
                  <a:pt x="8081" y="1934"/>
                </a:lnTo>
                <a:lnTo>
                  <a:pt x="8081" y="1933"/>
                </a:lnTo>
                <a:lnTo>
                  <a:pt x="8080" y="1933"/>
                </a:lnTo>
                <a:lnTo>
                  <a:pt x="8079" y="1932"/>
                </a:lnTo>
                <a:lnTo>
                  <a:pt x="8078" y="1932"/>
                </a:lnTo>
                <a:lnTo>
                  <a:pt x="8077" y="1932"/>
                </a:lnTo>
                <a:lnTo>
                  <a:pt x="8077" y="1931"/>
                </a:lnTo>
                <a:lnTo>
                  <a:pt x="8076" y="1931"/>
                </a:lnTo>
                <a:lnTo>
                  <a:pt x="8075" y="1931"/>
                </a:lnTo>
                <a:lnTo>
                  <a:pt x="8074" y="1930"/>
                </a:lnTo>
                <a:lnTo>
                  <a:pt x="8073" y="1930"/>
                </a:lnTo>
                <a:lnTo>
                  <a:pt x="8072" y="1929"/>
                </a:lnTo>
                <a:lnTo>
                  <a:pt x="8071" y="1929"/>
                </a:lnTo>
                <a:lnTo>
                  <a:pt x="8070" y="1928"/>
                </a:lnTo>
                <a:lnTo>
                  <a:pt x="8069" y="1928"/>
                </a:lnTo>
                <a:lnTo>
                  <a:pt x="8068" y="1928"/>
                </a:lnTo>
                <a:lnTo>
                  <a:pt x="8068" y="1927"/>
                </a:lnTo>
                <a:lnTo>
                  <a:pt x="8067" y="1927"/>
                </a:lnTo>
                <a:lnTo>
                  <a:pt x="8066" y="1927"/>
                </a:lnTo>
                <a:lnTo>
                  <a:pt x="8065" y="1926"/>
                </a:lnTo>
                <a:lnTo>
                  <a:pt x="8064" y="1926"/>
                </a:lnTo>
                <a:lnTo>
                  <a:pt x="8063" y="1925"/>
                </a:lnTo>
                <a:lnTo>
                  <a:pt x="8063" y="1933"/>
                </a:lnTo>
                <a:lnTo>
                  <a:pt x="8062" y="1933"/>
                </a:lnTo>
                <a:lnTo>
                  <a:pt x="8061" y="1933"/>
                </a:lnTo>
                <a:lnTo>
                  <a:pt x="8061" y="1932"/>
                </a:lnTo>
                <a:lnTo>
                  <a:pt x="8060" y="1932"/>
                </a:lnTo>
                <a:lnTo>
                  <a:pt x="8059" y="1932"/>
                </a:lnTo>
                <a:lnTo>
                  <a:pt x="8058" y="1931"/>
                </a:lnTo>
                <a:lnTo>
                  <a:pt x="8057" y="1931"/>
                </a:lnTo>
                <a:lnTo>
                  <a:pt x="8056" y="1930"/>
                </a:lnTo>
                <a:lnTo>
                  <a:pt x="8055" y="1930"/>
                </a:lnTo>
                <a:lnTo>
                  <a:pt x="8054" y="1930"/>
                </a:lnTo>
                <a:lnTo>
                  <a:pt x="8054" y="1929"/>
                </a:lnTo>
                <a:lnTo>
                  <a:pt x="8053" y="1929"/>
                </a:lnTo>
                <a:lnTo>
                  <a:pt x="8052" y="1928"/>
                </a:lnTo>
                <a:lnTo>
                  <a:pt x="8051" y="1928"/>
                </a:lnTo>
                <a:lnTo>
                  <a:pt x="8050" y="1928"/>
                </a:lnTo>
                <a:lnTo>
                  <a:pt x="8050" y="1927"/>
                </a:lnTo>
                <a:lnTo>
                  <a:pt x="8049" y="1927"/>
                </a:lnTo>
                <a:lnTo>
                  <a:pt x="8048" y="1927"/>
                </a:lnTo>
                <a:lnTo>
                  <a:pt x="8047" y="1926"/>
                </a:lnTo>
                <a:lnTo>
                  <a:pt x="8046" y="1926"/>
                </a:lnTo>
                <a:lnTo>
                  <a:pt x="8045" y="1925"/>
                </a:lnTo>
                <a:lnTo>
                  <a:pt x="8044" y="1925"/>
                </a:lnTo>
                <a:lnTo>
                  <a:pt x="8043" y="1925"/>
                </a:lnTo>
                <a:lnTo>
                  <a:pt x="8043" y="1924"/>
                </a:lnTo>
                <a:lnTo>
                  <a:pt x="8042" y="1924"/>
                </a:lnTo>
                <a:lnTo>
                  <a:pt x="8041" y="1924"/>
                </a:lnTo>
                <a:lnTo>
                  <a:pt x="8041" y="1923"/>
                </a:lnTo>
                <a:lnTo>
                  <a:pt x="8040" y="1923"/>
                </a:lnTo>
                <a:lnTo>
                  <a:pt x="8039" y="1923"/>
                </a:lnTo>
                <a:lnTo>
                  <a:pt x="8038" y="1922"/>
                </a:lnTo>
                <a:lnTo>
                  <a:pt x="8037" y="1922"/>
                </a:lnTo>
                <a:lnTo>
                  <a:pt x="8036" y="1921"/>
                </a:lnTo>
                <a:lnTo>
                  <a:pt x="8035" y="1921"/>
                </a:lnTo>
                <a:lnTo>
                  <a:pt x="8034" y="1921"/>
                </a:lnTo>
                <a:lnTo>
                  <a:pt x="8034" y="1920"/>
                </a:lnTo>
                <a:lnTo>
                  <a:pt x="8033" y="1920"/>
                </a:lnTo>
                <a:lnTo>
                  <a:pt x="8032" y="1919"/>
                </a:lnTo>
                <a:lnTo>
                  <a:pt x="8031" y="1919"/>
                </a:lnTo>
                <a:lnTo>
                  <a:pt x="8030" y="1919"/>
                </a:lnTo>
                <a:lnTo>
                  <a:pt x="8030" y="1918"/>
                </a:lnTo>
                <a:lnTo>
                  <a:pt x="8029" y="1918"/>
                </a:lnTo>
                <a:lnTo>
                  <a:pt x="8028" y="1918"/>
                </a:lnTo>
                <a:lnTo>
                  <a:pt x="8027" y="1917"/>
                </a:lnTo>
                <a:lnTo>
                  <a:pt x="8026" y="1917"/>
                </a:lnTo>
                <a:lnTo>
                  <a:pt x="8025" y="1916"/>
                </a:lnTo>
                <a:lnTo>
                  <a:pt x="8024" y="1916"/>
                </a:lnTo>
                <a:lnTo>
                  <a:pt x="8023" y="1915"/>
                </a:lnTo>
                <a:lnTo>
                  <a:pt x="8022" y="1915"/>
                </a:lnTo>
                <a:lnTo>
                  <a:pt x="8021" y="1915"/>
                </a:lnTo>
                <a:lnTo>
                  <a:pt x="8021" y="1914"/>
                </a:lnTo>
                <a:lnTo>
                  <a:pt x="8020" y="1914"/>
                </a:lnTo>
                <a:lnTo>
                  <a:pt x="8019" y="1914"/>
                </a:lnTo>
                <a:lnTo>
                  <a:pt x="8018" y="1913"/>
                </a:lnTo>
                <a:lnTo>
                  <a:pt x="8017" y="1913"/>
                </a:lnTo>
                <a:lnTo>
                  <a:pt x="8016" y="1912"/>
                </a:lnTo>
                <a:lnTo>
                  <a:pt x="8015" y="1912"/>
                </a:lnTo>
                <a:lnTo>
                  <a:pt x="8014" y="1911"/>
                </a:lnTo>
                <a:lnTo>
                  <a:pt x="8013" y="1911"/>
                </a:lnTo>
                <a:lnTo>
                  <a:pt x="8012" y="1910"/>
                </a:lnTo>
                <a:lnTo>
                  <a:pt x="8011" y="1910"/>
                </a:lnTo>
                <a:lnTo>
                  <a:pt x="8010" y="1910"/>
                </a:lnTo>
                <a:lnTo>
                  <a:pt x="8010" y="1909"/>
                </a:lnTo>
                <a:lnTo>
                  <a:pt x="8009" y="1909"/>
                </a:lnTo>
                <a:lnTo>
                  <a:pt x="8008" y="1909"/>
                </a:lnTo>
                <a:lnTo>
                  <a:pt x="8007" y="1908"/>
                </a:lnTo>
                <a:lnTo>
                  <a:pt x="8006" y="1908"/>
                </a:lnTo>
                <a:lnTo>
                  <a:pt x="8006" y="1907"/>
                </a:lnTo>
                <a:lnTo>
                  <a:pt x="8005" y="1907"/>
                </a:lnTo>
                <a:lnTo>
                  <a:pt x="8004" y="1907"/>
                </a:lnTo>
                <a:lnTo>
                  <a:pt x="8003" y="1906"/>
                </a:lnTo>
                <a:lnTo>
                  <a:pt x="8002" y="1906"/>
                </a:lnTo>
                <a:lnTo>
                  <a:pt x="8001" y="1906"/>
                </a:lnTo>
                <a:lnTo>
                  <a:pt x="8001" y="1905"/>
                </a:lnTo>
                <a:lnTo>
                  <a:pt x="8000" y="1905"/>
                </a:lnTo>
                <a:lnTo>
                  <a:pt x="7999" y="1905"/>
                </a:lnTo>
                <a:lnTo>
                  <a:pt x="7998" y="1904"/>
                </a:lnTo>
                <a:lnTo>
                  <a:pt x="7997" y="1904"/>
                </a:lnTo>
                <a:lnTo>
                  <a:pt x="7996" y="1903"/>
                </a:lnTo>
                <a:lnTo>
                  <a:pt x="7995" y="1903"/>
                </a:lnTo>
                <a:lnTo>
                  <a:pt x="7994" y="1902"/>
                </a:lnTo>
                <a:lnTo>
                  <a:pt x="7993" y="1902"/>
                </a:lnTo>
                <a:lnTo>
                  <a:pt x="7992" y="1901"/>
                </a:lnTo>
                <a:lnTo>
                  <a:pt x="7991" y="1901"/>
                </a:lnTo>
                <a:lnTo>
                  <a:pt x="7990" y="1901"/>
                </a:lnTo>
                <a:lnTo>
                  <a:pt x="7990" y="1900"/>
                </a:lnTo>
                <a:lnTo>
                  <a:pt x="7989" y="1900"/>
                </a:lnTo>
                <a:lnTo>
                  <a:pt x="7988" y="1900"/>
                </a:lnTo>
                <a:lnTo>
                  <a:pt x="7987" y="1899"/>
                </a:lnTo>
                <a:lnTo>
                  <a:pt x="7986" y="1899"/>
                </a:lnTo>
                <a:lnTo>
                  <a:pt x="7986" y="1898"/>
                </a:lnTo>
                <a:lnTo>
                  <a:pt x="7985" y="1898"/>
                </a:lnTo>
                <a:lnTo>
                  <a:pt x="7984" y="1898"/>
                </a:lnTo>
                <a:lnTo>
                  <a:pt x="7983" y="1897"/>
                </a:lnTo>
                <a:lnTo>
                  <a:pt x="7982" y="1897"/>
                </a:lnTo>
                <a:lnTo>
                  <a:pt x="7981" y="1897"/>
                </a:lnTo>
                <a:lnTo>
                  <a:pt x="7981" y="1896"/>
                </a:lnTo>
                <a:lnTo>
                  <a:pt x="7980" y="1896"/>
                </a:lnTo>
                <a:lnTo>
                  <a:pt x="7979" y="1896"/>
                </a:lnTo>
                <a:lnTo>
                  <a:pt x="7979" y="1895"/>
                </a:lnTo>
                <a:lnTo>
                  <a:pt x="7978" y="1895"/>
                </a:lnTo>
                <a:lnTo>
                  <a:pt x="7977" y="1895"/>
                </a:lnTo>
                <a:lnTo>
                  <a:pt x="7977" y="1894"/>
                </a:lnTo>
                <a:lnTo>
                  <a:pt x="7976" y="1894"/>
                </a:lnTo>
                <a:lnTo>
                  <a:pt x="7975" y="1894"/>
                </a:lnTo>
                <a:lnTo>
                  <a:pt x="7974" y="1893"/>
                </a:lnTo>
                <a:lnTo>
                  <a:pt x="7973" y="1893"/>
                </a:lnTo>
                <a:lnTo>
                  <a:pt x="7972" y="1892"/>
                </a:lnTo>
                <a:lnTo>
                  <a:pt x="7971" y="1892"/>
                </a:lnTo>
                <a:lnTo>
                  <a:pt x="7970" y="1892"/>
                </a:lnTo>
                <a:lnTo>
                  <a:pt x="7970" y="1891"/>
                </a:lnTo>
                <a:lnTo>
                  <a:pt x="7969" y="1891"/>
                </a:lnTo>
                <a:lnTo>
                  <a:pt x="7968" y="1890"/>
                </a:lnTo>
                <a:lnTo>
                  <a:pt x="7967" y="1890"/>
                </a:lnTo>
                <a:lnTo>
                  <a:pt x="7966" y="1890"/>
                </a:lnTo>
                <a:lnTo>
                  <a:pt x="7966" y="1889"/>
                </a:lnTo>
                <a:lnTo>
                  <a:pt x="7965" y="1889"/>
                </a:lnTo>
                <a:lnTo>
                  <a:pt x="7964" y="1889"/>
                </a:lnTo>
                <a:lnTo>
                  <a:pt x="7963" y="1888"/>
                </a:lnTo>
                <a:lnTo>
                  <a:pt x="7962" y="1888"/>
                </a:lnTo>
                <a:lnTo>
                  <a:pt x="7961" y="1888"/>
                </a:lnTo>
                <a:lnTo>
                  <a:pt x="7961" y="1887"/>
                </a:lnTo>
                <a:lnTo>
                  <a:pt x="7960" y="1887"/>
                </a:lnTo>
                <a:lnTo>
                  <a:pt x="7959" y="1887"/>
                </a:lnTo>
                <a:lnTo>
                  <a:pt x="7959" y="1886"/>
                </a:lnTo>
                <a:lnTo>
                  <a:pt x="7958" y="1886"/>
                </a:lnTo>
                <a:lnTo>
                  <a:pt x="7957" y="1886"/>
                </a:lnTo>
                <a:lnTo>
                  <a:pt x="7957" y="1885"/>
                </a:lnTo>
                <a:lnTo>
                  <a:pt x="7956" y="1885"/>
                </a:lnTo>
                <a:lnTo>
                  <a:pt x="7955" y="1885"/>
                </a:lnTo>
                <a:lnTo>
                  <a:pt x="7954" y="1884"/>
                </a:lnTo>
                <a:lnTo>
                  <a:pt x="7953" y="1884"/>
                </a:lnTo>
                <a:lnTo>
                  <a:pt x="7952" y="1883"/>
                </a:lnTo>
                <a:lnTo>
                  <a:pt x="7951" y="1883"/>
                </a:lnTo>
                <a:lnTo>
                  <a:pt x="7950" y="1883"/>
                </a:lnTo>
                <a:lnTo>
                  <a:pt x="7950" y="1882"/>
                </a:lnTo>
                <a:lnTo>
                  <a:pt x="7949" y="1882"/>
                </a:lnTo>
                <a:lnTo>
                  <a:pt x="7948" y="1881"/>
                </a:lnTo>
                <a:lnTo>
                  <a:pt x="7947" y="1881"/>
                </a:lnTo>
                <a:lnTo>
                  <a:pt x="7946" y="1881"/>
                </a:lnTo>
                <a:lnTo>
                  <a:pt x="7946" y="1880"/>
                </a:lnTo>
                <a:lnTo>
                  <a:pt x="7945" y="1880"/>
                </a:lnTo>
                <a:lnTo>
                  <a:pt x="7944" y="1880"/>
                </a:lnTo>
                <a:lnTo>
                  <a:pt x="7943" y="1879"/>
                </a:lnTo>
                <a:lnTo>
                  <a:pt x="7942" y="1879"/>
                </a:lnTo>
                <a:lnTo>
                  <a:pt x="7941" y="1879"/>
                </a:lnTo>
                <a:lnTo>
                  <a:pt x="7941" y="1878"/>
                </a:lnTo>
                <a:lnTo>
                  <a:pt x="7940" y="1878"/>
                </a:lnTo>
                <a:lnTo>
                  <a:pt x="7939" y="1877"/>
                </a:lnTo>
                <a:lnTo>
                  <a:pt x="7938" y="1877"/>
                </a:lnTo>
                <a:lnTo>
                  <a:pt x="7937" y="1877"/>
                </a:lnTo>
                <a:lnTo>
                  <a:pt x="7937" y="1876"/>
                </a:lnTo>
                <a:lnTo>
                  <a:pt x="7936" y="1876"/>
                </a:lnTo>
                <a:lnTo>
                  <a:pt x="7935" y="1876"/>
                </a:lnTo>
                <a:lnTo>
                  <a:pt x="7934" y="1875"/>
                </a:lnTo>
                <a:lnTo>
                  <a:pt x="7933" y="1875"/>
                </a:lnTo>
                <a:lnTo>
                  <a:pt x="7932" y="1874"/>
                </a:lnTo>
                <a:lnTo>
                  <a:pt x="7931" y="1874"/>
                </a:lnTo>
                <a:lnTo>
                  <a:pt x="7930" y="1873"/>
                </a:lnTo>
                <a:lnTo>
                  <a:pt x="7929" y="1873"/>
                </a:lnTo>
                <a:lnTo>
                  <a:pt x="7928" y="1872"/>
                </a:lnTo>
                <a:lnTo>
                  <a:pt x="7927" y="1872"/>
                </a:lnTo>
                <a:lnTo>
                  <a:pt x="7926" y="1872"/>
                </a:lnTo>
                <a:lnTo>
                  <a:pt x="7926" y="1871"/>
                </a:lnTo>
                <a:lnTo>
                  <a:pt x="7925" y="1871"/>
                </a:lnTo>
                <a:lnTo>
                  <a:pt x="7924" y="1871"/>
                </a:lnTo>
                <a:lnTo>
                  <a:pt x="7923" y="1870"/>
                </a:lnTo>
                <a:lnTo>
                  <a:pt x="7922" y="1870"/>
                </a:lnTo>
                <a:lnTo>
                  <a:pt x="7921" y="1869"/>
                </a:lnTo>
                <a:lnTo>
                  <a:pt x="7920" y="1869"/>
                </a:lnTo>
                <a:lnTo>
                  <a:pt x="7919" y="1868"/>
                </a:lnTo>
                <a:lnTo>
                  <a:pt x="7918" y="1868"/>
                </a:lnTo>
                <a:lnTo>
                  <a:pt x="7917" y="1868"/>
                </a:lnTo>
                <a:lnTo>
                  <a:pt x="7917" y="1867"/>
                </a:lnTo>
                <a:lnTo>
                  <a:pt x="7916" y="1867"/>
                </a:lnTo>
                <a:lnTo>
                  <a:pt x="7915" y="1867"/>
                </a:lnTo>
                <a:lnTo>
                  <a:pt x="7914" y="1866"/>
                </a:lnTo>
                <a:lnTo>
                  <a:pt x="7913" y="1866"/>
                </a:lnTo>
                <a:lnTo>
                  <a:pt x="7912" y="1865"/>
                </a:lnTo>
                <a:lnTo>
                  <a:pt x="7911" y="1865"/>
                </a:lnTo>
                <a:lnTo>
                  <a:pt x="7910" y="1864"/>
                </a:lnTo>
                <a:lnTo>
                  <a:pt x="7909" y="1864"/>
                </a:lnTo>
                <a:lnTo>
                  <a:pt x="7908" y="1863"/>
                </a:lnTo>
                <a:lnTo>
                  <a:pt x="7907" y="1863"/>
                </a:lnTo>
                <a:lnTo>
                  <a:pt x="7906" y="1863"/>
                </a:lnTo>
                <a:lnTo>
                  <a:pt x="7906" y="1862"/>
                </a:lnTo>
                <a:lnTo>
                  <a:pt x="7905" y="1862"/>
                </a:lnTo>
                <a:lnTo>
                  <a:pt x="7904" y="1862"/>
                </a:lnTo>
                <a:lnTo>
                  <a:pt x="7903" y="1861"/>
                </a:lnTo>
                <a:lnTo>
                  <a:pt x="7902" y="1861"/>
                </a:lnTo>
                <a:lnTo>
                  <a:pt x="7902" y="1860"/>
                </a:lnTo>
                <a:lnTo>
                  <a:pt x="7901" y="1860"/>
                </a:lnTo>
                <a:lnTo>
                  <a:pt x="7900" y="1860"/>
                </a:lnTo>
                <a:lnTo>
                  <a:pt x="7899" y="1859"/>
                </a:lnTo>
                <a:lnTo>
                  <a:pt x="7898" y="1859"/>
                </a:lnTo>
                <a:lnTo>
                  <a:pt x="7897" y="1859"/>
                </a:lnTo>
                <a:lnTo>
                  <a:pt x="7897" y="1858"/>
                </a:lnTo>
                <a:lnTo>
                  <a:pt x="7896" y="1858"/>
                </a:lnTo>
                <a:lnTo>
                  <a:pt x="7895" y="1858"/>
                </a:lnTo>
                <a:lnTo>
                  <a:pt x="7894" y="1857"/>
                </a:lnTo>
                <a:lnTo>
                  <a:pt x="7893" y="1857"/>
                </a:lnTo>
                <a:lnTo>
                  <a:pt x="7893" y="1856"/>
                </a:lnTo>
                <a:lnTo>
                  <a:pt x="7892" y="1856"/>
                </a:lnTo>
                <a:lnTo>
                  <a:pt x="7891" y="1856"/>
                </a:lnTo>
                <a:lnTo>
                  <a:pt x="7890" y="1855"/>
                </a:lnTo>
                <a:lnTo>
                  <a:pt x="7889" y="1855"/>
                </a:lnTo>
                <a:lnTo>
                  <a:pt x="7888" y="1854"/>
                </a:lnTo>
                <a:lnTo>
                  <a:pt x="7887" y="1854"/>
                </a:lnTo>
                <a:lnTo>
                  <a:pt x="7886" y="1854"/>
                </a:lnTo>
                <a:lnTo>
                  <a:pt x="7886" y="1853"/>
                </a:lnTo>
                <a:lnTo>
                  <a:pt x="7885" y="1853"/>
                </a:lnTo>
                <a:lnTo>
                  <a:pt x="7884" y="1853"/>
                </a:lnTo>
                <a:lnTo>
                  <a:pt x="7884" y="1852"/>
                </a:lnTo>
                <a:lnTo>
                  <a:pt x="7883" y="1852"/>
                </a:lnTo>
                <a:lnTo>
                  <a:pt x="7882" y="1852"/>
                </a:lnTo>
                <a:lnTo>
                  <a:pt x="7882" y="1851"/>
                </a:lnTo>
                <a:lnTo>
                  <a:pt x="7881" y="1851"/>
                </a:lnTo>
                <a:lnTo>
                  <a:pt x="7880" y="1851"/>
                </a:lnTo>
                <a:lnTo>
                  <a:pt x="7879" y="1850"/>
                </a:lnTo>
                <a:lnTo>
                  <a:pt x="7878" y="1850"/>
                </a:lnTo>
                <a:lnTo>
                  <a:pt x="7877" y="1850"/>
                </a:lnTo>
                <a:lnTo>
                  <a:pt x="7877" y="1849"/>
                </a:lnTo>
                <a:lnTo>
                  <a:pt x="7876" y="1849"/>
                </a:lnTo>
                <a:lnTo>
                  <a:pt x="7875" y="1849"/>
                </a:lnTo>
                <a:lnTo>
                  <a:pt x="7874" y="1848"/>
                </a:lnTo>
                <a:lnTo>
                  <a:pt x="7873" y="1848"/>
                </a:lnTo>
                <a:lnTo>
                  <a:pt x="7873" y="1847"/>
                </a:lnTo>
                <a:lnTo>
                  <a:pt x="7872" y="1847"/>
                </a:lnTo>
                <a:lnTo>
                  <a:pt x="7871" y="1847"/>
                </a:lnTo>
                <a:lnTo>
                  <a:pt x="7870" y="1846"/>
                </a:lnTo>
                <a:lnTo>
                  <a:pt x="7869" y="1846"/>
                </a:lnTo>
                <a:lnTo>
                  <a:pt x="7868" y="1845"/>
                </a:lnTo>
                <a:lnTo>
                  <a:pt x="7867" y="1845"/>
                </a:lnTo>
                <a:lnTo>
                  <a:pt x="7866" y="1845"/>
                </a:lnTo>
                <a:lnTo>
                  <a:pt x="7866" y="1844"/>
                </a:lnTo>
                <a:lnTo>
                  <a:pt x="7865" y="1844"/>
                </a:lnTo>
                <a:lnTo>
                  <a:pt x="7864" y="1844"/>
                </a:lnTo>
                <a:lnTo>
                  <a:pt x="7864" y="1843"/>
                </a:lnTo>
                <a:lnTo>
                  <a:pt x="7863" y="1843"/>
                </a:lnTo>
                <a:lnTo>
                  <a:pt x="7862" y="1843"/>
                </a:lnTo>
                <a:lnTo>
                  <a:pt x="7862" y="1842"/>
                </a:lnTo>
                <a:lnTo>
                  <a:pt x="7861" y="1842"/>
                </a:lnTo>
                <a:lnTo>
                  <a:pt x="7860" y="1842"/>
                </a:lnTo>
                <a:lnTo>
                  <a:pt x="7859" y="1841"/>
                </a:lnTo>
                <a:lnTo>
                  <a:pt x="7858" y="1841"/>
                </a:lnTo>
                <a:lnTo>
                  <a:pt x="7857" y="1841"/>
                </a:lnTo>
                <a:lnTo>
                  <a:pt x="7857" y="1840"/>
                </a:lnTo>
                <a:lnTo>
                  <a:pt x="7856" y="1840"/>
                </a:lnTo>
                <a:lnTo>
                  <a:pt x="7855" y="1839"/>
                </a:lnTo>
                <a:lnTo>
                  <a:pt x="7854" y="1839"/>
                </a:lnTo>
                <a:lnTo>
                  <a:pt x="7853" y="1839"/>
                </a:lnTo>
                <a:lnTo>
                  <a:pt x="7853" y="1838"/>
                </a:lnTo>
                <a:lnTo>
                  <a:pt x="7852" y="1838"/>
                </a:lnTo>
                <a:lnTo>
                  <a:pt x="7851" y="1838"/>
                </a:lnTo>
                <a:lnTo>
                  <a:pt x="7850" y="1837"/>
                </a:lnTo>
                <a:lnTo>
                  <a:pt x="7849" y="1837"/>
                </a:lnTo>
                <a:lnTo>
                  <a:pt x="7848" y="1836"/>
                </a:lnTo>
                <a:lnTo>
                  <a:pt x="7847" y="1836"/>
                </a:lnTo>
                <a:lnTo>
                  <a:pt x="7846" y="1835"/>
                </a:lnTo>
                <a:lnTo>
                  <a:pt x="7845" y="1835"/>
                </a:lnTo>
                <a:lnTo>
                  <a:pt x="7844" y="1834"/>
                </a:lnTo>
                <a:lnTo>
                  <a:pt x="7843" y="1834"/>
                </a:lnTo>
                <a:lnTo>
                  <a:pt x="7842" y="1834"/>
                </a:lnTo>
                <a:lnTo>
                  <a:pt x="7842" y="1833"/>
                </a:lnTo>
                <a:lnTo>
                  <a:pt x="7841" y="1833"/>
                </a:lnTo>
                <a:lnTo>
                  <a:pt x="7840" y="1833"/>
                </a:lnTo>
                <a:lnTo>
                  <a:pt x="7839" y="1832"/>
                </a:lnTo>
                <a:lnTo>
                  <a:pt x="7838" y="1832"/>
                </a:lnTo>
                <a:lnTo>
                  <a:pt x="7837" y="1831"/>
                </a:lnTo>
                <a:lnTo>
                  <a:pt x="7836" y="1831"/>
                </a:lnTo>
                <a:lnTo>
                  <a:pt x="7835" y="1830"/>
                </a:lnTo>
                <a:lnTo>
                  <a:pt x="7834" y="1830"/>
                </a:lnTo>
                <a:lnTo>
                  <a:pt x="7833" y="1830"/>
                </a:lnTo>
                <a:lnTo>
                  <a:pt x="7833" y="1829"/>
                </a:lnTo>
                <a:lnTo>
                  <a:pt x="7832" y="1829"/>
                </a:lnTo>
                <a:lnTo>
                  <a:pt x="7831" y="1829"/>
                </a:lnTo>
                <a:lnTo>
                  <a:pt x="7830" y="1828"/>
                </a:lnTo>
                <a:lnTo>
                  <a:pt x="7829" y="1828"/>
                </a:lnTo>
                <a:lnTo>
                  <a:pt x="7828" y="1827"/>
                </a:lnTo>
                <a:lnTo>
                  <a:pt x="7827" y="1827"/>
                </a:lnTo>
                <a:lnTo>
                  <a:pt x="7826" y="1826"/>
                </a:lnTo>
                <a:lnTo>
                  <a:pt x="7825" y="1826"/>
                </a:lnTo>
                <a:lnTo>
                  <a:pt x="7824" y="1825"/>
                </a:lnTo>
                <a:lnTo>
                  <a:pt x="7823" y="1825"/>
                </a:lnTo>
                <a:lnTo>
                  <a:pt x="7822" y="1825"/>
                </a:lnTo>
                <a:lnTo>
                  <a:pt x="7822" y="1824"/>
                </a:lnTo>
                <a:lnTo>
                  <a:pt x="7821" y="1824"/>
                </a:lnTo>
                <a:lnTo>
                  <a:pt x="7820" y="1824"/>
                </a:lnTo>
                <a:lnTo>
                  <a:pt x="7819" y="1823"/>
                </a:lnTo>
                <a:lnTo>
                  <a:pt x="7818" y="1823"/>
                </a:lnTo>
                <a:lnTo>
                  <a:pt x="7817" y="1822"/>
                </a:lnTo>
                <a:lnTo>
                  <a:pt x="7816" y="1822"/>
                </a:lnTo>
                <a:lnTo>
                  <a:pt x="7815" y="1821"/>
                </a:lnTo>
                <a:lnTo>
                  <a:pt x="7814" y="1821"/>
                </a:lnTo>
                <a:lnTo>
                  <a:pt x="7813" y="1821"/>
                </a:lnTo>
                <a:lnTo>
                  <a:pt x="7813" y="1820"/>
                </a:lnTo>
                <a:lnTo>
                  <a:pt x="7812" y="1820"/>
                </a:lnTo>
                <a:lnTo>
                  <a:pt x="7811" y="1820"/>
                </a:lnTo>
                <a:lnTo>
                  <a:pt x="7810" y="1819"/>
                </a:lnTo>
                <a:lnTo>
                  <a:pt x="7809" y="1819"/>
                </a:lnTo>
                <a:lnTo>
                  <a:pt x="7809" y="1818"/>
                </a:lnTo>
                <a:lnTo>
                  <a:pt x="7808" y="1818"/>
                </a:lnTo>
                <a:lnTo>
                  <a:pt x="7807" y="1818"/>
                </a:lnTo>
                <a:lnTo>
                  <a:pt x="7806" y="1817"/>
                </a:lnTo>
                <a:lnTo>
                  <a:pt x="7805" y="1817"/>
                </a:lnTo>
                <a:lnTo>
                  <a:pt x="7804" y="1816"/>
                </a:lnTo>
                <a:lnTo>
                  <a:pt x="7803" y="1816"/>
                </a:lnTo>
                <a:lnTo>
                  <a:pt x="7802" y="1816"/>
                </a:lnTo>
                <a:lnTo>
                  <a:pt x="7802" y="1815"/>
                </a:lnTo>
                <a:lnTo>
                  <a:pt x="7801" y="1815"/>
                </a:lnTo>
                <a:lnTo>
                  <a:pt x="7800" y="1815"/>
                </a:lnTo>
                <a:lnTo>
                  <a:pt x="7800" y="1814"/>
                </a:lnTo>
                <a:lnTo>
                  <a:pt x="7799" y="1814"/>
                </a:lnTo>
                <a:lnTo>
                  <a:pt x="7798" y="1814"/>
                </a:lnTo>
                <a:lnTo>
                  <a:pt x="7797" y="1813"/>
                </a:lnTo>
                <a:lnTo>
                  <a:pt x="7796" y="1813"/>
                </a:lnTo>
                <a:lnTo>
                  <a:pt x="7795" y="1812"/>
                </a:lnTo>
                <a:lnTo>
                  <a:pt x="7794" y="1812"/>
                </a:lnTo>
                <a:lnTo>
                  <a:pt x="7793" y="1812"/>
                </a:lnTo>
                <a:lnTo>
                  <a:pt x="7793" y="1811"/>
                </a:lnTo>
                <a:lnTo>
                  <a:pt x="7792" y="1811"/>
                </a:lnTo>
                <a:lnTo>
                  <a:pt x="7791" y="1811"/>
                </a:lnTo>
                <a:lnTo>
                  <a:pt x="7790" y="1810"/>
                </a:lnTo>
                <a:lnTo>
                  <a:pt x="7789" y="1810"/>
                </a:lnTo>
                <a:lnTo>
                  <a:pt x="7789" y="1809"/>
                </a:lnTo>
                <a:lnTo>
                  <a:pt x="7788" y="1809"/>
                </a:lnTo>
                <a:lnTo>
                  <a:pt x="7787" y="1809"/>
                </a:lnTo>
                <a:lnTo>
                  <a:pt x="7786" y="1808"/>
                </a:lnTo>
                <a:lnTo>
                  <a:pt x="7785" y="1808"/>
                </a:lnTo>
                <a:lnTo>
                  <a:pt x="7784" y="1807"/>
                </a:lnTo>
                <a:lnTo>
                  <a:pt x="7783" y="1807"/>
                </a:lnTo>
                <a:lnTo>
                  <a:pt x="7782" y="1807"/>
                </a:lnTo>
                <a:lnTo>
                  <a:pt x="7782" y="1806"/>
                </a:lnTo>
                <a:lnTo>
                  <a:pt x="7781" y="1806"/>
                </a:lnTo>
                <a:lnTo>
                  <a:pt x="7780" y="1806"/>
                </a:lnTo>
                <a:lnTo>
                  <a:pt x="7780" y="1805"/>
                </a:lnTo>
                <a:lnTo>
                  <a:pt x="7779" y="1805"/>
                </a:lnTo>
                <a:lnTo>
                  <a:pt x="7778" y="1805"/>
                </a:lnTo>
                <a:lnTo>
                  <a:pt x="7778" y="1804"/>
                </a:lnTo>
                <a:lnTo>
                  <a:pt x="7777" y="1804"/>
                </a:lnTo>
                <a:lnTo>
                  <a:pt x="7776" y="1804"/>
                </a:lnTo>
                <a:lnTo>
                  <a:pt x="7775" y="1803"/>
                </a:lnTo>
                <a:lnTo>
                  <a:pt x="7774" y="1803"/>
                </a:lnTo>
                <a:lnTo>
                  <a:pt x="7773" y="1803"/>
                </a:lnTo>
                <a:lnTo>
                  <a:pt x="7773" y="1802"/>
                </a:lnTo>
                <a:lnTo>
                  <a:pt x="7772" y="1802"/>
                </a:lnTo>
                <a:lnTo>
                  <a:pt x="7771" y="1801"/>
                </a:lnTo>
                <a:lnTo>
                  <a:pt x="7770" y="1801"/>
                </a:lnTo>
                <a:lnTo>
                  <a:pt x="7769" y="1801"/>
                </a:lnTo>
                <a:lnTo>
                  <a:pt x="7769" y="1800"/>
                </a:lnTo>
                <a:lnTo>
                  <a:pt x="7768" y="1800"/>
                </a:lnTo>
                <a:lnTo>
                  <a:pt x="7767" y="1800"/>
                </a:lnTo>
                <a:lnTo>
                  <a:pt x="7766" y="1799"/>
                </a:lnTo>
                <a:lnTo>
                  <a:pt x="7765" y="1799"/>
                </a:lnTo>
                <a:lnTo>
                  <a:pt x="7764" y="1798"/>
                </a:lnTo>
                <a:lnTo>
                  <a:pt x="7763" y="1798"/>
                </a:lnTo>
                <a:lnTo>
                  <a:pt x="7762" y="1797"/>
                </a:lnTo>
                <a:lnTo>
                  <a:pt x="7761" y="1797"/>
                </a:lnTo>
                <a:lnTo>
                  <a:pt x="7760" y="1797"/>
                </a:lnTo>
                <a:lnTo>
                  <a:pt x="7760" y="1796"/>
                </a:lnTo>
                <a:lnTo>
                  <a:pt x="7759" y="1796"/>
                </a:lnTo>
                <a:lnTo>
                  <a:pt x="7758" y="1796"/>
                </a:lnTo>
                <a:lnTo>
                  <a:pt x="7758" y="1795"/>
                </a:lnTo>
                <a:lnTo>
                  <a:pt x="7757" y="1795"/>
                </a:lnTo>
                <a:lnTo>
                  <a:pt x="7756" y="1795"/>
                </a:lnTo>
                <a:lnTo>
                  <a:pt x="7755" y="1794"/>
                </a:lnTo>
                <a:lnTo>
                  <a:pt x="7754" y="1794"/>
                </a:lnTo>
                <a:lnTo>
                  <a:pt x="7753" y="1793"/>
                </a:lnTo>
                <a:lnTo>
                  <a:pt x="7752" y="1793"/>
                </a:lnTo>
                <a:lnTo>
                  <a:pt x="7751" y="1792"/>
                </a:lnTo>
                <a:lnTo>
                  <a:pt x="7750" y="1792"/>
                </a:lnTo>
                <a:lnTo>
                  <a:pt x="7749" y="1792"/>
                </a:lnTo>
                <a:lnTo>
                  <a:pt x="7749" y="1791"/>
                </a:lnTo>
                <a:lnTo>
                  <a:pt x="7748" y="1791"/>
                </a:lnTo>
                <a:lnTo>
                  <a:pt x="7747" y="1791"/>
                </a:lnTo>
                <a:lnTo>
                  <a:pt x="7746" y="1790"/>
                </a:lnTo>
                <a:lnTo>
                  <a:pt x="7745" y="1790"/>
                </a:lnTo>
                <a:lnTo>
                  <a:pt x="7744" y="1789"/>
                </a:lnTo>
                <a:lnTo>
                  <a:pt x="7743" y="1789"/>
                </a:lnTo>
                <a:lnTo>
                  <a:pt x="7742" y="1788"/>
                </a:lnTo>
                <a:lnTo>
                  <a:pt x="7741" y="1788"/>
                </a:lnTo>
                <a:lnTo>
                  <a:pt x="7740" y="1788"/>
                </a:lnTo>
                <a:lnTo>
                  <a:pt x="7740" y="1787"/>
                </a:lnTo>
                <a:lnTo>
                  <a:pt x="7739" y="1787"/>
                </a:lnTo>
                <a:lnTo>
                  <a:pt x="7738" y="1787"/>
                </a:lnTo>
                <a:lnTo>
                  <a:pt x="7738" y="1786"/>
                </a:lnTo>
                <a:lnTo>
                  <a:pt x="7737" y="1786"/>
                </a:lnTo>
                <a:lnTo>
                  <a:pt x="7736" y="1786"/>
                </a:lnTo>
                <a:lnTo>
                  <a:pt x="7735" y="1785"/>
                </a:lnTo>
                <a:lnTo>
                  <a:pt x="7734" y="1785"/>
                </a:lnTo>
                <a:lnTo>
                  <a:pt x="7733" y="1784"/>
                </a:lnTo>
                <a:lnTo>
                  <a:pt x="7732" y="1784"/>
                </a:lnTo>
                <a:lnTo>
                  <a:pt x="7731" y="1783"/>
                </a:lnTo>
                <a:lnTo>
                  <a:pt x="7730" y="1783"/>
                </a:lnTo>
                <a:lnTo>
                  <a:pt x="7729" y="1783"/>
                </a:lnTo>
                <a:lnTo>
                  <a:pt x="7729" y="1782"/>
                </a:lnTo>
                <a:lnTo>
                  <a:pt x="7728" y="1782"/>
                </a:lnTo>
                <a:lnTo>
                  <a:pt x="7727" y="1782"/>
                </a:lnTo>
                <a:lnTo>
                  <a:pt x="7726" y="1781"/>
                </a:lnTo>
                <a:lnTo>
                  <a:pt x="7725" y="1781"/>
                </a:lnTo>
                <a:lnTo>
                  <a:pt x="7725" y="1780"/>
                </a:lnTo>
                <a:lnTo>
                  <a:pt x="7724" y="1780"/>
                </a:lnTo>
                <a:lnTo>
                  <a:pt x="7723" y="1780"/>
                </a:lnTo>
                <a:lnTo>
                  <a:pt x="7722" y="1779"/>
                </a:lnTo>
                <a:lnTo>
                  <a:pt x="7721" y="1779"/>
                </a:lnTo>
                <a:lnTo>
                  <a:pt x="7720" y="1778"/>
                </a:lnTo>
                <a:lnTo>
                  <a:pt x="7719" y="1778"/>
                </a:lnTo>
                <a:lnTo>
                  <a:pt x="7718" y="1778"/>
                </a:lnTo>
                <a:lnTo>
                  <a:pt x="7718" y="1777"/>
                </a:lnTo>
                <a:lnTo>
                  <a:pt x="7717" y="1777"/>
                </a:lnTo>
                <a:lnTo>
                  <a:pt x="7716" y="1777"/>
                </a:lnTo>
                <a:lnTo>
                  <a:pt x="7716" y="1776"/>
                </a:lnTo>
                <a:lnTo>
                  <a:pt x="7715" y="1776"/>
                </a:lnTo>
                <a:lnTo>
                  <a:pt x="7714" y="1776"/>
                </a:lnTo>
                <a:lnTo>
                  <a:pt x="7713" y="1775"/>
                </a:lnTo>
                <a:lnTo>
                  <a:pt x="7712" y="1775"/>
                </a:lnTo>
                <a:lnTo>
                  <a:pt x="7711" y="1774"/>
                </a:lnTo>
                <a:lnTo>
                  <a:pt x="7710" y="1774"/>
                </a:lnTo>
                <a:lnTo>
                  <a:pt x="7709" y="1774"/>
                </a:lnTo>
                <a:lnTo>
                  <a:pt x="7709" y="1773"/>
                </a:lnTo>
                <a:lnTo>
                  <a:pt x="7708" y="1773"/>
                </a:lnTo>
                <a:lnTo>
                  <a:pt x="7708" y="1779"/>
                </a:lnTo>
                <a:lnTo>
                  <a:pt x="7707" y="1779"/>
                </a:lnTo>
                <a:lnTo>
                  <a:pt x="7706" y="1779"/>
                </a:lnTo>
                <a:lnTo>
                  <a:pt x="7705" y="1778"/>
                </a:lnTo>
                <a:lnTo>
                  <a:pt x="7704" y="1778"/>
                </a:lnTo>
                <a:lnTo>
                  <a:pt x="7703" y="1777"/>
                </a:lnTo>
                <a:lnTo>
                  <a:pt x="7702" y="1777"/>
                </a:lnTo>
                <a:lnTo>
                  <a:pt x="7701" y="1776"/>
                </a:lnTo>
                <a:lnTo>
                  <a:pt x="7700" y="1776"/>
                </a:lnTo>
                <a:lnTo>
                  <a:pt x="7699" y="1776"/>
                </a:lnTo>
                <a:lnTo>
                  <a:pt x="7699" y="1775"/>
                </a:lnTo>
                <a:lnTo>
                  <a:pt x="7698" y="1775"/>
                </a:lnTo>
                <a:lnTo>
                  <a:pt x="7697" y="1775"/>
                </a:lnTo>
                <a:lnTo>
                  <a:pt x="7696" y="1774"/>
                </a:lnTo>
                <a:lnTo>
                  <a:pt x="7695" y="1774"/>
                </a:lnTo>
                <a:lnTo>
                  <a:pt x="7694" y="1773"/>
                </a:lnTo>
                <a:lnTo>
                  <a:pt x="7693" y="1773"/>
                </a:lnTo>
                <a:lnTo>
                  <a:pt x="7692" y="1772"/>
                </a:lnTo>
                <a:lnTo>
                  <a:pt x="7691" y="1772"/>
                </a:lnTo>
                <a:lnTo>
                  <a:pt x="7690" y="1771"/>
                </a:lnTo>
                <a:lnTo>
                  <a:pt x="7689" y="1771"/>
                </a:lnTo>
                <a:lnTo>
                  <a:pt x="7688" y="1771"/>
                </a:lnTo>
                <a:lnTo>
                  <a:pt x="7688" y="1770"/>
                </a:lnTo>
                <a:lnTo>
                  <a:pt x="7687" y="1770"/>
                </a:lnTo>
                <a:lnTo>
                  <a:pt x="7686" y="1770"/>
                </a:lnTo>
                <a:lnTo>
                  <a:pt x="7685" y="1769"/>
                </a:lnTo>
                <a:lnTo>
                  <a:pt x="7684" y="1769"/>
                </a:lnTo>
                <a:lnTo>
                  <a:pt x="7683" y="1767"/>
                </a:lnTo>
                <a:lnTo>
                  <a:pt x="7682" y="1767"/>
                </a:lnTo>
                <a:lnTo>
                  <a:pt x="7681" y="1766"/>
                </a:lnTo>
                <a:lnTo>
                  <a:pt x="7680" y="1766"/>
                </a:lnTo>
                <a:lnTo>
                  <a:pt x="7679" y="1766"/>
                </a:lnTo>
                <a:lnTo>
                  <a:pt x="7679" y="1765"/>
                </a:lnTo>
                <a:lnTo>
                  <a:pt x="7678" y="1765"/>
                </a:lnTo>
                <a:lnTo>
                  <a:pt x="7677" y="1765"/>
                </a:lnTo>
                <a:lnTo>
                  <a:pt x="7676" y="1764"/>
                </a:lnTo>
                <a:lnTo>
                  <a:pt x="7675" y="1764"/>
                </a:lnTo>
                <a:lnTo>
                  <a:pt x="7675" y="1763"/>
                </a:lnTo>
                <a:lnTo>
                  <a:pt x="7674" y="1763"/>
                </a:lnTo>
                <a:lnTo>
                  <a:pt x="7673" y="1763"/>
                </a:lnTo>
                <a:lnTo>
                  <a:pt x="7672" y="1762"/>
                </a:lnTo>
                <a:lnTo>
                  <a:pt x="7671" y="1762"/>
                </a:lnTo>
                <a:lnTo>
                  <a:pt x="7670" y="1761"/>
                </a:lnTo>
                <a:lnTo>
                  <a:pt x="7669" y="1761"/>
                </a:lnTo>
                <a:lnTo>
                  <a:pt x="7668" y="1761"/>
                </a:lnTo>
                <a:lnTo>
                  <a:pt x="7668" y="1760"/>
                </a:lnTo>
                <a:lnTo>
                  <a:pt x="7667" y="1760"/>
                </a:lnTo>
                <a:lnTo>
                  <a:pt x="7666" y="1760"/>
                </a:lnTo>
                <a:lnTo>
                  <a:pt x="7666" y="1759"/>
                </a:lnTo>
                <a:lnTo>
                  <a:pt x="7665" y="1759"/>
                </a:lnTo>
                <a:lnTo>
                  <a:pt x="7664" y="1759"/>
                </a:lnTo>
                <a:lnTo>
                  <a:pt x="7664" y="1758"/>
                </a:lnTo>
                <a:lnTo>
                  <a:pt x="7663" y="1758"/>
                </a:lnTo>
                <a:lnTo>
                  <a:pt x="7662" y="1758"/>
                </a:lnTo>
                <a:lnTo>
                  <a:pt x="7661" y="1757"/>
                </a:lnTo>
                <a:lnTo>
                  <a:pt x="7660" y="1757"/>
                </a:lnTo>
                <a:lnTo>
                  <a:pt x="7659" y="1757"/>
                </a:lnTo>
                <a:lnTo>
                  <a:pt x="7659" y="1756"/>
                </a:lnTo>
                <a:lnTo>
                  <a:pt x="7658" y="1756"/>
                </a:lnTo>
                <a:lnTo>
                  <a:pt x="7657" y="1756"/>
                </a:lnTo>
                <a:lnTo>
                  <a:pt x="7656" y="1755"/>
                </a:lnTo>
                <a:lnTo>
                  <a:pt x="7655" y="1755"/>
                </a:lnTo>
                <a:lnTo>
                  <a:pt x="7655" y="1754"/>
                </a:lnTo>
                <a:lnTo>
                  <a:pt x="7654" y="1754"/>
                </a:lnTo>
                <a:lnTo>
                  <a:pt x="7653" y="1754"/>
                </a:lnTo>
                <a:lnTo>
                  <a:pt x="7652" y="1753"/>
                </a:lnTo>
                <a:lnTo>
                  <a:pt x="7651" y="1753"/>
                </a:lnTo>
                <a:lnTo>
                  <a:pt x="7650" y="1752"/>
                </a:lnTo>
                <a:lnTo>
                  <a:pt x="7649" y="1752"/>
                </a:lnTo>
                <a:lnTo>
                  <a:pt x="7648" y="1752"/>
                </a:lnTo>
                <a:lnTo>
                  <a:pt x="7648" y="1751"/>
                </a:lnTo>
                <a:lnTo>
                  <a:pt x="7647" y="1751"/>
                </a:lnTo>
                <a:lnTo>
                  <a:pt x="7646" y="1751"/>
                </a:lnTo>
                <a:lnTo>
                  <a:pt x="7646" y="1750"/>
                </a:lnTo>
                <a:lnTo>
                  <a:pt x="7645" y="1750"/>
                </a:lnTo>
                <a:lnTo>
                  <a:pt x="7644" y="1750"/>
                </a:lnTo>
                <a:lnTo>
                  <a:pt x="7644" y="1749"/>
                </a:lnTo>
                <a:lnTo>
                  <a:pt x="7643" y="1749"/>
                </a:lnTo>
                <a:lnTo>
                  <a:pt x="7642" y="1749"/>
                </a:lnTo>
                <a:lnTo>
                  <a:pt x="7641" y="1748"/>
                </a:lnTo>
                <a:lnTo>
                  <a:pt x="7640" y="1748"/>
                </a:lnTo>
                <a:lnTo>
                  <a:pt x="7639" y="1748"/>
                </a:lnTo>
                <a:lnTo>
                  <a:pt x="7639" y="1747"/>
                </a:lnTo>
                <a:lnTo>
                  <a:pt x="7638" y="1747"/>
                </a:lnTo>
                <a:lnTo>
                  <a:pt x="7637" y="1746"/>
                </a:lnTo>
                <a:lnTo>
                  <a:pt x="7636" y="1746"/>
                </a:lnTo>
                <a:lnTo>
                  <a:pt x="7635" y="1746"/>
                </a:lnTo>
                <a:lnTo>
                  <a:pt x="7635" y="1745"/>
                </a:lnTo>
                <a:lnTo>
                  <a:pt x="7634" y="1745"/>
                </a:lnTo>
                <a:lnTo>
                  <a:pt x="7633" y="1745"/>
                </a:lnTo>
                <a:lnTo>
                  <a:pt x="7632" y="1744"/>
                </a:lnTo>
                <a:lnTo>
                  <a:pt x="7631" y="1744"/>
                </a:lnTo>
                <a:lnTo>
                  <a:pt x="7630" y="1743"/>
                </a:lnTo>
                <a:lnTo>
                  <a:pt x="7629" y="1743"/>
                </a:lnTo>
                <a:lnTo>
                  <a:pt x="7628" y="1742"/>
                </a:lnTo>
                <a:lnTo>
                  <a:pt x="7627" y="1742"/>
                </a:lnTo>
                <a:lnTo>
                  <a:pt x="7626" y="1742"/>
                </a:lnTo>
                <a:lnTo>
                  <a:pt x="7626" y="1741"/>
                </a:lnTo>
                <a:lnTo>
                  <a:pt x="7625" y="1741"/>
                </a:lnTo>
                <a:lnTo>
                  <a:pt x="7624" y="1741"/>
                </a:lnTo>
                <a:lnTo>
                  <a:pt x="7624" y="1740"/>
                </a:lnTo>
                <a:lnTo>
                  <a:pt x="7623" y="1740"/>
                </a:lnTo>
                <a:lnTo>
                  <a:pt x="7622" y="1740"/>
                </a:lnTo>
                <a:lnTo>
                  <a:pt x="7621" y="1739"/>
                </a:lnTo>
                <a:lnTo>
                  <a:pt x="7620" y="1739"/>
                </a:lnTo>
                <a:lnTo>
                  <a:pt x="7619" y="1738"/>
                </a:lnTo>
                <a:lnTo>
                  <a:pt x="7618" y="1738"/>
                </a:lnTo>
                <a:lnTo>
                  <a:pt x="7617" y="1737"/>
                </a:lnTo>
                <a:lnTo>
                  <a:pt x="7616" y="1737"/>
                </a:lnTo>
                <a:lnTo>
                  <a:pt x="7615" y="1737"/>
                </a:lnTo>
                <a:lnTo>
                  <a:pt x="7615" y="1736"/>
                </a:lnTo>
                <a:lnTo>
                  <a:pt x="7614" y="1736"/>
                </a:lnTo>
                <a:lnTo>
                  <a:pt x="7613" y="1736"/>
                </a:lnTo>
                <a:lnTo>
                  <a:pt x="7612" y="1735"/>
                </a:lnTo>
                <a:lnTo>
                  <a:pt x="7611" y="1735"/>
                </a:lnTo>
                <a:lnTo>
                  <a:pt x="7610" y="1734"/>
                </a:lnTo>
                <a:lnTo>
                  <a:pt x="7609" y="1734"/>
                </a:lnTo>
                <a:lnTo>
                  <a:pt x="7608" y="1733"/>
                </a:lnTo>
                <a:lnTo>
                  <a:pt x="7607" y="1733"/>
                </a:lnTo>
                <a:lnTo>
                  <a:pt x="7606" y="1733"/>
                </a:lnTo>
                <a:lnTo>
                  <a:pt x="7606" y="1732"/>
                </a:lnTo>
                <a:lnTo>
                  <a:pt x="7605" y="1732"/>
                </a:lnTo>
                <a:lnTo>
                  <a:pt x="7604" y="1732"/>
                </a:lnTo>
                <a:lnTo>
                  <a:pt x="7604" y="1731"/>
                </a:lnTo>
                <a:lnTo>
                  <a:pt x="7603" y="1731"/>
                </a:lnTo>
                <a:lnTo>
                  <a:pt x="7602" y="1731"/>
                </a:lnTo>
                <a:lnTo>
                  <a:pt x="7601" y="1730"/>
                </a:lnTo>
                <a:lnTo>
                  <a:pt x="7600" y="1730"/>
                </a:lnTo>
                <a:lnTo>
                  <a:pt x="7599" y="1729"/>
                </a:lnTo>
                <a:lnTo>
                  <a:pt x="7598" y="1729"/>
                </a:lnTo>
                <a:lnTo>
                  <a:pt x="7597" y="1728"/>
                </a:lnTo>
                <a:lnTo>
                  <a:pt x="7596" y="1728"/>
                </a:lnTo>
                <a:lnTo>
                  <a:pt x="7595" y="1728"/>
                </a:lnTo>
                <a:lnTo>
                  <a:pt x="7595" y="1727"/>
                </a:lnTo>
                <a:lnTo>
                  <a:pt x="7594" y="1727"/>
                </a:lnTo>
                <a:lnTo>
                  <a:pt x="7593" y="1727"/>
                </a:lnTo>
                <a:lnTo>
                  <a:pt x="7592" y="1726"/>
                </a:lnTo>
                <a:lnTo>
                  <a:pt x="7591" y="1726"/>
                </a:lnTo>
                <a:lnTo>
                  <a:pt x="7591" y="1725"/>
                </a:lnTo>
                <a:lnTo>
                  <a:pt x="7590" y="1725"/>
                </a:lnTo>
                <a:lnTo>
                  <a:pt x="7589" y="1725"/>
                </a:lnTo>
                <a:lnTo>
                  <a:pt x="7588" y="1724"/>
                </a:lnTo>
                <a:lnTo>
                  <a:pt x="7587" y="1724"/>
                </a:lnTo>
                <a:lnTo>
                  <a:pt x="7586" y="1723"/>
                </a:lnTo>
                <a:lnTo>
                  <a:pt x="7585" y="1723"/>
                </a:lnTo>
                <a:lnTo>
                  <a:pt x="7584" y="1723"/>
                </a:lnTo>
                <a:lnTo>
                  <a:pt x="7584" y="1722"/>
                </a:lnTo>
                <a:lnTo>
                  <a:pt x="7583" y="1722"/>
                </a:lnTo>
                <a:lnTo>
                  <a:pt x="7582" y="1722"/>
                </a:lnTo>
                <a:lnTo>
                  <a:pt x="7582" y="1721"/>
                </a:lnTo>
                <a:lnTo>
                  <a:pt x="7581" y="1721"/>
                </a:lnTo>
                <a:lnTo>
                  <a:pt x="7580" y="1721"/>
                </a:lnTo>
                <a:lnTo>
                  <a:pt x="7579" y="1720"/>
                </a:lnTo>
                <a:lnTo>
                  <a:pt x="7578" y="1720"/>
                </a:lnTo>
                <a:lnTo>
                  <a:pt x="7577" y="1719"/>
                </a:lnTo>
                <a:lnTo>
                  <a:pt x="7576" y="1719"/>
                </a:lnTo>
                <a:lnTo>
                  <a:pt x="7575" y="1719"/>
                </a:lnTo>
                <a:lnTo>
                  <a:pt x="7575" y="1718"/>
                </a:lnTo>
                <a:lnTo>
                  <a:pt x="7574" y="1718"/>
                </a:lnTo>
                <a:lnTo>
                  <a:pt x="7573" y="1718"/>
                </a:lnTo>
                <a:lnTo>
                  <a:pt x="7572" y="1717"/>
                </a:lnTo>
                <a:lnTo>
                  <a:pt x="7571" y="1717"/>
                </a:lnTo>
                <a:lnTo>
                  <a:pt x="7571" y="1716"/>
                </a:lnTo>
                <a:lnTo>
                  <a:pt x="7570" y="1716"/>
                </a:lnTo>
                <a:lnTo>
                  <a:pt x="7569" y="1716"/>
                </a:lnTo>
                <a:lnTo>
                  <a:pt x="7568" y="1715"/>
                </a:lnTo>
                <a:lnTo>
                  <a:pt x="7567" y="1715"/>
                </a:lnTo>
                <a:lnTo>
                  <a:pt x="7566" y="1714"/>
                </a:lnTo>
                <a:lnTo>
                  <a:pt x="7565" y="1714"/>
                </a:lnTo>
                <a:lnTo>
                  <a:pt x="7564" y="1714"/>
                </a:lnTo>
                <a:lnTo>
                  <a:pt x="7564" y="1713"/>
                </a:lnTo>
                <a:lnTo>
                  <a:pt x="7563" y="1713"/>
                </a:lnTo>
                <a:lnTo>
                  <a:pt x="7562" y="1713"/>
                </a:lnTo>
                <a:lnTo>
                  <a:pt x="7562" y="1712"/>
                </a:lnTo>
                <a:lnTo>
                  <a:pt x="7561" y="1712"/>
                </a:lnTo>
                <a:lnTo>
                  <a:pt x="7560" y="1712"/>
                </a:lnTo>
                <a:lnTo>
                  <a:pt x="7559" y="1711"/>
                </a:lnTo>
                <a:lnTo>
                  <a:pt x="7558" y="1711"/>
                </a:lnTo>
                <a:lnTo>
                  <a:pt x="7557" y="1710"/>
                </a:lnTo>
                <a:lnTo>
                  <a:pt x="7556" y="1710"/>
                </a:lnTo>
                <a:lnTo>
                  <a:pt x="7555" y="1710"/>
                </a:lnTo>
                <a:lnTo>
                  <a:pt x="7555" y="1709"/>
                </a:lnTo>
                <a:lnTo>
                  <a:pt x="7554" y="1709"/>
                </a:lnTo>
                <a:lnTo>
                  <a:pt x="7553" y="1708"/>
                </a:lnTo>
                <a:lnTo>
                  <a:pt x="7552" y="1708"/>
                </a:lnTo>
                <a:lnTo>
                  <a:pt x="7551" y="1708"/>
                </a:lnTo>
                <a:lnTo>
                  <a:pt x="7551" y="1707"/>
                </a:lnTo>
                <a:lnTo>
                  <a:pt x="7550" y="1707"/>
                </a:lnTo>
                <a:lnTo>
                  <a:pt x="7549" y="1707"/>
                </a:lnTo>
                <a:lnTo>
                  <a:pt x="7548" y="1706"/>
                </a:lnTo>
                <a:lnTo>
                  <a:pt x="7547" y="1706"/>
                </a:lnTo>
                <a:lnTo>
                  <a:pt x="7546" y="1705"/>
                </a:lnTo>
                <a:lnTo>
                  <a:pt x="7545" y="1705"/>
                </a:lnTo>
                <a:lnTo>
                  <a:pt x="7544" y="1704"/>
                </a:lnTo>
                <a:lnTo>
                  <a:pt x="7543" y="1704"/>
                </a:lnTo>
                <a:lnTo>
                  <a:pt x="7542" y="1704"/>
                </a:lnTo>
                <a:lnTo>
                  <a:pt x="7542" y="1703"/>
                </a:lnTo>
                <a:lnTo>
                  <a:pt x="7541" y="1703"/>
                </a:lnTo>
                <a:lnTo>
                  <a:pt x="7540" y="1703"/>
                </a:lnTo>
                <a:lnTo>
                  <a:pt x="7540" y="1702"/>
                </a:lnTo>
                <a:lnTo>
                  <a:pt x="7539" y="1702"/>
                </a:lnTo>
                <a:lnTo>
                  <a:pt x="7538" y="1702"/>
                </a:lnTo>
                <a:lnTo>
                  <a:pt x="7537" y="1701"/>
                </a:lnTo>
                <a:lnTo>
                  <a:pt x="7536" y="1701"/>
                </a:lnTo>
                <a:lnTo>
                  <a:pt x="7535" y="1700"/>
                </a:lnTo>
                <a:lnTo>
                  <a:pt x="7534" y="1700"/>
                </a:lnTo>
                <a:lnTo>
                  <a:pt x="7533" y="1699"/>
                </a:lnTo>
                <a:lnTo>
                  <a:pt x="7532" y="1699"/>
                </a:lnTo>
                <a:lnTo>
                  <a:pt x="7531" y="1699"/>
                </a:lnTo>
                <a:lnTo>
                  <a:pt x="7531" y="1698"/>
                </a:lnTo>
                <a:lnTo>
                  <a:pt x="7530" y="1698"/>
                </a:lnTo>
                <a:lnTo>
                  <a:pt x="7529" y="1698"/>
                </a:lnTo>
                <a:lnTo>
                  <a:pt x="7528" y="1697"/>
                </a:lnTo>
                <a:lnTo>
                  <a:pt x="7527" y="1697"/>
                </a:lnTo>
                <a:lnTo>
                  <a:pt x="7526" y="1696"/>
                </a:lnTo>
                <a:lnTo>
                  <a:pt x="7525" y="1696"/>
                </a:lnTo>
                <a:lnTo>
                  <a:pt x="7524" y="1695"/>
                </a:lnTo>
                <a:lnTo>
                  <a:pt x="7523" y="1695"/>
                </a:lnTo>
                <a:lnTo>
                  <a:pt x="7522" y="1695"/>
                </a:lnTo>
                <a:lnTo>
                  <a:pt x="7522" y="1694"/>
                </a:lnTo>
                <a:lnTo>
                  <a:pt x="7521" y="1694"/>
                </a:lnTo>
                <a:lnTo>
                  <a:pt x="7520" y="1694"/>
                </a:lnTo>
                <a:lnTo>
                  <a:pt x="7520" y="1693"/>
                </a:lnTo>
                <a:lnTo>
                  <a:pt x="7519" y="1693"/>
                </a:lnTo>
                <a:lnTo>
                  <a:pt x="7518" y="1693"/>
                </a:lnTo>
                <a:lnTo>
                  <a:pt x="7517" y="1692"/>
                </a:lnTo>
                <a:lnTo>
                  <a:pt x="7516" y="1692"/>
                </a:lnTo>
                <a:lnTo>
                  <a:pt x="7515" y="1691"/>
                </a:lnTo>
                <a:lnTo>
                  <a:pt x="7514" y="1691"/>
                </a:lnTo>
                <a:lnTo>
                  <a:pt x="7513" y="1690"/>
                </a:lnTo>
                <a:lnTo>
                  <a:pt x="7512" y="1690"/>
                </a:lnTo>
                <a:lnTo>
                  <a:pt x="7511" y="1690"/>
                </a:lnTo>
                <a:lnTo>
                  <a:pt x="7511" y="1689"/>
                </a:lnTo>
                <a:lnTo>
                  <a:pt x="7510" y="1689"/>
                </a:lnTo>
                <a:lnTo>
                  <a:pt x="7509" y="1689"/>
                </a:lnTo>
                <a:lnTo>
                  <a:pt x="7508" y="1688"/>
                </a:lnTo>
                <a:lnTo>
                  <a:pt x="7507" y="1688"/>
                </a:lnTo>
                <a:lnTo>
                  <a:pt x="7507" y="1687"/>
                </a:lnTo>
                <a:lnTo>
                  <a:pt x="7506" y="1687"/>
                </a:lnTo>
                <a:lnTo>
                  <a:pt x="7505" y="1687"/>
                </a:lnTo>
                <a:lnTo>
                  <a:pt x="7504" y="1686"/>
                </a:lnTo>
                <a:lnTo>
                  <a:pt x="7503" y="1686"/>
                </a:lnTo>
                <a:lnTo>
                  <a:pt x="7502" y="1686"/>
                </a:lnTo>
                <a:lnTo>
                  <a:pt x="7502" y="1685"/>
                </a:lnTo>
                <a:lnTo>
                  <a:pt x="7501" y="1685"/>
                </a:lnTo>
                <a:lnTo>
                  <a:pt x="7500" y="1685"/>
                </a:lnTo>
                <a:lnTo>
                  <a:pt x="7500" y="1684"/>
                </a:lnTo>
                <a:lnTo>
                  <a:pt x="7499" y="1684"/>
                </a:lnTo>
                <a:lnTo>
                  <a:pt x="7498" y="1684"/>
                </a:lnTo>
                <a:lnTo>
                  <a:pt x="7498" y="1683"/>
                </a:lnTo>
                <a:lnTo>
                  <a:pt x="7497" y="1683"/>
                </a:lnTo>
                <a:lnTo>
                  <a:pt x="7496" y="1683"/>
                </a:lnTo>
                <a:lnTo>
                  <a:pt x="7495" y="1682"/>
                </a:lnTo>
                <a:lnTo>
                  <a:pt x="7494" y="1682"/>
                </a:lnTo>
                <a:lnTo>
                  <a:pt x="7493" y="1681"/>
                </a:lnTo>
                <a:lnTo>
                  <a:pt x="7492" y="1681"/>
                </a:lnTo>
                <a:lnTo>
                  <a:pt x="7491" y="1681"/>
                </a:lnTo>
                <a:lnTo>
                  <a:pt x="7491" y="1680"/>
                </a:lnTo>
                <a:lnTo>
                  <a:pt x="7490" y="1680"/>
                </a:lnTo>
                <a:lnTo>
                  <a:pt x="7489" y="1680"/>
                </a:lnTo>
                <a:lnTo>
                  <a:pt x="7488" y="1679"/>
                </a:lnTo>
                <a:lnTo>
                  <a:pt x="7487" y="1679"/>
                </a:lnTo>
                <a:lnTo>
                  <a:pt x="7487" y="1678"/>
                </a:lnTo>
                <a:lnTo>
                  <a:pt x="7486" y="1678"/>
                </a:lnTo>
                <a:lnTo>
                  <a:pt x="7485" y="1678"/>
                </a:lnTo>
                <a:lnTo>
                  <a:pt x="7484" y="1677"/>
                </a:lnTo>
                <a:lnTo>
                  <a:pt x="7483" y="1677"/>
                </a:lnTo>
                <a:lnTo>
                  <a:pt x="7482" y="1677"/>
                </a:lnTo>
                <a:lnTo>
                  <a:pt x="7482" y="1676"/>
                </a:lnTo>
                <a:lnTo>
                  <a:pt x="7481" y="1676"/>
                </a:lnTo>
                <a:lnTo>
                  <a:pt x="7480" y="1676"/>
                </a:lnTo>
                <a:lnTo>
                  <a:pt x="7480" y="1675"/>
                </a:lnTo>
                <a:lnTo>
                  <a:pt x="7479" y="1675"/>
                </a:lnTo>
                <a:lnTo>
                  <a:pt x="7478" y="1675"/>
                </a:lnTo>
                <a:lnTo>
                  <a:pt x="7478" y="1674"/>
                </a:lnTo>
                <a:lnTo>
                  <a:pt x="7477" y="1674"/>
                </a:lnTo>
                <a:lnTo>
                  <a:pt x="7476" y="1674"/>
                </a:lnTo>
                <a:lnTo>
                  <a:pt x="7475" y="1673"/>
                </a:lnTo>
                <a:lnTo>
                  <a:pt x="7474" y="1673"/>
                </a:lnTo>
                <a:lnTo>
                  <a:pt x="7473" y="1672"/>
                </a:lnTo>
                <a:lnTo>
                  <a:pt x="7472" y="1672"/>
                </a:lnTo>
                <a:lnTo>
                  <a:pt x="7471" y="1672"/>
                </a:lnTo>
                <a:lnTo>
                  <a:pt x="7471" y="1671"/>
                </a:lnTo>
                <a:lnTo>
                  <a:pt x="7470" y="1671"/>
                </a:lnTo>
                <a:lnTo>
                  <a:pt x="7469" y="1670"/>
                </a:lnTo>
                <a:lnTo>
                  <a:pt x="7468" y="1670"/>
                </a:lnTo>
                <a:lnTo>
                  <a:pt x="7467" y="1670"/>
                </a:lnTo>
                <a:lnTo>
                  <a:pt x="7467" y="1669"/>
                </a:lnTo>
                <a:lnTo>
                  <a:pt x="7466" y="1669"/>
                </a:lnTo>
                <a:lnTo>
                  <a:pt x="7465" y="1669"/>
                </a:lnTo>
                <a:lnTo>
                  <a:pt x="7464" y="1668"/>
                </a:lnTo>
                <a:lnTo>
                  <a:pt x="7463" y="1668"/>
                </a:lnTo>
                <a:lnTo>
                  <a:pt x="7462" y="1667"/>
                </a:lnTo>
                <a:lnTo>
                  <a:pt x="7461" y="1667"/>
                </a:lnTo>
                <a:lnTo>
                  <a:pt x="7460" y="1666"/>
                </a:lnTo>
                <a:lnTo>
                  <a:pt x="7459" y="1666"/>
                </a:lnTo>
                <a:lnTo>
                  <a:pt x="7458" y="1666"/>
                </a:lnTo>
                <a:lnTo>
                  <a:pt x="7458" y="1665"/>
                </a:lnTo>
                <a:lnTo>
                  <a:pt x="7457" y="1665"/>
                </a:lnTo>
                <a:lnTo>
                  <a:pt x="7456" y="1665"/>
                </a:lnTo>
                <a:lnTo>
                  <a:pt x="7455" y="1664"/>
                </a:lnTo>
                <a:lnTo>
                  <a:pt x="7454" y="1664"/>
                </a:lnTo>
                <a:lnTo>
                  <a:pt x="7453" y="1663"/>
                </a:lnTo>
                <a:lnTo>
                  <a:pt x="7452" y="1663"/>
                </a:lnTo>
                <a:lnTo>
                  <a:pt x="7451" y="1662"/>
                </a:lnTo>
                <a:lnTo>
                  <a:pt x="7450" y="1662"/>
                </a:lnTo>
                <a:lnTo>
                  <a:pt x="7449" y="1661"/>
                </a:lnTo>
                <a:lnTo>
                  <a:pt x="7448" y="1661"/>
                </a:lnTo>
                <a:lnTo>
                  <a:pt x="7447" y="1661"/>
                </a:lnTo>
                <a:lnTo>
                  <a:pt x="7447" y="1660"/>
                </a:lnTo>
                <a:lnTo>
                  <a:pt x="7446" y="1660"/>
                </a:lnTo>
                <a:lnTo>
                  <a:pt x="7445" y="1660"/>
                </a:lnTo>
                <a:lnTo>
                  <a:pt x="7444" y="1659"/>
                </a:lnTo>
                <a:lnTo>
                  <a:pt x="7443" y="1659"/>
                </a:lnTo>
                <a:lnTo>
                  <a:pt x="7442" y="1658"/>
                </a:lnTo>
                <a:lnTo>
                  <a:pt x="7441" y="1658"/>
                </a:lnTo>
                <a:lnTo>
                  <a:pt x="7440" y="1657"/>
                </a:lnTo>
                <a:lnTo>
                  <a:pt x="7439" y="1657"/>
                </a:lnTo>
                <a:lnTo>
                  <a:pt x="7438" y="1657"/>
                </a:lnTo>
                <a:lnTo>
                  <a:pt x="7438" y="1656"/>
                </a:lnTo>
                <a:lnTo>
                  <a:pt x="7437" y="1656"/>
                </a:lnTo>
                <a:lnTo>
                  <a:pt x="7436" y="1656"/>
                </a:lnTo>
                <a:lnTo>
                  <a:pt x="7435" y="1655"/>
                </a:lnTo>
                <a:lnTo>
                  <a:pt x="7434" y="1655"/>
                </a:lnTo>
                <a:lnTo>
                  <a:pt x="7433" y="1654"/>
                </a:lnTo>
                <a:lnTo>
                  <a:pt x="7432" y="1654"/>
                </a:lnTo>
                <a:lnTo>
                  <a:pt x="7431" y="1653"/>
                </a:lnTo>
                <a:lnTo>
                  <a:pt x="7430" y="1653"/>
                </a:lnTo>
                <a:lnTo>
                  <a:pt x="7429" y="1652"/>
                </a:lnTo>
                <a:lnTo>
                  <a:pt x="7428" y="1652"/>
                </a:lnTo>
                <a:lnTo>
                  <a:pt x="7427" y="1652"/>
                </a:lnTo>
                <a:lnTo>
                  <a:pt x="7427" y="1651"/>
                </a:lnTo>
                <a:lnTo>
                  <a:pt x="7426" y="1656"/>
                </a:lnTo>
                <a:lnTo>
                  <a:pt x="7425" y="1656"/>
                </a:lnTo>
                <a:lnTo>
                  <a:pt x="7424" y="1656"/>
                </a:lnTo>
                <a:lnTo>
                  <a:pt x="7424" y="1655"/>
                </a:lnTo>
                <a:lnTo>
                  <a:pt x="7423" y="1655"/>
                </a:lnTo>
                <a:lnTo>
                  <a:pt x="7422" y="1655"/>
                </a:lnTo>
                <a:lnTo>
                  <a:pt x="7421" y="1654"/>
                </a:lnTo>
                <a:lnTo>
                  <a:pt x="7420" y="1654"/>
                </a:lnTo>
                <a:lnTo>
                  <a:pt x="7420" y="1653"/>
                </a:lnTo>
                <a:lnTo>
                  <a:pt x="7419" y="1653"/>
                </a:lnTo>
                <a:lnTo>
                  <a:pt x="7418" y="1653"/>
                </a:lnTo>
                <a:lnTo>
                  <a:pt x="7417" y="1652"/>
                </a:lnTo>
                <a:lnTo>
                  <a:pt x="7416" y="1652"/>
                </a:lnTo>
                <a:lnTo>
                  <a:pt x="7415" y="1651"/>
                </a:lnTo>
                <a:lnTo>
                  <a:pt x="7414" y="1651"/>
                </a:lnTo>
                <a:lnTo>
                  <a:pt x="7414" y="1656"/>
                </a:lnTo>
                <a:lnTo>
                  <a:pt x="7413" y="1656"/>
                </a:lnTo>
                <a:lnTo>
                  <a:pt x="7412" y="1655"/>
                </a:lnTo>
                <a:lnTo>
                  <a:pt x="7411" y="1655"/>
                </a:lnTo>
                <a:lnTo>
                  <a:pt x="7410" y="1654"/>
                </a:lnTo>
                <a:lnTo>
                  <a:pt x="7409" y="1654"/>
                </a:lnTo>
                <a:lnTo>
                  <a:pt x="7408" y="1654"/>
                </a:lnTo>
                <a:lnTo>
                  <a:pt x="7408" y="1653"/>
                </a:lnTo>
                <a:lnTo>
                  <a:pt x="7407" y="1653"/>
                </a:lnTo>
                <a:lnTo>
                  <a:pt x="7406" y="1653"/>
                </a:lnTo>
                <a:lnTo>
                  <a:pt x="7406" y="1652"/>
                </a:lnTo>
                <a:lnTo>
                  <a:pt x="7405" y="1652"/>
                </a:lnTo>
                <a:lnTo>
                  <a:pt x="7404" y="1652"/>
                </a:lnTo>
                <a:lnTo>
                  <a:pt x="7403" y="1651"/>
                </a:lnTo>
                <a:lnTo>
                  <a:pt x="7402" y="1651"/>
                </a:lnTo>
                <a:lnTo>
                  <a:pt x="7401" y="1650"/>
                </a:lnTo>
                <a:lnTo>
                  <a:pt x="7400" y="1650"/>
                </a:lnTo>
                <a:lnTo>
                  <a:pt x="7399" y="1649"/>
                </a:lnTo>
                <a:lnTo>
                  <a:pt x="7398" y="1649"/>
                </a:lnTo>
                <a:lnTo>
                  <a:pt x="7397" y="1649"/>
                </a:lnTo>
                <a:lnTo>
                  <a:pt x="7397" y="1648"/>
                </a:lnTo>
                <a:lnTo>
                  <a:pt x="7396" y="1648"/>
                </a:lnTo>
                <a:lnTo>
                  <a:pt x="7395" y="1648"/>
                </a:lnTo>
                <a:lnTo>
                  <a:pt x="7394" y="1647"/>
                </a:lnTo>
                <a:lnTo>
                  <a:pt x="7393" y="1647"/>
                </a:lnTo>
                <a:lnTo>
                  <a:pt x="7393" y="1646"/>
                </a:lnTo>
                <a:lnTo>
                  <a:pt x="7392" y="1646"/>
                </a:lnTo>
                <a:lnTo>
                  <a:pt x="7391" y="1646"/>
                </a:lnTo>
                <a:lnTo>
                  <a:pt x="7390" y="1645"/>
                </a:lnTo>
                <a:lnTo>
                  <a:pt x="7389" y="1645"/>
                </a:lnTo>
                <a:lnTo>
                  <a:pt x="7388" y="1645"/>
                </a:lnTo>
                <a:lnTo>
                  <a:pt x="7388" y="1644"/>
                </a:lnTo>
                <a:lnTo>
                  <a:pt x="7387" y="1644"/>
                </a:lnTo>
                <a:lnTo>
                  <a:pt x="7386" y="1644"/>
                </a:lnTo>
                <a:lnTo>
                  <a:pt x="7386" y="1643"/>
                </a:lnTo>
                <a:lnTo>
                  <a:pt x="7385" y="1643"/>
                </a:lnTo>
                <a:lnTo>
                  <a:pt x="7384" y="1643"/>
                </a:lnTo>
                <a:lnTo>
                  <a:pt x="7384" y="1642"/>
                </a:lnTo>
                <a:lnTo>
                  <a:pt x="7383" y="1642"/>
                </a:lnTo>
                <a:lnTo>
                  <a:pt x="7382" y="1642"/>
                </a:lnTo>
                <a:lnTo>
                  <a:pt x="7381" y="1641"/>
                </a:lnTo>
                <a:lnTo>
                  <a:pt x="7380" y="1641"/>
                </a:lnTo>
                <a:lnTo>
                  <a:pt x="7379" y="1640"/>
                </a:lnTo>
                <a:lnTo>
                  <a:pt x="7378" y="1640"/>
                </a:lnTo>
                <a:lnTo>
                  <a:pt x="7377" y="1640"/>
                </a:lnTo>
                <a:lnTo>
                  <a:pt x="7377" y="1639"/>
                </a:lnTo>
                <a:lnTo>
                  <a:pt x="7376" y="1639"/>
                </a:lnTo>
                <a:lnTo>
                  <a:pt x="7375" y="1639"/>
                </a:lnTo>
                <a:lnTo>
                  <a:pt x="7374" y="1638"/>
                </a:lnTo>
                <a:lnTo>
                  <a:pt x="7373" y="1638"/>
                </a:lnTo>
                <a:lnTo>
                  <a:pt x="7373" y="1637"/>
                </a:lnTo>
                <a:lnTo>
                  <a:pt x="7372" y="1637"/>
                </a:lnTo>
                <a:lnTo>
                  <a:pt x="7371" y="1637"/>
                </a:lnTo>
                <a:lnTo>
                  <a:pt x="7370" y="1636"/>
                </a:lnTo>
                <a:lnTo>
                  <a:pt x="7369" y="1636"/>
                </a:lnTo>
                <a:lnTo>
                  <a:pt x="7368" y="1636"/>
                </a:lnTo>
                <a:lnTo>
                  <a:pt x="7368" y="1635"/>
                </a:lnTo>
                <a:lnTo>
                  <a:pt x="7367" y="1635"/>
                </a:lnTo>
                <a:lnTo>
                  <a:pt x="7366" y="1635"/>
                </a:lnTo>
                <a:lnTo>
                  <a:pt x="7366" y="1634"/>
                </a:lnTo>
                <a:lnTo>
                  <a:pt x="7365" y="1634"/>
                </a:lnTo>
                <a:lnTo>
                  <a:pt x="7364" y="1634"/>
                </a:lnTo>
                <a:lnTo>
                  <a:pt x="7364" y="1633"/>
                </a:lnTo>
                <a:lnTo>
                  <a:pt x="7363" y="1633"/>
                </a:lnTo>
                <a:lnTo>
                  <a:pt x="7362" y="1633"/>
                </a:lnTo>
                <a:lnTo>
                  <a:pt x="7361" y="1632"/>
                </a:lnTo>
                <a:lnTo>
                  <a:pt x="7360" y="1632"/>
                </a:lnTo>
                <a:lnTo>
                  <a:pt x="7359" y="1631"/>
                </a:lnTo>
                <a:lnTo>
                  <a:pt x="7358" y="1631"/>
                </a:lnTo>
                <a:lnTo>
                  <a:pt x="7357" y="1631"/>
                </a:lnTo>
                <a:lnTo>
                  <a:pt x="7357" y="1630"/>
                </a:lnTo>
                <a:lnTo>
                  <a:pt x="7356" y="1630"/>
                </a:lnTo>
                <a:lnTo>
                  <a:pt x="7355" y="1629"/>
                </a:lnTo>
                <a:lnTo>
                  <a:pt x="7354" y="1629"/>
                </a:lnTo>
                <a:lnTo>
                  <a:pt x="7353" y="1629"/>
                </a:lnTo>
                <a:lnTo>
                  <a:pt x="7353" y="1628"/>
                </a:lnTo>
                <a:lnTo>
                  <a:pt x="7352" y="1628"/>
                </a:lnTo>
                <a:lnTo>
                  <a:pt x="7351" y="1628"/>
                </a:lnTo>
                <a:lnTo>
                  <a:pt x="7350" y="1627"/>
                </a:lnTo>
                <a:lnTo>
                  <a:pt x="7349" y="1627"/>
                </a:lnTo>
                <a:lnTo>
                  <a:pt x="7348" y="1626"/>
                </a:lnTo>
                <a:lnTo>
                  <a:pt x="7347" y="1626"/>
                </a:lnTo>
                <a:lnTo>
                  <a:pt x="7346" y="1625"/>
                </a:lnTo>
                <a:lnTo>
                  <a:pt x="7345" y="1625"/>
                </a:lnTo>
                <a:lnTo>
                  <a:pt x="7344" y="1625"/>
                </a:lnTo>
                <a:lnTo>
                  <a:pt x="7344" y="1624"/>
                </a:lnTo>
                <a:lnTo>
                  <a:pt x="7343" y="1624"/>
                </a:lnTo>
                <a:lnTo>
                  <a:pt x="7342" y="1624"/>
                </a:lnTo>
                <a:lnTo>
                  <a:pt x="7341" y="1623"/>
                </a:lnTo>
                <a:lnTo>
                  <a:pt x="7340" y="1623"/>
                </a:lnTo>
                <a:lnTo>
                  <a:pt x="7339" y="1622"/>
                </a:lnTo>
                <a:lnTo>
                  <a:pt x="7338" y="1622"/>
                </a:lnTo>
                <a:lnTo>
                  <a:pt x="7337" y="1621"/>
                </a:lnTo>
                <a:lnTo>
                  <a:pt x="7336" y="1621"/>
                </a:lnTo>
                <a:lnTo>
                  <a:pt x="7335" y="1620"/>
                </a:lnTo>
                <a:lnTo>
                  <a:pt x="7334" y="1620"/>
                </a:lnTo>
                <a:lnTo>
                  <a:pt x="7333" y="1620"/>
                </a:lnTo>
                <a:lnTo>
                  <a:pt x="7333" y="1619"/>
                </a:lnTo>
                <a:lnTo>
                  <a:pt x="7332" y="1619"/>
                </a:lnTo>
                <a:lnTo>
                  <a:pt x="7331" y="1619"/>
                </a:lnTo>
                <a:lnTo>
                  <a:pt x="7330" y="1618"/>
                </a:lnTo>
                <a:lnTo>
                  <a:pt x="7329" y="1618"/>
                </a:lnTo>
                <a:lnTo>
                  <a:pt x="7328" y="1617"/>
                </a:lnTo>
                <a:lnTo>
                  <a:pt x="7327" y="1617"/>
                </a:lnTo>
                <a:lnTo>
                  <a:pt x="7326" y="1616"/>
                </a:lnTo>
                <a:lnTo>
                  <a:pt x="7325" y="1616"/>
                </a:lnTo>
                <a:lnTo>
                  <a:pt x="7324" y="1616"/>
                </a:lnTo>
                <a:lnTo>
                  <a:pt x="7324" y="1615"/>
                </a:lnTo>
                <a:lnTo>
                  <a:pt x="7323" y="1615"/>
                </a:lnTo>
                <a:lnTo>
                  <a:pt x="7322" y="1615"/>
                </a:lnTo>
                <a:lnTo>
                  <a:pt x="7321" y="1614"/>
                </a:lnTo>
                <a:lnTo>
                  <a:pt x="7320" y="1614"/>
                </a:lnTo>
                <a:lnTo>
                  <a:pt x="7319" y="1613"/>
                </a:lnTo>
                <a:lnTo>
                  <a:pt x="7318" y="1613"/>
                </a:lnTo>
                <a:lnTo>
                  <a:pt x="7317" y="1612"/>
                </a:lnTo>
                <a:lnTo>
                  <a:pt x="7316" y="1612"/>
                </a:lnTo>
                <a:lnTo>
                  <a:pt x="7315" y="1611"/>
                </a:lnTo>
                <a:lnTo>
                  <a:pt x="7314" y="1611"/>
                </a:lnTo>
                <a:lnTo>
                  <a:pt x="7313" y="1611"/>
                </a:lnTo>
                <a:lnTo>
                  <a:pt x="7313" y="1610"/>
                </a:lnTo>
                <a:lnTo>
                  <a:pt x="7312" y="1610"/>
                </a:lnTo>
                <a:lnTo>
                  <a:pt x="7311" y="1610"/>
                </a:lnTo>
                <a:lnTo>
                  <a:pt x="7310" y="1609"/>
                </a:lnTo>
                <a:lnTo>
                  <a:pt x="7309" y="1609"/>
                </a:lnTo>
                <a:lnTo>
                  <a:pt x="7309" y="1608"/>
                </a:lnTo>
                <a:lnTo>
                  <a:pt x="7308" y="1608"/>
                </a:lnTo>
                <a:lnTo>
                  <a:pt x="7307" y="1608"/>
                </a:lnTo>
                <a:lnTo>
                  <a:pt x="7306" y="1607"/>
                </a:lnTo>
                <a:lnTo>
                  <a:pt x="7305" y="1612"/>
                </a:lnTo>
                <a:lnTo>
                  <a:pt x="7304" y="1611"/>
                </a:lnTo>
                <a:lnTo>
                  <a:pt x="7303" y="1611"/>
                </a:lnTo>
                <a:lnTo>
                  <a:pt x="7302" y="1610"/>
                </a:lnTo>
                <a:lnTo>
                  <a:pt x="7301" y="1610"/>
                </a:lnTo>
                <a:lnTo>
                  <a:pt x="7300" y="1610"/>
                </a:lnTo>
                <a:lnTo>
                  <a:pt x="7300" y="1609"/>
                </a:lnTo>
                <a:lnTo>
                  <a:pt x="7299" y="1609"/>
                </a:lnTo>
                <a:lnTo>
                  <a:pt x="7298" y="1608"/>
                </a:lnTo>
                <a:lnTo>
                  <a:pt x="7297" y="1608"/>
                </a:lnTo>
                <a:lnTo>
                  <a:pt x="7296" y="1608"/>
                </a:lnTo>
                <a:lnTo>
                  <a:pt x="7296" y="1607"/>
                </a:lnTo>
                <a:lnTo>
                  <a:pt x="7295" y="1607"/>
                </a:lnTo>
                <a:lnTo>
                  <a:pt x="7294" y="1607"/>
                </a:lnTo>
                <a:lnTo>
                  <a:pt x="7293" y="1606"/>
                </a:lnTo>
                <a:lnTo>
                  <a:pt x="7292" y="1606"/>
                </a:lnTo>
                <a:lnTo>
                  <a:pt x="7291" y="1606"/>
                </a:lnTo>
                <a:lnTo>
                  <a:pt x="7291" y="1605"/>
                </a:lnTo>
                <a:lnTo>
                  <a:pt x="7290" y="1605"/>
                </a:lnTo>
                <a:lnTo>
                  <a:pt x="7289" y="1604"/>
                </a:lnTo>
                <a:lnTo>
                  <a:pt x="7288" y="1604"/>
                </a:lnTo>
                <a:lnTo>
                  <a:pt x="7287" y="1604"/>
                </a:lnTo>
                <a:lnTo>
                  <a:pt x="7287" y="1603"/>
                </a:lnTo>
                <a:lnTo>
                  <a:pt x="7286" y="1603"/>
                </a:lnTo>
                <a:lnTo>
                  <a:pt x="7285" y="1603"/>
                </a:lnTo>
                <a:lnTo>
                  <a:pt x="7284" y="1602"/>
                </a:lnTo>
                <a:lnTo>
                  <a:pt x="7283" y="1602"/>
                </a:lnTo>
                <a:lnTo>
                  <a:pt x="7282" y="1601"/>
                </a:lnTo>
                <a:lnTo>
                  <a:pt x="7281" y="1601"/>
                </a:lnTo>
                <a:lnTo>
                  <a:pt x="7280" y="1600"/>
                </a:lnTo>
                <a:lnTo>
                  <a:pt x="7279" y="1600"/>
                </a:lnTo>
                <a:lnTo>
                  <a:pt x="7278" y="1599"/>
                </a:lnTo>
                <a:lnTo>
                  <a:pt x="7277" y="1599"/>
                </a:lnTo>
                <a:lnTo>
                  <a:pt x="7276" y="1599"/>
                </a:lnTo>
                <a:lnTo>
                  <a:pt x="7276" y="1598"/>
                </a:lnTo>
                <a:lnTo>
                  <a:pt x="7275" y="1598"/>
                </a:lnTo>
                <a:lnTo>
                  <a:pt x="7274" y="1598"/>
                </a:lnTo>
                <a:lnTo>
                  <a:pt x="7273" y="1597"/>
                </a:lnTo>
                <a:lnTo>
                  <a:pt x="7272" y="1597"/>
                </a:lnTo>
                <a:lnTo>
                  <a:pt x="7272" y="1596"/>
                </a:lnTo>
                <a:lnTo>
                  <a:pt x="7271" y="1596"/>
                </a:lnTo>
                <a:lnTo>
                  <a:pt x="7270" y="1596"/>
                </a:lnTo>
                <a:lnTo>
                  <a:pt x="7269" y="1595"/>
                </a:lnTo>
                <a:lnTo>
                  <a:pt x="7268" y="1595"/>
                </a:lnTo>
                <a:lnTo>
                  <a:pt x="7267" y="1595"/>
                </a:lnTo>
                <a:lnTo>
                  <a:pt x="7267" y="1594"/>
                </a:lnTo>
                <a:lnTo>
                  <a:pt x="7266" y="1594"/>
                </a:lnTo>
                <a:lnTo>
                  <a:pt x="7265" y="1594"/>
                </a:lnTo>
                <a:lnTo>
                  <a:pt x="7264" y="1593"/>
                </a:lnTo>
                <a:lnTo>
                  <a:pt x="7263" y="1593"/>
                </a:lnTo>
                <a:lnTo>
                  <a:pt x="7263" y="1592"/>
                </a:lnTo>
                <a:lnTo>
                  <a:pt x="7262" y="1592"/>
                </a:lnTo>
                <a:lnTo>
                  <a:pt x="7261" y="1592"/>
                </a:lnTo>
                <a:lnTo>
                  <a:pt x="7260" y="1591"/>
                </a:lnTo>
                <a:lnTo>
                  <a:pt x="7259" y="1591"/>
                </a:lnTo>
                <a:lnTo>
                  <a:pt x="7258" y="1590"/>
                </a:lnTo>
                <a:lnTo>
                  <a:pt x="7257" y="1590"/>
                </a:lnTo>
                <a:lnTo>
                  <a:pt x="7256" y="1590"/>
                </a:lnTo>
                <a:lnTo>
                  <a:pt x="7256" y="1589"/>
                </a:lnTo>
                <a:lnTo>
                  <a:pt x="7255" y="1589"/>
                </a:lnTo>
                <a:lnTo>
                  <a:pt x="7254" y="1589"/>
                </a:lnTo>
                <a:lnTo>
                  <a:pt x="7253" y="1588"/>
                </a:lnTo>
                <a:lnTo>
                  <a:pt x="7252" y="1588"/>
                </a:lnTo>
                <a:lnTo>
                  <a:pt x="7252" y="1587"/>
                </a:lnTo>
                <a:lnTo>
                  <a:pt x="7251" y="1587"/>
                </a:lnTo>
                <a:lnTo>
                  <a:pt x="7250" y="1587"/>
                </a:lnTo>
                <a:lnTo>
                  <a:pt x="7249" y="1586"/>
                </a:lnTo>
                <a:lnTo>
                  <a:pt x="7248" y="1586"/>
                </a:lnTo>
                <a:lnTo>
                  <a:pt x="7247" y="1586"/>
                </a:lnTo>
                <a:lnTo>
                  <a:pt x="7247" y="1585"/>
                </a:lnTo>
                <a:lnTo>
                  <a:pt x="7246" y="1585"/>
                </a:lnTo>
                <a:lnTo>
                  <a:pt x="7245" y="1585"/>
                </a:lnTo>
                <a:lnTo>
                  <a:pt x="7244" y="1584"/>
                </a:lnTo>
                <a:lnTo>
                  <a:pt x="7243" y="1584"/>
                </a:lnTo>
                <a:lnTo>
                  <a:pt x="7243" y="1583"/>
                </a:lnTo>
                <a:lnTo>
                  <a:pt x="7242" y="1583"/>
                </a:lnTo>
                <a:lnTo>
                  <a:pt x="7241" y="1583"/>
                </a:lnTo>
                <a:lnTo>
                  <a:pt x="7240" y="1582"/>
                </a:lnTo>
                <a:lnTo>
                  <a:pt x="7239" y="1582"/>
                </a:lnTo>
                <a:lnTo>
                  <a:pt x="7238" y="1581"/>
                </a:lnTo>
                <a:lnTo>
                  <a:pt x="7237" y="1581"/>
                </a:lnTo>
                <a:lnTo>
                  <a:pt x="7236" y="1581"/>
                </a:lnTo>
                <a:lnTo>
                  <a:pt x="7236" y="1580"/>
                </a:lnTo>
                <a:lnTo>
                  <a:pt x="7235" y="1580"/>
                </a:lnTo>
                <a:lnTo>
                  <a:pt x="7234" y="1580"/>
                </a:lnTo>
                <a:lnTo>
                  <a:pt x="7234" y="1579"/>
                </a:lnTo>
                <a:lnTo>
                  <a:pt x="7233" y="1579"/>
                </a:lnTo>
                <a:lnTo>
                  <a:pt x="7232" y="1579"/>
                </a:lnTo>
                <a:lnTo>
                  <a:pt x="7232" y="1578"/>
                </a:lnTo>
                <a:lnTo>
                  <a:pt x="7231" y="1578"/>
                </a:lnTo>
                <a:lnTo>
                  <a:pt x="7230" y="1578"/>
                </a:lnTo>
                <a:lnTo>
                  <a:pt x="7229" y="1577"/>
                </a:lnTo>
                <a:lnTo>
                  <a:pt x="7228" y="1577"/>
                </a:lnTo>
                <a:lnTo>
                  <a:pt x="7227" y="1577"/>
                </a:lnTo>
                <a:lnTo>
                  <a:pt x="7227" y="1576"/>
                </a:lnTo>
                <a:lnTo>
                  <a:pt x="7226" y="1576"/>
                </a:lnTo>
                <a:lnTo>
                  <a:pt x="7225" y="1575"/>
                </a:lnTo>
                <a:lnTo>
                  <a:pt x="7224" y="1575"/>
                </a:lnTo>
                <a:lnTo>
                  <a:pt x="7223" y="1575"/>
                </a:lnTo>
                <a:lnTo>
                  <a:pt x="7223" y="1574"/>
                </a:lnTo>
                <a:lnTo>
                  <a:pt x="7222" y="1574"/>
                </a:lnTo>
                <a:lnTo>
                  <a:pt x="7221" y="1574"/>
                </a:lnTo>
                <a:lnTo>
                  <a:pt x="7220" y="1573"/>
                </a:lnTo>
                <a:lnTo>
                  <a:pt x="7219" y="1573"/>
                </a:lnTo>
                <a:lnTo>
                  <a:pt x="7218" y="1572"/>
                </a:lnTo>
                <a:lnTo>
                  <a:pt x="7217" y="1572"/>
                </a:lnTo>
                <a:lnTo>
                  <a:pt x="7216" y="1572"/>
                </a:lnTo>
                <a:lnTo>
                  <a:pt x="7216" y="1571"/>
                </a:lnTo>
                <a:lnTo>
                  <a:pt x="7215" y="1571"/>
                </a:lnTo>
                <a:lnTo>
                  <a:pt x="7214" y="1570"/>
                </a:lnTo>
                <a:lnTo>
                  <a:pt x="7213" y="1570"/>
                </a:lnTo>
                <a:lnTo>
                  <a:pt x="7212" y="1570"/>
                </a:lnTo>
                <a:lnTo>
                  <a:pt x="7212" y="1569"/>
                </a:lnTo>
                <a:lnTo>
                  <a:pt x="7211" y="1569"/>
                </a:lnTo>
                <a:lnTo>
                  <a:pt x="7210" y="1569"/>
                </a:lnTo>
                <a:lnTo>
                  <a:pt x="7209" y="1568"/>
                </a:lnTo>
                <a:lnTo>
                  <a:pt x="7208" y="1568"/>
                </a:lnTo>
                <a:lnTo>
                  <a:pt x="7207" y="1568"/>
                </a:lnTo>
                <a:lnTo>
                  <a:pt x="7207" y="1567"/>
                </a:lnTo>
                <a:lnTo>
                  <a:pt x="7206" y="1567"/>
                </a:lnTo>
                <a:lnTo>
                  <a:pt x="7205" y="1566"/>
                </a:lnTo>
                <a:lnTo>
                  <a:pt x="7204" y="1566"/>
                </a:lnTo>
                <a:lnTo>
                  <a:pt x="7203" y="1566"/>
                </a:lnTo>
                <a:lnTo>
                  <a:pt x="7203" y="1565"/>
                </a:lnTo>
                <a:lnTo>
                  <a:pt x="7202" y="1565"/>
                </a:lnTo>
                <a:lnTo>
                  <a:pt x="7201" y="1565"/>
                </a:lnTo>
                <a:lnTo>
                  <a:pt x="7200" y="1564"/>
                </a:lnTo>
                <a:lnTo>
                  <a:pt x="7199" y="1564"/>
                </a:lnTo>
                <a:lnTo>
                  <a:pt x="7198" y="1563"/>
                </a:lnTo>
                <a:lnTo>
                  <a:pt x="7197" y="1563"/>
                </a:lnTo>
                <a:lnTo>
                  <a:pt x="7196" y="1562"/>
                </a:lnTo>
                <a:lnTo>
                  <a:pt x="7195" y="1562"/>
                </a:lnTo>
                <a:lnTo>
                  <a:pt x="7194" y="1561"/>
                </a:lnTo>
                <a:lnTo>
                  <a:pt x="7193" y="1561"/>
                </a:lnTo>
                <a:lnTo>
                  <a:pt x="7192" y="1561"/>
                </a:lnTo>
                <a:lnTo>
                  <a:pt x="7192" y="1560"/>
                </a:lnTo>
                <a:lnTo>
                  <a:pt x="7191" y="1560"/>
                </a:lnTo>
                <a:lnTo>
                  <a:pt x="7190" y="1560"/>
                </a:lnTo>
                <a:lnTo>
                  <a:pt x="7189" y="1559"/>
                </a:lnTo>
                <a:lnTo>
                  <a:pt x="7188" y="1559"/>
                </a:lnTo>
                <a:lnTo>
                  <a:pt x="7187" y="1558"/>
                </a:lnTo>
                <a:lnTo>
                  <a:pt x="7186" y="1558"/>
                </a:lnTo>
                <a:lnTo>
                  <a:pt x="7185" y="1557"/>
                </a:lnTo>
                <a:lnTo>
                  <a:pt x="7184" y="1557"/>
                </a:lnTo>
                <a:lnTo>
                  <a:pt x="7183" y="1557"/>
                </a:lnTo>
                <a:lnTo>
                  <a:pt x="7183" y="1556"/>
                </a:lnTo>
                <a:lnTo>
                  <a:pt x="7182" y="1556"/>
                </a:lnTo>
                <a:lnTo>
                  <a:pt x="7181" y="1556"/>
                </a:lnTo>
                <a:lnTo>
                  <a:pt x="7180" y="1555"/>
                </a:lnTo>
                <a:lnTo>
                  <a:pt x="7179" y="1555"/>
                </a:lnTo>
                <a:lnTo>
                  <a:pt x="7179" y="1554"/>
                </a:lnTo>
                <a:lnTo>
                  <a:pt x="7178" y="1554"/>
                </a:lnTo>
                <a:lnTo>
                  <a:pt x="7177" y="1554"/>
                </a:lnTo>
                <a:lnTo>
                  <a:pt x="7176" y="1553"/>
                </a:lnTo>
                <a:lnTo>
                  <a:pt x="7175" y="1553"/>
                </a:lnTo>
                <a:lnTo>
                  <a:pt x="7174" y="1552"/>
                </a:lnTo>
                <a:lnTo>
                  <a:pt x="7173" y="1552"/>
                </a:lnTo>
                <a:lnTo>
                  <a:pt x="7172" y="1552"/>
                </a:lnTo>
                <a:lnTo>
                  <a:pt x="7172" y="1551"/>
                </a:lnTo>
                <a:lnTo>
                  <a:pt x="7171" y="1551"/>
                </a:lnTo>
                <a:lnTo>
                  <a:pt x="7170" y="1551"/>
                </a:lnTo>
                <a:lnTo>
                  <a:pt x="7169" y="1550"/>
                </a:lnTo>
                <a:lnTo>
                  <a:pt x="7168" y="1550"/>
                </a:lnTo>
                <a:lnTo>
                  <a:pt x="7167" y="1549"/>
                </a:lnTo>
                <a:lnTo>
                  <a:pt x="7166" y="1549"/>
                </a:lnTo>
                <a:lnTo>
                  <a:pt x="7165" y="1548"/>
                </a:lnTo>
                <a:lnTo>
                  <a:pt x="7164" y="1548"/>
                </a:lnTo>
                <a:lnTo>
                  <a:pt x="7163" y="1548"/>
                </a:lnTo>
                <a:lnTo>
                  <a:pt x="7163" y="1547"/>
                </a:lnTo>
                <a:lnTo>
                  <a:pt x="7162" y="1547"/>
                </a:lnTo>
                <a:lnTo>
                  <a:pt x="7161" y="1547"/>
                </a:lnTo>
                <a:lnTo>
                  <a:pt x="7160" y="1546"/>
                </a:lnTo>
                <a:lnTo>
                  <a:pt x="7159" y="1546"/>
                </a:lnTo>
                <a:lnTo>
                  <a:pt x="7159" y="1545"/>
                </a:lnTo>
                <a:lnTo>
                  <a:pt x="7158" y="1545"/>
                </a:lnTo>
                <a:lnTo>
                  <a:pt x="7157" y="1545"/>
                </a:lnTo>
                <a:lnTo>
                  <a:pt x="7156" y="1544"/>
                </a:lnTo>
                <a:lnTo>
                  <a:pt x="7155" y="1544"/>
                </a:lnTo>
                <a:lnTo>
                  <a:pt x="7154" y="1543"/>
                </a:lnTo>
                <a:lnTo>
                  <a:pt x="7153" y="1543"/>
                </a:lnTo>
                <a:lnTo>
                  <a:pt x="7152" y="1543"/>
                </a:lnTo>
                <a:lnTo>
                  <a:pt x="7152" y="1542"/>
                </a:lnTo>
                <a:lnTo>
                  <a:pt x="7151" y="1542"/>
                </a:lnTo>
                <a:lnTo>
                  <a:pt x="7150" y="1542"/>
                </a:lnTo>
                <a:lnTo>
                  <a:pt x="7150" y="1541"/>
                </a:lnTo>
                <a:lnTo>
                  <a:pt x="7149" y="1541"/>
                </a:lnTo>
                <a:lnTo>
                  <a:pt x="7148" y="1541"/>
                </a:lnTo>
                <a:lnTo>
                  <a:pt x="7148" y="1540"/>
                </a:lnTo>
                <a:lnTo>
                  <a:pt x="7147" y="1540"/>
                </a:lnTo>
                <a:lnTo>
                  <a:pt x="7146" y="1540"/>
                </a:lnTo>
                <a:lnTo>
                  <a:pt x="7145" y="1539"/>
                </a:lnTo>
                <a:lnTo>
                  <a:pt x="7144" y="1539"/>
                </a:lnTo>
                <a:lnTo>
                  <a:pt x="7143" y="1539"/>
                </a:lnTo>
                <a:lnTo>
                  <a:pt x="7143" y="1538"/>
                </a:lnTo>
                <a:lnTo>
                  <a:pt x="7142" y="1538"/>
                </a:lnTo>
                <a:lnTo>
                  <a:pt x="7141" y="1537"/>
                </a:lnTo>
                <a:lnTo>
                  <a:pt x="7140" y="1537"/>
                </a:lnTo>
                <a:lnTo>
                  <a:pt x="7139" y="1537"/>
                </a:lnTo>
                <a:lnTo>
                  <a:pt x="7139" y="1536"/>
                </a:lnTo>
                <a:lnTo>
                  <a:pt x="7138" y="1536"/>
                </a:lnTo>
                <a:lnTo>
                  <a:pt x="7137" y="1536"/>
                </a:lnTo>
                <a:lnTo>
                  <a:pt x="7136" y="1535"/>
                </a:lnTo>
                <a:lnTo>
                  <a:pt x="7135" y="1535"/>
                </a:lnTo>
                <a:lnTo>
                  <a:pt x="7134" y="1534"/>
                </a:lnTo>
                <a:lnTo>
                  <a:pt x="7133" y="1534"/>
                </a:lnTo>
                <a:lnTo>
                  <a:pt x="7132" y="1534"/>
                </a:lnTo>
                <a:lnTo>
                  <a:pt x="7132" y="1533"/>
                </a:lnTo>
                <a:lnTo>
                  <a:pt x="7131" y="1533"/>
                </a:lnTo>
                <a:lnTo>
                  <a:pt x="7130" y="1533"/>
                </a:lnTo>
                <a:lnTo>
                  <a:pt x="7130" y="1532"/>
                </a:lnTo>
                <a:lnTo>
                  <a:pt x="7129" y="1532"/>
                </a:lnTo>
                <a:lnTo>
                  <a:pt x="7128" y="1532"/>
                </a:lnTo>
                <a:lnTo>
                  <a:pt x="7128" y="1531"/>
                </a:lnTo>
                <a:lnTo>
                  <a:pt x="7127" y="1531"/>
                </a:lnTo>
                <a:lnTo>
                  <a:pt x="7126" y="1531"/>
                </a:lnTo>
                <a:lnTo>
                  <a:pt x="7125" y="1530"/>
                </a:lnTo>
                <a:lnTo>
                  <a:pt x="7124" y="1530"/>
                </a:lnTo>
                <a:lnTo>
                  <a:pt x="7123" y="1530"/>
                </a:lnTo>
                <a:lnTo>
                  <a:pt x="7123" y="1529"/>
                </a:lnTo>
                <a:lnTo>
                  <a:pt x="7122" y="1529"/>
                </a:lnTo>
                <a:lnTo>
                  <a:pt x="7121" y="1528"/>
                </a:lnTo>
                <a:lnTo>
                  <a:pt x="7120" y="1528"/>
                </a:lnTo>
                <a:lnTo>
                  <a:pt x="7119" y="1528"/>
                </a:lnTo>
                <a:lnTo>
                  <a:pt x="7119" y="1527"/>
                </a:lnTo>
                <a:lnTo>
                  <a:pt x="7118" y="1527"/>
                </a:lnTo>
                <a:lnTo>
                  <a:pt x="7117" y="1527"/>
                </a:lnTo>
                <a:lnTo>
                  <a:pt x="7116" y="1526"/>
                </a:lnTo>
                <a:lnTo>
                  <a:pt x="7115" y="1526"/>
                </a:lnTo>
                <a:lnTo>
                  <a:pt x="7114" y="1525"/>
                </a:lnTo>
                <a:lnTo>
                  <a:pt x="7113" y="1525"/>
                </a:lnTo>
                <a:lnTo>
                  <a:pt x="7112" y="1524"/>
                </a:lnTo>
                <a:lnTo>
                  <a:pt x="7111" y="1524"/>
                </a:lnTo>
                <a:lnTo>
                  <a:pt x="7110" y="1524"/>
                </a:lnTo>
                <a:lnTo>
                  <a:pt x="7110" y="1523"/>
                </a:lnTo>
                <a:lnTo>
                  <a:pt x="7109" y="1523"/>
                </a:lnTo>
                <a:lnTo>
                  <a:pt x="7108" y="1523"/>
                </a:lnTo>
                <a:lnTo>
                  <a:pt x="7108" y="1522"/>
                </a:lnTo>
                <a:lnTo>
                  <a:pt x="7107" y="1522"/>
                </a:lnTo>
                <a:lnTo>
                  <a:pt x="7106" y="1522"/>
                </a:lnTo>
                <a:lnTo>
                  <a:pt x="7105" y="1521"/>
                </a:lnTo>
                <a:lnTo>
                  <a:pt x="7104" y="1521"/>
                </a:lnTo>
                <a:lnTo>
                  <a:pt x="7103" y="1520"/>
                </a:lnTo>
                <a:lnTo>
                  <a:pt x="7102" y="1520"/>
                </a:lnTo>
                <a:lnTo>
                  <a:pt x="7101" y="1519"/>
                </a:lnTo>
                <a:lnTo>
                  <a:pt x="7100" y="1519"/>
                </a:lnTo>
                <a:lnTo>
                  <a:pt x="7099" y="1519"/>
                </a:lnTo>
                <a:lnTo>
                  <a:pt x="7099" y="1518"/>
                </a:lnTo>
                <a:lnTo>
                  <a:pt x="7098" y="1518"/>
                </a:lnTo>
                <a:lnTo>
                  <a:pt x="7097" y="1518"/>
                </a:lnTo>
                <a:lnTo>
                  <a:pt x="7096" y="1517"/>
                </a:lnTo>
                <a:lnTo>
                  <a:pt x="7095" y="1517"/>
                </a:lnTo>
                <a:lnTo>
                  <a:pt x="7095" y="1516"/>
                </a:lnTo>
                <a:lnTo>
                  <a:pt x="7094" y="1516"/>
                </a:lnTo>
                <a:lnTo>
                  <a:pt x="7093" y="1516"/>
                </a:lnTo>
                <a:lnTo>
                  <a:pt x="7092" y="1515"/>
                </a:lnTo>
                <a:lnTo>
                  <a:pt x="7091" y="1515"/>
                </a:lnTo>
                <a:lnTo>
                  <a:pt x="7090" y="1514"/>
                </a:lnTo>
                <a:lnTo>
                  <a:pt x="7089" y="1514"/>
                </a:lnTo>
                <a:lnTo>
                  <a:pt x="7088" y="1514"/>
                </a:lnTo>
                <a:lnTo>
                  <a:pt x="7088" y="1513"/>
                </a:lnTo>
                <a:lnTo>
                  <a:pt x="7087" y="1513"/>
                </a:lnTo>
                <a:lnTo>
                  <a:pt x="7086" y="1513"/>
                </a:lnTo>
                <a:lnTo>
                  <a:pt x="7085" y="1512"/>
                </a:lnTo>
                <a:lnTo>
                  <a:pt x="7084" y="1512"/>
                </a:lnTo>
                <a:lnTo>
                  <a:pt x="7083" y="1511"/>
                </a:lnTo>
                <a:lnTo>
                  <a:pt x="7082" y="1511"/>
                </a:lnTo>
                <a:lnTo>
                  <a:pt x="7081" y="1510"/>
                </a:lnTo>
                <a:lnTo>
                  <a:pt x="7080" y="1510"/>
                </a:lnTo>
                <a:lnTo>
                  <a:pt x="7079" y="1510"/>
                </a:lnTo>
                <a:lnTo>
                  <a:pt x="7079" y="1509"/>
                </a:lnTo>
                <a:lnTo>
                  <a:pt x="7078" y="1509"/>
                </a:lnTo>
                <a:lnTo>
                  <a:pt x="7077" y="1509"/>
                </a:lnTo>
                <a:lnTo>
                  <a:pt x="7076" y="1508"/>
                </a:lnTo>
                <a:lnTo>
                  <a:pt x="7075" y="1508"/>
                </a:lnTo>
                <a:lnTo>
                  <a:pt x="7075" y="1507"/>
                </a:lnTo>
                <a:lnTo>
                  <a:pt x="7074" y="1507"/>
                </a:lnTo>
                <a:lnTo>
                  <a:pt x="7073" y="1507"/>
                </a:lnTo>
                <a:lnTo>
                  <a:pt x="7072" y="1506"/>
                </a:lnTo>
                <a:lnTo>
                  <a:pt x="7071" y="1506"/>
                </a:lnTo>
                <a:lnTo>
                  <a:pt x="7070" y="1505"/>
                </a:lnTo>
                <a:lnTo>
                  <a:pt x="7069" y="1505"/>
                </a:lnTo>
                <a:lnTo>
                  <a:pt x="7068" y="1505"/>
                </a:lnTo>
                <a:lnTo>
                  <a:pt x="7068" y="1504"/>
                </a:lnTo>
                <a:lnTo>
                  <a:pt x="7067" y="1504"/>
                </a:lnTo>
                <a:lnTo>
                  <a:pt x="7066" y="1504"/>
                </a:lnTo>
                <a:lnTo>
                  <a:pt x="7066" y="1503"/>
                </a:lnTo>
                <a:lnTo>
                  <a:pt x="7065" y="1503"/>
                </a:lnTo>
                <a:lnTo>
                  <a:pt x="7064" y="1503"/>
                </a:lnTo>
                <a:lnTo>
                  <a:pt x="7063" y="1502"/>
                </a:lnTo>
                <a:lnTo>
                  <a:pt x="7062" y="1502"/>
                </a:lnTo>
                <a:lnTo>
                  <a:pt x="7061" y="1501"/>
                </a:lnTo>
                <a:lnTo>
                  <a:pt x="7060" y="1501"/>
                </a:lnTo>
                <a:lnTo>
                  <a:pt x="7059" y="1501"/>
                </a:lnTo>
                <a:lnTo>
                  <a:pt x="7059" y="1500"/>
                </a:lnTo>
                <a:lnTo>
                  <a:pt x="7058" y="1500"/>
                </a:lnTo>
                <a:lnTo>
                  <a:pt x="7057" y="1499"/>
                </a:lnTo>
                <a:lnTo>
                  <a:pt x="7056" y="1499"/>
                </a:lnTo>
                <a:lnTo>
                  <a:pt x="7055" y="1499"/>
                </a:lnTo>
                <a:lnTo>
                  <a:pt x="7055" y="1498"/>
                </a:lnTo>
                <a:lnTo>
                  <a:pt x="7054" y="1498"/>
                </a:lnTo>
                <a:lnTo>
                  <a:pt x="7053" y="1498"/>
                </a:lnTo>
                <a:lnTo>
                  <a:pt x="7052" y="1497"/>
                </a:lnTo>
                <a:lnTo>
                  <a:pt x="7051" y="1497"/>
                </a:lnTo>
                <a:lnTo>
                  <a:pt x="7050" y="1496"/>
                </a:lnTo>
                <a:lnTo>
                  <a:pt x="7049" y="1496"/>
                </a:lnTo>
                <a:lnTo>
                  <a:pt x="7048" y="1496"/>
                </a:lnTo>
                <a:lnTo>
                  <a:pt x="7048" y="1495"/>
                </a:lnTo>
                <a:lnTo>
                  <a:pt x="7047" y="1495"/>
                </a:lnTo>
                <a:lnTo>
                  <a:pt x="7046" y="1495"/>
                </a:lnTo>
                <a:lnTo>
                  <a:pt x="7046" y="1494"/>
                </a:lnTo>
                <a:lnTo>
                  <a:pt x="7045" y="1494"/>
                </a:lnTo>
                <a:lnTo>
                  <a:pt x="7044" y="1494"/>
                </a:lnTo>
                <a:lnTo>
                  <a:pt x="7043" y="1493"/>
                </a:lnTo>
                <a:lnTo>
                  <a:pt x="7042" y="1493"/>
                </a:lnTo>
                <a:lnTo>
                  <a:pt x="7041" y="1492"/>
                </a:lnTo>
                <a:lnTo>
                  <a:pt x="7040" y="1492"/>
                </a:lnTo>
                <a:lnTo>
                  <a:pt x="7039" y="1492"/>
                </a:lnTo>
                <a:lnTo>
                  <a:pt x="7039" y="1491"/>
                </a:lnTo>
                <a:lnTo>
                  <a:pt x="7038" y="1491"/>
                </a:lnTo>
                <a:lnTo>
                  <a:pt x="7037" y="1490"/>
                </a:lnTo>
                <a:lnTo>
                  <a:pt x="7036" y="1490"/>
                </a:lnTo>
                <a:lnTo>
                  <a:pt x="7035" y="1490"/>
                </a:lnTo>
                <a:lnTo>
                  <a:pt x="7035" y="1489"/>
                </a:lnTo>
                <a:lnTo>
                  <a:pt x="7034" y="1489"/>
                </a:lnTo>
                <a:lnTo>
                  <a:pt x="7033" y="1489"/>
                </a:lnTo>
                <a:lnTo>
                  <a:pt x="7032" y="1488"/>
                </a:lnTo>
                <a:lnTo>
                  <a:pt x="7031" y="1488"/>
                </a:lnTo>
                <a:lnTo>
                  <a:pt x="7030" y="1487"/>
                </a:lnTo>
                <a:lnTo>
                  <a:pt x="7029" y="1487"/>
                </a:lnTo>
                <a:lnTo>
                  <a:pt x="7028" y="1486"/>
                </a:lnTo>
                <a:lnTo>
                  <a:pt x="7027" y="1486"/>
                </a:lnTo>
                <a:lnTo>
                  <a:pt x="7026" y="1486"/>
                </a:lnTo>
                <a:lnTo>
                  <a:pt x="7026" y="1485"/>
                </a:lnTo>
                <a:lnTo>
                  <a:pt x="7025" y="1485"/>
                </a:lnTo>
                <a:lnTo>
                  <a:pt x="7024" y="1485"/>
                </a:lnTo>
                <a:lnTo>
                  <a:pt x="7024" y="1484"/>
                </a:lnTo>
                <a:lnTo>
                  <a:pt x="7023" y="1484"/>
                </a:lnTo>
                <a:lnTo>
                  <a:pt x="7022" y="1484"/>
                </a:lnTo>
                <a:lnTo>
                  <a:pt x="7021" y="1483"/>
                </a:lnTo>
                <a:lnTo>
                  <a:pt x="7020" y="1483"/>
                </a:lnTo>
                <a:lnTo>
                  <a:pt x="7019" y="1482"/>
                </a:lnTo>
                <a:lnTo>
                  <a:pt x="7018" y="1482"/>
                </a:lnTo>
                <a:lnTo>
                  <a:pt x="7017" y="1481"/>
                </a:lnTo>
                <a:lnTo>
                  <a:pt x="7016" y="1481"/>
                </a:lnTo>
                <a:lnTo>
                  <a:pt x="7015" y="1481"/>
                </a:lnTo>
                <a:lnTo>
                  <a:pt x="7015" y="1480"/>
                </a:lnTo>
                <a:lnTo>
                  <a:pt x="7014" y="1480"/>
                </a:lnTo>
                <a:lnTo>
                  <a:pt x="7013" y="1480"/>
                </a:lnTo>
                <a:lnTo>
                  <a:pt x="7012" y="1479"/>
                </a:lnTo>
                <a:lnTo>
                  <a:pt x="7011" y="1479"/>
                </a:lnTo>
                <a:lnTo>
                  <a:pt x="7011" y="1478"/>
                </a:lnTo>
                <a:lnTo>
                  <a:pt x="7010" y="1478"/>
                </a:lnTo>
                <a:lnTo>
                  <a:pt x="7009" y="1478"/>
                </a:lnTo>
                <a:lnTo>
                  <a:pt x="7008" y="1477"/>
                </a:lnTo>
                <a:lnTo>
                  <a:pt x="7007" y="1477"/>
                </a:lnTo>
                <a:lnTo>
                  <a:pt x="7006" y="1477"/>
                </a:lnTo>
                <a:lnTo>
                  <a:pt x="7006" y="1476"/>
                </a:lnTo>
                <a:lnTo>
                  <a:pt x="7005" y="1476"/>
                </a:lnTo>
                <a:lnTo>
                  <a:pt x="7004" y="1476"/>
                </a:lnTo>
                <a:lnTo>
                  <a:pt x="7004" y="1475"/>
                </a:lnTo>
                <a:lnTo>
                  <a:pt x="7003" y="1475"/>
                </a:lnTo>
                <a:lnTo>
                  <a:pt x="7002" y="1475"/>
                </a:lnTo>
                <a:lnTo>
                  <a:pt x="7001" y="1474"/>
                </a:lnTo>
                <a:lnTo>
                  <a:pt x="7000" y="1474"/>
                </a:lnTo>
                <a:lnTo>
                  <a:pt x="6999" y="1473"/>
                </a:lnTo>
                <a:lnTo>
                  <a:pt x="6998" y="1473"/>
                </a:lnTo>
                <a:lnTo>
                  <a:pt x="6997" y="1472"/>
                </a:lnTo>
                <a:lnTo>
                  <a:pt x="6996" y="1472"/>
                </a:lnTo>
                <a:lnTo>
                  <a:pt x="6995" y="1472"/>
                </a:lnTo>
                <a:lnTo>
                  <a:pt x="6995" y="1471"/>
                </a:lnTo>
                <a:lnTo>
                  <a:pt x="6994" y="1471"/>
                </a:lnTo>
                <a:lnTo>
                  <a:pt x="6993" y="1471"/>
                </a:lnTo>
                <a:lnTo>
                  <a:pt x="6992" y="1470"/>
                </a:lnTo>
                <a:lnTo>
                  <a:pt x="6991" y="1470"/>
                </a:lnTo>
                <a:lnTo>
                  <a:pt x="6991" y="1469"/>
                </a:lnTo>
                <a:lnTo>
                  <a:pt x="6990" y="1469"/>
                </a:lnTo>
                <a:lnTo>
                  <a:pt x="6989" y="1469"/>
                </a:lnTo>
                <a:lnTo>
                  <a:pt x="6988" y="1468"/>
                </a:lnTo>
                <a:lnTo>
                  <a:pt x="6987" y="1468"/>
                </a:lnTo>
                <a:lnTo>
                  <a:pt x="6986" y="1468"/>
                </a:lnTo>
                <a:lnTo>
                  <a:pt x="6986" y="1467"/>
                </a:lnTo>
                <a:lnTo>
                  <a:pt x="6985" y="1467"/>
                </a:lnTo>
                <a:lnTo>
                  <a:pt x="6984" y="1467"/>
                </a:lnTo>
                <a:lnTo>
                  <a:pt x="6984" y="1466"/>
                </a:lnTo>
                <a:lnTo>
                  <a:pt x="6983" y="1466"/>
                </a:lnTo>
                <a:lnTo>
                  <a:pt x="6982" y="1466"/>
                </a:lnTo>
                <a:lnTo>
                  <a:pt x="6982" y="1465"/>
                </a:lnTo>
                <a:lnTo>
                  <a:pt x="6981" y="1465"/>
                </a:lnTo>
                <a:lnTo>
                  <a:pt x="6980" y="1465"/>
                </a:lnTo>
                <a:lnTo>
                  <a:pt x="6979" y="1464"/>
                </a:lnTo>
                <a:lnTo>
                  <a:pt x="6978" y="1464"/>
                </a:lnTo>
                <a:lnTo>
                  <a:pt x="6977" y="1463"/>
                </a:lnTo>
                <a:lnTo>
                  <a:pt x="6976" y="1463"/>
                </a:lnTo>
                <a:lnTo>
                  <a:pt x="6975" y="1463"/>
                </a:lnTo>
                <a:lnTo>
                  <a:pt x="6975" y="1462"/>
                </a:lnTo>
                <a:lnTo>
                  <a:pt x="6974" y="1462"/>
                </a:lnTo>
                <a:lnTo>
                  <a:pt x="6973" y="1461"/>
                </a:lnTo>
                <a:lnTo>
                  <a:pt x="6972" y="1461"/>
                </a:lnTo>
                <a:lnTo>
                  <a:pt x="6971" y="1461"/>
                </a:lnTo>
                <a:lnTo>
                  <a:pt x="6971" y="1460"/>
                </a:lnTo>
                <a:lnTo>
                  <a:pt x="6970" y="1460"/>
                </a:lnTo>
                <a:lnTo>
                  <a:pt x="6969" y="1460"/>
                </a:lnTo>
                <a:lnTo>
                  <a:pt x="6968" y="1459"/>
                </a:lnTo>
                <a:lnTo>
                  <a:pt x="6967" y="1459"/>
                </a:lnTo>
                <a:lnTo>
                  <a:pt x="6966" y="1458"/>
                </a:lnTo>
                <a:lnTo>
                  <a:pt x="6965" y="1458"/>
                </a:lnTo>
                <a:lnTo>
                  <a:pt x="6964" y="1458"/>
                </a:lnTo>
                <a:lnTo>
                  <a:pt x="6964" y="1457"/>
                </a:lnTo>
                <a:lnTo>
                  <a:pt x="6963" y="1457"/>
                </a:lnTo>
                <a:lnTo>
                  <a:pt x="6962" y="1457"/>
                </a:lnTo>
                <a:lnTo>
                  <a:pt x="6962" y="1456"/>
                </a:lnTo>
                <a:lnTo>
                  <a:pt x="6961" y="1456"/>
                </a:lnTo>
                <a:lnTo>
                  <a:pt x="6960" y="1456"/>
                </a:lnTo>
                <a:lnTo>
                  <a:pt x="6959" y="1455"/>
                </a:lnTo>
                <a:lnTo>
                  <a:pt x="6958" y="1455"/>
                </a:lnTo>
                <a:lnTo>
                  <a:pt x="6957" y="1454"/>
                </a:lnTo>
                <a:lnTo>
                  <a:pt x="6956" y="1454"/>
                </a:lnTo>
                <a:lnTo>
                  <a:pt x="6955" y="1454"/>
                </a:lnTo>
                <a:lnTo>
                  <a:pt x="6955" y="1453"/>
                </a:lnTo>
                <a:lnTo>
                  <a:pt x="6954" y="1453"/>
                </a:lnTo>
                <a:lnTo>
                  <a:pt x="6953" y="1452"/>
                </a:lnTo>
                <a:lnTo>
                  <a:pt x="6952" y="1452"/>
                </a:lnTo>
                <a:lnTo>
                  <a:pt x="6951" y="1452"/>
                </a:lnTo>
                <a:lnTo>
                  <a:pt x="6951" y="1451"/>
                </a:lnTo>
                <a:lnTo>
                  <a:pt x="6950" y="1451"/>
                </a:lnTo>
                <a:lnTo>
                  <a:pt x="6949" y="1451"/>
                </a:lnTo>
                <a:lnTo>
                  <a:pt x="6948" y="1450"/>
                </a:lnTo>
                <a:lnTo>
                  <a:pt x="6947" y="1450"/>
                </a:lnTo>
                <a:lnTo>
                  <a:pt x="6946" y="1449"/>
                </a:lnTo>
                <a:lnTo>
                  <a:pt x="6945" y="1449"/>
                </a:lnTo>
                <a:lnTo>
                  <a:pt x="6944" y="1448"/>
                </a:lnTo>
                <a:lnTo>
                  <a:pt x="6943" y="1448"/>
                </a:lnTo>
                <a:lnTo>
                  <a:pt x="6942" y="1448"/>
                </a:lnTo>
                <a:lnTo>
                  <a:pt x="6942" y="1447"/>
                </a:lnTo>
                <a:lnTo>
                  <a:pt x="6941" y="1447"/>
                </a:lnTo>
                <a:lnTo>
                  <a:pt x="6940" y="1447"/>
                </a:lnTo>
                <a:lnTo>
                  <a:pt x="6939" y="1446"/>
                </a:lnTo>
                <a:lnTo>
                  <a:pt x="6938" y="1446"/>
                </a:lnTo>
                <a:lnTo>
                  <a:pt x="6937" y="1445"/>
                </a:lnTo>
                <a:lnTo>
                  <a:pt x="6936" y="1445"/>
                </a:lnTo>
                <a:lnTo>
                  <a:pt x="6935" y="1444"/>
                </a:lnTo>
                <a:lnTo>
                  <a:pt x="6934" y="1444"/>
                </a:lnTo>
                <a:lnTo>
                  <a:pt x="6933" y="1443"/>
                </a:lnTo>
                <a:lnTo>
                  <a:pt x="6932" y="1443"/>
                </a:lnTo>
                <a:lnTo>
                  <a:pt x="6931" y="1443"/>
                </a:lnTo>
                <a:lnTo>
                  <a:pt x="6931" y="1442"/>
                </a:lnTo>
                <a:lnTo>
                  <a:pt x="6930" y="1442"/>
                </a:lnTo>
                <a:lnTo>
                  <a:pt x="6929" y="1442"/>
                </a:lnTo>
                <a:lnTo>
                  <a:pt x="6928" y="1441"/>
                </a:lnTo>
                <a:lnTo>
                  <a:pt x="6927" y="1441"/>
                </a:lnTo>
                <a:lnTo>
                  <a:pt x="6927" y="1440"/>
                </a:lnTo>
                <a:lnTo>
                  <a:pt x="6926" y="1440"/>
                </a:lnTo>
                <a:lnTo>
                  <a:pt x="6925" y="1440"/>
                </a:lnTo>
                <a:lnTo>
                  <a:pt x="6924" y="1439"/>
                </a:lnTo>
                <a:lnTo>
                  <a:pt x="6923" y="1439"/>
                </a:lnTo>
                <a:lnTo>
                  <a:pt x="6922" y="1439"/>
                </a:lnTo>
                <a:lnTo>
                  <a:pt x="6922" y="1438"/>
                </a:lnTo>
                <a:lnTo>
                  <a:pt x="6921" y="1438"/>
                </a:lnTo>
                <a:lnTo>
                  <a:pt x="6920" y="1438"/>
                </a:lnTo>
                <a:lnTo>
                  <a:pt x="6919" y="1437"/>
                </a:lnTo>
                <a:lnTo>
                  <a:pt x="6918" y="1437"/>
                </a:lnTo>
                <a:lnTo>
                  <a:pt x="6917" y="1436"/>
                </a:lnTo>
                <a:lnTo>
                  <a:pt x="6916" y="1436"/>
                </a:lnTo>
                <a:lnTo>
                  <a:pt x="6915" y="1435"/>
                </a:lnTo>
                <a:lnTo>
                  <a:pt x="6914" y="1435"/>
                </a:lnTo>
                <a:lnTo>
                  <a:pt x="6913" y="1434"/>
                </a:lnTo>
                <a:lnTo>
                  <a:pt x="6912" y="1434"/>
                </a:lnTo>
                <a:lnTo>
                  <a:pt x="6911" y="1434"/>
                </a:lnTo>
                <a:lnTo>
                  <a:pt x="6911" y="1433"/>
                </a:lnTo>
                <a:lnTo>
                  <a:pt x="6910" y="1433"/>
                </a:lnTo>
                <a:lnTo>
                  <a:pt x="6909" y="1433"/>
                </a:lnTo>
                <a:lnTo>
                  <a:pt x="6908" y="1432"/>
                </a:lnTo>
                <a:lnTo>
                  <a:pt x="6907" y="1432"/>
                </a:lnTo>
                <a:lnTo>
                  <a:pt x="6907" y="1431"/>
                </a:lnTo>
                <a:lnTo>
                  <a:pt x="6906" y="1431"/>
                </a:lnTo>
                <a:lnTo>
                  <a:pt x="6905" y="1431"/>
                </a:lnTo>
                <a:lnTo>
                  <a:pt x="6904" y="1430"/>
                </a:lnTo>
                <a:lnTo>
                  <a:pt x="6904" y="1433"/>
                </a:lnTo>
                <a:lnTo>
                  <a:pt x="6903" y="1433"/>
                </a:lnTo>
                <a:lnTo>
                  <a:pt x="6902" y="1433"/>
                </a:lnTo>
                <a:lnTo>
                  <a:pt x="6902" y="1432"/>
                </a:lnTo>
                <a:lnTo>
                  <a:pt x="6901" y="1432"/>
                </a:lnTo>
                <a:lnTo>
                  <a:pt x="6900" y="1431"/>
                </a:lnTo>
                <a:lnTo>
                  <a:pt x="6899" y="1431"/>
                </a:lnTo>
                <a:lnTo>
                  <a:pt x="6898" y="1431"/>
                </a:lnTo>
                <a:lnTo>
                  <a:pt x="6898" y="1430"/>
                </a:lnTo>
                <a:lnTo>
                  <a:pt x="6897" y="1430"/>
                </a:lnTo>
                <a:lnTo>
                  <a:pt x="6896" y="1430"/>
                </a:lnTo>
                <a:lnTo>
                  <a:pt x="6895" y="1429"/>
                </a:lnTo>
                <a:lnTo>
                  <a:pt x="6894" y="1429"/>
                </a:lnTo>
                <a:lnTo>
                  <a:pt x="6893" y="1428"/>
                </a:lnTo>
                <a:lnTo>
                  <a:pt x="6892" y="1428"/>
                </a:lnTo>
                <a:lnTo>
                  <a:pt x="6891" y="1427"/>
                </a:lnTo>
                <a:lnTo>
                  <a:pt x="6890" y="1427"/>
                </a:lnTo>
                <a:lnTo>
                  <a:pt x="6889" y="1426"/>
                </a:lnTo>
                <a:lnTo>
                  <a:pt x="6888" y="1426"/>
                </a:lnTo>
                <a:lnTo>
                  <a:pt x="6887" y="1426"/>
                </a:lnTo>
                <a:lnTo>
                  <a:pt x="6887" y="1425"/>
                </a:lnTo>
                <a:lnTo>
                  <a:pt x="6886" y="1425"/>
                </a:lnTo>
                <a:lnTo>
                  <a:pt x="6885" y="1425"/>
                </a:lnTo>
                <a:lnTo>
                  <a:pt x="6884" y="1424"/>
                </a:lnTo>
                <a:lnTo>
                  <a:pt x="6883" y="1424"/>
                </a:lnTo>
                <a:lnTo>
                  <a:pt x="6882" y="1423"/>
                </a:lnTo>
                <a:lnTo>
                  <a:pt x="6881" y="1423"/>
                </a:lnTo>
                <a:lnTo>
                  <a:pt x="6880" y="1422"/>
                </a:lnTo>
                <a:lnTo>
                  <a:pt x="6879" y="1422"/>
                </a:lnTo>
                <a:lnTo>
                  <a:pt x="6878" y="1422"/>
                </a:lnTo>
                <a:lnTo>
                  <a:pt x="6878" y="1421"/>
                </a:lnTo>
                <a:lnTo>
                  <a:pt x="6877" y="1421"/>
                </a:lnTo>
                <a:lnTo>
                  <a:pt x="6876" y="1421"/>
                </a:lnTo>
                <a:lnTo>
                  <a:pt x="6875" y="1420"/>
                </a:lnTo>
                <a:lnTo>
                  <a:pt x="6874" y="1420"/>
                </a:lnTo>
                <a:lnTo>
                  <a:pt x="6874" y="1419"/>
                </a:lnTo>
                <a:lnTo>
                  <a:pt x="6873" y="1419"/>
                </a:lnTo>
                <a:lnTo>
                  <a:pt x="6872" y="1419"/>
                </a:lnTo>
                <a:lnTo>
                  <a:pt x="6871" y="1418"/>
                </a:lnTo>
                <a:lnTo>
                  <a:pt x="6870" y="1418"/>
                </a:lnTo>
                <a:lnTo>
                  <a:pt x="6869" y="1417"/>
                </a:lnTo>
                <a:lnTo>
                  <a:pt x="6868" y="1417"/>
                </a:lnTo>
                <a:lnTo>
                  <a:pt x="6867" y="1417"/>
                </a:lnTo>
                <a:lnTo>
                  <a:pt x="6867" y="1416"/>
                </a:lnTo>
                <a:lnTo>
                  <a:pt x="6866" y="1416"/>
                </a:lnTo>
                <a:lnTo>
                  <a:pt x="6865" y="1416"/>
                </a:lnTo>
                <a:lnTo>
                  <a:pt x="6864" y="1415"/>
                </a:lnTo>
                <a:lnTo>
                  <a:pt x="6863" y="1415"/>
                </a:lnTo>
                <a:lnTo>
                  <a:pt x="6862" y="1414"/>
                </a:lnTo>
                <a:lnTo>
                  <a:pt x="6862" y="1417"/>
                </a:lnTo>
                <a:lnTo>
                  <a:pt x="6861" y="1417"/>
                </a:lnTo>
                <a:lnTo>
                  <a:pt x="6861" y="1416"/>
                </a:lnTo>
                <a:lnTo>
                  <a:pt x="6860" y="1416"/>
                </a:lnTo>
                <a:lnTo>
                  <a:pt x="6859" y="1416"/>
                </a:lnTo>
                <a:lnTo>
                  <a:pt x="6858" y="1415"/>
                </a:lnTo>
                <a:lnTo>
                  <a:pt x="6857" y="1415"/>
                </a:lnTo>
                <a:lnTo>
                  <a:pt x="6856" y="1414"/>
                </a:lnTo>
                <a:lnTo>
                  <a:pt x="6855" y="1414"/>
                </a:lnTo>
                <a:lnTo>
                  <a:pt x="6854" y="1413"/>
                </a:lnTo>
                <a:lnTo>
                  <a:pt x="6853" y="1413"/>
                </a:lnTo>
                <a:lnTo>
                  <a:pt x="6852" y="1413"/>
                </a:lnTo>
                <a:lnTo>
                  <a:pt x="6852" y="1412"/>
                </a:lnTo>
                <a:lnTo>
                  <a:pt x="6851" y="1412"/>
                </a:lnTo>
                <a:lnTo>
                  <a:pt x="6850" y="1412"/>
                </a:lnTo>
                <a:lnTo>
                  <a:pt x="6850" y="1411"/>
                </a:lnTo>
                <a:lnTo>
                  <a:pt x="6849" y="1411"/>
                </a:lnTo>
                <a:lnTo>
                  <a:pt x="6848" y="1411"/>
                </a:lnTo>
                <a:lnTo>
                  <a:pt x="6847" y="1410"/>
                </a:lnTo>
                <a:lnTo>
                  <a:pt x="6846" y="1410"/>
                </a:lnTo>
                <a:lnTo>
                  <a:pt x="6845" y="1409"/>
                </a:lnTo>
                <a:lnTo>
                  <a:pt x="6844" y="1409"/>
                </a:lnTo>
                <a:lnTo>
                  <a:pt x="6843" y="1408"/>
                </a:lnTo>
                <a:lnTo>
                  <a:pt x="6842" y="1408"/>
                </a:lnTo>
                <a:lnTo>
                  <a:pt x="6841" y="1408"/>
                </a:lnTo>
                <a:lnTo>
                  <a:pt x="6841" y="1407"/>
                </a:lnTo>
                <a:lnTo>
                  <a:pt x="6840" y="1407"/>
                </a:lnTo>
                <a:lnTo>
                  <a:pt x="6839" y="1407"/>
                </a:lnTo>
                <a:lnTo>
                  <a:pt x="6838" y="1406"/>
                </a:lnTo>
                <a:lnTo>
                  <a:pt x="6837" y="1406"/>
                </a:lnTo>
                <a:lnTo>
                  <a:pt x="6837" y="1405"/>
                </a:lnTo>
                <a:lnTo>
                  <a:pt x="6836" y="1405"/>
                </a:lnTo>
                <a:lnTo>
                  <a:pt x="6835" y="1405"/>
                </a:lnTo>
                <a:lnTo>
                  <a:pt x="6834" y="1404"/>
                </a:lnTo>
                <a:lnTo>
                  <a:pt x="6833" y="1404"/>
                </a:lnTo>
                <a:lnTo>
                  <a:pt x="6832" y="1403"/>
                </a:lnTo>
                <a:lnTo>
                  <a:pt x="6831" y="1403"/>
                </a:lnTo>
                <a:lnTo>
                  <a:pt x="6830" y="1403"/>
                </a:lnTo>
                <a:lnTo>
                  <a:pt x="6830" y="1402"/>
                </a:lnTo>
                <a:lnTo>
                  <a:pt x="6829" y="1402"/>
                </a:lnTo>
                <a:lnTo>
                  <a:pt x="6828" y="1402"/>
                </a:lnTo>
                <a:lnTo>
                  <a:pt x="6828" y="1401"/>
                </a:lnTo>
                <a:lnTo>
                  <a:pt x="6827" y="1401"/>
                </a:lnTo>
                <a:lnTo>
                  <a:pt x="6826" y="1401"/>
                </a:lnTo>
                <a:lnTo>
                  <a:pt x="6825" y="1400"/>
                </a:lnTo>
                <a:lnTo>
                  <a:pt x="6824" y="1400"/>
                </a:lnTo>
                <a:lnTo>
                  <a:pt x="6823" y="1399"/>
                </a:lnTo>
                <a:lnTo>
                  <a:pt x="6822" y="1399"/>
                </a:lnTo>
                <a:lnTo>
                  <a:pt x="6821" y="1399"/>
                </a:lnTo>
                <a:lnTo>
                  <a:pt x="6821" y="1398"/>
                </a:lnTo>
                <a:lnTo>
                  <a:pt x="6820" y="1398"/>
                </a:lnTo>
                <a:lnTo>
                  <a:pt x="6819" y="1398"/>
                </a:lnTo>
                <a:lnTo>
                  <a:pt x="6818" y="1397"/>
                </a:lnTo>
                <a:lnTo>
                  <a:pt x="6817" y="1397"/>
                </a:lnTo>
                <a:lnTo>
                  <a:pt x="6817" y="1396"/>
                </a:lnTo>
                <a:lnTo>
                  <a:pt x="6816" y="1396"/>
                </a:lnTo>
                <a:lnTo>
                  <a:pt x="6815" y="1396"/>
                </a:lnTo>
                <a:lnTo>
                  <a:pt x="6814" y="1395"/>
                </a:lnTo>
                <a:lnTo>
                  <a:pt x="6813" y="1395"/>
                </a:lnTo>
                <a:lnTo>
                  <a:pt x="6812" y="1394"/>
                </a:lnTo>
                <a:lnTo>
                  <a:pt x="6811" y="1394"/>
                </a:lnTo>
                <a:lnTo>
                  <a:pt x="6810" y="1394"/>
                </a:lnTo>
                <a:lnTo>
                  <a:pt x="6810" y="1393"/>
                </a:lnTo>
                <a:lnTo>
                  <a:pt x="6809" y="1393"/>
                </a:lnTo>
                <a:lnTo>
                  <a:pt x="6808" y="1393"/>
                </a:lnTo>
                <a:lnTo>
                  <a:pt x="6808" y="1392"/>
                </a:lnTo>
                <a:lnTo>
                  <a:pt x="6807" y="1392"/>
                </a:lnTo>
                <a:lnTo>
                  <a:pt x="6806" y="1392"/>
                </a:lnTo>
                <a:lnTo>
                  <a:pt x="6805" y="1391"/>
                </a:lnTo>
                <a:lnTo>
                  <a:pt x="6804" y="1391"/>
                </a:lnTo>
                <a:lnTo>
                  <a:pt x="6803" y="1390"/>
                </a:lnTo>
                <a:lnTo>
                  <a:pt x="6802" y="1390"/>
                </a:lnTo>
                <a:lnTo>
                  <a:pt x="6801" y="1390"/>
                </a:lnTo>
                <a:lnTo>
                  <a:pt x="6801" y="1389"/>
                </a:lnTo>
                <a:lnTo>
                  <a:pt x="6800" y="1389"/>
                </a:lnTo>
                <a:lnTo>
                  <a:pt x="6799" y="1388"/>
                </a:lnTo>
                <a:lnTo>
                  <a:pt x="6798" y="1388"/>
                </a:lnTo>
                <a:lnTo>
                  <a:pt x="6797" y="1388"/>
                </a:lnTo>
                <a:lnTo>
                  <a:pt x="6797" y="1387"/>
                </a:lnTo>
                <a:lnTo>
                  <a:pt x="6796" y="1387"/>
                </a:lnTo>
                <a:lnTo>
                  <a:pt x="6795" y="1387"/>
                </a:lnTo>
                <a:lnTo>
                  <a:pt x="6794" y="1386"/>
                </a:lnTo>
                <a:lnTo>
                  <a:pt x="6793" y="1386"/>
                </a:lnTo>
                <a:lnTo>
                  <a:pt x="6792" y="1385"/>
                </a:lnTo>
                <a:lnTo>
                  <a:pt x="6791" y="1385"/>
                </a:lnTo>
                <a:lnTo>
                  <a:pt x="6790" y="1384"/>
                </a:lnTo>
                <a:lnTo>
                  <a:pt x="6789" y="1384"/>
                </a:lnTo>
                <a:lnTo>
                  <a:pt x="6788" y="1384"/>
                </a:lnTo>
                <a:lnTo>
                  <a:pt x="6788" y="1383"/>
                </a:lnTo>
                <a:lnTo>
                  <a:pt x="6787" y="1383"/>
                </a:lnTo>
                <a:lnTo>
                  <a:pt x="6786" y="1383"/>
                </a:lnTo>
                <a:lnTo>
                  <a:pt x="6786" y="1382"/>
                </a:lnTo>
                <a:lnTo>
                  <a:pt x="6785" y="1382"/>
                </a:lnTo>
                <a:lnTo>
                  <a:pt x="6784" y="1382"/>
                </a:lnTo>
                <a:lnTo>
                  <a:pt x="6783" y="1381"/>
                </a:lnTo>
                <a:lnTo>
                  <a:pt x="6782" y="1381"/>
                </a:lnTo>
                <a:lnTo>
                  <a:pt x="6781" y="1381"/>
                </a:lnTo>
                <a:lnTo>
                  <a:pt x="6781" y="1380"/>
                </a:lnTo>
                <a:lnTo>
                  <a:pt x="6780" y="1380"/>
                </a:lnTo>
                <a:lnTo>
                  <a:pt x="6779" y="1379"/>
                </a:lnTo>
                <a:lnTo>
                  <a:pt x="6778" y="1379"/>
                </a:lnTo>
                <a:lnTo>
                  <a:pt x="6777" y="1379"/>
                </a:lnTo>
                <a:lnTo>
                  <a:pt x="6777" y="1378"/>
                </a:lnTo>
                <a:lnTo>
                  <a:pt x="6776" y="1378"/>
                </a:lnTo>
                <a:lnTo>
                  <a:pt x="6775" y="1378"/>
                </a:lnTo>
                <a:lnTo>
                  <a:pt x="6774" y="1377"/>
                </a:lnTo>
                <a:lnTo>
                  <a:pt x="6773" y="1377"/>
                </a:lnTo>
                <a:lnTo>
                  <a:pt x="6772" y="1376"/>
                </a:lnTo>
                <a:lnTo>
                  <a:pt x="6771" y="1376"/>
                </a:lnTo>
                <a:lnTo>
                  <a:pt x="6770" y="1375"/>
                </a:lnTo>
                <a:lnTo>
                  <a:pt x="6769" y="1375"/>
                </a:lnTo>
                <a:lnTo>
                  <a:pt x="6768" y="1375"/>
                </a:lnTo>
                <a:lnTo>
                  <a:pt x="6768" y="1374"/>
                </a:lnTo>
                <a:lnTo>
                  <a:pt x="6767" y="1374"/>
                </a:lnTo>
                <a:lnTo>
                  <a:pt x="6766" y="1374"/>
                </a:lnTo>
                <a:lnTo>
                  <a:pt x="6766" y="1373"/>
                </a:lnTo>
                <a:lnTo>
                  <a:pt x="6765" y="1373"/>
                </a:lnTo>
                <a:lnTo>
                  <a:pt x="6764" y="1373"/>
                </a:lnTo>
                <a:lnTo>
                  <a:pt x="6763" y="1372"/>
                </a:lnTo>
                <a:lnTo>
                  <a:pt x="6762" y="1372"/>
                </a:lnTo>
                <a:lnTo>
                  <a:pt x="6761" y="1371"/>
                </a:lnTo>
                <a:lnTo>
                  <a:pt x="6760" y="1371"/>
                </a:lnTo>
                <a:lnTo>
                  <a:pt x="6759" y="1370"/>
                </a:lnTo>
                <a:lnTo>
                  <a:pt x="6758" y="1370"/>
                </a:lnTo>
                <a:lnTo>
                  <a:pt x="6757" y="1370"/>
                </a:lnTo>
                <a:lnTo>
                  <a:pt x="6757" y="1369"/>
                </a:lnTo>
                <a:lnTo>
                  <a:pt x="6756" y="1369"/>
                </a:lnTo>
                <a:lnTo>
                  <a:pt x="6755" y="1369"/>
                </a:lnTo>
                <a:lnTo>
                  <a:pt x="6754" y="1368"/>
                </a:lnTo>
                <a:lnTo>
                  <a:pt x="6753" y="1368"/>
                </a:lnTo>
                <a:lnTo>
                  <a:pt x="6753" y="1367"/>
                </a:lnTo>
                <a:lnTo>
                  <a:pt x="6752" y="1367"/>
                </a:lnTo>
                <a:lnTo>
                  <a:pt x="6751" y="1367"/>
                </a:lnTo>
                <a:lnTo>
                  <a:pt x="6750" y="1366"/>
                </a:lnTo>
                <a:lnTo>
                  <a:pt x="6749" y="1366"/>
                </a:lnTo>
                <a:lnTo>
                  <a:pt x="6748" y="1366"/>
                </a:lnTo>
                <a:lnTo>
                  <a:pt x="6748" y="1365"/>
                </a:lnTo>
                <a:lnTo>
                  <a:pt x="6747" y="1365"/>
                </a:lnTo>
                <a:lnTo>
                  <a:pt x="6746" y="1365"/>
                </a:lnTo>
                <a:lnTo>
                  <a:pt x="6746" y="1364"/>
                </a:lnTo>
                <a:lnTo>
                  <a:pt x="6745" y="1364"/>
                </a:lnTo>
                <a:lnTo>
                  <a:pt x="6744" y="1364"/>
                </a:lnTo>
                <a:lnTo>
                  <a:pt x="6744" y="1363"/>
                </a:lnTo>
                <a:lnTo>
                  <a:pt x="6743" y="1363"/>
                </a:lnTo>
                <a:lnTo>
                  <a:pt x="6742" y="1363"/>
                </a:lnTo>
                <a:lnTo>
                  <a:pt x="6741" y="1362"/>
                </a:lnTo>
                <a:lnTo>
                  <a:pt x="6740" y="1362"/>
                </a:lnTo>
                <a:lnTo>
                  <a:pt x="6739" y="1361"/>
                </a:lnTo>
                <a:lnTo>
                  <a:pt x="6738" y="1361"/>
                </a:lnTo>
                <a:lnTo>
                  <a:pt x="6737" y="1361"/>
                </a:lnTo>
                <a:lnTo>
                  <a:pt x="6737" y="1360"/>
                </a:lnTo>
                <a:lnTo>
                  <a:pt x="6736" y="1360"/>
                </a:lnTo>
                <a:lnTo>
                  <a:pt x="6735" y="1360"/>
                </a:lnTo>
                <a:lnTo>
                  <a:pt x="6734" y="1359"/>
                </a:lnTo>
                <a:lnTo>
                  <a:pt x="6733" y="1359"/>
                </a:lnTo>
                <a:lnTo>
                  <a:pt x="6733" y="1358"/>
                </a:lnTo>
                <a:lnTo>
                  <a:pt x="6732" y="1358"/>
                </a:lnTo>
                <a:lnTo>
                  <a:pt x="6731" y="1358"/>
                </a:lnTo>
                <a:lnTo>
                  <a:pt x="6730" y="1357"/>
                </a:lnTo>
                <a:lnTo>
                  <a:pt x="6729" y="1357"/>
                </a:lnTo>
                <a:lnTo>
                  <a:pt x="6728" y="1357"/>
                </a:lnTo>
                <a:lnTo>
                  <a:pt x="6728" y="1356"/>
                </a:lnTo>
                <a:lnTo>
                  <a:pt x="6727" y="1356"/>
                </a:lnTo>
                <a:lnTo>
                  <a:pt x="6726" y="1356"/>
                </a:lnTo>
                <a:lnTo>
                  <a:pt x="6726" y="1355"/>
                </a:lnTo>
                <a:lnTo>
                  <a:pt x="6725" y="1355"/>
                </a:lnTo>
                <a:lnTo>
                  <a:pt x="6724" y="1355"/>
                </a:lnTo>
                <a:lnTo>
                  <a:pt x="6724" y="1354"/>
                </a:lnTo>
                <a:lnTo>
                  <a:pt x="6723" y="1354"/>
                </a:lnTo>
                <a:lnTo>
                  <a:pt x="6722" y="1354"/>
                </a:lnTo>
                <a:lnTo>
                  <a:pt x="6721" y="1353"/>
                </a:lnTo>
                <a:lnTo>
                  <a:pt x="6720" y="1353"/>
                </a:lnTo>
                <a:lnTo>
                  <a:pt x="6719" y="1352"/>
                </a:lnTo>
                <a:lnTo>
                  <a:pt x="6718" y="1352"/>
                </a:lnTo>
                <a:lnTo>
                  <a:pt x="6717" y="1352"/>
                </a:lnTo>
                <a:lnTo>
                  <a:pt x="6717" y="1351"/>
                </a:lnTo>
                <a:lnTo>
                  <a:pt x="6716" y="1351"/>
                </a:lnTo>
                <a:lnTo>
                  <a:pt x="6715" y="1350"/>
                </a:lnTo>
                <a:lnTo>
                  <a:pt x="6714" y="1350"/>
                </a:lnTo>
                <a:lnTo>
                  <a:pt x="6713" y="1350"/>
                </a:lnTo>
                <a:lnTo>
                  <a:pt x="6713" y="1349"/>
                </a:lnTo>
                <a:lnTo>
                  <a:pt x="6712" y="1349"/>
                </a:lnTo>
                <a:lnTo>
                  <a:pt x="6711" y="1349"/>
                </a:lnTo>
                <a:lnTo>
                  <a:pt x="6710" y="1348"/>
                </a:lnTo>
                <a:lnTo>
                  <a:pt x="6709" y="1348"/>
                </a:lnTo>
                <a:lnTo>
                  <a:pt x="6708" y="1347"/>
                </a:lnTo>
                <a:lnTo>
                  <a:pt x="6707" y="1347"/>
                </a:lnTo>
                <a:lnTo>
                  <a:pt x="6706" y="1346"/>
                </a:lnTo>
                <a:lnTo>
                  <a:pt x="6705" y="1346"/>
                </a:lnTo>
                <a:lnTo>
                  <a:pt x="6704" y="1346"/>
                </a:lnTo>
                <a:lnTo>
                  <a:pt x="6704" y="1345"/>
                </a:lnTo>
                <a:lnTo>
                  <a:pt x="6703" y="1345"/>
                </a:lnTo>
                <a:lnTo>
                  <a:pt x="6702" y="1345"/>
                </a:lnTo>
                <a:lnTo>
                  <a:pt x="6701" y="1344"/>
                </a:lnTo>
                <a:lnTo>
                  <a:pt x="6700" y="1344"/>
                </a:lnTo>
                <a:lnTo>
                  <a:pt x="6699" y="1343"/>
                </a:lnTo>
                <a:lnTo>
                  <a:pt x="6698" y="1343"/>
                </a:lnTo>
                <a:lnTo>
                  <a:pt x="6697" y="1343"/>
                </a:lnTo>
                <a:lnTo>
                  <a:pt x="6697" y="1342"/>
                </a:lnTo>
                <a:lnTo>
                  <a:pt x="6696" y="1342"/>
                </a:lnTo>
                <a:lnTo>
                  <a:pt x="6695" y="1341"/>
                </a:lnTo>
                <a:lnTo>
                  <a:pt x="6694" y="1341"/>
                </a:lnTo>
                <a:lnTo>
                  <a:pt x="6693" y="1341"/>
                </a:lnTo>
                <a:lnTo>
                  <a:pt x="6693" y="1340"/>
                </a:lnTo>
                <a:lnTo>
                  <a:pt x="6692" y="1340"/>
                </a:lnTo>
                <a:lnTo>
                  <a:pt x="6691" y="1340"/>
                </a:lnTo>
                <a:lnTo>
                  <a:pt x="6690" y="1339"/>
                </a:lnTo>
                <a:lnTo>
                  <a:pt x="6689" y="1339"/>
                </a:lnTo>
                <a:lnTo>
                  <a:pt x="6688" y="1338"/>
                </a:lnTo>
                <a:lnTo>
                  <a:pt x="6687" y="1338"/>
                </a:lnTo>
                <a:lnTo>
                  <a:pt x="6686" y="1337"/>
                </a:lnTo>
                <a:lnTo>
                  <a:pt x="6685" y="1337"/>
                </a:lnTo>
                <a:lnTo>
                  <a:pt x="6684" y="1337"/>
                </a:lnTo>
                <a:lnTo>
                  <a:pt x="6684" y="1336"/>
                </a:lnTo>
                <a:lnTo>
                  <a:pt x="6683" y="1336"/>
                </a:lnTo>
                <a:lnTo>
                  <a:pt x="6682" y="1336"/>
                </a:lnTo>
                <a:lnTo>
                  <a:pt x="6681" y="1335"/>
                </a:lnTo>
                <a:lnTo>
                  <a:pt x="6680" y="1335"/>
                </a:lnTo>
                <a:lnTo>
                  <a:pt x="6679" y="1334"/>
                </a:lnTo>
                <a:lnTo>
                  <a:pt x="6678" y="1334"/>
                </a:lnTo>
                <a:lnTo>
                  <a:pt x="6677" y="1333"/>
                </a:lnTo>
                <a:lnTo>
                  <a:pt x="6676" y="1333"/>
                </a:lnTo>
                <a:lnTo>
                  <a:pt x="6675" y="1332"/>
                </a:lnTo>
                <a:lnTo>
                  <a:pt x="6674" y="1332"/>
                </a:lnTo>
                <a:lnTo>
                  <a:pt x="6673" y="1332"/>
                </a:lnTo>
                <a:lnTo>
                  <a:pt x="6673" y="1331"/>
                </a:lnTo>
                <a:lnTo>
                  <a:pt x="6672" y="1331"/>
                </a:lnTo>
                <a:lnTo>
                  <a:pt x="6671" y="1331"/>
                </a:lnTo>
                <a:lnTo>
                  <a:pt x="6670" y="1330"/>
                </a:lnTo>
                <a:lnTo>
                  <a:pt x="6669" y="1330"/>
                </a:lnTo>
                <a:lnTo>
                  <a:pt x="6669" y="1329"/>
                </a:lnTo>
                <a:lnTo>
                  <a:pt x="6668" y="1329"/>
                </a:lnTo>
                <a:lnTo>
                  <a:pt x="6667" y="1329"/>
                </a:lnTo>
                <a:lnTo>
                  <a:pt x="6666" y="1328"/>
                </a:lnTo>
                <a:lnTo>
                  <a:pt x="6665" y="1328"/>
                </a:lnTo>
                <a:lnTo>
                  <a:pt x="6664" y="1328"/>
                </a:lnTo>
                <a:lnTo>
                  <a:pt x="6664" y="1327"/>
                </a:lnTo>
                <a:lnTo>
                  <a:pt x="6663" y="1327"/>
                </a:lnTo>
                <a:lnTo>
                  <a:pt x="6662" y="1327"/>
                </a:lnTo>
                <a:lnTo>
                  <a:pt x="6661" y="1326"/>
                </a:lnTo>
                <a:lnTo>
                  <a:pt x="6660" y="1326"/>
                </a:lnTo>
                <a:lnTo>
                  <a:pt x="6660" y="1325"/>
                </a:lnTo>
                <a:lnTo>
                  <a:pt x="6659" y="1325"/>
                </a:lnTo>
                <a:lnTo>
                  <a:pt x="6658" y="1325"/>
                </a:lnTo>
                <a:lnTo>
                  <a:pt x="6657" y="1324"/>
                </a:lnTo>
                <a:lnTo>
                  <a:pt x="6656" y="1324"/>
                </a:lnTo>
                <a:lnTo>
                  <a:pt x="6655" y="1323"/>
                </a:lnTo>
                <a:lnTo>
                  <a:pt x="6654" y="1323"/>
                </a:lnTo>
                <a:lnTo>
                  <a:pt x="6654" y="1325"/>
                </a:lnTo>
                <a:lnTo>
                  <a:pt x="6653" y="1324"/>
                </a:lnTo>
                <a:lnTo>
                  <a:pt x="6652" y="1324"/>
                </a:lnTo>
                <a:lnTo>
                  <a:pt x="6651" y="1323"/>
                </a:lnTo>
                <a:lnTo>
                  <a:pt x="6650" y="1323"/>
                </a:lnTo>
                <a:lnTo>
                  <a:pt x="6649" y="1323"/>
                </a:lnTo>
                <a:lnTo>
                  <a:pt x="6649" y="1322"/>
                </a:lnTo>
                <a:lnTo>
                  <a:pt x="6648" y="1322"/>
                </a:lnTo>
                <a:lnTo>
                  <a:pt x="6647" y="1322"/>
                </a:lnTo>
                <a:lnTo>
                  <a:pt x="6646" y="1321"/>
                </a:lnTo>
                <a:lnTo>
                  <a:pt x="6645" y="1321"/>
                </a:lnTo>
                <a:lnTo>
                  <a:pt x="6644" y="1320"/>
                </a:lnTo>
                <a:lnTo>
                  <a:pt x="6643" y="1320"/>
                </a:lnTo>
                <a:lnTo>
                  <a:pt x="6642" y="1319"/>
                </a:lnTo>
                <a:lnTo>
                  <a:pt x="6641" y="1319"/>
                </a:lnTo>
                <a:lnTo>
                  <a:pt x="6640" y="1319"/>
                </a:lnTo>
                <a:lnTo>
                  <a:pt x="6640" y="1318"/>
                </a:lnTo>
                <a:lnTo>
                  <a:pt x="6639" y="1318"/>
                </a:lnTo>
                <a:lnTo>
                  <a:pt x="6638" y="1318"/>
                </a:lnTo>
                <a:lnTo>
                  <a:pt x="6637" y="1317"/>
                </a:lnTo>
                <a:lnTo>
                  <a:pt x="6636" y="1317"/>
                </a:lnTo>
                <a:lnTo>
                  <a:pt x="6636" y="1316"/>
                </a:lnTo>
                <a:lnTo>
                  <a:pt x="6635" y="1316"/>
                </a:lnTo>
                <a:lnTo>
                  <a:pt x="6634" y="1316"/>
                </a:lnTo>
                <a:lnTo>
                  <a:pt x="6633" y="1315"/>
                </a:lnTo>
                <a:lnTo>
                  <a:pt x="6632" y="1315"/>
                </a:lnTo>
                <a:lnTo>
                  <a:pt x="6631" y="1314"/>
                </a:lnTo>
                <a:lnTo>
                  <a:pt x="6630" y="1314"/>
                </a:lnTo>
                <a:lnTo>
                  <a:pt x="6629" y="1314"/>
                </a:lnTo>
                <a:lnTo>
                  <a:pt x="6629" y="1313"/>
                </a:lnTo>
                <a:lnTo>
                  <a:pt x="6628" y="1313"/>
                </a:lnTo>
                <a:lnTo>
                  <a:pt x="6627" y="1313"/>
                </a:lnTo>
                <a:lnTo>
                  <a:pt x="6627" y="1312"/>
                </a:lnTo>
                <a:lnTo>
                  <a:pt x="6626" y="1312"/>
                </a:lnTo>
                <a:lnTo>
                  <a:pt x="6625" y="1312"/>
                </a:lnTo>
                <a:lnTo>
                  <a:pt x="6624" y="1311"/>
                </a:lnTo>
                <a:lnTo>
                  <a:pt x="6623" y="1311"/>
                </a:lnTo>
                <a:lnTo>
                  <a:pt x="6622" y="1310"/>
                </a:lnTo>
                <a:lnTo>
                  <a:pt x="6621" y="1310"/>
                </a:lnTo>
                <a:lnTo>
                  <a:pt x="6620" y="1310"/>
                </a:lnTo>
                <a:lnTo>
                  <a:pt x="6620" y="1309"/>
                </a:lnTo>
                <a:lnTo>
                  <a:pt x="6619" y="1309"/>
                </a:lnTo>
                <a:lnTo>
                  <a:pt x="6618" y="1308"/>
                </a:lnTo>
                <a:lnTo>
                  <a:pt x="6617" y="1308"/>
                </a:lnTo>
                <a:lnTo>
                  <a:pt x="6616" y="1309"/>
                </a:lnTo>
                <a:lnTo>
                  <a:pt x="6615" y="1309"/>
                </a:lnTo>
                <a:lnTo>
                  <a:pt x="6614" y="1309"/>
                </a:lnTo>
                <a:lnTo>
                  <a:pt x="6614" y="1308"/>
                </a:lnTo>
                <a:lnTo>
                  <a:pt x="6613" y="1308"/>
                </a:lnTo>
                <a:lnTo>
                  <a:pt x="6612" y="1308"/>
                </a:lnTo>
                <a:lnTo>
                  <a:pt x="6612" y="1307"/>
                </a:lnTo>
                <a:lnTo>
                  <a:pt x="6611" y="1307"/>
                </a:lnTo>
                <a:lnTo>
                  <a:pt x="6610" y="1307"/>
                </a:lnTo>
                <a:lnTo>
                  <a:pt x="6610" y="1306"/>
                </a:lnTo>
                <a:lnTo>
                  <a:pt x="6609" y="1306"/>
                </a:lnTo>
                <a:lnTo>
                  <a:pt x="6608" y="1306"/>
                </a:lnTo>
                <a:lnTo>
                  <a:pt x="6607" y="1305"/>
                </a:lnTo>
                <a:lnTo>
                  <a:pt x="6606" y="1305"/>
                </a:lnTo>
                <a:lnTo>
                  <a:pt x="6605" y="1304"/>
                </a:lnTo>
                <a:lnTo>
                  <a:pt x="6604" y="1304"/>
                </a:lnTo>
                <a:lnTo>
                  <a:pt x="6603" y="1304"/>
                </a:lnTo>
                <a:lnTo>
                  <a:pt x="6603" y="1303"/>
                </a:lnTo>
                <a:lnTo>
                  <a:pt x="6602" y="1303"/>
                </a:lnTo>
                <a:lnTo>
                  <a:pt x="6601" y="1303"/>
                </a:lnTo>
                <a:lnTo>
                  <a:pt x="6600" y="1302"/>
                </a:lnTo>
                <a:lnTo>
                  <a:pt x="6599" y="1302"/>
                </a:lnTo>
                <a:lnTo>
                  <a:pt x="6599" y="1301"/>
                </a:lnTo>
                <a:lnTo>
                  <a:pt x="6598" y="1301"/>
                </a:lnTo>
                <a:lnTo>
                  <a:pt x="6597" y="1301"/>
                </a:lnTo>
                <a:lnTo>
                  <a:pt x="6596" y="1300"/>
                </a:lnTo>
                <a:lnTo>
                  <a:pt x="6595" y="1300"/>
                </a:lnTo>
                <a:lnTo>
                  <a:pt x="6594" y="1299"/>
                </a:lnTo>
                <a:lnTo>
                  <a:pt x="6593" y="1299"/>
                </a:lnTo>
                <a:lnTo>
                  <a:pt x="6592" y="1299"/>
                </a:lnTo>
                <a:lnTo>
                  <a:pt x="6592" y="1298"/>
                </a:lnTo>
                <a:lnTo>
                  <a:pt x="6591" y="1298"/>
                </a:lnTo>
                <a:lnTo>
                  <a:pt x="6590" y="1298"/>
                </a:lnTo>
                <a:lnTo>
                  <a:pt x="6590" y="1297"/>
                </a:lnTo>
                <a:lnTo>
                  <a:pt x="6589" y="1297"/>
                </a:lnTo>
                <a:lnTo>
                  <a:pt x="6588" y="1297"/>
                </a:lnTo>
                <a:lnTo>
                  <a:pt x="6587" y="1296"/>
                </a:lnTo>
                <a:lnTo>
                  <a:pt x="6586" y="1296"/>
                </a:lnTo>
                <a:lnTo>
                  <a:pt x="6585" y="1295"/>
                </a:lnTo>
                <a:lnTo>
                  <a:pt x="6584" y="1295"/>
                </a:lnTo>
                <a:lnTo>
                  <a:pt x="6583" y="1295"/>
                </a:lnTo>
                <a:lnTo>
                  <a:pt x="6583" y="1294"/>
                </a:lnTo>
                <a:lnTo>
                  <a:pt x="6582" y="1294"/>
                </a:lnTo>
                <a:lnTo>
                  <a:pt x="6581" y="1293"/>
                </a:lnTo>
                <a:lnTo>
                  <a:pt x="6580" y="1293"/>
                </a:lnTo>
                <a:lnTo>
                  <a:pt x="6579" y="1293"/>
                </a:lnTo>
                <a:lnTo>
                  <a:pt x="6579" y="1292"/>
                </a:lnTo>
                <a:lnTo>
                  <a:pt x="6578" y="1292"/>
                </a:lnTo>
                <a:lnTo>
                  <a:pt x="6577" y="1292"/>
                </a:lnTo>
                <a:lnTo>
                  <a:pt x="6576" y="1291"/>
                </a:lnTo>
                <a:lnTo>
                  <a:pt x="6575" y="1291"/>
                </a:lnTo>
                <a:lnTo>
                  <a:pt x="6574" y="1290"/>
                </a:lnTo>
                <a:lnTo>
                  <a:pt x="6573" y="1290"/>
                </a:lnTo>
                <a:lnTo>
                  <a:pt x="6572" y="1289"/>
                </a:lnTo>
                <a:lnTo>
                  <a:pt x="6571" y="1289"/>
                </a:lnTo>
                <a:lnTo>
                  <a:pt x="6570" y="1289"/>
                </a:lnTo>
                <a:lnTo>
                  <a:pt x="6570" y="1288"/>
                </a:lnTo>
                <a:lnTo>
                  <a:pt x="6569" y="1288"/>
                </a:lnTo>
                <a:lnTo>
                  <a:pt x="6568" y="1288"/>
                </a:lnTo>
                <a:lnTo>
                  <a:pt x="6567" y="1287"/>
                </a:lnTo>
                <a:lnTo>
                  <a:pt x="6566" y="1287"/>
                </a:lnTo>
                <a:lnTo>
                  <a:pt x="6565" y="1286"/>
                </a:lnTo>
                <a:lnTo>
                  <a:pt x="6564" y="1286"/>
                </a:lnTo>
                <a:lnTo>
                  <a:pt x="6563" y="1286"/>
                </a:lnTo>
                <a:lnTo>
                  <a:pt x="6563" y="1285"/>
                </a:lnTo>
                <a:lnTo>
                  <a:pt x="6562" y="1285"/>
                </a:lnTo>
                <a:lnTo>
                  <a:pt x="6561" y="1284"/>
                </a:lnTo>
                <a:lnTo>
                  <a:pt x="6560" y="1284"/>
                </a:lnTo>
                <a:lnTo>
                  <a:pt x="6559" y="1284"/>
                </a:lnTo>
                <a:lnTo>
                  <a:pt x="6559" y="1283"/>
                </a:lnTo>
                <a:lnTo>
                  <a:pt x="6558" y="1283"/>
                </a:lnTo>
                <a:lnTo>
                  <a:pt x="6557" y="1283"/>
                </a:lnTo>
                <a:lnTo>
                  <a:pt x="6556" y="1282"/>
                </a:lnTo>
                <a:lnTo>
                  <a:pt x="6555" y="1282"/>
                </a:lnTo>
                <a:lnTo>
                  <a:pt x="6554" y="1281"/>
                </a:lnTo>
                <a:lnTo>
                  <a:pt x="6553" y="1281"/>
                </a:lnTo>
                <a:lnTo>
                  <a:pt x="6552" y="1280"/>
                </a:lnTo>
                <a:lnTo>
                  <a:pt x="6551" y="1280"/>
                </a:lnTo>
                <a:lnTo>
                  <a:pt x="6550" y="1280"/>
                </a:lnTo>
                <a:lnTo>
                  <a:pt x="6550" y="1279"/>
                </a:lnTo>
                <a:lnTo>
                  <a:pt x="6549" y="1279"/>
                </a:lnTo>
                <a:lnTo>
                  <a:pt x="6548" y="1279"/>
                </a:lnTo>
                <a:lnTo>
                  <a:pt x="6547" y="1278"/>
                </a:lnTo>
                <a:lnTo>
                  <a:pt x="6546" y="1278"/>
                </a:lnTo>
                <a:lnTo>
                  <a:pt x="6545" y="1277"/>
                </a:lnTo>
                <a:lnTo>
                  <a:pt x="6544" y="1277"/>
                </a:lnTo>
                <a:lnTo>
                  <a:pt x="6543" y="1276"/>
                </a:lnTo>
                <a:lnTo>
                  <a:pt x="6542" y="1276"/>
                </a:lnTo>
                <a:lnTo>
                  <a:pt x="6541" y="1275"/>
                </a:lnTo>
                <a:lnTo>
                  <a:pt x="6540" y="1275"/>
                </a:lnTo>
                <a:lnTo>
                  <a:pt x="6539" y="1275"/>
                </a:lnTo>
                <a:lnTo>
                  <a:pt x="6539" y="1274"/>
                </a:lnTo>
                <a:lnTo>
                  <a:pt x="6538" y="1274"/>
                </a:lnTo>
                <a:lnTo>
                  <a:pt x="6537" y="1274"/>
                </a:lnTo>
                <a:lnTo>
                  <a:pt x="6536" y="1273"/>
                </a:lnTo>
                <a:lnTo>
                  <a:pt x="6535" y="1273"/>
                </a:lnTo>
                <a:lnTo>
                  <a:pt x="6535" y="1272"/>
                </a:lnTo>
                <a:lnTo>
                  <a:pt x="6534" y="1272"/>
                </a:lnTo>
                <a:lnTo>
                  <a:pt x="6533" y="1272"/>
                </a:lnTo>
                <a:lnTo>
                  <a:pt x="6532" y="1271"/>
                </a:lnTo>
                <a:lnTo>
                  <a:pt x="6531" y="1271"/>
                </a:lnTo>
                <a:lnTo>
                  <a:pt x="6530" y="1271"/>
                </a:lnTo>
                <a:lnTo>
                  <a:pt x="6530" y="1270"/>
                </a:lnTo>
                <a:lnTo>
                  <a:pt x="6529" y="1270"/>
                </a:lnTo>
                <a:lnTo>
                  <a:pt x="6528" y="1270"/>
                </a:lnTo>
                <a:lnTo>
                  <a:pt x="6528" y="1269"/>
                </a:lnTo>
                <a:lnTo>
                  <a:pt x="6527" y="1269"/>
                </a:lnTo>
                <a:lnTo>
                  <a:pt x="6526" y="1269"/>
                </a:lnTo>
                <a:lnTo>
                  <a:pt x="6526" y="1268"/>
                </a:lnTo>
                <a:lnTo>
                  <a:pt x="6525" y="1268"/>
                </a:lnTo>
                <a:lnTo>
                  <a:pt x="6524" y="1268"/>
                </a:lnTo>
                <a:lnTo>
                  <a:pt x="6523" y="1267"/>
                </a:lnTo>
                <a:lnTo>
                  <a:pt x="6522" y="1267"/>
                </a:lnTo>
                <a:lnTo>
                  <a:pt x="6521" y="1266"/>
                </a:lnTo>
                <a:lnTo>
                  <a:pt x="6520" y="1266"/>
                </a:lnTo>
                <a:lnTo>
                  <a:pt x="6519" y="1266"/>
                </a:lnTo>
                <a:lnTo>
                  <a:pt x="6519" y="1265"/>
                </a:lnTo>
                <a:lnTo>
                  <a:pt x="6518" y="1265"/>
                </a:lnTo>
                <a:lnTo>
                  <a:pt x="6517" y="1265"/>
                </a:lnTo>
                <a:lnTo>
                  <a:pt x="6516" y="1264"/>
                </a:lnTo>
                <a:lnTo>
                  <a:pt x="6515" y="1264"/>
                </a:lnTo>
                <a:lnTo>
                  <a:pt x="6515" y="1263"/>
                </a:lnTo>
                <a:lnTo>
                  <a:pt x="6514" y="1263"/>
                </a:lnTo>
                <a:lnTo>
                  <a:pt x="6513" y="1263"/>
                </a:lnTo>
                <a:lnTo>
                  <a:pt x="6512" y="1262"/>
                </a:lnTo>
                <a:lnTo>
                  <a:pt x="6511" y="1262"/>
                </a:lnTo>
                <a:lnTo>
                  <a:pt x="6510" y="1262"/>
                </a:lnTo>
                <a:lnTo>
                  <a:pt x="6510" y="1261"/>
                </a:lnTo>
                <a:lnTo>
                  <a:pt x="6509" y="1261"/>
                </a:lnTo>
                <a:lnTo>
                  <a:pt x="6508" y="1261"/>
                </a:lnTo>
                <a:lnTo>
                  <a:pt x="6508" y="1260"/>
                </a:lnTo>
                <a:lnTo>
                  <a:pt x="6507" y="1260"/>
                </a:lnTo>
                <a:lnTo>
                  <a:pt x="6506" y="1260"/>
                </a:lnTo>
                <a:lnTo>
                  <a:pt x="6506" y="1259"/>
                </a:lnTo>
                <a:lnTo>
                  <a:pt x="6505" y="1259"/>
                </a:lnTo>
                <a:lnTo>
                  <a:pt x="6504" y="1259"/>
                </a:lnTo>
                <a:lnTo>
                  <a:pt x="6503" y="1258"/>
                </a:lnTo>
                <a:lnTo>
                  <a:pt x="6502" y="1258"/>
                </a:lnTo>
                <a:lnTo>
                  <a:pt x="6501" y="1257"/>
                </a:lnTo>
                <a:lnTo>
                  <a:pt x="6500" y="1257"/>
                </a:lnTo>
                <a:lnTo>
                  <a:pt x="6499" y="1257"/>
                </a:lnTo>
                <a:lnTo>
                  <a:pt x="6499" y="1256"/>
                </a:lnTo>
                <a:lnTo>
                  <a:pt x="6498" y="1256"/>
                </a:lnTo>
                <a:lnTo>
                  <a:pt x="6497" y="1255"/>
                </a:lnTo>
                <a:lnTo>
                  <a:pt x="6496" y="1255"/>
                </a:lnTo>
                <a:lnTo>
                  <a:pt x="6495" y="1255"/>
                </a:lnTo>
                <a:lnTo>
                  <a:pt x="6495" y="1254"/>
                </a:lnTo>
                <a:lnTo>
                  <a:pt x="6494" y="1254"/>
                </a:lnTo>
                <a:lnTo>
                  <a:pt x="6493" y="1254"/>
                </a:lnTo>
                <a:lnTo>
                  <a:pt x="6492" y="1253"/>
                </a:lnTo>
                <a:lnTo>
                  <a:pt x="6491" y="1253"/>
                </a:lnTo>
                <a:lnTo>
                  <a:pt x="6490" y="1253"/>
                </a:lnTo>
                <a:lnTo>
                  <a:pt x="6490" y="1252"/>
                </a:lnTo>
                <a:lnTo>
                  <a:pt x="6489" y="1252"/>
                </a:lnTo>
                <a:lnTo>
                  <a:pt x="6488" y="1251"/>
                </a:lnTo>
                <a:lnTo>
                  <a:pt x="6487" y="1251"/>
                </a:lnTo>
                <a:lnTo>
                  <a:pt x="6486" y="1251"/>
                </a:lnTo>
                <a:lnTo>
                  <a:pt x="6486" y="1250"/>
                </a:lnTo>
                <a:lnTo>
                  <a:pt x="6485" y="1250"/>
                </a:lnTo>
                <a:lnTo>
                  <a:pt x="6484" y="1250"/>
                </a:lnTo>
                <a:lnTo>
                  <a:pt x="6483" y="1249"/>
                </a:lnTo>
                <a:lnTo>
                  <a:pt x="6482" y="1249"/>
                </a:lnTo>
                <a:lnTo>
                  <a:pt x="6481" y="1248"/>
                </a:lnTo>
                <a:lnTo>
                  <a:pt x="6480" y="1248"/>
                </a:lnTo>
                <a:lnTo>
                  <a:pt x="6479" y="1248"/>
                </a:lnTo>
                <a:lnTo>
                  <a:pt x="6479" y="1247"/>
                </a:lnTo>
                <a:lnTo>
                  <a:pt x="6478" y="1247"/>
                </a:lnTo>
                <a:lnTo>
                  <a:pt x="6477" y="1246"/>
                </a:lnTo>
                <a:lnTo>
                  <a:pt x="6476" y="1246"/>
                </a:lnTo>
                <a:lnTo>
                  <a:pt x="6475" y="1246"/>
                </a:lnTo>
                <a:lnTo>
                  <a:pt x="6475" y="1245"/>
                </a:lnTo>
                <a:lnTo>
                  <a:pt x="6474" y="1245"/>
                </a:lnTo>
                <a:lnTo>
                  <a:pt x="6473" y="1245"/>
                </a:lnTo>
                <a:lnTo>
                  <a:pt x="6472" y="1244"/>
                </a:lnTo>
                <a:lnTo>
                  <a:pt x="6471" y="1244"/>
                </a:lnTo>
                <a:lnTo>
                  <a:pt x="6470" y="1243"/>
                </a:lnTo>
                <a:lnTo>
                  <a:pt x="6469" y="1243"/>
                </a:lnTo>
                <a:lnTo>
                  <a:pt x="6468" y="1243"/>
                </a:lnTo>
                <a:lnTo>
                  <a:pt x="6467" y="1243"/>
                </a:lnTo>
                <a:lnTo>
                  <a:pt x="6466" y="1243"/>
                </a:lnTo>
                <a:lnTo>
                  <a:pt x="6466" y="1242"/>
                </a:lnTo>
                <a:lnTo>
                  <a:pt x="6465" y="1242"/>
                </a:lnTo>
                <a:lnTo>
                  <a:pt x="6464" y="1242"/>
                </a:lnTo>
                <a:lnTo>
                  <a:pt x="6463" y="1241"/>
                </a:lnTo>
                <a:lnTo>
                  <a:pt x="6462" y="1241"/>
                </a:lnTo>
                <a:lnTo>
                  <a:pt x="6461" y="1240"/>
                </a:lnTo>
                <a:lnTo>
                  <a:pt x="6460" y="1240"/>
                </a:lnTo>
                <a:lnTo>
                  <a:pt x="6459" y="1239"/>
                </a:lnTo>
                <a:lnTo>
                  <a:pt x="6458" y="1239"/>
                </a:lnTo>
                <a:lnTo>
                  <a:pt x="6457" y="1238"/>
                </a:lnTo>
                <a:lnTo>
                  <a:pt x="6456" y="1238"/>
                </a:lnTo>
                <a:lnTo>
                  <a:pt x="6455" y="1238"/>
                </a:lnTo>
                <a:lnTo>
                  <a:pt x="6455" y="1237"/>
                </a:lnTo>
                <a:lnTo>
                  <a:pt x="6454" y="1237"/>
                </a:lnTo>
                <a:lnTo>
                  <a:pt x="6453" y="1237"/>
                </a:lnTo>
                <a:lnTo>
                  <a:pt x="6452" y="1236"/>
                </a:lnTo>
                <a:lnTo>
                  <a:pt x="6451" y="1236"/>
                </a:lnTo>
                <a:lnTo>
                  <a:pt x="6450" y="1235"/>
                </a:lnTo>
                <a:lnTo>
                  <a:pt x="6449" y="1235"/>
                </a:lnTo>
                <a:lnTo>
                  <a:pt x="6448" y="1234"/>
                </a:lnTo>
                <a:lnTo>
                  <a:pt x="6447" y="1234"/>
                </a:lnTo>
                <a:lnTo>
                  <a:pt x="6446" y="1234"/>
                </a:lnTo>
                <a:lnTo>
                  <a:pt x="6446" y="1233"/>
                </a:lnTo>
                <a:lnTo>
                  <a:pt x="6445" y="1233"/>
                </a:lnTo>
                <a:lnTo>
                  <a:pt x="6444" y="1233"/>
                </a:lnTo>
                <a:lnTo>
                  <a:pt x="6443" y="1232"/>
                </a:lnTo>
                <a:lnTo>
                  <a:pt x="6442" y="1232"/>
                </a:lnTo>
                <a:lnTo>
                  <a:pt x="6441" y="1231"/>
                </a:lnTo>
                <a:lnTo>
                  <a:pt x="6440" y="1231"/>
                </a:lnTo>
                <a:lnTo>
                  <a:pt x="6439" y="1230"/>
                </a:lnTo>
                <a:lnTo>
                  <a:pt x="6438" y="1230"/>
                </a:lnTo>
                <a:lnTo>
                  <a:pt x="6437" y="1229"/>
                </a:lnTo>
                <a:lnTo>
                  <a:pt x="6436" y="1229"/>
                </a:lnTo>
                <a:lnTo>
                  <a:pt x="6435" y="1229"/>
                </a:lnTo>
                <a:lnTo>
                  <a:pt x="6435" y="1228"/>
                </a:lnTo>
                <a:lnTo>
                  <a:pt x="6434" y="1228"/>
                </a:lnTo>
                <a:lnTo>
                  <a:pt x="6433" y="1228"/>
                </a:lnTo>
                <a:lnTo>
                  <a:pt x="6432" y="1227"/>
                </a:lnTo>
                <a:lnTo>
                  <a:pt x="6431" y="1227"/>
                </a:lnTo>
                <a:lnTo>
                  <a:pt x="6431" y="1226"/>
                </a:lnTo>
                <a:lnTo>
                  <a:pt x="6430" y="1226"/>
                </a:lnTo>
                <a:lnTo>
                  <a:pt x="6429" y="1226"/>
                </a:lnTo>
                <a:lnTo>
                  <a:pt x="6428" y="1225"/>
                </a:lnTo>
                <a:lnTo>
                  <a:pt x="6427" y="1225"/>
                </a:lnTo>
                <a:lnTo>
                  <a:pt x="6426" y="1225"/>
                </a:lnTo>
                <a:lnTo>
                  <a:pt x="6426" y="1224"/>
                </a:lnTo>
                <a:lnTo>
                  <a:pt x="6425" y="1224"/>
                </a:lnTo>
                <a:lnTo>
                  <a:pt x="6424" y="1224"/>
                </a:lnTo>
                <a:lnTo>
                  <a:pt x="6423" y="1223"/>
                </a:lnTo>
                <a:lnTo>
                  <a:pt x="6422" y="1223"/>
                </a:lnTo>
                <a:lnTo>
                  <a:pt x="6422" y="1222"/>
                </a:lnTo>
                <a:lnTo>
                  <a:pt x="6421" y="1222"/>
                </a:lnTo>
                <a:lnTo>
                  <a:pt x="6420" y="1222"/>
                </a:lnTo>
                <a:lnTo>
                  <a:pt x="6419" y="1221"/>
                </a:lnTo>
                <a:lnTo>
                  <a:pt x="6418" y="1221"/>
                </a:lnTo>
                <a:lnTo>
                  <a:pt x="6417" y="1220"/>
                </a:lnTo>
                <a:lnTo>
                  <a:pt x="6416" y="1220"/>
                </a:lnTo>
                <a:lnTo>
                  <a:pt x="6415" y="1220"/>
                </a:lnTo>
                <a:lnTo>
                  <a:pt x="6415" y="1219"/>
                </a:lnTo>
                <a:lnTo>
                  <a:pt x="6414" y="1219"/>
                </a:lnTo>
                <a:lnTo>
                  <a:pt x="6413" y="1219"/>
                </a:lnTo>
                <a:lnTo>
                  <a:pt x="6412" y="1218"/>
                </a:lnTo>
                <a:lnTo>
                  <a:pt x="6411" y="1218"/>
                </a:lnTo>
                <a:lnTo>
                  <a:pt x="6411" y="1217"/>
                </a:lnTo>
                <a:lnTo>
                  <a:pt x="6410" y="1217"/>
                </a:lnTo>
                <a:lnTo>
                  <a:pt x="6409" y="1217"/>
                </a:lnTo>
                <a:lnTo>
                  <a:pt x="6408" y="1216"/>
                </a:lnTo>
                <a:lnTo>
                  <a:pt x="6407" y="1216"/>
                </a:lnTo>
                <a:lnTo>
                  <a:pt x="6406" y="1216"/>
                </a:lnTo>
                <a:lnTo>
                  <a:pt x="6406" y="1215"/>
                </a:lnTo>
                <a:lnTo>
                  <a:pt x="6405" y="1215"/>
                </a:lnTo>
                <a:lnTo>
                  <a:pt x="6404" y="1215"/>
                </a:lnTo>
                <a:lnTo>
                  <a:pt x="6404" y="1214"/>
                </a:lnTo>
                <a:lnTo>
                  <a:pt x="6403" y="1214"/>
                </a:lnTo>
                <a:lnTo>
                  <a:pt x="6402" y="1214"/>
                </a:lnTo>
                <a:lnTo>
                  <a:pt x="6402" y="1213"/>
                </a:lnTo>
                <a:lnTo>
                  <a:pt x="6401" y="1213"/>
                </a:lnTo>
                <a:lnTo>
                  <a:pt x="6400" y="1213"/>
                </a:lnTo>
                <a:lnTo>
                  <a:pt x="6399" y="1212"/>
                </a:lnTo>
                <a:lnTo>
                  <a:pt x="6398" y="1212"/>
                </a:lnTo>
                <a:lnTo>
                  <a:pt x="6397" y="1211"/>
                </a:lnTo>
                <a:lnTo>
                  <a:pt x="6396" y="1211"/>
                </a:lnTo>
                <a:lnTo>
                  <a:pt x="6395" y="1211"/>
                </a:lnTo>
                <a:lnTo>
                  <a:pt x="6395" y="1210"/>
                </a:lnTo>
                <a:lnTo>
                  <a:pt x="6394" y="1210"/>
                </a:lnTo>
                <a:lnTo>
                  <a:pt x="6393" y="1209"/>
                </a:lnTo>
                <a:lnTo>
                  <a:pt x="6392" y="1209"/>
                </a:lnTo>
                <a:lnTo>
                  <a:pt x="6391" y="1209"/>
                </a:lnTo>
                <a:lnTo>
                  <a:pt x="6391" y="1208"/>
                </a:lnTo>
                <a:lnTo>
                  <a:pt x="6390" y="1208"/>
                </a:lnTo>
                <a:lnTo>
                  <a:pt x="6389" y="1208"/>
                </a:lnTo>
                <a:lnTo>
                  <a:pt x="6388" y="1207"/>
                </a:lnTo>
                <a:lnTo>
                  <a:pt x="6387" y="1207"/>
                </a:lnTo>
                <a:lnTo>
                  <a:pt x="6386" y="1207"/>
                </a:lnTo>
                <a:lnTo>
                  <a:pt x="6386" y="1206"/>
                </a:lnTo>
                <a:lnTo>
                  <a:pt x="6385" y="1206"/>
                </a:lnTo>
                <a:lnTo>
                  <a:pt x="6384" y="1205"/>
                </a:lnTo>
                <a:lnTo>
                  <a:pt x="6383" y="1205"/>
                </a:lnTo>
                <a:lnTo>
                  <a:pt x="6382" y="1205"/>
                </a:lnTo>
                <a:lnTo>
                  <a:pt x="6382" y="1204"/>
                </a:lnTo>
                <a:lnTo>
                  <a:pt x="6381" y="1204"/>
                </a:lnTo>
                <a:lnTo>
                  <a:pt x="6380" y="1204"/>
                </a:lnTo>
                <a:lnTo>
                  <a:pt x="6379" y="1203"/>
                </a:lnTo>
                <a:lnTo>
                  <a:pt x="6378" y="1203"/>
                </a:lnTo>
                <a:lnTo>
                  <a:pt x="6377" y="1202"/>
                </a:lnTo>
                <a:lnTo>
                  <a:pt x="6376" y="1202"/>
                </a:lnTo>
                <a:lnTo>
                  <a:pt x="6375" y="1201"/>
                </a:lnTo>
                <a:lnTo>
                  <a:pt x="6374" y="1201"/>
                </a:lnTo>
                <a:lnTo>
                  <a:pt x="6373" y="1200"/>
                </a:lnTo>
                <a:lnTo>
                  <a:pt x="6372" y="1200"/>
                </a:lnTo>
                <a:lnTo>
                  <a:pt x="6371" y="1200"/>
                </a:lnTo>
                <a:lnTo>
                  <a:pt x="6371" y="1199"/>
                </a:lnTo>
                <a:lnTo>
                  <a:pt x="6370" y="1199"/>
                </a:lnTo>
                <a:lnTo>
                  <a:pt x="6369" y="1199"/>
                </a:lnTo>
                <a:lnTo>
                  <a:pt x="6368" y="1198"/>
                </a:lnTo>
                <a:lnTo>
                  <a:pt x="6368" y="1199"/>
                </a:lnTo>
                <a:lnTo>
                  <a:pt x="6367" y="1198"/>
                </a:lnTo>
                <a:lnTo>
                  <a:pt x="6366" y="1198"/>
                </a:lnTo>
                <a:lnTo>
                  <a:pt x="6365" y="1198"/>
                </a:lnTo>
                <a:lnTo>
                  <a:pt x="6365" y="1197"/>
                </a:lnTo>
                <a:lnTo>
                  <a:pt x="6364" y="1197"/>
                </a:lnTo>
                <a:lnTo>
                  <a:pt x="6363" y="1197"/>
                </a:lnTo>
                <a:lnTo>
                  <a:pt x="6362" y="1196"/>
                </a:lnTo>
                <a:lnTo>
                  <a:pt x="6361" y="1196"/>
                </a:lnTo>
                <a:lnTo>
                  <a:pt x="6361" y="1195"/>
                </a:lnTo>
                <a:lnTo>
                  <a:pt x="6360" y="1195"/>
                </a:lnTo>
                <a:lnTo>
                  <a:pt x="6359" y="1195"/>
                </a:lnTo>
                <a:lnTo>
                  <a:pt x="6358" y="1194"/>
                </a:lnTo>
                <a:lnTo>
                  <a:pt x="6357" y="1194"/>
                </a:lnTo>
                <a:lnTo>
                  <a:pt x="6356" y="1194"/>
                </a:lnTo>
                <a:lnTo>
                  <a:pt x="6356" y="1193"/>
                </a:lnTo>
                <a:lnTo>
                  <a:pt x="6355" y="1193"/>
                </a:lnTo>
                <a:lnTo>
                  <a:pt x="6354" y="1193"/>
                </a:lnTo>
                <a:lnTo>
                  <a:pt x="6354" y="1192"/>
                </a:lnTo>
                <a:lnTo>
                  <a:pt x="6353" y="1192"/>
                </a:lnTo>
                <a:lnTo>
                  <a:pt x="6352" y="1192"/>
                </a:lnTo>
                <a:lnTo>
                  <a:pt x="6351" y="1191"/>
                </a:lnTo>
                <a:lnTo>
                  <a:pt x="6350" y="1191"/>
                </a:lnTo>
                <a:lnTo>
                  <a:pt x="6349" y="1190"/>
                </a:lnTo>
                <a:lnTo>
                  <a:pt x="6348" y="1190"/>
                </a:lnTo>
                <a:lnTo>
                  <a:pt x="6347" y="1189"/>
                </a:lnTo>
                <a:lnTo>
                  <a:pt x="6346" y="1189"/>
                </a:lnTo>
                <a:lnTo>
                  <a:pt x="6345" y="1189"/>
                </a:lnTo>
                <a:lnTo>
                  <a:pt x="6345" y="1188"/>
                </a:lnTo>
                <a:lnTo>
                  <a:pt x="6344" y="1188"/>
                </a:lnTo>
                <a:lnTo>
                  <a:pt x="6343" y="1188"/>
                </a:lnTo>
                <a:lnTo>
                  <a:pt x="6342" y="1187"/>
                </a:lnTo>
                <a:lnTo>
                  <a:pt x="6341" y="1187"/>
                </a:lnTo>
                <a:lnTo>
                  <a:pt x="6341" y="1186"/>
                </a:lnTo>
                <a:lnTo>
                  <a:pt x="6340" y="1186"/>
                </a:lnTo>
                <a:lnTo>
                  <a:pt x="6339" y="1186"/>
                </a:lnTo>
                <a:lnTo>
                  <a:pt x="6338" y="1185"/>
                </a:lnTo>
                <a:lnTo>
                  <a:pt x="6337" y="1185"/>
                </a:lnTo>
                <a:lnTo>
                  <a:pt x="6336" y="1184"/>
                </a:lnTo>
                <a:lnTo>
                  <a:pt x="6335" y="1184"/>
                </a:lnTo>
                <a:lnTo>
                  <a:pt x="6334" y="1184"/>
                </a:lnTo>
                <a:lnTo>
                  <a:pt x="6334" y="1183"/>
                </a:lnTo>
                <a:lnTo>
                  <a:pt x="6333" y="1183"/>
                </a:lnTo>
                <a:lnTo>
                  <a:pt x="6332" y="1183"/>
                </a:lnTo>
                <a:lnTo>
                  <a:pt x="6332" y="1182"/>
                </a:lnTo>
                <a:lnTo>
                  <a:pt x="6331" y="1182"/>
                </a:lnTo>
                <a:lnTo>
                  <a:pt x="6330" y="1182"/>
                </a:lnTo>
                <a:lnTo>
                  <a:pt x="6329" y="1181"/>
                </a:lnTo>
                <a:lnTo>
                  <a:pt x="6328" y="1181"/>
                </a:lnTo>
                <a:lnTo>
                  <a:pt x="6327" y="1180"/>
                </a:lnTo>
                <a:lnTo>
                  <a:pt x="6326" y="1180"/>
                </a:lnTo>
                <a:lnTo>
                  <a:pt x="6325" y="1180"/>
                </a:lnTo>
                <a:lnTo>
                  <a:pt x="6325" y="1179"/>
                </a:lnTo>
                <a:lnTo>
                  <a:pt x="6324" y="1179"/>
                </a:lnTo>
                <a:lnTo>
                  <a:pt x="6323" y="1178"/>
                </a:lnTo>
                <a:lnTo>
                  <a:pt x="6322" y="1179"/>
                </a:lnTo>
                <a:lnTo>
                  <a:pt x="6322" y="1178"/>
                </a:lnTo>
                <a:lnTo>
                  <a:pt x="6321" y="1178"/>
                </a:lnTo>
                <a:lnTo>
                  <a:pt x="6320" y="1178"/>
                </a:lnTo>
                <a:lnTo>
                  <a:pt x="6319" y="1177"/>
                </a:lnTo>
                <a:lnTo>
                  <a:pt x="6318" y="1177"/>
                </a:lnTo>
                <a:lnTo>
                  <a:pt x="6317" y="1176"/>
                </a:lnTo>
                <a:lnTo>
                  <a:pt x="6316" y="1176"/>
                </a:lnTo>
                <a:lnTo>
                  <a:pt x="6315" y="1175"/>
                </a:lnTo>
                <a:lnTo>
                  <a:pt x="6314" y="1175"/>
                </a:lnTo>
                <a:lnTo>
                  <a:pt x="6313" y="1174"/>
                </a:lnTo>
                <a:lnTo>
                  <a:pt x="6312" y="1174"/>
                </a:lnTo>
                <a:lnTo>
                  <a:pt x="6311" y="1174"/>
                </a:lnTo>
                <a:lnTo>
                  <a:pt x="6311" y="1173"/>
                </a:lnTo>
                <a:lnTo>
                  <a:pt x="6310" y="1173"/>
                </a:lnTo>
                <a:lnTo>
                  <a:pt x="6309" y="1173"/>
                </a:lnTo>
                <a:lnTo>
                  <a:pt x="6308" y="1172"/>
                </a:lnTo>
                <a:lnTo>
                  <a:pt x="6307" y="1172"/>
                </a:lnTo>
                <a:lnTo>
                  <a:pt x="6307" y="1171"/>
                </a:lnTo>
                <a:lnTo>
                  <a:pt x="6306" y="1171"/>
                </a:lnTo>
                <a:lnTo>
                  <a:pt x="6305" y="1171"/>
                </a:lnTo>
                <a:lnTo>
                  <a:pt x="6304" y="1170"/>
                </a:lnTo>
                <a:lnTo>
                  <a:pt x="6303" y="1170"/>
                </a:lnTo>
                <a:lnTo>
                  <a:pt x="6302" y="1170"/>
                </a:lnTo>
                <a:lnTo>
                  <a:pt x="6302" y="1169"/>
                </a:lnTo>
                <a:lnTo>
                  <a:pt x="6301" y="1169"/>
                </a:lnTo>
                <a:lnTo>
                  <a:pt x="6300" y="1169"/>
                </a:lnTo>
                <a:lnTo>
                  <a:pt x="6299" y="1168"/>
                </a:lnTo>
                <a:lnTo>
                  <a:pt x="6298" y="1168"/>
                </a:lnTo>
                <a:lnTo>
                  <a:pt x="6297" y="1167"/>
                </a:lnTo>
                <a:lnTo>
                  <a:pt x="6296" y="1167"/>
                </a:lnTo>
                <a:lnTo>
                  <a:pt x="6295" y="1166"/>
                </a:lnTo>
                <a:lnTo>
                  <a:pt x="6294" y="1166"/>
                </a:lnTo>
                <a:lnTo>
                  <a:pt x="6293" y="1165"/>
                </a:lnTo>
                <a:lnTo>
                  <a:pt x="6292" y="1165"/>
                </a:lnTo>
                <a:lnTo>
                  <a:pt x="6291" y="1165"/>
                </a:lnTo>
                <a:lnTo>
                  <a:pt x="6291" y="1164"/>
                </a:lnTo>
                <a:lnTo>
                  <a:pt x="6290" y="1164"/>
                </a:lnTo>
                <a:lnTo>
                  <a:pt x="6289" y="1164"/>
                </a:lnTo>
                <a:lnTo>
                  <a:pt x="6288" y="1163"/>
                </a:lnTo>
                <a:lnTo>
                  <a:pt x="6287" y="1163"/>
                </a:lnTo>
                <a:lnTo>
                  <a:pt x="6287" y="1162"/>
                </a:lnTo>
                <a:lnTo>
                  <a:pt x="6286" y="1162"/>
                </a:lnTo>
                <a:lnTo>
                  <a:pt x="6285" y="1162"/>
                </a:lnTo>
                <a:lnTo>
                  <a:pt x="6284" y="1161"/>
                </a:lnTo>
                <a:lnTo>
                  <a:pt x="6283" y="1161"/>
                </a:lnTo>
                <a:lnTo>
                  <a:pt x="6282" y="1161"/>
                </a:lnTo>
                <a:lnTo>
                  <a:pt x="6282" y="1160"/>
                </a:lnTo>
                <a:lnTo>
                  <a:pt x="6281" y="1160"/>
                </a:lnTo>
                <a:lnTo>
                  <a:pt x="6280" y="1160"/>
                </a:lnTo>
                <a:lnTo>
                  <a:pt x="6280" y="1159"/>
                </a:lnTo>
                <a:lnTo>
                  <a:pt x="6279" y="1159"/>
                </a:lnTo>
                <a:lnTo>
                  <a:pt x="6278" y="1159"/>
                </a:lnTo>
                <a:lnTo>
                  <a:pt x="6278" y="1158"/>
                </a:lnTo>
                <a:lnTo>
                  <a:pt x="6277" y="1158"/>
                </a:lnTo>
                <a:lnTo>
                  <a:pt x="6276" y="1158"/>
                </a:lnTo>
                <a:lnTo>
                  <a:pt x="6275" y="1157"/>
                </a:lnTo>
                <a:lnTo>
                  <a:pt x="6274" y="1157"/>
                </a:lnTo>
                <a:lnTo>
                  <a:pt x="6273" y="1156"/>
                </a:lnTo>
                <a:lnTo>
                  <a:pt x="6272" y="1156"/>
                </a:lnTo>
                <a:lnTo>
                  <a:pt x="6271" y="1156"/>
                </a:lnTo>
                <a:lnTo>
                  <a:pt x="6271" y="1155"/>
                </a:lnTo>
                <a:lnTo>
                  <a:pt x="6270" y="1155"/>
                </a:lnTo>
                <a:lnTo>
                  <a:pt x="6269" y="1154"/>
                </a:lnTo>
                <a:lnTo>
                  <a:pt x="6268" y="1154"/>
                </a:lnTo>
                <a:lnTo>
                  <a:pt x="6267" y="1154"/>
                </a:lnTo>
                <a:lnTo>
                  <a:pt x="6267" y="1153"/>
                </a:lnTo>
                <a:lnTo>
                  <a:pt x="6266" y="1153"/>
                </a:lnTo>
                <a:lnTo>
                  <a:pt x="6265" y="1153"/>
                </a:lnTo>
                <a:lnTo>
                  <a:pt x="6264" y="1152"/>
                </a:lnTo>
                <a:lnTo>
                  <a:pt x="6263" y="1152"/>
                </a:lnTo>
                <a:lnTo>
                  <a:pt x="6262" y="1152"/>
                </a:lnTo>
                <a:lnTo>
                  <a:pt x="6262" y="1151"/>
                </a:lnTo>
                <a:lnTo>
                  <a:pt x="6261" y="1151"/>
                </a:lnTo>
                <a:lnTo>
                  <a:pt x="6260" y="1150"/>
                </a:lnTo>
                <a:lnTo>
                  <a:pt x="6259" y="1150"/>
                </a:lnTo>
                <a:lnTo>
                  <a:pt x="6258" y="1150"/>
                </a:lnTo>
                <a:lnTo>
                  <a:pt x="6258" y="1149"/>
                </a:lnTo>
                <a:lnTo>
                  <a:pt x="6257" y="1149"/>
                </a:lnTo>
                <a:lnTo>
                  <a:pt x="6256" y="1149"/>
                </a:lnTo>
                <a:lnTo>
                  <a:pt x="6255" y="1148"/>
                </a:lnTo>
                <a:lnTo>
                  <a:pt x="6254" y="1148"/>
                </a:lnTo>
                <a:lnTo>
                  <a:pt x="6253" y="1147"/>
                </a:lnTo>
                <a:lnTo>
                  <a:pt x="6252" y="1147"/>
                </a:lnTo>
                <a:lnTo>
                  <a:pt x="6251" y="1147"/>
                </a:lnTo>
                <a:lnTo>
                  <a:pt x="6251" y="1146"/>
                </a:lnTo>
                <a:lnTo>
                  <a:pt x="6250" y="1146"/>
                </a:lnTo>
                <a:lnTo>
                  <a:pt x="6249" y="1145"/>
                </a:lnTo>
                <a:lnTo>
                  <a:pt x="6248" y="1145"/>
                </a:lnTo>
                <a:lnTo>
                  <a:pt x="6247" y="1145"/>
                </a:lnTo>
                <a:lnTo>
                  <a:pt x="6247" y="1144"/>
                </a:lnTo>
                <a:lnTo>
                  <a:pt x="6246" y="1144"/>
                </a:lnTo>
                <a:lnTo>
                  <a:pt x="6245" y="1144"/>
                </a:lnTo>
                <a:lnTo>
                  <a:pt x="6244" y="1143"/>
                </a:lnTo>
                <a:lnTo>
                  <a:pt x="6243" y="1143"/>
                </a:lnTo>
                <a:lnTo>
                  <a:pt x="6242" y="1143"/>
                </a:lnTo>
                <a:lnTo>
                  <a:pt x="6242" y="1142"/>
                </a:lnTo>
                <a:lnTo>
                  <a:pt x="6241" y="1142"/>
                </a:lnTo>
                <a:lnTo>
                  <a:pt x="6240" y="1141"/>
                </a:lnTo>
                <a:lnTo>
                  <a:pt x="6239" y="1141"/>
                </a:lnTo>
                <a:lnTo>
                  <a:pt x="6238" y="1141"/>
                </a:lnTo>
                <a:lnTo>
                  <a:pt x="6237" y="1141"/>
                </a:lnTo>
                <a:lnTo>
                  <a:pt x="6237" y="1140"/>
                </a:lnTo>
                <a:lnTo>
                  <a:pt x="6236" y="1140"/>
                </a:lnTo>
                <a:lnTo>
                  <a:pt x="6235" y="1140"/>
                </a:lnTo>
                <a:lnTo>
                  <a:pt x="6235" y="1139"/>
                </a:lnTo>
                <a:lnTo>
                  <a:pt x="6234" y="1139"/>
                </a:lnTo>
                <a:lnTo>
                  <a:pt x="6233" y="1139"/>
                </a:lnTo>
                <a:lnTo>
                  <a:pt x="6232" y="1138"/>
                </a:lnTo>
                <a:lnTo>
                  <a:pt x="6231" y="1138"/>
                </a:lnTo>
                <a:lnTo>
                  <a:pt x="6230" y="1137"/>
                </a:lnTo>
                <a:lnTo>
                  <a:pt x="6229" y="1137"/>
                </a:lnTo>
                <a:lnTo>
                  <a:pt x="6228" y="1137"/>
                </a:lnTo>
                <a:lnTo>
                  <a:pt x="6228" y="1136"/>
                </a:lnTo>
                <a:lnTo>
                  <a:pt x="6227" y="1136"/>
                </a:lnTo>
                <a:lnTo>
                  <a:pt x="6226" y="1136"/>
                </a:lnTo>
                <a:lnTo>
                  <a:pt x="6225" y="1135"/>
                </a:lnTo>
                <a:lnTo>
                  <a:pt x="6224" y="1135"/>
                </a:lnTo>
                <a:lnTo>
                  <a:pt x="6224" y="1134"/>
                </a:lnTo>
                <a:lnTo>
                  <a:pt x="6223" y="1134"/>
                </a:lnTo>
                <a:lnTo>
                  <a:pt x="6222" y="1134"/>
                </a:lnTo>
                <a:lnTo>
                  <a:pt x="6221" y="1133"/>
                </a:lnTo>
                <a:lnTo>
                  <a:pt x="6220" y="1133"/>
                </a:lnTo>
                <a:lnTo>
                  <a:pt x="6219" y="1132"/>
                </a:lnTo>
                <a:lnTo>
                  <a:pt x="6218" y="1132"/>
                </a:lnTo>
                <a:lnTo>
                  <a:pt x="6217" y="1132"/>
                </a:lnTo>
                <a:lnTo>
                  <a:pt x="6217" y="1131"/>
                </a:lnTo>
                <a:lnTo>
                  <a:pt x="6216" y="1131"/>
                </a:lnTo>
                <a:lnTo>
                  <a:pt x="6215" y="1131"/>
                </a:lnTo>
                <a:lnTo>
                  <a:pt x="6215" y="1130"/>
                </a:lnTo>
                <a:lnTo>
                  <a:pt x="6214" y="1130"/>
                </a:lnTo>
                <a:lnTo>
                  <a:pt x="6213" y="1130"/>
                </a:lnTo>
                <a:lnTo>
                  <a:pt x="6213" y="1129"/>
                </a:lnTo>
                <a:lnTo>
                  <a:pt x="6212" y="1129"/>
                </a:lnTo>
                <a:lnTo>
                  <a:pt x="6211" y="1129"/>
                </a:lnTo>
                <a:lnTo>
                  <a:pt x="6210" y="1128"/>
                </a:lnTo>
                <a:lnTo>
                  <a:pt x="6209" y="1128"/>
                </a:lnTo>
                <a:lnTo>
                  <a:pt x="6208" y="1128"/>
                </a:lnTo>
                <a:lnTo>
                  <a:pt x="6208" y="1127"/>
                </a:lnTo>
                <a:lnTo>
                  <a:pt x="6207" y="1127"/>
                </a:lnTo>
                <a:lnTo>
                  <a:pt x="6206" y="1126"/>
                </a:lnTo>
                <a:lnTo>
                  <a:pt x="6205" y="1126"/>
                </a:lnTo>
                <a:lnTo>
                  <a:pt x="6204" y="1126"/>
                </a:lnTo>
                <a:lnTo>
                  <a:pt x="6204" y="1125"/>
                </a:lnTo>
                <a:lnTo>
                  <a:pt x="6203" y="1125"/>
                </a:lnTo>
                <a:lnTo>
                  <a:pt x="6202" y="1125"/>
                </a:lnTo>
                <a:lnTo>
                  <a:pt x="6201" y="1124"/>
                </a:lnTo>
                <a:lnTo>
                  <a:pt x="6200" y="1124"/>
                </a:lnTo>
                <a:lnTo>
                  <a:pt x="6199" y="1123"/>
                </a:lnTo>
                <a:lnTo>
                  <a:pt x="6198" y="1123"/>
                </a:lnTo>
                <a:lnTo>
                  <a:pt x="6197" y="1122"/>
                </a:lnTo>
                <a:lnTo>
                  <a:pt x="6196" y="1122"/>
                </a:lnTo>
                <a:lnTo>
                  <a:pt x="6195" y="1122"/>
                </a:lnTo>
                <a:lnTo>
                  <a:pt x="6195" y="1121"/>
                </a:lnTo>
                <a:lnTo>
                  <a:pt x="6194" y="1121"/>
                </a:lnTo>
                <a:lnTo>
                  <a:pt x="6193" y="1121"/>
                </a:lnTo>
                <a:lnTo>
                  <a:pt x="6193" y="1120"/>
                </a:lnTo>
                <a:lnTo>
                  <a:pt x="6192" y="1120"/>
                </a:lnTo>
                <a:lnTo>
                  <a:pt x="6191" y="1120"/>
                </a:lnTo>
                <a:lnTo>
                  <a:pt x="6190" y="1119"/>
                </a:lnTo>
                <a:lnTo>
                  <a:pt x="6189" y="1119"/>
                </a:lnTo>
                <a:lnTo>
                  <a:pt x="6188" y="1119"/>
                </a:lnTo>
                <a:lnTo>
                  <a:pt x="6188" y="1118"/>
                </a:lnTo>
                <a:lnTo>
                  <a:pt x="6187" y="1118"/>
                </a:lnTo>
                <a:lnTo>
                  <a:pt x="6186" y="1117"/>
                </a:lnTo>
                <a:lnTo>
                  <a:pt x="6185" y="1117"/>
                </a:lnTo>
                <a:lnTo>
                  <a:pt x="6184" y="1117"/>
                </a:lnTo>
                <a:lnTo>
                  <a:pt x="6184" y="1116"/>
                </a:lnTo>
                <a:lnTo>
                  <a:pt x="6183" y="1116"/>
                </a:lnTo>
                <a:lnTo>
                  <a:pt x="6182" y="1116"/>
                </a:lnTo>
                <a:lnTo>
                  <a:pt x="6181" y="1115"/>
                </a:lnTo>
                <a:lnTo>
                  <a:pt x="6180" y="1115"/>
                </a:lnTo>
                <a:lnTo>
                  <a:pt x="6179" y="1114"/>
                </a:lnTo>
                <a:lnTo>
                  <a:pt x="6178" y="1114"/>
                </a:lnTo>
                <a:lnTo>
                  <a:pt x="6177" y="1113"/>
                </a:lnTo>
                <a:lnTo>
                  <a:pt x="6176" y="1113"/>
                </a:lnTo>
                <a:lnTo>
                  <a:pt x="6175" y="1113"/>
                </a:lnTo>
                <a:lnTo>
                  <a:pt x="6175" y="1112"/>
                </a:lnTo>
                <a:lnTo>
                  <a:pt x="6174" y="1112"/>
                </a:lnTo>
                <a:lnTo>
                  <a:pt x="6173" y="1112"/>
                </a:lnTo>
                <a:lnTo>
                  <a:pt x="6173" y="1111"/>
                </a:lnTo>
                <a:lnTo>
                  <a:pt x="6172" y="1111"/>
                </a:lnTo>
                <a:lnTo>
                  <a:pt x="6171" y="1111"/>
                </a:lnTo>
                <a:lnTo>
                  <a:pt x="6170" y="1110"/>
                </a:lnTo>
                <a:lnTo>
                  <a:pt x="6169" y="1110"/>
                </a:lnTo>
                <a:lnTo>
                  <a:pt x="6168" y="1109"/>
                </a:lnTo>
                <a:lnTo>
                  <a:pt x="6167" y="1109"/>
                </a:lnTo>
                <a:lnTo>
                  <a:pt x="6166" y="1108"/>
                </a:lnTo>
                <a:lnTo>
                  <a:pt x="6165" y="1108"/>
                </a:lnTo>
                <a:lnTo>
                  <a:pt x="6164" y="1108"/>
                </a:lnTo>
                <a:lnTo>
                  <a:pt x="6164" y="1107"/>
                </a:lnTo>
                <a:lnTo>
                  <a:pt x="6163" y="1107"/>
                </a:lnTo>
                <a:lnTo>
                  <a:pt x="6162" y="1107"/>
                </a:lnTo>
                <a:lnTo>
                  <a:pt x="6161" y="1106"/>
                </a:lnTo>
                <a:lnTo>
                  <a:pt x="6160" y="1106"/>
                </a:lnTo>
                <a:lnTo>
                  <a:pt x="6160" y="1105"/>
                </a:lnTo>
                <a:lnTo>
                  <a:pt x="6159" y="1105"/>
                </a:lnTo>
                <a:lnTo>
                  <a:pt x="6158" y="1105"/>
                </a:lnTo>
                <a:lnTo>
                  <a:pt x="6157" y="1104"/>
                </a:lnTo>
                <a:lnTo>
                  <a:pt x="6156" y="1104"/>
                </a:lnTo>
                <a:lnTo>
                  <a:pt x="6155" y="1103"/>
                </a:lnTo>
                <a:lnTo>
                  <a:pt x="6154" y="1103"/>
                </a:lnTo>
                <a:lnTo>
                  <a:pt x="6153" y="1103"/>
                </a:lnTo>
                <a:lnTo>
                  <a:pt x="6153" y="1102"/>
                </a:lnTo>
                <a:lnTo>
                  <a:pt x="6152" y="1102"/>
                </a:lnTo>
                <a:lnTo>
                  <a:pt x="6151" y="1102"/>
                </a:lnTo>
                <a:lnTo>
                  <a:pt x="6151" y="1101"/>
                </a:lnTo>
                <a:lnTo>
                  <a:pt x="6150" y="1101"/>
                </a:lnTo>
                <a:lnTo>
                  <a:pt x="6149" y="1101"/>
                </a:lnTo>
                <a:lnTo>
                  <a:pt x="6148" y="1100"/>
                </a:lnTo>
                <a:lnTo>
                  <a:pt x="6147" y="1100"/>
                </a:lnTo>
                <a:lnTo>
                  <a:pt x="6146" y="1099"/>
                </a:lnTo>
                <a:lnTo>
                  <a:pt x="6145" y="1099"/>
                </a:lnTo>
                <a:lnTo>
                  <a:pt x="6144" y="1099"/>
                </a:lnTo>
                <a:lnTo>
                  <a:pt x="6144" y="1098"/>
                </a:lnTo>
                <a:lnTo>
                  <a:pt x="6143" y="1098"/>
                </a:lnTo>
                <a:lnTo>
                  <a:pt x="6142" y="1098"/>
                </a:lnTo>
                <a:lnTo>
                  <a:pt x="6141" y="1097"/>
                </a:lnTo>
                <a:lnTo>
                  <a:pt x="6140" y="1097"/>
                </a:lnTo>
                <a:lnTo>
                  <a:pt x="6140" y="1096"/>
                </a:lnTo>
                <a:lnTo>
                  <a:pt x="6139" y="1096"/>
                </a:lnTo>
                <a:lnTo>
                  <a:pt x="6138" y="1096"/>
                </a:lnTo>
                <a:lnTo>
                  <a:pt x="6137" y="1095"/>
                </a:lnTo>
                <a:lnTo>
                  <a:pt x="6136" y="1095"/>
                </a:lnTo>
                <a:lnTo>
                  <a:pt x="6135" y="1094"/>
                </a:lnTo>
                <a:lnTo>
                  <a:pt x="6134" y="1094"/>
                </a:lnTo>
                <a:lnTo>
                  <a:pt x="6133" y="1094"/>
                </a:lnTo>
                <a:lnTo>
                  <a:pt x="6133" y="1093"/>
                </a:lnTo>
                <a:lnTo>
                  <a:pt x="6132" y="1093"/>
                </a:lnTo>
                <a:lnTo>
                  <a:pt x="6131" y="1093"/>
                </a:lnTo>
                <a:lnTo>
                  <a:pt x="6131" y="1092"/>
                </a:lnTo>
                <a:lnTo>
                  <a:pt x="6130" y="1092"/>
                </a:lnTo>
                <a:lnTo>
                  <a:pt x="6129" y="1092"/>
                </a:lnTo>
                <a:lnTo>
                  <a:pt x="6128" y="1091"/>
                </a:lnTo>
                <a:lnTo>
                  <a:pt x="6127" y="1091"/>
                </a:lnTo>
                <a:lnTo>
                  <a:pt x="6126" y="1090"/>
                </a:lnTo>
                <a:lnTo>
                  <a:pt x="6125" y="1090"/>
                </a:lnTo>
                <a:lnTo>
                  <a:pt x="6124" y="1090"/>
                </a:lnTo>
                <a:lnTo>
                  <a:pt x="6124" y="1089"/>
                </a:lnTo>
                <a:lnTo>
                  <a:pt x="6123" y="1089"/>
                </a:lnTo>
                <a:lnTo>
                  <a:pt x="6122" y="1088"/>
                </a:lnTo>
                <a:lnTo>
                  <a:pt x="6121" y="1088"/>
                </a:lnTo>
                <a:lnTo>
                  <a:pt x="6120" y="1088"/>
                </a:lnTo>
                <a:lnTo>
                  <a:pt x="6120" y="1087"/>
                </a:lnTo>
                <a:lnTo>
                  <a:pt x="6119" y="1087"/>
                </a:lnTo>
                <a:lnTo>
                  <a:pt x="6118" y="1087"/>
                </a:lnTo>
                <a:lnTo>
                  <a:pt x="6117" y="1086"/>
                </a:lnTo>
                <a:lnTo>
                  <a:pt x="6116" y="1086"/>
                </a:lnTo>
                <a:lnTo>
                  <a:pt x="6115" y="1085"/>
                </a:lnTo>
                <a:lnTo>
                  <a:pt x="6114" y="1085"/>
                </a:lnTo>
                <a:lnTo>
                  <a:pt x="6113" y="1084"/>
                </a:lnTo>
                <a:lnTo>
                  <a:pt x="6112" y="1084"/>
                </a:lnTo>
                <a:lnTo>
                  <a:pt x="6111" y="1084"/>
                </a:lnTo>
                <a:lnTo>
                  <a:pt x="6111" y="1083"/>
                </a:lnTo>
                <a:lnTo>
                  <a:pt x="6110" y="1083"/>
                </a:lnTo>
                <a:lnTo>
                  <a:pt x="6109" y="1083"/>
                </a:lnTo>
                <a:lnTo>
                  <a:pt x="6108" y="1082"/>
                </a:lnTo>
                <a:lnTo>
                  <a:pt x="6107" y="1082"/>
                </a:lnTo>
                <a:lnTo>
                  <a:pt x="6106" y="1081"/>
                </a:lnTo>
                <a:lnTo>
                  <a:pt x="6105" y="1081"/>
                </a:lnTo>
                <a:lnTo>
                  <a:pt x="6104" y="1081"/>
                </a:lnTo>
                <a:lnTo>
                  <a:pt x="6104" y="1080"/>
                </a:lnTo>
                <a:lnTo>
                  <a:pt x="6103" y="1080"/>
                </a:lnTo>
                <a:lnTo>
                  <a:pt x="6102" y="1079"/>
                </a:lnTo>
                <a:lnTo>
                  <a:pt x="6101" y="1079"/>
                </a:lnTo>
                <a:lnTo>
                  <a:pt x="6100" y="1079"/>
                </a:lnTo>
                <a:lnTo>
                  <a:pt x="6100" y="1078"/>
                </a:lnTo>
                <a:lnTo>
                  <a:pt x="6099" y="1078"/>
                </a:lnTo>
                <a:lnTo>
                  <a:pt x="6098" y="1078"/>
                </a:lnTo>
                <a:lnTo>
                  <a:pt x="6097" y="1077"/>
                </a:lnTo>
                <a:lnTo>
                  <a:pt x="6096" y="1077"/>
                </a:lnTo>
                <a:lnTo>
                  <a:pt x="6095" y="1076"/>
                </a:lnTo>
                <a:lnTo>
                  <a:pt x="6094" y="1076"/>
                </a:lnTo>
                <a:lnTo>
                  <a:pt x="6093" y="1075"/>
                </a:lnTo>
                <a:lnTo>
                  <a:pt x="6092" y="1075"/>
                </a:lnTo>
                <a:lnTo>
                  <a:pt x="6091" y="1075"/>
                </a:lnTo>
                <a:lnTo>
                  <a:pt x="6091" y="1074"/>
                </a:lnTo>
                <a:lnTo>
                  <a:pt x="6090" y="1074"/>
                </a:lnTo>
                <a:lnTo>
                  <a:pt x="6089" y="1074"/>
                </a:lnTo>
                <a:lnTo>
                  <a:pt x="6089" y="1073"/>
                </a:lnTo>
                <a:lnTo>
                  <a:pt x="6088" y="1073"/>
                </a:lnTo>
                <a:lnTo>
                  <a:pt x="6087" y="1073"/>
                </a:lnTo>
                <a:lnTo>
                  <a:pt x="6086" y="1072"/>
                </a:lnTo>
                <a:lnTo>
                  <a:pt x="6085" y="1072"/>
                </a:lnTo>
                <a:lnTo>
                  <a:pt x="6084" y="1071"/>
                </a:lnTo>
                <a:lnTo>
                  <a:pt x="6083" y="1071"/>
                </a:lnTo>
                <a:lnTo>
                  <a:pt x="6082" y="1070"/>
                </a:lnTo>
                <a:lnTo>
                  <a:pt x="6081" y="1070"/>
                </a:lnTo>
                <a:lnTo>
                  <a:pt x="6080" y="1070"/>
                </a:lnTo>
                <a:lnTo>
                  <a:pt x="6080" y="1069"/>
                </a:lnTo>
                <a:lnTo>
                  <a:pt x="6079" y="1069"/>
                </a:lnTo>
                <a:lnTo>
                  <a:pt x="6078" y="1069"/>
                </a:lnTo>
                <a:lnTo>
                  <a:pt x="6077" y="1068"/>
                </a:lnTo>
                <a:lnTo>
                  <a:pt x="6076" y="1068"/>
                </a:lnTo>
                <a:lnTo>
                  <a:pt x="6076" y="1067"/>
                </a:lnTo>
                <a:lnTo>
                  <a:pt x="6075" y="1067"/>
                </a:lnTo>
                <a:lnTo>
                  <a:pt x="6074" y="1067"/>
                </a:lnTo>
                <a:lnTo>
                  <a:pt x="6073" y="1066"/>
                </a:lnTo>
                <a:lnTo>
                  <a:pt x="6072" y="1066"/>
                </a:lnTo>
                <a:lnTo>
                  <a:pt x="6071" y="1066"/>
                </a:lnTo>
                <a:lnTo>
                  <a:pt x="6071" y="1065"/>
                </a:lnTo>
                <a:lnTo>
                  <a:pt x="6070" y="1065"/>
                </a:lnTo>
                <a:lnTo>
                  <a:pt x="6069" y="1065"/>
                </a:lnTo>
                <a:lnTo>
                  <a:pt x="6069" y="1064"/>
                </a:lnTo>
                <a:lnTo>
                  <a:pt x="6068" y="1064"/>
                </a:lnTo>
                <a:lnTo>
                  <a:pt x="6067" y="1064"/>
                </a:lnTo>
                <a:lnTo>
                  <a:pt x="6067" y="1063"/>
                </a:lnTo>
                <a:lnTo>
                  <a:pt x="6066" y="1063"/>
                </a:lnTo>
                <a:lnTo>
                  <a:pt x="6065" y="1063"/>
                </a:lnTo>
                <a:lnTo>
                  <a:pt x="6064" y="1062"/>
                </a:lnTo>
                <a:lnTo>
                  <a:pt x="6063" y="1062"/>
                </a:lnTo>
                <a:lnTo>
                  <a:pt x="6062" y="1061"/>
                </a:lnTo>
                <a:lnTo>
                  <a:pt x="6061" y="1061"/>
                </a:lnTo>
                <a:lnTo>
                  <a:pt x="6060" y="1061"/>
                </a:lnTo>
                <a:lnTo>
                  <a:pt x="6060" y="1060"/>
                </a:lnTo>
                <a:lnTo>
                  <a:pt x="6059" y="1060"/>
                </a:lnTo>
                <a:lnTo>
                  <a:pt x="6058" y="1060"/>
                </a:lnTo>
                <a:lnTo>
                  <a:pt x="6057" y="1059"/>
                </a:lnTo>
                <a:lnTo>
                  <a:pt x="6056" y="1059"/>
                </a:lnTo>
                <a:lnTo>
                  <a:pt x="6056" y="1058"/>
                </a:lnTo>
                <a:lnTo>
                  <a:pt x="6055" y="1058"/>
                </a:lnTo>
                <a:lnTo>
                  <a:pt x="6054" y="1058"/>
                </a:lnTo>
                <a:lnTo>
                  <a:pt x="6053" y="1057"/>
                </a:lnTo>
                <a:lnTo>
                  <a:pt x="6052" y="1057"/>
                </a:lnTo>
                <a:lnTo>
                  <a:pt x="6051" y="1057"/>
                </a:lnTo>
                <a:lnTo>
                  <a:pt x="6051" y="1056"/>
                </a:lnTo>
                <a:lnTo>
                  <a:pt x="6050" y="1056"/>
                </a:lnTo>
                <a:lnTo>
                  <a:pt x="6049" y="1056"/>
                </a:lnTo>
                <a:lnTo>
                  <a:pt x="6049" y="1055"/>
                </a:lnTo>
                <a:lnTo>
                  <a:pt x="6048" y="1055"/>
                </a:lnTo>
                <a:lnTo>
                  <a:pt x="6047" y="1055"/>
                </a:lnTo>
                <a:lnTo>
                  <a:pt x="6047" y="1054"/>
                </a:lnTo>
                <a:lnTo>
                  <a:pt x="6046" y="1054"/>
                </a:lnTo>
                <a:lnTo>
                  <a:pt x="6045" y="1054"/>
                </a:lnTo>
                <a:lnTo>
                  <a:pt x="6044" y="1053"/>
                </a:lnTo>
                <a:lnTo>
                  <a:pt x="6043" y="1053"/>
                </a:lnTo>
                <a:lnTo>
                  <a:pt x="6042" y="1052"/>
                </a:lnTo>
                <a:lnTo>
                  <a:pt x="6041" y="1052"/>
                </a:lnTo>
                <a:lnTo>
                  <a:pt x="6040" y="1052"/>
                </a:lnTo>
                <a:lnTo>
                  <a:pt x="6040" y="1051"/>
                </a:lnTo>
                <a:lnTo>
                  <a:pt x="6039" y="1051"/>
                </a:lnTo>
                <a:lnTo>
                  <a:pt x="6038" y="1050"/>
                </a:lnTo>
                <a:lnTo>
                  <a:pt x="6037" y="1050"/>
                </a:lnTo>
                <a:lnTo>
                  <a:pt x="6036" y="1050"/>
                </a:lnTo>
                <a:lnTo>
                  <a:pt x="6036" y="1049"/>
                </a:lnTo>
                <a:lnTo>
                  <a:pt x="6035" y="1049"/>
                </a:lnTo>
                <a:lnTo>
                  <a:pt x="6034" y="1049"/>
                </a:lnTo>
                <a:lnTo>
                  <a:pt x="6033" y="1048"/>
                </a:lnTo>
                <a:lnTo>
                  <a:pt x="6032" y="1048"/>
                </a:lnTo>
                <a:lnTo>
                  <a:pt x="6031" y="1048"/>
                </a:lnTo>
                <a:lnTo>
                  <a:pt x="6031" y="1047"/>
                </a:lnTo>
                <a:lnTo>
                  <a:pt x="6030" y="1047"/>
                </a:lnTo>
                <a:lnTo>
                  <a:pt x="6029" y="1046"/>
                </a:lnTo>
                <a:lnTo>
                  <a:pt x="6028" y="1046"/>
                </a:lnTo>
                <a:lnTo>
                  <a:pt x="6027" y="1046"/>
                </a:lnTo>
                <a:lnTo>
                  <a:pt x="6027" y="1045"/>
                </a:lnTo>
                <a:lnTo>
                  <a:pt x="6026" y="1045"/>
                </a:lnTo>
                <a:lnTo>
                  <a:pt x="6025" y="1045"/>
                </a:lnTo>
                <a:lnTo>
                  <a:pt x="6024" y="1044"/>
                </a:lnTo>
                <a:lnTo>
                  <a:pt x="6023" y="1044"/>
                </a:lnTo>
                <a:lnTo>
                  <a:pt x="6022" y="1043"/>
                </a:lnTo>
                <a:lnTo>
                  <a:pt x="6021" y="1043"/>
                </a:lnTo>
                <a:lnTo>
                  <a:pt x="6020" y="1043"/>
                </a:lnTo>
                <a:lnTo>
                  <a:pt x="6020" y="1042"/>
                </a:lnTo>
                <a:lnTo>
                  <a:pt x="6019" y="1042"/>
                </a:lnTo>
                <a:lnTo>
                  <a:pt x="6018" y="1041"/>
                </a:lnTo>
                <a:lnTo>
                  <a:pt x="6017" y="1041"/>
                </a:lnTo>
                <a:lnTo>
                  <a:pt x="6016" y="1041"/>
                </a:lnTo>
                <a:lnTo>
                  <a:pt x="6016" y="1040"/>
                </a:lnTo>
                <a:lnTo>
                  <a:pt x="6015" y="1040"/>
                </a:lnTo>
                <a:lnTo>
                  <a:pt x="6014" y="1040"/>
                </a:lnTo>
                <a:lnTo>
                  <a:pt x="6013" y="1039"/>
                </a:lnTo>
                <a:lnTo>
                  <a:pt x="6012" y="1039"/>
                </a:lnTo>
                <a:lnTo>
                  <a:pt x="6011" y="1038"/>
                </a:lnTo>
                <a:lnTo>
                  <a:pt x="6010" y="1038"/>
                </a:lnTo>
                <a:lnTo>
                  <a:pt x="6009" y="1037"/>
                </a:lnTo>
                <a:lnTo>
                  <a:pt x="6008" y="1037"/>
                </a:lnTo>
                <a:lnTo>
                  <a:pt x="6007" y="1037"/>
                </a:lnTo>
                <a:lnTo>
                  <a:pt x="6007" y="1036"/>
                </a:lnTo>
                <a:lnTo>
                  <a:pt x="6006" y="1036"/>
                </a:lnTo>
                <a:lnTo>
                  <a:pt x="6005" y="1036"/>
                </a:lnTo>
                <a:lnTo>
                  <a:pt x="6004" y="1035"/>
                </a:lnTo>
                <a:lnTo>
                  <a:pt x="6003" y="1035"/>
                </a:lnTo>
                <a:lnTo>
                  <a:pt x="6002" y="1034"/>
                </a:lnTo>
                <a:lnTo>
                  <a:pt x="6001" y="1034"/>
                </a:lnTo>
                <a:lnTo>
                  <a:pt x="6000" y="1033"/>
                </a:lnTo>
                <a:lnTo>
                  <a:pt x="5999" y="1033"/>
                </a:lnTo>
                <a:lnTo>
                  <a:pt x="5998" y="1032"/>
                </a:lnTo>
                <a:lnTo>
                  <a:pt x="5997" y="1032"/>
                </a:lnTo>
                <a:lnTo>
                  <a:pt x="5996" y="1032"/>
                </a:lnTo>
                <a:lnTo>
                  <a:pt x="5996" y="1031"/>
                </a:lnTo>
                <a:lnTo>
                  <a:pt x="5995" y="1031"/>
                </a:lnTo>
                <a:lnTo>
                  <a:pt x="5994" y="1031"/>
                </a:lnTo>
                <a:lnTo>
                  <a:pt x="5993" y="1030"/>
                </a:lnTo>
                <a:lnTo>
                  <a:pt x="5992" y="1030"/>
                </a:lnTo>
                <a:lnTo>
                  <a:pt x="5992" y="1029"/>
                </a:lnTo>
                <a:lnTo>
                  <a:pt x="5991" y="1029"/>
                </a:lnTo>
                <a:lnTo>
                  <a:pt x="5990" y="1029"/>
                </a:lnTo>
                <a:lnTo>
                  <a:pt x="5989" y="1028"/>
                </a:lnTo>
                <a:lnTo>
                  <a:pt x="5988" y="1028"/>
                </a:lnTo>
                <a:lnTo>
                  <a:pt x="5987" y="1028"/>
                </a:lnTo>
                <a:lnTo>
                  <a:pt x="5987" y="1027"/>
                </a:lnTo>
                <a:lnTo>
                  <a:pt x="5986" y="1027"/>
                </a:lnTo>
                <a:lnTo>
                  <a:pt x="5985" y="1027"/>
                </a:lnTo>
                <a:lnTo>
                  <a:pt x="5984" y="1026"/>
                </a:lnTo>
                <a:lnTo>
                  <a:pt x="5983" y="1026"/>
                </a:lnTo>
                <a:lnTo>
                  <a:pt x="5983" y="1025"/>
                </a:lnTo>
                <a:lnTo>
                  <a:pt x="5982" y="1025"/>
                </a:lnTo>
                <a:lnTo>
                  <a:pt x="5981" y="1025"/>
                </a:lnTo>
                <a:lnTo>
                  <a:pt x="5980" y="1024"/>
                </a:lnTo>
                <a:lnTo>
                  <a:pt x="5979" y="1024"/>
                </a:lnTo>
                <a:lnTo>
                  <a:pt x="5978" y="1023"/>
                </a:lnTo>
                <a:lnTo>
                  <a:pt x="5977" y="1023"/>
                </a:lnTo>
                <a:lnTo>
                  <a:pt x="5976" y="1023"/>
                </a:lnTo>
                <a:lnTo>
                  <a:pt x="5976" y="1022"/>
                </a:lnTo>
                <a:lnTo>
                  <a:pt x="5975" y="1022"/>
                </a:lnTo>
                <a:lnTo>
                  <a:pt x="5974" y="1022"/>
                </a:lnTo>
                <a:lnTo>
                  <a:pt x="5973" y="1021"/>
                </a:lnTo>
                <a:lnTo>
                  <a:pt x="5972" y="1021"/>
                </a:lnTo>
                <a:lnTo>
                  <a:pt x="5972" y="1020"/>
                </a:lnTo>
                <a:lnTo>
                  <a:pt x="5971" y="1020"/>
                </a:lnTo>
                <a:lnTo>
                  <a:pt x="5970" y="1020"/>
                </a:lnTo>
                <a:lnTo>
                  <a:pt x="5969" y="1019"/>
                </a:lnTo>
                <a:lnTo>
                  <a:pt x="5968" y="1019"/>
                </a:lnTo>
                <a:lnTo>
                  <a:pt x="5967" y="1019"/>
                </a:lnTo>
                <a:lnTo>
                  <a:pt x="5967" y="1018"/>
                </a:lnTo>
                <a:lnTo>
                  <a:pt x="5966" y="1018"/>
                </a:lnTo>
                <a:lnTo>
                  <a:pt x="5965" y="1018"/>
                </a:lnTo>
                <a:lnTo>
                  <a:pt x="5965" y="1017"/>
                </a:lnTo>
                <a:lnTo>
                  <a:pt x="5964" y="1017"/>
                </a:lnTo>
                <a:lnTo>
                  <a:pt x="5963" y="1017"/>
                </a:lnTo>
                <a:lnTo>
                  <a:pt x="5963" y="1016"/>
                </a:lnTo>
                <a:lnTo>
                  <a:pt x="5962" y="1016"/>
                </a:lnTo>
                <a:lnTo>
                  <a:pt x="5961" y="1016"/>
                </a:lnTo>
                <a:lnTo>
                  <a:pt x="5960" y="1015"/>
                </a:lnTo>
                <a:lnTo>
                  <a:pt x="5959" y="1015"/>
                </a:lnTo>
                <a:lnTo>
                  <a:pt x="5958" y="1014"/>
                </a:lnTo>
                <a:lnTo>
                  <a:pt x="5957" y="1014"/>
                </a:lnTo>
                <a:lnTo>
                  <a:pt x="5956" y="1014"/>
                </a:lnTo>
                <a:lnTo>
                  <a:pt x="5956" y="1013"/>
                </a:lnTo>
                <a:lnTo>
                  <a:pt x="5955" y="1013"/>
                </a:lnTo>
                <a:lnTo>
                  <a:pt x="5954" y="1012"/>
                </a:lnTo>
                <a:lnTo>
                  <a:pt x="5953" y="1012"/>
                </a:lnTo>
                <a:lnTo>
                  <a:pt x="5952" y="1012"/>
                </a:lnTo>
                <a:lnTo>
                  <a:pt x="5952" y="1011"/>
                </a:lnTo>
                <a:lnTo>
                  <a:pt x="5951" y="1011"/>
                </a:lnTo>
                <a:lnTo>
                  <a:pt x="5950" y="1011"/>
                </a:lnTo>
                <a:lnTo>
                  <a:pt x="5949" y="1012"/>
                </a:lnTo>
                <a:lnTo>
                  <a:pt x="5948" y="1011"/>
                </a:lnTo>
                <a:lnTo>
                  <a:pt x="5947" y="1011"/>
                </a:lnTo>
                <a:lnTo>
                  <a:pt x="5946" y="1011"/>
                </a:lnTo>
                <a:lnTo>
                  <a:pt x="5946" y="1010"/>
                </a:lnTo>
                <a:lnTo>
                  <a:pt x="5945" y="1010"/>
                </a:lnTo>
                <a:lnTo>
                  <a:pt x="5944" y="1010"/>
                </a:lnTo>
                <a:lnTo>
                  <a:pt x="5943" y="1009"/>
                </a:lnTo>
                <a:lnTo>
                  <a:pt x="5942" y="1009"/>
                </a:lnTo>
                <a:lnTo>
                  <a:pt x="5941" y="1008"/>
                </a:lnTo>
                <a:lnTo>
                  <a:pt x="5940" y="1008"/>
                </a:lnTo>
                <a:lnTo>
                  <a:pt x="5939" y="1007"/>
                </a:lnTo>
                <a:lnTo>
                  <a:pt x="5938" y="1007"/>
                </a:lnTo>
                <a:lnTo>
                  <a:pt x="5937" y="1007"/>
                </a:lnTo>
                <a:lnTo>
                  <a:pt x="5937" y="1006"/>
                </a:lnTo>
                <a:lnTo>
                  <a:pt x="5936" y="1006"/>
                </a:lnTo>
                <a:lnTo>
                  <a:pt x="5935" y="1006"/>
                </a:lnTo>
                <a:lnTo>
                  <a:pt x="5935" y="1005"/>
                </a:lnTo>
                <a:lnTo>
                  <a:pt x="5934" y="1005"/>
                </a:lnTo>
                <a:lnTo>
                  <a:pt x="5933" y="1005"/>
                </a:lnTo>
                <a:lnTo>
                  <a:pt x="5932" y="1004"/>
                </a:lnTo>
                <a:lnTo>
                  <a:pt x="5931" y="1004"/>
                </a:lnTo>
                <a:lnTo>
                  <a:pt x="5930" y="1004"/>
                </a:lnTo>
                <a:lnTo>
                  <a:pt x="5930" y="1003"/>
                </a:lnTo>
                <a:lnTo>
                  <a:pt x="5929" y="1003"/>
                </a:lnTo>
                <a:lnTo>
                  <a:pt x="5928" y="1002"/>
                </a:lnTo>
                <a:lnTo>
                  <a:pt x="5927" y="1002"/>
                </a:lnTo>
                <a:lnTo>
                  <a:pt x="5926" y="1002"/>
                </a:lnTo>
                <a:lnTo>
                  <a:pt x="5926" y="1001"/>
                </a:lnTo>
                <a:lnTo>
                  <a:pt x="5925" y="1001"/>
                </a:lnTo>
                <a:lnTo>
                  <a:pt x="5924" y="1001"/>
                </a:lnTo>
                <a:lnTo>
                  <a:pt x="5923" y="1000"/>
                </a:lnTo>
                <a:lnTo>
                  <a:pt x="5922" y="1000"/>
                </a:lnTo>
                <a:lnTo>
                  <a:pt x="5921" y="999"/>
                </a:lnTo>
                <a:lnTo>
                  <a:pt x="5920" y="999"/>
                </a:lnTo>
                <a:lnTo>
                  <a:pt x="5919" y="998"/>
                </a:lnTo>
                <a:lnTo>
                  <a:pt x="5918" y="998"/>
                </a:lnTo>
                <a:lnTo>
                  <a:pt x="5917" y="998"/>
                </a:lnTo>
                <a:lnTo>
                  <a:pt x="5917" y="997"/>
                </a:lnTo>
                <a:lnTo>
                  <a:pt x="5916" y="997"/>
                </a:lnTo>
                <a:lnTo>
                  <a:pt x="5916" y="999"/>
                </a:lnTo>
                <a:lnTo>
                  <a:pt x="5915" y="998"/>
                </a:lnTo>
                <a:lnTo>
                  <a:pt x="5914" y="998"/>
                </a:lnTo>
                <a:lnTo>
                  <a:pt x="5913" y="998"/>
                </a:lnTo>
                <a:lnTo>
                  <a:pt x="5913" y="997"/>
                </a:lnTo>
                <a:lnTo>
                  <a:pt x="5912" y="997"/>
                </a:lnTo>
                <a:lnTo>
                  <a:pt x="5911" y="997"/>
                </a:lnTo>
                <a:lnTo>
                  <a:pt x="5910" y="996"/>
                </a:lnTo>
                <a:lnTo>
                  <a:pt x="5909" y="996"/>
                </a:lnTo>
                <a:lnTo>
                  <a:pt x="5909" y="995"/>
                </a:lnTo>
                <a:lnTo>
                  <a:pt x="5908" y="995"/>
                </a:lnTo>
                <a:lnTo>
                  <a:pt x="5907" y="995"/>
                </a:lnTo>
                <a:lnTo>
                  <a:pt x="5906" y="994"/>
                </a:lnTo>
                <a:lnTo>
                  <a:pt x="5905" y="994"/>
                </a:lnTo>
                <a:lnTo>
                  <a:pt x="5904" y="993"/>
                </a:lnTo>
                <a:lnTo>
                  <a:pt x="5903" y="993"/>
                </a:lnTo>
                <a:lnTo>
                  <a:pt x="5902" y="993"/>
                </a:lnTo>
                <a:lnTo>
                  <a:pt x="5902" y="992"/>
                </a:lnTo>
                <a:lnTo>
                  <a:pt x="5901" y="992"/>
                </a:lnTo>
                <a:lnTo>
                  <a:pt x="5900" y="992"/>
                </a:lnTo>
                <a:lnTo>
                  <a:pt x="5900" y="991"/>
                </a:lnTo>
                <a:lnTo>
                  <a:pt x="5899" y="991"/>
                </a:lnTo>
                <a:lnTo>
                  <a:pt x="5898" y="991"/>
                </a:lnTo>
                <a:lnTo>
                  <a:pt x="5898" y="990"/>
                </a:lnTo>
                <a:lnTo>
                  <a:pt x="5897" y="990"/>
                </a:lnTo>
                <a:lnTo>
                  <a:pt x="5896" y="990"/>
                </a:lnTo>
                <a:lnTo>
                  <a:pt x="5895" y="989"/>
                </a:lnTo>
                <a:lnTo>
                  <a:pt x="5894" y="989"/>
                </a:lnTo>
                <a:lnTo>
                  <a:pt x="5893" y="989"/>
                </a:lnTo>
                <a:lnTo>
                  <a:pt x="5893" y="988"/>
                </a:lnTo>
                <a:lnTo>
                  <a:pt x="5892" y="988"/>
                </a:lnTo>
                <a:lnTo>
                  <a:pt x="5891" y="988"/>
                </a:lnTo>
                <a:lnTo>
                  <a:pt x="5890" y="987"/>
                </a:lnTo>
                <a:lnTo>
                  <a:pt x="5889" y="987"/>
                </a:lnTo>
                <a:lnTo>
                  <a:pt x="5889" y="986"/>
                </a:lnTo>
                <a:lnTo>
                  <a:pt x="5888" y="986"/>
                </a:lnTo>
                <a:lnTo>
                  <a:pt x="5887" y="986"/>
                </a:lnTo>
                <a:lnTo>
                  <a:pt x="5886" y="985"/>
                </a:lnTo>
                <a:lnTo>
                  <a:pt x="5885" y="985"/>
                </a:lnTo>
                <a:lnTo>
                  <a:pt x="5884" y="984"/>
                </a:lnTo>
                <a:lnTo>
                  <a:pt x="5883" y="984"/>
                </a:lnTo>
                <a:lnTo>
                  <a:pt x="5882" y="984"/>
                </a:lnTo>
                <a:lnTo>
                  <a:pt x="5882" y="983"/>
                </a:lnTo>
                <a:lnTo>
                  <a:pt x="5881" y="983"/>
                </a:lnTo>
                <a:lnTo>
                  <a:pt x="5880" y="983"/>
                </a:lnTo>
                <a:lnTo>
                  <a:pt x="5880" y="982"/>
                </a:lnTo>
                <a:lnTo>
                  <a:pt x="5879" y="982"/>
                </a:lnTo>
                <a:lnTo>
                  <a:pt x="5878" y="982"/>
                </a:lnTo>
                <a:lnTo>
                  <a:pt x="5878" y="981"/>
                </a:lnTo>
                <a:lnTo>
                  <a:pt x="5877" y="981"/>
                </a:lnTo>
                <a:lnTo>
                  <a:pt x="5876" y="981"/>
                </a:lnTo>
                <a:lnTo>
                  <a:pt x="5875" y="980"/>
                </a:lnTo>
                <a:lnTo>
                  <a:pt x="5874" y="980"/>
                </a:lnTo>
                <a:lnTo>
                  <a:pt x="5873" y="980"/>
                </a:lnTo>
                <a:lnTo>
                  <a:pt x="5873" y="979"/>
                </a:lnTo>
                <a:lnTo>
                  <a:pt x="5872" y="979"/>
                </a:lnTo>
                <a:lnTo>
                  <a:pt x="5871" y="978"/>
                </a:lnTo>
                <a:lnTo>
                  <a:pt x="5870" y="978"/>
                </a:lnTo>
                <a:lnTo>
                  <a:pt x="5869" y="978"/>
                </a:lnTo>
                <a:lnTo>
                  <a:pt x="5869" y="977"/>
                </a:lnTo>
                <a:lnTo>
                  <a:pt x="5868" y="977"/>
                </a:lnTo>
                <a:lnTo>
                  <a:pt x="5867" y="977"/>
                </a:lnTo>
                <a:lnTo>
                  <a:pt x="5866" y="976"/>
                </a:lnTo>
                <a:lnTo>
                  <a:pt x="5865" y="976"/>
                </a:lnTo>
                <a:lnTo>
                  <a:pt x="5864" y="975"/>
                </a:lnTo>
                <a:lnTo>
                  <a:pt x="5863" y="975"/>
                </a:lnTo>
                <a:lnTo>
                  <a:pt x="5862" y="974"/>
                </a:lnTo>
                <a:lnTo>
                  <a:pt x="5861" y="974"/>
                </a:lnTo>
                <a:lnTo>
                  <a:pt x="5860" y="974"/>
                </a:lnTo>
                <a:lnTo>
                  <a:pt x="5860" y="973"/>
                </a:lnTo>
                <a:lnTo>
                  <a:pt x="5859" y="973"/>
                </a:lnTo>
                <a:lnTo>
                  <a:pt x="5858" y="973"/>
                </a:lnTo>
                <a:lnTo>
                  <a:pt x="5858" y="972"/>
                </a:lnTo>
                <a:lnTo>
                  <a:pt x="5857" y="972"/>
                </a:lnTo>
                <a:lnTo>
                  <a:pt x="5856" y="972"/>
                </a:lnTo>
                <a:lnTo>
                  <a:pt x="5855" y="971"/>
                </a:lnTo>
                <a:lnTo>
                  <a:pt x="5854" y="971"/>
                </a:lnTo>
                <a:lnTo>
                  <a:pt x="5853" y="971"/>
                </a:lnTo>
                <a:lnTo>
                  <a:pt x="5853" y="970"/>
                </a:lnTo>
                <a:lnTo>
                  <a:pt x="5852" y="970"/>
                </a:lnTo>
                <a:lnTo>
                  <a:pt x="5851" y="969"/>
                </a:lnTo>
                <a:lnTo>
                  <a:pt x="5850" y="969"/>
                </a:lnTo>
                <a:lnTo>
                  <a:pt x="5849" y="969"/>
                </a:lnTo>
                <a:lnTo>
                  <a:pt x="5849" y="968"/>
                </a:lnTo>
                <a:lnTo>
                  <a:pt x="5848" y="968"/>
                </a:lnTo>
                <a:lnTo>
                  <a:pt x="5847" y="968"/>
                </a:lnTo>
                <a:lnTo>
                  <a:pt x="5846" y="967"/>
                </a:lnTo>
                <a:lnTo>
                  <a:pt x="5845" y="967"/>
                </a:lnTo>
                <a:lnTo>
                  <a:pt x="5844" y="966"/>
                </a:lnTo>
                <a:lnTo>
                  <a:pt x="5843" y="966"/>
                </a:lnTo>
                <a:lnTo>
                  <a:pt x="5842" y="965"/>
                </a:lnTo>
                <a:lnTo>
                  <a:pt x="5841" y="965"/>
                </a:lnTo>
                <a:lnTo>
                  <a:pt x="5840" y="964"/>
                </a:lnTo>
                <a:lnTo>
                  <a:pt x="5839" y="964"/>
                </a:lnTo>
                <a:lnTo>
                  <a:pt x="5838" y="964"/>
                </a:lnTo>
                <a:lnTo>
                  <a:pt x="5838" y="963"/>
                </a:lnTo>
                <a:lnTo>
                  <a:pt x="5837" y="963"/>
                </a:lnTo>
                <a:lnTo>
                  <a:pt x="5836" y="963"/>
                </a:lnTo>
                <a:lnTo>
                  <a:pt x="5835" y="962"/>
                </a:lnTo>
                <a:lnTo>
                  <a:pt x="5834" y="962"/>
                </a:lnTo>
                <a:lnTo>
                  <a:pt x="5833" y="961"/>
                </a:lnTo>
                <a:lnTo>
                  <a:pt x="5832" y="961"/>
                </a:lnTo>
                <a:lnTo>
                  <a:pt x="5831" y="960"/>
                </a:lnTo>
                <a:lnTo>
                  <a:pt x="5830" y="960"/>
                </a:lnTo>
                <a:lnTo>
                  <a:pt x="5829" y="960"/>
                </a:lnTo>
                <a:lnTo>
                  <a:pt x="5829" y="959"/>
                </a:lnTo>
                <a:lnTo>
                  <a:pt x="5828" y="959"/>
                </a:lnTo>
                <a:lnTo>
                  <a:pt x="5827" y="959"/>
                </a:lnTo>
                <a:lnTo>
                  <a:pt x="5826" y="958"/>
                </a:lnTo>
                <a:lnTo>
                  <a:pt x="5825" y="958"/>
                </a:lnTo>
                <a:lnTo>
                  <a:pt x="5825" y="957"/>
                </a:lnTo>
                <a:lnTo>
                  <a:pt x="5824" y="957"/>
                </a:lnTo>
                <a:lnTo>
                  <a:pt x="5823" y="957"/>
                </a:lnTo>
                <a:lnTo>
                  <a:pt x="5822" y="956"/>
                </a:lnTo>
                <a:lnTo>
                  <a:pt x="5821" y="956"/>
                </a:lnTo>
                <a:lnTo>
                  <a:pt x="5820" y="955"/>
                </a:lnTo>
                <a:lnTo>
                  <a:pt x="5819" y="955"/>
                </a:lnTo>
                <a:lnTo>
                  <a:pt x="5818" y="955"/>
                </a:lnTo>
                <a:lnTo>
                  <a:pt x="5818" y="954"/>
                </a:lnTo>
                <a:lnTo>
                  <a:pt x="5817" y="954"/>
                </a:lnTo>
                <a:lnTo>
                  <a:pt x="5816" y="954"/>
                </a:lnTo>
                <a:lnTo>
                  <a:pt x="5816" y="953"/>
                </a:lnTo>
                <a:lnTo>
                  <a:pt x="5815" y="953"/>
                </a:lnTo>
                <a:lnTo>
                  <a:pt x="5814" y="953"/>
                </a:lnTo>
                <a:lnTo>
                  <a:pt x="5813" y="952"/>
                </a:lnTo>
                <a:lnTo>
                  <a:pt x="5812" y="952"/>
                </a:lnTo>
                <a:lnTo>
                  <a:pt x="5811" y="951"/>
                </a:lnTo>
                <a:lnTo>
                  <a:pt x="5810" y="951"/>
                </a:lnTo>
                <a:lnTo>
                  <a:pt x="5809" y="951"/>
                </a:lnTo>
                <a:lnTo>
                  <a:pt x="5809" y="950"/>
                </a:lnTo>
                <a:lnTo>
                  <a:pt x="5808" y="950"/>
                </a:lnTo>
                <a:lnTo>
                  <a:pt x="5807" y="950"/>
                </a:lnTo>
                <a:lnTo>
                  <a:pt x="5806" y="949"/>
                </a:lnTo>
                <a:lnTo>
                  <a:pt x="5805" y="949"/>
                </a:lnTo>
                <a:lnTo>
                  <a:pt x="5805" y="948"/>
                </a:lnTo>
                <a:lnTo>
                  <a:pt x="5804" y="948"/>
                </a:lnTo>
                <a:lnTo>
                  <a:pt x="5803" y="948"/>
                </a:lnTo>
                <a:lnTo>
                  <a:pt x="5802" y="947"/>
                </a:lnTo>
                <a:lnTo>
                  <a:pt x="5801" y="947"/>
                </a:lnTo>
                <a:lnTo>
                  <a:pt x="5800" y="946"/>
                </a:lnTo>
                <a:lnTo>
                  <a:pt x="5799" y="946"/>
                </a:lnTo>
                <a:lnTo>
                  <a:pt x="5798" y="946"/>
                </a:lnTo>
                <a:lnTo>
                  <a:pt x="5798" y="945"/>
                </a:lnTo>
                <a:lnTo>
                  <a:pt x="5797" y="945"/>
                </a:lnTo>
                <a:lnTo>
                  <a:pt x="5796" y="945"/>
                </a:lnTo>
                <a:lnTo>
                  <a:pt x="5796" y="944"/>
                </a:lnTo>
                <a:lnTo>
                  <a:pt x="5795" y="944"/>
                </a:lnTo>
                <a:lnTo>
                  <a:pt x="5794" y="944"/>
                </a:lnTo>
                <a:lnTo>
                  <a:pt x="5793" y="943"/>
                </a:lnTo>
                <a:lnTo>
                  <a:pt x="5792" y="943"/>
                </a:lnTo>
                <a:lnTo>
                  <a:pt x="5791" y="942"/>
                </a:lnTo>
                <a:lnTo>
                  <a:pt x="5790" y="942"/>
                </a:lnTo>
                <a:lnTo>
                  <a:pt x="5789" y="942"/>
                </a:lnTo>
                <a:lnTo>
                  <a:pt x="5789" y="941"/>
                </a:lnTo>
                <a:lnTo>
                  <a:pt x="5788" y="941"/>
                </a:lnTo>
                <a:lnTo>
                  <a:pt x="5787" y="940"/>
                </a:lnTo>
                <a:lnTo>
                  <a:pt x="5786" y="940"/>
                </a:lnTo>
                <a:lnTo>
                  <a:pt x="5785" y="940"/>
                </a:lnTo>
                <a:lnTo>
                  <a:pt x="5785" y="939"/>
                </a:lnTo>
                <a:lnTo>
                  <a:pt x="5784" y="939"/>
                </a:lnTo>
                <a:lnTo>
                  <a:pt x="5783" y="939"/>
                </a:lnTo>
                <a:lnTo>
                  <a:pt x="5782" y="938"/>
                </a:lnTo>
                <a:lnTo>
                  <a:pt x="5781" y="938"/>
                </a:lnTo>
                <a:lnTo>
                  <a:pt x="5780" y="937"/>
                </a:lnTo>
                <a:lnTo>
                  <a:pt x="5779" y="937"/>
                </a:lnTo>
                <a:lnTo>
                  <a:pt x="5778" y="936"/>
                </a:lnTo>
                <a:lnTo>
                  <a:pt x="5777" y="936"/>
                </a:lnTo>
                <a:lnTo>
                  <a:pt x="5776" y="936"/>
                </a:lnTo>
                <a:lnTo>
                  <a:pt x="5776" y="935"/>
                </a:lnTo>
                <a:lnTo>
                  <a:pt x="5775" y="935"/>
                </a:lnTo>
                <a:lnTo>
                  <a:pt x="5774" y="935"/>
                </a:lnTo>
                <a:lnTo>
                  <a:pt x="5774" y="934"/>
                </a:lnTo>
                <a:lnTo>
                  <a:pt x="5773" y="934"/>
                </a:lnTo>
                <a:lnTo>
                  <a:pt x="5772" y="934"/>
                </a:lnTo>
                <a:lnTo>
                  <a:pt x="5771" y="936"/>
                </a:lnTo>
                <a:lnTo>
                  <a:pt x="5770" y="935"/>
                </a:lnTo>
                <a:lnTo>
                  <a:pt x="5769" y="935"/>
                </a:lnTo>
                <a:lnTo>
                  <a:pt x="5768" y="934"/>
                </a:lnTo>
                <a:lnTo>
                  <a:pt x="5767" y="934"/>
                </a:lnTo>
                <a:lnTo>
                  <a:pt x="5766" y="934"/>
                </a:lnTo>
                <a:lnTo>
                  <a:pt x="5766" y="933"/>
                </a:lnTo>
                <a:lnTo>
                  <a:pt x="5765" y="933"/>
                </a:lnTo>
                <a:lnTo>
                  <a:pt x="5764" y="933"/>
                </a:lnTo>
                <a:lnTo>
                  <a:pt x="5764" y="932"/>
                </a:lnTo>
                <a:lnTo>
                  <a:pt x="5763" y="932"/>
                </a:lnTo>
                <a:lnTo>
                  <a:pt x="5762" y="932"/>
                </a:lnTo>
                <a:lnTo>
                  <a:pt x="5761" y="931"/>
                </a:lnTo>
                <a:lnTo>
                  <a:pt x="5760" y="931"/>
                </a:lnTo>
                <a:lnTo>
                  <a:pt x="5759" y="930"/>
                </a:lnTo>
                <a:lnTo>
                  <a:pt x="5758" y="930"/>
                </a:lnTo>
                <a:lnTo>
                  <a:pt x="5757" y="929"/>
                </a:lnTo>
                <a:lnTo>
                  <a:pt x="5756" y="929"/>
                </a:lnTo>
                <a:lnTo>
                  <a:pt x="5755" y="929"/>
                </a:lnTo>
                <a:lnTo>
                  <a:pt x="5755" y="928"/>
                </a:lnTo>
                <a:lnTo>
                  <a:pt x="5754" y="928"/>
                </a:lnTo>
                <a:lnTo>
                  <a:pt x="5753" y="928"/>
                </a:lnTo>
                <a:lnTo>
                  <a:pt x="5752" y="927"/>
                </a:lnTo>
                <a:lnTo>
                  <a:pt x="5751" y="927"/>
                </a:lnTo>
                <a:lnTo>
                  <a:pt x="5751" y="926"/>
                </a:lnTo>
                <a:lnTo>
                  <a:pt x="5750" y="926"/>
                </a:lnTo>
                <a:lnTo>
                  <a:pt x="5749" y="926"/>
                </a:lnTo>
                <a:lnTo>
                  <a:pt x="5748" y="925"/>
                </a:lnTo>
                <a:lnTo>
                  <a:pt x="5747" y="925"/>
                </a:lnTo>
                <a:lnTo>
                  <a:pt x="5746" y="925"/>
                </a:lnTo>
                <a:lnTo>
                  <a:pt x="5746" y="924"/>
                </a:lnTo>
                <a:lnTo>
                  <a:pt x="5745" y="924"/>
                </a:lnTo>
                <a:lnTo>
                  <a:pt x="5744" y="924"/>
                </a:lnTo>
                <a:lnTo>
                  <a:pt x="5744" y="923"/>
                </a:lnTo>
                <a:lnTo>
                  <a:pt x="5743" y="923"/>
                </a:lnTo>
                <a:lnTo>
                  <a:pt x="5742" y="923"/>
                </a:lnTo>
                <a:lnTo>
                  <a:pt x="5741" y="922"/>
                </a:lnTo>
                <a:lnTo>
                  <a:pt x="5740" y="924"/>
                </a:lnTo>
                <a:lnTo>
                  <a:pt x="5739" y="924"/>
                </a:lnTo>
                <a:lnTo>
                  <a:pt x="5738" y="924"/>
                </a:lnTo>
                <a:lnTo>
                  <a:pt x="5738" y="923"/>
                </a:lnTo>
                <a:lnTo>
                  <a:pt x="5737" y="923"/>
                </a:lnTo>
                <a:lnTo>
                  <a:pt x="5736" y="923"/>
                </a:lnTo>
                <a:lnTo>
                  <a:pt x="5736" y="922"/>
                </a:lnTo>
                <a:lnTo>
                  <a:pt x="5735" y="922"/>
                </a:lnTo>
                <a:lnTo>
                  <a:pt x="5734" y="922"/>
                </a:lnTo>
                <a:lnTo>
                  <a:pt x="5734" y="921"/>
                </a:lnTo>
                <a:lnTo>
                  <a:pt x="5733" y="921"/>
                </a:lnTo>
                <a:lnTo>
                  <a:pt x="5732" y="921"/>
                </a:lnTo>
                <a:lnTo>
                  <a:pt x="5731" y="920"/>
                </a:lnTo>
                <a:lnTo>
                  <a:pt x="5730" y="920"/>
                </a:lnTo>
                <a:lnTo>
                  <a:pt x="5729" y="920"/>
                </a:lnTo>
                <a:lnTo>
                  <a:pt x="5729" y="919"/>
                </a:lnTo>
                <a:lnTo>
                  <a:pt x="5728" y="919"/>
                </a:lnTo>
                <a:lnTo>
                  <a:pt x="5727" y="918"/>
                </a:lnTo>
                <a:lnTo>
                  <a:pt x="5726" y="918"/>
                </a:lnTo>
                <a:lnTo>
                  <a:pt x="5725" y="918"/>
                </a:lnTo>
                <a:lnTo>
                  <a:pt x="5725" y="917"/>
                </a:lnTo>
                <a:lnTo>
                  <a:pt x="5724" y="917"/>
                </a:lnTo>
                <a:lnTo>
                  <a:pt x="5723" y="917"/>
                </a:lnTo>
                <a:lnTo>
                  <a:pt x="5722" y="916"/>
                </a:lnTo>
                <a:lnTo>
                  <a:pt x="5721" y="916"/>
                </a:lnTo>
                <a:lnTo>
                  <a:pt x="5720" y="915"/>
                </a:lnTo>
                <a:lnTo>
                  <a:pt x="5719" y="915"/>
                </a:lnTo>
                <a:lnTo>
                  <a:pt x="5718" y="915"/>
                </a:lnTo>
                <a:lnTo>
                  <a:pt x="5718" y="914"/>
                </a:lnTo>
                <a:lnTo>
                  <a:pt x="5717" y="914"/>
                </a:lnTo>
                <a:lnTo>
                  <a:pt x="5716" y="914"/>
                </a:lnTo>
                <a:lnTo>
                  <a:pt x="5716" y="913"/>
                </a:lnTo>
                <a:lnTo>
                  <a:pt x="5715" y="913"/>
                </a:lnTo>
                <a:lnTo>
                  <a:pt x="5714" y="913"/>
                </a:lnTo>
                <a:lnTo>
                  <a:pt x="5714" y="912"/>
                </a:lnTo>
                <a:lnTo>
                  <a:pt x="5713" y="912"/>
                </a:lnTo>
                <a:lnTo>
                  <a:pt x="5712" y="912"/>
                </a:lnTo>
                <a:lnTo>
                  <a:pt x="5711" y="911"/>
                </a:lnTo>
                <a:lnTo>
                  <a:pt x="5710" y="911"/>
                </a:lnTo>
                <a:lnTo>
                  <a:pt x="5709" y="911"/>
                </a:lnTo>
                <a:lnTo>
                  <a:pt x="5709" y="910"/>
                </a:lnTo>
                <a:lnTo>
                  <a:pt x="5708" y="910"/>
                </a:lnTo>
                <a:lnTo>
                  <a:pt x="5707" y="909"/>
                </a:lnTo>
                <a:lnTo>
                  <a:pt x="5706" y="909"/>
                </a:lnTo>
                <a:lnTo>
                  <a:pt x="5705" y="909"/>
                </a:lnTo>
                <a:lnTo>
                  <a:pt x="5705" y="908"/>
                </a:lnTo>
                <a:lnTo>
                  <a:pt x="5704" y="908"/>
                </a:lnTo>
                <a:lnTo>
                  <a:pt x="5703" y="908"/>
                </a:lnTo>
                <a:lnTo>
                  <a:pt x="5702" y="907"/>
                </a:lnTo>
                <a:lnTo>
                  <a:pt x="5701" y="907"/>
                </a:lnTo>
                <a:lnTo>
                  <a:pt x="5700" y="906"/>
                </a:lnTo>
                <a:lnTo>
                  <a:pt x="5699" y="906"/>
                </a:lnTo>
                <a:lnTo>
                  <a:pt x="5698" y="905"/>
                </a:lnTo>
                <a:lnTo>
                  <a:pt x="5697" y="905"/>
                </a:lnTo>
                <a:lnTo>
                  <a:pt x="5696" y="904"/>
                </a:lnTo>
                <a:lnTo>
                  <a:pt x="5695" y="904"/>
                </a:lnTo>
                <a:lnTo>
                  <a:pt x="5694" y="904"/>
                </a:lnTo>
                <a:lnTo>
                  <a:pt x="5694" y="903"/>
                </a:lnTo>
                <a:lnTo>
                  <a:pt x="5693" y="903"/>
                </a:lnTo>
                <a:lnTo>
                  <a:pt x="5692" y="903"/>
                </a:lnTo>
                <a:lnTo>
                  <a:pt x="5691" y="902"/>
                </a:lnTo>
                <a:lnTo>
                  <a:pt x="5690" y="902"/>
                </a:lnTo>
                <a:lnTo>
                  <a:pt x="5689" y="901"/>
                </a:lnTo>
                <a:lnTo>
                  <a:pt x="5688" y="901"/>
                </a:lnTo>
                <a:lnTo>
                  <a:pt x="5687" y="900"/>
                </a:lnTo>
                <a:lnTo>
                  <a:pt x="5686" y="900"/>
                </a:lnTo>
                <a:lnTo>
                  <a:pt x="5685" y="900"/>
                </a:lnTo>
                <a:lnTo>
                  <a:pt x="5685" y="899"/>
                </a:lnTo>
                <a:lnTo>
                  <a:pt x="5684" y="899"/>
                </a:lnTo>
                <a:lnTo>
                  <a:pt x="5683" y="899"/>
                </a:lnTo>
                <a:lnTo>
                  <a:pt x="5682" y="898"/>
                </a:lnTo>
                <a:lnTo>
                  <a:pt x="5681" y="898"/>
                </a:lnTo>
                <a:lnTo>
                  <a:pt x="5680" y="897"/>
                </a:lnTo>
                <a:lnTo>
                  <a:pt x="5679" y="897"/>
                </a:lnTo>
                <a:lnTo>
                  <a:pt x="5678" y="896"/>
                </a:lnTo>
                <a:lnTo>
                  <a:pt x="5677" y="896"/>
                </a:lnTo>
                <a:lnTo>
                  <a:pt x="5676" y="895"/>
                </a:lnTo>
                <a:lnTo>
                  <a:pt x="5675" y="895"/>
                </a:lnTo>
                <a:lnTo>
                  <a:pt x="5674" y="895"/>
                </a:lnTo>
                <a:lnTo>
                  <a:pt x="5674" y="894"/>
                </a:lnTo>
                <a:lnTo>
                  <a:pt x="5673" y="894"/>
                </a:lnTo>
                <a:lnTo>
                  <a:pt x="5672" y="894"/>
                </a:lnTo>
                <a:lnTo>
                  <a:pt x="5671" y="893"/>
                </a:lnTo>
                <a:lnTo>
                  <a:pt x="5670" y="893"/>
                </a:lnTo>
                <a:lnTo>
                  <a:pt x="5669" y="892"/>
                </a:lnTo>
                <a:lnTo>
                  <a:pt x="5668" y="892"/>
                </a:lnTo>
                <a:lnTo>
                  <a:pt x="5667" y="891"/>
                </a:lnTo>
                <a:lnTo>
                  <a:pt x="5666" y="891"/>
                </a:lnTo>
                <a:lnTo>
                  <a:pt x="5665" y="891"/>
                </a:lnTo>
                <a:lnTo>
                  <a:pt x="5665" y="890"/>
                </a:lnTo>
                <a:lnTo>
                  <a:pt x="5664" y="890"/>
                </a:lnTo>
                <a:lnTo>
                  <a:pt x="5663" y="890"/>
                </a:lnTo>
                <a:lnTo>
                  <a:pt x="5662" y="889"/>
                </a:lnTo>
                <a:lnTo>
                  <a:pt x="5661" y="889"/>
                </a:lnTo>
                <a:lnTo>
                  <a:pt x="5661" y="888"/>
                </a:lnTo>
                <a:lnTo>
                  <a:pt x="5660" y="888"/>
                </a:lnTo>
                <a:lnTo>
                  <a:pt x="5659" y="888"/>
                </a:lnTo>
                <a:lnTo>
                  <a:pt x="5658" y="887"/>
                </a:lnTo>
                <a:lnTo>
                  <a:pt x="5657" y="887"/>
                </a:lnTo>
                <a:lnTo>
                  <a:pt x="5656" y="886"/>
                </a:lnTo>
                <a:lnTo>
                  <a:pt x="5655" y="886"/>
                </a:lnTo>
                <a:lnTo>
                  <a:pt x="5654" y="886"/>
                </a:lnTo>
                <a:lnTo>
                  <a:pt x="5654" y="885"/>
                </a:lnTo>
                <a:lnTo>
                  <a:pt x="5653" y="885"/>
                </a:lnTo>
                <a:lnTo>
                  <a:pt x="5652" y="885"/>
                </a:lnTo>
                <a:lnTo>
                  <a:pt x="5652" y="884"/>
                </a:lnTo>
                <a:lnTo>
                  <a:pt x="5651" y="884"/>
                </a:lnTo>
                <a:lnTo>
                  <a:pt x="5650" y="884"/>
                </a:lnTo>
                <a:lnTo>
                  <a:pt x="5650" y="883"/>
                </a:lnTo>
                <a:lnTo>
                  <a:pt x="5649" y="883"/>
                </a:lnTo>
                <a:lnTo>
                  <a:pt x="5648" y="883"/>
                </a:lnTo>
                <a:lnTo>
                  <a:pt x="5647" y="882"/>
                </a:lnTo>
                <a:lnTo>
                  <a:pt x="5646" y="882"/>
                </a:lnTo>
                <a:lnTo>
                  <a:pt x="5645" y="882"/>
                </a:lnTo>
                <a:lnTo>
                  <a:pt x="5645" y="881"/>
                </a:lnTo>
                <a:lnTo>
                  <a:pt x="5644" y="881"/>
                </a:lnTo>
                <a:lnTo>
                  <a:pt x="5643" y="880"/>
                </a:lnTo>
                <a:lnTo>
                  <a:pt x="5642" y="880"/>
                </a:lnTo>
                <a:lnTo>
                  <a:pt x="5641" y="880"/>
                </a:lnTo>
                <a:lnTo>
                  <a:pt x="5641" y="879"/>
                </a:lnTo>
                <a:lnTo>
                  <a:pt x="5640" y="879"/>
                </a:lnTo>
                <a:lnTo>
                  <a:pt x="5639" y="882"/>
                </a:lnTo>
                <a:lnTo>
                  <a:pt x="5638" y="881"/>
                </a:lnTo>
                <a:lnTo>
                  <a:pt x="5637" y="881"/>
                </a:lnTo>
                <a:lnTo>
                  <a:pt x="5636" y="880"/>
                </a:lnTo>
                <a:lnTo>
                  <a:pt x="5635" y="880"/>
                </a:lnTo>
                <a:lnTo>
                  <a:pt x="5634" y="880"/>
                </a:lnTo>
                <a:lnTo>
                  <a:pt x="5634" y="879"/>
                </a:lnTo>
                <a:lnTo>
                  <a:pt x="5633" y="879"/>
                </a:lnTo>
                <a:lnTo>
                  <a:pt x="5632" y="879"/>
                </a:lnTo>
                <a:lnTo>
                  <a:pt x="5631" y="878"/>
                </a:lnTo>
                <a:lnTo>
                  <a:pt x="5630" y="878"/>
                </a:lnTo>
                <a:lnTo>
                  <a:pt x="5630" y="877"/>
                </a:lnTo>
                <a:lnTo>
                  <a:pt x="5629" y="877"/>
                </a:lnTo>
                <a:lnTo>
                  <a:pt x="5628" y="877"/>
                </a:lnTo>
                <a:lnTo>
                  <a:pt x="5627" y="876"/>
                </a:lnTo>
                <a:lnTo>
                  <a:pt x="5626" y="876"/>
                </a:lnTo>
                <a:lnTo>
                  <a:pt x="5625" y="876"/>
                </a:lnTo>
                <a:lnTo>
                  <a:pt x="5625" y="875"/>
                </a:lnTo>
                <a:lnTo>
                  <a:pt x="5624" y="875"/>
                </a:lnTo>
                <a:lnTo>
                  <a:pt x="5623" y="875"/>
                </a:lnTo>
                <a:lnTo>
                  <a:pt x="5622" y="874"/>
                </a:lnTo>
                <a:lnTo>
                  <a:pt x="5621" y="874"/>
                </a:lnTo>
                <a:lnTo>
                  <a:pt x="5621" y="873"/>
                </a:lnTo>
                <a:lnTo>
                  <a:pt x="5620" y="873"/>
                </a:lnTo>
                <a:lnTo>
                  <a:pt x="5619" y="873"/>
                </a:lnTo>
                <a:lnTo>
                  <a:pt x="5618" y="872"/>
                </a:lnTo>
                <a:lnTo>
                  <a:pt x="5617" y="872"/>
                </a:lnTo>
                <a:lnTo>
                  <a:pt x="5616" y="871"/>
                </a:lnTo>
                <a:lnTo>
                  <a:pt x="5615" y="871"/>
                </a:lnTo>
                <a:lnTo>
                  <a:pt x="5614" y="871"/>
                </a:lnTo>
                <a:lnTo>
                  <a:pt x="5614" y="870"/>
                </a:lnTo>
                <a:lnTo>
                  <a:pt x="5613" y="870"/>
                </a:lnTo>
                <a:lnTo>
                  <a:pt x="5612" y="870"/>
                </a:lnTo>
                <a:lnTo>
                  <a:pt x="5612" y="869"/>
                </a:lnTo>
                <a:lnTo>
                  <a:pt x="5611" y="869"/>
                </a:lnTo>
                <a:lnTo>
                  <a:pt x="5610" y="869"/>
                </a:lnTo>
                <a:lnTo>
                  <a:pt x="5610" y="868"/>
                </a:lnTo>
                <a:lnTo>
                  <a:pt x="5609" y="868"/>
                </a:lnTo>
                <a:lnTo>
                  <a:pt x="5608" y="868"/>
                </a:lnTo>
                <a:lnTo>
                  <a:pt x="5607" y="867"/>
                </a:lnTo>
                <a:lnTo>
                  <a:pt x="5606" y="867"/>
                </a:lnTo>
                <a:lnTo>
                  <a:pt x="5605" y="867"/>
                </a:lnTo>
                <a:lnTo>
                  <a:pt x="5605" y="866"/>
                </a:lnTo>
                <a:lnTo>
                  <a:pt x="5604" y="866"/>
                </a:lnTo>
                <a:lnTo>
                  <a:pt x="5603" y="866"/>
                </a:lnTo>
                <a:lnTo>
                  <a:pt x="5602" y="865"/>
                </a:lnTo>
                <a:lnTo>
                  <a:pt x="5601" y="865"/>
                </a:lnTo>
                <a:lnTo>
                  <a:pt x="5601" y="864"/>
                </a:lnTo>
                <a:lnTo>
                  <a:pt x="5600" y="864"/>
                </a:lnTo>
                <a:lnTo>
                  <a:pt x="5599" y="864"/>
                </a:lnTo>
                <a:lnTo>
                  <a:pt x="5598" y="863"/>
                </a:lnTo>
                <a:lnTo>
                  <a:pt x="5597" y="863"/>
                </a:lnTo>
                <a:lnTo>
                  <a:pt x="5596" y="862"/>
                </a:lnTo>
                <a:lnTo>
                  <a:pt x="5595" y="862"/>
                </a:lnTo>
                <a:lnTo>
                  <a:pt x="5594" y="862"/>
                </a:lnTo>
                <a:lnTo>
                  <a:pt x="5594" y="861"/>
                </a:lnTo>
                <a:lnTo>
                  <a:pt x="5593" y="861"/>
                </a:lnTo>
                <a:lnTo>
                  <a:pt x="5592" y="861"/>
                </a:lnTo>
                <a:lnTo>
                  <a:pt x="5592" y="860"/>
                </a:lnTo>
                <a:lnTo>
                  <a:pt x="5591" y="860"/>
                </a:lnTo>
                <a:lnTo>
                  <a:pt x="5590" y="860"/>
                </a:lnTo>
                <a:lnTo>
                  <a:pt x="5590" y="859"/>
                </a:lnTo>
                <a:lnTo>
                  <a:pt x="5589" y="859"/>
                </a:lnTo>
                <a:lnTo>
                  <a:pt x="5588" y="859"/>
                </a:lnTo>
                <a:lnTo>
                  <a:pt x="5587" y="858"/>
                </a:lnTo>
                <a:lnTo>
                  <a:pt x="5586" y="858"/>
                </a:lnTo>
                <a:lnTo>
                  <a:pt x="5585" y="858"/>
                </a:lnTo>
                <a:lnTo>
                  <a:pt x="5585" y="857"/>
                </a:lnTo>
                <a:lnTo>
                  <a:pt x="5584" y="857"/>
                </a:lnTo>
                <a:lnTo>
                  <a:pt x="5583" y="856"/>
                </a:lnTo>
                <a:lnTo>
                  <a:pt x="5582" y="856"/>
                </a:lnTo>
                <a:lnTo>
                  <a:pt x="5581" y="856"/>
                </a:lnTo>
                <a:lnTo>
                  <a:pt x="5581" y="855"/>
                </a:lnTo>
                <a:lnTo>
                  <a:pt x="5580" y="855"/>
                </a:lnTo>
                <a:lnTo>
                  <a:pt x="5579" y="855"/>
                </a:lnTo>
                <a:lnTo>
                  <a:pt x="5578" y="854"/>
                </a:lnTo>
                <a:lnTo>
                  <a:pt x="5578" y="857"/>
                </a:lnTo>
                <a:lnTo>
                  <a:pt x="5577" y="857"/>
                </a:lnTo>
                <a:lnTo>
                  <a:pt x="5576" y="857"/>
                </a:lnTo>
                <a:lnTo>
                  <a:pt x="5575" y="856"/>
                </a:lnTo>
                <a:lnTo>
                  <a:pt x="5574" y="856"/>
                </a:lnTo>
                <a:lnTo>
                  <a:pt x="5573" y="855"/>
                </a:lnTo>
                <a:lnTo>
                  <a:pt x="5572" y="855"/>
                </a:lnTo>
                <a:lnTo>
                  <a:pt x="5571" y="855"/>
                </a:lnTo>
                <a:lnTo>
                  <a:pt x="5571" y="854"/>
                </a:lnTo>
                <a:lnTo>
                  <a:pt x="5570" y="854"/>
                </a:lnTo>
                <a:lnTo>
                  <a:pt x="5569" y="853"/>
                </a:lnTo>
                <a:lnTo>
                  <a:pt x="5568" y="853"/>
                </a:lnTo>
                <a:lnTo>
                  <a:pt x="5567" y="853"/>
                </a:lnTo>
                <a:lnTo>
                  <a:pt x="5567" y="852"/>
                </a:lnTo>
                <a:lnTo>
                  <a:pt x="5566" y="852"/>
                </a:lnTo>
                <a:lnTo>
                  <a:pt x="5565" y="852"/>
                </a:lnTo>
                <a:lnTo>
                  <a:pt x="5564" y="851"/>
                </a:lnTo>
                <a:lnTo>
                  <a:pt x="5563" y="851"/>
                </a:lnTo>
                <a:lnTo>
                  <a:pt x="5562" y="850"/>
                </a:lnTo>
                <a:lnTo>
                  <a:pt x="5561" y="850"/>
                </a:lnTo>
                <a:lnTo>
                  <a:pt x="5560" y="849"/>
                </a:lnTo>
                <a:lnTo>
                  <a:pt x="5559" y="849"/>
                </a:lnTo>
                <a:lnTo>
                  <a:pt x="5558" y="849"/>
                </a:lnTo>
                <a:lnTo>
                  <a:pt x="5558" y="848"/>
                </a:lnTo>
                <a:lnTo>
                  <a:pt x="5557" y="848"/>
                </a:lnTo>
                <a:lnTo>
                  <a:pt x="5556" y="848"/>
                </a:lnTo>
                <a:lnTo>
                  <a:pt x="5555" y="847"/>
                </a:lnTo>
                <a:lnTo>
                  <a:pt x="5554" y="847"/>
                </a:lnTo>
                <a:lnTo>
                  <a:pt x="5553" y="846"/>
                </a:lnTo>
                <a:lnTo>
                  <a:pt x="5552" y="846"/>
                </a:lnTo>
                <a:lnTo>
                  <a:pt x="5551" y="845"/>
                </a:lnTo>
                <a:lnTo>
                  <a:pt x="5550" y="845"/>
                </a:lnTo>
                <a:lnTo>
                  <a:pt x="5549" y="844"/>
                </a:lnTo>
                <a:lnTo>
                  <a:pt x="5548" y="844"/>
                </a:lnTo>
                <a:lnTo>
                  <a:pt x="5547" y="844"/>
                </a:lnTo>
                <a:lnTo>
                  <a:pt x="5547" y="843"/>
                </a:lnTo>
                <a:lnTo>
                  <a:pt x="5546" y="843"/>
                </a:lnTo>
                <a:lnTo>
                  <a:pt x="5545" y="843"/>
                </a:lnTo>
                <a:lnTo>
                  <a:pt x="5544" y="842"/>
                </a:lnTo>
                <a:lnTo>
                  <a:pt x="5543" y="842"/>
                </a:lnTo>
                <a:lnTo>
                  <a:pt x="5543" y="841"/>
                </a:lnTo>
                <a:lnTo>
                  <a:pt x="5542" y="841"/>
                </a:lnTo>
                <a:lnTo>
                  <a:pt x="5541" y="841"/>
                </a:lnTo>
                <a:lnTo>
                  <a:pt x="5540" y="840"/>
                </a:lnTo>
                <a:lnTo>
                  <a:pt x="5539" y="840"/>
                </a:lnTo>
                <a:lnTo>
                  <a:pt x="5538" y="840"/>
                </a:lnTo>
                <a:lnTo>
                  <a:pt x="5538" y="839"/>
                </a:lnTo>
                <a:lnTo>
                  <a:pt x="5537" y="839"/>
                </a:lnTo>
                <a:lnTo>
                  <a:pt x="5536" y="839"/>
                </a:lnTo>
                <a:lnTo>
                  <a:pt x="5535" y="838"/>
                </a:lnTo>
                <a:lnTo>
                  <a:pt x="5534" y="838"/>
                </a:lnTo>
                <a:lnTo>
                  <a:pt x="5533" y="837"/>
                </a:lnTo>
                <a:lnTo>
                  <a:pt x="5532" y="837"/>
                </a:lnTo>
                <a:lnTo>
                  <a:pt x="5531" y="836"/>
                </a:lnTo>
                <a:lnTo>
                  <a:pt x="5530" y="836"/>
                </a:lnTo>
                <a:lnTo>
                  <a:pt x="5529" y="835"/>
                </a:lnTo>
                <a:lnTo>
                  <a:pt x="5528" y="835"/>
                </a:lnTo>
                <a:lnTo>
                  <a:pt x="5527" y="835"/>
                </a:lnTo>
                <a:lnTo>
                  <a:pt x="5527" y="834"/>
                </a:lnTo>
                <a:lnTo>
                  <a:pt x="5526" y="834"/>
                </a:lnTo>
                <a:lnTo>
                  <a:pt x="5525" y="834"/>
                </a:lnTo>
                <a:lnTo>
                  <a:pt x="5524" y="833"/>
                </a:lnTo>
                <a:lnTo>
                  <a:pt x="5523" y="833"/>
                </a:lnTo>
                <a:lnTo>
                  <a:pt x="5523" y="832"/>
                </a:lnTo>
                <a:lnTo>
                  <a:pt x="5522" y="832"/>
                </a:lnTo>
                <a:lnTo>
                  <a:pt x="5521" y="832"/>
                </a:lnTo>
                <a:lnTo>
                  <a:pt x="5520" y="831"/>
                </a:lnTo>
                <a:lnTo>
                  <a:pt x="5519" y="831"/>
                </a:lnTo>
                <a:lnTo>
                  <a:pt x="5518" y="831"/>
                </a:lnTo>
                <a:lnTo>
                  <a:pt x="5518" y="830"/>
                </a:lnTo>
                <a:lnTo>
                  <a:pt x="5517" y="830"/>
                </a:lnTo>
                <a:lnTo>
                  <a:pt x="5516" y="830"/>
                </a:lnTo>
                <a:lnTo>
                  <a:pt x="5516" y="829"/>
                </a:lnTo>
                <a:lnTo>
                  <a:pt x="5515" y="829"/>
                </a:lnTo>
                <a:lnTo>
                  <a:pt x="5514" y="829"/>
                </a:lnTo>
                <a:lnTo>
                  <a:pt x="5514" y="828"/>
                </a:lnTo>
                <a:lnTo>
                  <a:pt x="5513" y="828"/>
                </a:lnTo>
                <a:lnTo>
                  <a:pt x="5512" y="828"/>
                </a:lnTo>
                <a:lnTo>
                  <a:pt x="5511" y="827"/>
                </a:lnTo>
                <a:lnTo>
                  <a:pt x="5510" y="827"/>
                </a:lnTo>
                <a:lnTo>
                  <a:pt x="5509" y="826"/>
                </a:lnTo>
                <a:lnTo>
                  <a:pt x="5508" y="826"/>
                </a:lnTo>
                <a:lnTo>
                  <a:pt x="5507" y="826"/>
                </a:lnTo>
                <a:lnTo>
                  <a:pt x="5507" y="825"/>
                </a:lnTo>
                <a:lnTo>
                  <a:pt x="5506" y="825"/>
                </a:lnTo>
                <a:lnTo>
                  <a:pt x="5505" y="824"/>
                </a:lnTo>
                <a:lnTo>
                  <a:pt x="5504" y="824"/>
                </a:lnTo>
                <a:lnTo>
                  <a:pt x="5503" y="824"/>
                </a:lnTo>
                <a:lnTo>
                  <a:pt x="5503" y="823"/>
                </a:lnTo>
                <a:lnTo>
                  <a:pt x="5502" y="823"/>
                </a:lnTo>
                <a:lnTo>
                  <a:pt x="5501" y="823"/>
                </a:lnTo>
                <a:lnTo>
                  <a:pt x="5500" y="822"/>
                </a:lnTo>
                <a:lnTo>
                  <a:pt x="5499" y="822"/>
                </a:lnTo>
                <a:lnTo>
                  <a:pt x="5498" y="822"/>
                </a:lnTo>
                <a:lnTo>
                  <a:pt x="5498" y="821"/>
                </a:lnTo>
                <a:lnTo>
                  <a:pt x="5497" y="821"/>
                </a:lnTo>
                <a:lnTo>
                  <a:pt x="5496" y="820"/>
                </a:lnTo>
                <a:lnTo>
                  <a:pt x="5495" y="820"/>
                </a:lnTo>
                <a:lnTo>
                  <a:pt x="5494" y="820"/>
                </a:lnTo>
                <a:lnTo>
                  <a:pt x="5494" y="819"/>
                </a:lnTo>
                <a:lnTo>
                  <a:pt x="5493" y="819"/>
                </a:lnTo>
                <a:lnTo>
                  <a:pt x="5492" y="819"/>
                </a:lnTo>
                <a:lnTo>
                  <a:pt x="5491" y="818"/>
                </a:lnTo>
                <a:lnTo>
                  <a:pt x="5490" y="818"/>
                </a:lnTo>
                <a:lnTo>
                  <a:pt x="5489" y="817"/>
                </a:lnTo>
                <a:lnTo>
                  <a:pt x="5488" y="817"/>
                </a:lnTo>
                <a:lnTo>
                  <a:pt x="5487" y="817"/>
                </a:lnTo>
                <a:lnTo>
                  <a:pt x="5487" y="816"/>
                </a:lnTo>
                <a:lnTo>
                  <a:pt x="5486" y="816"/>
                </a:lnTo>
                <a:lnTo>
                  <a:pt x="5485" y="815"/>
                </a:lnTo>
                <a:lnTo>
                  <a:pt x="5484" y="815"/>
                </a:lnTo>
                <a:lnTo>
                  <a:pt x="5483" y="815"/>
                </a:lnTo>
                <a:lnTo>
                  <a:pt x="5483" y="814"/>
                </a:lnTo>
                <a:lnTo>
                  <a:pt x="5482" y="814"/>
                </a:lnTo>
                <a:lnTo>
                  <a:pt x="5481" y="814"/>
                </a:lnTo>
                <a:lnTo>
                  <a:pt x="5480" y="813"/>
                </a:lnTo>
                <a:lnTo>
                  <a:pt x="5479" y="813"/>
                </a:lnTo>
                <a:lnTo>
                  <a:pt x="5478" y="813"/>
                </a:lnTo>
                <a:lnTo>
                  <a:pt x="5478" y="812"/>
                </a:lnTo>
                <a:lnTo>
                  <a:pt x="5477" y="812"/>
                </a:lnTo>
                <a:lnTo>
                  <a:pt x="5476" y="811"/>
                </a:lnTo>
                <a:lnTo>
                  <a:pt x="5475" y="811"/>
                </a:lnTo>
                <a:lnTo>
                  <a:pt x="5474" y="811"/>
                </a:lnTo>
                <a:lnTo>
                  <a:pt x="5474" y="810"/>
                </a:lnTo>
                <a:lnTo>
                  <a:pt x="5473" y="810"/>
                </a:lnTo>
                <a:lnTo>
                  <a:pt x="5472" y="810"/>
                </a:lnTo>
                <a:lnTo>
                  <a:pt x="5471" y="809"/>
                </a:lnTo>
                <a:lnTo>
                  <a:pt x="5470" y="809"/>
                </a:lnTo>
                <a:lnTo>
                  <a:pt x="5469" y="808"/>
                </a:lnTo>
                <a:lnTo>
                  <a:pt x="5468" y="808"/>
                </a:lnTo>
                <a:lnTo>
                  <a:pt x="5467" y="807"/>
                </a:lnTo>
                <a:lnTo>
                  <a:pt x="5466" y="807"/>
                </a:lnTo>
                <a:lnTo>
                  <a:pt x="5465" y="806"/>
                </a:lnTo>
                <a:lnTo>
                  <a:pt x="5464" y="806"/>
                </a:lnTo>
                <a:lnTo>
                  <a:pt x="5463" y="806"/>
                </a:lnTo>
                <a:lnTo>
                  <a:pt x="5463" y="805"/>
                </a:lnTo>
                <a:lnTo>
                  <a:pt x="5462" y="805"/>
                </a:lnTo>
                <a:lnTo>
                  <a:pt x="5461" y="805"/>
                </a:lnTo>
                <a:lnTo>
                  <a:pt x="5460" y="804"/>
                </a:lnTo>
                <a:lnTo>
                  <a:pt x="5459" y="804"/>
                </a:lnTo>
                <a:lnTo>
                  <a:pt x="5459" y="803"/>
                </a:lnTo>
                <a:lnTo>
                  <a:pt x="5458" y="803"/>
                </a:lnTo>
                <a:lnTo>
                  <a:pt x="5457" y="803"/>
                </a:lnTo>
                <a:lnTo>
                  <a:pt x="5456" y="802"/>
                </a:lnTo>
                <a:lnTo>
                  <a:pt x="5455" y="802"/>
                </a:lnTo>
                <a:lnTo>
                  <a:pt x="5454" y="802"/>
                </a:lnTo>
                <a:lnTo>
                  <a:pt x="5454" y="801"/>
                </a:lnTo>
                <a:lnTo>
                  <a:pt x="5453" y="801"/>
                </a:lnTo>
                <a:lnTo>
                  <a:pt x="5452" y="801"/>
                </a:lnTo>
                <a:lnTo>
                  <a:pt x="5451" y="800"/>
                </a:lnTo>
                <a:lnTo>
                  <a:pt x="5450" y="800"/>
                </a:lnTo>
                <a:lnTo>
                  <a:pt x="5449" y="799"/>
                </a:lnTo>
                <a:lnTo>
                  <a:pt x="5448" y="799"/>
                </a:lnTo>
                <a:lnTo>
                  <a:pt x="5447" y="798"/>
                </a:lnTo>
                <a:lnTo>
                  <a:pt x="5446" y="798"/>
                </a:lnTo>
                <a:lnTo>
                  <a:pt x="5445" y="797"/>
                </a:lnTo>
                <a:lnTo>
                  <a:pt x="5444" y="797"/>
                </a:lnTo>
                <a:lnTo>
                  <a:pt x="5443" y="797"/>
                </a:lnTo>
                <a:lnTo>
                  <a:pt x="5443" y="796"/>
                </a:lnTo>
                <a:lnTo>
                  <a:pt x="5442" y="796"/>
                </a:lnTo>
                <a:lnTo>
                  <a:pt x="5441" y="796"/>
                </a:lnTo>
                <a:lnTo>
                  <a:pt x="5440" y="795"/>
                </a:lnTo>
                <a:lnTo>
                  <a:pt x="5439" y="795"/>
                </a:lnTo>
                <a:lnTo>
                  <a:pt x="5439" y="794"/>
                </a:lnTo>
                <a:lnTo>
                  <a:pt x="5438" y="794"/>
                </a:lnTo>
                <a:lnTo>
                  <a:pt x="5437" y="794"/>
                </a:lnTo>
                <a:lnTo>
                  <a:pt x="5436" y="793"/>
                </a:lnTo>
                <a:lnTo>
                  <a:pt x="5435" y="793"/>
                </a:lnTo>
                <a:lnTo>
                  <a:pt x="5434" y="793"/>
                </a:lnTo>
                <a:lnTo>
                  <a:pt x="5434" y="792"/>
                </a:lnTo>
                <a:lnTo>
                  <a:pt x="5433" y="792"/>
                </a:lnTo>
                <a:lnTo>
                  <a:pt x="5432" y="792"/>
                </a:lnTo>
                <a:lnTo>
                  <a:pt x="5431" y="791"/>
                </a:lnTo>
                <a:lnTo>
                  <a:pt x="5430" y="791"/>
                </a:lnTo>
                <a:lnTo>
                  <a:pt x="5430" y="790"/>
                </a:lnTo>
                <a:lnTo>
                  <a:pt x="5429" y="790"/>
                </a:lnTo>
                <a:lnTo>
                  <a:pt x="5428" y="790"/>
                </a:lnTo>
                <a:lnTo>
                  <a:pt x="5427" y="789"/>
                </a:lnTo>
                <a:lnTo>
                  <a:pt x="5426" y="789"/>
                </a:lnTo>
                <a:lnTo>
                  <a:pt x="5425" y="788"/>
                </a:lnTo>
                <a:lnTo>
                  <a:pt x="5424" y="788"/>
                </a:lnTo>
                <a:lnTo>
                  <a:pt x="5423" y="788"/>
                </a:lnTo>
                <a:lnTo>
                  <a:pt x="5423" y="787"/>
                </a:lnTo>
                <a:lnTo>
                  <a:pt x="5422" y="787"/>
                </a:lnTo>
                <a:lnTo>
                  <a:pt x="5421" y="787"/>
                </a:lnTo>
                <a:lnTo>
                  <a:pt x="5421" y="786"/>
                </a:lnTo>
                <a:lnTo>
                  <a:pt x="5420" y="786"/>
                </a:lnTo>
                <a:lnTo>
                  <a:pt x="5419" y="786"/>
                </a:lnTo>
                <a:lnTo>
                  <a:pt x="5419" y="785"/>
                </a:lnTo>
                <a:lnTo>
                  <a:pt x="5418" y="785"/>
                </a:lnTo>
                <a:lnTo>
                  <a:pt x="5417" y="785"/>
                </a:lnTo>
                <a:lnTo>
                  <a:pt x="5416" y="784"/>
                </a:lnTo>
                <a:lnTo>
                  <a:pt x="5415" y="784"/>
                </a:lnTo>
                <a:lnTo>
                  <a:pt x="5414" y="784"/>
                </a:lnTo>
                <a:lnTo>
                  <a:pt x="5414" y="783"/>
                </a:lnTo>
                <a:lnTo>
                  <a:pt x="5413" y="783"/>
                </a:lnTo>
                <a:lnTo>
                  <a:pt x="5412" y="787"/>
                </a:lnTo>
                <a:lnTo>
                  <a:pt x="5411" y="786"/>
                </a:lnTo>
                <a:lnTo>
                  <a:pt x="5410" y="786"/>
                </a:lnTo>
                <a:lnTo>
                  <a:pt x="5409" y="785"/>
                </a:lnTo>
                <a:lnTo>
                  <a:pt x="5408" y="785"/>
                </a:lnTo>
                <a:lnTo>
                  <a:pt x="5407" y="784"/>
                </a:lnTo>
                <a:lnTo>
                  <a:pt x="5406" y="784"/>
                </a:lnTo>
                <a:lnTo>
                  <a:pt x="5405" y="783"/>
                </a:lnTo>
                <a:lnTo>
                  <a:pt x="5404" y="783"/>
                </a:lnTo>
                <a:lnTo>
                  <a:pt x="5403" y="783"/>
                </a:lnTo>
                <a:lnTo>
                  <a:pt x="5403" y="782"/>
                </a:lnTo>
                <a:lnTo>
                  <a:pt x="5402" y="782"/>
                </a:lnTo>
                <a:lnTo>
                  <a:pt x="5401" y="782"/>
                </a:lnTo>
                <a:lnTo>
                  <a:pt x="5400" y="781"/>
                </a:lnTo>
                <a:lnTo>
                  <a:pt x="5399" y="781"/>
                </a:lnTo>
                <a:lnTo>
                  <a:pt x="5398" y="780"/>
                </a:lnTo>
                <a:lnTo>
                  <a:pt x="5397" y="780"/>
                </a:lnTo>
                <a:lnTo>
                  <a:pt x="5396" y="779"/>
                </a:lnTo>
                <a:lnTo>
                  <a:pt x="5395" y="779"/>
                </a:lnTo>
                <a:lnTo>
                  <a:pt x="5394" y="779"/>
                </a:lnTo>
                <a:lnTo>
                  <a:pt x="5394" y="778"/>
                </a:lnTo>
                <a:lnTo>
                  <a:pt x="5393" y="778"/>
                </a:lnTo>
                <a:lnTo>
                  <a:pt x="5392" y="778"/>
                </a:lnTo>
                <a:lnTo>
                  <a:pt x="5392" y="777"/>
                </a:lnTo>
                <a:lnTo>
                  <a:pt x="5391" y="777"/>
                </a:lnTo>
                <a:lnTo>
                  <a:pt x="5390" y="777"/>
                </a:lnTo>
                <a:lnTo>
                  <a:pt x="5389" y="776"/>
                </a:lnTo>
                <a:lnTo>
                  <a:pt x="5388" y="776"/>
                </a:lnTo>
                <a:lnTo>
                  <a:pt x="5387" y="775"/>
                </a:lnTo>
                <a:lnTo>
                  <a:pt x="5386" y="775"/>
                </a:lnTo>
                <a:lnTo>
                  <a:pt x="5385" y="774"/>
                </a:lnTo>
                <a:lnTo>
                  <a:pt x="5384" y="774"/>
                </a:lnTo>
                <a:lnTo>
                  <a:pt x="5383" y="774"/>
                </a:lnTo>
                <a:lnTo>
                  <a:pt x="5383" y="773"/>
                </a:lnTo>
                <a:lnTo>
                  <a:pt x="5382" y="773"/>
                </a:lnTo>
                <a:lnTo>
                  <a:pt x="5381" y="773"/>
                </a:lnTo>
                <a:lnTo>
                  <a:pt x="5380" y="772"/>
                </a:lnTo>
                <a:lnTo>
                  <a:pt x="5379" y="772"/>
                </a:lnTo>
                <a:lnTo>
                  <a:pt x="5379" y="771"/>
                </a:lnTo>
                <a:lnTo>
                  <a:pt x="5378" y="771"/>
                </a:lnTo>
                <a:lnTo>
                  <a:pt x="5377" y="771"/>
                </a:lnTo>
                <a:lnTo>
                  <a:pt x="5376" y="770"/>
                </a:lnTo>
                <a:lnTo>
                  <a:pt x="5375" y="770"/>
                </a:lnTo>
                <a:lnTo>
                  <a:pt x="5374" y="770"/>
                </a:lnTo>
                <a:lnTo>
                  <a:pt x="5374" y="769"/>
                </a:lnTo>
                <a:lnTo>
                  <a:pt x="5373" y="769"/>
                </a:lnTo>
                <a:lnTo>
                  <a:pt x="5372" y="769"/>
                </a:lnTo>
                <a:lnTo>
                  <a:pt x="5372" y="768"/>
                </a:lnTo>
                <a:lnTo>
                  <a:pt x="5371" y="768"/>
                </a:lnTo>
                <a:lnTo>
                  <a:pt x="5370" y="768"/>
                </a:lnTo>
                <a:lnTo>
                  <a:pt x="5370" y="767"/>
                </a:lnTo>
                <a:lnTo>
                  <a:pt x="5369" y="767"/>
                </a:lnTo>
                <a:lnTo>
                  <a:pt x="5368" y="767"/>
                </a:lnTo>
                <a:lnTo>
                  <a:pt x="5367" y="766"/>
                </a:lnTo>
                <a:lnTo>
                  <a:pt x="5366" y="766"/>
                </a:lnTo>
                <a:lnTo>
                  <a:pt x="5365" y="765"/>
                </a:lnTo>
                <a:lnTo>
                  <a:pt x="5364" y="765"/>
                </a:lnTo>
                <a:lnTo>
                  <a:pt x="5363" y="765"/>
                </a:lnTo>
                <a:lnTo>
                  <a:pt x="5363" y="764"/>
                </a:lnTo>
                <a:lnTo>
                  <a:pt x="5362" y="764"/>
                </a:lnTo>
                <a:lnTo>
                  <a:pt x="5361" y="763"/>
                </a:lnTo>
                <a:lnTo>
                  <a:pt x="5360" y="763"/>
                </a:lnTo>
                <a:lnTo>
                  <a:pt x="5359" y="763"/>
                </a:lnTo>
                <a:lnTo>
                  <a:pt x="5359" y="762"/>
                </a:lnTo>
                <a:lnTo>
                  <a:pt x="5358" y="762"/>
                </a:lnTo>
                <a:lnTo>
                  <a:pt x="5357" y="762"/>
                </a:lnTo>
                <a:lnTo>
                  <a:pt x="5356" y="761"/>
                </a:lnTo>
                <a:lnTo>
                  <a:pt x="5355" y="761"/>
                </a:lnTo>
                <a:lnTo>
                  <a:pt x="5354" y="761"/>
                </a:lnTo>
                <a:lnTo>
                  <a:pt x="5354" y="760"/>
                </a:lnTo>
                <a:lnTo>
                  <a:pt x="5353" y="760"/>
                </a:lnTo>
                <a:lnTo>
                  <a:pt x="5352" y="760"/>
                </a:lnTo>
                <a:lnTo>
                  <a:pt x="5352" y="759"/>
                </a:lnTo>
                <a:lnTo>
                  <a:pt x="5351" y="759"/>
                </a:lnTo>
                <a:lnTo>
                  <a:pt x="5350" y="759"/>
                </a:lnTo>
                <a:lnTo>
                  <a:pt x="5350" y="758"/>
                </a:lnTo>
                <a:lnTo>
                  <a:pt x="5349" y="758"/>
                </a:lnTo>
                <a:lnTo>
                  <a:pt x="5348" y="758"/>
                </a:lnTo>
                <a:lnTo>
                  <a:pt x="5347" y="757"/>
                </a:lnTo>
                <a:lnTo>
                  <a:pt x="5346" y="757"/>
                </a:lnTo>
                <a:lnTo>
                  <a:pt x="5345" y="756"/>
                </a:lnTo>
                <a:lnTo>
                  <a:pt x="5344" y="756"/>
                </a:lnTo>
                <a:lnTo>
                  <a:pt x="5343" y="756"/>
                </a:lnTo>
                <a:lnTo>
                  <a:pt x="5343" y="755"/>
                </a:lnTo>
                <a:lnTo>
                  <a:pt x="5342" y="755"/>
                </a:lnTo>
                <a:lnTo>
                  <a:pt x="5341" y="754"/>
                </a:lnTo>
                <a:lnTo>
                  <a:pt x="5340" y="754"/>
                </a:lnTo>
                <a:lnTo>
                  <a:pt x="5339" y="754"/>
                </a:lnTo>
                <a:lnTo>
                  <a:pt x="5339" y="753"/>
                </a:lnTo>
                <a:lnTo>
                  <a:pt x="5338" y="753"/>
                </a:lnTo>
                <a:lnTo>
                  <a:pt x="5337" y="753"/>
                </a:lnTo>
                <a:lnTo>
                  <a:pt x="5336" y="752"/>
                </a:lnTo>
                <a:lnTo>
                  <a:pt x="5335" y="752"/>
                </a:lnTo>
                <a:lnTo>
                  <a:pt x="5334" y="751"/>
                </a:lnTo>
                <a:lnTo>
                  <a:pt x="5333" y="751"/>
                </a:lnTo>
                <a:lnTo>
                  <a:pt x="5332" y="750"/>
                </a:lnTo>
                <a:lnTo>
                  <a:pt x="5331" y="750"/>
                </a:lnTo>
                <a:lnTo>
                  <a:pt x="5330" y="750"/>
                </a:lnTo>
                <a:lnTo>
                  <a:pt x="5330" y="749"/>
                </a:lnTo>
                <a:lnTo>
                  <a:pt x="5329" y="749"/>
                </a:lnTo>
                <a:lnTo>
                  <a:pt x="5328" y="749"/>
                </a:lnTo>
                <a:lnTo>
                  <a:pt x="5327" y="748"/>
                </a:lnTo>
                <a:lnTo>
                  <a:pt x="5326" y="748"/>
                </a:lnTo>
                <a:lnTo>
                  <a:pt x="5325" y="747"/>
                </a:lnTo>
                <a:lnTo>
                  <a:pt x="5324" y="747"/>
                </a:lnTo>
                <a:lnTo>
                  <a:pt x="5323" y="746"/>
                </a:lnTo>
                <a:lnTo>
                  <a:pt x="5322" y="746"/>
                </a:lnTo>
                <a:lnTo>
                  <a:pt x="5321" y="745"/>
                </a:lnTo>
                <a:lnTo>
                  <a:pt x="5320" y="745"/>
                </a:lnTo>
                <a:lnTo>
                  <a:pt x="5319" y="745"/>
                </a:lnTo>
                <a:lnTo>
                  <a:pt x="5319" y="744"/>
                </a:lnTo>
                <a:lnTo>
                  <a:pt x="5318" y="744"/>
                </a:lnTo>
                <a:lnTo>
                  <a:pt x="5317" y="744"/>
                </a:lnTo>
                <a:lnTo>
                  <a:pt x="5316" y="743"/>
                </a:lnTo>
                <a:lnTo>
                  <a:pt x="5315" y="743"/>
                </a:lnTo>
                <a:lnTo>
                  <a:pt x="5314" y="742"/>
                </a:lnTo>
                <a:lnTo>
                  <a:pt x="5313" y="742"/>
                </a:lnTo>
                <a:lnTo>
                  <a:pt x="5312" y="741"/>
                </a:lnTo>
                <a:lnTo>
                  <a:pt x="5311" y="741"/>
                </a:lnTo>
                <a:lnTo>
                  <a:pt x="5310" y="741"/>
                </a:lnTo>
                <a:lnTo>
                  <a:pt x="5310" y="740"/>
                </a:lnTo>
                <a:lnTo>
                  <a:pt x="5309" y="740"/>
                </a:lnTo>
                <a:lnTo>
                  <a:pt x="5308" y="740"/>
                </a:lnTo>
                <a:lnTo>
                  <a:pt x="5307" y="739"/>
                </a:lnTo>
                <a:lnTo>
                  <a:pt x="5306" y="739"/>
                </a:lnTo>
                <a:lnTo>
                  <a:pt x="5305" y="738"/>
                </a:lnTo>
                <a:lnTo>
                  <a:pt x="5304" y="738"/>
                </a:lnTo>
                <a:lnTo>
                  <a:pt x="5303" y="737"/>
                </a:lnTo>
                <a:lnTo>
                  <a:pt x="5302" y="737"/>
                </a:lnTo>
                <a:lnTo>
                  <a:pt x="5301" y="736"/>
                </a:lnTo>
                <a:lnTo>
                  <a:pt x="5300" y="736"/>
                </a:lnTo>
                <a:lnTo>
                  <a:pt x="5299" y="736"/>
                </a:lnTo>
                <a:lnTo>
                  <a:pt x="5299" y="735"/>
                </a:lnTo>
                <a:lnTo>
                  <a:pt x="5298" y="735"/>
                </a:lnTo>
                <a:lnTo>
                  <a:pt x="5297" y="735"/>
                </a:lnTo>
                <a:lnTo>
                  <a:pt x="5296" y="734"/>
                </a:lnTo>
                <a:lnTo>
                  <a:pt x="5295" y="734"/>
                </a:lnTo>
                <a:lnTo>
                  <a:pt x="5295" y="733"/>
                </a:lnTo>
                <a:lnTo>
                  <a:pt x="5294" y="733"/>
                </a:lnTo>
                <a:lnTo>
                  <a:pt x="5293" y="733"/>
                </a:lnTo>
                <a:lnTo>
                  <a:pt x="5292" y="732"/>
                </a:lnTo>
                <a:lnTo>
                  <a:pt x="5291" y="732"/>
                </a:lnTo>
                <a:lnTo>
                  <a:pt x="5290" y="732"/>
                </a:lnTo>
                <a:lnTo>
                  <a:pt x="5290" y="731"/>
                </a:lnTo>
                <a:lnTo>
                  <a:pt x="5289" y="731"/>
                </a:lnTo>
                <a:lnTo>
                  <a:pt x="5288" y="731"/>
                </a:lnTo>
                <a:lnTo>
                  <a:pt x="5287" y="730"/>
                </a:lnTo>
                <a:lnTo>
                  <a:pt x="5286" y="730"/>
                </a:lnTo>
                <a:lnTo>
                  <a:pt x="5286" y="729"/>
                </a:lnTo>
                <a:lnTo>
                  <a:pt x="5285" y="729"/>
                </a:lnTo>
                <a:lnTo>
                  <a:pt x="5284" y="729"/>
                </a:lnTo>
                <a:lnTo>
                  <a:pt x="5283" y="728"/>
                </a:lnTo>
                <a:lnTo>
                  <a:pt x="5282" y="728"/>
                </a:lnTo>
                <a:lnTo>
                  <a:pt x="5281" y="727"/>
                </a:lnTo>
                <a:lnTo>
                  <a:pt x="5280" y="727"/>
                </a:lnTo>
                <a:lnTo>
                  <a:pt x="5279" y="727"/>
                </a:lnTo>
                <a:lnTo>
                  <a:pt x="5279" y="726"/>
                </a:lnTo>
                <a:lnTo>
                  <a:pt x="5278" y="726"/>
                </a:lnTo>
                <a:lnTo>
                  <a:pt x="5277" y="726"/>
                </a:lnTo>
                <a:lnTo>
                  <a:pt x="5277" y="725"/>
                </a:lnTo>
                <a:lnTo>
                  <a:pt x="5276" y="725"/>
                </a:lnTo>
                <a:lnTo>
                  <a:pt x="5275" y="725"/>
                </a:lnTo>
                <a:lnTo>
                  <a:pt x="5275" y="724"/>
                </a:lnTo>
                <a:lnTo>
                  <a:pt x="5274" y="724"/>
                </a:lnTo>
                <a:lnTo>
                  <a:pt x="5273" y="724"/>
                </a:lnTo>
                <a:lnTo>
                  <a:pt x="5272" y="723"/>
                </a:lnTo>
                <a:lnTo>
                  <a:pt x="5271" y="723"/>
                </a:lnTo>
                <a:lnTo>
                  <a:pt x="5270" y="723"/>
                </a:lnTo>
                <a:lnTo>
                  <a:pt x="5270" y="722"/>
                </a:lnTo>
                <a:lnTo>
                  <a:pt x="5269" y="722"/>
                </a:lnTo>
                <a:lnTo>
                  <a:pt x="5268" y="722"/>
                </a:lnTo>
                <a:lnTo>
                  <a:pt x="5268" y="721"/>
                </a:lnTo>
                <a:lnTo>
                  <a:pt x="5267" y="721"/>
                </a:lnTo>
                <a:lnTo>
                  <a:pt x="5266" y="721"/>
                </a:lnTo>
                <a:lnTo>
                  <a:pt x="5266" y="720"/>
                </a:lnTo>
                <a:lnTo>
                  <a:pt x="5265" y="720"/>
                </a:lnTo>
                <a:lnTo>
                  <a:pt x="5264" y="720"/>
                </a:lnTo>
                <a:lnTo>
                  <a:pt x="5263" y="719"/>
                </a:lnTo>
                <a:lnTo>
                  <a:pt x="5262" y="719"/>
                </a:lnTo>
                <a:lnTo>
                  <a:pt x="5262" y="723"/>
                </a:lnTo>
                <a:lnTo>
                  <a:pt x="5261" y="723"/>
                </a:lnTo>
                <a:lnTo>
                  <a:pt x="5260" y="723"/>
                </a:lnTo>
                <a:lnTo>
                  <a:pt x="5259" y="722"/>
                </a:lnTo>
                <a:lnTo>
                  <a:pt x="5258" y="722"/>
                </a:lnTo>
                <a:lnTo>
                  <a:pt x="5257" y="721"/>
                </a:lnTo>
                <a:lnTo>
                  <a:pt x="5256" y="721"/>
                </a:lnTo>
                <a:lnTo>
                  <a:pt x="5255" y="720"/>
                </a:lnTo>
                <a:lnTo>
                  <a:pt x="5254" y="720"/>
                </a:lnTo>
                <a:lnTo>
                  <a:pt x="5253" y="720"/>
                </a:lnTo>
                <a:lnTo>
                  <a:pt x="5253" y="719"/>
                </a:lnTo>
                <a:lnTo>
                  <a:pt x="5252" y="719"/>
                </a:lnTo>
                <a:lnTo>
                  <a:pt x="5251" y="719"/>
                </a:lnTo>
                <a:lnTo>
                  <a:pt x="5250" y="718"/>
                </a:lnTo>
                <a:lnTo>
                  <a:pt x="5249" y="718"/>
                </a:lnTo>
                <a:lnTo>
                  <a:pt x="5248" y="717"/>
                </a:lnTo>
                <a:lnTo>
                  <a:pt x="5247" y="717"/>
                </a:lnTo>
                <a:lnTo>
                  <a:pt x="5246" y="716"/>
                </a:lnTo>
                <a:lnTo>
                  <a:pt x="5245" y="716"/>
                </a:lnTo>
                <a:lnTo>
                  <a:pt x="5244" y="715"/>
                </a:lnTo>
                <a:lnTo>
                  <a:pt x="5243" y="715"/>
                </a:lnTo>
                <a:lnTo>
                  <a:pt x="5242" y="715"/>
                </a:lnTo>
                <a:lnTo>
                  <a:pt x="5242" y="714"/>
                </a:lnTo>
                <a:lnTo>
                  <a:pt x="5241" y="714"/>
                </a:lnTo>
                <a:lnTo>
                  <a:pt x="5240" y="714"/>
                </a:lnTo>
                <a:lnTo>
                  <a:pt x="5239" y="713"/>
                </a:lnTo>
                <a:lnTo>
                  <a:pt x="5238" y="713"/>
                </a:lnTo>
                <a:lnTo>
                  <a:pt x="5237" y="712"/>
                </a:lnTo>
                <a:lnTo>
                  <a:pt x="5236" y="712"/>
                </a:lnTo>
                <a:lnTo>
                  <a:pt x="5235" y="711"/>
                </a:lnTo>
                <a:lnTo>
                  <a:pt x="5234" y="711"/>
                </a:lnTo>
                <a:lnTo>
                  <a:pt x="5233" y="711"/>
                </a:lnTo>
                <a:lnTo>
                  <a:pt x="5233" y="710"/>
                </a:lnTo>
                <a:lnTo>
                  <a:pt x="5232" y="710"/>
                </a:lnTo>
                <a:lnTo>
                  <a:pt x="5231" y="710"/>
                </a:lnTo>
                <a:lnTo>
                  <a:pt x="5230" y="709"/>
                </a:lnTo>
                <a:lnTo>
                  <a:pt x="5229" y="709"/>
                </a:lnTo>
                <a:lnTo>
                  <a:pt x="5228" y="708"/>
                </a:lnTo>
                <a:lnTo>
                  <a:pt x="5227" y="708"/>
                </a:lnTo>
                <a:lnTo>
                  <a:pt x="5226" y="707"/>
                </a:lnTo>
                <a:lnTo>
                  <a:pt x="5225" y="707"/>
                </a:lnTo>
                <a:lnTo>
                  <a:pt x="5224" y="706"/>
                </a:lnTo>
                <a:lnTo>
                  <a:pt x="5223" y="706"/>
                </a:lnTo>
                <a:lnTo>
                  <a:pt x="5222" y="706"/>
                </a:lnTo>
                <a:lnTo>
                  <a:pt x="5222" y="705"/>
                </a:lnTo>
                <a:lnTo>
                  <a:pt x="5221" y="705"/>
                </a:lnTo>
                <a:lnTo>
                  <a:pt x="5220" y="705"/>
                </a:lnTo>
                <a:lnTo>
                  <a:pt x="5219" y="704"/>
                </a:lnTo>
                <a:lnTo>
                  <a:pt x="5218" y="704"/>
                </a:lnTo>
                <a:lnTo>
                  <a:pt x="5218" y="703"/>
                </a:lnTo>
                <a:lnTo>
                  <a:pt x="5217" y="703"/>
                </a:lnTo>
                <a:lnTo>
                  <a:pt x="5216" y="703"/>
                </a:lnTo>
                <a:lnTo>
                  <a:pt x="5215" y="702"/>
                </a:lnTo>
                <a:lnTo>
                  <a:pt x="5214" y="702"/>
                </a:lnTo>
                <a:lnTo>
                  <a:pt x="5213" y="702"/>
                </a:lnTo>
                <a:lnTo>
                  <a:pt x="5213" y="701"/>
                </a:lnTo>
                <a:lnTo>
                  <a:pt x="5212" y="701"/>
                </a:lnTo>
                <a:lnTo>
                  <a:pt x="5211" y="701"/>
                </a:lnTo>
                <a:lnTo>
                  <a:pt x="5210" y="700"/>
                </a:lnTo>
                <a:lnTo>
                  <a:pt x="5209" y="700"/>
                </a:lnTo>
                <a:lnTo>
                  <a:pt x="5209" y="699"/>
                </a:lnTo>
                <a:lnTo>
                  <a:pt x="5208" y="699"/>
                </a:lnTo>
                <a:lnTo>
                  <a:pt x="5207" y="699"/>
                </a:lnTo>
                <a:lnTo>
                  <a:pt x="5206" y="698"/>
                </a:lnTo>
                <a:lnTo>
                  <a:pt x="5205" y="698"/>
                </a:lnTo>
                <a:lnTo>
                  <a:pt x="5204" y="697"/>
                </a:lnTo>
                <a:lnTo>
                  <a:pt x="5203" y="697"/>
                </a:lnTo>
                <a:lnTo>
                  <a:pt x="5202" y="697"/>
                </a:lnTo>
                <a:lnTo>
                  <a:pt x="5202" y="696"/>
                </a:lnTo>
                <a:lnTo>
                  <a:pt x="5201" y="696"/>
                </a:lnTo>
                <a:lnTo>
                  <a:pt x="5200" y="695"/>
                </a:lnTo>
                <a:lnTo>
                  <a:pt x="5199" y="695"/>
                </a:lnTo>
                <a:lnTo>
                  <a:pt x="5198" y="695"/>
                </a:lnTo>
                <a:lnTo>
                  <a:pt x="5198" y="694"/>
                </a:lnTo>
                <a:lnTo>
                  <a:pt x="5197" y="694"/>
                </a:lnTo>
                <a:lnTo>
                  <a:pt x="5196" y="694"/>
                </a:lnTo>
                <a:lnTo>
                  <a:pt x="5195" y="693"/>
                </a:lnTo>
                <a:lnTo>
                  <a:pt x="5194" y="693"/>
                </a:lnTo>
                <a:lnTo>
                  <a:pt x="5193" y="693"/>
                </a:lnTo>
                <a:lnTo>
                  <a:pt x="5193" y="692"/>
                </a:lnTo>
                <a:lnTo>
                  <a:pt x="5192" y="692"/>
                </a:lnTo>
                <a:lnTo>
                  <a:pt x="5191" y="692"/>
                </a:lnTo>
                <a:lnTo>
                  <a:pt x="5191" y="691"/>
                </a:lnTo>
                <a:lnTo>
                  <a:pt x="5190" y="691"/>
                </a:lnTo>
                <a:lnTo>
                  <a:pt x="5189" y="691"/>
                </a:lnTo>
                <a:lnTo>
                  <a:pt x="5189" y="690"/>
                </a:lnTo>
                <a:lnTo>
                  <a:pt x="5188" y="690"/>
                </a:lnTo>
                <a:lnTo>
                  <a:pt x="5187" y="690"/>
                </a:lnTo>
                <a:lnTo>
                  <a:pt x="5186" y="689"/>
                </a:lnTo>
                <a:lnTo>
                  <a:pt x="5185" y="689"/>
                </a:lnTo>
                <a:lnTo>
                  <a:pt x="5184" y="688"/>
                </a:lnTo>
                <a:lnTo>
                  <a:pt x="5183" y="688"/>
                </a:lnTo>
                <a:lnTo>
                  <a:pt x="5182" y="688"/>
                </a:lnTo>
                <a:lnTo>
                  <a:pt x="5182" y="687"/>
                </a:lnTo>
                <a:lnTo>
                  <a:pt x="5181" y="687"/>
                </a:lnTo>
                <a:lnTo>
                  <a:pt x="5180" y="686"/>
                </a:lnTo>
                <a:lnTo>
                  <a:pt x="5179" y="686"/>
                </a:lnTo>
                <a:lnTo>
                  <a:pt x="5178" y="686"/>
                </a:lnTo>
                <a:lnTo>
                  <a:pt x="5178" y="685"/>
                </a:lnTo>
                <a:lnTo>
                  <a:pt x="5177" y="685"/>
                </a:lnTo>
                <a:lnTo>
                  <a:pt x="5176" y="685"/>
                </a:lnTo>
                <a:lnTo>
                  <a:pt x="5175" y="684"/>
                </a:lnTo>
                <a:lnTo>
                  <a:pt x="5174" y="684"/>
                </a:lnTo>
                <a:lnTo>
                  <a:pt x="5173" y="684"/>
                </a:lnTo>
                <a:lnTo>
                  <a:pt x="5173" y="683"/>
                </a:lnTo>
                <a:lnTo>
                  <a:pt x="5172" y="683"/>
                </a:lnTo>
                <a:lnTo>
                  <a:pt x="5171" y="682"/>
                </a:lnTo>
                <a:lnTo>
                  <a:pt x="5170" y="682"/>
                </a:lnTo>
                <a:lnTo>
                  <a:pt x="5169" y="682"/>
                </a:lnTo>
                <a:lnTo>
                  <a:pt x="5169" y="681"/>
                </a:lnTo>
                <a:lnTo>
                  <a:pt x="5168" y="681"/>
                </a:lnTo>
                <a:lnTo>
                  <a:pt x="5167" y="681"/>
                </a:lnTo>
                <a:lnTo>
                  <a:pt x="5166" y="680"/>
                </a:lnTo>
                <a:lnTo>
                  <a:pt x="5165" y="680"/>
                </a:lnTo>
                <a:lnTo>
                  <a:pt x="5164" y="679"/>
                </a:lnTo>
                <a:lnTo>
                  <a:pt x="5163" y="679"/>
                </a:lnTo>
                <a:lnTo>
                  <a:pt x="5162" y="678"/>
                </a:lnTo>
                <a:lnTo>
                  <a:pt x="5161" y="678"/>
                </a:lnTo>
                <a:lnTo>
                  <a:pt x="5160" y="677"/>
                </a:lnTo>
                <a:lnTo>
                  <a:pt x="5159" y="677"/>
                </a:lnTo>
                <a:lnTo>
                  <a:pt x="5158" y="677"/>
                </a:lnTo>
                <a:lnTo>
                  <a:pt x="5158" y="676"/>
                </a:lnTo>
                <a:lnTo>
                  <a:pt x="5157" y="676"/>
                </a:lnTo>
                <a:lnTo>
                  <a:pt x="5156" y="676"/>
                </a:lnTo>
                <a:lnTo>
                  <a:pt x="5155" y="675"/>
                </a:lnTo>
                <a:lnTo>
                  <a:pt x="5154" y="675"/>
                </a:lnTo>
                <a:lnTo>
                  <a:pt x="5153" y="675"/>
                </a:lnTo>
                <a:lnTo>
                  <a:pt x="5153" y="674"/>
                </a:lnTo>
                <a:lnTo>
                  <a:pt x="5152" y="674"/>
                </a:lnTo>
                <a:lnTo>
                  <a:pt x="5151" y="673"/>
                </a:lnTo>
                <a:lnTo>
                  <a:pt x="5150" y="673"/>
                </a:lnTo>
                <a:lnTo>
                  <a:pt x="5149" y="673"/>
                </a:lnTo>
                <a:lnTo>
                  <a:pt x="5149" y="672"/>
                </a:lnTo>
                <a:lnTo>
                  <a:pt x="5148" y="672"/>
                </a:lnTo>
                <a:lnTo>
                  <a:pt x="5147" y="672"/>
                </a:lnTo>
                <a:lnTo>
                  <a:pt x="5146" y="671"/>
                </a:lnTo>
                <a:lnTo>
                  <a:pt x="5145" y="671"/>
                </a:lnTo>
                <a:lnTo>
                  <a:pt x="5144" y="670"/>
                </a:lnTo>
                <a:lnTo>
                  <a:pt x="5143" y="670"/>
                </a:lnTo>
                <a:lnTo>
                  <a:pt x="5142" y="669"/>
                </a:lnTo>
                <a:lnTo>
                  <a:pt x="5141" y="669"/>
                </a:lnTo>
                <a:lnTo>
                  <a:pt x="5140" y="668"/>
                </a:lnTo>
                <a:lnTo>
                  <a:pt x="5139" y="668"/>
                </a:lnTo>
                <a:lnTo>
                  <a:pt x="5138" y="668"/>
                </a:lnTo>
                <a:lnTo>
                  <a:pt x="5138" y="667"/>
                </a:lnTo>
                <a:lnTo>
                  <a:pt x="5137" y="667"/>
                </a:lnTo>
                <a:lnTo>
                  <a:pt x="5136" y="667"/>
                </a:lnTo>
                <a:lnTo>
                  <a:pt x="5135" y="666"/>
                </a:lnTo>
                <a:lnTo>
                  <a:pt x="5134" y="666"/>
                </a:lnTo>
                <a:lnTo>
                  <a:pt x="5134" y="665"/>
                </a:lnTo>
                <a:lnTo>
                  <a:pt x="5133" y="665"/>
                </a:lnTo>
                <a:lnTo>
                  <a:pt x="5132" y="665"/>
                </a:lnTo>
                <a:lnTo>
                  <a:pt x="5131" y="664"/>
                </a:lnTo>
                <a:lnTo>
                  <a:pt x="5130" y="664"/>
                </a:lnTo>
                <a:lnTo>
                  <a:pt x="5129" y="664"/>
                </a:lnTo>
                <a:lnTo>
                  <a:pt x="5129" y="663"/>
                </a:lnTo>
                <a:lnTo>
                  <a:pt x="5128" y="663"/>
                </a:lnTo>
                <a:lnTo>
                  <a:pt x="5127" y="663"/>
                </a:lnTo>
                <a:lnTo>
                  <a:pt x="5126" y="662"/>
                </a:lnTo>
                <a:lnTo>
                  <a:pt x="5125" y="662"/>
                </a:lnTo>
                <a:lnTo>
                  <a:pt x="5125" y="661"/>
                </a:lnTo>
                <a:lnTo>
                  <a:pt x="5124" y="661"/>
                </a:lnTo>
                <a:lnTo>
                  <a:pt x="5123" y="661"/>
                </a:lnTo>
                <a:lnTo>
                  <a:pt x="5122" y="660"/>
                </a:lnTo>
                <a:lnTo>
                  <a:pt x="5121" y="660"/>
                </a:lnTo>
                <a:lnTo>
                  <a:pt x="5120" y="659"/>
                </a:lnTo>
                <a:lnTo>
                  <a:pt x="5119" y="659"/>
                </a:lnTo>
                <a:lnTo>
                  <a:pt x="5118" y="659"/>
                </a:lnTo>
                <a:lnTo>
                  <a:pt x="5118" y="658"/>
                </a:lnTo>
                <a:lnTo>
                  <a:pt x="5117" y="658"/>
                </a:lnTo>
                <a:lnTo>
                  <a:pt x="5116" y="658"/>
                </a:lnTo>
                <a:lnTo>
                  <a:pt x="5116" y="657"/>
                </a:lnTo>
                <a:lnTo>
                  <a:pt x="5115" y="657"/>
                </a:lnTo>
                <a:lnTo>
                  <a:pt x="5114" y="657"/>
                </a:lnTo>
                <a:lnTo>
                  <a:pt x="5114" y="656"/>
                </a:lnTo>
                <a:lnTo>
                  <a:pt x="5113" y="656"/>
                </a:lnTo>
                <a:lnTo>
                  <a:pt x="5112" y="656"/>
                </a:lnTo>
                <a:lnTo>
                  <a:pt x="5111" y="655"/>
                </a:lnTo>
                <a:lnTo>
                  <a:pt x="5110" y="655"/>
                </a:lnTo>
                <a:lnTo>
                  <a:pt x="5109" y="655"/>
                </a:lnTo>
                <a:lnTo>
                  <a:pt x="5109" y="654"/>
                </a:lnTo>
                <a:lnTo>
                  <a:pt x="5108" y="654"/>
                </a:lnTo>
                <a:lnTo>
                  <a:pt x="5107" y="654"/>
                </a:lnTo>
                <a:lnTo>
                  <a:pt x="5106" y="653"/>
                </a:lnTo>
                <a:lnTo>
                  <a:pt x="5105" y="653"/>
                </a:lnTo>
                <a:lnTo>
                  <a:pt x="5105" y="652"/>
                </a:lnTo>
                <a:lnTo>
                  <a:pt x="5104" y="652"/>
                </a:lnTo>
                <a:lnTo>
                  <a:pt x="5103" y="652"/>
                </a:lnTo>
                <a:lnTo>
                  <a:pt x="5102" y="651"/>
                </a:lnTo>
                <a:lnTo>
                  <a:pt x="5101" y="651"/>
                </a:lnTo>
                <a:lnTo>
                  <a:pt x="5100" y="650"/>
                </a:lnTo>
                <a:lnTo>
                  <a:pt x="5099" y="650"/>
                </a:lnTo>
                <a:lnTo>
                  <a:pt x="5098" y="650"/>
                </a:lnTo>
                <a:lnTo>
                  <a:pt x="5098" y="649"/>
                </a:lnTo>
                <a:lnTo>
                  <a:pt x="5097" y="649"/>
                </a:lnTo>
                <a:lnTo>
                  <a:pt x="5096" y="649"/>
                </a:lnTo>
                <a:lnTo>
                  <a:pt x="5096" y="648"/>
                </a:lnTo>
                <a:lnTo>
                  <a:pt x="5095" y="648"/>
                </a:lnTo>
                <a:lnTo>
                  <a:pt x="5094" y="648"/>
                </a:lnTo>
                <a:lnTo>
                  <a:pt x="5094" y="647"/>
                </a:lnTo>
                <a:lnTo>
                  <a:pt x="5093" y="647"/>
                </a:lnTo>
                <a:lnTo>
                  <a:pt x="5092" y="647"/>
                </a:lnTo>
                <a:lnTo>
                  <a:pt x="5092" y="652"/>
                </a:lnTo>
                <a:lnTo>
                  <a:pt x="5091" y="652"/>
                </a:lnTo>
                <a:lnTo>
                  <a:pt x="5090" y="651"/>
                </a:lnTo>
                <a:lnTo>
                  <a:pt x="5089" y="651"/>
                </a:lnTo>
                <a:lnTo>
                  <a:pt x="5088" y="651"/>
                </a:lnTo>
                <a:lnTo>
                  <a:pt x="5088" y="650"/>
                </a:lnTo>
                <a:lnTo>
                  <a:pt x="5087" y="650"/>
                </a:lnTo>
                <a:lnTo>
                  <a:pt x="5086" y="650"/>
                </a:lnTo>
                <a:lnTo>
                  <a:pt x="5085" y="649"/>
                </a:lnTo>
                <a:lnTo>
                  <a:pt x="5084" y="649"/>
                </a:lnTo>
                <a:lnTo>
                  <a:pt x="5084" y="648"/>
                </a:lnTo>
                <a:lnTo>
                  <a:pt x="5083" y="648"/>
                </a:lnTo>
                <a:lnTo>
                  <a:pt x="5082" y="648"/>
                </a:lnTo>
                <a:lnTo>
                  <a:pt x="5081" y="647"/>
                </a:lnTo>
                <a:lnTo>
                  <a:pt x="5080" y="647"/>
                </a:lnTo>
                <a:lnTo>
                  <a:pt x="5079" y="647"/>
                </a:lnTo>
                <a:lnTo>
                  <a:pt x="5079" y="646"/>
                </a:lnTo>
                <a:lnTo>
                  <a:pt x="5078" y="646"/>
                </a:lnTo>
                <a:lnTo>
                  <a:pt x="5077" y="646"/>
                </a:lnTo>
                <a:lnTo>
                  <a:pt x="5077" y="645"/>
                </a:lnTo>
                <a:lnTo>
                  <a:pt x="5076" y="645"/>
                </a:lnTo>
                <a:lnTo>
                  <a:pt x="5075" y="645"/>
                </a:lnTo>
                <a:lnTo>
                  <a:pt x="5075" y="644"/>
                </a:lnTo>
                <a:lnTo>
                  <a:pt x="5074" y="644"/>
                </a:lnTo>
                <a:lnTo>
                  <a:pt x="5073" y="644"/>
                </a:lnTo>
                <a:lnTo>
                  <a:pt x="5072" y="643"/>
                </a:lnTo>
                <a:lnTo>
                  <a:pt x="5071" y="643"/>
                </a:lnTo>
                <a:lnTo>
                  <a:pt x="5070" y="642"/>
                </a:lnTo>
                <a:lnTo>
                  <a:pt x="5069" y="642"/>
                </a:lnTo>
                <a:lnTo>
                  <a:pt x="5068" y="642"/>
                </a:lnTo>
                <a:lnTo>
                  <a:pt x="5068" y="641"/>
                </a:lnTo>
                <a:lnTo>
                  <a:pt x="5067" y="641"/>
                </a:lnTo>
                <a:lnTo>
                  <a:pt x="5066" y="640"/>
                </a:lnTo>
                <a:lnTo>
                  <a:pt x="5065" y="640"/>
                </a:lnTo>
                <a:lnTo>
                  <a:pt x="5064" y="640"/>
                </a:lnTo>
                <a:lnTo>
                  <a:pt x="5064" y="639"/>
                </a:lnTo>
                <a:lnTo>
                  <a:pt x="5063" y="639"/>
                </a:lnTo>
                <a:lnTo>
                  <a:pt x="5062" y="645"/>
                </a:lnTo>
                <a:lnTo>
                  <a:pt x="5062" y="644"/>
                </a:lnTo>
                <a:lnTo>
                  <a:pt x="5061" y="644"/>
                </a:lnTo>
                <a:lnTo>
                  <a:pt x="5060" y="644"/>
                </a:lnTo>
                <a:lnTo>
                  <a:pt x="5059" y="643"/>
                </a:lnTo>
                <a:lnTo>
                  <a:pt x="5058" y="643"/>
                </a:lnTo>
                <a:lnTo>
                  <a:pt x="5058" y="642"/>
                </a:lnTo>
                <a:lnTo>
                  <a:pt x="5057" y="642"/>
                </a:lnTo>
                <a:lnTo>
                  <a:pt x="5056" y="642"/>
                </a:lnTo>
                <a:lnTo>
                  <a:pt x="5055" y="641"/>
                </a:lnTo>
                <a:lnTo>
                  <a:pt x="5054" y="641"/>
                </a:lnTo>
                <a:lnTo>
                  <a:pt x="5053" y="640"/>
                </a:lnTo>
                <a:lnTo>
                  <a:pt x="5052" y="640"/>
                </a:lnTo>
                <a:lnTo>
                  <a:pt x="5051" y="640"/>
                </a:lnTo>
                <a:lnTo>
                  <a:pt x="5051" y="639"/>
                </a:lnTo>
                <a:lnTo>
                  <a:pt x="5050" y="639"/>
                </a:lnTo>
                <a:lnTo>
                  <a:pt x="5049" y="639"/>
                </a:lnTo>
                <a:lnTo>
                  <a:pt x="5049" y="638"/>
                </a:lnTo>
                <a:lnTo>
                  <a:pt x="5048" y="638"/>
                </a:lnTo>
                <a:lnTo>
                  <a:pt x="5047" y="638"/>
                </a:lnTo>
                <a:lnTo>
                  <a:pt x="5047" y="637"/>
                </a:lnTo>
                <a:lnTo>
                  <a:pt x="5046" y="637"/>
                </a:lnTo>
                <a:lnTo>
                  <a:pt x="5045" y="637"/>
                </a:lnTo>
                <a:lnTo>
                  <a:pt x="5044" y="636"/>
                </a:lnTo>
                <a:lnTo>
                  <a:pt x="5043" y="636"/>
                </a:lnTo>
                <a:lnTo>
                  <a:pt x="5042" y="636"/>
                </a:lnTo>
                <a:lnTo>
                  <a:pt x="5042" y="635"/>
                </a:lnTo>
                <a:lnTo>
                  <a:pt x="5041" y="635"/>
                </a:lnTo>
                <a:lnTo>
                  <a:pt x="5040" y="634"/>
                </a:lnTo>
                <a:lnTo>
                  <a:pt x="5039" y="634"/>
                </a:lnTo>
                <a:lnTo>
                  <a:pt x="5038" y="634"/>
                </a:lnTo>
                <a:lnTo>
                  <a:pt x="5038" y="633"/>
                </a:lnTo>
                <a:lnTo>
                  <a:pt x="5037" y="633"/>
                </a:lnTo>
                <a:lnTo>
                  <a:pt x="5036" y="633"/>
                </a:lnTo>
                <a:lnTo>
                  <a:pt x="5035" y="632"/>
                </a:lnTo>
                <a:lnTo>
                  <a:pt x="5034" y="632"/>
                </a:lnTo>
                <a:lnTo>
                  <a:pt x="5033" y="631"/>
                </a:lnTo>
                <a:lnTo>
                  <a:pt x="5032" y="631"/>
                </a:lnTo>
                <a:lnTo>
                  <a:pt x="5031" y="630"/>
                </a:lnTo>
                <a:lnTo>
                  <a:pt x="5030" y="630"/>
                </a:lnTo>
                <a:lnTo>
                  <a:pt x="5029" y="630"/>
                </a:lnTo>
                <a:lnTo>
                  <a:pt x="5029" y="629"/>
                </a:lnTo>
                <a:lnTo>
                  <a:pt x="5028" y="629"/>
                </a:lnTo>
                <a:lnTo>
                  <a:pt x="5027" y="629"/>
                </a:lnTo>
                <a:lnTo>
                  <a:pt x="5027" y="628"/>
                </a:lnTo>
                <a:lnTo>
                  <a:pt x="5026" y="628"/>
                </a:lnTo>
                <a:lnTo>
                  <a:pt x="5025" y="628"/>
                </a:lnTo>
                <a:lnTo>
                  <a:pt x="5024" y="633"/>
                </a:lnTo>
                <a:lnTo>
                  <a:pt x="5023" y="633"/>
                </a:lnTo>
                <a:lnTo>
                  <a:pt x="5022" y="632"/>
                </a:lnTo>
                <a:lnTo>
                  <a:pt x="5021" y="632"/>
                </a:lnTo>
                <a:lnTo>
                  <a:pt x="5020" y="631"/>
                </a:lnTo>
                <a:lnTo>
                  <a:pt x="5019" y="631"/>
                </a:lnTo>
                <a:lnTo>
                  <a:pt x="5018" y="630"/>
                </a:lnTo>
                <a:lnTo>
                  <a:pt x="5017" y="630"/>
                </a:lnTo>
                <a:lnTo>
                  <a:pt x="5016" y="629"/>
                </a:lnTo>
                <a:lnTo>
                  <a:pt x="5015" y="629"/>
                </a:lnTo>
                <a:lnTo>
                  <a:pt x="5014" y="629"/>
                </a:lnTo>
                <a:lnTo>
                  <a:pt x="5014" y="628"/>
                </a:lnTo>
                <a:lnTo>
                  <a:pt x="5013" y="628"/>
                </a:lnTo>
                <a:lnTo>
                  <a:pt x="5012" y="628"/>
                </a:lnTo>
                <a:lnTo>
                  <a:pt x="5011" y="627"/>
                </a:lnTo>
                <a:lnTo>
                  <a:pt x="5010" y="627"/>
                </a:lnTo>
                <a:lnTo>
                  <a:pt x="5010" y="626"/>
                </a:lnTo>
                <a:lnTo>
                  <a:pt x="5009" y="626"/>
                </a:lnTo>
                <a:lnTo>
                  <a:pt x="5008" y="626"/>
                </a:lnTo>
                <a:lnTo>
                  <a:pt x="5007" y="625"/>
                </a:lnTo>
                <a:lnTo>
                  <a:pt x="5006" y="625"/>
                </a:lnTo>
                <a:lnTo>
                  <a:pt x="5005" y="625"/>
                </a:lnTo>
                <a:lnTo>
                  <a:pt x="5005" y="624"/>
                </a:lnTo>
                <a:lnTo>
                  <a:pt x="5004" y="624"/>
                </a:lnTo>
                <a:lnTo>
                  <a:pt x="5003" y="624"/>
                </a:lnTo>
                <a:lnTo>
                  <a:pt x="5002" y="623"/>
                </a:lnTo>
                <a:lnTo>
                  <a:pt x="5001" y="623"/>
                </a:lnTo>
                <a:lnTo>
                  <a:pt x="5000" y="622"/>
                </a:lnTo>
                <a:lnTo>
                  <a:pt x="4999" y="622"/>
                </a:lnTo>
                <a:lnTo>
                  <a:pt x="4998" y="621"/>
                </a:lnTo>
                <a:lnTo>
                  <a:pt x="4997" y="621"/>
                </a:lnTo>
                <a:lnTo>
                  <a:pt x="4996" y="620"/>
                </a:lnTo>
                <a:lnTo>
                  <a:pt x="4995" y="620"/>
                </a:lnTo>
                <a:lnTo>
                  <a:pt x="4994" y="620"/>
                </a:lnTo>
                <a:lnTo>
                  <a:pt x="4994" y="619"/>
                </a:lnTo>
                <a:lnTo>
                  <a:pt x="4993" y="619"/>
                </a:lnTo>
                <a:lnTo>
                  <a:pt x="4992" y="619"/>
                </a:lnTo>
                <a:lnTo>
                  <a:pt x="4991" y="618"/>
                </a:lnTo>
                <a:lnTo>
                  <a:pt x="4990" y="618"/>
                </a:lnTo>
                <a:lnTo>
                  <a:pt x="4990" y="617"/>
                </a:lnTo>
                <a:lnTo>
                  <a:pt x="4989" y="617"/>
                </a:lnTo>
                <a:lnTo>
                  <a:pt x="4988" y="617"/>
                </a:lnTo>
                <a:lnTo>
                  <a:pt x="4988" y="623"/>
                </a:lnTo>
                <a:lnTo>
                  <a:pt x="4987" y="622"/>
                </a:lnTo>
                <a:lnTo>
                  <a:pt x="4986" y="622"/>
                </a:lnTo>
                <a:lnTo>
                  <a:pt x="4985" y="622"/>
                </a:lnTo>
                <a:lnTo>
                  <a:pt x="4985" y="621"/>
                </a:lnTo>
                <a:lnTo>
                  <a:pt x="4984" y="621"/>
                </a:lnTo>
                <a:lnTo>
                  <a:pt x="4983" y="621"/>
                </a:lnTo>
                <a:lnTo>
                  <a:pt x="4982" y="620"/>
                </a:lnTo>
                <a:lnTo>
                  <a:pt x="4981" y="620"/>
                </a:lnTo>
                <a:lnTo>
                  <a:pt x="4981" y="619"/>
                </a:lnTo>
                <a:lnTo>
                  <a:pt x="4980" y="619"/>
                </a:lnTo>
                <a:lnTo>
                  <a:pt x="4979" y="619"/>
                </a:lnTo>
                <a:lnTo>
                  <a:pt x="4978" y="618"/>
                </a:lnTo>
                <a:lnTo>
                  <a:pt x="4977" y="618"/>
                </a:lnTo>
                <a:lnTo>
                  <a:pt x="4976" y="617"/>
                </a:lnTo>
                <a:lnTo>
                  <a:pt x="4975" y="617"/>
                </a:lnTo>
                <a:lnTo>
                  <a:pt x="4974" y="617"/>
                </a:lnTo>
                <a:lnTo>
                  <a:pt x="4974" y="616"/>
                </a:lnTo>
                <a:lnTo>
                  <a:pt x="4973" y="616"/>
                </a:lnTo>
                <a:lnTo>
                  <a:pt x="4972" y="616"/>
                </a:lnTo>
                <a:lnTo>
                  <a:pt x="4972" y="615"/>
                </a:lnTo>
                <a:lnTo>
                  <a:pt x="4971" y="615"/>
                </a:lnTo>
                <a:lnTo>
                  <a:pt x="4970" y="615"/>
                </a:lnTo>
                <a:lnTo>
                  <a:pt x="4970" y="614"/>
                </a:lnTo>
                <a:lnTo>
                  <a:pt x="4969" y="614"/>
                </a:lnTo>
                <a:lnTo>
                  <a:pt x="4968" y="614"/>
                </a:lnTo>
                <a:lnTo>
                  <a:pt x="4967" y="613"/>
                </a:lnTo>
                <a:lnTo>
                  <a:pt x="4966" y="613"/>
                </a:lnTo>
                <a:lnTo>
                  <a:pt x="4965" y="613"/>
                </a:lnTo>
                <a:lnTo>
                  <a:pt x="4965" y="612"/>
                </a:lnTo>
                <a:lnTo>
                  <a:pt x="4964" y="612"/>
                </a:lnTo>
                <a:lnTo>
                  <a:pt x="4963" y="611"/>
                </a:lnTo>
                <a:lnTo>
                  <a:pt x="4962" y="611"/>
                </a:lnTo>
                <a:lnTo>
                  <a:pt x="4961" y="611"/>
                </a:lnTo>
                <a:lnTo>
                  <a:pt x="4961" y="610"/>
                </a:lnTo>
                <a:lnTo>
                  <a:pt x="4960" y="610"/>
                </a:lnTo>
                <a:lnTo>
                  <a:pt x="4959" y="610"/>
                </a:lnTo>
                <a:lnTo>
                  <a:pt x="4958" y="609"/>
                </a:lnTo>
                <a:lnTo>
                  <a:pt x="4957" y="609"/>
                </a:lnTo>
                <a:lnTo>
                  <a:pt x="4956" y="608"/>
                </a:lnTo>
                <a:lnTo>
                  <a:pt x="4955" y="608"/>
                </a:lnTo>
                <a:lnTo>
                  <a:pt x="4954" y="614"/>
                </a:lnTo>
                <a:lnTo>
                  <a:pt x="4954" y="613"/>
                </a:lnTo>
                <a:lnTo>
                  <a:pt x="4953" y="613"/>
                </a:lnTo>
                <a:lnTo>
                  <a:pt x="4952" y="613"/>
                </a:lnTo>
                <a:lnTo>
                  <a:pt x="4951" y="612"/>
                </a:lnTo>
                <a:lnTo>
                  <a:pt x="4950" y="612"/>
                </a:lnTo>
                <a:lnTo>
                  <a:pt x="4949" y="611"/>
                </a:lnTo>
                <a:lnTo>
                  <a:pt x="4948" y="611"/>
                </a:lnTo>
                <a:lnTo>
                  <a:pt x="4947" y="610"/>
                </a:lnTo>
                <a:lnTo>
                  <a:pt x="4946" y="610"/>
                </a:lnTo>
                <a:lnTo>
                  <a:pt x="4945" y="610"/>
                </a:lnTo>
                <a:lnTo>
                  <a:pt x="4945" y="609"/>
                </a:lnTo>
                <a:lnTo>
                  <a:pt x="4944" y="609"/>
                </a:lnTo>
                <a:lnTo>
                  <a:pt x="4943" y="609"/>
                </a:lnTo>
                <a:lnTo>
                  <a:pt x="4943" y="608"/>
                </a:lnTo>
                <a:lnTo>
                  <a:pt x="4942" y="608"/>
                </a:lnTo>
                <a:lnTo>
                  <a:pt x="4941" y="608"/>
                </a:lnTo>
                <a:lnTo>
                  <a:pt x="4940" y="607"/>
                </a:lnTo>
                <a:lnTo>
                  <a:pt x="4939" y="607"/>
                </a:lnTo>
                <a:lnTo>
                  <a:pt x="4938" y="606"/>
                </a:lnTo>
                <a:lnTo>
                  <a:pt x="4937" y="606"/>
                </a:lnTo>
                <a:lnTo>
                  <a:pt x="4936" y="605"/>
                </a:lnTo>
                <a:lnTo>
                  <a:pt x="4935" y="605"/>
                </a:lnTo>
                <a:lnTo>
                  <a:pt x="4934" y="605"/>
                </a:lnTo>
                <a:lnTo>
                  <a:pt x="4934" y="604"/>
                </a:lnTo>
                <a:lnTo>
                  <a:pt x="4933" y="604"/>
                </a:lnTo>
                <a:lnTo>
                  <a:pt x="4932" y="604"/>
                </a:lnTo>
                <a:lnTo>
                  <a:pt x="4931" y="603"/>
                </a:lnTo>
                <a:lnTo>
                  <a:pt x="4930" y="603"/>
                </a:lnTo>
                <a:lnTo>
                  <a:pt x="4930" y="602"/>
                </a:lnTo>
                <a:lnTo>
                  <a:pt x="4929" y="602"/>
                </a:lnTo>
                <a:lnTo>
                  <a:pt x="4928" y="602"/>
                </a:lnTo>
                <a:lnTo>
                  <a:pt x="4927" y="601"/>
                </a:lnTo>
                <a:lnTo>
                  <a:pt x="4926" y="601"/>
                </a:lnTo>
                <a:lnTo>
                  <a:pt x="4925" y="601"/>
                </a:lnTo>
                <a:lnTo>
                  <a:pt x="4925" y="600"/>
                </a:lnTo>
                <a:lnTo>
                  <a:pt x="4924" y="600"/>
                </a:lnTo>
                <a:lnTo>
                  <a:pt x="4923" y="600"/>
                </a:lnTo>
                <a:lnTo>
                  <a:pt x="4923" y="599"/>
                </a:lnTo>
                <a:lnTo>
                  <a:pt x="4922" y="599"/>
                </a:lnTo>
                <a:lnTo>
                  <a:pt x="4921" y="599"/>
                </a:lnTo>
                <a:lnTo>
                  <a:pt x="4921" y="598"/>
                </a:lnTo>
                <a:lnTo>
                  <a:pt x="4920" y="598"/>
                </a:lnTo>
                <a:lnTo>
                  <a:pt x="4919" y="598"/>
                </a:lnTo>
                <a:lnTo>
                  <a:pt x="4918" y="597"/>
                </a:lnTo>
                <a:lnTo>
                  <a:pt x="4917" y="597"/>
                </a:lnTo>
                <a:lnTo>
                  <a:pt x="4916" y="596"/>
                </a:lnTo>
                <a:lnTo>
                  <a:pt x="4915" y="596"/>
                </a:lnTo>
                <a:lnTo>
                  <a:pt x="4914" y="596"/>
                </a:lnTo>
                <a:lnTo>
                  <a:pt x="4914" y="595"/>
                </a:lnTo>
                <a:lnTo>
                  <a:pt x="4913" y="595"/>
                </a:lnTo>
                <a:lnTo>
                  <a:pt x="4912" y="595"/>
                </a:lnTo>
                <a:lnTo>
                  <a:pt x="4911" y="594"/>
                </a:lnTo>
                <a:lnTo>
                  <a:pt x="4910" y="594"/>
                </a:lnTo>
                <a:lnTo>
                  <a:pt x="4910" y="593"/>
                </a:lnTo>
                <a:lnTo>
                  <a:pt x="4909" y="593"/>
                </a:lnTo>
                <a:lnTo>
                  <a:pt x="4908" y="593"/>
                </a:lnTo>
                <a:lnTo>
                  <a:pt x="4907" y="592"/>
                </a:lnTo>
                <a:lnTo>
                  <a:pt x="4906" y="592"/>
                </a:lnTo>
                <a:lnTo>
                  <a:pt x="4905" y="592"/>
                </a:lnTo>
                <a:lnTo>
                  <a:pt x="4905" y="591"/>
                </a:lnTo>
                <a:lnTo>
                  <a:pt x="4904" y="591"/>
                </a:lnTo>
                <a:lnTo>
                  <a:pt x="4903" y="591"/>
                </a:lnTo>
                <a:lnTo>
                  <a:pt x="4903" y="590"/>
                </a:lnTo>
                <a:lnTo>
                  <a:pt x="4902" y="590"/>
                </a:lnTo>
                <a:lnTo>
                  <a:pt x="4901" y="590"/>
                </a:lnTo>
                <a:lnTo>
                  <a:pt x="4901" y="589"/>
                </a:lnTo>
                <a:lnTo>
                  <a:pt x="4900" y="589"/>
                </a:lnTo>
                <a:lnTo>
                  <a:pt x="4899" y="589"/>
                </a:lnTo>
                <a:lnTo>
                  <a:pt x="4898" y="588"/>
                </a:lnTo>
                <a:lnTo>
                  <a:pt x="4897" y="588"/>
                </a:lnTo>
                <a:lnTo>
                  <a:pt x="4896" y="587"/>
                </a:lnTo>
                <a:lnTo>
                  <a:pt x="4895" y="587"/>
                </a:lnTo>
                <a:lnTo>
                  <a:pt x="4894" y="587"/>
                </a:lnTo>
                <a:lnTo>
                  <a:pt x="4894" y="586"/>
                </a:lnTo>
                <a:lnTo>
                  <a:pt x="4893" y="586"/>
                </a:lnTo>
                <a:lnTo>
                  <a:pt x="4892" y="585"/>
                </a:lnTo>
                <a:lnTo>
                  <a:pt x="4891" y="585"/>
                </a:lnTo>
                <a:lnTo>
                  <a:pt x="4890" y="585"/>
                </a:lnTo>
                <a:lnTo>
                  <a:pt x="4890" y="584"/>
                </a:lnTo>
                <a:lnTo>
                  <a:pt x="4889" y="584"/>
                </a:lnTo>
                <a:lnTo>
                  <a:pt x="4888" y="584"/>
                </a:lnTo>
                <a:lnTo>
                  <a:pt x="4887" y="583"/>
                </a:lnTo>
                <a:lnTo>
                  <a:pt x="4886" y="583"/>
                </a:lnTo>
                <a:lnTo>
                  <a:pt x="4885" y="582"/>
                </a:lnTo>
                <a:lnTo>
                  <a:pt x="4884" y="582"/>
                </a:lnTo>
                <a:lnTo>
                  <a:pt x="4883" y="581"/>
                </a:lnTo>
                <a:lnTo>
                  <a:pt x="4882" y="581"/>
                </a:lnTo>
                <a:lnTo>
                  <a:pt x="4881" y="581"/>
                </a:lnTo>
                <a:lnTo>
                  <a:pt x="4881" y="580"/>
                </a:lnTo>
                <a:lnTo>
                  <a:pt x="4880" y="580"/>
                </a:lnTo>
                <a:lnTo>
                  <a:pt x="4879" y="580"/>
                </a:lnTo>
                <a:lnTo>
                  <a:pt x="4878" y="579"/>
                </a:lnTo>
                <a:lnTo>
                  <a:pt x="4877" y="579"/>
                </a:lnTo>
                <a:lnTo>
                  <a:pt x="4876" y="578"/>
                </a:lnTo>
                <a:lnTo>
                  <a:pt x="4875" y="578"/>
                </a:lnTo>
                <a:lnTo>
                  <a:pt x="4874" y="578"/>
                </a:lnTo>
                <a:lnTo>
                  <a:pt x="4874" y="577"/>
                </a:lnTo>
                <a:lnTo>
                  <a:pt x="4873" y="577"/>
                </a:lnTo>
                <a:lnTo>
                  <a:pt x="4872" y="576"/>
                </a:lnTo>
                <a:lnTo>
                  <a:pt x="4871" y="576"/>
                </a:lnTo>
                <a:lnTo>
                  <a:pt x="4870" y="576"/>
                </a:lnTo>
                <a:lnTo>
                  <a:pt x="4870" y="575"/>
                </a:lnTo>
                <a:lnTo>
                  <a:pt x="4869" y="575"/>
                </a:lnTo>
                <a:lnTo>
                  <a:pt x="4868" y="575"/>
                </a:lnTo>
                <a:lnTo>
                  <a:pt x="4867" y="574"/>
                </a:lnTo>
                <a:lnTo>
                  <a:pt x="4866" y="574"/>
                </a:lnTo>
                <a:lnTo>
                  <a:pt x="4865" y="573"/>
                </a:lnTo>
                <a:lnTo>
                  <a:pt x="4864" y="573"/>
                </a:lnTo>
                <a:lnTo>
                  <a:pt x="4863" y="572"/>
                </a:lnTo>
                <a:lnTo>
                  <a:pt x="4862" y="572"/>
                </a:lnTo>
                <a:lnTo>
                  <a:pt x="4861" y="572"/>
                </a:lnTo>
                <a:lnTo>
                  <a:pt x="4861" y="571"/>
                </a:lnTo>
                <a:lnTo>
                  <a:pt x="4860" y="571"/>
                </a:lnTo>
                <a:lnTo>
                  <a:pt x="4859" y="571"/>
                </a:lnTo>
                <a:lnTo>
                  <a:pt x="4858" y="570"/>
                </a:lnTo>
                <a:lnTo>
                  <a:pt x="4857" y="570"/>
                </a:lnTo>
                <a:lnTo>
                  <a:pt x="4856" y="569"/>
                </a:lnTo>
                <a:lnTo>
                  <a:pt x="4855" y="569"/>
                </a:lnTo>
                <a:lnTo>
                  <a:pt x="4854" y="568"/>
                </a:lnTo>
                <a:lnTo>
                  <a:pt x="4853" y="568"/>
                </a:lnTo>
                <a:lnTo>
                  <a:pt x="4852" y="567"/>
                </a:lnTo>
                <a:lnTo>
                  <a:pt x="4851" y="567"/>
                </a:lnTo>
                <a:lnTo>
                  <a:pt x="4850" y="567"/>
                </a:lnTo>
                <a:lnTo>
                  <a:pt x="4850" y="566"/>
                </a:lnTo>
                <a:lnTo>
                  <a:pt x="4849" y="566"/>
                </a:lnTo>
                <a:lnTo>
                  <a:pt x="4848" y="566"/>
                </a:lnTo>
                <a:lnTo>
                  <a:pt x="4847" y="565"/>
                </a:lnTo>
                <a:lnTo>
                  <a:pt x="4846" y="565"/>
                </a:lnTo>
                <a:lnTo>
                  <a:pt x="4846" y="564"/>
                </a:lnTo>
                <a:lnTo>
                  <a:pt x="4845" y="564"/>
                </a:lnTo>
                <a:lnTo>
                  <a:pt x="4844" y="564"/>
                </a:lnTo>
                <a:lnTo>
                  <a:pt x="4843" y="563"/>
                </a:lnTo>
                <a:lnTo>
                  <a:pt x="4842" y="563"/>
                </a:lnTo>
                <a:lnTo>
                  <a:pt x="4841" y="563"/>
                </a:lnTo>
                <a:lnTo>
                  <a:pt x="4841" y="562"/>
                </a:lnTo>
                <a:lnTo>
                  <a:pt x="4840" y="562"/>
                </a:lnTo>
                <a:lnTo>
                  <a:pt x="4839" y="562"/>
                </a:lnTo>
                <a:lnTo>
                  <a:pt x="4838" y="561"/>
                </a:lnTo>
                <a:lnTo>
                  <a:pt x="4837" y="561"/>
                </a:lnTo>
                <a:lnTo>
                  <a:pt x="4837" y="560"/>
                </a:lnTo>
                <a:lnTo>
                  <a:pt x="4836" y="560"/>
                </a:lnTo>
                <a:lnTo>
                  <a:pt x="4835" y="560"/>
                </a:lnTo>
                <a:lnTo>
                  <a:pt x="4834" y="559"/>
                </a:lnTo>
                <a:lnTo>
                  <a:pt x="4833" y="559"/>
                </a:lnTo>
                <a:lnTo>
                  <a:pt x="4832" y="558"/>
                </a:lnTo>
                <a:lnTo>
                  <a:pt x="4831" y="558"/>
                </a:lnTo>
                <a:lnTo>
                  <a:pt x="4830" y="558"/>
                </a:lnTo>
                <a:lnTo>
                  <a:pt x="4830" y="557"/>
                </a:lnTo>
                <a:lnTo>
                  <a:pt x="4829" y="557"/>
                </a:lnTo>
                <a:lnTo>
                  <a:pt x="4828" y="557"/>
                </a:lnTo>
                <a:lnTo>
                  <a:pt x="4827" y="556"/>
                </a:lnTo>
                <a:lnTo>
                  <a:pt x="4826" y="556"/>
                </a:lnTo>
                <a:lnTo>
                  <a:pt x="4826" y="555"/>
                </a:lnTo>
                <a:lnTo>
                  <a:pt x="4825" y="555"/>
                </a:lnTo>
                <a:lnTo>
                  <a:pt x="4824" y="555"/>
                </a:lnTo>
                <a:lnTo>
                  <a:pt x="4823" y="554"/>
                </a:lnTo>
                <a:lnTo>
                  <a:pt x="4822" y="554"/>
                </a:lnTo>
                <a:lnTo>
                  <a:pt x="4821" y="554"/>
                </a:lnTo>
                <a:lnTo>
                  <a:pt x="4821" y="553"/>
                </a:lnTo>
                <a:lnTo>
                  <a:pt x="4820" y="553"/>
                </a:lnTo>
                <a:lnTo>
                  <a:pt x="4819" y="553"/>
                </a:lnTo>
                <a:lnTo>
                  <a:pt x="4819" y="552"/>
                </a:lnTo>
                <a:lnTo>
                  <a:pt x="4818" y="552"/>
                </a:lnTo>
                <a:lnTo>
                  <a:pt x="4817" y="552"/>
                </a:lnTo>
                <a:lnTo>
                  <a:pt x="4817" y="551"/>
                </a:lnTo>
                <a:lnTo>
                  <a:pt x="4816" y="551"/>
                </a:lnTo>
                <a:lnTo>
                  <a:pt x="4816" y="558"/>
                </a:lnTo>
                <a:lnTo>
                  <a:pt x="4815" y="557"/>
                </a:lnTo>
                <a:lnTo>
                  <a:pt x="4814" y="557"/>
                </a:lnTo>
                <a:lnTo>
                  <a:pt x="4813" y="557"/>
                </a:lnTo>
                <a:lnTo>
                  <a:pt x="4813" y="556"/>
                </a:lnTo>
                <a:lnTo>
                  <a:pt x="4812" y="556"/>
                </a:lnTo>
                <a:lnTo>
                  <a:pt x="4811" y="556"/>
                </a:lnTo>
                <a:lnTo>
                  <a:pt x="4810" y="555"/>
                </a:lnTo>
                <a:lnTo>
                  <a:pt x="4809" y="555"/>
                </a:lnTo>
                <a:lnTo>
                  <a:pt x="4809" y="554"/>
                </a:lnTo>
                <a:lnTo>
                  <a:pt x="4808" y="554"/>
                </a:lnTo>
                <a:lnTo>
                  <a:pt x="4807" y="554"/>
                </a:lnTo>
                <a:lnTo>
                  <a:pt x="4806" y="553"/>
                </a:lnTo>
                <a:lnTo>
                  <a:pt x="4805" y="553"/>
                </a:lnTo>
                <a:lnTo>
                  <a:pt x="4804" y="553"/>
                </a:lnTo>
                <a:lnTo>
                  <a:pt x="4804" y="552"/>
                </a:lnTo>
                <a:lnTo>
                  <a:pt x="4803" y="552"/>
                </a:lnTo>
                <a:lnTo>
                  <a:pt x="4802" y="552"/>
                </a:lnTo>
                <a:lnTo>
                  <a:pt x="4801" y="551"/>
                </a:lnTo>
                <a:lnTo>
                  <a:pt x="4800" y="551"/>
                </a:lnTo>
                <a:lnTo>
                  <a:pt x="4800" y="550"/>
                </a:lnTo>
                <a:lnTo>
                  <a:pt x="4799" y="550"/>
                </a:lnTo>
                <a:lnTo>
                  <a:pt x="4798" y="550"/>
                </a:lnTo>
                <a:lnTo>
                  <a:pt x="4797" y="549"/>
                </a:lnTo>
                <a:lnTo>
                  <a:pt x="4796" y="549"/>
                </a:lnTo>
                <a:lnTo>
                  <a:pt x="4795" y="548"/>
                </a:lnTo>
                <a:lnTo>
                  <a:pt x="4794" y="548"/>
                </a:lnTo>
                <a:lnTo>
                  <a:pt x="4793" y="548"/>
                </a:lnTo>
                <a:lnTo>
                  <a:pt x="4793" y="547"/>
                </a:lnTo>
                <a:lnTo>
                  <a:pt x="4792" y="547"/>
                </a:lnTo>
                <a:lnTo>
                  <a:pt x="4791" y="547"/>
                </a:lnTo>
                <a:lnTo>
                  <a:pt x="4791" y="546"/>
                </a:lnTo>
                <a:lnTo>
                  <a:pt x="4790" y="546"/>
                </a:lnTo>
                <a:lnTo>
                  <a:pt x="4789" y="546"/>
                </a:lnTo>
                <a:lnTo>
                  <a:pt x="4789" y="545"/>
                </a:lnTo>
                <a:lnTo>
                  <a:pt x="4788" y="545"/>
                </a:lnTo>
                <a:lnTo>
                  <a:pt x="4787" y="545"/>
                </a:lnTo>
                <a:lnTo>
                  <a:pt x="4786" y="544"/>
                </a:lnTo>
                <a:lnTo>
                  <a:pt x="4785" y="544"/>
                </a:lnTo>
                <a:lnTo>
                  <a:pt x="4784" y="544"/>
                </a:lnTo>
                <a:lnTo>
                  <a:pt x="4784" y="543"/>
                </a:lnTo>
                <a:lnTo>
                  <a:pt x="4783" y="543"/>
                </a:lnTo>
                <a:lnTo>
                  <a:pt x="4782" y="543"/>
                </a:lnTo>
                <a:lnTo>
                  <a:pt x="4781" y="542"/>
                </a:lnTo>
                <a:lnTo>
                  <a:pt x="4780" y="542"/>
                </a:lnTo>
                <a:lnTo>
                  <a:pt x="4780" y="541"/>
                </a:lnTo>
                <a:lnTo>
                  <a:pt x="4779" y="541"/>
                </a:lnTo>
                <a:lnTo>
                  <a:pt x="4778" y="541"/>
                </a:lnTo>
                <a:lnTo>
                  <a:pt x="4777" y="540"/>
                </a:lnTo>
                <a:lnTo>
                  <a:pt x="4776" y="540"/>
                </a:lnTo>
                <a:lnTo>
                  <a:pt x="4775" y="539"/>
                </a:lnTo>
                <a:lnTo>
                  <a:pt x="4774" y="539"/>
                </a:lnTo>
                <a:lnTo>
                  <a:pt x="4773" y="539"/>
                </a:lnTo>
                <a:lnTo>
                  <a:pt x="4773" y="538"/>
                </a:lnTo>
                <a:lnTo>
                  <a:pt x="4772" y="538"/>
                </a:lnTo>
                <a:lnTo>
                  <a:pt x="4771" y="538"/>
                </a:lnTo>
                <a:lnTo>
                  <a:pt x="4771" y="537"/>
                </a:lnTo>
                <a:lnTo>
                  <a:pt x="4770" y="537"/>
                </a:lnTo>
                <a:lnTo>
                  <a:pt x="4769" y="537"/>
                </a:lnTo>
                <a:lnTo>
                  <a:pt x="4769" y="536"/>
                </a:lnTo>
                <a:lnTo>
                  <a:pt x="4768" y="536"/>
                </a:lnTo>
                <a:lnTo>
                  <a:pt x="4767" y="536"/>
                </a:lnTo>
                <a:lnTo>
                  <a:pt x="4766" y="535"/>
                </a:lnTo>
                <a:lnTo>
                  <a:pt x="4765" y="535"/>
                </a:lnTo>
                <a:lnTo>
                  <a:pt x="4764" y="535"/>
                </a:lnTo>
                <a:lnTo>
                  <a:pt x="4764" y="534"/>
                </a:lnTo>
                <a:lnTo>
                  <a:pt x="4763" y="534"/>
                </a:lnTo>
                <a:lnTo>
                  <a:pt x="4762" y="533"/>
                </a:lnTo>
                <a:lnTo>
                  <a:pt x="4761" y="533"/>
                </a:lnTo>
                <a:lnTo>
                  <a:pt x="4760" y="533"/>
                </a:lnTo>
                <a:lnTo>
                  <a:pt x="4760" y="532"/>
                </a:lnTo>
                <a:lnTo>
                  <a:pt x="4759" y="532"/>
                </a:lnTo>
                <a:lnTo>
                  <a:pt x="4758" y="532"/>
                </a:lnTo>
                <a:lnTo>
                  <a:pt x="4757" y="531"/>
                </a:lnTo>
                <a:lnTo>
                  <a:pt x="4756" y="531"/>
                </a:lnTo>
                <a:lnTo>
                  <a:pt x="4755" y="530"/>
                </a:lnTo>
                <a:lnTo>
                  <a:pt x="4754" y="530"/>
                </a:lnTo>
                <a:lnTo>
                  <a:pt x="4753" y="529"/>
                </a:lnTo>
                <a:lnTo>
                  <a:pt x="4752" y="529"/>
                </a:lnTo>
                <a:lnTo>
                  <a:pt x="4751" y="528"/>
                </a:lnTo>
                <a:lnTo>
                  <a:pt x="4750" y="528"/>
                </a:lnTo>
                <a:lnTo>
                  <a:pt x="4749" y="528"/>
                </a:lnTo>
                <a:lnTo>
                  <a:pt x="4749" y="527"/>
                </a:lnTo>
                <a:lnTo>
                  <a:pt x="4748" y="527"/>
                </a:lnTo>
                <a:lnTo>
                  <a:pt x="4747" y="527"/>
                </a:lnTo>
                <a:lnTo>
                  <a:pt x="4746" y="526"/>
                </a:lnTo>
                <a:lnTo>
                  <a:pt x="4745" y="526"/>
                </a:lnTo>
                <a:lnTo>
                  <a:pt x="4744" y="525"/>
                </a:lnTo>
                <a:lnTo>
                  <a:pt x="4743" y="525"/>
                </a:lnTo>
                <a:lnTo>
                  <a:pt x="4742" y="524"/>
                </a:lnTo>
                <a:lnTo>
                  <a:pt x="4741" y="524"/>
                </a:lnTo>
                <a:lnTo>
                  <a:pt x="4740" y="524"/>
                </a:lnTo>
                <a:lnTo>
                  <a:pt x="4740" y="523"/>
                </a:lnTo>
                <a:lnTo>
                  <a:pt x="4739" y="523"/>
                </a:lnTo>
                <a:lnTo>
                  <a:pt x="4738" y="523"/>
                </a:lnTo>
                <a:lnTo>
                  <a:pt x="4737" y="522"/>
                </a:lnTo>
                <a:lnTo>
                  <a:pt x="4736" y="522"/>
                </a:lnTo>
                <a:lnTo>
                  <a:pt x="4735" y="521"/>
                </a:lnTo>
                <a:lnTo>
                  <a:pt x="4734" y="521"/>
                </a:lnTo>
                <a:lnTo>
                  <a:pt x="4733" y="520"/>
                </a:lnTo>
                <a:lnTo>
                  <a:pt x="4732" y="520"/>
                </a:lnTo>
                <a:lnTo>
                  <a:pt x="4731" y="519"/>
                </a:lnTo>
                <a:lnTo>
                  <a:pt x="4730" y="519"/>
                </a:lnTo>
                <a:lnTo>
                  <a:pt x="4729" y="519"/>
                </a:lnTo>
                <a:lnTo>
                  <a:pt x="4729" y="518"/>
                </a:lnTo>
                <a:lnTo>
                  <a:pt x="4728" y="518"/>
                </a:lnTo>
                <a:lnTo>
                  <a:pt x="4727" y="518"/>
                </a:lnTo>
                <a:lnTo>
                  <a:pt x="4726" y="517"/>
                </a:lnTo>
                <a:lnTo>
                  <a:pt x="4725" y="517"/>
                </a:lnTo>
                <a:lnTo>
                  <a:pt x="4724" y="516"/>
                </a:lnTo>
                <a:lnTo>
                  <a:pt x="4723" y="516"/>
                </a:lnTo>
                <a:lnTo>
                  <a:pt x="4722" y="515"/>
                </a:lnTo>
                <a:lnTo>
                  <a:pt x="4721" y="515"/>
                </a:lnTo>
                <a:lnTo>
                  <a:pt x="4720" y="515"/>
                </a:lnTo>
                <a:lnTo>
                  <a:pt x="4720" y="514"/>
                </a:lnTo>
                <a:lnTo>
                  <a:pt x="4719" y="514"/>
                </a:lnTo>
                <a:lnTo>
                  <a:pt x="4718" y="514"/>
                </a:lnTo>
                <a:lnTo>
                  <a:pt x="4717" y="513"/>
                </a:lnTo>
                <a:lnTo>
                  <a:pt x="4716" y="513"/>
                </a:lnTo>
                <a:lnTo>
                  <a:pt x="4716" y="512"/>
                </a:lnTo>
                <a:lnTo>
                  <a:pt x="4715" y="512"/>
                </a:lnTo>
                <a:lnTo>
                  <a:pt x="4714" y="512"/>
                </a:lnTo>
                <a:lnTo>
                  <a:pt x="4713" y="511"/>
                </a:lnTo>
                <a:lnTo>
                  <a:pt x="4712" y="511"/>
                </a:lnTo>
                <a:lnTo>
                  <a:pt x="4711" y="510"/>
                </a:lnTo>
                <a:lnTo>
                  <a:pt x="4710" y="510"/>
                </a:lnTo>
                <a:lnTo>
                  <a:pt x="4709" y="510"/>
                </a:lnTo>
                <a:lnTo>
                  <a:pt x="4709" y="509"/>
                </a:lnTo>
                <a:lnTo>
                  <a:pt x="4708" y="509"/>
                </a:lnTo>
                <a:lnTo>
                  <a:pt x="4707" y="509"/>
                </a:lnTo>
                <a:lnTo>
                  <a:pt x="4707" y="508"/>
                </a:lnTo>
                <a:lnTo>
                  <a:pt x="4706" y="508"/>
                </a:lnTo>
                <a:lnTo>
                  <a:pt x="4705" y="508"/>
                </a:lnTo>
                <a:lnTo>
                  <a:pt x="4705" y="507"/>
                </a:lnTo>
                <a:lnTo>
                  <a:pt x="4704" y="507"/>
                </a:lnTo>
                <a:lnTo>
                  <a:pt x="4703" y="507"/>
                </a:lnTo>
                <a:lnTo>
                  <a:pt x="4702" y="506"/>
                </a:lnTo>
                <a:lnTo>
                  <a:pt x="4701" y="506"/>
                </a:lnTo>
                <a:lnTo>
                  <a:pt x="4700" y="506"/>
                </a:lnTo>
                <a:lnTo>
                  <a:pt x="4700" y="505"/>
                </a:lnTo>
                <a:lnTo>
                  <a:pt x="4699" y="505"/>
                </a:lnTo>
                <a:lnTo>
                  <a:pt x="4698" y="505"/>
                </a:lnTo>
                <a:lnTo>
                  <a:pt x="4697" y="504"/>
                </a:lnTo>
                <a:lnTo>
                  <a:pt x="4696" y="504"/>
                </a:lnTo>
                <a:lnTo>
                  <a:pt x="4696" y="503"/>
                </a:lnTo>
                <a:lnTo>
                  <a:pt x="4695" y="503"/>
                </a:lnTo>
                <a:lnTo>
                  <a:pt x="4694" y="503"/>
                </a:lnTo>
                <a:lnTo>
                  <a:pt x="4693" y="502"/>
                </a:lnTo>
                <a:lnTo>
                  <a:pt x="4692" y="502"/>
                </a:lnTo>
                <a:lnTo>
                  <a:pt x="4691" y="501"/>
                </a:lnTo>
                <a:lnTo>
                  <a:pt x="4690" y="501"/>
                </a:lnTo>
                <a:lnTo>
                  <a:pt x="4689" y="501"/>
                </a:lnTo>
                <a:lnTo>
                  <a:pt x="4689" y="500"/>
                </a:lnTo>
                <a:lnTo>
                  <a:pt x="4688" y="500"/>
                </a:lnTo>
                <a:lnTo>
                  <a:pt x="4687" y="500"/>
                </a:lnTo>
                <a:lnTo>
                  <a:pt x="4687" y="499"/>
                </a:lnTo>
                <a:lnTo>
                  <a:pt x="4686" y="499"/>
                </a:lnTo>
                <a:lnTo>
                  <a:pt x="4685" y="499"/>
                </a:lnTo>
                <a:lnTo>
                  <a:pt x="4685" y="498"/>
                </a:lnTo>
                <a:lnTo>
                  <a:pt x="4684" y="498"/>
                </a:lnTo>
                <a:lnTo>
                  <a:pt x="4683" y="498"/>
                </a:lnTo>
                <a:lnTo>
                  <a:pt x="4682" y="497"/>
                </a:lnTo>
                <a:lnTo>
                  <a:pt x="4681" y="497"/>
                </a:lnTo>
                <a:lnTo>
                  <a:pt x="4680" y="497"/>
                </a:lnTo>
                <a:lnTo>
                  <a:pt x="4680" y="496"/>
                </a:lnTo>
                <a:lnTo>
                  <a:pt x="4679" y="496"/>
                </a:lnTo>
                <a:lnTo>
                  <a:pt x="4678" y="495"/>
                </a:lnTo>
                <a:lnTo>
                  <a:pt x="4677" y="495"/>
                </a:lnTo>
                <a:lnTo>
                  <a:pt x="4676" y="495"/>
                </a:lnTo>
                <a:lnTo>
                  <a:pt x="4676" y="494"/>
                </a:lnTo>
                <a:lnTo>
                  <a:pt x="4675" y="494"/>
                </a:lnTo>
                <a:lnTo>
                  <a:pt x="4674" y="494"/>
                </a:lnTo>
                <a:lnTo>
                  <a:pt x="4673" y="493"/>
                </a:lnTo>
                <a:lnTo>
                  <a:pt x="4672" y="493"/>
                </a:lnTo>
                <a:lnTo>
                  <a:pt x="4671" y="492"/>
                </a:lnTo>
                <a:lnTo>
                  <a:pt x="4670" y="492"/>
                </a:lnTo>
                <a:lnTo>
                  <a:pt x="4669" y="491"/>
                </a:lnTo>
                <a:lnTo>
                  <a:pt x="4668" y="491"/>
                </a:lnTo>
                <a:lnTo>
                  <a:pt x="4667" y="491"/>
                </a:lnTo>
                <a:lnTo>
                  <a:pt x="4667" y="490"/>
                </a:lnTo>
                <a:lnTo>
                  <a:pt x="4666" y="490"/>
                </a:lnTo>
                <a:lnTo>
                  <a:pt x="4665" y="490"/>
                </a:lnTo>
                <a:lnTo>
                  <a:pt x="4665" y="489"/>
                </a:lnTo>
                <a:lnTo>
                  <a:pt x="4664" y="489"/>
                </a:lnTo>
                <a:lnTo>
                  <a:pt x="4663" y="489"/>
                </a:lnTo>
                <a:lnTo>
                  <a:pt x="4662" y="488"/>
                </a:lnTo>
                <a:lnTo>
                  <a:pt x="4661" y="488"/>
                </a:lnTo>
                <a:lnTo>
                  <a:pt x="4660" y="487"/>
                </a:lnTo>
                <a:lnTo>
                  <a:pt x="4659" y="487"/>
                </a:lnTo>
                <a:lnTo>
                  <a:pt x="4658" y="486"/>
                </a:lnTo>
                <a:lnTo>
                  <a:pt x="4657" y="486"/>
                </a:lnTo>
                <a:lnTo>
                  <a:pt x="4656" y="486"/>
                </a:lnTo>
                <a:lnTo>
                  <a:pt x="4656" y="485"/>
                </a:lnTo>
                <a:lnTo>
                  <a:pt x="4655" y="485"/>
                </a:lnTo>
                <a:lnTo>
                  <a:pt x="4654" y="485"/>
                </a:lnTo>
                <a:lnTo>
                  <a:pt x="4653" y="484"/>
                </a:lnTo>
                <a:lnTo>
                  <a:pt x="4652" y="484"/>
                </a:lnTo>
                <a:lnTo>
                  <a:pt x="4651" y="483"/>
                </a:lnTo>
                <a:lnTo>
                  <a:pt x="4650" y="483"/>
                </a:lnTo>
                <a:lnTo>
                  <a:pt x="4649" y="482"/>
                </a:lnTo>
                <a:lnTo>
                  <a:pt x="4648" y="482"/>
                </a:lnTo>
                <a:lnTo>
                  <a:pt x="4647" y="482"/>
                </a:lnTo>
                <a:lnTo>
                  <a:pt x="4647" y="481"/>
                </a:lnTo>
                <a:lnTo>
                  <a:pt x="4646" y="481"/>
                </a:lnTo>
                <a:lnTo>
                  <a:pt x="4645" y="481"/>
                </a:lnTo>
                <a:lnTo>
                  <a:pt x="4645" y="480"/>
                </a:lnTo>
                <a:lnTo>
                  <a:pt x="4644" y="480"/>
                </a:lnTo>
                <a:lnTo>
                  <a:pt x="4643" y="480"/>
                </a:lnTo>
                <a:lnTo>
                  <a:pt x="4642" y="479"/>
                </a:lnTo>
                <a:lnTo>
                  <a:pt x="4641" y="479"/>
                </a:lnTo>
                <a:lnTo>
                  <a:pt x="4640" y="478"/>
                </a:lnTo>
                <a:lnTo>
                  <a:pt x="4639" y="478"/>
                </a:lnTo>
                <a:lnTo>
                  <a:pt x="4638" y="477"/>
                </a:lnTo>
                <a:lnTo>
                  <a:pt x="4637" y="477"/>
                </a:lnTo>
                <a:lnTo>
                  <a:pt x="4636" y="477"/>
                </a:lnTo>
                <a:lnTo>
                  <a:pt x="4636" y="476"/>
                </a:lnTo>
                <a:lnTo>
                  <a:pt x="4635" y="476"/>
                </a:lnTo>
                <a:lnTo>
                  <a:pt x="4634" y="483"/>
                </a:lnTo>
                <a:lnTo>
                  <a:pt x="4633" y="483"/>
                </a:lnTo>
                <a:lnTo>
                  <a:pt x="4632" y="482"/>
                </a:lnTo>
                <a:lnTo>
                  <a:pt x="4631" y="482"/>
                </a:lnTo>
                <a:lnTo>
                  <a:pt x="4630" y="481"/>
                </a:lnTo>
                <a:lnTo>
                  <a:pt x="4629" y="481"/>
                </a:lnTo>
                <a:lnTo>
                  <a:pt x="4628" y="480"/>
                </a:lnTo>
                <a:lnTo>
                  <a:pt x="4627" y="480"/>
                </a:lnTo>
                <a:lnTo>
                  <a:pt x="4626" y="480"/>
                </a:lnTo>
                <a:lnTo>
                  <a:pt x="4626" y="479"/>
                </a:lnTo>
                <a:lnTo>
                  <a:pt x="4625" y="479"/>
                </a:lnTo>
                <a:lnTo>
                  <a:pt x="4624" y="479"/>
                </a:lnTo>
                <a:lnTo>
                  <a:pt x="4623" y="478"/>
                </a:lnTo>
                <a:lnTo>
                  <a:pt x="4622" y="478"/>
                </a:lnTo>
                <a:lnTo>
                  <a:pt x="4622" y="477"/>
                </a:lnTo>
                <a:lnTo>
                  <a:pt x="4621" y="477"/>
                </a:lnTo>
                <a:lnTo>
                  <a:pt x="4620" y="477"/>
                </a:lnTo>
                <a:lnTo>
                  <a:pt x="4619" y="476"/>
                </a:lnTo>
                <a:lnTo>
                  <a:pt x="4618" y="476"/>
                </a:lnTo>
                <a:lnTo>
                  <a:pt x="4617" y="475"/>
                </a:lnTo>
                <a:lnTo>
                  <a:pt x="4616" y="475"/>
                </a:lnTo>
                <a:lnTo>
                  <a:pt x="4615" y="475"/>
                </a:lnTo>
                <a:lnTo>
                  <a:pt x="4615" y="474"/>
                </a:lnTo>
                <a:lnTo>
                  <a:pt x="4614" y="474"/>
                </a:lnTo>
                <a:lnTo>
                  <a:pt x="4613" y="474"/>
                </a:lnTo>
                <a:lnTo>
                  <a:pt x="4612" y="473"/>
                </a:lnTo>
                <a:lnTo>
                  <a:pt x="4611" y="473"/>
                </a:lnTo>
                <a:lnTo>
                  <a:pt x="4610" y="472"/>
                </a:lnTo>
                <a:lnTo>
                  <a:pt x="4609" y="472"/>
                </a:lnTo>
                <a:lnTo>
                  <a:pt x="4608" y="471"/>
                </a:lnTo>
                <a:lnTo>
                  <a:pt x="4607" y="471"/>
                </a:lnTo>
                <a:lnTo>
                  <a:pt x="4606" y="471"/>
                </a:lnTo>
                <a:lnTo>
                  <a:pt x="4606" y="470"/>
                </a:lnTo>
                <a:lnTo>
                  <a:pt x="4605" y="470"/>
                </a:lnTo>
                <a:lnTo>
                  <a:pt x="4604" y="470"/>
                </a:lnTo>
                <a:lnTo>
                  <a:pt x="4603" y="469"/>
                </a:lnTo>
                <a:lnTo>
                  <a:pt x="4602" y="469"/>
                </a:lnTo>
                <a:lnTo>
                  <a:pt x="4602" y="468"/>
                </a:lnTo>
                <a:lnTo>
                  <a:pt x="4601" y="468"/>
                </a:lnTo>
                <a:lnTo>
                  <a:pt x="4600" y="468"/>
                </a:lnTo>
                <a:lnTo>
                  <a:pt x="4599" y="467"/>
                </a:lnTo>
                <a:lnTo>
                  <a:pt x="4598" y="467"/>
                </a:lnTo>
                <a:lnTo>
                  <a:pt x="4597" y="466"/>
                </a:lnTo>
                <a:lnTo>
                  <a:pt x="4596" y="466"/>
                </a:lnTo>
                <a:lnTo>
                  <a:pt x="4595" y="466"/>
                </a:lnTo>
                <a:lnTo>
                  <a:pt x="4595" y="465"/>
                </a:lnTo>
                <a:lnTo>
                  <a:pt x="4594" y="465"/>
                </a:lnTo>
                <a:lnTo>
                  <a:pt x="4593" y="465"/>
                </a:lnTo>
                <a:lnTo>
                  <a:pt x="4593" y="464"/>
                </a:lnTo>
                <a:lnTo>
                  <a:pt x="4592" y="464"/>
                </a:lnTo>
                <a:lnTo>
                  <a:pt x="4591" y="464"/>
                </a:lnTo>
                <a:lnTo>
                  <a:pt x="4590" y="463"/>
                </a:lnTo>
                <a:lnTo>
                  <a:pt x="4589" y="463"/>
                </a:lnTo>
                <a:lnTo>
                  <a:pt x="4588" y="462"/>
                </a:lnTo>
                <a:lnTo>
                  <a:pt x="4587" y="462"/>
                </a:lnTo>
                <a:lnTo>
                  <a:pt x="4586" y="462"/>
                </a:lnTo>
                <a:lnTo>
                  <a:pt x="4586" y="461"/>
                </a:lnTo>
                <a:lnTo>
                  <a:pt x="4585" y="461"/>
                </a:lnTo>
                <a:lnTo>
                  <a:pt x="4584" y="460"/>
                </a:lnTo>
                <a:lnTo>
                  <a:pt x="4583" y="460"/>
                </a:lnTo>
                <a:lnTo>
                  <a:pt x="4582" y="460"/>
                </a:lnTo>
                <a:lnTo>
                  <a:pt x="4582" y="459"/>
                </a:lnTo>
                <a:lnTo>
                  <a:pt x="4581" y="459"/>
                </a:lnTo>
                <a:lnTo>
                  <a:pt x="4580" y="459"/>
                </a:lnTo>
                <a:lnTo>
                  <a:pt x="4579" y="458"/>
                </a:lnTo>
                <a:lnTo>
                  <a:pt x="4578" y="458"/>
                </a:lnTo>
                <a:lnTo>
                  <a:pt x="4577" y="457"/>
                </a:lnTo>
                <a:lnTo>
                  <a:pt x="4576" y="457"/>
                </a:lnTo>
                <a:lnTo>
                  <a:pt x="4575" y="457"/>
                </a:lnTo>
                <a:lnTo>
                  <a:pt x="4575" y="456"/>
                </a:lnTo>
                <a:lnTo>
                  <a:pt x="4574" y="456"/>
                </a:lnTo>
                <a:lnTo>
                  <a:pt x="4573" y="464"/>
                </a:lnTo>
                <a:lnTo>
                  <a:pt x="4573" y="463"/>
                </a:lnTo>
                <a:lnTo>
                  <a:pt x="4572" y="463"/>
                </a:lnTo>
                <a:lnTo>
                  <a:pt x="4571" y="462"/>
                </a:lnTo>
                <a:lnTo>
                  <a:pt x="4570" y="462"/>
                </a:lnTo>
                <a:lnTo>
                  <a:pt x="4569" y="462"/>
                </a:lnTo>
                <a:lnTo>
                  <a:pt x="4569" y="461"/>
                </a:lnTo>
                <a:lnTo>
                  <a:pt x="4568" y="461"/>
                </a:lnTo>
                <a:lnTo>
                  <a:pt x="4567" y="461"/>
                </a:lnTo>
                <a:lnTo>
                  <a:pt x="4566" y="460"/>
                </a:lnTo>
                <a:lnTo>
                  <a:pt x="4565" y="460"/>
                </a:lnTo>
                <a:lnTo>
                  <a:pt x="4564" y="459"/>
                </a:lnTo>
                <a:lnTo>
                  <a:pt x="4563" y="459"/>
                </a:lnTo>
                <a:lnTo>
                  <a:pt x="4562" y="458"/>
                </a:lnTo>
                <a:lnTo>
                  <a:pt x="4561" y="458"/>
                </a:lnTo>
                <a:lnTo>
                  <a:pt x="4560" y="457"/>
                </a:lnTo>
                <a:lnTo>
                  <a:pt x="4559" y="457"/>
                </a:lnTo>
                <a:lnTo>
                  <a:pt x="4558" y="457"/>
                </a:lnTo>
                <a:lnTo>
                  <a:pt x="4558" y="456"/>
                </a:lnTo>
                <a:lnTo>
                  <a:pt x="4557" y="456"/>
                </a:lnTo>
                <a:lnTo>
                  <a:pt x="4556" y="456"/>
                </a:lnTo>
                <a:lnTo>
                  <a:pt x="4555" y="455"/>
                </a:lnTo>
                <a:lnTo>
                  <a:pt x="4554" y="455"/>
                </a:lnTo>
                <a:lnTo>
                  <a:pt x="4553" y="454"/>
                </a:lnTo>
                <a:lnTo>
                  <a:pt x="4552" y="454"/>
                </a:lnTo>
                <a:lnTo>
                  <a:pt x="4551" y="453"/>
                </a:lnTo>
                <a:lnTo>
                  <a:pt x="4550" y="453"/>
                </a:lnTo>
                <a:lnTo>
                  <a:pt x="4549" y="453"/>
                </a:lnTo>
                <a:lnTo>
                  <a:pt x="4549" y="452"/>
                </a:lnTo>
                <a:lnTo>
                  <a:pt x="4548" y="452"/>
                </a:lnTo>
                <a:lnTo>
                  <a:pt x="4547" y="452"/>
                </a:lnTo>
                <a:lnTo>
                  <a:pt x="4546" y="451"/>
                </a:lnTo>
                <a:lnTo>
                  <a:pt x="4545" y="451"/>
                </a:lnTo>
                <a:lnTo>
                  <a:pt x="4544" y="450"/>
                </a:lnTo>
                <a:lnTo>
                  <a:pt x="4543" y="450"/>
                </a:lnTo>
                <a:lnTo>
                  <a:pt x="4542" y="449"/>
                </a:lnTo>
                <a:lnTo>
                  <a:pt x="4541" y="449"/>
                </a:lnTo>
                <a:lnTo>
                  <a:pt x="4540" y="448"/>
                </a:lnTo>
                <a:lnTo>
                  <a:pt x="4539" y="448"/>
                </a:lnTo>
                <a:lnTo>
                  <a:pt x="4538" y="448"/>
                </a:lnTo>
                <a:lnTo>
                  <a:pt x="4538" y="447"/>
                </a:lnTo>
                <a:lnTo>
                  <a:pt x="4537" y="447"/>
                </a:lnTo>
                <a:lnTo>
                  <a:pt x="4536" y="447"/>
                </a:lnTo>
                <a:lnTo>
                  <a:pt x="4535" y="446"/>
                </a:lnTo>
                <a:lnTo>
                  <a:pt x="4534" y="446"/>
                </a:lnTo>
                <a:lnTo>
                  <a:pt x="4533" y="445"/>
                </a:lnTo>
                <a:lnTo>
                  <a:pt x="4532" y="445"/>
                </a:lnTo>
                <a:lnTo>
                  <a:pt x="4531" y="444"/>
                </a:lnTo>
                <a:lnTo>
                  <a:pt x="4530" y="444"/>
                </a:lnTo>
                <a:lnTo>
                  <a:pt x="4529" y="444"/>
                </a:lnTo>
                <a:lnTo>
                  <a:pt x="4529" y="443"/>
                </a:lnTo>
                <a:lnTo>
                  <a:pt x="4528" y="443"/>
                </a:lnTo>
                <a:lnTo>
                  <a:pt x="4527" y="443"/>
                </a:lnTo>
                <a:lnTo>
                  <a:pt x="4526" y="442"/>
                </a:lnTo>
                <a:lnTo>
                  <a:pt x="4525" y="442"/>
                </a:lnTo>
                <a:lnTo>
                  <a:pt x="4525" y="441"/>
                </a:lnTo>
                <a:lnTo>
                  <a:pt x="4524" y="441"/>
                </a:lnTo>
                <a:lnTo>
                  <a:pt x="4523" y="441"/>
                </a:lnTo>
                <a:lnTo>
                  <a:pt x="4522" y="440"/>
                </a:lnTo>
                <a:lnTo>
                  <a:pt x="4521" y="440"/>
                </a:lnTo>
                <a:lnTo>
                  <a:pt x="4520" y="439"/>
                </a:lnTo>
                <a:lnTo>
                  <a:pt x="4519" y="439"/>
                </a:lnTo>
                <a:lnTo>
                  <a:pt x="4518" y="439"/>
                </a:lnTo>
                <a:lnTo>
                  <a:pt x="4518" y="438"/>
                </a:lnTo>
                <a:lnTo>
                  <a:pt x="4517" y="438"/>
                </a:lnTo>
                <a:lnTo>
                  <a:pt x="4516" y="438"/>
                </a:lnTo>
                <a:lnTo>
                  <a:pt x="4516" y="437"/>
                </a:lnTo>
                <a:lnTo>
                  <a:pt x="4515" y="437"/>
                </a:lnTo>
                <a:lnTo>
                  <a:pt x="4514" y="437"/>
                </a:lnTo>
                <a:lnTo>
                  <a:pt x="4514" y="436"/>
                </a:lnTo>
                <a:lnTo>
                  <a:pt x="4513" y="436"/>
                </a:lnTo>
                <a:lnTo>
                  <a:pt x="4512" y="436"/>
                </a:lnTo>
                <a:lnTo>
                  <a:pt x="4511" y="435"/>
                </a:lnTo>
                <a:lnTo>
                  <a:pt x="4510" y="435"/>
                </a:lnTo>
                <a:lnTo>
                  <a:pt x="4509" y="435"/>
                </a:lnTo>
                <a:lnTo>
                  <a:pt x="4509" y="434"/>
                </a:lnTo>
                <a:lnTo>
                  <a:pt x="4508" y="434"/>
                </a:lnTo>
                <a:lnTo>
                  <a:pt x="4507" y="434"/>
                </a:lnTo>
                <a:lnTo>
                  <a:pt x="4506" y="433"/>
                </a:lnTo>
                <a:lnTo>
                  <a:pt x="4505" y="433"/>
                </a:lnTo>
                <a:lnTo>
                  <a:pt x="4505" y="432"/>
                </a:lnTo>
                <a:lnTo>
                  <a:pt x="4504" y="432"/>
                </a:lnTo>
                <a:lnTo>
                  <a:pt x="4503" y="432"/>
                </a:lnTo>
                <a:lnTo>
                  <a:pt x="4502" y="431"/>
                </a:lnTo>
                <a:lnTo>
                  <a:pt x="4501" y="431"/>
                </a:lnTo>
                <a:lnTo>
                  <a:pt x="4500" y="430"/>
                </a:lnTo>
                <a:lnTo>
                  <a:pt x="4499" y="430"/>
                </a:lnTo>
                <a:lnTo>
                  <a:pt x="4498" y="430"/>
                </a:lnTo>
                <a:lnTo>
                  <a:pt x="4498" y="429"/>
                </a:lnTo>
                <a:lnTo>
                  <a:pt x="4497" y="429"/>
                </a:lnTo>
                <a:lnTo>
                  <a:pt x="4496" y="429"/>
                </a:lnTo>
                <a:lnTo>
                  <a:pt x="4496" y="428"/>
                </a:lnTo>
                <a:lnTo>
                  <a:pt x="4495" y="428"/>
                </a:lnTo>
                <a:lnTo>
                  <a:pt x="4494" y="428"/>
                </a:lnTo>
                <a:lnTo>
                  <a:pt x="4494" y="427"/>
                </a:lnTo>
                <a:lnTo>
                  <a:pt x="4493" y="427"/>
                </a:lnTo>
                <a:lnTo>
                  <a:pt x="4492" y="427"/>
                </a:lnTo>
                <a:lnTo>
                  <a:pt x="4491" y="426"/>
                </a:lnTo>
                <a:lnTo>
                  <a:pt x="4490" y="426"/>
                </a:lnTo>
                <a:lnTo>
                  <a:pt x="4489" y="426"/>
                </a:lnTo>
                <a:lnTo>
                  <a:pt x="4489" y="425"/>
                </a:lnTo>
                <a:lnTo>
                  <a:pt x="4488" y="425"/>
                </a:lnTo>
                <a:lnTo>
                  <a:pt x="4487" y="424"/>
                </a:lnTo>
                <a:lnTo>
                  <a:pt x="4486" y="424"/>
                </a:lnTo>
                <a:lnTo>
                  <a:pt x="4485" y="424"/>
                </a:lnTo>
                <a:lnTo>
                  <a:pt x="4485" y="423"/>
                </a:lnTo>
                <a:lnTo>
                  <a:pt x="4484" y="423"/>
                </a:lnTo>
                <a:lnTo>
                  <a:pt x="4483" y="423"/>
                </a:lnTo>
                <a:lnTo>
                  <a:pt x="4482" y="422"/>
                </a:lnTo>
                <a:lnTo>
                  <a:pt x="4481" y="422"/>
                </a:lnTo>
                <a:lnTo>
                  <a:pt x="4480" y="421"/>
                </a:lnTo>
                <a:lnTo>
                  <a:pt x="4479" y="421"/>
                </a:lnTo>
                <a:lnTo>
                  <a:pt x="4478" y="420"/>
                </a:lnTo>
                <a:lnTo>
                  <a:pt x="4477" y="420"/>
                </a:lnTo>
                <a:lnTo>
                  <a:pt x="4476" y="420"/>
                </a:lnTo>
                <a:lnTo>
                  <a:pt x="4476" y="419"/>
                </a:lnTo>
                <a:lnTo>
                  <a:pt x="4475" y="419"/>
                </a:lnTo>
                <a:lnTo>
                  <a:pt x="4474" y="419"/>
                </a:lnTo>
                <a:lnTo>
                  <a:pt x="4474" y="418"/>
                </a:lnTo>
                <a:lnTo>
                  <a:pt x="4473" y="418"/>
                </a:lnTo>
                <a:lnTo>
                  <a:pt x="4472" y="418"/>
                </a:lnTo>
                <a:lnTo>
                  <a:pt x="4471" y="417"/>
                </a:lnTo>
                <a:lnTo>
                  <a:pt x="4470" y="417"/>
                </a:lnTo>
                <a:lnTo>
                  <a:pt x="4469" y="416"/>
                </a:lnTo>
                <a:lnTo>
                  <a:pt x="4468" y="416"/>
                </a:lnTo>
                <a:lnTo>
                  <a:pt x="4467" y="415"/>
                </a:lnTo>
                <a:lnTo>
                  <a:pt x="4466" y="415"/>
                </a:lnTo>
                <a:lnTo>
                  <a:pt x="4465" y="415"/>
                </a:lnTo>
                <a:lnTo>
                  <a:pt x="4465" y="414"/>
                </a:lnTo>
                <a:lnTo>
                  <a:pt x="4464" y="414"/>
                </a:lnTo>
                <a:lnTo>
                  <a:pt x="4463" y="414"/>
                </a:lnTo>
                <a:lnTo>
                  <a:pt x="4462" y="413"/>
                </a:lnTo>
                <a:lnTo>
                  <a:pt x="4461" y="413"/>
                </a:lnTo>
                <a:lnTo>
                  <a:pt x="4460" y="412"/>
                </a:lnTo>
                <a:lnTo>
                  <a:pt x="4459" y="412"/>
                </a:lnTo>
                <a:lnTo>
                  <a:pt x="4458" y="411"/>
                </a:lnTo>
                <a:lnTo>
                  <a:pt x="4457" y="411"/>
                </a:lnTo>
                <a:lnTo>
                  <a:pt x="4456" y="411"/>
                </a:lnTo>
                <a:lnTo>
                  <a:pt x="4456" y="410"/>
                </a:lnTo>
                <a:lnTo>
                  <a:pt x="4455" y="410"/>
                </a:lnTo>
                <a:lnTo>
                  <a:pt x="4454" y="410"/>
                </a:lnTo>
                <a:lnTo>
                  <a:pt x="4454" y="409"/>
                </a:lnTo>
                <a:lnTo>
                  <a:pt x="4453" y="409"/>
                </a:lnTo>
                <a:lnTo>
                  <a:pt x="4452" y="409"/>
                </a:lnTo>
                <a:lnTo>
                  <a:pt x="4451" y="408"/>
                </a:lnTo>
                <a:lnTo>
                  <a:pt x="4450" y="408"/>
                </a:lnTo>
                <a:lnTo>
                  <a:pt x="4449" y="407"/>
                </a:lnTo>
                <a:lnTo>
                  <a:pt x="4448" y="407"/>
                </a:lnTo>
                <a:lnTo>
                  <a:pt x="4447" y="406"/>
                </a:lnTo>
                <a:lnTo>
                  <a:pt x="4446" y="406"/>
                </a:lnTo>
                <a:lnTo>
                  <a:pt x="4445" y="406"/>
                </a:lnTo>
                <a:lnTo>
                  <a:pt x="4445" y="405"/>
                </a:lnTo>
                <a:lnTo>
                  <a:pt x="4444" y="405"/>
                </a:lnTo>
                <a:lnTo>
                  <a:pt x="4443" y="405"/>
                </a:lnTo>
                <a:lnTo>
                  <a:pt x="4442" y="404"/>
                </a:lnTo>
                <a:lnTo>
                  <a:pt x="4441" y="404"/>
                </a:lnTo>
                <a:lnTo>
                  <a:pt x="4441" y="403"/>
                </a:lnTo>
                <a:lnTo>
                  <a:pt x="4440" y="403"/>
                </a:lnTo>
                <a:lnTo>
                  <a:pt x="4439" y="403"/>
                </a:lnTo>
                <a:lnTo>
                  <a:pt x="4438" y="402"/>
                </a:lnTo>
                <a:lnTo>
                  <a:pt x="4437" y="402"/>
                </a:lnTo>
                <a:lnTo>
                  <a:pt x="4436" y="401"/>
                </a:lnTo>
                <a:lnTo>
                  <a:pt x="4435" y="401"/>
                </a:lnTo>
                <a:lnTo>
                  <a:pt x="4434" y="401"/>
                </a:lnTo>
                <a:lnTo>
                  <a:pt x="4434" y="400"/>
                </a:lnTo>
                <a:lnTo>
                  <a:pt x="4433" y="400"/>
                </a:lnTo>
                <a:lnTo>
                  <a:pt x="4432" y="400"/>
                </a:lnTo>
                <a:lnTo>
                  <a:pt x="4432" y="399"/>
                </a:lnTo>
                <a:lnTo>
                  <a:pt x="4431" y="399"/>
                </a:lnTo>
                <a:lnTo>
                  <a:pt x="4430" y="399"/>
                </a:lnTo>
                <a:lnTo>
                  <a:pt x="4429" y="398"/>
                </a:lnTo>
                <a:lnTo>
                  <a:pt x="4428" y="398"/>
                </a:lnTo>
                <a:lnTo>
                  <a:pt x="4427" y="397"/>
                </a:lnTo>
                <a:lnTo>
                  <a:pt x="4426" y="397"/>
                </a:lnTo>
                <a:lnTo>
                  <a:pt x="4425" y="397"/>
                </a:lnTo>
                <a:lnTo>
                  <a:pt x="4425" y="396"/>
                </a:lnTo>
                <a:lnTo>
                  <a:pt x="4424" y="396"/>
                </a:lnTo>
                <a:lnTo>
                  <a:pt x="4423" y="395"/>
                </a:lnTo>
                <a:lnTo>
                  <a:pt x="4422" y="395"/>
                </a:lnTo>
                <a:lnTo>
                  <a:pt x="4421" y="395"/>
                </a:lnTo>
                <a:lnTo>
                  <a:pt x="4421" y="394"/>
                </a:lnTo>
                <a:lnTo>
                  <a:pt x="4420" y="394"/>
                </a:lnTo>
                <a:lnTo>
                  <a:pt x="4419" y="394"/>
                </a:lnTo>
                <a:lnTo>
                  <a:pt x="4418" y="393"/>
                </a:lnTo>
                <a:lnTo>
                  <a:pt x="4417" y="393"/>
                </a:lnTo>
                <a:lnTo>
                  <a:pt x="4416" y="392"/>
                </a:lnTo>
                <a:lnTo>
                  <a:pt x="4415" y="392"/>
                </a:lnTo>
                <a:lnTo>
                  <a:pt x="4414" y="392"/>
                </a:lnTo>
                <a:lnTo>
                  <a:pt x="4414" y="391"/>
                </a:lnTo>
                <a:lnTo>
                  <a:pt x="4413" y="400"/>
                </a:lnTo>
                <a:lnTo>
                  <a:pt x="4412" y="399"/>
                </a:lnTo>
                <a:lnTo>
                  <a:pt x="4411" y="399"/>
                </a:lnTo>
                <a:lnTo>
                  <a:pt x="4410" y="398"/>
                </a:lnTo>
                <a:lnTo>
                  <a:pt x="4409" y="398"/>
                </a:lnTo>
                <a:lnTo>
                  <a:pt x="4408" y="398"/>
                </a:lnTo>
                <a:lnTo>
                  <a:pt x="4408" y="397"/>
                </a:lnTo>
                <a:lnTo>
                  <a:pt x="4407" y="397"/>
                </a:lnTo>
                <a:lnTo>
                  <a:pt x="4406" y="396"/>
                </a:lnTo>
                <a:lnTo>
                  <a:pt x="4405" y="396"/>
                </a:lnTo>
                <a:lnTo>
                  <a:pt x="4404" y="396"/>
                </a:lnTo>
                <a:lnTo>
                  <a:pt x="4404" y="395"/>
                </a:lnTo>
                <a:lnTo>
                  <a:pt x="4403" y="395"/>
                </a:lnTo>
                <a:lnTo>
                  <a:pt x="4402" y="395"/>
                </a:lnTo>
                <a:lnTo>
                  <a:pt x="4401" y="394"/>
                </a:lnTo>
                <a:lnTo>
                  <a:pt x="4400" y="394"/>
                </a:lnTo>
                <a:lnTo>
                  <a:pt x="4399" y="394"/>
                </a:lnTo>
                <a:lnTo>
                  <a:pt x="4399" y="393"/>
                </a:lnTo>
                <a:lnTo>
                  <a:pt x="4398" y="393"/>
                </a:lnTo>
                <a:lnTo>
                  <a:pt x="4397" y="392"/>
                </a:lnTo>
                <a:lnTo>
                  <a:pt x="4396" y="392"/>
                </a:lnTo>
                <a:lnTo>
                  <a:pt x="4395" y="392"/>
                </a:lnTo>
                <a:lnTo>
                  <a:pt x="4395" y="391"/>
                </a:lnTo>
                <a:lnTo>
                  <a:pt x="4394" y="391"/>
                </a:lnTo>
                <a:lnTo>
                  <a:pt x="4393" y="391"/>
                </a:lnTo>
                <a:lnTo>
                  <a:pt x="4392" y="390"/>
                </a:lnTo>
                <a:lnTo>
                  <a:pt x="4391" y="390"/>
                </a:lnTo>
                <a:lnTo>
                  <a:pt x="4390" y="389"/>
                </a:lnTo>
                <a:lnTo>
                  <a:pt x="4389" y="389"/>
                </a:lnTo>
                <a:lnTo>
                  <a:pt x="4388" y="389"/>
                </a:lnTo>
                <a:lnTo>
                  <a:pt x="4388" y="388"/>
                </a:lnTo>
                <a:lnTo>
                  <a:pt x="4387" y="388"/>
                </a:lnTo>
                <a:lnTo>
                  <a:pt x="4386" y="387"/>
                </a:lnTo>
                <a:lnTo>
                  <a:pt x="4385" y="387"/>
                </a:lnTo>
                <a:lnTo>
                  <a:pt x="4384" y="387"/>
                </a:lnTo>
                <a:lnTo>
                  <a:pt x="4384" y="386"/>
                </a:lnTo>
                <a:lnTo>
                  <a:pt x="4383" y="386"/>
                </a:lnTo>
                <a:lnTo>
                  <a:pt x="4382" y="386"/>
                </a:lnTo>
                <a:lnTo>
                  <a:pt x="4381" y="385"/>
                </a:lnTo>
                <a:lnTo>
                  <a:pt x="4380" y="385"/>
                </a:lnTo>
                <a:lnTo>
                  <a:pt x="4379" y="384"/>
                </a:lnTo>
                <a:lnTo>
                  <a:pt x="4378" y="393"/>
                </a:lnTo>
                <a:lnTo>
                  <a:pt x="4377" y="392"/>
                </a:lnTo>
                <a:lnTo>
                  <a:pt x="4376" y="392"/>
                </a:lnTo>
                <a:lnTo>
                  <a:pt x="4375" y="391"/>
                </a:lnTo>
                <a:lnTo>
                  <a:pt x="4374" y="391"/>
                </a:lnTo>
                <a:lnTo>
                  <a:pt x="4373" y="390"/>
                </a:lnTo>
                <a:lnTo>
                  <a:pt x="4372" y="390"/>
                </a:lnTo>
                <a:lnTo>
                  <a:pt x="4371" y="390"/>
                </a:lnTo>
                <a:lnTo>
                  <a:pt x="4371" y="389"/>
                </a:lnTo>
                <a:lnTo>
                  <a:pt x="4370" y="389"/>
                </a:lnTo>
                <a:lnTo>
                  <a:pt x="4369" y="389"/>
                </a:lnTo>
                <a:lnTo>
                  <a:pt x="4368" y="388"/>
                </a:lnTo>
                <a:lnTo>
                  <a:pt x="4367" y="388"/>
                </a:lnTo>
                <a:lnTo>
                  <a:pt x="4367" y="387"/>
                </a:lnTo>
                <a:lnTo>
                  <a:pt x="4366" y="387"/>
                </a:lnTo>
                <a:lnTo>
                  <a:pt x="4365" y="387"/>
                </a:lnTo>
                <a:lnTo>
                  <a:pt x="4364" y="386"/>
                </a:lnTo>
                <a:lnTo>
                  <a:pt x="4363" y="386"/>
                </a:lnTo>
                <a:lnTo>
                  <a:pt x="4362" y="386"/>
                </a:lnTo>
                <a:lnTo>
                  <a:pt x="4362" y="385"/>
                </a:lnTo>
                <a:lnTo>
                  <a:pt x="4361" y="385"/>
                </a:lnTo>
                <a:lnTo>
                  <a:pt x="4360" y="385"/>
                </a:lnTo>
                <a:lnTo>
                  <a:pt x="4360" y="384"/>
                </a:lnTo>
                <a:lnTo>
                  <a:pt x="4359" y="384"/>
                </a:lnTo>
                <a:lnTo>
                  <a:pt x="4358" y="384"/>
                </a:lnTo>
                <a:lnTo>
                  <a:pt x="4357" y="383"/>
                </a:lnTo>
                <a:lnTo>
                  <a:pt x="4356" y="383"/>
                </a:lnTo>
                <a:lnTo>
                  <a:pt x="4355" y="382"/>
                </a:lnTo>
                <a:lnTo>
                  <a:pt x="4354" y="382"/>
                </a:lnTo>
                <a:lnTo>
                  <a:pt x="4353" y="381"/>
                </a:lnTo>
                <a:lnTo>
                  <a:pt x="4352" y="381"/>
                </a:lnTo>
                <a:lnTo>
                  <a:pt x="4351" y="381"/>
                </a:lnTo>
                <a:lnTo>
                  <a:pt x="4351" y="380"/>
                </a:lnTo>
                <a:lnTo>
                  <a:pt x="4350" y="380"/>
                </a:lnTo>
                <a:lnTo>
                  <a:pt x="4349" y="380"/>
                </a:lnTo>
                <a:lnTo>
                  <a:pt x="4348" y="379"/>
                </a:lnTo>
                <a:lnTo>
                  <a:pt x="4347" y="379"/>
                </a:lnTo>
                <a:lnTo>
                  <a:pt x="4347" y="378"/>
                </a:lnTo>
                <a:lnTo>
                  <a:pt x="4346" y="378"/>
                </a:lnTo>
                <a:lnTo>
                  <a:pt x="4345" y="378"/>
                </a:lnTo>
                <a:lnTo>
                  <a:pt x="4344" y="377"/>
                </a:lnTo>
                <a:lnTo>
                  <a:pt x="4343" y="377"/>
                </a:lnTo>
                <a:lnTo>
                  <a:pt x="4342" y="377"/>
                </a:lnTo>
                <a:lnTo>
                  <a:pt x="4342" y="376"/>
                </a:lnTo>
                <a:lnTo>
                  <a:pt x="4341" y="376"/>
                </a:lnTo>
                <a:lnTo>
                  <a:pt x="4340" y="376"/>
                </a:lnTo>
                <a:lnTo>
                  <a:pt x="4340" y="375"/>
                </a:lnTo>
                <a:lnTo>
                  <a:pt x="4339" y="375"/>
                </a:lnTo>
                <a:lnTo>
                  <a:pt x="4338" y="375"/>
                </a:lnTo>
                <a:lnTo>
                  <a:pt x="4338" y="374"/>
                </a:lnTo>
                <a:lnTo>
                  <a:pt x="4337" y="374"/>
                </a:lnTo>
                <a:lnTo>
                  <a:pt x="4336" y="374"/>
                </a:lnTo>
                <a:lnTo>
                  <a:pt x="4335" y="373"/>
                </a:lnTo>
                <a:lnTo>
                  <a:pt x="4334" y="373"/>
                </a:lnTo>
                <a:lnTo>
                  <a:pt x="4333" y="372"/>
                </a:lnTo>
                <a:lnTo>
                  <a:pt x="4332" y="372"/>
                </a:lnTo>
                <a:lnTo>
                  <a:pt x="4331" y="372"/>
                </a:lnTo>
                <a:lnTo>
                  <a:pt x="4331" y="371"/>
                </a:lnTo>
                <a:lnTo>
                  <a:pt x="4330" y="371"/>
                </a:lnTo>
                <a:lnTo>
                  <a:pt x="4329" y="370"/>
                </a:lnTo>
                <a:lnTo>
                  <a:pt x="4328" y="370"/>
                </a:lnTo>
                <a:lnTo>
                  <a:pt x="4327" y="370"/>
                </a:lnTo>
                <a:lnTo>
                  <a:pt x="4327" y="369"/>
                </a:lnTo>
                <a:lnTo>
                  <a:pt x="4326" y="369"/>
                </a:lnTo>
                <a:lnTo>
                  <a:pt x="4325" y="369"/>
                </a:lnTo>
                <a:lnTo>
                  <a:pt x="4324" y="368"/>
                </a:lnTo>
                <a:lnTo>
                  <a:pt x="4323" y="368"/>
                </a:lnTo>
                <a:lnTo>
                  <a:pt x="4322" y="367"/>
                </a:lnTo>
                <a:lnTo>
                  <a:pt x="4321" y="367"/>
                </a:lnTo>
                <a:lnTo>
                  <a:pt x="4320" y="367"/>
                </a:lnTo>
                <a:lnTo>
                  <a:pt x="4320" y="366"/>
                </a:lnTo>
                <a:lnTo>
                  <a:pt x="4319" y="366"/>
                </a:lnTo>
                <a:lnTo>
                  <a:pt x="4318" y="366"/>
                </a:lnTo>
                <a:lnTo>
                  <a:pt x="4318" y="365"/>
                </a:lnTo>
                <a:lnTo>
                  <a:pt x="4317" y="365"/>
                </a:lnTo>
                <a:lnTo>
                  <a:pt x="4316" y="365"/>
                </a:lnTo>
                <a:lnTo>
                  <a:pt x="4315" y="364"/>
                </a:lnTo>
                <a:lnTo>
                  <a:pt x="4314" y="364"/>
                </a:lnTo>
                <a:lnTo>
                  <a:pt x="4313" y="363"/>
                </a:lnTo>
                <a:lnTo>
                  <a:pt x="4312" y="363"/>
                </a:lnTo>
                <a:lnTo>
                  <a:pt x="4311" y="363"/>
                </a:lnTo>
                <a:lnTo>
                  <a:pt x="4311" y="362"/>
                </a:lnTo>
                <a:lnTo>
                  <a:pt x="4310" y="362"/>
                </a:lnTo>
                <a:lnTo>
                  <a:pt x="4309" y="361"/>
                </a:lnTo>
                <a:lnTo>
                  <a:pt x="4308" y="361"/>
                </a:lnTo>
                <a:lnTo>
                  <a:pt x="4307" y="361"/>
                </a:lnTo>
                <a:lnTo>
                  <a:pt x="4307" y="360"/>
                </a:lnTo>
                <a:lnTo>
                  <a:pt x="4306" y="360"/>
                </a:lnTo>
                <a:lnTo>
                  <a:pt x="4305" y="360"/>
                </a:lnTo>
                <a:lnTo>
                  <a:pt x="4304" y="359"/>
                </a:lnTo>
                <a:lnTo>
                  <a:pt x="4303" y="359"/>
                </a:lnTo>
                <a:lnTo>
                  <a:pt x="4302" y="358"/>
                </a:lnTo>
                <a:lnTo>
                  <a:pt x="4301" y="358"/>
                </a:lnTo>
                <a:lnTo>
                  <a:pt x="4300" y="357"/>
                </a:lnTo>
                <a:lnTo>
                  <a:pt x="4299" y="357"/>
                </a:lnTo>
                <a:lnTo>
                  <a:pt x="4298" y="357"/>
                </a:lnTo>
                <a:lnTo>
                  <a:pt x="4298" y="356"/>
                </a:lnTo>
                <a:lnTo>
                  <a:pt x="4297" y="356"/>
                </a:lnTo>
                <a:lnTo>
                  <a:pt x="4296" y="356"/>
                </a:lnTo>
                <a:lnTo>
                  <a:pt x="4295" y="355"/>
                </a:lnTo>
                <a:lnTo>
                  <a:pt x="4294" y="355"/>
                </a:lnTo>
                <a:lnTo>
                  <a:pt x="4293" y="354"/>
                </a:lnTo>
                <a:lnTo>
                  <a:pt x="4292" y="354"/>
                </a:lnTo>
                <a:lnTo>
                  <a:pt x="4291" y="353"/>
                </a:lnTo>
                <a:lnTo>
                  <a:pt x="4290" y="353"/>
                </a:lnTo>
                <a:lnTo>
                  <a:pt x="4289" y="352"/>
                </a:lnTo>
                <a:lnTo>
                  <a:pt x="4288" y="352"/>
                </a:lnTo>
                <a:lnTo>
                  <a:pt x="4287" y="352"/>
                </a:lnTo>
                <a:lnTo>
                  <a:pt x="4287" y="351"/>
                </a:lnTo>
                <a:lnTo>
                  <a:pt x="4286" y="351"/>
                </a:lnTo>
                <a:lnTo>
                  <a:pt x="4285" y="351"/>
                </a:lnTo>
                <a:lnTo>
                  <a:pt x="4284" y="350"/>
                </a:lnTo>
                <a:lnTo>
                  <a:pt x="4283" y="350"/>
                </a:lnTo>
                <a:lnTo>
                  <a:pt x="4283" y="349"/>
                </a:lnTo>
                <a:lnTo>
                  <a:pt x="4282" y="349"/>
                </a:lnTo>
                <a:lnTo>
                  <a:pt x="4281" y="349"/>
                </a:lnTo>
                <a:lnTo>
                  <a:pt x="4280" y="348"/>
                </a:lnTo>
                <a:lnTo>
                  <a:pt x="4279" y="348"/>
                </a:lnTo>
                <a:lnTo>
                  <a:pt x="4278" y="348"/>
                </a:lnTo>
                <a:lnTo>
                  <a:pt x="4278" y="347"/>
                </a:lnTo>
                <a:lnTo>
                  <a:pt x="4277" y="347"/>
                </a:lnTo>
                <a:lnTo>
                  <a:pt x="4276" y="347"/>
                </a:lnTo>
                <a:lnTo>
                  <a:pt x="4275" y="346"/>
                </a:lnTo>
                <a:lnTo>
                  <a:pt x="4274" y="346"/>
                </a:lnTo>
                <a:lnTo>
                  <a:pt x="4273" y="345"/>
                </a:lnTo>
                <a:lnTo>
                  <a:pt x="4272" y="345"/>
                </a:lnTo>
                <a:lnTo>
                  <a:pt x="4271" y="344"/>
                </a:lnTo>
                <a:lnTo>
                  <a:pt x="4270" y="344"/>
                </a:lnTo>
                <a:lnTo>
                  <a:pt x="4269" y="343"/>
                </a:lnTo>
                <a:lnTo>
                  <a:pt x="4268" y="343"/>
                </a:lnTo>
                <a:lnTo>
                  <a:pt x="4267" y="343"/>
                </a:lnTo>
                <a:lnTo>
                  <a:pt x="4267" y="342"/>
                </a:lnTo>
                <a:lnTo>
                  <a:pt x="4266" y="342"/>
                </a:lnTo>
                <a:lnTo>
                  <a:pt x="4265" y="342"/>
                </a:lnTo>
                <a:lnTo>
                  <a:pt x="4264" y="341"/>
                </a:lnTo>
                <a:lnTo>
                  <a:pt x="4263" y="341"/>
                </a:lnTo>
                <a:lnTo>
                  <a:pt x="4263" y="340"/>
                </a:lnTo>
                <a:lnTo>
                  <a:pt x="4262" y="340"/>
                </a:lnTo>
                <a:lnTo>
                  <a:pt x="4261" y="340"/>
                </a:lnTo>
                <a:lnTo>
                  <a:pt x="4260" y="339"/>
                </a:lnTo>
                <a:lnTo>
                  <a:pt x="4259" y="339"/>
                </a:lnTo>
                <a:lnTo>
                  <a:pt x="4258" y="339"/>
                </a:lnTo>
                <a:lnTo>
                  <a:pt x="4258" y="338"/>
                </a:lnTo>
                <a:lnTo>
                  <a:pt x="4257" y="338"/>
                </a:lnTo>
                <a:lnTo>
                  <a:pt x="4256" y="338"/>
                </a:lnTo>
                <a:lnTo>
                  <a:pt x="4256" y="337"/>
                </a:lnTo>
                <a:lnTo>
                  <a:pt x="4255" y="337"/>
                </a:lnTo>
                <a:lnTo>
                  <a:pt x="4254" y="337"/>
                </a:lnTo>
                <a:lnTo>
                  <a:pt x="4254" y="336"/>
                </a:lnTo>
                <a:lnTo>
                  <a:pt x="4253" y="336"/>
                </a:lnTo>
                <a:lnTo>
                  <a:pt x="4252" y="336"/>
                </a:lnTo>
                <a:lnTo>
                  <a:pt x="4251" y="335"/>
                </a:lnTo>
                <a:lnTo>
                  <a:pt x="4250" y="335"/>
                </a:lnTo>
                <a:lnTo>
                  <a:pt x="4249" y="334"/>
                </a:lnTo>
                <a:lnTo>
                  <a:pt x="4248" y="334"/>
                </a:lnTo>
                <a:lnTo>
                  <a:pt x="4247" y="334"/>
                </a:lnTo>
                <a:lnTo>
                  <a:pt x="4247" y="333"/>
                </a:lnTo>
                <a:lnTo>
                  <a:pt x="4246" y="333"/>
                </a:lnTo>
                <a:lnTo>
                  <a:pt x="4245" y="332"/>
                </a:lnTo>
                <a:lnTo>
                  <a:pt x="4244" y="332"/>
                </a:lnTo>
                <a:lnTo>
                  <a:pt x="4243" y="332"/>
                </a:lnTo>
                <a:lnTo>
                  <a:pt x="4243" y="331"/>
                </a:lnTo>
                <a:lnTo>
                  <a:pt x="4242" y="331"/>
                </a:lnTo>
                <a:lnTo>
                  <a:pt x="4241" y="331"/>
                </a:lnTo>
                <a:lnTo>
                  <a:pt x="4240" y="330"/>
                </a:lnTo>
                <a:lnTo>
                  <a:pt x="4239" y="330"/>
                </a:lnTo>
                <a:lnTo>
                  <a:pt x="4238" y="330"/>
                </a:lnTo>
                <a:lnTo>
                  <a:pt x="4238" y="329"/>
                </a:lnTo>
                <a:lnTo>
                  <a:pt x="4237" y="329"/>
                </a:lnTo>
                <a:lnTo>
                  <a:pt x="4236" y="329"/>
                </a:lnTo>
                <a:lnTo>
                  <a:pt x="4236" y="328"/>
                </a:lnTo>
                <a:lnTo>
                  <a:pt x="4235" y="328"/>
                </a:lnTo>
                <a:lnTo>
                  <a:pt x="4234" y="328"/>
                </a:lnTo>
                <a:lnTo>
                  <a:pt x="4234" y="327"/>
                </a:lnTo>
                <a:lnTo>
                  <a:pt x="4233" y="327"/>
                </a:lnTo>
                <a:lnTo>
                  <a:pt x="4232" y="327"/>
                </a:lnTo>
                <a:lnTo>
                  <a:pt x="4231" y="326"/>
                </a:lnTo>
                <a:lnTo>
                  <a:pt x="4230" y="326"/>
                </a:lnTo>
                <a:lnTo>
                  <a:pt x="4229" y="325"/>
                </a:lnTo>
                <a:lnTo>
                  <a:pt x="4228" y="325"/>
                </a:lnTo>
                <a:lnTo>
                  <a:pt x="4227" y="325"/>
                </a:lnTo>
                <a:lnTo>
                  <a:pt x="4227" y="324"/>
                </a:lnTo>
                <a:lnTo>
                  <a:pt x="4226" y="324"/>
                </a:lnTo>
                <a:lnTo>
                  <a:pt x="4225" y="323"/>
                </a:lnTo>
                <a:lnTo>
                  <a:pt x="4224" y="323"/>
                </a:lnTo>
                <a:lnTo>
                  <a:pt x="4223" y="323"/>
                </a:lnTo>
                <a:lnTo>
                  <a:pt x="4223" y="322"/>
                </a:lnTo>
                <a:lnTo>
                  <a:pt x="4222" y="322"/>
                </a:lnTo>
                <a:lnTo>
                  <a:pt x="4221" y="322"/>
                </a:lnTo>
                <a:lnTo>
                  <a:pt x="4220" y="321"/>
                </a:lnTo>
                <a:lnTo>
                  <a:pt x="4219" y="321"/>
                </a:lnTo>
                <a:lnTo>
                  <a:pt x="4218" y="321"/>
                </a:lnTo>
                <a:lnTo>
                  <a:pt x="4218" y="320"/>
                </a:lnTo>
                <a:lnTo>
                  <a:pt x="4217" y="320"/>
                </a:lnTo>
                <a:lnTo>
                  <a:pt x="4216" y="319"/>
                </a:lnTo>
                <a:lnTo>
                  <a:pt x="4215" y="319"/>
                </a:lnTo>
                <a:lnTo>
                  <a:pt x="4214" y="319"/>
                </a:lnTo>
                <a:lnTo>
                  <a:pt x="4214" y="318"/>
                </a:lnTo>
                <a:lnTo>
                  <a:pt x="4213" y="318"/>
                </a:lnTo>
                <a:lnTo>
                  <a:pt x="4212" y="318"/>
                </a:lnTo>
                <a:lnTo>
                  <a:pt x="4211" y="317"/>
                </a:lnTo>
                <a:lnTo>
                  <a:pt x="4210" y="317"/>
                </a:lnTo>
                <a:lnTo>
                  <a:pt x="4209" y="316"/>
                </a:lnTo>
                <a:lnTo>
                  <a:pt x="4208" y="316"/>
                </a:lnTo>
                <a:lnTo>
                  <a:pt x="4207" y="315"/>
                </a:lnTo>
                <a:lnTo>
                  <a:pt x="4206" y="315"/>
                </a:lnTo>
                <a:lnTo>
                  <a:pt x="4205" y="314"/>
                </a:lnTo>
                <a:lnTo>
                  <a:pt x="4204" y="314"/>
                </a:lnTo>
                <a:lnTo>
                  <a:pt x="4203" y="314"/>
                </a:lnTo>
                <a:lnTo>
                  <a:pt x="4203" y="313"/>
                </a:lnTo>
                <a:lnTo>
                  <a:pt x="4202" y="313"/>
                </a:lnTo>
                <a:lnTo>
                  <a:pt x="4201" y="313"/>
                </a:lnTo>
                <a:lnTo>
                  <a:pt x="4200" y="312"/>
                </a:lnTo>
                <a:lnTo>
                  <a:pt x="4199" y="312"/>
                </a:lnTo>
                <a:lnTo>
                  <a:pt x="4199" y="311"/>
                </a:lnTo>
                <a:lnTo>
                  <a:pt x="4198" y="311"/>
                </a:lnTo>
                <a:lnTo>
                  <a:pt x="4197" y="311"/>
                </a:lnTo>
                <a:lnTo>
                  <a:pt x="4196" y="310"/>
                </a:lnTo>
                <a:lnTo>
                  <a:pt x="4195" y="310"/>
                </a:lnTo>
                <a:lnTo>
                  <a:pt x="4194" y="310"/>
                </a:lnTo>
                <a:lnTo>
                  <a:pt x="4194" y="309"/>
                </a:lnTo>
                <a:lnTo>
                  <a:pt x="4193" y="309"/>
                </a:lnTo>
                <a:lnTo>
                  <a:pt x="4192" y="309"/>
                </a:lnTo>
                <a:lnTo>
                  <a:pt x="4191" y="308"/>
                </a:lnTo>
                <a:lnTo>
                  <a:pt x="4190" y="308"/>
                </a:lnTo>
                <a:lnTo>
                  <a:pt x="4189" y="307"/>
                </a:lnTo>
                <a:lnTo>
                  <a:pt x="4188" y="307"/>
                </a:lnTo>
                <a:lnTo>
                  <a:pt x="4187" y="306"/>
                </a:lnTo>
                <a:lnTo>
                  <a:pt x="4186" y="306"/>
                </a:lnTo>
                <a:lnTo>
                  <a:pt x="4185" y="305"/>
                </a:lnTo>
                <a:lnTo>
                  <a:pt x="4184" y="305"/>
                </a:lnTo>
                <a:lnTo>
                  <a:pt x="4183" y="305"/>
                </a:lnTo>
                <a:lnTo>
                  <a:pt x="4183" y="304"/>
                </a:lnTo>
                <a:lnTo>
                  <a:pt x="4182" y="304"/>
                </a:lnTo>
                <a:lnTo>
                  <a:pt x="4181" y="304"/>
                </a:lnTo>
                <a:lnTo>
                  <a:pt x="4180" y="303"/>
                </a:lnTo>
                <a:lnTo>
                  <a:pt x="4179" y="303"/>
                </a:lnTo>
                <a:lnTo>
                  <a:pt x="4179" y="302"/>
                </a:lnTo>
                <a:lnTo>
                  <a:pt x="4178" y="302"/>
                </a:lnTo>
                <a:lnTo>
                  <a:pt x="4177" y="302"/>
                </a:lnTo>
                <a:lnTo>
                  <a:pt x="4176" y="301"/>
                </a:lnTo>
                <a:lnTo>
                  <a:pt x="4175" y="301"/>
                </a:lnTo>
                <a:lnTo>
                  <a:pt x="4174" y="301"/>
                </a:lnTo>
                <a:lnTo>
                  <a:pt x="4174" y="300"/>
                </a:lnTo>
                <a:lnTo>
                  <a:pt x="4173" y="300"/>
                </a:lnTo>
                <a:lnTo>
                  <a:pt x="4172" y="300"/>
                </a:lnTo>
                <a:lnTo>
                  <a:pt x="4171" y="299"/>
                </a:lnTo>
                <a:lnTo>
                  <a:pt x="4170" y="299"/>
                </a:lnTo>
                <a:lnTo>
                  <a:pt x="4170" y="298"/>
                </a:lnTo>
                <a:lnTo>
                  <a:pt x="4169" y="298"/>
                </a:lnTo>
                <a:lnTo>
                  <a:pt x="4168" y="298"/>
                </a:lnTo>
                <a:lnTo>
                  <a:pt x="4167" y="297"/>
                </a:lnTo>
                <a:lnTo>
                  <a:pt x="4166" y="297"/>
                </a:lnTo>
                <a:lnTo>
                  <a:pt x="4165" y="296"/>
                </a:lnTo>
                <a:lnTo>
                  <a:pt x="4164" y="296"/>
                </a:lnTo>
                <a:lnTo>
                  <a:pt x="4163" y="296"/>
                </a:lnTo>
                <a:lnTo>
                  <a:pt x="4163" y="295"/>
                </a:lnTo>
                <a:lnTo>
                  <a:pt x="4162" y="295"/>
                </a:lnTo>
                <a:lnTo>
                  <a:pt x="4161" y="295"/>
                </a:lnTo>
                <a:lnTo>
                  <a:pt x="4161" y="294"/>
                </a:lnTo>
                <a:lnTo>
                  <a:pt x="4160" y="294"/>
                </a:lnTo>
                <a:lnTo>
                  <a:pt x="4159" y="294"/>
                </a:lnTo>
                <a:lnTo>
                  <a:pt x="4159" y="293"/>
                </a:lnTo>
                <a:lnTo>
                  <a:pt x="4158" y="293"/>
                </a:lnTo>
                <a:lnTo>
                  <a:pt x="4157" y="293"/>
                </a:lnTo>
                <a:lnTo>
                  <a:pt x="4156" y="292"/>
                </a:lnTo>
                <a:lnTo>
                  <a:pt x="4155" y="292"/>
                </a:lnTo>
                <a:lnTo>
                  <a:pt x="4154" y="292"/>
                </a:lnTo>
                <a:lnTo>
                  <a:pt x="4154" y="291"/>
                </a:lnTo>
                <a:lnTo>
                  <a:pt x="4153" y="291"/>
                </a:lnTo>
                <a:lnTo>
                  <a:pt x="4152" y="291"/>
                </a:lnTo>
                <a:lnTo>
                  <a:pt x="4151" y="290"/>
                </a:lnTo>
                <a:lnTo>
                  <a:pt x="4150" y="290"/>
                </a:lnTo>
                <a:lnTo>
                  <a:pt x="4150" y="289"/>
                </a:lnTo>
                <a:lnTo>
                  <a:pt x="4149" y="289"/>
                </a:lnTo>
                <a:lnTo>
                  <a:pt x="4148" y="289"/>
                </a:lnTo>
                <a:lnTo>
                  <a:pt x="4147" y="288"/>
                </a:lnTo>
                <a:lnTo>
                  <a:pt x="4146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3" y="287"/>
                </a:lnTo>
                <a:lnTo>
                  <a:pt x="4143" y="286"/>
                </a:lnTo>
                <a:lnTo>
                  <a:pt x="4142" y="286"/>
                </a:lnTo>
                <a:lnTo>
                  <a:pt x="4141" y="286"/>
                </a:lnTo>
                <a:lnTo>
                  <a:pt x="4141" y="285"/>
                </a:lnTo>
                <a:lnTo>
                  <a:pt x="4140" y="285"/>
                </a:lnTo>
                <a:lnTo>
                  <a:pt x="4139" y="285"/>
                </a:lnTo>
                <a:lnTo>
                  <a:pt x="4139" y="284"/>
                </a:lnTo>
                <a:lnTo>
                  <a:pt x="4138" y="284"/>
                </a:lnTo>
                <a:lnTo>
                  <a:pt x="4137" y="284"/>
                </a:lnTo>
                <a:lnTo>
                  <a:pt x="4136" y="283"/>
                </a:lnTo>
                <a:lnTo>
                  <a:pt x="4135" y="283"/>
                </a:lnTo>
                <a:lnTo>
                  <a:pt x="4134" y="283"/>
                </a:lnTo>
                <a:lnTo>
                  <a:pt x="4134" y="282"/>
                </a:lnTo>
                <a:lnTo>
                  <a:pt x="4133" y="282"/>
                </a:lnTo>
                <a:lnTo>
                  <a:pt x="4132" y="281"/>
                </a:lnTo>
                <a:lnTo>
                  <a:pt x="4131" y="281"/>
                </a:lnTo>
                <a:lnTo>
                  <a:pt x="4130" y="281"/>
                </a:lnTo>
                <a:lnTo>
                  <a:pt x="4130" y="280"/>
                </a:lnTo>
                <a:lnTo>
                  <a:pt x="4129" y="280"/>
                </a:lnTo>
                <a:lnTo>
                  <a:pt x="4128" y="280"/>
                </a:lnTo>
                <a:lnTo>
                  <a:pt x="4127" y="279"/>
                </a:lnTo>
                <a:lnTo>
                  <a:pt x="4126" y="279"/>
                </a:lnTo>
                <a:lnTo>
                  <a:pt x="4125" y="278"/>
                </a:lnTo>
                <a:lnTo>
                  <a:pt x="4124" y="278"/>
                </a:lnTo>
                <a:lnTo>
                  <a:pt x="4123" y="277"/>
                </a:lnTo>
                <a:lnTo>
                  <a:pt x="4122" y="277"/>
                </a:lnTo>
                <a:lnTo>
                  <a:pt x="4121" y="276"/>
                </a:lnTo>
                <a:lnTo>
                  <a:pt x="4120" y="276"/>
                </a:lnTo>
                <a:lnTo>
                  <a:pt x="4119" y="276"/>
                </a:lnTo>
                <a:lnTo>
                  <a:pt x="4119" y="275"/>
                </a:lnTo>
                <a:lnTo>
                  <a:pt x="4118" y="275"/>
                </a:lnTo>
                <a:lnTo>
                  <a:pt x="4117" y="275"/>
                </a:lnTo>
                <a:lnTo>
                  <a:pt x="4116" y="274"/>
                </a:lnTo>
                <a:lnTo>
                  <a:pt x="4115" y="274"/>
                </a:lnTo>
                <a:lnTo>
                  <a:pt x="4114" y="273"/>
                </a:lnTo>
                <a:lnTo>
                  <a:pt x="4113" y="273"/>
                </a:lnTo>
                <a:lnTo>
                  <a:pt x="4112" y="272"/>
                </a:lnTo>
                <a:lnTo>
                  <a:pt x="4111" y="272"/>
                </a:lnTo>
                <a:lnTo>
                  <a:pt x="4110" y="272"/>
                </a:lnTo>
                <a:lnTo>
                  <a:pt x="4110" y="271"/>
                </a:lnTo>
                <a:lnTo>
                  <a:pt x="4109" y="271"/>
                </a:lnTo>
                <a:lnTo>
                  <a:pt x="4108" y="271"/>
                </a:lnTo>
                <a:lnTo>
                  <a:pt x="4107" y="270"/>
                </a:lnTo>
                <a:lnTo>
                  <a:pt x="4106" y="270"/>
                </a:lnTo>
                <a:lnTo>
                  <a:pt x="4105" y="269"/>
                </a:lnTo>
                <a:lnTo>
                  <a:pt x="4104" y="269"/>
                </a:lnTo>
                <a:lnTo>
                  <a:pt x="4103" y="268"/>
                </a:lnTo>
                <a:lnTo>
                  <a:pt x="4102" y="268"/>
                </a:lnTo>
                <a:lnTo>
                  <a:pt x="4101" y="267"/>
                </a:lnTo>
                <a:lnTo>
                  <a:pt x="4100" y="267"/>
                </a:lnTo>
                <a:lnTo>
                  <a:pt x="4099" y="267"/>
                </a:lnTo>
                <a:lnTo>
                  <a:pt x="4099" y="266"/>
                </a:lnTo>
                <a:lnTo>
                  <a:pt x="4098" y="266"/>
                </a:lnTo>
                <a:lnTo>
                  <a:pt x="4097" y="266"/>
                </a:lnTo>
                <a:lnTo>
                  <a:pt x="4096" y="265"/>
                </a:lnTo>
                <a:lnTo>
                  <a:pt x="4095" y="265"/>
                </a:lnTo>
                <a:lnTo>
                  <a:pt x="4094" y="264"/>
                </a:lnTo>
                <a:lnTo>
                  <a:pt x="4093" y="264"/>
                </a:lnTo>
                <a:lnTo>
                  <a:pt x="4092" y="263"/>
                </a:lnTo>
                <a:lnTo>
                  <a:pt x="4091" y="263"/>
                </a:lnTo>
                <a:lnTo>
                  <a:pt x="4090" y="263"/>
                </a:lnTo>
                <a:lnTo>
                  <a:pt x="4090" y="262"/>
                </a:lnTo>
                <a:lnTo>
                  <a:pt x="4089" y="262"/>
                </a:lnTo>
                <a:lnTo>
                  <a:pt x="4088" y="262"/>
                </a:lnTo>
                <a:lnTo>
                  <a:pt x="4087" y="261"/>
                </a:lnTo>
                <a:lnTo>
                  <a:pt x="4086" y="261"/>
                </a:lnTo>
                <a:lnTo>
                  <a:pt x="4086" y="260"/>
                </a:lnTo>
                <a:lnTo>
                  <a:pt x="4085" y="260"/>
                </a:lnTo>
                <a:lnTo>
                  <a:pt x="4084" y="260"/>
                </a:lnTo>
                <a:lnTo>
                  <a:pt x="4083" y="259"/>
                </a:lnTo>
                <a:lnTo>
                  <a:pt x="4082" y="259"/>
                </a:lnTo>
                <a:lnTo>
                  <a:pt x="4081" y="258"/>
                </a:lnTo>
                <a:lnTo>
                  <a:pt x="4080" y="258"/>
                </a:lnTo>
                <a:lnTo>
                  <a:pt x="4079" y="258"/>
                </a:lnTo>
                <a:lnTo>
                  <a:pt x="4079" y="257"/>
                </a:lnTo>
                <a:lnTo>
                  <a:pt x="4078" y="257"/>
                </a:lnTo>
                <a:lnTo>
                  <a:pt x="4077" y="257"/>
                </a:lnTo>
                <a:lnTo>
                  <a:pt x="4077" y="267"/>
                </a:lnTo>
                <a:lnTo>
                  <a:pt x="4076" y="267"/>
                </a:lnTo>
                <a:lnTo>
                  <a:pt x="4076" y="266"/>
                </a:lnTo>
                <a:lnTo>
                  <a:pt x="4075" y="266"/>
                </a:lnTo>
                <a:lnTo>
                  <a:pt x="4074" y="266"/>
                </a:lnTo>
                <a:lnTo>
                  <a:pt x="4073" y="265"/>
                </a:lnTo>
                <a:lnTo>
                  <a:pt x="4072" y="265"/>
                </a:lnTo>
                <a:lnTo>
                  <a:pt x="4072" y="264"/>
                </a:lnTo>
                <a:lnTo>
                  <a:pt x="4071" y="264"/>
                </a:lnTo>
                <a:lnTo>
                  <a:pt x="4070" y="264"/>
                </a:lnTo>
                <a:lnTo>
                  <a:pt x="4069" y="263"/>
                </a:lnTo>
                <a:lnTo>
                  <a:pt x="4068" y="263"/>
                </a:lnTo>
                <a:lnTo>
                  <a:pt x="4067" y="263"/>
                </a:lnTo>
                <a:lnTo>
                  <a:pt x="4067" y="262"/>
                </a:lnTo>
                <a:lnTo>
                  <a:pt x="4066" y="262"/>
                </a:lnTo>
                <a:lnTo>
                  <a:pt x="4065" y="262"/>
                </a:lnTo>
                <a:lnTo>
                  <a:pt x="4065" y="261"/>
                </a:lnTo>
                <a:lnTo>
                  <a:pt x="4064" y="261"/>
                </a:lnTo>
                <a:lnTo>
                  <a:pt x="4063" y="261"/>
                </a:lnTo>
                <a:lnTo>
                  <a:pt x="4063" y="260"/>
                </a:lnTo>
                <a:lnTo>
                  <a:pt x="4062" y="260"/>
                </a:lnTo>
                <a:lnTo>
                  <a:pt x="4062" y="270"/>
                </a:lnTo>
                <a:lnTo>
                  <a:pt x="4061" y="281"/>
                </a:lnTo>
                <a:lnTo>
                  <a:pt x="4060" y="280"/>
                </a:lnTo>
                <a:lnTo>
                  <a:pt x="4059" y="280"/>
                </a:lnTo>
                <a:lnTo>
                  <a:pt x="4058" y="279"/>
                </a:lnTo>
                <a:lnTo>
                  <a:pt x="4057" y="279"/>
                </a:lnTo>
                <a:lnTo>
                  <a:pt x="4056" y="278"/>
                </a:lnTo>
                <a:lnTo>
                  <a:pt x="4055" y="278"/>
                </a:lnTo>
                <a:lnTo>
                  <a:pt x="4054" y="277"/>
                </a:lnTo>
                <a:lnTo>
                  <a:pt x="4053" y="277"/>
                </a:lnTo>
                <a:lnTo>
                  <a:pt x="4052" y="277"/>
                </a:lnTo>
                <a:lnTo>
                  <a:pt x="4052" y="276"/>
                </a:lnTo>
                <a:lnTo>
                  <a:pt x="4051" y="276"/>
                </a:lnTo>
                <a:lnTo>
                  <a:pt x="4050" y="276"/>
                </a:lnTo>
                <a:lnTo>
                  <a:pt x="4049" y="275"/>
                </a:lnTo>
                <a:lnTo>
                  <a:pt x="4048" y="275"/>
                </a:lnTo>
                <a:lnTo>
                  <a:pt x="4047" y="274"/>
                </a:lnTo>
                <a:lnTo>
                  <a:pt x="4046" y="274"/>
                </a:lnTo>
                <a:lnTo>
                  <a:pt x="4045" y="273"/>
                </a:lnTo>
                <a:lnTo>
                  <a:pt x="4044" y="273"/>
                </a:lnTo>
                <a:lnTo>
                  <a:pt x="4043" y="273"/>
                </a:lnTo>
                <a:lnTo>
                  <a:pt x="4043" y="272"/>
                </a:lnTo>
                <a:lnTo>
                  <a:pt x="4042" y="272"/>
                </a:lnTo>
                <a:lnTo>
                  <a:pt x="4041" y="272"/>
                </a:lnTo>
                <a:lnTo>
                  <a:pt x="4040" y="271"/>
                </a:lnTo>
                <a:lnTo>
                  <a:pt x="4039" y="271"/>
                </a:lnTo>
                <a:lnTo>
                  <a:pt x="4039" y="270"/>
                </a:lnTo>
                <a:lnTo>
                  <a:pt x="4038" y="270"/>
                </a:lnTo>
                <a:lnTo>
                  <a:pt x="4037" y="270"/>
                </a:lnTo>
                <a:lnTo>
                  <a:pt x="4036" y="269"/>
                </a:lnTo>
                <a:lnTo>
                  <a:pt x="4035" y="269"/>
                </a:lnTo>
                <a:lnTo>
                  <a:pt x="4034" y="268"/>
                </a:lnTo>
                <a:lnTo>
                  <a:pt x="4033" y="268"/>
                </a:lnTo>
                <a:lnTo>
                  <a:pt x="4032" y="268"/>
                </a:lnTo>
                <a:lnTo>
                  <a:pt x="4032" y="267"/>
                </a:lnTo>
                <a:lnTo>
                  <a:pt x="4031" y="267"/>
                </a:lnTo>
                <a:lnTo>
                  <a:pt x="4030" y="267"/>
                </a:lnTo>
                <a:lnTo>
                  <a:pt x="4030" y="266"/>
                </a:lnTo>
                <a:lnTo>
                  <a:pt x="4029" y="266"/>
                </a:lnTo>
                <a:lnTo>
                  <a:pt x="4028" y="266"/>
                </a:lnTo>
                <a:lnTo>
                  <a:pt x="4027" y="265"/>
                </a:lnTo>
                <a:lnTo>
                  <a:pt x="4026" y="265"/>
                </a:lnTo>
                <a:lnTo>
                  <a:pt x="4025" y="264"/>
                </a:lnTo>
                <a:lnTo>
                  <a:pt x="4024" y="264"/>
                </a:lnTo>
                <a:lnTo>
                  <a:pt x="4023" y="264"/>
                </a:lnTo>
                <a:lnTo>
                  <a:pt x="4023" y="263"/>
                </a:lnTo>
                <a:lnTo>
                  <a:pt x="4022" y="263"/>
                </a:lnTo>
                <a:lnTo>
                  <a:pt x="4021" y="263"/>
                </a:lnTo>
                <a:lnTo>
                  <a:pt x="4020" y="262"/>
                </a:lnTo>
                <a:lnTo>
                  <a:pt x="4019" y="262"/>
                </a:lnTo>
                <a:lnTo>
                  <a:pt x="4019" y="261"/>
                </a:lnTo>
                <a:lnTo>
                  <a:pt x="4018" y="261"/>
                </a:lnTo>
                <a:lnTo>
                  <a:pt x="4017" y="261"/>
                </a:lnTo>
                <a:lnTo>
                  <a:pt x="4016" y="260"/>
                </a:lnTo>
                <a:lnTo>
                  <a:pt x="4015" y="260"/>
                </a:lnTo>
                <a:lnTo>
                  <a:pt x="4014" y="259"/>
                </a:lnTo>
                <a:lnTo>
                  <a:pt x="4013" y="259"/>
                </a:lnTo>
                <a:lnTo>
                  <a:pt x="4012" y="259"/>
                </a:lnTo>
                <a:lnTo>
                  <a:pt x="4012" y="258"/>
                </a:lnTo>
                <a:lnTo>
                  <a:pt x="4011" y="258"/>
                </a:lnTo>
                <a:lnTo>
                  <a:pt x="4010" y="258"/>
                </a:lnTo>
                <a:lnTo>
                  <a:pt x="4010" y="257"/>
                </a:lnTo>
                <a:lnTo>
                  <a:pt x="4009" y="257"/>
                </a:lnTo>
                <a:lnTo>
                  <a:pt x="4008" y="257"/>
                </a:lnTo>
                <a:lnTo>
                  <a:pt x="4008" y="256"/>
                </a:lnTo>
                <a:lnTo>
                  <a:pt x="4007" y="256"/>
                </a:lnTo>
                <a:lnTo>
                  <a:pt x="4006" y="256"/>
                </a:lnTo>
                <a:lnTo>
                  <a:pt x="4005" y="255"/>
                </a:lnTo>
                <a:lnTo>
                  <a:pt x="4004" y="255"/>
                </a:lnTo>
                <a:lnTo>
                  <a:pt x="4003" y="255"/>
                </a:lnTo>
                <a:lnTo>
                  <a:pt x="4003" y="254"/>
                </a:lnTo>
                <a:lnTo>
                  <a:pt x="4002" y="254"/>
                </a:lnTo>
                <a:lnTo>
                  <a:pt x="4001" y="253"/>
                </a:lnTo>
                <a:lnTo>
                  <a:pt x="4000" y="253"/>
                </a:lnTo>
                <a:lnTo>
                  <a:pt x="3999" y="253"/>
                </a:lnTo>
                <a:lnTo>
                  <a:pt x="3999" y="252"/>
                </a:lnTo>
                <a:lnTo>
                  <a:pt x="3998" y="252"/>
                </a:lnTo>
                <a:lnTo>
                  <a:pt x="3997" y="252"/>
                </a:lnTo>
                <a:lnTo>
                  <a:pt x="3996" y="251"/>
                </a:lnTo>
                <a:lnTo>
                  <a:pt x="3995" y="251"/>
                </a:lnTo>
                <a:lnTo>
                  <a:pt x="3994" y="250"/>
                </a:lnTo>
                <a:lnTo>
                  <a:pt x="3993" y="250"/>
                </a:lnTo>
                <a:lnTo>
                  <a:pt x="3992" y="249"/>
                </a:lnTo>
                <a:lnTo>
                  <a:pt x="3991" y="249"/>
                </a:lnTo>
                <a:lnTo>
                  <a:pt x="3990" y="249"/>
                </a:lnTo>
                <a:lnTo>
                  <a:pt x="3990" y="248"/>
                </a:lnTo>
                <a:lnTo>
                  <a:pt x="3989" y="248"/>
                </a:lnTo>
                <a:lnTo>
                  <a:pt x="3988" y="248"/>
                </a:lnTo>
                <a:lnTo>
                  <a:pt x="3988" y="247"/>
                </a:lnTo>
                <a:lnTo>
                  <a:pt x="3987" y="247"/>
                </a:lnTo>
                <a:lnTo>
                  <a:pt x="3986" y="247"/>
                </a:lnTo>
                <a:lnTo>
                  <a:pt x="3985" y="246"/>
                </a:lnTo>
                <a:lnTo>
                  <a:pt x="3984" y="246"/>
                </a:lnTo>
                <a:lnTo>
                  <a:pt x="3983" y="246"/>
                </a:lnTo>
                <a:lnTo>
                  <a:pt x="3983" y="245"/>
                </a:lnTo>
                <a:lnTo>
                  <a:pt x="3982" y="245"/>
                </a:lnTo>
                <a:lnTo>
                  <a:pt x="3981" y="244"/>
                </a:lnTo>
                <a:lnTo>
                  <a:pt x="3980" y="244"/>
                </a:lnTo>
                <a:lnTo>
                  <a:pt x="3979" y="244"/>
                </a:lnTo>
                <a:lnTo>
                  <a:pt x="3979" y="243"/>
                </a:lnTo>
                <a:lnTo>
                  <a:pt x="3978" y="243"/>
                </a:lnTo>
                <a:lnTo>
                  <a:pt x="3977" y="243"/>
                </a:lnTo>
                <a:lnTo>
                  <a:pt x="3976" y="242"/>
                </a:lnTo>
                <a:lnTo>
                  <a:pt x="3975" y="242"/>
                </a:lnTo>
                <a:lnTo>
                  <a:pt x="3974" y="252"/>
                </a:lnTo>
                <a:lnTo>
                  <a:pt x="3973" y="252"/>
                </a:lnTo>
                <a:lnTo>
                  <a:pt x="3972" y="251"/>
                </a:lnTo>
                <a:lnTo>
                  <a:pt x="3971" y="251"/>
                </a:lnTo>
                <a:lnTo>
                  <a:pt x="3970" y="251"/>
                </a:lnTo>
                <a:lnTo>
                  <a:pt x="3970" y="250"/>
                </a:lnTo>
                <a:lnTo>
                  <a:pt x="3969" y="250"/>
                </a:lnTo>
                <a:lnTo>
                  <a:pt x="3968" y="250"/>
                </a:lnTo>
                <a:lnTo>
                  <a:pt x="3968" y="249"/>
                </a:lnTo>
                <a:lnTo>
                  <a:pt x="3967" y="249"/>
                </a:lnTo>
                <a:lnTo>
                  <a:pt x="3966" y="249"/>
                </a:lnTo>
                <a:lnTo>
                  <a:pt x="3966" y="248"/>
                </a:lnTo>
                <a:lnTo>
                  <a:pt x="3965" y="248"/>
                </a:lnTo>
                <a:lnTo>
                  <a:pt x="3964" y="248"/>
                </a:lnTo>
                <a:lnTo>
                  <a:pt x="3963" y="247"/>
                </a:lnTo>
                <a:lnTo>
                  <a:pt x="3962" y="247"/>
                </a:lnTo>
                <a:lnTo>
                  <a:pt x="3961" y="246"/>
                </a:lnTo>
                <a:lnTo>
                  <a:pt x="3960" y="246"/>
                </a:lnTo>
                <a:lnTo>
                  <a:pt x="3959" y="246"/>
                </a:lnTo>
                <a:lnTo>
                  <a:pt x="3959" y="245"/>
                </a:lnTo>
                <a:lnTo>
                  <a:pt x="3958" y="245"/>
                </a:lnTo>
                <a:lnTo>
                  <a:pt x="3957" y="244"/>
                </a:lnTo>
                <a:lnTo>
                  <a:pt x="3956" y="244"/>
                </a:lnTo>
                <a:lnTo>
                  <a:pt x="3955" y="244"/>
                </a:lnTo>
                <a:lnTo>
                  <a:pt x="3955" y="243"/>
                </a:lnTo>
                <a:lnTo>
                  <a:pt x="3954" y="243"/>
                </a:lnTo>
                <a:lnTo>
                  <a:pt x="3953" y="243"/>
                </a:lnTo>
                <a:lnTo>
                  <a:pt x="3952" y="242"/>
                </a:lnTo>
                <a:lnTo>
                  <a:pt x="3951" y="242"/>
                </a:lnTo>
                <a:lnTo>
                  <a:pt x="3950" y="242"/>
                </a:lnTo>
                <a:lnTo>
                  <a:pt x="3950" y="241"/>
                </a:lnTo>
                <a:lnTo>
                  <a:pt x="3949" y="241"/>
                </a:lnTo>
                <a:lnTo>
                  <a:pt x="3948" y="240"/>
                </a:lnTo>
                <a:lnTo>
                  <a:pt x="3947" y="240"/>
                </a:lnTo>
                <a:lnTo>
                  <a:pt x="3946" y="240"/>
                </a:lnTo>
                <a:lnTo>
                  <a:pt x="3946" y="239"/>
                </a:lnTo>
                <a:lnTo>
                  <a:pt x="3945" y="239"/>
                </a:lnTo>
                <a:lnTo>
                  <a:pt x="3944" y="239"/>
                </a:lnTo>
                <a:lnTo>
                  <a:pt x="3943" y="238"/>
                </a:lnTo>
                <a:lnTo>
                  <a:pt x="3942" y="238"/>
                </a:lnTo>
                <a:lnTo>
                  <a:pt x="3941" y="237"/>
                </a:lnTo>
                <a:lnTo>
                  <a:pt x="3940" y="237"/>
                </a:lnTo>
                <a:lnTo>
                  <a:pt x="3939" y="236"/>
                </a:lnTo>
                <a:lnTo>
                  <a:pt x="3938" y="236"/>
                </a:lnTo>
                <a:lnTo>
                  <a:pt x="3937" y="235"/>
                </a:lnTo>
                <a:lnTo>
                  <a:pt x="3936" y="235"/>
                </a:lnTo>
                <a:lnTo>
                  <a:pt x="3935" y="235"/>
                </a:lnTo>
                <a:lnTo>
                  <a:pt x="3935" y="234"/>
                </a:lnTo>
                <a:lnTo>
                  <a:pt x="3934" y="234"/>
                </a:lnTo>
                <a:lnTo>
                  <a:pt x="3933" y="234"/>
                </a:lnTo>
                <a:lnTo>
                  <a:pt x="3932" y="233"/>
                </a:lnTo>
                <a:lnTo>
                  <a:pt x="3931" y="233"/>
                </a:lnTo>
                <a:lnTo>
                  <a:pt x="3931" y="232"/>
                </a:lnTo>
                <a:lnTo>
                  <a:pt x="3930" y="232"/>
                </a:lnTo>
                <a:lnTo>
                  <a:pt x="3929" y="232"/>
                </a:lnTo>
                <a:lnTo>
                  <a:pt x="3928" y="231"/>
                </a:lnTo>
                <a:lnTo>
                  <a:pt x="3927" y="231"/>
                </a:lnTo>
                <a:lnTo>
                  <a:pt x="3926" y="231"/>
                </a:lnTo>
                <a:lnTo>
                  <a:pt x="3926" y="230"/>
                </a:lnTo>
                <a:lnTo>
                  <a:pt x="3925" y="230"/>
                </a:lnTo>
                <a:lnTo>
                  <a:pt x="3924" y="230"/>
                </a:lnTo>
                <a:lnTo>
                  <a:pt x="3923" y="229"/>
                </a:lnTo>
                <a:lnTo>
                  <a:pt x="3922" y="229"/>
                </a:lnTo>
                <a:lnTo>
                  <a:pt x="3921" y="228"/>
                </a:lnTo>
                <a:lnTo>
                  <a:pt x="3920" y="228"/>
                </a:lnTo>
                <a:lnTo>
                  <a:pt x="3919" y="227"/>
                </a:lnTo>
                <a:lnTo>
                  <a:pt x="3918" y="227"/>
                </a:lnTo>
                <a:lnTo>
                  <a:pt x="3917" y="226"/>
                </a:lnTo>
                <a:lnTo>
                  <a:pt x="3916" y="226"/>
                </a:lnTo>
                <a:lnTo>
                  <a:pt x="3915" y="226"/>
                </a:lnTo>
                <a:lnTo>
                  <a:pt x="3915" y="225"/>
                </a:lnTo>
                <a:lnTo>
                  <a:pt x="3914" y="225"/>
                </a:lnTo>
                <a:lnTo>
                  <a:pt x="3913" y="225"/>
                </a:lnTo>
                <a:lnTo>
                  <a:pt x="3912" y="224"/>
                </a:lnTo>
                <a:lnTo>
                  <a:pt x="3911" y="224"/>
                </a:lnTo>
                <a:lnTo>
                  <a:pt x="3911" y="223"/>
                </a:lnTo>
                <a:lnTo>
                  <a:pt x="3910" y="223"/>
                </a:lnTo>
                <a:lnTo>
                  <a:pt x="3909" y="223"/>
                </a:lnTo>
                <a:lnTo>
                  <a:pt x="3908" y="222"/>
                </a:lnTo>
                <a:lnTo>
                  <a:pt x="3907" y="222"/>
                </a:lnTo>
                <a:lnTo>
                  <a:pt x="3906" y="222"/>
                </a:lnTo>
                <a:lnTo>
                  <a:pt x="3906" y="221"/>
                </a:lnTo>
                <a:lnTo>
                  <a:pt x="3905" y="221"/>
                </a:lnTo>
                <a:lnTo>
                  <a:pt x="3904" y="221"/>
                </a:lnTo>
                <a:lnTo>
                  <a:pt x="3903" y="220"/>
                </a:lnTo>
                <a:lnTo>
                  <a:pt x="3902" y="220"/>
                </a:lnTo>
                <a:lnTo>
                  <a:pt x="3902" y="219"/>
                </a:lnTo>
                <a:lnTo>
                  <a:pt x="3901" y="219"/>
                </a:lnTo>
                <a:lnTo>
                  <a:pt x="3900" y="219"/>
                </a:lnTo>
                <a:lnTo>
                  <a:pt x="3899" y="218"/>
                </a:lnTo>
                <a:lnTo>
                  <a:pt x="3898" y="218"/>
                </a:lnTo>
                <a:lnTo>
                  <a:pt x="3897" y="217"/>
                </a:lnTo>
                <a:lnTo>
                  <a:pt x="3896" y="217"/>
                </a:lnTo>
                <a:lnTo>
                  <a:pt x="3895" y="217"/>
                </a:lnTo>
                <a:lnTo>
                  <a:pt x="3895" y="216"/>
                </a:lnTo>
                <a:lnTo>
                  <a:pt x="3894" y="216"/>
                </a:lnTo>
                <a:lnTo>
                  <a:pt x="3893" y="216"/>
                </a:lnTo>
                <a:lnTo>
                  <a:pt x="3893" y="215"/>
                </a:lnTo>
                <a:lnTo>
                  <a:pt x="3892" y="215"/>
                </a:lnTo>
                <a:lnTo>
                  <a:pt x="3891" y="215"/>
                </a:lnTo>
                <a:lnTo>
                  <a:pt x="3891" y="214"/>
                </a:lnTo>
                <a:lnTo>
                  <a:pt x="3890" y="214"/>
                </a:lnTo>
                <a:lnTo>
                  <a:pt x="3889" y="214"/>
                </a:lnTo>
                <a:lnTo>
                  <a:pt x="3888" y="213"/>
                </a:lnTo>
                <a:lnTo>
                  <a:pt x="3887" y="213"/>
                </a:lnTo>
                <a:lnTo>
                  <a:pt x="3886" y="213"/>
                </a:lnTo>
                <a:lnTo>
                  <a:pt x="3886" y="212"/>
                </a:lnTo>
                <a:lnTo>
                  <a:pt x="3885" y="212"/>
                </a:lnTo>
                <a:lnTo>
                  <a:pt x="3885" y="223"/>
                </a:lnTo>
                <a:lnTo>
                  <a:pt x="3884" y="223"/>
                </a:lnTo>
                <a:lnTo>
                  <a:pt x="3883" y="222"/>
                </a:lnTo>
                <a:lnTo>
                  <a:pt x="3882" y="222"/>
                </a:lnTo>
                <a:lnTo>
                  <a:pt x="3881" y="221"/>
                </a:lnTo>
                <a:lnTo>
                  <a:pt x="3880" y="221"/>
                </a:lnTo>
                <a:lnTo>
                  <a:pt x="3879" y="221"/>
                </a:lnTo>
                <a:lnTo>
                  <a:pt x="3879" y="220"/>
                </a:lnTo>
                <a:lnTo>
                  <a:pt x="3878" y="220"/>
                </a:lnTo>
                <a:lnTo>
                  <a:pt x="3877" y="220"/>
                </a:lnTo>
                <a:lnTo>
                  <a:pt x="3876" y="219"/>
                </a:lnTo>
                <a:lnTo>
                  <a:pt x="3875" y="219"/>
                </a:lnTo>
                <a:lnTo>
                  <a:pt x="3874" y="218"/>
                </a:lnTo>
                <a:lnTo>
                  <a:pt x="3873" y="218"/>
                </a:lnTo>
                <a:lnTo>
                  <a:pt x="3872" y="218"/>
                </a:lnTo>
                <a:lnTo>
                  <a:pt x="3872" y="217"/>
                </a:lnTo>
                <a:lnTo>
                  <a:pt x="3871" y="217"/>
                </a:lnTo>
                <a:lnTo>
                  <a:pt x="3870" y="216"/>
                </a:lnTo>
                <a:lnTo>
                  <a:pt x="3869" y="216"/>
                </a:lnTo>
                <a:lnTo>
                  <a:pt x="3868" y="216"/>
                </a:lnTo>
                <a:lnTo>
                  <a:pt x="3868" y="215"/>
                </a:lnTo>
                <a:lnTo>
                  <a:pt x="3867" y="215"/>
                </a:lnTo>
                <a:lnTo>
                  <a:pt x="3866" y="215"/>
                </a:lnTo>
                <a:lnTo>
                  <a:pt x="3865" y="214"/>
                </a:lnTo>
                <a:lnTo>
                  <a:pt x="3864" y="214"/>
                </a:lnTo>
                <a:lnTo>
                  <a:pt x="3863" y="213"/>
                </a:lnTo>
                <a:lnTo>
                  <a:pt x="3862" y="213"/>
                </a:lnTo>
                <a:lnTo>
                  <a:pt x="3861" y="212"/>
                </a:lnTo>
                <a:lnTo>
                  <a:pt x="3860" y="212"/>
                </a:lnTo>
                <a:lnTo>
                  <a:pt x="3859" y="212"/>
                </a:lnTo>
                <a:lnTo>
                  <a:pt x="3859" y="211"/>
                </a:lnTo>
                <a:lnTo>
                  <a:pt x="3858" y="211"/>
                </a:lnTo>
                <a:lnTo>
                  <a:pt x="3857" y="211"/>
                </a:lnTo>
                <a:lnTo>
                  <a:pt x="3856" y="210"/>
                </a:lnTo>
                <a:lnTo>
                  <a:pt x="3855" y="210"/>
                </a:lnTo>
                <a:lnTo>
                  <a:pt x="3854" y="209"/>
                </a:lnTo>
                <a:lnTo>
                  <a:pt x="3853" y="209"/>
                </a:lnTo>
                <a:lnTo>
                  <a:pt x="3852" y="208"/>
                </a:lnTo>
                <a:lnTo>
                  <a:pt x="3851" y="208"/>
                </a:lnTo>
                <a:lnTo>
                  <a:pt x="3850" y="207"/>
                </a:lnTo>
                <a:lnTo>
                  <a:pt x="3849" y="207"/>
                </a:lnTo>
                <a:lnTo>
                  <a:pt x="3848" y="207"/>
                </a:lnTo>
                <a:lnTo>
                  <a:pt x="3848" y="206"/>
                </a:lnTo>
                <a:lnTo>
                  <a:pt x="3847" y="206"/>
                </a:lnTo>
                <a:lnTo>
                  <a:pt x="3846" y="206"/>
                </a:lnTo>
                <a:lnTo>
                  <a:pt x="3845" y="205"/>
                </a:lnTo>
                <a:lnTo>
                  <a:pt x="3844" y="205"/>
                </a:lnTo>
                <a:lnTo>
                  <a:pt x="3844" y="204"/>
                </a:lnTo>
                <a:lnTo>
                  <a:pt x="3843" y="204"/>
                </a:lnTo>
                <a:lnTo>
                  <a:pt x="3842" y="204"/>
                </a:lnTo>
                <a:lnTo>
                  <a:pt x="3841" y="203"/>
                </a:lnTo>
                <a:lnTo>
                  <a:pt x="3840" y="203"/>
                </a:lnTo>
                <a:lnTo>
                  <a:pt x="3839" y="203"/>
                </a:lnTo>
                <a:lnTo>
                  <a:pt x="3839" y="202"/>
                </a:lnTo>
                <a:lnTo>
                  <a:pt x="3838" y="202"/>
                </a:lnTo>
                <a:lnTo>
                  <a:pt x="3837" y="202"/>
                </a:lnTo>
                <a:lnTo>
                  <a:pt x="3836" y="201"/>
                </a:lnTo>
                <a:lnTo>
                  <a:pt x="3835" y="201"/>
                </a:lnTo>
                <a:lnTo>
                  <a:pt x="3834" y="200"/>
                </a:lnTo>
                <a:lnTo>
                  <a:pt x="3833" y="200"/>
                </a:lnTo>
                <a:lnTo>
                  <a:pt x="3832" y="199"/>
                </a:lnTo>
                <a:lnTo>
                  <a:pt x="3831" y="199"/>
                </a:lnTo>
                <a:lnTo>
                  <a:pt x="3830" y="198"/>
                </a:lnTo>
                <a:lnTo>
                  <a:pt x="3829" y="198"/>
                </a:lnTo>
                <a:lnTo>
                  <a:pt x="3827" y="198"/>
                </a:lnTo>
                <a:lnTo>
                  <a:pt x="3827" y="197"/>
                </a:lnTo>
                <a:lnTo>
                  <a:pt x="3826" y="197"/>
                </a:lnTo>
                <a:lnTo>
                  <a:pt x="3825" y="197"/>
                </a:lnTo>
                <a:lnTo>
                  <a:pt x="3824" y="196"/>
                </a:lnTo>
                <a:lnTo>
                  <a:pt x="3823" y="196"/>
                </a:lnTo>
                <a:lnTo>
                  <a:pt x="3823" y="195"/>
                </a:lnTo>
                <a:lnTo>
                  <a:pt x="3822" y="195"/>
                </a:lnTo>
                <a:lnTo>
                  <a:pt x="3821" y="195"/>
                </a:lnTo>
                <a:lnTo>
                  <a:pt x="3820" y="194"/>
                </a:lnTo>
                <a:lnTo>
                  <a:pt x="3819" y="194"/>
                </a:lnTo>
                <a:lnTo>
                  <a:pt x="3818" y="194"/>
                </a:lnTo>
                <a:lnTo>
                  <a:pt x="3818" y="193"/>
                </a:lnTo>
                <a:lnTo>
                  <a:pt x="3817" y="193"/>
                </a:lnTo>
                <a:lnTo>
                  <a:pt x="3816" y="193"/>
                </a:lnTo>
                <a:lnTo>
                  <a:pt x="3816" y="192"/>
                </a:lnTo>
                <a:lnTo>
                  <a:pt x="3815" y="192"/>
                </a:lnTo>
                <a:lnTo>
                  <a:pt x="3814" y="192"/>
                </a:lnTo>
                <a:lnTo>
                  <a:pt x="3814" y="191"/>
                </a:lnTo>
                <a:lnTo>
                  <a:pt x="3813" y="191"/>
                </a:lnTo>
                <a:lnTo>
                  <a:pt x="3812" y="191"/>
                </a:lnTo>
                <a:lnTo>
                  <a:pt x="3811" y="190"/>
                </a:lnTo>
                <a:lnTo>
                  <a:pt x="3810" y="190"/>
                </a:lnTo>
                <a:lnTo>
                  <a:pt x="3809" y="189"/>
                </a:lnTo>
                <a:lnTo>
                  <a:pt x="3808" y="189"/>
                </a:lnTo>
                <a:lnTo>
                  <a:pt x="3807" y="189"/>
                </a:lnTo>
                <a:lnTo>
                  <a:pt x="3807" y="188"/>
                </a:lnTo>
                <a:lnTo>
                  <a:pt x="3806" y="188"/>
                </a:lnTo>
                <a:lnTo>
                  <a:pt x="3805" y="187"/>
                </a:lnTo>
                <a:lnTo>
                  <a:pt x="3804" y="187"/>
                </a:lnTo>
                <a:lnTo>
                  <a:pt x="3803" y="187"/>
                </a:lnTo>
                <a:lnTo>
                  <a:pt x="3803" y="186"/>
                </a:lnTo>
                <a:lnTo>
                  <a:pt x="3802" y="186"/>
                </a:lnTo>
                <a:lnTo>
                  <a:pt x="3801" y="186"/>
                </a:lnTo>
                <a:lnTo>
                  <a:pt x="3800" y="185"/>
                </a:lnTo>
                <a:lnTo>
                  <a:pt x="3799" y="185"/>
                </a:lnTo>
                <a:lnTo>
                  <a:pt x="3798" y="185"/>
                </a:lnTo>
                <a:lnTo>
                  <a:pt x="3798" y="184"/>
                </a:lnTo>
                <a:lnTo>
                  <a:pt x="3797" y="184"/>
                </a:lnTo>
                <a:lnTo>
                  <a:pt x="3796" y="183"/>
                </a:lnTo>
                <a:lnTo>
                  <a:pt x="3795" y="183"/>
                </a:lnTo>
                <a:lnTo>
                  <a:pt x="3794" y="183"/>
                </a:lnTo>
                <a:lnTo>
                  <a:pt x="3794" y="182"/>
                </a:lnTo>
                <a:lnTo>
                  <a:pt x="3793" y="182"/>
                </a:lnTo>
                <a:lnTo>
                  <a:pt x="3792" y="182"/>
                </a:lnTo>
                <a:lnTo>
                  <a:pt x="3791" y="181"/>
                </a:lnTo>
                <a:lnTo>
                  <a:pt x="3790" y="181"/>
                </a:lnTo>
                <a:lnTo>
                  <a:pt x="3789" y="180"/>
                </a:lnTo>
                <a:lnTo>
                  <a:pt x="3788" y="180"/>
                </a:lnTo>
                <a:lnTo>
                  <a:pt x="3787" y="180"/>
                </a:lnTo>
                <a:lnTo>
                  <a:pt x="3787" y="179"/>
                </a:lnTo>
                <a:lnTo>
                  <a:pt x="3786" y="179"/>
                </a:lnTo>
                <a:lnTo>
                  <a:pt x="3785" y="178"/>
                </a:lnTo>
                <a:lnTo>
                  <a:pt x="3784" y="178"/>
                </a:lnTo>
                <a:lnTo>
                  <a:pt x="3783" y="178"/>
                </a:lnTo>
                <a:lnTo>
                  <a:pt x="3783" y="177"/>
                </a:lnTo>
                <a:lnTo>
                  <a:pt x="3782" y="177"/>
                </a:lnTo>
                <a:lnTo>
                  <a:pt x="3781" y="177"/>
                </a:lnTo>
                <a:lnTo>
                  <a:pt x="3780" y="176"/>
                </a:lnTo>
                <a:lnTo>
                  <a:pt x="3779" y="176"/>
                </a:lnTo>
                <a:lnTo>
                  <a:pt x="3778" y="176"/>
                </a:lnTo>
                <a:lnTo>
                  <a:pt x="3778" y="175"/>
                </a:lnTo>
                <a:lnTo>
                  <a:pt x="3777" y="175"/>
                </a:lnTo>
                <a:lnTo>
                  <a:pt x="3776" y="174"/>
                </a:lnTo>
                <a:lnTo>
                  <a:pt x="3775" y="174"/>
                </a:lnTo>
                <a:lnTo>
                  <a:pt x="3774" y="174"/>
                </a:lnTo>
                <a:lnTo>
                  <a:pt x="3774" y="173"/>
                </a:lnTo>
                <a:lnTo>
                  <a:pt x="3773" y="173"/>
                </a:lnTo>
                <a:lnTo>
                  <a:pt x="3772" y="173"/>
                </a:lnTo>
                <a:lnTo>
                  <a:pt x="3771" y="172"/>
                </a:lnTo>
                <a:lnTo>
                  <a:pt x="3770" y="172"/>
                </a:lnTo>
                <a:lnTo>
                  <a:pt x="3769" y="171"/>
                </a:lnTo>
                <a:lnTo>
                  <a:pt x="3768" y="171"/>
                </a:lnTo>
                <a:lnTo>
                  <a:pt x="3767" y="170"/>
                </a:lnTo>
                <a:lnTo>
                  <a:pt x="3766" y="170"/>
                </a:lnTo>
                <a:lnTo>
                  <a:pt x="3765" y="169"/>
                </a:lnTo>
                <a:lnTo>
                  <a:pt x="3764" y="169"/>
                </a:lnTo>
                <a:lnTo>
                  <a:pt x="3763" y="169"/>
                </a:lnTo>
                <a:lnTo>
                  <a:pt x="3763" y="168"/>
                </a:lnTo>
                <a:lnTo>
                  <a:pt x="3762" y="168"/>
                </a:lnTo>
                <a:lnTo>
                  <a:pt x="3761" y="168"/>
                </a:lnTo>
                <a:lnTo>
                  <a:pt x="3760" y="167"/>
                </a:lnTo>
                <a:lnTo>
                  <a:pt x="3759" y="167"/>
                </a:lnTo>
                <a:lnTo>
                  <a:pt x="3759" y="166"/>
                </a:lnTo>
                <a:lnTo>
                  <a:pt x="3758" y="166"/>
                </a:lnTo>
                <a:lnTo>
                  <a:pt x="3757" y="166"/>
                </a:lnTo>
                <a:lnTo>
                  <a:pt x="3756" y="165"/>
                </a:lnTo>
                <a:lnTo>
                  <a:pt x="3755" y="165"/>
                </a:lnTo>
                <a:lnTo>
                  <a:pt x="3754" y="165"/>
                </a:lnTo>
                <a:lnTo>
                  <a:pt x="3754" y="164"/>
                </a:lnTo>
                <a:lnTo>
                  <a:pt x="3753" y="164"/>
                </a:lnTo>
                <a:lnTo>
                  <a:pt x="3752" y="164"/>
                </a:lnTo>
                <a:lnTo>
                  <a:pt x="3751" y="163"/>
                </a:lnTo>
                <a:lnTo>
                  <a:pt x="3750" y="163"/>
                </a:lnTo>
                <a:lnTo>
                  <a:pt x="3749" y="174"/>
                </a:lnTo>
                <a:lnTo>
                  <a:pt x="3748" y="174"/>
                </a:lnTo>
                <a:lnTo>
                  <a:pt x="3747" y="174"/>
                </a:lnTo>
                <a:lnTo>
                  <a:pt x="3747" y="173"/>
                </a:lnTo>
                <a:lnTo>
                  <a:pt x="3746" y="173"/>
                </a:lnTo>
                <a:lnTo>
                  <a:pt x="3745" y="172"/>
                </a:lnTo>
                <a:lnTo>
                  <a:pt x="3744" y="172"/>
                </a:lnTo>
                <a:lnTo>
                  <a:pt x="3743" y="184"/>
                </a:lnTo>
                <a:lnTo>
                  <a:pt x="3742" y="183"/>
                </a:lnTo>
                <a:lnTo>
                  <a:pt x="3741" y="183"/>
                </a:lnTo>
                <a:lnTo>
                  <a:pt x="3740" y="182"/>
                </a:lnTo>
                <a:lnTo>
                  <a:pt x="3739" y="182"/>
                </a:lnTo>
                <a:lnTo>
                  <a:pt x="3738" y="181"/>
                </a:lnTo>
                <a:lnTo>
                  <a:pt x="3737" y="181"/>
                </a:lnTo>
                <a:lnTo>
                  <a:pt x="3736" y="181"/>
                </a:lnTo>
                <a:lnTo>
                  <a:pt x="3736" y="180"/>
                </a:lnTo>
                <a:lnTo>
                  <a:pt x="3735" y="180"/>
                </a:lnTo>
                <a:lnTo>
                  <a:pt x="3734" y="180"/>
                </a:lnTo>
                <a:lnTo>
                  <a:pt x="3733" y="179"/>
                </a:lnTo>
                <a:lnTo>
                  <a:pt x="3732" y="179"/>
                </a:lnTo>
                <a:lnTo>
                  <a:pt x="3731" y="179"/>
                </a:lnTo>
                <a:lnTo>
                  <a:pt x="3731" y="178"/>
                </a:lnTo>
                <a:lnTo>
                  <a:pt x="3730" y="178"/>
                </a:lnTo>
                <a:lnTo>
                  <a:pt x="3729" y="177"/>
                </a:lnTo>
                <a:lnTo>
                  <a:pt x="3728" y="177"/>
                </a:lnTo>
                <a:lnTo>
                  <a:pt x="3727" y="177"/>
                </a:lnTo>
                <a:lnTo>
                  <a:pt x="3727" y="176"/>
                </a:lnTo>
                <a:lnTo>
                  <a:pt x="3726" y="176"/>
                </a:lnTo>
                <a:lnTo>
                  <a:pt x="3725" y="176"/>
                </a:lnTo>
                <a:lnTo>
                  <a:pt x="3724" y="175"/>
                </a:lnTo>
                <a:lnTo>
                  <a:pt x="3723" y="175"/>
                </a:lnTo>
                <a:lnTo>
                  <a:pt x="3722" y="174"/>
                </a:lnTo>
                <a:lnTo>
                  <a:pt x="3721" y="174"/>
                </a:lnTo>
                <a:lnTo>
                  <a:pt x="3720" y="173"/>
                </a:lnTo>
                <a:lnTo>
                  <a:pt x="3719" y="173"/>
                </a:lnTo>
                <a:lnTo>
                  <a:pt x="3718" y="172"/>
                </a:lnTo>
                <a:lnTo>
                  <a:pt x="3717" y="172"/>
                </a:lnTo>
                <a:lnTo>
                  <a:pt x="3716" y="172"/>
                </a:lnTo>
                <a:lnTo>
                  <a:pt x="3716" y="171"/>
                </a:lnTo>
                <a:lnTo>
                  <a:pt x="3715" y="171"/>
                </a:lnTo>
                <a:lnTo>
                  <a:pt x="3714" y="171"/>
                </a:lnTo>
                <a:lnTo>
                  <a:pt x="3713" y="170"/>
                </a:lnTo>
                <a:lnTo>
                  <a:pt x="3712" y="170"/>
                </a:lnTo>
                <a:lnTo>
                  <a:pt x="3711" y="169"/>
                </a:lnTo>
                <a:lnTo>
                  <a:pt x="3710" y="169"/>
                </a:lnTo>
                <a:lnTo>
                  <a:pt x="3709" y="168"/>
                </a:lnTo>
                <a:lnTo>
                  <a:pt x="3708" y="168"/>
                </a:lnTo>
                <a:lnTo>
                  <a:pt x="3707" y="168"/>
                </a:lnTo>
                <a:lnTo>
                  <a:pt x="3707" y="167"/>
                </a:lnTo>
                <a:lnTo>
                  <a:pt x="3706" y="167"/>
                </a:lnTo>
                <a:lnTo>
                  <a:pt x="3705" y="167"/>
                </a:lnTo>
                <a:lnTo>
                  <a:pt x="3704" y="166"/>
                </a:lnTo>
                <a:lnTo>
                  <a:pt x="3703" y="166"/>
                </a:lnTo>
                <a:lnTo>
                  <a:pt x="3703" y="165"/>
                </a:lnTo>
                <a:lnTo>
                  <a:pt x="3702" y="165"/>
                </a:lnTo>
                <a:lnTo>
                  <a:pt x="3701" y="165"/>
                </a:lnTo>
                <a:lnTo>
                  <a:pt x="3700" y="164"/>
                </a:lnTo>
                <a:lnTo>
                  <a:pt x="3699" y="164"/>
                </a:lnTo>
                <a:lnTo>
                  <a:pt x="3698" y="163"/>
                </a:lnTo>
                <a:lnTo>
                  <a:pt x="3697" y="163"/>
                </a:lnTo>
                <a:lnTo>
                  <a:pt x="3696" y="163"/>
                </a:lnTo>
                <a:lnTo>
                  <a:pt x="3696" y="162"/>
                </a:lnTo>
                <a:lnTo>
                  <a:pt x="3695" y="162"/>
                </a:lnTo>
                <a:lnTo>
                  <a:pt x="3694" y="162"/>
                </a:lnTo>
                <a:lnTo>
                  <a:pt x="3694" y="161"/>
                </a:lnTo>
                <a:lnTo>
                  <a:pt x="3693" y="161"/>
                </a:lnTo>
                <a:lnTo>
                  <a:pt x="3692" y="161"/>
                </a:lnTo>
                <a:lnTo>
                  <a:pt x="3692" y="160"/>
                </a:lnTo>
                <a:lnTo>
                  <a:pt x="3691" y="160"/>
                </a:lnTo>
                <a:lnTo>
                  <a:pt x="3690" y="160"/>
                </a:lnTo>
                <a:lnTo>
                  <a:pt x="3689" y="159"/>
                </a:lnTo>
                <a:lnTo>
                  <a:pt x="3688" y="159"/>
                </a:lnTo>
                <a:lnTo>
                  <a:pt x="3687" y="159"/>
                </a:lnTo>
                <a:lnTo>
                  <a:pt x="3687" y="158"/>
                </a:lnTo>
                <a:lnTo>
                  <a:pt x="3686" y="158"/>
                </a:lnTo>
                <a:lnTo>
                  <a:pt x="3685" y="158"/>
                </a:lnTo>
                <a:lnTo>
                  <a:pt x="3684" y="157"/>
                </a:lnTo>
                <a:lnTo>
                  <a:pt x="3683" y="157"/>
                </a:lnTo>
                <a:lnTo>
                  <a:pt x="3683" y="156"/>
                </a:lnTo>
                <a:lnTo>
                  <a:pt x="3682" y="156"/>
                </a:lnTo>
                <a:lnTo>
                  <a:pt x="3681" y="156"/>
                </a:lnTo>
                <a:lnTo>
                  <a:pt x="3680" y="155"/>
                </a:lnTo>
                <a:lnTo>
                  <a:pt x="3679" y="155"/>
                </a:lnTo>
                <a:lnTo>
                  <a:pt x="3678" y="154"/>
                </a:lnTo>
                <a:lnTo>
                  <a:pt x="3677" y="154"/>
                </a:lnTo>
                <a:lnTo>
                  <a:pt x="3676" y="154"/>
                </a:lnTo>
                <a:lnTo>
                  <a:pt x="3676" y="153"/>
                </a:lnTo>
                <a:lnTo>
                  <a:pt x="3675" y="153"/>
                </a:lnTo>
                <a:lnTo>
                  <a:pt x="3674" y="153"/>
                </a:lnTo>
                <a:lnTo>
                  <a:pt x="3674" y="152"/>
                </a:lnTo>
                <a:lnTo>
                  <a:pt x="3673" y="152"/>
                </a:lnTo>
                <a:lnTo>
                  <a:pt x="3672" y="152"/>
                </a:lnTo>
                <a:lnTo>
                  <a:pt x="3672" y="151"/>
                </a:lnTo>
                <a:lnTo>
                  <a:pt x="3671" y="151"/>
                </a:lnTo>
                <a:lnTo>
                  <a:pt x="3670" y="151"/>
                </a:lnTo>
                <a:lnTo>
                  <a:pt x="3669" y="150"/>
                </a:lnTo>
                <a:lnTo>
                  <a:pt x="3668" y="150"/>
                </a:lnTo>
                <a:lnTo>
                  <a:pt x="3667" y="150"/>
                </a:lnTo>
                <a:lnTo>
                  <a:pt x="3667" y="149"/>
                </a:lnTo>
                <a:lnTo>
                  <a:pt x="3666" y="149"/>
                </a:lnTo>
                <a:lnTo>
                  <a:pt x="3665" y="148"/>
                </a:lnTo>
                <a:lnTo>
                  <a:pt x="3664" y="148"/>
                </a:lnTo>
                <a:lnTo>
                  <a:pt x="3663" y="148"/>
                </a:lnTo>
                <a:lnTo>
                  <a:pt x="3663" y="147"/>
                </a:lnTo>
                <a:lnTo>
                  <a:pt x="3662" y="147"/>
                </a:lnTo>
                <a:lnTo>
                  <a:pt x="3661" y="147"/>
                </a:lnTo>
                <a:lnTo>
                  <a:pt x="3660" y="146"/>
                </a:lnTo>
                <a:lnTo>
                  <a:pt x="3659" y="146"/>
                </a:lnTo>
                <a:lnTo>
                  <a:pt x="3658" y="145"/>
                </a:lnTo>
                <a:lnTo>
                  <a:pt x="3657" y="145"/>
                </a:lnTo>
                <a:lnTo>
                  <a:pt x="3656" y="144"/>
                </a:lnTo>
                <a:lnTo>
                  <a:pt x="3655" y="144"/>
                </a:lnTo>
                <a:lnTo>
                  <a:pt x="3654" y="144"/>
                </a:lnTo>
                <a:lnTo>
                  <a:pt x="3654" y="143"/>
                </a:lnTo>
                <a:lnTo>
                  <a:pt x="3653" y="143"/>
                </a:lnTo>
                <a:lnTo>
                  <a:pt x="3652" y="143"/>
                </a:lnTo>
                <a:lnTo>
                  <a:pt x="3652" y="142"/>
                </a:lnTo>
                <a:lnTo>
                  <a:pt x="3651" y="142"/>
                </a:lnTo>
                <a:lnTo>
                  <a:pt x="3650" y="142"/>
                </a:lnTo>
                <a:lnTo>
                  <a:pt x="3649" y="141"/>
                </a:lnTo>
                <a:lnTo>
                  <a:pt x="3648" y="141"/>
                </a:lnTo>
                <a:lnTo>
                  <a:pt x="3647" y="141"/>
                </a:lnTo>
                <a:lnTo>
                  <a:pt x="3647" y="140"/>
                </a:lnTo>
                <a:lnTo>
                  <a:pt x="3646" y="140"/>
                </a:lnTo>
                <a:lnTo>
                  <a:pt x="3645" y="139"/>
                </a:lnTo>
                <a:lnTo>
                  <a:pt x="3644" y="139"/>
                </a:lnTo>
                <a:lnTo>
                  <a:pt x="3643" y="139"/>
                </a:lnTo>
                <a:lnTo>
                  <a:pt x="3643" y="138"/>
                </a:lnTo>
                <a:lnTo>
                  <a:pt x="3642" y="138"/>
                </a:lnTo>
                <a:lnTo>
                  <a:pt x="3641" y="138"/>
                </a:lnTo>
                <a:lnTo>
                  <a:pt x="3640" y="137"/>
                </a:lnTo>
                <a:lnTo>
                  <a:pt x="3639" y="137"/>
                </a:lnTo>
                <a:lnTo>
                  <a:pt x="3638" y="136"/>
                </a:lnTo>
                <a:lnTo>
                  <a:pt x="3637" y="136"/>
                </a:lnTo>
                <a:lnTo>
                  <a:pt x="3636" y="135"/>
                </a:lnTo>
                <a:lnTo>
                  <a:pt x="3635" y="135"/>
                </a:lnTo>
                <a:lnTo>
                  <a:pt x="3634" y="135"/>
                </a:lnTo>
                <a:lnTo>
                  <a:pt x="3634" y="134"/>
                </a:lnTo>
                <a:lnTo>
                  <a:pt x="3633" y="134"/>
                </a:lnTo>
                <a:lnTo>
                  <a:pt x="3632" y="134"/>
                </a:lnTo>
                <a:lnTo>
                  <a:pt x="3632" y="133"/>
                </a:lnTo>
                <a:lnTo>
                  <a:pt x="3631" y="133"/>
                </a:lnTo>
                <a:lnTo>
                  <a:pt x="3630" y="133"/>
                </a:lnTo>
                <a:lnTo>
                  <a:pt x="3629" y="132"/>
                </a:lnTo>
                <a:lnTo>
                  <a:pt x="3628" y="132"/>
                </a:lnTo>
                <a:lnTo>
                  <a:pt x="3627" y="131"/>
                </a:lnTo>
                <a:lnTo>
                  <a:pt x="3626" y="131"/>
                </a:lnTo>
                <a:lnTo>
                  <a:pt x="3625" y="130"/>
                </a:lnTo>
                <a:lnTo>
                  <a:pt x="3624" y="130"/>
                </a:lnTo>
                <a:lnTo>
                  <a:pt x="3623" y="130"/>
                </a:lnTo>
                <a:lnTo>
                  <a:pt x="3623" y="129"/>
                </a:lnTo>
                <a:lnTo>
                  <a:pt x="3622" y="129"/>
                </a:lnTo>
                <a:lnTo>
                  <a:pt x="3621" y="129"/>
                </a:lnTo>
                <a:lnTo>
                  <a:pt x="3620" y="128"/>
                </a:lnTo>
                <a:lnTo>
                  <a:pt x="3619" y="128"/>
                </a:lnTo>
                <a:lnTo>
                  <a:pt x="3619" y="127"/>
                </a:lnTo>
                <a:lnTo>
                  <a:pt x="3618" y="127"/>
                </a:lnTo>
                <a:lnTo>
                  <a:pt x="3617" y="127"/>
                </a:lnTo>
                <a:lnTo>
                  <a:pt x="3616" y="126"/>
                </a:lnTo>
                <a:lnTo>
                  <a:pt x="3615" y="126"/>
                </a:lnTo>
                <a:lnTo>
                  <a:pt x="3614" y="125"/>
                </a:lnTo>
                <a:lnTo>
                  <a:pt x="3613" y="125"/>
                </a:lnTo>
                <a:lnTo>
                  <a:pt x="3612" y="125"/>
                </a:lnTo>
                <a:lnTo>
                  <a:pt x="3612" y="124"/>
                </a:lnTo>
                <a:lnTo>
                  <a:pt x="3611" y="124"/>
                </a:lnTo>
                <a:lnTo>
                  <a:pt x="3610" y="124"/>
                </a:lnTo>
                <a:lnTo>
                  <a:pt x="3610" y="123"/>
                </a:lnTo>
                <a:lnTo>
                  <a:pt x="3609" y="123"/>
                </a:lnTo>
                <a:lnTo>
                  <a:pt x="3608" y="136"/>
                </a:lnTo>
                <a:lnTo>
                  <a:pt x="3607" y="135"/>
                </a:lnTo>
                <a:lnTo>
                  <a:pt x="3606" y="135"/>
                </a:lnTo>
                <a:lnTo>
                  <a:pt x="3605" y="134"/>
                </a:lnTo>
                <a:lnTo>
                  <a:pt x="3604" y="134"/>
                </a:lnTo>
                <a:lnTo>
                  <a:pt x="3603" y="134"/>
                </a:lnTo>
                <a:lnTo>
                  <a:pt x="3603" y="133"/>
                </a:lnTo>
                <a:lnTo>
                  <a:pt x="3602" y="133"/>
                </a:lnTo>
                <a:lnTo>
                  <a:pt x="3601" y="132"/>
                </a:lnTo>
                <a:lnTo>
                  <a:pt x="3600" y="132"/>
                </a:lnTo>
                <a:lnTo>
                  <a:pt x="3599" y="132"/>
                </a:lnTo>
                <a:lnTo>
                  <a:pt x="3599" y="131"/>
                </a:lnTo>
                <a:lnTo>
                  <a:pt x="3598" y="131"/>
                </a:lnTo>
                <a:lnTo>
                  <a:pt x="3597" y="131"/>
                </a:lnTo>
                <a:lnTo>
                  <a:pt x="3596" y="130"/>
                </a:lnTo>
                <a:lnTo>
                  <a:pt x="3595" y="130"/>
                </a:lnTo>
                <a:lnTo>
                  <a:pt x="3594" y="129"/>
                </a:lnTo>
                <a:lnTo>
                  <a:pt x="3593" y="129"/>
                </a:lnTo>
                <a:lnTo>
                  <a:pt x="3592" y="129"/>
                </a:lnTo>
                <a:lnTo>
                  <a:pt x="3592" y="128"/>
                </a:lnTo>
                <a:lnTo>
                  <a:pt x="3591" y="128"/>
                </a:lnTo>
                <a:lnTo>
                  <a:pt x="3590" y="128"/>
                </a:lnTo>
                <a:lnTo>
                  <a:pt x="3590" y="127"/>
                </a:lnTo>
                <a:lnTo>
                  <a:pt x="3589" y="127"/>
                </a:lnTo>
                <a:lnTo>
                  <a:pt x="3588" y="127"/>
                </a:lnTo>
                <a:lnTo>
                  <a:pt x="3587" y="126"/>
                </a:lnTo>
                <a:lnTo>
                  <a:pt x="3586" y="126"/>
                </a:lnTo>
                <a:lnTo>
                  <a:pt x="3585" y="125"/>
                </a:lnTo>
                <a:lnTo>
                  <a:pt x="3584" y="125"/>
                </a:lnTo>
                <a:lnTo>
                  <a:pt x="3583" y="125"/>
                </a:lnTo>
                <a:lnTo>
                  <a:pt x="3583" y="124"/>
                </a:lnTo>
                <a:lnTo>
                  <a:pt x="3582" y="124"/>
                </a:lnTo>
                <a:lnTo>
                  <a:pt x="3582" y="137"/>
                </a:lnTo>
                <a:lnTo>
                  <a:pt x="3581" y="137"/>
                </a:lnTo>
                <a:lnTo>
                  <a:pt x="3580" y="136"/>
                </a:lnTo>
                <a:lnTo>
                  <a:pt x="3579" y="136"/>
                </a:lnTo>
                <a:lnTo>
                  <a:pt x="3578" y="135"/>
                </a:lnTo>
                <a:lnTo>
                  <a:pt x="3577" y="135"/>
                </a:lnTo>
                <a:lnTo>
                  <a:pt x="3576" y="134"/>
                </a:lnTo>
                <a:lnTo>
                  <a:pt x="3575" y="134"/>
                </a:lnTo>
                <a:lnTo>
                  <a:pt x="3574" y="133"/>
                </a:lnTo>
                <a:lnTo>
                  <a:pt x="3573" y="133"/>
                </a:lnTo>
                <a:lnTo>
                  <a:pt x="3572" y="133"/>
                </a:lnTo>
                <a:lnTo>
                  <a:pt x="3572" y="132"/>
                </a:lnTo>
                <a:lnTo>
                  <a:pt x="3571" y="132"/>
                </a:lnTo>
                <a:lnTo>
                  <a:pt x="3570" y="132"/>
                </a:lnTo>
                <a:lnTo>
                  <a:pt x="3569" y="131"/>
                </a:lnTo>
                <a:lnTo>
                  <a:pt x="3568" y="131"/>
                </a:lnTo>
                <a:lnTo>
                  <a:pt x="3568" y="130"/>
                </a:lnTo>
                <a:lnTo>
                  <a:pt x="3567" y="130"/>
                </a:lnTo>
                <a:lnTo>
                  <a:pt x="3566" y="130"/>
                </a:lnTo>
                <a:lnTo>
                  <a:pt x="3565" y="129"/>
                </a:lnTo>
                <a:lnTo>
                  <a:pt x="3564" y="129"/>
                </a:lnTo>
                <a:lnTo>
                  <a:pt x="3563" y="129"/>
                </a:lnTo>
                <a:lnTo>
                  <a:pt x="3563" y="128"/>
                </a:lnTo>
                <a:lnTo>
                  <a:pt x="3562" y="128"/>
                </a:lnTo>
                <a:lnTo>
                  <a:pt x="3561" y="128"/>
                </a:lnTo>
                <a:lnTo>
                  <a:pt x="3560" y="127"/>
                </a:lnTo>
                <a:lnTo>
                  <a:pt x="3559" y="127"/>
                </a:lnTo>
                <a:lnTo>
                  <a:pt x="3559" y="126"/>
                </a:lnTo>
                <a:lnTo>
                  <a:pt x="3558" y="126"/>
                </a:lnTo>
                <a:lnTo>
                  <a:pt x="3557" y="126"/>
                </a:lnTo>
                <a:lnTo>
                  <a:pt x="3556" y="125"/>
                </a:lnTo>
                <a:lnTo>
                  <a:pt x="3555" y="125"/>
                </a:lnTo>
                <a:lnTo>
                  <a:pt x="3554" y="124"/>
                </a:lnTo>
                <a:lnTo>
                  <a:pt x="3553" y="124"/>
                </a:lnTo>
                <a:lnTo>
                  <a:pt x="3552" y="124"/>
                </a:lnTo>
                <a:lnTo>
                  <a:pt x="3552" y="123"/>
                </a:lnTo>
                <a:lnTo>
                  <a:pt x="3551" y="123"/>
                </a:lnTo>
                <a:lnTo>
                  <a:pt x="3550" y="123"/>
                </a:lnTo>
                <a:lnTo>
                  <a:pt x="3550" y="122"/>
                </a:lnTo>
                <a:lnTo>
                  <a:pt x="3549" y="122"/>
                </a:lnTo>
                <a:lnTo>
                  <a:pt x="3548" y="122"/>
                </a:lnTo>
                <a:lnTo>
                  <a:pt x="3548" y="121"/>
                </a:lnTo>
                <a:lnTo>
                  <a:pt x="3547" y="121"/>
                </a:lnTo>
                <a:lnTo>
                  <a:pt x="3546" y="121"/>
                </a:lnTo>
                <a:lnTo>
                  <a:pt x="3545" y="120"/>
                </a:lnTo>
                <a:lnTo>
                  <a:pt x="3544" y="120"/>
                </a:lnTo>
                <a:lnTo>
                  <a:pt x="3543" y="120"/>
                </a:lnTo>
                <a:lnTo>
                  <a:pt x="3543" y="119"/>
                </a:lnTo>
                <a:lnTo>
                  <a:pt x="3542" y="119"/>
                </a:lnTo>
                <a:lnTo>
                  <a:pt x="3541" y="119"/>
                </a:lnTo>
                <a:lnTo>
                  <a:pt x="3540" y="118"/>
                </a:lnTo>
                <a:lnTo>
                  <a:pt x="3539" y="118"/>
                </a:lnTo>
                <a:lnTo>
                  <a:pt x="3539" y="117"/>
                </a:lnTo>
                <a:lnTo>
                  <a:pt x="3538" y="117"/>
                </a:lnTo>
                <a:lnTo>
                  <a:pt x="3537" y="117"/>
                </a:lnTo>
                <a:lnTo>
                  <a:pt x="3536" y="116"/>
                </a:lnTo>
                <a:lnTo>
                  <a:pt x="3535" y="116"/>
                </a:lnTo>
                <a:lnTo>
                  <a:pt x="3534" y="115"/>
                </a:lnTo>
                <a:lnTo>
                  <a:pt x="3533" y="115"/>
                </a:lnTo>
                <a:lnTo>
                  <a:pt x="3533" y="128"/>
                </a:lnTo>
                <a:lnTo>
                  <a:pt x="3532" y="128"/>
                </a:lnTo>
                <a:lnTo>
                  <a:pt x="3531" y="127"/>
                </a:lnTo>
                <a:lnTo>
                  <a:pt x="3530" y="127"/>
                </a:lnTo>
                <a:lnTo>
                  <a:pt x="3529" y="127"/>
                </a:lnTo>
                <a:lnTo>
                  <a:pt x="3529" y="126"/>
                </a:lnTo>
                <a:lnTo>
                  <a:pt x="3528" y="126"/>
                </a:lnTo>
                <a:lnTo>
                  <a:pt x="3527" y="126"/>
                </a:lnTo>
                <a:lnTo>
                  <a:pt x="3526" y="125"/>
                </a:lnTo>
                <a:lnTo>
                  <a:pt x="3525" y="125"/>
                </a:lnTo>
                <a:lnTo>
                  <a:pt x="3525" y="124"/>
                </a:lnTo>
                <a:lnTo>
                  <a:pt x="3524" y="124"/>
                </a:lnTo>
                <a:lnTo>
                  <a:pt x="3523" y="124"/>
                </a:lnTo>
                <a:lnTo>
                  <a:pt x="3522" y="123"/>
                </a:lnTo>
                <a:lnTo>
                  <a:pt x="3521" y="123"/>
                </a:lnTo>
                <a:lnTo>
                  <a:pt x="3520" y="123"/>
                </a:lnTo>
                <a:lnTo>
                  <a:pt x="3520" y="122"/>
                </a:lnTo>
                <a:lnTo>
                  <a:pt x="3519" y="122"/>
                </a:lnTo>
                <a:lnTo>
                  <a:pt x="3518" y="122"/>
                </a:lnTo>
                <a:lnTo>
                  <a:pt x="3518" y="121"/>
                </a:lnTo>
                <a:lnTo>
                  <a:pt x="3517" y="121"/>
                </a:lnTo>
                <a:lnTo>
                  <a:pt x="3516" y="121"/>
                </a:lnTo>
                <a:lnTo>
                  <a:pt x="3516" y="120"/>
                </a:lnTo>
                <a:lnTo>
                  <a:pt x="3515" y="120"/>
                </a:lnTo>
                <a:lnTo>
                  <a:pt x="3514" y="120"/>
                </a:lnTo>
                <a:lnTo>
                  <a:pt x="3513" y="119"/>
                </a:lnTo>
                <a:lnTo>
                  <a:pt x="3512" y="119"/>
                </a:lnTo>
                <a:lnTo>
                  <a:pt x="3511" y="118"/>
                </a:lnTo>
                <a:lnTo>
                  <a:pt x="3510" y="118"/>
                </a:lnTo>
                <a:lnTo>
                  <a:pt x="3509" y="118"/>
                </a:lnTo>
                <a:lnTo>
                  <a:pt x="3509" y="117"/>
                </a:lnTo>
                <a:lnTo>
                  <a:pt x="3508" y="117"/>
                </a:lnTo>
                <a:lnTo>
                  <a:pt x="3507" y="117"/>
                </a:lnTo>
                <a:lnTo>
                  <a:pt x="3506" y="116"/>
                </a:lnTo>
                <a:lnTo>
                  <a:pt x="3505" y="116"/>
                </a:lnTo>
                <a:lnTo>
                  <a:pt x="3505" y="115"/>
                </a:lnTo>
                <a:lnTo>
                  <a:pt x="3504" y="115"/>
                </a:lnTo>
                <a:lnTo>
                  <a:pt x="3503" y="115"/>
                </a:lnTo>
                <a:lnTo>
                  <a:pt x="3502" y="114"/>
                </a:lnTo>
                <a:lnTo>
                  <a:pt x="3501" y="114"/>
                </a:lnTo>
                <a:lnTo>
                  <a:pt x="3500" y="113"/>
                </a:lnTo>
                <a:lnTo>
                  <a:pt x="3499" y="113"/>
                </a:lnTo>
                <a:lnTo>
                  <a:pt x="3498" y="113"/>
                </a:lnTo>
                <a:lnTo>
                  <a:pt x="3498" y="112"/>
                </a:lnTo>
                <a:lnTo>
                  <a:pt x="3497" y="112"/>
                </a:lnTo>
                <a:lnTo>
                  <a:pt x="3496" y="112"/>
                </a:lnTo>
                <a:lnTo>
                  <a:pt x="3496" y="111"/>
                </a:lnTo>
                <a:lnTo>
                  <a:pt x="3495" y="111"/>
                </a:lnTo>
                <a:lnTo>
                  <a:pt x="3494" y="111"/>
                </a:lnTo>
                <a:lnTo>
                  <a:pt x="3493" y="110"/>
                </a:lnTo>
                <a:lnTo>
                  <a:pt x="3492" y="110"/>
                </a:lnTo>
                <a:lnTo>
                  <a:pt x="3491" y="109"/>
                </a:lnTo>
                <a:lnTo>
                  <a:pt x="3490" y="109"/>
                </a:lnTo>
                <a:lnTo>
                  <a:pt x="3489" y="109"/>
                </a:lnTo>
                <a:lnTo>
                  <a:pt x="3489" y="108"/>
                </a:lnTo>
                <a:lnTo>
                  <a:pt x="3488" y="108"/>
                </a:lnTo>
                <a:lnTo>
                  <a:pt x="3487" y="107"/>
                </a:lnTo>
                <a:lnTo>
                  <a:pt x="3486" y="107"/>
                </a:lnTo>
                <a:lnTo>
                  <a:pt x="3485" y="107"/>
                </a:lnTo>
                <a:lnTo>
                  <a:pt x="3485" y="106"/>
                </a:lnTo>
                <a:lnTo>
                  <a:pt x="3484" y="106"/>
                </a:lnTo>
                <a:lnTo>
                  <a:pt x="3483" y="106"/>
                </a:lnTo>
                <a:lnTo>
                  <a:pt x="3482" y="105"/>
                </a:lnTo>
                <a:lnTo>
                  <a:pt x="3481" y="105"/>
                </a:lnTo>
                <a:lnTo>
                  <a:pt x="3480" y="104"/>
                </a:lnTo>
                <a:lnTo>
                  <a:pt x="3479" y="104"/>
                </a:lnTo>
                <a:lnTo>
                  <a:pt x="3478" y="103"/>
                </a:lnTo>
                <a:lnTo>
                  <a:pt x="3477" y="103"/>
                </a:lnTo>
                <a:lnTo>
                  <a:pt x="3476" y="103"/>
                </a:lnTo>
                <a:lnTo>
                  <a:pt x="3476" y="102"/>
                </a:lnTo>
                <a:lnTo>
                  <a:pt x="3475" y="102"/>
                </a:lnTo>
                <a:lnTo>
                  <a:pt x="3474" y="115"/>
                </a:lnTo>
                <a:lnTo>
                  <a:pt x="3473" y="115"/>
                </a:lnTo>
                <a:lnTo>
                  <a:pt x="3472" y="115"/>
                </a:lnTo>
                <a:lnTo>
                  <a:pt x="3472" y="114"/>
                </a:lnTo>
                <a:lnTo>
                  <a:pt x="3471" y="114"/>
                </a:lnTo>
                <a:lnTo>
                  <a:pt x="3470" y="114"/>
                </a:lnTo>
                <a:lnTo>
                  <a:pt x="3469" y="113"/>
                </a:lnTo>
                <a:lnTo>
                  <a:pt x="3468" y="113"/>
                </a:lnTo>
                <a:lnTo>
                  <a:pt x="3468" y="112"/>
                </a:lnTo>
                <a:lnTo>
                  <a:pt x="3467" y="112"/>
                </a:lnTo>
                <a:lnTo>
                  <a:pt x="3466" y="112"/>
                </a:lnTo>
                <a:lnTo>
                  <a:pt x="3465" y="111"/>
                </a:lnTo>
                <a:lnTo>
                  <a:pt x="3464" y="111"/>
                </a:lnTo>
                <a:lnTo>
                  <a:pt x="3463" y="111"/>
                </a:lnTo>
                <a:lnTo>
                  <a:pt x="3463" y="110"/>
                </a:lnTo>
                <a:lnTo>
                  <a:pt x="3462" y="110"/>
                </a:lnTo>
                <a:lnTo>
                  <a:pt x="3461" y="110"/>
                </a:lnTo>
                <a:lnTo>
                  <a:pt x="3461" y="109"/>
                </a:lnTo>
                <a:lnTo>
                  <a:pt x="3460" y="109"/>
                </a:lnTo>
                <a:lnTo>
                  <a:pt x="3459" y="109"/>
                </a:lnTo>
                <a:lnTo>
                  <a:pt x="3459" y="108"/>
                </a:lnTo>
                <a:lnTo>
                  <a:pt x="3458" y="108"/>
                </a:lnTo>
                <a:lnTo>
                  <a:pt x="3457" y="108"/>
                </a:lnTo>
                <a:lnTo>
                  <a:pt x="3456" y="107"/>
                </a:lnTo>
                <a:lnTo>
                  <a:pt x="3455" y="107"/>
                </a:lnTo>
                <a:lnTo>
                  <a:pt x="3454" y="106"/>
                </a:lnTo>
                <a:lnTo>
                  <a:pt x="3453" y="106"/>
                </a:lnTo>
                <a:lnTo>
                  <a:pt x="3452" y="106"/>
                </a:lnTo>
                <a:lnTo>
                  <a:pt x="3452" y="105"/>
                </a:lnTo>
                <a:lnTo>
                  <a:pt x="3451" y="105"/>
                </a:lnTo>
                <a:lnTo>
                  <a:pt x="3450" y="105"/>
                </a:lnTo>
                <a:lnTo>
                  <a:pt x="3449" y="104"/>
                </a:lnTo>
                <a:lnTo>
                  <a:pt x="3448" y="104"/>
                </a:lnTo>
                <a:lnTo>
                  <a:pt x="3448" y="103"/>
                </a:lnTo>
                <a:lnTo>
                  <a:pt x="3447" y="103"/>
                </a:lnTo>
                <a:lnTo>
                  <a:pt x="3446" y="103"/>
                </a:lnTo>
                <a:lnTo>
                  <a:pt x="3445" y="102"/>
                </a:lnTo>
                <a:lnTo>
                  <a:pt x="3444" y="102"/>
                </a:lnTo>
                <a:lnTo>
                  <a:pt x="3443" y="101"/>
                </a:lnTo>
                <a:lnTo>
                  <a:pt x="3442" y="101"/>
                </a:lnTo>
                <a:lnTo>
                  <a:pt x="3442" y="115"/>
                </a:lnTo>
                <a:lnTo>
                  <a:pt x="3441" y="114"/>
                </a:lnTo>
                <a:lnTo>
                  <a:pt x="3440" y="114"/>
                </a:lnTo>
                <a:lnTo>
                  <a:pt x="3439" y="114"/>
                </a:lnTo>
                <a:lnTo>
                  <a:pt x="3439" y="113"/>
                </a:lnTo>
                <a:lnTo>
                  <a:pt x="3438" y="113"/>
                </a:lnTo>
                <a:lnTo>
                  <a:pt x="3437" y="113"/>
                </a:lnTo>
                <a:lnTo>
                  <a:pt x="3436" y="112"/>
                </a:lnTo>
                <a:lnTo>
                  <a:pt x="3435" y="112"/>
                </a:lnTo>
                <a:lnTo>
                  <a:pt x="3434" y="111"/>
                </a:lnTo>
                <a:lnTo>
                  <a:pt x="3433" y="111"/>
                </a:lnTo>
                <a:lnTo>
                  <a:pt x="3432" y="111"/>
                </a:lnTo>
                <a:lnTo>
                  <a:pt x="3432" y="110"/>
                </a:lnTo>
                <a:lnTo>
                  <a:pt x="3431" y="110"/>
                </a:lnTo>
                <a:lnTo>
                  <a:pt x="3430" y="109"/>
                </a:lnTo>
                <a:lnTo>
                  <a:pt x="3429" y="109"/>
                </a:lnTo>
                <a:lnTo>
                  <a:pt x="3428" y="109"/>
                </a:lnTo>
                <a:lnTo>
                  <a:pt x="3428" y="108"/>
                </a:lnTo>
                <a:lnTo>
                  <a:pt x="3427" y="108"/>
                </a:lnTo>
                <a:lnTo>
                  <a:pt x="3426" y="108"/>
                </a:lnTo>
                <a:lnTo>
                  <a:pt x="3425" y="107"/>
                </a:lnTo>
                <a:lnTo>
                  <a:pt x="3424" y="107"/>
                </a:lnTo>
                <a:lnTo>
                  <a:pt x="3423" y="106"/>
                </a:lnTo>
                <a:lnTo>
                  <a:pt x="3422" y="106"/>
                </a:lnTo>
                <a:lnTo>
                  <a:pt x="3421" y="105"/>
                </a:lnTo>
                <a:lnTo>
                  <a:pt x="3420" y="105"/>
                </a:lnTo>
                <a:lnTo>
                  <a:pt x="3419" y="105"/>
                </a:lnTo>
                <a:lnTo>
                  <a:pt x="3419" y="104"/>
                </a:lnTo>
                <a:lnTo>
                  <a:pt x="3418" y="104"/>
                </a:lnTo>
                <a:lnTo>
                  <a:pt x="3417" y="104"/>
                </a:lnTo>
                <a:lnTo>
                  <a:pt x="3416" y="103"/>
                </a:lnTo>
                <a:lnTo>
                  <a:pt x="3415" y="103"/>
                </a:lnTo>
                <a:lnTo>
                  <a:pt x="3414" y="102"/>
                </a:lnTo>
                <a:lnTo>
                  <a:pt x="3413" y="102"/>
                </a:lnTo>
                <a:lnTo>
                  <a:pt x="3412" y="101"/>
                </a:lnTo>
                <a:lnTo>
                  <a:pt x="3411" y="101"/>
                </a:lnTo>
                <a:lnTo>
                  <a:pt x="3410" y="100"/>
                </a:lnTo>
                <a:lnTo>
                  <a:pt x="3409" y="100"/>
                </a:lnTo>
                <a:lnTo>
                  <a:pt x="3409" y="114"/>
                </a:lnTo>
                <a:lnTo>
                  <a:pt x="3408" y="114"/>
                </a:lnTo>
                <a:lnTo>
                  <a:pt x="3408" y="113"/>
                </a:lnTo>
                <a:lnTo>
                  <a:pt x="3407" y="113"/>
                </a:lnTo>
                <a:lnTo>
                  <a:pt x="3406" y="113"/>
                </a:lnTo>
                <a:lnTo>
                  <a:pt x="3405" y="112"/>
                </a:lnTo>
                <a:lnTo>
                  <a:pt x="3404" y="112"/>
                </a:lnTo>
                <a:lnTo>
                  <a:pt x="3403" y="111"/>
                </a:lnTo>
                <a:lnTo>
                  <a:pt x="3402" y="111"/>
                </a:lnTo>
                <a:lnTo>
                  <a:pt x="3401" y="111"/>
                </a:lnTo>
                <a:lnTo>
                  <a:pt x="3401" y="110"/>
                </a:lnTo>
                <a:lnTo>
                  <a:pt x="3400" y="110"/>
                </a:lnTo>
                <a:lnTo>
                  <a:pt x="3399" y="110"/>
                </a:lnTo>
                <a:lnTo>
                  <a:pt x="3398" y="109"/>
                </a:lnTo>
                <a:lnTo>
                  <a:pt x="3397" y="109"/>
                </a:lnTo>
                <a:lnTo>
                  <a:pt x="3396" y="108"/>
                </a:lnTo>
                <a:lnTo>
                  <a:pt x="3395" y="108"/>
                </a:lnTo>
                <a:lnTo>
                  <a:pt x="3394" y="107"/>
                </a:lnTo>
                <a:lnTo>
                  <a:pt x="3393" y="107"/>
                </a:lnTo>
                <a:lnTo>
                  <a:pt x="3392" y="107"/>
                </a:lnTo>
                <a:lnTo>
                  <a:pt x="3392" y="106"/>
                </a:lnTo>
                <a:lnTo>
                  <a:pt x="3391" y="106"/>
                </a:lnTo>
                <a:lnTo>
                  <a:pt x="3390" y="106"/>
                </a:lnTo>
                <a:lnTo>
                  <a:pt x="3389" y="105"/>
                </a:lnTo>
                <a:lnTo>
                  <a:pt x="3388" y="105"/>
                </a:lnTo>
                <a:lnTo>
                  <a:pt x="3388" y="104"/>
                </a:lnTo>
                <a:lnTo>
                  <a:pt x="3387" y="104"/>
                </a:lnTo>
                <a:lnTo>
                  <a:pt x="3386" y="104"/>
                </a:lnTo>
                <a:lnTo>
                  <a:pt x="3385" y="103"/>
                </a:lnTo>
                <a:lnTo>
                  <a:pt x="3384" y="103"/>
                </a:lnTo>
                <a:lnTo>
                  <a:pt x="3383" y="102"/>
                </a:lnTo>
                <a:lnTo>
                  <a:pt x="3382" y="102"/>
                </a:lnTo>
                <a:lnTo>
                  <a:pt x="3382" y="116"/>
                </a:lnTo>
                <a:lnTo>
                  <a:pt x="3381" y="116"/>
                </a:lnTo>
                <a:lnTo>
                  <a:pt x="3380" y="115"/>
                </a:lnTo>
                <a:lnTo>
                  <a:pt x="3379" y="115"/>
                </a:lnTo>
                <a:lnTo>
                  <a:pt x="3378" y="115"/>
                </a:lnTo>
                <a:lnTo>
                  <a:pt x="3378" y="114"/>
                </a:lnTo>
                <a:lnTo>
                  <a:pt x="3377" y="114"/>
                </a:lnTo>
                <a:lnTo>
                  <a:pt x="3376" y="113"/>
                </a:lnTo>
                <a:lnTo>
                  <a:pt x="3375" y="113"/>
                </a:lnTo>
                <a:lnTo>
                  <a:pt x="3374" y="113"/>
                </a:lnTo>
                <a:lnTo>
                  <a:pt x="3374" y="112"/>
                </a:lnTo>
                <a:lnTo>
                  <a:pt x="3373" y="112"/>
                </a:lnTo>
                <a:lnTo>
                  <a:pt x="3372" y="112"/>
                </a:lnTo>
                <a:lnTo>
                  <a:pt x="3371" y="111"/>
                </a:lnTo>
                <a:lnTo>
                  <a:pt x="3370" y="111"/>
                </a:lnTo>
                <a:lnTo>
                  <a:pt x="3369" y="111"/>
                </a:lnTo>
                <a:lnTo>
                  <a:pt x="3369" y="110"/>
                </a:lnTo>
                <a:lnTo>
                  <a:pt x="3368" y="110"/>
                </a:lnTo>
                <a:lnTo>
                  <a:pt x="3367" y="109"/>
                </a:lnTo>
                <a:lnTo>
                  <a:pt x="3366" y="109"/>
                </a:lnTo>
                <a:lnTo>
                  <a:pt x="3365" y="109"/>
                </a:lnTo>
                <a:lnTo>
                  <a:pt x="3365" y="108"/>
                </a:lnTo>
                <a:lnTo>
                  <a:pt x="3364" y="108"/>
                </a:lnTo>
                <a:lnTo>
                  <a:pt x="3363" y="108"/>
                </a:lnTo>
                <a:lnTo>
                  <a:pt x="3362" y="107"/>
                </a:lnTo>
                <a:lnTo>
                  <a:pt x="3361" y="107"/>
                </a:lnTo>
                <a:lnTo>
                  <a:pt x="3360" y="106"/>
                </a:lnTo>
                <a:lnTo>
                  <a:pt x="3359" y="106"/>
                </a:lnTo>
                <a:lnTo>
                  <a:pt x="3358" y="105"/>
                </a:lnTo>
                <a:lnTo>
                  <a:pt x="3357" y="105"/>
                </a:lnTo>
                <a:lnTo>
                  <a:pt x="3356" y="104"/>
                </a:lnTo>
                <a:lnTo>
                  <a:pt x="3355" y="104"/>
                </a:lnTo>
                <a:lnTo>
                  <a:pt x="3354" y="104"/>
                </a:lnTo>
                <a:lnTo>
                  <a:pt x="3354" y="103"/>
                </a:lnTo>
                <a:lnTo>
                  <a:pt x="3353" y="103"/>
                </a:lnTo>
                <a:lnTo>
                  <a:pt x="3352" y="103"/>
                </a:lnTo>
                <a:lnTo>
                  <a:pt x="3351" y="102"/>
                </a:lnTo>
                <a:lnTo>
                  <a:pt x="3350" y="102"/>
                </a:lnTo>
                <a:lnTo>
                  <a:pt x="3349" y="101"/>
                </a:lnTo>
                <a:lnTo>
                  <a:pt x="3348" y="101"/>
                </a:lnTo>
                <a:lnTo>
                  <a:pt x="3347" y="100"/>
                </a:lnTo>
                <a:lnTo>
                  <a:pt x="3346" y="100"/>
                </a:lnTo>
                <a:lnTo>
                  <a:pt x="3345" y="100"/>
                </a:lnTo>
                <a:lnTo>
                  <a:pt x="3345" y="99"/>
                </a:lnTo>
                <a:lnTo>
                  <a:pt x="3344" y="99"/>
                </a:lnTo>
                <a:lnTo>
                  <a:pt x="3343" y="99"/>
                </a:lnTo>
                <a:lnTo>
                  <a:pt x="3342" y="98"/>
                </a:lnTo>
                <a:lnTo>
                  <a:pt x="3341" y="98"/>
                </a:lnTo>
                <a:lnTo>
                  <a:pt x="3340" y="97"/>
                </a:lnTo>
                <a:lnTo>
                  <a:pt x="3339" y="97"/>
                </a:lnTo>
                <a:lnTo>
                  <a:pt x="3338" y="96"/>
                </a:lnTo>
                <a:lnTo>
                  <a:pt x="3337" y="96"/>
                </a:lnTo>
                <a:lnTo>
                  <a:pt x="3336" y="95"/>
                </a:lnTo>
                <a:lnTo>
                  <a:pt x="3335" y="95"/>
                </a:lnTo>
                <a:lnTo>
                  <a:pt x="3334" y="95"/>
                </a:lnTo>
                <a:lnTo>
                  <a:pt x="3334" y="94"/>
                </a:lnTo>
                <a:lnTo>
                  <a:pt x="3333" y="94"/>
                </a:lnTo>
                <a:lnTo>
                  <a:pt x="3332" y="94"/>
                </a:lnTo>
                <a:lnTo>
                  <a:pt x="3331" y="93"/>
                </a:lnTo>
                <a:lnTo>
                  <a:pt x="3330" y="93"/>
                </a:lnTo>
                <a:lnTo>
                  <a:pt x="3329" y="92"/>
                </a:lnTo>
                <a:lnTo>
                  <a:pt x="3328" y="92"/>
                </a:lnTo>
                <a:lnTo>
                  <a:pt x="3327" y="91"/>
                </a:lnTo>
                <a:lnTo>
                  <a:pt x="3326" y="91"/>
                </a:lnTo>
                <a:lnTo>
                  <a:pt x="3325" y="91"/>
                </a:lnTo>
                <a:lnTo>
                  <a:pt x="3325" y="90"/>
                </a:lnTo>
                <a:lnTo>
                  <a:pt x="3324" y="90"/>
                </a:lnTo>
                <a:lnTo>
                  <a:pt x="3323" y="90"/>
                </a:lnTo>
                <a:lnTo>
                  <a:pt x="3322" y="89"/>
                </a:lnTo>
                <a:lnTo>
                  <a:pt x="3321" y="89"/>
                </a:lnTo>
                <a:lnTo>
                  <a:pt x="3321" y="88"/>
                </a:lnTo>
                <a:lnTo>
                  <a:pt x="3320" y="88"/>
                </a:lnTo>
                <a:lnTo>
                  <a:pt x="3319" y="88"/>
                </a:lnTo>
                <a:lnTo>
                  <a:pt x="3318" y="87"/>
                </a:lnTo>
                <a:lnTo>
                  <a:pt x="3317" y="87"/>
                </a:lnTo>
                <a:lnTo>
                  <a:pt x="3316" y="86"/>
                </a:lnTo>
                <a:lnTo>
                  <a:pt x="3315" y="86"/>
                </a:lnTo>
                <a:lnTo>
                  <a:pt x="3314" y="86"/>
                </a:lnTo>
                <a:lnTo>
                  <a:pt x="3314" y="85"/>
                </a:lnTo>
                <a:lnTo>
                  <a:pt x="3313" y="85"/>
                </a:lnTo>
                <a:lnTo>
                  <a:pt x="3312" y="85"/>
                </a:lnTo>
                <a:lnTo>
                  <a:pt x="3312" y="84"/>
                </a:lnTo>
                <a:lnTo>
                  <a:pt x="3311" y="84"/>
                </a:lnTo>
                <a:lnTo>
                  <a:pt x="3310" y="84"/>
                </a:lnTo>
                <a:lnTo>
                  <a:pt x="3310" y="83"/>
                </a:lnTo>
                <a:lnTo>
                  <a:pt x="3309" y="83"/>
                </a:lnTo>
                <a:lnTo>
                  <a:pt x="3308" y="83"/>
                </a:lnTo>
                <a:lnTo>
                  <a:pt x="3307" y="82"/>
                </a:lnTo>
                <a:lnTo>
                  <a:pt x="3306" y="82"/>
                </a:lnTo>
                <a:lnTo>
                  <a:pt x="3305" y="82"/>
                </a:lnTo>
                <a:lnTo>
                  <a:pt x="3305" y="81"/>
                </a:lnTo>
                <a:lnTo>
                  <a:pt x="3304" y="81"/>
                </a:lnTo>
                <a:lnTo>
                  <a:pt x="3303" y="81"/>
                </a:lnTo>
                <a:lnTo>
                  <a:pt x="3302" y="80"/>
                </a:lnTo>
                <a:lnTo>
                  <a:pt x="3301" y="80"/>
                </a:lnTo>
                <a:lnTo>
                  <a:pt x="3301" y="79"/>
                </a:lnTo>
                <a:lnTo>
                  <a:pt x="3300" y="79"/>
                </a:lnTo>
                <a:lnTo>
                  <a:pt x="3299" y="79"/>
                </a:lnTo>
                <a:lnTo>
                  <a:pt x="3298" y="78"/>
                </a:lnTo>
                <a:lnTo>
                  <a:pt x="3297" y="78"/>
                </a:lnTo>
                <a:lnTo>
                  <a:pt x="3296" y="77"/>
                </a:lnTo>
                <a:lnTo>
                  <a:pt x="3295" y="77"/>
                </a:lnTo>
                <a:lnTo>
                  <a:pt x="3294" y="77"/>
                </a:lnTo>
                <a:lnTo>
                  <a:pt x="3294" y="76"/>
                </a:lnTo>
                <a:lnTo>
                  <a:pt x="3293" y="76"/>
                </a:lnTo>
                <a:lnTo>
                  <a:pt x="3292" y="76"/>
                </a:lnTo>
                <a:lnTo>
                  <a:pt x="3292" y="75"/>
                </a:lnTo>
                <a:lnTo>
                  <a:pt x="3291" y="75"/>
                </a:lnTo>
                <a:lnTo>
                  <a:pt x="3290" y="75"/>
                </a:lnTo>
                <a:lnTo>
                  <a:pt x="3290" y="74"/>
                </a:lnTo>
                <a:lnTo>
                  <a:pt x="3289" y="74"/>
                </a:lnTo>
                <a:lnTo>
                  <a:pt x="3288" y="74"/>
                </a:lnTo>
                <a:lnTo>
                  <a:pt x="3287" y="73"/>
                </a:lnTo>
                <a:lnTo>
                  <a:pt x="3286" y="73"/>
                </a:lnTo>
                <a:lnTo>
                  <a:pt x="3285" y="73"/>
                </a:lnTo>
                <a:lnTo>
                  <a:pt x="3285" y="72"/>
                </a:lnTo>
                <a:lnTo>
                  <a:pt x="3284" y="72"/>
                </a:lnTo>
                <a:lnTo>
                  <a:pt x="3283" y="71"/>
                </a:lnTo>
                <a:lnTo>
                  <a:pt x="3282" y="71"/>
                </a:lnTo>
                <a:lnTo>
                  <a:pt x="3281" y="71"/>
                </a:lnTo>
                <a:lnTo>
                  <a:pt x="3281" y="70"/>
                </a:lnTo>
                <a:lnTo>
                  <a:pt x="3280" y="70"/>
                </a:lnTo>
                <a:lnTo>
                  <a:pt x="3279" y="70"/>
                </a:lnTo>
                <a:lnTo>
                  <a:pt x="3278" y="69"/>
                </a:lnTo>
                <a:lnTo>
                  <a:pt x="3277" y="69"/>
                </a:lnTo>
                <a:lnTo>
                  <a:pt x="3276" y="68"/>
                </a:lnTo>
                <a:lnTo>
                  <a:pt x="3275" y="68"/>
                </a:lnTo>
                <a:lnTo>
                  <a:pt x="3274" y="67"/>
                </a:lnTo>
                <a:lnTo>
                  <a:pt x="3273" y="67"/>
                </a:lnTo>
                <a:lnTo>
                  <a:pt x="3272" y="67"/>
                </a:lnTo>
                <a:lnTo>
                  <a:pt x="3272" y="66"/>
                </a:lnTo>
                <a:lnTo>
                  <a:pt x="3271" y="66"/>
                </a:lnTo>
                <a:lnTo>
                  <a:pt x="3270" y="66"/>
                </a:lnTo>
                <a:lnTo>
                  <a:pt x="3270" y="65"/>
                </a:lnTo>
                <a:lnTo>
                  <a:pt x="3269" y="65"/>
                </a:lnTo>
                <a:lnTo>
                  <a:pt x="3268" y="65"/>
                </a:lnTo>
                <a:lnTo>
                  <a:pt x="3267" y="64"/>
                </a:lnTo>
                <a:lnTo>
                  <a:pt x="3266" y="64"/>
                </a:lnTo>
                <a:lnTo>
                  <a:pt x="3265" y="63"/>
                </a:lnTo>
                <a:lnTo>
                  <a:pt x="3264" y="63"/>
                </a:lnTo>
                <a:lnTo>
                  <a:pt x="3263" y="62"/>
                </a:lnTo>
                <a:lnTo>
                  <a:pt x="3262" y="62"/>
                </a:lnTo>
                <a:lnTo>
                  <a:pt x="3261" y="62"/>
                </a:lnTo>
                <a:lnTo>
                  <a:pt x="3261" y="61"/>
                </a:lnTo>
                <a:lnTo>
                  <a:pt x="3260" y="61"/>
                </a:lnTo>
                <a:lnTo>
                  <a:pt x="3259" y="61"/>
                </a:lnTo>
                <a:lnTo>
                  <a:pt x="3258" y="60"/>
                </a:lnTo>
                <a:lnTo>
                  <a:pt x="3257" y="60"/>
                </a:lnTo>
                <a:lnTo>
                  <a:pt x="3256" y="59"/>
                </a:lnTo>
                <a:lnTo>
                  <a:pt x="3255" y="59"/>
                </a:lnTo>
                <a:lnTo>
                  <a:pt x="3254" y="58"/>
                </a:lnTo>
                <a:lnTo>
                  <a:pt x="3253" y="58"/>
                </a:lnTo>
                <a:lnTo>
                  <a:pt x="3252" y="57"/>
                </a:lnTo>
                <a:lnTo>
                  <a:pt x="3251" y="57"/>
                </a:lnTo>
                <a:lnTo>
                  <a:pt x="3250" y="57"/>
                </a:lnTo>
                <a:lnTo>
                  <a:pt x="3250" y="56"/>
                </a:lnTo>
                <a:lnTo>
                  <a:pt x="3249" y="56"/>
                </a:lnTo>
                <a:lnTo>
                  <a:pt x="3248" y="56"/>
                </a:lnTo>
                <a:lnTo>
                  <a:pt x="3247" y="55"/>
                </a:lnTo>
                <a:lnTo>
                  <a:pt x="3246" y="55"/>
                </a:lnTo>
                <a:lnTo>
                  <a:pt x="3245" y="54"/>
                </a:lnTo>
                <a:lnTo>
                  <a:pt x="3244" y="54"/>
                </a:lnTo>
                <a:lnTo>
                  <a:pt x="3243" y="53"/>
                </a:lnTo>
                <a:lnTo>
                  <a:pt x="3242" y="53"/>
                </a:lnTo>
                <a:lnTo>
                  <a:pt x="3241" y="53"/>
                </a:lnTo>
                <a:lnTo>
                  <a:pt x="3241" y="52"/>
                </a:lnTo>
                <a:lnTo>
                  <a:pt x="3240" y="52"/>
                </a:lnTo>
                <a:lnTo>
                  <a:pt x="3239" y="52"/>
                </a:lnTo>
                <a:lnTo>
                  <a:pt x="3238" y="51"/>
                </a:lnTo>
                <a:lnTo>
                  <a:pt x="3237" y="51"/>
                </a:lnTo>
                <a:lnTo>
                  <a:pt x="3237" y="50"/>
                </a:lnTo>
                <a:lnTo>
                  <a:pt x="3236" y="50"/>
                </a:lnTo>
                <a:lnTo>
                  <a:pt x="3235" y="50"/>
                </a:lnTo>
                <a:lnTo>
                  <a:pt x="3234" y="49"/>
                </a:lnTo>
                <a:lnTo>
                  <a:pt x="3233" y="49"/>
                </a:lnTo>
                <a:lnTo>
                  <a:pt x="3232" y="48"/>
                </a:lnTo>
                <a:lnTo>
                  <a:pt x="3231" y="48"/>
                </a:lnTo>
                <a:lnTo>
                  <a:pt x="3230" y="48"/>
                </a:lnTo>
                <a:lnTo>
                  <a:pt x="3230" y="47"/>
                </a:lnTo>
                <a:lnTo>
                  <a:pt x="3229" y="47"/>
                </a:lnTo>
                <a:lnTo>
                  <a:pt x="3228" y="47"/>
                </a:lnTo>
                <a:lnTo>
                  <a:pt x="3228" y="46"/>
                </a:lnTo>
                <a:lnTo>
                  <a:pt x="3227" y="46"/>
                </a:lnTo>
                <a:lnTo>
                  <a:pt x="3226" y="46"/>
                </a:lnTo>
                <a:lnTo>
                  <a:pt x="3225" y="45"/>
                </a:lnTo>
                <a:lnTo>
                  <a:pt x="3224" y="45"/>
                </a:lnTo>
                <a:lnTo>
                  <a:pt x="3223" y="44"/>
                </a:lnTo>
                <a:lnTo>
                  <a:pt x="3222" y="44"/>
                </a:lnTo>
                <a:lnTo>
                  <a:pt x="3221" y="44"/>
                </a:lnTo>
                <a:lnTo>
                  <a:pt x="3221" y="43"/>
                </a:lnTo>
                <a:lnTo>
                  <a:pt x="3220" y="43"/>
                </a:lnTo>
                <a:lnTo>
                  <a:pt x="3219" y="43"/>
                </a:lnTo>
                <a:lnTo>
                  <a:pt x="3218" y="42"/>
                </a:lnTo>
                <a:lnTo>
                  <a:pt x="3217" y="42"/>
                </a:lnTo>
                <a:lnTo>
                  <a:pt x="3217" y="41"/>
                </a:lnTo>
                <a:lnTo>
                  <a:pt x="3216" y="41"/>
                </a:lnTo>
                <a:lnTo>
                  <a:pt x="3215" y="41"/>
                </a:lnTo>
                <a:lnTo>
                  <a:pt x="3214" y="40"/>
                </a:lnTo>
                <a:lnTo>
                  <a:pt x="3213" y="40"/>
                </a:lnTo>
                <a:lnTo>
                  <a:pt x="3212" y="39"/>
                </a:lnTo>
                <a:lnTo>
                  <a:pt x="3211" y="39"/>
                </a:lnTo>
                <a:lnTo>
                  <a:pt x="3210" y="39"/>
                </a:lnTo>
                <a:lnTo>
                  <a:pt x="3210" y="38"/>
                </a:lnTo>
                <a:lnTo>
                  <a:pt x="3209" y="38"/>
                </a:lnTo>
                <a:lnTo>
                  <a:pt x="3208" y="38"/>
                </a:lnTo>
                <a:lnTo>
                  <a:pt x="3208" y="37"/>
                </a:lnTo>
                <a:lnTo>
                  <a:pt x="3207" y="37"/>
                </a:lnTo>
                <a:lnTo>
                  <a:pt x="3206" y="37"/>
                </a:lnTo>
                <a:lnTo>
                  <a:pt x="3205" y="36"/>
                </a:lnTo>
                <a:lnTo>
                  <a:pt x="3204" y="36"/>
                </a:lnTo>
                <a:lnTo>
                  <a:pt x="3203" y="35"/>
                </a:lnTo>
                <a:lnTo>
                  <a:pt x="3202" y="35"/>
                </a:lnTo>
                <a:lnTo>
                  <a:pt x="3201" y="35"/>
                </a:lnTo>
                <a:lnTo>
                  <a:pt x="3201" y="34"/>
                </a:lnTo>
                <a:lnTo>
                  <a:pt x="3200" y="34"/>
                </a:lnTo>
                <a:lnTo>
                  <a:pt x="3199" y="33"/>
                </a:lnTo>
                <a:lnTo>
                  <a:pt x="3198" y="33"/>
                </a:lnTo>
                <a:lnTo>
                  <a:pt x="3197" y="33"/>
                </a:lnTo>
                <a:lnTo>
                  <a:pt x="3197" y="32"/>
                </a:lnTo>
                <a:lnTo>
                  <a:pt x="3196" y="32"/>
                </a:lnTo>
                <a:lnTo>
                  <a:pt x="3195" y="32"/>
                </a:lnTo>
                <a:lnTo>
                  <a:pt x="3194" y="31"/>
                </a:lnTo>
                <a:lnTo>
                  <a:pt x="3193" y="31"/>
                </a:lnTo>
                <a:lnTo>
                  <a:pt x="3192" y="30"/>
                </a:lnTo>
                <a:lnTo>
                  <a:pt x="3191" y="30"/>
                </a:lnTo>
                <a:lnTo>
                  <a:pt x="3190" y="45"/>
                </a:lnTo>
                <a:lnTo>
                  <a:pt x="3189" y="60"/>
                </a:lnTo>
                <a:lnTo>
                  <a:pt x="3188" y="60"/>
                </a:lnTo>
                <a:lnTo>
                  <a:pt x="3187" y="59"/>
                </a:lnTo>
                <a:lnTo>
                  <a:pt x="3186" y="59"/>
                </a:lnTo>
                <a:lnTo>
                  <a:pt x="3186" y="58"/>
                </a:lnTo>
                <a:lnTo>
                  <a:pt x="3185" y="58"/>
                </a:lnTo>
                <a:lnTo>
                  <a:pt x="3184" y="58"/>
                </a:lnTo>
                <a:lnTo>
                  <a:pt x="3183" y="57"/>
                </a:lnTo>
                <a:lnTo>
                  <a:pt x="3182" y="57"/>
                </a:lnTo>
                <a:lnTo>
                  <a:pt x="3181" y="57"/>
                </a:lnTo>
                <a:lnTo>
                  <a:pt x="3181" y="56"/>
                </a:lnTo>
                <a:lnTo>
                  <a:pt x="3180" y="56"/>
                </a:lnTo>
                <a:lnTo>
                  <a:pt x="3179" y="56"/>
                </a:lnTo>
                <a:lnTo>
                  <a:pt x="3178" y="55"/>
                </a:lnTo>
                <a:lnTo>
                  <a:pt x="3177" y="55"/>
                </a:lnTo>
                <a:lnTo>
                  <a:pt x="3177" y="54"/>
                </a:lnTo>
                <a:lnTo>
                  <a:pt x="3176" y="54"/>
                </a:lnTo>
                <a:lnTo>
                  <a:pt x="3175" y="54"/>
                </a:lnTo>
                <a:lnTo>
                  <a:pt x="3174" y="53"/>
                </a:lnTo>
                <a:lnTo>
                  <a:pt x="3173" y="53"/>
                </a:lnTo>
                <a:lnTo>
                  <a:pt x="3172" y="52"/>
                </a:lnTo>
                <a:lnTo>
                  <a:pt x="3171" y="52"/>
                </a:lnTo>
                <a:lnTo>
                  <a:pt x="3170" y="52"/>
                </a:lnTo>
                <a:lnTo>
                  <a:pt x="3170" y="51"/>
                </a:lnTo>
                <a:lnTo>
                  <a:pt x="3169" y="51"/>
                </a:lnTo>
                <a:lnTo>
                  <a:pt x="3168" y="51"/>
                </a:lnTo>
                <a:lnTo>
                  <a:pt x="3167" y="50"/>
                </a:lnTo>
                <a:lnTo>
                  <a:pt x="3166" y="50"/>
                </a:lnTo>
                <a:lnTo>
                  <a:pt x="3166" y="49"/>
                </a:lnTo>
                <a:lnTo>
                  <a:pt x="3165" y="49"/>
                </a:lnTo>
                <a:lnTo>
                  <a:pt x="3164" y="49"/>
                </a:lnTo>
                <a:lnTo>
                  <a:pt x="3163" y="48"/>
                </a:lnTo>
                <a:lnTo>
                  <a:pt x="3162" y="48"/>
                </a:lnTo>
                <a:lnTo>
                  <a:pt x="3161" y="48"/>
                </a:lnTo>
                <a:lnTo>
                  <a:pt x="3161" y="47"/>
                </a:lnTo>
                <a:lnTo>
                  <a:pt x="3160" y="47"/>
                </a:lnTo>
                <a:lnTo>
                  <a:pt x="3159" y="47"/>
                </a:lnTo>
                <a:lnTo>
                  <a:pt x="3158" y="46"/>
                </a:lnTo>
                <a:lnTo>
                  <a:pt x="3157" y="46"/>
                </a:lnTo>
                <a:lnTo>
                  <a:pt x="3157" y="45"/>
                </a:lnTo>
                <a:lnTo>
                  <a:pt x="3156" y="45"/>
                </a:lnTo>
                <a:lnTo>
                  <a:pt x="3155" y="45"/>
                </a:lnTo>
                <a:lnTo>
                  <a:pt x="3154" y="60"/>
                </a:lnTo>
                <a:lnTo>
                  <a:pt x="3153" y="60"/>
                </a:lnTo>
                <a:lnTo>
                  <a:pt x="3153" y="59"/>
                </a:lnTo>
                <a:lnTo>
                  <a:pt x="3152" y="59"/>
                </a:lnTo>
                <a:lnTo>
                  <a:pt x="3151" y="59"/>
                </a:lnTo>
                <a:lnTo>
                  <a:pt x="3150" y="58"/>
                </a:lnTo>
                <a:lnTo>
                  <a:pt x="3149" y="58"/>
                </a:lnTo>
                <a:lnTo>
                  <a:pt x="3148" y="57"/>
                </a:lnTo>
                <a:lnTo>
                  <a:pt x="3147" y="57"/>
                </a:lnTo>
                <a:lnTo>
                  <a:pt x="3146" y="56"/>
                </a:lnTo>
                <a:lnTo>
                  <a:pt x="3145" y="56"/>
                </a:lnTo>
                <a:lnTo>
                  <a:pt x="3144" y="56"/>
                </a:lnTo>
                <a:lnTo>
                  <a:pt x="3144" y="55"/>
                </a:lnTo>
                <a:lnTo>
                  <a:pt x="3143" y="55"/>
                </a:lnTo>
                <a:lnTo>
                  <a:pt x="3142" y="55"/>
                </a:lnTo>
                <a:lnTo>
                  <a:pt x="3141" y="54"/>
                </a:lnTo>
                <a:lnTo>
                  <a:pt x="3140" y="54"/>
                </a:lnTo>
                <a:lnTo>
                  <a:pt x="3140" y="53"/>
                </a:lnTo>
                <a:lnTo>
                  <a:pt x="3139" y="53"/>
                </a:lnTo>
                <a:lnTo>
                  <a:pt x="3138" y="53"/>
                </a:lnTo>
                <a:lnTo>
                  <a:pt x="3137" y="52"/>
                </a:lnTo>
                <a:lnTo>
                  <a:pt x="3136" y="52"/>
                </a:lnTo>
                <a:lnTo>
                  <a:pt x="3135" y="51"/>
                </a:lnTo>
                <a:lnTo>
                  <a:pt x="3134" y="51"/>
                </a:lnTo>
                <a:lnTo>
                  <a:pt x="3133" y="51"/>
                </a:lnTo>
                <a:lnTo>
                  <a:pt x="3133" y="50"/>
                </a:lnTo>
                <a:lnTo>
                  <a:pt x="3132" y="50"/>
                </a:lnTo>
                <a:lnTo>
                  <a:pt x="3131" y="50"/>
                </a:lnTo>
                <a:lnTo>
                  <a:pt x="3131" y="49"/>
                </a:lnTo>
                <a:lnTo>
                  <a:pt x="3130" y="49"/>
                </a:lnTo>
                <a:lnTo>
                  <a:pt x="3129" y="49"/>
                </a:lnTo>
                <a:lnTo>
                  <a:pt x="3129" y="48"/>
                </a:lnTo>
                <a:lnTo>
                  <a:pt x="3128" y="48"/>
                </a:lnTo>
                <a:lnTo>
                  <a:pt x="3127" y="48"/>
                </a:lnTo>
                <a:lnTo>
                  <a:pt x="3126" y="47"/>
                </a:lnTo>
                <a:lnTo>
                  <a:pt x="3125" y="47"/>
                </a:lnTo>
                <a:lnTo>
                  <a:pt x="3124" y="47"/>
                </a:lnTo>
                <a:lnTo>
                  <a:pt x="3124" y="46"/>
                </a:lnTo>
                <a:lnTo>
                  <a:pt x="3123" y="46"/>
                </a:lnTo>
                <a:lnTo>
                  <a:pt x="3122" y="45"/>
                </a:lnTo>
                <a:lnTo>
                  <a:pt x="3121" y="45"/>
                </a:lnTo>
                <a:lnTo>
                  <a:pt x="3120" y="45"/>
                </a:lnTo>
                <a:lnTo>
                  <a:pt x="3120" y="44"/>
                </a:lnTo>
                <a:lnTo>
                  <a:pt x="3119" y="44"/>
                </a:lnTo>
                <a:lnTo>
                  <a:pt x="3118" y="44"/>
                </a:lnTo>
                <a:lnTo>
                  <a:pt x="3117" y="43"/>
                </a:lnTo>
                <a:lnTo>
                  <a:pt x="3116" y="43"/>
                </a:lnTo>
                <a:lnTo>
                  <a:pt x="3115" y="42"/>
                </a:lnTo>
                <a:lnTo>
                  <a:pt x="3114" y="42"/>
                </a:lnTo>
                <a:lnTo>
                  <a:pt x="3113" y="42"/>
                </a:lnTo>
                <a:lnTo>
                  <a:pt x="3113" y="41"/>
                </a:lnTo>
                <a:lnTo>
                  <a:pt x="3112" y="41"/>
                </a:lnTo>
                <a:lnTo>
                  <a:pt x="3111" y="41"/>
                </a:lnTo>
                <a:lnTo>
                  <a:pt x="3111" y="40"/>
                </a:lnTo>
                <a:lnTo>
                  <a:pt x="3110" y="40"/>
                </a:lnTo>
                <a:lnTo>
                  <a:pt x="3109" y="40"/>
                </a:lnTo>
                <a:lnTo>
                  <a:pt x="3109" y="39"/>
                </a:lnTo>
                <a:lnTo>
                  <a:pt x="3108" y="39"/>
                </a:lnTo>
                <a:lnTo>
                  <a:pt x="3107" y="39"/>
                </a:lnTo>
                <a:lnTo>
                  <a:pt x="3106" y="38"/>
                </a:lnTo>
                <a:lnTo>
                  <a:pt x="3105" y="38"/>
                </a:lnTo>
                <a:lnTo>
                  <a:pt x="3104" y="38"/>
                </a:lnTo>
                <a:lnTo>
                  <a:pt x="3104" y="37"/>
                </a:lnTo>
                <a:lnTo>
                  <a:pt x="3103" y="37"/>
                </a:lnTo>
                <a:lnTo>
                  <a:pt x="3102" y="36"/>
                </a:lnTo>
                <a:lnTo>
                  <a:pt x="3101" y="36"/>
                </a:lnTo>
                <a:lnTo>
                  <a:pt x="3100" y="36"/>
                </a:lnTo>
                <a:lnTo>
                  <a:pt x="3100" y="35"/>
                </a:lnTo>
                <a:lnTo>
                  <a:pt x="3099" y="35"/>
                </a:lnTo>
                <a:lnTo>
                  <a:pt x="3098" y="35"/>
                </a:lnTo>
                <a:lnTo>
                  <a:pt x="3097" y="34"/>
                </a:lnTo>
                <a:lnTo>
                  <a:pt x="3096" y="34"/>
                </a:lnTo>
                <a:lnTo>
                  <a:pt x="3095" y="33"/>
                </a:lnTo>
                <a:lnTo>
                  <a:pt x="3094" y="33"/>
                </a:lnTo>
                <a:lnTo>
                  <a:pt x="3093" y="32"/>
                </a:lnTo>
                <a:lnTo>
                  <a:pt x="3092" y="32"/>
                </a:lnTo>
                <a:lnTo>
                  <a:pt x="3091" y="32"/>
                </a:lnTo>
                <a:lnTo>
                  <a:pt x="3091" y="31"/>
                </a:lnTo>
                <a:lnTo>
                  <a:pt x="3090" y="31"/>
                </a:lnTo>
                <a:lnTo>
                  <a:pt x="3089" y="31"/>
                </a:lnTo>
                <a:lnTo>
                  <a:pt x="3089" y="30"/>
                </a:lnTo>
                <a:lnTo>
                  <a:pt x="3088" y="30"/>
                </a:lnTo>
                <a:lnTo>
                  <a:pt x="3087" y="30"/>
                </a:lnTo>
                <a:lnTo>
                  <a:pt x="3086" y="29"/>
                </a:lnTo>
                <a:lnTo>
                  <a:pt x="3085" y="29"/>
                </a:lnTo>
                <a:lnTo>
                  <a:pt x="3084" y="28"/>
                </a:lnTo>
                <a:lnTo>
                  <a:pt x="3083" y="28"/>
                </a:lnTo>
                <a:lnTo>
                  <a:pt x="3082" y="27"/>
                </a:lnTo>
                <a:lnTo>
                  <a:pt x="3081" y="27"/>
                </a:lnTo>
                <a:lnTo>
                  <a:pt x="3080" y="27"/>
                </a:lnTo>
                <a:lnTo>
                  <a:pt x="3080" y="26"/>
                </a:lnTo>
                <a:lnTo>
                  <a:pt x="3079" y="26"/>
                </a:lnTo>
                <a:lnTo>
                  <a:pt x="3078" y="26"/>
                </a:lnTo>
                <a:lnTo>
                  <a:pt x="3077" y="25"/>
                </a:lnTo>
                <a:lnTo>
                  <a:pt x="3076" y="25"/>
                </a:lnTo>
                <a:lnTo>
                  <a:pt x="3075" y="24"/>
                </a:lnTo>
                <a:lnTo>
                  <a:pt x="3074" y="24"/>
                </a:lnTo>
                <a:lnTo>
                  <a:pt x="3073" y="23"/>
                </a:lnTo>
                <a:lnTo>
                  <a:pt x="3072" y="23"/>
                </a:lnTo>
                <a:lnTo>
                  <a:pt x="3071" y="23"/>
                </a:lnTo>
                <a:lnTo>
                  <a:pt x="3071" y="22"/>
                </a:lnTo>
                <a:lnTo>
                  <a:pt x="3070" y="22"/>
                </a:lnTo>
                <a:lnTo>
                  <a:pt x="3069" y="22"/>
                </a:lnTo>
                <a:lnTo>
                  <a:pt x="3069" y="21"/>
                </a:lnTo>
                <a:lnTo>
                  <a:pt x="3068" y="21"/>
                </a:lnTo>
                <a:lnTo>
                  <a:pt x="3067" y="21"/>
                </a:lnTo>
                <a:lnTo>
                  <a:pt x="3066" y="20"/>
                </a:lnTo>
                <a:lnTo>
                  <a:pt x="3065" y="20"/>
                </a:lnTo>
                <a:lnTo>
                  <a:pt x="3064" y="19"/>
                </a:lnTo>
                <a:lnTo>
                  <a:pt x="3063" y="19"/>
                </a:lnTo>
                <a:lnTo>
                  <a:pt x="3062" y="18"/>
                </a:lnTo>
                <a:lnTo>
                  <a:pt x="3061" y="18"/>
                </a:lnTo>
                <a:lnTo>
                  <a:pt x="3060" y="18"/>
                </a:lnTo>
                <a:lnTo>
                  <a:pt x="3060" y="17"/>
                </a:lnTo>
                <a:lnTo>
                  <a:pt x="3059" y="17"/>
                </a:lnTo>
                <a:lnTo>
                  <a:pt x="3058" y="17"/>
                </a:lnTo>
                <a:lnTo>
                  <a:pt x="3057" y="16"/>
                </a:lnTo>
                <a:lnTo>
                  <a:pt x="3056" y="16"/>
                </a:lnTo>
                <a:lnTo>
                  <a:pt x="3056" y="15"/>
                </a:lnTo>
                <a:lnTo>
                  <a:pt x="3055" y="15"/>
                </a:lnTo>
                <a:lnTo>
                  <a:pt x="3054" y="15"/>
                </a:lnTo>
                <a:lnTo>
                  <a:pt x="3053" y="14"/>
                </a:lnTo>
                <a:lnTo>
                  <a:pt x="3052" y="14"/>
                </a:lnTo>
                <a:lnTo>
                  <a:pt x="3052" y="30"/>
                </a:lnTo>
                <a:lnTo>
                  <a:pt x="3051" y="30"/>
                </a:lnTo>
                <a:lnTo>
                  <a:pt x="3050" y="30"/>
                </a:lnTo>
                <a:lnTo>
                  <a:pt x="3050" y="29"/>
                </a:lnTo>
                <a:lnTo>
                  <a:pt x="3049" y="29"/>
                </a:lnTo>
                <a:lnTo>
                  <a:pt x="3048" y="28"/>
                </a:lnTo>
                <a:lnTo>
                  <a:pt x="3047" y="28"/>
                </a:lnTo>
                <a:lnTo>
                  <a:pt x="3047" y="44"/>
                </a:lnTo>
                <a:lnTo>
                  <a:pt x="3046" y="44"/>
                </a:lnTo>
                <a:lnTo>
                  <a:pt x="3045" y="44"/>
                </a:lnTo>
                <a:lnTo>
                  <a:pt x="3044" y="43"/>
                </a:lnTo>
                <a:lnTo>
                  <a:pt x="3043" y="43"/>
                </a:lnTo>
                <a:lnTo>
                  <a:pt x="3043" y="42"/>
                </a:lnTo>
                <a:lnTo>
                  <a:pt x="3042" y="42"/>
                </a:lnTo>
                <a:lnTo>
                  <a:pt x="3041" y="42"/>
                </a:lnTo>
                <a:lnTo>
                  <a:pt x="3040" y="41"/>
                </a:lnTo>
                <a:lnTo>
                  <a:pt x="3039" y="41"/>
                </a:lnTo>
                <a:lnTo>
                  <a:pt x="3038" y="40"/>
                </a:lnTo>
                <a:lnTo>
                  <a:pt x="3037" y="40"/>
                </a:lnTo>
                <a:lnTo>
                  <a:pt x="3036" y="40"/>
                </a:lnTo>
                <a:lnTo>
                  <a:pt x="3036" y="39"/>
                </a:lnTo>
                <a:lnTo>
                  <a:pt x="3035" y="39"/>
                </a:lnTo>
                <a:lnTo>
                  <a:pt x="3034" y="39"/>
                </a:lnTo>
                <a:lnTo>
                  <a:pt x="3033" y="38"/>
                </a:lnTo>
                <a:lnTo>
                  <a:pt x="3032" y="38"/>
                </a:lnTo>
                <a:lnTo>
                  <a:pt x="3032" y="37"/>
                </a:lnTo>
                <a:lnTo>
                  <a:pt x="3031" y="37"/>
                </a:lnTo>
                <a:lnTo>
                  <a:pt x="3030" y="37"/>
                </a:lnTo>
                <a:lnTo>
                  <a:pt x="3029" y="36"/>
                </a:lnTo>
                <a:lnTo>
                  <a:pt x="3028" y="36"/>
                </a:lnTo>
                <a:lnTo>
                  <a:pt x="3027" y="36"/>
                </a:lnTo>
                <a:lnTo>
                  <a:pt x="3027" y="35"/>
                </a:lnTo>
                <a:lnTo>
                  <a:pt x="3026" y="35"/>
                </a:lnTo>
                <a:lnTo>
                  <a:pt x="3025" y="35"/>
                </a:lnTo>
                <a:lnTo>
                  <a:pt x="3024" y="34"/>
                </a:lnTo>
                <a:lnTo>
                  <a:pt x="3023" y="34"/>
                </a:lnTo>
                <a:lnTo>
                  <a:pt x="3023" y="33"/>
                </a:lnTo>
                <a:lnTo>
                  <a:pt x="3022" y="33"/>
                </a:lnTo>
                <a:lnTo>
                  <a:pt x="3021" y="33"/>
                </a:lnTo>
                <a:lnTo>
                  <a:pt x="3020" y="32"/>
                </a:lnTo>
                <a:lnTo>
                  <a:pt x="3019" y="32"/>
                </a:lnTo>
                <a:lnTo>
                  <a:pt x="3018" y="31"/>
                </a:lnTo>
                <a:lnTo>
                  <a:pt x="3017" y="31"/>
                </a:lnTo>
                <a:lnTo>
                  <a:pt x="3016" y="31"/>
                </a:lnTo>
                <a:lnTo>
                  <a:pt x="3016" y="30"/>
                </a:lnTo>
                <a:lnTo>
                  <a:pt x="3015" y="30"/>
                </a:lnTo>
                <a:lnTo>
                  <a:pt x="3014" y="30"/>
                </a:lnTo>
                <a:lnTo>
                  <a:pt x="3014" y="29"/>
                </a:lnTo>
                <a:lnTo>
                  <a:pt x="3013" y="29"/>
                </a:lnTo>
                <a:lnTo>
                  <a:pt x="3012" y="29"/>
                </a:lnTo>
                <a:lnTo>
                  <a:pt x="3012" y="28"/>
                </a:lnTo>
                <a:lnTo>
                  <a:pt x="3011" y="28"/>
                </a:lnTo>
                <a:lnTo>
                  <a:pt x="3010" y="28"/>
                </a:lnTo>
                <a:lnTo>
                  <a:pt x="3009" y="27"/>
                </a:lnTo>
                <a:lnTo>
                  <a:pt x="3008" y="27"/>
                </a:lnTo>
                <a:lnTo>
                  <a:pt x="3007" y="27"/>
                </a:lnTo>
                <a:lnTo>
                  <a:pt x="3007" y="26"/>
                </a:lnTo>
                <a:lnTo>
                  <a:pt x="3006" y="26"/>
                </a:lnTo>
                <a:lnTo>
                  <a:pt x="3005" y="25"/>
                </a:lnTo>
                <a:lnTo>
                  <a:pt x="3004" y="25"/>
                </a:lnTo>
                <a:lnTo>
                  <a:pt x="3003" y="25"/>
                </a:lnTo>
                <a:lnTo>
                  <a:pt x="3003" y="24"/>
                </a:lnTo>
                <a:lnTo>
                  <a:pt x="3002" y="24"/>
                </a:lnTo>
                <a:lnTo>
                  <a:pt x="3001" y="24"/>
                </a:lnTo>
                <a:lnTo>
                  <a:pt x="3000" y="23"/>
                </a:lnTo>
                <a:lnTo>
                  <a:pt x="2999" y="23"/>
                </a:lnTo>
                <a:lnTo>
                  <a:pt x="2998" y="22"/>
                </a:lnTo>
                <a:lnTo>
                  <a:pt x="2997" y="22"/>
                </a:lnTo>
                <a:lnTo>
                  <a:pt x="2996" y="22"/>
                </a:lnTo>
                <a:lnTo>
                  <a:pt x="2996" y="21"/>
                </a:lnTo>
                <a:lnTo>
                  <a:pt x="2995" y="21"/>
                </a:lnTo>
                <a:lnTo>
                  <a:pt x="2994" y="20"/>
                </a:lnTo>
                <a:lnTo>
                  <a:pt x="2993" y="20"/>
                </a:lnTo>
                <a:lnTo>
                  <a:pt x="2992" y="20"/>
                </a:lnTo>
                <a:lnTo>
                  <a:pt x="2992" y="19"/>
                </a:lnTo>
                <a:lnTo>
                  <a:pt x="2991" y="19"/>
                </a:lnTo>
                <a:lnTo>
                  <a:pt x="2990" y="19"/>
                </a:lnTo>
                <a:lnTo>
                  <a:pt x="2989" y="18"/>
                </a:lnTo>
                <a:lnTo>
                  <a:pt x="2988" y="18"/>
                </a:lnTo>
                <a:lnTo>
                  <a:pt x="2987" y="18"/>
                </a:lnTo>
                <a:lnTo>
                  <a:pt x="2987" y="17"/>
                </a:lnTo>
                <a:lnTo>
                  <a:pt x="2986" y="17"/>
                </a:lnTo>
                <a:lnTo>
                  <a:pt x="2985" y="16"/>
                </a:lnTo>
                <a:lnTo>
                  <a:pt x="2984" y="16"/>
                </a:lnTo>
                <a:lnTo>
                  <a:pt x="2983" y="16"/>
                </a:lnTo>
                <a:lnTo>
                  <a:pt x="2983" y="15"/>
                </a:lnTo>
                <a:lnTo>
                  <a:pt x="2982" y="15"/>
                </a:lnTo>
                <a:lnTo>
                  <a:pt x="2981" y="15"/>
                </a:lnTo>
                <a:lnTo>
                  <a:pt x="2980" y="14"/>
                </a:lnTo>
                <a:lnTo>
                  <a:pt x="2979" y="14"/>
                </a:lnTo>
                <a:lnTo>
                  <a:pt x="2978" y="13"/>
                </a:lnTo>
                <a:lnTo>
                  <a:pt x="2977" y="13"/>
                </a:lnTo>
                <a:lnTo>
                  <a:pt x="2976" y="12"/>
                </a:lnTo>
                <a:lnTo>
                  <a:pt x="2975" y="12"/>
                </a:lnTo>
                <a:lnTo>
                  <a:pt x="2974" y="11"/>
                </a:lnTo>
                <a:lnTo>
                  <a:pt x="2973" y="11"/>
                </a:lnTo>
                <a:lnTo>
                  <a:pt x="2972" y="11"/>
                </a:lnTo>
                <a:lnTo>
                  <a:pt x="2972" y="10"/>
                </a:lnTo>
                <a:lnTo>
                  <a:pt x="2971" y="10"/>
                </a:lnTo>
                <a:lnTo>
                  <a:pt x="2970" y="10"/>
                </a:lnTo>
                <a:lnTo>
                  <a:pt x="2969" y="9"/>
                </a:lnTo>
                <a:lnTo>
                  <a:pt x="2968" y="9"/>
                </a:lnTo>
                <a:lnTo>
                  <a:pt x="2967" y="8"/>
                </a:lnTo>
                <a:lnTo>
                  <a:pt x="2966" y="8"/>
                </a:lnTo>
                <a:lnTo>
                  <a:pt x="2965" y="7"/>
                </a:lnTo>
                <a:lnTo>
                  <a:pt x="2964" y="7"/>
                </a:lnTo>
                <a:lnTo>
                  <a:pt x="2963" y="7"/>
                </a:lnTo>
                <a:lnTo>
                  <a:pt x="2963" y="6"/>
                </a:lnTo>
                <a:lnTo>
                  <a:pt x="2962" y="6"/>
                </a:lnTo>
                <a:lnTo>
                  <a:pt x="2961" y="6"/>
                </a:lnTo>
                <a:lnTo>
                  <a:pt x="2960" y="5"/>
                </a:lnTo>
                <a:lnTo>
                  <a:pt x="2959" y="5"/>
                </a:lnTo>
                <a:lnTo>
                  <a:pt x="2959" y="4"/>
                </a:lnTo>
                <a:lnTo>
                  <a:pt x="2958" y="4"/>
                </a:lnTo>
                <a:lnTo>
                  <a:pt x="2957" y="4"/>
                </a:lnTo>
                <a:lnTo>
                  <a:pt x="2956" y="3"/>
                </a:lnTo>
                <a:lnTo>
                  <a:pt x="2955" y="3"/>
                </a:lnTo>
                <a:lnTo>
                  <a:pt x="2954" y="2"/>
                </a:lnTo>
                <a:lnTo>
                  <a:pt x="2953" y="2"/>
                </a:lnTo>
                <a:lnTo>
                  <a:pt x="2952" y="2"/>
                </a:lnTo>
                <a:lnTo>
                  <a:pt x="2952" y="1"/>
                </a:lnTo>
                <a:lnTo>
                  <a:pt x="2951" y="1"/>
                </a:lnTo>
                <a:lnTo>
                  <a:pt x="2950" y="1"/>
                </a:lnTo>
                <a:lnTo>
                  <a:pt x="2950" y="18"/>
                </a:lnTo>
                <a:lnTo>
                  <a:pt x="2949" y="17"/>
                </a:lnTo>
                <a:lnTo>
                  <a:pt x="2948" y="17"/>
                </a:lnTo>
                <a:lnTo>
                  <a:pt x="2947" y="17"/>
                </a:lnTo>
                <a:lnTo>
                  <a:pt x="2947" y="16"/>
                </a:lnTo>
                <a:lnTo>
                  <a:pt x="2946" y="16"/>
                </a:lnTo>
                <a:lnTo>
                  <a:pt x="2945" y="16"/>
                </a:lnTo>
                <a:lnTo>
                  <a:pt x="2945" y="15"/>
                </a:lnTo>
                <a:lnTo>
                  <a:pt x="2944" y="15"/>
                </a:lnTo>
                <a:lnTo>
                  <a:pt x="2943" y="15"/>
                </a:lnTo>
                <a:lnTo>
                  <a:pt x="2943" y="14"/>
                </a:lnTo>
                <a:lnTo>
                  <a:pt x="2942" y="14"/>
                </a:lnTo>
                <a:lnTo>
                  <a:pt x="2941" y="14"/>
                </a:lnTo>
                <a:lnTo>
                  <a:pt x="2940" y="13"/>
                </a:lnTo>
                <a:lnTo>
                  <a:pt x="2939" y="13"/>
                </a:lnTo>
                <a:lnTo>
                  <a:pt x="2938" y="12"/>
                </a:lnTo>
                <a:lnTo>
                  <a:pt x="2937" y="12"/>
                </a:lnTo>
                <a:lnTo>
                  <a:pt x="2936" y="12"/>
                </a:lnTo>
                <a:lnTo>
                  <a:pt x="2936" y="11"/>
                </a:lnTo>
                <a:lnTo>
                  <a:pt x="2935" y="11"/>
                </a:lnTo>
                <a:lnTo>
                  <a:pt x="2934" y="11"/>
                </a:lnTo>
                <a:lnTo>
                  <a:pt x="2933" y="10"/>
                </a:lnTo>
                <a:lnTo>
                  <a:pt x="2932" y="10"/>
                </a:lnTo>
                <a:lnTo>
                  <a:pt x="2932" y="9"/>
                </a:lnTo>
                <a:lnTo>
                  <a:pt x="2931" y="9"/>
                </a:lnTo>
                <a:lnTo>
                  <a:pt x="2930" y="9"/>
                </a:lnTo>
                <a:lnTo>
                  <a:pt x="2929" y="8"/>
                </a:lnTo>
                <a:lnTo>
                  <a:pt x="2928" y="8"/>
                </a:lnTo>
                <a:lnTo>
                  <a:pt x="2927" y="7"/>
                </a:lnTo>
                <a:lnTo>
                  <a:pt x="2926" y="7"/>
                </a:lnTo>
                <a:lnTo>
                  <a:pt x="2925" y="7"/>
                </a:lnTo>
                <a:lnTo>
                  <a:pt x="2925" y="6"/>
                </a:lnTo>
                <a:lnTo>
                  <a:pt x="2924" y="6"/>
                </a:lnTo>
                <a:lnTo>
                  <a:pt x="2923" y="6"/>
                </a:lnTo>
                <a:lnTo>
                  <a:pt x="2923" y="5"/>
                </a:lnTo>
                <a:lnTo>
                  <a:pt x="2922" y="5"/>
                </a:lnTo>
                <a:lnTo>
                  <a:pt x="2921" y="5"/>
                </a:lnTo>
                <a:lnTo>
                  <a:pt x="2920" y="4"/>
                </a:lnTo>
                <a:lnTo>
                  <a:pt x="2919" y="4"/>
                </a:lnTo>
                <a:lnTo>
                  <a:pt x="2918" y="3"/>
                </a:lnTo>
                <a:lnTo>
                  <a:pt x="2917" y="3"/>
                </a:lnTo>
                <a:lnTo>
                  <a:pt x="2916" y="3"/>
                </a:lnTo>
                <a:lnTo>
                  <a:pt x="2916" y="2"/>
                </a:lnTo>
                <a:lnTo>
                  <a:pt x="2915" y="2"/>
                </a:lnTo>
                <a:lnTo>
                  <a:pt x="2914" y="1"/>
                </a:lnTo>
                <a:lnTo>
                  <a:pt x="2913" y="1"/>
                </a:lnTo>
                <a:lnTo>
                  <a:pt x="2912" y="1"/>
                </a:lnTo>
                <a:lnTo>
                  <a:pt x="2912" y="0"/>
                </a:lnTo>
                <a:lnTo>
                  <a:pt x="2911" y="0"/>
                </a:lnTo>
                <a:lnTo>
                  <a:pt x="2910" y="17"/>
                </a:lnTo>
                <a:lnTo>
                  <a:pt x="2909" y="17"/>
                </a:lnTo>
                <a:lnTo>
                  <a:pt x="2908" y="16"/>
                </a:lnTo>
                <a:lnTo>
                  <a:pt x="2907" y="16"/>
                </a:lnTo>
                <a:lnTo>
                  <a:pt x="2906" y="16"/>
                </a:lnTo>
                <a:lnTo>
                  <a:pt x="2906" y="15"/>
                </a:lnTo>
                <a:lnTo>
                  <a:pt x="2905" y="15"/>
                </a:lnTo>
                <a:lnTo>
                  <a:pt x="2904" y="15"/>
                </a:lnTo>
                <a:lnTo>
                  <a:pt x="2903" y="14"/>
                </a:lnTo>
                <a:lnTo>
                  <a:pt x="2902" y="14"/>
                </a:lnTo>
                <a:lnTo>
                  <a:pt x="2901" y="13"/>
                </a:lnTo>
                <a:lnTo>
                  <a:pt x="2900" y="13"/>
                </a:lnTo>
                <a:lnTo>
                  <a:pt x="2899" y="12"/>
                </a:lnTo>
                <a:lnTo>
                  <a:pt x="2898" y="12"/>
                </a:lnTo>
                <a:lnTo>
                  <a:pt x="2897" y="11"/>
                </a:lnTo>
                <a:lnTo>
                  <a:pt x="2896" y="11"/>
                </a:lnTo>
                <a:lnTo>
                  <a:pt x="2895" y="11"/>
                </a:lnTo>
                <a:lnTo>
                  <a:pt x="2895" y="10"/>
                </a:lnTo>
                <a:lnTo>
                  <a:pt x="2894" y="10"/>
                </a:lnTo>
                <a:lnTo>
                  <a:pt x="2893" y="10"/>
                </a:lnTo>
                <a:lnTo>
                  <a:pt x="2892" y="9"/>
                </a:lnTo>
                <a:lnTo>
                  <a:pt x="2891" y="9"/>
                </a:lnTo>
                <a:lnTo>
                  <a:pt x="2890" y="8"/>
                </a:lnTo>
                <a:lnTo>
                  <a:pt x="2889" y="8"/>
                </a:lnTo>
                <a:lnTo>
                  <a:pt x="2888" y="7"/>
                </a:lnTo>
                <a:lnTo>
                  <a:pt x="2887" y="7"/>
                </a:lnTo>
                <a:lnTo>
                  <a:pt x="2886" y="7"/>
                </a:lnTo>
                <a:lnTo>
                  <a:pt x="2886" y="6"/>
                </a:lnTo>
                <a:lnTo>
                  <a:pt x="2885" y="6"/>
                </a:lnTo>
                <a:lnTo>
                  <a:pt x="2884" y="6"/>
                </a:lnTo>
                <a:lnTo>
                  <a:pt x="2883" y="5"/>
                </a:lnTo>
                <a:lnTo>
                  <a:pt x="2882" y="5"/>
                </a:lnTo>
                <a:lnTo>
                  <a:pt x="2882" y="4"/>
                </a:lnTo>
                <a:lnTo>
                  <a:pt x="2881" y="4"/>
                </a:lnTo>
                <a:lnTo>
                  <a:pt x="2880" y="4"/>
                </a:lnTo>
                <a:lnTo>
                  <a:pt x="2879" y="3"/>
                </a:lnTo>
                <a:lnTo>
                  <a:pt x="2878" y="3"/>
                </a:lnTo>
                <a:lnTo>
                  <a:pt x="2877" y="20"/>
                </a:lnTo>
                <a:lnTo>
                  <a:pt x="2876" y="20"/>
                </a:lnTo>
                <a:lnTo>
                  <a:pt x="2875" y="20"/>
                </a:lnTo>
                <a:lnTo>
                  <a:pt x="2875" y="19"/>
                </a:lnTo>
                <a:lnTo>
                  <a:pt x="2874" y="19"/>
                </a:lnTo>
                <a:lnTo>
                  <a:pt x="2873" y="19"/>
                </a:lnTo>
                <a:lnTo>
                  <a:pt x="2873" y="18"/>
                </a:lnTo>
                <a:lnTo>
                  <a:pt x="2872" y="18"/>
                </a:lnTo>
                <a:lnTo>
                  <a:pt x="2871" y="18"/>
                </a:lnTo>
                <a:lnTo>
                  <a:pt x="2871" y="17"/>
                </a:lnTo>
                <a:lnTo>
                  <a:pt x="2870" y="17"/>
                </a:lnTo>
                <a:lnTo>
                  <a:pt x="2869" y="17"/>
                </a:lnTo>
                <a:lnTo>
                  <a:pt x="2868" y="16"/>
                </a:lnTo>
                <a:lnTo>
                  <a:pt x="2867" y="16"/>
                </a:lnTo>
                <a:lnTo>
                  <a:pt x="2866" y="16"/>
                </a:lnTo>
                <a:lnTo>
                  <a:pt x="2866" y="15"/>
                </a:lnTo>
                <a:lnTo>
                  <a:pt x="2865" y="15"/>
                </a:lnTo>
                <a:lnTo>
                  <a:pt x="2864" y="14"/>
                </a:lnTo>
                <a:lnTo>
                  <a:pt x="2863" y="14"/>
                </a:lnTo>
                <a:lnTo>
                  <a:pt x="2862" y="14"/>
                </a:lnTo>
                <a:lnTo>
                  <a:pt x="2862" y="13"/>
                </a:lnTo>
                <a:lnTo>
                  <a:pt x="2861" y="13"/>
                </a:lnTo>
                <a:lnTo>
                  <a:pt x="2860" y="13"/>
                </a:lnTo>
                <a:lnTo>
                  <a:pt x="2859" y="12"/>
                </a:lnTo>
                <a:lnTo>
                  <a:pt x="2858" y="12"/>
                </a:lnTo>
                <a:lnTo>
                  <a:pt x="2857" y="11"/>
                </a:lnTo>
                <a:lnTo>
                  <a:pt x="2856" y="11"/>
                </a:lnTo>
                <a:lnTo>
                  <a:pt x="2855" y="10"/>
                </a:lnTo>
                <a:lnTo>
                  <a:pt x="2854" y="10"/>
                </a:lnTo>
                <a:lnTo>
                  <a:pt x="2853" y="10"/>
                </a:lnTo>
                <a:lnTo>
                  <a:pt x="2853" y="28"/>
                </a:lnTo>
                <a:lnTo>
                  <a:pt x="2852" y="27"/>
                </a:lnTo>
                <a:lnTo>
                  <a:pt x="2851" y="27"/>
                </a:lnTo>
                <a:lnTo>
                  <a:pt x="2851" y="26"/>
                </a:lnTo>
                <a:lnTo>
                  <a:pt x="2850" y="26"/>
                </a:lnTo>
                <a:lnTo>
                  <a:pt x="2849" y="26"/>
                </a:lnTo>
                <a:lnTo>
                  <a:pt x="2848" y="25"/>
                </a:lnTo>
                <a:lnTo>
                  <a:pt x="2847" y="25"/>
                </a:lnTo>
                <a:lnTo>
                  <a:pt x="2846" y="25"/>
                </a:lnTo>
                <a:lnTo>
                  <a:pt x="2846" y="24"/>
                </a:lnTo>
                <a:lnTo>
                  <a:pt x="2845" y="24"/>
                </a:lnTo>
                <a:lnTo>
                  <a:pt x="2844" y="24"/>
                </a:lnTo>
                <a:lnTo>
                  <a:pt x="2843" y="23"/>
                </a:lnTo>
                <a:lnTo>
                  <a:pt x="2842" y="23"/>
                </a:lnTo>
                <a:lnTo>
                  <a:pt x="2841" y="22"/>
                </a:lnTo>
                <a:lnTo>
                  <a:pt x="2840" y="22"/>
                </a:lnTo>
                <a:lnTo>
                  <a:pt x="2839" y="21"/>
                </a:lnTo>
                <a:lnTo>
                  <a:pt x="2838" y="21"/>
                </a:lnTo>
                <a:lnTo>
                  <a:pt x="2837" y="20"/>
                </a:lnTo>
                <a:lnTo>
                  <a:pt x="2836" y="20"/>
                </a:lnTo>
                <a:lnTo>
                  <a:pt x="2835" y="20"/>
                </a:lnTo>
                <a:lnTo>
                  <a:pt x="2835" y="19"/>
                </a:lnTo>
                <a:lnTo>
                  <a:pt x="2834" y="19"/>
                </a:lnTo>
                <a:lnTo>
                  <a:pt x="2833" y="19"/>
                </a:lnTo>
                <a:lnTo>
                  <a:pt x="2832" y="18"/>
                </a:lnTo>
                <a:lnTo>
                  <a:pt x="2831" y="18"/>
                </a:lnTo>
                <a:lnTo>
                  <a:pt x="2831" y="17"/>
                </a:lnTo>
                <a:lnTo>
                  <a:pt x="2830" y="17"/>
                </a:lnTo>
                <a:lnTo>
                  <a:pt x="2829" y="17"/>
                </a:lnTo>
                <a:lnTo>
                  <a:pt x="2828" y="16"/>
                </a:lnTo>
                <a:lnTo>
                  <a:pt x="2827" y="16"/>
                </a:lnTo>
                <a:lnTo>
                  <a:pt x="2826" y="16"/>
                </a:lnTo>
                <a:lnTo>
                  <a:pt x="2826" y="15"/>
                </a:lnTo>
                <a:lnTo>
                  <a:pt x="2825" y="15"/>
                </a:lnTo>
                <a:lnTo>
                  <a:pt x="2824" y="15"/>
                </a:lnTo>
                <a:lnTo>
                  <a:pt x="2823" y="14"/>
                </a:lnTo>
                <a:lnTo>
                  <a:pt x="2822" y="14"/>
                </a:lnTo>
                <a:lnTo>
                  <a:pt x="2822" y="13"/>
                </a:lnTo>
                <a:lnTo>
                  <a:pt x="2821" y="13"/>
                </a:lnTo>
                <a:lnTo>
                  <a:pt x="2820" y="13"/>
                </a:lnTo>
                <a:lnTo>
                  <a:pt x="2819" y="12"/>
                </a:lnTo>
                <a:lnTo>
                  <a:pt x="2818" y="12"/>
                </a:lnTo>
                <a:lnTo>
                  <a:pt x="2818" y="30"/>
                </a:lnTo>
                <a:lnTo>
                  <a:pt x="2817" y="30"/>
                </a:lnTo>
                <a:lnTo>
                  <a:pt x="2816" y="29"/>
                </a:lnTo>
                <a:lnTo>
                  <a:pt x="2815" y="29"/>
                </a:lnTo>
                <a:lnTo>
                  <a:pt x="2814" y="28"/>
                </a:lnTo>
                <a:lnTo>
                  <a:pt x="2813" y="28"/>
                </a:lnTo>
                <a:lnTo>
                  <a:pt x="2812" y="28"/>
                </a:lnTo>
                <a:lnTo>
                  <a:pt x="2812" y="27"/>
                </a:lnTo>
                <a:lnTo>
                  <a:pt x="2811" y="27"/>
                </a:lnTo>
                <a:lnTo>
                  <a:pt x="2810" y="27"/>
                </a:lnTo>
                <a:lnTo>
                  <a:pt x="2809" y="26"/>
                </a:lnTo>
                <a:lnTo>
                  <a:pt x="2808" y="26"/>
                </a:lnTo>
                <a:lnTo>
                  <a:pt x="2808" y="25"/>
                </a:lnTo>
                <a:lnTo>
                  <a:pt x="2807" y="25"/>
                </a:lnTo>
                <a:lnTo>
                  <a:pt x="2806" y="25"/>
                </a:lnTo>
                <a:lnTo>
                  <a:pt x="2805" y="24"/>
                </a:lnTo>
                <a:lnTo>
                  <a:pt x="2804" y="24"/>
                </a:lnTo>
                <a:lnTo>
                  <a:pt x="2803" y="23"/>
                </a:lnTo>
                <a:lnTo>
                  <a:pt x="2802" y="23"/>
                </a:lnTo>
                <a:lnTo>
                  <a:pt x="2801" y="23"/>
                </a:lnTo>
                <a:lnTo>
                  <a:pt x="2801" y="22"/>
                </a:lnTo>
                <a:lnTo>
                  <a:pt x="2800" y="22"/>
                </a:lnTo>
                <a:lnTo>
                  <a:pt x="2799" y="22"/>
                </a:lnTo>
                <a:lnTo>
                  <a:pt x="2799" y="21"/>
                </a:lnTo>
                <a:lnTo>
                  <a:pt x="2798" y="21"/>
                </a:lnTo>
                <a:lnTo>
                  <a:pt x="2797" y="39"/>
                </a:lnTo>
                <a:lnTo>
                  <a:pt x="2796" y="39"/>
                </a:lnTo>
                <a:lnTo>
                  <a:pt x="2795" y="38"/>
                </a:lnTo>
                <a:lnTo>
                  <a:pt x="2794" y="38"/>
                </a:lnTo>
                <a:lnTo>
                  <a:pt x="2793" y="37"/>
                </a:lnTo>
                <a:lnTo>
                  <a:pt x="2792" y="37"/>
                </a:lnTo>
                <a:lnTo>
                  <a:pt x="2791" y="36"/>
                </a:lnTo>
                <a:lnTo>
                  <a:pt x="2790" y="36"/>
                </a:lnTo>
                <a:lnTo>
                  <a:pt x="2789" y="36"/>
                </a:lnTo>
                <a:lnTo>
                  <a:pt x="2789" y="35"/>
                </a:lnTo>
                <a:lnTo>
                  <a:pt x="2788" y="35"/>
                </a:lnTo>
                <a:lnTo>
                  <a:pt x="2787" y="35"/>
                </a:lnTo>
                <a:lnTo>
                  <a:pt x="2786" y="34"/>
                </a:lnTo>
                <a:lnTo>
                  <a:pt x="2785" y="34"/>
                </a:lnTo>
                <a:lnTo>
                  <a:pt x="2784" y="33"/>
                </a:lnTo>
                <a:lnTo>
                  <a:pt x="2783" y="33"/>
                </a:lnTo>
                <a:lnTo>
                  <a:pt x="2782" y="32"/>
                </a:lnTo>
                <a:lnTo>
                  <a:pt x="2781" y="32"/>
                </a:lnTo>
                <a:lnTo>
                  <a:pt x="2780" y="31"/>
                </a:lnTo>
                <a:lnTo>
                  <a:pt x="2779" y="31"/>
                </a:lnTo>
                <a:lnTo>
                  <a:pt x="2778" y="31"/>
                </a:lnTo>
                <a:lnTo>
                  <a:pt x="2778" y="30"/>
                </a:lnTo>
                <a:lnTo>
                  <a:pt x="2777" y="30"/>
                </a:lnTo>
                <a:lnTo>
                  <a:pt x="2776" y="30"/>
                </a:lnTo>
                <a:lnTo>
                  <a:pt x="2775" y="29"/>
                </a:lnTo>
                <a:lnTo>
                  <a:pt x="2774" y="29"/>
                </a:lnTo>
                <a:lnTo>
                  <a:pt x="2774" y="28"/>
                </a:lnTo>
                <a:lnTo>
                  <a:pt x="2773" y="28"/>
                </a:lnTo>
                <a:lnTo>
                  <a:pt x="2772" y="28"/>
                </a:lnTo>
                <a:lnTo>
                  <a:pt x="2771" y="27"/>
                </a:lnTo>
                <a:lnTo>
                  <a:pt x="2771" y="46"/>
                </a:lnTo>
                <a:lnTo>
                  <a:pt x="2770" y="46"/>
                </a:lnTo>
                <a:lnTo>
                  <a:pt x="2769" y="45"/>
                </a:lnTo>
                <a:lnTo>
                  <a:pt x="2768" y="45"/>
                </a:lnTo>
                <a:lnTo>
                  <a:pt x="2767" y="44"/>
                </a:lnTo>
                <a:lnTo>
                  <a:pt x="2766" y="44"/>
                </a:lnTo>
                <a:lnTo>
                  <a:pt x="2765" y="44"/>
                </a:lnTo>
                <a:lnTo>
                  <a:pt x="2765" y="43"/>
                </a:lnTo>
                <a:lnTo>
                  <a:pt x="2764" y="43"/>
                </a:lnTo>
                <a:lnTo>
                  <a:pt x="2763" y="42"/>
                </a:lnTo>
                <a:lnTo>
                  <a:pt x="2762" y="42"/>
                </a:lnTo>
                <a:lnTo>
                  <a:pt x="2761" y="42"/>
                </a:lnTo>
                <a:lnTo>
                  <a:pt x="2761" y="41"/>
                </a:lnTo>
                <a:lnTo>
                  <a:pt x="2760" y="41"/>
                </a:lnTo>
                <a:lnTo>
                  <a:pt x="2759" y="41"/>
                </a:lnTo>
                <a:lnTo>
                  <a:pt x="2758" y="40"/>
                </a:lnTo>
                <a:lnTo>
                  <a:pt x="2757" y="40"/>
                </a:lnTo>
                <a:lnTo>
                  <a:pt x="2756" y="40"/>
                </a:lnTo>
                <a:lnTo>
                  <a:pt x="2756" y="39"/>
                </a:lnTo>
                <a:lnTo>
                  <a:pt x="2755" y="58"/>
                </a:lnTo>
                <a:lnTo>
                  <a:pt x="2754" y="57"/>
                </a:lnTo>
                <a:lnTo>
                  <a:pt x="2753" y="57"/>
                </a:lnTo>
                <a:lnTo>
                  <a:pt x="2752" y="56"/>
                </a:lnTo>
                <a:lnTo>
                  <a:pt x="2751" y="56"/>
                </a:lnTo>
                <a:lnTo>
                  <a:pt x="2750" y="55"/>
                </a:lnTo>
                <a:lnTo>
                  <a:pt x="2749" y="55"/>
                </a:lnTo>
                <a:lnTo>
                  <a:pt x="2748" y="55"/>
                </a:lnTo>
                <a:lnTo>
                  <a:pt x="2748" y="54"/>
                </a:lnTo>
                <a:lnTo>
                  <a:pt x="2747" y="54"/>
                </a:lnTo>
                <a:lnTo>
                  <a:pt x="2746" y="54"/>
                </a:lnTo>
                <a:lnTo>
                  <a:pt x="2745" y="53"/>
                </a:lnTo>
                <a:lnTo>
                  <a:pt x="2744" y="53"/>
                </a:lnTo>
                <a:lnTo>
                  <a:pt x="2743" y="52"/>
                </a:lnTo>
                <a:lnTo>
                  <a:pt x="2742" y="52"/>
                </a:lnTo>
                <a:lnTo>
                  <a:pt x="2741" y="51"/>
                </a:lnTo>
                <a:lnTo>
                  <a:pt x="2740" y="51"/>
                </a:lnTo>
                <a:lnTo>
                  <a:pt x="2739" y="51"/>
                </a:lnTo>
                <a:lnTo>
                  <a:pt x="2739" y="50"/>
                </a:lnTo>
                <a:lnTo>
                  <a:pt x="2738" y="50"/>
                </a:lnTo>
                <a:lnTo>
                  <a:pt x="2737" y="50"/>
                </a:lnTo>
                <a:lnTo>
                  <a:pt x="2737" y="49"/>
                </a:lnTo>
                <a:lnTo>
                  <a:pt x="2736" y="49"/>
                </a:lnTo>
                <a:lnTo>
                  <a:pt x="2735" y="49"/>
                </a:lnTo>
                <a:lnTo>
                  <a:pt x="2734" y="48"/>
                </a:lnTo>
                <a:lnTo>
                  <a:pt x="2733" y="48"/>
                </a:lnTo>
                <a:lnTo>
                  <a:pt x="2732" y="47"/>
                </a:lnTo>
                <a:lnTo>
                  <a:pt x="2731" y="47"/>
                </a:lnTo>
                <a:lnTo>
                  <a:pt x="2730" y="46"/>
                </a:lnTo>
                <a:lnTo>
                  <a:pt x="2729" y="46"/>
                </a:lnTo>
                <a:lnTo>
                  <a:pt x="2728" y="46"/>
                </a:lnTo>
                <a:lnTo>
                  <a:pt x="2728" y="45"/>
                </a:lnTo>
                <a:lnTo>
                  <a:pt x="2727" y="45"/>
                </a:lnTo>
                <a:lnTo>
                  <a:pt x="2726" y="45"/>
                </a:lnTo>
                <a:lnTo>
                  <a:pt x="2725" y="63"/>
                </a:lnTo>
                <a:lnTo>
                  <a:pt x="2724" y="63"/>
                </a:lnTo>
                <a:lnTo>
                  <a:pt x="2724" y="62"/>
                </a:lnTo>
                <a:lnTo>
                  <a:pt x="2723" y="62"/>
                </a:lnTo>
                <a:lnTo>
                  <a:pt x="2722" y="62"/>
                </a:lnTo>
                <a:lnTo>
                  <a:pt x="2721" y="61"/>
                </a:lnTo>
                <a:lnTo>
                  <a:pt x="2720" y="80"/>
                </a:lnTo>
                <a:lnTo>
                  <a:pt x="2719" y="80"/>
                </a:lnTo>
                <a:lnTo>
                  <a:pt x="2719" y="79"/>
                </a:lnTo>
                <a:lnTo>
                  <a:pt x="2718" y="79"/>
                </a:lnTo>
                <a:lnTo>
                  <a:pt x="2717" y="79"/>
                </a:lnTo>
                <a:lnTo>
                  <a:pt x="2717" y="78"/>
                </a:lnTo>
                <a:lnTo>
                  <a:pt x="2716" y="78"/>
                </a:lnTo>
                <a:lnTo>
                  <a:pt x="2715" y="78"/>
                </a:lnTo>
                <a:lnTo>
                  <a:pt x="2714" y="96"/>
                </a:lnTo>
                <a:lnTo>
                  <a:pt x="2713" y="96"/>
                </a:lnTo>
                <a:lnTo>
                  <a:pt x="2712" y="96"/>
                </a:lnTo>
                <a:lnTo>
                  <a:pt x="2712" y="95"/>
                </a:lnTo>
                <a:lnTo>
                  <a:pt x="2711" y="95"/>
                </a:lnTo>
                <a:lnTo>
                  <a:pt x="2711" y="114"/>
                </a:lnTo>
                <a:lnTo>
                  <a:pt x="2710" y="114"/>
                </a:lnTo>
                <a:lnTo>
                  <a:pt x="2709" y="113"/>
                </a:lnTo>
                <a:lnTo>
                  <a:pt x="2708" y="113"/>
                </a:lnTo>
                <a:lnTo>
                  <a:pt x="2707" y="112"/>
                </a:lnTo>
                <a:lnTo>
                  <a:pt x="2706" y="112"/>
                </a:lnTo>
                <a:lnTo>
                  <a:pt x="2705" y="112"/>
                </a:lnTo>
                <a:lnTo>
                  <a:pt x="2705" y="111"/>
                </a:lnTo>
                <a:lnTo>
                  <a:pt x="2704" y="111"/>
                </a:lnTo>
                <a:lnTo>
                  <a:pt x="2703" y="110"/>
                </a:lnTo>
                <a:lnTo>
                  <a:pt x="2702" y="110"/>
                </a:lnTo>
                <a:lnTo>
                  <a:pt x="2701" y="110"/>
                </a:lnTo>
                <a:lnTo>
                  <a:pt x="2701" y="109"/>
                </a:lnTo>
                <a:lnTo>
                  <a:pt x="2700" y="109"/>
                </a:lnTo>
                <a:lnTo>
                  <a:pt x="2699" y="109"/>
                </a:lnTo>
                <a:lnTo>
                  <a:pt x="2698" y="108"/>
                </a:lnTo>
                <a:lnTo>
                  <a:pt x="2697" y="108"/>
                </a:lnTo>
                <a:lnTo>
                  <a:pt x="2696" y="107"/>
                </a:lnTo>
                <a:lnTo>
                  <a:pt x="2695" y="107"/>
                </a:lnTo>
                <a:lnTo>
                  <a:pt x="2694" y="106"/>
                </a:lnTo>
                <a:lnTo>
                  <a:pt x="2693" y="106"/>
                </a:lnTo>
                <a:lnTo>
                  <a:pt x="2692" y="106"/>
                </a:lnTo>
                <a:lnTo>
                  <a:pt x="2692" y="105"/>
                </a:lnTo>
                <a:lnTo>
                  <a:pt x="2691" y="105"/>
                </a:lnTo>
                <a:lnTo>
                  <a:pt x="2690" y="105"/>
                </a:lnTo>
                <a:lnTo>
                  <a:pt x="2689" y="104"/>
                </a:lnTo>
                <a:lnTo>
                  <a:pt x="2688" y="104"/>
                </a:lnTo>
                <a:lnTo>
                  <a:pt x="2687" y="103"/>
                </a:lnTo>
                <a:lnTo>
                  <a:pt x="2686" y="103"/>
                </a:lnTo>
                <a:lnTo>
                  <a:pt x="2685" y="102"/>
                </a:lnTo>
                <a:lnTo>
                  <a:pt x="2684" y="102"/>
                </a:lnTo>
                <a:lnTo>
                  <a:pt x="2683" y="101"/>
                </a:lnTo>
                <a:lnTo>
                  <a:pt x="2682" y="101"/>
                </a:lnTo>
                <a:lnTo>
                  <a:pt x="2682" y="120"/>
                </a:lnTo>
                <a:lnTo>
                  <a:pt x="2681" y="120"/>
                </a:lnTo>
                <a:lnTo>
                  <a:pt x="2680" y="119"/>
                </a:lnTo>
                <a:lnTo>
                  <a:pt x="2679" y="119"/>
                </a:lnTo>
                <a:lnTo>
                  <a:pt x="2678" y="119"/>
                </a:lnTo>
                <a:lnTo>
                  <a:pt x="2678" y="118"/>
                </a:lnTo>
                <a:lnTo>
                  <a:pt x="2677" y="118"/>
                </a:lnTo>
                <a:lnTo>
                  <a:pt x="2676" y="118"/>
                </a:lnTo>
                <a:lnTo>
                  <a:pt x="2675" y="117"/>
                </a:lnTo>
                <a:lnTo>
                  <a:pt x="2674" y="117"/>
                </a:lnTo>
                <a:lnTo>
                  <a:pt x="2673" y="116"/>
                </a:lnTo>
                <a:lnTo>
                  <a:pt x="2672" y="116"/>
                </a:lnTo>
                <a:lnTo>
                  <a:pt x="2671" y="115"/>
                </a:lnTo>
                <a:lnTo>
                  <a:pt x="2670" y="115"/>
                </a:lnTo>
                <a:lnTo>
                  <a:pt x="2669" y="114"/>
                </a:lnTo>
                <a:lnTo>
                  <a:pt x="2668" y="114"/>
                </a:lnTo>
                <a:lnTo>
                  <a:pt x="2667" y="114"/>
                </a:lnTo>
                <a:lnTo>
                  <a:pt x="2667" y="113"/>
                </a:lnTo>
                <a:lnTo>
                  <a:pt x="2666" y="133"/>
                </a:lnTo>
                <a:lnTo>
                  <a:pt x="2665" y="132"/>
                </a:lnTo>
                <a:lnTo>
                  <a:pt x="2664" y="132"/>
                </a:lnTo>
                <a:lnTo>
                  <a:pt x="2663" y="131"/>
                </a:lnTo>
                <a:lnTo>
                  <a:pt x="2662" y="131"/>
                </a:lnTo>
                <a:lnTo>
                  <a:pt x="2661" y="130"/>
                </a:lnTo>
                <a:lnTo>
                  <a:pt x="2660" y="130"/>
                </a:lnTo>
                <a:lnTo>
                  <a:pt x="2659" y="129"/>
                </a:lnTo>
                <a:lnTo>
                  <a:pt x="2658" y="129"/>
                </a:lnTo>
                <a:lnTo>
                  <a:pt x="2657" y="129"/>
                </a:lnTo>
                <a:lnTo>
                  <a:pt x="2657" y="128"/>
                </a:lnTo>
                <a:lnTo>
                  <a:pt x="2656" y="128"/>
                </a:lnTo>
                <a:lnTo>
                  <a:pt x="2655" y="128"/>
                </a:lnTo>
                <a:lnTo>
                  <a:pt x="2654" y="127"/>
                </a:lnTo>
                <a:lnTo>
                  <a:pt x="2653" y="127"/>
                </a:lnTo>
                <a:lnTo>
                  <a:pt x="2652" y="126"/>
                </a:lnTo>
                <a:lnTo>
                  <a:pt x="2651" y="126"/>
                </a:lnTo>
                <a:lnTo>
                  <a:pt x="2650" y="125"/>
                </a:lnTo>
                <a:lnTo>
                  <a:pt x="2649" y="125"/>
                </a:lnTo>
                <a:lnTo>
                  <a:pt x="2648" y="125"/>
                </a:lnTo>
                <a:lnTo>
                  <a:pt x="2648" y="124"/>
                </a:lnTo>
                <a:lnTo>
                  <a:pt x="2647" y="124"/>
                </a:lnTo>
                <a:lnTo>
                  <a:pt x="2646" y="124"/>
                </a:lnTo>
                <a:lnTo>
                  <a:pt x="2645" y="123"/>
                </a:lnTo>
                <a:lnTo>
                  <a:pt x="2644" y="123"/>
                </a:lnTo>
                <a:lnTo>
                  <a:pt x="2644" y="122"/>
                </a:lnTo>
                <a:lnTo>
                  <a:pt x="2643" y="122"/>
                </a:lnTo>
                <a:lnTo>
                  <a:pt x="2642" y="122"/>
                </a:lnTo>
                <a:lnTo>
                  <a:pt x="2641" y="121"/>
                </a:lnTo>
                <a:lnTo>
                  <a:pt x="2640" y="121"/>
                </a:lnTo>
                <a:lnTo>
                  <a:pt x="2639" y="120"/>
                </a:lnTo>
                <a:lnTo>
                  <a:pt x="2638" y="120"/>
                </a:lnTo>
                <a:lnTo>
                  <a:pt x="2637" y="120"/>
                </a:lnTo>
                <a:lnTo>
                  <a:pt x="2637" y="119"/>
                </a:lnTo>
                <a:lnTo>
                  <a:pt x="2636" y="119"/>
                </a:lnTo>
                <a:lnTo>
                  <a:pt x="2635" y="119"/>
                </a:lnTo>
                <a:lnTo>
                  <a:pt x="2635" y="118"/>
                </a:lnTo>
                <a:lnTo>
                  <a:pt x="2634" y="118"/>
                </a:lnTo>
                <a:lnTo>
                  <a:pt x="2633" y="118"/>
                </a:lnTo>
                <a:lnTo>
                  <a:pt x="2632" y="117"/>
                </a:lnTo>
                <a:lnTo>
                  <a:pt x="2631" y="117"/>
                </a:lnTo>
                <a:lnTo>
                  <a:pt x="2631" y="136"/>
                </a:lnTo>
                <a:lnTo>
                  <a:pt x="2630" y="136"/>
                </a:lnTo>
                <a:lnTo>
                  <a:pt x="2629" y="136"/>
                </a:lnTo>
                <a:lnTo>
                  <a:pt x="2628" y="135"/>
                </a:lnTo>
                <a:lnTo>
                  <a:pt x="2627" y="135"/>
                </a:lnTo>
                <a:lnTo>
                  <a:pt x="2626" y="134"/>
                </a:lnTo>
                <a:lnTo>
                  <a:pt x="2625" y="134"/>
                </a:lnTo>
                <a:lnTo>
                  <a:pt x="2624" y="134"/>
                </a:lnTo>
                <a:lnTo>
                  <a:pt x="2624" y="133"/>
                </a:lnTo>
                <a:lnTo>
                  <a:pt x="2623" y="133"/>
                </a:lnTo>
                <a:lnTo>
                  <a:pt x="2622" y="132"/>
                </a:lnTo>
                <a:lnTo>
                  <a:pt x="2621" y="132"/>
                </a:lnTo>
                <a:lnTo>
                  <a:pt x="2620" y="132"/>
                </a:lnTo>
                <a:lnTo>
                  <a:pt x="2620" y="131"/>
                </a:lnTo>
                <a:lnTo>
                  <a:pt x="2619" y="131"/>
                </a:lnTo>
                <a:lnTo>
                  <a:pt x="2618" y="131"/>
                </a:lnTo>
                <a:lnTo>
                  <a:pt x="2617" y="130"/>
                </a:lnTo>
                <a:lnTo>
                  <a:pt x="2616" y="130"/>
                </a:lnTo>
                <a:lnTo>
                  <a:pt x="2615" y="130"/>
                </a:lnTo>
                <a:lnTo>
                  <a:pt x="2615" y="129"/>
                </a:lnTo>
                <a:lnTo>
                  <a:pt x="2614" y="129"/>
                </a:lnTo>
                <a:lnTo>
                  <a:pt x="2613" y="128"/>
                </a:lnTo>
                <a:lnTo>
                  <a:pt x="2612" y="128"/>
                </a:lnTo>
                <a:lnTo>
                  <a:pt x="2611" y="148"/>
                </a:lnTo>
                <a:lnTo>
                  <a:pt x="2611" y="147"/>
                </a:lnTo>
                <a:lnTo>
                  <a:pt x="2610" y="147"/>
                </a:lnTo>
                <a:lnTo>
                  <a:pt x="2609" y="147"/>
                </a:lnTo>
                <a:lnTo>
                  <a:pt x="2608" y="146"/>
                </a:lnTo>
                <a:lnTo>
                  <a:pt x="2607" y="146"/>
                </a:lnTo>
                <a:lnTo>
                  <a:pt x="2607" y="145"/>
                </a:lnTo>
                <a:lnTo>
                  <a:pt x="2606" y="145"/>
                </a:lnTo>
                <a:lnTo>
                  <a:pt x="2605" y="145"/>
                </a:lnTo>
                <a:lnTo>
                  <a:pt x="2604" y="144"/>
                </a:lnTo>
                <a:lnTo>
                  <a:pt x="2603" y="144"/>
                </a:lnTo>
                <a:lnTo>
                  <a:pt x="2602" y="143"/>
                </a:lnTo>
                <a:lnTo>
                  <a:pt x="2601" y="143"/>
                </a:lnTo>
                <a:lnTo>
                  <a:pt x="2600" y="143"/>
                </a:lnTo>
                <a:lnTo>
                  <a:pt x="2600" y="142"/>
                </a:lnTo>
                <a:lnTo>
                  <a:pt x="2599" y="142"/>
                </a:lnTo>
                <a:lnTo>
                  <a:pt x="2598" y="142"/>
                </a:lnTo>
                <a:lnTo>
                  <a:pt x="2598" y="141"/>
                </a:lnTo>
                <a:lnTo>
                  <a:pt x="2597" y="141"/>
                </a:lnTo>
                <a:lnTo>
                  <a:pt x="2596" y="141"/>
                </a:lnTo>
                <a:lnTo>
                  <a:pt x="2595" y="140"/>
                </a:lnTo>
                <a:lnTo>
                  <a:pt x="2595" y="160"/>
                </a:lnTo>
                <a:lnTo>
                  <a:pt x="2594" y="160"/>
                </a:lnTo>
                <a:lnTo>
                  <a:pt x="2593" y="159"/>
                </a:lnTo>
                <a:lnTo>
                  <a:pt x="2592" y="159"/>
                </a:lnTo>
                <a:lnTo>
                  <a:pt x="2591" y="159"/>
                </a:lnTo>
                <a:lnTo>
                  <a:pt x="2591" y="158"/>
                </a:lnTo>
                <a:lnTo>
                  <a:pt x="2590" y="158"/>
                </a:lnTo>
                <a:lnTo>
                  <a:pt x="2589" y="158"/>
                </a:lnTo>
                <a:lnTo>
                  <a:pt x="2588" y="157"/>
                </a:lnTo>
                <a:lnTo>
                  <a:pt x="2587" y="157"/>
                </a:lnTo>
                <a:lnTo>
                  <a:pt x="2587" y="156"/>
                </a:lnTo>
                <a:lnTo>
                  <a:pt x="2586" y="156"/>
                </a:lnTo>
                <a:lnTo>
                  <a:pt x="2585" y="156"/>
                </a:lnTo>
                <a:lnTo>
                  <a:pt x="2584" y="155"/>
                </a:lnTo>
                <a:lnTo>
                  <a:pt x="2583" y="155"/>
                </a:lnTo>
                <a:lnTo>
                  <a:pt x="2582" y="154"/>
                </a:lnTo>
                <a:lnTo>
                  <a:pt x="2581" y="154"/>
                </a:lnTo>
                <a:lnTo>
                  <a:pt x="2580" y="154"/>
                </a:lnTo>
                <a:lnTo>
                  <a:pt x="2580" y="153"/>
                </a:lnTo>
                <a:lnTo>
                  <a:pt x="2579" y="153"/>
                </a:lnTo>
                <a:lnTo>
                  <a:pt x="2578" y="153"/>
                </a:lnTo>
                <a:lnTo>
                  <a:pt x="2578" y="152"/>
                </a:lnTo>
                <a:lnTo>
                  <a:pt x="2577" y="152"/>
                </a:lnTo>
                <a:lnTo>
                  <a:pt x="2576" y="152"/>
                </a:lnTo>
                <a:lnTo>
                  <a:pt x="2575" y="151"/>
                </a:lnTo>
                <a:lnTo>
                  <a:pt x="2574" y="151"/>
                </a:lnTo>
                <a:lnTo>
                  <a:pt x="2573" y="150"/>
                </a:lnTo>
                <a:lnTo>
                  <a:pt x="2572" y="150"/>
                </a:lnTo>
                <a:lnTo>
                  <a:pt x="2571" y="150"/>
                </a:lnTo>
                <a:lnTo>
                  <a:pt x="2571" y="149"/>
                </a:lnTo>
                <a:lnTo>
                  <a:pt x="2570" y="149"/>
                </a:lnTo>
                <a:lnTo>
                  <a:pt x="2569" y="148"/>
                </a:lnTo>
                <a:lnTo>
                  <a:pt x="2568" y="148"/>
                </a:lnTo>
                <a:lnTo>
                  <a:pt x="2567" y="148"/>
                </a:lnTo>
                <a:lnTo>
                  <a:pt x="2567" y="147"/>
                </a:lnTo>
                <a:lnTo>
                  <a:pt x="2566" y="147"/>
                </a:lnTo>
                <a:lnTo>
                  <a:pt x="2565" y="147"/>
                </a:lnTo>
                <a:lnTo>
                  <a:pt x="2564" y="146"/>
                </a:lnTo>
                <a:lnTo>
                  <a:pt x="2563" y="146"/>
                </a:lnTo>
                <a:lnTo>
                  <a:pt x="2562" y="145"/>
                </a:lnTo>
                <a:lnTo>
                  <a:pt x="2561" y="145"/>
                </a:lnTo>
                <a:lnTo>
                  <a:pt x="2560" y="145"/>
                </a:lnTo>
                <a:lnTo>
                  <a:pt x="2560" y="144"/>
                </a:lnTo>
                <a:lnTo>
                  <a:pt x="2559" y="144"/>
                </a:lnTo>
                <a:lnTo>
                  <a:pt x="2558" y="144"/>
                </a:lnTo>
                <a:lnTo>
                  <a:pt x="2558" y="143"/>
                </a:lnTo>
                <a:lnTo>
                  <a:pt x="2557" y="143"/>
                </a:lnTo>
                <a:lnTo>
                  <a:pt x="2556" y="143"/>
                </a:lnTo>
                <a:lnTo>
                  <a:pt x="2556" y="142"/>
                </a:lnTo>
                <a:lnTo>
                  <a:pt x="2555" y="142"/>
                </a:lnTo>
                <a:lnTo>
                  <a:pt x="2554" y="142"/>
                </a:lnTo>
                <a:lnTo>
                  <a:pt x="2553" y="141"/>
                </a:lnTo>
                <a:lnTo>
                  <a:pt x="2552" y="141"/>
                </a:lnTo>
                <a:lnTo>
                  <a:pt x="2551" y="141"/>
                </a:lnTo>
                <a:lnTo>
                  <a:pt x="2551" y="140"/>
                </a:lnTo>
                <a:lnTo>
                  <a:pt x="2550" y="140"/>
                </a:lnTo>
                <a:lnTo>
                  <a:pt x="2549" y="139"/>
                </a:lnTo>
                <a:lnTo>
                  <a:pt x="2548" y="139"/>
                </a:lnTo>
                <a:lnTo>
                  <a:pt x="2548" y="159"/>
                </a:lnTo>
                <a:lnTo>
                  <a:pt x="2547" y="159"/>
                </a:lnTo>
                <a:lnTo>
                  <a:pt x="2546" y="159"/>
                </a:lnTo>
                <a:lnTo>
                  <a:pt x="2546" y="158"/>
                </a:lnTo>
                <a:lnTo>
                  <a:pt x="2545" y="158"/>
                </a:lnTo>
                <a:lnTo>
                  <a:pt x="2544" y="158"/>
                </a:lnTo>
                <a:lnTo>
                  <a:pt x="2543" y="178"/>
                </a:lnTo>
                <a:lnTo>
                  <a:pt x="2543" y="177"/>
                </a:lnTo>
                <a:lnTo>
                  <a:pt x="2542" y="177"/>
                </a:lnTo>
                <a:lnTo>
                  <a:pt x="2541" y="177"/>
                </a:lnTo>
                <a:lnTo>
                  <a:pt x="2540" y="176"/>
                </a:lnTo>
                <a:lnTo>
                  <a:pt x="2539" y="196"/>
                </a:lnTo>
                <a:lnTo>
                  <a:pt x="2538" y="196"/>
                </a:lnTo>
                <a:lnTo>
                  <a:pt x="2537" y="196"/>
                </a:lnTo>
                <a:lnTo>
                  <a:pt x="2537" y="195"/>
                </a:lnTo>
                <a:lnTo>
                  <a:pt x="2536" y="195"/>
                </a:lnTo>
                <a:lnTo>
                  <a:pt x="2535" y="195"/>
                </a:lnTo>
                <a:lnTo>
                  <a:pt x="2534" y="194"/>
                </a:lnTo>
                <a:lnTo>
                  <a:pt x="2533" y="194"/>
                </a:lnTo>
                <a:lnTo>
                  <a:pt x="2533" y="193"/>
                </a:lnTo>
                <a:lnTo>
                  <a:pt x="2532" y="193"/>
                </a:lnTo>
                <a:lnTo>
                  <a:pt x="2531" y="193"/>
                </a:lnTo>
                <a:lnTo>
                  <a:pt x="2530" y="192"/>
                </a:lnTo>
                <a:lnTo>
                  <a:pt x="2529" y="192"/>
                </a:lnTo>
                <a:lnTo>
                  <a:pt x="2528" y="192"/>
                </a:lnTo>
                <a:lnTo>
                  <a:pt x="2528" y="191"/>
                </a:lnTo>
                <a:lnTo>
                  <a:pt x="2527" y="191"/>
                </a:lnTo>
                <a:lnTo>
                  <a:pt x="2526" y="191"/>
                </a:lnTo>
                <a:lnTo>
                  <a:pt x="2526" y="190"/>
                </a:lnTo>
                <a:lnTo>
                  <a:pt x="2525" y="190"/>
                </a:lnTo>
                <a:lnTo>
                  <a:pt x="2524" y="190"/>
                </a:lnTo>
                <a:lnTo>
                  <a:pt x="2524" y="189"/>
                </a:lnTo>
                <a:lnTo>
                  <a:pt x="2523" y="189"/>
                </a:lnTo>
                <a:lnTo>
                  <a:pt x="2522" y="189"/>
                </a:lnTo>
                <a:lnTo>
                  <a:pt x="2521" y="188"/>
                </a:lnTo>
                <a:lnTo>
                  <a:pt x="2520" y="188"/>
                </a:lnTo>
                <a:lnTo>
                  <a:pt x="2519" y="187"/>
                </a:lnTo>
                <a:lnTo>
                  <a:pt x="2518" y="187"/>
                </a:lnTo>
                <a:lnTo>
                  <a:pt x="2517" y="187"/>
                </a:lnTo>
                <a:lnTo>
                  <a:pt x="2517" y="186"/>
                </a:lnTo>
                <a:lnTo>
                  <a:pt x="2516" y="186"/>
                </a:lnTo>
                <a:lnTo>
                  <a:pt x="2515" y="185"/>
                </a:lnTo>
                <a:lnTo>
                  <a:pt x="2514" y="185"/>
                </a:lnTo>
                <a:lnTo>
                  <a:pt x="2513" y="185"/>
                </a:lnTo>
                <a:lnTo>
                  <a:pt x="2513" y="184"/>
                </a:lnTo>
                <a:lnTo>
                  <a:pt x="2512" y="184"/>
                </a:lnTo>
                <a:lnTo>
                  <a:pt x="2511" y="184"/>
                </a:lnTo>
                <a:lnTo>
                  <a:pt x="2510" y="183"/>
                </a:lnTo>
                <a:lnTo>
                  <a:pt x="2509" y="183"/>
                </a:lnTo>
                <a:lnTo>
                  <a:pt x="2508" y="183"/>
                </a:lnTo>
                <a:lnTo>
                  <a:pt x="2508" y="182"/>
                </a:lnTo>
                <a:lnTo>
                  <a:pt x="2507" y="182"/>
                </a:lnTo>
                <a:lnTo>
                  <a:pt x="2506" y="182"/>
                </a:lnTo>
                <a:lnTo>
                  <a:pt x="2506" y="181"/>
                </a:lnTo>
                <a:lnTo>
                  <a:pt x="2505" y="181"/>
                </a:lnTo>
                <a:lnTo>
                  <a:pt x="2504" y="181"/>
                </a:lnTo>
                <a:lnTo>
                  <a:pt x="2504" y="180"/>
                </a:lnTo>
                <a:lnTo>
                  <a:pt x="2503" y="180"/>
                </a:lnTo>
                <a:lnTo>
                  <a:pt x="2502" y="180"/>
                </a:lnTo>
                <a:lnTo>
                  <a:pt x="2501" y="179"/>
                </a:lnTo>
                <a:lnTo>
                  <a:pt x="2500" y="179"/>
                </a:lnTo>
                <a:lnTo>
                  <a:pt x="2499" y="178"/>
                </a:lnTo>
                <a:lnTo>
                  <a:pt x="2498" y="199"/>
                </a:lnTo>
                <a:lnTo>
                  <a:pt x="2497" y="198"/>
                </a:lnTo>
                <a:lnTo>
                  <a:pt x="2496" y="198"/>
                </a:lnTo>
                <a:lnTo>
                  <a:pt x="2495" y="197"/>
                </a:lnTo>
                <a:lnTo>
                  <a:pt x="2494" y="197"/>
                </a:lnTo>
                <a:lnTo>
                  <a:pt x="2493" y="197"/>
                </a:lnTo>
                <a:lnTo>
                  <a:pt x="2493" y="196"/>
                </a:lnTo>
                <a:lnTo>
                  <a:pt x="2492" y="196"/>
                </a:lnTo>
                <a:lnTo>
                  <a:pt x="2491" y="196"/>
                </a:lnTo>
                <a:lnTo>
                  <a:pt x="2490" y="195"/>
                </a:lnTo>
                <a:lnTo>
                  <a:pt x="2489" y="195"/>
                </a:lnTo>
                <a:lnTo>
                  <a:pt x="2489" y="194"/>
                </a:lnTo>
                <a:lnTo>
                  <a:pt x="2488" y="194"/>
                </a:lnTo>
                <a:lnTo>
                  <a:pt x="2487" y="194"/>
                </a:lnTo>
                <a:lnTo>
                  <a:pt x="2486" y="193"/>
                </a:lnTo>
                <a:lnTo>
                  <a:pt x="2485" y="193"/>
                </a:lnTo>
                <a:lnTo>
                  <a:pt x="2484" y="193"/>
                </a:lnTo>
                <a:lnTo>
                  <a:pt x="2484" y="192"/>
                </a:lnTo>
                <a:lnTo>
                  <a:pt x="2483" y="192"/>
                </a:lnTo>
                <a:lnTo>
                  <a:pt x="2482" y="192"/>
                </a:lnTo>
                <a:lnTo>
                  <a:pt x="2481" y="191"/>
                </a:lnTo>
                <a:lnTo>
                  <a:pt x="2480" y="191"/>
                </a:lnTo>
                <a:lnTo>
                  <a:pt x="2480" y="190"/>
                </a:lnTo>
                <a:lnTo>
                  <a:pt x="2479" y="211"/>
                </a:lnTo>
                <a:lnTo>
                  <a:pt x="2478" y="211"/>
                </a:lnTo>
                <a:lnTo>
                  <a:pt x="2477" y="211"/>
                </a:lnTo>
                <a:lnTo>
                  <a:pt x="2477" y="210"/>
                </a:lnTo>
                <a:lnTo>
                  <a:pt x="2476" y="210"/>
                </a:lnTo>
                <a:lnTo>
                  <a:pt x="2475" y="209"/>
                </a:lnTo>
                <a:lnTo>
                  <a:pt x="2474" y="209"/>
                </a:lnTo>
                <a:lnTo>
                  <a:pt x="2473" y="209"/>
                </a:lnTo>
                <a:lnTo>
                  <a:pt x="2473" y="208"/>
                </a:lnTo>
                <a:lnTo>
                  <a:pt x="2472" y="208"/>
                </a:lnTo>
                <a:lnTo>
                  <a:pt x="2471" y="208"/>
                </a:lnTo>
                <a:lnTo>
                  <a:pt x="2470" y="207"/>
                </a:lnTo>
                <a:lnTo>
                  <a:pt x="2469" y="207"/>
                </a:lnTo>
                <a:lnTo>
                  <a:pt x="2468" y="206"/>
                </a:lnTo>
                <a:lnTo>
                  <a:pt x="2467" y="206"/>
                </a:lnTo>
                <a:lnTo>
                  <a:pt x="2466" y="205"/>
                </a:lnTo>
                <a:lnTo>
                  <a:pt x="2465" y="205"/>
                </a:lnTo>
                <a:lnTo>
                  <a:pt x="2464" y="205"/>
                </a:lnTo>
                <a:lnTo>
                  <a:pt x="2464" y="204"/>
                </a:lnTo>
                <a:lnTo>
                  <a:pt x="2463" y="204"/>
                </a:lnTo>
                <a:lnTo>
                  <a:pt x="2462" y="204"/>
                </a:lnTo>
                <a:lnTo>
                  <a:pt x="2461" y="203"/>
                </a:lnTo>
                <a:lnTo>
                  <a:pt x="2460" y="203"/>
                </a:lnTo>
                <a:lnTo>
                  <a:pt x="2459" y="202"/>
                </a:lnTo>
                <a:lnTo>
                  <a:pt x="2458" y="202"/>
                </a:lnTo>
                <a:lnTo>
                  <a:pt x="2457" y="202"/>
                </a:lnTo>
                <a:lnTo>
                  <a:pt x="2457" y="201"/>
                </a:lnTo>
                <a:lnTo>
                  <a:pt x="2456" y="201"/>
                </a:lnTo>
                <a:lnTo>
                  <a:pt x="2455" y="200"/>
                </a:lnTo>
                <a:lnTo>
                  <a:pt x="2454" y="200"/>
                </a:lnTo>
                <a:lnTo>
                  <a:pt x="2453" y="200"/>
                </a:lnTo>
                <a:lnTo>
                  <a:pt x="2453" y="199"/>
                </a:lnTo>
                <a:lnTo>
                  <a:pt x="2452" y="199"/>
                </a:lnTo>
                <a:lnTo>
                  <a:pt x="2451" y="199"/>
                </a:lnTo>
                <a:lnTo>
                  <a:pt x="2450" y="198"/>
                </a:lnTo>
                <a:lnTo>
                  <a:pt x="2449" y="198"/>
                </a:lnTo>
                <a:lnTo>
                  <a:pt x="2448" y="197"/>
                </a:lnTo>
                <a:lnTo>
                  <a:pt x="2447" y="197"/>
                </a:lnTo>
                <a:lnTo>
                  <a:pt x="2446" y="196"/>
                </a:lnTo>
                <a:lnTo>
                  <a:pt x="2445" y="196"/>
                </a:lnTo>
                <a:lnTo>
                  <a:pt x="2444" y="196"/>
                </a:lnTo>
                <a:lnTo>
                  <a:pt x="2444" y="195"/>
                </a:lnTo>
                <a:lnTo>
                  <a:pt x="2443" y="195"/>
                </a:lnTo>
                <a:lnTo>
                  <a:pt x="2442" y="195"/>
                </a:lnTo>
                <a:lnTo>
                  <a:pt x="2441" y="194"/>
                </a:lnTo>
                <a:lnTo>
                  <a:pt x="2440" y="194"/>
                </a:lnTo>
                <a:lnTo>
                  <a:pt x="2439" y="193"/>
                </a:lnTo>
                <a:lnTo>
                  <a:pt x="2438" y="193"/>
                </a:lnTo>
                <a:lnTo>
                  <a:pt x="2437" y="192"/>
                </a:lnTo>
                <a:lnTo>
                  <a:pt x="2436" y="192"/>
                </a:lnTo>
                <a:lnTo>
                  <a:pt x="2435" y="191"/>
                </a:lnTo>
                <a:lnTo>
                  <a:pt x="2434" y="191"/>
                </a:lnTo>
                <a:lnTo>
                  <a:pt x="2433" y="191"/>
                </a:lnTo>
                <a:lnTo>
                  <a:pt x="2433" y="190"/>
                </a:lnTo>
                <a:lnTo>
                  <a:pt x="2432" y="190"/>
                </a:lnTo>
                <a:lnTo>
                  <a:pt x="2431" y="211"/>
                </a:lnTo>
                <a:lnTo>
                  <a:pt x="2430" y="211"/>
                </a:lnTo>
                <a:lnTo>
                  <a:pt x="2429" y="210"/>
                </a:lnTo>
                <a:lnTo>
                  <a:pt x="2428" y="210"/>
                </a:lnTo>
                <a:lnTo>
                  <a:pt x="2427" y="209"/>
                </a:lnTo>
                <a:lnTo>
                  <a:pt x="2426" y="209"/>
                </a:lnTo>
                <a:lnTo>
                  <a:pt x="2425" y="208"/>
                </a:lnTo>
                <a:lnTo>
                  <a:pt x="2424" y="208"/>
                </a:lnTo>
                <a:lnTo>
                  <a:pt x="2423" y="208"/>
                </a:lnTo>
                <a:lnTo>
                  <a:pt x="2423" y="207"/>
                </a:lnTo>
                <a:lnTo>
                  <a:pt x="2422" y="207"/>
                </a:lnTo>
                <a:lnTo>
                  <a:pt x="2421" y="207"/>
                </a:lnTo>
                <a:lnTo>
                  <a:pt x="2420" y="206"/>
                </a:lnTo>
                <a:lnTo>
                  <a:pt x="2419" y="206"/>
                </a:lnTo>
                <a:lnTo>
                  <a:pt x="2419" y="205"/>
                </a:lnTo>
                <a:lnTo>
                  <a:pt x="2418" y="205"/>
                </a:lnTo>
                <a:lnTo>
                  <a:pt x="2417" y="205"/>
                </a:lnTo>
                <a:lnTo>
                  <a:pt x="2416" y="204"/>
                </a:lnTo>
                <a:lnTo>
                  <a:pt x="2415" y="226"/>
                </a:lnTo>
                <a:lnTo>
                  <a:pt x="2414" y="225"/>
                </a:lnTo>
                <a:lnTo>
                  <a:pt x="2413" y="225"/>
                </a:lnTo>
                <a:lnTo>
                  <a:pt x="2413" y="224"/>
                </a:lnTo>
                <a:lnTo>
                  <a:pt x="2412" y="224"/>
                </a:lnTo>
                <a:lnTo>
                  <a:pt x="2411" y="224"/>
                </a:lnTo>
                <a:lnTo>
                  <a:pt x="2410" y="223"/>
                </a:lnTo>
                <a:lnTo>
                  <a:pt x="2409" y="223"/>
                </a:lnTo>
                <a:lnTo>
                  <a:pt x="2408" y="222"/>
                </a:lnTo>
                <a:lnTo>
                  <a:pt x="2407" y="222"/>
                </a:lnTo>
                <a:lnTo>
                  <a:pt x="2406" y="222"/>
                </a:lnTo>
                <a:lnTo>
                  <a:pt x="2406" y="221"/>
                </a:lnTo>
                <a:lnTo>
                  <a:pt x="2405" y="221"/>
                </a:lnTo>
                <a:lnTo>
                  <a:pt x="2404" y="221"/>
                </a:lnTo>
                <a:lnTo>
                  <a:pt x="2404" y="220"/>
                </a:lnTo>
                <a:lnTo>
                  <a:pt x="2403" y="220"/>
                </a:lnTo>
                <a:lnTo>
                  <a:pt x="2402" y="220"/>
                </a:lnTo>
                <a:lnTo>
                  <a:pt x="2402" y="219"/>
                </a:lnTo>
                <a:lnTo>
                  <a:pt x="2401" y="219"/>
                </a:lnTo>
                <a:lnTo>
                  <a:pt x="2400" y="219"/>
                </a:lnTo>
                <a:lnTo>
                  <a:pt x="2399" y="218"/>
                </a:lnTo>
                <a:lnTo>
                  <a:pt x="2398" y="218"/>
                </a:lnTo>
                <a:lnTo>
                  <a:pt x="2397" y="218"/>
                </a:lnTo>
                <a:lnTo>
                  <a:pt x="2397" y="217"/>
                </a:lnTo>
                <a:lnTo>
                  <a:pt x="2396" y="217"/>
                </a:lnTo>
                <a:lnTo>
                  <a:pt x="2395" y="217"/>
                </a:lnTo>
                <a:lnTo>
                  <a:pt x="2394" y="216"/>
                </a:lnTo>
                <a:lnTo>
                  <a:pt x="2393" y="216"/>
                </a:lnTo>
                <a:lnTo>
                  <a:pt x="2393" y="215"/>
                </a:lnTo>
                <a:lnTo>
                  <a:pt x="2392" y="215"/>
                </a:lnTo>
                <a:lnTo>
                  <a:pt x="2391" y="215"/>
                </a:lnTo>
                <a:lnTo>
                  <a:pt x="2390" y="214"/>
                </a:lnTo>
                <a:lnTo>
                  <a:pt x="2389" y="214"/>
                </a:lnTo>
                <a:lnTo>
                  <a:pt x="2388" y="213"/>
                </a:lnTo>
                <a:lnTo>
                  <a:pt x="2387" y="213"/>
                </a:lnTo>
                <a:lnTo>
                  <a:pt x="2386" y="213"/>
                </a:lnTo>
                <a:lnTo>
                  <a:pt x="2386" y="212"/>
                </a:lnTo>
                <a:lnTo>
                  <a:pt x="2385" y="212"/>
                </a:lnTo>
                <a:lnTo>
                  <a:pt x="2384" y="212"/>
                </a:lnTo>
                <a:lnTo>
                  <a:pt x="2384" y="211"/>
                </a:lnTo>
                <a:lnTo>
                  <a:pt x="2383" y="211"/>
                </a:lnTo>
                <a:lnTo>
                  <a:pt x="2382" y="211"/>
                </a:lnTo>
                <a:lnTo>
                  <a:pt x="2382" y="210"/>
                </a:lnTo>
                <a:lnTo>
                  <a:pt x="2381" y="210"/>
                </a:lnTo>
                <a:lnTo>
                  <a:pt x="2380" y="210"/>
                </a:lnTo>
                <a:lnTo>
                  <a:pt x="2379" y="209"/>
                </a:lnTo>
                <a:lnTo>
                  <a:pt x="2378" y="209"/>
                </a:lnTo>
                <a:lnTo>
                  <a:pt x="2377" y="209"/>
                </a:lnTo>
                <a:lnTo>
                  <a:pt x="2377" y="208"/>
                </a:lnTo>
                <a:lnTo>
                  <a:pt x="2376" y="208"/>
                </a:lnTo>
                <a:lnTo>
                  <a:pt x="2375" y="207"/>
                </a:lnTo>
                <a:lnTo>
                  <a:pt x="2374" y="207"/>
                </a:lnTo>
                <a:lnTo>
                  <a:pt x="2373" y="207"/>
                </a:lnTo>
                <a:lnTo>
                  <a:pt x="2373" y="206"/>
                </a:lnTo>
                <a:lnTo>
                  <a:pt x="2372" y="206"/>
                </a:lnTo>
                <a:lnTo>
                  <a:pt x="2371" y="206"/>
                </a:lnTo>
                <a:lnTo>
                  <a:pt x="2370" y="205"/>
                </a:lnTo>
                <a:lnTo>
                  <a:pt x="2369" y="205"/>
                </a:lnTo>
                <a:lnTo>
                  <a:pt x="2368" y="204"/>
                </a:lnTo>
                <a:lnTo>
                  <a:pt x="2367" y="204"/>
                </a:lnTo>
                <a:lnTo>
                  <a:pt x="2366" y="203"/>
                </a:lnTo>
                <a:lnTo>
                  <a:pt x="2365" y="203"/>
                </a:lnTo>
                <a:lnTo>
                  <a:pt x="2364" y="202"/>
                </a:lnTo>
                <a:lnTo>
                  <a:pt x="2363" y="202"/>
                </a:lnTo>
                <a:lnTo>
                  <a:pt x="2362" y="202"/>
                </a:lnTo>
                <a:lnTo>
                  <a:pt x="2362" y="201"/>
                </a:lnTo>
                <a:lnTo>
                  <a:pt x="2361" y="201"/>
                </a:lnTo>
                <a:lnTo>
                  <a:pt x="2360" y="201"/>
                </a:lnTo>
                <a:lnTo>
                  <a:pt x="2359" y="200"/>
                </a:lnTo>
                <a:lnTo>
                  <a:pt x="2358" y="200"/>
                </a:lnTo>
                <a:lnTo>
                  <a:pt x="2357" y="200"/>
                </a:lnTo>
                <a:lnTo>
                  <a:pt x="2357" y="199"/>
                </a:lnTo>
                <a:lnTo>
                  <a:pt x="2356" y="199"/>
                </a:lnTo>
                <a:lnTo>
                  <a:pt x="2355" y="198"/>
                </a:lnTo>
                <a:lnTo>
                  <a:pt x="2354" y="198"/>
                </a:lnTo>
                <a:lnTo>
                  <a:pt x="2353" y="198"/>
                </a:lnTo>
                <a:lnTo>
                  <a:pt x="2353" y="197"/>
                </a:lnTo>
                <a:lnTo>
                  <a:pt x="2352" y="197"/>
                </a:lnTo>
                <a:lnTo>
                  <a:pt x="2351" y="197"/>
                </a:lnTo>
                <a:lnTo>
                  <a:pt x="2350" y="196"/>
                </a:lnTo>
                <a:lnTo>
                  <a:pt x="2349" y="196"/>
                </a:lnTo>
                <a:lnTo>
                  <a:pt x="2348" y="195"/>
                </a:lnTo>
                <a:lnTo>
                  <a:pt x="2347" y="217"/>
                </a:lnTo>
                <a:lnTo>
                  <a:pt x="2346" y="217"/>
                </a:lnTo>
                <a:lnTo>
                  <a:pt x="2346" y="216"/>
                </a:lnTo>
                <a:lnTo>
                  <a:pt x="2345" y="216"/>
                </a:lnTo>
                <a:lnTo>
                  <a:pt x="2344" y="216"/>
                </a:lnTo>
                <a:lnTo>
                  <a:pt x="2343" y="215"/>
                </a:lnTo>
                <a:lnTo>
                  <a:pt x="2342" y="215"/>
                </a:lnTo>
                <a:lnTo>
                  <a:pt x="2341" y="214"/>
                </a:lnTo>
                <a:lnTo>
                  <a:pt x="2340" y="214"/>
                </a:lnTo>
                <a:lnTo>
                  <a:pt x="2339" y="214"/>
                </a:lnTo>
                <a:lnTo>
                  <a:pt x="2339" y="213"/>
                </a:lnTo>
                <a:lnTo>
                  <a:pt x="2338" y="213"/>
                </a:lnTo>
                <a:lnTo>
                  <a:pt x="2337" y="213"/>
                </a:lnTo>
                <a:lnTo>
                  <a:pt x="2337" y="212"/>
                </a:lnTo>
                <a:lnTo>
                  <a:pt x="2336" y="212"/>
                </a:lnTo>
                <a:lnTo>
                  <a:pt x="2335" y="212"/>
                </a:lnTo>
                <a:lnTo>
                  <a:pt x="2335" y="211"/>
                </a:lnTo>
                <a:lnTo>
                  <a:pt x="2334" y="211"/>
                </a:lnTo>
                <a:lnTo>
                  <a:pt x="2333" y="211"/>
                </a:lnTo>
                <a:lnTo>
                  <a:pt x="2332" y="210"/>
                </a:lnTo>
                <a:lnTo>
                  <a:pt x="2331" y="210"/>
                </a:lnTo>
                <a:lnTo>
                  <a:pt x="2330" y="210"/>
                </a:lnTo>
                <a:lnTo>
                  <a:pt x="2330" y="209"/>
                </a:lnTo>
                <a:lnTo>
                  <a:pt x="2329" y="209"/>
                </a:lnTo>
                <a:lnTo>
                  <a:pt x="2328" y="208"/>
                </a:lnTo>
                <a:lnTo>
                  <a:pt x="2327" y="208"/>
                </a:lnTo>
                <a:lnTo>
                  <a:pt x="2326" y="230"/>
                </a:lnTo>
                <a:lnTo>
                  <a:pt x="2325" y="230"/>
                </a:lnTo>
                <a:lnTo>
                  <a:pt x="2325" y="229"/>
                </a:lnTo>
                <a:lnTo>
                  <a:pt x="2324" y="229"/>
                </a:lnTo>
                <a:lnTo>
                  <a:pt x="2323" y="229"/>
                </a:lnTo>
                <a:lnTo>
                  <a:pt x="2323" y="228"/>
                </a:lnTo>
                <a:lnTo>
                  <a:pt x="2322" y="228"/>
                </a:lnTo>
                <a:lnTo>
                  <a:pt x="2321" y="228"/>
                </a:lnTo>
                <a:lnTo>
                  <a:pt x="2320" y="227"/>
                </a:lnTo>
                <a:lnTo>
                  <a:pt x="2319" y="227"/>
                </a:lnTo>
                <a:lnTo>
                  <a:pt x="2318" y="226"/>
                </a:lnTo>
                <a:lnTo>
                  <a:pt x="2317" y="226"/>
                </a:lnTo>
                <a:lnTo>
                  <a:pt x="2316" y="226"/>
                </a:lnTo>
                <a:lnTo>
                  <a:pt x="2316" y="225"/>
                </a:lnTo>
                <a:lnTo>
                  <a:pt x="2315" y="225"/>
                </a:lnTo>
                <a:lnTo>
                  <a:pt x="2314" y="224"/>
                </a:lnTo>
                <a:lnTo>
                  <a:pt x="2313" y="224"/>
                </a:lnTo>
                <a:lnTo>
                  <a:pt x="2312" y="224"/>
                </a:lnTo>
                <a:lnTo>
                  <a:pt x="2312" y="223"/>
                </a:lnTo>
                <a:lnTo>
                  <a:pt x="2311" y="223"/>
                </a:lnTo>
                <a:lnTo>
                  <a:pt x="2310" y="223"/>
                </a:lnTo>
                <a:lnTo>
                  <a:pt x="2309" y="222"/>
                </a:lnTo>
                <a:lnTo>
                  <a:pt x="2308" y="222"/>
                </a:lnTo>
                <a:lnTo>
                  <a:pt x="2307" y="221"/>
                </a:lnTo>
                <a:lnTo>
                  <a:pt x="2306" y="221"/>
                </a:lnTo>
                <a:lnTo>
                  <a:pt x="2305" y="220"/>
                </a:lnTo>
                <a:lnTo>
                  <a:pt x="2304" y="220"/>
                </a:lnTo>
                <a:lnTo>
                  <a:pt x="2303" y="220"/>
                </a:lnTo>
                <a:lnTo>
                  <a:pt x="2303" y="219"/>
                </a:lnTo>
                <a:lnTo>
                  <a:pt x="2302" y="219"/>
                </a:lnTo>
                <a:lnTo>
                  <a:pt x="2302" y="242"/>
                </a:lnTo>
                <a:lnTo>
                  <a:pt x="2301" y="241"/>
                </a:lnTo>
                <a:lnTo>
                  <a:pt x="2300" y="241"/>
                </a:lnTo>
                <a:lnTo>
                  <a:pt x="2299" y="240"/>
                </a:lnTo>
                <a:lnTo>
                  <a:pt x="2298" y="240"/>
                </a:lnTo>
                <a:lnTo>
                  <a:pt x="2297" y="239"/>
                </a:lnTo>
                <a:lnTo>
                  <a:pt x="2296" y="239"/>
                </a:lnTo>
                <a:lnTo>
                  <a:pt x="2295" y="239"/>
                </a:lnTo>
                <a:lnTo>
                  <a:pt x="2295" y="238"/>
                </a:lnTo>
                <a:lnTo>
                  <a:pt x="2294" y="238"/>
                </a:lnTo>
                <a:lnTo>
                  <a:pt x="2293" y="238"/>
                </a:lnTo>
                <a:lnTo>
                  <a:pt x="2292" y="237"/>
                </a:lnTo>
                <a:lnTo>
                  <a:pt x="2291" y="237"/>
                </a:lnTo>
                <a:lnTo>
                  <a:pt x="2290" y="237"/>
                </a:lnTo>
                <a:lnTo>
                  <a:pt x="2290" y="236"/>
                </a:lnTo>
                <a:lnTo>
                  <a:pt x="2289" y="259"/>
                </a:lnTo>
                <a:lnTo>
                  <a:pt x="2289" y="258"/>
                </a:lnTo>
                <a:lnTo>
                  <a:pt x="2288" y="258"/>
                </a:lnTo>
                <a:lnTo>
                  <a:pt x="2287" y="258"/>
                </a:lnTo>
                <a:lnTo>
                  <a:pt x="2286" y="257"/>
                </a:lnTo>
                <a:lnTo>
                  <a:pt x="2285" y="257"/>
                </a:lnTo>
                <a:lnTo>
                  <a:pt x="2284" y="256"/>
                </a:lnTo>
                <a:lnTo>
                  <a:pt x="2283" y="256"/>
                </a:lnTo>
                <a:lnTo>
                  <a:pt x="2282" y="256"/>
                </a:lnTo>
                <a:lnTo>
                  <a:pt x="2282" y="255"/>
                </a:lnTo>
                <a:lnTo>
                  <a:pt x="2281" y="255"/>
                </a:lnTo>
                <a:lnTo>
                  <a:pt x="2280" y="255"/>
                </a:lnTo>
                <a:lnTo>
                  <a:pt x="2279" y="254"/>
                </a:lnTo>
                <a:lnTo>
                  <a:pt x="2278" y="254"/>
                </a:lnTo>
                <a:lnTo>
                  <a:pt x="2278" y="253"/>
                </a:lnTo>
                <a:lnTo>
                  <a:pt x="2277" y="253"/>
                </a:lnTo>
                <a:lnTo>
                  <a:pt x="2276" y="253"/>
                </a:lnTo>
                <a:lnTo>
                  <a:pt x="2275" y="252"/>
                </a:lnTo>
                <a:lnTo>
                  <a:pt x="2274" y="252"/>
                </a:lnTo>
                <a:lnTo>
                  <a:pt x="2273" y="252"/>
                </a:lnTo>
                <a:lnTo>
                  <a:pt x="2273" y="251"/>
                </a:lnTo>
                <a:lnTo>
                  <a:pt x="2272" y="251"/>
                </a:lnTo>
                <a:lnTo>
                  <a:pt x="2271" y="251"/>
                </a:lnTo>
                <a:lnTo>
                  <a:pt x="2270" y="250"/>
                </a:lnTo>
                <a:lnTo>
                  <a:pt x="2269" y="250"/>
                </a:lnTo>
                <a:lnTo>
                  <a:pt x="2269" y="249"/>
                </a:lnTo>
                <a:lnTo>
                  <a:pt x="2268" y="249"/>
                </a:lnTo>
                <a:lnTo>
                  <a:pt x="2268" y="272"/>
                </a:lnTo>
                <a:lnTo>
                  <a:pt x="2267" y="272"/>
                </a:lnTo>
                <a:lnTo>
                  <a:pt x="2266" y="271"/>
                </a:lnTo>
                <a:lnTo>
                  <a:pt x="2265" y="271"/>
                </a:lnTo>
                <a:lnTo>
                  <a:pt x="2264" y="270"/>
                </a:lnTo>
                <a:lnTo>
                  <a:pt x="2263" y="270"/>
                </a:lnTo>
                <a:lnTo>
                  <a:pt x="2262" y="270"/>
                </a:lnTo>
                <a:lnTo>
                  <a:pt x="2262" y="269"/>
                </a:lnTo>
                <a:lnTo>
                  <a:pt x="2261" y="269"/>
                </a:lnTo>
                <a:lnTo>
                  <a:pt x="2260" y="269"/>
                </a:lnTo>
                <a:lnTo>
                  <a:pt x="2260" y="268"/>
                </a:lnTo>
                <a:lnTo>
                  <a:pt x="2259" y="268"/>
                </a:lnTo>
                <a:lnTo>
                  <a:pt x="2258" y="268"/>
                </a:lnTo>
                <a:lnTo>
                  <a:pt x="2258" y="267"/>
                </a:lnTo>
                <a:lnTo>
                  <a:pt x="2257" y="267"/>
                </a:lnTo>
                <a:lnTo>
                  <a:pt x="2256" y="267"/>
                </a:lnTo>
                <a:lnTo>
                  <a:pt x="2255" y="266"/>
                </a:lnTo>
                <a:lnTo>
                  <a:pt x="2254" y="266"/>
                </a:lnTo>
                <a:lnTo>
                  <a:pt x="2253" y="266"/>
                </a:lnTo>
                <a:lnTo>
                  <a:pt x="2253" y="265"/>
                </a:lnTo>
                <a:lnTo>
                  <a:pt x="2252" y="265"/>
                </a:lnTo>
                <a:lnTo>
                  <a:pt x="2251" y="264"/>
                </a:lnTo>
                <a:lnTo>
                  <a:pt x="2250" y="264"/>
                </a:lnTo>
                <a:lnTo>
                  <a:pt x="2249" y="264"/>
                </a:lnTo>
                <a:lnTo>
                  <a:pt x="2249" y="263"/>
                </a:lnTo>
                <a:lnTo>
                  <a:pt x="2248" y="263"/>
                </a:lnTo>
                <a:lnTo>
                  <a:pt x="2247" y="263"/>
                </a:lnTo>
                <a:lnTo>
                  <a:pt x="2246" y="262"/>
                </a:lnTo>
                <a:lnTo>
                  <a:pt x="2245" y="262"/>
                </a:lnTo>
                <a:lnTo>
                  <a:pt x="2244" y="261"/>
                </a:lnTo>
                <a:lnTo>
                  <a:pt x="2243" y="261"/>
                </a:lnTo>
                <a:lnTo>
                  <a:pt x="2242" y="260"/>
                </a:lnTo>
                <a:lnTo>
                  <a:pt x="2242" y="283"/>
                </a:lnTo>
                <a:lnTo>
                  <a:pt x="2241" y="283"/>
                </a:lnTo>
                <a:lnTo>
                  <a:pt x="2240" y="283"/>
                </a:lnTo>
                <a:lnTo>
                  <a:pt x="2239" y="282"/>
                </a:lnTo>
                <a:lnTo>
                  <a:pt x="2238" y="282"/>
                </a:lnTo>
                <a:lnTo>
                  <a:pt x="2237" y="281"/>
                </a:lnTo>
                <a:lnTo>
                  <a:pt x="2236" y="281"/>
                </a:lnTo>
                <a:lnTo>
                  <a:pt x="2235" y="280"/>
                </a:lnTo>
                <a:lnTo>
                  <a:pt x="2234" y="280"/>
                </a:lnTo>
                <a:lnTo>
                  <a:pt x="2233" y="303"/>
                </a:lnTo>
                <a:lnTo>
                  <a:pt x="2232" y="302"/>
                </a:lnTo>
                <a:lnTo>
                  <a:pt x="2231" y="302"/>
                </a:lnTo>
                <a:lnTo>
                  <a:pt x="2230" y="301"/>
                </a:lnTo>
                <a:lnTo>
                  <a:pt x="2229" y="301"/>
                </a:lnTo>
                <a:lnTo>
                  <a:pt x="2228" y="301"/>
                </a:lnTo>
                <a:lnTo>
                  <a:pt x="2228" y="300"/>
                </a:lnTo>
                <a:lnTo>
                  <a:pt x="2227" y="300"/>
                </a:lnTo>
                <a:lnTo>
                  <a:pt x="2226" y="300"/>
                </a:lnTo>
                <a:lnTo>
                  <a:pt x="2226" y="299"/>
                </a:lnTo>
                <a:lnTo>
                  <a:pt x="2225" y="323"/>
                </a:lnTo>
                <a:lnTo>
                  <a:pt x="2225" y="322"/>
                </a:lnTo>
                <a:lnTo>
                  <a:pt x="2224" y="322"/>
                </a:lnTo>
                <a:lnTo>
                  <a:pt x="2223" y="322"/>
                </a:lnTo>
                <a:lnTo>
                  <a:pt x="2223" y="321"/>
                </a:lnTo>
                <a:lnTo>
                  <a:pt x="2222" y="321"/>
                </a:lnTo>
                <a:lnTo>
                  <a:pt x="2221" y="321"/>
                </a:lnTo>
                <a:lnTo>
                  <a:pt x="2221" y="320"/>
                </a:lnTo>
                <a:lnTo>
                  <a:pt x="2220" y="320"/>
                </a:lnTo>
                <a:lnTo>
                  <a:pt x="2219" y="320"/>
                </a:lnTo>
                <a:lnTo>
                  <a:pt x="2218" y="319"/>
                </a:lnTo>
                <a:lnTo>
                  <a:pt x="2217" y="319"/>
                </a:lnTo>
                <a:lnTo>
                  <a:pt x="2216" y="319"/>
                </a:lnTo>
                <a:lnTo>
                  <a:pt x="2216" y="318"/>
                </a:lnTo>
                <a:lnTo>
                  <a:pt x="2215" y="318"/>
                </a:lnTo>
                <a:lnTo>
                  <a:pt x="2214" y="341"/>
                </a:lnTo>
                <a:lnTo>
                  <a:pt x="2213" y="341"/>
                </a:lnTo>
                <a:lnTo>
                  <a:pt x="2213" y="340"/>
                </a:lnTo>
                <a:lnTo>
                  <a:pt x="2212" y="340"/>
                </a:lnTo>
                <a:lnTo>
                  <a:pt x="2211" y="340"/>
                </a:lnTo>
                <a:lnTo>
                  <a:pt x="2211" y="339"/>
                </a:lnTo>
                <a:lnTo>
                  <a:pt x="2210" y="339"/>
                </a:lnTo>
                <a:lnTo>
                  <a:pt x="2209" y="339"/>
                </a:lnTo>
                <a:lnTo>
                  <a:pt x="2208" y="338"/>
                </a:lnTo>
                <a:lnTo>
                  <a:pt x="2207" y="338"/>
                </a:lnTo>
                <a:lnTo>
                  <a:pt x="2206" y="338"/>
                </a:lnTo>
                <a:lnTo>
                  <a:pt x="2206" y="337"/>
                </a:lnTo>
                <a:lnTo>
                  <a:pt x="2205" y="337"/>
                </a:lnTo>
                <a:lnTo>
                  <a:pt x="2204" y="336"/>
                </a:lnTo>
                <a:lnTo>
                  <a:pt x="2203" y="336"/>
                </a:lnTo>
                <a:lnTo>
                  <a:pt x="2202" y="336"/>
                </a:lnTo>
                <a:lnTo>
                  <a:pt x="2202" y="335"/>
                </a:lnTo>
                <a:lnTo>
                  <a:pt x="2201" y="335"/>
                </a:lnTo>
                <a:lnTo>
                  <a:pt x="2200" y="335"/>
                </a:lnTo>
                <a:lnTo>
                  <a:pt x="2199" y="334"/>
                </a:lnTo>
                <a:lnTo>
                  <a:pt x="2198" y="334"/>
                </a:lnTo>
                <a:lnTo>
                  <a:pt x="2197" y="333"/>
                </a:lnTo>
                <a:lnTo>
                  <a:pt x="2196" y="333"/>
                </a:lnTo>
                <a:lnTo>
                  <a:pt x="2195" y="332"/>
                </a:lnTo>
                <a:lnTo>
                  <a:pt x="2194" y="332"/>
                </a:lnTo>
                <a:lnTo>
                  <a:pt x="2193" y="332"/>
                </a:lnTo>
                <a:lnTo>
                  <a:pt x="2193" y="331"/>
                </a:lnTo>
                <a:lnTo>
                  <a:pt x="2192" y="331"/>
                </a:lnTo>
                <a:lnTo>
                  <a:pt x="2191" y="331"/>
                </a:lnTo>
                <a:lnTo>
                  <a:pt x="2191" y="330"/>
                </a:lnTo>
                <a:lnTo>
                  <a:pt x="2190" y="330"/>
                </a:lnTo>
                <a:lnTo>
                  <a:pt x="2189" y="330"/>
                </a:lnTo>
                <a:lnTo>
                  <a:pt x="2188" y="329"/>
                </a:lnTo>
                <a:lnTo>
                  <a:pt x="2187" y="329"/>
                </a:lnTo>
                <a:lnTo>
                  <a:pt x="2186" y="329"/>
                </a:lnTo>
                <a:lnTo>
                  <a:pt x="2186" y="328"/>
                </a:lnTo>
                <a:lnTo>
                  <a:pt x="2185" y="328"/>
                </a:lnTo>
                <a:lnTo>
                  <a:pt x="2184" y="327"/>
                </a:lnTo>
                <a:lnTo>
                  <a:pt x="2183" y="327"/>
                </a:lnTo>
                <a:lnTo>
                  <a:pt x="2182" y="327"/>
                </a:lnTo>
                <a:lnTo>
                  <a:pt x="2182" y="326"/>
                </a:lnTo>
                <a:lnTo>
                  <a:pt x="2181" y="326"/>
                </a:lnTo>
                <a:lnTo>
                  <a:pt x="2180" y="326"/>
                </a:lnTo>
                <a:lnTo>
                  <a:pt x="2179" y="325"/>
                </a:lnTo>
                <a:lnTo>
                  <a:pt x="2178" y="325"/>
                </a:lnTo>
                <a:lnTo>
                  <a:pt x="2177" y="324"/>
                </a:lnTo>
                <a:lnTo>
                  <a:pt x="2176" y="324"/>
                </a:lnTo>
                <a:lnTo>
                  <a:pt x="2175" y="323"/>
                </a:lnTo>
                <a:lnTo>
                  <a:pt x="2174" y="323"/>
                </a:lnTo>
                <a:lnTo>
                  <a:pt x="2173" y="322"/>
                </a:lnTo>
                <a:lnTo>
                  <a:pt x="2172" y="322"/>
                </a:lnTo>
                <a:lnTo>
                  <a:pt x="2171" y="322"/>
                </a:lnTo>
                <a:lnTo>
                  <a:pt x="2171" y="321"/>
                </a:lnTo>
                <a:lnTo>
                  <a:pt x="2170" y="321"/>
                </a:lnTo>
                <a:lnTo>
                  <a:pt x="2169" y="321"/>
                </a:lnTo>
                <a:lnTo>
                  <a:pt x="2168" y="320"/>
                </a:lnTo>
                <a:lnTo>
                  <a:pt x="2167" y="320"/>
                </a:lnTo>
                <a:lnTo>
                  <a:pt x="2166" y="319"/>
                </a:lnTo>
                <a:lnTo>
                  <a:pt x="2165" y="319"/>
                </a:lnTo>
                <a:lnTo>
                  <a:pt x="2164" y="318"/>
                </a:lnTo>
                <a:lnTo>
                  <a:pt x="2163" y="318"/>
                </a:lnTo>
                <a:lnTo>
                  <a:pt x="2162" y="318"/>
                </a:lnTo>
                <a:lnTo>
                  <a:pt x="2162" y="317"/>
                </a:lnTo>
                <a:lnTo>
                  <a:pt x="2161" y="317"/>
                </a:lnTo>
                <a:lnTo>
                  <a:pt x="2160" y="317"/>
                </a:lnTo>
                <a:lnTo>
                  <a:pt x="2159" y="316"/>
                </a:lnTo>
                <a:lnTo>
                  <a:pt x="2158" y="316"/>
                </a:lnTo>
                <a:lnTo>
                  <a:pt x="2158" y="315"/>
                </a:lnTo>
                <a:lnTo>
                  <a:pt x="2157" y="315"/>
                </a:lnTo>
                <a:lnTo>
                  <a:pt x="2156" y="315"/>
                </a:lnTo>
                <a:lnTo>
                  <a:pt x="2155" y="314"/>
                </a:lnTo>
                <a:lnTo>
                  <a:pt x="2154" y="314"/>
                </a:lnTo>
                <a:lnTo>
                  <a:pt x="2153" y="313"/>
                </a:lnTo>
                <a:lnTo>
                  <a:pt x="2152" y="313"/>
                </a:lnTo>
                <a:lnTo>
                  <a:pt x="2151" y="313"/>
                </a:lnTo>
                <a:lnTo>
                  <a:pt x="2151" y="312"/>
                </a:lnTo>
                <a:lnTo>
                  <a:pt x="2150" y="312"/>
                </a:lnTo>
                <a:lnTo>
                  <a:pt x="2149" y="336"/>
                </a:lnTo>
                <a:lnTo>
                  <a:pt x="2149" y="360"/>
                </a:lnTo>
                <a:lnTo>
                  <a:pt x="2148" y="360"/>
                </a:lnTo>
                <a:lnTo>
                  <a:pt x="2148" y="359"/>
                </a:lnTo>
                <a:lnTo>
                  <a:pt x="2147" y="359"/>
                </a:lnTo>
                <a:lnTo>
                  <a:pt x="2146" y="359"/>
                </a:lnTo>
                <a:lnTo>
                  <a:pt x="2146" y="358"/>
                </a:lnTo>
                <a:lnTo>
                  <a:pt x="2145" y="358"/>
                </a:lnTo>
                <a:lnTo>
                  <a:pt x="2144" y="358"/>
                </a:lnTo>
                <a:lnTo>
                  <a:pt x="2144" y="357"/>
                </a:lnTo>
                <a:lnTo>
                  <a:pt x="2143" y="357"/>
                </a:lnTo>
                <a:lnTo>
                  <a:pt x="2142" y="357"/>
                </a:lnTo>
                <a:lnTo>
                  <a:pt x="2141" y="356"/>
                </a:lnTo>
                <a:lnTo>
                  <a:pt x="2140" y="356"/>
                </a:lnTo>
                <a:lnTo>
                  <a:pt x="2139" y="356"/>
                </a:lnTo>
                <a:lnTo>
                  <a:pt x="2139" y="355"/>
                </a:lnTo>
                <a:lnTo>
                  <a:pt x="2138" y="355"/>
                </a:lnTo>
                <a:lnTo>
                  <a:pt x="2137" y="354"/>
                </a:lnTo>
                <a:lnTo>
                  <a:pt x="2136" y="354"/>
                </a:lnTo>
                <a:lnTo>
                  <a:pt x="2135" y="354"/>
                </a:lnTo>
                <a:lnTo>
                  <a:pt x="2135" y="353"/>
                </a:lnTo>
                <a:lnTo>
                  <a:pt x="2134" y="353"/>
                </a:lnTo>
                <a:lnTo>
                  <a:pt x="2133" y="353"/>
                </a:lnTo>
                <a:lnTo>
                  <a:pt x="2132" y="352"/>
                </a:lnTo>
                <a:lnTo>
                  <a:pt x="2131" y="352"/>
                </a:lnTo>
                <a:lnTo>
                  <a:pt x="2130" y="376"/>
                </a:lnTo>
                <a:lnTo>
                  <a:pt x="2129" y="375"/>
                </a:lnTo>
                <a:lnTo>
                  <a:pt x="2128" y="375"/>
                </a:lnTo>
                <a:lnTo>
                  <a:pt x="2127" y="374"/>
                </a:lnTo>
                <a:lnTo>
                  <a:pt x="2126" y="374"/>
                </a:lnTo>
                <a:lnTo>
                  <a:pt x="2125" y="374"/>
                </a:lnTo>
                <a:lnTo>
                  <a:pt x="2125" y="373"/>
                </a:lnTo>
                <a:lnTo>
                  <a:pt x="2124" y="373"/>
                </a:lnTo>
                <a:lnTo>
                  <a:pt x="2123" y="372"/>
                </a:lnTo>
                <a:lnTo>
                  <a:pt x="2122" y="372"/>
                </a:lnTo>
                <a:lnTo>
                  <a:pt x="2121" y="372"/>
                </a:lnTo>
                <a:lnTo>
                  <a:pt x="2121" y="371"/>
                </a:lnTo>
                <a:lnTo>
                  <a:pt x="2120" y="371"/>
                </a:lnTo>
                <a:lnTo>
                  <a:pt x="2119" y="371"/>
                </a:lnTo>
                <a:lnTo>
                  <a:pt x="2118" y="370"/>
                </a:lnTo>
                <a:lnTo>
                  <a:pt x="2117" y="370"/>
                </a:lnTo>
                <a:lnTo>
                  <a:pt x="2116" y="394"/>
                </a:lnTo>
                <a:lnTo>
                  <a:pt x="2115" y="394"/>
                </a:lnTo>
                <a:lnTo>
                  <a:pt x="2115" y="393"/>
                </a:lnTo>
                <a:lnTo>
                  <a:pt x="2114" y="393"/>
                </a:lnTo>
                <a:lnTo>
                  <a:pt x="2113" y="392"/>
                </a:lnTo>
                <a:lnTo>
                  <a:pt x="2112" y="392"/>
                </a:lnTo>
                <a:lnTo>
                  <a:pt x="2111" y="392"/>
                </a:lnTo>
                <a:lnTo>
                  <a:pt x="2111" y="391"/>
                </a:lnTo>
                <a:lnTo>
                  <a:pt x="2110" y="391"/>
                </a:lnTo>
                <a:lnTo>
                  <a:pt x="2109" y="391"/>
                </a:lnTo>
                <a:lnTo>
                  <a:pt x="2108" y="390"/>
                </a:lnTo>
                <a:lnTo>
                  <a:pt x="2107" y="390"/>
                </a:lnTo>
                <a:lnTo>
                  <a:pt x="2106" y="389"/>
                </a:lnTo>
                <a:lnTo>
                  <a:pt x="2105" y="389"/>
                </a:lnTo>
                <a:lnTo>
                  <a:pt x="2104" y="388"/>
                </a:lnTo>
                <a:lnTo>
                  <a:pt x="2103" y="388"/>
                </a:lnTo>
                <a:lnTo>
                  <a:pt x="2102" y="388"/>
                </a:lnTo>
                <a:lnTo>
                  <a:pt x="2102" y="387"/>
                </a:lnTo>
                <a:lnTo>
                  <a:pt x="2101" y="387"/>
                </a:lnTo>
                <a:lnTo>
                  <a:pt x="2100" y="387"/>
                </a:lnTo>
                <a:lnTo>
                  <a:pt x="2099" y="386"/>
                </a:lnTo>
                <a:lnTo>
                  <a:pt x="2098" y="386"/>
                </a:lnTo>
                <a:lnTo>
                  <a:pt x="2097" y="385"/>
                </a:lnTo>
                <a:lnTo>
                  <a:pt x="2096" y="385"/>
                </a:lnTo>
                <a:lnTo>
                  <a:pt x="2095" y="384"/>
                </a:lnTo>
                <a:lnTo>
                  <a:pt x="2094" y="384"/>
                </a:lnTo>
                <a:lnTo>
                  <a:pt x="2093" y="383"/>
                </a:lnTo>
                <a:lnTo>
                  <a:pt x="2092" y="383"/>
                </a:lnTo>
                <a:lnTo>
                  <a:pt x="2091" y="383"/>
                </a:lnTo>
                <a:lnTo>
                  <a:pt x="2091" y="382"/>
                </a:lnTo>
                <a:lnTo>
                  <a:pt x="2090" y="382"/>
                </a:lnTo>
                <a:lnTo>
                  <a:pt x="2089" y="382"/>
                </a:lnTo>
                <a:lnTo>
                  <a:pt x="2088" y="381"/>
                </a:lnTo>
                <a:lnTo>
                  <a:pt x="2087" y="381"/>
                </a:lnTo>
                <a:lnTo>
                  <a:pt x="2087" y="380"/>
                </a:lnTo>
                <a:lnTo>
                  <a:pt x="2086" y="380"/>
                </a:lnTo>
                <a:lnTo>
                  <a:pt x="2085" y="380"/>
                </a:lnTo>
                <a:lnTo>
                  <a:pt x="2084" y="379"/>
                </a:lnTo>
                <a:lnTo>
                  <a:pt x="2083" y="379"/>
                </a:lnTo>
                <a:lnTo>
                  <a:pt x="2082" y="379"/>
                </a:lnTo>
                <a:lnTo>
                  <a:pt x="2082" y="378"/>
                </a:lnTo>
                <a:lnTo>
                  <a:pt x="2081" y="378"/>
                </a:lnTo>
                <a:lnTo>
                  <a:pt x="2080" y="378"/>
                </a:lnTo>
                <a:lnTo>
                  <a:pt x="2079" y="377"/>
                </a:lnTo>
                <a:lnTo>
                  <a:pt x="2078" y="377"/>
                </a:lnTo>
                <a:lnTo>
                  <a:pt x="2077" y="376"/>
                </a:lnTo>
                <a:lnTo>
                  <a:pt x="2076" y="376"/>
                </a:lnTo>
                <a:lnTo>
                  <a:pt x="2075" y="375"/>
                </a:lnTo>
                <a:lnTo>
                  <a:pt x="2074" y="375"/>
                </a:lnTo>
                <a:lnTo>
                  <a:pt x="2073" y="374"/>
                </a:lnTo>
                <a:lnTo>
                  <a:pt x="2072" y="374"/>
                </a:lnTo>
                <a:lnTo>
                  <a:pt x="2071" y="374"/>
                </a:lnTo>
                <a:lnTo>
                  <a:pt x="2071" y="373"/>
                </a:lnTo>
                <a:lnTo>
                  <a:pt x="2070" y="373"/>
                </a:lnTo>
                <a:lnTo>
                  <a:pt x="2069" y="373"/>
                </a:lnTo>
                <a:lnTo>
                  <a:pt x="2068" y="372"/>
                </a:lnTo>
                <a:lnTo>
                  <a:pt x="2067" y="372"/>
                </a:lnTo>
                <a:lnTo>
                  <a:pt x="2067" y="371"/>
                </a:lnTo>
                <a:lnTo>
                  <a:pt x="2066" y="371"/>
                </a:lnTo>
                <a:lnTo>
                  <a:pt x="2065" y="371"/>
                </a:lnTo>
                <a:lnTo>
                  <a:pt x="2064" y="370"/>
                </a:lnTo>
                <a:lnTo>
                  <a:pt x="2063" y="370"/>
                </a:lnTo>
                <a:lnTo>
                  <a:pt x="2062" y="370"/>
                </a:lnTo>
                <a:lnTo>
                  <a:pt x="2062" y="369"/>
                </a:lnTo>
                <a:lnTo>
                  <a:pt x="2061" y="369"/>
                </a:lnTo>
                <a:lnTo>
                  <a:pt x="2060" y="369"/>
                </a:lnTo>
                <a:lnTo>
                  <a:pt x="2059" y="368"/>
                </a:lnTo>
                <a:lnTo>
                  <a:pt x="2058" y="368"/>
                </a:lnTo>
                <a:lnTo>
                  <a:pt x="2058" y="367"/>
                </a:lnTo>
                <a:lnTo>
                  <a:pt x="2057" y="367"/>
                </a:lnTo>
                <a:lnTo>
                  <a:pt x="2056" y="367"/>
                </a:lnTo>
                <a:lnTo>
                  <a:pt x="2055" y="366"/>
                </a:lnTo>
                <a:lnTo>
                  <a:pt x="2054" y="366"/>
                </a:lnTo>
                <a:lnTo>
                  <a:pt x="2053" y="365"/>
                </a:lnTo>
                <a:lnTo>
                  <a:pt x="2052" y="365"/>
                </a:lnTo>
                <a:lnTo>
                  <a:pt x="2051" y="365"/>
                </a:lnTo>
                <a:lnTo>
                  <a:pt x="2051" y="364"/>
                </a:lnTo>
                <a:lnTo>
                  <a:pt x="2050" y="364"/>
                </a:lnTo>
                <a:lnTo>
                  <a:pt x="2049" y="363"/>
                </a:lnTo>
                <a:lnTo>
                  <a:pt x="2048" y="363"/>
                </a:lnTo>
                <a:lnTo>
                  <a:pt x="2047" y="363"/>
                </a:lnTo>
                <a:lnTo>
                  <a:pt x="2047" y="362"/>
                </a:lnTo>
                <a:lnTo>
                  <a:pt x="2046" y="362"/>
                </a:lnTo>
                <a:lnTo>
                  <a:pt x="2045" y="362"/>
                </a:lnTo>
                <a:lnTo>
                  <a:pt x="2044" y="361"/>
                </a:lnTo>
                <a:lnTo>
                  <a:pt x="2043" y="361"/>
                </a:lnTo>
                <a:lnTo>
                  <a:pt x="2042" y="361"/>
                </a:lnTo>
                <a:lnTo>
                  <a:pt x="2042" y="360"/>
                </a:lnTo>
                <a:lnTo>
                  <a:pt x="2041" y="360"/>
                </a:lnTo>
                <a:lnTo>
                  <a:pt x="2040" y="359"/>
                </a:lnTo>
                <a:lnTo>
                  <a:pt x="2039" y="359"/>
                </a:lnTo>
                <a:lnTo>
                  <a:pt x="2038" y="359"/>
                </a:lnTo>
                <a:lnTo>
                  <a:pt x="2038" y="358"/>
                </a:lnTo>
                <a:lnTo>
                  <a:pt x="2037" y="358"/>
                </a:lnTo>
                <a:lnTo>
                  <a:pt x="2036" y="358"/>
                </a:lnTo>
                <a:lnTo>
                  <a:pt x="2035" y="357"/>
                </a:lnTo>
                <a:lnTo>
                  <a:pt x="2034" y="357"/>
                </a:lnTo>
                <a:lnTo>
                  <a:pt x="2033" y="356"/>
                </a:lnTo>
                <a:lnTo>
                  <a:pt x="2032" y="356"/>
                </a:lnTo>
                <a:lnTo>
                  <a:pt x="2031" y="356"/>
                </a:lnTo>
                <a:lnTo>
                  <a:pt x="2031" y="355"/>
                </a:lnTo>
                <a:lnTo>
                  <a:pt x="2030" y="355"/>
                </a:lnTo>
                <a:lnTo>
                  <a:pt x="2029" y="354"/>
                </a:lnTo>
                <a:lnTo>
                  <a:pt x="2028" y="354"/>
                </a:lnTo>
                <a:lnTo>
                  <a:pt x="2027" y="354"/>
                </a:lnTo>
                <a:lnTo>
                  <a:pt x="2027" y="353"/>
                </a:lnTo>
                <a:lnTo>
                  <a:pt x="2026" y="353"/>
                </a:lnTo>
                <a:lnTo>
                  <a:pt x="2025" y="353"/>
                </a:lnTo>
                <a:lnTo>
                  <a:pt x="2024" y="352"/>
                </a:lnTo>
                <a:lnTo>
                  <a:pt x="2023" y="352"/>
                </a:lnTo>
                <a:lnTo>
                  <a:pt x="2022" y="352"/>
                </a:lnTo>
                <a:lnTo>
                  <a:pt x="2022" y="351"/>
                </a:lnTo>
                <a:lnTo>
                  <a:pt x="2021" y="351"/>
                </a:lnTo>
                <a:lnTo>
                  <a:pt x="2020" y="350"/>
                </a:lnTo>
                <a:lnTo>
                  <a:pt x="2019" y="350"/>
                </a:lnTo>
                <a:lnTo>
                  <a:pt x="2018" y="350"/>
                </a:lnTo>
                <a:lnTo>
                  <a:pt x="2018" y="349"/>
                </a:lnTo>
                <a:lnTo>
                  <a:pt x="2017" y="349"/>
                </a:lnTo>
                <a:lnTo>
                  <a:pt x="2016" y="349"/>
                </a:lnTo>
                <a:lnTo>
                  <a:pt x="2015" y="348"/>
                </a:lnTo>
                <a:lnTo>
                  <a:pt x="2014" y="348"/>
                </a:lnTo>
                <a:lnTo>
                  <a:pt x="2013" y="347"/>
                </a:lnTo>
                <a:lnTo>
                  <a:pt x="2012" y="347"/>
                </a:lnTo>
                <a:lnTo>
                  <a:pt x="2011" y="346"/>
                </a:lnTo>
                <a:lnTo>
                  <a:pt x="2010" y="346"/>
                </a:lnTo>
                <a:lnTo>
                  <a:pt x="2009" y="345"/>
                </a:lnTo>
                <a:lnTo>
                  <a:pt x="2008" y="345"/>
                </a:lnTo>
                <a:lnTo>
                  <a:pt x="2007" y="345"/>
                </a:lnTo>
                <a:lnTo>
                  <a:pt x="2007" y="344"/>
                </a:lnTo>
                <a:lnTo>
                  <a:pt x="2006" y="344"/>
                </a:lnTo>
                <a:lnTo>
                  <a:pt x="2005" y="344"/>
                </a:lnTo>
                <a:lnTo>
                  <a:pt x="2004" y="343"/>
                </a:lnTo>
                <a:lnTo>
                  <a:pt x="2003" y="343"/>
                </a:lnTo>
                <a:lnTo>
                  <a:pt x="2002" y="342"/>
                </a:lnTo>
                <a:lnTo>
                  <a:pt x="2001" y="342"/>
                </a:lnTo>
                <a:lnTo>
                  <a:pt x="2000" y="341"/>
                </a:lnTo>
                <a:lnTo>
                  <a:pt x="1999" y="341"/>
                </a:lnTo>
                <a:lnTo>
                  <a:pt x="1998" y="341"/>
                </a:lnTo>
                <a:lnTo>
                  <a:pt x="1998" y="340"/>
                </a:lnTo>
                <a:lnTo>
                  <a:pt x="1997" y="340"/>
                </a:lnTo>
                <a:lnTo>
                  <a:pt x="1996" y="340"/>
                </a:lnTo>
                <a:lnTo>
                  <a:pt x="1995" y="339"/>
                </a:lnTo>
                <a:lnTo>
                  <a:pt x="1994" y="339"/>
                </a:lnTo>
                <a:lnTo>
                  <a:pt x="1993" y="338"/>
                </a:lnTo>
                <a:lnTo>
                  <a:pt x="1992" y="338"/>
                </a:lnTo>
                <a:lnTo>
                  <a:pt x="1991" y="337"/>
                </a:lnTo>
                <a:lnTo>
                  <a:pt x="1990" y="337"/>
                </a:lnTo>
                <a:lnTo>
                  <a:pt x="1989" y="336"/>
                </a:lnTo>
                <a:lnTo>
                  <a:pt x="1988" y="336"/>
                </a:lnTo>
                <a:lnTo>
                  <a:pt x="1987" y="336"/>
                </a:lnTo>
                <a:lnTo>
                  <a:pt x="1987" y="335"/>
                </a:lnTo>
                <a:lnTo>
                  <a:pt x="1986" y="335"/>
                </a:lnTo>
                <a:lnTo>
                  <a:pt x="1985" y="335"/>
                </a:lnTo>
                <a:lnTo>
                  <a:pt x="1984" y="360"/>
                </a:lnTo>
                <a:lnTo>
                  <a:pt x="1983" y="360"/>
                </a:lnTo>
                <a:lnTo>
                  <a:pt x="1983" y="359"/>
                </a:lnTo>
                <a:lnTo>
                  <a:pt x="1982" y="359"/>
                </a:lnTo>
                <a:lnTo>
                  <a:pt x="1981" y="359"/>
                </a:lnTo>
                <a:lnTo>
                  <a:pt x="1980" y="358"/>
                </a:lnTo>
                <a:lnTo>
                  <a:pt x="1979" y="358"/>
                </a:lnTo>
                <a:lnTo>
                  <a:pt x="1978" y="358"/>
                </a:lnTo>
                <a:lnTo>
                  <a:pt x="1978" y="357"/>
                </a:lnTo>
                <a:lnTo>
                  <a:pt x="1977" y="357"/>
                </a:lnTo>
                <a:lnTo>
                  <a:pt x="1976" y="357"/>
                </a:lnTo>
                <a:lnTo>
                  <a:pt x="1975" y="356"/>
                </a:lnTo>
                <a:lnTo>
                  <a:pt x="1974" y="356"/>
                </a:lnTo>
                <a:lnTo>
                  <a:pt x="1974" y="355"/>
                </a:lnTo>
                <a:lnTo>
                  <a:pt x="1973" y="355"/>
                </a:lnTo>
                <a:lnTo>
                  <a:pt x="1972" y="355"/>
                </a:lnTo>
                <a:lnTo>
                  <a:pt x="1971" y="354"/>
                </a:lnTo>
                <a:lnTo>
                  <a:pt x="1970" y="354"/>
                </a:lnTo>
                <a:lnTo>
                  <a:pt x="1969" y="353"/>
                </a:lnTo>
                <a:lnTo>
                  <a:pt x="1968" y="353"/>
                </a:lnTo>
                <a:lnTo>
                  <a:pt x="1967" y="353"/>
                </a:lnTo>
                <a:lnTo>
                  <a:pt x="1967" y="352"/>
                </a:lnTo>
                <a:lnTo>
                  <a:pt x="1966" y="352"/>
                </a:lnTo>
                <a:lnTo>
                  <a:pt x="1965" y="352"/>
                </a:lnTo>
                <a:lnTo>
                  <a:pt x="1965" y="351"/>
                </a:lnTo>
                <a:lnTo>
                  <a:pt x="1964" y="351"/>
                </a:lnTo>
                <a:lnTo>
                  <a:pt x="1963" y="351"/>
                </a:lnTo>
                <a:lnTo>
                  <a:pt x="1963" y="350"/>
                </a:lnTo>
                <a:lnTo>
                  <a:pt x="1962" y="350"/>
                </a:lnTo>
                <a:lnTo>
                  <a:pt x="1961" y="350"/>
                </a:lnTo>
                <a:lnTo>
                  <a:pt x="1960" y="349"/>
                </a:lnTo>
                <a:lnTo>
                  <a:pt x="1959" y="349"/>
                </a:lnTo>
                <a:lnTo>
                  <a:pt x="1958" y="349"/>
                </a:lnTo>
                <a:lnTo>
                  <a:pt x="1958" y="348"/>
                </a:lnTo>
                <a:lnTo>
                  <a:pt x="1957" y="348"/>
                </a:lnTo>
                <a:lnTo>
                  <a:pt x="1956" y="347"/>
                </a:lnTo>
                <a:lnTo>
                  <a:pt x="1955" y="347"/>
                </a:lnTo>
                <a:lnTo>
                  <a:pt x="1954" y="347"/>
                </a:lnTo>
                <a:lnTo>
                  <a:pt x="1954" y="346"/>
                </a:lnTo>
                <a:lnTo>
                  <a:pt x="1953" y="346"/>
                </a:lnTo>
                <a:lnTo>
                  <a:pt x="1952" y="346"/>
                </a:lnTo>
                <a:lnTo>
                  <a:pt x="1951" y="345"/>
                </a:lnTo>
                <a:lnTo>
                  <a:pt x="1950" y="345"/>
                </a:lnTo>
                <a:lnTo>
                  <a:pt x="1949" y="344"/>
                </a:lnTo>
                <a:lnTo>
                  <a:pt x="1948" y="344"/>
                </a:lnTo>
                <a:lnTo>
                  <a:pt x="1947" y="344"/>
                </a:lnTo>
                <a:lnTo>
                  <a:pt x="1947" y="343"/>
                </a:lnTo>
                <a:lnTo>
                  <a:pt x="1946" y="343"/>
                </a:lnTo>
                <a:lnTo>
                  <a:pt x="1945" y="343"/>
                </a:lnTo>
                <a:lnTo>
                  <a:pt x="1945" y="342"/>
                </a:lnTo>
                <a:lnTo>
                  <a:pt x="1944" y="342"/>
                </a:lnTo>
                <a:lnTo>
                  <a:pt x="1943" y="342"/>
                </a:lnTo>
                <a:lnTo>
                  <a:pt x="1943" y="341"/>
                </a:lnTo>
                <a:lnTo>
                  <a:pt x="1942" y="341"/>
                </a:lnTo>
                <a:lnTo>
                  <a:pt x="1941" y="341"/>
                </a:lnTo>
                <a:lnTo>
                  <a:pt x="1940" y="340"/>
                </a:lnTo>
                <a:lnTo>
                  <a:pt x="1939" y="340"/>
                </a:lnTo>
                <a:lnTo>
                  <a:pt x="1938" y="340"/>
                </a:lnTo>
                <a:lnTo>
                  <a:pt x="1938" y="339"/>
                </a:lnTo>
                <a:lnTo>
                  <a:pt x="1937" y="339"/>
                </a:lnTo>
                <a:lnTo>
                  <a:pt x="1936" y="338"/>
                </a:lnTo>
                <a:lnTo>
                  <a:pt x="1935" y="338"/>
                </a:lnTo>
                <a:lnTo>
                  <a:pt x="1934" y="338"/>
                </a:lnTo>
                <a:lnTo>
                  <a:pt x="1934" y="337"/>
                </a:lnTo>
                <a:lnTo>
                  <a:pt x="1933" y="337"/>
                </a:lnTo>
                <a:lnTo>
                  <a:pt x="1932" y="337"/>
                </a:lnTo>
                <a:lnTo>
                  <a:pt x="1931" y="336"/>
                </a:lnTo>
                <a:lnTo>
                  <a:pt x="1930" y="336"/>
                </a:lnTo>
                <a:lnTo>
                  <a:pt x="1929" y="335"/>
                </a:lnTo>
                <a:lnTo>
                  <a:pt x="1928" y="335"/>
                </a:lnTo>
                <a:lnTo>
                  <a:pt x="1927" y="334"/>
                </a:lnTo>
                <a:lnTo>
                  <a:pt x="1926" y="334"/>
                </a:lnTo>
                <a:lnTo>
                  <a:pt x="1925" y="333"/>
                </a:lnTo>
                <a:lnTo>
                  <a:pt x="1924" y="333"/>
                </a:lnTo>
                <a:lnTo>
                  <a:pt x="1923" y="333"/>
                </a:lnTo>
                <a:lnTo>
                  <a:pt x="1923" y="332"/>
                </a:lnTo>
                <a:lnTo>
                  <a:pt x="1922" y="332"/>
                </a:lnTo>
                <a:lnTo>
                  <a:pt x="1921" y="332"/>
                </a:lnTo>
                <a:lnTo>
                  <a:pt x="1921" y="358"/>
                </a:lnTo>
                <a:lnTo>
                  <a:pt x="1920" y="358"/>
                </a:lnTo>
                <a:lnTo>
                  <a:pt x="1919" y="357"/>
                </a:lnTo>
                <a:lnTo>
                  <a:pt x="1918" y="357"/>
                </a:lnTo>
                <a:lnTo>
                  <a:pt x="1917" y="357"/>
                </a:lnTo>
                <a:lnTo>
                  <a:pt x="1917" y="356"/>
                </a:lnTo>
                <a:lnTo>
                  <a:pt x="1916" y="356"/>
                </a:lnTo>
                <a:lnTo>
                  <a:pt x="1915" y="356"/>
                </a:lnTo>
                <a:lnTo>
                  <a:pt x="1914" y="355"/>
                </a:lnTo>
                <a:lnTo>
                  <a:pt x="1913" y="355"/>
                </a:lnTo>
                <a:lnTo>
                  <a:pt x="1912" y="354"/>
                </a:lnTo>
                <a:lnTo>
                  <a:pt x="1911" y="354"/>
                </a:lnTo>
                <a:lnTo>
                  <a:pt x="1910" y="354"/>
                </a:lnTo>
                <a:lnTo>
                  <a:pt x="1910" y="353"/>
                </a:lnTo>
                <a:lnTo>
                  <a:pt x="1909" y="353"/>
                </a:lnTo>
                <a:lnTo>
                  <a:pt x="1908" y="353"/>
                </a:lnTo>
                <a:lnTo>
                  <a:pt x="1908" y="352"/>
                </a:lnTo>
                <a:lnTo>
                  <a:pt x="1907" y="352"/>
                </a:lnTo>
                <a:lnTo>
                  <a:pt x="1906" y="352"/>
                </a:lnTo>
                <a:lnTo>
                  <a:pt x="1906" y="351"/>
                </a:lnTo>
                <a:lnTo>
                  <a:pt x="1905" y="351"/>
                </a:lnTo>
                <a:lnTo>
                  <a:pt x="1904" y="351"/>
                </a:lnTo>
                <a:lnTo>
                  <a:pt x="1903" y="350"/>
                </a:lnTo>
                <a:lnTo>
                  <a:pt x="1902" y="350"/>
                </a:lnTo>
                <a:lnTo>
                  <a:pt x="1901" y="350"/>
                </a:lnTo>
                <a:lnTo>
                  <a:pt x="1901" y="349"/>
                </a:lnTo>
                <a:lnTo>
                  <a:pt x="1900" y="349"/>
                </a:lnTo>
                <a:lnTo>
                  <a:pt x="1899" y="375"/>
                </a:lnTo>
                <a:lnTo>
                  <a:pt x="1898" y="375"/>
                </a:lnTo>
                <a:lnTo>
                  <a:pt x="1897" y="375"/>
                </a:lnTo>
                <a:lnTo>
                  <a:pt x="1897" y="374"/>
                </a:lnTo>
                <a:lnTo>
                  <a:pt x="1896" y="374"/>
                </a:lnTo>
                <a:lnTo>
                  <a:pt x="1895" y="374"/>
                </a:lnTo>
                <a:lnTo>
                  <a:pt x="1894" y="373"/>
                </a:lnTo>
                <a:lnTo>
                  <a:pt x="1893" y="373"/>
                </a:lnTo>
                <a:lnTo>
                  <a:pt x="1892" y="372"/>
                </a:lnTo>
                <a:lnTo>
                  <a:pt x="1891" y="372"/>
                </a:lnTo>
                <a:lnTo>
                  <a:pt x="1890" y="372"/>
                </a:lnTo>
                <a:lnTo>
                  <a:pt x="1890" y="371"/>
                </a:lnTo>
                <a:lnTo>
                  <a:pt x="1889" y="371"/>
                </a:lnTo>
                <a:lnTo>
                  <a:pt x="1888" y="371"/>
                </a:lnTo>
                <a:lnTo>
                  <a:pt x="1888" y="370"/>
                </a:lnTo>
                <a:lnTo>
                  <a:pt x="1887" y="370"/>
                </a:lnTo>
                <a:lnTo>
                  <a:pt x="1886" y="370"/>
                </a:lnTo>
                <a:lnTo>
                  <a:pt x="1886" y="369"/>
                </a:lnTo>
                <a:lnTo>
                  <a:pt x="1885" y="369"/>
                </a:lnTo>
                <a:lnTo>
                  <a:pt x="1884" y="369"/>
                </a:lnTo>
                <a:lnTo>
                  <a:pt x="1883" y="368"/>
                </a:lnTo>
                <a:lnTo>
                  <a:pt x="1882" y="368"/>
                </a:lnTo>
                <a:lnTo>
                  <a:pt x="1881" y="368"/>
                </a:lnTo>
                <a:lnTo>
                  <a:pt x="1881" y="367"/>
                </a:lnTo>
                <a:lnTo>
                  <a:pt x="1880" y="367"/>
                </a:lnTo>
                <a:lnTo>
                  <a:pt x="1879" y="366"/>
                </a:lnTo>
                <a:lnTo>
                  <a:pt x="1878" y="366"/>
                </a:lnTo>
                <a:lnTo>
                  <a:pt x="1878" y="393"/>
                </a:lnTo>
                <a:lnTo>
                  <a:pt x="1877" y="393"/>
                </a:lnTo>
                <a:lnTo>
                  <a:pt x="1876" y="393"/>
                </a:lnTo>
                <a:lnTo>
                  <a:pt x="1876" y="392"/>
                </a:lnTo>
                <a:lnTo>
                  <a:pt x="1875" y="392"/>
                </a:lnTo>
                <a:lnTo>
                  <a:pt x="1874" y="392"/>
                </a:lnTo>
                <a:lnTo>
                  <a:pt x="1874" y="391"/>
                </a:lnTo>
                <a:lnTo>
                  <a:pt x="1873" y="391"/>
                </a:lnTo>
                <a:lnTo>
                  <a:pt x="1872" y="391"/>
                </a:lnTo>
                <a:lnTo>
                  <a:pt x="1871" y="390"/>
                </a:lnTo>
                <a:lnTo>
                  <a:pt x="1870" y="390"/>
                </a:lnTo>
                <a:lnTo>
                  <a:pt x="1869" y="389"/>
                </a:lnTo>
                <a:lnTo>
                  <a:pt x="1868" y="389"/>
                </a:lnTo>
                <a:lnTo>
                  <a:pt x="1867" y="389"/>
                </a:lnTo>
                <a:lnTo>
                  <a:pt x="1867" y="388"/>
                </a:lnTo>
                <a:lnTo>
                  <a:pt x="1866" y="388"/>
                </a:lnTo>
                <a:lnTo>
                  <a:pt x="1865" y="387"/>
                </a:lnTo>
                <a:lnTo>
                  <a:pt x="1864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2" y="386"/>
                </a:lnTo>
                <a:lnTo>
                  <a:pt x="1861" y="386"/>
                </a:lnTo>
                <a:lnTo>
                  <a:pt x="1860" y="413"/>
                </a:lnTo>
                <a:lnTo>
                  <a:pt x="1859" y="412"/>
                </a:lnTo>
                <a:lnTo>
                  <a:pt x="1858" y="412"/>
                </a:lnTo>
                <a:lnTo>
                  <a:pt x="1857" y="412"/>
                </a:lnTo>
                <a:lnTo>
                  <a:pt x="1857" y="411"/>
                </a:lnTo>
                <a:lnTo>
                  <a:pt x="1856" y="411"/>
                </a:lnTo>
                <a:lnTo>
                  <a:pt x="1855" y="411"/>
                </a:lnTo>
                <a:lnTo>
                  <a:pt x="1854" y="410"/>
                </a:lnTo>
                <a:lnTo>
                  <a:pt x="1853" y="410"/>
                </a:lnTo>
                <a:lnTo>
                  <a:pt x="1852" y="409"/>
                </a:lnTo>
                <a:lnTo>
                  <a:pt x="1851" y="409"/>
                </a:lnTo>
                <a:lnTo>
                  <a:pt x="1850" y="408"/>
                </a:lnTo>
                <a:lnTo>
                  <a:pt x="1849" y="408"/>
                </a:lnTo>
                <a:lnTo>
                  <a:pt x="1848" y="407"/>
                </a:lnTo>
                <a:lnTo>
                  <a:pt x="1847" y="407"/>
                </a:lnTo>
                <a:lnTo>
                  <a:pt x="1846" y="407"/>
                </a:lnTo>
                <a:lnTo>
                  <a:pt x="1846" y="406"/>
                </a:lnTo>
                <a:lnTo>
                  <a:pt x="1845" y="406"/>
                </a:lnTo>
                <a:lnTo>
                  <a:pt x="1844" y="406"/>
                </a:lnTo>
                <a:lnTo>
                  <a:pt x="1843" y="405"/>
                </a:lnTo>
                <a:lnTo>
                  <a:pt x="1842" y="405"/>
                </a:lnTo>
                <a:lnTo>
                  <a:pt x="1841" y="432"/>
                </a:lnTo>
                <a:lnTo>
                  <a:pt x="1840" y="432"/>
                </a:lnTo>
                <a:lnTo>
                  <a:pt x="1839" y="431"/>
                </a:lnTo>
                <a:lnTo>
                  <a:pt x="1838" y="431"/>
                </a:lnTo>
                <a:lnTo>
                  <a:pt x="1837" y="430"/>
                </a:lnTo>
                <a:lnTo>
                  <a:pt x="1836" y="430"/>
                </a:lnTo>
                <a:lnTo>
                  <a:pt x="1835" y="429"/>
                </a:lnTo>
                <a:lnTo>
                  <a:pt x="1834" y="429"/>
                </a:lnTo>
                <a:lnTo>
                  <a:pt x="1833" y="429"/>
                </a:lnTo>
                <a:lnTo>
                  <a:pt x="1833" y="428"/>
                </a:lnTo>
                <a:lnTo>
                  <a:pt x="1832" y="428"/>
                </a:lnTo>
                <a:lnTo>
                  <a:pt x="1831" y="428"/>
                </a:lnTo>
                <a:lnTo>
                  <a:pt x="1830" y="427"/>
                </a:lnTo>
                <a:lnTo>
                  <a:pt x="1829" y="427"/>
                </a:lnTo>
                <a:lnTo>
                  <a:pt x="1828" y="426"/>
                </a:lnTo>
                <a:lnTo>
                  <a:pt x="1827" y="426"/>
                </a:lnTo>
                <a:lnTo>
                  <a:pt x="1826" y="425"/>
                </a:lnTo>
                <a:lnTo>
                  <a:pt x="1825" y="425"/>
                </a:lnTo>
                <a:lnTo>
                  <a:pt x="1824" y="425"/>
                </a:lnTo>
                <a:lnTo>
                  <a:pt x="1824" y="424"/>
                </a:lnTo>
                <a:lnTo>
                  <a:pt x="1823" y="424"/>
                </a:lnTo>
                <a:lnTo>
                  <a:pt x="1822" y="424"/>
                </a:lnTo>
                <a:lnTo>
                  <a:pt x="1821" y="423"/>
                </a:lnTo>
                <a:lnTo>
                  <a:pt x="1820" y="423"/>
                </a:lnTo>
                <a:lnTo>
                  <a:pt x="1819" y="422"/>
                </a:lnTo>
                <a:lnTo>
                  <a:pt x="1818" y="422"/>
                </a:lnTo>
                <a:lnTo>
                  <a:pt x="1817" y="421"/>
                </a:lnTo>
                <a:lnTo>
                  <a:pt x="1816" y="421"/>
                </a:lnTo>
                <a:lnTo>
                  <a:pt x="1815" y="420"/>
                </a:lnTo>
                <a:lnTo>
                  <a:pt x="1814" y="420"/>
                </a:lnTo>
                <a:lnTo>
                  <a:pt x="1814" y="448"/>
                </a:lnTo>
                <a:lnTo>
                  <a:pt x="1813" y="448"/>
                </a:lnTo>
                <a:lnTo>
                  <a:pt x="1812" y="447"/>
                </a:lnTo>
                <a:lnTo>
                  <a:pt x="1811" y="447"/>
                </a:lnTo>
                <a:lnTo>
                  <a:pt x="1810" y="447"/>
                </a:lnTo>
                <a:lnTo>
                  <a:pt x="1810" y="475"/>
                </a:lnTo>
                <a:lnTo>
                  <a:pt x="1809" y="474"/>
                </a:lnTo>
                <a:lnTo>
                  <a:pt x="1808" y="474"/>
                </a:lnTo>
                <a:lnTo>
                  <a:pt x="1807" y="473"/>
                </a:lnTo>
                <a:lnTo>
                  <a:pt x="1806" y="473"/>
                </a:lnTo>
                <a:lnTo>
                  <a:pt x="1805" y="472"/>
                </a:lnTo>
                <a:lnTo>
                  <a:pt x="1804" y="472"/>
                </a:lnTo>
                <a:lnTo>
                  <a:pt x="1803" y="472"/>
                </a:lnTo>
                <a:lnTo>
                  <a:pt x="1803" y="471"/>
                </a:lnTo>
                <a:lnTo>
                  <a:pt x="1802" y="500"/>
                </a:lnTo>
                <a:lnTo>
                  <a:pt x="1802" y="499"/>
                </a:lnTo>
                <a:lnTo>
                  <a:pt x="1801" y="499"/>
                </a:lnTo>
                <a:lnTo>
                  <a:pt x="1800" y="499"/>
                </a:lnTo>
                <a:lnTo>
                  <a:pt x="1800" y="498"/>
                </a:lnTo>
                <a:lnTo>
                  <a:pt x="1799" y="498"/>
                </a:lnTo>
                <a:lnTo>
                  <a:pt x="1798" y="498"/>
                </a:lnTo>
                <a:lnTo>
                  <a:pt x="1797" y="497"/>
                </a:lnTo>
                <a:lnTo>
                  <a:pt x="1796" y="497"/>
                </a:lnTo>
                <a:lnTo>
                  <a:pt x="1795" y="496"/>
                </a:lnTo>
                <a:lnTo>
                  <a:pt x="1794" y="496"/>
                </a:lnTo>
                <a:lnTo>
                  <a:pt x="1793" y="496"/>
                </a:lnTo>
                <a:lnTo>
                  <a:pt x="1793" y="495"/>
                </a:lnTo>
                <a:lnTo>
                  <a:pt x="1792" y="495"/>
                </a:lnTo>
                <a:lnTo>
                  <a:pt x="1791" y="495"/>
                </a:lnTo>
                <a:lnTo>
                  <a:pt x="1790" y="494"/>
                </a:lnTo>
                <a:lnTo>
                  <a:pt x="1789" y="494"/>
                </a:lnTo>
                <a:lnTo>
                  <a:pt x="1789" y="493"/>
                </a:lnTo>
                <a:lnTo>
                  <a:pt x="1788" y="493"/>
                </a:lnTo>
                <a:lnTo>
                  <a:pt x="1787" y="493"/>
                </a:lnTo>
                <a:lnTo>
                  <a:pt x="1786" y="492"/>
                </a:lnTo>
                <a:lnTo>
                  <a:pt x="1785" y="492"/>
                </a:lnTo>
                <a:lnTo>
                  <a:pt x="1784" y="492"/>
                </a:lnTo>
                <a:lnTo>
                  <a:pt x="1784" y="491"/>
                </a:lnTo>
                <a:lnTo>
                  <a:pt x="1783" y="491"/>
                </a:lnTo>
                <a:lnTo>
                  <a:pt x="1782" y="491"/>
                </a:lnTo>
                <a:lnTo>
                  <a:pt x="1782" y="490"/>
                </a:lnTo>
                <a:lnTo>
                  <a:pt x="1781" y="490"/>
                </a:lnTo>
                <a:lnTo>
                  <a:pt x="1780" y="519"/>
                </a:lnTo>
                <a:lnTo>
                  <a:pt x="1780" y="518"/>
                </a:lnTo>
                <a:lnTo>
                  <a:pt x="1779" y="518"/>
                </a:lnTo>
                <a:lnTo>
                  <a:pt x="1778" y="517"/>
                </a:lnTo>
                <a:lnTo>
                  <a:pt x="1777" y="517"/>
                </a:lnTo>
                <a:lnTo>
                  <a:pt x="1776" y="517"/>
                </a:lnTo>
                <a:lnTo>
                  <a:pt x="1776" y="516"/>
                </a:lnTo>
                <a:lnTo>
                  <a:pt x="1775" y="516"/>
                </a:lnTo>
                <a:lnTo>
                  <a:pt x="1774" y="516"/>
                </a:lnTo>
                <a:lnTo>
                  <a:pt x="1773" y="515"/>
                </a:lnTo>
                <a:lnTo>
                  <a:pt x="1772" y="515"/>
                </a:lnTo>
                <a:lnTo>
                  <a:pt x="1771" y="514"/>
                </a:lnTo>
                <a:lnTo>
                  <a:pt x="1770" y="514"/>
                </a:lnTo>
                <a:lnTo>
                  <a:pt x="1769" y="513"/>
                </a:lnTo>
                <a:lnTo>
                  <a:pt x="1768" y="513"/>
                </a:lnTo>
                <a:lnTo>
                  <a:pt x="1767" y="513"/>
                </a:lnTo>
                <a:lnTo>
                  <a:pt x="1767" y="512"/>
                </a:lnTo>
                <a:lnTo>
                  <a:pt x="1766" y="512"/>
                </a:lnTo>
                <a:lnTo>
                  <a:pt x="1765" y="512"/>
                </a:lnTo>
                <a:lnTo>
                  <a:pt x="1764" y="511"/>
                </a:lnTo>
                <a:lnTo>
                  <a:pt x="1763" y="511"/>
                </a:lnTo>
                <a:lnTo>
                  <a:pt x="1762" y="510"/>
                </a:lnTo>
                <a:lnTo>
                  <a:pt x="1761" y="510"/>
                </a:lnTo>
                <a:lnTo>
                  <a:pt x="1760" y="510"/>
                </a:lnTo>
                <a:lnTo>
                  <a:pt x="1760" y="509"/>
                </a:lnTo>
                <a:lnTo>
                  <a:pt x="1759" y="509"/>
                </a:lnTo>
                <a:lnTo>
                  <a:pt x="1758" y="508"/>
                </a:lnTo>
                <a:lnTo>
                  <a:pt x="1757" y="508"/>
                </a:lnTo>
                <a:lnTo>
                  <a:pt x="1756" y="508"/>
                </a:lnTo>
                <a:lnTo>
                  <a:pt x="1756" y="507"/>
                </a:lnTo>
                <a:lnTo>
                  <a:pt x="1755" y="507"/>
                </a:lnTo>
                <a:lnTo>
                  <a:pt x="1754" y="507"/>
                </a:lnTo>
                <a:lnTo>
                  <a:pt x="1753" y="506"/>
                </a:lnTo>
                <a:lnTo>
                  <a:pt x="1752" y="506"/>
                </a:lnTo>
                <a:lnTo>
                  <a:pt x="1751" y="505"/>
                </a:lnTo>
                <a:lnTo>
                  <a:pt x="1750" y="505"/>
                </a:lnTo>
                <a:lnTo>
                  <a:pt x="1749" y="504"/>
                </a:lnTo>
                <a:lnTo>
                  <a:pt x="1748" y="504"/>
                </a:lnTo>
                <a:lnTo>
                  <a:pt x="1747" y="504"/>
                </a:lnTo>
                <a:lnTo>
                  <a:pt x="1747" y="503"/>
                </a:lnTo>
                <a:lnTo>
                  <a:pt x="1746" y="503"/>
                </a:lnTo>
                <a:lnTo>
                  <a:pt x="1745" y="503"/>
                </a:lnTo>
                <a:lnTo>
                  <a:pt x="1744" y="502"/>
                </a:lnTo>
                <a:lnTo>
                  <a:pt x="1743" y="502"/>
                </a:lnTo>
                <a:lnTo>
                  <a:pt x="1742" y="501"/>
                </a:lnTo>
                <a:lnTo>
                  <a:pt x="1741" y="501"/>
                </a:lnTo>
                <a:lnTo>
                  <a:pt x="1740" y="500"/>
                </a:lnTo>
                <a:lnTo>
                  <a:pt x="1739" y="500"/>
                </a:lnTo>
                <a:lnTo>
                  <a:pt x="1738" y="499"/>
                </a:lnTo>
                <a:lnTo>
                  <a:pt x="1737" y="499"/>
                </a:lnTo>
                <a:lnTo>
                  <a:pt x="1736" y="499"/>
                </a:lnTo>
                <a:lnTo>
                  <a:pt x="1736" y="498"/>
                </a:lnTo>
                <a:lnTo>
                  <a:pt x="1735" y="498"/>
                </a:lnTo>
                <a:lnTo>
                  <a:pt x="1734" y="498"/>
                </a:lnTo>
                <a:lnTo>
                  <a:pt x="1733" y="497"/>
                </a:lnTo>
                <a:lnTo>
                  <a:pt x="1732" y="497"/>
                </a:lnTo>
                <a:lnTo>
                  <a:pt x="1732" y="496"/>
                </a:lnTo>
                <a:lnTo>
                  <a:pt x="1731" y="496"/>
                </a:lnTo>
                <a:lnTo>
                  <a:pt x="1730" y="496"/>
                </a:lnTo>
                <a:lnTo>
                  <a:pt x="1729" y="495"/>
                </a:lnTo>
                <a:lnTo>
                  <a:pt x="1728" y="495"/>
                </a:lnTo>
                <a:lnTo>
                  <a:pt x="1727" y="495"/>
                </a:lnTo>
                <a:lnTo>
                  <a:pt x="1727" y="494"/>
                </a:lnTo>
                <a:lnTo>
                  <a:pt x="1726" y="494"/>
                </a:lnTo>
                <a:lnTo>
                  <a:pt x="1725" y="494"/>
                </a:lnTo>
                <a:lnTo>
                  <a:pt x="1725" y="493"/>
                </a:lnTo>
                <a:lnTo>
                  <a:pt x="1724" y="493"/>
                </a:lnTo>
                <a:lnTo>
                  <a:pt x="1723" y="493"/>
                </a:lnTo>
                <a:lnTo>
                  <a:pt x="1723" y="522"/>
                </a:lnTo>
                <a:lnTo>
                  <a:pt x="1722" y="522"/>
                </a:lnTo>
                <a:lnTo>
                  <a:pt x="1722" y="521"/>
                </a:lnTo>
                <a:lnTo>
                  <a:pt x="1721" y="521"/>
                </a:lnTo>
                <a:lnTo>
                  <a:pt x="1720" y="521"/>
                </a:lnTo>
                <a:lnTo>
                  <a:pt x="1719" y="520"/>
                </a:lnTo>
                <a:lnTo>
                  <a:pt x="1718" y="520"/>
                </a:lnTo>
                <a:lnTo>
                  <a:pt x="1717" y="520"/>
                </a:lnTo>
                <a:lnTo>
                  <a:pt x="1717" y="519"/>
                </a:lnTo>
                <a:lnTo>
                  <a:pt x="1716" y="549"/>
                </a:lnTo>
                <a:lnTo>
                  <a:pt x="1716" y="548"/>
                </a:lnTo>
                <a:lnTo>
                  <a:pt x="1715" y="548"/>
                </a:lnTo>
                <a:lnTo>
                  <a:pt x="1714" y="548"/>
                </a:lnTo>
                <a:lnTo>
                  <a:pt x="1713" y="547"/>
                </a:lnTo>
                <a:lnTo>
                  <a:pt x="1712" y="547"/>
                </a:lnTo>
                <a:lnTo>
                  <a:pt x="1711" y="546"/>
                </a:lnTo>
                <a:lnTo>
                  <a:pt x="1710" y="546"/>
                </a:lnTo>
                <a:lnTo>
                  <a:pt x="1709" y="545"/>
                </a:lnTo>
                <a:lnTo>
                  <a:pt x="1708" y="545"/>
                </a:lnTo>
                <a:lnTo>
                  <a:pt x="1707" y="545"/>
                </a:lnTo>
                <a:lnTo>
                  <a:pt x="1707" y="544"/>
                </a:lnTo>
                <a:lnTo>
                  <a:pt x="1706" y="544"/>
                </a:lnTo>
                <a:lnTo>
                  <a:pt x="1706" y="574"/>
                </a:lnTo>
                <a:lnTo>
                  <a:pt x="1705" y="573"/>
                </a:lnTo>
                <a:lnTo>
                  <a:pt x="1704" y="573"/>
                </a:lnTo>
                <a:lnTo>
                  <a:pt x="1703" y="573"/>
                </a:lnTo>
                <a:lnTo>
                  <a:pt x="1703" y="572"/>
                </a:lnTo>
                <a:lnTo>
                  <a:pt x="1702" y="572"/>
                </a:lnTo>
                <a:lnTo>
                  <a:pt x="1701" y="571"/>
                </a:lnTo>
                <a:lnTo>
                  <a:pt x="1700" y="571"/>
                </a:lnTo>
                <a:lnTo>
                  <a:pt x="1699" y="571"/>
                </a:lnTo>
                <a:lnTo>
                  <a:pt x="1699" y="570"/>
                </a:lnTo>
                <a:lnTo>
                  <a:pt x="1698" y="570"/>
                </a:lnTo>
                <a:lnTo>
                  <a:pt x="1697" y="570"/>
                </a:lnTo>
                <a:lnTo>
                  <a:pt x="1696" y="569"/>
                </a:lnTo>
                <a:lnTo>
                  <a:pt x="1695" y="569"/>
                </a:lnTo>
                <a:lnTo>
                  <a:pt x="1694" y="568"/>
                </a:lnTo>
                <a:lnTo>
                  <a:pt x="1693" y="568"/>
                </a:lnTo>
                <a:lnTo>
                  <a:pt x="1692" y="567"/>
                </a:lnTo>
                <a:lnTo>
                  <a:pt x="1691" y="567"/>
                </a:lnTo>
                <a:lnTo>
                  <a:pt x="1690" y="567"/>
                </a:lnTo>
                <a:lnTo>
                  <a:pt x="1690" y="566"/>
                </a:lnTo>
                <a:lnTo>
                  <a:pt x="1689" y="566"/>
                </a:lnTo>
                <a:lnTo>
                  <a:pt x="1688" y="566"/>
                </a:lnTo>
                <a:lnTo>
                  <a:pt x="1687" y="565"/>
                </a:lnTo>
                <a:lnTo>
                  <a:pt x="1686" y="565"/>
                </a:lnTo>
                <a:lnTo>
                  <a:pt x="1685" y="564"/>
                </a:lnTo>
                <a:lnTo>
                  <a:pt x="1684" y="564"/>
                </a:lnTo>
                <a:lnTo>
                  <a:pt x="1683" y="563"/>
                </a:lnTo>
                <a:lnTo>
                  <a:pt x="1682" y="563"/>
                </a:lnTo>
                <a:lnTo>
                  <a:pt x="1681" y="562"/>
                </a:lnTo>
                <a:lnTo>
                  <a:pt x="1680" y="562"/>
                </a:lnTo>
                <a:lnTo>
                  <a:pt x="1680" y="592"/>
                </a:lnTo>
                <a:lnTo>
                  <a:pt x="1679" y="592"/>
                </a:lnTo>
                <a:lnTo>
                  <a:pt x="1679" y="591"/>
                </a:lnTo>
                <a:lnTo>
                  <a:pt x="1678" y="591"/>
                </a:lnTo>
                <a:lnTo>
                  <a:pt x="1677" y="591"/>
                </a:lnTo>
                <a:lnTo>
                  <a:pt x="1676" y="590"/>
                </a:lnTo>
                <a:lnTo>
                  <a:pt x="1675" y="590"/>
                </a:lnTo>
                <a:lnTo>
                  <a:pt x="1674" y="589"/>
                </a:lnTo>
                <a:lnTo>
                  <a:pt x="1673" y="589"/>
                </a:lnTo>
                <a:lnTo>
                  <a:pt x="1672" y="588"/>
                </a:lnTo>
                <a:lnTo>
                  <a:pt x="1671" y="588"/>
                </a:lnTo>
                <a:lnTo>
                  <a:pt x="1670" y="588"/>
                </a:lnTo>
                <a:lnTo>
                  <a:pt x="1670" y="587"/>
                </a:lnTo>
                <a:lnTo>
                  <a:pt x="1669" y="587"/>
                </a:lnTo>
                <a:lnTo>
                  <a:pt x="1668" y="587"/>
                </a:lnTo>
                <a:lnTo>
                  <a:pt x="1668" y="586"/>
                </a:lnTo>
                <a:lnTo>
                  <a:pt x="1667" y="586"/>
                </a:lnTo>
                <a:lnTo>
                  <a:pt x="1666" y="586"/>
                </a:lnTo>
                <a:lnTo>
                  <a:pt x="1665" y="585"/>
                </a:lnTo>
                <a:lnTo>
                  <a:pt x="1665" y="615"/>
                </a:lnTo>
                <a:lnTo>
                  <a:pt x="1664" y="615"/>
                </a:lnTo>
                <a:lnTo>
                  <a:pt x="1663" y="615"/>
                </a:lnTo>
                <a:lnTo>
                  <a:pt x="1662" y="614"/>
                </a:lnTo>
                <a:lnTo>
                  <a:pt x="1662" y="644"/>
                </a:lnTo>
                <a:lnTo>
                  <a:pt x="1661" y="644"/>
                </a:lnTo>
                <a:lnTo>
                  <a:pt x="1660" y="644"/>
                </a:lnTo>
                <a:lnTo>
                  <a:pt x="1659" y="643"/>
                </a:lnTo>
                <a:lnTo>
                  <a:pt x="1658" y="643"/>
                </a:lnTo>
                <a:lnTo>
                  <a:pt x="1658" y="642"/>
                </a:lnTo>
                <a:lnTo>
                  <a:pt x="1657" y="642"/>
                </a:lnTo>
                <a:lnTo>
                  <a:pt x="1656" y="642"/>
                </a:lnTo>
                <a:lnTo>
                  <a:pt x="1655" y="641"/>
                </a:lnTo>
                <a:lnTo>
                  <a:pt x="1654" y="641"/>
                </a:lnTo>
                <a:lnTo>
                  <a:pt x="1653" y="641"/>
                </a:lnTo>
                <a:lnTo>
                  <a:pt x="1653" y="640"/>
                </a:lnTo>
                <a:lnTo>
                  <a:pt x="1652" y="640"/>
                </a:lnTo>
                <a:lnTo>
                  <a:pt x="1651" y="640"/>
                </a:lnTo>
                <a:lnTo>
                  <a:pt x="1650" y="639"/>
                </a:lnTo>
                <a:lnTo>
                  <a:pt x="1649" y="639"/>
                </a:lnTo>
                <a:lnTo>
                  <a:pt x="1649" y="669"/>
                </a:lnTo>
                <a:lnTo>
                  <a:pt x="1648" y="669"/>
                </a:lnTo>
                <a:lnTo>
                  <a:pt x="1648" y="668"/>
                </a:lnTo>
                <a:lnTo>
                  <a:pt x="1647" y="668"/>
                </a:lnTo>
                <a:lnTo>
                  <a:pt x="1646" y="668"/>
                </a:lnTo>
                <a:lnTo>
                  <a:pt x="1645" y="667"/>
                </a:lnTo>
                <a:lnTo>
                  <a:pt x="1644" y="667"/>
                </a:lnTo>
                <a:lnTo>
                  <a:pt x="1643" y="667"/>
                </a:lnTo>
                <a:lnTo>
                  <a:pt x="1643" y="666"/>
                </a:lnTo>
                <a:lnTo>
                  <a:pt x="1642" y="666"/>
                </a:lnTo>
                <a:lnTo>
                  <a:pt x="1641" y="666"/>
                </a:lnTo>
                <a:lnTo>
                  <a:pt x="1640" y="665"/>
                </a:lnTo>
                <a:lnTo>
                  <a:pt x="1639" y="665"/>
                </a:lnTo>
                <a:lnTo>
                  <a:pt x="1639" y="664"/>
                </a:lnTo>
                <a:lnTo>
                  <a:pt x="1638" y="664"/>
                </a:lnTo>
                <a:lnTo>
                  <a:pt x="1637" y="664"/>
                </a:lnTo>
                <a:lnTo>
                  <a:pt x="1636" y="663"/>
                </a:lnTo>
                <a:lnTo>
                  <a:pt x="1636" y="694"/>
                </a:lnTo>
                <a:lnTo>
                  <a:pt x="1635" y="694"/>
                </a:lnTo>
                <a:lnTo>
                  <a:pt x="1635" y="693"/>
                </a:lnTo>
                <a:lnTo>
                  <a:pt x="1634" y="693"/>
                </a:lnTo>
                <a:lnTo>
                  <a:pt x="1633" y="693"/>
                </a:lnTo>
                <a:lnTo>
                  <a:pt x="1632" y="692"/>
                </a:lnTo>
                <a:lnTo>
                  <a:pt x="1631" y="692"/>
                </a:lnTo>
                <a:lnTo>
                  <a:pt x="1630" y="692"/>
                </a:lnTo>
                <a:lnTo>
                  <a:pt x="1630" y="691"/>
                </a:lnTo>
                <a:lnTo>
                  <a:pt x="1629" y="691"/>
                </a:lnTo>
                <a:lnTo>
                  <a:pt x="1628" y="690"/>
                </a:lnTo>
                <a:lnTo>
                  <a:pt x="1628" y="721"/>
                </a:lnTo>
                <a:lnTo>
                  <a:pt x="1627" y="752"/>
                </a:lnTo>
                <a:lnTo>
                  <a:pt x="1626" y="751"/>
                </a:lnTo>
                <a:lnTo>
                  <a:pt x="1625" y="751"/>
                </a:lnTo>
                <a:lnTo>
                  <a:pt x="1624" y="750"/>
                </a:lnTo>
                <a:lnTo>
                  <a:pt x="1623" y="750"/>
                </a:lnTo>
                <a:lnTo>
                  <a:pt x="1622" y="750"/>
                </a:lnTo>
                <a:lnTo>
                  <a:pt x="1622" y="749"/>
                </a:lnTo>
                <a:lnTo>
                  <a:pt x="1621" y="749"/>
                </a:lnTo>
                <a:lnTo>
                  <a:pt x="1620" y="780"/>
                </a:lnTo>
                <a:lnTo>
                  <a:pt x="1620" y="779"/>
                </a:lnTo>
                <a:lnTo>
                  <a:pt x="1619" y="779"/>
                </a:lnTo>
                <a:lnTo>
                  <a:pt x="1618" y="779"/>
                </a:lnTo>
                <a:lnTo>
                  <a:pt x="1618" y="778"/>
                </a:lnTo>
                <a:lnTo>
                  <a:pt x="1617" y="778"/>
                </a:lnTo>
                <a:lnTo>
                  <a:pt x="1616" y="778"/>
                </a:lnTo>
                <a:lnTo>
                  <a:pt x="1615" y="777"/>
                </a:lnTo>
                <a:lnTo>
                  <a:pt x="1614" y="777"/>
                </a:lnTo>
                <a:lnTo>
                  <a:pt x="1613" y="776"/>
                </a:lnTo>
                <a:lnTo>
                  <a:pt x="1612" y="776"/>
                </a:lnTo>
                <a:lnTo>
                  <a:pt x="1611" y="775"/>
                </a:lnTo>
                <a:lnTo>
                  <a:pt x="1610" y="775"/>
                </a:lnTo>
                <a:lnTo>
                  <a:pt x="1609" y="775"/>
                </a:lnTo>
                <a:lnTo>
                  <a:pt x="1609" y="774"/>
                </a:lnTo>
                <a:lnTo>
                  <a:pt x="1608" y="774"/>
                </a:lnTo>
                <a:lnTo>
                  <a:pt x="1607" y="774"/>
                </a:lnTo>
                <a:lnTo>
                  <a:pt x="1606" y="773"/>
                </a:lnTo>
                <a:lnTo>
                  <a:pt x="1605" y="773"/>
                </a:lnTo>
                <a:lnTo>
                  <a:pt x="1605" y="772"/>
                </a:lnTo>
                <a:lnTo>
                  <a:pt x="1604" y="772"/>
                </a:lnTo>
                <a:lnTo>
                  <a:pt x="1603" y="772"/>
                </a:lnTo>
                <a:lnTo>
                  <a:pt x="1602" y="771"/>
                </a:lnTo>
                <a:lnTo>
                  <a:pt x="1601" y="771"/>
                </a:lnTo>
                <a:lnTo>
                  <a:pt x="1600" y="770"/>
                </a:lnTo>
                <a:lnTo>
                  <a:pt x="1599" y="770"/>
                </a:lnTo>
                <a:lnTo>
                  <a:pt x="1598" y="770"/>
                </a:lnTo>
                <a:lnTo>
                  <a:pt x="1598" y="769"/>
                </a:lnTo>
                <a:lnTo>
                  <a:pt x="1597" y="769"/>
                </a:lnTo>
                <a:lnTo>
                  <a:pt x="1596" y="769"/>
                </a:lnTo>
                <a:lnTo>
                  <a:pt x="1596" y="768"/>
                </a:lnTo>
                <a:lnTo>
                  <a:pt x="1595" y="768"/>
                </a:lnTo>
                <a:lnTo>
                  <a:pt x="1594" y="768"/>
                </a:lnTo>
                <a:lnTo>
                  <a:pt x="1593" y="767"/>
                </a:lnTo>
                <a:lnTo>
                  <a:pt x="1592" y="767"/>
                </a:lnTo>
                <a:lnTo>
                  <a:pt x="1591" y="766"/>
                </a:lnTo>
                <a:lnTo>
                  <a:pt x="1591" y="798"/>
                </a:lnTo>
                <a:lnTo>
                  <a:pt x="1590" y="797"/>
                </a:lnTo>
                <a:lnTo>
                  <a:pt x="1589" y="797"/>
                </a:lnTo>
                <a:lnTo>
                  <a:pt x="1588" y="796"/>
                </a:lnTo>
                <a:lnTo>
                  <a:pt x="1587" y="796"/>
                </a:lnTo>
                <a:lnTo>
                  <a:pt x="1586" y="796"/>
                </a:lnTo>
                <a:lnTo>
                  <a:pt x="1586" y="827"/>
                </a:lnTo>
                <a:lnTo>
                  <a:pt x="1585" y="858"/>
                </a:lnTo>
                <a:lnTo>
                  <a:pt x="1584" y="858"/>
                </a:lnTo>
                <a:lnTo>
                  <a:pt x="1583" y="857"/>
                </a:lnTo>
                <a:lnTo>
                  <a:pt x="1582" y="857"/>
                </a:lnTo>
                <a:lnTo>
                  <a:pt x="1581" y="856"/>
                </a:lnTo>
                <a:lnTo>
                  <a:pt x="1580" y="856"/>
                </a:lnTo>
                <a:lnTo>
                  <a:pt x="1579" y="856"/>
                </a:lnTo>
                <a:lnTo>
                  <a:pt x="1579" y="855"/>
                </a:lnTo>
                <a:lnTo>
                  <a:pt x="1578" y="855"/>
                </a:lnTo>
                <a:lnTo>
                  <a:pt x="1577" y="855"/>
                </a:lnTo>
                <a:lnTo>
                  <a:pt x="1576" y="854"/>
                </a:lnTo>
                <a:lnTo>
                  <a:pt x="1575" y="854"/>
                </a:lnTo>
                <a:lnTo>
                  <a:pt x="1574" y="853"/>
                </a:lnTo>
                <a:lnTo>
                  <a:pt x="1573" y="853"/>
                </a:lnTo>
                <a:lnTo>
                  <a:pt x="1572" y="852"/>
                </a:lnTo>
                <a:lnTo>
                  <a:pt x="1571" y="852"/>
                </a:lnTo>
                <a:lnTo>
                  <a:pt x="1570" y="851"/>
                </a:lnTo>
                <a:lnTo>
                  <a:pt x="1569" y="851"/>
                </a:lnTo>
                <a:lnTo>
                  <a:pt x="1568" y="851"/>
                </a:lnTo>
                <a:lnTo>
                  <a:pt x="1568" y="850"/>
                </a:lnTo>
                <a:lnTo>
                  <a:pt x="1567" y="850"/>
                </a:lnTo>
                <a:lnTo>
                  <a:pt x="1566" y="850"/>
                </a:lnTo>
                <a:lnTo>
                  <a:pt x="1565" y="849"/>
                </a:lnTo>
                <a:lnTo>
                  <a:pt x="1564" y="849"/>
                </a:lnTo>
                <a:lnTo>
                  <a:pt x="1563" y="848"/>
                </a:lnTo>
                <a:lnTo>
                  <a:pt x="1562" y="848"/>
                </a:lnTo>
                <a:lnTo>
                  <a:pt x="1561" y="847"/>
                </a:lnTo>
                <a:lnTo>
                  <a:pt x="1560" y="847"/>
                </a:lnTo>
                <a:lnTo>
                  <a:pt x="1559" y="847"/>
                </a:lnTo>
                <a:lnTo>
                  <a:pt x="1559" y="846"/>
                </a:lnTo>
                <a:lnTo>
                  <a:pt x="1558" y="846"/>
                </a:lnTo>
                <a:lnTo>
                  <a:pt x="1557" y="878"/>
                </a:lnTo>
                <a:lnTo>
                  <a:pt x="1556" y="877"/>
                </a:lnTo>
                <a:lnTo>
                  <a:pt x="1555" y="877"/>
                </a:lnTo>
                <a:lnTo>
                  <a:pt x="1555" y="876"/>
                </a:lnTo>
                <a:lnTo>
                  <a:pt x="1554" y="876"/>
                </a:lnTo>
                <a:lnTo>
                  <a:pt x="1553" y="876"/>
                </a:lnTo>
                <a:lnTo>
                  <a:pt x="1552" y="875"/>
                </a:lnTo>
                <a:lnTo>
                  <a:pt x="1551" y="875"/>
                </a:lnTo>
                <a:lnTo>
                  <a:pt x="1550" y="874"/>
                </a:lnTo>
                <a:lnTo>
                  <a:pt x="1549" y="874"/>
                </a:lnTo>
                <a:lnTo>
                  <a:pt x="1548" y="874"/>
                </a:lnTo>
                <a:lnTo>
                  <a:pt x="1548" y="873"/>
                </a:lnTo>
                <a:lnTo>
                  <a:pt x="1547" y="873"/>
                </a:lnTo>
                <a:lnTo>
                  <a:pt x="1546" y="873"/>
                </a:lnTo>
                <a:lnTo>
                  <a:pt x="1546" y="872"/>
                </a:lnTo>
                <a:lnTo>
                  <a:pt x="1545" y="872"/>
                </a:lnTo>
                <a:lnTo>
                  <a:pt x="1544" y="872"/>
                </a:lnTo>
                <a:lnTo>
                  <a:pt x="1544" y="871"/>
                </a:lnTo>
                <a:lnTo>
                  <a:pt x="1543" y="871"/>
                </a:lnTo>
                <a:lnTo>
                  <a:pt x="1542" y="871"/>
                </a:lnTo>
                <a:lnTo>
                  <a:pt x="1541" y="870"/>
                </a:lnTo>
                <a:lnTo>
                  <a:pt x="1540" y="870"/>
                </a:lnTo>
                <a:lnTo>
                  <a:pt x="1539" y="870"/>
                </a:lnTo>
                <a:lnTo>
                  <a:pt x="1539" y="869"/>
                </a:lnTo>
                <a:lnTo>
                  <a:pt x="1538" y="869"/>
                </a:lnTo>
                <a:lnTo>
                  <a:pt x="1537" y="868"/>
                </a:lnTo>
                <a:lnTo>
                  <a:pt x="1536" y="868"/>
                </a:lnTo>
                <a:lnTo>
                  <a:pt x="1535" y="868"/>
                </a:lnTo>
                <a:lnTo>
                  <a:pt x="1535" y="867"/>
                </a:lnTo>
                <a:lnTo>
                  <a:pt x="1534" y="867"/>
                </a:lnTo>
                <a:lnTo>
                  <a:pt x="1533" y="867"/>
                </a:lnTo>
                <a:lnTo>
                  <a:pt x="1532" y="866"/>
                </a:lnTo>
                <a:lnTo>
                  <a:pt x="1531" y="866"/>
                </a:lnTo>
                <a:lnTo>
                  <a:pt x="1530" y="865"/>
                </a:lnTo>
                <a:lnTo>
                  <a:pt x="1529" y="865"/>
                </a:lnTo>
                <a:lnTo>
                  <a:pt x="1528" y="864"/>
                </a:lnTo>
                <a:lnTo>
                  <a:pt x="1527" y="864"/>
                </a:lnTo>
                <a:lnTo>
                  <a:pt x="1526" y="864"/>
                </a:lnTo>
                <a:lnTo>
                  <a:pt x="1526" y="863"/>
                </a:lnTo>
                <a:lnTo>
                  <a:pt x="1525" y="863"/>
                </a:lnTo>
                <a:lnTo>
                  <a:pt x="1524" y="863"/>
                </a:lnTo>
                <a:lnTo>
                  <a:pt x="1524" y="862"/>
                </a:lnTo>
                <a:lnTo>
                  <a:pt x="1523" y="862"/>
                </a:lnTo>
                <a:lnTo>
                  <a:pt x="1522" y="862"/>
                </a:lnTo>
                <a:lnTo>
                  <a:pt x="1521" y="861"/>
                </a:lnTo>
                <a:lnTo>
                  <a:pt x="1520" y="861"/>
                </a:lnTo>
                <a:lnTo>
                  <a:pt x="1519" y="860"/>
                </a:lnTo>
                <a:lnTo>
                  <a:pt x="1518" y="860"/>
                </a:lnTo>
                <a:lnTo>
                  <a:pt x="1517" y="859"/>
                </a:lnTo>
                <a:lnTo>
                  <a:pt x="1516" y="859"/>
                </a:lnTo>
                <a:lnTo>
                  <a:pt x="1515" y="859"/>
                </a:lnTo>
                <a:lnTo>
                  <a:pt x="1515" y="858"/>
                </a:lnTo>
                <a:lnTo>
                  <a:pt x="1514" y="858"/>
                </a:lnTo>
                <a:lnTo>
                  <a:pt x="1513" y="858"/>
                </a:lnTo>
                <a:lnTo>
                  <a:pt x="1512" y="857"/>
                </a:lnTo>
                <a:lnTo>
                  <a:pt x="1511" y="857"/>
                </a:lnTo>
                <a:lnTo>
                  <a:pt x="1510" y="856"/>
                </a:lnTo>
                <a:lnTo>
                  <a:pt x="1509" y="856"/>
                </a:lnTo>
                <a:lnTo>
                  <a:pt x="1508" y="855"/>
                </a:lnTo>
                <a:lnTo>
                  <a:pt x="1507" y="855"/>
                </a:lnTo>
                <a:lnTo>
                  <a:pt x="1506" y="855"/>
                </a:lnTo>
                <a:lnTo>
                  <a:pt x="1506" y="854"/>
                </a:lnTo>
                <a:lnTo>
                  <a:pt x="1505" y="854"/>
                </a:lnTo>
                <a:lnTo>
                  <a:pt x="1504" y="854"/>
                </a:lnTo>
                <a:lnTo>
                  <a:pt x="1504" y="853"/>
                </a:lnTo>
                <a:lnTo>
                  <a:pt x="1503" y="853"/>
                </a:lnTo>
                <a:lnTo>
                  <a:pt x="1502" y="853"/>
                </a:lnTo>
                <a:lnTo>
                  <a:pt x="1501" y="852"/>
                </a:lnTo>
                <a:lnTo>
                  <a:pt x="1500" y="852"/>
                </a:lnTo>
                <a:lnTo>
                  <a:pt x="1499" y="851"/>
                </a:lnTo>
                <a:lnTo>
                  <a:pt x="1498" y="851"/>
                </a:lnTo>
                <a:lnTo>
                  <a:pt x="1497" y="850"/>
                </a:lnTo>
                <a:lnTo>
                  <a:pt x="1496" y="850"/>
                </a:lnTo>
                <a:lnTo>
                  <a:pt x="1495" y="850"/>
                </a:lnTo>
                <a:lnTo>
                  <a:pt x="1495" y="849"/>
                </a:lnTo>
                <a:lnTo>
                  <a:pt x="1494" y="849"/>
                </a:lnTo>
                <a:lnTo>
                  <a:pt x="1493" y="882"/>
                </a:lnTo>
                <a:lnTo>
                  <a:pt x="1492" y="881"/>
                </a:lnTo>
                <a:lnTo>
                  <a:pt x="1491" y="881"/>
                </a:lnTo>
                <a:lnTo>
                  <a:pt x="1490" y="880"/>
                </a:lnTo>
                <a:lnTo>
                  <a:pt x="1489" y="880"/>
                </a:lnTo>
                <a:lnTo>
                  <a:pt x="1488" y="879"/>
                </a:lnTo>
                <a:lnTo>
                  <a:pt x="1487" y="879"/>
                </a:lnTo>
                <a:lnTo>
                  <a:pt x="1486" y="878"/>
                </a:lnTo>
                <a:lnTo>
                  <a:pt x="1485" y="878"/>
                </a:lnTo>
                <a:lnTo>
                  <a:pt x="1484" y="878"/>
                </a:lnTo>
                <a:lnTo>
                  <a:pt x="1484" y="877"/>
                </a:lnTo>
                <a:lnTo>
                  <a:pt x="1483" y="877"/>
                </a:lnTo>
                <a:lnTo>
                  <a:pt x="1482" y="877"/>
                </a:lnTo>
                <a:lnTo>
                  <a:pt x="1481" y="876"/>
                </a:lnTo>
                <a:lnTo>
                  <a:pt x="1480" y="876"/>
                </a:lnTo>
                <a:lnTo>
                  <a:pt x="1479" y="875"/>
                </a:lnTo>
                <a:lnTo>
                  <a:pt x="1478" y="875"/>
                </a:lnTo>
                <a:lnTo>
                  <a:pt x="1477" y="874"/>
                </a:lnTo>
                <a:lnTo>
                  <a:pt x="1476" y="874"/>
                </a:lnTo>
                <a:lnTo>
                  <a:pt x="1475" y="874"/>
                </a:lnTo>
                <a:lnTo>
                  <a:pt x="1475" y="873"/>
                </a:lnTo>
                <a:lnTo>
                  <a:pt x="1474" y="873"/>
                </a:lnTo>
                <a:lnTo>
                  <a:pt x="1473" y="873"/>
                </a:lnTo>
                <a:lnTo>
                  <a:pt x="1472" y="872"/>
                </a:lnTo>
                <a:lnTo>
                  <a:pt x="1471" y="872"/>
                </a:lnTo>
                <a:lnTo>
                  <a:pt x="1471" y="871"/>
                </a:lnTo>
                <a:lnTo>
                  <a:pt x="1470" y="871"/>
                </a:lnTo>
                <a:lnTo>
                  <a:pt x="1469" y="871"/>
                </a:lnTo>
                <a:lnTo>
                  <a:pt x="1468" y="870"/>
                </a:lnTo>
                <a:lnTo>
                  <a:pt x="1467" y="870"/>
                </a:lnTo>
                <a:lnTo>
                  <a:pt x="1466" y="869"/>
                </a:lnTo>
                <a:lnTo>
                  <a:pt x="1465" y="869"/>
                </a:lnTo>
                <a:lnTo>
                  <a:pt x="1464" y="869"/>
                </a:lnTo>
                <a:lnTo>
                  <a:pt x="1464" y="868"/>
                </a:lnTo>
                <a:lnTo>
                  <a:pt x="1463" y="868"/>
                </a:lnTo>
                <a:lnTo>
                  <a:pt x="1462" y="868"/>
                </a:lnTo>
                <a:lnTo>
                  <a:pt x="1462" y="867"/>
                </a:lnTo>
                <a:lnTo>
                  <a:pt x="1461" y="867"/>
                </a:lnTo>
                <a:lnTo>
                  <a:pt x="1460" y="867"/>
                </a:lnTo>
                <a:lnTo>
                  <a:pt x="1459" y="866"/>
                </a:lnTo>
                <a:lnTo>
                  <a:pt x="1458" y="866"/>
                </a:lnTo>
                <a:lnTo>
                  <a:pt x="1457" y="865"/>
                </a:lnTo>
                <a:lnTo>
                  <a:pt x="1456" y="865"/>
                </a:lnTo>
                <a:lnTo>
                  <a:pt x="1455" y="865"/>
                </a:lnTo>
                <a:lnTo>
                  <a:pt x="1455" y="864"/>
                </a:lnTo>
                <a:lnTo>
                  <a:pt x="1454" y="864"/>
                </a:lnTo>
                <a:lnTo>
                  <a:pt x="1453" y="864"/>
                </a:lnTo>
                <a:lnTo>
                  <a:pt x="1452" y="863"/>
                </a:lnTo>
                <a:lnTo>
                  <a:pt x="1451" y="863"/>
                </a:lnTo>
                <a:lnTo>
                  <a:pt x="1451" y="862"/>
                </a:lnTo>
                <a:lnTo>
                  <a:pt x="1450" y="862"/>
                </a:lnTo>
                <a:lnTo>
                  <a:pt x="1449" y="862"/>
                </a:lnTo>
                <a:lnTo>
                  <a:pt x="1448" y="861"/>
                </a:lnTo>
                <a:lnTo>
                  <a:pt x="1447" y="861"/>
                </a:lnTo>
                <a:lnTo>
                  <a:pt x="1446" y="860"/>
                </a:lnTo>
                <a:lnTo>
                  <a:pt x="1445" y="860"/>
                </a:lnTo>
                <a:lnTo>
                  <a:pt x="1444" y="860"/>
                </a:lnTo>
                <a:lnTo>
                  <a:pt x="1444" y="859"/>
                </a:lnTo>
                <a:lnTo>
                  <a:pt x="1443" y="859"/>
                </a:lnTo>
                <a:lnTo>
                  <a:pt x="1442" y="859"/>
                </a:lnTo>
                <a:lnTo>
                  <a:pt x="1442" y="858"/>
                </a:lnTo>
                <a:lnTo>
                  <a:pt x="1441" y="858"/>
                </a:lnTo>
                <a:lnTo>
                  <a:pt x="1440" y="858"/>
                </a:lnTo>
                <a:lnTo>
                  <a:pt x="1439" y="857"/>
                </a:lnTo>
                <a:lnTo>
                  <a:pt x="1438" y="857"/>
                </a:lnTo>
                <a:lnTo>
                  <a:pt x="1437" y="856"/>
                </a:lnTo>
                <a:lnTo>
                  <a:pt x="1436" y="890"/>
                </a:lnTo>
                <a:lnTo>
                  <a:pt x="1435" y="890"/>
                </a:lnTo>
                <a:lnTo>
                  <a:pt x="1435" y="889"/>
                </a:lnTo>
                <a:lnTo>
                  <a:pt x="1434" y="889"/>
                </a:lnTo>
                <a:lnTo>
                  <a:pt x="1433" y="888"/>
                </a:lnTo>
                <a:lnTo>
                  <a:pt x="1432" y="888"/>
                </a:lnTo>
                <a:lnTo>
                  <a:pt x="1431" y="888"/>
                </a:lnTo>
                <a:lnTo>
                  <a:pt x="1431" y="887"/>
                </a:lnTo>
                <a:lnTo>
                  <a:pt x="1430" y="921"/>
                </a:lnTo>
                <a:lnTo>
                  <a:pt x="1429" y="921"/>
                </a:lnTo>
                <a:lnTo>
                  <a:pt x="1429" y="955"/>
                </a:lnTo>
                <a:lnTo>
                  <a:pt x="1428" y="955"/>
                </a:lnTo>
                <a:lnTo>
                  <a:pt x="1428" y="954"/>
                </a:lnTo>
                <a:lnTo>
                  <a:pt x="1427" y="954"/>
                </a:lnTo>
                <a:lnTo>
                  <a:pt x="1426" y="953"/>
                </a:lnTo>
                <a:lnTo>
                  <a:pt x="1425" y="953"/>
                </a:lnTo>
                <a:lnTo>
                  <a:pt x="1424" y="953"/>
                </a:lnTo>
                <a:lnTo>
                  <a:pt x="1424" y="952"/>
                </a:lnTo>
                <a:lnTo>
                  <a:pt x="1423" y="952"/>
                </a:lnTo>
                <a:lnTo>
                  <a:pt x="1422" y="952"/>
                </a:lnTo>
                <a:lnTo>
                  <a:pt x="1421" y="951"/>
                </a:lnTo>
                <a:lnTo>
                  <a:pt x="1420" y="951"/>
                </a:lnTo>
                <a:lnTo>
                  <a:pt x="1419" y="950"/>
                </a:lnTo>
                <a:lnTo>
                  <a:pt x="1418" y="950"/>
                </a:lnTo>
                <a:lnTo>
                  <a:pt x="1417" y="949"/>
                </a:lnTo>
                <a:lnTo>
                  <a:pt x="1416" y="949"/>
                </a:lnTo>
                <a:lnTo>
                  <a:pt x="1415" y="949"/>
                </a:lnTo>
                <a:lnTo>
                  <a:pt x="1415" y="948"/>
                </a:lnTo>
                <a:lnTo>
                  <a:pt x="1414" y="948"/>
                </a:lnTo>
                <a:lnTo>
                  <a:pt x="1413" y="948"/>
                </a:lnTo>
                <a:lnTo>
                  <a:pt x="1412" y="947"/>
                </a:lnTo>
                <a:lnTo>
                  <a:pt x="1411" y="947"/>
                </a:lnTo>
                <a:lnTo>
                  <a:pt x="1410" y="946"/>
                </a:lnTo>
                <a:lnTo>
                  <a:pt x="1409" y="946"/>
                </a:lnTo>
                <a:lnTo>
                  <a:pt x="1408" y="945"/>
                </a:lnTo>
                <a:lnTo>
                  <a:pt x="1407" y="945"/>
                </a:lnTo>
                <a:lnTo>
                  <a:pt x="1406" y="944"/>
                </a:lnTo>
                <a:lnTo>
                  <a:pt x="1405" y="944"/>
                </a:lnTo>
                <a:lnTo>
                  <a:pt x="1404" y="944"/>
                </a:lnTo>
                <a:lnTo>
                  <a:pt x="1404" y="943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2"/>
                </a:lnTo>
                <a:lnTo>
                  <a:pt x="1400" y="942"/>
                </a:lnTo>
                <a:lnTo>
                  <a:pt x="1400" y="941"/>
                </a:lnTo>
                <a:lnTo>
                  <a:pt x="1399" y="941"/>
                </a:lnTo>
                <a:lnTo>
                  <a:pt x="1398" y="941"/>
                </a:lnTo>
                <a:lnTo>
                  <a:pt x="1397" y="940"/>
                </a:lnTo>
                <a:lnTo>
                  <a:pt x="1397" y="975"/>
                </a:lnTo>
                <a:lnTo>
                  <a:pt x="1396" y="975"/>
                </a:lnTo>
                <a:lnTo>
                  <a:pt x="1395" y="974"/>
                </a:lnTo>
                <a:lnTo>
                  <a:pt x="1395" y="1009"/>
                </a:lnTo>
                <a:lnTo>
                  <a:pt x="1394" y="1009"/>
                </a:lnTo>
                <a:lnTo>
                  <a:pt x="1394" y="1008"/>
                </a:lnTo>
                <a:lnTo>
                  <a:pt x="1393" y="1008"/>
                </a:lnTo>
                <a:lnTo>
                  <a:pt x="1392" y="1008"/>
                </a:lnTo>
                <a:lnTo>
                  <a:pt x="1392" y="1007"/>
                </a:lnTo>
                <a:lnTo>
                  <a:pt x="1391" y="1042"/>
                </a:lnTo>
                <a:lnTo>
                  <a:pt x="1390" y="1076"/>
                </a:lnTo>
                <a:lnTo>
                  <a:pt x="1389" y="1076"/>
                </a:lnTo>
                <a:lnTo>
                  <a:pt x="1388" y="1076"/>
                </a:lnTo>
                <a:lnTo>
                  <a:pt x="1388" y="1075"/>
                </a:lnTo>
                <a:lnTo>
                  <a:pt x="1387" y="1075"/>
                </a:lnTo>
                <a:lnTo>
                  <a:pt x="1387" y="1110"/>
                </a:lnTo>
                <a:lnTo>
                  <a:pt x="1386" y="1109"/>
                </a:lnTo>
                <a:lnTo>
                  <a:pt x="1385" y="1109"/>
                </a:lnTo>
                <a:lnTo>
                  <a:pt x="1384" y="1109"/>
                </a:lnTo>
                <a:lnTo>
                  <a:pt x="1384" y="1108"/>
                </a:lnTo>
                <a:lnTo>
                  <a:pt x="1383" y="1108"/>
                </a:lnTo>
                <a:lnTo>
                  <a:pt x="1382" y="1108"/>
                </a:lnTo>
                <a:lnTo>
                  <a:pt x="1382" y="1107"/>
                </a:lnTo>
                <a:lnTo>
                  <a:pt x="1381" y="1107"/>
                </a:lnTo>
                <a:lnTo>
                  <a:pt x="1380" y="1107"/>
                </a:lnTo>
                <a:lnTo>
                  <a:pt x="1380" y="1106"/>
                </a:lnTo>
                <a:lnTo>
                  <a:pt x="1379" y="1106"/>
                </a:lnTo>
                <a:lnTo>
                  <a:pt x="1378" y="1106"/>
                </a:lnTo>
                <a:lnTo>
                  <a:pt x="1377" y="1105"/>
                </a:lnTo>
                <a:lnTo>
                  <a:pt x="1376" y="1105"/>
                </a:lnTo>
                <a:lnTo>
                  <a:pt x="1375" y="1105"/>
                </a:lnTo>
                <a:lnTo>
                  <a:pt x="1375" y="1104"/>
                </a:lnTo>
                <a:lnTo>
                  <a:pt x="1374" y="1104"/>
                </a:lnTo>
                <a:lnTo>
                  <a:pt x="1373" y="1104"/>
                </a:lnTo>
                <a:lnTo>
                  <a:pt x="1372" y="1103"/>
                </a:lnTo>
                <a:lnTo>
                  <a:pt x="1371" y="1103"/>
                </a:lnTo>
                <a:lnTo>
                  <a:pt x="1371" y="1102"/>
                </a:lnTo>
                <a:lnTo>
                  <a:pt x="1370" y="1102"/>
                </a:lnTo>
                <a:lnTo>
                  <a:pt x="1369" y="1102"/>
                </a:lnTo>
                <a:lnTo>
                  <a:pt x="1368" y="1101"/>
                </a:lnTo>
                <a:lnTo>
                  <a:pt x="1367" y="1101"/>
                </a:lnTo>
                <a:lnTo>
                  <a:pt x="1366" y="1100"/>
                </a:lnTo>
                <a:lnTo>
                  <a:pt x="1365" y="1100"/>
                </a:lnTo>
                <a:lnTo>
                  <a:pt x="1364" y="1100"/>
                </a:lnTo>
                <a:lnTo>
                  <a:pt x="1364" y="1099"/>
                </a:lnTo>
                <a:lnTo>
                  <a:pt x="1363" y="1099"/>
                </a:lnTo>
                <a:lnTo>
                  <a:pt x="1362" y="1098"/>
                </a:lnTo>
                <a:lnTo>
                  <a:pt x="1361" y="1098"/>
                </a:lnTo>
                <a:lnTo>
                  <a:pt x="1360" y="1098"/>
                </a:lnTo>
                <a:lnTo>
                  <a:pt x="1360" y="1097"/>
                </a:lnTo>
                <a:lnTo>
                  <a:pt x="1359" y="1097"/>
                </a:lnTo>
                <a:lnTo>
                  <a:pt x="1358" y="1097"/>
                </a:lnTo>
                <a:lnTo>
                  <a:pt x="1358" y="1132"/>
                </a:lnTo>
                <a:lnTo>
                  <a:pt x="1357" y="1132"/>
                </a:lnTo>
                <a:lnTo>
                  <a:pt x="1356" y="1131"/>
                </a:lnTo>
                <a:lnTo>
                  <a:pt x="1355" y="1131"/>
                </a:lnTo>
                <a:lnTo>
                  <a:pt x="1354" y="1130"/>
                </a:lnTo>
                <a:lnTo>
                  <a:pt x="1353" y="1130"/>
                </a:lnTo>
                <a:lnTo>
                  <a:pt x="1352" y="1129"/>
                </a:lnTo>
                <a:lnTo>
                  <a:pt x="1351" y="1129"/>
                </a:lnTo>
                <a:lnTo>
                  <a:pt x="1350" y="1129"/>
                </a:lnTo>
                <a:lnTo>
                  <a:pt x="1350" y="1128"/>
                </a:lnTo>
                <a:lnTo>
                  <a:pt x="1349" y="1128"/>
                </a:lnTo>
                <a:lnTo>
                  <a:pt x="1348" y="1128"/>
                </a:lnTo>
                <a:lnTo>
                  <a:pt x="1347" y="1127"/>
                </a:lnTo>
                <a:lnTo>
                  <a:pt x="1346" y="1127"/>
                </a:lnTo>
                <a:lnTo>
                  <a:pt x="1345" y="1126"/>
                </a:lnTo>
                <a:lnTo>
                  <a:pt x="1344" y="1126"/>
                </a:lnTo>
                <a:lnTo>
                  <a:pt x="1343" y="1125"/>
                </a:lnTo>
                <a:lnTo>
                  <a:pt x="1342" y="1125"/>
                </a:lnTo>
                <a:lnTo>
                  <a:pt x="1341" y="1125"/>
                </a:lnTo>
                <a:lnTo>
                  <a:pt x="1341" y="1124"/>
                </a:lnTo>
                <a:lnTo>
                  <a:pt x="1340" y="1124"/>
                </a:lnTo>
                <a:lnTo>
                  <a:pt x="1339" y="1124"/>
                </a:lnTo>
                <a:lnTo>
                  <a:pt x="1338" y="1123"/>
                </a:lnTo>
                <a:lnTo>
                  <a:pt x="1337" y="1123"/>
                </a:lnTo>
                <a:lnTo>
                  <a:pt x="1336" y="1122"/>
                </a:lnTo>
                <a:lnTo>
                  <a:pt x="1335" y="1122"/>
                </a:lnTo>
                <a:lnTo>
                  <a:pt x="1334" y="1121"/>
                </a:lnTo>
                <a:lnTo>
                  <a:pt x="1333" y="1121"/>
                </a:lnTo>
                <a:lnTo>
                  <a:pt x="1332" y="1120"/>
                </a:lnTo>
                <a:lnTo>
                  <a:pt x="1331" y="1120"/>
                </a:lnTo>
                <a:lnTo>
                  <a:pt x="1330" y="1120"/>
                </a:lnTo>
                <a:lnTo>
                  <a:pt x="1330" y="1119"/>
                </a:lnTo>
                <a:lnTo>
                  <a:pt x="1329" y="1119"/>
                </a:lnTo>
                <a:lnTo>
                  <a:pt x="1328" y="1119"/>
                </a:lnTo>
                <a:lnTo>
                  <a:pt x="1327" y="1118"/>
                </a:lnTo>
                <a:lnTo>
                  <a:pt x="1326" y="1118"/>
                </a:lnTo>
                <a:lnTo>
                  <a:pt x="1325" y="1117"/>
                </a:lnTo>
                <a:lnTo>
                  <a:pt x="1324" y="1117"/>
                </a:lnTo>
                <a:lnTo>
                  <a:pt x="1323" y="1116"/>
                </a:lnTo>
                <a:lnTo>
                  <a:pt x="1322" y="1116"/>
                </a:lnTo>
                <a:lnTo>
                  <a:pt x="1321" y="1116"/>
                </a:lnTo>
                <a:lnTo>
                  <a:pt x="1321" y="1115"/>
                </a:lnTo>
                <a:lnTo>
                  <a:pt x="1320" y="1115"/>
                </a:lnTo>
                <a:lnTo>
                  <a:pt x="1319" y="1115"/>
                </a:lnTo>
                <a:lnTo>
                  <a:pt x="1318" y="1114"/>
                </a:lnTo>
                <a:lnTo>
                  <a:pt x="1317" y="1114"/>
                </a:lnTo>
                <a:lnTo>
                  <a:pt x="1317" y="1113"/>
                </a:lnTo>
                <a:lnTo>
                  <a:pt x="1316" y="1113"/>
                </a:lnTo>
                <a:lnTo>
                  <a:pt x="1315" y="1113"/>
                </a:lnTo>
                <a:lnTo>
                  <a:pt x="1314" y="1149"/>
                </a:lnTo>
                <a:lnTo>
                  <a:pt x="1313" y="1148"/>
                </a:lnTo>
                <a:lnTo>
                  <a:pt x="1312" y="1148"/>
                </a:lnTo>
                <a:lnTo>
                  <a:pt x="1311" y="1148"/>
                </a:lnTo>
                <a:lnTo>
                  <a:pt x="1311" y="1147"/>
                </a:lnTo>
                <a:lnTo>
                  <a:pt x="1310" y="1147"/>
                </a:lnTo>
                <a:lnTo>
                  <a:pt x="1309" y="1146"/>
                </a:lnTo>
                <a:lnTo>
                  <a:pt x="1308" y="1146"/>
                </a:lnTo>
                <a:lnTo>
                  <a:pt x="1307" y="1146"/>
                </a:lnTo>
                <a:lnTo>
                  <a:pt x="1307" y="1145"/>
                </a:lnTo>
                <a:lnTo>
                  <a:pt x="1306" y="1145"/>
                </a:lnTo>
                <a:lnTo>
                  <a:pt x="1305" y="1145"/>
                </a:lnTo>
                <a:lnTo>
                  <a:pt x="1304" y="1144"/>
                </a:lnTo>
                <a:lnTo>
                  <a:pt x="1303" y="1144"/>
                </a:lnTo>
                <a:lnTo>
                  <a:pt x="1302" y="1143"/>
                </a:lnTo>
                <a:lnTo>
                  <a:pt x="1301" y="1143"/>
                </a:lnTo>
                <a:lnTo>
                  <a:pt x="1300" y="1142"/>
                </a:lnTo>
                <a:lnTo>
                  <a:pt x="1299" y="1142"/>
                </a:lnTo>
                <a:lnTo>
                  <a:pt x="1298" y="1142"/>
                </a:lnTo>
                <a:lnTo>
                  <a:pt x="1298" y="1141"/>
                </a:lnTo>
                <a:lnTo>
                  <a:pt x="1297" y="1141"/>
                </a:lnTo>
                <a:lnTo>
                  <a:pt x="1296" y="1177"/>
                </a:lnTo>
                <a:lnTo>
                  <a:pt x="1295" y="1177"/>
                </a:lnTo>
                <a:lnTo>
                  <a:pt x="1294" y="1177"/>
                </a:lnTo>
                <a:lnTo>
                  <a:pt x="1294" y="1176"/>
                </a:lnTo>
                <a:lnTo>
                  <a:pt x="1293" y="1176"/>
                </a:lnTo>
                <a:lnTo>
                  <a:pt x="1292" y="1176"/>
                </a:lnTo>
                <a:lnTo>
                  <a:pt x="1291" y="1175"/>
                </a:lnTo>
                <a:lnTo>
                  <a:pt x="1290" y="1175"/>
                </a:lnTo>
                <a:lnTo>
                  <a:pt x="1289" y="1174"/>
                </a:lnTo>
                <a:lnTo>
                  <a:pt x="1288" y="1174"/>
                </a:lnTo>
                <a:lnTo>
                  <a:pt x="1287" y="1174"/>
                </a:lnTo>
                <a:lnTo>
                  <a:pt x="1287" y="1173"/>
                </a:lnTo>
                <a:lnTo>
                  <a:pt x="1286" y="1173"/>
                </a:lnTo>
                <a:lnTo>
                  <a:pt x="1285" y="1172"/>
                </a:lnTo>
                <a:lnTo>
                  <a:pt x="1284" y="1172"/>
                </a:lnTo>
                <a:lnTo>
                  <a:pt x="1283" y="1172"/>
                </a:lnTo>
                <a:lnTo>
                  <a:pt x="1283" y="1171"/>
                </a:lnTo>
                <a:lnTo>
                  <a:pt x="1282" y="1171"/>
                </a:lnTo>
                <a:lnTo>
                  <a:pt x="1281" y="1171"/>
                </a:lnTo>
                <a:lnTo>
                  <a:pt x="1280" y="1170"/>
                </a:lnTo>
                <a:lnTo>
                  <a:pt x="1279" y="1170"/>
                </a:lnTo>
                <a:lnTo>
                  <a:pt x="1278" y="1170"/>
                </a:lnTo>
                <a:lnTo>
                  <a:pt x="1278" y="1169"/>
                </a:lnTo>
                <a:lnTo>
                  <a:pt x="1277" y="1169"/>
                </a:lnTo>
                <a:lnTo>
                  <a:pt x="1276" y="1168"/>
                </a:lnTo>
                <a:lnTo>
                  <a:pt x="1275" y="1168"/>
                </a:lnTo>
                <a:lnTo>
                  <a:pt x="1274" y="1168"/>
                </a:lnTo>
                <a:lnTo>
                  <a:pt x="1274" y="1167"/>
                </a:lnTo>
                <a:lnTo>
                  <a:pt x="1273" y="1167"/>
                </a:lnTo>
                <a:lnTo>
                  <a:pt x="1272" y="1204"/>
                </a:lnTo>
                <a:lnTo>
                  <a:pt x="1271" y="1204"/>
                </a:lnTo>
                <a:lnTo>
                  <a:pt x="1270" y="1203"/>
                </a:lnTo>
                <a:lnTo>
                  <a:pt x="1270" y="1241"/>
                </a:lnTo>
                <a:lnTo>
                  <a:pt x="1269" y="1241"/>
                </a:lnTo>
                <a:lnTo>
                  <a:pt x="1268" y="1240"/>
                </a:lnTo>
                <a:lnTo>
                  <a:pt x="1267" y="1240"/>
                </a:lnTo>
                <a:lnTo>
                  <a:pt x="1267" y="1239"/>
                </a:lnTo>
                <a:lnTo>
                  <a:pt x="1266" y="1239"/>
                </a:lnTo>
                <a:lnTo>
                  <a:pt x="1265" y="1239"/>
                </a:lnTo>
                <a:lnTo>
                  <a:pt x="1264" y="1238"/>
                </a:lnTo>
                <a:lnTo>
                  <a:pt x="1263" y="1238"/>
                </a:lnTo>
                <a:lnTo>
                  <a:pt x="1262" y="1237"/>
                </a:lnTo>
                <a:lnTo>
                  <a:pt x="1261" y="1237"/>
                </a:lnTo>
                <a:lnTo>
                  <a:pt x="1260" y="1237"/>
                </a:lnTo>
                <a:lnTo>
                  <a:pt x="1260" y="1236"/>
                </a:lnTo>
                <a:lnTo>
                  <a:pt x="1259" y="1236"/>
                </a:lnTo>
                <a:lnTo>
                  <a:pt x="1258" y="1236"/>
                </a:lnTo>
                <a:lnTo>
                  <a:pt x="1258" y="1235"/>
                </a:lnTo>
                <a:lnTo>
                  <a:pt x="1257" y="1235"/>
                </a:lnTo>
                <a:lnTo>
                  <a:pt x="1257" y="1273"/>
                </a:lnTo>
                <a:lnTo>
                  <a:pt x="1256" y="1273"/>
                </a:lnTo>
                <a:lnTo>
                  <a:pt x="1256" y="1272"/>
                </a:lnTo>
                <a:lnTo>
                  <a:pt x="1255" y="1272"/>
                </a:lnTo>
                <a:lnTo>
                  <a:pt x="1254" y="1310"/>
                </a:lnTo>
                <a:lnTo>
                  <a:pt x="1253" y="1309"/>
                </a:lnTo>
                <a:lnTo>
                  <a:pt x="1252" y="1309"/>
                </a:lnTo>
                <a:lnTo>
                  <a:pt x="1251" y="1347"/>
                </a:lnTo>
                <a:lnTo>
                  <a:pt x="1251" y="1346"/>
                </a:lnTo>
                <a:lnTo>
                  <a:pt x="1250" y="1384"/>
                </a:lnTo>
                <a:lnTo>
                  <a:pt x="1249" y="1384"/>
                </a:lnTo>
                <a:lnTo>
                  <a:pt x="1248" y="1383"/>
                </a:lnTo>
                <a:lnTo>
                  <a:pt x="1247" y="1383"/>
                </a:lnTo>
                <a:lnTo>
                  <a:pt x="1247" y="1382"/>
                </a:lnTo>
                <a:lnTo>
                  <a:pt x="1246" y="1382"/>
                </a:lnTo>
                <a:lnTo>
                  <a:pt x="1245" y="1382"/>
                </a:lnTo>
                <a:lnTo>
                  <a:pt x="1244" y="1381"/>
                </a:lnTo>
                <a:lnTo>
                  <a:pt x="1243" y="1381"/>
                </a:lnTo>
                <a:lnTo>
                  <a:pt x="1242" y="1380"/>
                </a:lnTo>
                <a:lnTo>
                  <a:pt x="1241" y="1380"/>
                </a:lnTo>
                <a:lnTo>
                  <a:pt x="1240" y="1380"/>
                </a:lnTo>
                <a:lnTo>
                  <a:pt x="1240" y="1379"/>
                </a:lnTo>
                <a:lnTo>
                  <a:pt x="1239" y="1379"/>
                </a:lnTo>
                <a:lnTo>
                  <a:pt x="1238" y="1378"/>
                </a:lnTo>
                <a:lnTo>
                  <a:pt x="1237" y="1378"/>
                </a:lnTo>
                <a:lnTo>
                  <a:pt x="1236" y="1378"/>
                </a:lnTo>
                <a:lnTo>
                  <a:pt x="1236" y="1377"/>
                </a:lnTo>
                <a:lnTo>
                  <a:pt x="1235" y="1416"/>
                </a:lnTo>
                <a:lnTo>
                  <a:pt x="1234" y="1415"/>
                </a:lnTo>
                <a:lnTo>
                  <a:pt x="1233" y="1415"/>
                </a:lnTo>
                <a:lnTo>
                  <a:pt x="1232" y="1414"/>
                </a:lnTo>
                <a:lnTo>
                  <a:pt x="1231" y="1414"/>
                </a:lnTo>
                <a:lnTo>
                  <a:pt x="1230" y="1414"/>
                </a:lnTo>
                <a:lnTo>
                  <a:pt x="1230" y="1413"/>
                </a:lnTo>
                <a:lnTo>
                  <a:pt x="1229" y="1413"/>
                </a:lnTo>
                <a:lnTo>
                  <a:pt x="1228" y="1413"/>
                </a:lnTo>
                <a:lnTo>
                  <a:pt x="1227" y="1412"/>
                </a:lnTo>
                <a:lnTo>
                  <a:pt x="1226" y="1412"/>
                </a:lnTo>
                <a:lnTo>
                  <a:pt x="1226" y="1411"/>
                </a:lnTo>
                <a:lnTo>
                  <a:pt x="1225" y="1411"/>
                </a:lnTo>
                <a:lnTo>
                  <a:pt x="1224" y="1411"/>
                </a:lnTo>
                <a:lnTo>
                  <a:pt x="1223" y="1410"/>
                </a:lnTo>
                <a:lnTo>
                  <a:pt x="1222" y="1410"/>
                </a:lnTo>
                <a:lnTo>
                  <a:pt x="1221" y="1410"/>
                </a:lnTo>
                <a:lnTo>
                  <a:pt x="1221" y="1409"/>
                </a:lnTo>
                <a:lnTo>
                  <a:pt x="1220" y="1409"/>
                </a:lnTo>
                <a:lnTo>
                  <a:pt x="1219" y="1448"/>
                </a:lnTo>
                <a:lnTo>
                  <a:pt x="1219" y="1447"/>
                </a:lnTo>
                <a:lnTo>
                  <a:pt x="1218" y="1447"/>
                </a:lnTo>
                <a:lnTo>
                  <a:pt x="1217" y="1447"/>
                </a:lnTo>
                <a:lnTo>
                  <a:pt x="1217" y="1446"/>
                </a:lnTo>
                <a:lnTo>
                  <a:pt x="1216" y="1485"/>
                </a:lnTo>
                <a:lnTo>
                  <a:pt x="1215" y="1485"/>
                </a:lnTo>
                <a:lnTo>
                  <a:pt x="1214" y="1484"/>
                </a:lnTo>
                <a:lnTo>
                  <a:pt x="1213" y="1484"/>
                </a:lnTo>
                <a:lnTo>
                  <a:pt x="1212" y="1483"/>
                </a:lnTo>
                <a:lnTo>
                  <a:pt x="1211" y="1483"/>
                </a:lnTo>
                <a:lnTo>
                  <a:pt x="1210" y="1483"/>
                </a:lnTo>
                <a:lnTo>
                  <a:pt x="1210" y="1482"/>
                </a:lnTo>
                <a:lnTo>
                  <a:pt x="1209" y="1482"/>
                </a:lnTo>
                <a:lnTo>
                  <a:pt x="1208" y="1481"/>
                </a:lnTo>
                <a:lnTo>
                  <a:pt x="1207" y="1481"/>
                </a:lnTo>
                <a:lnTo>
                  <a:pt x="1206" y="1481"/>
                </a:lnTo>
                <a:lnTo>
                  <a:pt x="1206" y="1520"/>
                </a:lnTo>
                <a:lnTo>
                  <a:pt x="1205" y="1559"/>
                </a:lnTo>
                <a:lnTo>
                  <a:pt x="1204" y="1559"/>
                </a:lnTo>
                <a:lnTo>
                  <a:pt x="1204" y="1558"/>
                </a:lnTo>
                <a:lnTo>
                  <a:pt x="1203" y="1558"/>
                </a:lnTo>
                <a:lnTo>
                  <a:pt x="1202" y="1558"/>
                </a:lnTo>
                <a:lnTo>
                  <a:pt x="1201" y="1557"/>
                </a:lnTo>
                <a:lnTo>
                  <a:pt x="1200" y="1557"/>
                </a:lnTo>
                <a:lnTo>
                  <a:pt x="1199" y="1556"/>
                </a:lnTo>
                <a:lnTo>
                  <a:pt x="1198" y="1556"/>
                </a:lnTo>
                <a:lnTo>
                  <a:pt x="1197" y="1555"/>
                </a:lnTo>
                <a:lnTo>
                  <a:pt x="1196" y="1555"/>
                </a:lnTo>
                <a:lnTo>
                  <a:pt x="1195" y="1554"/>
                </a:lnTo>
                <a:lnTo>
                  <a:pt x="1194" y="1554"/>
                </a:lnTo>
                <a:lnTo>
                  <a:pt x="1193" y="1554"/>
                </a:lnTo>
                <a:lnTo>
                  <a:pt x="1193" y="1553"/>
                </a:lnTo>
                <a:lnTo>
                  <a:pt x="1192" y="1553"/>
                </a:lnTo>
                <a:lnTo>
                  <a:pt x="1191" y="1553"/>
                </a:lnTo>
                <a:lnTo>
                  <a:pt x="1190" y="1552"/>
                </a:lnTo>
                <a:lnTo>
                  <a:pt x="1189" y="1552"/>
                </a:lnTo>
                <a:lnTo>
                  <a:pt x="1189" y="1591"/>
                </a:lnTo>
                <a:lnTo>
                  <a:pt x="1188" y="1591"/>
                </a:lnTo>
                <a:lnTo>
                  <a:pt x="1187" y="1591"/>
                </a:lnTo>
                <a:lnTo>
                  <a:pt x="1186" y="1590"/>
                </a:lnTo>
                <a:lnTo>
                  <a:pt x="1185" y="1590"/>
                </a:lnTo>
                <a:lnTo>
                  <a:pt x="1184" y="1589"/>
                </a:lnTo>
                <a:lnTo>
                  <a:pt x="1183" y="1589"/>
                </a:lnTo>
                <a:lnTo>
                  <a:pt x="1182" y="1588"/>
                </a:lnTo>
                <a:lnTo>
                  <a:pt x="1181" y="1588"/>
                </a:lnTo>
                <a:lnTo>
                  <a:pt x="1180" y="1588"/>
                </a:lnTo>
                <a:lnTo>
                  <a:pt x="1180" y="1587"/>
                </a:lnTo>
                <a:lnTo>
                  <a:pt x="1179" y="1587"/>
                </a:lnTo>
                <a:lnTo>
                  <a:pt x="1178" y="1587"/>
                </a:lnTo>
                <a:lnTo>
                  <a:pt x="1177" y="1586"/>
                </a:lnTo>
                <a:lnTo>
                  <a:pt x="1176" y="1586"/>
                </a:lnTo>
                <a:lnTo>
                  <a:pt x="1176" y="1585"/>
                </a:lnTo>
                <a:lnTo>
                  <a:pt x="1175" y="1585"/>
                </a:lnTo>
                <a:lnTo>
                  <a:pt x="1174" y="1585"/>
                </a:lnTo>
                <a:lnTo>
                  <a:pt x="1173" y="1584"/>
                </a:lnTo>
                <a:lnTo>
                  <a:pt x="1172" y="1584"/>
                </a:lnTo>
                <a:lnTo>
                  <a:pt x="1171" y="1583"/>
                </a:lnTo>
                <a:lnTo>
                  <a:pt x="1170" y="1583"/>
                </a:lnTo>
                <a:lnTo>
                  <a:pt x="1169" y="1583"/>
                </a:lnTo>
                <a:lnTo>
                  <a:pt x="1169" y="1582"/>
                </a:lnTo>
                <a:lnTo>
                  <a:pt x="1168" y="1582"/>
                </a:lnTo>
                <a:lnTo>
                  <a:pt x="1167" y="1582"/>
                </a:lnTo>
                <a:lnTo>
                  <a:pt x="1167" y="1581"/>
                </a:lnTo>
                <a:lnTo>
                  <a:pt x="1166" y="1581"/>
                </a:lnTo>
                <a:lnTo>
                  <a:pt x="1165" y="1581"/>
                </a:lnTo>
                <a:lnTo>
                  <a:pt x="1164" y="1580"/>
                </a:lnTo>
                <a:lnTo>
                  <a:pt x="1163" y="1580"/>
                </a:lnTo>
                <a:lnTo>
                  <a:pt x="1162" y="1579"/>
                </a:lnTo>
                <a:lnTo>
                  <a:pt x="1161" y="1579"/>
                </a:lnTo>
                <a:lnTo>
                  <a:pt x="1160" y="1579"/>
                </a:lnTo>
                <a:lnTo>
                  <a:pt x="1160" y="1578"/>
                </a:lnTo>
                <a:lnTo>
                  <a:pt x="1159" y="1578"/>
                </a:lnTo>
                <a:lnTo>
                  <a:pt x="1158" y="1578"/>
                </a:lnTo>
                <a:lnTo>
                  <a:pt x="1157" y="1577"/>
                </a:lnTo>
                <a:lnTo>
                  <a:pt x="1156" y="1577"/>
                </a:lnTo>
                <a:lnTo>
                  <a:pt x="1156" y="1576"/>
                </a:lnTo>
                <a:lnTo>
                  <a:pt x="1155" y="1576"/>
                </a:lnTo>
                <a:lnTo>
                  <a:pt x="1154" y="1576"/>
                </a:lnTo>
                <a:lnTo>
                  <a:pt x="1153" y="1575"/>
                </a:lnTo>
                <a:lnTo>
                  <a:pt x="1152" y="1575"/>
                </a:lnTo>
                <a:lnTo>
                  <a:pt x="1151" y="1574"/>
                </a:lnTo>
                <a:lnTo>
                  <a:pt x="1150" y="1574"/>
                </a:lnTo>
                <a:lnTo>
                  <a:pt x="1149" y="1574"/>
                </a:lnTo>
                <a:lnTo>
                  <a:pt x="1149" y="1573"/>
                </a:lnTo>
                <a:lnTo>
                  <a:pt x="1148" y="1573"/>
                </a:lnTo>
                <a:lnTo>
                  <a:pt x="1147" y="1573"/>
                </a:lnTo>
                <a:lnTo>
                  <a:pt x="1147" y="1572"/>
                </a:lnTo>
                <a:lnTo>
                  <a:pt x="1146" y="1572"/>
                </a:lnTo>
                <a:lnTo>
                  <a:pt x="1145" y="1572"/>
                </a:lnTo>
                <a:lnTo>
                  <a:pt x="1144" y="1571"/>
                </a:lnTo>
                <a:lnTo>
                  <a:pt x="1143" y="1571"/>
                </a:lnTo>
                <a:lnTo>
                  <a:pt x="1142" y="1570"/>
                </a:lnTo>
                <a:lnTo>
                  <a:pt x="1142" y="1611"/>
                </a:lnTo>
                <a:lnTo>
                  <a:pt x="1141" y="1611"/>
                </a:lnTo>
                <a:lnTo>
                  <a:pt x="1140" y="1611"/>
                </a:lnTo>
                <a:lnTo>
                  <a:pt x="1140" y="1610"/>
                </a:lnTo>
                <a:lnTo>
                  <a:pt x="1139" y="1610"/>
                </a:lnTo>
                <a:lnTo>
                  <a:pt x="1138" y="1609"/>
                </a:lnTo>
                <a:lnTo>
                  <a:pt x="1137" y="1609"/>
                </a:lnTo>
                <a:lnTo>
                  <a:pt x="1136" y="1609"/>
                </a:lnTo>
                <a:lnTo>
                  <a:pt x="1136" y="1608"/>
                </a:lnTo>
                <a:lnTo>
                  <a:pt x="1135" y="1608"/>
                </a:lnTo>
                <a:lnTo>
                  <a:pt x="1134" y="1649"/>
                </a:lnTo>
                <a:lnTo>
                  <a:pt x="1133" y="1649"/>
                </a:lnTo>
                <a:lnTo>
                  <a:pt x="1133" y="1648"/>
                </a:lnTo>
                <a:lnTo>
                  <a:pt x="1132" y="1648"/>
                </a:lnTo>
                <a:lnTo>
                  <a:pt x="1131" y="1647"/>
                </a:lnTo>
                <a:lnTo>
                  <a:pt x="1130" y="1647"/>
                </a:lnTo>
                <a:lnTo>
                  <a:pt x="1129" y="1647"/>
                </a:lnTo>
                <a:lnTo>
                  <a:pt x="1129" y="1646"/>
                </a:lnTo>
                <a:lnTo>
                  <a:pt x="1128" y="1646"/>
                </a:lnTo>
                <a:lnTo>
                  <a:pt x="1127" y="1646"/>
                </a:lnTo>
                <a:lnTo>
                  <a:pt x="1126" y="1645"/>
                </a:lnTo>
                <a:lnTo>
                  <a:pt x="1125" y="1645"/>
                </a:lnTo>
                <a:lnTo>
                  <a:pt x="1124" y="1645"/>
                </a:lnTo>
                <a:lnTo>
                  <a:pt x="1124" y="1644"/>
                </a:lnTo>
                <a:lnTo>
                  <a:pt x="1123" y="1644"/>
                </a:lnTo>
                <a:lnTo>
                  <a:pt x="1122" y="1643"/>
                </a:lnTo>
                <a:lnTo>
                  <a:pt x="1121" y="1643"/>
                </a:lnTo>
                <a:lnTo>
                  <a:pt x="1120" y="1643"/>
                </a:lnTo>
                <a:lnTo>
                  <a:pt x="1120" y="1642"/>
                </a:lnTo>
                <a:lnTo>
                  <a:pt x="1119" y="1642"/>
                </a:lnTo>
                <a:lnTo>
                  <a:pt x="1118" y="1642"/>
                </a:lnTo>
                <a:lnTo>
                  <a:pt x="1117" y="1641"/>
                </a:lnTo>
                <a:lnTo>
                  <a:pt x="1116" y="1641"/>
                </a:lnTo>
                <a:lnTo>
                  <a:pt x="1115" y="1640"/>
                </a:lnTo>
                <a:lnTo>
                  <a:pt x="1114" y="1640"/>
                </a:lnTo>
                <a:lnTo>
                  <a:pt x="1113" y="1639"/>
                </a:lnTo>
                <a:lnTo>
                  <a:pt x="1112" y="1639"/>
                </a:lnTo>
                <a:lnTo>
                  <a:pt x="1111" y="1638"/>
                </a:lnTo>
                <a:lnTo>
                  <a:pt x="1110" y="1638"/>
                </a:lnTo>
                <a:lnTo>
                  <a:pt x="1109" y="1638"/>
                </a:lnTo>
                <a:lnTo>
                  <a:pt x="1109" y="1637"/>
                </a:lnTo>
                <a:lnTo>
                  <a:pt x="1108" y="1637"/>
                </a:lnTo>
                <a:lnTo>
                  <a:pt x="1107" y="1637"/>
                </a:lnTo>
                <a:lnTo>
                  <a:pt x="1106" y="1636"/>
                </a:lnTo>
                <a:lnTo>
                  <a:pt x="1105" y="1636"/>
                </a:lnTo>
                <a:lnTo>
                  <a:pt x="1105" y="1635"/>
                </a:lnTo>
                <a:lnTo>
                  <a:pt x="1104" y="1635"/>
                </a:lnTo>
                <a:lnTo>
                  <a:pt x="1103" y="1635"/>
                </a:lnTo>
                <a:lnTo>
                  <a:pt x="1103" y="1677"/>
                </a:lnTo>
                <a:lnTo>
                  <a:pt x="1102" y="1676"/>
                </a:lnTo>
                <a:lnTo>
                  <a:pt x="1101" y="1676"/>
                </a:lnTo>
                <a:lnTo>
                  <a:pt x="1100" y="1676"/>
                </a:lnTo>
                <a:lnTo>
                  <a:pt x="1100" y="1675"/>
                </a:lnTo>
                <a:lnTo>
                  <a:pt x="1099" y="1675"/>
                </a:lnTo>
                <a:lnTo>
                  <a:pt x="1098" y="1675"/>
                </a:lnTo>
                <a:lnTo>
                  <a:pt x="1097" y="1674"/>
                </a:lnTo>
                <a:lnTo>
                  <a:pt x="1096" y="1674"/>
                </a:lnTo>
                <a:lnTo>
                  <a:pt x="1095" y="1673"/>
                </a:lnTo>
                <a:lnTo>
                  <a:pt x="1094" y="1673"/>
                </a:lnTo>
                <a:lnTo>
                  <a:pt x="1093" y="1672"/>
                </a:lnTo>
                <a:lnTo>
                  <a:pt x="1092" y="1672"/>
                </a:lnTo>
                <a:lnTo>
                  <a:pt x="1091" y="1671"/>
                </a:lnTo>
                <a:lnTo>
                  <a:pt x="1090" y="1671"/>
                </a:lnTo>
                <a:lnTo>
                  <a:pt x="1089" y="1671"/>
                </a:lnTo>
                <a:lnTo>
                  <a:pt x="1089" y="1670"/>
                </a:lnTo>
                <a:lnTo>
                  <a:pt x="1088" y="1670"/>
                </a:lnTo>
                <a:lnTo>
                  <a:pt x="1087" y="1670"/>
                </a:lnTo>
                <a:lnTo>
                  <a:pt x="1086" y="1669"/>
                </a:lnTo>
                <a:lnTo>
                  <a:pt x="1085" y="1669"/>
                </a:lnTo>
                <a:lnTo>
                  <a:pt x="1085" y="1711"/>
                </a:lnTo>
                <a:lnTo>
                  <a:pt x="1084" y="1711"/>
                </a:lnTo>
                <a:lnTo>
                  <a:pt x="1083" y="1711"/>
                </a:lnTo>
                <a:lnTo>
                  <a:pt x="1083" y="1710"/>
                </a:lnTo>
                <a:lnTo>
                  <a:pt x="1082" y="1710"/>
                </a:lnTo>
                <a:lnTo>
                  <a:pt x="1081" y="1709"/>
                </a:lnTo>
                <a:lnTo>
                  <a:pt x="1080" y="1709"/>
                </a:lnTo>
                <a:lnTo>
                  <a:pt x="1079" y="1709"/>
                </a:lnTo>
                <a:lnTo>
                  <a:pt x="1079" y="1708"/>
                </a:lnTo>
                <a:lnTo>
                  <a:pt x="1078" y="1708"/>
                </a:lnTo>
                <a:lnTo>
                  <a:pt x="1077" y="1708"/>
                </a:lnTo>
                <a:lnTo>
                  <a:pt x="1076" y="1707"/>
                </a:lnTo>
                <a:lnTo>
                  <a:pt x="1075" y="1707"/>
                </a:lnTo>
                <a:lnTo>
                  <a:pt x="1075" y="1749"/>
                </a:lnTo>
                <a:lnTo>
                  <a:pt x="1074" y="1749"/>
                </a:lnTo>
                <a:lnTo>
                  <a:pt x="1073" y="1749"/>
                </a:lnTo>
                <a:lnTo>
                  <a:pt x="1072" y="1748"/>
                </a:lnTo>
                <a:lnTo>
                  <a:pt x="1071" y="1748"/>
                </a:lnTo>
                <a:lnTo>
                  <a:pt x="1070" y="1748"/>
                </a:lnTo>
                <a:lnTo>
                  <a:pt x="1070" y="1791"/>
                </a:lnTo>
                <a:lnTo>
                  <a:pt x="1069" y="1791"/>
                </a:lnTo>
                <a:lnTo>
                  <a:pt x="1068" y="1791"/>
                </a:lnTo>
                <a:lnTo>
                  <a:pt x="1067" y="1790"/>
                </a:lnTo>
                <a:lnTo>
                  <a:pt x="1066" y="1790"/>
                </a:lnTo>
                <a:lnTo>
                  <a:pt x="1065" y="1833"/>
                </a:lnTo>
                <a:lnTo>
                  <a:pt x="1065" y="1832"/>
                </a:lnTo>
                <a:lnTo>
                  <a:pt x="1064" y="1832"/>
                </a:lnTo>
                <a:lnTo>
                  <a:pt x="1063" y="1832"/>
                </a:lnTo>
                <a:lnTo>
                  <a:pt x="1062" y="1831"/>
                </a:lnTo>
                <a:lnTo>
                  <a:pt x="1061" y="1831"/>
                </a:lnTo>
                <a:lnTo>
                  <a:pt x="1060" y="1830"/>
                </a:lnTo>
                <a:lnTo>
                  <a:pt x="1059" y="1830"/>
                </a:lnTo>
                <a:lnTo>
                  <a:pt x="1058" y="1829"/>
                </a:lnTo>
                <a:lnTo>
                  <a:pt x="1057" y="1829"/>
                </a:lnTo>
                <a:lnTo>
                  <a:pt x="1057" y="1872"/>
                </a:lnTo>
                <a:lnTo>
                  <a:pt x="1056" y="1872"/>
                </a:lnTo>
                <a:lnTo>
                  <a:pt x="1055" y="1872"/>
                </a:lnTo>
                <a:lnTo>
                  <a:pt x="1055" y="1871"/>
                </a:lnTo>
                <a:lnTo>
                  <a:pt x="1054" y="1871"/>
                </a:lnTo>
                <a:lnTo>
                  <a:pt x="1053" y="1871"/>
                </a:lnTo>
                <a:lnTo>
                  <a:pt x="1053" y="1914"/>
                </a:lnTo>
                <a:lnTo>
                  <a:pt x="1052" y="1914"/>
                </a:lnTo>
                <a:lnTo>
                  <a:pt x="1051" y="1914"/>
                </a:lnTo>
                <a:lnTo>
                  <a:pt x="1050" y="1913"/>
                </a:lnTo>
                <a:lnTo>
                  <a:pt x="1049" y="1913"/>
                </a:lnTo>
                <a:lnTo>
                  <a:pt x="1048" y="1912"/>
                </a:lnTo>
                <a:lnTo>
                  <a:pt x="1047" y="1912"/>
                </a:lnTo>
                <a:lnTo>
                  <a:pt x="1046" y="1911"/>
                </a:lnTo>
                <a:lnTo>
                  <a:pt x="1045" y="1911"/>
                </a:lnTo>
                <a:lnTo>
                  <a:pt x="1044" y="1910"/>
                </a:lnTo>
                <a:lnTo>
                  <a:pt x="1043" y="1910"/>
                </a:lnTo>
                <a:lnTo>
                  <a:pt x="1042" y="1910"/>
                </a:lnTo>
                <a:lnTo>
                  <a:pt x="1042" y="1909"/>
                </a:lnTo>
                <a:lnTo>
                  <a:pt x="1041" y="1909"/>
                </a:lnTo>
                <a:lnTo>
                  <a:pt x="1040" y="1909"/>
                </a:lnTo>
                <a:lnTo>
                  <a:pt x="1039" y="1908"/>
                </a:lnTo>
                <a:lnTo>
                  <a:pt x="1038" y="1908"/>
                </a:lnTo>
                <a:lnTo>
                  <a:pt x="1038" y="1907"/>
                </a:lnTo>
                <a:lnTo>
                  <a:pt x="1037" y="1951"/>
                </a:lnTo>
                <a:lnTo>
                  <a:pt x="1036" y="1995"/>
                </a:lnTo>
                <a:lnTo>
                  <a:pt x="1035" y="1995"/>
                </a:lnTo>
                <a:lnTo>
                  <a:pt x="1034" y="1994"/>
                </a:lnTo>
                <a:lnTo>
                  <a:pt x="1033" y="1994"/>
                </a:lnTo>
                <a:lnTo>
                  <a:pt x="1033" y="2038"/>
                </a:lnTo>
                <a:lnTo>
                  <a:pt x="1032" y="2038"/>
                </a:lnTo>
                <a:lnTo>
                  <a:pt x="1031" y="2037"/>
                </a:lnTo>
                <a:lnTo>
                  <a:pt x="1030" y="2037"/>
                </a:lnTo>
                <a:lnTo>
                  <a:pt x="1029" y="2036"/>
                </a:lnTo>
                <a:lnTo>
                  <a:pt x="1028" y="2036"/>
                </a:lnTo>
                <a:lnTo>
                  <a:pt x="1027" y="2035"/>
                </a:lnTo>
                <a:lnTo>
                  <a:pt x="1026" y="2035"/>
                </a:lnTo>
                <a:lnTo>
                  <a:pt x="1025" y="2035"/>
                </a:lnTo>
                <a:lnTo>
                  <a:pt x="1025" y="2034"/>
                </a:lnTo>
                <a:lnTo>
                  <a:pt x="1024" y="2034"/>
                </a:lnTo>
                <a:lnTo>
                  <a:pt x="1023" y="2034"/>
                </a:lnTo>
                <a:lnTo>
                  <a:pt x="1022" y="2033"/>
                </a:lnTo>
                <a:lnTo>
                  <a:pt x="1022" y="2078"/>
                </a:lnTo>
                <a:lnTo>
                  <a:pt x="1021" y="2077"/>
                </a:lnTo>
                <a:lnTo>
                  <a:pt x="1020" y="2077"/>
                </a:lnTo>
                <a:lnTo>
                  <a:pt x="1019" y="2077"/>
                </a:lnTo>
                <a:lnTo>
                  <a:pt x="1019" y="2076"/>
                </a:lnTo>
                <a:lnTo>
                  <a:pt x="1018" y="2076"/>
                </a:lnTo>
                <a:lnTo>
                  <a:pt x="1017" y="2076"/>
                </a:lnTo>
                <a:lnTo>
                  <a:pt x="1016" y="2075"/>
                </a:lnTo>
                <a:lnTo>
                  <a:pt x="1015" y="2075"/>
                </a:lnTo>
                <a:lnTo>
                  <a:pt x="1015" y="2074"/>
                </a:lnTo>
                <a:lnTo>
                  <a:pt x="1014" y="2074"/>
                </a:lnTo>
                <a:lnTo>
                  <a:pt x="1013" y="2074"/>
                </a:lnTo>
                <a:lnTo>
                  <a:pt x="1012" y="2073"/>
                </a:lnTo>
                <a:lnTo>
                  <a:pt x="1011" y="2073"/>
                </a:lnTo>
                <a:lnTo>
                  <a:pt x="1010" y="2073"/>
                </a:lnTo>
                <a:lnTo>
                  <a:pt x="1010" y="2072"/>
                </a:lnTo>
                <a:lnTo>
                  <a:pt x="1009" y="2072"/>
                </a:lnTo>
                <a:lnTo>
                  <a:pt x="1008" y="2072"/>
                </a:lnTo>
                <a:lnTo>
                  <a:pt x="1008" y="2071"/>
                </a:lnTo>
                <a:lnTo>
                  <a:pt x="1007" y="2071"/>
                </a:lnTo>
                <a:lnTo>
                  <a:pt x="1006" y="2071"/>
                </a:lnTo>
                <a:lnTo>
                  <a:pt x="1006" y="2070"/>
                </a:lnTo>
                <a:lnTo>
                  <a:pt x="1005" y="2070"/>
                </a:lnTo>
                <a:lnTo>
                  <a:pt x="1004" y="2070"/>
                </a:lnTo>
                <a:lnTo>
                  <a:pt x="1003" y="2069"/>
                </a:lnTo>
                <a:lnTo>
                  <a:pt x="1002" y="2069"/>
                </a:lnTo>
                <a:lnTo>
                  <a:pt x="1001" y="2068"/>
                </a:lnTo>
                <a:lnTo>
                  <a:pt x="1000" y="2068"/>
                </a:lnTo>
                <a:lnTo>
                  <a:pt x="999" y="2068"/>
                </a:lnTo>
                <a:lnTo>
                  <a:pt x="999" y="2067"/>
                </a:lnTo>
                <a:lnTo>
                  <a:pt x="998" y="2067"/>
                </a:lnTo>
                <a:lnTo>
                  <a:pt x="997" y="2066"/>
                </a:lnTo>
                <a:lnTo>
                  <a:pt x="996" y="2066"/>
                </a:lnTo>
                <a:lnTo>
                  <a:pt x="995" y="2066"/>
                </a:lnTo>
                <a:lnTo>
                  <a:pt x="995" y="2065"/>
                </a:lnTo>
                <a:lnTo>
                  <a:pt x="994" y="2065"/>
                </a:lnTo>
                <a:lnTo>
                  <a:pt x="993" y="2065"/>
                </a:lnTo>
                <a:lnTo>
                  <a:pt x="992" y="2064"/>
                </a:lnTo>
                <a:lnTo>
                  <a:pt x="991" y="2064"/>
                </a:lnTo>
                <a:lnTo>
                  <a:pt x="990" y="2109"/>
                </a:lnTo>
                <a:lnTo>
                  <a:pt x="989" y="2154"/>
                </a:lnTo>
                <a:lnTo>
                  <a:pt x="988" y="2153"/>
                </a:lnTo>
                <a:lnTo>
                  <a:pt x="987" y="2153"/>
                </a:lnTo>
                <a:lnTo>
                  <a:pt x="986" y="2153"/>
                </a:lnTo>
                <a:lnTo>
                  <a:pt x="986" y="2198"/>
                </a:lnTo>
                <a:lnTo>
                  <a:pt x="985" y="2198"/>
                </a:lnTo>
                <a:lnTo>
                  <a:pt x="985" y="2197"/>
                </a:lnTo>
                <a:lnTo>
                  <a:pt x="984" y="2197"/>
                </a:lnTo>
                <a:lnTo>
                  <a:pt x="983" y="2197"/>
                </a:lnTo>
                <a:lnTo>
                  <a:pt x="982" y="2196"/>
                </a:lnTo>
                <a:lnTo>
                  <a:pt x="981" y="2196"/>
                </a:lnTo>
                <a:lnTo>
                  <a:pt x="981" y="2241"/>
                </a:lnTo>
                <a:lnTo>
                  <a:pt x="980" y="2241"/>
                </a:lnTo>
                <a:lnTo>
                  <a:pt x="979" y="2241"/>
                </a:lnTo>
                <a:lnTo>
                  <a:pt x="978" y="2286"/>
                </a:lnTo>
                <a:lnTo>
                  <a:pt x="978" y="2332"/>
                </a:lnTo>
                <a:lnTo>
                  <a:pt x="977" y="2332"/>
                </a:lnTo>
                <a:lnTo>
                  <a:pt x="976" y="2332"/>
                </a:lnTo>
                <a:lnTo>
                  <a:pt x="976" y="2331"/>
                </a:lnTo>
                <a:lnTo>
                  <a:pt x="975" y="2331"/>
                </a:lnTo>
                <a:lnTo>
                  <a:pt x="974" y="2330"/>
                </a:lnTo>
                <a:lnTo>
                  <a:pt x="973" y="2330"/>
                </a:lnTo>
                <a:lnTo>
                  <a:pt x="972" y="2330"/>
                </a:lnTo>
                <a:lnTo>
                  <a:pt x="972" y="2329"/>
                </a:lnTo>
                <a:lnTo>
                  <a:pt x="971" y="2329"/>
                </a:lnTo>
                <a:lnTo>
                  <a:pt x="970" y="2329"/>
                </a:lnTo>
                <a:lnTo>
                  <a:pt x="969" y="2328"/>
                </a:lnTo>
                <a:lnTo>
                  <a:pt x="968" y="2328"/>
                </a:lnTo>
                <a:lnTo>
                  <a:pt x="967" y="2327"/>
                </a:lnTo>
                <a:lnTo>
                  <a:pt x="966" y="2327"/>
                </a:lnTo>
                <a:lnTo>
                  <a:pt x="965" y="2327"/>
                </a:lnTo>
                <a:lnTo>
                  <a:pt x="965" y="2326"/>
                </a:lnTo>
                <a:lnTo>
                  <a:pt x="964" y="2326"/>
                </a:lnTo>
                <a:lnTo>
                  <a:pt x="963" y="2326"/>
                </a:lnTo>
                <a:lnTo>
                  <a:pt x="963" y="2325"/>
                </a:lnTo>
                <a:lnTo>
                  <a:pt x="962" y="2325"/>
                </a:lnTo>
                <a:lnTo>
                  <a:pt x="961" y="2325"/>
                </a:lnTo>
                <a:lnTo>
                  <a:pt x="961" y="2324"/>
                </a:lnTo>
                <a:lnTo>
                  <a:pt x="960" y="2324"/>
                </a:lnTo>
                <a:lnTo>
                  <a:pt x="959" y="2324"/>
                </a:lnTo>
                <a:lnTo>
                  <a:pt x="959" y="2370"/>
                </a:lnTo>
                <a:lnTo>
                  <a:pt x="958" y="2370"/>
                </a:lnTo>
                <a:lnTo>
                  <a:pt x="957" y="2369"/>
                </a:lnTo>
                <a:lnTo>
                  <a:pt x="956" y="2369"/>
                </a:lnTo>
                <a:lnTo>
                  <a:pt x="955" y="2415"/>
                </a:lnTo>
                <a:lnTo>
                  <a:pt x="954" y="2415"/>
                </a:lnTo>
                <a:lnTo>
                  <a:pt x="953" y="2415"/>
                </a:lnTo>
                <a:lnTo>
                  <a:pt x="953" y="2414"/>
                </a:lnTo>
                <a:lnTo>
                  <a:pt x="952" y="2414"/>
                </a:lnTo>
                <a:lnTo>
                  <a:pt x="952" y="2461"/>
                </a:lnTo>
                <a:lnTo>
                  <a:pt x="951" y="2460"/>
                </a:lnTo>
                <a:lnTo>
                  <a:pt x="950" y="2460"/>
                </a:lnTo>
                <a:lnTo>
                  <a:pt x="949" y="2460"/>
                </a:lnTo>
                <a:lnTo>
                  <a:pt x="949" y="2459"/>
                </a:lnTo>
                <a:lnTo>
                  <a:pt x="948" y="2459"/>
                </a:lnTo>
                <a:lnTo>
                  <a:pt x="947" y="2459"/>
                </a:lnTo>
                <a:lnTo>
                  <a:pt x="946" y="2458"/>
                </a:lnTo>
                <a:lnTo>
                  <a:pt x="945" y="2458"/>
                </a:lnTo>
                <a:lnTo>
                  <a:pt x="945" y="2457"/>
                </a:lnTo>
                <a:lnTo>
                  <a:pt x="944" y="2457"/>
                </a:lnTo>
                <a:lnTo>
                  <a:pt x="943" y="2457"/>
                </a:lnTo>
                <a:lnTo>
                  <a:pt x="942" y="2456"/>
                </a:lnTo>
                <a:lnTo>
                  <a:pt x="941" y="2456"/>
                </a:lnTo>
                <a:lnTo>
                  <a:pt x="940" y="2502"/>
                </a:lnTo>
                <a:lnTo>
                  <a:pt x="939" y="2502"/>
                </a:lnTo>
                <a:lnTo>
                  <a:pt x="938" y="2502"/>
                </a:lnTo>
                <a:lnTo>
                  <a:pt x="938" y="2501"/>
                </a:lnTo>
                <a:lnTo>
                  <a:pt x="937" y="2501"/>
                </a:lnTo>
                <a:lnTo>
                  <a:pt x="936" y="2501"/>
                </a:lnTo>
                <a:lnTo>
                  <a:pt x="935" y="2500"/>
                </a:lnTo>
                <a:lnTo>
                  <a:pt x="934" y="2500"/>
                </a:lnTo>
                <a:lnTo>
                  <a:pt x="933" y="2500"/>
                </a:lnTo>
                <a:lnTo>
                  <a:pt x="933" y="2499"/>
                </a:lnTo>
                <a:lnTo>
                  <a:pt x="932" y="2499"/>
                </a:lnTo>
                <a:lnTo>
                  <a:pt x="931" y="2498"/>
                </a:lnTo>
                <a:lnTo>
                  <a:pt x="930" y="2498"/>
                </a:lnTo>
                <a:lnTo>
                  <a:pt x="929" y="2545"/>
                </a:lnTo>
                <a:lnTo>
                  <a:pt x="928" y="2544"/>
                </a:lnTo>
                <a:lnTo>
                  <a:pt x="927" y="2544"/>
                </a:lnTo>
                <a:lnTo>
                  <a:pt x="926" y="2544"/>
                </a:lnTo>
                <a:lnTo>
                  <a:pt x="926" y="2543"/>
                </a:lnTo>
                <a:lnTo>
                  <a:pt x="925" y="2543"/>
                </a:lnTo>
                <a:lnTo>
                  <a:pt x="924" y="2543"/>
                </a:lnTo>
                <a:lnTo>
                  <a:pt x="924" y="2542"/>
                </a:lnTo>
                <a:lnTo>
                  <a:pt x="923" y="2542"/>
                </a:lnTo>
                <a:lnTo>
                  <a:pt x="922" y="2542"/>
                </a:lnTo>
                <a:lnTo>
                  <a:pt x="922" y="2541"/>
                </a:lnTo>
                <a:lnTo>
                  <a:pt x="921" y="2541"/>
                </a:lnTo>
                <a:lnTo>
                  <a:pt x="920" y="2588"/>
                </a:lnTo>
                <a:lnTo>
                  <a:pt x="919" y="2588"/>
                </a:lnTo>
                <a:lnTo>
                  <a:pt x="918" y="2588"/>
                </a:lnTo>
                <a:lnTo>
                  <a:pt x="918" y="2587"/>
                </a:lnTo>
                <a:lnTo>
                  <a:pt x="917" y="2587"/>
                </a:lnTo>
                <a:lnTo>
                  <a:pt x="916" y="2587"/>
                </a:lnTo>
                <a:lnTo>
                  <a:pt x="916" y="2586"/>
                </a:lnTo>
                <a:lnTo>
                  <a:pt x="915" y="2586"/>
                </a:lnTo>
                <a:lnTo>
                  <a:pt x="914" y="2586"/>
                </a:lnTo>
                <a:lnTo>
                  <a:pt x="914" y="2585"/>
                </a:lnTo>
                <a:lnTo>
                  <a:pt x="913" y="2585"/>
                </a:lnTo>
                <a:lnTo>
                  <a:pt x="912" y="2585"/>
                </a:lnTo>
                <a:lnTo>
                  <a:pt x="911" y="2584"/>
                </a:lnTo>
                <a:lnTo>
                  <a:pt x="910" y="2584"/>
                </a:lnTo>
                <a:lnTo>
                  <a:pt x="909" y="2584"/>
                </a:lnTo>
                <a:lnTo>
                  <a:pt x="909" y="2583"/>
                </a:lnTo>
                <a:lnTo>
                  <a:pt x="908" y="2583"/>
                </a:lnTo>
                <a:lnTo>
                  <a:pt x="907" y="2631"/>
                </a:lnTo>
                <a:lnTo>
                  <a:pt x="906" y="2679"/>
                </a:lnTo>
                <a:lnTo>
                  <a:pt x="906" y="2678"/>
                </a:lnTo>
                <a:lnTo>
                  <a:pt x="905" y="2678"/>
                </a:lnTo>
                <a:lnTo>
                  <a:pt x="904" y="2677"/>
                </a:lnTo>
                <a:lnTo>
                  <a:pt x="903" y="2677"/>
                </a:lnTo>
                <a:lnTo>
                  <a:pt x="902" y="2677"/>
                </a:lnTo>
                <a:lnTo>
                  <a:pt x="902" y="2676"/>
                </a:lnTo>
                <a:lnTo>
                  <a:pt x="901" y="2676"/>
                </a:lnTo>
                <a:lnTo>
                  <a:pt x="900" y="2676"/>
                </a:lnTo>
                <a:lnTo>
                  <a:pt x="899" y="2675"/>
                </a:lnTo>
                <a:lnTo>
                  <a:pt x="898" y="2675"/>
                </a:lnTo>
                <a:lnTo>
                  <a:pt x="897" y="2674"/>
                </a:lnTo>
                <a:lnTo>
                  <a:pt x="896" y="2674"/>
                </a:lnTo>
                <a:lnTo>
                  <a:pt x="895" y="2673"/>
                </a:lnTo>
                <a:lnTo>
                  <a:pt x="895" y="2722"/>
                </a:lnTo>
                <a:lnTo>
                  <a:pt x="894" y="2721"/>
                </a:lnTo>
                <a:lnTo>
                  <a:pt x="893" y="2721"/>
                </a:lnTo>
                <a:lnTo>
                  <a:pt x="892" y="2721"/>
                </a:lnTo>
                <a:lnTo>
                  <a:pt x="892" y="2720"/>
                </a:lnTo>
                <a:lnTo>
                  <a:pt x="891" y="2720"/>
                </a:lnTo>
                <a:lnTo>
                  <a:pt x="890" y="2720"/>
                </a:lnTo>
                <a:lnTo>
                  <a:pt x="889" y="2719"/>
                </a:lnTo>
                <a:lnTo>
                  <a:pt x="888" y="2719"/>
                </a:lnTo>
                <a:lnTo>
                  <a:pt x="887" y="2718"/>
                </a:lnTo>
                <a:lnTo>
                  <a:pt x="886" y="2718"/>
                </a:lnTo>
                <a:lnTo>
                  <a:pt x="885" y="2717"/>
                </a:lnTo>
                <a:lnTo>
                  <a:pt x="884" y="2717"/>
                </a:lnTo>
                <a:lnTo>
                  <a:pt x="883" y="2716"/>
                </a:lnTo>
                <a:lnTo>
                  <a:pt x="882" y="2765"/>
                </a:lnTo>
                <a:lnTo>
                  <a:pt x="881" y="2765"/>
                </a:lnTo>
                <a:lnTo>
                  <a:pt x="881" y="2764"/>
                </a:lnTo>
                <a:lnTo>
                  <a:pt x="880" y="2764"/>
                </a:lnTo>
                <a:lnTo>
                  <a:pt x="879" y="2764"/>
                </a:lnTo>
                <a:lnTo>
                  <a:pt x="878" y="2763"/>
                </a:lnTo>
                <a:lnTo>
                  <a:pt x="877" y="2763"/>
                </a:lnTo>
                <a:lnTo>
                  <a:pt x="876" y="2763"/>
                </a:lnTo>
                <a:lnTo>
                  <a:pt x="876" y="2762"/>
                </a:lnTo>
                <a:lnTo>
                  <a:pt x="875" y="2762"/>
                </a:lnTo>
                <a:lnTo>
                  <a:pt x="874" y="2761"/>
                </a:lnTo>
                <a:lnTo>
                  <a:pt x="873" y="2761"/>
                </a:lnTo>
                <a:lnTo>
                  <a:pt x="872" y="2761"/>
                </a:lnTo>
                <a:lnTo>
                  <a:pt x="872" y="2760"/>
                </a:lnTo>
                <a:lnTo>
                  <a:pt x="871" y="2760"/>
                </a:lnTo>
                <a:lnTo>
                  <a:pt x="870" y="2760"/>
                </a:lnTo>
                <a:lnTo>
                  <a:pt x="869" y="2759"/>
                </a:lnTo>
                <a:lnTo>
                  <a:pt x="868" y="2759"/>
                </a:lnTo>
                <a:lnTo>
                  <a:pt x="867" y="2758"/>
                </a:lnTo>
                <a:lnTo>
                  <a:pt x="866" y="2758"/>
                </a:lnTo>
                <a:lnTo>
                  <a:pt x="865" y="2757"/>
                </a:lnTo>
                <a:lnTo>
                  <a:pt x="864" y="2757"/>
                </a:lnTo>
                <a:lnTo>
                  <a:pt x="863" y="2756"/>
                </a:lnTo>
                <a:lnTo>
                  <a:pt x="862" y="2756"/>
                </a:lnTo>
                <a:lnTo>
                  <a:pt x="861" y="2756"/>
                </a:lnTo>
                <a:lnTo>
                  <a:pt x="861" y="2805"/>
                </a:lnTo>
                <a:lnTo>
                  <a:pt x="860" y="2805"/>
                </a:lnTo>
                <a:lnTo>
                  <a:pt x="859" y="2805"/>
                </a:lnTo>
                <a:lnTo>
                  <a:pt x="859" y="2804"/>
                </a:lnTo>
                <a:lnTo>
                  <a:pt x="858" y="2804"/>
                </a:lnTo>
                <a:lnTo>
                  <a:pt x="857" y="2804"/>
                </a:lnTo>
                <a:lnTo>
                  <a:pt x="857" y="2803"/>
                </a:lnTo>
                <a:lnTo>
                  <a:pt x="856" y="2803"/>
                </a:lnTo>
                <a:lnTo>
                  <a:pt x="855" y="2803"/>
                </a:lnTo>
                <a:lnTo>
                  <a:pt x="854" y="2852"/>
                </a:lnTo>
                <a:lnTo>
                  <a:pt x="853" y="2852"/>
                </a:lnTo>
                <a:lnTo>
                  <a:pt x="852" y="2852"/>
                </a:lnTo>
                <a:lnTo>
                  <a:pt x="852" y="2851"/>
                </a:lnTo>
                <a:lnTo>
                  <a:pt x="851" y="2851"/>
                </a:lnTo>
                <a:lnTo>
                  <a:pt x="850" y="2851"/>
                </a:lnTo>
                <a:lnTo>
                  <a:pt x="849" y="2850"/>
                </a:lnTo>
                <a:lnTo>
                  <a:pt x="848" y="2850"/>
                </a:lnTo>
                <a:lnTo>
                  <a:pt x="847" y="2849"/>
                </a:lnTo>
                <a:lnTo>
                  <a:pt x="846" y="2849"/>
                </a:lnTo>
                <a:lnTo>
                  <a:pt x="845" y="2849"/>
                </a:lnTo>
                <a:lnTo>
                  <a:pt x="845" y="2848"/>
                </a:lnTo>
                <a:lnTo>
                  <a:pt x="844" y="2848"/>
                </a:lnTo>
                <a:lnTo>
                  <a:pt x="843" y="2847"/>
                </a:lnTo>
                <a:lnTo>
                  <a:pt x="842" y="2847"/>
                </a:lnTo>
                <a:lnTo>
                  <a:pt x="841" y="2847"/>
                </a:lnTo>
                <a:lnTo>
                  <a:pt x="841" y="2846"/>
                </a:lnTo>
                <a:lnTo>
                  <a:pt x="840" y="2846"/>
                </a:lnTo>
                <a:lnTo>
                  <a:pt x="839" y="2846"/>
                </a:lnTo>
                <a:lnTo>
                  <a:pt x="838" y="2845"/>
                </a:lnTo>
                <a:lnTo>
                  <a:pt x="837" y="2845"/>
                </a:lnTo>
                <a:lnTo>
                  <a:pt x="836" y="2844"/>
                </a:lnTo>
                <a:lnTo>
                  <a:pt x="835" y="2895"/>
                </a:lnTo>
                <a:lnTo>
                  <a:pt x="834" y="2894"/>
                </a:lnTo>
                <a:lnTo>
                  <a:pt x="833" y="2894"/>
                </a:lnTo>
                <a:lnTo>
                  <a:pt x="832" y="2894"/>
                </a:lnTo>
                <a:lnTo>
                  <a:pt x="832" y="2893"/>
                </a:lnTo>
                <a:lnTo>
                  <a:pt x="831" y="2893"/>
                </a:lnTo>
                <a:lnTo>
                  <a:pt x="830" y="2893"/>
                </a:lnTo>
                <a:lnTo>
                  <a:pt x="829" y="2892"/>
                </a:lnTo>
                <a:lnTo>
                  <a:pt x="828" y="2892"/>
                </a:lnTo>
                <a:lnTo>
                  <a:pt x="827" y="2891"/>
                </a:lnTo>
                <a:lnTo>
                  <a:pt x="826" y="2891"/>
                </a:lnTo>
                <a:lnTo>
                  <a:pt x="825" y="2890"/>
                </a:lnTo>
                <a:lnTo>
                  <a:pt x="824" y="2890"/>
                </a:lnTo>
                <a:lnTo>
                  <a:pt x="823" y="2889"/>
                </a:lnTo>
                <a:lnTo>
                  <a:pt x="822" y="2889"/>
                </a:lnTo>
                <a:lnTo>
                  <a:pt x="821" y="2940"/>
                </a:lnTo>
                <a:lnTo>
                  <a:pt x="820" y="2939"/>
                </a:lnTo>
                <a:lnTo>
                  <a:pt x="819" y="2939"/>
                </a:lnTo>
                <a:lnTo>
                  <a:pt x="818" y="2939"/>
                </a:lnTo>
                <a:lnTo>
                  <a:pt x="818" y="2938"/>
                </a:lnTo>
                <a:lnTo>
                  <a:pt x="817" y="2938"/>
                </a:lnTo>
                <a:lnTo>
                  <a:pt x="816" y="2938"/>
                </a:lnTo>
                <a:lnTo>
                  <a:pt x="815" y="2937"/>
                </a:lnTo>
                <a:lnTo>
                  <a:pt x="815" y="2989"/>
                </a:lnTo>
                <a:lnTo>
                  <a:pt x="814" y="2989"/>
                </a:lnTo>
                <a:lnTo>
                  <a:pt x="814" y="2988"/>
                </a:lnTo>
                <a:lnTo>
                  <a:pt x="813" y="2988"/>
                </a:lnTo>
                <a:lnTo>
                  <a:pt x="812" y="2988"/>
                </a:lnTo>
                <a:lnTo>
                  <a:pt x="811" y="2987"/>
                </a:lnTo>
                <a:lnTo>
                  <a:pt x="810" y="2987"/>
                </a:lnTo>
                <a:lnTo>
                  <a:pt x="809" y="2987"/>
                </a:lnTo>
                <a:lnTo>
                  <a:pt x="809" y="2986"/>
                </a:lnTo>
                <a:lnTo>
                  <a:pt x="808" y="2986"/>
                </a:lnTo>
                <a:lnTo>
                  <a:pt x="807" y="2985"/>
                </a:lnTo>
                <a:lnTo>
                  <a:pt x="806" y="2985"/>
                </a:lnTo>
                <a:lnTo>
                  <a:pt x="805" y="2985"/>
                </a:lnTo>
                <a:lnTo>
                  <a:pt x="805" y="2984"/>
                </a:lnTo>
                <a:lnTo>
                  <a:pt x="804" y="2984"/>
                </a:lnTo>
                <a:lnTo>
                  <a:pt x="803" y="2984"/>
                </a:lnTo>
                <a:lnTo>
                  <a:pt x="802" y="2983"/>
                </a:lnTo>
                <a:lnTo>
                  <a:pt x="801" y="2983"/>
                </a:lnTo>
                <a:lnTo>
                  <a:pt x="800" y="2982"/>
                </a:lnTo>
                <a:lnTo>
                  <a:pt x="799" y="2982"/>
                </a:lnTo>
                <a:lnTo>
                  <a:pt x="798" y="2982"/>
                </a:lnTo>
                <a:lnTo>
                  <a:pt x="798" y="2981"/>
                </a:lnTo>
                <a:lnTo>
                  <a:pt x="797" y="2981"/>
                </a:lnTo>
                <a:lnTo>
                  <a:pt x="796" y="2980"/>
                </a:lnTo>
                <a:lnTo>
                  <a:pt x="795" y="2980"/>
                </a:lnTo>
                <a:lnTo>
                  <a:pt x="794" y="2980"/>
                </a:lnTo>
                <a:lnTo>
                  <a:pt x="794" y="2979"/>
                </a:lnTo>
                <a:lnTo>
                  <a:pt x="793" y="2979"/>
                </a:lnTo>
                <a:lnTo>
                  <a:pt x="792" y="2979"/>
                </a:lnTo>
                <a:lnTo>
                  <a:pt x="791" y="2978"/>
                </a:lnTo>
                <a:lnTo>
                  <a:pt x="790" y="2978"/>
                </a:lnTo>
                <a:lnTo>
                  <a:pt x="789" y="2977"/>
                </a:lnTo>
                <a:lnTo>
                  <a:pt x="788" y="2977"/>
                </a:lnTo>
                <a:lnTo>
                  <a:pt x="787" y="2976"/>
                </a:lnTo>
                <a:lnTo>
                  <a:pt x="786" y="2976"/>
                </a:lnTo>
                <a:lnTo>
                  <a:pt x="785" y="2976"/>
                </a:lnTo>
                <a:lnTo>
                  <a:pt x="785" y="2975"/>
                </a:lnTo>
                <a:lnTo>
                  <a:pt x="784" y="2975"/>
                </a:lnTo>
                <a:lnTo>
                  <a:pt x="783" y="2975"/>
                </a:lnTo>
                <a:lnTo>
                  <a:pt x="782" y="2974"/>
                </a:lnTo>
                <a:lnTo>
                  <a:pt x="781" y="2974"/>
                </a:lnTo>
                <a:lnTo>
                  <a:pt x="781" y="3027"/>
                </a:lnTo>
                <a:lnTo>
                  <a:pt x="780" y="3027"/>
                </a:lnTo>
                <a:lnTo>
                  <a:pt x="780" y="3026"/>
                </a:lnTo>
                <a:lnTo>
                  <a:pt x="779" y="3026"/>
                </a:lnTo>
                <a:lnTo>
                  <a:pt x="778" y="3026"/>
                </a:lnTo>
                <a:lnTo>
                  <a:pt x="777" y="3025"/>
                </a:lnTo>
                <a:lnTo>
                  <a:pt x="776" y="3025"/>
                </a:lnTo>
                <a:lnTo>
                  <a:pt x="775" y="3025"/>
                </a:lnTo>
                <a:lnTo>
                  <a:pt x="775" y="3024"/>
                </a:lnTo>
                <a:lnTo>
                  <a:pt x="774" y="3024"/>
                </a:lnTo>
                <a:lnTo>
                  <a:pt x="773" y="3023"/>
                </a:lnTo>
                <a:lnTo>
                  <a:pt x="772" y="3023"/>
                </a:lnTo>
                <a:lnTo>
                  <a:pt x="771" y="3023"/>
                </a:lnTo>
                <a:lnTo>
                  <a:pt x="771" y="3022"/>
                </a:lnTo>
                <a:lnTo>
                  <a:pt x="770" y="3022"/>
                </a:lnTo>
                <a:lnTo>
                  <a:pt x="769" y="3022"/>
                </a:lnTo>
                <a:lnTo>
                  <a:pt x="768" y="3021"/>
                </a:lnTo>
                <a:lnTo>
                  <a:pt x="767" y="3021"/>
                </a:lnTo>
                <a:lnTo>
                  <a:pt x="766" y="3020"/>
                </a:lnTo>
                <a:lnTo>
                  <a:pt x="765" y="3020"/>
                </a:lnTo>
                <a:lnTo>
                  <a:pt x="765" y="3074"/>
                </a:lnTo>
                <a:lnTo>
                  <a:pt x="764" y="3073"/>
                </a:lnTo>
                <a:lnTo>
                  <a:pt x="763" y="3073"/>
                </a:lnTo>
                <a:lnTo>
                  <a:pt x="762" y="3073"/>
                </a:lnTo>
                <a:lnTo>
                  <a:pt x="762" y="3072"/>
                </a:lnTo>
                <a:lnTo>
                  <a:pt x="761" y="3072"/>
                </a:lnTo>
                <a:lnTo>
                  <a:pt x="760" y="3072"/>
                </a:lnTo>
                <a:lnTo>
                  <a:pt x="760" y="3071"/>
                </a:lnTo>
                <a:lnTo>
                  <a:pt x="759" y="3071"/>
                </a:lnTo>
                <a:lnTo>
                  <a:pt x="758" y="3071"/>
                </a:lnTo>
                <a:lnTo>
                  <a:pt x="757" y="3070"/>
                </a:lnTo>
                <a:lnTo>
                  <a:pt x="756" y="3070"/>
                </a:lnTo>
                <a:lnTo>
                  <a:pt x="755" y="3069"/>
                </a:lnTo>
                <a:lnTo>
                  <a:pt x="754" y="3069"/>
                </a:lnTo>
                <a:lnTo>
                  <a:pt x="753" y="3068"/>
                </a:lnTo>
                <a:lnTo>
                  <a:pt x="752" y="3068"/>
                </a:lnTo>
                <a:lnTo>
                  <a:pt x="751" y="3068"/>
                </a:lnTo>
                <a:lnTo>
                  <a:pt x="751" y="3067"/>
                </a:lnTo>
                <a:lnTo>
                  <a:pt x="750" y="3122"/>
                </a:lnTo>
                <a:lnTo>
                  <a:pt x="749" y="3176"/>
                </a:lnTo>
                <a:lnTo>
                  <a:pt x="748" y="3176"/>
                </a:lnTo>
                <a:lnTo>
                  <a:pt x="747" y="3175"/>
                </a:lnTo>
                <a:lnTo>
                  <a:pt x="746" y="3175"/>
                </a:lnTo>
                <a:lnTo>
                  <a:pt x="745" y="3175"/>
                </a:lnTo>
                <a:lnTo>
                  <a:pt x="745" y="3174"/>
                </a:lnTo>
                <a:lnTo>
                  <a:pt x="744" y="3174"/>
                </a:lnTo>
                <a:lnTo>
                  <a:pt x="743" y="3174"/>
                </a:lnTo>
                <a:lnTo>
                  <a:pt x="742" y="3228"/>
                </a:lnTo>
                <a:lnTo>
                  <a:pt x="741" y="3228"/>
                </a:lnTo>
                <a:lnTo>
                  <a:pt x="740" y="3227"/>
                </a:lnTo>
                <a:lnTo>
                  <a:pt x="739" y="3227"/>
                </a:lnTo>
                <a:lnTo>
                  <a:pt x="738" y="3227"/>
                </a:lnTo>
                <a:lnTo>
                  <a:pt x="738" y="3226"/>
                </a:lnTo>
                <a:lnTo>
                  <a:pt x="737" y="3226"/>
                </a:lnTo>
                <a:lnTo>
                  <a:pt x="736" y="3226"/>
                </a:lnTo>
                <a:lnTo>
                  <a:pt x="735" y="3225"/>
                </a:lnTo>
                <a:lnTo>
                  <a:pt x="734" y="3225"/>
                </a:lnTo>
                <a:lnTo>
                  <a:pt x="734" y="3224"/>
                </a:lnTo>
                <a:lnTo>
                  <a:pt x="733" y="3224"/>
                </a:lnTo>
                <a:lnTo>
                  <a:pt x="732" y="3224"/>
                </a:lnTo>
                <a:lnTo>
                  <a:pt x="731" y="3223"/>
                </a:lnTo>
                <a:lnTo>
                  <a:pt x="730" y="3223"/>
                </a:lnTo>
                <a:lnTo>
                  <a:pt x="729" y="3222"/>
                </a:lnTo>
                <a:lnTo>
                  <a:pt x="728" y="3222"/>
                </a:lnTo>
                <a:lnTo>
                  <a:pt x="727" y="3222"/>
                </a:lnTo>
                <a:lnTo>
                  <a:pt x="727" y="3221"/>
                </a:lnTo>
                <a:lnTo>
                  <a:pt x="726" y="3221"/>
                </a:lnTo>
                <a:lnTo>
                  <a:pt x="725" y="3221"/>
                </a:lnTo>
                <a:lnTo>
                  <a:pt x="725" y="3220"/>
                </a:lnTo>
                <a:lnTo>
                  <a:pt x="724" y="3220"/>
                </a:lnTo>
                <a:lnTo>
                  <a:pt x="723" y="3220"/>
                </a:lnTo>
                <a:lnTo>
                  <a:pt x="723" y="3275"/>
                </a:lnTo>
                <a:lnTo>
                  <a:pt x="722" y="3275"/>
                </a:lnTo>
                <a:lnTo>
                  <a:pt x="721" y="3274"/>
                </a:lnTo>
                <a:lnTo>
                  <a:pt x="720" y="3274"/>
                </a:lnTo>
                <a:lnTo>
                  <a:pt x="719" y="3273"/>
                </a:lnTo>
                <a:lnTo>
                  <a:pt x="718" y="3273"/>
                </a:lnTo>
                <a:lnTo>
                  <a:pt x="717" y="3273"/>
                </a:lnTo>
                <a:lnTo>
                  <a:pt x="717" y="3272"/>
                </a:lnTo>
                <a:lnTo>
                  <a:pt x="716" y="3272"/>
                </a:lnTo>
                <a:lnTo>
                  <a:pt x="715" y="3272"/>
                </a:lnTo>
                <a:lnTo>
                  <a:pt x="714" y="3271"/>
                </a:lnTo>
                <a:lnTo>
                  <a:pt x="713" y="3271"/>
                </a:lnTo>
                <a:lnTo>
                  <a:pt x="713" y="3270"/>
                </a:lnTo>
                <a:lnTo>
                  <a:pt x="712" y="3270"/>
                </a:lnTo>
                <a:lnTo>
                  <a:pt x="711" y="3270"/>
                </a:lnTo>
                <a:lnTo>
                  <a:pt x="710" y="3269"/>
                </a:lnTo>
                <a:lnTo>
                  <a:pt x="709" y="3269"/>
                </a:lnTo>
                <a:lnTo>
                  <a:pt x="708" y="3269"/>
                </a:lnTo>
                <a:lnTo>
                  <a:pt x="708" y="3268"/>
                </a:lnTo>
                <a:lnTo>
                  <a:pt x="707" y="3268"/>
                </a:lnTo>
                <a:lnTo>
                  <a:pt x="706" y="3268"/>
                </a:lnTo>
                <a:lnTo>
                  <a:pt x="705" y="3267"/>
                </a:lnTo>
                <a:lnTo>
                  <a:pt x="704" y="3267"/>
                </a:lnTo>
                <a:lnTo>
                  <a:pt x="704" y="3266"/>
                </a:lnTo>
                <a:lnTo>
                  <a:pt x="703" y="3266"/>
                </a:lnTo>
                <a:lnTo>
                  <a:pt x="702" y="3266"/>
                </a:lnTo>
                <a:lnTo>
                  <a:pt x="701" y="3322"/>
                </a:lnTo>
                <a:lnTo>
                  <a:pt x="700" y="3322"/>
                </a:lnTo>
                <a:lnTo>
                  <a:pt x="700" y="3321"/>
                </a:lnTo>
                <a:lnTo>
                  <a:pt x="699" y="3321"/>
                </a:lnTo>
                <a:lnTo>
                  <a:pt x="698" y="3321"/>
                </a:lnTo>
                <a:lnTo>
                  <a:pt x="697" y="3320"/>
                </a:lnTo>
                <a:lnTo>
                  <a:pt x="696" y="3320"/>
                </a:lnTo>
                <a:lnTo>
                  <a:pt x="695" y="3320"/>
                </a:lnTo>
                <a:lnTo>
                  <a:pt x="695" y="3319"/>
                </a:lnTo>
                <a:lnTo>
                  <a:pt x="694" y="3319"/>
                </a:lnTo>
                <a:lnTo>
                  <a:pt x="693" y="3319"/>
                </a:lnTo>
                <a:lnTo>
                  <a:pt x="693" y="3318"/>
                </a:lnTo>
                <a:lnTo>
                  <a:pt x="692" y="3318"/>
                </a:lnTo>
                <a:lnTo>
                  <a:pt x="691" y="3318"/>
                </a:lnTo>
                <a:lnTo>
                  <a:pt x="691" y="3317"/>
                </a:lnTo>
                <a:lnTo>
                  <a:pt x="690" y="3317"/>
                </a:lnTo>
                <a:lnTo>
                  <a:pt x="689" y="3317"/>
                </a:lnTo>
                <a:lnTo>
                  <a:pt x="688" y="3316"/>
                </a:lnTo>
                <a:lnTo>
                  <a:pt x="688" y="3374"/>
                </a:lnTo>
                <a:lnTo>
                  <a:pt x="687" y="3373"/>
                </a:lnTo>
                <a:lnTo>
                  <a:pt x="686" y="3373"/>
                </a:lnTo>
                <a:lnTo>
                  <a:pt x="685" y="3373"/>
                </a:lnTo>
                <a:lnTo>
                  <a:pt x="685" y="3372"/>
                </a:lnTo>
                <a:lnTo>
                  <a:pt x="684" y="3372"/>
                </a:lnTo>
                <a:lnTo>
                  <a:pt x="683" y="3372"/>
                </a:lnTo>
                <a:lnTo>
                  <a:pt x="683" y="3429"/>
                </a:lnTo>
                <a:lnTo>
                  <a:pt x="682" y="3429"/>
                </a:lnTo>
                <a:lnTo>
                  <a:pt x="681" y="3429"/>
                </a:lnTo>
                <a:lnTo>
                  <a:pt x="681" y="3428"/>
                </a:lnTo>
                <a:lnTo>
                  <a:pt x="680" y="3428"/>
                </a:lnTo>
                <a:lnTo>
                  <a:pt x="679" y="3428"/>
                </a:lnTo>
                <a:lnTo>
                  <a:pt x="678" y="3427"/>
                </a:lnTo>
                <a:lnTo>
                  <a:pt x="677" y="3427"/>
                </a:lnTo>
                <a:lnTo>
                  <a:pt x="676" y="3426"/>
                </a:lnTo>
                <a:lnTo>
                  <a:pt x="675" y="3426"/>
                </a:lnTo>
                <a:lnTo>
                  <a:pt x="674" y="3426"/>
                </a:lnTo>
                <a:lnTo>
                  <a:pt x="674" y="3425"/>
                </a:lnTo>
                <a:lnTo>
                  <a:pt x="673" y="3425"/>
                </a:lnTo>
                <a:lnTo>
                  <a:pt x="672" y="3424"/>
                </a:lnTo>
                <a:lnTo>
                  <a:pt x="671" y="3424"/>
                </a:lnTo>
                <a:lnTo>
                  <a:pt x="670" y="3424"/>
                </a:lnTo>
                <a:lnTo>
                  <a:pt x="670" y="3423"/>
                </a:lnTo>
                <a:lnTo>
                  <a:pt x="669" y="3423"/>
                </a:lnTo>
                <a:lnTo>
                  <a:pt x="668" y="3423"/>
                </a:lnTo>
                <a:lnTo>
                  <a:pt x="667" y="3422"/>
                </a:lnTo>
                <a:lnTo>
                  <a:pt x="666" y="3422"/>
                </a:lnTo>
                <a:lnTo>
                  <a:pt x="665" y="3421"/>
                </a:lnTo>
                <a:lnTo>
                  <a:pt x="664" y="3421"/>
                </a:lnTo>
                <a:lnTo>
                  <a:pt x="663" y="3420"/>
                </a:lnTo>
                <a:lnTo>
                  <a:pt x="662" y="3420"/>
                </a:lnTo>
                <a:lnTo>
                  <a:pt x="661" y="3478"/>
                </a:lnTo>
                <a:lnTo>
                  <a:pt x="660" y="3478"/>
                </a:lnTo>
                <a:lnTo>
                  <a:pt x="660" y="3477"/>
                </a:lnTo>
                <a:lnTo>
                  <a:pt x="659" y="3477"/>
                </a:lnTo>
                <a:lnTo>
                  <a:pt x="658" y="3477"/>
                </a:lnTo>
                <a:lnTo>
                  <a:pt x="657" y="3476"/>
                </a:lnTo>
                <a:lnTo>
                  <a:pt x="656" y="3476"/>
                </a:lnTo>
                <a:lnTo>
                  <a:pt x="655" y="3475"/>
                </a:lnTo>
                <a:lnTo>
                  <a:pt x="654" y="3475"/>
                </a:lnTo>
                <a:lnTo>
                  <a:pt x="653" y="3475"/>
                </a:lnTo>
                <a:lnTo>
                  <a:pt x="653" y="3474"/>
                </a:lnTo>
                <a:lnTo>
                  <a:pt x="652" y="3474"/>
                </a:lnTo>
                <a:lnTo>
                  <a:pt x="651" y="3474"/>
                </a:lnTo>
                <a:lnTo>
                  <a:pt x="651" y="3473"/>
                </a:lnTo>
                <a:lnTo>
                  <a:pt x="650" y="3473"/>
                </a:lnTo>
                <a:lnTo>
                  <a:pt x="649" y="3473"/>
                </a:lnTo>
                <a:lnTo>
                  <a:pt x="648" y="3472"/>
                </a:lnTo>
                <a:lnTo>
                  <a:pt x="647" y="3472"/>
                </a:lnTo>
                <a:lnTo>
                  <a:pt x="646" y="3531"/>
                </a:lnTo>
                <a:lnTo>
                  <a:pt x="646" y="3530"/>
                </a:lnTo>
                <a:lnTo>
                  <a:pt x="645" y="3530"/>
                </a:lnTo>
                <a:lnTo>
                  <a:pt x="644" y="3530"/>
                </a:lnTo>
                <a:lnTo>
                  <a:pt x="643" y="3529"/>
                </a:lnTo>
                <a:lnTo>
                  <a:pt x="642" y="3529"/>
                </a:lnTo>
                <a:lnTo>
                  <a:pt x="641" y="3529"/>
                </a:lnTo>
                <a:lnTo>
                  <a:pt x="641" y="3528"/>
                </a:lnTo>
                <a:lnTo>
                  <a:pt x="640" y="3588"/>
                </a:lnTo>
                <a:lnTo>
                  <a:pt x="639" y="3587"/>
                </a:lnTo>
                <a:lnTo>
                  <a:pt x="638" y="3587"/>
                </a:lnTo>
                <a:lnTo>
                  <a:pt x="637" y="3587"/>
                </a:lnTo>
                <a:lnTo>
                  <a:pt x="637" y="3586"/>
                </a:lnTo>
                <a:lnTo>
                  <a:pt x="636" y="3586"/>
                </a:lnTo>
                <a:lnTo>
                  <a:pt x="635" y="3585"/>
                </a:lnTo>
                <a:lnTo>
                  <a:pt x="634" y="3585"/>
                </a:lnTo>
                <a:lnTo>
                  <a:pt x="633" y="3585"/>
                </a:lnTo>
                <a:lnTo>
                  <a:pt x="633" y="3584"/>
                </a:lnTo>
                <a:lnTo>
                  <a:pt x="632" y="3584"/>
                </a:lnTo>
                <a:lnTo>
                  <a:pt x="631" y="3644"/>
                </a:lnTo>
                <a:lnTo>
                  <a:pt x="631" y="3704"/>
                </a:lnTo>
                <a:lnTo>
                  <a:pt x="630" y="3704"/>
                </a:lnTo>
                <a:lnTo>
                  <a:pt x="629" y="3703"/>
                </a:lnTo>
                <a:lnTo>
                  <a:pt x="628" y="3703"/>
                </a:lnTo>
                <a:lnTo>
                  <a:pt x="627" y="3703"/>
                </a:lnTo>
                <a:lnTo>
                  <a:pt x="627" y="3702"/>
                </a:lnTo>
                <a:lnTo>
                  <a:pt x="626" y="3702"/>
                </a:lnTo>
                <a:lnTo>
                  <a:pt x="625" y="3701"/>
                </a:lnTo>
                <a:lnTo>
                  <a:pt x="624" y="3701"/>
                </a:lnTo>
                <a:lnTo>
                  <a:pt x="623" y="3701"/>
                </a:lnTo>
                <a:lnTo>
                  <a:pt x="623" y="3700"/>
                </a:lnTo>
                <a:lnTo>
                  <a:pt x="622" y="3700"/>
                </a:lnTo>
                <a:lnTo>
                  <a:pt x="621" y="3700"/>
                </a:lnTo>
                <a:lnTo>
                  <a:pt x="620" y="3699"/>
                </a:lnTo>
                <a:lnTo>
                  <a:pt x="619" y="3699"/>
                </a:lnTo>
                <a:lnTo>
                  <a:pt x="618" y="3699"/>
                </a:lnTo>
                <a:lnTo>
                  <a:pt x="618" y="3698"/>
                </a:lnTo>
                <a:lnTo>
                  <a:pt x="617" y="3698"/>
                </a:lnTo>
                <a:lnTo>
                  <a:pt x="616" y="3698"/>
                </a:lnTo>
                <a:lnTo>
                  <a:pt x="616" y="3697"/>
                </a:lnTo>
                <a:lnTo>
                  <a:pt x="615" y="3697"/>
                </a:lnTo>
                <a:lnTo>
                  <a:pt x="614" y="3697"/>
                </a:lnTo>
                <a:lnTo>
                  <a:pt x="614" y="3696"/>
                </a:lnTo>
                <a:lnTo>
                  <a:pt x="613" y="3696"/>
                </a:lnTo>
                <a:lnTo>
                  <a:pt x="612" y="3696"/>
                </a:lnTo>
                <a:lnTo>
                  <a:pt x="611" y="3695"/>
                </a:lnTo>
                <a:lnTo>
                  <a:pt x="610" y="3757"/>
                </a:lnTo>
                <a:lnTo>
                  <a:pt x="610" y="3756"/>
                </a:lnTo>
                <a:lnTo>
                  <a:pt x="609" y="3756"/>
                </a:lnTo>
                <a:lnTo>
                  <a:pt x="608" y="3756"/>
                </a:lnTo>
                <a:lnTo>
                  <a:pt x="607" y="3755"/>
                </a:lnTo>
                <a:lnTo>
                  <a:pt x="606" y="3755"/>
                </a:lnTo>
                <a:lnTo>
                  <a:pt x="606" y="3754"/>
                </a:lnTo>
                <a:lnTo>
                  <a:pt x="605" y="3754"/>
                </a:lnTo>
                <a:lnTo>
                  <a:pt x="604" y="3754"/>
                </a:lnTo>
                <a:lnTo>
                  <a:pt x="603" y="3753"/>
                </a:lnTo>
                <a:lnTo>
                  <a:pt x="602" y="3753"/>
                </a:lnTo>
                <a:lnTo>
                  <a:pt x="601" y="3753"/>
                </a:lnTo>
                <a:lnTo>
                  <a:pt x="601" y="3752"/>
                </a:lnTo>
                <a:lnTo>
                  <a:pt x="600" y="3752"/>
                </a:lnTo>
                <a:lnTo>
                  <a:pt x="599" y="3752"/>
                </a:lnTo>
                <a:lnTo>
                  <a:pt x="599" y="3751"/>
                </a:lnTo>
                <a:lnTo>
                  <a:pt x="598" y="3751"/>
                </a:lnTo>
                <a:lnTo>
                  <a:pt x="597" y="3751"/>
                </a:lnTo>
                <a:lnTo>
                  <a:pt x="597" y="3750"/>
                </a:lnTo>
                <a:lnTo>
                  <a:pt x="596" y="3750"/>
                </a:lnTo>
                <a:lnTo>
                  <a:pt x="595" y="3750"/>
                </a:lnTo>
                <a:lnTo>
                  <a:pt x="594" y="3749"/>
                </a:lnTo>
                <a:lnTo>
                  <a:pt x="593" y="3749"/>
                </a:lnTo>
                <a:lnTo>
                  <a:pt x="592" y="3748"/>
                </a:lnTo>
                <a:lnTo>
                  <a:pt x="591" y="3748"/>
                </a:lnTo>
                <a:lnTo>
                  <a:pt x="590" y="3748"/>
                </a:lnTo>
                <a:lnTo>
                  <a:pt x="590" y="3747"/>
                </a:lnTo>
                <a:lnTo>
                  <a:pt x="589" y="3747"/>
                </a:lnTo>
                <a:lnTo>
                  <a:pt x="588" y="3747"/>
                </a:lnTo>
                <a:lnTo>
                  <a:pt x="587" y="3746"/>
                </a:lnTo>
                <a:lnTo>
                  <a:pt x="586" y="3746"/>
                </a:lnTo>
                <a:lnTo>
                  <a:pt x="586" y="3745"/>
                </a:lnTo>
                <a:lnTo>
                  <a:pt x="585" y="3745"/>
                </a:lnTo>
                <a:lnTo>
                  <a:pt x="584" y="3745"/>
                </a:lnTo>
                <a:lnTo>
                  <a:pt x="583" y="3744"/>
                </a:lnTo>
                <a:lnTo>
                  <a:pt x="582" y="3744"/>
                </a:lnTo>
                <a:lnTo>
                  <a:pt x="581" y="3807"/>
                </a:lnTo>
                <a:lnTo>
                  <a:pt x="580" y="3807"/>
                </a:lnTo>
                <a:lnTo>
                  <a:pt x="580" y="3806"/>
                </a:lnTo>
                <a:lnTo>
                  <a:pt x="579" y="3806"/>
                </a:lnTo>
                <a:lnTo>
                  <a:pt x="578" y="3806"/>
                </a:lnTo>
                <a:lnTo>
                  <a:pt x="577" y="3869"/>
                </a:lnTo>
                <a:lnTo>
                  <a:pt x="576" y="3869"/>
                </a:lnTo>
                <a:lnTo>
                  <a:pt x="576" y="3868"/>
                </a:lnTo>
                <a:lnTo>
                  <a:pt x="575" y="3868"/>
                </a:lnTo>
                <a:lnTo>
                  <a:pt x="574" y="3868"/>
                </a:lnTo>
                <a:lnTo>
                  <a:pt x="573" y="3867"/>
                </a:lnTo>
                <a:lnTo>
                  <a:pt x="572" y="3867"/>
                </a:lnTo>
                <a:lnTo>
                  <a:pt x="571" y="3867"/>
                </a:lnTo>
                <a:lnTo>
                  <a:pt x="571" y="3866"/>
                </a:lnTo>
                <a:lnTo>
                  <a:pt x="570" y="3930"/>
                </a:lnTo>
                <a:lnTo>
                  <a:pt x="569" y="3930"/>
                </a:lnTo>
                <a:lnTo>
                  <a:pt x="568" y="3929"/>
                </a:lnTo>
                <a:lnTo>
                  <a:pt x="567" y="3929"/>
                </a:lnTo>
                <a:lnTo>
                  <a:pt x="566" y="3929"/>
                </a:lnTo>
                <a:lnTo>
                  <a:pt x="566" y="3928"/>
                </a:lnTo>
                <a:lnTo>
                  <a:pt x="565" y="3928"/>
                </a:lnTo>
                <a:lnTo>
                  <a:pt x="564" y="3928"/>
                </a:lnTo>
                <a:lnTo>
                  <a:pt x="564" y="3927"/>
                </a:lnTo>
                <a:lnTo>
                  <a:pt x="563" y="3927"/>
                </a:lnTo>
                <a:lnTo>
                  <a:pt x="562" y="3927"/>
                </a:lnTo>
                <a:lnTo>
                  <a:pt x="561" y="3926"/>
                </a:lnTo>
                <a:lnTo>
                  <a:pt x="560" y="3926"/>
                </a:lnTo>
                <a:lnTo>
                  <a:pt x="559" y="3925"/>
                </a:lnTo>
                <a:lnTo>
                  <a:pt x="558" y="3925"/>
                </a:lnTo>
                <a:lnTo>
                  <a:pt x="557" y="3925"/>
                </a:lnTo>
                <a:lnTo>
                  <a:pt x="557" y="3924"/>
                </a:lnTo>
                <a:lnTo>
                  <a:pt x="556" y="3924"/>
                </a:lnTo>
                <a:lnTo>
                  <a:pt x="555" y="3923"/>
                </a:lnTo>
                <a:lnTo>
                  <a:pt x="554" y="3989"/>
                </a:lnTo>
                <a:lnTo>
                  <a:pt x="554" y="3988"/>
                </a:lnTo>
                <a:lnTo>
                  <a:pt x="553" y="3988"/>
                </a:lnTo>
                <a:lnTo>
                  <a:pt x="552" y="3988"/>
                </a:lnTo>
                <a:lnTo>
                  <a:pt x="551" y="3987"/>
                </a:lnTo>
                <a:lnTo>
                  <a:pt x="550" y="3987"/>
                </a:lnTo>
                <a:lnTo>
                  <a:pt x="549" y="4052"/>
                </a:lnTo>
                <a:lnTo>
                  <a:pt x="548" y="4051"/>
                </a:lnTo>
                <a:lnTo>
                  <a:pt x="547" y="4117"/>
                </a:lnTo>
                <a:lnTo>
                  <a:pt x="546" y="4116"/>
                </a:lnTo>
                <a:lnTo>
                  <a:pt x="545" y="4116"/>
                </a:lnTo>
                <a:lnTo>
                  <a:pt x="544" y="4116"/>
                </a:lnTo>
                <a:lnTo>
                  <a:pt x="544" y="4115"/>
                </a:lnTo>
                <a:lnTo>
                  <a:pt x="543" y="4115"/>
                </a:lnTo>
                <a:lnTo>
                  <a:pt x="542" y="4181"/>
                </a:lnTo>
                <a:lnTo>
                  <a:pt x="542" y="4180"/>
                </a:lnTo>
                <a:lnTo>
                  <a:pt x="541" y="4180"/>
                </a:lnTo>
                <a:lnTo>
                  <a:pt x="540" y="4180"/>
                </a:lnTo>
                <a:lnTo>
                  <a:pt x="539" y="4179"/>
                </a:lnTo>
                <a:lnTo>
                  <a:pt x="538" y="4179"/>
                </a:lnTo>
                <a:lnTo>
                  <a:pt x="537" y="4178"/>
                </a:lnTo>
                <a:lnTo>
                  <a:pt x="536" y="4178"/>
                </a:lnTo>
                <a:lnTo>
                  <a:pt x="535" y="4177"/>
                </a:lnTo>
                <a:lnTo>
                  <a:pt x="534" y="4177"/>
                </a:lnTo>
                <a:lnTo>
                  <a:pt x="533" y="4177"/>
                </a:lnTo>
                <a:lnTo>
                  <a:pt x="533" y="4176"/>
                </a:lnTo>
                <a:lnTo>
                  <a:pt x="532" y="4243"/>
                </a:lnTo>
                <a:lnTo>
                  <a:pt x="531" y="4242"/>
                </a:lnTo>
                <a:lnTo>
                  <a:pt x="530" y="4242"/>
                </a:lnTo>
                <a:lnTo>
                  <a:pt x="529" y="4242"/>
                </a:lnTo>
                <a:lnTo>
                  <a:pt x="529" y="4241"/>
                </a:lnTo>
                <a:lnTo>
                  <a:pt x="528" y="4241"/>
                </a:lnTo>
                <a:lnTo>
                  <a:pt x="527" y="4241"/>
                </a:lnTo>
                <a:lnTo>
                  <a:pt x="526" y="4240"/>
                </a:lnTo>
                <a:lnTo>
                  <a:pt x="525" y="4240"/>
                </a:lnTo>
                <a:lnTo>
                  <a:pt x="524" y="4240"/>
                </a:lnTo>
                <a:lnTo>
                  <a:pt x="524" y="4239"/>
                </a:lnTo>
                <a:lnTo>
                  <a:pt x="523" y="4307"/>
                </a:lnTo>
                <a:lnTo>
                  <a:pt x="523" y="4306"/>
                </a:lnTo>
                <a:lnTo>
                  <a:pt x="522" y="4306"/>
                </a:lnTo>
                <a:lnTo>
                  <a:pt x="521" y="4306"/>
                </a:lnTo>
                <a:lnTo>
                  <a:pt x="520" y="4305"/>
                </a:lnTo>
                <a:lnTo>
                  <a:pt x="519" y="4305"/>
                </a:lnTo>
                <a:lnTo>
                  <a:pt x="519" y="4304"/>
                </a:lnTo>
                <a:lnTo>
                  <a:pt x="518" y="4304"/>
                </a:lnTo>
                <a:lnTo>
                  <a:pt x="517" y="4304"/>
                </a:lnTo>
                <a:lnTo>
                  <a:pt x="516" y="4303"/>
                </a:lnTo>
                <a:lnTo>
                  <a:pt x="515" y="4303"/>
                </a:lnTo>
                <a:lnTo>
                  <a:pt x="514" y="4303"/>
                </a:lnTo>
                <a:lnTo>
                  <a:pt x="514" y="4302"/>
                </a:lnTo>
                <a:lnTo>
                  <a:pt x="513" y="4302"/>
                </a:lnTo>
                <a:lnTo>
                  <a:pt x="512" y="4302"/>
                </a:lnTo>
                <a:lnTo>
                  <a:pt x="512" y="4301"/>
                </a:lnTo>
                <a:lnTo>
                  <a:pt x="511" y="4301"/>
                </a:lnTo>
                <a:lnTo>
                  <a:pt x="510" y="4301"/>
                </a:lnTo>
                <a:lnTo>
                  <a:pt x="509" y="4300"/>
                </a:lnTo>
                <a:lnTo>
                  <a:pt x="508" y="4300"/>
                </a:lnTo>
                <a:lnTo>
                  <a:pt x="507" y="4299"/>
                </a:lnTo>
                <a:lnTo>
                  <a:pt x="506" y="4299"/>
                </a:lnTo>
                <a:lnTo>
                  <a:pt x="505" y="4298"/>
                </a:lnTo>
                <a:lnTo>
                  <a:pt x="504" y="4298"/>
                </a:lnTo>
                <a:lnTo>
                  <a:pt x="503" y="4298"/>
                </a:lnTo>
                <a:lnTo>
                  <a:pt x="503" y="4297"/>
                </a:lnTo>
                <a:lnTo>
                  <a:pt x="502" y="4297"/>
                </a:lnTo>
                <a:lnTo>
                  <a:pt x="501" y="4297"/>
                </a:lnTo>
                <a:lnTo>
                  <a:pt x="500" y="4296"/>
                </a:lnTo>
                <a:lnTo>
                  <a:pt x="499" y="4296"/>
                </a:lnTo>
                <a:lnTo>
                  <a:pt x="499" y="4295"/>
                </a:lnTo>
                <a:lnTo>
                  <a:pt x="498" y="4295"/>
                </a:lnTo>
                <a:lnTo>
                  <a:pt x="497" y="4295"/>
                </a:lnTo>
                <a:lnTo>
                  <a:pt x="496" y="4294"/>
                </a:lnTo>
                <a:lnTo>
                  <a:pt x="495" y="4294"/>
                </a:lnTo>
                <a:lnTo>
                  <a:pt x="494" y="4294"/>
                </a:lnTo>
                <a:lnTo>
                  <a:pt x="494" y="4293"/>
                </a:lnTo>
                <a:lnTo>
                  <a:pt x="493" y="4293"/>
                </a:lnTo>
                <a:lnTo>
                  <a:pt x="492" y="4293"/>
                </a:lnTo>
                <a:lnTo>
                  <a:pt x="492" y="4292"/>
                </a:lnTo>
                <a:lnTo>
                  <a:pt x="491" y="4292"/>
                </a:lnTo>
                <a:lnTo>
                  <a:pt x="490" y="4292"/>
                </a:lnTo>
                <a:lnTo>
                  <a:pt x="490" y="4291"/>
                </a:lnTo>
                <a:lnTo>
                  <a:pt x="489" y="4291"/>
                </a:lnTo>
                <a:lnTo>
                  <a:pt x="488" y="4291"/>
                </a:lnTo>
                <a:lnTo>
                  <a:pt x="487" y="4290"/>
                </a:lnTo>
                <a:lnTo>
                  <a:pt x="486" y="4290"/>
                </a:lnTo>
                <a:lnTo>
                  <a:pt x="485" y="4289"/>
                </a:lnTo>
                <a:lnTo>
                  <a:pt x="484" y="4289"/>
                </a:lnTo>
                <a:lnTo>
                  <a:pt x="483" y="4289"/>
                </a:lnTo>
                <a:lnTo>
                  <a:pt x="483" y="4288"/>
                </a:lnTo>
                <a:lnTo>
                  <a:pt x="482" y="4288"/>
                </a:lnTo>
                <a:lnTo>
                  <a:pt x="481" y="4287"/>
                </a:lnTo>
                <a:lnTo>
                  <a:pt x="480" y="4287"/>
                </a:lnTo>
                <a:lnTo>
                  <a:pt x="479" y="4359"/>
                </a:lnTo>
                <a:lnTo>
                  <a:pt x="479" y="4358"/>
                </a:lnTo>
                <a:lnTo>
                  <a:pt x="478" y="4358"/>
                </a:lnTo>
                <a:lnTo>
                  <a:pt x="477" y="4358"/>
                </a:lnTo>
                <a:lnTo>
                  <a:pt x="476" y="4357"/>
                </a:lnTo>
                <a:lnTo>
                  <a:pt x="475" y="4357"/>
                </a:lnTo>
                <a:lnTo>
                  <a:pt x="474" y="4356"/>
                </a:lnTo>
                <a:lnTo>
                  <a:pt x="473" y="4356"/>
                </a:lnTo>
                <a:lnTo>
                  <a:pt x="472" y="4355"/>
                </a:lnTo>
                <a:lnTo>
                  <a:pt x="471" y="4355"/>
                </a:lnTo>
                <a:lnTo>
                  <a:pt x="470" y="4355"/>
                </a:lnTo>
                <a:lnTo>
                  <a:pt x="470" y="4354"/>
                </a:lnTo>
                <a:lnTo>
                  <a:pt x="469" y="4354"/>
                </a:lnTo>
                <a:lnTo>
                  <a:pt x="468" y="4354"/>
                </a:lnTo>
                <a:lnTo>
                  <a:pt x="467" y="4353"/>
                </a:lnTo>
                <a:lnTo>
                  <a:pt x="466" y="4353"/>
                </a:lnTo>
                <a:lnTo>
                  <a:pt x="465" y="4352"/>
                </a:lnTo>
                <a:lnTo>
                  <a:pt x="464" y="4425"/>
                </a:lnTo>
                <a:lnTo>
                  <a:pt x="463" y="4425"/>
                </a:lnTo>
                <a:lnTo>
                  <a:pt x="463" y="4424"/>
                </a:lnTo>
                <a:lnTo>
                  <a:pt x="462" y="4424"/>
                </a:lnTo>
                <a:lnTo>
                  <a:pt x="461" y="4424"/>
                </a:lnTo>
                <a:lnTo>
                  <a:pt x="460" y="4423"/>
                </a:lnTo>
                <a:lnTo>
                  <a:pt x="459" y="4423"/>
                </a:lnTo>
                <a:lnTo>
                  <a:pt x="458" y="4422"/>
                </a:lnTo>
                <a:lnTo>
                  <a:pt x="457" y="4422"/>
                </a:lnTo>
                <a:lnTo>
                  <a:pt x="456" y="4421"/>
                </a:lnTo>
                <a:lnTo>
                  <a:pt x="455" y="4421"/>
                </a:lnTo>
                <a:lnTo>
                  <a:pt x="454" y="4420"/>
                </a:lnTo>
                <a:lnTo>
                  <a:pt x="453" y="4494"/>
                </a:lnTo>
                <a:lnTo>
                  <a:pt x="452" y="4494"/>
                </a:lnTo>
                <a:lnTo>
                  <a:pt x="452" y="4493"/>
                </a:lnTo>
                <a:lnTo>
                  <a:pt x="451" y="4493"/>
                </a:lnTo>
                <a:lnTo>
                  <a:pt x="450" y="4493"/>
                </a:lnTo>
                <a:lnTo>
                  <a:pt x="449" y="4492"/>
                </a:lnTo>
                <a:lnTo>
                  <a:pt x="448" y="4492"/>
                </a:lnTo>
                <a:lnTo>
                  <a:pt x="447" y="4491"/>
                </a:lnTo>
                <a:lnTo>
                  <a:pt x="446" y="4491"/>
                </a:lnTo>
                <a:lnTo>
                  <a:pt x="445" y="4490"/>
                </a:lnTo>
                <a:lnTo>
                  <a:pt x="444" y="4490"/>
                </a:lnTo>
                <a:lnTo>
                  <a:pt x="443" y="4490"/>
                </a:lnTo>
                <a:lnTo>
                  <a:pt x="443" y="4489"/>
                </a:lnTo>
                <a:lnTo>
                  <a:pt x="442" y="4489"/>
                </a:lnTo>
                <a:lnTo>
                  <a:pt x="441" y="4489"/>
                </a:lnTo>
                <a:lnTo>
                  <a:pt x="440" y="4488"/>
                </a:lnTo>
                <a:lnTo>
                  <a:pt x="439" y="4488"/>
                </a:lnTo>
                <a:lnTo>
                  <a:pt x="439" y="4487"/>
                </a:lnTo>
                <a:lnTo>
                  <a:pt x="438" y="4487"/>
                </a:lnTo>
                <a:lnTo>
                  <a:pt x="437" y="4487"/>
                </a:lnTo>
                <a:lnTo>
                  <a:pt x="436" y="4486"/>
                </a:lnTo>
                <a:lnTo>
                  <a:pt x="435" y="4486"/>
                </a:lnTo>
                <a:lnTo>
                  <a:pt x="434" y="4485"/>
                </a:lnTo>
                <a:lnTo>
                  <a:pt x="433" y="4485"/>
                </a:lnTo>
                <a:lnTo>
                  <a:pt x="432" y="4485"/>
                </a:lnTo>
                <a:lnTo>
                  <a:pt x="432" y="4484"/>
                </a:lnTo>
                <a:lnTo>
                  <a:pt x="431" y="4484"/>
                </a:lnTo>
                <a:lnTo>
                  <a:pt x="430" y="4484"/>
                </a:lnTo>
                <a:lnTo>
                  <a:pt x="430" y="4483"/>
                </a:lnTo>
                <a:lnTo>
                  <a:pt x="429" y="4483"/>
                </a:lnTo>
                <a:lnTo>
                  <a:pt x="428" y="4483"/>
                </a:lnTo>
                <a:lnTo>
                  <a:pt x="427" y="4482"/>
                </a:lnTo>
                <a:lnTo>
                  <a:pt x="426" y="4482"/>
                </a:lnTo>
                <a:lnTo>
                  <a:pt x="425" y="4481"/>
                </a:lnTo>
                <a:lnTo>
                  <a:pt x="424" y="4481"/>
                </a:lnTo>
                <a:lnTo>
                  <a:pt x="423" y="4481"/>
                </a:lnTo>
                <a:lnTo>
                  <a:pt x="423" y="4480"/>
                </a:lnTo>
                <a:lnTo>
                  <a:pt x="422" y="4480"/>
                </a:lnTo>
                <a:lnTo>
                  <a:pt x="421" y="4480"/>
                </a:lnTo>
                <a:lnTo>
                  <a:pt x="420" y="4479"/>
                </a:lnTo>
                <a:lnTo>
                  <a:pt x="419" y="4479"/>
                </a:lnTo>
                <a:lnTo>
                  <a:pt x="419" y="4478"/>
                </a:lnTo>
                <a:lnTo>
                  <a:pt x="418" y="4478"/>
                </a:lnTo>
                <a:lnTo>
                  <a:pt x="417" y="4478"/>
                </a:lnTo>
                <a:lnTo>
                  <a:pt x="416" y="4477"/>
                </a:lnTo>
                <a:lnTo>
                  <a:pt x="415" y="4477"/>
                </a:lnTo>
                <a:lnTo>
                  <a:pt x="414" y="4476"/>
                </a:lnTo>
                <a:lnTo>
                  <a:pt x="413" y="4476"/>
                </a:lnTo>
                <a:lnTo>
                  <a:pt x="412" y="4476"/>
                </a:lnTo>
                <a:lnTo>
                  <a:pt x="412" y="4475"/>
                </a:lnTo>
                <a:lnTo>
                  <a:pt x="411" y="4475"/>
                </a:lnTo>
                <a:lnTo>
                  <a:pt x="410" y="4475"/>
                </a:lnTo>
                <a:lnTo>
                  <a:pt x="410" y="4474"/>
                </a:lnTo>
                <a:lnTo>
                  <a:pt x="409" y="4474"/>
                </a:lnTo>
                <a:lnTo>
                  <a:pt x="408" y="4474"/>
                </a:lnTo>
                <a:lnTo>
                  <a:pt x="408" y="4473"/>
                </a:lnTo>
                <a:lnTo>
                  <a:pt x="407" y="4473"/>
                </a:lnTo>
                <a:lnTo>
                  <a:pt x="406" y="4473"/>
                </a:lnTo>
                <a:lnTo>
                  <a:pt x="405" y="4472"/>
                </a:lnTo>
                <a:lnTo>
                  <a:pt x="404" y="4472"/>
                </a:lnTo>
                <a:lnTo>
                  <a:pt x="403" y="4472"/>
                </a:lnTo>
                <a:lnTo>
                  <a:pt x="403" y="4471"/>
                </a:lnTo>
                <a:lnTo>
                  <a:pt x="402" y="4471"/>
                </a:lnTo>
                <a:lnTo>
                  <a:pt x="401" y="4470"/>
                </a:lnTo>
                <a:lnTo>
                  <a:pt x="400" y="4470"/>
                </a:lnTo>
                <a:lnTo>
                  <a:pt x="399" y="4470"/>
                </a:lnTo>
                <a:lnTo>
                  <a:pt x="399" y="4469"/>
                </a:lnTo>
                <a:lnTo>
                  <a:pt x="398" y="4469"/>
                </a:lnTo>
                <a:lnTo>
                  <a:pt x="397" y="4469"/>
                </a:lnTo>
                <a:lnTo>
                  <a:pt x="396" y="4468"/>
                </a:lnTo>
                <a:lnTo>
                  <a:pt x="395" y="4468"/>
                </a:lnTo>
                <a:lnTo>
                  <a:pt x="394" y="4467"/>
                </a:lnTo>
                <a:lnTo>
                  <a:pt x="393" y="4467"/>
                </a:lnTo>
                <a:lnTo>
                  <a:pt x="392" y="4466"/>
                </a:lnTo>
                <a:lnTo>
                  <a:pt x="391" y="4466"/>
                </a:lnTo>
                <a:lnTo>
                  <a:pt x="390" y="4466"/>
                </a:lnTo>
                <a:lnTo>
                  <a:pt x="390" y="4465"/>
                </a:lnTo>
                <a:lnTo>
                  <a:pt x="389" y="4465"/>
                </a:lnTo>
                <a:lnTo>
                  <a:pt x="388" y="4465"/>
                </a:lnTo>
                <a:lnTo>
                  <a:pt x="388" y="4464"/>
                </a:lnTo>
                <a:lnTo>
                  <a:pt x="387" y="4464"/>
                </a:lnTo>
                <a:lnTo>
                  <a:pt x="386" y="4464"/>
                </a:lnTo>
                <a:lnTo>
                  <a:pt x="385" y="4463"/>
                </a:lnTo>
                <a:lnTo>
                  <a:pt x="384" y="4463"/>
                </a:lnTo>
                <a:lnTo>
                  <a:pt x="383" y="4462"/>
                </a:lnTo>
                <a:lnTo>
                  <a:pt x="382" y="4462"/>
                </a:lnTo>
                <a:lnTo>
                  <a:pt x="381" y="4461"/>
                </a:lnTo>
                <a:lnTo>
                  <a:pt x="380" y="4461"/>
                </a:lnTo>
                <a:lnTo>
                  <a:pt x="379" y="4461"/>
                </a:lnTo>
                <a:lnTo>
                  <a:pt x="379" y="4460"/>
                </a:lnTo>
                <a:lnTo>
                  <a:pt x="378" y="4460"/>
                </a:lnTo>
                <a:lnTo>
                  <a:pt x="377" y="4460"/>
                </a:lnTo>
                <a:lnTo>
                  <a:pt x="376" y="4459"/>
                </a:lnTo>
                <a:lnTo>
                  <a:pt x="375" y="4459"/>
                </a:lnTo>
                <a:lnTo>
                  <a:pt x="374" y="4458"/>
                </a:lnTo>
                <a:lnTo>
                  <a:pt x="373" y="4458"/>
                </a:lnTo>
                <a:lnTo>
                  <a:pt x="372" y="4457"/>
                </a:lnTo>
                <a:lnTo>
                  <a:pt x="371" y="4457"/>
                </a:lnTo>
                <a:lnTo>
                  <a:pt x="370" y="4457"/>
                </a:lnTo>
                <a:lnTo>
                  <a:pt x="370" y="4456"/>
                </a:lnTo>
                <a:lnTo>
                  <a:pt x="369" y="4456"/>
                </a:lnTo>
                <a:lnTo>
                  <a:pt x="368" y="4456"/>
                </a:lnTo>
                <a:lnTo>
                  <a:pt x="368" y="4455"/>
                </a:lnTo>
                <a:lnTo>
                  <a:pt x="367" y="4455"/>
                </a:lnTo>
                <a:lnTo>
                  <a:pt x="366" y="4455"/>
                </a:lnTo>
                <a:lnTo>
                  <a:pt x="365" y="4454"/>
                </a:lnTo>
                <a:lnTo>
                  <a:pt x="364" y="4454"/>
                </a:lnTo>
                <a:lnTo>
                  <a:pt x="363" y="4453"/>
                </a:lnTo>
                <a:lnTo>
                  <a:pt x="362" y="4453"/>
                </a:lnTo>
                <a:lnTo>
                  <a:pt x="361" y="4452"/>
                </a:lnTo>
                <a:lnTo>
                  <a:pt x="360" y="4452"/>
                </a:lnTo>
                <a:lnTo>
                  <a:pt x="359" y="4452"/>
                </a:lnTo>
                <a:lnTo>
                  <a:pt x="359" y="4451"/>
                </a:lnTo>
                <a:lnTo>
                  <a:pt x="358" y="4451"/>
                </a:lnTo>
                <a:lnTo>
                  <a:pt x="357" y="4451"/>
                </a:lnTo>
                <a:lnTo>
                  <a:pt x="356" y="4450"/>
                </a:lnTo>
                <a:lnTo>
                  <a:pt x="355" y="4450"/>
                </a:lnTo>
                <a:lnTo>
                  <a:pt x="355" y="4449"/>
                </a:lnTo>
                <a:lnTo>
                  <a:pt x="354" y="4449"/>
                </a:lnTo>
                <a:lnTo>
                  <a:pt x="353" y="4449"/>
                </a:lnTo>
                <a:lnTo>
                  <a:pt x="352" y="4448"/>
                </a:lnTo>
                <a:lnTo>
                  <a:pt x="351" y="4448"/>
                </a:lnTo>
                <a:lnTo>
                  <a:pt x="350" y="4447"/>
                </a:lnTo>
                <a:lnTo>
                  <a:pt x="349" y="4447"/>
                </a:lnTo>
                <a:lnTo>
                  <a:pt x="348" y="4447"/>
                </a:lnTo>
                <a:lnTo>
                  <a:pt x="348" y="4446"/>
                </a:lnTo>
                <a:lnTo>
                  <a:pt x="347" y="4446"/>
                </a:lnTo>
                <a:lnTo>
                  <a:pt x="346" y="4446"/>
                </a:lnTo>
                <a:lnTo>
                  <a:pt x="346" y="4445"/>
                </a:lnTo>
                <a:lnTo>
                  <a:pt x="345" y="4445"/>
                </a:lnTo>
                <a:lnTo>
                  <a:pt x="344" y="4445"/>
                </a:lnTo>
                <a:lnTo>
                  <a:pt x="343" y="4444"/>
                </a:lnTo>
                <a:lnTo>
                  <a:pt x="342" y="4444"/>
                </a:lnTo>
                <a:lnTo>
                  <a:pt x="341" y="4443"/>
                </a:lnTo>
                <a:lnTo>
                  <a:pt x="340" y="4443"/>
                </a:lnTo>
                <a:lnTo>
                  <a:pt x="339" y="4443"/>
                </a:lnTo>
                <a:lnTo>
                  <a:pt x="339" y="4442"/>
                </a:lnTo>
                <a:lnTo>
                  <a:pt x="338" y="4442"/>
                </a:lnTo>
                <a:lnTo>
                  <a:pt x="337" y="4442"/>
                </a:lnTo>
                <a:lnTo>
                  <a:pt x="336" y="4441"/>
                </a:lnTo>
                <a:lnTo>
                  <a:pt x="335" y="4441"/>
                </a:lnTo>
                <a:lnTo>
                  <a:pt x="335" y="4440"/>
                </a:lnTo>
                <a:lnTo>
                  <a:pt x="334" y="4440"/>
                </a:lnTo>
                <a:lnTo>
                  <a:pt x="333" y="4440"/>
                </a:lnTo>
                <a:lnTo>
                  <a:pt x="332" y="4439"/>
                </a:lnTo>
                <a:lnTo>
                  <a:pt x="331" y="4439"/>
                </a:lnTo>
                <a:lnTo>
                  <a:pt x="330" y="4438"/>
                </a:lnTo>
                <a:lnTo>
                  <a:pt x="329" y="4438"/>
                </a:lnTo>
                <a:lnTo>
                  <a:pt x="328" y="4438"/>
                </a:lnTo>
                <a:lnTo>
                  <a:pt x="328" y="4437"/>
                </a:lnTo>
                <a:lnTo>
                  <a:pt x="327" y="4437"/>
                </a:lnTo>
                <a:lnTo>
                  <a:pt x="326" y="4437"/>
                </a:lnTo>
                <a:lnTo>
                  <a:pt x="326" y="4436"/>
                </a:lnTo>
                <a:lnTo>
                  <a:pt x="325" y="4436"/>
                </a:lnTo>
                <a:lnTo>
                  <a:pt x="324" y="4436"/>
                </a:lnTo>
                <a:lnTo>
                  <a:pt x="323" y="4435"/>
                </a:lnTo>
                <a:lnTo>
                  <a:pt x="322" y="4435"/>
                </a:lnTo>
                <a:lnTo>
                  <a:pt x="321" y="4434"/>
                </a:lnTo>
                <a:lnTo>
                  <a:pt x="320" y="4434"/>
                </a:lnTo>
                <a:lnTo>
                  <a:pt x="319" y="4434"/>
                </a:lnTo>
                <a:lnTo>
                  <a:pt x="319" y="4433"/>
                </a:lnTo>
                <a:lnTo>
                  <a:pt x="318" y="4433"/>
                </a:lnTo>
                <a:lnTo>
                  <a:pt x="317" y="4432"/>
                </a:lnTo>
                <a:lnTo>
                  <a:pt x="316" y="4432"/>
                </a:lnTo>
                <a:lnTo>
                  <a:pt x="315" y="4432"/>
                </a:lnTo>
                <a:lnTo>
                  <a:pt x="315" y="4431"/>
                </a:lnTo>
                <a:lnTo>
                  <a:pt x="314" y="4431"/>
                </a:lnTo>
                <a:lnTo>
                  <a:pt x="313" y="4431"/>
                </a:lnTo>
                <a:lnTo>
                  <a:pt x="312" y="4430"/>
                </a:lnTo>
                <a:lnTo>
                  <a:pt x="311" y="4430"/>
                </a:lnTo>
                <a:lnTo>
                  <a:pt x="310" y="4429"/>
                </a:lnTo>
                <a:lnTo>
                  <a:pt x="309" y="4429"/>
                </a:lnTo>
                <a:lnTo>
                  <a:pt x="308" y="4428"/>
                </a:lnTo>
                <a:lnTo>
                  <a:pt x="307" y="4428"/>
                </a:lnTo>
                <a:lnTo>
                  <a:pt x="306" y="4428"/>
                </a:lnTo>
                <a:lnTo>
                  <a:pt x="306" y="4427"/>
                </a:lnTo>
                <a:lnTo>
                  <a:pt x="305" y="4427"/>
                </a:lnTo>
                <a:lnTo>
                  <a:pt x="304" y="4427"/>
                </a:lnTo>
                <a:lnTo>
                  <a:pt x="303" y="4426"/>
                </a:lnTo>
                <a:lnTo>
                  <a:pt x="302" y="4426"/>
                </a:lnTo>
                <a:lnTo>
                  <a:pt x="301" y="4425"/>
                </a:lnTo>
                <a:lnTo>
                  <a:pt x="300" y="4425"/>
                </a:lnTo>
                <a:lnTo>
                  <a:pt x="299" y="4424"/>
                </a:lnTo>
                <a:lnTo>
                  <a:pt x="298" y="4424"/>
                </a:lnTo>
                <a:lnTo>
                  <a:pt x="297" y="4423"/>
                </a:lnTo>
                <a:lnTo>
                  <a:pt x="296" y="4423"/>
                </a:lnTo>
                <a:lnTo>
                  <a:pt x="295" y="4423"/>
                </a:lnTo>
                <a:lnTo>
                  <a:pt x="295" y="4422"/>
                </a:lnTo>
                <a:lnTo>
                  <a:pt x="294" y="4422"/>
                </a:lnTo>
                <a:lnTo>
                  <a:pt x="293" y="4422"/>
                </a:lnTo>
                <a:lnTo>
                  <a:pt x="292" y="4421"/>
                </a:lnTo>
                <a:lnTo>
                  <a:pt x="291" y="4421"/>
                </a:lnTo>
                <a:lnTo>
                  <a:pt x="290" y="4420"/>
                </a:lnTo>
                <a:lnTo>
                  <a:pt x="289" y="4420"/>
                </a:lnTo>
                <a:lnTo>
                  <a:pt x="288" y="4419"/>
                </a:lnTo>
                <a:lnTo>
                  <a:pt x="287" y="4419"/>
                </a:lnTo>
                <a:lnTo>
                  <a:pt x="286" y="4419"/>
                </a:lnTo>
                <a:lnTo>
                  <a:pt x="286" y="4418"/>
                </a:lnTo>
                <a:lnTo>
                  <a:pt x="285" y="4418"/>
                </a:lnTo>
                <a:lnTo>
                  <a:pt x="284" y="4418"/>
                </a:lnTo>
                <a:lnTo>
                  <a:pt x="284" y="4417"/>
                </a:lnTo>
                <a:lnTo>
                  <a:pt x="283" y="4417"/>
                </a:lnTo>
                <a:lnTo>
                  <a:pt x="282" y="4417"/>
                </a:lnTo>
                <a:lnTo>
                  <a:pt x="281" y="4416"/>
                </a:lnTo>
                <a:lnTo>
                  <a:pt x="280" y="4416"/>
                </a:lnTo>
                <a:lnTo>
                  <a:pt x="279" y="4415"/>
                </a:lnTo>
                <a:lnTo>
                  <a:pt x="278" y="4415"/>
                </a:lnTo>
                <a:lnTo>
                  <a:pt x="277" y="4414"/>
                </a:lnTo>
                <a:lnTo>
                  <a:pt x="276" y="4414"/>
                </a:lnTo>
                <a:lnTo>
                  <a:pt x="275" y="4414"/>
                </a:lnTo>
                <a:lnTo>
                  <a:pt x="275" y="4413"/>
                </a:lnTo>
                <a:lnTo>
                  <a:pt x="274" y="4413"/>
                </a:lnTo>
                <a:lnTo>
                  <a:pt x="273" y="4413"/>
                </a:lnTo>
                <a:lnTo>
                  <a:pt x="272" y="4412"/>
                </a:lnTo>
                <a:lnTo>
                  <a:pt x="271" y="4412"/>
                </a:lnTo>
                <a:lnTo>
                  <a:pt x="271" y="4411"/>
                </a:lnTo>
                <a:lnTo>
                  <a:pt x="270" y="4411"/>
                </a:lnTo>
                <a:lnTo>
                  <a:pt x="269" y="4411"/>
                </a:lnTo>
                <a:lnTo>
                  <a:pt x="268" y="4410"/>
                </a:lnTo>
                <a:lnTo>
                  <a:pt x="267" y="4410"/>
                </a:lnTo>
                <a:lnTo>
                  <a:pt x="266" y="4410"/>
                </a:lnTo>
                <a:lnTo>
                  <a:pt x="266" y="4409"/>
                </a:lnTo>
                <a:lnTo>
                  <a:pt x="265" y="4409"/>
                </a:lnTo>
                <a:lnTo>
                  <a:pt x="264" y="4409"/>
                </a:lnTo>
                <a:lnTo>
                  <a:pt x="264" y="4408"/>
                </a:lnTo>
                <a:lnTo>
                  <a:pt x="263" y="4408"/>
                </a:lnTo>
                <a:lnTo>
                  <a:pt x="262" y="4408"/>
                </a:lnTo>
                <a:lnTo>
                  <a:pt x="262" y="4407"/>
                </a:lnTo>
                <a:lnTo>
                  <a:pt x="261" y="4407"/>
                </a:lnTo>
                <a:lnTo>
                  <a:pt x="260" y="4407"/>
                </a:lnTo>
                <a:lnTo>
                  <a:pt x="259" y="4406"/>
                </a:lnTo>
                <a:lnTo>
                  <a:pt x="258" y="4406"/>
                </a:lnTo>
                <a:lnTo>
                  <a:pt x="257" y="4405"/>
                </a:lnTo>
                <a:lnTo>
                  <a:pt x="256" y="4405"/>
                </a:lnTo>
                <a:lnTo>
                  <a:pt x="255" y="4405"/>
                </a:lnTo>
                <a:lnTo>
                  <a:pt x="255" y="4404"/>
                </a:lnTo>
                <a:lnTo>
                  <a:pt x="254" y="4404"/>
                </a:lnTo>
                <a:lnTo>
                  <a:pt x="253" y="4404"/>
                </a:lnTo>
                <a:lnTo>
                  <a:pt x="252" y="4403"/>
                </a:lnTo>
                <a:lnTo>
                  <a:pt x="251" y="4403"/>
                </a:lnTo>
                <a:lnTo>
                  <a:pt x="251" y="4402"/>
                </a:lnTo>
                <a:lnTo>
                  <a:pt x="250" y="4402"/>
                </a:lnTo>
                <a:lnTo>
                  <a:pt x="249" y="4402"/>
                </a:lnTo>
                <a:lnTo>
                  <a:pt x="248" y="4401"/>
                </a:lnTo>
                <a:lnTo>
                  <a:pt x="247" y="4401"/>
                </a:lnTo>
                <a:lnTo>
                  <a:pt x="246" y="4401"/>
                </a:lnTo>
                <a:lnTo>
                  <a:pt x="246" y="4400"/>
                </a:lnTo>
                <a:lnTo>
                  <a:pt x="245" y="4400"/>
                </a:lnTo>
                <a:lnTo>
                  <a:pt x="244" y="4400"/>
                </a:lnTo>
                <a:lnTo>
                  <a:pt x="244" y="4399"/>
                </a:lnTo>
                <a:lnTo>
                  <a:pt x="243" y="4399"/>
                </a:lnTo>
                <a:lnTo>
                  <a:pt x="242" y="4399"/>
                </a:lnTo>
                <a:lnTo>
                  <a:pt x="242" y="4398"/>
                </a:lnTo>
                <a:lnTo>
                  <a:pt x="241" y="4398"/>
                </a:lnTo>
                <a:lnTo>
                  <a:pt x="240" y="4398"/>
                </a:lnTo>
                <a:lnTo>
                  <a:pt x="239" y="4397"/>
                </a:lnTo>
                <a:lnTo>
                  <a:pt x="238" y="4397"/>
                </a:lnTo>
                <a:lnTo>
                  <a:pt x="237" y="4396"/>
                </a:lnTo>
                <a:lnTo>
                  <a:pt x="236" y="4396"/>
                </a:lnTo>
                <a:lnTo>
                  <a:pt x="235" y="4396"/>
                </a:lnTo>
                <a:lnTo>
                  <a:pt x="235" y="4395"/>
                </a:lnTo>
                <a:lnTo>
                  <a:pt x="234" y="4395"/>
                </a:lnTo>
                <a:lnTo>
                  <a:pt x="233" y="4394"/>
                </a:lnTo>
                <a:lnTo>
                  <a:pt x="232" y="4394"/>
                </a:lnTo>
                <a:lnTo>
                  <a:pt x="231" y="4394"/>
                </a:lnTo>
                <a:lnTo>
                  <a:pt x="231" y="4393"/>
                </a:lnTo>
                <a:lnTo>
                  <a:pt x="230" y="4393"/>
                </a:lnTo>
                <a:lnTo>
                  <a:pt x="229" y="4393"/>
                </a:lnTo>
                <a:lnTo>
                  <a:pt x="228" y="4392"/>
                </a:lnTo>
                <a:lnTo>
                  <a:pt x="227" y="4392"/>
                </a:lnTo>
                <a:lnTo>
                  <a:pt x="226" y="4391"/>
                </a:lnTo>
                <a:lnTo>
                  <a:pt x="225" y="4391"/>
                </a:lnTo>
                <a:lnTo>
                  <a:pt x="224" y="4390"/>
                </a:lnTo>
                <a:lnTo>
                  <a:pt x="223" y="4390"/>
                </a:lnTo>
                <a:lnTo>
                  <a:pt x="222" y="4390"/>
                </a:lnTo>
                <a:lnTo>
                  <a:pt x="222" y="4389"/>
                </a:lnTo>
                <a:lnTo>
                  <a:pt x="221" y="4389"/>
                </a:lnTo>
                <a:lnTo>
                  <a:pt x="220" y="4389"/>
                </a:lnTo>
                <a:lnTo>
                  <a:pt x="219" y="4388"/>
                </a:lnTo>
                <a:lnTo>
                  <a:pt x="218" y="4388"/>
                </a:lnTo>
                <a:lnTo>
                  <a:pt x="217" y="4387"/>
                </a:lnTo>
                <a:lnTo>
                  <a:pt x="216" y="4387"/>
                </a:lnTo>
                <a:lnTo>
                  <a:pt x="215" y="4386"/>
                </a:lnTo>
                <a:lnTo>
                  <a:pt x="214" y="4386"/>
                </a:lnTo>
                <a:lnTo>
                  <a:pt x="213" y="4385"/>
                </a:lnTo>
                <a:lnTo>
                  <a:pt x="212" y="4385"/>
                </a:lnTo>
                <a:lnTo>
                  <a:pt x="211" y="4385"/>
                </a:lnTo>
                <a:lnTo>
                  <a:pt x="211" y="4384"/>
                </a:lnTo>
                <a:lnTo>
                  <a:pt x="210" y="4384"/>
                </a:lnTo>
                <a:lnTo>
                  <a:pt x="209" y="4384"/>
                </a:lnTo>
                <a:lnTo>
                  <a:pt x="208" y="4383"/>
                </a:lnTo>
                <a:lnTo>
                  <a:pt x="207" y="4383"/>
                </a:lnTo>
                <a:lnTo>
                  <a:pt x="206" y="4382"/>
                </a:lnTo>
                <a:lnTo>
                  <a:pt x="205" y="4382"/>
                </a:lnTo>
                <a:lnTo>
                  <a:pt x="204" y="4381"/>
                </a:lnTo>
                <a:lnTo>
                  <a:pt x="203" y="4381"/>
                </a:lnTo>
                <a:lnTo>
                  <a:pt x="202" y="4381"/>
                </a:lnTo>
                <a:lnTo>
                  <a:pt x="202" y="4380"/>
                </a:lnTo>
                <a:lnTo>
                  <a:pt x="201" y="4380"/>
                </a:lnTo>
                <a:lnTo>
                  <a:pt x="200" y="4380"/>
                </a:lnTo>
                <a:lnTo>
                  <a:pt x="199" y="4379"/>
                </a:lnTo>
                <a:lnTo>
                  <a:pt x="198" y="4379"/>
                </a:lnTo>
                <a:lnTo>
                  <a:pt x="197" y="4378"/>
                </a:lnTo>
                <a:lnTo>
                  <a:pt x="196" y="4378"/>
                </a:lnTo>
                <a:lnTo>
                  <a:pt x="195" y="4377"/>
                </a:lnTo>
                <a:lnTo>
                  <a:pt x="194" y="4377"/>
                </a:lnTo>
                <a:lnTo>
                  <a:pt x="193" y="4376"/>
                </a:lnTo>
                <a:lnTo>
                  <a:pt x="192" y="4376"/>
                </a:lnTo>
                <a:lnTo>
                  <a:pt x="191" y="4376"/>
                </a:lnTo>
                <a:lnTo>
                  <a:pt x="191" y="4375"/>
                </a:lnTo>
                <a:lnTo>
                  <a:pt x="190" y="4375"/>
                </a:lnTo>
                <a:lnTo>
                  <a:pt x="189" y="4375"/>
                </a:lnTo>
                <a:lnTo>
                  <a:pt x="188" y="4374"/>
                </a:lnTo>
                <a:lnTo>
                  <a:pt x="187" y="4374"/>
                </a:lnTo>
                <a:lnTo>
                  <a:pt x="187" y="4373"/>
                </a:lnTo>
                <a:lnTo>
                  <a:pt x="186" y="4373"/>
                </a:lnTo>
                <a:lnTo>
                  <a:pt x="185" y="4373"/>
                </a:lnTo>
                <a:lnTo>
                  <a:pt x="184" y="4372"/>
                </a:lnTo>
                <a:lnTo>
                  <a:pt x="183" y="4372"/>
                </a:lnTo>
                <a:lnTo>
                  <a:pt x="182" y="4372"/>
                </a:lnTo>
                <a:lnTo>
                  <a:pt x="182" y="4371"/>
                </a:lnTo>
                <a:lnTo>
                  <a:pt x="181" y="4371"/>
                </a:lnTo>
                <a:lnTo>
                  <a:pt x="180" y="4371"/>
                </a:lnTo>
                <a:lnTo>
                  <a:pt x="179" y="4370"/>
                </a:lnTo>
                <a:lnTo>
                  <a:pt x="178" y="4370"/>
                </a:lnTo>
                <a:lnTo>
                  <a:pt x="178" y="4369"/>
                </a:lnTo>
                <a:lnTo>
                  <a:pt x="177" y="4369"/>
                </a:lnTo>
                <a:lnTo>
                  <a:pt x="176" y="4369"/>
                </a:lnTo>
                <a:lnTo>
                  <a:pt x="175" y="4368"/>
                </a:lnTo>
                <a:lnTo>
                  <a:pt x="174" y="4368"/>
                </a:lnTo>
                <a:lnTo>
                  <a:pt x="173" y="4367"/>
                </a:lnTo>
                <a:lnTo>
                  <a:pt x="172" y="4367"/>
                </a:lnTo>
                <a:lnTo>
                  <a:pt x="171" y="4367"/>
                </a:lnTo>
                <a:lnTo>
                  <a:pt x="171" y="4366"/>
                </a:lnTo>
                <a:lnTo>
                  <a:pt x="170" y="4366"/>
                </a:lnTo>
                <a:lnTo>
                  <a:pt x="169" y="4366"/>
                </a:lnTo>
                <a:lnTo>
                  <a:pt x="168" y="4365"/>
                </a:lnTo>
                <a:lnTo>
                  <a:pt x="167" y="4365"/>
                </a:lnTo>
                <a:lnTo>
                  <a:pt x="167" y="4364"/>
                </a:lnTo>
                <a:lnTo>
                  <a:pt x="166" y="4364"/>
                </a:lnTo>
                <a:lnTo>
                  <a:pt x="165" y="4364"/>
                </a:lnTo>
                <a:lnTo>
                  <a:pt x="164" y="4363"/>
                </a:lnTo>
                <a:lnTo>
                  <a:pt x="163" y="4363"/>
                </a:lnTo>
                <a:lnTo>
                  <a:pt x="162" y="4363"/>
                </a:lnTo>
                <a:lnTo>
                  <a:pt x="162" y="4362"/>
                </a:lnTo>
                <a:lnTo>
                  <a:pt x="161" y="4362"/>
                </a:lnTo>
                <a:lnTo>
                  <a:pt x="160" y="4362"/>
                </a:lnTo>
                <a:lnTo>
                  <a:pt x="160" y="4361"/>
                </a:lnTo>
                <a:lnTo>
                  <a:pt x="159" y="4361"/>
                </a:lnTo>
                <a:lnTo>
                  <a:pt x="158" y="4361"/>
                </a:lnTo>
                <a:lnTo>
                  <a:pt x="158" y="4360"/>
                </a:lnTo>
                <a:lnTo>
                  <a:pt x="157" y="4360"/>
                </a:lnTo>
                <a:lnTo>
                  <a:pt x="156" y="4360"/>
                </a:lnTo>
                <a:lnTo>
                  <a:pt x="155" y="4359"/>
                </a:lnTo>
                <a:lnTo>
                  <a:pt x="154" y="4359"/>
                </a:lnTo>
                <a:lnTo>
                  <a:pt x="153" y="4358"/>
                </a:lnTo>
                <a:lnTo>
                  <a:pt x="152" y="4358"/>
                </a:lnTo>
                <a:lnTo>
                  <a:pt x="151" y="4358"/>
                </a:lnTo>
                <a:lnTo>
                  <a:pt x="151" y="4357"/>
                </a:lnTo>
                <a:lnTo>
                  <a:pt x="150" y="4357"/>
                </a:lnTo>
                <a:lnTo>
                  <a:pt x="149" y="4356"/>
                </a:lnTo>
                <a:lnTo>
                  <a:pt x="148" y="4356"/>
                </a:lnTo>
                <a:lnTo>
                  <a:pt x="147" y="4356"/>
                </a:lnTo>
                <a:lnTo>
                  <a:pt x="147" y="4355"/>
                </a:lnTo>
                <a:lnTo>
                  <a:pt x="146" y="4355"/>
                </a:lnTo>
                <a:lnTo>
                  <a:pt x="145" y="4355"/>
                </a:lnTo>
                <a:lnTo>
                  <a:pt x="144" y="4354"/>
                </a:lnTo>
                <a:lnTo>
                  <a:pt x="143" y="4354"/>
                </a:lnTo>
                <a:lnTo>
                  <a:pt x="142" y="4354"/>
                </a:lnTo>
                <a:lnTo>
                  <a:pt x="142" y="4353"/>
                </a:lnTo>
                <a:lnTo>
                  <a:pt x="141" y="4353"/>
                </a:lnTo>
                <a:lnTo>
                  <a:pt x="140" y="4352"/>
                </a:lnTo>
                <a:lnTo>
                  <a:pt x="139" y="4352"/>
                </a:lnTo>
                <a:lnTo>
                  <a:pt x="138" y="4352"/>
                </a:lnTo>
                <a:lnTo>
                  <a:pt x="138" y="4351"/>
                </a:lnTo>
                <a:lnTo>
                  <a:pt x="137" y="4351"/>
                </a:lnTo>
                <a:lnTo>
                  <a:pt x="136" y="4351"/>
                </a:lnTo>
                <a:lnTo>
                  <a:pt x="135" y="4350"/>
                </a:lnTo>
                <a:lnTo>
                  <a:pt x="134" y="4350"/>
                </a:lnTo>
                <a:lnTo>
                  <a:pt x="133" y="4349"/>
                </a:lnTo>
                <a:lnTo>
                  <a:pt x="132" y="4349"/>
                </a:lnTo>
                <a:lnTo>
                  <a:pt x="131" y="4348"/>
                </a:lnTo>
                <a:lnTo>
                  <a:pt x="130" y="4348"/>
                </a:lnTo>
                <a:lnTo>
                  <a:pt x="129" y="4347"/>
                </a:lnTo>
                <a:lnTo>
                  <a:pt x="128" y="4347"/>
                </a:lnTo>
                <a:lnTo>
                  <a:pt x="127" y="4347"/>
                </a:lnTo>
                <a:lnTo>
                  <a:pt x="127" y="4346"/>
                </a:lnTo>
                <a:lnTo>
                  <a:pt x="126" y="4346"/>
                </a:lnTo>
                <a:lnTo>
                  <a:pt x="125" y="4346"/>
                </a:lnTo>
                <a:lnTo>
                  <a:pt x="124" y="4345"/>
                </a:lnTo>
                <a:lnTo>
                  <a:pt x="123" y="4345"/>
                </a:lnTo>
                <a:lnTo>
                  <a:pt x="122" y="4345"/>
                </a:lnTo>
                <a:lnTo>
                  <a:pt x="122" y="4344"/>
                </a:lnTo>
                <a:lnTo>
                  <a:pt x="121" y="4344"/>
                </a:lnTo>
                <a:lnTo>
                  <a:pt x="120" y="4343"/>
                </a:lnTo>
                <a:lnTo>
                  <a:pt x="119" y="4343"/>
                </a:lnTo>
                <a:lnTo>
                  <a:pt x="118" y="4343"/>
                </a:lnTo>
                <a:lnTo>
                  <a:pt x="118" y="4342"/>
                </a:lnTo>
                <a:lnTo>
                  <a:pt x="117" y="4342"/>
                </a:lnTo>
                <a:lnTo>
                  <a:pt x="116" y="4342"/>
                </a:lnTo>
                <a:lnTo>
                  <a:pt x="115" y="4341"/>
                </a:lnTo>
                <a:lnTo>
                  <a:pt x="114" y="4341"/>
                </a:lnTo>
                <a:lnTo>
                  <a:pt x="113" y="4340"/>
                </a:lnTo>
                <a:lnTo>
                  <a:pt x="112" y="4340"/>
                </a:lnTo>
                <a:lnTo>
                  <a:pt x="111" y="4339"/>
                </a:lnTo>
                <a:lnTo>
                  <a:pt x="110" y="4339"/>
                </a:lnTo>
                <a:lnTo>
                  <a:pt x="109" y="4338"/>
                </a:lnTo>
                <a:lnTo>
                  <a:pt x="108" y="4338"/>
                </a:lnTo>
                <a:lnTo>
                  <a:pt x="107" y="4338"/>
                </a:lnTo>
                <a:lnTo>
                  <a:pt x="107" y="4337"/>
                </a:lnTo>
                <a:lnTo>
                  <a:pt x="106" y="4337"/>
                </a:lnTo>
                <a:lnTo>
                  <a:pt x="105" y="4337"/>
                </a:lnTo>
                <a:lnTo>
                  <a:pt x="104" y="4336"/>
                </a:lnTo>
                <a:lnTo>
                  <a:pt x="103" y="4336"/>
                </a:lnTo>
                <a:lnTo>
                  <a:pt x="103" y="4335"/>
                </a:lnTo>
                <a:lnTo>
                  <a:pt x="102" y="4335"/>
                </a:lnTo>
                <a:lnTo>
                  <a:pt x="101" y="4335"/>
                </a:lnTo>
                <a:lnTo>
                  <a:pt x="100" y="4334"/>
                </a:lnTo>
                <a:lnTo>
                  <a:pt x="99" y="4334"/>
                </a:lnTo>
                <a:lnTo>
                  <a:pt x="98" y="4334"/>
                </a:lnTo>
                <a:lnTo>
                  <a:pt x="98" y="4333"/>
                </a:lnTo>
                <a:lnTo>
                  <a:pt x="97" y="4333"/>
                </a:lnTo>
                <a:lnTo>
                  <a:pt x="96" y="4333"/>
                </a:lnTo>
                <a:lnTo>
                  <a:pt x="95" y="4332"/>
                </a:lnTo>
                <a:lnTo>
                  <a:pt x="94" y="4332"/>
                </a:lnTo>
                <a:lnTo>
                  <a:pt x="94" y="4331"/>
                </a:lnTo>
                <a:lnTo>
                  <a:pt x="93" y="4331"/>
                </a:lnTo>
                <a:lnTo>
                  <a:pt x="92" y="4331"/>
                </a:lnTo>
                <a:lnTo>
                  <a:pt x="91" y="4330"/>
                </a:lnTo>
                <a:lnTo>
                  <a:pt x="90" y="4330"/>
                </a:lnTo>
                <a:lnTo>
                  <a:pt x="89" y="4329"/>
                </a:lnTo>
                <a:lnTo>
                  <a:pt x="88" y="4329"/>
                </a:lnTo>
                <a:lnTo>
                  <a:pt x="87" y="4329"/>
                </a:lnTo>
                <a:lnTo>
                  <a:pt x="87" y="4328"/>
                </a:lnTo>
                <a:lnTo>
                  <a:pt x="86" y="4328"/>
                </a:lnTo>
                <a:lnTo>
                  <a:pt x="85" y="4328"/>
                </a:lnTo>
                <a:lnTo>
                  <a:pt x="85" y="4327"/>
                </a:lnTo>
                <a:lnTo>
                  <a:pt x="84" y="4327"/>
                </a:lnTo>
                <a:lnTo>
                  <a:pt x="83" y="4327"/>
                </a:lnTo>
                <a:lnTo>
                  <a:pt x="83" y="4326"/>
                </a:lnTo>
                <a:lnTo>
                  <a:pt x="82" y="4326"/>
                </a:lnTo>
                <a:lnTo>
                  <a:pt x="81" y="4326"/>
                </a:lnTo>
                <a:lnTo>
                  <a:pt x="80" y="4325"/>
                </a:lnTo>
                <a:lnTo>
                  <a:pt x="79" y="4325"/>
                </a:lnTo>
                <a:lnTo>
                  <a:pt x="78" y="4325"/>
                </a:lnTo>
                <a:lnTo>
                  <a:pt x="78" y="4324"/>
                </a:lnTo>
                <a:lnTo>
                  <a:pt x="77" y="4324"/>
                </a:lnTo>
                <a:lnTo>
                  <a:pt x="76" y="4324"/>
                </a:lnTo>
                <a:lnTo>
                  <a:pt x="75" y="4323"/>
                </a:lnTo>
                <a:lnTo>
                  <a:pt x="74" y="4323"/>
                </a:lnTo>
                <a:lnTo>
                  <a:pt x="74" y="4322"/>
                </a:lnTo>
                <a:lnTo>
                  <a:pt x="73" y="4322"/>
                </a:lnTo>
                <a:lnTo>
                  <a:pt x="72" y="4322"/>
                </a:lnTo>
                <a:lnTo>
                  <a:pt x="71" y="4321"/>
                </a:lnTo>
                <a:lnTo>
                  <a:pt x="70" y="4321"/>
                </a:lnTo>
                <a:lnTo>
                  <a:pt x="69" y="4320"/>
                </a:lnTo>
                <a:lnTo>
                  <a:pt x="68" y="4320"/>
                </a:lnTo>
                <a:lnTo>
                  <a:pt x="67" y="4320"/>
                </a:lnTo>
                <a:lnTo>
                  <a:pt x="67" y="4319"/>
                </a:lnTo>
                <a:lnTo>
                  <a:pt x="66" y="4319"/>
                </a:lnTo>
                <a:lnTo>
                  <a:pt x="65" y="4319"/>
                </a:lnTo>
                <a:lnTo>
                  <a:pt x="65" y="4318"/>
                </a:lnTo>
                <a:lnTo>
                  <a:pt x="64" y="4318"/>
                </a:lnTo>
                <a:lnTo>
                  <a:pt x="63" y="4318"/>
                </a:lnTo>
                <a:lnTo>
                  <a:pt x="63" y="4317"/>
                </a:lnTo>
                <a:lnTo>
                  <a:pt x="62" y="4317"/>
                </a:lnTo>
                <a:lnTo>
                  <a:pt x="61" y="4317"/>
                </a:lnTo>
                <a:lnTo>
                  <a:pt x="60" y="4316"/>
                </a:lnTo>
                <a:lnTo>
                  <a:pt x="59" y="4316"/>
                </a:lnTo>
                <a:lnTo>
                  <a:pt x="58" y="4316"/>
                </a:lnTo>
                <a:lnTo>
                  <a:pt x="58" y="4315"/>
                </a:lnTo>
                <a:lnTo>
                  <a:pt x="57" y="4315"/>
                </a:lnTo>
                <a:lnTo>
                  <a:pt x="56" y="4314"/>
                </a:lnTo>
                <a:lnTo>
                  <a:pt x="55" y="4314"/>
                </a:lnTo>
                <a:lnTo>
                  <a:pt x="54" y="4314"/>
                </a:lnTo>
                <a:lnTo>
                  <a:pt x="54" y="4313"/>
                </a:lnTo>
                <a:lnTo>
                  <a:pt x="53" y="4313"/>
                </a:lnTo>
                <a:lnTo>
                  <a:pt x="52" y="4313"/>
                </a:lnTo>
                <a:lnTo>
                  <a:pt x="51" y="4312"/>
                </a:lnTo>
                <a:lnTo>
                  <a:pt x="50" y="4312"/>
                </a:lnTo>
                <a:lnTo>
                  <a:pt x="49" y="4311"/>
                </a:lnTo>
                <a:lnTo>
                  <a:pt x="48" y="4311"/>
                </a:lnTo>
                <a:lnTo>
                  <a:pt x="47" y="4310"/>
                </a:lnTo>
                <a:lnTo>
                  <a:pt x="46" y="4310"/>
                </a:lnTo>
                <a:lnTo>
                  <a:pt x="45" y="4310"/>
                </a:lnTo>
                <a:lnTo>
                  <a:pt x="45" y="4309"/>
                </a:lnTo>
                <a:lnTo>
                  <a:pt x="44" y="4309"/>
                </a:lnTo>
                <a:lnTo>
                  <a:pt x="43" y="4309"/>
                </a:lnTo>
                <a:lnTo>
                  <a:pt x="43" y="4308"/>
                </a:lnTo>
                <a:lnTo>
                  <a:pt x="42" y="4308"/>
                </a:lnTo>
                <a:lnTo>
                  <a:pt x="41" y="4308"/>
                </a:lnTo>
                <a:lnTo>
                  <a:pt x="40" y="4307"/>
                </a:lnTo>
                <a:lnTo>
                  <a:pt x="39" y="4307"/>
                </a:lnTo>
                <a:lnTo>
                  <a:pt x="38" y="4307"/>
                </a:lnTo>
                <a:lnTo>
                  <a:pt x="38" y="4306"/>
                </a:lnTo>
                <a:lnTo>
                  <a:pt x="37" y="4306"/>
                </a:lnTo>
                <a:lnTo>
                  <a:pt x="36" y="4305"/>
                </a:lnTo>
                <a:lnTo>
                  <a:pt x="35" y="4305"/>
                </a:lnTo>
                <a:lnTo>
                  <a:pt x="34" y="4305"/>
                </a:lnTo>
                <a:lnTo>
                  <a:pt x="34" y="4304"/>
                </a:lnTo>
                <a:lnTo>
                  <a:pt x="33" y="4304"/>
                </a:lnTo>
                <a:lnTo>
                  <a:pt x="32" y="4304"/>
                </a:lnTo>
                <a:lnTo>
                  <a:pt x="31" y="4303"/>
                </a:lnTo>
                <a:lnTo>
                  <a:pt x="30" y="4303"/>
                </a:lnTo>
                <a:lnTo>
                  <a:pt x="29" y="4302"/>
                </a:lnTo>
                <a:lnTo>
                  <a:pt x="28" y="4302"/>
                </a:lnTo>
                <a:lnTo>
                  <a:pt x="27" y="4301"/>
                </a:lnTo>
                <a:lnTo>
                  <a:pt x="26" y="4301"/>
                </a:lnTo>
                <a:lnTo>
                  <a:pt x="25" y="4300"/>
                </a:lnTo>
                <a:lnTo>
                  <a:pt x="24" y="4300"/>
                </a:lnTo>
                <a:lnTo>
                  <a:pt x="23" y="4300"/>
                </a:lnTo>
                <a:lnTo>
                  <a:pt x="23" y="4299"/>
                </a:lnTo>
                <a:lnTo>
                  <a:pt x="22" y="4299"/>
                </a:lnTo>
                <a:lnTo>
                  <a:pt x="21" y="4299"/>
                </a:lnTo>
                <a:lnTo>
                  <a:pt x="20" y="4298"/>
                </a:lnTo>
                <a:lnTo>
                  <a:pt x="19" y="4298"/>
                </a:lnTo>
                <a:lnTo>
                  <a:pt x="18" y="4297"/>
                </a:lnTo>
                <a:lnTo>
                  <a:pt x="17" y="4297"/>
                </a:lnTo>
                <a:lnTo>
                  <a:pt x="16" y="4296"/>
                </a:lnTo>
                <a:lnTo>
                  <a:pt x="15" y="4296"/>
                </a:lnTo>
                <a:lnTo>
                  <a:pt x="14" y="4296"/>
                </a:lnTo>
                <a:lnTo>
                  <a:pt x="14" y="4295"/>
                </a:lnTo>
                <a:lnTo>
                  <a:pt x="13" y="4295"/>
                </a:lnTo>
                <a:lnTo>
                  <a:pt x="12" y="4295"/>
                </a:lnTo>
                <a:lnTo>
                  <a:pt x="11" y="4294"/>
                </a:lnTo>
                <a:lnTo>
                  <a:pt x="10" y="4294"/>
                </a:lnTo>
                <a:lnTo>
                  <a:pt x="10" y="4293"/>
                </a:lnTo>
                <a:lnTo>
                  <a:pt x="9" y="4293"/>
                </a:lnTo>
                <a:lnTo>
                  <a:pt x="8" y="4293"/>
                </a:lnTo>
                <a:lnTo>
                  <a:pt x="7" y="4292"/>
                </a:lnTo>
                <a:lnTo>
                  <a:pt x="6" y="4292"/>
                </a:lnTo>
                <a:lnTo>
                  <a:pt x="5" y="4291"/>
                </a:lnTo>
                <a:lnTo>
                  <a:pt x="4" y="4291"/>
                </a:lnTo>
                <a:lnTo>
                  <a:pt x="3" y="4291"/>
                </a:lnTo>
                <a:lnTo>
                  <a:pt x="3" y="4290"/>
                </a:lnTo>
                <a:lnTo>
                  <a:pt x="2" y="4290"/>
                </a:lnTo>
                <a:lnTo>
                  <a:pt x="1" y="4290"/>
                </a:lnTo>
                <a:lnTo>
                  <a:pt x="1" y="4289"/>
                </a:lnTo>
                <a:lnTo>
                  <a:pt x="0" y="4289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51" name=""/>
          <p:cNvSpPr/>
          <p:nvPr/>
        </p:nvSpPr>
        <p:spPr>
          <a:xfrm>
            <a:off x="1037880" y="172080"/>
            <a:ext cx="4831920" cy="1617840"/>
          </a:xfrm>
          <a:custGeom>
            <a:avLst/>
            <a:gdLst/>
            <a:ahLst/>
            <a:rect l="0" t="0" r="r" b="b"/>
            <a:pathLst>
              <a:path fill="none" w="13422" h="4494">
                <a:moveTo>
                  <a:pt x="0" y="4289"/>
                </a:moveTo>
                <a:lnTo>
                  <a:pt x="453" y="4494"/>
                </a:lnTo>
                <a:lnTo>
                  <a:pt x="454" y="4420"/>
                </a:lnTo>
                <a:lnTo>
                  <a:pt x="457" y="4422"/>
                </a:lnTo>
                <a:lnTo>
                  <a:pt x="464" y="4425"/>
                </a:lnTo>
                <a:lnTo>
                  <a:pt x="465" y="4352"/>
                </a:lnTo>
                <a:lnTo>
                  <a:pt x="468" y="4354"/>
                </a:lnTo>
                <a:lnTo>
                  <a:pt x="479" y="4359"/>
                </a:lnTo>
                <a:lnTo>
                  <a:pt x="480" y="4287"/>
                </a:lnTo>
                <a:lnTo>
                  <a:pt x="483" y="4289"/>
                </a:lnTo>
                <a:lnTo>
                  <a:pt x="523" y="4307"/>
                </a:lnTo>
                <a:lnTo>
                  <a:pt x="524" y="4239"/>
                </a:lnTo>
                <a:lnTo>
                  <a:pt x="527" y="4241"/>
                </a:lnTo>
                <a:lnTo>
                  <a:pt x="532" y="4243"/>
                </a:lnTo>
                <a:lnTo>
                  <a:pt x="533" y="4176"/>
                </a:lnTo>
                <a:lnTo>
                  <a:pt x="536" y="4178"/>
                </a:lnTo>
                <a:lnTo>
                  <a:pt x="542" y="4181"/>
                </a:lnTo>
                <a:lnTo>
                  <a:pt x="543" y="4115"/>
                </a:lnTo>
                <a:lnTo>
                  <a:pt x="546" y="4116"/>
                </a:lnTo>
                <a:lnTo>
                  <a:pt x="547" y="4117"/>
                </a:lnTo>
                <a:lnTo>
                  <a:pt x="550" y="3987"/>
                </a:lnTo>
                <a:lnTo>
                  <a:pt x="552" y="3988"/>
                </a:lnTo>
                <a:lnTo>
                  <a:pt x="554" y="3989"/>
                </a:lnTo>
                <a:lnTo>
                  <a:pt x="555" y="3923"/>
                </a:lnTo>
                <a:lnTo>
                  <a:pt x="559" y="3925"/>
                </a:lnTo>
                <a:lnTo>
                  <a:pt x="570" y="3930"/>
                </a:lnTo>
                <a:lnTo>
                  <a:pt x="571" y="3866"/>
                </a:lnTo>
                <a:lnTo>
                  <a:pt x="574" y="3868"/>
                </a:lnTo>
                <a:lnTo>
                  <a:pt x="577" y="3869"/>
                </a:lnTo>
                <a:lnTo>
                  <a:pt x="582" y="3744"/>
                </a:lnTo>
                <a:lnTo>
                  <a:pt x="610" y="3757"/>
                </a:lnTo>
                <a:lnTo>
                  <a:pt x="611" y="3695"/>
                </a:lnTo>
                <a:lnTo>
                  <a:pt x="614" y="3697"/>
                </a:lnTo>
                <a:lnTo>
                  <a:pt x="631" y="3704"/>
                </a:lnTo>
                <a:lnTo>
                  <a:pt x="632" y="3584"/>
                </a:lnTo>
                <a:lnTo>
                  <a:pt x="636" y="3586"/>
                </a:lnTo>
                <a:lnTo>
                  <a:pt x="640" y="3588"/>
                </a:lnTo>
                <a:lnTo>
                  <a:pt x="641" y="3528"/>
                </a:lnTo>
                <a:lnTo>
                  <a:pt x="644" y="3530"/>
                </a:lnTo>
                <a:lnTo>
                  <a:pt x="646" y="3531"/>
                </a:lnTo>
                <a:lnTo>
                  <a:pt x="647" y="3472"/>
                </a:lnTo>
                <a:lnTo>
                  <a:pt x="650" y="3473"/>
                </a:lnTo>
                <a:lnTo>
                  <a:pt x="661" y="3478"/>
                </a:lnTo>
                <a:lnTo>
                  <a:pt x="662" y="3420"/>
                </a:lnTo>
                <a:lnTo>
                  <a:pt x="666" y="3422"/>
                </a:lnTo>
                <a:lnTo>
                  <a:pt x="683" y="3429"/>
                </a:lnTo>
                <a:lnTo>
                  <a:pt x="683" y="3372"/>
                </a:lnTo>
                <a:lnTo>
                  <a:pt x="687" y="3373"/>
                </a:lnTo>
                <a:lnTo>
                  <a:pt x="688" y="3374"/>
                </a:lnTo>
                <a:lnTo>
                  <a:pt x="688" y="3316"/>
                </a:lnTo>
                <a:lnTo>
                  <a:pt x="692" y="3318"/>
                </a:lnTo>
                <a:lnTo>
                  <a:pt x="701" y="3322"/>
                </a:lnTo>
                <a:lnTo>
                  <a:pt x="702" y="3266"/>
                </a:lnTo>
                <a:lnTo>
                  <a:pt x="705" y="3267"/>
                </a:lnTo>
                <a:lnTo>
                  <a:pt x="723" y="3275"/>
                </a:lnTo>
                <a:lnTo>
                  <a:pt x="723" y="3220"/>
                </a:lnTo>
                <a:lnTo>
                  <a:pt x="727" y="3221"/>
                </a:lnTo>
                <a:lnTo>
                  <a:pt x="742" y="3228"/>
                </a:lnTo>
                <a:lnTo>
                  <a:pt x="743" y="3174"/>
                </a:lnTo>
                <a:lnTo>
                  <a:pt x="747" y="3175"/>
                </a:lnTo>
                <a:lnTo>
                  <a:pt x="749" y="3176"/>
                </a:lnTo>
                <a:lnTo>
                  <a:pt x="751" y="3067"/>
                </a:lnTo>
                <a:lnTo>
                  <a:pt x="754" y="3069"/>
                </a:lnTo>
                <a:lnTo>
                  <a:pt x="765" y="3074"/>
                </a:lnTo>
                <a:lnTo>
                  <a:pt x="765" y="3020"/>
                </a:lnTo>
                <a:lnTo>
                  <a:pt x="769" y="3022"/>
                </a:lnTo>
                <a:lnTo>
                  <a:pt x="781" y="3027"/>
                </a:lnTo>
                <a:lnTo>
                  <a:pt x="781" y="2974"/>
                </a:lnTo>
                <a:lnTo>
                  <a:pt x="785" y="2975"/>
                </a:lnTo>
                <a:lnTo>
                  <a:pt x="815" y="2989"/>
                </a:lnTo>
                <a:lnTo>
                  <a:pt x="815" y="2937"/>
                </a:lnTo>
                <a:lnTo>
                  <a:pt x="819" y="2939"/>
                </a:lnTo>
                <a:lnTo>
                  <a:pt x="821" y="2940"/>
                </a:lnTo>
                <a:lnTo>
                  <a:pt x="822" y="2889"/>
                </a:lnTo>
                <a:lnTo>
                  <a:pt x="825" y="2890"/>
                </a:lnTo>
                <a:lnTo>
                  <a:pt x="835" y="2895"/>
                </a:lnTo>
                <a:lnTo>
                  <a:pt x="836" y="2844"/>
                </a:lnTo>
                <a:lnTo>
                  <a:pt x="839" y="2846"/>
                </a:lnTo>
                <a:lnTo>
                  <a:pt x="854" y="2852"/>
                </a:lnTo>
                <a:lnTo>
                  <a:pt x="855" y="2803"/>
                </a:lnTo>
                <a:lnTo>
                  <a:pt x="858" y="2804"/>
                </a:lnTo>
                <a:lnTo>
                  <a:pt x="861" y="2805"/>
                </a:lnTo>
                <a:lnTo>
                  <a:pt x="861" y="2756"/>
                </a:lnTo>
                <a:lnTo>
                  <a:pt x="865" y="2757"/>
                </a:lnTo>
                <a:lnTo>
                  <a:pt x="882" y="2765"/>
                </a:lnTo>
                <a:lnTo>
                  <a:pt x="883" y="2716"/>
                </a:lnTo>
                <a:lnTo>
                  <a:pt x="886" y="2718"/>
                </a:lnTo>
                <a:lnTo>
                  <a:pt x="895" y="2722"/>
                </a:lnTo>
                <a:lnTo>
                  <a:pt x="895" y="2673"/>
                </a:lnTo>
                <a:lnTo>
                  <a:pt x="899" y="2675"/>
                </a:lnTo>
                <a:lnTo>
                  <a:pt x="906" y="2679"/>
                </a:lnTo>
                <a:lnTo>
                  <a:pt x="908" y="2583"/>
                </a:lnTo>
                <a:lnTo>
                  <a:pt x="911" y="2584"/>
                </a:lnTo>
                <a:lnTo>
                  <a:pt x="920" y="2588"/>
                </a:lnTo>
                <a:lnTo>
                  <a:pt x="921" y="2541"/>
                </a:lnTo>
                <a:lnTo>
                  <a:pt x="924" y="2543"/>
                </a:lnTo>
                <a:lnTo>
                  <a:pt x="929" y="2545"/>
                </a:lnTo>
                <a:lnTo>
                  <a:pt x="930" y="2498"/>
                </a:lnTo>
                <a:lnTo>
                  <a:pt x="933" y="2500"/>
                </a:lnTo>
                <a:lnTo>
                  <a:pt x="940" y="2502"/>
                </a:lnTo>
                <a:lnTo>
                  <a:pt x="941" y="2456"/>
                </a:lnTo>
                <a:lnTo>
                  <a:pt x="944" y="2457"/>
                </a:lnTo>
                <a:lnTo>
                  <a:pt x="952" y="2461"/>
                </a:lnTo>
                <a:lnTo>
                  <a:pt x="956" y="2369"/>
                </a:lnTo>
                <a:lnTo>
                  <a:pt x="959" y="2370"/>
                </a:lnTo>
                <a:lnTo>
                  <a:pt x="959" y="2324"/>
                </a:lnTo>
                <a:lnTo>
                  <a:pt x="963" y="2325"/>
                </a:lnTo>
                <a:lnTo>
                  <a:pt x="978" y="2332"/>
                </a:lnTo>
                <a:lnTo>
                  <a:pt x="981" y="2196"/>
                </a:lnTo>
                <a:lnTo>
                  <a:pt x="983" y="2197"/>
                </a:lnTo>
                <a:lnTo>
                  <a:pt x="986" y="2198"/>
                </a:lnTo>
                <a:lnTo>
                  <a:pt x="991" y="2064"/>
                </a:lnTo>
                <a:lnTo>
                  <a:pt x="1022" y="2078"/>
                </a:lnTo>
                <a:lnTo>
                  <a:pt x="1022" y="2033"/>
                </a:lnTo>
                <a:lnTo>
                  <a:pt x="1026" y="2035"/>
                </a:lnTo>
                <a:lnTo>
                  <a:pt x="1033" y="2038"/>
                </a:lnTo>
                <a:lnTo>
                  <a:pt x="1038" y="1907"/>
                </a:lnTo>
                <a:lnTo>
                  <a:pt x="1038" y="1908"/>
                </a:lnTo>
                <a:lnTo>
                  <a:pt x="1053" y="1914"/>
                </a:lnTo>
                <a:lnTo>
                  <a:pt x="1057" y="1829"/>
                </a:lnTo>
                <a:lnTo>
                  <a:pt x="1065" y="1833"/>
                </a:lnTo>
                <a:lnTo>
                  <a:pt x="1066" y="1790"/>
                </a:lnTo>
                <a:lnTo>
                  <a:pt x="1069" y="1791"/>
                </a:lnTo>
                <a:lnTo>
                  <a:pt x="1070" y="1791"/>
                </a:lnTo>
                <a:lnTo>
                  <a:pt x="1070" y="1748"/>
                </a:lnTo>
                <a:lnTo>
                  <a:pt x="1074" y="1749"/>
                </a:lnTo>
                <a:lnTo>
                  <a:pt x="1075" y="1749"/>
                </a:lnTo>
                <a:lnTo>
                  <a:pt x="1075" y="1707"/>
                </a:lnTo>
                <a:lnTo>
                  <a:pt x="1079" y="1708"/>
                </a:lnTo>
                <a:lnTo>
                  <a:pt x="1085" y="1711"/>
                </a:lnTo>
                <a:lnTo>
                  <a:pt x="1085" y="1669"/>
                </a:lnTo>
                <a:lnTo>
                  <a:pt x="1089" y="1670"/>
                </a:lnTo>
                <a:lnTo>
                  <a:pt x="1103" y="1677"/>
                </a:lnTo>
                <a:lnTo>
                  <a:pt x="1103" y="1635"/>
                </a:lnTo>
                <a:lnTo>
                  <a:pt x="1107" y="1637"/>
                </a:lnTo>
                <a:lnTo>
                  <a:pt x="1134" y="1649"/>
                </a:lnTo>
                <a:lnTo>
                  <a:pt x="1135" y="1608"/>
                </a:lnTo>
                <a:lnTo>
                  <a:pt x="1139" y="1610"/>
                </a:lnTo>
                <a:lnTo>
                  <a:pt x="1142" y="1611"/>
                </a:lnTo>
                <a:lnTo>
                  <a:pt x="1142" y="1570"/>
                </a:lnTo>
                <a:lnTo>
                  <a:pt x="1146" y="1572"/>
                </a:lnTo>
                <a:lnTo>
                  <a:pt x="1189" y="1591"/>
                </a:lnTo>
                <a:lnTo>
                  <a:pt x="1189" y="1552"/>
                </a:lnTo>
                <a:lnTo>
                  <a:pt x="1193" y="1553"/>
                </a:lnTo>
                <a:lnTo>
                  <a:pt x="1205" y="1559"/>
                </a:lnTo>
                <a:lnTo>
                  <a:pt x="1206" y="1481"/>
                </a:lnTo>
                <a:lnTo>
                  <a:pt x="1210" y="1482"/>
                </a:lnTo>
                <a:lnTo>
                  <a:pt x="1216" y="1485"/>
                </a:lnTo>
                <a:lnTo>
                  <a:pt x="1220" y="1409"/>
                </a:lnTo>
                <a:lnTo>
                  <a:pt x="1221" y="1409"/>
                </a:lnTo>
                <a:lnTo>
                  <a:pt x="1235" y="1416"/>
                </a:lnTo>
                <a:lnTo>
                  <a:pt x="1236" y="1377"/>
                </a:lnTo>
                <a:lnTo>
                  <a:pt x="1239" y="1379"/>
                </a:lnTo>
                <a:lnTo>
                  <a:pt x="1250" y="1384"/>
                </a:lnTo>
                <a:lnTo>
                  <a:pt x="1255" y="1272"/>
                </a:lnTo>
                <a:lnTo>
                  <a:pt x="1256" y="1272"/>
                </a:lnTo>
                <a:lnTo>
                  <a:pt x="1257" y="1273"/>
                </a:lnTo>
                <a:lnTo>
                  <a:pt x="1257" y="1235"/>
                </a:lnTo>
                <a:lnTo>
                  <a:pt x="1261" y="1237"/>
                </a:lnTo>
                <a:lnTo>
                  <a:pt x="1270" y="1241"/>
                </a:lnTo>
                <a:lnTo>
                  <a:pt x="1273" y="1167"/>
                </a:lnTo>
                <a:lnTo>
                  <a:pt x="1274" y="1168"/>
                </a:lnTo>
                <a:lnTo>
                  <a:pt x="1296" y="1177"/>
                </a:lnTo>
                <a:lnTo>
                  <a:pt x="1297" y="1141"/>
                </a:lnTo>
                <a:lnTo>
                  <a:pt x="1300" y="1142"/>
                </a:lnTo>
                <a:lnTo>
                  <a:pt x="1314" y="1149"/>
                </a:lnTo>
                <a:lnTo>
                  <a:pt x="1315" y="1113"/>
                </a:lnTo>
                <a:lnTo>
                  <a:pt x="1318" y="1114"/>
                </a:lnTo>
                <a:lnTo>
                  <a:pt x="1358" y="1132"/>
                </a:lnTo>
                <a:lnTo>
                  <a:pt x="1358" y="1097"/>
                </a:lnTo>
                <a:lnTo>
                  <a:pt x="1362" y="1098"/>
                </a:lnTo>
                <a:lnTo>
                  <a:pt x="1387" y="1110"/>
                </a:lnTo>
                <a:lnTo>
                  <a:pt x="1392" y="1007"/>
                </a:lnTo>
                <a:lnTo>
                  <a:pt x="1395" y="1009"/>
                </a:lnTo>
                <a:lnTo>
                  <a:pt x="1397" y="940"/>
                </a:lnTo>
                <a:lnTo>
                  <a:pt x="1400" y="941"/>
                </a:lnTo>
                <a:lnTo>
                  <a:pt x="1429" y="955"/>
                </a:lnTo>
                <a:lnTo>
                  <a:pt x="1431" y="887"/>
                </a:lnTo>
                <a:lnTo>
                  <a:pt x="1434" y="889"/>
                </a:lnTo>
                <a:lnTo>
                  <a:pt x="1436" y="890"/>
                </a:lnTo>
                <a:lnTo>
                  <a:pt x="1437" y="856"/>
                </a:lnTo>
                <a:lnTo>
                  <a:pt x="1440" y="858"/>
                </a:lnTo>
                <a:lnTo>
                  <a:pt x="1493" y="882"/>
                </a:lnTo>
                <a:lnTo>
                  <a:pt x="1494" y="849"/>
                </a:lnTo>
                <a:lnTo>
                  <a:pt x="1497" y="850"/>
                </a:lnTo>
                <a:lnTo>
                  <a:pt x="1557" y="878"/>
                </a:lnTo>
                <a:lnTo>
                  <a:pt x="1558" y="846"/>
                </a:lnTo>
                <a:lnTo>
                  <a:pt x="1561" y="847"/>
                </a:lnTo>
                <a:lnTo>
                  <a:pt x="1585" y="858"/>
                </a:lnTo>
                <a:lnTo>
                  <a:pt x="1586" y="796"/>
                </a:lnTo>
                <a:lnTo>
                  <a:pt x="1590" y="797"/>
                </a:lnTo>
                <a:lnTo>
                  <a:pt x="1591" y="798"/>
                </a:lnTo>
                <a:lnTo>
                  <a:pt x="1591" y="766"/>
                </a:lnTo>
                <a:lnTo>
                  <a:pt x="1595" y="768"/>
                </a:lnTo>
                <a:lnTo>
                  <a:pt x="1620" y="780"/>
                </a:lnTo>
                <a:lnTo>
                  <a:pt x="1621" y="749"/>
                </a:lnTo>
                <a:lnTo>
                  <a:pt x="1625" y="751"/>
                </a:lnTo>
                <a:lnTo>
                  <a:pt x="1627" y="752"/>
                </a:lnTo>
                <a:lnTo>
                  <a:pt x="1628" y="690"/>
                </a:lnTo>
                <a:lnTo>
                  <a:pt x="1632" y="692"/>
                </a:lnTo>
                <a:lnTo>
                  <a:pt x="1636" y="694"/>
                </a:lnTo>
                <a:lnTo>
                  <a:pt x="1636" y="663"/>
                </a:lnTo>
                <a:lnTo>
                  <a:pt x="1640" y="665"/>
                </a:lnTo>
                <a:lnTo>
                  <a:pt x="1649" y="669"/>
                </a:lnTo>
                <a:lnTo>
                  <a:pt x="1649" y="639"/>
                </a:lnTo>
                <a:lnTo>
                  <a:pt x="1653" y="640"/>
                </a:lnTo>
                <a:lnTo>
                  <a:pt x="1662" y="644"/>
                </a:lnTo>
                <a:lnTo>
                  <a:pt x="1665" y="585"/>
                </a:lnTo>
                <a:lnTo>
                  <a:pt x="1666" y="586"/>
                </a:lnTo>
                <a:lnTo>
                  <a:pt x="1680" y="592"/>
                </a:lnTo>
                <a:lnTo>
                  <a:pt x="1680" y="562"/>
                </a:lnTo>
                <a:lnTo>
                  <a:pt x="1684" y="564"/>
                </a:lnTo>
                <a:lnTo>
                  <a:pt x="1706" y="574"/>
                </a:lnTo>
                <a:lnTo>
                  <a:pt x="1706" y="544"/>
                </a:lnTo>
                <a:lnTo>
                  <a:pt x="1710" y="546"/>
                </a:lnTo>
                <a:lnTo>
                  <a:pt x="1716" y="549"/>
                </a:lnTo>
                <a:lnTo>
                  <a:pt x="1717" y="519"/>
                </a:lnTo>
                <a:lnTo>
                  <a:pt x="1720" y="521"/>
                </a:lnTo>
                <a:lnTo>
                  <a:pt x="1723" y="522"/>
                </a:lnTo>
                <a:lnTo>
                  <a:pt x="1723" y="493"/>
                </a:lnTo>
                <a:lnTo>
                  <a:pt x="1727" y="494"/>
                </a:lnTo>
                <a:lnTo>
                  <a:pt x="1780" y="519"/>
                </a:lnTo>
                <a:lnTo>
                  <a:pt x="1781" y="490"/>
                </a:lnTo>
                <a:lnTo>
                  <a:pt x="1784" y="492"/>
                </a:lnTo>
                <a:lnTo>
                  <a:pt x="1802" y="500"/>
                </a:lnTo>
                <a:lnTo>
                  <a:pt x="1803" y="471"/>
                </a:lnTo>
                <a:lnTo>
                  <a:pt x="1806" y="473"/>
                </a:lnTo>
                <a:lnTo>
                  <a:pt x="1810" y="475"/>
                </a:lnTo>
                <a:lnTo>
                  <a:pt x="1814" y="420"/>
                </a:lnTo>
                <a:lnTo>
                  <a:pt x="1841" y="432"/>
                </a:lnTo>
                <a:lnTo>
                  <a:pt x="1842" y="405"/>
                </a:lnTo>
                <a:lnTo>
                  <a:pt x="1846" y="406"/>
                </a:lnTo>
                <a:lnTo>
                  <a:pt x="1860" y="413"/>
                </a:lnTo>
                <a:lnTo>
                  <a:pt x="1861" y="386"/>
                </a:lnTo>
                <a:lnTo>
                  <a:pt x="1864" y="387"/>
                </a:lnTo>
                <a:lnTo>
                  <a:pt x="1878" y="393"/>
                </a:lnTo>
                <a:lnTo>
                  <a:pt x="1878" y="366"/>
                </a:lnTo>
                <a:lnTo>
                  <a:pt x="1882" y="368"/>
                </a:lnTo>
                <a:lnTo>
                  <a:pt x="1899" y="375"/>
                </a:lnTo>
                <a:lnTo>
                  <a:pt x="1900" y="349"/>
                </a:lnTo>
                <a:lnTo>
                  <a:pt x="1903" y="350"/>
                </a:lnTo>
                <a:lnTo>
                  <a:pt x="1921" y="358"/>
                </a:lnTo>
                <a:lnTo>
                  <a:pt x="1921" y="332"/>
                </a:lnTo>
                <a:lnTo>
                  <a:pt x="1925" y="333"/>
                </a:lnTo>
                <a:lnTo>
                  <a:pt x="1984" y="360"/>
                </a:lnTo>
                <a:lnTo>
                  <a:pt x="1985" y="335"/>
                </a:lnTo>
                <a:lnTo>
                  <a:pt x="1988" y="336"/>
                </a:lnTo>
                <a:lnTo>
                  <a:pt x="2116" y="394"/>
                </a:lnTo>
                <a:lnTo>
                  <a:pt x="2117" y="370"/>
                </a:lnTo>
                <a:lnTo>
                  <a:pt x="2120" y="371"/>
                </a:lnTo>
                <a:lnTo>
                  <a:pt x="2130" y="376"/>
                </a:lnTo>
                <a:lnTo>
                  <a:pt x="2131" y="352"/>
                </a:lnTo>
                <a:lnTo>
                  <a:pt x="2134" y="353"/>
                </a:lnTo>
                <a:lnTo>
                  <a:pt x="2149" y="360"/>
                </a:lnTo>
                <a:lnTo>
                  <a:pt x="2150" y="312"/>
                </a:lnTo>
                <a:lnTo>
                  <a:pt x="2154" y="314"/>
                </a:lnTo>
                <a:lnTo>
                  <a:pt x="2214" y="341"/>
                </a:lnTo>
                <a:lnTo>
                  <a:pt x="2215" y="318"/>
                </a:lnTo>
                <a:lnTo>
                  <a:pt x="2218" y="319"/>
                </a:lnTo>
                <a:lnTo>
                  <a:pt x="2225" y="323"/>
                </a:lnTo>
                <a:lnTo>
                  <a:pt x="2226" y="299"/>
                </a:lnTo>
                <a:lnTo>
                  <a:pt x="2229" y="301"/>
                </a:lnTo>
                <a:lnTo>
                  <a:pt x="2233" y="303"/>
                </a:lnTo>
                <a:lnTo>
                  <a:pt x="2234" y="280"/>
                </a:lnTo>
                <a:lnTo>
                  <a:pt x="2238" y="282"/>
                </a:lnTo>
                <a:lnTo>
                  <a:pt x="2242" y="283"/>
                </a:lnTo>
                <a:lnTo>
                  <a:pt x="2242" y="260"/>
                </a:lnTo>
                <a:lnTo>
                  <a:pt x="2246" y="262"/>
                </a:lnTo>
                <a:lnTo>
                  <a:pt x="2268" y="272"/>
                </a:lnTo>
                <a:lnTo>
                  <a:pt x="2268" y="249"/>
                </a:lnTo>
                <a:lnTo>
                  <a:pt x="2272" y="251"/>
                </a:lnTo>
                <a:lnTo>
                  <a:pt x="2289" y="259"/>
                </a:lnTo>
                <a:lnTo>
                  <a:pt x="2290" y="236"/>
                </a:lnTo>
                <a:lnTo>
                  <a:pt x="2293" y="238"/>
                </a:lnTo>
                <a:lnTo>
                  <a:pt x="2302" y="242"/>
                </a:lnTo>
                <a:lnTo>
                  <a:pt x="2302" y="219"/>
                </a:lnTo>
                <a:lnTo>
                  <a:pt x="2306" y="221"/>
                </a:lnTo>
                <a:lnTo>
                  <a:pt x="2326" y="230"/>
                </a:lnTo>
                <a:lnTo>
                  <a:pt x="2327" y="208"/>
                </a:lnTo>
                <a:lnTo>
                  <a:pt x="2330" y="210"/>
                </a:lnTo>
                <a:lnTo>
                  <a:pt x="2347" y="217"/>
                </a:lnTo>
                <a:lnTo>
                  <a:pt x="2348" y="195"/>
                </a:lnTo>
                <a:lnTo>
                  <a:pt x="2352" y="197"/>
                </a:lnTo>
                <a:lnTo>
                  <a:pt x="2415" y="226"/>
                </a:lnTo>
                <a:lnTo>
                  <a:pt x="2416" y="204"/>
                </a:lnTo>
                <a:lnTo>
                  <a:pt x="2419" y="206"/>
                </a:lnTo>
                <a:lnTo>
                  <a:pt x="2431" y="211"/>
                </a:lnTo>
                <a:lnTo>
                  <a:pt x="2432" y="190"/>
                </a:lnTo>
                <a:lnTo>
                  <a:pt x="2435" y="191"/>
                </a:lnTo>
                <a:lnTo>
                  <a:pt x="2479" y="211"/>
                </a:lnTo>
                <a:lnTo>
                  <a:pt x="2480" y="190"/>
                </a:lnTo>
                <a:lnTo>
                  <a:pt x="2483" y="192"/>
                </a:lnTo>
                <a:lnTo>
                  <a:pt x="2498" y="199"/>
                </a:lnTo>
                <a:lnTo>
                  <a:pt x="2499" y="178"/>
                </a:lnTo>
                <a:lnTo>
                  <a:pt x="2502" y="180"/>
                </a:lnTo>
                <a:lnTo>
                  <a:pt x="2539" y="196"/>
                </a:lnTo>
                <a:lnTo>
                  <a:pt x="2544" y="158"/>
                </a:lnTo>
                <a:lnTo>
                  <a:pt x="2548" y="159"/>
                </a:lnTo>
                <a:lnTo>
                  <a:pt x="2548" y="139"/>
                </a:lnTo>
                <a:lnTo>
                  <a:pt x="2552" y="141"/>
                </a:lnTo>
                <a:lnTo>
                  <a:pt x="2595" y="160"/>
                </a:lnTo>
                <a:lnTo>
                  <a:pt x="2595" y="140"/>
                </a:lnTo>
                <a:lnTo>
                  <a:pt x="2599" y="142"/>
                </a:lnTo>
                <a:lnTo>
                  <a:pt x="2611" y="148"/>
                </a:lnTo>
                <a:lnTo>
                  <a:pt x="2612" y="128"/>
                </a:lnTo>
                <a:lnTo>
                  <a:pt x="2615" y="130"/>
                </a:lnTo>
                <a:lnTo>
                  <a:pt x="2631" y="136"/>
                </a:lnTo>
                <a:lnTo>
                  <a:pt x="2631" y="117"/>
                </a:lnTo>
                <a:lnTo>
                  <a:pt x="2635" y="118"/>
                </a:lnTo>
                <a:lnTo>
                  <a:pt x="2666" y="133"/>
                </a:lnTo>
                <a:lnTo>
                  <a:pt x="2667" y="113"/>
                </a:lnTo>
                <a:lnTo>
                  <a:pt x="2670" y="115"/>
                </a:lnTo>
                <a:lnTo>
                  <a:pt x="2682" y="120"/>
                </a:lnTo>
                <a:lnTo>
                  <a:pt x="2682" y="101"/>
                </a:lnTo>
                <a:lnTo>
                  <a:pt x="2686" y="103"/>
                </a:lnTo>
                <a:lnTo>
                  <a:pt x="2711" y="114"/>
                </a:lnTo>
                <a:lnTo>
                  <a:pt x="2715" y="78"/>
                </a:lnTo>
                <a:lnTo>
                  <a:pt x="2720" y="80"/>
                </a:lnTo>
                <a:lnTo>
                  <a:pt x="2721" y="61"/>
                </a:lnTo>
                <a:lnTo>
                  <a:pt x="2724" y="63"/>
                </a:lnTo>
                <a:lnTo>
                  <a:pt x="2725" y="63"/>
                </a:lnTo>
                <a:lnTo>
                  <a:pt x="2726" y="45"/>
                </a:lnTo>
                <a:lnTo>
                  <a:pt x="2729" y="46"/>
                </a:lnTo>
                <a:lnTo>
                  <a:pt x="2755" y="58"/>
                </a:lnTo>
                <a:lnTo>
                  <a:pt x="2756" y="39"/>
                </a:lnTo>
                <a:lnTo>
                  <a:pt x="2759" y="41"/>
                </a:lnTo>
                <a:lnTo>
                  <a:pt x="2771" y="46"/>
                </a:lnTo>
                <a:lnTo>
                  <a:pt x="2771" y="27"/>
                </a:lnTo>
                <a:lnTo>
                  <a:pt x="2775" y="29"/>
                </a:lnTo>
                <a:lnTo>
                  <a:pt x="2797" y="39"/>
                </a:lnTo>
                <a:lnTo>
                  <a:pt x="2798" y="21"/>
                </a:lnTo>
                <a:lnTo>
                  <a:pt x="2801" y="23"/>
                </a:lnTo>
                <a:lnTo>
                  <a:pt x="2818" y="30"/>
                </a:lnTo>
                <a:lnTo>
                  <a:pt x="2818" y="12"/>
                </a:lnTo>
                <a:lnTo>
                  <a:pt x="2822" y="13"/>
                </a:lnTo>
                <a:lnTo>
                  <a:pt x="2853" y="28"/>
                </a:lnTo>
                <a:lnTo>
                  <a:pt x="2853" y="10"/>
                </a:lnTo>
                <a:lnTo>
                  <a:pt x="2857" y="11"/>
                </a:lnTo>
                <a:lnTo>
                  <a:pt x="2877" y="20"/>
                </a:lnTo>
                <a:lnTo>
                  <a:pt x="2878" y="3"/>
                </a:lnTo>
                <a:lnTo>
                  <a:pt x="2881" y="4"/>
                </a:lnTo>
                <a:lnTo>
                  <a:pt x="2910" y="17"/>
                </a:lnTo>
                <a:lnTo>
                  <a:pt x="2911" y="0"/>
                </a:lnTo>
                <a:lnTo>
                  <a:pt x="2915" y="2"/>
                </a:lnTo>
                <a:lnTo>
                  <a:pt x="2950" y="18"/>
                </a:lnTo>
                <a:lnTo>
                  <a:pt x="2950" y="1"/>
                </a:lnTo>
                <a:lnTo>
                  <a:pt x="2954" y="2"/>
                </a:lnTo>
                <a:lnTo>
                  <a:pt x="3047" y="44"/>
                </a:lnTo>
                <a:lnTo>
                  <a:pt x="3047" y="28"/>
                </a:lnTo>
                <a:lnTo>
                  <a:pt x="3051" y="30"/>
                </a:lnTo>
                <a:lnTo>
                  <a:pt x="3052" y="30"/>
                </a:lnTo>
                <a:lnTo>
                  <a:pt x="3052" y="14"/>
                </a:lnTo>
                <a:lnTo>
                  <a:pt x="3056" y="15"/>
                </a:lnTo>
                <a:lnTo>
                  <a:pt x="3154" y="60"/>
                </a:lnTo>
                <a:lnTo>
                  <a:pt x="3155" y="45"/>
                </a:lnTo>
                <a:lnTo>
                  <a:pt x="3158" y="46"/>
                </a:lnTo>
                <a:lnTo>
                  <a:pt x="3189" y="60"/>
                </a:lnTo>
                <a:lnTo>
                  <a:pt x="3191" y="30"/>
                </a:lnTo>
                <a:lnTo>
                  <a:pt x="3194" y="31"/>
                </a:lnTo>
                <a:lnTo>
                  <a:pt x="3382" y="116"/>
                </a:lnTo>
                <a:lnTo>
                  <a:pt x="3382" y="102"/>
                </a:lnTo>
                <a:lnTo>
                  <a:pt x="3386" y="104"/>
                </a:lnTo>
                <a:lnTo>
                  <a:pt x="3409" y="114"/>
                </a:lnTo>
                <a:lnTo>
                  <a:pt x="3409" y="100"/>
                </a:lnTo>
                <a:lnTo>
                  <a:pt x="3413" y="102"/>
                </a:lnTo>
                <a:lnTo>
                  <a:pt x="3442" y="115"/>
                </a:lnTo>
                <a:lnTo>
                  <a:pt x="3442" y="101"/>
                </a:lnTo>
                <a:lnTo>
                  <a:pt x="3446" y="103"/>
                </a:lnTo>
                <a:lnTo>
                  <a:pt x="3474" y="115"/>
                </a:lnTo>
                <a:lnTo>
                  <a:pt x="3475" y="102"/>
                </a:lnTo>
                <a:lnTo>
                  <a:pt x="3478" y="103"/>
                </a:lnTo>
                <a:lnTo>
                  <a:pt x="3533" y="128"/>
                </a:lnTo>
                <a:lnTo>
                  <a:pt x="3533" y="115"/>
                </a:lnTo>
                <a:lnTo>
                  <a:pt x="3537" y="117"/>
                </a:lnTo>
                <a:lnTo>
                  <a:pt x="3582" y="137"/>
                </a:lnTo>
                <a:lnTo>
                  <a:pt x="3582" y="124"/>
                </a:lnTo>
                <a:lnTo>
                  <a:pt x="3586" y="126"/>
                </a:lnTo>
                <a:lnTo>
                  <a:pt x="3608" y="136"/>
                </a:lnTo>
                <a:lnTo>
                  <a:pt x="3609" y="123"/>
                </a:lnTo>
                <a:lnTo>
                  <a:pt x="3612" y="125"/>
                </a:lnTo>
                <a:lnTo>
                  <a:pt x="3743" y="184"/>
                </a:lnTo>
                <a:lnTo>
                  <a:pt x="3744" y="172"/>
                </a:lnTo>
                <a:lnTo>
                  <a:pt x="3747" y="174"/>
                </a:lnTo>
                <a:lnTo>
                  <a:pt x="3749" y="174"/>
                </a:lnTo>
                <a:lnTo>
                  <a:pt x="3750" y="163"/>
                </a:lnTo>
                <a:lnTo>
                  <a:pt x="3753" y="164"/>
                </a:lnTo>
                <a:lnTo>
                  <a:pt x="3885" y="223"/>
                </a:lnTo>
                <a:lnTo>
                  <a:pt x="3885" y="212"/>
                </a:lnTo>
                <a:lnTo>
                  <a:pt x="3889" y="214"/>
                </a:lnTo>
                <a:lnTo>
                  <a:pt x="3974" y="252"/>
                </a:lnTo>
                <a:lnTo>
                  <a:pt x="3975" y="242"/>
                </a:lnTo>
                <a:lnTo>
                  <a:pt x="3978" y="243"/>
                </a:lnTo>
                <a:lnTo>
                  <a:pt x="4061" y="281"/>
                </a:lnTo>
                <a:lnTo>
                  <a:pt x="4062" y="260"/>
                </a:lnTo>
                <a:lnTo>
                  <a:pt x="4066" y="262"/>
                </a:lnTo>
                <a:lnTo>
                  <a:pt x="4077" y="267"/>
                </a:lnTo>
                <a:lnTo>
                  <a:pt x="4077" y="257"/>
                </a:lnTo>
                <a:lnTo>
                  <a:pt x="4081" y="258"/>
                </a:lnTo>
                <a:lnTo>
                  <a:pt x="4378" y="393"/>
                </a:lnTo>
                <a:lnTo>
                  <a:pt x="4379" y="384"/>
                </a:lnTo>
                <a:lnTo>
                  <a:pt x="4382" y="386"/>
                </a:lnTo>
                <a:lnTo>
                  <a:pt x="4413" y="400"/>
                </a:lnTo>
                <a:lnTo>
                  <a:pt x="4414" y="391"/>
                </a:lnTo>
                <a:lnTo>
                  <a:pt x="4417" y="393"/>
                </a:lnTo>
                <a:lnTo>
                  <a:pt x="4573" y="464"/>
                </a:lnTo>
                <a:lnTo>
                  <a:pt x="4574" y="456"/>
                </a:lnTo>
                <a:lnTo>
                  <a:pt x="4578" y="458"/>
                </a:lnTo>
                <a:lnTo>
                  <a:pt x="4634" y="483"/>
                </a:lnTo>
                <a:lnTo>
                  <a:pt x="4635" y="476"/>
                </a:lnTo>
                <a:lnTo>
                  <a:pt x="4638" y="477"/>
                </a:lnTo>
                <a:lnTo>
                  <a:pt x="4816" y="558"/>
                </a:lnTo>
                <a:lnTo>
                  <a:pt x="4816" y="551"/>
                </a:lnTo>
                <a:lnTo>
                  <a:pt x="4820" y="553"/>
                </a:lnTo>
                <a:lnTo>
                  <a:pt x="4954" y="614"/>
                </a:lnTo>
                <a:lnTo>
                  <a:pt x="4955" y="608"/>
                </a:lnTo>
                <a:lnTo>
                  <a:pt x="4958" y="609"/>
                </a:lnTo>
                <a:lnTo>
                  <a:pt x="4988" y="623"/>
                </a:lnTo>
                <a:lnTo>
                  <a:pt x="4988" y="617"/>
                </a:lnTo>
                <a:lnTo>
                  <a:pt x="4992" y="619"/>
                </a:lnTo>
                <a:lnTo>
                  <a:pt x="5024" y="633"/>
                </a:lnTo>
                <a:lnTo>
                  <a:pt x="5025" y="628"/>
                </a:lnTo>
                <a:lnTo>
                  <a:pt x="5028" y="629"/>
                </a:lnTo>
                <a:lnTo>
                  <a:pt x="5062" y="645"/>
                </a:lnTo>
                <a:lnTo>
                  <a:pt x="5063" y="639"/>
                </a:lnTo>
                <a:lnTo>
                  <a:pt x="5067" y="641"/>
                </a:lnTo>
                <a:lnTo>
                  <a:pt x="5092" y="652"/>
                </a:lnTo>
                <a:lnTo>
                  <a:pt x="5092" y="647"/>
                </a:lnTo>
                <a:lnTo>
                  <a:pt x="5096" y="648"/>
                </a:lnTo>
                <a:lnTo>
                  <a:pt x="5262" y="723"/>
                </a:lnTo>
                <a:lnTo>
                  <a:pt x="5262" y="719"/>
                </a:lnTo>
                <a:lnTo>
                  <a:pt x="5266" y="720"/>
                </a:lnTo>
                <a:lnTo>
                  <a:pt x="5578" y="857"/>
                </a:lnTo>
                <a:lnTo>
                  <a:pt x="5578" y="854"/>
                </a:lnTo>
                <a:lnTo>
                  <a:pt x="5582" y="856"/>
                </a:lnTo>
                <a:lnTo>
                  <a:pt x="5740" y="924"/>
                </a:lnTo>
                <a:lnTo>
                  <a:pt x="5741" y="922"/>
                </a:lnTo>
                <a:lnTo>
                  <a:pt x="5744" y="924"/>
                </a:lnTo>
                <a:lnTo>
                  <a:pt x="5916" y="999"/>
                </a:lnTo>
                <a:lnTo>
                  <a:pt x="5916" y="997"/>
                </a:lnTo>
                <a:lnTo>
                  <a:pt x="5920" y="999"/>
                </a:lnTo>
                <a:lnTo>
                  <a:pt x="6616" y="1309"/>
                </a:lnTo>
                <a:lnTo>
                  <a:pt x="6617" y="1308"/>
                </a:lnTo>
                <a:lnTo>
                  <a:pt x="6620" y="1310"/>
                </a:lnTo>
                <a:lnTo>
                  <a:pt x="6862" y="1417"/>
                </a:lnTo>
                <a:lnTo>
                  <a:pt x="6862" y="1414"/>
                </a:lnTo>
                <a:lnTo>
                  <a:pt x="6866" y="1416"/>
                </a:lnTo>
                <a:lnTo>
                  <a:pt x="7305" y="1612"/>
                </a:lnTo>
                <a:lnTo>
                  <a:pt x="7306" y="1607"/>
                </a:lnTo>
                <a:lnTo>
                  <a:pt x="7309" y="1609"/>
                </a:lnTo>
                <a:lnTo>
                  <a:pt x="7414" y="1656"/>
                </a:lnTo>
                <a:lnTo>
                  <a:pt x="7414" y="1651"/>
                </a:lnTo>
                <a:lnTo>
                  <a:pt x="7418" y="1653"/>
                </a:lnTo>
                <a:lnTo>
                  <a:pt x="7426" y="1656"/>
                </a:lnTo>
                <a:lnTo>
                  <a:pt x="7427" y="1651"/>
                </a:lnTo>
                <a:lnTo>
                  <a:pt x="7430" y="1653"/>
                </a:lnTo>
                <a:lnTo>
                  <a:pt x="7708" y="1779"/>
                </a:lnTo>
                <a:lnTo>
                  <a:pt x="7708" y="1773"/>
                </a:lnTo>
                <a:lnTo>
                  <a:pt x="7712" y="1775"/>
                </a:lnTo>
                <a:lnTo>
                  <a:pt x="8063" y="1933"/>
                </a:lnTo>
                <a:lnTo>
                  <a:pt x="8063" y="1925"/>
                </a:lnTo>
                <a:lnTo>
                  <a:pt x="8067" y="1927"/>
                </a:lnTo>
                <a:lnTo>
                  <a:pt x="8164" y="1971"/>
                </a:lnTo>
                <a:lnTo>
                  <a:pt x="8164" y="1962"/>
                </a:lnTo>
                <a:lnTo>
                  <a:pt x="8168" y="1964"/>
                </a:lnTo>
                <a:lnTo>
                  <a:pt x="9240" y="2449"/>
                </a:lnTo>
                <a:lnTo>
                  <a:pt x="9240" y="2434"/>
                </a:lnTo>
                <a:lnTo>
                  <a:pt x="9244" y="2436"/>
                </a:lnTo>
                <a:lnTo>
                  <a:pt x="11337" y="3382"/>
                </a:lnTo>
                <a:lnTo>
                  <a:pt x="11337" y="3346"/>
                </a:lnTo>
                <a:lnTo>
                  <a:pt x="11341" y="3348"/>
                </a:lnTo>
                <a:lnTo>
                  <a:pt x="13422" y="4289"/>
                </a:lnTo>
              </a:path>
            </a:pathLst>
          </a:custGeom>
          <a:ln cap="sq" w="32760">
            <a:solidFill>
              <a:srgbClr val="0a7d6e"/>
            </a:solidFill>
            <a:round/>
          </a:ln>
        </p:spPr>
      </p:sp>
      <p:sp>
        <p:nvSpPr>
          <p:cNvPr id="52" name=""/>
          <p:cNvSpPr/>
          <p:nvPr/>
        </p:nvSpPr>
        <p:spPr>
          <a:xfrm>
            <a:off x="1037880" y="1715760"/>
            <a:ext cx="4831560" cy="0"/>
          </a:xfrm>
          <a:prstGeom prst="line">
            <a:avLst/>
          </a:prstGeom>
          <a:ln cap="sq" w="75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" name=""/>
          <p:cNvSpPr/>
          <p:nvPr/>
        </p:nvSpPr>
        <p:spPr>
          <a:xfrm flipV="1">
            <a:off x="1037880" y="91440"/>
            <a:ext cx="0" cy="17791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/>
          <p:nvPr/>
        </p:nvSpPr>
        <p:spPr>
          <a:xfrm>
            <a:off x="1037880" y="1870560"/>
            <a:ext cx="4831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/>
          <p:nvPr/>
        </p:nvSpPr>
        <p:spPr>
          <a:xfrm>
            <a:off x="1078560" y="106560"/>
            <a:ext cx="1023840" cy="247320"/>
          </a:xfrm>
          <a:custGeom>
            <a:avLst/>
            <a:gdLst/>
            <a:ahLst/>
            <a:rect l="0" t="0" r="r" b="b"/>
            <a:pathLst>
              <a:path w="2844" h="687">
                <a:moveTo>
                  <a:pt x="155" y="687"/>
                </a:moveTo>
                <a:lnTo>
                  <a:pt x="2688" y="687"/>
                </a:lnTo>
                <a:cubicBezTo>
                  <a:pt x="2792" y="687"/>
                  <a:pt x="2844" y="635"/>
                  <a:pt x="2844" y="532"/>
                </a:cubicBezTo>
                <a:lnTo>
                  <a:pt x="2844" y="156"/>
                </a:lnTo>
                <a:cubicBezTo>
                  <a:pt x="2844" y="53"/>
                  <a:pt x="2792" y="0"/>
                  <a:pt x="2688" y="0"/>
                </a:cubicBezTo>
                <a:lnTo>
                  <a:pt x="155" y="0"/>
                </a:lnTo>
                <a:cubicBezTo>
                  <a:pt x="52" y="0"/>
                  <a:pt x="0" y="53"/>
                  <a:pt x="0" y="156"/>
                </a:cubicBezTo>
                <a:lnTo>
                  <a:pt x="0" y="532"/>
                </a:lnTo>
                <a:cubicBezTo>
                  <a:pt x="0" y="635"/>
                  <a:pt x="52" y="687"/>
                  <a:pt x="155" y="687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 w="12600">
            <a:solidFill>
              <a:srgbClr val="0a7d6e">
                <a:alpha val="92000"/>
              </a:srgbClr>
            </a:solidFill>
            <a:miter/>
          </a:ln>
        </p:spPr>
      </p:sp>
      <p:sp>
        <p:nvSpPr>
          <p:cNvPr id="56" name=""/>
          <p:cNvSpPr txBox="1"/>
          <p:nvPr/>
        </p:nvSpPr>
        <p:spPr>
          <a:xfrm rot="16200000">
            <a:off x="563040" y="906480"/>
            <a:ext cx="1789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1134720" y="137880"/>
            <a:ext cx="915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4874040" y="1513080"/>
            <a:ext cx="900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a7d6e"/>
                </a:solidFill>
                <a:latin typeface="DejaVuSans"/>
              </a:rPr>
              <a:t>NES = +2.78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2019240" y="10548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2" y="282"/>
                  <a:pt x="371" y="234"/>
                  <a:pt x="371" y="185"/>
                </a:cubicBezTo>
                <a:cubicBezTo>
                  <a:pt x="371" y="136"/>
                  <a:pt x="352" y="89"/>
                  <a:pt x="317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7" y="0"/>
                  <a:pt x="89" y="20"/>
                  <a:pt x="54" y="54"/>
                </a:cubicBezTo>
                <a:cubicBezTo>
                  <a:pt x="20" y="89"/>
                  <a:pt x="0" y="136"/>
                  <a:pt x="0" y="185"/>
                </a:cubicBezTo>
                <a:cubicBezTo>
                  <a:pt x="0" y="234"/>
                  <a:pt x="20" y="282"/>
                  <a:pt x="54" y="317"/>
                </a:cubicBezTo>
                <a:cubicBezTo>
                  <a:pt x="89" y="352"/>
                  <a:pt x="137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22680">
            <a:solidFill>
              <a:srgbClr val="ffffff"/>
            </a:solidFill>
            <a:round/>
          </a:ln>
        </p:spPr>
      </p:sp>
      <p:sp>
        <p:nvSpPr>
          <p:cNvPr id="60" name=""/>
          <p:cNvSpPr/>
          <p:nvPr/>
        </p:nvSpPr>
        <p:spPr>
          <a:xfrm>
            <a:off x="1037880" y="1961640"/>
            <a:ext cx="4831920" cy="190080"/>
          </a:xfrm>
          <a:custGeom>
            <a:avLst/>
            <a:gdLst/>
            <a:ahLst/>
            <a:rect l="0" t="0" r="r" b="b"/>
            <a:pathLst>
              <a:path w="13422" h="528">
                <a:moveTo>
                  <a:pt x="0" y="528"/>
                </a:moveTo>
                <a:lnTo>
                  <a:pt x="13422" y="528"/>
                </a:lnTo>
                <a:lnTo>
                  <a:pt x="13422" y="0"/>
                </a:lnTo>
                <a:lnTo>
                  <a:pt x="0" y="0"/>
                </a:lnTo>
                <a:lnTo>
                  <a:pt x="0" y="52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 flipV="1">
            <a:off x="1201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/>
          <p:nvPr/>
        </p:nvSpPr>
        <p:spPr>
          <a:xfrm flipV="1">
            <a:off x="1205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/>
          <p:nvPr/>
        </p:nvSpPr>
        <p:spPr>
          <a:xfrm flipV="1">
            <a:off x="1210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/>
          <p:nvPr/>
        </p:nvSpPr>
        <p:spPr>
          <a:xfrm flipV="1">
            <a:off x="1226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/>
          <p:nvPr/>
        </p:nvSpPr>
        <p:spPr>
          <a:xfrm flipV="1">
            <a:off x="1229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/>
          <p:nvPr/>
        </p:nvSpPr>
        <p:spPr>
          <a:xfrm flipV="1">
            <a:off x="1233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/>
          <p:nvPr/>
        </p:nvSpPr>
        <p:spPr>
          <a:xfrm flipV="1">
            <a:off x="1235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/>
          <p:nvPr/>
        </p:nvSpPr>
        <p:spPr>
          <a:xfrm flipV="1">
            <a:off x="1235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/>
          <p:nvPr/>
        </p:nvSpPr>
        <p:spPr>
          <a:xfrm flipV="1">
            <a:off x="1237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 flipV="1">
            <a:off x="1243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/>
          <p:nvPr/>
        </p:nvSpPr>
        <p:spPr>
          <a:xfrm flipV="1">
            <a:off x="1245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 flipV="1">
            <a:off x="1247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/>
          <p:nvPr/>
        </p:nvSpPr>
        <p:spPr>
          <a:xfrm flipV="1">
            <a:off x="1257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 flipV="1">
            <a:off x="1265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/>
          <p:nvPr/>
        </p:nvSpPr>
        <p:spPr>
          <a:xfrm flipV="1">
            <a:off x="1265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/>
          <p:nvPr/>
        </p:nvSpPr>
        <p:spPr>
          <a:xfrm flipV="1">
            <a:off x="1268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" name=""/>
          <p:cNvSpPr/>
          <p:nvPr/>
        </p:nvSpPr>
        <p:spPr>
          <a:xfrm flipV="1">
            <a:off x="1270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 flipV="1">
            <a:off x="1276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/>
          <p:nvPr/>
        </p:nvSpPr>
        <p:spPr>
          <a:xfrm flipV="1">
            <a:off x="1283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/>
          <p:nvPr/>
        </p:nvSpPr>
        <p:spPr>
          <a:xfrm flipV="1">
            <a:off x="1285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/>
          <p:nvPr/>
        </p:nvSpPr>
        <p:spPr>
          <a:xfrm flipV="1">
            <a:off x="1290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/>
          <p:nvPr/>
        </p:nvSpPr>
        <p:spPr>
          <a:xfrm flipV="1">
            <a:off x="1298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/>
          <p:nvPr/>
        </p:nvSpPr>
        <p:spPr>
          <a:xfrm flipV="1">
            <a:off x="1305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/>
          <p:nvPr/>
        </p:nvSpPr>
        <p:spPr>
          <a:xfrm flipV="1">
            <a:off x="1307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/>
          <p:nvPr/>
        </p:nvSpPr>
        <p:spPr>
          <a:xfrm flipV="1">
            <a:off x="1308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/>
          <p:nvPr/>
        </p:nvSpPr>
        <p:spPr>
          <a:xfrm flipV="1">
            <a:off x="1313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/>
          <p:nvPr/>
        </p:nvSpPr>
        <p:spPr>
          <a:xfrm flipV="1">
            <a:off x="1319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/>
          <p:nvPr/>
        </p:nvSpPr>
        <p:spPr>
          <a:xfrm flipV="1">
            <a:off x="1331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" name=""/>
          <p:cNvSpPr/>
          <p:nvPr/>
        </p:nvSpPr>
        <p:spPr>
          <a:xfrm flipV="1">
            <a:off x="1333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/>
          <p:nvPr/>
        </p:nvSpPr>
        <p:spPr>
          <a:xfrm flipV="1">
            <a:off x="1338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/>
          <p:nvPr/>
        </p:nvSpPr>
        <p:spPr>
          <a:xfrm flipV="1">
            <a:off x="1345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/>
          <p:nvPr/>
        </p:nvSpPr>
        <p:spPr>
          <a:xfrm flipV="1">
            <a:off x="1347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" name=""/>
          <p:cNvSpPr/>
          <p:nvPr/>
        </p:nvSpPr>
        <p:spPr>
          <a:xfrm flipV="1">
            <a:off x="1355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/>
          <p:nvPr/>
        </p:nvSpPr>
        <p:spPr>
          <a:xfrm flipV="1">
            <a:off x="1360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" name=""/>
          <p:cNvSpPr/>
          <p:nvPr/>
        </p:nvSpPr>
        <p:spPr>
          <a:xfrm flipV="1">
            <a:off x="1364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/>
          <p:nvPr/>
        </p:nvSpPr>
        <p:spPr>
          <a:xfrm flipV="1">
            <a:off x="1364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/>
          <p:nvPr/>
        </p:nvSpPr>
        <p:spPr>
          <a:xfrm flipV="1">
            <a:off x="1369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/>
          <p:nvPr/>
        </p:nvSpPr>
        <p:spPr>
          <a:xfrm flipV="1">
            <a:off x="1372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/>
          <p:nvPr/>
        </p:nvSpPr>
        <p:spPr>
          <a:xfrm flipV="1">
            <a:off x="1376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/>
          <p:nvPr/>
        </p:nvSpPr>
        <p:spPr>
          <a:xfrm flipV="1">
            <a:off x="1380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/>
          <p:nvPr/>
        </p:nvSpPr>
        <p:spPr>
          <a:xfrm flipV="1">
            <a:off x="1382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 flipV="1">
            <a:off x="1383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/>
          <p:nvPr/>
        </p:nvSpPr>
        <p:spPr>
          <a:xfrm flipV="1">
            <a:off x="1389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/>
          <p:nvPr/>
        </p:nvSpPr>
        <p:spPr>
          <a:xfrm flipV="1">
            <a:off x="1390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/>
          <p:nvPr/>
        </p:nvSpPr>
        <p:spPr>
          <a:xfrm flipV="1">
            <a:off x="1391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/>
          <p:nvPr/>
        </p:nvSpPr>
        <p:spPr>
          <a:xfrm flipV="1">
            <a:off x="1392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" name=""/>
          <p:cNvSpPr/>
          <p:nvPr/>
        </p:nvSpPr>
        <p:spPr>
          <a:xfrm flipV="1">
            <a:off x="1394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/>
          <p:nvPr/>
        </p:nvSpPr>
        <p:spPr>
          <a:xfrm flipV="1">
            <a:off x="1394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/>
          <p:nvPr/>
        </p:nvSpPr>
        <p:spPr>
          <a:xfrm flipV="1">
            <a:off x="1405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" name=""/>
          <p:cNvSpPr/>
          <p:nvPr/>
        </p:nvSpPr>
        <p:spPr>
          <a:xfrm flipV="1">
            <a:off x="1409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/>
          <p:nvPr/>
        </p:nvSpPr>
        <p:spPr>
          <a:xfrm flipV="1">
            <a:off x="1411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/>
          <p:nvPr/>
        </p:nvSpPr>
        <p:spPr>
          <a:xfrm flipV="1">
            <a:off x="1411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" name=""/>
          <p:cNvSpPr/>
          <p:nvPr/>
        </p:nvSpPr>
        <p:spPr>
          <a:xfrm flipV="1">
            <a:off x="1416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/>
          <p:nvPr/>
        </p:nvSpPr>
        <p:spPr>
          <a:xfrm flipV="1">
            <a:off x="1418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/>
          <p:nvPr/>
        </p:nvSpPr>
        <p:spPr>
          <a:xfrm flipV="1">
            <a:off x="1421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/>
          <p:nvPr/>
        </p:nvSpPr>
        <p:spPr>
          <a:xfrm flipV="1">
            <a:off x="1423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/>
          <p:nvPr/>
        </p:nvSpPr>
        <p:spPr>
          <a:xfrm flipV="1">
            <a:off x="1424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/>
          <p:nvPr/>
        </p:nvSpPr>
        <p:spPr>
          <a:xfrm flipV="1">
            <a:off x="1428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" name=""/>
          <p:cNvSpPr/>
          <p:nvPr/>
        </p:nvSpPr>
        <p:spPr>
          <a:xfrm flipV="1">
            <a:off x="1434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 flipV="1">
            <a:off x="1446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 flipV="1">
            <a:off x="1449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/>
          <p:nvPr/>
        </p:nvSpPr>
        <p:spPr>
          <a:xfrm flipV="1">
            <a:off x="1465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/>
          <p:nvPr/>
        </p:nvSpPr>
        <p:spPr>
          <a:xfrm flipV="1">
            <a:off x="1472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 flipV="1">
            <a:off x="1472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" name=""/>
          <p:cNvSpPr/>
          <p:nvPr/>
        </p:nvSpPr>
        <p:spPr>
          <a:xfrm flipV="1">
            <a:off x="1476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 flipV="1">
            <a:off x="1477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/>
          <p:nvPr/>
        </p:nvSpPr>
        <p:spPr>
          <a:xfrm flipV="1">
            <a:off x="1482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/>
          <p:nvPr/>
        </p:nvSpPr>
        <p:spPr>
          <a:xfrm flipV="1">
            <a:off x="1488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 flipV="1">
            <a:off x="1488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 flipV="1">
            <a:off x="1489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 flipV="1">
            <a:off x="1490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 flipV="1">
            <a:off x="1495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/>
          <p:nvPr/>
        </p:nvSpPr>
        <p:spPr>
          <a:xfrm flipV="1">
            <a:off x="1496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 flipV="1">
            <a:off x="1504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/>
          <p:nvPr/>
        </p:nvSpPr>
        <p:spPr>
          <a:xfrm flipV="1">
            <a:off x="1511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 flipV="1">
            <a:off x="1526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 flipV="1">
            <a:off x="1537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 flipV="1">
            <a:off x="1538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 flipV="1">
            <a:off x="1539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 flipV="1">
            <a:off x="1540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/>
          <p:nvPr/>
        </p:nvSpPr>
        <p:spPr>
          <a:xfrm flipV="1">
            <a:off x="1540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/>
          <p:nvPr/>
        </p:nvSpPr>
        <p:spPr>
          <a:xfrm flipV="1">
            <a:off x="1552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/>
          <p:nvPr/>
        </p:nvSpPr>
        <p:spPr>
          <a:xfrm flipV="1">
            <a:off x="1553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/>
          <p:nvPr/>
        </p:nvSpPr>
        <p:spPr>
          <a:xfrm flipV="1">
            <a:off x="1555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/>
          <p:nvPr/>
        </p:nvSpPr>
        <p:spPr>
          <a:xfrm flipV="1">
            <a:off x="1575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/>
          <p:nvPr/>
        </p:nvSpPr>
        <p:spPr>
          <a:xfrm flipV="1">
            <a:off x="1598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/>
          <p:nvPr/>
        </p:nvSpPr>
        <p:spPr>
          <a:xfrm flipV="1">
            <a:off x="1608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/>
          <p:nvPr/>
        </p:nvSpPr>
        <p:spPr>
          <a:xfrm flipV="1">
            <a:off x="1608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/>
          <p:nvPr/>
        </p:nvSpPr>
        <p:spPr>
          <a:xfrm flipV="1">
            <a:off x="1610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/>
          <p:nvPr/>
        </p:nvSpPr>
        <p:spPr>
          <a:xfrm flipV="1">
            <a:off x="1621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/>
          <p:nvPr/>
        </p:nvSpPr>
        <p:spPr>
          <a:xfrm flipV="1">
            <a:off x="1623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/>
          <p:nvPr/>
        </p:nvSpPr>
        <p:spPr>
          <a:xfrm flipV="1">
            <a:off x="1623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/>
          <p:nvPr/>
        </p:nvSpPr>
        <p:spPr>
          <a:xfrm flipV="1">
            <a:off x="1626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4" name=""/>
          <p:cNvSpPr/>
          <p:nvPr/>
        </p:nvSpPr>
        <p:spPr>
          <a:xfrm flipV="1">
            <a:off x="1631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5" name=""/>
          <p:cNvSpPr/>
          <p:nvPr/>
        </p:nvSpPr>
        <p:spPr>
          <a:xfrm flipV="1">
            <a:off x="1636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/>
          <p:nvPr/>
        </p:nvSpPr>
        <p:spPr>
          <a:xfrm flipV="1">
            <a:off x="1637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7" name=""/>
          <p:cNvSpPr/>
          <p:nvPr/>
        </p:nvSpPr>
        <p:spPr>
          <a:xfrm flipV="1">
            <a:off x="1642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8" name=""/>
          <p:cNvSpPr/>
          <p:nvPr/>
        </p:nvSpPr>
        <p:spPr>
          <a:xfrm flipV="1">
            <a:off x="1652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/>
          <p:nvPr/>
        </p:nvSpPr>
        <p:spPr>
          <a:xfrm flipV="1">
            <a:off x="1656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0" name=""/>
          <p:cNvSpPr/>
          <p:nvPr/>
        </p:nvSpPr>
        <p:spPr>
          <a:xfrm flipV="1">
            <a:off x="1658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1" name=""/>
          <p:cNvSpPr/>
          <p:nvPr/>
        </p:nvSpPr>
        <p:spPr>
          <a:xfrm flipV="1">
            <a:off x="1679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/>
          <p:nvPr/>
        </p:nvSpPr>
        <p:spPr>
          <a:xfrm flipV="1">
            <a:off x="1686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3" name=""/>
          <p:cNvSpPr/>
          <p:nvPr/>
        </p:nvSpPr>
        <p:spPr>
          <a:xfrm flipV="1">
            <a:off x="1689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4" name=""/>
          <p:cNvSpPr/>
          <p:nvPr/>
        </p:nvSpPr>
        <p:spPr>
          <a:xfrm flipV="1">
            <a:off x="1690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/>
          <p:nvPr/>
        </p:nvSpPr>
        <p:spPr>
          <a:xfrm flipV="1">
            <a:off x="1701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/>
          <p:nvPr/>
        </p:nvSpPr>
        <p:spPr>
          <a:xfrm flipV="1">
            <a:off x="1707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7" name=""/>
          <p:cNvSpPr/>
          <p:nvPr/>
        </p:nvSpPr>
        <p:spPr>
          <a:xfrm flipV="1">
            <a:off x="1713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/>
          <p:nvPr/>
        </p:nvSpPr>
        <p:spPr>
          <a:xfrm flipV="1">
            <a:off x="1721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9" name=""/>
          <p:cNvSpPr/>
          <p:nvPr/>
        </p:nvSpPr>
        <p:spPr>
          <a:xfrm flipV="1">
            <a:off x="1729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0" name=""/>
          <p:cNvSpPr/>
          <p:nvPr/>
        </p:nvSpPr>
        <p:spPr>
          <a:xfrm flipV="1">
            <a:off x="1752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/>
          <p:nvPr/>
        </p:nvSpPr>
        <p:spPr>
          <a:xfrm flipV="1">
            <a:off x="1800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2" name=""/>
          <p:cNvSpPr/>
          <p:nvPr/>
        </p:nvSpPr>
        <p:spPr>
          <a:xfrm flipV="1">
            <a:off x="1805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3" name=""/>
          <p:cNvSpPr/>
          <p:nvPr/>
        </p:nvSpPr>
        <p:spPr>
          <a:xfrm flipV="1">
            <a:off x="1811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/>
          <p:nvPr/>
        </p:nvSpPr>
        <p:spPr>
          <a:xfrm flipV="1">
            <a:off x="1811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5" name=""/>
          <p:cNvSpPr/>
          <p:nvPr/>
        </p:nvSpPr>
        <p:spPr>
          <a:xfrm flipV="1">
            <a:off x="1835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6" name=""/>
          <p:cNvSpPr/>
          <p:nvPr/>
        </p:nvSpPr>
        <p:spPr>
          <a:xfrm flipV="1">
            <a:off x="1839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/>
          <p:nvPr/>
        </p:nvSpPr>
        <p:spPr>
          <a:xfrm flipV="1">
            <a:off x="1842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/>
          <p:nvPr/>
        </p:nvSpPr>
        <p:spPr>
          <a:xfrm flipV="1">
            <a:off x="1845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9" name=""/>
          <p:cNvSpPr/>
          <p:nvPr/>
        </p:nvSpPr>
        <p:spPr>
          <a:xfrm flipV="1">
            <a:off x="1854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/>
          <p:nvPr/>
        </p:nvSpPr>
        <p:spPr>
          <a:xfrm flipV="1">
            <a:off x="1862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/>
          <p:nvPr/>
        </p:nvSpPr>
        <p:spPr>
          <a:xfrm flipV="1">
            <a:off x="1866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2" name=""/>
          <p:cNvSpPr/>
          <p:nvPr/>
        </p:nvSpPr>
        <p:spPr>
          <a:xfrm flipV="1">
            <a:off x="1875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/>
          <p:nvPr/>
        </p:nvSpPr>
        <p:spPr>
          <a:xfrm flipV="1">
            <a:off x="1883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/>
          <p:nvPr/>
        </p:nvSpPr>
        <p:spPr>
          <a:xfrm flipV="1">
            <a:off x="1907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5" name=""/>
          <p:cNvSpPr/>
          <p:nvPr/>
        </p:nvSpPr>
        <p:spPr>
          <a:xfrm flipV="1">
            <a:off x="1913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/>
          <p:nvPr/>
        </p:nvSpPr>
        <p:spPr>
          <a:xfrm flipV="1">
            <a:off x="1930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7" name=""/>
          <p:cNvSpPr/>
          <p:nvPr/>
        </p:nvSpPr>
        <p:spPr>
          <a:xfrm flipV="1">
            <a:off x="1937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8" name=""/>
          <p:cNvSpPr/>
          <p:nvPr/>
        </p:nvSpPr>
        <p:spPr>
          <a:xfrm flipV="1">
            <a:off x="1952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9" name=""/>
          <p:cNvSpPr/>
          <p:nvPr/>
        </p:nvSpPr>
        <p:spPr>
          <a:xfrm flipV="1">
            <a:off x="1953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/>
          <p:nvPr/>
        </p:nvSpPr>
        <p:spPr>
          <a:xfrm flipV="1">
            <a:off x="1955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1" name=""/>
          <p:cNvSpPr/>
          <p:nvPr/>
        </p:nvSpPr>
        <p:spPr>
          <a:xfrm flipV="1">
            <a:off x="1972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/>
          <p:nvPr/>
        </p:nvSpPr>
        <p:spPr>
          <a:xfrm flipV="1">
            <a:off x="1978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3" name=""/>
          <p:cNvSpPr/>
          <p:nvPr/>
        </p:nvSpPr>
        <p:spPr>
          <a:xfrm flipV="1">
            <a:off x="1985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4" name=""/>
          <p:cNvSpPr/>
          <p:nvPr/>
        </p:nvSpPr>
        <p:spPr>
          <a:xfrm flipV="1">
            <a:off x="1998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5" name=""/>
          <p:cNvSpPr/>
          <p:nvPr/>
        </p:nvSpPr>
        <p:spPr>
          <a:xfrm flipV="1">
            <a:off x="2003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6" name=""/>
          <p:cNvSpPr/>
          <p:nvPr/>
        </p:nvSpPr>
        <p:spPr>
          <a:xfrm flipV="1">
            <a:off x="2013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7" name=""/>
          <p:cNvSpPr/>
          <p:nvPr/>
        </p:nvSpPr>
        <p:spPr>
          <a:xfrm flipV="1">
            <a:off x="2015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/>
          <p:nvPr/>
        </p:nvSpPr>
        <p:spPr>
          <a:xfrm flipV="1">
            <a:off x="2017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9" name=""/>
          <p:cNvSpPr/>
          <p:nvPr/>
        </p:nvSpPr>
        <p:spPr>
          <a:xfrm flipV="1">
            <a:off x="2019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0" name=""/>
          <p:cNvSpPr/>
          <p:nvPr/>
        </p:nvSpPr>
        <p:spPr>
          <a:xfrm flipV="1">
            <a:off x="2030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/>
          <p:nvPr/>
        </p:nvSpPr>
        <p:spPr>
          <a:xfrm flipV="1">
            <a:off x="2035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2" name=""/>
          <p:cNvSpPr/>
          <p:nvPr/>
        </p:nvSpPr>
        <p:spPr>
          <a:xfrm flipV="1">
            <a:off x="2045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3" name=""/>
          <p:cNvSpPr/>
          <p:nvPr/>
        </p:nvSpPr>
        <p:spPr>
          <a:xfrm flipV="1">
            <a:off x="2052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/>
          <p:nvPr/>
        </p:nvSpPr>
        <p:spPr>
          <a:xfrm flipV="1">
            <a:off x="2064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5" name=""/>
          <p:cNvSpPr/>
          <p:nvPr/>
        </p:nvSpPr>
        <p:spPr>
          <a:xfrm flipV="1">
            <a:off x="2073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6" name=""/>
          <p:cNvSpPr/>
          <p:nvPr/>
        </p:nvSpPr>
        <p:spPr>
          <a:xfrm flipV="1">
            <a:off x="2085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7" name=""/>
          <p:cNvSpPr/>
          <p:nvPr/>
        </p:nvSpPr>
        <p:spPr>
          <a:xfrm flipV="1">
            <a:off x="2099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8" name=""/>
          <p:cNvSpPr/>
          <p:nvPr/>
        </p:nvSpPr>
        <p:spPr>
          <a:xfrm flipV="1">
            <a:off x="2134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9" name=""/>
          <p:cNvSpPr/>
          <p:nvPr/>
        </p:nvSpPr>
        <p:spPr>
          <a:xfrm flipV="1">
            <a:off x="2136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0" name=""/>
          <p:cNvSpPr/>
          <p:nvPr/>
        </p:nvSpPr>
        <p:spPr>
          <a:xfrm flipV="1">
            <a:off x="2173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1" name=""/>
          <p:cNvSpPr/>
          <p:nvPr/>
        </p:nvSpPr>
        <p:spPr>
          <a:xfrm flipV="1">
            <a:off x="2186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2" name=""/>
          <p:cNvSpPr/>
          <p:nvPr/>
        </p:nvSpPr>
        <p:spPr>
          <a:xfrm flipV="1">
            <a:off x="2186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3" name=""/>
          <p:cNvSpPr/>
          <p:nvPr/>
        </p:nvSpPr>
        <p:spPr>
          <a:xfrm flipV="1">
            <a:off x="2255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4" name=""/>
          <p:cNvSpPr/>
          <p:nvPr/>
        </p:nvSpPr>
        <p:spPr>
          <a:xfrm flipV="1">
            <a:off x="2265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5" name=""/>
          <p:cNvSpPr/>
          <p:nvPr/>
        </p:nvSpPr>
        <p:spPr>
          <a:xfrm flipV="1">
            <a:off x="2277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6" name=""/>
          <p:cNvSpPr/>
          <p:nvPr/>
        </p:nvSpPr>
        <p:spPr>
          <a:xfrm flipV="1">
            <a:off x="2288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7" name=""/>
          <p:cNvSpPr/>
          <p:nvPr/>
        </p:nvSpPr>
        <p:spPr>
          <a:xfrm flipV="1">
            <a:off x="2309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8" name=""/>
          <p:cNvSpPr/>
          <p:nvPr/>
        </p:nvSpPr>
        <p:spPr>
          <a:xfrm flipV="1">
            <a:off x="2327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9" name=""/>
          <p:cNvSpPr/>
          <p:nvPr/>
        </p:nvSpPr>
        <p:spPr>
          <a:xfrm flipV="1">
            <a:off x="2337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0" name=""/>
          <p:cNvSpPr/>
          <p:nvPr/>
        </p:nvSpPr>
        <p:spPr>
          <a:xfrm flipV="1">
            <a:off x="2385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1" name=""/>
          <p:cNvSpPr/>
          <p:nvPr/>
        </p:nvSpPr>
        <p:spPr>
          <a:xfrm flipV="1">
            <a:off x="2387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2" name=""/>
          <p:cNvSpPr/>
          <p:nvPr/>
        </p:nvSpPr>
        <p:spPr>
          <a:xfrm flipV="1">
            <a:off x="2436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3" name=""/>
          <p:cNvSpPr/>
          <p:nvPr/>
        </p:nvSpPr>
        <p:spPr>
          <a:xfrm flipV="1">
            <a:off x="2468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4" name=""/>
          <p:cNvSpPr/>
          <p:nvPr/>
        </p:nvSpPr>
        <p:spPr>
          <a:xfrm flipV="1">
            <a:off x="2499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5" name=""/>
          <p:cNvSpPr/>
          <p:nvPr/>
        </p:nvSpPr>
        <p:spPr>
          <a:xfrm flipV="1">
            <a:off x="2499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/>
          <p:nvPr/>
        </p:nvSpPr>
        <p:spPr>
          <a:xfrm flipV="1">
            <a:off x="2505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7" name=""/>
          <p:cNvSpPr/>
          <p:nvPr/>
        </p:nvSpPr>
        <p:spPr>
          <a:xfrm flipV="1">
            <a:off x="2613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8" name=""/>
          <p:cNvSpPr/>
          <p:nvPr/>
        </p:nvSpPr>
        <p:spPr>
          <a:xfrm flipV="1">
            <a:off x="2626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9" name=""/>
          <p:cNvSpPr/>
          <p:nvPr/>
        </p:nvSpPr>
        <p:spPr>
          <a:xfrm flipV="1">
            <a:off x="2684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0" name=""/>
          <p:cNvSpPr/>
          <p:nvPr/>
        </p:nvSpPr>
        <p:spPr>
          <a:xfrm flipV="1">
            <a:off x="2706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1" name=""/>
          <p:cNvSpPr/>
          <p:nvPr/>
        </p:nvSpPr>
        <p:spPr>
          <a:xfrm flipV="1">
            <a:off x="2771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2" name=""/>
          <p:cNvSpPr/>
          <p:nvPr/>
        </p:nvSpPr>
        <p:spPr>
          <a:xfrm flipV="1">
            <a:off x="2821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3" name=""/>
          <p:cNvSpPr/>
          <p:nvPr/>
        </p:nvSpPr>
        <p:spPr>
          <a:xfrm flipV="1">
            <a:off x="2833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4" name=""/>
          <p:cNvSpPr/>
          <p:nvPr/>
        </p:nvSpPr>
        <p:spPr>
          <a:xfrm flipV="1">
            <a:off x="2846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5" name=""/>
          <p:cNvSpPr/>
          <p:nvPr/>
        </p:nvSpPr>
        <p:spPr>
          <a:xfrm flipV="1">
            <a:off x="2860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6" name=""/>
          <p:cNvSpPr/>
          <p:nvPr/>
        </p:nvSpPr>
        <p:spPr>
          <a:xfrm flipV="1">
            <a:off x="2870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7" name=""/>
          <p:cNvSpPr/>
          <p:nvPr/>
        </p:nvSpPr>
        <p:spPr>
          <a:xfrm flipV="1">
            <a:off x="2931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8" name=""/>
          <p:cNvSpPr/>
          <p:nvPr/>
        </p:nvSpPr>
        <p:spPr>
          <a:xfrm flipV="1">
            <a:off x="2986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9" name=""/>
          <p:cNvSpPr/>
          <p:nvPr/>
        </p:nvSpPr>
        <p:spPr>
          <a:xfrm flipV="1">
            <a:off x="3045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0" name=""/>
          <p:cNvSpPr/>
          <p:nvPr/>
        </p:nvSpPr>
        <p:spPr>
          <a:xfrm flipV="1">
            <a:off x="3067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1" name=""/>
          <p:cNvSpPr/>
          <p:nvPr/>
        </p:nvSpPr>
        <p:spPr>
          <a:xfrm flipV="1">
            <a:off x="3104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2" name=""/>
          <p:cNvSpPr/>
          <p:nvPr/>
        </p:nvSpPr>
        <p:spPr>
          <a:xfrm flipV="1">
            <a:off x="3115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3" name=""/>
          <p:cNvSpPr/>
          <p:nvPr/>
        </p:nvSpPr>
        <p:spPr>
          <a:xfrm flipV="1">
            <a:off x="3167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4" name=""/>
          <p:cNvSpPr/>
          <p:nvPr/>
        </p:nvSpPr>
        <p:spPr>
          <a:xfrm flipV="1">
            <a:off x="3179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5" name=""/>
          <p:cNvSpPr/>
          <p:nvPr/>
        </p:nvSpPr>
        <p:spPr>
          <a:xfrm flipV="1">
            <a:off x="3283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6" name=""/>
          <p:cNvSpPr/>
          <p:nvPr/>
        </p:nvSpPr>
        <p:spPr>
          <a:xfrm flipV="1">
            <a:off x="3313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7" name=""/>
          <p:cNvSpPr/>
          <p:nvPr/>
        </p:nvSpPr>
        <p:spPr>
          <a:xfrm flipV="1">
            <a:off x="3330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8" name=""/>
          <p:cNvSpPr/>
          <p:nvPr/>
        </p:nvSpPr>
        <p:spPr>
          <a:xfrm flipV="1">
            <a:off x="3366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9" name=""/>
          <p:cNvSpPr/>
          <p:nvPr/>
        </p:nvSpPr>
        <p:spPr>
          <a:xfrm flipV="1">
            <a:off x="3419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0" name=""/>
          <p:cNvSpPr/>
          <p:nvPr/>
        </p:nvSpPr>
        <p:spPr>
          <a:xfrm flipV="1">
            <a:off x="3432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1" name=""/>
          <p:cNvSpPr/>
          <p:nvPr/>
        </p:nvSpPr>
        <p:spPr>
          <a:xfrm flipV="1">
            <a:off x="3507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2" name=""/>
          <p:cNvSpPr/>
          <p:nvPr/>
        </p:nvSpPr>
        <p:spPr>
          <a:xfrm flipV="1">
            <a:off x="3522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3" name=""/>
          <p:cNvSpPr/>
          <p:nvPr/>
        </p:nvSpPr>
        <p:spPr>
          <a:xfrm flipV="1">
            <a:off x="3667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4" name=""/>
          <p:cNvSpPr/>
          <p:nvPr/>
        </p:nvSpPr>
        <p:spPr>
          <a:xfrm flipV="1">
            <a:off x="3706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5" name=""/>
          <p:cNvSpPr/>
          <p:nvPr/>
        </p:nvSpPr>
        <p:spPr>
          <a:xfrm flipV="1">
            <a:off x="3711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6" name=""/>
          <p:cNvSpPr/>
          <p:nvPr/>
        </p:nvSpPr>
        <p:spPr>
          <a:xfrm flipV="1">
            <a:off x="3812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7" name=""/>
          <p:cNvSpPr/>
          <p:nvPr/>
        </p:nvSpPr>
        <p:spPr>
          <a:xfrm flipV="1">
            <a:off x="3940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8" name=""/>
          <p:cNvSpPr/>
          <p:nvPr/>
        </p:nvSpPr>
        <p:spPr>
          <a:xfrm flipV="1">
            <a:off x="3976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9" name=""/>
          <p:cNvSpPr/>
          <p:nvPr/>
        </p:nvSpPr>
        <p:spPr>
          <a:xfrm flipV="1">
            <a:off x="4363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0" name=""/>
          <p:cNvSpPr/>
          <p:nvPr/>
        </p:nvSpPr>
        <p:spPr>
          <a:xfrm flipV="1">
            <a:off x="5118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1" name=""/>
          <p:cNvSpPr txBox="1"/>
          <p:nvPr/>
        </p:nvSpPr>
        <p:spPr>
          <a:xfrm>
            <a:off x="5083560" y="1655280"/>
            <a:ext cx="687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a7d6e"/>
                </a:solidFill>
                <a:latin typeface="DejaVuSans"/>
              </a:rPr>
              <a:t>p = 8e-26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2" name=""/>
          <p:cNvSpPr txBox="1"/>
          <p:nvPr/>
        </p:nvSpPr>
        <p:spPr>
          <a:xfrm>
            <a:off x="587160" y="1923840"/>
            <a:ext cx="432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Leading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63" name=""/>
          <p:cNvSpPr/>
          <p:nvPr/>
        </p:nvSpPr>
        <p:spPr>
          <a:xfrm>
            <a:off x="1037880" y="2242440"/>
            <a:ext cx="4831920" cy="949320"/>
          </a:xfrm>
          <a:custGeom>
            <a:avLst/>
            <a:gdLst/>
            <a:ahLst/>
            <a:rect l="0" t="0" r="r" b="b"/>
            <a:pathLst>
              <a:path w="13422" h="2637">
                <a:moveTo>
                  <a:pt x="0" y="2637"/>
                </a:moveTo>
                <a:lnTo>
                  <a:pt x="13422" y="2637"/>
                </a:lnTo>
                <a:lnTo>
                  <a:pt x="13422" y="0"/>
                </a:lnTo>
                <a:lnTo>
                  <a:pt x="0" y="0"/>
                </a:lnTo>
                <a:lnTo>
                  <a:pt x="0" y="263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264" name="" descr=""/>
          <p:cNvPicPr/>
          <p:nvPr/>
        </p:nvPicPr>
        <p:blipFill>
          <a:blip r:embed="rId2"/>
          <a:stretch/>
        </p:blipFill>
        <p:spPr>
          <a:xfrm>
            <a:off x="1037880" y="2240640"/>
            <a:ext cx="4833720" cy="950760"/>
          </a:xfrm>
          <a:prstGeom prst="rect">
            <a:avLst/>
          </a:prstGeom>
          <a:ln w="0">
            <a:noFill/>
          </a:ln>
        </p:spPr>
      </p:pic>
      <p:sp>
        <p:nvSpPr>
          <p:cNvPr id="265" name=""/>
          <p:cNvSpPr/>
          <p:nvPr/>
        </p:nvSpPr>
        <p:spPr>
          <a:xfrm>
            <a:off x="5895000" y="226620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266" name=""/>
          <p:cNvSpPr txBox="1"/>
          <p:nvPr/>
        </p:nvSpPr>
        <p:spPr>
          <a:xfrm>
            <a:off x="743760" y="2052000"/>
            <a:ext cx="272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edge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5895000" y="231372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268" name=""/>
          <p:cNvSpPr txBox="1"/>
          <p:nvPr/>
        </p:nvSpPr>
        <p:spPr>
          <a:xfrm>
            <a:off x="6015960" y="2199960"/>
            <a:ext cx="363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MKI67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5895000" y="236124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270" name=""/>
          <p:cNvSpPr txBox="1"/>
          <p:nvPr/>
        </p:nvSpPr>
        <p:spPr>
          <a:xfrm>
            <a:off x="6015960" y="2247480"/>
            <a:ext cx="355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ESPL1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71" name=""/>
          <p:cNvSpPr txBox="1"/>
          <p:nvPr/>
        </p:nvSpPr>
        <p:spPr>
          <a:xfrm>
            <a:off x="6015960" y="2295000"/>
            <a:ext cx="3787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CDC20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72" name=""/>
          <p:cNvSpPr txBox="1"/>
          <p:nvPr/>
        </p:nvSpPr>
        <p:spPr>
          <a:xfrm>
            <a:off x="91440" y="2584440"/>
            <a:ext cx="947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Top leading-edge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1037880" y="3282480"/>
            <a:ext cx="4831920" cy="118800"/>
          </a:xfrm>
          <a:custGeom>
            <a:avLst/>
            <a:gdLst/>
            <a:ahLst/>
            <a:rect l="0" t="0" r="r" b="b"/>
            <a:pathLst>
              <a:path w="13422" h="330">
                <a:moveTo>
                  <a:pt x="0" y="330"/>
                </a:moveTo>
                <a:lnTo>
                  <a:pt x="13422" y="330"/>
                </a:lnTo>
                <a:lnTo>
                  <a:pt x="13422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74" name=""/>
          <p:cNvSpPr txBox="1"/>
          <p:nvPr/>
        </p:nvSpPr>
        <p:spPr>
          <a:xfrm>
            <a:off x="272880" y="2712600"/>
            <a:ext cx="744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genes (n=20)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75" name=""/>
          <p:cNvSpPr/>
          <p:nvPr/>
        </p:nvSpPr>
        <p:spPr>
          <a:xfrm>
            <a:off x="103788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76" name=""/>
          <p:cNvSpPr/>
          <p:nvPr/>
        </p:nvSpPr>
        <p:spPr>
          <a:xfrm>
            <a:off x="11840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77" name=""/>
          <p:cNvSpPr/>
          <p:nvPr/>
        </p:nvSpPr>
        <p:spPr>
          <a:xfrm>
            <a:off x="13305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78" name=""/>
          <p:cNvSpPr/>
          <p:nvPr/>
        </p:nvSpPr>
        <p:spPr>
          <a:xfrm>
            <a:off x="14770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79" name=""/>
          <p:cNvSpPr/>
          <p:nvPr/>
        </p:nvSpPr>
        <p:spPr>
          <a:xfrm>
            <a:off x="162360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0" name=""/>
          <p:cNvSpPr/>
          <p:nvPr/>
        </p:nvSpPr>
        <p:spPr>
          <a:xfrm>
            <a:off x="17697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1" name=""/>
          <p:cNvSpPr/>
          <p:nvPr/>
        </p:nvSpPr>
        <p:spPr>
          <a:xfrm>
            <a:off x="19162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2" name=""/>
          <p:cNvSpPr/>
          <p:nvPr/>
        </p:nvSpPr>
        <p:spPr>
          <a:xfrm>
            <a:off x="206280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3" name=""/>
          <p:cNvSpPr/>
          <p:nvPr/>
        </p:nvSpPr>
        <p:spPr>
          <a:xfrm>
            <a:off x="22089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4" name=""/>
          <p:cNvSpPr/>
          <p:nvPr/>
        </p:nvSpPr>
        <p:spPr>
          <a:xfrm>
            <a:off x="23554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5" name=""/>
          <p:cNvSpPr/>
          <p:nvPr/>
        </p:nvSpPr>
        <p:spPr>
          <a:xfrm>
            <a:off x="25020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6" name=""/>
          <p:cNvSpPr/>
          <p:nvPr/>
        </p:nvSpPr>
        <p:spPr>
          <a:xfrm>
            <a:off x="264852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7" name=""/>
          <p:cNvSpPr/>
          <p:nvPr/>
        </p:nvSpPr>
        <p:spPr>
          <a:xfrm>
            <a:off x="27946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8" name=""/>
          <p:cNvSpPr/>
          <p:nvPr/>
        </p:nvSpPr>
        <p:spPr>
          <a:xfrm>
            <a:off x="29412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89" name=""/>
          <p:cNvSpPr/>
          <p:nvPr/>
        </p:nvSpPr>
        <p:spPr>
          <a:xfrm>
            <a:off x="308772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90" name=""/>
          <p:cNvSpPr/>
          <p:nvPr/>
        </p:nvSpPr>
        <p:spPr>
          <a:xfrm>
            <a:off x="32338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91" name=""/>
          <p:cNvSpPr/>
          <p:nvPr/>
        </p:nvSpPr>
        <p:spPr>
          <a:xfrm>
            <a:off x="33804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92" name=""/>
          <p:cNvSpPr/>
          <p:nvPr/>
        </p:nvSpPr>
        <p:spPr>
          <a:xfrm>
            <a:off x="35269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293" name=""/>
          <p:cNvSpPr/>
          <p:nvPr/>
        </p:nvSpPr>
        <p:spPr>
          <a:xfrm>
            <a:off x="367344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294" name=""/>
          <p:cNvSpPr/>
          <p:nvPr/>
        </p:nvSpPr>
        <p:spPr>
          <a:xfrm>
            <a:off x="38196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295" name=""/>
          <p:cNvSpPr/>
          <p:nvPr/>
        </p:nvSpPr>
        <p:spPr>
          <a:xfrm>
            <a:off x="39661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296" name=""/>
          <p:cNvSpPr/>
          <p:nvPr/>
        </p:nvSpPr>
        <p:spPr>
          <a:xfrm>
            <a:off x="411264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297" name=""/>
          <p:cNvSpPr/>
          <p:nvPr/>
        </p:nvSpPr>
        <p:spPr>
          <a:xfrm>
            <a:off x="42588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298" name=""/>
          <p:cNvSpPr/>
          <p:nvPr/>
        </p:nvSpPr>
        <p:spPr>
          <a:xfrm>
            <a:off x="44053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299" name=""/>
          <p:cNvSpPr/>
          <p:nvPr/>
        </p:nvSpPr>
        <p:spPr>
          <a:xfrm>
            <a:off x="45518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0" name=""/>
          <p:cNvSpPr/>
          <p:nvPr/>
        </p:nvSpPr>
        <p:spPr>
          <a:xfrm>
            <a:off x="469836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1" name=""/>
          <p:cNvSpPr/>
          <p:nvPr/>
        </p:nvSpPr>
        <p:spPr>
          <a:xfrm>
            <a:off x="48445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2" name=""/>
          <p:cNvSpPr/>
          <p:nvPr/>
        </p:nvSpPr>
        <p:spPr>
          <a:xfrm>
            <a:off x="49910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3" name=""/>
          <p:cNvSpPr/>
          <p:nvPr/>
        </p:nvSpPr>
        <p:spPr>
          <a:xfrm>
            <a:off x="513756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4" name=""/>
          <p:cNvSpPr/>
          <p:nvPr/>
        </p:nvSpPr>
        <p:spPr>
          <a:xfrm>
            <a:off x="52837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5" name=""/>
          <p:cNvSpPr/>
          <p:nvPr/>
        </p:nvSpPr>
        <p:spPr>
          <a:xfrm>
            <a:off x="54302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6" name=""/>
          <p:cNvSpPr/>
          <p:nvPr/>
        </p:nvSpPr>
        <p:spPr>
          <a:xfrm>
            <a:off x="55767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7" name=""/>
          <p:cNvSpPr/>
          <p:nvPr/>
        </p:nvSpPr>
        <p:spPr>
          <a:xfrm>
            <a:off x="572328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8" name=""/>
          <p:cNvSpPr txBox="1"/>
          <p:nvPr/>
        </p:nvSpPr>
        <p:spPr>
          <a:xfrm>
            <a:off x="2315160" y="3407400"/>
            <a:ext cx="2288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Pre-treatment samples (good ← → poor)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09" name=""/>
          <p:cNvSpPr/>
          <p:nvPr/>
        </p:nvSpPr>
        <p:spPr>
          <a:xfrm>
            <a:off x="6836040" y="91440"/>
            <a:ext cx="4831920" cy="1779480"/>
          </a:xfrm>
          <a:custGeom>
            <a:avLst/>
            <a:gdLst/>
            <a:ahLst/>
            <a:rect l="0" t="0" r="r" b="b"/>
            <a:pathLst>
              <a:path w="13422" h="4943">
                <a:moveTo>
                  <a:pt x="0" y="4943"/>
                </a:moveTo>
                <a:lnTo>
                  <a:pt x="13422" y="4943"/>
                </a:lnTo>
                <a:lnTo>
                  <a:pt x="13422" y="0"/>
                </a:lnTo>
                <a:lnTo>
                  <a:pt x="0" y="0"/>
                </a:lnTo>
                <a:lnTo>
                  <a:pt x="0" y="494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10" name=""/>
          <p:cNvSpPr/>
          <p:nvPr/>
        </p:nvSpPr>
        <p:spPr>
          <a:xfrm>
            <a:off x="6797880" y="1729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1" name=""/>
          <p:cNvSpPr/>
          <p:nvPr/>
        </p:nvSpPr>
        <p:spPr>
          <a:xfrm flipH="1">
            <a:off x="6797880" y="1729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2" name=""/>
          <p:cNvSpPr txBox="1"/>
          <p:nvPr/>
        </p:nvSpPr>
        <p:spPr>
          <a:xfrm>
            <a:off x="495360" y="3273480"/>
            <a:ext cx="52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13" name=""/>
          <p:cNvSpPr/>
          <p:nvPr/>
        </p:nvSpPr>
        <p:spPr>
          <a:xfrm>
            <a:off x="6797880" y="1236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4" name=""/>
          <p:cNvSpPr/>
          <p:nvPr/>
        </p:nvSpPr>
        <p:spPr>
          <a:xfrm flipH="1">
            <a:off x="6797880" y="1236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5" name=""/>
          <p:cNvSpPr txBox="1"/>
          <p:nvPr/>
        </p:nvSpPr>
        <p:spPr>
          <a:xfrm>
            <a:off x="6571440" y="16671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6797880" y="744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7" name=""/>
          <p:cNvSpPr/>
          <p:nvPr/>
        </p:nvSpPr>
        <p:spPr>
          <a:xfrm flipH="1">
            <a:off x="6797880" y="744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8" name=""/>
          <p:cNvSpPr txBox="1"/>
          <p:nvPr/>
        </p:nvSpPr>
        <p:spPr>
          <a:xfrm>
            <a:off x="6571440" y="11743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19" name=""/>
          <p:cNvSpPr/>
          <p:nvPr/>
        </p:nvSpPr>
        <p:spPr>
          <a:xfrm>
            <a:off x="6797880" y="251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0" name=""/>
          <p:cNvSpPr/>
          <p:nvPr/>
        </p:nvSpPr>
        <p:spPr>
          <a:xfrm flipH="1">
            <a:off x="6797880" y="251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1" name=""/>
          <p:cNvSpPr txBox="1"/>
          <p:nvPr/>
        </p:nvSpPr>
        <p:spPr>
          <a:xfrm>
            <a:off x="6571440" y="681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2" name=""/>
          <p:cNvSpPr txBox="1"/>
          <p:nvPr/>
        </p:nvSpPr>
        <p:spPr>
          <a:xfrm>
            <a:off x="6571440" y="189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3" name=""/>
          <p:cNvSpPr/>
          <p:nvPr/>
        </p:nvSpPr>
        <p:spPr>
          <a:xfrm>
            <a:off x="6836040" y="172080"/>
            <a:ext cx="4831920" cy="1617840"/>
          </a:xfrm>
          <a:custGeom>
            <a:avLst/>
            <a:gdLst/>
            <a:ahLst/>
            <a:rect l="0" t="0" r="r" b="b"/>
            <a:pathLst>
              <a:path w="13422" h="4494">
                <a:moveTo>
                  <a:pt x="0" y="4328"/>
                </a:moveTo>
                <a:lnTo>
                  <a:pt x="1" y="4328"/>
                </a:lnTo>
                <a:lnTo>
                  <a:pt x="2" y="4328"/>
                </a:lnTo>
                <a:lnTo>
                  <a:pt x="3" y="4328"/>
                </a:lnTo>
                <a:lnTo>
                  <a:pt x="4" y="4328"/>
                </a:lnTo>
                <a:lnTo>
                  <a:pt x="5" y="4328"/>
                </a:lnTo>
                <a:lnTo>
                  <a:pt x="6" y="4328"/>
                </a:lnTo>
                <a:lnTo>
                  <a:pt x="7" y="4328"/>
                </a:lnTo>
                <a:lnTo>
                  <a:pt x="8" y="4328"/>
                </a:lnTo>
                <a:lnTo>
                  <a:pt x="9" y="4328"/>
                </a:lnTo>
                <a:lnTo>
                  <a:pt x="10" y="4328"/>
                </a:lnTo>
                <a:lnTo>
                  <a:pt x="11" y="4328"/>
                </a:lnTo>
                <a:lnTo>
                  <a:pt x="12" y="4328"/>
                </a:lnTo>
                <a:lnTo>
                  <a:pt x="13" y="4328"/>
                </a:lnTo>
                <a:lnTo>
                  <a:pt x="14" y="4328"/>
                </a:lnTo>
                <a:lnTo>
                  <a:pt x="15" y="4328"/>
                </a:lnTo>
                <a:lnTo>
                  <a:pt x="16" y="4328"/>
                </a:lnTo>
                <a:lnTo>
                  <a:pt x="17" y="4328"/>
                </a:lnTo>
                <a:lnTo>
                  <a:pt x="18" y="4328"/>
                </a:lnTo>
                <a:lnTo>
                  <a:pt x="19" y="4328"/>
                </a:lnTo>
                <a:lnTo>
                  <a:pt x="20" y="4328"/>
                </a:lnTo>
                <a:lnTo>
                  <a:pt x="21" y="4328"/>
                </a:lnTo>
                <a:lnTo>
                  <a:pt x="22" y="4328"/>
                </a:lnTo>
                <a:lnTo>
                  <a:pt x="23" y="4328"/>
                </a:lnTo>
                <a:lnTo>
                  <a:pt x="24" y="4328"/>
                </a:lnTo>
                <a:lnTo>
                  <a:pt x="25" y="4328"/>
                </a:lnTo>
                <a:lnTo>
                  <a:pt x="26" y="4328"/>
                </a:lnTo>
                <a:lnTo>
                  <a:pt x="27" y="4328"/>
                </a:lnTo>
                <a:lnTo>
                  <a:pt x="28" y="4328"/>
                </a:lnTo>
                <a:lnTo>
                  <a:pt x="29" y="4328"/>
                </a:lnTo>
                <a:lnTo>
                  <a:pt x="30" y="4328"/>
                </a:lnTo>
                <a:lnTo>
                  <a:pt x="31" y="4328"/>
                </a:lnTo>
                <a:lnTo>
                  <a:pt x="32" y="4328"/>
                </a:lnTo>
                <a:lnTo>
                  <a:pt x="33" y="4328"/>
                </a:lnTo>
                <a:lnTo>
                  <a:pt x="34" y="4328"/>
                </a:lnTo>
                <a:lnTo>
                  <a:pt x="35" y="4328"/>
                </a:lnTo>
                <a:lnTo>
                  <a:pt x="36" y="4328"/>
                </a:lnTo>
                <a:lnTo>
                  <a:pt x="37" y="4328"/>
                </a:lnTo>
                <a:lnTo>
                  <a:pt x="38" y="4328"/>
                </a:lnTo>
                <a:lnTo>
                  <a:pt x="39" y="4328"/>
                </a:lnTo>
                <a:lnTo>
                  <a:pt x="40" y="4328"/>
                </a:lnTo>
                <a:lnTo>
                  <a:pt x="41" y="4328"/>
                </a:lnTo>
                <a:lnTo>
                  <a:pt x="42" y="4328"/>
                </a:lnTo>
                <a:lnTo>
                  <a:pt x="43" y="4328"/>
                </a:lnTo>
                <a:lnTo>
                  <a:pt x="44" y="4328"/>
                </a:lnTo>
                <a:lnTo>
                  <a:pt x="45" y="4328"/>
                </a:lnTo>
                <a:lnTo>
                  <a:pt x="46" y="4328"/>
                </a:lnTo>
                <a:lnTo>
                  <a:pt x="47" y="4328"/>
                </a:lnTo>
                <a:lnTo>
                  <a:pt x="48" y="4328"/>
                </a:lnTo>
                <a:lnTo>
                  <a:pt x="49" y="4328"/>
                </a:lnTo>
                <a:lnTo>
                  <a:pt x="50" y="4328"/>
                </a:lnTo>
                <a:lnTo>
                  <a:pt x="51" y="4328"/>
                </a:lnTo>
                <a:lnTo>
                  <a:pt x="52" y="4328"/>
                </a:lnTo>
                <a:lnTo>
                  <a:pt x="53" y="4328"/>
                </a:lnTo>
                <a:lnTo>
                  <a:pt x="54" y="4328"/>
                </a:lnTo>
                <a:lnTo>
                  <a:pt x="55" y="4328"/>
                </a:lnTo>
                <a:lnTo>
                  <a:pt x="56" y="4328"/>
                </a:lnTo>
                <a:lnTo>
                  <a:pt x="57" y="4328"/>
                </a:lnTo>
                <a:lnTo>
                  <a:pt x="58" y="4328"/>
                </a:lnTo>
                <a:lnTo>
                  <a:pt x="59" y="4328"/>
                </a:lnTo>
                <a:lnTo>
                  <a:pt x="60" y="4328"/>
                </a:lnTo>
                <a:lnTo>
                  <a:pt x="61" y="4328"/>
                </a:lnTo>
                <a:lnTo>
                  <a:pt x="62" y="4328"/>
                </a:lnTo>
                <a:lnTo>
                  <a:pt x="63" y="4328"/>
                </a:lnTo>
                <a:lnTo>
                  <a:pt x="64" y="4328"/>
                </a:lnTo>
                <a:lnTo>
                  <a:pt x="65" y="4328"/>
                </a:lnTo>
                <a:lnTo>
                  <a:pt x="66" y="4328"/>
                </a:lnTo>
                <a:lnTo>
                  <a:pt x="67" y="4328"/>
                </a:lnTo>
                <a:lnTo>
                  <a:pt x="68" y="4328"/>
                </a:lnTo>
                <a:lnTo>
                  <a:pt x="69" y="4328"/>
                </a:lnTo>
                <a:lnTo>
                  <a:pt x="70" y="4328"/>
                </a:lnTo>
                <a:lnTo>
                  <a:pt x="71" y="4328"/>
                </a:lnTo>
                <a:lnTo>
                  <a:pt x="72" y="4328"/>
                </a:lnTo>
                <a:lnTo>
                  <a:pt x="73" y="4328"/>
                </a:lnTo>
                <a:lnTo>
                  <a:pt x="74" y="4328"/>
                </a:lnTo>
                <a:lnTo>
                  <a:pt x="75" y="4328"/>
                </a:lnTo>
                <a:lnTo>
                  <a:pt x="76" y="4328"/>
                </a:lnTo>
                <a:lnTo>
                  <a:pt x="77" y="4328"/>
                </a:lnTo>
                <a:lnTo>
                  <a:pt x="78" y="4328"/>
                </a:lnTo>
                <a:lnTo>
                  <a:pt x="79" y="4328"/>
                </a:lnTo>
                <a:lnTo>
                  <a:pt x="80" y="4328"/>
                </a:lnTo>
                <a:lnTo>
                  <a:pt x="81" y="4328"/>
                </a:lnTo>
                <a:lnTo>
                  <a:pt x="82" y="4328"/>
                </a:lnTo>
                <a:lnTo>
                  <a:pt x="83" y="4328"/>
                </a:lnTo>
                <a:lnTo>
                  <a:pt x="84" y="4328"/>
                </a:lnTo>
                <a:lnTo>
                  <a:pt x="85" y="4328"/>
                </a:lnTo>
                <a:lnTo>
                  <a:pt x="86" y="4328"/>
                </a:lnTo>
                <a:lnTo>
                  <a:pt x="87" y="4328"/>
                </a:lnTo>
                <a:lnTo>
                  <a:pt x="88" y="4328"/>
                </a:lnTo>
                <a:lnTo>
                  <a:pt x="89" y="4328"/>
                </a:lnTo>
                <a:lnTo>
                  <a:pt x="90" y="4328"/>
                </a:lnTo>
                <a:lnTo>
                  <a:pt x="91" y="4328"/>
                </a:lnTo>
                <a:lnTo>
                  <a:pt x="92" y="4328"/>
                </a:lnTo>
                <a:lnTo>
                  <a:pt x="93" y="4328"/>
                </a:lnTo>
                <a:lnTo>
                  <a:pt x="94" y="4328"/>
                </a:lnTo>
                <a:lnTo>
                  <a:pt x="95" y="4328"/>
                </a:lnTo>
                <a:lnTo>
                  <a:pt x="96" y="4328"/>
                </a:lnTo>
                <a:lnTo>
                  <a:pt x="97" y="4328"/>
                </a:lnTo>
                <a:lnTo>
                  <a:pt x="98" y="4328"/>
                </a:lnTo>
                <a:lnTo>
                  <a:pt x="99" y="4328"/>
                </a:lnTo>
                <a:lnTo>
                  <a:pt x="100" y="4328"/>
                </a:lnTo>
                <a:lnTo>
                  <a:pt x="101" y="4328"/>
                </a:lnTo>
                <a:lnTo>
                  <a:pt x="102" y="4328"/>
                </a:lnTo>
                <a:lnTo>
                  <a:pt x="103" y="4328"/>
                </a:lnTo>
                <a:lnTo>
                  <a:pt x="104" y="4328"/>
                </a:lnTo>
                <a:lnTo>
                  <a:pt x="105" y="4328"/>
                </a:lnTo>
                <a:lnTo>
                  <a:pt x="106" y="4328"/>
                </a:lnTo>
                <a:lnTo>
                  <a:pt x="107" y="4328"/>
                </a:lnTo>
                <a:lnTo>
                  <a:pt x="108" y="4328"/>
                </a:lnTo>
                <a:lnTo>
                  <a:pt x="109" y="4328"/>
                </a:lnTo>
                <a:lnTo>
                  <a:pt x="110" y="4328"/>
                </a:lnTo>
                <a:lnTo>
                  <a:pt x="111" y="4328"/>
                </a:lnTo>
                <a:lnTo>
                  <a:pt x="112" y="4328"/>
                </a:lnTo>
                <a:lnTo>
                  <a:pt x="113" y="4328"/>
                </a:lnTo>
                <a:lnTo>
                  <a:pt x="114" y="4328"/>
                </a:lnTo>
                <a:lnTo>
                  <a:pt x="115" y="4328"/>
                </a:lnTo>
                <a:lnTo>
                  <a:pt x="116" y="4328"/>
                </a:lnTo>
                <a:lnTo>
                  <a:pt x="117" y="4328"/>
                </a:lnTo>
                <a:lnTo>
                  <a:pt x="118" y="4328"/>
                </a:lnTo>
                <a:lnTo>
                  <a:pt x="119" y="4328"/>
                </a:lnTo>
                <a:lnTo>
                  <a:pt x="120" y="4328"/>
                </a:lnTo>
                <a:lnTo>
                  <a:pt x="121" y="4328"/>
                </a:lnTo>
                <a:lnTo>
                  <a:pt x="122" y="4328"/>
                </a:lnTo>
                <a:lnTo>
                  <a:pt x="123" y="4328"/>
                </a:lnTo>
                <a:lnTo>
                  <a:pt x="124" y="4328"/>
                </a:lnTo>
                <a:lnTo>
                  <a:pt x="125" y="4328"/>
                </a:lnTo>
                <a:lnTo>
                  <a:pt x="126" y="4328"/>
                </a:lnTo>
                <a:lnTo>
                  <a:pt x="127" y="4328"/>
                </a:lnTo>
                <a:lnTo>
                  <a:pt x="128" y="4328"/>
                </a:lnTo>
                <a:lnTo>
                  <a:pt x="129" y="4328"/>
                </a:lnTo>
                <a:lnTo>
                  <a:pt x="130" y="4328"/>
                </a:lnTo>
                <a:lnTo>
                  <a:pt x="131" y="4328"/>
                </a:lnTo>
                <a:lnTo>
                  <a:pt x="132" y="4328"/>
                </a:lnTo>
                <a:lnTo>
                  <a:pt x="133" y="4328"/>
                </a:lnTo>
                <a:lnTo>
                  <a:pt x="134" y="4328"/>
                </a:lnTo>
                <a:lnTo>
                  <a:pt x="135" y="4328"/>
                </a:lnTo>
                <a:lnTo>
                  <a:pt x="136" y="4328"/>
                </a:lnTo>
                <a:lnTo>
                  <a:pt x="137" y="4328"/>
                </a:lnTo>
                <a:lnTo>
                  <a:pt x="138" y="4328"/>
                </a:lnTo>
                <a:lnTo>
                  <a:pt x="139" y="4328"/>
                </a:lnTo>
                <a:lnTo>
                  <a:pt x="140" y="4328"/>
                </a:lnTo>
                <a:lnTo>
                  <a:pt x="141" y="4328"/>
                </a:lnTo>
                <a:lnTo>
                  <a:pt x="142" y="4328"/>
                </a:lnTo>
                <a:lnTo>
                  <a:pt x="143" y="4328"/>
                </a:lnTo>
                <a:lnTo>
                  <a:pt x="144" y="4328"/>
                </a:lnTo>
                <a:lnTo>
                  <a:pt x="145" y="4328"/>
                </a:lnTo>
                <a:lnTo>
                  <a:pt x="146" y="4328"/>
                </a:lnTo>
                <a:lnTo>
                  <a:pt x="147" y="4328"/>
                </a:lnTo>
                <a:lnTo>
                  <a:pt x="148" y="4328"/>
                </a:lnTo>
                <a:lnTo>
                  <a:pt x="149" y="4328"/>
                </a:lnTo>
                <a:lnTo>
                  <a:pt x="150" y="4328"/>
                </a:lnTo>
                <a:lnTo>
                  <a:pt x="151" y="4328"/>
                </a:lnTo>
                <a:lnTo>
                  <a:pt x="152" y="4328"/>
                </a:lnTo>
                <a:lnTo>
                  <a:pt x="153" y="4328"/>
                </a:lnTo>
                <a:lnTo>
                  <a:pt x="154" y="4328"/>
                </a:lnTo>
                <a:lnTo>
                  <a:pt x="155" y="4328"/>
                </a:lnTo>
                <a:lnTo>
                  <a:pt x="156" y="4328"/>
                </a:lnTo>
                <a:lnTo>
                  <a:pt x="157" y="4328"/>
                </a:lnTo>
                <a:lnTo>
                  <a:pt x="158" y="4328"/>
                </a:lnTo>
                <a:lnTo>
                  <a:pt x="159" y="4328"/>
                </a:lnTo>
                <a:lnTo>
                  <a:pt x="160" y="4328"/>
                </a:lnTo>
                <a:lnTo>
                  <a:pt x="161" y="4328"/>
                </a:lnTo>
                <a:lnTo>
                  <a:pt x="162" y="4328"/>
                </a:lnTo>
                <a:lnTo>
                  <a:pt x="163" y="4328"/>
                </a:lnTo>
                <a:lnTo>
                  <a:pt x="164" y="4328"/>
                </a:lnTo>
                <a:lnTo>
                  <a:pt x="165" y="4328"/>
                </a:lnTo>
                <a:lnTo>
                  <a:pt x="166" y="4328"/>
                </a:lnTo>
                <a:lnTo>
                  <a:pt x="167" y="4328"/>
                </a:lnTo>
                <a:lnTo>
                  <a:pt x="168" y="4328"/>
                </a:lnTo>
                <a:lnTo>
                  <a:pt x="169" y="4328"/>
                </a:lnTo>
                <a:lnTo>
                  <a:pt x="170" y="4328"/>
                </a:lnTo>
                <a:lnTo>
                  <a:pt x="171" y="4328"/>
                </a:lnTo>
                <a:lnTo>
                  <a:pt x="172" y="4328"/>
                </a:lnTo>
                <a:lnTo>
                  <a:pt x="173" y="4328"/>
                </a:lnTo>
                <a:lnTo>
                  <a:pt x="174" y="4328"/>
                </a:lnTo>
                <a:lnTo>
                  <a:pt x="175" y="4328"/>
                </a:lnTo>
                <a:lnTo>
                  <a:pt x="176" y="4328"/>
                </a:lnTo>
                <a:lnTo>
                  <a:pt x="177" y="4328"/>
                </a:lnTo>
                <a:lnTo>
                  <a:pt x="178" y="4328"/>
                </a:lnTo>
                <a:lnTo>
                  <a:pt x="179" y="4328"/>
                </a:lnTo>
                <a:lnTo>
                  <a:pt x="180" y="4328"/>
                </a:lnTo>
                <a:lnTo>
                  <a:pt x="181" y="4328"/>
                </a:lnTo>
                <a:lnTo>
                  <a:pt x="182" y="4328"/>
                </a:lnTo>
                <a:lnTo>
                  <a:pt x="183" y="4328"/>
                </a:lnTo>
                <a:lnTo>
                  <a:pt x="184" y="4328"/>
                </a:lnTo>
                <a:lnTo>
                  <a:pt x="185" y="4328"/>
                </a:lnTo>
                <a:lnTo>
                  <a:pt x="186" y="4328"/>
                </a:lnTo>
                <a:lnTo>
                  <a:pt x="187" y="4328"/>
                </a:lnTo>
                <a:lnTo>
                  <a:pt x="188" y="4328"/>
                </a:lnTo>
                <a:lnTo>
                  <a:pt x="189" y="4328"/>
                </a:lnTo>
                <a:lnTo>
                  <a:pt x="190" y="4328"/>
                </a:lnTo>
                <a:lnTo>
                  <a:pt x="191" y="4328"/>
                </a:lnTo>
                <a:lnTo>
                  <a:pt x="192" y="4328"/>
                </a:lnTo>
                <a:lnTo>
                  <a:pt x="193" y="4328"/>
                </a:lnTo>
                <a:lnTo>
                  <a:pt x="194" y="4328"/>
                </a:lnTo>
                <a:lnTo>
                  <a:pt x="195" y="4328"/>
                </a:lnTo>
                <a:lnTo>
                  <a:pt x="196" y="4328"/>
                </a:lnTo>
                <a:lnTo>
                  <a:pt x="197" y="4328"/>
                </a:lnTo>
                <a:lnTo>
                  <a:pt x="198" y="4328"/>
                </a:lnTo>
                <a:lnTo>
                  <a:pt x="199" y="4328"/>
                </a:lnTo>
                <a:lnTo>
                  <a:pt x="200" y="4328"/>
                </a:lnTo>
                <a:lnTo>
                  <a:pt x="201" y="4328"/>
                </a:lnTo>
                <a:lnTo>
                  <a:pt x="202" y="4328"/>
                </a:lnTo>
                <a:lnTo>
                  <a:pt x="203" y="4328"/>
                </a:lnTo>
                <a:lnTo>
                  <a:pt x="204" y="4328"/>
                </a:lnTo>
                <a:lnTo>
                  <a:pt x="205" y="4328"/>
                </a:lnTo>
                <a:lnTo>
                  <a:pt x="206" y="4328"/>
                </a:lnTo>
                <a:lnTo>
                  <a:pt x="207" y="4328"/>
                </a:lnTo>
                <a:lnTo>
                  <a:pt x="208" y="4328"/>
                </a:lnTo>
                <a:lnTo>
                  <a:pt x="209" y="4328"/>
                </a:lnTo>
                <a:lnTo>
                  <a:pt x="210" y="4328"/>
                </a:lnTo>
                <a:lnTo>
                  <a:pt x="211" y="4328"/>
                </a:lnTo>
                <a:lnTo>
                  <a:pt x="212" y="4328"/>
                </a:lnTo>
                <a:lnTo>
                  <a:pt x="213" y="4328"/>
                </a:lnTo>
                <a:lnTo>
                  <a:pt x="214" y="4328"/>
                </a:lnTo>
                <a:lnTo>
                  <a:pt x="215" y="4328"/>
                </a:lnTo>
                <a:lnTo>
                  <a:pt x="216" y="4328"/>
                </a:lnTo>
                <a:lnTo>
                  <a:pt x="217" y="4328"/>
                </a:lnTo>
                <a:lnTo>
                  <a:pt x="218" y="4328"/>
                </a:lnTo>
                <a:lnTo>
                  <a:pt x="219" y="4328"/>
                </a:lnTo>
                <a:lnTo>
                  <a:pt x="220" y="4328"/>
                </a:lnTo>
                <a:lnTo>
                  <a:pt x="221" y="4328"/>
                </a:lnTo>
                <a:lnTo>
                  <a:pt x="222" y="4328"/>
                </a:lnTo>
                <a:lnTo>
                  <a:pt x="223" y="4328"/>
                </a:lnTo>
                <a:lnTo>
                  <a:pt x="224" y="4328"/>
                </a:lnTo>
                <a:lnTo>
                  <a:pt x="225" y="4328"/>
                </a:lnTo>
                <a:lnTo>
                  <a:pt x="226" y="4328"/>
                </a:lnTo>
                <a:lnTo>
                  <a:pt x="227" y="4328"/>
                </a:lnTo>
                <a:lnTo>
                  <a:pt x="228" y="4328"/>
                </a:lnTo>
                <a:lnTo>
                  <a:pt x="229" y="4328"/>
                </a:lnTo>
                <a:lnTo>
                  <a:pt x="230" y="4328"/>
                </a:lnTo>
                <a:lnTo>
                  <a:pt x="231" y="4328"/>
                </a:lnTo>
                <a:lnTo>
                  <a:pt x="232" y="4328"/>
                </a:lnTo>
                <a:lnTo>
                  <a:pt x="233" y="4328"/>
                </a:lnTo>
                <a:lnTo>
                  <a:pt x="234" y="4328"/>
                </a:lnTo>
                <a:lnTo>
                  <a:pt x="235" y="4328"/>
                </a:lnTo>
                <a:lnTo>
                  <a:pt x="236" y="4328"/>
                </a:lnTo>
                <a:lnTo>
                  <a:pt x="237" y="4328"/>
                </a:lnTo>
                <a:lnTo>
                  <a:pt x="238" y="4328"/>
                </a:lnTo>
                <a:lnTo>
                  <a:pt x="239" y="4328"/>
                </a:lnTo>
                <a:lnTo>
                  <a:pt x="240" y="4328"/>
                </a:lnTo>
                <a:lnTo>
                  <a:pt x="241" y="4328"/>
                </a:lnTo>
                <a:lnTo>
                  <a:pt x="242" y="4328"/>
                </a:lnTo>
                <a:lnTo>
                  <a:pt x="243" y="4328"/>
                </a:lnTo>
                <a:lnTo>
                  <a:pt x="244" y="4328"/>
                </a:lnTo>
                <a:lnTo>
                  <a:pt x="245" y="4328"/>
                </a:lnTo>
                <a:lnTo>
                  <a:pt x="246" y="4328"/>
                </a:lnTo>
                <a:lnTo>
                  <a:pt x="247" y="4328"/>
                </a:lnTo>
                <a:lnTo>
                  <a:pt x="248" y="4328"/>
                </a:lnTo>
                <a:lnTo>
                  <a:pt x="249" y="4328"/>
                </a:lnTo>
                <a:lnTo>
                  <a:pt x="250" y="4328"/>
                </a:lnTo>
                <a:lnTo>
                  <a:pt x="251" y="4328"/>
                </a:lnTo>
                <a:lnTo>
                  <a:pt x="252" y="4328"/>
                </a:lnTo>
                <a:lnTo>
                  <a:pt x="253" y="4328"/>
                </a:lnTo>
                <a:lnTo>
                  <a:pt x="254" y="4328"/>
                </a:lnTo>
                <a:lnTo>
                  <a:pt x="255" y="4328"/>
                </a:lnTo>
                <a:lnTo>
                  <a:pt x="256" y="4328"/>
                </a:lnTo>
                <a:lnTo>
                  <a:pt x="257" y="4328"/>
                </a:lnTo>
                <a:lnTo>
                  <a:pt x="258" y="4328"/>
                </a:lnTo>
                <a:lnTo>
                  <a:pt x="259" y="4328"/>
                </a:lnTo>
                <a:lnTo>
                  <a:pt x="260" y="4328"/>
                </a:lnTo>
                <a:lnTo>
                  <a:pt x="261" y="4328"/>
                </a:lnTo>
                <a:lnTo>
                  <a:pt x="262" y="4328"/>
                </a:lnTo>
                <a:lnTo>
                  <a:pt x="263" y="4328"/>
                </a:lnTo>
                <a:lnTo>
                  <a:pt x="264" y="4328"/>
                </a:lnTo>
                <a:lnTo>
                  <a:pt x="265" y="4328"/>
                </a:lnTo>
                <a:lnTo>
                  <a:pt x="266" y="4328"/>
                </a:lnTo>
                <a:lnTo>
                  <a:pt x="267" y="4328"/>
                </a:lnTo>
                <a:lnTo>
                  <a:pt x="268" y="4328"/>
                </a:lnTo>
                <a:lnTo>
                  <a:pt x="269" y="4328"/>
                </a:lnTo>
                <a:lnTo>
                  <a:pt x="270" y="4328"/>
                </a:lnTo>
                <a:lnTo>
                  <a:pt x="271" y="4328"/>
                </a:lnTo>
                <a:lnTo>
                  <a:pt x="272" y="4328"/>
                </a:lnTo>
                <a:lnTo>
                  <a:pt x="273" y="4328"/>
                </a:lnTo>
                <a:lnTo>
                  <a:pt x="274" y="4328"/>
                </a:lnTo>
                <a:lnTo>
                  <a:pt x="275" y="4328"/>
                </a:lnTo>
                <a:lnTo>
                  <a:pt x="276" y="4328"/>
                </a:lnTo>
                <a:lnTo>
                  <a:pt x="277" y="4328"/>
                </a:lnTo>
                <a:lnTo>
                  <a:pt x="278" y="4328"/>
                </a:lnTo>
                <a:lnTo>
                  <a:pt x="279" y="4328"/>
                </a:lnTo>
                <a:lnTo>
                  <a:pt x="280" y="4328"/>
                </a:lnTo>
                <a:lnTo>
                  <a:pt x="281" y="4328"/>
                </a:lnTo>
                <a:lnTo>
                  <a:pt x="282" y="4328"/>
                </a:lnTo>
                <a:lnTo>
                  <a:pt x="283" y="4328"/>
                </a:lnTo>
                <a:lnTo>
                  <a:pt x="284" y="4328"/>
                </a:lnTo>
                <a:lnTo>
                  <a:pt x="285" y="4328"/>
                </a:lnTo>
                <a:lnTo>
                  <a:pt x="286" y="4328"/>
                </a:lnTo>
                <a:lnTo>
                  <a:pt x="287" y="4328"/>
                </a:lnTo>
                <a:lnTo>
                  <a:pt x="288" y="4328"/>
                </a:lnTo>
                <a:lnTo>
                  <a:pt x="289" y="4328"/>
                </a:lnTo>
                <a:lnTo>
                  <a:pt x="290" y="4328"/>
                </a:lnTo>
                <a:lnTo>
                  <a:pt x="291" y="4328"/>
                </a:lnTo>
                <a:lnTo>
                  <a:pt x="292" y="4328"/>
                </a:lnTo>
                <a:lnTo>
                  <a:pt x="293" y="4328"/>
                </a:lnTo>
                <a:lnTo>
                  <a:pt x="294" y="4328"/>
                </a:lnTo>
                <a:lnTo>
                  <a:pt x="295" y="4328"/>
                </a:lnTo>
                <a:lnTo>
                  <a:pt x="296" y="4328"/>
                </a:lnTo>
                <a:lnTo>
                  <a:pt x="297" y="4328"/>
                </a:lnTo>
                <a:lnTo>
                  <a:pt x="298" y="4328"/>
                </a:lnTo>
                <a:lnTo>
                  <a:pt x="299" y="4328"/>
                </a:lnTo>
                <a:lnTo>
                  <a:pt x="300" y="4328"/>
                </a:lnTo>
                <a:lnTo>
                  <a:pt x="301" y="4328"/>
                </a:lnTo>
                <a:lnTo>
                  <a:pt x="302" y="4328"/>
                </a:lnTo>
                <a:lnTo>
                  <a:pt x="303" y="4328"/>
                </a:lnTo>
                <a:lnTo>
                  <a:pt x="304" y="4328"/>
                </a:lnTo>
                <a:lnTo>
                  <a:pt x="305" y="4328"/>
                </a:lnTo>
                <a:lnTo>
                  <a:pt x="306" y="4328"/>
                </a:lnTo>
                <a:lnTo>
                  <a:pt x="307" y="4328"/>
                </a:lnTo>
                <a:lnTo>
                  <a:pt x="308" y="4328"/>
                </a:lnTo>
                <a:lnTo>
                  <a:pt x="309" y="4328"/>
                </a:lnTo>
                <a:lnTo>
                  <a:pt x="310" y="4328"/>
                </a:lnTo>
                <a:lnTo>
                  <a:pt x="311" y="4328"/>
                </a:lnTo>
                <a:lnTo>
                  <a:pt x="312" y="4328"/>
                </a:lnTo>
                <a:lnTo>
                  <a:pt x="313" y="4328"/>
                </a:lnTo>
                <a:lnTo>
                  <a:pt x="314" y="4328"/>
                </a:lnTo>
                <a:lnTo>
                  <a:pt x="315" y="4328"/>
                </a:lnTo>
                <a:lnTo>
                  <a:pt x="316" y="4328"/>
                </a:lnTo>
                <a:lnTo>
                  <a:pt x="317" y="4328"/>
                </a:lnTo>
                <a:lnTo>
                  <a:pt x="318" y="4328"/>
                </a:lnTo>
                <a:lnTo>
                  <a:pt x="319" y="4328"/>
                </a:lnTo>
                <a:lnTo>
                  <a:pt x="320" y="4328"/>
                </a:lnTo>
                <a:lnTo>
                  <a:pt x="321" y="4328"/>
                </a:lnTo>
                <a:lnTo>
                  <a:pt x="322" y="4328"/>
                </a:lnTo>
                <a:lnTo>
                  <a:pt x="323" y="4328"/>
                </a:lnTo>
                <a:lnTo>
                  <a:pt x="324" y="4328"/>
                </a:lnTo>
                <a:lnTo>
                  <a:pt x="325" y="4328"/>
                </a:lnTo>
                <a:lnTo>
                  <a:pt x="326" y="4328"/>
                </a:lnTo>
                <a:lnTo>
                  <a:pt x="327" y="4328"/>
                </a:lnTo>
                <a:lnTo>
                  <a:pt x="328" y="4328"/>
                </a:lnTo>
                <a:lnTo>
                  <a:pt x="329" y="4328"/>
                </a:lnTo>
                <a:lnTo>
                  <a:pt x="330" y="4328"/>
                </a:lnTo>
                <a:lnTo>
                  <a:pt x="331" y="4328"/>
                </a:lnTo>
                <a:lnTo>
                  <a:pt x="332" y="4328"/>
                </a:lnTo>
                <a:lnTo>
                  <a:pt x="333" y="4328"/>
                </a:lnTo>
                <a:lnTo>
                  <a:pt x="334" y="4328"/>
                </a:lnTo>
                <a:lnTo>
                  <a:pt x="335" y="4328"/>
                </a:lnTo>
                <a:lnTo>
                  <a:pt x="336" y="4328"/>
                </a:lnTo>
                <a:lnTo>
                  <a:pt x="337" y="4328"/>
                </a:lnTo>
                <a:lnTo>
                  <a:pt x="338" y="4328"/>
                </a:lnTo>
                <a:lnTo>
                  <a:pt x="339" y="4328"/>
                </a:lnTo>
                <a:lnTo>
                  <a:pt x="340" y="4328"/>
                </a:lnTo>
                <a:lnTo>
                  <a:pt x="341" y="4328"/>
                </a:lnTo>
                <a:lnTo>
                  <a:pt x="342" y="4328"/>
                </a:lnTo>
                <a:lnTo>
                  <a:pt x="343" y="4328"/>
                </a:lnTo>
                <a:lnTo>
                  <a:pt x="344" y="4328"/>
                </a:lnTo>
                <a:lnTo>
                  <a:pt x="345" y="4328"/>
                </a:lnTo>
                <a:lnTo>
                  <a:pt x="346" y="4328"/>
                </a:lnTo>
                <a:lnTo>
                  <a:pt x="347" y="4328"/>
                </a:lnTo>
                <a:lnTo>
                  <a:pt x="348" y="4328"/>
                </a:lnTo>
                <a:lnTo>
                  <a:pt x="349" y="4328"/>
                </a:lnTo>
                <a:lnTo>
                  <a:pt x="350" y="4328"/>
                </a:lnTo>
                <a:lnTo>
                  <a:pt x="351" y="4328"/>
                </a:lnTo>
                <a:lnTo>
                  <a:pt x="352" y="4328"/>
                </a:lnTo>
                <a:lnTo>
                  <a:pt x="353" y="4328"/>
                </a:lnTo>
                <a:lnTo>
                  <a:pt x="354" y="4328"/>
                </a:lnTo>
                <a:lnTo>
                  <a:pt x="355" y="4328"/>
                </a:lnTo>
                <a:lnTo>
                  <a:pt x="356" y="4328"/>
                </a:lnTo>
                <a:lnTo>
                  <a:pt x="357" y="4328"/>
                </a:lnTo>
                <a:lnTo>
                  <a:pt x="358" y="4328"/>
                </a:lnTo>
                <a:lnTo>
                  <a:pt x="359" y="4328"/>
                </a:lnTo>
                <a:lnTo>
                  <a:pt x="360" y="4328"/>
                </a:lnTo>
                <a:lnTo>
                  <a:pt x="361" y="4328"/>
                </a:lnTo>
                <a:lnTo>
                  <a:pt x="362" y="4328"/>
                </a:lnTo>
                <a:lnTo>
                  <a:pt x="363" y="4328"/>
                </a:lnTo>
                <a:lnTo>
                  <a:pt x="364" y="4328"/>
                </a:lnTo>
                <a:lnTo>
                  <a:pt x="365" y="4328"/>
                </a:lnTo>
                <a:lnTo>
                  <a:pt x="366" y="4328"/>
                </a:lnTo>
                <a:lnTo>
                  <a:pt x="367" y="4328"/>
                </a:lnTo>
                <a:lnTo>
                  <a:pt x="368" y="4328"/>
                </a:lnTo>
                <a:lnTo>
                  <a:pt x="369" y="4328"/>
                </a:lnTo>
                <a:lnTo>
                  <a:pt x="370" y="4328"/>
                </a:lnTo>
                <a:lnTo>
                  <a:pt x="371" y="4328"/>
                </a:lnTo>
                <a:lnTo>
                  <a:pt x="372" y="4328"/>
                </a:lnTo>
                <a:lnTo>
                  <a:pt x="373" y="4328"/>
                </a:lnTo>
                <a:lnTo>
                  <a:pt x="374" y="4328"/>
                </a:lnTo>
                <a:lnTo>
                  <a:pt x="375" y="4328"/>
                </a:lnTo>
                <a:lnTo>
                  <a:pt x="376" y="4328"/>
                </a:lnTo>
                <a:lnTo>
                  <a:pt x="377" y="4328"/>
                </a:lnTo>
                <a:lnTo>
                  <a:pt x="378" y="4328"/>
                </a:lnTo>
                <a:lnTo>
                  <a:pt x="379" y="4328"/>
                </a:lnTo>
                <a:lnTo>
                  <a:pt x="380" y="4328"/>
                </a:lnTo>
                <a:lnTo>
                  <a:pt x="381" y="4328"/>
                </a:lnTo>
                <a:lnTo>
                  <a:pt x="382" y="4328"/>
                </a:lnTo>
                <a:lnTo>
                  <a:pt x="383" y="4328"/>
                </a:lnTo>
                <a:lnTo>
                  <a:pt x="384" y="4328"/>
                </a:lnTo>
                <a:lnTo>
                  <a:pt x="385" y="4328"/>
                </a:lnTo>
                <a:lnTo>
                  <a:pt x="386" y="4328"/>
                </a:lnTo>
                <a:lnTo>
                  <a:pt x="387" y="4328"/>
                </a:lnTo>
                <a:lnTo>
                  <a:pt x="388" y="4328"/>
                </a:lnTo>
                <a:lnTo>
                  <a:pt x="389" y="4328"/>
                </a:lnTo>
                <a:lnTo>
                  <a:pt x="390" y="4328"/>
                </a:lnTo>
                <a:lnTo>
                  <a:pt x="391" y="4328"/>
                </a:lnTo>
                <a:lnTo>
                  <a:pt x="392" y="4328"/>
                </a:lnTo>
                <a:lnTo>
                  <a:pt x="393" y="4328"/>
                </a:lnTo>
                <a:lnTo>
                  <a:pt x="394" y="4328"/>
                </a:lnTo>
                <a:lnTo>
                  <a:pt x="395" y="4328"/>
                </a:lnTo>
                <a:lnTo>
                  <a:pt x="396" y="4328"/>
                </a:lnTo>
                <a:lnTo>
                  <a:pt x="397" y="4328"/>
                </a:lnTo>
                <a:lnTo>
                  <a:pt x="398" y="4328"/>
                </a:lnTo>
                <a:lnTo>
                  <a:pt x="399" y="4328"/>
                </a:lnTo>
                <a:lnTo>
                  <a:pt x="400" y="4328"/>
                </a:lnTo>
                <a:lnTo>
                  <a:pt x="401" y="4328"/>
                </a:lnTo>
                <a:lnTo>
                  <a:pt x="402" y="4328"/>
                </a:lnTo>
                <a:lnTo>
                  <a:pt x="403" y="4328"/>
                </a:lnTo>
                <a:lnTo>
                  <a:pt x="404" y="4328"/>
                </a:lnTo>
                <a:lnTo>
                  <a:pt x="405" y="4328"/>
                </a:lnTo>
                <a:lnTo>
                  <a:pt x="406" y="4328"/>
                </a:lnTo>
                <a:lnTo>
                  <a:pt x="407" y="4328"/>
                </a:lnTo>
                <a:lnTo>
                  <a:pt x="408" y="4328"/>
                </a:lnTo>
                <a:lnTo>
                  <a:pt x="409" y="4328"/>
                </a:lnTo>
                <a:lnTo>
                  <a:pt x="410" y="4328"/>
                </a:lnTo>
                <a:lnTo>
                  <a:pt x="411" y="4328"/>
                </a:lnTo>
                <a:lnTo>
                  <a:pt x="412" y="4328"/>
                </a:lnTo>
                <a:lnTo>
                  <a:pt x="413" y="4328"/>
                </a:lnTo>
                <a:lnTo>
                  <a:pt x="414" y="4328"/>
                </a:lnTo>
                <a:lnTo>
                  <a:pt x="415" y="4328"/>
                </a:lnTo>
                <a:lnTo>
                  <a:pt x="416" y="4328"/>
                </a:lnTo>
                <a:lnTo>
                  <a:pt x="417" y="4328"/>
                </a:lnTo>
                <a:lnTo>
                  <a:pt x="418" y="4328"/>
                </a:lnTo>
                <a:lnTo>
                  <a:pt x="419" y="4328"/>
                </a:lnTo>
                <a:lnTo>
                  <a:pt x="420" y="4328"/>
                </a:lnTo>
                <a:lnTo>
                  <a:pt x="421" y="4328"/>
                </a:lnTo>
                <a:lnTo>
                  <a:pt x="422" y="4328"/>
                </a:lnTo>
                <a:lnTo>
                  <a:pt x="423" y="4328"/>
                </a:lnTo>
                <a:lnTo>
                  <a:pt x="424" y="4328"/>
                </a:lnTo>
                <a:lnTo>
                  <a:pt x="425" y="4328"/>
                </a:lnTo>
                <a:lnTo>
                  <a:pt x="426" y="4328"/>
                </a:lnTo>
                <a:lnTo>
                  <a:pt x="427" y="4328"/>
                </a:lnTo>
                <a:lnTo>
                  <a:pt x="428" y="4328"/>
                </a:lnTo>
                <a:lnTo>
                  <a:pt x="429" y="4328"/>
                </a:lnTo>
                <a:lnTo>
                  <a:pt x="430" y="4328"/>
                </a:lnTo>
                <a:lnTo>
                  <a:pt x="431" y="4328"/>
                </a:lnTo>
                <a:lnTo>
                  <a:pt x="432" y="4328"/>
                </a:lnTo>
                <a:lnTo>
                  <a:pt x="433" y="4328"/>
                </a:lnTo>
                <a:lnTo>
                  <a:pt x="434" y="4328"/>
                </a:lnTo>
                <a:lnTo>
                  <a:pt x="435" y="4328"/>
                </a:lnTo>
                <a:lnTo>
                  <a:pt x="436" y="4328"/>
                </a:lnTo>
                <a:lnTo>
                  <a:pt x="437" y="4328"/>
                </a:lnTo>
                <a:lnTo>
                  <a:pt x="438" y="4328"/>
                </a:lnTo>
                <a:lnTo>
                  <a:pt x="439" y="4328"/>
                </a:lnTo>
                <a:lnTo>
                  <a:pt x="440" y="4328"/>
                </a:lnTo>
                <a:lnTo>
                  <a:pt x="441" y="4328"/>
                </a:lnTo>
                <a:lnTo>
                  <a:pt x="442" y="4328"/>
                </a:lnTo>
                <a:lnTo>
                  <a:pt x="443" y="4328"/>
                </a:lnTo>
                <a:lnTo>
                  <a:pt x="444" y="4328"/>
                </a:lnTo>
                <a:lnTo>
                  <a:pt x="445" y="4328"/>
                </a:lnTo>
                <a:lnTo>
                  <a:pt x="446" y="4328"/>
                </a:lnTo>
                <a:lnTo>
                  <a:pt x="447" y="4328"/>
                </a:lnTo>
                <a:lnTo>
                  <a:pt x="448" y="4328"/>
                </a:lnTo>
                <a:lnTo>
                  <a:pt x="449" y="4328"/>
                </a:lnTo>
                <a:lnTo>
                  <a:pt x="450" y="4328"/>
                </a:lnTo>
                <a:lnTo>
                  <a:pt x="451" y="4328"/>
                </a:lnTo>
                <a:lnTo>
                  <a:pt x="452" y="4328"/>
                </a:lnTo>
                <a:lnTo>
                  <a:pt x="453" y="4328"/>
                </a:lnTo>
                <a:lnTo>
                  <a:pt x="454" y="4328"/>
                </a:lnTo>
                <a:lnTo>
                  <a:pt x="455" y="4328"/>
                </a:lnTo>
                <a:lnTo>
                  <a:pt x="456" y="4328"/>
                </a:lnTo>
                <a:lnTo>
                  <a:pt x="457" y="4328"/>
                </a:lnTo>
                <a:lnTo>
                  <a:pt x="458" y="4328"/>
                </a:lnTo>
                <a:lnTo>
                  <a:pt x="459" y="4328"/>
                </a:lnTo>
                <a:lnTo>
                  <a:pt x="460" y="4328"/>
                </a:lnTo>
                <a:lnTo>
                  <a:pt x="461" y="4328"/>
                </a:lnTo>
                <a:lnTo>
                  <a:pt x="462" y="4328"/>
                </a:lnTo>
                <a:lnTo>
                  <a:pt x="463" y="4328"/>
                </a:lnTo>
                <a:lnTo>
                  <a:pt x="464" y="4328"/>
                </a:lnTo>
                <a:lnTo>
                  <a:pt x="465" y="4328"/>
                </a:lnTo>
                <a:lnTo>
                  <a:pt x="466" y="4328"/>
                </a:lnTo>
                <a:lnTo>
                  <a:pt x="467" y="4328"/>
                </a:lnTo>
                <a:lnTo>
                  <a:pt x="468" y="4328"/>
                </a:lnTo>
                <a:lnTo>
                  <a:pt x="469" y="4328"/>
                </a:lnTo>
                <a:lnTo>
                  <a:pt x="470" y="4328"/>
                </a:lnTo>
                <a:lnTo>
                  <a:pt x="471" y="4328"/>
                </a:lnTo>
                <a:lnTo>
                  <a:pt x="472" y="4328"/>
                </a:lnTo>
                <a:lnTo>
                  <a:pt x="473" y="4328"/>
                </a:lnTo>
                <a:lnTo>
                  <a:pt x="474" y="4328"/>
                </a:lnTo>
                <a:lnTo>
                  <a:pt x="475" y="4328"/>
                </a:lnTo>
                <a:lnTo>
                  <a:pt x="476" y="4328"/>
                </a:lnTo>
                <a:lnTo>
                  <a:pt x="477" y="4328"/>
                </a:lnTo>
                <a:lnTo>
                  <a:pt x="478" y="4328"/>
                </a:lnTo>
                <a:lnTo>
                  <a:pt x="479" y="4328"/>
                </a:lnTo>
                <a:lnTo>
                  <a:pt x="480" y="4328"/>
                </a:lnTo>
                <a:lnTo>
                  <a:pt x="481" y="4328"/>
                </a:lnTo>
                <a:lnTo>
                  <a:pt x="482" y="4328"/>
                </a:lnTo>
                <a:lnTo>
                  <a:pt x="483" y="4328"/>
                </a:lnTo>
                <a:lnTo>
                  <a:pt x="484" y="4328"/>
                </a:lnTo>
                <a:lnTo>
                  <a:pt x="485" y="4328"/>
                </a:lnTo>
                <a:lnTo>
                  <a:pt x="486" y="4328"/>
                </a:lnTo>
                <a:lnTo>
                  <a:pt x="487" y="4328"/>
                </a:lnTo>
                <a:lnTo>
                  <a:pt x="488" y="4328"/>
                </a:lnTo>
                <a:lnTo>
                  <a:pt x="489" y="4328"/>
                </a:lnTo>
                <a:lnTo>
                  <a:pt x="490" y="4328"/>
                </a:lnTo>
                <a:lnTo>
                  <a:pt x="491" y="4328"/>
                </a:lnTo>
                <a:lnTo>
                  <a:pt x="492" y="4328"/>
                </a:lnTo>
                <a:lnTo>
                  <a:pt x="493" y="4328"/>
                </a:lnTo>
                <a:lnTo>
                  <a:pt x="494" y="4328"/>
                </a:lnTo>
                <a:lnTo>
                  <a:pt x="495" y="4328"/>
                </a:lnTo>
                <a:lnTo>
                  <a:pt x="496" y="4328"/>
                </a:lnTo>
                <a:lnTo>
                  <a:pt x="497" y="4328"/>
                </a:lnTo>
                <a:lnTo>
                  <a:pt x="498" y="4328"/>
                </a:lnTo>
                <a:lnTo>
                  <a:pt x="499" y="4328"/>
                </a:lnTo>
                <a:lnTo>
                  <a:pt x="500" y="4328"/>
                </a:lnTo>
                <a:lnTo>
                  <a:pt x="501" y="4328"/>
                </a:lnTo>
                <a:lnTo>
                  <a:pt x="502" y="4328"/>
                </a:lnTo>
                <a:lnTo>
                  <a:pt x="503" y="4328"/>
                </a:lnTo>
                <a:lnTo>
                  <a:pt x="504" y="4328"/>
                </a:lnTo>
                <a:lnTo>
                  <a:pt x="505" y="4328"/>
                </a:lnTo>
                <a:lnTo>
                  <a:pt x="506" y="4328"/>
                </a:lnTo>
                <a:lnTo>
                  <a:pt x="507" y="4328"/>
                </a:lnTo>
                <a:lnTo>
                  <a:pt x="508" y="4328"/>
                </a:lnTo>
                <a:lnTo>
                  <a:pt x="509" y="4328"/>
                </a:lnTo>
                <a:lnTo>
                  <a:pt x="510" y="4328"/>
                </a:lnTo>
                <a:lnTo>
                  <a:pt x="511" y="4328"/>
                </a:lnTo>
                <a:lnTo>
                  <a:pt x="512" y="4328"/>
                </a:lnTo>
                <a:lnTo>
                  <a:pt x="513" y="4328"/>
                </a:lnTo>
                <a:lnTo>
                  <a:pt x="514" y="4328"/>
                </a:lnTo>
                <a:lnTo>
                  <a:pt x="515" y="4328"/>
                </a:lnTo>
                <a:lnTo>
                  <a:pt x="516" y="4328"/>
                </a:lnTo>
                <a:lnTo>
                  <a:pt x="517" y="4328"/>
                </a:lnTo>
                <a:lnTo>
                  <a:pt x="518" y="4328"/>
                </a:lnTo>
                <a:lnTo>
                  <a:pt x="519" y="4328"/>
                </a:lnTo>
                <a:lnTo>
                  <a:pt x="520" y="4328"/>
                </a:lnTo>
                <a:lnTo>
                  <a:pt x="521" y="4328"/>
                </a:lnTo>
                <a:lnTo>
                  <a:pt x="522" y="4328"/>
                </a:lnTo>
                <a:lnTo>
                  <a:pt x="523" y="4328"/>
                </a:lnTo>
                <a:lnTo>
                  <a:pt x="524" y="4328"/>
                </a:lnTo>
                <a:lnTo>
                  <a:pt x="525" y="4328"/>
                </a:lnTo>
                <a:lnTo>
                  <a:pt x="526" y="4328"/>
                </a:lnTo>
                <a:lnTo>
                  <a:pt x="527" y="4328"/>
                </a:lnTo>
                <a:lnTo>
                  <a:pt x="528" y="4328"/>
                </a:lnTo>
                <a:lnTo>
                  <a:pt x="529" y="4328"/>
                </a:lnTo>
                <a:lnTo>
                  <a:pt x="530" y="4328"/>
                </a:lnTo>
                <a:lnTo>
                  <a:pt x="531" y="4328"/>
                </a:lnTo>
                <a:lnTo>
                  <a:pt x="532" y="4328"/>
                </a:lnTo>
                <a:lnTo>
                  <a:pt x="533" y="4328"/>
                </a:lnTo>
                <a:lnTo>
                  <a:pt x="534" y="4328"/>
                </a:lnTo>
                <a:lnTo>
                  <a:pt x="535" y="4328"/>
                </a:lnTo>
                <a:lnTo>
                  <a:pt x="536" y="4328"/>
                </a:lnTo>
                <a:lnTo>
                  <a:pt x="537" y="4328"/>
                </a:lnTo>
                <a:lnTo>
                  <a:pt x="538" y="4328"/>
                </a:lnTo>
                <a:lnTo>
                  <a:pt x="539" y="4328"/>
                </a:lnTo>
                <a:lnTo>
                  <a:pt x="540" y="4328"/>
                </a:lnTo>
                <a:lnTo>
                  <a:pt x="541" y="4328"/>
                </a:lnTo>
                <a:lnTo>
                  <a:pt x="542" y="4328"/>
                </a:lnTo>
                <a:lnTo>
                  <a:pt x="543" y="4328"/>
                </a:lnTo>
                <a:lnTo>
                  <a:pt x="544" y="4328"/>
                </a:lnTo>
                <a:lnTo>
                  <a:pt x="545" y="4328"/>
                </a:lnTo>
                <a:lnTo>
                  <a:pt x="546" y="4328"/>
                </a:lnTo>
                <a:lnTo>
                  <a:pt x="547" y="4328"/>
                </a:lnTo>
                <a:lnTo>
                  <a:pt x="548" y="4328"/>
                </a:lnTo>
                <a:lnTo>
                  <a:pt x="549" y="4328"/>
                </a:lnTo>
                <a:lnTo>
                  <a:pt x="550" y="4328"/>
                </a:lnTo>
                <a:lnTo>
                  <a:pt x="551" y="4328"/>
                </a:lnTo>
                <a:lnTo>
                  <a:pt x="552" y="4328"/>
                </a:lnTo>
                <a:lnTo>
                  <a:pt x="553" y="4328"/>
                </a:lnTo>
                <a:lnTo>
                  <a:pt x="554" y="4328"/>
                </a:lnTo>
                <a:lnTo>
                  <a:pt x="555" y="4328"/>
                </a:lnTo>
                <a:lnTo>
                  <a:pt x="556" y="4328"/>
                </a:lnTo>
                <a:lnTo>
                  <a:pt x="557" y="4328"/>
                </a:lnTo>
                <a:lnTo>
                  <a:pt x="558" y="4328"/>
                </a:lnTo>
                <a:lnTo>
                  <a:pt x="559" y="4328"/>
                </a:lnTo>
                <a:lnTo>
                  <a:pt x="560" y="4328"/>
                </a:lnTo>
                <a:lnTo>
                  <a:pt x="561" y="4328"/>
                </a:lnTo>
                <a:lnTo>
                  <a:pt x="562" y="4328"/>
                </a:lnTo>
                <a:lnTo>
                  <a:pt x="563" y="4328"/>
                </a:lnTo>
                <a:lnTo>
                  <a:pt x="564" y="4328"/>
                </a:lnTo>
                <a:lnTo>
                  <a:pt x="565" y="4328"/>
                </a:lnTo>
                <a:lnTo>
                  <a:pt x="566" y="4328"/>
                </a:lnTo>
                <a:lnTo>
                  <a:pt x="567" y="4328"/>
                </a:lnTo>
                <a:lnTo>
                  <a:pt x="568" y="4328"/>
                </a:lnTo>
                <a:lnTo>
                  <a:pt x="569" y="4328"/>
                </a:lnTo>
                <a:lnTo>
                  <a:pt x="570" y="4328"/>
                </a:lnTo>
                <a:lnTo>
                  <a:pt x="571" y="4328"/>
                </a:lnTo>
                <a:lnTo>
                  <a:pt x="572" y="4328"/>
                </a:lnTo>
                <a:lnTo>
                  <a:pt x="573" y="4328"/>
                </a:lnTo>
                <a:lnTo>
                  <a:pt x="574" y="4328"/>
                </a:lnTo>
                <a:lnTo>
                  <a:pt x="575" y="4328"/>
                </a:lnTo>
                <a:lnTo>
                  <a:pt x="576" y="4328"/>
                </a:lnTo>
                <a:lnTo>
                  <a:pt x="577" y="4328"/>
                </a:lnTo>
                <a:lnTo>
                  <a:pt x="578" y="4328"/>
                </a:lnTo>
                <a:lnTo>
                  <a:pt x="579" y="4328"/>
                </a:lnTo>
                <a:lnTo>
                  <a:pt x="580" y="4328"/>
                </a:lnTo>
                <a:lnTo>
                  <a:pt x="581" y="4328"/>
                </a:lnTo>
                <a:lnTo>
                  <a:pt x="582" y="4328"/>
                </a:lnTo>
                <a:lnTo>
                  <a:pt x="583" y="4328"/>
                </a:lnTo>
                <a:lnTo>
                  <a:pt x="584" y="4328"/>
                </a:lnTo>
                <a:lnTo>
                  <a:pt x="585" y="4328"/>
                </a:lnTo>
                <a:lnTo>
                  <a:pt x="586" y="4328"/>
                </a:lnTo>
                <a:lnTo>
                  <a:pt x="587" y="4328"/>
                </a:lnTo>
                <a:lnTo>
                  <a:pt x="588" y="4328"/>
                </a:lnTo>
                <a:lnTo>
                  <a:pt x="589" y="4328"/>
                </a:lnTo>
                <a:lnTo>
                  <a:pt x="590" y="4328"/>
                </a:lnTo>
                <a:lnTo>
                  <a:pt x="591" y="4328"/>
                </a:lnTo>
                <a:lnTo>
                  <a:pt x="592" y="4328"/>
                </a:lnTo>
                <a:lnTo>
                  <a:pt x="593" y="4328"/>
                </a:lnTo>
                <a:lnTo>
                  <a:pt x="594" y="4328"/>
                </a:lnTo>
                <a:lnTo>
                  <a:pt x="595" y="4328"/>
                </a:lnTo>
                <a:lnTo>
                  <a:pt x="596" y="4328"/>
                </a:lnTo>
                <a:lnTo>
                  <a:pt x="597" y="4328"/>
                </a:lnTo>
                <a:lnTo>
                  <a:pt x="598" y="4328"/>
                </a:lnTo>
                <a:lnTo>
                  <a:pt x="599" y="4328"/>
                </a:lnTo>
                <a:lnTo>
                  <a:pt x="600" y="4328"/>
                </a:lnTo>
                <a:lnTo>
                  <a:pt x="601" y="4328"/>
                </a:lnTo>
                <a:lnTo>
                  <a:pt x="602" y="4328"/>
                </a:lnTo>
                <a:lnTo>
                  <a:pt x="603" y="4328"/>
                </a:lnTo>
                <a:lnTo>
                  <a:pt x="604" y="4328"/>
                </a:lnTo>
                <a:lnTo>
                  <a:pt x="605" y="4328"/>
                </a:lnTo>
                <a:lnTo>
                  <a:pt x="606" y="4328"/>
                </a:lnTo>
                <a:lnTo>
                  <a:pt x="607" y="4328"/>
                </a:lnTo>
                <a:lnTo>
                  <a:pt x="608" y="4328"/>
                </a:lnTo>
                <a:lnTo>
                  <a:pt x="609" y="4328"/>
                </a:lnTo>
                <a:lnTo>
                  <a:pt x="610" y="4328"/>
                </a:lnTo>
                <a:lnTo>
                  <a:pt x="611" y="4328"/>
                </a:lnTo>
                <a:lnTo>
                  <a:pt x="612" y="4328"/>
                </a:lnTo>
                <a:lnTo>
                  <a:pt x="613" y="4328"/>
                </a:lnTo>
                <a:lnTo>
                  <a:pt x="614" y="4328"/>
                </a:lnTo>
                <a:lnTo>
                  <a:pt x="615" y="4328"/>
                </a:lnTo>
                <a:lnTo>
                  <a:pt x="616" y="4328"/>
                </a:lnTo>
                <a:lnTo>
                  <a:pt x="617" y="4328"/>
                </a:lnTo>
                <a:lnTo>
                  <a:pt x="618" y="4328"/>
                </a:lnTo>
                <a:lnTo>
                  <a:pt x="619" y="4328"/>
                </a:lnTo>
                <a:lnTo>
                  <a:pt x="620" y="4328"/>
                </a:lnTo>
                <a:lnTo>
                  <a:pt x="621" y="4328"/>
                </a:lnTo>
                <a:lnTo>
                  <a:pt x="622" y="4328"/>
                </a:lnTo>
                <a:lnTo>
                  <a:pt x="623" y="4328"/>
                </a:lnTo>
                <a:lnTo>
                  <a:pt x="624" y="4328"/>
                </a:lnTo>
                <a:lnTo>
                  <a:pt x="625" y="4328"/>
                </a:lnTo>
                <a:lnTo>
                  <a:pt x="626" y="4328"/>
                </a:lnTo>
                <a:lnTo>
                  <a:pt x="627" y="4328"/>
                </a:lnTo>
                <a:lnTo>
                  <a:pt x="628" y="4328"/>
                </a:lnTo>
                <a:lnTo>
                  <a:pt x="629" y="4328"/>
                </a:lnTo>
                <a:lnTo>
                  <a:pt x="630" y="4328"/>
                </a:lnTo>
                <a:lnTo>
                  <a:pt x="631" y="4328"/>
                </a:lnTo>
                <a:lnTo>
                  <a:pt x="632" y="4328"/>
                </a:lnTo>
                <a:lnTo>
                  <a:pt x="633" y="4328"/>
                </a:lnTo>
                <a:lnTo>
                  <a:pt x="634" y="4328"/>
                </a:lnTo>
                <a:lnTo>
                  <a:pt x="635" y="4328"/>
                </a:lnTo>
                <a:lnTo>
                  <a:pt x="636" y="4328"/>
                </a:lnTo>
                <a:lnTo>
                  <a:pt x="637" y="4328"/>
                </a:lnTo>
                <a:lnTo>
                  <a:pt x="638" y="4328"/>
                </a:lnTo>
                <a:lnTo>
                  <a:pt x="639" y="4328"/>
                </a:lnTo>
                <a:lnTo>
                  <a:pt x="640" y="4328"/>
                </a:lnTo>
                <a:lnTo>
                  <a:pt x="641" y="4328"/>
                </a:lnTo>
                <a:lnTo>
                  <a:pt x="642" y="4328"/>
                </a:lnTo>
                <a:lnTo>
                  <a:pt x="643" y="4328"/>
                </a:lnTo>
                <a:lnTo>
                  <a:pt x="644" y="4328"/>
                </a:lnTo>
                <a:lnTo>
                  <a:pt x="645" y="4328"/>
                </a:lnTo>
                <a:lnTo>
                  <a:pt x="646" y="4328"/>
                </a:lnTo>
                <a:lnTo>
                  <a:pt x="647" y="4328"/>
                </a:lnTo>
                <a:lnTo>
                  <a:pt x="648" y="4328"/>
                </a:lnTo>
                <a:lnTo>
                  <a:pt x="649" y="4328"/>
                </a:lnTo>
                <a:lnTo>
                  <a:pt x="650" y="4328"/>
                </a:lnTo>
                <a:lnTo>
                  <a:pt x="651" y="4328"/>
                </a:lnTo>
                <a:lnTo>
                  <a:pt x="652" y="4328"/>
                </a:lnTo>
                <a:lnTo>
                  <a:pt x="653" y="4328"/>
                </a:lnTo>
                <a:lnTo>
                  <a:pt x="654" y="4328"/>
                </a:lnTo>
                <a:lnTo>
                  <a:pt x="655" y="4328"/>
                </a:lnTo>
                <a:lnTo>
                  <a:pt x="656" y="4328"/>
                </a:lnTo>
                <a:lnTo>
                  <a:pt x="657" y="4328"/>
                </a:lnTo>
                <a:lnTo>
                  <a:pt x="658" y="4328"/>
                </a:lnTo>
                <a:lnTo>
                  <a:pt x="659" y="4328"/>
                </a:lnTo>
                <a:lnTo>
                  <a:pt x="660" y="4328"/>
                </a:lnTo>
                <a:lnTo>
                  <a:pt x="661" y="4328"/>
                </a:lnTo>
                <a:lnTo>
                  <a:pt x="662" y="4328"/>
                </a:lnTo>
                <a:lnTo>
                  <a:pt x="663" y="4328"/>
                </a:lnTo>
                <a:lnTo>
                  <a:pt x="664" y="4328"/>
                </a:lnTo>
                <a:lnTo>
                  <a:pt x="665" y="4328"/>
                </a:lnTo>
                <a:lnTo>
                  <a:pt x="666" y="4328"/>
                </a:lnTo>
                <a:lnTo>
                  <a:pt x="667" y="4328"/>
                </a:lnTo>
                <a:lnTo>
                  <a:pt x="668" y="4328"/>
                </a:lnTo>
                <a:lnTo>
                  <a:pt x="669" y="4328"/>
                </a:lnTo>
                <a:lnTo>
                  <a:pt x="670" y="4328"/>
                </a:lnTo>
                <a:lnTo>
                  <a:pt x="671" y="4328"/>
                </a:lnTo>
                <a:lnTo>
                  <a:pt x="672" y="4328"/>
                </a:lnTo>
                <a:lnTo>
                  <a:pt x="673" y="4328"/>
                </a:lnTo>
                <a:lnTo>
                  <a:pt x="674" y="4328"/>
                </a:lnTo>
                <a:lnTo>
                  <a:pt x="675" y="4328"/>
                </a:lnTo>
                <a:lnTo>
                  <a:pt x="676" y="4328"/>
                </a:lnTo>
                <a:lnTo>
                  <a:pt x="677" y="4328"/>
                </a:lnTo>
                <a:lnTo>
                  <a:pt x="678" y="4328"/>
                </a:lnTo>
                <a:lnTo>
                  <a:pt x="679" y="4328"/>
                </a:lnTo>
                <a:lnTo>
                  <a:pt x="680" y="4328"/>
                </a:lnTo>
                <a:lnTo>
                  <a:pt x="681" y="4328"/>
                </a:lnTo>
                <a:lnTo>
                  <a:pt x="682" y="4328"/>
                </a:lnTo>
                <a:lnTo>
                  <a:pt x="683" y="4328"/>
                </a:lnTo>
                <a:lnTo>
                  <a:pt x="684" y="4328"/>
                </a:lnTo>
                <a:lnTo>
                  <a:pt x="685" y="4328"/>
                </a:lnTo>
                <a:lnTo>
                  <a:pt x="686" y="4328"/>
                </a:lnTo>
                <a:lnTo>
                  <a:pt x="687" y="4328"/>
                </a:lnTo>
                <a:lnTo>
                  <a:pt x="688" y="4328"/>
                </a:lnTo>
                <a:lnTo>
                  <a:pt x="689" y="4328"/>
                </a:lnTo>
                <a:lnTo>
                  <a:pt x="690" y="4328"/>
                </a:lnTo>
                <a:lnTo>
                  <a:pt x="691" y="4328"/>
                </a:lnTo>
                <a:lnTo>
                  <a:pt x="692" y="4328"/>
                </a:lnTo>
                <a:lnTo>
                  <a:pt x="693" y="4328"/>
                </a:lnTo>
                <a:lnTo>
                  <a:pt x="694" y="4328"/>
                </a:lnTo>
                <a:lnTo>
                  <a:pt x="695" y="4328"/>
                </a:lnTo>
                <a:lnTo>
                  <a:pt x="696" y="4328"/>
                </a:lnTo>
                <a:lnTo>
                  <a:pt x="697" y="4328"/>
                </a:lnTo>
                <a:lnTo>
                  <a:pt x="698" y="4328"/>
                </a:lnTo>
                <a:lnTo>
                  <a:pt x="699" y="4328"/>
                </a:lnTo>
                <a:lnTo>
                  <a:pt x="700" y="4328"/>
                </a:lnTo>
                <a:lnTo>
                  <a:pt x="701" y="4328"/>
                </a:lnTo>
                <a:lnTo>
                  <a:pt x="702" y="4328"/>
                </a:lnTo>
                <a:lnTo>
                  <a:pt x="703" y="4328"/>
                </a:lnTo>
                <a:lnTo>
                  <a:pt x="704" y="4328"/>
                </a:lnTo>
                <a:lnTo>
                  <a:pt x="705" y="4328"/>
                </a:lnTo>
                <a:lnTo>
                  <a:pt x="706" y="4328"/>
                </a:lnTo>
                <a:lnTo>
                  <a:pt x="707" y="4328"/>
                </a:lnTo>
                <a:lnTo>
                  <a:pt x="708" y="4328"/>
                </a:lnTo>
                <a:lnTo>
                  <a:pt x="709" y="4328"/>
                </a:lnTo>
                <a:lnTo>
                  <a:pt x="710" y="4328"/>
                </a:lnTo>
                <a:lnTo>
                  <a:pt x="711" y="4328"/>
                </a:lnTo>
                <a:lnTo>
                  <a:pt x="712" y="4328"/>
                </a:lnTo>
                <a:lnTo>
                  <a:pt x="713" y="4328"/>
                </a:lnTo>
                <a:lnTo>
                  <a:pt x="714" y="4328"/>
                </a:lnTo>
                <a:lnTo>
                  <a:pt x="715" y="4328"/>
                </a:lnTo>
                <a:lnTo>
                  <a:pt x="716" y="4328"/>
                </a:lnTo>
                <a:lnTo>
                  <a:pt x="717" y="4328"/>
                </a:lnTo>
                <a:lnTo>
                  <a:pt x="718" y="4328"/>
                </a:lnTo>
                <a:lnTo>
                  <a:pt x="719" y="4328"/>
                </a:lnTo>
                <a:lnTo>
                  <a:pt x="720" y="4328"/>
                </a:lnTo>
                <a:lnTo>
                  <a:pt x="721" y="4328"/>
                </a:lnTo>
                <a:lnTo>
                  <a:pt x="722" y="4328"/>
                </a:lnTo>
                <a:lnTo>
                  <a:pt x="723" y="4328"/>
                </a:lnTo>
                <a:lnTo>
                  <a:pt x="724" y="4328"/>
                </a:lnTo>
                <a:lnTo>
                  <a:pt x="725" y="4328"/>
                </a:lnTo>
                <a:lnTo>
                  <a:pt x="726" y="4328"/>
                </a:lnTo>
                <a:lnTo>
                  <a:pt x="727" y="4328"/>
                </a:lnTo>
                <a:lnTo>
                  <a:pt x="728" y="4328"/>
                </a:lnTo>
                <a:lnTo>
                  <a:pt x="729" y="4328"/>
                </a:lnTo>
                <a:lnTo>
                  <a:pt x="730" y="4328"/>
                </a:lnTo>
                <a:lnTo>
                  <a:pt x="731" y="4328"/>
                </a:lnTo>
                <a:lnTo>
                  <a:pt x="732" y="4328"/>
                </a:lnTo>
                <a:lnTo>
                  <a:pt x="733" y="4328"/>
                </a:lnTo>
                <a:lnTo>
                  <a:pt x="734" y="4328"/>
                </a:lnTo>
                <a:lnTo>
                  <a:pt x="735" y="4328"/>
                </a:lnTo>
                <a:lnTo>
                  <a:pt x="736" y="4328"/>
                </a:lnTo>
                <a:lnTo>
                  <a:pt x="737" y="4328"/>
                </a:lnTo>
                <a:lnTo>
                  <a:pt x="738" y="4328"/>
                </a:lnTo>
                <a:lnTo>
                  <a:pt x="739" y="4328"/>
                </a:lnTo>
                <a:lnTo>
                  <a:pt x="740" y="4328"/>
                </a:lnTo>
                <a:lnTo>
                  <a:pt x="741" y="4328"/>
                </a:lnTo>
                <a:lnTo>
                  <a:pt x="742" y="4328"/>
                </a:lnTo>
                <a:lnTo>
                  <a:pt x="743" y="4328"/>
                </a:lnTo>
                <a:lnTo>
                  <a:pt x="744" y="4328"/>
                </a:lnTo>
                <a:lnTo>
                  <a:pt x="745" y="4328"/>
                </a:lnTo>
                <a:lnTo>
                  <a:pt x="746" y="4328"/>
                </a:lnTo>
                <a:lnTo>
                  <a:pt x="747" y="4328"/>
                </a:lnTo>
                <a:lnTo>
                  <a:pt x="748" y="4328"/>
                </a:lnTo>
                <a:lnTo>
                  <a:pt x="749" y="4328"/>
                </a:lnTo>
                <a:lnTo>
                  <a:pt x="750" y="4328"/>
                </a:lnTo>
                <a:lnTo>
                  <a:pt x="751" y="4328"/>
                </a:lnTo>
                <a:lnTo>
                  <a:pt x="752" y="4328"/>
                </a:lnTo>
                <a:lnTo>
                  <a:pt x="753" y="4328"/>
                </a:lnTo>
                <a:lnTo>
                  <a:pt x="754" y="4328"/>
                </a:lnTo>
                <a:lnTo>
                  <a:pt x="755" y="4328"/>
                </a:lnTo>
                <a:lnTo>
                  <a:pt x="756" y="4328"/>
                </a:lnTo>
                <a:lnTo>
                  <a:pt x="757" y="4328"/>
                </a:lnTo>
                <a:lnTo>
                  <a:pt x="758" y="4328"/>
                </a:lnTo>
                <a:lnTo>
                  <a:pt x="759" y="4328"/>
                </a:lnTo>
                <a:lnTo>
                  <a:pt x="760" y="4328"/>
                </a:lnTo>
                <a:lnTo>
                  <a:pt x="761" y="4328"/>
                </a:lnTo>
                <a:lnTo>
                  <a:pt x="762" y="4328"/>
                </a:lnTo>
                <a:lnTo>
                  <a:pt x="763" y="4328"/>
                </a:lnTo>
                <a:lnTo>
                  <a:pt x="764" y="4328"/>
                </a:lnTo>
                <a:lnTo>
                  <a:pt x="765" y="4328"/>
                </a:lnTo>
                <a:lnTo>
                  <a:pt x="766" y="4328"/>
                </a:lnTo>
                <a:lnTo>
                  <a:pt x="767" y="4328"/>
                </a:lnTo>
                <a:lnTo>
                  <a:pt x="768" y="4328"/>
                </a:lnTo>
                <a:lnTo>
                  <a:pt x="769" y="4328"/>
                </a:lnTo>
                <a:lnTo>
                  <a:pt x="770" y="4328"/>
                </a:lnTo>
                <a:lnTo>
                  <a:pt x="771" y="4328"/>
                </a:lnTo>
                <a:lnTo>
                  <a:pt x="772" y="4328"/>
                </a:lnTo>
                <a:lnTo>
                  <a:pt x="773" y="4328"/>
                </a:lnTo>
                <a:lnTo>
                  <a:pt x="774" y="4328"/>
                </a:lnTo>
                <a:lnTo>
                  <a:pt x="775" y="4328"/>
                </a:lnTo>
                <a:lnTo>
                  <a:pt x="776" y="4328"/>
                </a:lnTo>
                <a:lnTo>
                  <a:pt x="777" y="4328"/>
                </a:lnTo>
                <a:lnTo>
                  <a:pt x="778" y="4328"/>
                </a:lnTo>
                <a:lnTo>
                  <a:pt x="779" y="4328"/>
                </a:lnTo>
                <a:lnTo>
                  <a:pt x="780" y="4328"/>
                </a:lnTo>
                <a:lnTo>
                  <a:pt x="781" y="4328"/>
                </a:lnTo>
                <a:lnTo>
                  <a:pt x="782" y="4328"/>
                </a:lnTo>
                <a:lnTo>
                  <a:pt x="783" y="4328"/>
                </a:lnTo>
                <a:lnTo>
                  <a:pt x="784" y="4328"/>
                </a:lnTo>
                <a:lnTo>
                  <a:pt x="785" y="4328"/>
                </a:lnTo>
                <a:lnTo>
                  <a:pt x="786" y="4328"/>
                </a:lnTo>
                <a:lnTo>
                  <a:pt x="787" y="4328"/>
                </a:lnTo>
                <a:lnTo>
                  <a:pt x="788" y="4328"/>
                </a:lnTo>
                <a:lnTo>
                  <a:pt x="789" y="4328"/>
                </a:lnTo>
                <a:lnTo>
                  <a:pt x="790" y="4328"/>
                </a:lnTo>
                <a:lnTo>
                  <a:pt x="791" y="4328"/>
                </a:lnTo>
                <a:lnTo>
                  <a:pt x="792" y="4328"/>
                </a:lnTo>
                <a:lnTo>
                  <a:pt x="793" y="4328"/>
                </a:lnTo>
                <a:lnTo>
                  <a:pt x="794" y="4328"/>
                </a:lnTo>
                <a:lnTo>
                  <a:pt x="795" y="4328"/>
                </a:lnTo>
                <a:lnTo>
                  <a:pt x="796" y="4328"/>
                </a:lnTo>
                <a:lnTo>
                  <a:pt x="797" y="4328"/>
                </a:lnTo>
                <a:lnTo>
                  <a:pt x="798" y="4328"/>
                </a:lnTo>
                <a:lnTo>
                  <a:pt x="799" y="4328"/>
                </a:lnTo>
                <a:lnTo>
                  <a:pt x="800" y="4328"/>
                </a:lnTo>
                <a:lnTo>
                  <a:pt x="801" y="4328"/>
                </a:lnTo>
                <a:lnTo>
                  <a:pt x="802" y="4328"/>
                </a:lnTo>
                <a:lnTo>
                  <a:pt x="803" y="4328"/>
                </a:lnTo>
                <a:lnTo>
                  <a:pt x="804" y="4328"/>
                </a:lnTo>
                <a:lnTo>
                  <a:pt x="805" y="4328"/>
                </a:lnTo>
                <a:lnTo>
                  <a:pt x="806" y="4328"/>
                </a:lnTo>
                <a:lnTo>
                  <a:pt x="807" y="4328"/>
                </a:lnTo>
                <a:lnTo>
                  <a:pt x="808" y="4328"/>
                </a:lnTo>
                <a:lnTo>
                  <a:pt x="809" y="4328"/>
                </a:lnTo>
                <a:lnTo>
                  <a:pt x="810" y="4328"/>
                </a:lnTo>
                <a:lnTo>
                  <a:pt x="811" y="4328"/>
                </a:lnTo>
                <a:lnTo>
                  <a:pt x="812" y="4328"/>
                </a:lnTo>
                <a:lnTo>
                  <a:pt x="813" y="4328"/>
                </a:lnTo>
                <a:lnTo>
                  <a:pt x="814" y="4328"/>
                </a:lnTo>
                <a:lnTo>
                  <a:pt x="815" y="4328"/>
                </a:lnTo>
                <a:lnTo>
                  <a:pt x="816" y="4328"/>
                </a:lnTo>
                <a:lnTo>
                  <a:pt x="817" y="4328"/>
                </a:lnTo>
                <a:lnTo>
                  <a:pt x="818" y="4328"/>
                </a:lnTo>
                <a:lnTo>
                  <a:pt x="819" y="4328"/>
                </a:lnTo>
                <a:lnTo>
                  <a:pt x="820" y="4328"/>
                </a:lnTo>
                <a:lnTo>
                  <a:pt x="821" y="4328"/>
                </a:lnTo>
                <a:lnTo>
                  <a:pt x="822" y="4328"/>
                </a:lnTo>
                <a:lnTo>
                  <a:pt x="823" y="4328"/>
                </a:lnTo>
                <a:lnTo>
                  <a:pt x="824" y="4328"/>
                </a:lnTo>
                <a:lnTo>
                  <a:pt x="825" y="4328"/>
                </a:lnTo>
                <a:lnTo>
                  <a:pt x="826" y="4328"/>
                </a:lnTo>
                <a:lnTo>
                  <a:pt x="827" y="4328"/>
                </a:lnTo>
                <a:lnTo>
                  <a:pt x="828" y="4328"/>
                </a:lnTo>
                <a:lnTo>
                  <a:pt x="829" y="4328"/>
                </a:lnTo>
                <a:lnTo>
                  <a:pt x="830" y="4328"/>
                </a:lnTo>
                <a:lnTo>
                  <a:pt x="831" y="4328"/>
                </a:lnTo>
                <a:lnTo>
                  <a:pt x="832" y="4328"/>
                </a:lnTo>
                <a:lnTo>
                  <a:pt x="833" y="4328"/>
                </a:lnTo>
                <a:lnTo>
                  <a:pt x="834" y="4328"/>
                </a:lnTo>
                <a:lnTo>
                  <a:pt x="835" y="4328"/>
                </a:lnTo>
                <a:lnTo>
                  <a:pt x="836" y="4328"/>
                </a:lnTo>
                <a:lnTo>
                  <a:pt x="837" y="4328"/>
                </a:lnTo>
                <a:lnTo>
                  <a:pt x="838" y="4328"/>
                </a:lnTo>
                <a:lnTo>
                  <a:pt x="839" y="4328"/>
                </a:lnTo>
                <a:lnTo>
                  <a:pt x="840" y="4328"/>
                </a:lnTo>
                <a:lnTo>
                  <a:pt x="841" y="4328"/>
                </a:lnTo>
                <a:lnTo>
                  <a:pt x="842" y="4328"/>
                </a:lnTo>
                <a:lnTo>
                  <a:pt x="843" y="4328"/>
                </a:lnTo>
                <a:lnTo>
                  <a:pt x="844" y="4328"/>
                </a:lnTo>
                <a:lnTo>
                  <a:pt x="845" y="4328"/>
                </a:lnTo>
                <a:lnTo>
                  <a:pt x="846" y="4328"/>
                </a:lnTo>
                <a:lnTo>
                  <a:pt x="847" y="4328"/>
                </a:lnTo>
                <a:lnTo>
                  <a:pt x="848" y="4328"/>
                </a:lnTo>
                <a:lnTo>
                  <a:pt x="849" y="4328"/>
                </a:lnTo>
                <a:lnTo>
                  <a:pt x="850" y="4328"/>
                </a:lnTo>
                <a:lnTo>
                  <a:pt x="851" y="4328"/>
                </a:lnTo>
                <a:lnTo>
                  <a:pt x="852" y="4328"/>
                </a:lnTo>
                <a:lnTo>
                  <a:pt x="853" y="4328"/>
                </a:lnTo>
                <a:lnTo>
                  <a:pt x="854" y="4328"/>
                </a:lnTo>
                <a:lnTo>
                  <a:pt x="855" y="4328"/>
                </a:lnTo>
                <a:lnTo>
                  <a:pt x="856" y="4328"/>
                </a:lnTo>
                <a:lnTo>
                  <a:pt x="857" y="4328"/>
                </a:lnTo>
                <a:lnTo>
                  <a:pt x="858" y="4328"/>
                </a:lnTo>
                <a:lnTo>
                  <a:pt x="859" y="4328"/>
                </a:lnTo>
                <a:lnTo>
                  <a:pt x="860" y="4328"/>
                </a:lnTo>
                <a:lnTo>
                  <a:pt x="861" y="4328"/>
                </a:lnTo>
                <a:lnTo>
                  <a:pt x="862" y="4328"/>
                </a:lnTo>
                <a:lnTo>
                  <a:pt x="863" y="4328"/>
                </a:lnTo>
                <a:lnTo>
                  <a:pt x="864" y="4328"/>
                </a:lnTo>
                <a:lnTo>
                  <a:pt x="865" y="4328"/>
                </a:lnTo>
                <a:lnTo>
                  <a:pt x="866" y="4328"/>
                </a:lnTo>
                <a:lnTo>
                  <a:pt x="867" y="4328"/>
                </a:lnTo>
                <a:lnTo>
                  <a:pt x="868" y="4328"/>
                </a:lnTo>
                <a:lnTo>
                  <a:pt x="869" y="4328"/>
                </a:lnTo>
                <a:lnTo>
                  <a:pt x="870" y="4328"/>
                </a:lnTo>
                <a:lnTo>
                  <a:pt x="871" y="4328"/>
                </a:lnTo>
                <a:lnTo>
                  <a:pt x="872" y="4328"/>
                </a:lnTo>
                <a:lnTo>
                  <a:pt x="873" y="4328"/>
                </a:lnTo>
                <a:lnTo>
                  <a:pt x="874" y="4328"/>
                </a:lnTo>
                <a:lnTo>
                  <a:pt x="875" y="4328"/>
                </a:lnTo>
                <a:lnTo>
                  <a:pt x="876" y="4328"/>
                </a:lnTo>
                <a:lnTo>
                  <a:pt x="877" y="4328"/>
                </a:lnTo>
                <a:lnTo>
                  <a:pt x="878" y="4328"/>
                </a:lnTo>
                <a:lnTo>
                  <a:pt x="879" y="4328"/>
                </a:lnTo>
                <a:lnTo>
                  <a:pt x="880" y="4328"/>
                </a:lnTo>
                <a:lnTo>
                  <a:pt x="881" y="4328"/>
                </a:lnTo>
                <a:lnTo>
                  <a:pt x="882" y="4328"/>
                </a:lnTo>
                <a:lnTo>
                  <a:pt x="883" y="4328"/>
                </a:lnTo>
                <a:lnTo>
                  <a:pt x="884" y="4328"/>
                </a:lnTo>
                <a:lnTo>
                  <a:pt x="885" y="4328"/>
                </a:lnTo>
                <a:lnTo>
                  <a:pt x="886" y="4328"/>
                </a:lnTo>
                <a:lnTo>
                  <a:pt x="887" y="4328"/>
                </a:lnTo>
                <a:lnTo>
                  <a:pt x="888" y="4328"/>
                </a:lnTo>
                <a:lnTo>
                  <a:pt x="889" y="4328"/>
                </a:lnTo>
                <a:lnTo>
                  <a:pt x="890" y="4328"/>
                </a:lnTo>
                <a:lnTo>
                  <a:pt x="891" y="4328"/>
                </a:lnTo>
                <a:lnTo>
                  <a:pt x="892" y="4328"/>
                </a:lnTo>
                <a:lnTo>
                  <a:pt x="893" y="4328"/>
                </a:lnTo>
                <a:lnTo>
                  <a:pt x="894" y="4328"/>
                </a:lnTo>
                <a:lnTo>
                  <a:pt x="895" y="4328"/>
                </a:lnTo>
                <a:lnTo>
                  <a:pt x="896" y="4328"/>
                </a:lnTo>
                <a:lnTo>
                  <a:pt x="897" y="4328"/>
                </a:lnTo>
                <a:lnTo>
                  <a:pt x="898" y="4328"/>
                </a:lnTo>
                <a:lnTo>
                  <a:pt x="899" y="4328"/>
                </a:lnTo>
                <a:lnTo>
                  <a:pt x="900" y="4328"/>
                </a:lnTo>
                <a:lnTo>
                  <a:pt x="901" y="4328"/>
                </a:lnTo>
                <a:lnTo>
                  <a:pt x="902" y="4328"/>
                </a:lnTo>
                <a:lnTo>
                  <a:pt x="903" y="4328"/>
                </a:lnTo>
                <a:lnTo>
                  <a:pt x="904" y="4328"/>
                </a:lnTo>
                <a:lnTo>
                  <a:pt x="905" y="4328"/>
                </a:lnTo>
                <a:lnTo>
                  <a:pt x="906" y="4328"/>
                </a:lnTo>
                <a:lnTo>
                  <a:pt x="907" y="4328"/>
                </a:lnTo>
                <a:lnTo>
                  <a:pt x="908" y="4328"/>
                </a:lnTo>
                <a:lnTo>
                  <a:pt x="909" y="4328"/>
                </a:lnTo>
                <a:lnTo>
                  <a:pt x="910" y="4328"/>
                </a:lnTo>
                <a:lnTo>
                  <a:pt x="911" y="4328"/>
                </a:lnTo>
                <a:lnTo>
                  <a:pt x="912" y="4328"/>
                </a:lnTo>
                <a:lnTo>
                  <a:pt x="913" y="4328"/>
                </a:lnTo>
                <a:lnTo>
                  <a:pt x="914" y="4328"/>
                </a:lnTo>
                <a:lnTo>
                  <a:pt x="915" y="4328"/>
                </a:lnTo>
                <a:lnTo>
                  <a:pt x="916" y="4328"/>
                </a:lnTo>
                <a:lnTo>
                  <a:pt x="917" y="4328"/>
                </a:lnTo>
                <a:lnTo>
                  <a:pt x="918" y="4328"/>
                </a:lnTo>
                <a:lnTo>
                  <a:pt x="919" y="4328"/>
                </a:lnTo>
                <a:lnTo>
                  <a:pt x="920" y="4328"/>
                </a:lnTo>
                <a:lnTo>
                  <a:pt x="921" y="4328"/>
                </a:lnTo>
                <a:lnTo>
                  <a:pt x="922" y="4328"/>
                </a:lnTo>
                <a:lnTo>
                  <a:pt x="923" y="4328"/>
                </a:lnTo>
                <a:lnTo>
                  <a:pt x="924" y="4328"/>
                </a:lnTo>
                <a:lnTo>
                  <a:pt x="925" y="4328"/>
                </a:lnTo>
                <a:lnTo>
                  <a:pt x="926" y="4328"/>
                </a:lnTo>
                <a:lnTo>
                  <a:pt x="927" y="4328"/>
                </a:lnTo>
                <a:lnTo>
                  <a:pt x="928" y="4328"/>
                </a:lnTo>
                <a:lnTo>
                  <a:pt x="929" y="4328"/>
                </a:lnTo>
                <a:lnTo>
                  <a:pt x="930" y="4328"/>
                </a:lnTo>
                <a:lnTo>
                  <a:pt x="931" y="4328"/>
                </a:lnTo>
                <a:lnTo>
                  <a:pt x="932" y="4328"/>
                </a:lnTo>
                <a:lnTo>
                  <a:pt x="933" y="4328"/>
                </a:lnTo>
                <a:lnTo>
                  <a:pt x="934" y="4328"/>
                </a:lnTo>
                <a:lnTo>
                  <a:pt x="935" y="4328"/>
                </a:lnTo>
                <a:lnTo>
                  <a:pt x="936" y="4328"/>
                </a:lnTo>
                <a:lnTo>
                  <a:pt x="937" y="4328"/>
                </a:lnTo>
                <a:lnTo>
                  <a:pt x="938" y="4328"/>
                </a:lnTo>
                <a:lnTo>
                  <a:pt x="939" y="4328"/>
                </a:lnTo>
                <a:lnTo>
                  <a:pt x="940" y="4328"/>
                </a:lnTo>
                <a:lnTo>
                  <a:pt x="941" y="4328"/>
                </a:lnTo>
                <a:lnTo>
                  <a:pt x="942" y="4328"/>
                </a:lnTo>
                <a:lnTo>
                  <a:pt x="943" y="4328"/>
                </a:lnTo>
                <a:lnTo>
                  <a:pt x="944" y="4328"/>
                </a:lnTo>
                <a:lnTo>
                  <a:pt x="945" y="4328"/>
                </a:lnTo>
                <a:lnTo>
                  <a:pt x="946" y="4328"/>
                </a:lnTo>
                <a:lnTo>
                  <a:pt x="947" y="4328"/>
                </a:lnTo>
                <a:lnTo>
                  <a:pt x="948" y="4328"/>
                </a:lnTo>
                <a:lnTo>
                  <a:pt x="949" y="4328"/>
                </a:lnTo>
                <a:lnTo>
                  <a:pt x="950" y="4328"/>
                </a:lnTo>
                <a:lnTo>
                  <a:pt x="951" y="4328"/>
                </a:lnTo>
                <a:lnTo>
                  <a:pt x="952" y="4328"/>
                </a:lnTo>
                <a:lnTo>
                  <a:pt x="953" y="4328"/>
                </a:lnTo>
                <a:lnTo>
                  <a:pt x="954" y="4328"/>
                </a:lnTo>
                <a:lnTo>
                  <a:pt x="955" y="4328"/>
                </a:lnTo>
                <a:lnTo>
                  <a:pt x="956" y="4328"/>
                </a:lnTo>
                <a:lnTo>
                  <a:pt x="957" y="4328"/>
                </a:lnTo>
                <a:lnTo>
                  <a:pt x="958" y="4328"/>
                </a:lnTo>
                <a:lnTo>
                  <a:pt x="959" y="4328"/>
                </a:lnTo>
                <a:lnTo>
                  <a:pt x="960" y="4328"/>
                </a:lnTo>
                <a:lnTo>
                  <a:pt x="961" y="4328"/>
                </a:lnTo>
                <a:lnTo>
                  <a:pt x="962" y="4328"/>
                </a:lnTo>
                <a:lnTo>
                  <a:pt x="963" y="4328"/>
                </a:lnTo>
                <a:lnTo>
                  <a:pt x="964" y="4328"/>
                </a:lnTo>
                <a:lnTo>
                  <a:pt x="965" y="4328"/>
                </a:lnTo>
                <a:lnTo>
                  <a:pt x="966" y="4328"/>
                </a:lnTo>
                <a:lnTo>
                  <a:pt x="967" y="4328"/>
                </a:lnTo>
                <a:lnTo>
                  <a:pt x="968" y="4328"/>
                </a:lnTo>
                <a:lnTo>
                  <a:pt x="969" y="4328"/>
                </a:lnTo>
                <a:lnTo>
                  <a:pt x="970" y="4328"/>
                </a:lnTo>
                <a:lnTo>
                  <a:pt x="971" y="4328"/>
                </a:lnTo>
                <a:lnTo>
                  <a:pt x="972" y="4328"/>
                </a:lnTo>
                <a:lnTo>
                  <a:pt x="973" y="4328"/>
                </a:lnTo>
                <a:lnTo>
                  <a:pt x="974" y="4328"/>
                </a:lnTo>
                <a:lnTo>
                  <a:pt x="975" y="4328"/>
                </a:lnTo>
                <a:lnTo>
                  <a:pt x="976" y="4328"/>
                </a:lnTo>
                <a:lnTo>
                  <a:pt x="977" y="4328"/>
                </a:lnTo>
                <a:lnTo>
                  <a:pt x="978" y="4328"/>
                </a:lnTo>
                <a:lnTo>
                  <a:pt x="979" y="4328"/>
                </a:lnTo>
                <a:lnTo>
                  <a:pt x="980" y="4328"/>
                </a:lnTo>
                <a:lnTo>
                  <a:pt x="981" y="4328"/>
                </a:lnTo>
                <a:lnTo>
                  <a:pt x="982" y="4328"/>
                </a:lnTo>
                <a:lnTo>
                  <a:pt x="983" y="4328"/>
                </a:lnTo>
                <a:lnTo>
                  <a:pt x="984" y="4328"/>
                </a:lnTo>
                <a:lnTo>
                  <a:pt x="985" y="4328"/>
                </a:lnTo>
                <a:lnTo>
                  <a:pt x="986" y="4328"/>
                </a:lnTo>
                <a:lnTo>
                  <a:pt x="987" y="4328"/>
                </a:lnTo>
                <a:lnTo>
                  <a:pt x="988" y="4328"/>
                </a:lnTo>
                <a:lnTo>
                  <a:pt x="989" y="4328"/>
                </a:lnTo>
                <a:lnTo>
                  <a:pt x="990" y="4328"/>
                </a:lnTo>
                <a:lnTo>
                  <a:pt x="991" y="4328"/>
                </a:lnTo>
                <a:lnTo>
                  <a:pt x="992" y="4328"/>
                </a:lnTo>
                <a:lnTo>
                  <a:pt x="993" y="4328"/>
                </a:lnTo>
                <a:lnTo>
                  <a:pt x="994" y="4328"/>
                </a:lnTo>
                <a:lnTo>
                  <a:pt x="995" y="4328"/>
                </a:lnTo>
                <a:lnTo>
                  <a:pt x="996" y="4328"/>
                </a:lnTo>
                <a:lnTo>
                  <a:pt x="997" y="4328"/>
                </a:lnTo>
                <a:lnTo>
                  <a:pt x="998" y="4328"/>
                </a:lnTo>
                <a:lnTo>
                  <a:pt x="999" y="4328"/>
                </a:lnTo>
                <a:lnTo>
                  <a:pt x="1000" y="4328"/>
                </a:lnTo>
                <a:lnTo>
                  <a:pt x="1001" y="4328"/>
                </a:lnTo>
                <a:lnTo>
                  <a:pt x="1002" y="4328"/>
                </a:lnTo>
                <a:lnTo>
                  <a:pt x="1003" y="4328"/>
                </a:lnTo>
                <a:lnTo>
                  <a:pt x="1004" y="4328"/>
                </a:lnTo>
                <a:lnTo>
                  <a:pt x="1005" y="4328"/>
                </a:lnTo>
                <a:lnTo>
                  <a:pt x="1006" y="4328"/>
                </a:lnTo>
                <a:lnTo>
                  <a:pt x="1007" y="4328"/>
                </a:lnTo>
                <a:lnTo>
                  <a:pt x="1008" y="4328"/>
                </a:lnTo>
                <a:lnTo>
                  <a:pt x="1009" y="4328"/>
                </a:lnTo>
                <a:lnTo>
                  <a:pt x="1010" y="4328"/>
                </a:lnTo>
                <a:lnTo>
                  <a:pt x="1011" y="4328"/>
                </a:lnTo>
                <a:lnTo>
                  <a:pt x="1012" y="4328"/>
                </a:lnTo>
                <a:lnTo>
                  <a:pt x="1013" y="4328"/>
                </a:lnTo>
                <a:lnTo>
                  <a:pt x="1014" y="4328"/>
                </a:lnTo>
                <a:lnTo>
                  <a:pt x="1015" y="4328"/>
                </a:lnTo>
                <a:lnTo>
                  <a:pt x="1016" y="4328"/>
                </a:lnTo>
                <a:lnTo>
                  <a:pt x="1017" y="4328"/>
                </a:lnTo>
                <a:lnTo>
                  <a:pt x="1018" y="4328"/>
                </a:lnTo>
                <a:lnTo>
                  <a:pt x="1019" y="4328"/>
                </a:lnTo>
                <a:lnTo>
                  <a:pt x="1020" y="4328"/>
                </a:lnTo>
                <a:lnTo>
                  <a:pt x="1021" y="4328"/>
                </a:lnTo>
                <a:lnTo>
                  <a:pt x="1022" y="4328"/>
                </a:lnTo>
                <a:lnTo>
                  <a:pt x="1023" y="4328"/>
                </a:lnTo>
                <a:lnTo>
                  <a:pt x="1024" y="4328"/>
                </a:lnTo>
                <a:lnTo>
                  <a:pt x="1025" y="4328"/>
                </a:lnTo>
                <a:lnTo>
                  <a:pt x="1026" y="4328"/>
                </a:lnTo>
                <a:lnTo>
                  <a:pt x="1027" y="4328"/>
                </a:lnTo>
                <a:lnTo>
                  <a:pt x="1028" y="4328"/>
                </a:lnTo>
                <a:lnTo>
                  <a:pt x="1029" y="4328"/>
                </a:lnTo>
                <a:lnTo>
                  <a:pt x="1030" y="4328"/>
                </a:lnTo>
                <a:lnTo>
                  <a:pt x="1031" y="4328"/>
                </a:lnTo>
                <a:lnTo>
                  <a:pt x="1032" y="4328"/>
                </a:lnTo>
                <a:lnTo>
                  <a:pt x="1033" y="4328"/>
                </a:lnTo>
                <a:lnTo>
                  <a:pt x="1034" y="4328"/>
                </a:lnTo>
                <a:lnTo>
                  <a:pt x="1035" y="4328"/>
                </a:lnTo>
                <a:lnTo>
                  <a:pt x="1036" y="4328"/>
                </a:lnTo>
                <a:lnTo>
                  <a:pt x="1037" y="4328"/>
                </a:lnTo>
                <a:lnTo>
                  <a:pt x="1038" y="4328"/>
                </a:lnTo>
                <a:lnTo>
                  <a:pt x="1039" y="4328"/>
                </a:lnTo>
                <a:lnTo>
                  <a:pt x="1040" y="4328"/>
                </a:lnTo>
                <a:lnTo>
                  <a:pt x="1041" y="4328"/>
                </a:lnTo>
                <a:lnTo>
                  <a:pt x="1042" y="4328"/>
                </a:lnTo>
                <a:lnTo>
                  <a:pt x="1043" y="4328"/>
                </a:lnTo>
                <a:lnTo>
                  <a:pt x="1044" y="4328"/>
                </a:lnTo>
                <a:lnTo>
                  <a:pt x="1045" y="4328"/>
                </a:lnTo>
                <a:lnTo>
                  <a:pt x="1046" y="4328"/>
                </a:lnTo>
                <a:lnTo>
                  <a:pt x="1047" y="4328"/>
                </a:lnTo>
                <a:lnTo>
                  <a:pt x="1048" y="4328"/>
                </a:lnTo>
                <a:lnTo>
                  <a:pt x="1049" y="4328"/>
                </a:lnTo>
                <a:lnTo>
                  <a:pt x="1050" y="4328"/>
                </a:lnTo>
                <a:lnTo>
                  <a:pt x="1051" y="4328"/>
                </a:lnTo>
                <a:lnTo>
                  <a:pt x="1052" y="4328"/>
                </a:lnTo>
                <a:lnTo>
                  <a:pt x="1053" y="4328"/>
                </a:lnTo>
                <a:lnTo>
                  <a:pt x="1054" y="4328"/>
                </a:lnTo>
                <a:lnTo>
                  <a:pt x="1055" y="4328"/>
                </a:lnTo>
                <a:lnTo>
                  <a:pt x="1056" y="4328"/>
                </a:lnTo>
                <a:lnTo>
                  <a:pt x="1057" y="4328"/>
                </a:lnTo>
                <a:lnTo>
                  <a:pt x="1058" y="4328"/>
                </a:lnTo>
                <a:lnTo>
                  <a:pt x="1059" y="4328"/>
                </a:lnTo>
                <a:lnTo>
                  <a:pt x="1060" y="4328"/>
                </a:lnTo>
                <a:lnTo>
                  <a:pt x="1061" y="4328"/>
                </a:lnTo>
                <a:lnTo>
                  <a:pt x="1062" y="4328"/>
                </a:lnTo>
                <a:lnTo>
                  <a:pt x="1063" y="4328"/>
                </a:lnTo>
                <a:lnTo>
                  <a:pt x="1064" y="4328"/>
                </a:lnTo>
                <a:lnTo>
                  <a:pt x="1065" y="4328"/>
                </a:lnTo>
                <a:lnTo>
                  <a:pt x="1066" y="4328"/>
                </a:lnTo>
                <a:lnTo>
                  <a:pt x="1067" y="4328"/>
                </a:lnTo>
                <a:lnTo>
                  <a:pt x="1068" y="4328"/>
                </a:lnTo>
                <a:lnTo>
                  <a:pt x="1069" y="4328"/>
                </a:lnTo>
                <a:lnTo>
                  <a:pt x="1070" y="4328"/>
                </a:lnTo>
                <a:lnTo>
                  <a:pt x="1071" y="4328"/>
                </a:lnTo>
                <a:lnTo>
                  <a:pt x="1072" y="4328"/>
                </a:lnTo>
                <a:lnTo>
                  <a:pt x="1073" y="4328"/>
                </a:lnTo>
                <a:lnTo>
                  <a:pt x="1074" y="4328"/>
                </a:lnTo>
                <a:lnTo>
                  <a:pt x="1075" y="4328"/>
                </a:lnTo>
                <a:lnTo>
                  <a:pt x="1076" y="4328"/>
                </a:lnTo>
                <a:lnTo>
                  <a:pt x="1077" y="4328"/>
                </a:lnTo>
                <a:lnTo>
                  <a:pt x="1078" y="4328"/>
                </a:lnTo>
                <a:lnTo>
                  <a:pt x="1079" y="4328"/>
                </a:lnTo>
                <a:lnTo>
                  <a:pt x="1080" y="4328"/>
                </a:lnTo>
                <a:lnTo>
                  <a:pt x="1081" y="4328"/>
                </a:lnTo>
                <a:lnTo>
                  <a:pt x="1082" y="4328"/>
                </a:lnTo>
                <a:lnTo>
                  <a:pt x="1083" y="4328"/>
                </a:lnTo>
                <a:lnTo>
                  <a:pt x="1084" y="4328"/>
                </a:lnTo>
                <a:lnTo>
                  <a:pt x="1085" y="4328"/>
                </a:lnTo>
                <a:lnTo>
                  <a:pt x="1086" y="4328"/>
                </a:lnTo>
                <a:lnTo>
                  <a:pt x="1087" y="4328"/>
                </a:lnTo>
                <a:lnTo>
                  <a:pt x="1088" y="4328"/>
                </a:lnTo>
                <a:lnTo>
                  <a:pt x="1089" y="4328"/>
                </a:lnTo>
                <a:lnTo>
                  <a:pt x="1090" y="4328"/>
                </a:lnTo>
                <a:lnTo>
                  <a:pt x="1091" y="4328"/>
                </a:lnTo>
                <a:lnTo>
                  <a:pt x="1092" y="4328"/>
                </a:lnTo>
                <a:lnTo>
                  <a:pt x="1093" y="4328"/>
                </a:lnTo>
                <a:lnTo>
                  <a:pt x="1094" y="4328"/>
                </a:lnTo>
                <a:lnTo>
                  <a:pt x="1095" y="4328"/>
                </a:lnTo>
                <a:lnTo>
                  <a:pt x="1096" y="4328"/>
                </a:lnTo>
                <a:lnTo>
                  <a:pt x="1097" y="4328"/>
                </a:lnTo>
                <a:lnTo>
                  <a:pt x="1098" y="4328"/>
                </a:lnTo>
                <a:lnTo>
                  <a:pt x="1099" y="4328"/>
                </a:lnTo>
                <a:lnTo>
                  <a:pt x="1100" y="4328"/>
                </a:lnTo>
                <a:lnTo>
                  <a:pt x="1101" y="4328"/>
                </a:lnTo>
                <a:lnTo>
                  <a:pt x="1102" y="4328"/>
                </a:lnTo>
                <a:lnTo>
                  <a:pt x="1103" y="4328"/>
                </a:lnTo>
                <a:lnTo>
                  <a:pt x="1104" y="4328"/>
                </a:lnTo>
                <a:lnTo>
                  <a:pt x="1105" y="4328"/>
                </a:lnTo>
                <a:lnTo>
                  <a:pt x="1106" y="4328"/>
                </a:lnTo>
                <a:lnTo>
                  <a:pt x="1107" y="4328"/>
                </a:lnTo>
                <a:lnTo>
                  <a:pt x="1108" y="4328"/>
                </a:lnTo>
                <a:lnTo>
                  <a:pt x="1109" y="4328"/>
                </a:lnTo>
                <a:lnTo>
                  <a:pt x="1110" y="4328"/>
                </a:lnTo>
                <a:lnTo>
                  <a:pt x="1111" y="4328"/>
                </a:lnTo>
                <a:lnTo>
                  <a:pt x="1112" y="4328"/>
                </a:lnTo>
                <a:lnTo>
                  <a:pt x="1113" y="4328"/>
                </a:lnTo>
                <a:lnTo>
                  <a:pt x="1114" y="4328"/>
                </a:lnTo>
                <a:lnTo>
                  <a:pt x="1115" y="4328"/>
                </a:lnTo>
                <a:lnTo>
                  <a:pt x="1116" y="4328"/>
                </a:lnTo>
                <a:lnTo>
                  <a:pt x="1117" y="4328"/>
                </a:lnTo>
                <a:lnTo>
                  <a:pt x="1118" y="4328"/>
                </a:lnTo>
                <a:lnTo>
                  <a:pt x="1119" y="4328"/>
                </a:lnTo>
                <a:lnTo>
                  <a:pt x="1120" y="4328"/>
                </a:lnTo>
                <a:lnTo>
                  <a:pt x="1121" y="4328"/>
                </a:lnTo>
                <a:lnTo>
                  <a:pt x="1122" y="4328"/>
                </a:lnTo>
                <a:lnTo>
                  <a:pt x="1123" y="4328"/>
                </a:lnTo>
                <a:lnTo>
                  <a:pt x="1124" y="4328"/>
                </a:lnTo>
                <a:lnTo>
                  <a:pt x="1125" y="4328"/>
                </a:lnTo>
                <a:lnTo>
                  <a:pt x="1126" y="4328"/>
                </a:lnTo>
                <a:lnTo>
                  <a:pt x="1127" y="4328"/>
                </a:lnTo>
                <a:lnTo>
                  <a:pt x="1128" y="4328"/>
                </a:lnTo>
                <a:lnTo>
                  <a:pt x="1129" y="4328"/>
                </a:lnTo>
                <a:lnTo>
                  <a:pt x="1130" y="4328"/>
                </a:lnTo>
                <a:lnTo>
                  <a:pt x="1131" y="4328"/>
                </a:lnTo>
                <a:lnTo>
                  <a:pt x="1132" y="4328"/>
                </a:lnTo>
                <a:lnTo>
                  <a:pt x="1133" y="4328"/>
                </a:lnTo>
                <a:lnTo>
                  <a:pt x="1134" y="4328"/>
                </a:lnTo>
                <a:lnTo>
                  <a:pt x="1135" y="4328"/>
                </a:lnTo>
                <a:lnTo>
                  <a:pt x="1136" y="4328"/>
                </a:lnTo>
                <a:lnTo>
                  <a:pt x="1137" y="4328"/>
                </a:lnTo>
                <a:lnTo>
                  <a:pt x="1138" y="4328"/>
                </a:lnTo>
                <a:lnTo>
                  <a:pt x="1139" y="4328"/>
                </a:lnTo>
                <a:lnTo>
                  <a:pt x="1140" y="4328"/>
                </a:lnTo>
                <a:lnTo>
                  <a:pt x="1141" y="4328"/>
                </a:lnTo>
                <a:lnTo>
                  <a:pt x="1142" y="4328"/>
                </a:lnTo>
                <a:lnTo>
                  <a:pt x="1144" y="4328"/>
                </a:lnTo>
                <a:lnTo>
                  <a:pt x="1145" y="4328"/>
                </a:lnTo>
                <a:lnTo>
                  <a:pt x="1146" y="4328"/>
                </a:lnTo>
                <a:lnTo>
                  <a:pt x="1147" y="4328"/>
                </a:lnTo>
                <a:lnTo>
                  <a:pt x="1148" y="4328"/>
                </a:lnTo>
                <a:lnTo>
                  <a:pt x="1149" y="4328"/>
                </a:lnTo>
                <a:lnTo>
                  <a:pt x="1150" y="4328"/>
                </a:lnTo>
                <a:lnTo>
                  <a:pt x="1151" y="4328"/>
                </a:lnTo>
                <a:lnTo>
                  <a:pt x="1152" y="4328"/>
                </a:lnTo>
                <a:lnTo>
                  <a:pt x="1153" y="4328"/>
                </a:lnTo>
                <a:lnTo>
                  <a:pt x="1154" y="4328"/>
                </a:lnTo>
                <a:lnTo>
                  <a:pt x="1155" y="4328"/>
                </a:lnTo>
                <a:lnTo>
                  <a:pt x="1156" y="4328"/>
                </a:lnTo>
                <a:lnTo>
                  <a:pt x="1157" y="4328"/>
                </a:lnTo>
                <a:lnTo>
                  <a:pt x="1158" y="4328"/>
                </a:lnTo>
                <a:lnTo>
                  <a:pt x="1159" y="4328"/>
                </a:lnTo>
                <a:lnTo>
                  <a:pt x="1160" y="4328"/>
                </a:lnTo>
                <a:lnTo>
                  <a:pt x="1161" y="4328"/>
                </a:lnTo>
                <a:lnTo>
                  <a:pt x="1162" y="4328"/>
                </a:lnTo>
                <a:lnTo>
                  <a:pt x="1163" y="4328"/>
                </a:lnTo>
                <a:lnTo>
                  <a:pt x="1164" y="4328"/>
                </a:lnTo>
                <a:lnTo>
                  <a:pt x="1165" y="4328"/>
                </a:lnTo>
                <a:lnTo>
                  <a:pt x="1166" y="4328"/>
                </a:lnTo>
                <a:lnTo>
                  <a:pt x="1167" y="4328"/>
                </a:lnTo>
                <a:lnTo>
                  <a:pt x="1168" y="4328"/>
                </a:lnTo>
                <a:lnTo>
                  <a:pt x="1169" y="4328"/>
                </a:lnTo>
                <a:lnTo>
                  <a:pt x="1170" y="4328"/>
                </a:lnTo>
                <a:lnTo>
                  <a:pt x="1171" y="4328"/>
                </a:lnTo>
                <a:lnTo>
                  <a:pt x="1172" y="4328"/>
                </a:lnTo>
                <a:lnTo>
                  <a:pt x="1173" y="4328"/>
                </a:lnTo>
                <a:lnTo>
                  <a:pt x="1174" y="4328"/>
                </a:lnTo>
                <a:lnTo>
                  <a:pt x="1175" y="4328"/>
                </a:lnTo>
                <a:lnTo>
                  <a:pt x="1176" y="4328"/>
                </a:lnTo>
                <a:lnTo>
                  <a:pt x="1177" y="4328"/>
                </a:lnTo>
                <a:lnTo>
                  <a:pt x="1178" y="4328"/>
                </a:lnTo>
                <a:lnTo>
                  <a:pt x="1179" y="4328"/>
                </a:lnTo>
                <a:lnTo>
                  <a:pt x="1180" y="4328"/>
                </a:lnTo>
                <a:lnTo>
                  <a:pt x="1181" y="4328"/>
                </a:lnTo>
                <a:lnTo>
                  <a:pt x="1182" y="4328"/>
                </a:lnTo>
                <a:lnTo>
                  <a:pt x="1183" y="4328"/>
                </a:lnTo>
                <a:lnTo>
                  <a:pt x="1184" y="4328"/>
                </a:lnTo>
                <a:lnTo>
                  <a:pt x="1185" y="4328"/>
                </a:lnTo>
                <a:lnTo>
                  <a:pt x="1186" y="4328"/>
                </a:lnTo>
                <a:lnTo>
                  <a:pt x="1187" y="4328"/>
                </a:lnTo>
                <a:lnTo>
                  <a:pt x="1188" y="4328"/>
                </a:lnTo>
                <a:lnTo>
                  <a:pt x="1189" y="4328"/>
                </a:lnTo>
                <a:lnTo>
                  <a:pt x="1190" y="4328"/>
                </a:lnTo>
                <a:lnTo>
                  <a:pt x="1191" y="4328"/>
                </a:lnTo>
                <a:lnTo>
                  <a:pt x="1192" y="4328"/>
                </a:lnTo>
                <a:lnTo>
                  <a:pt x="1193" y="4328"/>
                </a:lnTo>
                <a:lnTo>
                  <a:pt x="1194" y="4328"/>
                </a:lnTo>
                <a:lnTo>
                  <a:pt x="1195" y="4328"/>
                </a:lnTo>
                <a:lnTo>
                  <a:pt x="1196" y="4328"/>
                </a:lnTo>
                <a:lnTo>
                  <a:pt x="1197" y="4328"/>
                </a:lnTo>
                <a:lnTo>
                  <a:pt x="1198" y="4328"/>
                </a:lnTo>
                <a:lnTo>
                  <a:pt x="1199" y="4328"/>
                </a:lnTo>
                <a:lnTo>
                  <a:pt x="1200" y="4328"/>
                </a:lnTo>
                <a:lnTo>
                  <a:pt x="1201" y="4328"/>
                </a:lnTo>
                <a:lnTo>
                  <a:pt x="1202" y="4328"/>
                </a:lnTo>
                <a:lnTo>
                  <a:pt x="1203" y="4328"/>
                </a:lnTo>
                <a:lnTo>
                  <a:pt x="1204" y="4328"/>
                </a:lnTo>
                <a:lnTo>
                  <a:pt x="1205" y="4328"/>
                </a:lnTo>
                <a:lnTo>
                  <a:pt x="1206" y="4328"/>
                </a:lnTo>
                <a:lnTo>
                  <a:pt x="1207" y="4328"/>
                </a:lnTo>
                <a:lnTo>
                  <a:pt x="1208" y="4328"/>
                </a:lnTo>
                <a:lnTo>
                  <a:pt x="1209" y="4328"/>
                </a:lnTo>
                <a:lnTo>
                  <a:pt x="1210" y="4328"/>
                </a:lnTo>
                <a:lnTo>
                  <a:pt x="1211" y="4328"/>
                </a:lnTo>
                <a:lnTo>
                  <a:pt x="1212" y="4328"/>
                </a:lnTo>
                <a:lnTo>
                  <a:pt x="1213" y="4328"/>
                </a:lnTo>
                <a:lnTo>
                  <a:pt x="1214" y="4328"/>
                </a:lnTo>
                <a:lnTo>
                  <a:pt x="1215" y="4328"/>
                </a:lnTo>
                <a:lnTo>
                  <a:pt x="1216" y="4328"/>
                </a:lnTo>
                <a:lnTo>
                  <a:pt x="1217" y="4328"/>
                </a:lnTo>
                <a:lnTo>
                  <a:pt x="1218" y="4328"/>
                </a:lnTo>
                <a:lnTo>
                  <a:pt x="1219" y="4328"/>
                </a:lnTo>
                <a:lnTo>
                  <a:pt x="1220" y="4328"/>
                </a:lnTo>
                <a:lnTo>
                  <a:pt x="1221" y="4328"/>
                </a:lnTo>
                <a:lnTo>
                  <a:pt x="1222" y="4328"/>
                </a:lnTo>
                <a:lnTo>
                  <a:pt x="1223" y="4328"/>
                </a:lnTo>
                <a:lnTo>
                  <a:pt x="1224" y="4328"/>
                </a:lnTo>
                <a:lnTo>
                  <a:pt x="1225" y="4328"/>
                </a:lnTo>
                <a:lnTo>
                  <a:pt x="1226" y="4328"/>
                </a:lnTo>
                <a:lnTo>
                  <a:pt x="1227" y="4328"/>
                </a:lnTo>
                <a:lnTo>
                  <a:pt x="1228" y="4328"/>
                </a:lnTo>
                <a:lnTo>
                  <a:pt x="1229" y="4328"/>
                </a:lnTo>
                <a:lnTo>
                  <a:pt x="1230" y="4328"/>
                </a:lnTo>
                <a:lnTo>
                  <a:pt x="1231" y="4328"/>
                </a:lnTo>
                <a:lnTo>
                  <a:pt x="1232" y="4328"/>
                </a:lnTo>
                <a:lnTo>
                  <a:pt x="1233" y="4328"/>
                </a:lnTo>
                <a:lnTo>
                  <a:pt x="1234" y="4328"/>
                </a:lnTo>
                <a:lnTo>
                  <a:pt x="1235" y="4328"/>
                </a:lnTo>
                <a:lnTo>
                  <a:pt x="1236" y="4328"/>
                </a:lnTo>
                <a:lnTo>
                  <a:pt x="1237" y="4328"/>
                </a:lnTo>
                <a:lnTo>
                  <a:pt x="1238" y="4328"/>
                </a:lnTo>
                <a:lnTo>
                  <a:pt x="1239" y="4328"/>
                </a:lnTo>
                <a:lnTo>
                  <a:pt x="1240" y="4328"/>
                </a:lnTo>
                <a:lnTo>
                  <a:pt x="1241" y="4328"/>
                </a:lnTo>
                <a:lnTo>
                  <a:pt x="1242" y="4328"/>
                </a:lnTo>
                <a:lnTo>
                  <a:pt x="1243" y="4328"/>
                </a:lnTo>
                <a:lnTo>
                  <a:pt x="1244" y="4328"/>
                </a:lnTo>
                <a:lnTo>
                  <a:pt x="1245" y="4328"/>
                </a:lnTo>
                <a:lnTo>
                  <a:pt x="1246" y="4328"/>
                </a:lnTo>
                <a:lnTo>
                  <a:pt x="1247" y="4328"/>
                </a:lnTo>
                <a:lnTo>
                  <a:pt x="1248" y="4328"/>
                </a:lnTo>
                <a:lnTo>
                  <a:pt x="1249" y="4328"/>
                </a:lnTo>
                <a:lnTo>
                  <a:pt x="1250" y="4328"/>
                </a:lnTo>
                <a:lnTo>
                  <a:pt x="1251" y="4328"/>
                </a:lnTo>
                <a:lnTo>
                  <a:pt x="1252" y="4328"/>
                </a:lnTo>
                <a:lnTo>
                  <a:pt x="1253" y="4328"/>
                </a:lnTo>
                <a:lnTo>
                  <a:pt x="1254" y="4328"/>
                </a:lnTo>
                <a:lnTo>
                  <a:pt x="1255" y="4328"/>
                </a:lnTo>
                <a:lnTo>
                  <a:pt x="1256" y="4328"/>
                </a:lnTo>
                <a:lnTo>
                  <a:pt x="1257" y="4328"/>
                </a:lnTo>
                <a:lnTo>
                  <a:pt x="1258" y="4328"/>
                </a:lnTo>
                <a:lnTo>
                  <a:pt x="1259" y="4328"/>
                </a:lnTo>
                <a:lnTo>
                  <a:pt x="1260" y="4328"/>
                </a:lnTo>
                <a:lnTo>
                  <a:pt x="1261" y="4328"/>
                </a:lnTo>
                <a:lnTo>
                  <a:pt x="1262" y="4328"/>
                </a:lnTo>
                <a:lnTo>
                  <a:pt x="1263" y="4328"/>
                </a:lnTo>
                <a:lnTo>
                  <a:pt x="1264" y="4328"/>
                </a:lnTo>
                <a:lnTo>
                  <a:pt x="1265" y="4328"/>
                </a:lnTo>
                <a:lnTo>
                  <a:pt x="1266" y="4328"/>
                </a:lnTo>
                <a:lnTo>
                  <a:pt x="1267" y="4328"/>
                </a:lnTo>
                <a:lnTo>
                  <a:pt x="1268" y="4328"/>
                </a:lnTo>
                <a:lnTo>
                  <a:pt x="1269" y="4328"/>
                </a:lnTo>
                <a:lnTo>
                  <a:pt x="1270" y="4328"/>
                </a:lnTo>
                <a:lnTo>
                  <a:pt x="1271" y="4328"/>
                </a:lnTo>
                <a:lnTo>
                  <a:pt x="1272" y="4328"/>
                </a:lnTo>
                <a:lnTo>
                  <a:pt x="1273" y="4328"/>
                </a:lnTo>
                <a:lnTo>
                  <a:pt x="1274" y="4328"/>
                </a:lnTo>
                <a:lnTo>
                  <a:pt x="1275" y="4328"/>
                </a:lnTo>
                <a:lnTo>
                  <a:pt x="1276" y="4328"/>
                </a:lnTo>
                <a:lnTo>
                  <a:pt x="1277" y="4328"/>
                </a:lnTo>
                <a:lnTo>
                  <a:pt x="1278" y="4328"/>
                </a:lnTo>
                <a:lnTo>
                  <a:pt x="1279" y="4328"/>
                </a:lnTo>
                <a:lnTo>
                  <a:pt x="1280" y="4328"/>
                </a:lnTo>
                <a:lnTo>
                  <a:pt x="1281" y="4328"/>
                </a:lnTo>
                <a:lnTo>
                  <a:pt x="1282" y="4328"/>
                </a:lnTo>
                <a:lnTo>
                  <a:pt x="1283" y="4328"/>
                </a:lnTo>
                <a:lnTo>
                  <a:pt x="1284" y="4328"/>
                </a:lnTo>
                <a:lnTo>
                  <a:pt x="1285" y="4328"/>
                </a:lnTo>
                <a:lnTo>
                  <a:pt x="1286" y="4328"/>
                </a:lnTo>
                <a:lnTo>
                  <a:pt x="1287" y="4328"/>
                </a:lnTo>
                <a:lnTo>
                  <a:pt x="1288" y="4328"/>
                </a:lnTo>
                <a:lnTo>
                  <a:pt x="1289" y="4328"/>
                </a:lnTo>
                <a:lnTo>
                  <a:pt x="1290" y="4328"/>
                </a:lnTo>
                <a:lnTo>
                  <a:pt x="1291" y="4328"/>
                </a:lnTo>
                <a:lnTo>
                  <a:pt x="1292" y="4328"/>
                </a:lnTo>
                <a:lnTo>
                  <a:pt x="1293" y="4328"/>
                </a:lnTo>
                <a:lnTo>
                  <a:pt x="1294" y="4328"/>
                </a:lnTo>
                <a:lnTo>
                  <a:pt x="1295" y="4328"/>
                </a:lnTo>
                <a:lnTo>
                  <a:pt x="1296" y="4328"/>
                </a:lnTo>
                <a:lnTo>
                  <a:pt x="1297" y="4328"/>
                </a:lnTo>
                <a:lnTo>
                  <a:pt x="1298" y="4328"/>
                </a:lnTo>
                <a:lnTo>
                  <a:pt x="1299" y="4328"/>
                </a:lnTo>
                <a:lnTo>
                  <a:pt x="1300" y="4328"/>
                </a:lnTo>
                <a:lnTo>
                  <a:pt x="1301" y="4328"/>
                </a:lnTo>
                <a:lnTo>
                  <a:pt x="1302" y="4328"/>
                </a:lnTo>
                <a:lnTo>
                  <a:pt x="1303" y="4328"/>
                </a:lnTo>
                <a:lnTo>
                  <a:pt x="1304" y="4328"/>
                </a:lnTo>
                <a:lnTo>
                  <a:pt x="1305" y="4328"/>
                </a:lnTo>
                <a:lnTo>
                  <a:pt x="1306" y="4328"/>
                </a:lnTo>
                <a:lnTo>
                  <a:pt x="1307" y="4328"/>
                </a:lnTo>
                <a:lnTo>
                  <a:pt x="1308" y="4328"/>
                </a:lnTo>
                <a:lnTo>
                  <a:pt x="1309" y="4328"/>
                </a:lnTo>
                <a:lnTo>
                  <a:pt x="1310" y="4328"/>
                </a:lnTo>
                <a:lnTo>
                  <a:pt x="1311" y="4328"/>
                </a:lnTo>
                <a:lnTo>
                  <a:pt x="1312" y="4328"/>
                </a:lnTo>
                <a:lnTo>
                  <a:pt x="1313" y="4328"/>
                </a:lnTo>
                <a:lnTo>
                  <a:pt x="1314" y="4328"/>
                </a:lnTo>
                <a:lnTo>
                  <a:pt x="1315" y="4328"/>
                </a:lnTo>
                <a:lnTo>
                  <a:pt x="1316" y="4328"/>
                </a:lnTo>
                <a:lnTo>
                  <a:pt x="1317" y="4328"/>
                </a:lnTo>
                <a:lnTo>
                  <a:pt x="1318" y="4328"/>
                </a:lnTo>
                <a:lnTo>
                  <a:pt x="1319" y="4328"/>
                </a:lnTo>
                <a:lnTo>
                  <a:pt x="1320" y="4328"/>
                </a:lnTo>
                <a:lnTo>
                  <a:pt x="1321" y="4328"/>
                </a:lnTo>
                <a:lnTo>
                  <a:pt x="1322" y="4328"/>
                </a:lnTo>
                <a:lnTo>
                  <a:pt x="1323" y="4328"/>
                </a:lnTo>
                <a:lnTo>
                  <a:pt x="1324" y="4328"/>
                </a:lnTo>
                <a:lnTo>
                  <a:pt x="1325" y="4328"/>
                </a:lnTo>
                <a:lnTo>
                  <a:pt x="1326" y="4328"/>
                </a:lnTo>
                <a:lnTo>
                  <a:pt x="1327" y="4328"/>
                </a:lnTo>
                <a:lnTo>
                  <a:pt x="1328" y="4328"/>
                </a:lnTo>
                <a:lnTo>
                  <a:pt x="1329" y="4328"/>
                </a:lnTo>
                <a:lnTo>
                  <a:pt x="1330" y="4328"/>
                </a:lnTo>
                <a:lnTo>
                  <a:pt x="1331" y="4328"/>
                </a:lnTo>
                <a:lnTo>
                  <a:pt x="1332" y="4328"/>
                </a:lnTo>
                <a:lnTo>
                  <a:pt x="1333" y="4328"/>
                </a:lnTo>
                <a:lnTo>
                  <a:pt x="1334" y="4328"/>
                </a:lnTo>
                <a:lnTo>
                  <a:pt x="1335" y="4328"/>
                </a:lnTo>
                <a:lnTo>
                  <a:pt x="1336" y="4328"/>
                </a:lnTo>
                <a:lnTo>
                  <a:pt x="1337" y="4328"/>
                </a:lnTo>
                <a:lnTo>
                  <a:pt x="1338" y="4328"/>
                </a:lnTo>
                <a:lnTo>
                  <a:pt x="1339" y="4328"/>
                </a:lnTo>
                <a:lnTo>
                  <a:pt x="1340" y="4328"/>
                </a:lnTo>
                <a:lnTo>
                  <a:pt x="1341" y="4328"/>
                </a:lnTo>
                <a:lnTo>
                  <a:pt x="1342" y="4328"/>
                </a:lnTo>
                <a:lnTo>
                  <a:pt x="1343" y="4328"/>
                </a:lnTo>
                <a:lnTo>
                  <a:pt x="1344" y="4328"/>
                </a:lnTo>
                <a:lnTo>
                  <a:pt x="1345" y="4328"/>
                </a:lnTo>
                <a:lnTo>
                  <a:pt x="1346" y="4328"/>
                </a:lnTo>
                <a:lnTo>
                  <a:pt x="1347" y="4328"/>
                </a:lnTo>
                <a:lnTo>
                  <a:pt x="1348" y="4328"/>
                </a:lnTo>
                <a:lnTo>
                  <a:pt x="1349" y="4328"/>
                </a:lnTo>
                <a:lnTo>
                  <a:pt x="1350" y="4328"/>
                </a:lnTo>
                <a:lnTo>
                  <a:pt x="1351" y="4328"/>
                </a:lnTo>
                <a:lnTo>
                  <a:pt x="1352" y="4328"/>
                </a:lnTo>
                <a:lnTo>
                  <a:pt x="1353" y="4328"/>
                </a:lnTo>
                <a:lnTo>
                  <a:pt x="1354" y="4328"/>
                </a:lnTo>
                <a:lnTo>
                  <a:pt x="1355" y="4328"/>
                </a:lnTo>
                <a:lnTo>
                  <a:pt x="1356" y="4328"/>
                </a:lnTo>
                <a:lnTo>
                  <a:pt x="1357" y="4328"/>
                </a:lnTo>
                <a:lnTo>
                  <a:pt x="1358" y="4328"/>
                </a:lnTo>
                <a:lnTo>
                  <a:pt x="1359" y="4328"/>
                </a:lnTo>
                <a:lnTo>
                  <a:pt x="1360" y="4328"/>
                </a:lnTo>
                <a:lnTo>
                  <a:pt x="1361" y="4328"/>
                </a:lnTo>
                <a:lnTo>
                  <a:pt x="1362" y="4328"/>
                </a:lnTo>
                <a:lnTo>
                  <a:pt x="1363" y="4328"/>
                </a:lnTo>
                <a:lnTo>
                  <a:pt x="1364" y="4328"/>
                </a:lnTo>
                <a:lnTo>
                  <a:pt x="1365" y="4328"/>
                </a:lnTo>
                <a:lnTo>
                  <a:pt x="1366" y="4328"/>
                </a:lnTo>
                <a:lnTo>
                  <a:pt x="1367" y="4328"/>
                </a:lnTo>
                <a:lnTo>
                  <a:pt x="1368" y="4328"/>
                </a:lnTo>
                <a:lnTo>
                  <a:pt x="1369" y="4328"/>
                </a:lnTo>
                <a:lnTo>
                  <a:pt x="1370" y="4328"/>
                </a:lnTo>
                <a:lnTo>
                  <a:pt x="1371" y="4328"/>
                </a:lnTo>
                <a:lnTo>
                  <a:pt x="1372" y="4328"/>
                </a:lnTo>
                <a:lnTo>
                  <a:pt x="1373" y="4328"/>
                </a:lnTo>
                <a:lnTo>
                  <a:pt x="1374" y="4328"/>
                </a:lnTo>
                <a:lnTo>
                  <a:pt x="1375" y="4328"/>
                </a:lnTo>
                <a:lnTo>
                  <a:pt x="1376" y="4328"/>
                </a:lnTo>
                <a:lnTo>
                  <a:pt x="1377" y="4328"/>
                </a:lnTo>
                <a:lnTo>
                  <a:pt x="1378" y="4328"/>
                </a:lnTo>
                <a:lnTo>
                  <a:pt x="1379" y="4328"/>
                </a:lnTo>
                <a:lnTo>
                  <a:pt x="1380" y="4328"/>
                </a:lnTo>
                <a:lnTo>
                  <a:pt x="1381" y="4328"/>
                </a:lnTo>
                <a:lnTo>
                  <a:pt x="1382" y="4328"/>
                </a:lnTo>
                <a:lnTo>
                  <a:pt x="1383" y="4328"/>
                </a:lnTo>
                <a:lnTo>
                  <a:pt x="1384" y="4328"/>
                </a:lnTo>
                <a:lnTo>
                  <a:pt x="1385" y="4328"/>
                </a:lnTo>
                <a:lnTo>
                  <a:pt x="1386" y="4328"/>
                </a:lnTo>
                <a:lnTo>
                  <a:pt x="1387" y="4328"/>
                </a:lnTo>
                <a:lnTo>
                  <a:pt x="1388" y="4328"/>
                </a:lnTo>
                <a:lnTo>
                  <a:pt x="1389" y="4328"/>
                </a:lnTo>
                <a:lnTo>
                  <a:pt x="1390" y="4328"/>
                </a:lnTo>
                <a:lnTo>
                  <a:pt x="1391" y="4328"/>
                </a:lnTo>
                <a:lnTo>
                  <a:pt x="1392" y="4328"/>
                </a:lnTo>
                <a:lnTo>
                  <a:pt x="1393" y="4328"/>
                </a:lnTo>
                <a:lnTo>
                  <a:pt x="1394" y="4328"/>
                </a:lnTo>
                <a:lnTo>
                  <a:pt x="1395" y="4328"/>
                </a:lnTo>
                <a:lnTo>
                  <a:pt x="1396" y="4328"/>
                </a:lnTo>
                <a:lnTo>
                  <a:pt x="1397" y="4328"/>
                </a:lnTo>
                <a:lnTo>
                  <a:pt x="1398" y="4328"/>
                </a:lnTo>
                <a:lnTo>
                  <a:pt x="1399" y="4328"/>
                </a:lnTo>
                <a:lnTo>
                  <a:pt x="1400" y="4328"/>
                </a:lnTo>
                <a:lnTo>
                  <a:pt x="1401" y="4328"/>
                </a:lnTo>
                <a:lnTo>
                  <a:pt x="1402" y="4328"/>
                </a:lnTo>
                <a:lnTo>
                  <a:pt x="1403" y="4328"/>
                </a:lnTo>
                <a:lnTo>
                  <a:pt x="1404" y="4328"/>
                </a:lnTo>
                <a:lnTo>
                  <a:pt x="1405" y="4328"/>
                </a:lnTo>
                <a:lnTo>
                  <a:pt x="1406" y="4328"/>
                </a:lnTo>
                <a:lnTo>
                  <a:pt x="1407" y="4328"/>
                </a:lnTo>
                <a:lnTo>
                  <a:pt x="1408" y="4328"/>
                </a:lnTo>
                <a:lnTo>
                  <a:pt x="1409" y="4328"/>
                </a:lnTo>
                <a:lnTo>
                  <a:pt x="1410" y="4328"/>
                </a:lnTo>
                <a:lnTo>
                  <a:pt x="1411" y="4328"/>
                </a:lnTo>
                <a:lnTo>
                  <a:pt x="1412" y="4328"/>
                </a:lnTo>
                <a:lnTo>
                  <a:pt x="1413" y="4328"/>
                </a:lnTo>
                <a:lnTo>
                  <a:pt x="1414" y="4328"/>
                </a:lnTo>
                <a:lnTo>
                  <a:pt x="1415" y="4328"/>
                </a:lnTo>
                <a:lnTo>
                  <a:pt x="1416" y="4328"/>
                </a:lnTo>
                <a:lnTo>
                  <a:pt x="1417" y="4328"/>
                </a:lnTo>
                <a:lnTo>
                  <a:pt x="1418" y="4328"/>
                </a:lnTo>
                <a:lnTo>
                  <a:pt x="1419" y="4328"/>
                </a:lnTo>
                <a:lnTo>
                  <a:pt x="1420" y="4328"/>
                </a:lnTo>
                <a:lnTo>
                  <a:pt x="1421" y="4328"/>
                </a:lnTo>
                <a:lnTo>
                  <a:pt x="1422" y="4328"/>
                </a:lnTo>
                <a:lnTo>
                  <a:pt x="1423" y="4328"/>
                </a:lnTo>
                <a:lnTo>
                  <a:pt x="1424" y="4328"/>
                </a:lnTo>
                <a:lnTo>
                  <a:pt x="1425" y="4328"/>
                </a:lnTo>
                <a:lnTo>
                  <a:pt x="1426" y="4328"/>
                </a:lnTo>
                <a:lnTo>
                  <a:pt x="1427" y="4328"/>
                </a:lnTo>
                <a:lnTo>
                  <a:pt x="1428" y="4328"/>
                </a:lnTo>
                <a:lnTo>
                  <a:pt x="1429" y="4328"/>
                </a:lnTo>
                <a:lnTo>
                  <a:pt x="1430" y="4328"/>
                </a:lnTo>
                <a:lnTo>
                  <a:pt x="1431" y="4328"/>
                </a:lnTo>
                <a:lnTo>
                  <a:pt x="1432" y="4328"/>
                </a:lnTo>
                <a:lnTo>
                  <a:pt x="1433" y="4328"/>
                </a:lnTo>
                <a:lnTo>
                  <a:pt x="1434" y="4328"/>
                </a:lnTo>
                <a:lnTo>
                  <a:pt x="1435" y="4328"/>
                </a:lnTo>
                <a:lnTo>
                  <a:pt x="1436" y="4328"/>
                </a:lnTo>
                <a:lnTo>
                  <a:pt x="1437" y="4328"/>
                </a:lnTo>
                <a:lnTo>
                  <a:pt x="1438" y="4328"/>
                </a:lnTo>
                <a:lnTo>
                  <a:pt x="1439" y="4328"/>
                </a:lnTo>
                <a:lnTo>
                  <a:pt x="1440" y="4328"/>
                </a:lnTo>
                <a:lnTo>
                  <a:pt x="1441" y="4328"/>
                </a:lnTo>
                <a:lnTo>
                  <a:pt x="1442" y="4328"/>
                </a:lnTo>
                <a:lnTo>
                  <a:pt x="1443" y="4328"/>
                </a:lnTo>
                <a:lnTo>
                  <a:pt x="1444" y="4328"/>
                </a:lnTo>
                <a:lnTo>
                  <a:pt x="1445" y="4328"/>
                </a:lnTo>
                <a:lnTo>
                  <a:pt x="1446" y="4328"/>
                </a:lnTo>
                <a:lnTo>
                  <a:pt x="1447" y="4328"/>
                </a:lnTo>
                <a:lnTo>
                  <a:pt x="1448" y="4328"/>
                </a:lnTo>
                <a:lnTo>
                  <a:pt x="1449" y="4328"/>
                </a:lnTo>
                <a:lnTo>
                  <a:pt x="1450" y="4328"/>
                </a:lnTo>
                <a:lnTo>
                  <a:pt x="1451" y="4328"/>
                </a:lnTo>
                <a:lnTo>
                  <a:pt x="1452" y="4328"/>
                </a:lnTo>
                <a:lnTo>
                  <a:pt x="1453" y="4328"/>
                </a:lnTo>
                <a:lnTo>
                  <a:pt x="1454" y="4328"/>
                </a:lnTo>
                <a:lnTo>
                  <a:pt x="1455" y="4328"/>
                </a:lnTo>
                <a:lnTo>
                  <a:pt x="1456" y="4328"/>
                </a:lnTo>
                <a:lnTo>
                  <a:pt x="1457" y="4328"/>
                </a:lnTo>
                <a:lnTo>
                  <a:pt x="1458" y="4328"/>
                </a:lnTo>
                <a:lnTo>
                  <a:pt x="1459" y="4328"/>
                </a:lnTo>
                <a:lnTo>
                  <a:pt x="1460" y="4328"/>
                </a:lnTo>
                <a:lnTo>
                  <a:pt x="1461" y="4328"/>
                </a:lnTo>
                <a:lnTo>
                  <a:pt x="1462" y="4328"/>
                </a:lnTo>
                <a:lnTo>
                  <a:pt x="1463" y="4328"/>
                </a:lnTo>
                <a:lnTo>
                  <a:pt x="1464" y="4328"/>
                </a:lnTo>
                <a:lnTo>
                  <a:pt x="1465" y="4328"/>
                </a:lnTo>
                <a:lnTo>
                  <a:pt x="1466" y="4328"/>
                </a:lnTo>
                <a:lnTo>
                  <a:pt x="1467" y="4328"/>
                </a:lnTo>
                <a:lnTo>
                  <a:pt x="1468" y="4328"/>
                </a:lnTo>
                <a:lnTo>
                  <a:pt x="1469" y="4328"/>
                </a:lnTo>
                <a:lnTo>
                  <a:pt x="1470" y="4328"/>
                </a:lnTo>
                <a:lnTo>
                  <a:pt x="1471" y="4328"/>
                </a:lnTo>
                <a:lnTo>
                  <a:pt x="1472" y="4328"/>
                </a:lnTo>
                <a:lnTo>
                  <a:pt x="1473" y="4328"/>
                </a:lnTo>
                <a:lnTo>
                  <a:pt x="1474" y="4328"/>
                </a:lnTo>
                <a:lnTo>
                  <a:pt x="1475" y="4328"/>
                </a:lnTo>
                <a:lnTo>
                  <a:pt x="1476" y="4328"/>
                </a:lnTo>
                <a:lnTo>
                  <a:pt x="1477" y="4328"/>
                </a:lnTo>
                <a:lnTo>
                  <a:pt x="1478" y="4328"/>
                </a:lnTo>
                <a:lnTo>
                  <a:pt x="1479" y="4328"/>
                </a:lnTo>
                <a:lnTo>
                  <a:pt x="1480" y="4328"/>
                </a:lnTo>
                <a:lnTo>
                  <a:pt x="1481" y="4328"/>
                </a:lnTo>
                <a:lnTo>
                  <a:pt x="1482" y="4328"/>
                </a:lnTo>
                <a:lnTo>
                  <a:pt x="1483" y="4328"/>
                </a:lnTo>
                <a:lnTo>
                  <a:pt x="1484" y="4328"/>
                </a:lnTo>
                <a:lnTo>
                  <a:pt x="1485" y="4328"/>
                </a:lnTo>
                <a:lnTo>
                  <a:pt x="1486" y="4328"/>
                </a:lnTo>
                <a:lnTo>
                  <a:pt x="1487" y="4328"/>
                </a:lnTo>
                <a:lnTo>
                  <a:pt x="1488" y="4328"/>
                </a:lnTo>
                <a:lnTo>
                  <a:pt x="1489" y="4328"/>
                </a:lnTo>
                <a:lnTo>
                  <a:pt x="1490" y="4328"/>
                </a:lnTo>
                <a:lnTo>
                  <a:pt x="1491" y="4328"/>
                </a:lnTo>
                <a:lnTo>
                  <a:pt x="1492" y="4328"/>
                </a:lnTo>
                <a:lnTo>
                  <a:pt x="1493" y="4328"/>
                </a:lnTo>
                <a:lnTo>
                  <a:pt x="1494" y="4328"/>
                </a:lnTo>
                <a:lnTo>
                  <a:pt x="1495" y="4328"/>
                </a:lnTo>
                <a:lnTo>
                  <a:pt x="1496" y="4328"/>
                </a:lnTo>
                <a:lnTo>
                  <a:pt x="1497" y="4328"/>
                </a:lnTo>
                <a:lnTo>
                  <a:pt x="1498" y="4328"/>
                </a:lnTo>
                <a:lnTo>
                  <a:pt x="1499" y="4328"/>
                </a:lnTo>
                <a:lnTo>
                  <a:pt x="1500" y="4328"/>
                </a:lnTo>
                <a:lnTo>
                  <a:pt x="1501" y="4328"/>
                </a:lnTo>
                <a:lnTo>
                  <a:pt x="1502" y="4328"/>
                </a:lnTo>
                <a:lnTo>
                  <a:pt x="1503" y="4328"/>
                </a:lnTo>
                <a:lnTo>
                  <a:pt x="1504" y="4328"/>
                </a:lnTo>
                <a:lnTo>
                  <a:pt x="1505" y="4328"/>
                </a:lnTo>
                <a:lnTo>
                  <a:pt x="1506" y="4328"/>
                </a:lnTo>
                <a:lnTo>
                  <a:pt x="1507" y="4328"/>
                </a:lnTo>
                <a:lnTo>
                  <a:pt x="1508" y="4328"/>
                </a:lnTo>
                <a:lnTo>
                  <a:pt x="1509" y="4328"/>
                </a:lnTo>
                <a:lnTo>
                  <a:pt x="1510" y="4328"/>
                </a:lnTo>
                <a:lnTo>
                  <a:pt x="1511" y="4328"/>
                </a:lnTo>
                <a:lnTo>
                  <a:pt x="1512" y="4328"/>
                </a:lnTo>
                <a:lnTo>
                  <a:pt x="1513" y="4328"/>
                </a:lnTo>
                <a:lnTo>
                  <a:pt x="1514" y="4328"/>
                </a:lnTo>
                <a:lnTo>
                  <a:pt x="1515" y="4328"/>
                </a:lnTo>
                <a:lnTo>
                  <a:pt x="1516" y="4328"/>
                </a:lnTo>
                <a:lnTo>
                  <a:pt x="1517" y="4328"/>
                </a:lnTo>
                <a:lnTo>
                  <a:pt x="1518" y="4328"/>
                </a:lnTo>
                <a:lnTo>
                  <a:pt x="1519" y="4328"/>
                </a:lnTo>
                <a:lnTo>
                  <a:pt x="1520" y="4328"/>
                </a:lnTo>
                <a:lnTo>
                  <a:pt x="1521" y="4328"/>
                </a:lnTo>
                <a:lnTo>
                  <a:pt x="1522" y="4328"/>
                </a:lnTo>
                <a:lnTo>
                  <a:pt x="1523" y="4328"/>
                </a:lnTo>
                <a:lnTo>
                  <a:pt x="1524" y="4328"/>
                </a:lnTo>
                <a:lnTo>
                  <a:pt x="1525" y="4328"/>
                </a:lnTo>
                <a:lnTo>
                  <a:pt x="1526" y="4328"/>
                </a:lnTo>
                <a:lnTo>
                  <a:pt x="1527" y="4328"/>
                </a:lnTo>
                <a:lnTo>
                  <a:pt x="1528" y="4328"/>
                </a:lnTo>
                <a:lnTo>
                  <a:pt x="1529" y="4328"/>
                </a:lnTo>
                <a:lnTo>
                  <a:pt x="1530" y="4328"/>
                </a:lnTo>
                <a:lnTo>
                  <a:pt x="1531" y="4328"/>
                </a:lnTo>
                <a:lnTo>
                  <a:pt x="1532" y="4328"/>
                </a:lnTo>
                <a:lnTo>
                  <a:pt x="1533" y="4328"/>
                </a:lnTo>
                <a:lnTo>
                  <a:pt x="1534" y="4328"/>
                </a:lnTo>
                <a:lnTo>
                  <a:pt x="1535" y="4328"/>
                </a:lnTo>
                <a:lnTo>
                  <a:pt x="1536" y="4328"/>
                </a:lnTo>
                <a:lnTo>
                  <a:pt x="1537" y="4328"/>
                </a:lnTo>
                <a:lnTo>
                  <a:pt x="1538" y="4328"/>
                </a:lnTo>
                <a:lnTo>
                  <a:pt x="1539" y="4328"/>
                </a:lnTo>
                <a:lnTo>
                  <a:pt x="1540" y="4328"/>
                </a:lnTo>
                <a:lnTo>
                  <a:pt x="1541" y="4328"/>
                </a:lnTo>
                <a:lnTo>
                  <a:pt x="1542" y="4328"/>
                </a:lnTo>
                <a:lnTo>
                  <a:pt x="1543" y="4328"/>
                </a:lnTo>
                <a:lnTo>
                  <a:pt x="1544" y="4328"/>
                </a:lnTo>
                <a:lnTo>
                  <a:pt x="1545" y="4328"/>
                </a:lnTo>
                <a:lnTo>
                  <a:pt x="1546" y="4328"/>
                </a:lnTo>
                <a:lnTo>
                  <a:pt x="1547" y="4328"/>
                </a:lnTo>
                <a:lnTo>
                  <a:pt x="1548" y="4328"/>
                </a:lnTo>
                <a:lnTo>
                  <a:pt x="1549" y="4328"/>
                </a:lnTo>
                <a:lnTo>
                  <a:pt x="1550" y="4328"/>
                </a:lnTo>
                <a:lnTo>
                  <a:pt x="1551" y="4328"/>
                </a:lnTo>
                <a:lnTo>
                  <a:pt x="1552" y="4328"/>
                </a:lnTo>
                <a:lnTo>
                  <a:pt x="1553" y="4328"/>
                </a:lnTo>
                <a:lnTo>
                  <a:pt x="1554" y="4328"/>
                </a:lnTo>
                <a:lnTo>
                  <a:pt x="1555" y="4328"/>
                </a:lnTo>
                <a:lnTo>
                  <a:pt x="1556" y="4328"/>
                </a:lnTo>
                <a:lnTo>
                  <a:pt x="1557" y="4328"/>
                </a:lnTo>
                <a:lnTo>
                  <a:pt x="1558" y="4328"/>
                </a:lnTo>
                <a:lnTo>
                  <a:pt x="1559" y="4328"/>
                </a:lnTo>
                <a:lnTo>
                  <a:pt x="1560" y="4328"/>
                </a:lnTo>
                <a:lnTo>
                  <a:pt x="1561" y="4328"/>
                </a:lnTo>
                <a:lnTo>
                  <a:pt x="1562" y="4328"/>
                </a:lnTo>
                <a:lnTo>
                  <a:pt x="1563" y="4328"/>
                </a:lnTo>
                <a:lnTo>
                  <a:pt x="1564" y="4328"/>
                </a:lnTo>
                <a:lnTo>
                  <a:pt x="1565" y="4328"/>
                </a:lnTo>
                <a:lnTo>
                  <a:pt x="1566" y="4328"/>
                </a:lnTo>
                <a:lnTo>
                  <a:pt x="1567" y="4328"/>
                </a:lnTo>
                <a:lnTo>
                  <a:pt x="1568" y="4328"/>
                </a:lnTo>
                <a:lnTo>
                  <a:pt x="1569" y="4328"/>
                </a:lnTo>
                <a:lnTo>
                  <a:pt x="1570" y="4328"/>
                </a:lnTo>
                <a:lnTo>
                  <a:pt x="1571" y="4328"/>
                </a:lnTo>
                <a:lnTo>
                  <a:pt x="1572" y="4328"/>
                </a:lnTo>
                <a:lnTo>
                  <a:pt x="1573" y="4328"/>
                </a:lnTo>
                <a:lnTo>
                  <a:pt x="1574" y="4328"/>
                </a:lnTo>
                <a:lnTo>
                  <a:pt x="1575" y="4328"/>
                </a:lnTo>
                <a:lnTo>
                  <a:pt x="1576" y="4328"/>
                </a:lnTo>
                <a:lnTo>
                  <a:pt x="1577" y="4328"/>
                </a:lnTo>
                <a:lnTo>
                  <a:pt x="1578" y="4328"/>
                </a:lnTo>
                <a:lnTo>
                  <a:pt x="1579" y="4328"/>
                </a:lnTo>
                <a:lnTo>
                  <a:pt x="1580" y="4328"/>
                </a:lnTo>
                <a:lnTo>
                  <a:pt x="1581" y="4328"/>
                </a:lnTo>
                <a:lnTo>
                  <a:pt x="1582" y="4328"/>
                </a:lnTo>
                <a:lnTo>
                  <a:pt x="1583" y="4328"/>
                </a:lnTo>
                <a:lnTo>
                  <a:pt x="1584" y="4328"/>
                </a:lnTo>
                <a:lnTo>
                  <a:pt x="1585" y="4328"/>
                </a:lnTo>
                <a:lnTo>
                  <a:pt x="1586" y="4328"/>
                </a:lnTo>
                <a:lnTo>
                  <a:pt x="1587" y="4328"/>
                </a:lnTo>
                <a:lnTo>
                  <a:pt x="1588" y="4328"/>
                </a:lnTo>
                <a:lnTo>
                  <a:pt x="1589" y="4328"/>
                </a:lnTo>
                <a:lnTo>
                  <a:pt x="1590" y="4328"/>
                </a:lnTo>
                <a:lnTo>
                  <a:pt x="1591" y="4328"/>
                </a:lnTo>
                <a:lnTo>
                  <a:pt x="1592" y="4328"/>
                </a:lnTo>
                <a:lnTo>
                  <a:pt x="1593" y="4328"/>
                </a:lnTo>
                <a:lnTo>
                  <a:pt x="1594" y="4328"/>
                </a:lnTo>
                <a:lnTo>
                  <a:pt x="1595" y="4328"/>
                </a:lnTo>
                <a:lnTo>
                  <a:pt x="1596" y="4328"/>
                </a:lnTo>
                <a:lnTo>
                  <a:pt x="1597" y="4328"/>
                </a:lnTo>
                <a:lnTo>
                  <a:pt x="1598" y="4328"/>
                </a:lnTo>
                <a:lnTo>
                  <a:pt x="1599" y="4328"/>
                </a:lnTo>
                <a:lnTo>
                  <a:pt x="1600" y="4328"/>
                </a:lnTo>
                <a:lnTo>
                  <a:pt x="1601" y="4328"/>
                </a:lnTo>
                <a:lnTo>
                  <a:pt x="1602" y="4328"/>
                </a:lnTo>
                <a:lnTo>
                  <a:pt x="1603" y="4328"/>
                </a:lnTo>
                <a:lnTo>
                  <a:pt x="1604" y="4328"/>
                </a:lnTo>
                <a:lnTo>
                  <a:pt x="1605" y="4328"/>
                </a:lnTo>
                <a:lnTo>
                  <a:pt x="1606" y="4328"/>
                </a:lnTo>
                <a:lnTo>
                  <a:pt x="1607" y="4328"/>
                </a:lnTo>
                <a:lnTo>
                  <a:pt x="1608" y="4328"/>
                </a:lnTo>
                <a:lnTo>
                  <a:pt x="1609" y="4328"/>
                </a:lnTo>
                <a:lnTo>
                  <a:pt x="1610" y="4328"/>
                </a:lnTo>
                <a:lnTo>
                  <a:pt x="1611" y="4328"/>
                </a:lnTo>
                <a:lnTo>
                  <a:pt x="1612" y="4328"/>
                </a:lnTo>
                <a:lnTo>
                  <a:pt x="1613" y="4328"/>
                </a:lnTo>
                <a:lnTo>
                  <a:pt x="1614" y="4328"/>
                </a:lnTo>
                <a:lnTo>
                  <a:pt x="1615" y="4328"/>
                </a:lnTo>
                <a:lnTo>
                  <a:pt x="1616" y="4328"/>
                </a:lnTo>
                <a:lnTo>
                  <a:pt x="1617" y="4328"/>
                </a:lnTo>
                <a:lnTo>
                  <a:pt x="1618" y="4328"/>
                </a:lnTo>
                <a:lnTo>
                  <a:pt x="1619" y="4328"/>
                </a:lnTo>
                <a:lnTo>
                  <a:pt x="1620" y="4328"/>
                </a:lnTo>
                <a:lnTo>
                  <a:pt x="1621" y="4328"/>
                </a:lnTo>
                <a:lnTo>
                  <a:pt x="1622" y="4328"/>
                </a:lnTo>
                <a:lnTo>
                  <a:pt x="1623" y="4328"/>
                </a:lnTo>
                <a:lnTo>
                  <a:pt x="1624" y="4328"/>
                </a:lnTo>
                <a:lnTo>
                  <a:pt x="1625" y="4328"/>
                </a:lnTo>
                <a:lnTo>
                  <a:pt x="1626" y="4328"/>
                </a:lnTo>
                <a:lnTo>
                  <a:pt x="1627" y="4328"/>
                </a:lnTo>
                <a:lnTo>
                  <a:pt x="1628" y="4328"/>
                </a:lnTo>
                <a:lnTo>
                  <a:pt x="1629" y="4328"/>
                </a:lnTo>
                <a:lnTo>
                  <a:pt x="1630" y="4328"/>
                </a:lnTo>
                <a:lnTo>
                  <a:pt x="1631" y="4328"/>
                </a:lnTo>
                <a:lnTo>
                  <a:pt x="1632" y="4328"/>
                </a:lnTo>
                <a:lnTo>
                  <a:pt x="1633" y="4328"/>
                </a:lnTo>
                <a:lnTo>
                  <a:pt x="1634" y="4328"/>
                </a:lnTo>
                <a:lnTo>
                  <a:pt x="1635" y="4328"/>
                </a:lnTo>
                <a:lnTo>
                  <a:pt x="1636" y="4328"/>
                </a:lnTo>
                <a:lnTo>
                  <a:pt x="1637" y="4328"/>
                </a:lnTo>
                <a:lnTo>
                  <a:pt x="1638" y="4328"/>
                </a:lnTo>
                <a:lnTo>
                  <a:pt x="1639" y="4328"/>
                </a:lnTo>
                <a:lnTo>
                  <a:pt x="1640" y="4328"/>
                </a:lnTo>
                <a:lnTo>
                  <a:pt x="1641" y="4328"/>
                </a:lnTo>
                <a:lnTo>
                  <a:pt x="1642" y="4328"/>
                </a:lnTo>
                <a:lnTo>
                  <a:pt x="1643" y="4328"/>
                </a:lnTo>
                <a:lnTo>
                  <a:pt x="1644" y="4328"/>
                </a:lnTo>
                <a:lnTo>
                  <a:pt x="1645" y="4328"/>
                </a:lnTo>
                <a:lnTo>
                  <a:pt x="1646" y="4328"/>
                </a:lnTo>
                <a:lnTo>
                  <a:pt x="1647" y="4328"/>
                </a:lnTo>
                <a:lnTo>
                  <a:pt x="1648" y="4328"/>
                </a:lnTo>
                <a:lnTo>
                  <a:pt x="1649" y="4328"/>
                </a:lnTo>
                <a:lnTo>
                  <a:pt x="1650" y="4328"/>
                </a:lnTo>
                <a:lnTo>
                  <a:pt x="1651" y="4328"/>
                </a:lnTo>
                <a:lnTo>
                  <a:pt x="1652" y="4328"/>
                </a:lnTo>
                <a:lnTo>
                  <a:pt x="1653" y="4328"/>
                </a:lnTo>
                <a:lnTo>
                  <a:pt x="1654" y="4328"/>
                </a:lnTo>
                <a:lnTo>
                  <a:pt x="1655" y="4328"/>
                </a:lnTo>
                <a:lnTo>
                  <a:pt x="1656" y="4328"/>
                </a:lnTo>
                <a:lnTo>
                  <a:pt x="1657" y="4328"/>
                </a:lnTo>
                <a:lnTo>
                  <a:pt x="1658" y="4328"/>
                </a:lnTo>
                <a:lnTo>
                  <a:pt x="1659" y="4328"/>
                </a:lnTo>
                <a:lnTo>
                  <a:pt x="1660" y="4328"/>
                </a:lnTo>
                <a:lnTo>
                  <a:pt x="1661" y="4328"/>
                </a:lnTo>
                <a:lnTo>
                  <a:pt x="1662" y="4328"/>
                </a:lnTo>
                <a:lnTo>
                  <a:pt x="1663" y="4328"/>
                </a:lnTo>
                <a:lnTo>
                  <a:pt x="1664" y="4328"/>
                </a:lnTo>
                <a:lnTo>
                  <a:pt x="1665" y="4328"/>
                </a:lnTo>
                <a:lnTo>
                  <a:pt x="1666" y="4328"/>
                </a:lnTo>
                <a:lnTo>
                  <a:pt x="1667" y="4328"/>
                </a:lnTo>
                <a:lnTo>
                  <a:pt x="1668" y="4328"/>
                </a:lnTo>
                <a:lnTo>
                  <a:pt x="1669" y="4328"/>
                </a:lnTo>
                <a:lnTo>
                  <a:pt x="1670" y="4328"/>
                </a:lnTo>
                <a:lnTo>
                  <a:pt x="1671" y="4328"/>
                </a:lnTo>
                <a:lnTo>
                  <a:pt x="1672" y="4328"/>
                </a:lnTo>
                <a:lnTo>
                  <a:pt x="1673" y="4328"/>
                </a:lnTo>
                <a:lnTo>
                  <a:pt x="1674" y="4328"/>
                </a:lnTo>
                <a:lnTo>
                  <a:pt x="1675" y="4328"/>
                </a:lnTo>
                <a:lnTo>
                  <a:pt x="1676" y="4328"/>
                </a:lnTo>
                <a:lnTo>
                  <a:pt x="1677" y="4328"/>
                </a:lnTo>
                <a:lnTo>
                  <a:pt x="1678" y="4328"/>
                </a:lnTo>
                <a:lnTo>
                  <a:pt x="1679" y="4328"/>
                </a:lnTo>
                <a:lnTo>
                  <a:pt x="1680" y="4328"/>
                </a:lnTo>
                <a:lnTo>
                  <a:pt x="1681" y="4328"/>
                </a:lnTo>
                <a:lnTo>
                  <a:pt x="1682" y="4328"/>
                </a:lnTo>
                <a:lnTo>
                  <a:pt x="1683" y="4328"/>
                </a:lnTo>
                <a:lnTo>
                  <a:pt x="1684" y="4328"/>
                </a:lnTo>
                <a:lnTo>
                  <a:pt x="1685" y="4328"/>
                </a:lnTo>
                <a:lnTo>
                  <a:pt x="1686" y="4328"/>
                </a:lnTo>
                <a:lnTo>
                  <a:pt x="1687" y="4328"/>
                </a:lnTo>
                <a:lnTo>
                  <a:pt x="1688" y="4328"/>
                </a:lnTo>
                <a:lnTo>
                  <a:pt x="1689" y="4328"/>
                </a:lnTo>
                <a:lnTo>
                  <a:pt x="1690" y="4328"/>
                </a:lnTo>
                <a:lnTo>
                  <a:pt x="1691" y="4328"/>
                </a:lnTo>
                <a:lnTo>
                  <a:pt x="1692" y="4328"/>
                </a:lnTo>
                <a:lnTo>
                  <a:pt x="1693" y="4328"/>
                </a:lnTo>
                <a:lnTo>
                  <a:pt x="1694" y="4328"/>
                </a:lnTo>
                <a:lnTo>
                  <a:pt x="1695" y="4328"/>
                </a:lnTo>
                <a:lnTo>
                  <a:pt x="1696" y="4328"/>
                </a:lnTo>
                <a:lnTo>
                  <a:pt x="1697" y="4328"/>
                </a:lnTo>
                <a:lnTo>
                  <a:pt x="1698" y="4328"/>
                </a:lnTo>
                <a:lnTo>
                  <a:pt x="1699" y="4328"/>
                </a:lnTo>
                <a:lnTo>
                  <a:pt x="1700" y="4328"/>
                </a:lnTo>
                <a:lnTo>
                  <a:pt x="1701" y="4328"/>
                </a:lnTo>
                <a:lnTo>
                  <a:pt x="1702" y="4328"/>
                </a:lnTo>
                <a:lnTo>
                  <a:pt x="1703" y="4328"/>
                </a:lnTo>
                <a:lnTo>
                  <a:pt x="1704" y="4328"/>
                </a:lnTo>
                <a:lnTo>
                  <a:pt x="1705" y="4328"/>
                </a:lnTo>
                <a:lnTo>
                  <a:pt x="1706" y="4328"/>
                </a:lnTo>
                <a:lnTo>
                  <a:pt x="1707" y="4328"/>
                </a:lnTo>
                <a:lnTo>
                  <a:pt x="1708" y="4328"/>
                </a:lnTo>
                <a:lnTo>
                  <a:pt x="1709" y="4328"/>
                </a:lnTo>
                <a:lnTo>
                  <a:pt x="1710" y="4328"/>
                </a:lnTo>
                <a:lnTo>
                  <a:pt x="1711" y="4328"/>
                </a:lnTo>
                <a:lnTo>
                  <a:pt x="1712" y="4328"/>
                </a:lnTo>
                <a:lnTo>
                  <a:pt x="1713" y="4328"/>
                </a:lnTo>
                <a:lnTo>
                  <a:pt x="1714" y="4328"/>
                </a:lnTo>
                <a:lnTo>
                  <a:pt x="1715" y="4328"/>
                </a:lnTo>
                <a:lnTo>
                  <a:pt x="1716" y="4328"/>
                </a:lnTo>
                <a:lnTo>
                  <a:pt x="1717" y="4328"/>
                </a:lnTo>
                <a:lnTo>
                  <a:pt x="1718" y="4328"/>
                </a:lnTo>
                <a:lnTo>
                  <a:pt x="1719" y="4328"/>
                </a:lnTo>
                <a:lnTo>
                  <a:pt x="1720" y="4328"/>
                </a:lnTo>
                <a:lnTo>
                  <a:pt x="1721" y="4328"/>
                </a:lnTo>
                <a:lnTo>
                  <a:pt x="1722" y="4328"/>
                </a:lnTo>
                <a:lnTo>
                  <a:pt x="1723" y="4328"/>
                </a:lnTo>
                <a:lnTo>
                  <a:pt x="1724" y="4328"/>
                </a:lnTo>
                <a:lnTo>
                  <a:pt x="1725" y="4328"/>
                </a:lnTo>
                <a:lnTo>
                  <a:pt x="1726" y="4328"/>
                </a:lnTo>
                <a:lnTo>
                  <a:pt x="1727" y="4328"/>
                </a:lnTo>
                <a:lnTo>
                  <a:pt x="1728" y="4328"/>
                </a:lnTo>
                <a:lnTo>
                  <a:pt x="1729" y="4328"/>
                </a:lnTo>
                <a:lnTo>
                  <a:pt x="1730" y="4328"/>
                </a:lnTo>
                <a:lnTo>
                  <a:pt x="1731" y="4328"/>
                </a:lnTo>
                <a:lnTo>
                  <a:pt x="1732" y="4328"/>
                </a:lnTo>
                <a:lnTo>
                  <a:pt x="1733" y="4328"/>
                </a:lnTo>
                <a:lnTo>
                  <a:pt x="1734" y="4328"/>
                </a:lnTo>
                <a:lnTo>
                  <a:pt x="1735" y="4328"/>
                </a:lnTo>
                <a:lnTo>
                  <a:pt x="1736" y="4328"/>
                </a:lnTo>
                <a:lnTo>
                  <a:pt x="1737" y="4328"/>
                </a:lnTo>
                <a:lnTo>
                  <a:pt x="1738" y="4328"/>
                </a:lnTo>
                <a:lnTo>
                  <a:pt x="1739" y="4328"/>
                </a:lnTo>
                <a:lnTo>
                  <a:pt x="1740" y="4328"/>
                </a:lnTo>
                <a:lnTo>
                  <a:pt x="1741" y="4328"/>
                </a:lnTo>
                <a:lnTo>
                  <a:pt x="1742" y="4328"/>
                </a:lnTo>
                <a:lnTo>
                  <a:pt x="1743" y="4328"/>
                </a:lnTo>
                <a:lnTo>
                  <a:pt x="1744" y="4328"/>
                </a:lnTo>
                <a:lnTo>
                  <a:pt x="1745" y="4328"/>
                </a:lnTo>
                <a:lnTo>
                  <a:pt x="1746" y="4328"/>
                </a:lnTo>
                <a:lnTo>
                  <a:pt x="1747" y="4328"/>
                </a:lnTo>
                <a:lnTo>
                  <a:pt x="1748" y="4328"/>
                </a:lnTo>
                <a:lnTo>
                  <a:pt x="1749" y="4328"/>
                </a:lnTo>
                <a:lnTo>
                  <a:pt x="1750" y="4328"/>
                </a:lnTo>
                <a:lnTo>
                  <a:pt x="1751" y="4328"/>
                </a:lnTo>
                <a:lnTo>
                  <a:pt x="1752" y="4328"/>
                </a:lnTo>
                <a:lnTo>
                  <a:pt x="1753" y="4328"/>
                </a:lnTo>
                <a:lnTo>
                  <a:pt x="1754" y="4328"/>
                </a:lnTo>
                <a:lnTo>
                  <a:pt x="1755" y="4328"/>
                </a:lnTo>
                <a:lnTo>
                  <a:pt x="1756" y="4328"/>
                </a:lnTo>
                <a:lnTo>
                  <a:pt x="1757" y="4328"/>
                </a:lnTo>
                <a:lnTo>
                  <a:pt x="1758" y="4328"/>
                </a:lnTo>
                <a:lnTo>
                  <a:pt x="1759" y="4328"/>
                </a:lnTo>
                <a:lnTo>
                  <a:pt x="1760" y="4328"/>
                </a:lnTo>
                <a:lnTo>
                  <a:pt x="1761" y="4328"/>
                </a:lnTo>
                <a:lnTo>
                  <a:pt x="1762" y="4328"/>
                </a:lnTo>
                <a:lnTo>
                  <a:pt x="1763" y="4328"/>
                </a:lnTo>
                <a:lnTo>
                  <a:pt x="1764" y="4328"/>
                </a:lnTo>
                <a:lnTo>
                  <a:pt x="1765" y="4328"/>
                </a:lnTo>
                <a:lnTo>
                  <a:pt x="1766" y="4328"/>
                </a:lnTo>
                <a:lnTo>
                  <a:pt x="1767" y="4328"/>
                </a:lnTo>
                <a:lnTo>
                  <a:pt x="1768" y="4328"/>
                </a:lnTo>
                <a:lnTo>
                  <a:pt x="1769" y="4328"/>
                </a:lnTo>
                <a:lnTo>
                  <a:pt x="1770" y="4328"/>
                </a:lnTo>
                <a:lnTo>
                  <a:pt x="1771" y="4328"/>
                </a:lnTo>
                <a:lnTo>
                  <a:pt x="1772" y="4328"/>
                </a:lnTo>
                <a:lnTo>
                  <a:pt x="1773" y="4328"/>
                </a:lnTo>
                <a:lnTo>
                  <a:pt x="1774" y="4328"/>
                </a:lnTo>
                <a:lnTo>
                  <a:pt x="1775" y="4328"/>
                </a:lnTo>
                <a:lnTo>
                  <a:pt x="1776" y="4328"/>
                </a:lnTo>
                <a:lnTo>
                  <a:pt x="1777" y="4328"/>
                </a:lnTo>
                <a:lnTo>
                  <a:pt x="1778" y="4328"/>
                </a:lnTo>
                <a:lnTo>
                  <a:pt x="1779" y="4328"/>
                </a:lnTo>
                <a:lnTo>
                  <a:pt x="1780" y="4328"/>
                </a:lnTo>
                <a:lnTo>
                  <a:pt x="1781" y="4328"/>
                </a:lnTo>
                <a:lnTo>
                  <a:pt x="1782" y="4328"/>
                </a:lnTo>
                <a:lnTo>
                  <a:pt x="1783" y="4328"/>
                </a:lnTo>
                <a:lnTo>
                  <a:pt x="1784" y="4328"/>
                </a:lnTo>
                <a:lnTo>
                  <a:pt x="1785" y="4328"/>
                </a:lnTo>
                <a:lnTo>
                  <a:pt x="1786" y="4328"/>
                </a:lnTo>
                <a:lnTo>
                  <a:pt x="1787" y="4328"/>
                </a:lnTo>
                <a:lnTo>
                  <a:pt x="1788" y="4328"/>
                </a:lnTo>
                <a:lnTo>
                  <a:pt x="1789" y="4328"/>
                </a:lnTo>
                <a:lnTo>
                  <a:pt x="1790" y="4328"/>
                </a:lnTo>
                <a:lnTo>
                  <a:pt x="1791" y="4328"/>
                </a:lnTo>
                <a:lnTo>
                  <a:pt x="1792" y="4328"/>
                </a:lnTo>
                <a:lnTo>
                  <a:pt x="1793" y="4328"/>
                </a:lnTo>
                <a:lnTo>
                  <a:pt x="1794" y="4328"/>
                </a:lnTo>
                <a:lnTo>
                  <a:pt x="1795" y="4328"/>
                </a:lnTo>
                <a:lnTo>
                  <a:pt x="1796" y="4328"/>
                </a:lnTo>
                <a:lnTo>
                  <a:pt x="1797" y="4328"/>
                </a:lnTo>
                <a:lnTo>
                  <a:pt x="1798" y="4328"/>
                </a:lnTo>
                <a:lnTo>
                  <a:pt x="1799" y="4328"/>
                </a:lnTo>
                <a:lnTo>
                  <a:pt x="1800" y="4328"/>
                </a:lnTo>
                <a:lnTo>
                  <a:pt x="1801" y="4328"/>
                </a:lnTo>
                <a:lnTo>
                  <a:pt x="1802" y="4328"/>
                </a:lnTo>
                <a:lnTo>
                  <a:pt x="1803" y="4328"/>
                </a:lnTo>
                <a:lnTo>
                  <a:pt x="1804" y="4328"/>
                </a:lnTo>
                <a:lnTo>
                  <a:pt x="1805" y="4328"/>
                </a:lnTo>
                <a:lnTo>
                  <a:pt x="1806" y="4328"/>
                </a:lnTo>
                <a:lnTo>
                  <a:pt x="1807" y="4328"/>
                </a:lnTo>
                <a:lnTo>
                  <a:pt x="1808" y="4328"/>
                </a:lnTo>
                <a:lnTo>
                  <a:pt x="1809" y="4328"/>
                </a:lnTo>
                <a:lnTo>
                  <a:pt x="1810" y="4328"/>
                </a:lnTo>
                <a:lnTo>
                  <a:pt x="1811" y="4328"/>
                </a:lnTo>
                <a:lnTo>
                  <a:pt x="1812" y="4328"/>
                </a:lnTo>
                <a:lnTo>
                  <a:pt x="1813" y="4328"/>
                </a:lnTo>
                <a:lnTo>
                  <a:pt x="1814" y="4328"/>
                </a:lnTo>
                <a:lnTo>
                  <a:pt x="1815" y="4328"/>
                </a:lnTo>
                <a:lnTo>
                  <a:pt x="1816" y="4328"/>
                </a:lnTo>
                <a:lnTo>
                  <a:pt x="1817" y="4328"/>
                </a:lnTo>
                <a:lnTo>
                  <a:pt x="1818" y="4328"/>
                </a:lnTo>
                <a:lnTo>
                  <a:pt x="1819" y="4328"/>
                </a:lnTo>
                <a:lnTo>
                  <a:pt x="1820" y="4328"/>
                </a:lnTo>
                <a:lnTo>
                  <a:pt x="1821" y="4328"/>
                </a:lnTo>
                <a:lnTo>
                  <a:pt x="1822" y="4328"/>
                </a:lnTo>
                <a:lnTo>
                  <a:pt x="1823" y="4328"/>
                </a:lnTo>
                <a:lnTo>
                  <a:pt x="1824" y="4328"/>
                </a:lnTo>
                <a:lnTo>
                  <a:pt x="1825" y="4328"/>
                </a:lnTo>
                <a:lnTo>
                  <a:pt x="1826" y="4328"/>
                </a:lnTo>
                <a:lnTo>
                  <a:pt x="1827" y="4328"/>
                </a:lnTo>
                <a:lnTo>
                  <a:pt x="1828" y="4328"/>
                </a:lnTo>
                <a:lnTo>
                  <a:pt x="1829" y="4328"/>
                </a:lnTo>
                <a:lnTo>
                  <a:pt x="1830" y="4328"/>
                </a:lnTo>
                <a:lnTo>
                  <a:pt x="1831" y="4328"/>
                </a:lnTo>
                <a:lnTo>
                  <a:pt x="1832" y="4328"/>
                </a:lnTo>
                <a:lnTo>
                  <a:pt x="1833" y="4328"/>
                </a:lnTo>
                <a:lnTo>
                  <a:pt x="1834" y="4328"/>
                </a:lnTo>
                <a:lnTo>
                  <a:pt x="1835" y="4328"/>
                </a:lnTo>
                <a:lnTo>
                  <a:pt x="1836" y="4328"/>
                </a:lnTo>
                <a:lnTo>
                  <a:pt x="1837" y="4328"/>
                </a:lnTo>
                <a:lnTo>
                  <a:pt x="1838" y="4328"/>
                </a:lnTo>
                <a:lnTo>
                  <a:pt x="1839" y="4328"/>
                </a:lnTo>
                <a:lnTo>
                  <a:pt x="1840" y="4328"/>
                </a:lnTo>
                <a:lnTo>
                  <a:pt x="1841" y="4328"/>
                </a:lnTo>
                <a:lnTo>
                  <a:pt x="1842" y="4328"/>
                </a:lnTo>
                <a:lnTo>
                  <a:pt x="1843" y="4328"/>
                </a:lnTo>
                <a:lnTo>
                  <a:pt x="1844" y="4328"/>
                </a:lnTo>
                <a:lnTo>
                  <a:pt x="1845" y="4328"/>
                </a:lnTo>
                <a:lnTo>
                  <a:pt x="1846" y="4328"/>
                </a:lnTo>
                <a:lnTo>
                  <a:pt x="1847" y="4328"/>
                </a:lnTo>
                <a:lnTo>
                  <a:pt x="1848" y="4328"/>
                </a:lnTo>
                <a:lnTo>
                  <a:pt x="1849" y="4328"/>
                </a:lnTo>
                <a:lnTo>
                  <a:pt x="1850" y="4328"/>
                </a:lnTo>
                <a:lnTo>
                  <a:pt x="1851" y="4328"/>
                </a:lnTo>
                <a:lnTo>
                  <a:pt x="1852" y="4328"/>
                </a:lnTo>
                <a:lnTo>
                  <a:pt x="1853" y="4328"/>
                </a:lnTo>
                <a:lnTo>
                  <a:pt x="1854" y="4328"/>
                </a:lnTo>
                <a:lnTo>
                  <a:pt x="1855" y="4328"/>
                </a:lnTo>
                <a:lnTo>
                  <a:pt x="1856" y="4328"/>
                </a:lnTo>
                <a:lnTo>
                  <a:pt x="1857" y="4328"/>
                </a:lnTo>
                <a:lnTo>
                  <a:pt x="1858" y="4328"/>
                </a:lnTo>
                <a:lnTo>
                  <a:pt x="1859" y="4328"/>
                </a:lnTo>
                <a:lnTo>
                  <a:pt x="1860" y="4328"/>
                </a:lnTo>
                <a:lnTo>
                  <a:pt x="1861" y="4328"/>
                </a:lnTo>
                <a:lnTo>
                  <a:pt x="1862" y="4328"/>
                </a:lnTo>
                <a:lnTo>
                  <a:pt x="1863" y="4328"/>
                </a:lnTo>
                <a:lnTo>
                  <a:pt x="1864" y="4328"/>
                </a:lnTo>
                <a:lnTo>
                  <a:pt x="1865" y="4328"/>
                </a:lnTo>
                <a:lnTo>
                  <a:pt x="1866" y="4328"/>
                </a:lnTo>
                <a:lnTo>
                  <a:pt x="1867" y="4328"/>
                </a:lnTo>
                <a:lnTo>
                  <a:pt x="1868" y="4328"/>
                </a:lnTo>
                <a:lnTo>
                  <a:pt x="1869" y="4328"/>
                </a:lnTo>
                <a:lnTo>
                  <a:pt x="1870" y="4328"/>
                </a:lnTo>
                <a:lnTo>
                  <a:pt x="1871" y="4328"/>
                </a:lnTo>
                <a:lnTo>
                  <a:pt x="1872" y="4328"/>
                </a:lnTo>
                <a:lnTo>
                  <a:pt x="1873" y="4328"/>
                </a:lnTo>
                <a:lnTo>
                  <a:pt x="1874" y="4328"/>
                </a:lnTo>
                <a:lnTo>
                  <a:pt x="1875" y="4328"/>
                </a:lnTo>
                <a:lnTo>
                  <a:pt x="1876" y="4328"/>
                </a:lnTo>
                <a:lnTo>
                  <a:pt x="1877" y="4328"/>
                </a:lnTo>
                <a:lnTo>
                  <a:pt x="1878" y="4328"/>
                </a:lnTo>
                <a:lnTo>
                  <a:pt x="1879" y="4328"/>
                </a:lnTo>
                <a:lnTo>
                  <a:pt x="1880" y="4328"/>
                </a:lnTo>
                <a:lnTo>
                  <a:pt x="1881" y="4328"/>
                </a:lnTo>
                <a:lnTo>
                  <a:pt x="1882" y="4328"/>
                </a:lnTo>
                <a:lnTo>
                  <a:pt x="1883" y="4328"/>
                </a:lnTo>
                <a:lnTo>
                  <a:pt x="1884" y="4328"/>
                </a:lnTo>
                <a:lnTo>
                  <a:pt x="1885" y="4328"/>
                </a:lnTo>
                <a:lnTo>
                  <a:pt x="1886" y="4328"/>
                </a:lnTo>
                <a:lnTo>
                  <a:pt x="1887" y="4328"/>
                </a:lnTo>
                <a:lnTo>
                  <a:pt x="1888" y="4328"/>
                </a:lnTo>
                <a:lnTo>
                  <a:pt x="1889" y="4328"/>
                </a:lnTo>
                <a:lnTo>
                  <a:pt x="1890" y="4328"/>
                </a:lnTo>
                <a:lnTo>
                  <a:pt x="1891" y="4328"/>
                </a:lnTo>
                <a:lnTo>
                  <a:pt x="1892" y="4328"/>
                </a:lnTo>
                <a:lnTo>
                  <a:pt x="1893" y="4328"/>
                </a:lnTo>
                <a:lnTo>
                  <a:pt x="1894" y="4328"/>
                </a:lnTo>
                <a:lnTo>
                  <a:pt x="1895" y="4328"/>
                </a:lnTo>
                <a:lnTo>
                  <a:pt x="1896" y="4328"/>
                </a:lnTo>
                <a:lnTo>
                  <a:pt x="1897" y="4328"/>
                </a:lnTo>
                <a:lnTo>
                  <a:pt x="1898" y="4328"/>
                </a:lnTo>
                <a:lnTo>
                  <a:pt x="1899" y="4328"/>
                </a:lnTo>
                <a:lnTo>
                  <a:pt x="1900" y="4328"/>
                </a:lnTo>
                <a:lnTo>
                  <a:pt x="1901" y="4328"/>
                </a:lnTo>
                <a:lnTo>
                  <a:pt x="1902" y="4328"/>
                </a:lnTo>
                <a:lnTo>
                  <a:pt x="1903" y="4328"/>
                </a:lnTo>
                <a:lnTo>
                  <a:pt x="1904" y="4328"/>
                </a:lnTo>
                <a:lnTo>
                  <a:pt x="1905" y="4328"/>
                </a:lnTo>
                <a:lnTo>
                  <a:pt x="1906" y="4328"/>
                </a:lnTo>
                <a:lnTo>
                  <a:pt x="1907" y="4328"/>
                </a:lnTo>
                <a:lnTo>
                  <a:pt x="1908" y="4328"/>
                </a:lnTo>
                <a:lnTo>
                  <a:pt x="1909" y="4328"/>
                </a:lnTo>
                <a:lnTo>
                  <a:pt x="1910" y="4328"/>
                </a:lnTo>
                <a:lnTo>
                  <a:pt x="1911" y="4328"/>
                </a:lnTo>
                <a:lnTo>
                  <a:pt x="1912" y="4328"/>
                </a:lnTo>
                <a:lnTo>
                  <a:pt x="1913" y="4328"/>
                </a:lnTo>
                <a:lnTo>
                  <a:pt x="1914" y="4328"/>
                </a:lnTo>
                <a:lnTo>
                  <a:pt x="1915" y="4328"/>
                </a:lnTo>
                <a:lnTo>
                  <a:pt x="1916" y="4328"/>
                </a:lnTo>
                <a:lnTo>
                  <a:pt x="1917" y="4328"/>
                </a:lnTo>
                <a:lnTo>
                  <a:pt x="1918" y="4328"/>
                </a:lnTo>
                <a:lnTo>
                  <a:pt x="1919" y="4328"/>
                </a:lnTo>
                <a:lnTo>
                  <a:pt x="1920" y="4328"/>
                </a:lnTo>
                <a:lnTo>
                  <a:pt x="1921" y="4328"/>
                </a:lnTo>
                <a:lnTo>
                  <a:pt x="1922" y="4328"/>
                </a:lnTo>
                <a:lnTo>
                  <a:pt x="1923" y="4328"/>
                </a:lnTo>
                <a:lnTo>
                  <a:pt x="1924" y="4328"/>
                </a:lnTo>
                <a:lnTo>
                  <a:pt x="1925" y="4328"/>
                </a:lnTo>
                <a:lnTo>
                  <a:pt x="1926" y="4328"/>
                </a:lnTo>
                <a:lnTo>
                  <a:pt x="1927" y="4328"/>
                </a:lnTo>
                <a:lnTo>
                  <a:pt x="1928" y="4328"/>
                </a:lnTo>
                <a:lnTo>
                  <a:pt x="1929" y="4328"/>
                </a:lnTo>
                <a:lnTo>
                  <a:pt x="1930" y="4328"/>
                </a:lnTo>
                <a:lnTo>
                  <a:pt x="1931" y="4328"/>
                </a:lnTo>
                <a:lnTo>
                  <a:pt x="1932" y="4328"/>
                </a:lnTo>
                <a:lnTo>
                  <a:pt x="1933" y="4328"/>
                </a:lnTo>
                <a:lnTo>
                  <a:pt x="1934" y="4328"/>
                </a:lnTo>
                <a:lnTo>
                  <a:pt x="1935" y="4328"/>
                </a:lnTo>
                <a:lnTo>
                  <a:pt x="1936" y="4328"/>
                </a:lnTo>
                <a:lnTo>
                  <a:pt x="1937" y="4328"/>
                </a:lnTo>
                <a:lnTo>
                  <a:pt x="1938" y="4328"/>
                </a:lnTo>
                <a:lnTo>
                  <a:pt x="1939" y="4328"/>
                </a:lnTo>
                <a:lnTo>
                  <a:pt x="1940" y="4328"/>
                </a:lnTo>
                <a:lnTo>
                  <a:pt x="1941" y="4328"/>
                </a:lnTo>
                <a:lnTo>
                  <a:pt x="1942" y="4328"/>
                </a:lnTo>
                <a:lnTo>
                  <a:pt x="1943" y="4328"/>
                </a:lnTo>
                <a:lnTo>
                  <a:pt x="1944" y="4328"/>
                </a:lnTo>
                <a:lnTo>
                  <a:pt x="1945" y="4328"/>
                </a:lnTo>
                <a:lnTo>
                  <a:pt x="1946" y="4328"/>
                </a:lnTo>
                <a:lnTo>
                  <a:pt x="1947" y="4328"/>
                </a:lnTo>
                <a:lnTo>
                  <a:pt x="1948" y="4328"/>
                </a:lnTo>
                <a:lnTo>
                  <a:pt x="1949" y="4328"/>
                </a:lnTo>
                <a:lnTo>
                  <a:pt x="1950" y="4328"/>
                </a:lnTo>
                <a:lnTo>
                  <a:pt x="1951" y="4328"/>
                </a:lnTo>
                <a:lnTo>
                  <a:pt x="1952" y="4328"/>
                </a:lnTo>
                <a:lnTo>
                  <a:pt x="1953" y="4328"/>
                </a:lnTo>
                <a:lnTo>
                  <a:pt x="1954" y="4328"/>
                </a:lnTo>
                <a:lnTo>
                  <a:pt x="1955" y="4328"/>
                </a:lnTo>
                <a:lnTo>
                  <a:pt x="1956" y="4328"/>
                </a:lnTo>
                <a:lnTo>
                  <a:pt x="1957" y="4328"/>
                </a:lnTo>
                <a:lnTo>
                  <a:pt x="1958" y="4328"/>
                </a:lnTo>
                <a:lnTo>
                  <a:pt x="1959" y="4328"/>
                </a:lnTo>
                <a:lnTo>
                  <a:pt x="1960" y="4328"/>
                </a:lnTo>
                <a:lnTo>
                  <a:pt x="1961" y="4328"/>
                </a:lnTo>
                <a:lnTo>
                  <a:pt x="1962" y="4328"/>
                </a:lnTo>
                <a:lnTo>
                  <a:pt x="1963" y="4328"/>
                </a:lnTo>
                <a:lnTo>
                  <a:pt x="1964" y="4328"/>
                </a:lnTo>
                <a:lnTo>
                  <a:pt x="1965" y="4328"/>
                </a:lnTo>
                <a:lnTo>
                  <a:pt x="1966" y="4328"/>
                </a:lnTo>
                <a:lnTo>
                  <a:pt x="1967" y="4328"/>
                </a:lnTo>
                <a:lnTo>
                  <a:pt x="1968" y="4328"/>
                </a:lnTo>
                <a:lnTo>
                  <a:pt x="1969" y="4328"/>
                </a:lnTo>
                <a:lnTo>
                  <a:pt x="1970" y="4328"/>
                </a:lnTo>
                <a:lnTo>
                  <a:pt x="1971" y="4328"/>
                </a:lnTo>
                <a:lnTo>
                  <a:pt x="1972" y="4328"/>
                </a:lnTo>
                <a:lnTo>
                  <a:pt x="1973" y="4328"/>
                </a:lnTo>
                <a:lnTo>
                  <a:pt x="1974" y="4328"/>
                </a:lnTo>
                <a:lnTo>
                  <a:pt x="1975" y="4328"/>
                </a:lnTo>
                <a:lnTo>
                  <a:pt x="1976" y="4328"/>
                </a:lnTo>
                <a:lnTo>
                  <a:pt x="1977" y="4328"/>
                </a:lnTo>
                <a:lnTo>
                  <a:pt x="1978" y="4328"/>
                </a:lnTo>
                <a:lnTo>
                  <a:pt x="1979" y="4328"/>
                </a:lnTo>
                <a:lnTo>
                  <a:pt x="1980" y="4328"/>
                </a:lnTo>
                <a:lnTo>
                  <a:pt x="1981" y="4328"/>
                </a:lnTo>
                <a:lnTo>
                  <a:pt x="1982" y="4328"/>
                </a:lnTo>
                <a:lnTo>
                  <a:pt x="1983" y="4328"/>
                </a:lnTo>
                <a:lnTo>
                  <a:pt x="1984" y="4328"/>
                </a:lnTo>
                <a:lnTo>
                  <a:pt x="1985" y="4328"/>
                </a:lnTo>
                <a:lnTo>
                  <a:pt x="1986" y="4328"/>
                </a:lnTo>
                <a:lnTo>
                  <a:pt x="1987" y="4328"/>
                </a:lnTo>
                <a:lnTo>
                  <a:pt x="1988" y="4328"/>
                </a:lnTo>
                <a:lnTo>
                  <a:pt x="1989" y="4328"/>
                </a:lnTo>
                <a:lnTo>
                  <a:pt x="1990" y="4328"/>
                </a:lnTo>
                <a:lnTo>
                  <a:pt x="1991" y="4328"/>
                </a:lnTo>
                <a:lnTo>
                  <a:pt x="1992" y="4328"/>
                </a:lnTo>
                <a:lnTo>
                  <a:pt x="1993" y="4328"/>
                </a:lnTo>
                <a:lnTo>
                  <a:pt x="1994" y="4328"/>
                </a:lnTo>
                <a:lnTo>
                  <a:pt x="1995" y="4328"/>
                </a:lnTo>
                <a:lnTo>
                  <a:pt x="1996" y="4328"/>
                </a:lnTo>
                <a:lnTo>
                  <a:pt x="1997" y="4328"/>
                </a:lnTo>
                <a:lnTo>
                  <a:pt x="1998" y="4328"/>
                </a:lnTo>
                <a:lnTo>
                  <a:pt x="1999" y="4328"/>
                </a:lnTo>
                <a:lnTo>
                  <a:pt x="2000" y="4328"/>
                </a:lnTo>
                <a:lnTo>
                  <a:pt x="2001" y="4328"/>
                </a:lnTo>
                <a:lnTo>
                  <a:pt x="2002" y="4328"/>
                </a:lnTo>
                <a:lnTo>
                  <a:pt x="2003" y="4328"/>
                </a:lnTo>
                <a:lnTo>
                  <a:pt x="2004" y="4328"/>
                </a:lnTo>
                <a:lnTo>
                  <a:pt x="2005" y="4328"/>
                </a:lnTo>
                <a:lnTo>
                  <a:pt x="2006" y="4328"/>
                </a:lnTo>
                <a:lnTo>
                  <a:pt x="2007" y="4328"/>
                </a:lnTo>
                <a:lnTo>
                  <a:pt x="2008" y="4328"/>
                </a:lnTo>
                <a:lnTo>
                  <a:pt x="2009" y="4328"/>
                </a:lnTo>
                <a:lnTo>
                  <a:pt x="2010" y="4328"/>
                </a:lnTo>
                <a:lnTo>
                  <a:pt x="2011" y="4328"/>
                </a:lnTo>
                <a:lnTo>
                  <a:pt x="2012" y="4328"/>
                </a:lnTo>
                <a:lnTo>
                  <a:pt x="2013" y="4328"/>
                </a:lnTo>
                <a:lnTo>
                  <a:pt x="2014" y="4328"/>
                </a:lnTo>
                <a:lnTo>
                  <a:pt x="2015" y="4328"/>
                </a:lnTo>
                <a:lnTo>
                  <a:pt x="2016" y="4328"/>
                </a:lnTo>
                <a:lnTo>
                  <a:pt x="2017" y="4328"/>
                </a:lnTo>
                <a:lnTo>
                  <a:pt x="2018" y="4328"/>
                </a:lnTo>
                <a:lnTo>
                  <a:pt x="2019" y="4328"/>
                </a:lnTo>
                <a:lnTo>
                  <a:pt x="2020" y="4328"/>
                </a:lnTo>
                <a:lnTo>
                  <a:pt x="2021" y="4328"/>
                </a:lnTo>
                <a:lnTo>
                  <a:pt x="2022" y="4328"/>
                </a:lnTo>
                <a:lnTo>
                  <a:pt x="2023" y="4328"/>
                </a:lnTo>
                <a:lnTo>
                  <a:pt x="2024" y="4328"/>
                </a:lnTo>
                <a:lnTo>
                  <a:pt x="2025" y="4328"/>
                </a:lnTo>
                <a:lnTo>
                  <a:pt x="2026" y="4328"/>
                </a:lnTo>
                <a:lnTo>
                  <a:pt x="2027" y="4328"/>
                </a:lnTo>
                <a:lnTo>
                  <a:pt x="2028" y="4328"/>
                </a:lnTo>
                <a:lnTo>
                  <a:pt x="2029" y="4328"/>
                </a:lnTo>
                <a:lnTo>
                  <a:pt x="2030" y="4328"/>
                </a:lnTo>
                <a:lnTo>
                  <a:pt x="2031" y="4328"/>
                </a:lnTo>
                <a:lnTo>
                  <a:pt x="2032" y="4328"/>
                </a:lnTo>
                <a:lnTo>
                  <a:pt x="2033" y="4328"/>
                </a:lnTo>
                <a:lnTo>
                  <a:pt x="2034" y="4328"/>
                </a:lnTo>
                <a:lnTo>
                  <a:pt x="2035" y="4328"/>
                </a:lnTo>
                <a:lnTo>
                  <a:pt x="2036" y="4328"/>
                </a:lnTo>
                <a:lnTo>
                  <a:pt x="2037" y="4328"/>
                </a:lnTo>
                <a:lnTo>
                  <a:pt x="2038" y="4328"/>
                </a:lnTo>
                <a:lnTo>
                  <a:pt x="2039" y="4328"/>
                </a:lnTo>
                <a:lnTo>
                  <a:pt x="2040" y="4328"/>
                </a:lnTo>
                <a:lnTo>
                  <a:pt x="2041" y="4328"/>
                </a:lnTo>
                <a:lnTo>
                  <a:pt x="2042" y="4328"/>
                </a:lnTo>
                <a:lnTo>
                  <a:pt x="2043" y="4328"/>
                </a:lnTo>
                <a:lnTo>
                  <a:pt x="2044" y="4328"/>
                </a:lnTo>
                <a:lnTo>
                  <a:pt x="2045" y="4328"/>
                </a:lnTo>
                <a:lnTo>
                  <a:pt x="2046" y="4328"/>
                </a:lnTo>
                <a:lnTo>
                  <a:pt x="2047" y="4328"/>
                </a:lnTo>
                <a:lnTo>
                  <a:pt x="2048" y="4328"/>
                </a:lnTo>
                <a:lnTo>
                  <a:pt x="2049" y="4328"/>
                </a:lnTo>
                <a:lnTo>
                  <a:pt x="2050" y="4328"/>
                </a:lnTo>
                <a:lnTo>
                  <a:pt x="2051" y="4328"/>
                </a:lnTo>
                <a:lnTo>
                  <a:pt x="2052" y="4328"/>
                </a:lnTo>
                <a:lnTo>
                  <a:pt x="2053" y="4328"/>
                </a:lnTo>
                <a:lnTo>
                  <a:pt x="2054" y="4328"/>
                </a:lnTo>
                <a:lnTo>
                  <a:pt x="2055" y="4328"/>
                </a:lnTo>
                <a:lnTo>
                  <a:pt x="2056" y="4328"/>
                </a:lnTo>
                <a:lnTo>
                  <a:pt x="2057" y="4328"/>
                </a:lnTo>
                <a:lnTo>
                  <a:pt x="2058" y="4328"/>
                </a:lnTo>
                <a:lnTo>
                  <a:pt x="2059" y="4328"/>
                </a:lnTo>
                <a:lnTo>
                  <a:pt x="2060" y="4328"/>
                </a:lnTo>
                <a:lnTo>
                  <a:pt x="2061" y="4328"/>
                </a:lnTo>
                <a:lnTo>
                  <a:pt x="2062" y="4328"/>
                </a:lnTo>
                <a:lnTo>
                  <a:pt x="2063" y="4328"/>
                </a:lnTo>
                <a:lnTo>
                  <a:pt x="2064" y="4328"/>
                </a:lnTo>
                <a:lnTo>
                  <a:pt x="2065" y="4328"/>
                </a:lnTo>
                <a:lnTo>
                  <a:pt x="2066" y="4328"/>
                </a:lnTo>
                <a:lnTo>
                  <a:pt x="2067" y="4328"/>
                </a:lnTo>
                <a:lnTo>
                  <a:pt x="2068" y="4328"/>
                </a:lnTo>
                <a:lnTo>
                  <a:pt x="2069" y="4328"/>
                </a:lnTo>
                <a:lnTo>
                  <a:pt x="2070" y="4328"/>
                </a:lnTo>
                <a:lnTo>
                  <a:pt x="2071" y="4328"/>
                </a:lnTo>
                <a:lnTo>
                  <a:pt x="2072" y="4328"/>
                </a:lnTo>
                <a:lnTo>
                  <a:pt x="2073" y="4328"/>
                </a:lnTo>
                <a:lnTo>
                  <a:pt x="2074" y="4328"/>
                </a:lnTo>
                <a:lnTo>
                  <a:pt x="2075" y="4328"/>
                </a:lnTo>
                <a:lnTo>
                  <a:pt x="2076" y="4328"/>
                </a:lnTo>
                <a:lnTo>
                  <a:pt x="2077" y="4328"/>
                </a:lnTo>
                <a:lnTo>
                  <a:pt x="2078" y="4328"/>
                </a:lnTo>
                <a:lnTo>
                  <a:pt x="2079" y="4328"/>
                </a:lnTo>
                <a:lnTo>
                  <a:pt x="2080" y="4328"/>
                </a:lnTo>
                <a:lnTo>
                  <a:pt x="2081" y="4328"/>
                </a:lnTo>
                <a:lnTo>
                  <a:pt x="2082" y="4328"/>
                </a:lnTo>
                <a:lnTo>
                  <a:pt x="2083" y="4328"/>
                </a:lnTo>
                <a:lnTo>
                  <a:pt x="2084" y="4328"/>
                </a:lnTo>
                <a:lnTo>
                  <a:pt x="2085" y="4328"/>
                </a:lnTo>
                <a:lnTo>
                  <a:pt x="2086" y="4328"/>
                </a:lnTo>
                <a:lnTo>
                  <a:pt x="2087" y="4328"/>
                </a:lnTo>
                <a:lnTo>
                  <a:pt x="2088" y="4328"/>
                </a:lnTo>
                <a:lnTo>
                  <a:pt x="2089" y="4328"/>
                </a:lnTo>
                <a:lnTo>
                  <a:pt x="2090" y="4328"/>
                </a:lnTo>
                <a:lnTo>
                  <a:pt x="2091" y="4328"/>
                </a:lnTo>
                <a:lnTo>
                  <a:pt x="2092" y="4328"/>
                </a:lnTo>
                <a:lnTo>
                  <a:pt x="2093" y="4328"/>
                </a:lnTo>
                <a:lnTo>
                  <a:pt x="2094" y="4328"/>
                </a:lnTo>
                <a:lnTo>
                  <a:pt x="2095" y="4328"/>
                </a:lnTo>
                <a:lnTo>
                  <a:pt x="2096" y="4328"/>
                </a:lnTo>
                <a:lnTo>
                  <a:pt x="2097" y="4328"/>
                </a:lnTo>
                <a:lnTo>
                  <a:pt x="2098" y="4328"/>
                </a:lnTo>
                <a:lnTo>
                  <a:pt x="2099" y="4328"/>
                </a:lnTo>
                <a:lnTo>
                  <a:pt x="2100" y="4328"/>
                </a:lnTo>
                <a:lnTo>
                  <a:pt x="2101" y="4328"/>
                </a:lnTo>
                <a:lnTo>
                  <a:pt x="2102" y="4328"/>
                </a:lnTo>
                <a:lnTo>
                  <a:pt x="2103" y="4328"/>
                </a:lnTo>
                <a:lnTo>
                  <a:pt x="2104" y="4328"/>
                </a:lnTo>
                <a:lnTo>
                  <a:pt x="2105" y="4328"/>
                </a:lnTo>
                <a:lnTo>
                  <a:pt x="2106" y="4328"/>
                </a:lnTo>
                <a:lnTo>
                  <a:pt x="2107" y="4328"/>
                </a:lnTo>
                <a:lnTo>
                  <a:pt x="2108" y="4328"/>
                </a:lnTo>
                <a:lnTo>
                  <a:pt x="2109" y="4328"/>
                </a:lnTo>
                <a:lnTo>
                  <a:pt x="2110" y="4328"/>
                </a:lnTo>
                <a:lnTo>
                  <a:pt x="2111" y="4328"/>
                </a:lnTo>
                <a:lnTo>
                  <a:pt x="2112" y="4328"/>
                </a:lnTo>
                <a:lnTo>
                  <a:pt x="2113" y="4328"/>
                </a:lnTo>
                <a:lnTo>
                  <a:pt x="2114" y="4328"/>
                </a:lnTo>
                <a:lnTo>
                  <a:pt x="2115" y="4328"/>
                </a:lnTo>
                <a:lnTo>
                  <a:pt x="2116" y="4328"/>
                </a:lnTo>
                <a:lnTo>
                  <a:pt x="2117" y="4328"/>
                </a:lnTo>
                <a:lnTo>
                  <a:pt x="2118" y="4328"/>
                </a:lnTo>
                <a:lnTo>
                  <a:pt x="2119" y="4328"/>
                </a:lnTo>
                <a:lnTo>
                  <a:pt x="2120" y="4328"/>
                </a:lnTo>
                <a:lnTo>
                  <a:pt x="2121" y="4328"/>
                </a:lnTo>
                <a:lnTo>
                  <a:pt x="2122" y="4328"/>
                </a:lnTo>
                <a:lnTo>
                  <a:pt x="2123" y="4328"/>
                </a:lnTo>
                <a:lnTo>
                  <a:pt x="2124" y="4328"/>
                </a:lnTo>
                <a:lnTo>
                  <a:pt x="2125" y="4328"/>
                </a:lnTo>
                <a:lnTo>
                  <a:pt x="2126" y="4328"/>
                </a:lnTo>
                <a:lnTo>
                  <a:pt x="2127" y="4328"/>
                </a:lnTo>
                <a:lnTo>
                  <a:pt x="2128" y="4328"/>
                </a:lnTo>
                <a:lnTo>
                  <a:pt x="2129" y="4328"/>
                </a:lnTo>
                <a:lnTo>
                  <a:pt x="2130" y="4328"/>
                </a:lnTo>
                <a:lnTo>
                  <a:pt x="2131" y="4328"/>
                </a:lnTo>
                <a:lnTo>
                  <a:pt x="2132" y="4328"/>
                </a:lnTo>
                <a:lnTo>
                  <a:pt x="2133" y="4328"/>
                </a:lnTo>
                <a:lnTo>
                  <a:pt x="2134" y="4328"/>
                </a:lnTo>
                <a:lnTo>
                  <a:pt x="2135" y="4328"/>
                </a:lnTo>
                <a:lnTo>
                  <a:pt x="2136" y="4328"/>
                </a:lnTo>
                <a:lnTo>
                  <a:pt x="2137" y="4328"/>
                </a:lnTo>
                <a:lnTo>
                  <a:pt x="2138" y="4328"/>
                </a:lnTo>
                <a:lnTo>
                  <a:pt x="2139" y="4328"/>
                </a:lnTo>
                <a:lnTo>
                  <a:pt x="2140" y="4328"/>
                </a:lnTo>
                <a:lnTo>
                  <a:pt x="2141" y="4328"/>
                </a:lnTo>
                <a:lnTo>
                  <a:pt x="2142" y="4328"/>
                </a:lnTo>
                <a:lnTo>
                  <a:pt x="2143" y="4328"/>
                </a:lnTo>
                <a:lnTo>
                  <a:pt x="2144" y="4328"/>
                </a:lnTo>
                <a:lnTo>
                  <a:pt x="2145" y="4328"/>
                </a:lnTo>
                <a:lnTo>
                  <a:pt x="2146" y="4328"/>
                </a:lnTo>
                <a:lnTo>
                  <a:pt x="2147" y="4328"/>
                </a:lnTo>
                <a:lnTo>
                  <a:pt x="2148" y="4328"/>
                </a:lnTo>
                <a:lnTo>
                  <a:pt x="2149" y="4328"/>
                </a:lnTo>
                <a:lnTo>
                  <a:pt x="2150" y="4328"/>
                </a:lnTo>
                <a:lnTo>
                  <a:pt x="2151" y="4328"/>
                </a:lnTo>
                <a:lnTo>
                  <a:pt x="2152" y="4328"/>
                </a:lnTo>
                <a:lnTo>
                  <a:pt x="2153" y="4328"/>
                </a:lnTo>
                <a:lnTo>
                  <a:pt x="2154" y="4328"/>
                </a:lnTo>
                <a:lnTo>
                  <a:pt x="2155" y="4328"/>
                </a:lnTo>
                <a:lnTo>
                  <a:pt x="2156" y="4328"/>
                </a:lnTo>
                <a:lnTo>
                  <a:pt x="2157" y="4328"/>
                </a:lnTo>
                <a:lnTo>
                  <a:pt x="2158" y="4328"/>
                </a:lnTo>
                <a:lnTo>
                  <a:pt x="2159" y="4328"/>
                </a:lnTo>
                <a:lnTo>
                  <a:pt x="2160" y="4328"/>
                </a:lnTo>
                <a:lnTo>
                  <a:pt x="2161" y="4328"/>
                </a:lnTo>
                <a:lnTo>
                  <a:pt x="2162" y="4328"/>
                </a:lnTo>
                <a:lnTo>
                  <a:pt x="2163" y="4328"/>
                </a:lnTo>
                <a:lnTo>
                  <a:pt x="2164" y="4328"/>
                </a:lnTo>
                <a:lnTo>
                  <a:pt x="2165" y="4328"/>
                </a:lnTo>
                <a:lnTo>
                  <a:pt x="2166" y="4328"/>
                </a:lnTo>
                <a:lnTo>
                  <a:pt x="2167" y="4328"/>
                </a:lnTo>
                <a:lnTo>
                  <a:pt x="2168" y="4328"/>
                </a:lnTo>
                <a:lnTo>
                  <a:pt x="2169" y="4328"/>
                </a:lnTo>
                <a:lnTo>
                  <a:pt x="2170" y="4328"/>
                </a:lnTo>
                <a:lnTo>
                  <a:pt x="2171" y="4328"/>
                </a:lnTo>
                <a:lnTo>
                  <a:pt x="2172" y="4328"/>
                </a:lnTo>
                <a:lnTo>
                  <a:pt x="2173" y="4328"/>
                </a:lnTo>
                <a:lnTo>
                  <a:pt x="2174" y="4328"/>
                </a:lnTo>
                <a:lnTo>
                  <a:pt x="2175" y="4328"/>
                </a:lnTo>
                <a:lnTo>
                  <a:pt x="2176" y="4328"/>
                </a:lnTo>
                <a:lnTo>
                  <a:pt x="2177" y="4328"/>
                </a:lnTo>
                <a:lnTo>
                  <a:pt x="2178" y="4328"/>
                </a:lnTo>
                <a:lnTo>
                  <a:pt x="2179" y="4328"/>
                </a:lnTo>
                <a:lnTo>
                  <a:pt x="2180" y="4328"/>
                </a:lnTo>
                <a:lnTo>
                  <a:pt x="2181" y="4328"/>
                </a:lnTo>
                <a:lnTo>
                  <a:pt x="2182" y="4328"/>
                </a:lnTo>
                <a:lnTo>
                  <a:pt x="2183" y="4328"/>
                </a:lnTo>
                <a:lnTo>
                  <a:pt x="2184" y="4328"/>
                </a:lnTo>
                <a:lnTo>
                  <a:pt x="2185" y="4328"/>
                </a:lnTo>
                <a:lnTo>
                  <a:pt x="2186" y="4328"/>
                </a:lnTo>
                <a:lnTo>
                  <a:pt x="2187" y="4328"/>
                </a:lnTo>
                <a:lnTo>
                  <a:pt x="2188" y="4328"/>
                </a:lnTo>
                <a:lnTo>
                  <a:pt x="2189" y="4328"/>
                </a:lnTo>
                <a:lnTo>
                  <a:pt x="2190" y="4328"/>
                </a:lnTo>
                <a:lnTo>
                  <a:pt x="2191" y="4328"/>
                </a:lnTo>
                <a:lnTo>
                  <a:pt x="2192" y="4328"/>
                </a:lnTo>
                <a:lnTo>
                  <a:pt x="2193" y="4328"/>
                </a:lnTo>
                <a:lnTo>
                  <a:pt x="2194" y="4328"/>
                </a:lnTo>
                <a:lnTo>
                  <a:pt x="2195" y="4328"/>
                </a:lnTo>
                <a:lnTo>
                  <a:pt x="2196" y="4328"/>
                </a:lnTo>
                <a:lnTo>
                  <a:pt x="2197" y="4328"/>
                </a:lnTo>
                <a:lnTo>
                  <a:pt x="2198" y="4328"/>
                </a:lnTo>
                <a:lnTo>
                  <a:pt x="2199" y="4328"/>
                </a:lnTo>
                <a:lnTo>
                  <a:pt x="2200" y="4328"/>
                </a:lnTo>
                <a:lnTo>
                  <a:pt x="2201" y="4328"/>
                </a:lnTo>
                <a:lnTo>
                  <a:pt x="2202" y="4328"/>
                </a:lnTo>
                <a:lnTo>
                  <a:pt x="2203" y="4328"/>
                </a:lnTo>
                <a:lnTo>
                  <a:pt x="2204" y="4328"/>
                </a:lnTo>
                <a:lnTo>
                  <a:pt x="2205" y="4328"/>
                </a:lnTo>
                <a:lnTo>
                  <a:pt x="2206" y="4328"/>
                </a:lnTo>
                <a:lnTo>
                  <a:pt x="2207" y="4328"/>
                </a:lnTo>
                <a:lnTo>
                  <a:pt x="2208" y="4328"/>
                </a:lnTo>
                <a:lnTo>
                  <a:pt x="2209" y="4328"/>
                </a:lnTo>
                <a:lnTo>
                  <a:pt x="2210" y="4328"/>
                </a:lnTo>
                <a:lnTo>
                  <a:pt x="2211" y="4328"/>
                </a:lnTo>
                <a:lnTo>
                  <a:pt x="2212" y="4328"/>
                </a:lnTo>
                <a:lnTo>
                  <a:pt x="2213" y="4328"/>
                </a:lnTo>
                <a:lnTo>
                  <a:pt x="2214" y="4328"/>
                </a:lnTo>
                <a:lnTo>
                  <a:pt x="2215" y="4328"/>
                </a:lnTo>
                <a:lnTo>
                  <a:pt x="2216" y="4328"/>
                </a:lnTo>
                <a:lnTo>
                  <a:pt x="2217" y="4328"/>
                </a:lnTo>
                <a:lnTo>
                  <a:pt x="2218" y="4328"/>
                </a:lnTo>
                <a:lnTo>
                  <a:pt x="2219" y="4328"/>
                </a:lnTo>
                <a:lnTo>
                  <a:pt x="2220" y="4328"/>
                </a:lnTo>
                <a:lnTo>
                  <a:pt x="2221" y="4328"/>
                </a:lnTo>
                <a:lnTo>
                  <a:pt x="2222" y="4328"/>
                </a:lnTo>
                <a:lnTo>
                  <a:pt x="2223" y="4328"/>
                </a:lnTo>
                <a:lnTo>
                  <a:pt x="2224" y="4328"/>
                </a:lnTo>
                <a:lnTo>
                  <a:pt x="2225" y="4328"/>
                </a:lnTo>
                <a:lnTo>
                  <a:pt x="2226" y="4328"/>
                </a:lnTo>
                <a:lnTo>
                  <a:pt x="2227" y="4328"/>
                </a:lnTo>
                <a:lnTo>
                  <a:pt x="2228" y="4328"/>
                </a:lnTo>
                <a:lnTo>
                  <a:pt x="2229" y="4328"/>
                </a:lnTo>
                <a:lnTo>
                  <a:pt x="2230" y="4328"/>
                </a:lnTo>
                <a:lnTo>
                  <a:pt x="2231" y="4328"/>
                </a:lnTo>
                <a:lnTo>
                  <a:pt x="2232" y="4328"/>
                </a:lnTo>
                <a:lnTo>
                  <a:pt x="2233" y="4328"/>
                </a:lnTo>
                <a:lnTo>
                  <a:pt x="2234" y="4328"/>
                </a:lnTo>
                <a:lnTo>
                  <a:pt x="2235" y="4328"/>
                </a:lnTo>
                <a:lnTo>
                  <a:pt x="2236" y="4328"/>
                </a:lnTo>
                <a:lnTo>
                  <a:pt x="2237" y="4328"/>
                </a:lnTo>
                <a:lnTo>
                  <a:pt x="2238" y="4328"/>
                </a:lnTo>
                <a:lnTo>
                  <a:pt x="2239" y="4328"/>
                </a:lnTo>
                <a:lnTo>
                  <a:pt x="2240" y="4328"/>
                </a:lnTo>
                <a:lnTo>
                  <a:pt x="2241" y="4328"/>
                </a:lnTo>
                <a:lnTo>
                  <a:pt x="2242" y="4328"/>
                </a:lnTo>
                <a:lnTo>
                  <a:pt x="2243" y="4328"/>
                </a:lnTo>
                <a:lnTo>
                  <a:pt x="2244" y="4328"/>
                </a:lnTo>
                <a:lnTo>
                  <a:pt x="2245" y="4328"/>
                </a:lnTo>
                <a:lnTo>
                  <a:pt x="2246" y="4328"/>
                </a:lnTo>
                <a:lnTo>
                  <a:pt x="2247" y="4328"/>
                </a:lnTo>
                <a:lnTo>
                  <a:pt x="2248" y="4328"/>
                </a:lnTo>
                <a:lnTo>
                  <a:pt x="2249" y="4328"/>
                </a:lnTo>
                <a:lnTo>
                  <a:pt x="2250" y="4328"/>
                </a:lnTo>
                <a:lnTo>
                  <a:pt x="2251" y="4328"/>
                </a:lnTo>
                <a:lnTo>
                  <a:pt x="2252" y="4328"/>
                </a:lnTo>
                <a:lnTo>
                  <a:pt x="2253" y="4328"/>
                </a:lnTo>
                <a:lnTo>
                  <a:pt x="2254" y="4328"/>
                </a:lnTo>
                <a:lnTo>
                  <a:pt x="2255" y="4328"/>
                </a:lnTo>
                <a:lnTo>
                  <a:pt x="2256" y="4328"/>
                </a:lnTo>
                <a:lnTo>
                  <a:pt x="2257" y="4328"/>
                </a:lnTo>
                <a:lnTo>
                  <a:pt x="2258" y="4328"/>
                </a:lnTo>
                <a:lnTo>
                  <a:pt x="2259" y="4328"/>
                </a:lnTo>
                <a:lnTo>
                  <a:pt x="2260" y="4328"/>
                </a:lnTo>
                <a:lnTo>
                  <a:pt x="2261" y="4328"/>
                </a:lnTo>
                <a:lnTo>
                  <a:pt x="2262" y="4328"/>
                </a:lnTo>
                <a:lnTo>
                  <a:pt x="2263" y="4328"/>
                </a:lnTo>
                <a:lnTo>
                  <a:pt x="2264" y="4328"/>
                </a:lnTo>
                <a:lnTo>
                  <a:pt x="2265" y="4328"/>
                </a:lnTo>
                <a:lnTo>
                  <a:pt x="2266" y="4328"/>
                </a:lnTo>
                <a:lnTo>
                  <a:pt x="2267" y="4328"/>
                </a:lnTo>
                <a:lnTo>
                  <a:pt x="2268" y="4328"/>
                </a:lnTo>
                <a:lnTo>
                  <a:pt x="2269" y="4328"/>
                </a:lnTo>
                <a:lnTo>
                  <a:pt x="2270" y="4328"/>
                </a:lnTo>
                <a:lnTo>
                  <a:pt x="2271" y="4328"/>
                </a:lnTo>
                <a:lnTo>
                  <a:pt x="2272" y="4328"/>
                </a:lnTo>
                <a:lnTo>
                  <a:pt x="2273" y="4328"/>
                </a:lnTo>
                <a:lnTo>
                  <a:pt x="2274" y="4328"/>
                </a:lnTo>
                <a:lnTo>
                  <a:pt x="2275" y="4328"/>
                </a:lnTo>
                <a:lnTo>
                  <a:pt x="2276" y="4328"/>
                </a:lnTo>
                <a:lnTo>
                  <a:pt x="2277" y="4328"/>
                </a:lnTo>
                <a:lnTo>
                  <a:pt x="2278" y="4328"/>
                </a:lnTo>
                <a:lnTo>
                  <a:pt x="2279" y="4328"/>
                </a:lnTo>
                <a:lnTo>
                  <a:pt x="2280" y="4328"/>
                </a:lnTo>
                <a:lnTo>
                  <a:pt x="2281" y="4328"/>
                </a:lnTo>
                <a:lnTo>
                  <a:pt x="2282" y="4328"/>
                </a:lnTo>
                <a:lnTo>
                  <a:pt x="2283" y="4328"/>
                </a:lnTo>
                <a:lnTo>
                  <a:pt x="2284" y="4328"/>
                </a:lnTo>
                <a:lnTo>
                  <a:pt x="2285" y="4328"/>
                </a:lnTo>
                <a:lnTo>
                  <a:pt x="2286" y="4328"/>
                </a:lnTo>
                <a:lnTo>
                  <a:pt x="2287" y="4328"/>
                </a:lnTo>
                <a:lnTo>
                  <a:pt x="2288" y="4328"/>
                </a:lnTo>
                <a:lnTo>
                  <a:pt x="2289" y="4328"/>
                </a:lnTo>
                <a:lnTo>
                  <a:pt x="2290" y="4328"/>
                </a:lnTo>
                <a:lnTo>
                  <a:pt x="2291" y="4328"/>
                </a:lnTo>
                <a:lnTo>
                  <a:pt x="2292" y="4328"/>
                </a:lnTo>
                <a:lnTo>
                  <a:pt x="2293" y="4328"/>
                </a:lnTo>
                <a:lnTo>
                  <a:pt x="2294" y="4328"/>
                </a:lnTo>
                <a:lnTo>
                  <a:pt x="2295" y="4328"/>
                </a:lnTo>
                <a:lnTo>
                  <a:pt x="2296" y="4328"/>
                </a:lnTo>
                <a:lnTo>
                  <a:pt x="2297" y="4328"/>
                </a:lnTo>
                <a:lnTo>
                  <a:pt x="2298" y="4328"/>
                </a:lnTo>
                <a:lnTo>
                  <a:pt x="2299" y="4328"/>
                </a:lnTo>
                <a:lnTo>
                  <a:pt x="2300" y="4328"/>
                </a:lnTo>
                <a:lnTo>
                  <a:pt x="2301" y="4328"/>
                </a:lnTo>
                <a:lnTo>
                  <a:pt x="2302" y="4328"/>
                </a:lnTo>
                <a:lnTo>
                  <a:pt x="2303" y="4328"/>
                </a:lnTo>
                <a:lnTo>
                  <a:pt x="2304" y="4328"/>
                </a:lnTo>
                <a:lnTo>
                  <a:pt x="2305" y="4328"/>
                </a:lnTo>
                <a:lnTo>
                  <a:pt x="2306" y="4328"/>
                </a:lnTo>
                <a:lnTo>
                  <a:pt x="2307" y="4328"/>
                </a:lnTo>
                <a:lnTo>
                  <a:pt x="2308" y="4328"/>
                </a:lnTo>
                <a:lnTo>
                  <a:pt x="2309" y="4328"/>
                </a:lnTo>
                <a:lnTo>
                  <a:pt x="2310" y="4328"/>
                </a:lnTo>
                <a:lnTo>
                  <a:pt x="2311" y="4328"/>
                </a:lnTo>
                <a:lnTo>
                  <a:pt x="2312" y="4328"/>
                </a:lnTo>
                <a:lnTo>
                  <a:pt x="2313" y="4328"/>
                </a:lnTo>
                <a:lnTo>
                  <a:pt x="2314" y="4328"/>
                </a:lnTo>
                <a:lnTo>
                  <a:pt x="2315" y="4328"/>
                </a:lnTo>
                <a:lnTo>
                  <a:pt x="2316" y="4328"/>
                </a:lnTo>
                <a:lnTo>
                  <a:pt x="2317" y="4328"/>
                </a:lnTo>
                <a:lnTo>
                  <a:pt x="2318" y="4328"/>
                </a:lnTo>
                <a:lnTo>
                  <a:pt x="2319" y="4328"/>
                </a:lnTo>
                <a:lnTo>
                  <a:pt x="2320" y="4328"/>
                </a:lnTo>
                <a:lnTo>
                  <a:pt x="2321" y="4328"/>
                </a:lnTo>
                <a:lnTo>
                  <a:pt x="2322" y="4328"/>
                </a:lnTo>
                <a:lnTo>
                  <a:pt x="2323" y="4328"/>
                </a:lnTo>
                <a:lnTo>
                  <a:pt x="2324" y="4328"/>
                </a:lnTo>
                <a:lnTo>
                  <a:pt x="2325" y="4328"/>
                </a:lnTo>
                <a:lnTo>
                  <a:pt x="2326" y="4328"/>
                </a:lnTo>
                <a:lnTo>
                  <a:pt x="2327" y="4328"/>
                </a:lnTo>
                <a:lnTo>
                  <a:pt x="2328" y="4328"/>
                </a:lnTo>
                <a:lnTo>
                  <a:pt x="2329" y="4328"/>
                </a:lnTo>
                <a:lnTo>
                  <a:pt x="2330" y="4328"/>
                </a:lnTo>
                <a:lnTo>
                  <a:pt x="2331" y="4328"/>
                </a:lnTo>
                <a:lnTo>
                  <a:pt x="2332" y="4328"/>
                </a:lnTo>
                <a:lnTo>
                  <a:pt x="2333" y="4328"/>
                </a:lnTo>
                <a:lnTo>
                  <a:pt x="2334" y="4328"/>
                </a:lnTo>
                <a:lnTo>
                  <a:pt x="2335" y="4328"/>
                </a:lnTo>
                <a:lnTo>
                  <a:pt x="2336" y="4328"/>
                </a:lnTo>
                <a:lnTo>
                  <a:pt x="2337" y="4328"/>
                </a:lnTo>
                <a:lnTo>
                  <a:pt x="2338" y="4328"/>
                </a:lnTo>
                <a:lnTo>
                  <a:pt x="2339" y="4328"/>
                </a:lnTo>
                <a:lnTo>
                  <a:pt x="2340" y="4328"/>
                </a:lnTo>
                <a:lnTo>
                  <a:pt x="2341" y="4328"/>
                </a:lnTo>
                <a:lnTo>
                  <a:pt x="2342" y="4328"/>
                </a:lnTo>
                <a:lnTo>
                  <a:pt x="2343" y="4328"/>
                </a:lnTo>
                <a:lnTo>
                  <a:pt x="2344" y="4328"/>
                </a:lnTo>
                <a:lnTo>
                  <a:pt x="2345" y="4328"/>
                </a:lnTo>
                <a:lnTo>
                  <a:pt x="2346" y="4328"/>
                </a:lnTo>
                <a:lnTo>
                  <a:pt x="2347" y="4328"/>
                </a:lnTo>
                <a:lnTo>
                  <a:pt x="2348" y="4328"/>
                </a:lnTo>
                <a:lnTo>
                  <a:pt x="2349" y="4328"/>
                </a:lnTo>
                <a:lnTo>
                  <a:pt x="2350" y="4328"/>
                </a:lnTo>
                <a:lnTo>
                  <a:pt x="2351" y="4328"/>
                </a:lnTo>
                <a:lnTo>
                  <a:pt x="2352" y="4328"/>
                </a:lnTo>
                <a:lnTo>
                  <a:pt x="2353" y="4328"/>
                </a:lnTo>
                <a:lnTo>
                  <a:pt x="2354" y="4328"/>
                </a:lnTo>
                <a:lnTo>
                  <a:pt x="2355" y="4328"/>
                </a:lnTo>
                <a:lnTo>
                  <a:pt x="2356" y="4328"/>
                </a:lnTo>
                <a:lnTo>
                  <a:pt x="2357" y="4328"/>
                </a:lnTo>
                <a:lnTo>
                  <a:pt x="2358" y="4328"/>
                </a:lnTo>
                <a:lnTo>
                  <a:pt x="2359" y="4328"/>
                </a:lnTo>
                <a:lnTo>
                  <a:pt x="2360" y="4328"/>
                </a:lnTo>
                <a:lnTo>
                  <a:pt x="2361" y="4328"/>
                </a:lnTo>
                <a:lnTo>
                  <a:pt x="2362" y="4328"/>
                </a:lnTo>
                <a:lnTo>
                  <a:pt x="2363" y="4328"/>
                </a:lnTo>
                <a:lnTo>
                  <a:pt x="2364" y="4328"/>
                </a:lnTo>
                <a:lnTo>
                  <a:pt x="2365" y="4328"/>
                </a:lnTo>
                <a:lnTo>
                  <a:pt x="2366" y="4328"/>
                </a:lnTo>
                <a:lnTo>
                  <a:pt x="2367" y="4328"/>
                </a:lnTo>
                <a:lnTo>
                  <a:pt x="2368" y="4328"/>
                </a:lnTo>
                <a:lnTo>
                  <a:pt x="2369" y="4328"/>
                </a:lnTo>
                <a:lnTo>
                  <a:pt x="2370" y="4328"/>
                </a:lnTo>
                <a:lnTo>
                  <a:pt x="2371" y="4328"/>
                </a:lnTo>
                <a:lnTo>
                  <a:pt x="2372" y="4328"/>
                </a:lnTo>
                <a:lnTo>
                  <a:pt x="2373" y="4328"/>
                </a:lnTo>
                <a:lnTo>
                  <a:pt x="2374" y="4328"/>
                </a:lnTo>
                <a:lnTo>
                  <a:pt x="2375" y="4328"/>
                </a:lnTo>
                <a:lnTo>
                  <a:pt x="2376" y="4328"/>
                </a:lnTo>
                <a:lnTo>
                  <a:pt x="2377" y="4328"/>
                </a:lnTo>
                <a:lnTo>
                  <a:pt x="2378" y="4328"/>
                </a:lnTo>
                <a:lnTo>
                  <a:pt x="2379" y="4328"/>
                </a:lnTo>
                <a:lnTo>
                  <a:pt x="2380" y="4328"/>
                </a:lnTo>
                <a:lnTo>
                  <a:pt x="2381" y="4328"/>
                </a:lnTo>
                <a:lnTo>
                  <a:pt x="2382" y="4328"/>
                </a:lnTo>
                <a:lnTo>
                  <a:pt x="2383" y="4328"/>
                </a:lnTo>
                <a:lnTo>
                  <a:pt x="2384" y="4328"/>
                </a:lnTo>
                <a:lnTo>
                  <a:pt x="2385" y="4328"/>
                </a:lnTo>
                <a:lnTo>
                  <a:pt x="2386" y="4328"/>
                </a:lnTo>
                <a:lnTo>
                  <a:pt x="2387" y="4328"/>
                </a:lnTo>
                <a:lnTo>
                  <a:pt x="2388" y="4328"/>
                </a:lnTo>
                <a:lnTo>
                  <a:pt x="2389" y="4328"/>
                </a:lnTo>
                <a:lnTo>
                  <a:pt x="2390" y="4328"/>
                </a:lnTo>
                <a:lnTo>
                  <a:pt x="2391" y="4328"/>
                </a:lnTo>
                <a:lnTo>
                  <a:pt x="2392" y="4328"/>
                </a:lnTo>
                <a:lnTo>
                  <a:pt x="2393" y="4328"/>
                </a:lnTo>
                <a:lnTo>
                  <a:pt x="2394" y="4328"/>
                </a:lnTo>
                <a:lnTo>
                  <a:pt x="2395" y="4328"/>
                </a:lnTo>
                <a:lnTo>
                  <a:pt x="2396" y="4328"/>
                </a:lnTo>
                <a:lnTo>
                  <a:pt x="2397" y="4328"/>
                </a:lnTo>
                <a:lnTo>
                  <a:pt x="2398" y="4328"/>
                </a:lnTo>
                <a:lnTo>
                  <a:pt x="2399" y="4328"/>
                </a:lnTo>
                <a:lnTo>
                  <a:pt x="2400" y="4328"/>
                </a:lnTo>
                <a:lnTo>
                  <a:pt x="2401" y="4328"/>
                </a:lnTo>
                <a:lnTo>
                  <a:pt x="2402" y="4328"/>
                </a:lnTo>
                <a:lnTo>
                  <a:pt x="2403" y="4328"/>
                </a:lnTo>
                <a:lnTo>
                  <a:pt x="2404" y="4328"/>
                </a:lnTo>
                <a:lnTo>
                  <a:pt x="2405" y="4328"/>
                </a:lnTo>
                <a:lnTo>
                  <a:pt x="2406" y="4328"/>
                </a:lnTo>
                <a:lnTo>
                  <a:pt x="2407" y="4328"/>
                </a:lnTo>
                <a:lnTo>
                  <a:pt x="2408" y="4328"/>
                </a:lnTo>
                <a:lnTo>
                  <a:pt x="2409" y="4328"/>
                </a:lnTo>
                <a:lnTo>
                  <a:pt x="2410" y="4328"/>
                </a:lnTo>
                <a:lnTo>
                  <a:pt x="2411" y="4328"/>
                </a:lnTo>
                <a:lnTo>
                  <a:pt x="2412" y="4328"/>
                </a:lnTo>
                <a:lnTo>
                  <a:pt x="2413" y="4328"/>
                </a:lnTo>
                <a:lnTo>
                  <a:pt x="2414" y="4328"/>
                </a:lnTo>
                <a:lnTo>
                  <a:pt x="2415" y="4328"/>
                </a:lnTo>
                <a:lnTo>
                  <a:pt x="2416" y="4328"/>
                </a:lnTo>
                <a:lnTo>
                  <a:pt x="2417" y="4328"/>
                </a:lnTo>
                <a:lnTo>
                  <a:pt x="2418" y="4328"/>
                </a:lnTo>
                <a:lnTo>
                  <a:pt x="2419" y="4328"/>
                </a:lnTo>
                <a:lnTo>
                  <a:pt x="2420" y="4328"/>
                </a:lnTo>
                <a:lnTo>
                  <a:pt x="2421" y="4328"/>
                </a:lnTo>
                <a:lnTo>
                  <a:pt x="2422" y="4328"/>
                </a:lnTo>
                <a:lnTo>
                  <a:pt x="2423" y="4328"/>
                </a:lnTo>
                <a:lnTo>
                  <a:pt x="2424" y="4328"/>
                </a:lnTo>
                <a:lnTo>
                  <a:pt x="2425" y="4328"/>
                </a:lnTo>
                <a:lnTo>
                  <a:pt x="2426" y="4328"/>
                </a:lnTo>
                <a:lnTo>
                  <a:pt x="2427" y="4328"/>
                </a:lnTo>
                <a:lnTo>
                  <a:pt x="2428" y="4328"/>
                </a:lnTo>
                <a:lnTo>
                  <a:pt x="2429" y="4328"/>
                </a:lnTo>
                <a:lnTo>
                  <a:pt x="2430" y="4328"/>
                </a:lnTo>
                <a:lnTo>
                  <a:pt x="2431" y="4328"/>
                </a:lnTo>
                <a:lnTo>
                  <a:pt x="2432" y="4328"/>
                </a:lnTo>
                <a:lnTo>
                  <a:pt x="2433" y="4328"/>
                </a:lnTo>
                <a:lnTo>
                  <a:pt x="2434" y="4328"/>
                </a:lnTo>
                <a:lnTo>
                  <a:pt x="2435" y="4328"/>
                </a:lnTo>
                <a:lnTo>
                  <a:pt x="2436" y="4328"/>
                </a:lnTo>
                <a:lnTo>
                  <a:pt x="2437" y="4328"/>
                </a:lnTo>
                <a:lnTo>
                  <a:pt x="2438" y="4328"/>
                </a:lnTo>
                <a:lnTo>
                  <a:pt x="2439" y="4328"/>
                </a:lnTo>
                <a:lnTo>
                  <a:pt x="2440" y="4328"/>
                </a:lnTo>
                <a:lnTo>
                  <a:pt x="2441" y="4328"/>
                </a:lnTo>
                <a:lnTo>
                  <a:pt x="2442" y="4328"/>
                </a:lnTo>
                <a:lnTo>
                  <a:pt x="2443" y="4328"/>
                </a:lnTo>
                <a:lnTo>
                  <a:pt x="2444" y="4328"/>
                </a:lnTo>
                <a:lnTo>
                  <a:pt x="2445" y="4328"/>
                </a:lnTo>
                <a:lnTo>
                  <a:pt x="2446" y="4328"/>
                </a:lnTo>
                <a:lnTo>
                  <a:pt x="2447" y="4328"/>
                </a:lnTo>
                <a:lnTo>
                  <a:pt x="2448" y="4328"/>
                </a:lnTo>
                <a:lnTo>
                  <a:pt x="2449" y="4328"/>
                </a:lnTo>
                <a:lnTo>
                  <a:pt x="2450" y="4328"/>
                </a:lnTo>
                <a:lnTo>
                  <a:pt x="2451" y="4328"/>
                </a:lnTo>
                <a:lnTo>
                  <a:pt x="2452" y="4328"/>
                </a:lnTo>
                <a:lnTo>
                  <a:pt x="2453" y="4328"/>
                </a:lnTo>
                <a:lnTo>
                  <a:pt x="2454" y="4328"/>
                </a:lnTo>
                <a:lnTo>
                  <a:pt x="2455" y="4328"/>
                </a:lnTo>
                <a:lnTo>
                  <a:pt x="2456" y="4328"/>
                </a:lnTo>
                <a:lnTo>
                  <a:pt x="2457" y="4328"/>
                </a:lnTo>
                <a:lnTo>
                  <a:pt x="2458" y="4328"/>
                </a:lnTo>
                <a:lnTo>
                  <a:pt x="2459" y="4328"/>
                </a:lnTo>
                <a:lnTo>
                  <a:pt x="2460" y="4328"/>
                </a:lnTo>
                <a:lnTo>
                  <a:pt x="2461" y="4328"/>
                </a:lnTo>
                <a:lnTo>
                  <a:pt x="2462" y="4328"/>
                </a:lnTo>
                <a:lnTo>
                  <a:pt x="2463" y="4328"/>
                </a:lnTo>
                <a:lnTo>
                  <a:pt x="2464" y="4328"/>
                </a:lnTo>
                <a:lnTo>
                  <a:pt x="2465" y="4328"/>
                </a:lnTo>
                <a:lnTo>
                  <a:pt x="2466" y="4328"/>
                </a:lnTo>
                <a:lnTo>
                  <a:pt x="2467" y="4328"/>
                </a:lnTo>
                <a:lnTo>
                  <a:pt x="2468" y="4328"/>
                </a:lnTo>
                <a:lnTo>
                  <a:pt x="2469" y="4328"/>
                </a:lnTo>
                <a:lnTo>
                  <a:pt x="2470" y="4328"/>
                </a:lnTo>
                <a:lnTo>
                  <a:pt x="2471" y="4328"/>
                </a:lnTo>
                <a:lnTo>
                  <a:pt x="2472" y="4328"/>
                </a:lnTo>
                <a:lnTo>
                  <a:pt x="2473" y="4328"/>
                </a:lnTo>
                <a:lnTo>
                  <a:pt x="2474" y="4328"/>
                </a:lnTo>
                <a:lnTo>
                  <a:pt x="2475" y="4328"/>
                </a:lnTo>
                <a:lnTo>
                  <a:pt x="2476" y="4328"/>
                </a:lnTo>
                <a:lnTo>
                  <a:pt x="2477" y="4328"/>
                </a:lnTo>
                <a:lnTo>
                  <a:pt x="2478" y="4328"/>
                </a:lnTo>
                <a:lnTo>
                  <a:pt x="2479" y="4328"/>
                </a:lnTo>
                <a:lnTo>
                  <a:pt x="2480" y="4328"/>
                </a:lnTo>
                <a:lnTo>
                  <a:pt x="2481" y="4328"/>
                </a:lnTo>
                <a:lnTo>
                  <a:pt x="2482" y="4328"/>
                </a:lnTo>
                <a:lnTo>
                  <a:pt x="2483" y="4328"/>
                </a:lnTo>
                <a:lnTo>
                  <a:pt x="2484" y="4328"/>
                </a:lnTo>
                <a:lnTo>
                  <a:pt x="2485" y="4328"/>
                </a:lnTo>
                <a:lnTo>
                  <a:pt x="2486" y="4328"/>
                </a:lnTo>
                <a:lnTo>
                  <a:pt x="2487" y="4328"/>
                </a:lnTo>
                <a:lnTo>
                  <a:pt x="2488" y="4328"/>
                </a:lnTo>
                <a:lnTo>
                  <a:pt x="2489" y="4328"/>
                </a:lnTo>
                <a:lnTo>
                  <a:pt x="2490" y="4328"/>
                </a:lnTo>
                <a:lnTo>
                  <a:pt x="2491" y="4328"/>
                </a:lnTo>
                <a:lnTo>
                  <a:pt x="2492" y="4328"/>
                </a:lnTo>
                <a:lnTo>
                  <a:pt x="2493" y="4328"/>
                </a:lnTo>
                <a:lnTo>
                  <a:pt x="2494" y="4328"/>
                </a:lnTo>
                <a:lnTo>
                  <a:pt x="2495" y="4328"/>
                </a:lnTo>
                <a:lnTo>
                  <a:pt x="2496" y="4328"/>
                </a:lnTo>
                <a:lnTo>
                  <a:pt x="2497" y="4328"/>
                </a:lnTo>
                <a:lnTo>
                  <a:pt x="2498" y="4328"/>
                </a:lnTo>
                <a:lnTo>
                  <a:pt x="2499" y="4328"/>
                </a:lnTo>
                <a:lnTo>
                  <a:pt x="2500" y="4328"/>
                </a:lnTo>
                <a:lnTo>
                  <a:pt x="2501" y="4328"/>
                </a:lnTo>
                <a:lnTo>
                  <a:pt x="2502" y="4328"/>
                </a:lnTo>
                <a:lnTo>
                  <a:pt x="2503" y="4328"/>
                </a:lnTo>
                <a:lnTo>
                  <a:pt x="2504" y="4328"/>
                </a:lnTo>
                <a:lnTo>
                  <a:pt x="2505" y="4328"/>
                </a:lnTo>
                <a:lnTo>
                  <a:pt x="2506" y="4328"/>
                </a:lnTo>
                <a:lnTo>
                  <a:pt x="2507" y="4328"/>
                </a:lnTo>
                <a:lnTo>
                  <a:pt x="2508" y="4328"/>
                </a:lnTo>
                <a:lnTo>
                  <a:pt x="2509" y="4328"/>
                </a:lnTo>
                <a:lnTo>
                  <a:pt x="2510" y="4328"/>
                </a:lnTo>
                <a:lnTo>
                  <a:pt x="2511" y="4328"/>
                </a:lnTo>
                <a:lnTo>
                  <a:pt x="2512" y="4328"/>
                </a:lnTo>
                <a:lnTo>
                  <a:pt x="2513" y="4328"/>
                </a:lnTo>
                <a:lnTo>
                  <a:pt x="2514" y="4328"/>
                </a:lnTo>
                <a:lnTo>
                  <a:pt x="2515" y="4328"/>
                </a:lnTo>
                <a:lnTo>
                  <a:pt x="2516" y="4328"/>
                </a:lnTo>
                <a:lnTo>
                  <a:pt x="2517" y="4328"/>
                </a:lnTo>
                <a:lnTo>
                  <a:pt x="2518" y="4328"/>
                </a:lnTo>
                <a:lnTo>
                  <a:pt x="2519" y="4328"/>
                </a:lnTo>
                <a:lnTo>
                  <a:pt x="2520" y="4328"/>
                </a:lnTo>
                <a:lnTo>
                  <a:pt x="2521" y="4328"/>
                </a:lnTo>
                <a:lnTo>
                  <a:pt x="2522" y="4328"/>
                </a:lnTo>
                <a:lnTo>
                  <a:pt x="2523" y="4328"/>
                </a:lnTo>
                <a:lnTo>
                  <a:pt x="2524" y="4328"/>
                </a:lnTo>
                <a:lnTo>
                  <a:pt x="2525" y="4328"/>
                </a:lnTo>
                <a:lnTo>
                  <a:pt x="2526" y="4328"/>
                </a:lnTo>
                <a:lnTo>
                  <a:pt x="2527" y="4328"/>
                </a:lnTo>
                <a:lnTo>
                  <a:pt x="2528" y="4328"/>
                </a:lnTo>
                <a:lnTo>
                  <a:pt x="2529" y="4328"/>
                </a:lnTo>
                <a:lnTo>
                  <a:pt x="2530" y="4328"/>
                </a:lnTo>
                <a:lnTo>
                  <a:pt x="2531" y="4328"/>
                </a:lnTo>
                <a:lnTo>
                  <a:pt x="2532" y="4328"/>
                </a:lnTo>
                <a:lnTo>
                  <a:pt x="2533" y="4328"/>
                </a:lnTo>
                <a:lnTo>
                  <a:pt x="2534" y="4328"/>
                </a:lnTo>
                <a:lnTo>
                  <a:pt x="2535" y="4328"/>
                </a:lnTo>
                <a:lnTo>
                  <a:pt x="2536" y="4328"/>
                </a:lnTo>
                <a:lnTo>
                  <a:pt x="2537" y="4328"/>
                </a:lnTo>
                <a:lnTo>
                  <a:pt x="2538" y="4328"/>
                </a:lnTo>
                <a:lnTo>
                  <a:pt x="2539" y="4328"/>
                </a:lnTo>
                <a:lnTo>
                  <a:pt x="2540" y="4328"/>
                </a:lnTo>
                <a:lnTo>
                  <a:pt x="2541" y="4328"/>
                </a:lnTo>
                <a:lnTo>
                  <a:pt x="2542" y="4328"/>
                </a:lnTo>
                <a:lnTo>
                  <a:pt x="2543" y="4328"/>
                </a:lnTo>
                <a:lnTo>
                  <a:pt x="2544" y="4328"/>
                </a:lnTo>
                <a:lnTo>
                  <a:pt x="2545" y="4328"/>
                </a:lnTo>
                <a:lnTo>
                  <a:pt x="2546" y="4328"/>
                </a:lnTo>
                <a:lnTo>
                  <a:pt x="2547" y="4328"/>
                </a:lnTo>
                <a:lnTo>
                  <a:pt x="2548" y="4328"/>
                </a:lnTo>
                <a:lnTo>
                  <a:pt x="2549" y="4328"/>
                </a:lnTo>
                <a:lnTo>
                  <a:pt x="2550" y="4328"/>
                </a:lnTo>
                <a:lnTo>
                  <a:pt x="2551" y="4328"/>
                </a:lnTo>
                <a:lnTo>
                  <a:pt x="2552" y="4328"/>
                </a:lnTo>
                <a:lnTo>
                  <a:pt x="2553" y="4328"/>
                </a:lnTo>
                <a:lnTo>
                  <a:pt x="2554" y="4328"/>
                </a:lnTo>
                <a:lnTo>
                  <a:pt x="2555" y="4328"/>
                </a:lnTo>
                <a:lnTo>
                  <a:pt x="2556" y="4328"/>
                </a:lnTo>
                <a:lnTo>
                  <a:pt x="2557" y="4328"/>
                </a:lnTo>
                <a:lnTo>
                  <a:pt x="2558" y="4328"/>
                </a:lnTo>
                <a:lnTo>
                  <a:pt x="2559" y="4328"/>
                </a:lnTo>
                <a:lnTo>
                  <a:pt x="2560" y="4328"/>
                </a:lnTo>
                <a:lnTo>
                  <a:pt x="2561" y="4328"/>
                </a:lnTo>
                <a:lnTo>
                  <a:pt x="2562" y="4328"/>
                </a:lnTo>
                <a:lnTo>
                  <a:pt x="2563" y="4328"/>
                </a:lnTo>
                <a:lnTo>
                  <a:pt x="2564" y="4328"/>
                </a:lnTo>
                <a:lnTo>
                  <a:pt x="2565" y="4328"/>
                </a:lnTo>
                <a:lnTo>
                  <a:pt x="2566" y="4328"/>
                </a:lnTo>
                <a:lnTo>
                  <a:pt x="2567" y="4328"/>
                </a:lnTo>
                <a:lnTo>
                  <a:pt x="2568" y="4328"/>
                </a:lnTo>
                <a:lnTo>
                  <a:pt x="2569" y="4328"/>
                </a:lnTo>
                <a:lnTo>
                  <a:pt x="2570" y="4328"/>
                </a:lnTo>
                <a:lnTo>
                  <a:pt x="2571" y="4328"/>
                </a:lnTo>
                <a:lnTo>
                  <a:pt x="2572" y="4328"/>
                </a:lnTo>
                <a:lnTo>
                  <a:pt x="2573" y="4328"/>
                </a:lnTo>
                <a:lnTo>
                  <a:pt x="2574" y="4328"/>
                </a:lnTo>
                <a:lnTo>
                  <a:pt x="2575" y="4328"/>
                </a:lnTo>
                <a:lnTo>
                  <a:pt x="2576" y="4328"/>
                </a:lnTo>
                <a:lnTo>
                  <a:pt x="2577" y="4328"/>
                </a:lnTo>
                <a:lnTo>
                  <a:pt x="2578" y="4328"/>
                </a:lnTo>
                <a:lnTo>
                  <a:pt x="2579" y="4328"/>
                </a:lnTo>
                <a:lnTo>
                  <a:pt x="2580" y="4328"/>
                </a:lnTo>
                <a:lnTo>
                  <a:pt x="2581" y="4328"/>
                </a:lnTo>
                <a:lnTo>
                  <a:pt x="2582" y="4328"/>
                </a:lnTo>
                <a:lnTo>
                  <a:pt x="2583" y="4328"/>
                </a:lnTo>
                <a:lnTo>
                  <a:pt x="2584" y="4328"/>
                </a:lnTo>
                <a:lnTo>
                  <a:pt x="2585" y="4328"/>
                </a:lnTo>
                <a:lnTo>
                  <a:pt x="2586" y="4328"/>
                </a:lnTo>
                <a:lnTo>
                  <a:pt x="2587" y="4328"/>
                </a:lnTo>
                <a:lnTo>
                  <a:pt x="2588" y="4328"/>
                </a:lnTo>
                <a:lnTo>
                  <a:pt x="2589" y="4328"/>
                </a:lnTo>
                <a:lnTo>
                  <a:pt x="2590" y="4328"/>
                </a:lnTo>
                <a:lnTo>
                  <a:pt x="2591" y="4328"/>
                </a:lnTo>
                <a:lnTo>
                  <a:pt x="2592" y="4328"/>
                </a:lnTo>
                <a:lnTo>
                  <a:pt x="2593" y="4328"/>
                </a:lnTo>
                <a:lnTo>
                  <a:pt x="2594" y="4328"/>
                </a:lnTo>
                <a:lnTo>
                  <a:pt x="2595" y="4328"/>
                </a:lnTo>
                <a:lnTo>
                  <a:pt x="2596" y="4328"/>
                </a:lnTo>
                <a:lnTo>
                  <a:pt x="2597" y="4328"/>
                </a:lnTo>
                <a:lnTo>
                  <a:pt x="2598" y="4328"/>
                </a:lnTo>
                <a:lnTo>
                  <a:pt x="2599" y="4328"/>
                </a:lnTo>
                <a:lnTo>
                  <a:pt x="2600" y="4328"/>
                </a:lnTo>
                <a:lnTo>
                  <a:pt x="2601" y="4328"/>
                </a:lnTo>
                <a:lnTo>
                  <a:pt x="2602" y="4328"/>
                </a:lnTo>
                <a:lnTo>
                  <a:pt x="2603" y="4328"/>
                </a:lnTo>
                <a:lnTo>
                  <a:pt x="2604" y="4328"/>
                </a:lnTo>
                <a:lnTo>
                  <a:pt x="2605" y="4328"/>
                </a:lnTo>
                <a:lnTo>
                  <a:pt x="2606" y="4328"/>
                </a:lnTo>
                <a:lnTo>
                  <a:pt x="2607" y="4328"/>
                </a:lnTo>
                <a:lnTo>
                  <a:pt x="2608" y="4328"/>
                </a:lnTo>
                <a:lnTo>
                  <a:pt x="2609" y="4328"/>
                </a:lnTo>
                <a:lnTo>
                  <a:pt x="2610" y="4328"/>
                </a:lnTo>
                <a:lnTo>
                  <a:pt x="2611" y="4328"/>
                </a:lnTo>
                <a:lnTo>
                  <a:pt x="2612" y="4328"/>
                </a:lnTo>
                <a:lnTo>
                  <a:pt x="2613" y="4328"/>
                </a:lnTo>
                <a:lnTo>
                  <a:pt x="2614" y="4328"/>
                </a:lnTo>
                <a:lnTo>
                  <a:pt x="2615" y="4328"/>
                </a:lnTo>
                <a:lnTo>
                  <a:pt x="2616" y="4328"/>
                </a:lnTo>
                <a:lnTo>
                  <a:pt x="2617" y="4328"/>
                </a:lnTo>
                <a:lnTo>
                  <a:pt x="2618" y="4328"/>
                </a:lnTo>
                <a:lnTo>
                  <a:pt x="2619" y="4328"/>
                </a:lnTo>
                <a:lnTo>
                  <a:pt x="2620" y="4328"/>
                </a:lnTo>
                <a:lnTo>
                  <a:pt x="2621" y="4328"/>
                </a:lnTo>
                <a:lnTo>
                  <a:pt x="2622" y="4328"/>
                </a:lnTo>
                <a:lnTo>
                  <a:pt x="2623" y="4328"/>
                </a:lnTo>
                <a:lnTo>
                  <a:pt x="2624" y="4328"/>
                </a:lnTo>
                <a:lnTo>
                  <a:pt x="2625" y="4328"/>
                </a:lnTo>
                <a:lnTo>
                  <a:pt x="2626" y="4328"/>
                </a:lnTo>
                <a:lnTo>
                  <a:pt x="2627" y="4328"/>
                </a:lnTo>
                <a:lnTo>
                  <a:pt x="2628" y="4328"/>
                </a:lnTo>
                <a:lnTo>
                  <a:pt x="2629" y="4328"/>
                </a:lnTo>
                <a:lnTo>
                  <a:pt x="2630" y="4328"/>
                </a:lnTo>
                <a:lnTo>
                  <a:pt x="2631" y="4328"/>
                </a:lnTo>
                <a:lnTo>
                  <a:pt x="2632" y="4328"/>
                </a:lnTo>
                <a:lnTo>
                  <a:pt x="2633" y="4328"/>
                </a:lnTo>
                <a:lnTo>
                  <a:pt x="2634" y="4328"/>
                </a:lnTo>
                <a:lnTo>
                  <a:pt x="2635" y="4328"/>
                </a:lnTo>
                <a:lnTo>
                  <a:pt x="2636" y="4328"/>
                </a:lnTo>
                <a:lnTo>
                  <a:pt x="2637" y="4328"/>
                </a:lnTo>
                <a:lnTo>
                  <a:pt x="2638" y="4328"/>
                </a:lnTo>
                <a:lnTo>
                  <a:pt x="2639" y="4328"/>
                </a:lnTo>
                <a:lnTo>
                  <a:pt x="2640" y="4328"/>
                </a:lnTo>
                <a:lnTo>
                  <a:pt x="2641" y="4328"/>
                </a:lnTo>
                <a:lnTo>
                  <a:pt x="2642" y="4328"/>
                </a:lnTo>
                <a:lnTo>
                  <a:pt x="2643" y="4328"/>
                </a:lnTo>
                <a:lnTo>
                  <a:pt x="2644" y="4328"/>
                </a:lnTo>
                <a:lnTo>
                  <a:pt x="2645" y="4328"/>
                </a:lnTo>
                <a:lnTo>
                  <a:pt x="2646" y="4328"/>
                </a:lnTo>
                <a:lnTo>
                  <a:pt x="2647" y="4328"/>
                </a:lnTo>
                <a:lnTo>
                  <a:pt x="2648" y="4328"/>
                </a:lnTo>
                <a:lnTo>
                  <a:pt x="2649" y="4328"/>
                </a:lnTo>
                <a:lnTo>
                  <a:pt x="2650" y="4328"/>
                </a:lnTo>
                <a:lnTo>
                  <a:pt x="2651" y="4328"/>
                </a:lnTo>
                <a:lnTo>
                  <a:pt x="2652" y="4328"/>
                </a:lnTo>
                <a:lnTo>
                  <a:pt x="2653" y="4328"/>
                </a:lnTo>
                <a:lnTo>
                  <a:pt x="2654" y="4328"/>
                </a:lnTo>
                <a:lnTo>
                  <a:pt x="2655" y="4328"/>
                </a:lnTo>
                <a:lnTo>
                  <a:pt x="2656" y="4328"/>
                </a:lnTo>
                <a:lnTo>
                  <a:pt x="2657" y="4328"/>
                </a:lnTo>
                <a:lnTo>
                  <a:pt x="2658" y="4328"/>
                </a:lnTo>
                <a:lnTo>
                  <a:pt x="2659" y="4328"/>
                </a:lnTo>
                <a:lnTo>
                  <a:pt x="2660" y="4328"/>
                </a:lnTo>
                <a:lnTo>
                  <a:pt x="2661" y="4328"/>
                </a:lnTo>
                <a:lnTo>
                  <a:pt x="2662" y="4328"/>
                </a:lnTo>
                <a:lnTo>
                  <a:pt x="2663" y="4328"/>
                </a:lnTo>
                <a:lnTo>
                  <a:pt x="2664" y="4328"/>
                </a:lnTo>
                <a:lnTo>
                  <a:pt x="2665" y="4328"/>
                </a:lnTo>
                <a:lnTo>
                  <a:pt x="2666" y="4328"/>
                </a:lnTo>
                <a:lnTo>
                  <a:pt x="2667" y="4328"/>
                </a:lnTo>
                <a:lnTo>
                  <a:pt x="2668" y="4328"/>
                </a:lnTo>
                <a:lnTo>
                  <a:pt x="2669" y="4328"/>
                </a:lnTo>
                <a:lnTo>
                  <a:pt x="2670" y="4328"/>
                </a:lnTo>
                <a:lnTo>
                  <a:pt x="2671" y="4328"/>
                </a:lnTo>
                <a:lnTo>
                  <a:pt x="2672" y="4328"/>
                </a:lnTo>
                <a:lnTo>
                  <a:pt x="2673" y="4328"/>
                </a:lnTo>
                <a:lnTo>
                  <a:pt x="2674" y="4328"/>
                </a:lnTo>
                <a:lnTo>
                  <a:pt x="2675" y="4328"/>
                </a:lnTo>
                <a:lnTo>
                  <a:pt x="2676" y="4328"/>
                </a:lnTo>
                <a:lnTo>
                  <a:pt x="2677" y="4328"/>
                </a:lnTo>
                <a:lnTo>
                  <a:pt x="2678" y="4328"/>
                </a:lnTo>
                <a:lnTo>
                  <a:pt x="2679" y="4328"/>
                </a:lnTo>
                <a:lnTo>
                  <a:pt x="2680" y="4328"/>
                </a:lnTo>
                <a:lnTo>
                  <a:pt x="2681" y="4328"/>
                </a:lnTo>
                <a:lnTo>
                  <a:pt x="2682" y="4328"/>
                </a:lnTo>
                <a:lnTo>
                  <a:pt x="2683" y="4328"/>
                </a:lnTo>
                <a:lnTo>
                  <a:pt x="2684" y="4328"/>
                </a:lnTo>
                <a:lnTo>
                  <a:pt x="2685" y="4328"/>
                </a:lnTo>
                <a:lnTo>
                  <a:pt x="2686" y="4328"/>
                </a:lnTo>
                <a:lnTo>
                  <a:pt x="2687" y="4328"/>
                </a:lnTo>
                <a:lnTo>
                  <a:pt x="2688" y="4328"/>
                </a:lnTo>
                <a:lnTo>
                  <a:pt x="2689" y="4328"/>
                </a:lnTo>
                <a:lnTo>
                  <a:pt x="2690" y="4328"/>
                </a:lnTo>
                <a:lnTo>
                  <a:pt x="2691" y="4328"/>
                </a:lnTo>
                <a:lnTo>
                  <a:pt x="2692" y="4328"/>
                </a:lnTo>
                <a:lnTo>
                  <a:pt x="2693" y="4328"/>
                </a:lnTo>
                <a:lnTo>
                  <a:pt x="2694" y="4328"/>
                </a:lnTo>
                <a:lnTo>
                  <a:pt x="2695" y="4328"/>
                </a:lnTo>
                <a:lnTo>
                  <a:pt x="2696" y="4328"/>
                </a:lnTo>
                <a:lnTo>
                  <a:pt x="2697" y="4328"/>
                </a:lnTo>
                <a:lnTo>
                  <a:pt x="2698" y="4328"/>
                </a:lnTo>
                <a:lnTo>
                  <a:pt x="2699" y="4328"/>
                </a:lnTo>
                <a:lnTo>
                  <a:pt x="2700" y="4328"/>
                </a:lnTo>
                <a:lnTo>
                  <a:pt x="2701" y="4328"/>
                </a:lnTo>
                <a:lnTo>
                  <a:pt x="2702" y="4328"/>
                </a:lnTo>
                <a:lnTo>
                  <a:pt x="2703" y="4328"/>
                </a:lnTo>
                <a:lnTo>
                  <a:pt x="2704" y="4328"/>
                </a:lnTo>
                <a:lnTo>
                  <a:pt x="2705" y="4328"/>
                </a:lnTo>
                <a:lnTo>
                  <a:pt x="2706" y="4328"/>
                </a:lnTo>
                <a:lnTo>
                  <a:pt x="2707" y="4328"/>
                </a:lnTo>
                <a:lnTo>
                  <a:pt x="2708" y="4328"/>
                </a:lnTo>
                <a:lnTo>
                  <a:pt x="2709" y="4328"/>
                </a:lnTo>
                <a:lnTo>
                  <a:pt x="2710" y="4328"/>
                </a:lnTo>
                <a:lnTo>
                  <a:pt x="2711" y="4328"/>
                </a:lnTo>
                <a:lnTo>
                  <a:pt x="2712" y="4328"/>
                </a:lnTo>
                <a:lnTo>
                  <a:pt x="2713" y="4328"/>
                </a:lnTo>
                <a:lnTo>
                  <a:pt x="2714" y="4328"/>
                </a:lnTo>
                <a:lnTo>
                  <a:pt x="2715" y="4328"/>
                </a:lnTo>
                <a:lnTo>
                  <a:pt x="2716" y="4328"/>
                </a:lnTo>
                <a:lnTo>
                  <a:pt x="2717" y="4328"/>
                </a:lnTo>
                <a:lnTo>
                  <a:pt x="2718" y="4328"/>
                </a:lnTo>
                <a:lnTo>
                  <a:pt x="2719" y="4328"/>
                </a:lnTo>
                <a:lnTo>
                  <a:pt x="2720" y="4328"/>
                </a:lnTo>
                <a:lnTo>
                  <a:pt x="2721" y="4328"/>
                </a:lnTo>
                <a:lnTo>
                  <a:pt x="2722" y="4328"/>
                </a:lnTo>
                <a:lnTo>
                  <a:pt x="2723" y="4328"/>
                </a:lnTo>
                <a:lnTo>
                  <a:pt x="2724" y="4328"/>
                </a:lnTo>
                <a:lnTo>
                  <a:pt x="2725" y="4328"/>
                </a:lnTo>
                <a:lnTo>
                  <a:pt x="2726" y="4328"/>
                </a:lnTo>
                <a:lnTo>
                  <a:pt x="2727" y="4328"/>
                </a:lnTo>
                <a:lnTo>
                  <a:pt x="2728" y="4328"/>
                </a:lnTo>
                <a:lnTo>
                  <a:pt x="2729" y="4328"/>
                </a:lnTo>
                <a:lnTo>
                  <a:pt x="2730" y="4328"/>
                </a:lnTo>
                <a:lnTo>
                  <a:pt x="2731" y="4328"/>
                </a:lnTo>
                <a:lnTo>
                  <a:pt x="2732" y="4328"/>
                </a:lnTo>
                <a:lnTo>
                  <a:pt x="2733" y="4328"/>
                </a:lnTo>
                <a:lnTo>
                  <a:pt x="2734" y="4328"/>
                </a:lnTo>
                <a:lnTo>
                  <a:pt x="2735" y="4328"/>
                </a:lnTo>
                <a:lnTo>
                  <a:pt x="2736" y="4328"/>
                </a:lnTo>
                <a:lnTo>
                  <a:pt x="2737" y="4328"/>
                </a:lnTo>
                <a:lnTo>
                  <a:pt x="2738" y="4328"/>
                </a:lnTo>
                <a:lnTo>
                  <a:pt x="2739" y="4328"/>
                </a:lnTo>
                <a:lnTo>
                  <a:pt x="2740" y="4328"/>
                </a:lnTo>
                <a:lnTo>
                  <a:pt x="2741" y="4328"/>
                </a:lnTo>
                <a:lnTo>
                  <a:pt x="2742" y="4328"/>
                </a:lnTo>
                <a:lnTo>
                  <a:pt x="2743" y="4328"/>
                </a:lnTo>
                <a:lnTo>
                  <a:pt x="2744" y="4328"/>
                </a:lnTo>
                <a:lnTo>
                  <a:pt x="2745" y="4328"/>
                </a:lnTo>
                <a:lnTo>
                  <a:pt x="2746" y="4328"/>
                </a:lnTo>
                <a:lnTo>
                  <a:pt x="2747" y="4328"/>
                </a:lnTo>
                <a:lnTo>
                  <a:pt x="2748" y="4328"/>
                </a:lnTo>
                <a:lnTo>
                  <a:pt x="2749" y="4328"/>
                </a:lnTo>
                <a:lnTo>
                  <a:pt x="2750" y="4328"/>
                </a:lnTo>
                <a:lnTo>
                  <a:pt x="2751" y="4328"/>
                </a:lnTo>
                <a:lnTo>
                  <a:pt x="2752" y="4328"/>
                </a:lnTo>
                <a:lnTo>
                  <a:pt x="2753" y="4328"/>
                </a:lnTo>
                <a:lnTo>
                  <a:pt x="2754" y="4328"/>
                </a:lnTo>
                <a:lnTo>
                  <a:pt x="2755" y="4328"/>
                </a:lnTo>
                <a:lnTo>
                  <a:pt x="2756" y="4328"/>
                </a:lnTo>
                <a:lnTo>
                  <a:pt x="2757" y="4328"/>
                </a:lnTo>
                <a:lnTo>
                  <a:pt x="2758" y="4328"/>
                </a:lnTo>
                <a:lnTo>
                  <a:pt x="2759" y="4328"/>
                </a:lnTo>
                <a:lnTo>
                  <a:pt x="2760" y="4328"/>
                </a:lnTo>
                <a:lnTo>
                  <a:pt x="2761" y="4328"/>
                </a:lnTo>
                <a:lnTo>
                  <a:pt x="2762" y="4328"/>
                </a:lnTo>
                <a:lnTo>
                  <a:pt x="2763" y="4328"/>
                </a:lnTo>
                <a:lnTo>
                  <a:pt x="2764" y="4328"/>
                </a:lnTo>
                <a:lnTo>
                  <a:pt x="2765" y="4328"/>
                </a:lnTo>
                <a:lnTo>
                  <a:pt x="2766" y="4328"/>
                </a:lnTo>
                <a:lnTo>
                  <a:pt x="2767" y="4328"/>
                </a:lnTo>
                <a:lnTo>
                  <a:pt x="2768" y="4328"/>
                </a:lnTo>
                <a:lnTo>
                  <a:pt x="2769" y="4328"/>
                </a:lnTo>
                <a:lnTo>
                  <a:pt x="2770" y="4328"/>
                </a:lnTo>
                <a:lnTo>
                  <a:pt x="2771" y="4328"/>
                </a:lnTo>
                <a:lnTo>
                  <a:pt x="2772" y="4328"/>
                </a:lnTo>
                <a:lnTo>
                  <a:pt x="2773" y="4328"/>
                </a:lnTo>
                <a:lnTo>
                  <a:pt x="2774" y="4328"/>
                </a:lnTo>
                <a:lnTo>
                  <a:pt x="2775" y="4328"/>
                </a:lnTo>
                <a:lnTo>
                  <a:pt x="2776" y="4328"/>
                </a:lnTo>
                <a:lnTo>
                  <a:pt x="2777" y="4328"/>
                </a:lnTo>
                <a:lnTo>
                  <a:pt x="2778" y="4328"/>
                </a:lnTo>
                <a:lnTo>
                  <a:pt x="2779" y="4328"/>
                </a:lnTo>
                <a:lnTo>
                  <a:pt x="2780" y="4328"/>
                </a:lnTo>
                <a:lnTo>
                  <a:pt x="2781" y="4328"/>
                </a:lnTo>
                <a:lnTo>
                  <a:pt x="2782" y="4328"/>
                </a:lnTo>
                <a:lnTo>
                  <a:pt x="2783" y="4328"/>
                </a:lnTo>
                <a:lnTo>
                  <a:pt x="2784" y="4328"/>
                </a:lnTo>
                <a:lnTo>
                  <a:pt x="2785" y="4328"/>
                </a:lnTo>
                <a:lnTo>
                  <a:pt x="2786" y="4328"/>
                </a:lnTo>
                <a:lnTo>
                  <a:pt x="2787" y="4328"/>
                </a:lnTo>
                <a:lnTo>
                  <a:pt x="2788" y="4328"/>
                </a:lnTo>
                <a:lnTo>
                  <a:pt x="2789" y="4328"/>
                </a:lnTo>
                <a:lnTo>
                  <a:pt x="2790" y="4328"/>
                </a:lnTo>
                <a:lnTo>
                  <a:pt x="2791" y="4328"/>
                </a:lnTo>
                <a:lnTo>
                  <a:pt x="2792" y="4328"/>
                </a:lnTo>
                <a:lnTo>
                  <a:pt x="2793" y="4328"/>
                </a:lnTo>
                <a:lnTo>
                  <a:pt x="2794" y="4328"/>
                </a:lnTo>
                <a:lnTo>
                  <a:pt x="2795" y="4328"/>
                </a:lnTo>
                <a:lnTo>
                  <a:pt x="2796" y="4328"/>
                </a:lnTo>
                <a:lnTo>
                  <a:pt x="2797" y="4328"/>
                </a:lnTo>
                <a:lnTo>
                  <a:pt x="2798" y="4328"/>
                </a:lnTo>
                <a:lnTo>
                  <a:pt x="2799" y="4328"/>
                </a:lnTo>
                <a:lnTo>
                  <a:pt x="2800" y="4328"/>
                </a:lnTo>
                <a:lnTo>
                  <a:pt x="2801" y="4328"/>
                </a:lnTo>
                <a:lnTo>
                  <a:pt x="2802" y="4328"/>
                </a:lnTo>
                <a:lnTo>
                  <a:pt x="2803" y="4328"/>
                </a:lnTo>
                <a:lnTo>
                  <a:pt x="2804" y="4328"/>
                </a:lnTo>
                <a:lnTo>
                  <a:pt x="2805" y="4328"/>
                </a:lnTo>
                <a:lnTo>
                  <a:pt x="2806" y="4328"/>
                </a:lnTo>
                <a:lnTo>
                  <a:pt x="2807" y="4328"/>
                </a:lnTo>
                <a:lnTo>
                  <a:pt x="2808" y="4328"/>
                </a:lnTo>
                <a:lnTo>
                  <a:pt x="2809" y="4328"/>
                </a:lnTo>
                <a:lnTo>
                  <a:pt x="2810" y="4328"/>
                </a:lnTo>
                <a:lnTo>
                  <a:pt x="2811" y="4328"/>
                </a:lnTo>
                <a:lnTo>
                  <a:pt x="2812" y="4328"/>
                </a:lnTo>
                <a:lnTo>
                  <a:pt x="2813" y="4328"/>
                </a:lnTo>
                <a:lnTo>
                  <a:pt x="2814" y="4328"/>
                </a:lnTo>
                <a:lnTo>
                  <a:pt x="2815" y="4328"/>
                </a:lnTo>
                <a:lnTo>
                  <a:pt x="2816" y="4328"/>
                </a:lnTo>
                <a:lnTo>
                  <a:pt x="2817" y="4328"/>
                </a:lnTo>
                <a:lnTo>
                  <a:pt x="2818" y="4328"/>
                </a:lnTo>
                <a:lnTo>
                  <a:pt x="2819" y="4328"/>
                </a:lnTo>
                <a:lnTo>
                  <a:pt x="2820" y="4328"/>
                </a:lnTo>
                <a:lnTo>
                  <a:pt x="2821" y="4328"/>
                </a:lnTo>
                <a:lnTo>
                  <a:pt x="2822" y="4328"/>
                </a:lnTo>
                <a:lnTo>
                  <a:pt x="2823" y="4328"/>
                </a:lnTo>
                <a:lnTo>
                  <a:pt x="2824" y="4328"/>
                </a:lnTo>
                <a:lnTo>
                  <a:pt x="2825" y="4328"/>
                </a:lnTo>
                <a:lnTo>
                  <a:pt x="2826" y="4328"/>
                </a:lnTo>
                <a:lnTo>
                  <a:pt x="2827" y="4328"/>
                </a:lnTo>
                <a:lnTo>
                  <a:pt x="2828" y="4328"/>
                </a:lnTo>
                <a:lnTo>
                  <a:pt x="2829" y="4328"/>
                </a:lnTo>
                <a:lnTo>
                  <a:pt x="2830" y="4328"/>
                </a:lnTo>
                <a:lnTo>
                  <a:pt x="2831" y="4328"/>
                </a:lnTo>
                <a:lnTo>
                  <a:pt x="2832" y="4328"/>
                </a:lnTo>
                <a:lnTo>
                  <a:pt x="2833" y="4328"/>
                </a:lnTo>
                <a:lnTo>
                  <a:pt x="2834" y="4328"/>
                </a:lnTo>
                <a:lnTo>
                  <a:pt x="2835" y="4328"/>
                </a:lnTo>
                <a:lnTo>
                  <a:pt x="2836" y="4328"/>
                </a:lnTo>
                <a:lnTo>
                  <a:pt x="2837" y="4328"/>
                </a:lnTo>
                <a:lnTo>
                  <a:pt x="2838" y="4328"/>
                </a:lnTo>
                <a:lnTo>
                  <a:pt x="2839" y="4328"/>
                </a:lnTo>
                <a:lnTo>
                  <a:pt x="2840" y="4328"/>
                </a:lnTo>
                <a:lnTo>
                  <a:pt x="2841" y="4328"/>
                </a:lnTo>
                <a:lnTo>
                  <a:pt x="2842" y="4328"/>
                </a:lnTo>
                <a:lnTo>
                  <a:pt x="2843" y="4328"/>
                </a:lnTo>
                <a:lnTo>
                  <a:pt x="2844" y="4328"/>
                </a:lnTo>
                <a:lnTo>
                  <a:pt x="2845" y="4328"/>
                </a:lnTo>
                <a:lnTo>
                  <a:pt x="2846" y="4328"/>
                </a:lnTo>
                <a:lnTo>
                  <a:pt x="2847" y="4328"/>
                </a:lnTo>
                <a:lnTo>
                  <a:pt x="2848" y="4328"/>
                </a:lnTo>
                <a:lnTo>
                  <a:pt x="2849" y="4328"/>
                </a:lnTo>
                <a:lnTo>
                  <a:pt x="2850" y="4328"/>
                </a:lnTo>
                <a:lnTo>
                  <a:pt x="2851" y="4328"/>
                </a:lnTo>
                <a:lnTo>
                  <a:pt x="2852" y="4328"/>
                </a:lnTo>
                <a:lnTo>
                  <a:pt x="2853" y="4328"/>
                </a:lnTo>
                <a:lnTo>
                  <a:pt x="2854" y="4328"/>
                </a:lnTo>
                <a:lnTo>
                  <a:pt x="2855" y="4328"/>
                </a:lnTo>
                <a:lnTo>
                  <a:pt x="2856" y="4328"/>
                </a:lnTo>
                <a:lnTo>
                  <a:pt x="2857" y="4328"/>
                </a:lnTo>
                <a:lnTo>
                  <a:pt x="2858" y="4328"/>
                </a:lnTo>
                <a:lnTo>
                  <a:pt x="2859" y="4328"/>
                </a:lnTo>
                <a:lnTo>
                  <a:pt x="2860" y="4328"/>
                </a:lnTo>
                <a:lnTo>
                  <a:pt x="2861" y="4328"/>
                </a:lnTo>
                <a:lnTo>
                  <a:pt x="2862" y="4328"/>
                </a:lnTo>
                <a:lnTo>
                  <a:pt x="2863" y="4328"/>
                </a:lnTo>
                <a:lnTo>
                  <a:pt x="2864" y="4328"/>
                </a:lnTo>
                <a:lnTo>
                  <a:pt x="2865" y="4328"/>
                </a:lnTo>
                <a:lnTo>
                  <a:pt x="2866" y="4328"/>
                </a:lnTo>
                <a:lnTo>
                  <a:pt x="2867" y="4328"/>
                </a:lnTo>
                <a:lnTo>
                  <a:pt x="2868" y="4328"/>
                </a:lnTo>
                <a:lnTo>
                  <a:pt x="2869" y="4328"/>
                </a:lnTo>
                <a:lnTo>
                  <a:pt x="2870" y="4328"/>
                </a:lnTo>
                <a:lnTo>
                  <a:pt x="2871" y="4328"/>
                </a:lnTo>
                <a:lnTo>
                  <a:pt x="2872" y="4328"/>
                </a:lnTo>
                <a:lnTo>
                  <a:pt x="2873" y="4328"/>
                </a:lnTo>
                <a:lnTo>
                  <a:pt x="2874" y="4328"/>
                </a:lnTo>
                <a:lnTo>
                  <a:pt x="2875" y="4328"/>
                </a:lnTo>
                <a:lnTo>
                  <a:pt x="2876" y="4328"/>
                </a:lnTo>
                <a:lnTo>
                  <a:pt x="2877" y="4328"/>
                </a:lnTo>
                <a:lnTo>
                  <a:pt x="2878" y="4328"/>
                </a:lnTo>
                <a:lnTo>
                  <a:pt x="2879" y="4328"/>
                </a:lnTo>
                <a:lnTo>
                  <a:pt x="2880" y="4328"/>
                </a:lnTo>
                <a:lnTo>
                  <a:pt x="2881" y="4328"/>
                </a:lnTo>
                <a:lnTo>
                  <a:pt x="2882" y="4328"/>
                </a:lnTo>
                <a:lnTo>
                  <a:pt x="2883" y="4328"/>
                </a:lnTo>
                <a:lnTo>
                  <a:pt x="2884" y="4328"/>
                </a:lnTo>
                <a:lnTo>
                  <a:pt x="2885" y="4328"/>
                </a:lnTo>
                <a:lnTo>
                  <a:pt x="2886" y="4328"/>
                </a:lnTo>
                <a:lnTo>
                  <a:pt x="2887" y="4328"/>
                </a:lnTo>
                <a:lnTo>
                  <a:pt x="2888" y="4328"/>
                </a:lnTo>
                <a:lnTo>
                  <a:pt x="2889" y="4328"/>
                </a:lnTo>
                <a:lnTo>
                  <a:pt x="2890" y="4328"/>
                </a:lnTo>
                <a:lnTo>
                  <a:pt x="2891" y="4328"/>
                </a:lnTo>
                <a:lnTo>
                  <a:pt x="2892" y="4328"/>
                </a:lnTo>
                <a:lnTo>
                  <a:pt x="2893" y="4328"/>
                </a:lnTo>
                <a:lnTo>
                  <a:pt x="2894" y="4328"/>
                </a:lnTo>
                <a:lnTo>
                  <a:pt x="2895" y="4328"/>
                </a:lnTo>
                <a:lnTo>
                  <a:pt x="2896" y="4328"/>
                </a:lnTo>
                <a:lnTo>
                  <a:pt x="2897" y="4328"/>
                </a:lnTo>
                <a:lnTo>
                  <a:pt x="2898" y="4328"/>
                </a:lnTo>
                <a:lnTo>
                  <a:pt x="2899" y="4328"/>
                </a:lnTo>
                <a:lnTo>
                  <a:pt x="2900" y="4328"/>
                </a:lnTo>
                <a:lnTo>
                  <a:pt x="2901" y="4328"/>
                </a:lnTo>
                <a:lnTo>
                  <a:pt x="2902" y="4328"/>
                </a:lnTo>
                <a:lnTo>
                  <a:pt x="2903" y="4328"/>
                </a:lnTo>
                <a:lnTo>
                  <a:pt x="2904" y="4328"/>
                </a:lnTo>
                <a:lnTo>
                  <a:pt x="2905" y="4328"/>
                </a:lnTo>
                <a:lnTo>
                  <a:pt x="2906" y="4328"/>
                </a:lnTo>
                <a:lnTo>
                  <a:pt x="2907" y="4328"/>
                </a:lnTo>
                <a:lnTo>
                  <a:pt x="2908" y="4328"/>
                </a:lnTo>
                <a:lnTo>
                  <a:pt x="2909" y="4328"/>
                </a:lnTo>
                <a:lnTo>
                  <a:pt x="2910" y="4328"/>
                </a:lnTo>
                <a:lnTo>
                  <a:pt x="2911" y="4328"/>
                </a:lnTo>
                <a:lnTo>
                  <a:pt x="2912" y="4328"/>
                </a:lnTo>
                <a:lnTo>
                  <a:pt x="2913" y="4328"/>
                </a:lnTo>
                <a:lnTo>
                  <a:pt x="2914" y="4328"/>
                </a:lnTo>
                <a:lnTo>
                  <a:pt x="2915" y="4328"/>
                </a:lnTo>
                <a:lnTo>
                  <a:pt x="2916" y="4328"/>
                </a:lnTo>
                <a:lnTo>
                  <a:pt x="2917" y="4328"/>
                </a:lnTo>
                <a:lnTo>
                  <a:pt x="2918" y="4328"/>
                </a:lnTo>
                <a:lnTo>
                  <a:pt x="2919" y="4328"/>
                </a:lnTo>
                <a:lnTo>
                  <a:pt x="2920" y="4328"/>
                </a:lnTo>
                <a:lnTo>
                  <a:pt x="2921" y="4328"/>
                </a:lnTo>
                <a:lnTo>
                  <a:pt x="2922" y="4328"/>
                </a:lnTo>
                <a:lnTo>
                  <a:pt x="2923" y="4328"/>
                </a:lnTo>
                <a:lnTo>
                  <a:pt x="2924" y="4328"/>
                </a:lnTo>
                <a:lnTo>
                  <a:pt x="2925" y="4328"/>
                </a:lnTo>
                <a:lnTo>
                  <a:pt x="2926" y="4328"/>
                </a:lnTo>
                <a:lnTo>
                  <a:pt x="2927" y="4328"/>
                </a:lnTo>
                <a:lnTo>
                  <a:pt x="2928" y="4328"/>
                </a:lnTo>
                <a:lnTo>
                  <a:pt x="2929" y="4328"/>
                </a:lnTo>
                <a:lnTo>
                  <a:pt x="2930" y="4328"/>
                </a:lnTo>
                <a:lnTo>
                  <a:pt x="2931" y="4328"/>
                </a:lnTo>
                <a:lnTo>
                  <a:pt x="2932" y="4328"/>
                </a:lnTo>
                <a:lnTo>
                  <a:pt x="2933" y="4328"/>
                </a:lnTo>
                <a:lnTo>
                  <a:pt x="2934" y="4328"/>
                </a:lnTo>
                <a:lnTo>
                  <a:pt x="2935" y="4328"/>
                </a:lnTo>
                <a:lnTo>
                  <a:pt x="2936" y="4328"/>
                </a:lnTo>
                <a:lnTo>
                  <a:pt x="2937" y="4328"/>
                </a:lnTo>
                <a:lnTo>
                  <a:pt x="2938" y="4328"/>
                </a:lnTo>
                <a:lnTo>
                  <a:pt x="2939" y="4328"/>
                </a:lnTo>
                <a:lnTo>
                  <a:pt x="2940" y="4328"/>
                </a:lnTo>
                <a:lnTo>
                  <a:pt x="2941" y="4328"/>
                </a:lnTo>
                <a:lnTo>
                  <a:pt x="2942" y="4328"/>
                </a:lnTo>
                <a:lnTo>
                  <a:pt x="2943" y="4328"/>
                </a:lnTo>
                <a:lnTo>
                  <a:pt x="2944" y="4328"/>
                </a:lnTo>
                <a:lnTo>
                  <a:pt x="2945" y="4328"/>
                </a:lnTo>
                <a:lnTo>
                  <a:pt x="2946" y="4328"/>
                </a:lnTo>
                <a:lnTo>
                  <a:pt x="2947" y="4328"/>
                </a:lnTo>
                <a:lnTo>
                  <a:pt x="2948" y="4328"/>
                </a:lnTo>
                <a:lnTo>
                  <a:pt x="2949" y="4328"/>
                </a:lnTo>
                <a:lnTo>
                  <a:pt x="2950" y="4328"/>
                </a:lnTo>
                <a:lnTo>
                  <a:pt x="2951" y="4328"/>
                </a:lnTo>
                <a:lnTo>
                  <a:pt x="2952" y="4328"/>
                </a:lnTo>
                <a:lnTo>
                  <a:pt x="2953" y="4328"/>
                </a:lnTo>
                <a:lnTo>
                  <a:pt x="2954" y="4328"/>
                </a:lnTo>
                <a:lnTo>
                  <a:pt x="2955" y="4328"/>
                </a:lnTo>
                <a:lnTo>
                  <a:pt x="2956" y="4328"/>
                </a:lnTo>
                <a:lnTo>
                  <a:pt x="2957" y="4328"/>
                </a:lnTo>
                <a:lnTo>
                  <a:pt x="2958" y="4328"/>
                </a:lnTo>
                <a:lnTo>
                  <a:pt x="2959" y="4328"/>
                </a:lnTo>
                <a:lnTo>
                  <a:pt x="2960" y="4328"/>
                </a:lnTo>
                <a:lnTo>
                  <a:pt x="2961" y="4328"/>
                </a:lnTo>
                <a:lnTo>
                  <a:pt x="2962" y="4328"/>
                </a:lnTo>
                <a:lnTo>
                  <a:pt x="2963" y="4328"/>
                </a:lnTo>
                <a:lnTo>
                  <a:pt x="2964" y="4328"/>
                </a:lnTo>
                <a:lnTo>
                  <a:pt x="2965" y="4328"/>
                </a:lnTo>
                <a:lnTo>
                  <a:pt x="2966" y="4328"/>
                </a:lnTo>
                <a:lnTo>
                  <a:pt x="2967" y="4328"/>
                </a:lnTo>
                <a:lnTo>
                  <a:pt x="2968" y="4328"/>
                </a:lnTo>
                <a:lnTo>
                  <a:pt x="2969" y="4328"/>
                </a:lnTo>
                <a:lnTo>
                  <a:pt x="2970" y="4328"/>
                </a:lnTo>
                <a:lnTo>
                  <a:pt x="2971" y="4328"/>
                </a:lnTo>
                <a:lnTo>
                  <a:pt x="2972" y="4328"/>
                </a:lnTo>
                <a:lnTo>
                  <a:pt x="2973" y="4328"/>
                </a:lnTo>
                <a:lnTo>
                  <a:pt x="2974" y="4328"/>
                </a:lnTo>
                <a:lnTo>
                  <a:pt x="2975" y="4328"/>
                </a:lnTo>
                <a:lnTo>
                  <a:pt x="2976" y="4328"/>
                </a:lnTo>
                <a:lnTo>
                  <a:pt x="2977" y="4328"/>
                </a:lnTo>
                <a:lnTo>
                  <a:pt x="2978" y="4328"/>
                </a:lnTo>
                <a:lnTo>
                  <a:pt x="2979" y="4328"/>
                </a:lnTo>
                <a:lnTo>
                  <a:pt x="2980" y="4328"/>
                </a:lnTo>
                <a:lnTo>
                  <a:pt x="2981" y="4328"/>
                </a:lnTo>
                <a:lnTo>
                  <a:pt x="2982" y="4328"/>
                </a:lnTo>
                <a:lnTo>
                  <a:pt x="2983" y="4328"/>
                </a:lnTo>
                <a:lnTo>
                  <a:pt x="2984" y="4328"/>
                </a:lnTo>
                <a:lnTo>
                  <a:pt x="2985" y="4328"/>
                </a:lnTo>
                <a:lnTo>
                  <a:pt x="2986" y="4328"/>
                </a:lnTo>
                <a:lnTo>
                  <a:pt x="2987" y="4328"/>
                </a:lnTo>
                <a:lnTo>
                  <a:pt x="2988" y="4328"/>
                </a:lnTo>
                <a:lnTo>
                  <a:pt x="2989" y="4328"/>
                </a:lnTo>
                <a:lnTo>
                  <a:pt x="2990" y="4328"/>
                </a:lnTo>
                <a:lnTo>
                  <a:pt x="2991" y="4328"/>
                </a:lnTo>
                <a:lnTo>
                  <a:pt x="2992" y="4328"/>
                </a:lnTo>
                <a:lnTo>
                  <a:pt x="2993" y="4328"/>
                </a:lnTo>
                <a:lnTo>
                  <a:pt x="2994" y="4328"/>
                </a:lnTo>
                <a:lnTo>
                  <a:pt x="2995" y="4328"/>
                </a:lnTo>
                <a:lnTo>
                  <a:pt x="2996" y="4328"/>
                </a:lnTo>
                <a:lnTo>
                  <a:pt x="2997" y="4328"/>
                </a:lnTo>
                <a:lnTo>
                  <a:pt x="2998" y="4328"/>
                </a:lnTo>
                <a:lnTo>
                  <a:pt x="2999" y="4328"/>
                </a:lnTo>
                <a:lnTo>
                  <a:pt x="3000" y="4328"/>
                </a:lnTo>
                <a:lnTo>
                  <a:pt x="3001" y="4328"/>
                </a:lnTo>
                <a:lnTo>
                  <a:pt x="3002" y="4328"/>
                </a:lnTo>
                <a:lnTo>
                  <a:pt x="3003" y="4328"/>
                </a:lnTo>
                <a:lnTo>
                  <a:pt x="3004" y="4328"/>
                </a:lnTo>
                <a:lnTo>
                  <a:pt x="3005" y="4328"/>
                </a:lnTo>
                <a:lnTo>
                  <a:pt x="3006" y="4328"/>
                </a:lnTo>
                <a:lnTo>
                  <a:pt x="3007" y="4328"/>
                </a:lnTo>
                <a:lnTo>
                  <a:pt x="3008" y="4328"/>
                </a:lnTo>
                <a:lnTo>
                  <a:pt x="3009" y="4328"/>
                </a:lnTo>
                <a:lnTo>
                  <a:pt x="3010" y="4328"/>
                </a:lnTo>
                <a:lnTo>
                  <a:pt x="3011" y="4328"/>
                </a:lnTo>
                <a:lnTo>
                  <a:pt x="3012" y="4328"/>
                </a:lnTo>
                <a:lnTo>
                  <a:pt x="3013" y="4328"/>
                </a:lnTo>
                <a:lnTo>
                  <a:pt x="3014" y="4328"/>
                </a:lnTo>
                <a:lnTo>
                  <a:pt x="3015" y="4328"/>
                </a:lnTo>
                <a:lnTo>
                  <a:pt x="3016" y="4328"/>
                </a:lnTo>
                <a:lnTo>
                  <a:pt x="3017" y="4328"/>
                </a:lnTo>
                <a:lnTo>
                  <a:pt x="3018" y="4328"/>
                </a:lnTo>
                <a:lnTo>
                  <a:pt x="3019" y="4328"/>
                </a:lnTo>
                <a:lnTo>
                  <a:pt x="3020" y="4328"/>
                </a:lnTo>
                <a:lnTo>
                  <a:pt x="3021" y="4328"/>
                </a:lnTo>
                <a:lnTo>
                  <a:pt x="3022" y="4328"/>
                </a:lnTo>
                <a:lnTo>
                  <a:pt x="3023" y="4328"/>
                </a:lnTo>
                <a:lnTo>
                  <a:pt x="3024" y="4328"/>
                </a:lnTo>
                <a:lnTo>
                  <a:pt x="3025" y="4328"/>
                </a:lnTo>
                <a:lnTo>
                  <a:pt x="3026" y="4328"/>
                </a:lnTo>
                <a:lnTo>
                  <a:pt x="3027" y="4328"/>
                </a:lnTo>
                <a:lnTo>
                  <a:pt x="3028" y="4328"/>
                </a:lnTo>
                <a:lnTo>
                  <a:pt x="3029" y="4328"/>
                </a:lnTo>
                <a:lnTo>
                  <a:pt x="3030" y="4328"/>
                </a:lnTo>
                <a:lnTo>
                  <a:pt x="3031" y="4328"/>
                </a:lnTo>
                <a:lnTo>
                  <a:pt x="3032" y="4328"/>
                </a:lnTo>
                <a:lnTo>
                  <a:pt x="3033" y="4328"/>
                </a:lnTo>
                <a:lnTo>
                  <a:pt x="3034" y="4328"/>
                </a:lnTo>
                <a:lnTo>
                  <a:pt x="3035" y="4328"/>
                </a:lnTo>
                <a:lnTo>
                  <a:pt x="3036" y="4328"/>
                </a:lnTo>
                <a:lnTo>
                  <a:pt x="3037" y="4328"/>
                </a:lnTo>
                <a:lnTo>
                  <a:pt x="3038" y="4328"/>
                </a:lnTo>
                <a:lnTo>
                  <a:pt x="3039" y="4328"/>
                </a:lnTo>
                <a:lnTo>
                  <a:pt x="3040" y="4328"/>
                </a:lnTo>
                <a:lnTo>
                  <a:pt x="3041" y="4328"/>
                </a:lnTo>
                <a:lnTo>
                  <a:pt x="3042" y="4328"/>
                </a:lnTo>
                <a:lnTo>
                  <a:pt x="3043" y="4328"/>
                </a:lnTo>
                <a:lnTo>
                  <a:pt x="3044" y="4328"/>
                </a:lnTo>
                <a:lnTo>
                  <a:pt x="3045" y="4328"/>
                </a:lnTo>
                <a:lnTo>
                  <a:pt x="3046" y="4328"/>
                </a:lnTo>
                <a:lnTo>
                  <a:pt x="3047" y="4328"/>
                </a:lnTo>
                <a:lnTo>
                  <a:pt x="3048" y="4328"/>
                </a:lnTo>
                <a:lnTo>
                  <a:pt x="3049" y="4328"/>
                </a:lnTo>
                <a:lnTo>
                  <a:pt x="3050" y="4328"/>
                </a:lnTo>
                <a:lnTo>
                  <a:pt x="3051" y="4328"/>
                </a:lnTo>
                <a:lnTo>
                  <a:pt x="3052" y="4328"/>
                </a:lnTo>
                <a:lnTo>
                  <a:pt x="3053" y="4328"/>
                </a:lnTo>
                <a:lnTo>
                  <a:pt x="3054" y="4328"/>
                </a:lnTo>
                <a:lnTo>
                  <a:pt x="3055" y="4328"/>
                </a:lnTo>
                <a:lnTo>
                  <a:pt x="3056" y="4328"/>
                </a:lnTo>
                <a:lnTo>
                  <a:pt x="3057" y="4328"/>
                </a:lnTo>
                <a:lnTo>
                  <a:pt x="3058" y="4328"/>
                </a:lnTo>
                <a:lnTo>
                  <a:pt x="3059" y="4328"/>
                </a:lnTo>
                <a:lnTo>
                  <a:pt x="3060" y="4328"/>
                </a:lnTo>
                <a:lnTo>
                  <a:pt x="3061" y="4328"/>
                </a:lnTo>
                <a:lnTo>
                  <a:pt x="3062" y="4328"/>
                </a:lnTo>
                <a:lnTo>
                  <a:pt x="3063" y="4328"/>
                </a:lnTo>
                <a:lnTo>
                  <a:pt x="3064" y="4328"/>
                </a:lnTo>
                <a:lnTo>
                  <a:pt x="3065" y="4328"/>
                </a:lnTo>
                <a:lnTo>
                  <a:pt x="3066" y="4328"/>
                </a:lnTo>
                <a:lnTo>
                  <a:pt x="3067" y="4328"/>
                </a:lnTo>
                <a:lnTo>
                  <a:pt x="3068" y="4328"/>
                </a:lnTo>
                <a:lnTo>
                  <a:pt x="3069" y="4328"/>
                </a:lnTo>
                <a:lnTo>
                  <a:pt x="3070" y="4328"/>
                </a:lnTo>
                <a:lnTo>
                  <a:pt x="3071" y="4328"/>
                </a:lnTo>
                <a:lnTo>
                  <a:pt x="3072" y="4328"/>
                </a:lnTo>
                <a:lnTo>
                  <a:pt x="3073" y="4328"/>
                </a:lnTo>
                <a:lnTo>
                  <a:pt x="3074" y="4328"/>
                </a:lnTo>
                <a:lnTo>
                  <a:pt x="3075" y="4328"/>
                </a:lnTo>
                <a:lnTo>
                  <a:pt x="3076" y="4328"/>
                </a:lnTo>
                <a:lnTo>
                  <a:pt x="3077" y="4328"/>
                </a:lnTo>
                <a:lnTo>
                  <a:pt x="3078" y="4328"/>
                </a:lnTo>
                <a:lnTo>
                  <a:pt x="3079" y="4328"/>
                </a:lnTo>
                <a:lnTo>
                  <a:pt x="3080" y="4328"/>
                </a:lnTo>
                <a:lnTo>
                  <a:pt x="3081" y="4328"/>
                </a:lnTo>
                <a:lnTo>
                  <a:pt x="3082" y="4328"/>
                </a:lnTo>
                <a:lnTo>
                  <a:pt x="3083" y="4328"/>
                </a:lnTo>
                <a:lnTo>
                  <a:pt x="3084" y="4328"/>
                </a:lnTo>
                <a:lnTo>
                  <a:pt x="3085" y="4328"/>
                </a:lnTo>
                <a:lnTo>
                  <a:pt x="3086" y="4328"/>
                </a:lnTo>
                <a:lnTo>
                  <a:pt x="3087" y="4328"/>
                </a:lnTo>
                <a:lnTo>
                  <a:pt x="3088" y="4328"/>
                </a:lnTo>
                <a:lnTo>
                  <a:pt x="3089" y="4328"/>
                </a:lnTo>
                <a:lnTo>
                  <a:pt x="3090" y="4328"/>
                </a:lnTo>
                <a:lnTo>
                  <a:pt x="3091" y="4328"/>
                </a:lnTo>
                <a:lnTo>
                  <a:pt x="3092" y="4328"/>
                </a:lnTo>
                <a:lnTo>
                  <a:pt x="3093" y="4328"/>
                </a:lnTo>
                <a:lnTo>
                  <a:pt x="3094" y="4328"/>
                </a:lnTo>
                <a:lnTo>
                  <a:pt x="3095" y="4328"/>
                </a:lnTo>
                <a:lnTo>
                  <a:pt x="3096" y="4328"/>
                </a:lnTo>
                <a:lnTo>
                  <a:pt x="3097" y="4328"/>
                </a:lnTo>
                <a:lnTo>
                  <a:pt x="3098" y="4328"/>
                </a:lnTo>
                <a:lnTo>
                  <a:pt x="3099" y="4328"/>
                </a:lnTo>
                <a:lnTo>
                  <a:pt x="3100" y="4328"/>
                </a:lnTo>
                <a:lnTo>
                  <a:pt x="3101" y="4328"/>
                </a:lnTo>
                <a:lnTo>
                  <a:pt x="3102" y="4328"/>
                </a:lnTo>
                <a:lnTo>
                  <a:pt x="3103" y="4328"/>
                </a:lnTo>
                <a:lnTo>
                  <a:pt x="3104" y="4328"/>
                </a:lnTo>
                <a:lnTo>
                  <a:pt x="3105" y="4328"/>
                </a:lnTo>
                <a:lnTo>
                  <a:pt x="3106" y="4328"/>
                </a:lnTo>
                <a:lnTo>
                  <a:pt x="3107" y="4328"/>
                </a:lnTo>
                <a:lnTo>
                  <a:pt x="3108" y="4328"/>
                </a:lnTo>
                <a:lnTo>
                  <a:pt x="3109" y="4328"/>
                </a:lnTo>
                <a:lnTo>
                  <a:pt x="3110" y="4328"/>
                </a:lnTo>
                <a:lnTo>
                  <a:pt x="3111" y="4328"/>
                </a:lnTo>
                <a:lnTo>
                  <a:pt x="3112" y="4328"/>
                </a:lnTo>
                <a:lnTo>
                  <a:pt x="3113" y="4328"/>
                </a:lnTo>
                <a:lnTo>
                  <a:pt x="3114" y="4328"/>
                </a:lnTo>
                <a:lnTo>
                  <a:pt x="3115" y="4328"/>
                </a:lnTo>
                <a:lnTo>
                  <a:pt x="3116" y="4328"/>
                </a:lnTo>
                <a:lnTo>
                  <a:pt x="3117" y="4328"/>
                </a:lnTo>
                <a:lnTo>
                  <a:pt x="3118" y="4328"/>
                </a:lnTo>
                <a:lnTo>
                  <a:pt x="3119" y="4328"/>
                </a:lnTo>
                <a:lnTo>
                  <a:pt x="3120" y="4328"/>
                </a:lnTo>
                <a:lnTo>
                  <a:pt x="3121" y="4328"/>
                </a:lnTo>
                <a:lnTo>
                  <a:pt x="3122" y="4328"/>
                </a:lnTo>
                <a:lnTo>
                  <a:pt x="3123" y="4328"/>
                </a:lnTo>
                <a:lnTo>
                  <a:pt x="3124" y="4328"/>
                </a:lnTo>
                <a:lnTo>
                  <a:pt x="3125" y="4328"/>
                </a:lnTo>
                <a:lnTo>
                  <a:pt x="3126" y="4328"/>
                </a:lnTo>
                <a:lnTo>
                  <a:pt x="3127" y="4328"/>
                </a:lnTo>
                <a:lnTo>
                  <a:pt x="3128" y="4328"/>
                </a:lnTo>
                <a:lnTo>
                  <a:pt x="3129" y="4328"/>
                </a:lnTo>
                <a:lnTo>
                  <a:pt x="3130" y="4328"/>
                </a:lnTo>
                <a:lnTo>
                  <a:pt x="3131" y="4328"/>
                </a:lnTo>
                <a:lnTo>
                  <a:pt x="3132" y="4328"/>
                </a:lnTo>
                <a:lnTo>
                  <a:pt x="3133" y="4328"/>
                </a:lnTo>
                <a:lnTo>
                  <a:pt x="3134" y="4328"/>
                </a:lnTo>
                <a:lnTo>
                  <a:pt x="3135" y="4328"/>
                </a:lnTo>
                <a:lnTo>
                  <a:pt x="3136" y="4328"/>
                </a:lnTo>
                <a:lnTo>
                  <a:pt x="3137" y="4328"/>
                </a:lnTo>
                <a:lnTo>
                  <a:pt x="3138" y="4328"/>
                </a:lnTo>
                <a:lnTo>
                  <a:pt x="3139" y="4328"/>
                </a:lnTo>
                <a:lnTo>
                  <a:pt x="3140" y="4328"/>
                </a:lnTo>
                <a:lnTo>
                  <a:pt x="3141" y="4328"/>
                </a:lnTo>
                <a:lnTo>
                  <a:pt x="3142" y="4328"/>
                </a:lnTo>
                <a:lnTo>
                  <a:pt x="3143" y="4328"/>
                </a:lnTo>
                <a:lnTo>
                  <a:pt x="3144" y="4328"/>
                </a:lnTo>
                <a:lnTo>
                  <a:pt x="3145" y="4328"/>
                </a:lnTo>
                <a:lnTo>
                  <a:pt x="3146" y="4328"/>
                </a:lnTo>
                <a:lnTo>
                  <a:pt x="3147" y="4328"/>
                </a:lnTo>
                <a:lnTo>
                  <a:pt x="3148" y="4328"/>
                </a:lnTo>
                <a:lnTo>
                  <a:pt x="3149" y="4328"/>
                </a:lnTo>
                <a:lnTo>
                  <a:pt x="3150" y="4328"/>
                </a:lnTo>
                <a:lnTo>
                  <a:pt x="3151" y="4328"/>
                </a:lnTo>
                <a:lnTo>
                  <a:pt x="3152" y="4328"/>
                </a:lnTo>
                <a:lnTo>
                  <a:pt x="3153" y="4328"/>
                </a:lnTo>
                <a:lnTo>
                  <a:pt x="3154" y="4328"/>
                </a:lnTo>
                <a:lnTo>
                  <a:pt x="3155" y="4328"/>
                </a:lnTo>
                <a:lnTo>
                  <a:pt x="3156" y="4328"/>
                </a:lnTo>
                <a:lnTo>
                  <a:pt x="3157" y="4328"/>
                </a:lnTo>
                <a:lnTo>
                  <a:pt x="3158" y="4328"/>
                </a:lnTo>
                <a:lnTo>
                  <a:pt x="3159" y="4328"/>
                </a:lnTo>
                <a:lnTo>
                  <a:pt x="3160" y="4328"/>
                </a:lnTo>
                <a:lnTo>
                  <a:pt x="3161" y="4328"/>
                </a:lnTo>
                <a:lnTo>
                  <a:pt x="3162" y="4328"/>
                </a:lnTo>
                <a:lnTo>
                  <a:pt x="3163" y="4328"/>
                </a:lnTo>
                <a:lnTo>
                  <a:pt x="3164" y="4328"/>
                </a:lnTo>
                <a:lnTo>
                  <a:pt x="3165" y="4328"/>
                </a:lnTo>
                <a:lnTo>
                  <a:pt x="3166" y="4328"/>
                </a:lnTo>
                <a:lnTo>
                  <a:pt x="3167" y="4328"/>
                </a:lnTo>
                <a:lnTo>
                  <a:pt x="3168" y="4328"/>
                </a:lnTo>
                <a:lnTo>
                  <a:pt x="3169" y="4328"/>
                </a:lnTo>
                <a:lnTo>
                  <a:pt x="3170" y="4328"/>
                </a:lnTo>
                <a:lnTo>
                  <a:pt x="3171" y="4328"/>
                </a:lnTo>
                <a:lnTo>
                  <a:pt x="3172" y="4328"/>
                </a:lnTo>
                <a:lnTo>
                  <a:pt x="3173" y="4328"/>
                </a:lnTo>
                <a:lnTo>
                  <a:pt x="3174" y="4328"/>
                </a:lnTo>
                <a:lnTo>
                  <a:pt x="3175" y="4328"/>
                </a:lnTo>
                <a:lnTo>
                  <a:pt x="3176" y="4328"/>
                </a:lnTo>
                <a:lnTo>
                  <a:pt x="3177" y="4328"/>
                </a:lnTo>
                <a:lnTo>
                  <a:pt x="3178" y="4328"/>
                </a:lnTo>
                <a:lnTo>
                  <a:pt x="3179" y="4328"/>
                </a:lnTo>
                <a:lnTo>
                  <a:pt x="3180" y="4328"/>
                </a:lnTo>
                <a:lnTo>
                  <a:pt x="3181" y="4328"/>
                </a:lnTo>
                <a:lnTo>
                  <a:pt x="3182" y="4328"/>
                </a:lnTo>
                <a:lnTo>
                  <a:pt x="3183" y="4328"/>
                </a:lnTo>
                <a:lnTo>
                  <a:pt x="3184" y="4328"/>
                </a:lnTo>
                <a:lnTo>
                  <a:pt x="3185" y="4328"/>
                </a:lnTo>
                <a:lnTo>
                  <a:pt x="3186" y="4328"/>
                </a:lnTo>
                <a:lnTo>
                  <a:pt x="3187" y="4328"/>
                </a:lnTo>
                <a:lnTo>
                  <a:pt x="3188" y="4328"/>
                </a:lnTo>
                <a:lnTo>
                  <a:pt x="3189" y="4328"/>
                </a:lnTo>
                <a:lnTo>
                  <a:pt x="3190" y="4328"/>
                </a:lnTo>
                <a:lnTo>
                  <a:pt x="3191" y="4328"/>
                </a:lnTo>
                <a:lnTo>
                  <a:pt x="3192" y="4328"/>
                </a:lnTo>
                <a:lnTo>
                  <a:pt x="3193" y="4328"/>
                </a:lnTo>
                <a:lnTo>
                  <a:pt x="3194" y="4328"/>
                </a:lnTo>
                <a:lnTo>
                  <a:pt x="3195" y="4328"/>
                </a:lnTo>
                <a:lnTo>
                  <a:pt x="3196" y="4328"/>
                </a:lnTo>
                <a:lnTo>
                  <a:pt x="3197" y="4328"/>
                </a:lnTo>
                <a:lnTo>
                  <a:pt x="3198" y="4328"/>
                </a:lnTo>
                <a:lnTo>
                  <a:pt x="3199" y="4328"/>
                </a:lnTo>
                <a:lnTo>
                  <a:pt x="3200" y="4328"/>
                </a:lnTo>
                <a:lnTo>
                  <a:pt x="3201" y="4328"/>
                </a:lnTo>
                <a:lnTo>
                  <a:pt x="3202" y="4328"/>
                </a:lnTo>
                <a:lnTo>
                  <a:pt x="3203" y="4328"/>
                </a:lnTo>
                <a:lnTo>
                  <a:pt x="3204" y="4328"/>
                </a:lnTo>
                <a:lnTo>
                  <a:pt x="3205" y="4328"/>
                </a:lnTo>
                <a:lnTo>
                  <a:pt x="3206" y="4328"/>
                </a:lnTo>
                <a:lnTo>
                  <a:pt x="3207" y="4328"/>
                </a:lnTo>
                <a:lnTo>
                  <a:pt x="3208" y="4328"/>
                </a:lnTo>
                <a:lnTo>
                  <a:pt x="3209" y="4328"/>
                </a:lnTo>
                <a:lnTo>
                  <a:pt x="3210" y="4328"/>
                </a:lnTo>
                <a:lnTo>
                  <a:pt x="3211" y="4328"/>
                </a:lnTo>
                <a:lnTo>
                  <a:pt x="3212" y="4328"/>
                </a:lnTo>
                <a:lnTo>
                  <a:pt x="3213" y="4328"/>
                </a:lnTo>
                <a:lnTo>
                  <a:pt x="3214" y="4328"/>
                </a:lnTo>
                <a:lnTo>
                  <a:pt x="3215" y="4328"/>
                </a:lnTo>
                <a:lnTo>
                  <a:pt x="3216" y="4328"/>
                </a:lnTo>
                <a:lnTo>
                  <a:pt x="3217" y="4328"/>
                </a:lnTo>
                <a:lnTo>
                  <a:pt x="3218" y="4328"/>
                </a:lnTo>
                <a:lnTo>
                  <a:pt x="3219" y="4328"/>
                </a:lnTo>
                <a:lnTo>
                  <a:pt x="3220" y="4328"/>
                </a:lnTo>
                <a:lnTo>
                  <a:pt x="3221" y="4328"/>
                </a:lnTo>
                <a:lnTo>
                  <a:pt x="3222" y="4328"/>
                </a:lnTo>
                <a:lnTo>
                  <a:pt x="3223" y="4328"/>
                </a:lnTo>
                <a:lnTo>
                  <a:pt x="3224" y="4328"/>
                </a:lnTo>
                <a:lnTo>
                  <a:pt x="3225" y="4328"/>
                </a:lnTo>
                <a:lnTo>
                  <a:pt x="3226" y="4328"/>
                </a:lnTo>
                <a:lnTo>
                  <a:pt x="3227" y="4328"/>
                </a:lnTo>
                <a:lnTo>
                  <a:pt x="3228" y="4328"/>
                </a:lnTo>
                <a:lnTo>
                  <a:pt x="3229" y="4328"/>
                </a:lnTo>
                <a:lnTo>
                  <a:pt x="3230" y="4328"/>
                </a:lnTo>
                <a:lnTo>
                  <a:pt x="3231" y="4328"/>
                </a:lnTo>
                <a:lnTo>
                  <a:pt x="3232" y="4328"/>
                </a:lnTo>
                <a:lnTo>
                  <a:pt x="3233" y="4328"/>
                </a:lnTo>
                <a:lnTo>
                  <a:pt x="3234" y="4328"/>
                </a:lnTo>
                <a:lnTo>
                  <a:pt x="3235" y="4328"/>
                </a:lnTo>
                <a:lnTo>
                  <a:pt x="3236" y="4328"/>
                </a:lnTo>
                <a:lnTo>
                  <a:pt x="3237" y="4328"/>
                </a:lnTo>
                <a:lnTo>
                  <a:pt x="3238" y="4328"/>
                </a:lnTo>
                <a:lnTo>
                  <a:pt x="3239" y="4328"/>
                </a:lnTo>
                <a:lnTo>
                  <a:pt x="3240" y="4328"/>
                </a:lnTo>
                <a:lnTo>
                  <a:pt x="3241" y="4328"/>
                </a:lnTo>
                <a:lnTo>
                  <a:pt x="3242" y="4328"/>
                </a:lnTo>
                <a:lnTo>
                  <a:pt x="3243" y="4328"/>
                </a:lnTo>
                <a:lnTo>
                  <a:pt x="3244" y="4328"/>
                </a:lnTo>
                <a:lnTo>
                  <a:pt x="3245" y="4328"/>
                </a:lnTo>
                <a:lnTo>
                  <a:pt x="3246" y="4328"/>
                </a:lnTo>
                <a:lnTo>
                  <a:pt x="3247" y="4328"/>
                </a:lnTo>
                <a:lnTo>
                  <a:pt x="3248" y="4328"/>
                </a:lnTo>
                <a:lnTo>
                  <a:pt x="3249" y="4328"/>
                </a:lnTo>
                <a:lnTo>
                  <a:pt x="3250" y="4328"/>
                </a:lnTo>
                <a:lnTo>
                  <a:pt x="3251" y="4328"/>
                </a:lnTo>
                <a:lnTo>
                  <a:pt x="3252" y="4328"/>
                </a:lnTo>
                <a:lnTo>
                  <a:pt x="3253" y="4328"/>
                </a:lnTo>
                <a:lnTo>
                  <a:pt x="3254" y="4328"/>
                </a:lnTo>
                <a:lnTo>
                  <a:pt x="3255" y="4328"/>
                </a:lnTo>
                <a:lnTo>
                  <a:pt x="3256" y="4328"/>
                </a:lnTo>
                <a:lnTo>
                  <a:pt x="3257" y="4328"/>
                </a:lnTo>
                <a:lnTo>
                  <a:pt x="3258" y="4328"/>
                </a:lnTo>
                <a:lnTo>
                  <a:pt x="3259" y="4328"/>
                </a:lnTo>
                <a:lnTo>
                  <a:pt x="3260" y="4328"/>
                </a:lnTo>
                <a:lnTo>
                  <a:pt x="3261" y="4328"/>
                </a:lnTo>
                <a:lnTo>
                  <a:pt x="3262" y="4328"/>
                </a:lnTo>
                <a:lnTo>
                  <a:pt x="3263" y="4328"/>
                </a:lnTo>
                <a:lnTo>
                  <a:pt x="3264" y="4328"/>
                </a:lnTo>
                <a:lnTo>
                  <a:pt x="3265" y="4328"/>
                </a:lnTo>
                <a:lnTo>
                  <a:pt x="3266" y="4328"/>
                </a:lnTo>
                <a:lnTo>
                  <a:pt x="3267" y="4328"/>
                </a:lnTo>
                <a:lnTo>
                  <a:pt x="3268" y="4328"/>
                </a:lnTo>
                <a:lnTo>
                  <a:pt x="3269" y="4328"/>
                </a:lnTo>
                <a:lnTo>
                  <a:pt x="3270" y="4328"/>
                </a:lnTo>
                <a:lnTo>
                  <a:pt x="3271" y="4328"/>
                </a:lnTo>
                <a:lnTo>
                  <a:pt x="3272" y="4328"/>
                </a:lnTo>
                <a:lnTo>
                  <a:pt x="3273" y="4328"/>
                </a:lnTo>
                <a:lnTo>
                  <a:pt x="3274" y="4328"/>
                </a:lnTo>
                <a:lnTo>
                  <a:pt x="3275" y="4328"/>
                </a:lnTo>
                <a:lnTo>
                  <a:pt x="3276" y="4328"/>
                </a:lnTo>
                <a:lnTo>
                  <a:pt x="3277" y="4328"/>
                </a:lnTo>
                <a:lnTo>
                  <a:pt x="3278" y="4328"/>
                </a:lnTo>
                <a:lnTo>
                  <a:pt x="3279" y="4328"/>
                </a:lnTo>
                <a:lnTo>
                  <a:pt x="3280" y="4328"/>
                </a:lnTo>
                <a:lnTo>
                  <a:pt x="3281" y="4328"/>
                </a:lnTo>
                <a:lnTo>
                  <a:pt x="3282" y="4328"/>
                </a:lnTo>
                <a:lnTo>
                  <a:pt x="3283" y="4328"/>
                </a:lnTo>
                <a:lnTo>
                  <a:pt x="3284" y="4328"/>
                </a:lnTo>
                <a:lnTo>
                  <a:pt x="3285" y="4328"/>
                </a:lnTo>
                <a:lnTo>
                  <a:pt x="3286" y="4328"/>
                </a:lnTo>
                <a:lnTo>
                  <a:pt x="3287" y="4328"/>
                </a:lnTo>
                <a:lnTo>
                  <a:pt x="3288" y="4328"/>
                </a:lnTo>
                <a:lnTo>
                  <a:pt x="3289" y="4328"/>
                </a:lnTo>
                <a:lnTo>
                  <a:pt x="3290" y="4328"/>
                </a:lnTo>
                <a:lnTo>
                  <a:pt x="3291" y="4328"/>
                </a:lnTo>
                <a:lnTo>
                  <a:pt x="3292" y="4328"/>
                </a:lnTo>
                <a:lnTo>
                  <a:pt x="3293" y="4328"/>
                </a:lnTo>
                <a:lnTo>
                  <a:pt x="3294" y="4328"/>
                </a:lnTo>
                <a:lnTo>
                  <a:pt x="3295" y="4328"/>
                </a:lnTo>
                <a:lnTo>
                  <a:pt x="3296" y="4328"/>
                </a:lnTo>
                <a:lnTo>
                  <a:pt x="3297" y="4328"/>
                </a:lnTo>
                <a:lnTo>
                  <a:pt x="3298" y="4328"/>
                </a:lnTo>
                <a:lnTo>
                  <a:pt x="3299" y="4328"/>
                </a:lnTo>
                <a:lnTo>
                  <a:pt x="3300" y="4328"/>
                </a:lnTo>
                <a:lnTo>
                  <a:pt x="3301" y="4328"/>
                </a:lnTo>
                <a:lnTo>
                  <a:pt x="3302" y="4328"/>
                </a:lnTo>
                <a:lnTo>
                  <a:pt x="3303" y="4328"/>
                </a:lnTo>
                <a:lnTo>
                  <a:pt x="3304" y="4328"/>
                </a:lnTo>
                <a:lnTo>
                  <a:pt x="3305" y="4328"/>
                </a:lnTo>
                <a:lnTo>
                  <a:pt x="3306" y="4328"/>
                </a:lnTo>
                <a:lnTo>
                  <a:pt x="3307" y="4328"/>
                </a:lnTo>
                <a:lnTo>
                  <a:pt x="3308" y="4328"/>
                </a:lnTo>
                <a:lnTo>
                  <a:pt x="3309" y="4328"/>
                </a:lnTo>
                <a:lnTo>
                  <a:pt x="3310" y="4328"/>
                </a:lnTo>
                <a:lnTo>
                  <a:pt x="3311" y="4328"/>
                </a:lnTo>
                <a:lnTo>
                  <a:pt x="3312" y="4328"/>
                </a:lnTo>
                <a:lnTo>
                  <a:pt x="3313" y="4328"/>
                </a:lnTo>
                <a:lnTo>
                  <a:pt x="3314" y="4328"/>
                </a:lnTo>
                <a:lnTo>
                  <a:pt x="3315" y="4328"/>
                </a:lnTo>
                <a:lnTo>
                  <a:pt x="3316" y="4328"/>
                </a:lnTo>
                <a:lnTo>
                  <a:pt x="3317" y="4328"/>
                </a:lnTo>
                <a:lnTo>
                  <a:pt x="3318" y="4328"/>
                </a:lnTo>
                <a:lnTo>
                  <a:pt x="3319" y="4328"/>
                </a:lnTo>
                <a:lnTo>
                  <a:pt x="3320" y="4328"/>
                </a:lnTo>
                <a:lnTo>
                  <a:pt x="3321" y="4328"/>
                </a:lnTo>
                <a:lnTo>
                  <a:pt x="3322" y="4328"/>
                </a:lnTo>
                <a:lnTo>
                  <a:pt x="3323" y="4328"/>
                </a:lnTo>
                <a:lnTo>
                  <a:pt x="3324" y="4328"/>
                </a:lnTo>
                <a:lnTo>
                  <a:pt x="3325" y="4328"/>
                </a:lnTo>
                <a:lnTo>
                  <a:pt x="3326" y="4328"/>
                </a:lnTo>
                <a:lnTo>
                  <a:pt x="3327" y="4328"/>
                </a:lnTo>
                <a:lnTo>
                  <a:pt x="3328" y="4328"/>
                </a:lnTo>
                <a:lnTo>
                  <a:pt x="3329" y="4328"/>
                </a:lnTo>
                <a:lnTo>
                  <a:pt x="3330" y="4328"/>
                </a:lnTo>
                <a:lnTo>
                  <a:pt x="3331" y="4328"/>
                </a:lnTo>
                <a:lnTo>
                  <a:pt x="3332" y="4328"/>
                </a:lnTo>
                <a:lnTo>
                  <a:pt x="3333" y="4328"/>
                </a:lnTo>
                <a:lnTo>
                  <a:pt x="3334" y="4328"/>
                </a:lnTo>
                <a:lnTo>
                  <a:pt x="3335" y="4328"/>
                </a:lnTo>
                <a:lnTo>
                  <a:pt x="3336" y="4328"/>
                </a:lnTo>
                <a:lnTo>
                  <a:pt x="3337" y="4328"/>
                </a:lnTo>
                <a:lnTo>
                  <a:pt x="3338" y="4328"/>
                </a:lnTo>
                <a:lnTo>
                  <a:pt x="3339" y="4328"/>
                </a:lnTo>
                <a:lnTo>
                  <a:pt x="3340" y="4328"/>
                </a:lnTo>
                <a:lnTo>
                  <a:pt x="3341" y="4328"/>
                </a:lnTo>
                <a:lnTo>
                  <a:pt x="3342" y="4328"/>
                </a:lnTo>
                <a:lnTo>
                  <a:pt x="3343" y="4328"/>
                </a:lnTo>
                <a:lnTo>
                  <a:pt x="3344" y="4328"/>
                </a:lnTo>
                <a:lnTo>
                  <a:pt x="3345" y="4328"/>
                </a:lnTo>
                <a:lnTo>
                  <a:pt x="3346" y="4328"/>
                </a:lnTo>
                <a:lnTo>
                  <a:pt x="3347" y="4328"/>
                </a:lnTo>
                <a:lnTo>
                  <a:pt x="3348" y="4328"/>
                </a:lnTo>
                <a:lnTo>
                  <a:pt x="3349" y="4328"/>
                </a:lnTo>
                <a:lnTo>
                  <a:pt x="3350" y="4328"/>
                </a:lnTo>
                <a:lnTo>
                  <a:pt x="3351" y="4328"/>
                </a:lnTo>
                <a:lnTo>
                  <a:pt x="3352" y="4328"/>
                </a:lnTo>
                <a:lnTo>
                  <a:pt x="3353" y="4328"/>
                </a:lnTo>
                <a:lnTo>
                  <a:pt x="3354" y="4328"/>
                </a:lnTo>
                <a:lnTo>
                  <a:pt x="3355" y="4328"/>
                </a:lnTo>
                <a:lnTo>
                  <a:pt x="3356" y="4328"/>
                </a:lnTo>
                <a:lnTo>
                  <a:pt x="3357" y="4328"/>
                </a:lnTo>
                <a:lnTo>
                  <a:pt x="3358" y="4328"/>
                </a:lnTo>
                <a:lnTo>
                  <a:pt x="3359" y="4328"/>
                </a:lnTo>
                <a:lnTo>
                  <a:pt x="3360" y="4328"/>
                </a:lnTo>
                <a:lnTo>
                  <a:pt x="3361" y="4328"/>
                </a:lnTo>
                <a:lnTo>
                  <a:pt x="3362" y="4328"/>
                </a:lnTo>
                <a:lnTo>
                  <a:pt x="3363" y="4328"/>
                </a:lnTo>
                <a:lnTo>
                  <a:pt x="3364" y="4328"/>
                </a:lnTo>
                <a:lnTo>
                  <a:pt x="3365" y="4328"/>
                </a:lnTo>
                <a:lnTo>
                  <a:pt x="3366" y="4328"/>
                </a:lnTo>
                <a:lnTo>
                  <a:pt x="3367" y="4328"/>
                </a:lnTo>
                <a:lnTo>
                  <a:pt x="3368" y="4328"/>
                </a:lnTo>
                <a:lnTo>
                  <a:pt x="3369" y="4328"/>
                </a:lnTo>
                <a:lnTo>
                  <a:pt x="3370" y="4328"/>
                </a:lnTo>
                <a:lnTo>
                  <a:pt x="3371" y="4328"/>
                </a:lnTo>
                <a:lnTo>
                  <a:pt x="3372" y="4328"/>
                </a:lnTo>
                <a:lnTo>
                  <a:pt x="3373" y="4328"/>
                </a:lnTo>
                <a:lnTo>
                  <a:pt x="3374" y="4328"/>
                </a:lnTo>
                <a:lnTo>
                  <a:pt x="3375" y="4328"/>
                </a:lnTo>
                <a:lnTo>
                  <a:pt x="3376" y="4328"/>
                </a:lnTo>
                <a:lnTo>
                  <a:pt x="3377" y="4328"/>
                </a:lnTo>
                <a:lnTo>
                  <a:pt x="3378" y="4328"/>
                </a:lnTo>
                <a:lnTo>
                  <a:pt x="3379" y="4328"/>
                </a:lnTo>
                <a:lnTo>
                  <a:pt x="3380" y="4328"/>
                </a:lnTo>
                <a:lnTo>
                  <a:pt x="3381" y="4328"/>
                </a:lnTo>
                <a:lnTo>
                  <a:pt x="3382" y="4328"/>
                </a:lnTo>
                <a:lnTo>
                  <a:pt x="3383" y="4328"/>
                </a:lnTo>
                <a:lnTo>
                  <a:pt x="3384" y="4328"/>
                </a:lnTo>
                <a:lnTo>
                  <a:pt x="3385" y="4328"/>
                </a:lnTo>
                <a:lnTo>
                  <a:pt x="3386" y="4328"/>
                </a:lnTo>
                <a:lnTo>
                  <a:pt x="3387" y="4328"/>
                </a:lnTo>
                <a:lnTo>
                  <a:pt x="3388" y="4328"/>
                </a:lnTo>
                <a:lnTo>
                  <a:pt x="3389" y="4328"/>
                </a:lnTo>
                <a:lnTo>
                  <a:pt x="3390" y="4328"/>
                </a:lnTo>
                <a:lnTo>
                  <a:pt x="3391" y="4328"/>
                </a:lnTo>
                <a:lnTo>
                  <a:pt x="3392" y="4328"/>
                </a:lnTo>
                <a:lnTo>
                  <a:pt x="3393" y="4328"/>
                </a:lnTo>
                <a:lnTo>
                  <a:pt x="3394" y="4328"/>
                </a:lnTo>
                <a:lnTo>
                  <a:pt x="3395" y="4328"/>
                </a:lnTo>
                <a:lnTo>
                  <a:pt x="3396" y="4328"/>
                </a:lnTo>
                <a:lnTo>
                  <a:pt x="3397" y="4328"/>
                </a:lnTo>
                <a:lnTo>
                  <a:pt x="3398" y="4328"/>
                </a:lnTo>
                <a:lnTo>
                  <a:pt x="3399" y="4328"/>
                </a:lnTo>
                <a:lnTo>
                  <a:pt x="3400" y="4328"/>
                </a:lnTo>
                <a:lnTo>
                  <a:pt x="3401" y="4328"/>
                </a:lnTo>
                <a:lnTo>
                  <a:pt x="3402" y="4328"/>
                </a:lnTo>
                <a:lnTo>
                  <a:pt x="3403" y="4328"/>
                </a:lnTo>
                <a:lnTo>
                  <a:pt x="3404" y="4328"/>
                </a:lnTo>
                <a:lnTo>
                  <a:pt x="3405" y="4328"/>
                </a:lnTo>
                <a:lnTo>
                  <a:pt x="3406" y="4328"/>
                </a:lnTo>
                <a:lnTo>
                  <a:pt x="3407" y="4328"/>
                </a:lnTo>
                <a:lnTo>
                  <a:pt x="3408" y="4328"/>
                </a:lnTo>
                <a:lnTo>
                  <a:pt x="3409" y="4328"/>
                </a:lnTo>
                <a:lnTo>
                  <a:pt x="3410" y="4328"/>
                </a:lnTo>
                <a:lnTo>
                  <a:pt x="3411" y="4328"/>
                </a:lnTo>
                <a:lnTo>
                  <a:pt x="3412" y="4328"/>
                </a:lnTo>
                <a:lnTo>
                  <a:pt x="3413" y="4328"/>
                </a:lnTo>
                <a:lnTo>
                  <a:pt x="3414" y="4328"/>
                </a:lnTo>
                <a:lnTo>
                  <a:pt x="3415" y="4328"/>
                </a:lnTo>
                <a:lnTo>
                  <a:pt x="3416" y="4328"/>
                </a:lnTo>
                <a:lnTo>
                  <a:pt x="3417" y="4328"/>
                </a:lnTo>
                <a:lnTo>
                  <a:pt x="3418" y="4328"/>
                </a:lnTo>
                <a:lnTo>
                  <a:pt x="3419" y="4328"/>
                </a:lnTo>
                <a:lnTo>
                  <a:pt x="3420" y="4328"/>
                </a:lnTo>
                <a:lnTo>
                  <a:pt x="3421" y="4328"/>
                </a:lnTo>
                <a:lnTo>
                  <a:pt x="3422" y="4328"/>
                </a:lnTo>
                <a:lnTo>
                  <a:pt x="3423" y="4328"/>
                </a:lnTo>
                <a:lnTo>
                  <a:pt x="3424" y="4328"/>
                </a:lnTo>
                <a:lnTo>
                  <a:pt x="3425" y="4328"/>
                </a:lnTo>
                <a:lnTo>
                  <a:pt x="3426" y="4328"/>
                </a:lnTo>
                <a:lnTo>
                  <a:pt x="3427" y="4328"/>
                </a:lnTo>
                <a:lnTo>
                  <a:pt x="3428" y="4328"/>
                </a:lnTo>
                <a:lnTo>
                  <a:pt x="3429" y="4328"/>
                </a:lnTo>
                <a:lnTo>
                  <a:pt x="3430" y="4328"/>
                </a:lnTo>
                <a:lnTo>
                  <a:pt x="3431" y="4328"/>
                </a:lnTo>
                <a:lnTo>
                  <a:pt x="3432" y="4328"/>
                </a:lnTo>
                <a:lnTo>
                  <a:pt x="3433" y="4328"/>
                </a:lnTo>
                <a:lnTo>
                  <a:pt x="3434" y="4328"/>
                </a:lnTo>
                <a:lnTo>
                  <a:pt x="3435" y="4328"/>
                </a:lnTo>
                <a:lnTo>
                  <a:pt x="3436" y="4328"/>
                </a:lnTo>
                <a:lnTo>
                  <a:pt x="3437" y="4328"/>
                </a:lnTo>
                <a:lnTo>
                  <a:pt x="3438" y="4328"/>
                </a:lnTo>
                <a:lnTo>
                  <a:pt x="3439" y="4328"/>
                </a:lnTo>
                <a:lnTo>
                  <a:pt x="3440" y="4328"/>
                </a:lnTo>
                <a:lnTo>
                  <a:pt x="3441" y="4328"/>
                </a:lnTo>
                <a:lnTo>
                  <a:pt x="3442" y="4328"/>
                </a:lnTo>
                <a:lnTo>
                  <a:pt x="3443" y="4328"/>
                </a:lnTo>
                <a:lnTo>
                  <a:pt x="3444" y="4328"/>
                </a:lnTo>
                <a:lnTo>
                  <a:pt x="3445" y="4328"/>
                </a:lnTo>
                <a:lnTo>
                  <a:pt x="3446" y="4328"/>
                </a:lnTo>
                <a:lnTo>
                  <a:pt x="3447" y="4328"/>
                </a:lnTo>
                <a:lnTo>
                  <a:pt x="3448" y="4328"/>
                </a:lnTo>
                <a:lnTo>
                  <a:pt x="3449" y="4328"/>
                </a:lnTo>
                <a:lnTo>
                  <a:pt x="3450" y="4328"/>
                </a:lnTo>
                <a:lnTo>
                  <a:pt x="3451" y="4328"/>
                </a:lnTo>
                <a:lnTo>
                  <a:pt x="3452" y="4328"/>
                </a:lnTo>
                <a:lnTo>
                  <a:pt x="3453" y="4328"/>
                </a:lnTo>
                <a:lnTo>
                  <a:pt x="3454" y="4328"/>
                </a:lnTo>
                <a:lnTo>
                  <a:pt x="3455" y="4328"/>
                </a:lnTo>
                <a:lnTo>
                  <a:pt x="3456" y="4328"/>
                </a:lnTo>
                <a:lnTo>
                  <a:pt x="3457" y="4328"/>
                </a:lnTo>
                <a:lnTo>
                  <a:pt x="3458" y="4328"/>
                </a:lnTo>
                <a:lnTo>
                  <a:pt x="3459" y="4328"/>
                </a:lnTo>
                <a:lnTo>
                  <a:pt x="3460" y="4328"/>
                </a:lnTo>
                <a:lnTo>
                  <a:pt x="3461" y="4328"/>
                </a:lnTo>
                <a:lnTo>
                  <a:pt x="3462" y="4328"/>
                </a:lnTo>
                <a:lnTo>
                  <a:pt x="3463" y="4328"/>
                </a:lnTo>
                <a:lnTo>
                  <a:pt x="3464" y="4328"/>
                </a:lnTo>
                <a:lnTo>
                  <a:pt x="3465" y="4328"/>
                </a:lnTo>
                <a:lnTo>
                  <a:pt x="3466" y="4328"/>
                </a:lnTo>
                <a:lnTo>
                  <a:pt x="3467" y="4328"/>
                </a:lnTo>
                <a:lnTo>
                  <a:pt x="3468" y="4328"/>
                </a:lnTo>
                <a:lnTo>
                  <a:pt x="3469" y="4328"/>
                </a:lnTo>
                <a:lnTo>
                  <a:pt x="3470" y="4328"/>
                </a:lnTo>
                <a:lnTo>
                  <a:pt x="3471" y="4328"/>
                </a:lnTo>
                <a:lnTo>
                  <a:pt x="3472" y="4328"/>
                </a:lnTo>
                <a:lnTo>
                  <a:pt x="3473" y="4328"/>
                </a:lnTo>
                <a:lnTo>
                  <a:pt x="3474" y="4328"/>
                </a:lnTo>
                <a:lnTo>
                  <a:pt x="3475" y="4328"/>
                </a:lnTo>
                <a:lnTo>
                  <a:pt x="3476" y="4328"/>
                </a:lnTo>
                <a:lnTo>
                  <a:pt x="3477" y="4328"/>
                </a:lnTo>
                <a:lnTo>
                  <a:pt x="3478" y="4328"/>
                </a:lnTo>
                <a:lnTo>
                  <a:pt x="3479" y="4328"/>
                </a:lnTo>
                <a:lnTo>
                  <a:pt x="3480" y="4328"/>
                </a:lnTo>
                <a:lnTo>
                  <a:pt x="3481" y="4328"/>
                </a:lnTo>
                <a:lnTo>
                  <a:pt x="3482" y="4328"/>
                </a:lnTo>
                <a:lnTo>
                  <a:pt x="3483" y="4328"/>
                </a:lnTo>
                <a:lnTo>
                  <a:pt x="3484" y="4328"/>
                </a:lnTo>
                <a:lnTo>
                  <a:pt x="3485" y="4328"/>
                </a:lnTo>
                <a:lnTo>
                  <a:pt x="3486" y="4328"/>
                </a:lnTo>
                <a:lnTo>
                  <a:pt x="3487" y="4328"/>
                </a:lnTo>
                <a:lnTo>
                  <a:pt x="3488" y="4328"/>
                </a:lnTo>
                <a:lnTo>
                  <a:pt x="3489" y="4328"/>
                </a:lnTo>
                <a:lnTo>
                  <a:pt x="3490" y="4328"/>
                </a:lnTo>
                <a:lnTo>
                  <a:pt x="3491" y="4328"/>
                </a:lnTo>
                <a:lnTo>
                  <a:pt x="3492" y="4328"/>
                </a:lnTo>
                <a:lnTo>
                  <a:pt x="3493" y="4328"/>
                </a:lnTo>
                <a:lnTo>
                  <a:pt x="3494" y="4328"/>
                </a:lnTo>
                <a:lnTo>
                  <a:pt x="3495" y="4328"/>
                </a:lnTo>
                <a:lnTo>
                  <a:pt x="3496" y="4328"/>
                </a:lnTo>
                <a:lnTo>
                  <a:pt x="3497" y="4328"/>
                </a:lnTo>
                <a:lnTo>
                  <a:pt x="3498" y="4328"/>
                </a:lnTo>
                <a:lnTo>
                  <a:pt x="3499" y="4328"/>
                </a:lnTo>
                <a:lnTo>
                  <a:pt x="3500" y="4328"/>
                </a:lnTo>
                <a:lnTo>
                  <a:pt x="3501" y="4328"/>
                </a:lnTo>
                <a:lnTo>
                  <a:pt x="3502" y="4328"/>
                </a:lnTo>
                <a:lnTo>
                  <a:pt x="3503" y="4328"/>
                </a:lnTo>
                <a:lnTo>
                  <a:pt x="3504" y="4328"/>
                </a:lnTo>
                <a:lnTo>
                  <a:pt x="3505" y="4328"/>
                </a:lnTo>
                <a:lnTo>
                  <a:pt x="3506" y="4328"/>
                </a:lnTo>
                <a:lnTo>
                  <a:pt x="3507" y="4328"/>
                </a:lnTo>
                <a:lnTo>
                  <a:pt x="3508" y="4328"/>
                </a:lnTo>
                <a:lnTo>
                  <a:pt x="3509" y="4328"/>
                </a:lnTo>
                <a:lnTo>
                  <a:pt x="3510" y="4328"/>
                </a:lnTo>
                <a:lnTo>
                  <a:pt x="3511" y="4328"/>
                </a:lnTo>
                <a:lnTo>
                  <a:pt x="3512" y="4328"/>
                </a:lnTo>
                <a:lnTo>
                  <a:pt x="3513" y="4328"/>
                </a:lnTo>
                <a:lnTo>
                  <a:pt x="3514" y="4328"/>
                </a:lnTo>
                <a:lnTo>
                  <a:pt x="3515" y="4328"/>
                </a:lnTo>
                <a:lnTo>
                  <a:pt x="3516" y="4328"/>
                </a:lnTo>
                <a:lnTo>
                  <a:pt x="3517" y="4328"/>
                </a:lnTo>
                <a:lnTo>
                  <a:pt x="3518" y="4328"/>
                </a:lnTo>
                <a:lnTo>
                  <a:pt x="3519" y="4328"/>
                </a:lnTo>
                <a:lnTo>
                  <a:pt x="3520" y="4328"/>
                </a:lnTo>
                <a:lnTo>
                  <a:pt x="3521" y="4328"/>
                </a:lnTo>
                <a:lnTo>
                  <a:pt x="3522" y="4328"/>
                </a:lnTo>
                <a:lnTo>
                  <a:pt x="3523" y="4328"/>
                </a:lnTo>
                <a:lnTo>
                  <a:pt x="3524" y="4328"/>
                </a:lnTo>
                <a:lnTo>
                  <a:pt x="3525" y="4328"/>
                </a:lnTo>
                <a:lnTo>
                  <a:pt x="3526" y="4328"/>
                </a:lnTo>
                <a:lnTo>
                  <a:pt x="3527" y="4328"/>
                </a:lnTo>
                <a:lnTo>
                  <a:pt x="3528" y="4328"/>
                </a:lnTo>
                <a:lnTo>
                  <a:pt x="3529" y="4328"/>
                </a:lnTo>
                <a:lnTo>
                  <a:pt x="3530" y="4328"/>
                </a:lnTo>
                <a:lnTo>
                  <a:pt x="3531" y="4328"/>
                </a:lnTo>
                <a:lnTo>
                  <a:pt x="3532" y="4328"/>
                </a:lnTo>
                <a:lnTo>
                  <a:pt x="3533" y="4328"/>
                </a:lnTo>
                <a:lnTo>
                  <a:pt x="3534" y="4328"/>
                </a:lnTo>
                <a:lnTo>
                  <a:pt x="3535" y="4328"/>
                </a:lnTo>
                <a:lnTo>
                  <a:pt x="3536" y="4328"/>
                </a:lnTo>
                <a:lnTo>
                  <a:pt x="3537" y="4328"/>
                </a:lnTo>
                <a:lnTo>
                  <a:pt x="3538" y="4328"/>
                </a:lnTo>
                <a:lnTo>
                  <a:pt x="3539" y="4328"/>
                </a:lnTo>
                <a:lnTo>
                  <a:pt x="3540" y="4328"/>
                </a:lnTo>
                <a:lnTo>
                  <a:pt x="3541" y="4328"/>
                </a:lnTo>
                <a:lnTo>
                  <a:pt x="3542" y="4328"/>
                </a:lnTo>
                <a:lnTo>
                  <a:pt x="3543" y="4328"/>
                </a:lnTo>
                <a:lnTo>
                  <a:pt x="3544" y="4328"/>
                </a:lnTo>
                <a:lnTo>
                  <a:pt x="3545" y="4328"/>
                </a:lnTo>
                <a:lnTo>
                  <a:pt x="3546" y="4328"/>
                </a:lnTo>
                <a:lnTo>
                  <a:pt x="3547" y="4328"/>
                </a:lnTo>
                <a:lnTo>
                  <a:pt x="3548" y="4328"/>
                </a:lnTo>
                <a:lnTo>
                  <a:pt x="3549" y="4328"/>
                </a:lnTo>
                <a:lnTo>
                  <a:pt x="3550" y="4328"/>
                </a:lnTo>
                <a:lnTo>
                  <a:pt x="3551" y="4328"/>
                </a:lnTo>
                <a:lnTo>
                  <a:pt x="3552" y="4328"/>
                </a:lnTo>
                <a:lnTo>
                  <a:pt x="3553" y="4328"/>
                </a:lnTo>
                <a:lnTo>
                  <a:pt x="3554" y="4328"/>
                </a:lnTo>
                <a:lnTo>
                  <a:pt x="3555" y="4328"/>
                </a:lnTo>
                <a:lnTo>
                  <a:pt x="3556" y="4328"/>
                </a:lnTo>
                <a:lnTo>
                  <a:pt x="3557" y="4328"/>
                </a:lnTo>
                <a:lnTo>
                  <a:pt x="3558" y="4328"/>
                </a:lnTo>
                <a:lnTo>
                  <a:pt x="3559" y="4328"/>
                </a:lnTo>
                <a:lnTo>
                  <a:pt x="3560" y="4328"/>
                </a:lnTo>
                <a:lnTo>
                  <a:pt x="3561" y="4328"/>
                </a:lnTo>
                <a:lnTo>
                  <a:pt x="3562" y="4328"/>
                </a:lnTo>
                <a:lnTo>
                  <a:pt x="3563" y="4328"/>
                </a:lnTo>
                <a:lnTo>
                  <a:pt x="3564" y="4328"/>
                </a:lnTo>
                <a:lnTo>
                  <a:pt x="3565" y="4328"/>
                </a:lnTo>
                <a:lnTo>
                  <a:pt x="3566" y="4328"/>
                </a:lnTo>
                <a:lnTo>
                  <a:pt x="3567" y="4328"/>
                </a:lnTo>
                <a:lnTo>
                  <a:pt x="3568" y="4328"/>
                </a:lnTo>
                <a:lnTo>
                  <a:pt x="3569" y="4328"/>
                </a:lnTo>
                <a:lnTo>
                  <a:pt x="3570" y="4328"/>
                </a:lnTo>
                <a:lnTo>
                  <a:pt x="3571" y="4328"/>
                </a:lnTo>
                <a:lnTo>
                  <a:pt x="3572" y="4328"/>
                </a:lnTo>
                <a:lnTo>
                  <a:pt x="3573" y="4328"/>
                </a:lnTo>
                <a:lnTo>
                  <a:pt x="3574" y="4328"/>
                </a:lnTo>
                <a:lnTo>
                  <a:pt x="3575" y="4328"/>
                </a:lnTo>
                <a:lnTo>
                  <a:pt x="3576" y="4328"/>
                </a:lnTo>
                <a:lnTo>
                  <a:pt x="3577" y="4328"/>
                </a:lnTo>
                <a:lnTo>
                  <a:pt x="3578" y="4328"/>
                </a:lnTo>
                <a:lnTo>
                  <a:pt x="3579" y="4328"/>
                </a:lnTo>
                <a:lnTo>
                  <a:pt x="3580" y="4328"/>
                </a:lnTo>
                <a:lnTo>
                  <a:pt x="3581" y="4328"/>
                </a:lnTo>
                <a:lnTo>
                  <a:pt x="3582" y="4328"/>
                </a:lnTo>
                <a:lnTo>
                  <a:pt x="3583" y="4328"/>
                </a:lnTo>
                <a:lnTo>
                  <a:pt x="3584" y="4328"/>
                </a:lnTo>
                <a:lnTo>
                  <a:pt x="3585" y="4328"/>
                </a:lnTo>
                <a:lnTo>
                  <a:pt x="3586" y="4328"/>
                </a:lnTo>
                <a:lnTo>
                  <a:pt x="3587" y="4328"/>
                </a:lnTo>
                <a:lnTo>
                  <a:pt x="3588" y="4328"/>
                </a:lnTo>
                <a:lnTo>
                  <a:pt x="3589" y="4328"/>
                </a:lnTo>
                <a:lnTo>
                  <a:pt x="3590" y="4328"/>
                </a:lnTo>
                <a:lnTo>
                  <a:pt x="3591" y="4328"/>
                </a:lnTo>
                <a:lnTo>
                  <a:pt x="3592" y="4328"/>
                </a:lnTo>
                <a:lnTo>
                  <a:pt x="3593" y="4328"/>
                </a:lnTo>
                <a:lnTo>
                  <a:pt x="3594" y="4328"/>
                </a:lnTo>
                <a:lnTo>
                  <a:pt x="3595" y="4328"/>
                </a:lnTo>
                <a:lnTo>
                  <a:pt x="3596" y="4328"/>
                </a:lnTo>
                <a:lnTo>
                  <a:pt x="3597" y="4328"/>
                </a:lnTo>
                <a:lnTo>
                  <a:pt x="3598" y="4328"/>
                </a:lnTo>
                <a:lnTo>
                  <a:pt x="3599" y="4328"/>
                </a:lnTo>
                <a:lnTo>
                  <a:pt x="3600" y="4328"/>
                </a:lnTo>
                <a:lnTo>
                  <a:pt x="3601" y="4328"/>
                </a:lnTo>
                <a:lnTo>
                  <a:pt x="3602" y="4328"/>
                </a:lnTo>
                <a:lnTo>
                  <a:pt x="3603" y="4328"/>
                </a:lnTo>
                <a:lnTo>
                  <a:pt x="3604" y="4328"/>
                </a:lnTo>
                <a:lnTo>
                  <a:pt x="3605" y="4328"/>
                </a:lnTo>
                <a:lnTo>
                  <a:pt x="3606" y="4328"/>
                </a:lnTo>
                <a:lnTo>
                  <a:pt x="3607" y="4328"/>
                </a:lnTo>
                <a:lnTo>
                  <a:pt x="3608" y="4328"/>
                </a:lnTo>
                <a:lnTo>
                  <a:pt x="3609" y="4328"/>
                </a:lnTo>
                <a:lnTo>
                  <a:pt x="3610" y="4328"/>
                </a:lnTo>
                <a:lnTo>
                  <a:pt x="3611" y="4328"/>
                </a:lnTo>
                <a:lnTo>
                  <a:pt x="3612" y="4328"/>
                </a:lnTo>
                <a:lnTo>
                  <a:pt x="3613" y="4328"/>
                </a:lnTo>
                <a:lnTo>
                  <a:pt x="3614" y="4328"/>
                </a:lnTo>
                <a:lnTo>
                  <a:pt x="3615" y="4328"/>
                </a:lnTo>
                <a:lnTo>
                  <a:pt x="3616" y="4328"/>
                </a:lnTo>
                <a:lnTo>
                  <a:pt x="3617" y="4328"/>
                </a:lnTo>
                <a:lnTo>
                  <a:pt x="3618" y="4328"/>
                </a:lnTo>
                <a:lnTo>
                  <a:pt x="3619" y="4328"/>
                </a:lnTo>
                <a:lnTo>
                  <a:pt x="3620" y="4328"/>
                </a:lnTo>
                <a:lnTo>
                  <a:pt x="3621" y="4328"/>
                </a:lnTo>
                <a:lnTo>
                  <a:pt x="3622" y="4328"/>
                </a:lnTo>
                <a:lnTo>
                  <a:pt x="3623" y="4328"/>
                </a:lnTo>
                <a:lnTo>
                  <a:pt x="3624" y="4328"/>
                </a:lnTo>
                <a:lnTo>
                  <a:pt x="3625" y="4328"/>
                </a:lnTo>
                <a:lnTo>
                  <a:pt x="3626" y="4328"/>
                </a:lnTo>
                <a:lnTo>
                  <a:pt x="3627" y="4328"/>
                </a:lnTo>
                <a:lnTo>
                  <a:pt x="3628" y="4328"/>
                </a:lnTo>
                <a:lnTo>
                  <a:pt x="3629" y="4328"/>
                </a:lnTo>
                <a:lnTo>
                  <a:pt x="3630" y="4328"/>
                </a:lnTo>
                <a:lnTo>
                  <a:pt x="3631" y="4328"/>
                </a:lnTo>
                <a:lnTo>
                  <a:pt x="3632" y="4328"/>
                </a:lnTo>
                <a:lnTo>
                  <a:pt x="3633" y="4328"/>
                </a:lnTo>
                <a:lnTo>
                  <a:pt x="3634" y="4328"/>
                </a:lnTo>
                <a:lnTo>
                  <a:pt x="3635" y="4328"/>
                </a:lnTo>
                <a:lnTo>
                  <a:pt x="3636" y="4328"/>
                </a:lnTo>
                <a:lnTo>
                  <a:pt x="3637" y="4328"/>
                </a:lnTo>
                <a:lnTo>
                  <a:pt x="3638" y="4328"/>
                </a:lnTo>
                <a:lnTo>
                  <a:pt x="3639" y="4328"/>
                </a:lnTo>
                <a:lnTo>
                  <a:pt x="3640" y="4328"/>
                </a:lnTo>
                <a:lnTo>
                  <a:pt x="3641" y="4328"/>
                </a:lnTo>
                <a:lnTo>
                  <a:pt x="3642" y="4328"/>
                </a:lnTo>
                <a:lnTo>
                  <a:pt x="3643" y="4328"/>
                </a:lnTo>
                <a:lnTo>
                  <a:pt x="3644" y="4328"/>
                </a:lnTo>
                <a:lnTo>
                  <a:pt x="3645" y="4328"/>
                </a:lnTo>
                <a:lnTo>
                  <a:pt x="3646" y="4328"/>
                </a:lnTo>
                <a:lnTo>
                  <a:pt x="3647" y="4328"/>
                </a:lnTo>
                <a:lnTo>
                  <a:pt x="3648" y="4328"/>
                </a:lnTo>
                <a:lnTo>
                  <a:pt x="3649" y="4328"/>
                </a:lnTo>
                <a:lnTo>
                  <a:pt x="3650" y="4328"/>
                </a:lnTo>
                <a:lnTo>
                  <a:pt x="3651" y="4328"/>
                </a:lnTo>
                <a:lnTo>
                  <a:pt x="3652" y="4328"/>
                </a:lnTo>
                <a:lnTo>
                  <a:pt x="3653" y="4328"/>
                </a:lnTo>
                <a:lnTo>
                  <a:pt x="3654" y="4328"/>
                </a:lnTo>
                <a:lnTo>
                  <a:pt x="3655" y="4328"/>
                </a:lnTo>
                <a:lnTo>
                  <a:pt x="3656" y="4328"/>
                </a:lnTo>
                <a:lnTo>
                  <a:pt x="3657" y="4328"/>
                </a:lnTo>
                <a:lnTo>
                  <a:pt x="3658" y="4328"/>
                </a:lnTo>
                <a:lnTo>
                  <a:pt x="3659" y="4328"/>
                </a:lnTo>
                <a:lnTo>
                  <a:pt x="3660" y="4328"/>
                </a:lnTo>
                <a:lnTo>
                  <a:pt x="3661" y="4328"/>
                </a:lnTo>
                <a:lnTo>
                  <a:pt x="3662" y="4328"/>
                </a:lnTo>
                <a:lnTo>
                  <a:pt x="3663" y="4328"/>
                </a:lnTo>
                <a:lnTo>
                  <a:pt x="3664" y="4328"/>
                </a:lnTo>
                <a:lnTo>
                  <a:pt x="3665" y="4328"/>
                </a:lnTo>
                <a:lnTo>
                  <a:pt x="3666" y="4328"/>
                </a:lnTo>
                <a:lnTo>
                  <a:pt x="3667" y="4328"/>
                </a:lnTo>
                <a:lnTo>
                  <a:pt x="3668" y="4328"/>
                </a:lnTo>
                <a:lnTo>
                  <a:pt x="3669" y="4328"/>
                </a:lnTo>
                <a:lnTo>
                  <a:pt x="3670" y="4328"/>
                </a:lnTo>
                <a:lnTo>
                  <a:pt x="3671" y="4328"/>
                </a:lnTo>
                <a:lnTo>
                  <a:pt x="3672" y="4328"/>
                </a:lnTo>
                <a:lnTo>
                  <a:pt x="3673" y="4328"/>
                </a:lnTo>
                <a:lnTo>
                  <a:pt x="3674" y="4328"/>
                </a:lnTo>
                <a:lnTo>
                  <a:pt x="3675" y="4328"/>
                </a:lnTo>
                <a:lnTo>
                  <a:pt x="3676" y="4328"/>
                </a:lnTo>
                <a:lnTo>
                  <a:pt x="3677" y="4328"/>
                </a:lnTo>
                <a:lnTo>
                  <a:pt x="3678" y="4328"/>
                </a:lnTo>
                <a:lnTo>
                  <a:pt x="3679" y="4328"/>
                </a:lnTo>
                <a:lnTo>
                  <a:pt x="3680" y="4328"/>
                </a:lnTo>
                <a:lnTo>
                  <a:pt x="3681" y="4328"/>
                </a:lnTo>
                <a:lnTo>
                  <a:pt x="3682" y="4328"/>
                </a:lnTo>
                <a:lnTo>
                  <a:pt x="3683" y="4328"/>
                </a:lnTo>
                <a:lnTo>
                  <a:pt x="3684" y="4328"/>
                </a:lnTo>
                <a:lnTo>
                  <a:pt x="3685" y="4328"/>
                </a:lnTo>
                <a:lnTo>
                  <a:pt x="3686" y="4328"/>
                </a:lnTo>
                <a:lnTo>
                  <a:pt x="3687" y="4328"/>
                </a:lnTo>
                <a:lnTo>
                  <a:pt x="3688" y="4328"/>
                </a:lnTo>
                <a:lnTo>
                  <a:pt x="3689" y="4328"/>
                </a:lnTo>
                <a:lnTo>
                  <a:pt x="3690" y="4328"/>
                </a:lnTo>
                <a:lnTo>
                  <a:pt x="3691" y="4328"/>
                </a:lnTo>
                <a:lnTo>
                  <a:pt x="3692" y="4328"/>
                </a:lnTo>
                <a:lnTo>
                  <a:pt x="3693" y="4328"/>
                </a:lnTo>
                <a:lnTo>
                  <a:pt x="3694" y="4328"/>
                </a:lnTo>
                <a:lnTo>
                  <a:pt x="3695" y="4328"/>
                </a:lnTo>
                <a:lnTo>
                  <a:pt x="3696" y="4328"/>
                </a:lnTo>
                <a:lnTo>
                  <a:pt x="3697" y="4328"/>
                </a:lnTo>
                <a:lnTo>
                  <a:pt x="3698" y="4328"/>
                </a:lnTo>
                <a:lnTo>
                  <a:pt x="3699" y="4328"/>
                </a:lnTo>
                <a:lnTo>
                  <a:pt x="3700" y="4328"/>
                </a:lnTo>
                <a:lnTo>
                  <a:pt x="3701" y="4328"/>
                </a:lnTo>
                <a:lnTo>
                  <a:pt x="3702" y="4328"/>
                </a:lnTo>
                <a:lnTo>
                  <a:pt x="3703" y="4328"/>
                </a:lnTo>
                <a:lnTo>
                  <a:pt x="3704" y="4328"/>
                </a:lnTo>
                <a:lnTo>
                  <a:pt x="3705" y="4328"/>
                </a:lnTo>
                <a:lnTo>
                  <a:pt x="3706" y="4328"/>
                </a:lnTo>
                <a:lnTo>
                  <a:pt x="3707" y="4328"/>
                </a:lnTo>
                <a:lnTo>
                  <a:pt x="3708" y="4328"/>
                </a:lnTo>
                <a:lnTo>
                  <a:pt x="3709" y="4328"/>
                </a:lnTo>
                <a:lnTo>
                  <a:pt x="3710" y="4328"/>
                </a:lnTo>
                <a:lnTo>
                  <a:pt x="3711" y="4328"/>
                </a:lnTo>
                <a:lnTo>
                  <a:pt x="3712" y="4328"/>
                </a:lnTo>
                <a:lnTo>
                  <a:pt x="3713" y="4328"/>
                </a:lnTo>
                <a:lnTo>
                  <a:pt x="3714" y="4328"/>
                </a:lnTo>
                <a:lnTo>
                  <a:pt x="3715" y="4328"/>
                </a:lnTo>
                <a:lnTo>
                  <a:pt x="3716" y="4328"/>
                </a:lnTo>
                <a:lnTo>
                  <a:pt x="3717" y="4328"/>
                </a:lnTo>
                <a:lnTo>
                  <a:pt x="3718" y="4328"/>
                </a:lnTo>
                <a:lnTo>
                  <a:pt x="3719" y="4328"/>
                </a:lnTo>
                <a:lnTo>
                  <a:pt x="3720" y="4328"/>
                </a:lnTo>
                <a:lnTo>
                  <a:pt x="3721" y="4328"/>
                </a:lnTo>
                <a:lnTo>
                  <a:pt x="3722" y="4328"/>
                </a:lnTo>
                <a:lnTo>
                  <a:pt x="3723" y="4328"/>
                </a:lnTo>
                <a:lnTo>
                  <a:pt x="3724" y="4328"/>
                </a:lnTo>
                <a:lnTo>
                  <a:pt x="3725" y="4328"/>
                </a:lnTo>
                <a:lnTo>
                  <a:pt x="3726" y="4328"/>
                </a:lnTo>
                <a:lnTo>
                  <a:pt x="3727" y="4328"/>
                </a:lnTo>
                <a:lnTo>
                  <a:pt x="3728" y="4328"/>
                </a:lnTo>
                <a:lnTo>
                  <a:pt x="3729" y="4328"/>
                </a:lnTo>
                <a:lnTo>
                  <a:pt x="3730" y="4328"/>
                </a:lnTo>
                <a:lnTo>
                  <a:pt x="3731" y="4328"/>
                </a:lnTo>
                <a:lnTo>
                  <a:pt x="3732" y="4328"/>
                </a:lnTo>
                <a:lnTo>
                  <a:pt x="3733" y="4328"/>
                </a:lnTo>
                <a:lnTo>
                  <a:pt x="3734" y="4328"/>
                </a:lnTo>
                <a:lnTo>
                  <a:pt x="3735" y="4328"/>
                </a:lnTo>
                <a:lnTo>
                  <a:pt x="3736" y="4328"/>
                </a:lnTo>
                <a:lnTo>
                  <a:pt x="3737" y="4328"/>
                </a:lnTo>
                <a:lnTo>
                  <a:pt x="3738" y="4328"/>
                </a:lnTo>
                <a:lnTo>
                  <a:pt x="3739" y="4328"/>
                </a:lnTo>
                <a:lnTo>
                  <a:pt x="3740" y="4328"/>
                </a:lnTo>
                <a:lnTo>
                  <a:pt x="3741" y="4328"/>
                </a:lnTo>
                <a:lnTo>
                  <a:pt x="3742" y="4328"/>
                </a:lnTo>
                <a:lnTo>
                  <a:pt x="3743" y="4328"/>
                </a:lnTo>
                <a:lnTo>
                  <a:pt x="3744" y="4328"/>
                </a:lnTo>
                <a:lnTo>
                  <a:pt x="3745" y="4328"/>
                </a:lnTo>
                <a:lnTo>
                  <a:pt x="3746" y="4328"/>
                </a:lnTo>
                <a:lnTo>
                  <a:pt x="3747" y="4328"/>
                </a:lnTo>
                <a:lnTo>
                  <a:pt x="3748" y="4328"/>
                </a:lnTo>
                <a:lnTo>
                  <a:pt x="3749" y="4328"/>
                </a:lnTo>
                <a:lnTo>
                  <a:pt x="3750" y="4328"/>
                </a:lnTo>
                <a:lnTo>
                  <a:pt x="3751" y="4328"/>
                </a:lnTo>
                <a:lnTo>
                  <a:pt x="3752" y="4328"/>
                </a:lnTo>
                <a:lnTo>
                  <a:pt x="3753" y="4328"/>
                </a:lnTo>
                <a:lnTo>
                  <a:pt x="3754" y="4328"/>
                </a:lnTo>
                <a:lnTo>
                  <a:pt x="3755" y="4328"/>
                </a:lnTo>
                <a:lnTo>
                  <a:pt x="3756" y="4328"/>
                </a:lnTo>
                <a:lnTo>
                  <a:pt x="3757" y="4328"/>
                </a:lnTo>
                <a:lnTo>
                  <a:pt x="3758" y="4328"/>
                </a:lnTo>
                <a:lnTo>
                  <a:pt x="3759" y="4328"/>
                </a:lnTo>
                <a:lnTo>
                  <a:pt x="3760" y="4328"/>
                </a:lnTo>
                <a:lnTo>
                  <a:pt x="3761" y="4328"/>
                </a:lnTo>
                <a:lnTo>
                  <a:pt x="3762" y="4328"/>
                </a:lnTo>
                <a:lnTo>
                  <a:pt x="3763" y="4328"/>
                </a:lnTo>
                <a:lnTo>
                  <a:pt x="3764" y="4328"/>
                </a:lnTo>
                <a:lnTo>
                  <a:pt x="3765" y="4328"/>
                </a:lnTo>
                <a:lnTo>
                  <a:pt x="3766" y="4328"/>
                </a:lnTo>
                <a:lnTo>
                  <a:pt x="3767" y="4328"/>
                </a:lnTo>
                <a:lnTo>
                  <a:pt x="3768" y="4328"/>
                </a:lnTo>
                <a:lnTo>
                  <a:pt x="3769" y="4328"/>
                </a:lnTo>
                <a:lnTo>
                  <a:pt x="3770" y="4328"/>
                </a:lnTo>
                <a:lnTo>
                  <a:pt x="3771" y="4328"/>
                </a:lnTo>
                <a:lnTo>
                  <a:pt x="3772" y="4328"/>
                </a:lnTo>
                <a:lnTo>
                  <a:pt x="3773" y="4328"/>
                </a:lnTo>
                <a:lnTo>
                  <a:pt x="3774" y="4328"/>
                </a:lnTo>
                <a:lnTo>
                  <a:pt x="3775" y="4328"/>
                </a:lnTo>
                <a:lnTo>
                  <a:pt x="3776" y="4328"/>
                </a:lnTo>
                <a:lnTo>
                  <a:pt x="3777" y="4328"/>
                </a:lnTo>
                <a:lnTo>
                  <a:pt x="3778" y="4328"/>
                </a:lnTo>
                <a:lnTo>
                  <a:pt x="3779" y="4328"/>
                </a:lnTo>
                <a:lnTo>
                  <a:pt x="3780" y="4328"/>
                </a:lnTo>
                <a:lnTo>
                  <a:pt x="3781" y="4328"/>
                </a:lnTo>
                <a:lnTo>
                  <a:pt x="3782" y="4328"/>
                </a:lnTo>
                <a:lnTo>
                  <a:pt x="3783" y="4328"/>
                </a:lnTo>
                <a:lnTo>
                  <a:pt x="3784" y="4328"/>
                </a:lnTo>
                <a:lnTo>
                  <a:pt x="3785" y="4328"/>
                </a:lnTo>
                <a:lnTo>
                  <a:pt x="3786" y="4328"/>
                </a:lnTo>
                <a:lnTo>
                  <a:pt x="3787" y="4328"/>
                </a:lnTo>
                <a:lnTo>
                  <a:pt x="3788" y="4328"/>
                </a:lnTo>
                <a:lnTo>
                  <a:pt x="3789" y="4328"/>
                </a:lnTo>
                <a:lnTo>
                  <a:pt x="3790" y="4328"/>
                </a:lnTo>
                <a:lnTo>
                  <a:pt x="3791" y="4328"/>
                </a:lnTo>
                <a:lnTo>
                  <a:pt x="3792" y="4328"/>
                </a:lnTo>
                <a:lnTo>
                  <a:pt x="3793" y="4328"/>
                </a:lnTo>
                <a:lnTo>
                  <a:pt x="3794" y="4328"/>
                </a:lnTo>
                <a:lnTo>
                  <a:pt x="3795" y="4328"/>
                </a:lnTo>
                <a:lnTo>
                  <a:pt x="3796" y="4328"/>
                </a:lnTo>
                <a:lnTo>
                  <a:pt x="3797" y="4328"/>
                </a:lnTo>
                <a:lnTo>
                  <a:pt x="3798" y="4328"/>
                </a:lnTo>
                <a:lnTo>
                  <a:pt x="3799" y="4328"/>
                </a:lnTo>
                <a:lnTo>
                  <a:pt x="3800" y="4328"/>
                </a:lnTo>
                <a:lnTo>
                  <a:pt x="3801" y="4328"/>
                </a:lnTo>
                <a:lnTo>
                  <a:pt x="3802" y="4328"/>
                </a:lnTo>
                <a:lnTo>
                  <a:pt x="3803" y="4328"/>
                </a:lnTo>
                <a:lnTo>
                  <a:pt x="3804" y="4328"/>
                </a:lnTo>
                <a:lnTo>
                  <a:pt x="3805" y="4328"/>
                </a:lnTo>
                <a:lnTo>
                  <a:pt x="3806" y="4328"/>
                </a:lnTo>
                <a:lnTo>
                  <a:pt x="3807" y="4328"/>
                </a:lnTo>
                <a:lnTo>
                  <a:pt x="3808" y="4328"/>
                </a:lnTo>
                <a:lnTo>
                  <a:pt x="3809" y="4328"/>
                </a:lnTo>
                <a:lnTo>
                  <a:pt x="3810" y="4328"/>
                </a:lnTo>
                <a:lnTo>
                  <a:pt x="3811" y="4328"/>
                </a:lnTo>
                <a:lnTo>
                  <a:pt x="3812" y="4328"/>
                </a:lnTo>
                <a:lnTo>
                  <a:pt x="3813" y="4328"/>
                </a:lnTo>
                <a:lnTo>
                  <a:pt x="3814" y="4328"/>
                </a:lnTo>
                <a:lnTo>
                  <a:pt x="3815" y="4328"/>
                </a:lnTo>
                <a:lnTo>
                  <a:pt x="3816" y="4328"/>
                </a:lnTo>
                <a:lnTo>
                  <a:pt x="3817" y="4328"/>
                </a:lnTo>
                <a:lnTo>
                  <a:pt x="3818" y="4328"/>
                </a:lnTo>
                <a:lnTo>
                  <a:pt x="3819" y="4328"/>
                </a:lnTo>
                <a:lnTo>
                  <a:pt x="3820" y="4328"/>
                </a:lnTo>
                <a:lnTo>
                  <a:pt x="3821" y="4328"/>
                </a:lnTo>
                <a:lnTo>
                  <a:pt x="3822" y="4328"/>
                </a:lnTo>
                <a:lnTo>
                  <a:pt x="3823" y="4328"/>
                </a:lnTo>
                <a:lnTo>
                  <a:pt x="3824" y="4328"/>
                </a:lnTo>
                <a:lnTo>
                  <a:pt x="3825" y="4328"/>
                </a:lnTo>
                <a:lnTo>
                  <a:pt x="3826" y="4328"/>
                </a:lnTo>
                <a:lnTo>
                  <a:pt x="3827" y="4328"/>
                </a:lnTo>
                <a:lnTo>
                  <a:pt x="3828" y="4328"/>
                </a:lnTo>
                <a:lnTo>
                  <a:pt x="3829" y="4328"/>
                </a:lnTo>
                <a:lnTo>
                  <a:pt x="3830" y="4328"/>
                </a:lnTo>
                <a:lnTo>
                  <a:pt x="3831" y="4328"/>
                </a:lnTo>
                <a:lnTo>
                  <a:pt x="3832" y="4328"/>
                </a:lnTo>
                <a:lnTo>
                  <a:pt x="3833" y="4328"/>
                </a:lnTo>
                <a:lnTo>
                  <a:pt x="3834" y="4328"/>
                </a:lnTo>
                <a:lnTo>
                  <a:pt x="3835" y="4328"/>
                </a:lnTo>
                <a:lnTo>
                  <a:pt x="3836" y="4328"/>
                </a:lnTo>
                <a:lnTo>
                  <a:pt x="3837" y="4328"/>
                </a:lnTo>
                <a:lnTo>
                  <a:pt x="3838" y="4328"/>
                </a:lnTo>
                <a:lnTo>
                  <a:pt x="3839" y="4328"/>
                </a:lnTo>
                <a:lnTo>
                  <a:pt x="3840" y="4328"/>
                </a:lnTo>
                <a:lnTo>
                  <a:pt x="3841" y="4328"/>
                </a:lnTo>
                <a:lnTo>
                  <a:pt x="3842" y="4328"/>
                </a:lnTo>
                <a:lnTo>
                  <a:pt x="3843" y="4328"/>
                </a:lnTo>
                <a:lnTo>
                  <a:pt x="3844" y="4328"/>
                </a:lnTo>
                <a:lnTo>
                  <a:pt x="3845" y="4328"/>
                </a:lnTo>
                <a:lnTo>
                  <a:pt x="3846" y="4328"/>
                </a:lnTo>
                <a:lnTo>
                  <a:pt x="3847" y="4328"/>
                </a:lnTo>
                <a:lnTo>
                  <a:pt x="3848" y="4328"/>
                </a:lnTo>
                <a:lnTo>
                  <a:pt x="3849" y="4328"/>
                </a:lnTo>
                <a:lnTo>
                  <a:pt x="3850" y="4328"/>
                </a:lnTo>
                <a:lnTo>
                  <a:pt x="3851" y="4328"/>
                </a:lnTo>
                <a:lnTo>
                  <a:pt x="3852" y="4328"/>
                </a:lnTo>
                <a:lnTo>
                  <a:pt x="3853" y="4328"/>
                </a:lnTo>
                <a:lnTo>
                  <a:pt x="3854" y="4328"/>
                </a:lnTo>
                <a:lnTo>
                  <a:pt x="3855" y="4328"/>
                </a:lnTo>
                <a:lnTo>
                  <a:pt x="3856" y="4328"/>
                </a:lnTo>
                <a:lnTo>
                  <a:pt x="3857" y="4328"/>
                </a:lnTo>
                <a:lnTo>
                  <a:pt x="3858" y="4328"/>
                </a:lnTo>
                <a:lnTo>
                  <a:pt x="3859" y="4328"/>
                </a:lnTo>
                <a:lnTo>
                  <a:pt x="3860" y="4328"/>
                </a:lnTo>
                <a:lnTo>
                  <a:pt x="3861" y="4328"/>
                </a:lnTo>
                <a:lnTo>
                  <a:pt x="3862" y="4328"/>
                </a:lnTo>
                <a:lnTo>
                  <a:pt x="3863" y="4328"/>
                </a:lnTo>
                <a:lnTo>
                  <a:pt x="3864" y="4328"/>
                </a:lnTo>
                <a:lnTo>
                  <a:pt x="3865" y="4328"/>
                </a:lnTo>
                <a:lnTo>
                  <a:pt x="3866" y="4328"/>
                </a:lnTo>
                <a:lnTo>
                  <a:pt x="3867" y="4328"/>
                </a:lnTo>
                <a:lnTo>
                  <a:pt x="3868" y="4328"/>
                </a:lnTo>
                <a:lnTo>
                  <a:pt x="3869" y="4328"/>
                </a:lnTo>
                <a:lnTo>
                  <a:pt x="3870" y="4328"/>
                </a:lnTo>
                <a:lnTo>
                  <a:pt x="3871" y="4328"/>
                </a:lnTo>
                <a:lnTo>
                  <a:pt x="3872" y="4328"/>
                </a:lnTo>
                <a:lnTo>
                  <a:pt x="3873" y="4328"/>
                </a:lnTo>
                <a:lnTo>
                  <a:pt x="3874" y="4328"/>
                </a:lnTo>
                <a:lnTo>
                  <a:pt x="3875" y="4328"/>
                </a:lnTo>
                <a:lnTo>
                  <a:pt x="3876" y="4328"/>
                </a:lnTo>
                <a:lnTo>
                  <a:pt x="3877" y="4328"/>
                </a:lnTo>
                <a:lnTo>
                  <a:pt x="3878" y="4328"/>
                </a:lnTo>
                <a:lnTo>
                  <a:pt x="3879" y="4328"/>
                </a:lnTo>
                <a:lnTo>
                  <a:pt x="3880" y="4328"/>
                </a:lnTo>
                <a:lnTo>
                  <a:pt x="3881" y="4328"/>
                </a:lnTo>
                <a:lnTo>
                  <a:pt x="3882" y="4328"/>
                </a:lnTo>
                <a:lnTo>
                  <a:pt x="3883" y="4328"/>
                </a:lnTo>
                <a:lnTo>
                  <a:pt x="3884" y="4328"/>
                </a:lnTo>
                <a:lnTo>
                  <a:pt x="3885" y="4328"/>
                </a:lnTo>
                <a:lnTo>
                  <a:pt x="3886" y="4328"/>
                </a:lnTo>
                <a:lnTo>
                  <a:pt x="3887" y="4328"/>
                </a:lnTo>
                <a:lnTo>
                  <a:pt x="3888" y="4328"/>
                </a:lnTo>
                <a:lnTo>
                  <a:pt x="3889" y="4328"/>
                </a:lnTo>
                <a:lnTo>
                  <a:pt x="3890" y="4328"/>
                </a:lnTo>
                <a:lnTo>
                  <a:pt x="3891" y="4328"/>
                </a:lnTo>
                <a:lnTo>
                  <a:pt x="3892" y="4328"/>
                </a:lnTo>
                <a:lnTo>
                  <a:pt x="3893" y="4328"/>
                </a:lnTo>
                <a:lnTo>
                  <a:pt x="3894" y="4328"/>
                </a:lnTo>
                <a:lnTo>
                  <a:pt x="3895" y="4328"/>
                </a:lnTo>
                <a:lnTo>
                  <a:pt x="3896" y="4328"/>
                </a:lnTo>
                <a:lnTo>
                  <a:pt x="3897" y="4328"/>
                </a:lnTo>
                <a:lnTo>
                  <a:pt x="3898" y="4328"/>
                </a:lnTo>
                <a:lnTo>
                  <a:pt x="3899" y="4328"/>
                </a:lnTo>
                <a:lnTo>
                  <a:pt x="3900" y="4328"/>
                </a:lnTo>
                <a:lnTo>
                  <a:pt x="3901" y="4328"/>
                </a:lnTo>
                <a:lnTo>
                  <a:pt x="3902" y="4328"/>
                </a:lnTo>
                <a:lnTo>
                  <a:pt x="3903" y="4328"/>
                </a:lnTo>
                <a:lnTo>
                  <a:pt x="3904" y="4328"/>
                </a:lnTo>
                <a:lnTo>
                  <a:pt x="3905" y="4328"/>
                </a:lnTo>
                <a:lnTo>
                  <a:pt x="3906" y="4328"/>
                </a:lnTo>
                <a:lnTo>
                  <a:pt x="3907" y="4328"/>
                </a:lnTo>
                <a:lnTo>
                  <a:pt x="3908" y="4328"/>
                </a:lnTo>
                <a:lnTo>
                  <a:pt x="3909" y="4328"/>
                </a:lnTo>
                <a:lnTo>
                  <a:pt x="3910" y="4328"/>
                </a:lnTo>
                <a:lnTo>
                  <a:pt x="3911" y="4328"/>
                </a:lnTo>
                <a:lnTo>
                  <a:pt x="3912" y="4328"/>
                </a:lnTo>
                <a:lnTo>
                  <a:pt x="3913" y="4328"/>
                </a:lnTo>
                <a:lnTo>
                  <a:pt x="3914" y="4328"/>
                </a:lnTo>
                <a:lnTo>
                  <a:pt x="3915" y="4328"/>
                </a:lnTo>
                <a:lnTo>
                  <a:pt x="3916" y="4328"/>
                </a:lnTo>
                <a:lnTo>
                  <a:pt x="3917" y="4328"/>
                </a:lnTo>
                <a:lnTo>
                  <a:pt x="3918" y="4328"/>
                </a:lnTo>
                <a:lnTo>
                  <a:pt x="3919" y="4328"/>
                </a:lnTo>
                <a:lnTo>
                  <a:pt x="3920" y="4328"/>
                </a:lnTo>
                <a:lnTo>
                  <a:pt x="3921" y="4328"/>
                </a:lnTo>
                <a:lnTo>
                  <a:pt x="3922" y="4328"/>
                </a:lnTo>
                <a:lnTo>
                  <a:pt x="3923" y="4328"/>
                </a:lnTo>
                <a:lnTo>
                  <a:pt x="3924" y="4328"/>
                </a:lnTo>
                <a:lnTo>
                  <a:pt x="3925" y="4328"/>
                </a:lnTo>
                <a:lnTo>
                  <a:pt x="3926" y="4328"/>
                </a:lnTo>
                <a:lnTo>
                  <a:pt x="3927" y="4328"/>
                </a:lnTo>
                <a:lnTo>
                  <a:pt x="3928" y="4328"/>
                </a:lnTo>
                <a:lnTo>
                  <a:pt x="3929" y="4328"/>
                </a:lnTo>
                <a:lnTo>
                  <a:pt x="3930" y="4328"/>
                </a:lnTo>
                <a:lnTo>
                  <a:pt x="3931" y="4328"/>
                </a:lnTo>
                <a:lnTo>
                  <a:pt x="3932" y="4328"/>
                </a:lnTo>
                <a:lnTo>
                  <a:pt x="3933" y="4328"/>
                </a:lnTo>
                <a:lnTo>
                  <a:pt x="3934" y="4328"/>
                </a:lnTo>
                <a:lnTo>
                  <a:pt x="3935" y="4328"/>
                </a:lnTo>
                <a:lnTo>
                  <a:pt x="3936" y="4328"/>
                </a:lnTo>
                <a:lnTo>
                  <a:pt x="3937" y="4328"/>
                </a:lnTo>
                <a:lnTo>
                  <a:pt x="3938" y="4328"/>
                </a:lnTo>
                <a:lnTo>
                  <a:pt x="3939" y="4328"/>
                </a:lnTo>
                <a:lnTo>
                  <a:pt x="3940" y="4328"/>
                </a:lnTo>
                <a:lnTo>
                  <a:pt x="3941" y="4328"/>
                </a:lnTo>
                <a:lnTo>
                  <a:pt x="3942" y="4328"/>
                </a:lnTo>
                <a:lnTo>
                  <a:pt x="3943" y="4328"/>
                </a:lnTo>
                <a:lnTo>
                  <a:pt x="3944" y="4328"/>
                </a:lnTo>
                <a:lnTo>
                  <a:pt x="3945" y="4328"/>
                </a:lnTo>
                <a:lnTo>
                  <a:pt x="3946" y="4328"/>
                </a:lnTo>
                <a:lnTo>
                  <a:pt x="3947" y="4328"/>
                </a:lnTo>
                <a:lnTo>
                  <a:pt x="3948" y="4328"/>
                </a:lnTo>
                <a:lnTo>
                  <a:pt x="3949" y="4328"/>
                </a:lnTo>
                <a:lnTo>
                  <a:pt x="3950" y="4328"/>
                </a:lnTo>
                <a:lnTo>
                  <a:pt x="3951" y="4328"/>
                </a:lnTo>
                <a:lnTo>
                  <a:pt x="3952" y="4328"/>
                </a:lnTo>
                <a:lnTo>
                  <a:pt x="3953" y="4328"/>
                </a:lnTo>
                <a:lnTo>
                  <a:pt x="3954" y="4328"/>
                </a:lnTo>
                <a:lnTo>
                  <a:pt x="3955" y="4328"/>
                </a:lnTo>
                <a:lnTo>
                  <a:pt x="3956" y="4328"/>
                </a:lnTo>
                <a:lnTo>
                  <a:pt x="3957" y="4328"/>
                </a:lnTo>
                <a:lnTo>
                  <a:pt x="3958" y="4328"/>
                </a:lnTo>
                <a:lnTo>
                  <a:pt x="3959" y="4328"/>
                </a:lnTo>
                <a:lnTo>
                  <a:pt x="3960" y="4328"/>
                </a:lnTo>
                <a:lnTo>
                  <a:pt x="3961" y="4328"/>
                </a:lnTo>
                <a:lnTo>
                  <a:pt x="3962" y="4328"/>
                </a:lnTo>
                <a:lnTo>
                  <a:pt x="3963" y="4328"/>
                </a:lnTo>
                <a:lnTo>
                  <a:pt x="3964" y="4328"/>
                </a:lnTo>
                <a:lnTo>
                  <a:pt x="3965" y="4328"/>
                </a:lnTo>
                <a:lnTo>
                  <a:pt x="3966" y="4328"/>
                </a:lnTo>
                <a:lnTo>
                  <a:pt x="3967" y="4328"/>
                </a:lnTo>
                <a:lnTo>
                  <a:pt x="3968" y="4328"/>
                </a:lnTo>
                <a:lnTo>
                  <a:pt x="3969" y="4328"/>
                </a:lnTo>
                <a:lnTo>
                  <a:pt x="3970" y="4328"/>
                </a:lnTo>
                <a:lnTo>
                  <a:pt x="3971" y="4328"/>
                </a:lnTo>
                <a:lnTo>
                  <a:pt x="3972" y="4328"/>
                </a:lnTo>
                <a:lnTo>
                  <a:pt x="3973" y="4328"/>
                </a:lnTo>
                <a:lnTo>
                  <a:pt x="3974" y="4328"/>
                </a:lnTo>
                <a:lnTo>
                  <a:pt x="3975" y="4328"/>
                </a:lnTo>
                <a:lnTo>
                  <a:pt x="3976" y="4328"/>
                </a:lnTo>
                <a:lnTo>
                  <a:pt x="3977" y="4328"/>
                </a:lnTo>
                <a:lnTo>
                  <a:pt x="3978" y="4328"/>
                </a:lnTo>
                <a:lnTo>
                  <a:pt x="3979" y="4328"/>
                </a:lnTo>
                <a:lnTo>
                  <a:pt x="3980" y="4328"/>
                </a:lnTo>
                <a:lnTo>
                  <a:pt x="3981" y="4328"/>
                </a:lnTo>
                <a:lnTo>
                  <a:pt x="3982" y="4328"/>
                </a:lnTo>
                <a:lnTo>
                  <a:pt x="3983" y="4328"/>
                </a:lnTo>
                <a:lnTo>
                  <a:pt x="3984" y="4328"/>
                </a:lnTo>
                <a:lnTo>
                  <a:pt x="3985" y="4328"/>
                </a:lnTo>
                <a:lnTo>
                  <a:pt x="3986" y="4328"/>
                </a:lnTo>
                <a:lnTo>
                  <a:pt x="3987" y="4328"/>
                </a:lnTo>
                <a:lnTo>
                  <a:pt x="3988" y="4328"/>
                </a:lnTo>
                <a:lnTo>
                  <a:pt x="3989" y="4328"/>
                </a:lnTo>
                <a:lnTo>
                  <a:pt x="3990" y="4328"/>
                </a:lnTo>
                <a:lnTo>
                  <a:pt x="3991" y="4328"/>
                </a:lnTo>
                <a:lnTo>
                  <a:pt x="3992" y="4328"/>
                </a:lnTo>
                <a:lnTo>
                  <a:pt x="3993" y="4328"/>
                </a:lnTo>
                <a:lnTo>
                  <a:pt x="3994" y="4328"/>
                </a:lnTo>
                <a:lnTo>
                  <a:pt x="3995" y="4328"/>
                </a:lnTo>
                <a:lnTo>
                  <a:pt x="3996" y="4328"/>
                </a:lnTo>
                <a:lnTo>
                  <a:pt x="3997" y="4328"/>
                </a:lnTo>
                <a:lnTo>
                  <a:pt x="3998" y="4328"/>
                </a:lnTo>
                <a:lnTo>
                  <a:pt x="3999" y="4328"/>
                </a:lnTo>
                <a:lnTo>
                  <a:pt x="4000" y="4328"/>
                </a:lnTo>
                <a:lnTo>
                  <a:pt x="4001" y="4328"/>
                </a:lnTo>
                <a:lnTo>
                  <a:pt x="4002" y="4328"/>
                </a:lnTo>
                <a:lnTo>
                  <a:pt x="4003" y="4328"/>
                </a:lnTo>
                <a:lnTo>
                  <a:pt x="4004" y="4328"/>
                </a:lnTo>
                <a:lnTo>
                  <a:pt x="4005" y="4328"/>
                </a:lnTo>
                <a:lnTo>
                  <a:pt x="4006" y="4328"/>
                </a:lnTo>
                <a:lnTo>
                  <a:pt x="4007" y="4328"/>
                </a:lnTo>
                <a:lnTo>
                  <a:pt x="4008" y="4328"/>
                </a:lnTo>
                <a:lnTo>
                  <a:pt x="4009" y="4328"/>
                </a:lnTo>
                <a:lnTo>
                  <a:pt x="4010" y="4328"/>
                </a:lnTo>
                <a:lnTo>
                  <a:pt x="4011" y="4328"/>
                </a:lnTo>
                <a:lnTo>
                  <a:pt x="4012" y="4328"/>
                </a:lnTo>
                <a:lnTo>
                  <a:pt x="4013" y="4328"/>
                </a:lnTo>
                <a:lnTo>
                  <a:pt x="4014" y="4328"/>
                </a:lnTo>
                <a:lnTo>
                  <a:pt x="4015" y="4328"/>
                </a:lnTo>
                <a:lnTo>
                  <a:pt x="4016" y="4328"/>
                </a:lnTo>
                <a:lnTo>
                  <a:pt x="4017" y="4328"/>
                </a:lnTo>
                <a:lnTo>
                  <a:pt x="4018" y="4328"/>
                </a:lnTo>
                <a:lnTo>
                  <a:pt x="4019" y="4328"/>
                </a:lnTo>
                <a:lnTo>
                  <a:pt x="4020" y="4328"/>
                </a:lnTo>
                <a:lnTo>
                  <a:pt x="4021" y="4328"/>
                </a:lnTo>
                <a:lnTo>
                  <a:pt x="4022" y="4328"/>
                </a:lnTo>
                <a:lnTo>
                  <a:pt x="4023" y="4328"/>
                </a:lnTo>
                <a:lnTo>
                  <a:pt x="4024" y="4328"/>
                </a:lnTo>
                <a:lnTo>
                  <a:pt x="4025" y="4328"/>
                </a:lnTo>
                <a:lnTo>
                  <a:pt x="4026" y="4328"/>
                </a:lnTo>
                <a:lnTo>
                  <a:pt x="4027" y="4328"/>
                </a:lnTo>
                <a:lnTo>
                  <a:pt x="4028" y="4328"/>
                </a:lnTo>
                <a:lnTo>
                  <a:pt x="4029" y="4328"/>
                </a:lnTo>
                <a:lnTo>
                  <a:pt x="4030" y="4328"/>
                </a:lnTo>
                <a:lnTo>
                  <a:pt x="4031" y="4328"/>
                </a:lnTo>
                <a:lnTo>
                  <a:pt x="4032" y="4328"/>
                </a:lnTo>
                <a:lnTo>
                  <a:pt x="4033" y="4328"/>
                </a:lnTo>
                <a:lnTo>
                  <a:pt x="4034" y="4328"/>
                </a:lnTo>
                <a:lnTo>
                  <a:pt x="4035" y="4328"/>
                </a:lnTo>
                <a:lnTo>
                  <a:pt x="4036" y="4328"/>
                </a:lnTo>
                <a:lnTo>
                  <a:pt x="4037" y="4328"/>
                </a:lnTo>
                <a:lnTo>
                  <a:pt x="4038" y="4328"/>
                </a:lnTo>
                <a:lnTo>
                  <a:pt x="4039" y="4328"/>
                </a:lnTo>
                <a:lnTo>
                  <a:pt x="4040" y="4328"/>
                </a:lnTo>
                <a:lnTo>
                  <a:pt x="4041" y="4328"/>
                </a:lnTo>
                <a:lnTo>
                  <a:pt x="4042" y="4328"/>
                </a:lnTo>
                <a:lnTo>
                  <a:pt x="4043" y="4328"/>
                </a:lnTo>
                <a:lnTo>
                  <a:pt x="4044" y="4328"/>
                </a:lnTo>
                <a:lnTo>
                  <a:pt x="4045" y="4328"/>
                </a:lnTo>
                <a:lnTo>
                  <a:pt x="4046" y="4328"/>
                </a:lnTo>
                <a:lnTo>
                  <a:pt x="4047" y="4328"/>
                </a:lnTo>
                <a:lnTo>
                  <a:pt x="4048" y="4328"/>
                </a:lnTo>
                <a:lnTo>
                  <a:pt x="4049" y="4328"/>
                </a:lnTo>
                <a:lnTo>
                  <a:pt x="4050" y="4328"/>
                </a:lnTo>
                <a:lnTo>
                  <a:pt x="4051" y="4328"/>
                </a:lnTo>
                <a:lnTo>
                  <a:pt x="4052" y="4328"/>
                </a:lnTo>
                <a:lnTo>
                  <a:pt x="4053" y="4328"/>
                </a:lnTo>
                <a:lnTo>
                  <a:pt x="4054" y="4328"/>
                </a:lnTo>
                <a:lnTo>
                  <a:pt x="4055" y="4328"/>
                </a:lnTo>
                <a:lnTo>
                  <a:pt x="4056" y="4328"/>
                </a:lnTo>
                <a:lnTo>
                  <a:pt x="4057" y="4328"/>
                </a:lnTo>
                <a:lnTo>
                  <a:pt x="4058" y="4328"/>
                </a:lnTo>
                <a:lnTo>
                  <a:pt x="4059" y="4328"/>
                </a:lnTo>
                <a:lnTo>
                  <a:pt x="4060" y="4328"/>
                </a:lnTo>
                <a:lnTo>
                  <a:pt x="4061" y="4328"/>
                </a:lnTo>
                <a:lnTo>
                  <a:pt x="4062" y="4328"/>
                </a:lnTo>
                <a:lnTo>
                  <a:pt x="4063" y="4328"/>
                </a:lnTo>
                <a:lnTo>
                  <a:pt x="4064" y="4328"/>
                </a:lnTo>
                <a:lnTo>
                  <a:pt x="4065" y="4328"/>
                </a:lnTo>
                <a:lnTo>
                  <a:pt x="4066" y="4328"/>
                </a:lnTo>
                <a:lnTo>
                  <a:pt x="4067" y="4328"/>
                </a:lnTo>
                <a:lnTo>
                  <a:pt x="4068" y="4328"/>
                </a:lnTo>
                <a:lnTo>
                  <a:pt x="4069" y="4328"/>
                </a:lnTo>
                <a:lnTo>
                  <a:pt x="4070" y="4328"/>
                </a:lnTo>
                <a:lnTo>
                  <a:pt x="4071" y="4328"/>
                </a:lnTo>
                <a:lnTo>
                  <a:pt x="4072" y="4328"/>
                </a:lnTo>
                <a:lnTo>
                  <a:pt x="4073" y="4328"/>
                </a:lnTo>
                <a:lnTo>
                  <a:pt x="4074" y="4328"/>
                </a:lnTo>
                <a:lnTo>
                  <a:pt x="4075" y="4328"/>
                </a:lnTo>
                <a:lnTo>
                  <a:pt x="4076" y="4328"/>
                </a:lnTo>
                <a:lnTo>
                  <a:pt x="4077" y="4328"/>
                </a:lnTo>
                <a:lnTo>
                  <a:pt x="4078" y="4328"/>
                </a:lnTo>
                <a:lnTo>
                  <a:pt x="4079" y="4328"/>
                </a:lnTo>
                <a:lnTo>
                  <a:pt x="4080" y="4328"/>
                </a:lnTo>
                <a:lnTo>
                  <a:pt x="4081" y="4328"/>
                </a:lnTo>
                <a:lnTo>
                  <a:pt x="4082" y="4328"/>
                </a:lnTo>
                <a:lnTo>
                  <a:pt x="4083" y="4328"/>
                </a:lnTo>
                <a:lnTo>
                  <a:pt x="4084" y="4328"/>
                </a:lnTo>
                <a:lnTo>
                  <a:pt x="4085" y="4328"/>
                </a:lnTo>
                <a:lnTo>
                  <a:pt x="4086" y="4328"/>
                </a:lnTo>
                <a:lnTo>
                  <a:pt x="4087" y="4328"/>
                </a:lnTo>
                <a:lnTo>
                  <a:pt x="4088" y="4328"/>
                </a:lnTo>
                <a:lnTo>
                  <a:pt x="4089" y="4328"/>
                </a:lnTo>
                <a:lnTo>
                  <a:pt x="4090" y="4328"/>
                </a:lnTo>
                <a:lnTo>
                  <a:pt x="4091" y="4328"/>
                </a:lnTo>
                <a:lnTo>
                  <a:pt x="4092" y="4328"/>
                </a:lnTo>
                <a:lnTo>
                  <a:pt x="4093" y="4328"/>
                </a:lnTo>
                <a:lnTo>
                  <a:pt x="4094" y="4328"/>
                </a:lnTo>
                <a:lnTo>
                  <a:pt x="4095" y="4328"/>
                </a:lnTo>
                <a:lnTo>
                  <a:pt x="4096" y="4328"/>
                </a:lnTo>
                <a:lnTo>
                  <a:pt x="4097" y="4328"/>
                </a:lnTo>
                <a:lnTo>
                  <a:pt x="4098" y="4328"/>
                </a:lnTo>
                <a:lnTo>
                  <a:pt x="4099" y="4328"/>
                </a:lnTo>
                <a:lnTo>
                  <a:pt x="4100" y="4328"/>
                </a:lnTo>
                <a:lnTo>
                  <a:pt x="4101" y="4328"/>
                </a:lnTo>
                <a:lnTo>
                  <a:pt x="4102" y="4328"/>
                </a:lnTo>
                <a:lnTo>
                  <a:pt x="4103" y="4328"/>
                </a:lnTo>
                <a:lnTo>
                  <a:pt x="4104" y="4328"/>
                </a:lnTo>
                <a:lnTo>
                  <a:pt x="4105" y="4328"/>
                </a:lnTo>
                <a:lnTo>
                  <a:pt x="4106" y="4328"/>
                </a:lnTo>
                <a:lnTo>
                  <a:pt x="4107" y="4328"/>
                </a:lnTo>
                <a:lnTo>
                  <a:pt x="4108" y="4328"/>
                </a:lnTo>
                <a:lnTo>
                  <a:pt x="4109" y="4328"/>
                </a:lnTo>
                <a:lnTo>
                  <a:pt x="4110" y="4328"/>
                </a:lnTo>
                <a:lnTo>
                  <a:pt x="4111" y="4328"/>
                </a:lnTo>
                <a:lnTo>
                  <a:pt x="4112" y="4328"/>
                </a:lnTo>
                <a:lnTo>
                  <a:pt x="4113" y="4328"/>
                </a:lnTo>
                <a:lnTo>
                  <a:pt x="4114" y="4328"/>
                </a:lnTo>
                <a:lnTo>
                  <a:pt x="4115" y="4328"/>
                </a:lnTo>
                <a:lnTo>
                  <a:pt x="4116" y="4328"/>
                </a:lnTo>
                <a:lnTo>
                  <a:pt x="4117" y="4328"/>
                </a:lnTo>
                <a:lnTo>
                  <a:pt x="4118" y="4328"/>
                </a:lnTo>
                <a:lnTo>
                  <a:pt x="4119" y="4328"/>
                </a:lnTo>
                <a:lnTo>
                  <a:pt x="4120" y="4328"/>
                </a:lnTo>
                <a:lnTo>
                  <a:pt x="4121" y="4328"/>
                </a:lnTo>
                <a:lnTo>
                  <a:pt x="4122" y="4328"/>
                </a:lnTo>
                <a:lnTo>
                  <a:pt x="4123" y="4328"/>
                </a:lnTo>
                <a:lnTo>
                  <a:pt x="4124" y="4328"/>
                </a:lnTo>
                <a:lnTo>
                  <a:pt x="4125" y="4328"/>
                </a:lnTo>
                <a:lnTo>
                  <a:pt x="4126" y="4328"/>
                </a:lnTo>
                <a:lnTo>
                  <a:pt x="4127" y="4328"/>
                </a:lnTo>
                <a:lnTo>
                  <a:pt x="4128" y="4328"/>
                </a:lnTo>
                <a:lnTo>
                  <a:pt x="4129" y="4328"/>
                </a:lnTo>
                <a:lnTo>
                  <a:pt x="4130" y="4328"/>
                </a:lnTo>
                <a:lnTo>
                  <a:pt x="4131" y="4328"/>
                </a:lnTo>
                <a:lnTo>
                  <a:pt x="4132" y="4328"/>
                </a:lnTo>
                <a:lnTo>
                  <a:pt x="4133" y="4328"/>
                </a:lnTo>
                <a:lnTo>
                  <a:pt x="4134" y="4328"/>
                </a:lnTo>
                <a:lnTo>
                  <a:pt x="4135" y="4328"/>
                </a:lnTo>
                <a:lnTo>
                  <a:pt x="4136" y="4328"/>
                </a:lnTo>
                <a:lnTo>
                  <a:pt x="4137" y="4328"/>
                </a:lnTo>
                <a:lnTo>
                  <a:pt x="4138" y="4328"/>
                </a:lnTo>
                <a:lnTo>
                  <a:pt x="4139" y="4328"/>
                </a:lnTo>
                <a:lnTo>
                  <a:pt x="4140" y="4328"/>
                </a:lnTo>
                <a:lnTo>
                  <a:pt x="4141" y="4328"/>
                </a:lnTo>
                <a:lnTo>
                  <a:pt x="4142" y="4328"/>
                </a:lnTo>
                <a:lnTo>
                  <a:pt x="4143" y="4328"/>
                </a:lnTo>
                <a:lnTo>
                  <a:pt x="4144" y="4328"/>
                </a:lnTo>
                <a:lnTo>
                  <a:pt x="4145" y="4328"/>
                </a:lnTo>
                <a:lnTo>
                  <a:pt x="4146" y="4328"/>
                </a:lnTo>
                <a:lnTo>
                  <a:pt x="4147" y="4328"/>
                </a:lnTo>
                <a:lnTo>
                  <a:pt x="4148" y="4328"/>
                </a:lnTo>
                <a:lnTo>
                  <a:pt x="4149" y="4328"/>
                </a:lnTo>
                <a:lnTo>
                  <a:pt x="4150" y="4328"/>
                </a:lnTo>
                <a:lnTo>
                  <a:pt x="4151" y="4328"/>
                </a:lnTo>
                <a:lnTo>
                  <a:pt x="4152" y="4328"/>
                </a:lnTo>
                <a:lnTo>
                  <a:pt x="4153" y="4328"/>
                </a:lnTo>
                <a:lnTo>
                  <a:pt x="4154" y="4328"/>
                </a:lnTo>
                <a:lnTo>
                  <a:pt x="4155" y="4328"/>
                </a:lnTo>
                <a:lnTo>
                  <a:pt x="4156" y="4328"/>
                </a:lnTo>
                <a:lnTo>
                  <a:pt x="4157" y="4328"/>
                </a:lnTo>
                <a:lnTo>
                  <a:pt x="4158" y="4328"/>
                </a:lnTo>
                <a:lnTo>
                  <a:pt x="4159" y="4328"/>
                </a:lnTo>
                <a:lnTo>
                  <a:pt x="4160" y="4328"/>
                </a:lnTo>
                <a:lnTo>
                  <a:pt x="4161" y="4328"/>
                </a:lnTo>
                <a:lnTo>
                  <a:pt x="4162" y="4328"/>
                </a:lnTo>
                <a:lnTo>
                  <a:pt x="4163" y="4328"/>
                </a:lnTo>
                <a:lnTo>
                  <a:pt x="4164" y="4328"/>
                </a:lnTo>
                <a:lnTo>
                  <a:pt x="4165" y="4328"/>
                </a:lnTo>
                <a:lnTo>
                  <a:pt x="4166" y="4328"/>
                </a:lnTo>
                <a:lnTo>
                  <a:pt x="4167" y="4328"/>
                </a:lnTo>
                <a:lnTo>
                  <a:pt x="4168" y="4328"/>
                </a:lnTo>
                <a:lnTo>
                  <a:pt x="4169" y="4328"/>
                </a:lnTo>
                <a:lnTo>
                  <a:pt x="4170" y="4328"/>
                </a:lnTo>
                <a:lnTo>
                  <a:pt x="4171" y="4328"/>
                </a:lnTo>
                <a:lnTo>
                  <a:pt x="4172" y="4328"/>
                </a:lnTo>
                <a:lnTo>
                  <a:pt x="4173" y="4328"/>
                </a:lnTo>
                <a:lnTo>
                  <a:pt x="4174" y="4328"/>
                </a:lnTo>
                <a:lnTo>
                  <a:pt x="4175" y="4328"/>
                </a:lnTo>
                <a:lnTo>
                  <a:pt x="4176" y="4328"/>
                </a:lnTo>
                <a:lnTo>
                  <a:pt x="4177" y="4328"/>
                </a:lnTo>
                <a:lnTo>
                  <a:pt x="4178" y="4328"/>
                </a:lnTo>
                <a:lnTo>
                  <a:pt x="4179" y="4328"/>
                </a:lnTo>
                <a:lnTo>
                  <a:pt x="4180" y="4328"/>
                </a:lnTo>
                <a:lnTo>
                  <a:pt x="4181" y="4328"/>
                </a:lnTo>
                <a:lnTo>
                  <a:pt x="4182" y="4328"/>
                </a:lnTo>
                <a:lnTo>
                  <a:pt x="4183" y="4328"/>
                </a:lnTo>
                <a:lnTo>
                  <a:pt x="4184" y="4328"/>
                </a:lnTo>
                <a:lnTo>
                  <a:pt x="4185" y="4328"/>
                </a:lnTo>
                <a:lnTo>
                  <a:pt x="4186" y="4328"/>
                </a:lnTo>
                <a:lnTo>
                  <a:pt x="4187" y="4328"/>
                </a:lnTo>
                <a:lnTo>
                  <a:pt x="4188" y="4328"/>
                </a:lnTo>
                <a:lnTo>
                  <a:pt x="4189" y="4328"/>
                </a:lnTo>
                <a:lnTo>
                  <a:pt x="4190" y="4328"/>
                </a:lnTo>
                <a:lnTo>
                  <a:pt x="4191" y="4328"/>
                </a:lnTo>
                <a:lnTo>
                  <a:pt x="4192" y="4328"/>
                </a:lnTo>
                <a:lnTo>
                  <a:pt x="4193" y="4328"/>
                </a:lnTo>
                <a:lnTo>
                  <a:pt x="4194" y="4328"/>
                </a:lnTo>
                <a:lnTo>
                  <a:pt x="4195" y="4328"/>
                </a:lnTo>
                <a:lnTo>
                  <a:pt x="4196" y="4328"/>
                </a:lnTo>
                <a:lnTo>
                  <a:pt x="4197" y="4328"/>
                </a:lnTo>
                <a:lnTo>
                  <a:pt x="4198" y="4328"/>
                </a:lnTo>
                <a:lnTo>
                  <a:pt x="4199" y="4328"/>
                </a:lnTo>
                <a:lnTo>
                  <a:pt x="4200" y="4328"/>
                </a:lnTo>
                <a:lnTo>
                  <a:pt x="4201" y="4328"/>
                </a:lnTo>
                <a:lnTo>
                  <a:pt x="4202" y="4328"/>
                </a:lnTo>
                <a:lnTo>
                  <a:pt x="4203" y="4328"/>
                </a:lnTo>
                <a:lnTo>
                  <a:pt x="4204" y="4328"/>
                </a:lnTo>
                <a:lnTo>
                  <a:pt x="4205" y="4328"/>
                </a:lnTo>
                <a:lnTo>
                  <a:pt x="4206" y="4328"/>
                </a:lnTo>
                <a:lnTo>
                  <a:pt x="4207" y="4328"/>
                </a:lnTo>
                <a:lnTo>
                  <a:pt x="4208" y="4328"/>
                </a:lnTo>
                <a:lnTo>
                  <a:pt x="4209" y="4328"/>
                </a:lnTo>
                <a:lnTo>
                  <a:pt x="4210" y="4328"/>
                </a:lnTo>
                <a:lnTo>
                  <a:pt x="4211" y="4328"/>
                </a:lnTo>
                <a:lnTo>
                  <a:pt x="4212" y="4328"/>
                </a:lnTo>
                <a:lnTo>
                  <a:pt x="4213" y="4328"/>
                </a:lnTo>
                <a:lnTo>
                  <a:pt x="4214" y="4328"/>
                </a:lnTo>
                <a:lnTo>
                  <a:pt x="4215" y="4328"/>
                </a:lnTo>
                <a:lnTo>
                  <a:pt x="4216" y="4328"/>
                </a:lnTo>
                <a:lnTo>
                  <a:pt x="4217" y="4328"/>
                </a:lnTo>
                <a:lnTo>
                  <a:pt x="4218" y="4328"/>
                </a:lnTo>
                <a:lnTo>
                  <a:pt x="4219" y="4328"/>
                </a:lnTo>
                <a:lnTo>
                  <a:pt x="4220" y="4328"/>
                </a:lnTo>
                <a:lnTo>
                  <a:pt x="4221" y="4328"/>
                </a:lnTo>
                <a:lnTo>
                  <a:pt x="4222" y="4328"/>
                </a:lnTo>
                <a:lnTo>
                  <a:pt x="4223" y="4328"/>
                </a:lnTo>
                <a:lnTo>
                  <a:pt x="4224" y="4328"/>
                </a:lnTo>
                <a:lnTo>
                  <a:pt x="4225" y="4328"/>
                </a:lnTo>
                <a:lnTo>
                  <a:pt x="4226" y="4328"/>
                </a:lnTo>
                <a:lnTo>
                  <a:pt x="4227" y="4328"/>
                </a:lnTo>
                <a:lnTo>
                  <a:pt x="4228" y="4328"/>
                </a:lnTo>
                <a:lnTo>
                  <a:pt x="4229" y="4328"/>
                </a:lnTo>
                <a:lnTo>
                  <a:pt x="4230" y="4328"/>
                </a:lnTo>
                <a:lnTo>
                  <a:pt x="4231" y="4328"/>
                </a:lnTo>
                <a:lnTo>
                  <a:pt x="4232" y="4328"/>
                </a:lnTo>
                <a:lnTo>
                  <a:pt x="4233" y="4328"/>
                </a:lnTo>
                <a:lnTo>
                  <a:pt x="4234" y="4328"/>
                </a:lnTo>
                <a:lnTo>
                  <a:pt x="4235" y="4328"/>
                </a:lnTo>
                <a:lnTo>
                  <a:pt x="4236" y="4328"/>
                </a:lnTo>
                <a:lnTo>
                  <a:pt x="4237" y="4328"/>
                </a:lnTo>
                <a:lnTo>
                  <a:pt x="4238" y="4328"/>
                </a:lnTo>
                <a:lnTo>
                  <a:pt x="4239" y="4328"/>
                </a:lnTo>
                <a:lnTo>
                  <a:pt x="4240" y="4328"/>
                </a:lnTo>
                <a:lnTo>
                  <a:pt x="4241" y="4328"/>
                </a:lnTo>
                <a:lnTo>
                  <a:pt x="4242" y="4328"/>
                </a:lnTo>
                <a:lnTo>
                  <a:pt x="4243" y="4328"/>
                </a:lnTo>
                <a:lnTo>
                  <a:pt x="4244" y="4328"/>
                </a:lnTo>
                <a:lnTo>
                  <a:pt x="4245" y="4328"/>
                </a:lnTo>
                <a:lnTo>
                  <a:pt x="4246" y="4328"/>
                </a:lnTo>
                <a:lnTo>
                  <a:pt x="4247" y="4328"/>
                </a:lnTo>
                <a:lnTo>
                  <a:pt x="4248" y="4328"/>
                </a:lnTo>
                <a:lnTo>
                  <a:pt x="4249" y="4328"/>
                </a:lnTo>
                <a:lnTo>
                  <a:pt x="4250" y="4328"/>
                </a:lnTo>
                <a:lnTo>
                  <a:pt x="4251" y="4328"/>
                </a:lnTo>
                <a:lnTo>
                  <a:pt x="4252" y="4328"/>
                </a:lnTo>
                <a:lnTo>
                  <a:pt x="4253" y="4328"/>
                </a:lnTo>
                <a:lnTo>
                  <a:pt x="4254" y="4328"/>
                </a:lnTo>
                <a:lnTo>
                  <a:pt x="4255" y="4328"/>
                </a:lnTo>
                <a:lnTo>
                  <a:pt x="4256" y="4328"/>
                </a:lnTo>
                <a:lnTo>
                  <a:pt x="4257" y="4328"/>
                </a:lnTo>
                <a:lnTo>
                  <a:pt x="4258" y="4328"/>
                </a:lnTo>
                <a:lnTo>
                  <a:pt x="4259" y="4328"/>
                </a:lnTo>
                <a:lnTo>
                  <a:pt x="4260" y="4328"/>
                </a:lnTo>
                <a:lnTo>
                  <a:pt x="4261" y="4328"/>
                </a:lnTo>
                <a:lnTo>
                  <a:pt x="4262" y="4328"/>
                </a:lnTo>
                <a:lnTo>
                  <a:pt x="4263" y="4328"/>
                </a:lnTo>
                <a:lnTo>
                  <a:pt x="4264" y="4328"/>
                </a:lnTo>
                <a:lnTo>
                  <a:pt x="4265" y="4328"/>
                </a:lnTo>
                <a:lnTo>
                  <a:pt x="4266" y="4328"/>
                </a:lnTo>
                <a:lnTo>
                  <a:pt x="4267" y="4328"/>
                </a:lnTo>
                <a:lnTo>
                  <a:pt x="4268" y="4328"/>
                </a:lnTo>
                <a:lnTo>
                  <a:pt x="4269" y="4328"/>
                </a:lnTo>
                <a:lnTo>
                  <a:pt x="4270" y="4328"/>
                </a:lnTo>
                <a:lnTo>
                  <a:pt x="4271" y="4328"/>
                </a:lnTo>
                <a:lnTo>
                  <a:pt x="4272" y="4328"/>
                </a:lnTo>
                <a:lnTo>
                  <a:pt x="4273" y="4328"/>
                </a:lnTo>
                <a:lnTo>
                  <a:pt x="4274" y="4328"/>
                </a:lnTo>
                <a:lnTo>
                  <a:pt x="4275" y="4328"/>
                </a:lnTo>
                <a:lnTo>
                  <a:pt x="4276" y="4328"/>
                </a:lnTo>
                <a:lnTo>
                  <a:pt x="4277" y="4328"/>
                </a:lnTo>
                <a:lnTo>
                  <a:pt x="4278" y="4328"/>
                </a:lnTo>
                <a:lnTo>
                  <a:pt x="4279" y="4328"/>
                </a:lnTo>
                <a:lnTo>
                  <a:pt x="4280" y="4328"/>
                </a:lnTo>
                <a:lnTo>
                  <a:pt x="4281" y="4328"/>
                </a:lnTo>
                <a:lnTo>
                  <a:pt x="4282" y="4328"/>
                </a:lnTo>
                <a:lnTo>
                  <a:pt x="4283" y="4328"/>
                </a:lnTo>
                <a:lnTo>
                  <a:pt x="4284" y="4328"/>
                </a:lnTo>
                <a:lnTo>
                  <a:pt x="4285" y="4328"/>
                </a:lnTo>
                <a:lnTo>
                  <a:pt x="4286" y="4328"/>
                </a:lnTo>
                <a:lnTo>
                  <a:pt x="4287" y="4328"/>
                </a:lnTo>
                <a:lnTo>
                  <a:pt x="4288" y="4328"/>
                </a:lnTo>
                <a:lnTo>
                  <a:pt x="4289" y="4328"/>
                </a:lnTo>
                <a:lnTo>
                  <a:pt x="4290" y="4328"/>
                </a:lnTo>
                <a:lnTo>
                  <a:pt x="4291" y="4328"/>
                </a:lnTo>
                <a:lnTo>
                  <a:pt x="4292" y="4328"/>
                </a:lnTo>
                <a:lnTo>
                  <a:pt x="4293" y="4328"/>
                </a:lnTo>
                <a:lnTo>
                  <a:pt x="4294" y="4328"/>
                </a:lnTo>
                <a:lnTo>
                  <a:pt x="4295" y="4328"/>
                </a:lnTo>
                <a:lnTo>
                  <a:pt x="4296" y="4328"/>
                </a:lnTo>
                <a:lnTo>
                  <a:pt x="4297" y="4328"/>
                </a:lnTo>
                <a:lnTo>
                  <a:pt x="4298" y="4328"/>
                </a:lnTo>
                <a:lnTo>
                  <a:pt x="4299" y="4328"/>
                </a:lnTo>
                <a:lnTo>
                  <a:pt x="4300" y="4328"/>
                </a:lnTo>
                <a:lnTo>
                  <a:pt x="4301" y="4328"/>
                </a:lnTo>
                <a:lnTo>
                  <a:pt x="4302" y="4328"/>
                </a:lnTo>
                <a:lnTo>
                  <a:pt x="4303" y="4328"/>
                </a:lnTo>
                <a:lnTo>
                  <a:pt x="4304" y="4328"/>
                </a:lnTo>
                <a:lnTo>
                  <a:pt x="4305" y="4328"/>
                </a:lnTo>
                <a:lnTo>
                  <a:pt x="4306" y="4328"/>
                </a:lnTo>
                <a:lnTo>
                  <a:pt x="4307" y="4328"/>
                </a:lnTo>
                <a:lnTo>
                  <a:pt x="4308" y="4328"/>
                </a:lnTo>
                <a:lnTo>
                  <a:pt x="4309" y="4328"/>
                </a:lnTo>
                <a:lnTo>
                  <a:pt x="4310" y="4328"/>
                </a:lnTo>
                <a:lnTo>
                  <a:pt x="4311" y="4328"/>
                </a:lnTo>
                <a:lnTo>
                  <a:pt x="4312" y="4328"/>
                </a:lnTo>
                <a:lnTo>
                  <a:pt x="4313" y="4328"/>
                </a:lnTo>
                <a:lnTo>
                  <a:pt x="4314" y="4328"/>
                </a:lnTo>
                <a:lnTo>
                  <a:pt x="4315" y="4328"/>
                </a:lnTo>
                <a:lnTo>
                  <a:pt x="4316" y="4328"/>
                </a:lnTo>
                <a:lnTo>
                  <a:pt x="4317" y="4328"/>
                </a:lnTo>
                <a:lnTo>
                  <a:pt x="4318" y="4328"/>
                </a:lnTo>
                <a:lnTo>
                  <a:pt x="4319" y="4328"/>
                </a:lnTo>
                <a:lnTo>
                  <a:pt x="4320" y="4328"/>
                </a:lnTo>
                <a:lnTo>
                  <a:pt x="4321" y="4328"/>
                </a:lnTo>
                <a:lnTo>
                  <a:pt x="4322" y="4328"/>
                </a:lnTo>
                <a:lnTo>
                  <a:pt x="4323" y="4328"/>
                </a:lnTo>
                <a:lnTo>
                  <a:pt x="4324" y="4328"/>
                </a:lnTo>
                <a:lnTo>
                  <a:pt x="4325" y="4328"/>
                </a:lnTo>
                <a:lnTo>
                  <a:pt x="4326" y="4328"/>
                </a:lnTo>
                <a:lnTo>
                  <a:pt x="4327" y="4328"/>
                </a:lnTo>
                <a:lnTo>
                  <a:pt x="4328" y="4328"/>
                </a:lnTo>
                <a:lnTo>
                  <a:pt x="4329" y="4328"/>
                </a:lnTo>
                <a:lnTo>
                  <a:pt x="4330" y="4328"/>
                </a:lnTo>
                <a:lnTo>
                  <a:pt x="4331" y="4328"/>
                </a:lnTo>
                <a:lnTo>
                  <a:pt x="4332" y="4328"/>
                </a:lnTo>
                <a:lnTo>
                  <a:pt x="4333" y="4328"/>
                </a:lnTo>
                <a:lnTo>
                  <a:pt x="4334" y="4328"/>
                </a:lnTo>
                <a:lnTo>
                  <a:pt x="4335" y="4328"/>
                </a:lnTo>
                <a:lnTo>
                  <a:pt x="4336" y="4328"/>
                </a:lnTo>
                <a:lnTo>
                  <a:pt x="4337" y="4328"/>
                </a:lnTo>
                <a:lnTo>
                  <a:pt x="4338" y="4328"/>
                </a:lnTo>
                <a:lnTo>
                  <a:pt x="4339" y="4328"/>
                </a:lnTo>
                <a:lnTo>
                  <a:pt x="4340" y="4328"/>
                </a:lnTo>
                <a:lnTo>
                  <a:pt x="4341" y="4328"/>
                </a:lnTo>
                <a:lnTo>
                  <a:pt x="4342" y="4328"/>
                </a:lnTo>
                <a:lnTo>
                  <a:pt x="4343" y="4328"/>
                </a:lnTo>
                <a:lnTo>
                  <a:pt x="4344" y="4328"/>
                </a:lnTo>
                <a:lnTo>
                  <a:pt x="4345" y="4328"/>
                </a:lnTo>
                <a:lnTo>
                  <a:pt x="4346" y="4328"/>
                </a:lnTo>
                <a:lnTo>
                  <a:pt x="4347" y="4328"/>
                </a:lnTo>
                <a:lnTo>
                  <a:pt x="4348" y="4328"/>
                </a:lnTo>
                <a:lnTo>
                  <a:pt x="4349" y="4328"/>
                </a:lnTo>
                <a:lnTo>
                  <a:pt x="4350" y="4328"/>
                </a:lnTo>
                <a:lnTo>
                  <a:pt x="4351" y="4328"/>
                </a:lnTo>
                <a:lnTo>
                  <a:pt x="4352" y="4328"/>
                </a:lnTo>
                <a:lnTo>
                  <a:pt x="4353" y="4328"/>
                </a:lnTo>
                <a:lnTo>
                  <a:pt x="4354" y="4328"/>
                </a:lnTo>
                <a:lnTo>
                  <a:pt x="4355" y="4328"/>
                </a:lnTo>
                <a:lnTo>
                  <a:pt x="4356" y="4328"/>
                </a:lnTo>
                <a:lnTo>
                  <a:pt x="4357" y="4328"/>
                </a:lnTo>
                <a:lnTo>
                  <a:pt x="4358" y="4328"/>
                </a:lnTo>
                <a:lnTo>
                  <a:pt x="4359" y="4328"/>
                </a:lnTo>
                <a:lnTo>
                  <a:pt x="4360" y="4328"/>
                </a:lnTo>
                <a:lnTo>
                  <a:pt x="4361" y="4328"/>
                </a:lnTo>
                <a:lnTo>
                  <a:pt x="4362" y="4328"/>
                </a:lnTo>
                <a:lnTo>
                  <a:pt x="4363" y="4328"/>
                </a:lnTo>
                <a:lnTo>
                  <a:pt x="4364" y="4328"/>
                </a:lnTo>
                <a:lnTo>
                  <a:pt x="4365" y="4328"/>
                </a:lnTo>
                <a:lnTo>
                  <a:pt x="4366" y="4328"/>
                </a:lnTo>
                <a:lnTo>
                  <a:pt x="4367" y="4328"/>
                </a:lnTo>
                <a:lnTo>
                  <a:pt x="4368" y="4328"/>
                </a:lnTo>
                <a:lnTo>
                  <a:pt x="4369" y="4328"/>
                </a:lnTo>
                <a:lnTo>
                  <a:pt x="4370" y="4328"/>
                </a:lnTo>
                <a:lnTo>
                  <a:pt x="4371" y="4328"/>
                </a:lnTo>
                <a:lnTo>
                  <a:pt x="4372" y="4328"/>
                </a:lnTo>
                <a:lnTo>
                  <a:pt x="4373" y="4328"/>
                </a:lnTo>
                <a:lnTo>
                  <a:pt x="4374" y="4328"/>
                </a:lnTo>
                <a:lnTo>
                  <a:pt x="4375" y="4328"/>
                </a:lnTo>
                <a:lnTo>
                  <a:pt x="4376" y="4328"/>
                </a:lnTo>
                <a:lnTo>
                  <a:pt x="4377" y="4328"/>
                </a:lnTo>
                <a:lnTo>
                  <a:pt x="4378" y="4328"/>
                </a:lnTo>
                <a:lnTo>
                  <a:pt x="4379" y="4328"/>
                </a:lnTo>
                <a:lnTo>
                  <a:pt x="4380" y="4328"/>
                </a:lnTo>
                <a:lnTo>
                  <a:pt x="4381" y="4328"/>
                </a:lnTo>
                <a:lnTo>
                  <a:pt x="4382" y="4328"/>
                </a:lnTo>
                <a:lnTo>
                  <a:pt x="4383" y="4328"/>
                </a:lnTo>
                <a:lnTo>
                  <a:pt x="4384" y="4328"/>
                </a:lnTo>
                <a:lnTo>
                  <a:pt x="4385" y="4328"/>
                </a:lnTo>
                <a:lnTo>
                  <a:pt x="4386" y="4328"/>
                </a:lnTo>
                <a:lnTo>
                  <a:pt x="4387" y="4328"/>
                </a:lnTo>
                <a:lnTo>
                  <a:pt x="4388" y="4328"/>
                </a:lnTo>
                <a:lnTo>
                  <a:pt x="4389" y="4328"/>
                </a:lnTo>
                <a:lnTo>
                  <a:pt x="4390" y="4328"/>
                </a:lnTo>
                <a:lnTo>
                  <a:pt x="4391" y="4328"/>
                </a:lnTo>
                <a:lnTo>
                  <a:pt x="4392" y="4328"/>
                </a:lnTo>
                <a:lnTo>
                  <a:pt x="4393" y="4328"/>
                </a:lnTo>
                <a:lnTo>
                  <a:pt x="4394" y="4328"/>
                </a:lnTo>
                <a:lnTo>
                  <a:pt x="4395" y="4328"/>
                </a:lnTo>
                <a:lnTo>
                  <a:pt x="4396" y="4328"/>
                </a:lnTo>
                <a:lnTo>
                  <a:pt x="4397" y="4328"/>
                </a:lnTo>
                <a:lnTo>
                  <a:pt x="4398" y="4328"/>
                </a:lnTo>
                <a:lnTo>
                  <a:pt x="4399" y="4328"/>
                </a:lnTo>
                <a:lnTo>
                  <a:pt x="4400" y="4328"/>
                </a:lnTo>
                <a:lnTo>
                  <a:pt x="4401" y="4328"/>
                </a:lnTo>
                <a:lnTo>
                  <a:pt x="4402" y="4328"/>
                </a:lnTo>
                <a:lnTo>
                  <a:pt x="4403" y="4328"/>
                </a:lnTo>
                <a:lnTo>
                  <a:pt x="4404" y="4328"/>
                </a:lnTo>
                <a:lnTo>
                  <a:pt x="4405" y="4328"/>
                </a:lnTo>
                <a:lnTo>
                  <a:pt x="4406" y="4328"/>
                </a:lnTo>
                <a:lnTo>
                  <a:pt x="4407" y="4328"/>
                </a:lnTo>
                <a:lnTo>
                  <a:pt x="4408" y="4328"/>
                </a:lnTo>
                <a:lnTo>
                  <a:pt x="4409" y="4328"/>
                </a:lnTo>
                <a:lnTo>
                  <a:pt x="4410" y="4328"/>
                </a:lnTo>
                <a:lnTo>
                  <a:pt x="4411" y="4328"/>
                </a:lnTo>
                <a:lnTo>
                  <a:pt x="4412" y="4328"/>
                </a:lnTo>
                <a:lnTo>
                  <a:pt x="4413" y="4328"/>
                </a:lnTo>
                <a:lnTo>
                  <a:pt x="4414" y="4328"/>
                </a:lnTo>
                <a:lnTo>
                  <a:pt x="4415" y="4328"/>
                </a:lnTo>
                <a:lnTo>
                  <a:pt x="4416" y="4328"/>
                </a:lnTo>
                <a:lnTo>
                  <a:pt x="4417" y="4328"/>
                </a:lnTo>
                <a:lnTo>
                  <a:pt x="4418" y="4328"/>
                </a:lnTo>
                <a:lnTo>
                  <a:pt x="4419" y="4328"/>
                </a:lnTo>
                <a:lnTo>
                  <a:pt x="4420" y="4328"/>
                </a:lnTo>
                <a:lnTo>
                  <a:pt x="4421" y="4328"/>
                </a:lnTo>
                <a:lnTo>
                  <a:pt x="4422" y="4328"/>
                </a:lnTo>
                <a:lnTo>
                  <a:pt x="4423" y="4328"/>
                </a:lnTo>
                <a:lnTo>
                  <a:pt x="4424" y="4328"/>
                </a:lnTo>
                <a:lnTo>
                  <a:pt x="4425" y="4328"/>
                </a:lnTo>
                <a:lnTo>
                  <a:pt x="4426" y="4328"/>
                </a:lnTo>
                <a:lnTo>
                  <a:pt x="4427" y="4328"/>
                </a:lnTo>
                <a:lnTo>
                  <a:pt x="4428" y="4328"/>
                </a:lnTo>
                <a:lnTo>
                  <a:pt x="4429" y="4328"/>
                </a:lnTo>
                <a:lnTo>
                  <a:pt x="4430" y="4328"/>
                </a:lnTo>
                <a:lnTo>
                  <a:pt x="4431" y="4328"/>
                </a:lnTo>
                <a:lnTo>
                  <a:pt x="4432" y="4328"/>
                </a:lnTo>
                <a:lnTo>
                  <a:pt x="4433" y="4328"/>
                </a:lnTo>
                <a:lnTo>
                  <a:pt x="4434" y="4328"/>
                </a:lnTo>
                <a:lnTo>
                  <a:pt x="4435" y="4328"/>
                </a:lnTo>
                <a:lnTo>
                  <a:pt x="4436" y="4328"/>
                </a:lnTo>
                <a:lnTo>
                  <a:pt x="4437" y="4328"/>
                </a:lnTo>
                <a:lnTo>
                  <a:pt x="4438" y="4328"/>
                </a:lnTo>
                <a:lnTo>
                  <a:pt x="4439" y="4328"/>
                </a:lnTo>
                <a:lnTo>
                  <a:pt x="4440" y="4328"/>
                </a:lnTo>
                <a:lnTo>
                  <a:pt x="4441" y="4328"/>
                </a:lnTo>
                <a:lnTo>
                  <a:pt x="4442" y="4328"/>
                </a:lnTo>
                <a:lnTo>
                  <a:pt x="4443" y="4328"/>
                </a:lnTo>
                <a:lnTo>
                  <a:pt x="4444" y="4328"/>
                </a:lnTo>
                <a:lnTo>
                  <a:pt x="4445" y="4328"/>
                </a:lnTo>
                <a:lnTo>
                  <a:pt x="4446" y="4328"/>
                </a:lnTo>
                <a:lnTo>
                  <a:pt x="4447" y="4328"/>
                </a:lnTo>
                <a:lnTo>
                  <a:pt x="4448" y="4328"/>
                </a:lnTo>
                <a:lnTo>
                  <a:pt x="4449" y="4328"/>
                </a:lnTo>
                <a:lnTo>
                  <a:pt x="4450" y="4328"/>
                </a:lnTo>
                <a:lnTo>
                  <a:pt x="4451" y="4328"/>
                </a:lnTo>
                <a:lnTo>
                  <a:pt x="4452" y="4328"/>
                </a:lnTo>
                <a:lnTo>
                  <a:pt x="4453" y="4328"/>
                </a:lnTo>
                <a:lnTo>
                  <a:pt x="4454" y="4328"/>
                </a:lnTo>
                <a:lnTo>
                  <a:pt x="4455" y="4328"/>
                </a:lnTo>
                <a:lnTo>
                  <a:pt x="4456" y="4328"/>
                </a:lnTo>
                <a:lnTo>
                  <a:pt x="4457" y="4328"/>
                </a:lnTo>
                <a:lnTo>
                  <a:pt x="4458" y="4328"/>
                </a:lnTo>
                <a:lnTo>
                  <a:pt x="4459" y="4328"/>
                </a:lnTo>
                <a:lnTo>
                  <a:pt x="4460" y="4328"/>
                </a:lnTo>
                <a:lnTo>
                  <a:pt x="4461" y="4328"/>
                </a:lnTo>
                <a:lnTo>
                  <a:pt x="4462" y="4328"/>
                </a:lnTo>
                <a:lnTo>
                  <a:pt x="4463" y="4328"/>
                </a:lnTo>
                <a:lnTo>
                  <a:pt x="4464" y="4328"/>
                </a:lnTo>
                <a:lnTo>
                  <a:pt x="4465" y="4328"/>
                </a:lnTo>
                <a:lnTo>
                  <a:pt x="4466" y="4328"/>
                </a:lnTo>
                <a:lnTo>
                  <a:pt x="4467" y="4328"/>
                </a:lnTo>
                <a:lnTo>
                  <a:pt x="4468" y="4328"/>
                </a:lnTo>
                <a:lnTo>
                  <a:pt x="4469" y="4328"/>
                </a:lnTo>
                <a:lnTo>
                  <a:pt x="4470" y="4328"/>
                </a:lnTo>
                <a:lnTo>
                  <a:pt x="4471" y="4328"/>
                </a:lnTo>
                <a:lnTo>
                  <a:pt x="4472" y="4328"/>
                </a:lnTo>
                <a:lnTo>
                  <a:pt x="4473" y="4328"/>
                </a:lnTo>
                <a:lnTo>
                  <a:pt x="4474" y="4328"/>
                </a:lnTo>
                <a:lnTo>
                  <a:pt x="4475" y="4328"/>
                </a:lnTo>
                <a:lnTo>
                  <a:pt x="4476" y="4328"/>
                </a:lnTo>
                <a:lnTo>
                  <a:pt x="4477" y="4328"/>
                </a:lnTo>
                <a:lnTo>
                  <a:pt x="4478" y="4328"/>
                </a:lnTo>
                <a:lnTo>
                  <a:pt x="4479" y="4328"/>
                </a:lnTo>
                <a:lnTo>
                  <a:pt x="4480" y="4328"/>
                </a:lnTo>
                <a:lnTo>
                  <a:pt x="4481" y="4328"/>
                </a:lnTo>
                <a:lnTo>
                  <a:pt x="4482" y="4328"/>
                </a:lnTo>
                <a:lnTo>
                  <a:pt x="4483" y="4328"/>
                </a:lnTo>
                <a:lnTo>
                  <a:pt x="4484" y="4328"/>
                </a:lnTo>
                <a:lnTo>
                  <a:pt x="4485" y="4328"/>
                </a:lnTo>
                <a:lnTo>
                  <a:pt x="4486" y="4328"/>
                </a:lnTo>
                <a:lnTo>
                  <a:pt x="4487" y="4328"/>
                </a:lnTo>
                <a:lnTo>
                  <a:pt x="4488" y="4328"/>
                </a:lnTo>
                <a:lnTo>
                  <a:pt x="4489" y="4328"/>
                </a:lnTo>
                <a:lnTo>
                  <a:pt x="4490" y="4328"/>
                </a:lnTo>
                <a:lnTo>
                  <a:pt x="4491" y="4328"/>
                </a:lnTo>
                <a:lnTo>
                  <a:pt x="4492" y="4328"/>
                </a:lnTo>
                <a:lnTo>
                  <a:pt x="4493" y="4328"/>
                </a:lnTo>
                <a:lnTo>
                  <a:pt x="4494" y="4328"/>
                </a:lnTo>
                <a:lnTo>
                  <a:pt x="4495" y="4328"/>
                </a:lnTo>
                <a:lnTo>
                  <a:pt x="4496" y="4328"/>
                </a:lnTo>
                <a:lnTo>
                  <a:pt x="4497" y="4328"/>
                </a:lnTo>
                <a:lnTo>
                  <a:pt x="4498" y="4328"/>
                </a:lnTo>
                <a:lnTo>
                  <a:pt x="4499" y="4328"/>
                </a:lnTo>
                <a:lnTo>
                  <a:pt x="4500" y="4328"/>
                </a:lnTo>
                <a:lnTo>
                  <a:pt x="4501" y="4328"/>
                </a:lnTo>
                <a:lnTo>
                  <a:pt x="4502" y="4328"/>
                </a:lnTo>
                <a:lnTo>
                  <a:pt x="4503" y="4328"/>
                </a:lnTo>
                <a:lnTo>
                  <a:pt x="4504" y="4328"/>
                </a:lnTo>
                <a:lnTo>
                  <a:pt x="4505" y="4328"/>
                </a:lnTo>
                <a:lnTo>
                  <a:pt x="4506" y="4328"/>
                </a:lnTo>
                <a:lnTo>
                  <a:pt x="4507" y="4328"/>
                </a:lnTo>
                <a:lnTo>
                  <a:pt x="4508" y="4328"/>
                </a:lnTo>
                <a:lnTo>
                  <a:pt x="4509" y="4328"/>
                </a:lnTo>
                <a:lnTo>
                  <a:pt x="4510" y="4328"/>
                </a:lnTo>
                <a:lnTo>
                  <a:pt x="4511" y="4328"/>
                </a:lnTo>
                <a:lnTo>
                  <a:pt x="4512" y="4328"/>
                </a:lnTo>
                <a:lnTo>
                  <a:pt x="4513" y="4328"/>
                </a:lnTo>
                <a:lnTo>
                  <a:pt x="4514" y="4328"/>
                </a:lnTo>
                <a:lnTo>
                  <a:pt x="4515" y="4328"/>
                </a:lnTo>
                <a:lnTo>
                  <a:pt x="4516" y="4328"/>
                </a:lnTo>
                <a:lnTo>
                  <a:pt x="4517" y="4328"/>
                </a:lnTo>
                <a:lnTo>
                  <a:pt x="4518" y="4328"/>
                </a:lnTo>
                <a:lnTo>
                  <a:pt x="4519" y="4328"/>
                </a:lnTo>
                <a:lnTo>
                  <a:pt x="4520" y="4328"/>
                </a:lnTo>
                <a:lnTo>
                  <a:pt x="4521" y="4328"/>
                </a:lnTo>
                <a:lnTo>
                  <a:pt x="4522" y="4328"/>
                </a:lnTo>
                <a:lnTo>
                  <a:pt x="4523" y="4328"/>
                </a:lnTo>
                <a:lnTo>
                  <a:pt x="4524" y="4328"/>
                </a:lnTo>
                <a:lnTo>
                  <a:pt x="4525" y="4328"/>
                </a:lnTo>
                <a:lnTo>
                  <a:pt x="4526" y="4328"/>
                </a:lnTo>
                <a:lnTo>
                  <a:pt x="4527" y="4328"/>
                </a:lnTo>
                <a:lnTo>
                  <a:pt x="4528" y="4328"/>
                </a:lnTo>
                <a:lnTo>
                  <a:pt x="4529" y="4328"/>
                </a:lnTo>
                <a:lnTo>
                  <a:pt x="4530" y="4328"/>
                </a:lnTo>
                <a:lnTo>
                  <a:pt x="4531" y="4328"/>
                </a:lnTo>
                <a:lnTo>
                  <a:pt x="4532" y="4328"/>
                </a:lnTo>
                <a:lnTo>
                  <a:pt x="4533" y="4328"/>
                </a:lnTo>
                <a:lnTo>
                  <a:pt x="4534" y="4328"/>
                </a:lnTo>
                <a:lnTo>
                  <a:pt x="4535" y="4328"/>
                </a:lnTo>
                <a:lnTo>
                  <a:pt x="4536" y="4328"/>
                </a:lnTo>
                <a:lnTo>
                  <a:pt x="4537" y="4328"/>
                </a:lnTo>
                <a:lnTo>
                  <a:pt x="4538" y="4328"/>
                </a:lnTo>
                <a:lnTo>
                  <a:pt x="4539" y="4328"/>
                </a:lnTo>
                <a:lnTo>
                  <a:pt x="4540" y="4328"/>
                </a:lnTo>
                <a:lnTo>
                  <a:pt x="4541" y="4328"/>
                </a:lnTo>
                <a:lnTo>
                  <a:pt x="4542" y="4328"/>
                </a:lnTo>
                <a:lnTo>
                  <a:pt x="4543" y="4328"/>
                </a:lnTo>
                <a:lnTo>
                  <a:pt x="4544" y="4328"/>
                </a:lnTo>
                <a:lnTo>
                  <a:pt x="4545" y="4328"/>
                </a:lnTo>
                <a:lnTo>
                  <a:pt x="4546" y="4328"/>
                </a:lnTo>
                <a:lnTo>
                  <a:pt x="4547" y="4328"/>
                </a:lnTo>
                <a:lnTo>
                  <a:pt x="4548" y="4328"/>
                </a:lnTo>
                <a:lnTo>
                  <a:pt x="4549" y="4328"/>
                </a:lnTo>
                <a:lnTo>
                  <a:pt x="4550" y="4328"/>
                </a:lnTo>
                <a:lnTo>
                  <a:pt x="4551" y="4328"/>
                </a:lnTo>
                <a:lnTo>
                  <a:pt x="4552" y="4328"/>
                </a:lnTo>
                <a:lnTo>
                  <a:pt x="4553" y="4328"/>
                </a:lnTo>
                <a:lnTo>
                  <a:pt x="4554" y="4328"/>
                </a:lnTo>
                <a:lnTo>
                  <a:pt x="4555" y="4328"/>
                </a:lnTo>
                <a:lnTo>
                  <a:pt x="4556" y="4328"/>
                </a:lnTo>
                <a:lnTo>
                  <a:pt x="4557" y="4328"/>
                </a:lnTo>
                <a:lnTo>
                  <a:pt x="4558" y="4328"/>
                </a:lnTo>
                <a:lnTo>
                  <a:pt x="4559" y="4328"/>
                </a:lnTo>
                <a:lnTo>
                  <a:pt x="4560" y="4328"/>
                </a:lnTo>
                <a:lnTo>
                  <a:pt x="4561" y="4328"/>
                </a:lnTo>
                <a:lnTo>
                  <a:pt x="4562" y="4328"/>
                </a:lnTo>
                <a:lnTo>
                  <a:pt x="4563" y="4328"/>
                </a:lnTo>
                <a:lnTo>
                  <a:pt x="4564" y="4328"/>
                </a:lnTo>
                <a:lnTo>
                  <a:pt x="4565" y="4328"/>
                </a:lnTo>
                <a:lnTo>
                  <a:pt x="4566" y="4328"/>
                </a:lnTo>
                <a:lnTo>
                  <a:pt x="4567" y="4328"/>
                </a:lnTo>
                <a:lnTo>
                  <a:pt x="4568" y="4328"/>
                </a:lnTo>
                <a:lnTo>
                  <a:pt x="4569" y="4328"/>
                </a:lnTo>
                <a:lnTo>
                  <a:pt x="4570" y="4328"/>
                </a:lnTo>
                <a:lnTo>
                  <a:pt x="4571" y="4328"/>
                </a:lnTo>
                <a:lnTo>
                  <a:pt x="4572" y="4328"/>
                </a:lnTo>
                <a:lnTo>
                  <a:pt x="4573" y="4328"/>
                </a:lnTo>
                <a:lnTo>
                  <a:pt x="4574" y="4328"/>
                </a:lnTo>
                <a:lnTo>
                  <a:pt x="4575" y="4328"/>
                </a:lnTo>
                <a:lnTo>
                  <a:pt x="4576" y="4328"/>
                </a:lnTo>
                <a:lnTo>
                  <a:pt x="4577" y="4328"/>
                </a:lnTo>
                <a:lnTo>
                  <a:pt x="4578" y="4328"/>
                </a:lnTo>
                <a:lnTo>
                  <a:pt x="4579" y="4328"/>
                </a:lnTo>
                <a:lnTo>
                  <a:pt x="4580" y="4328"/>
                </a:lnTo>
                <a:lnTo>
                  <a:pt x="4581" y="4328"/>
                </a:lnTo>
                <a:lnTo>
                  <a:pt x="4582" y="4328"/>
                </a:lnTo>
                <a:lnTo>
                  <a:pt x="4583" y="4328"/>
                </a:lnTo>
                <a:lnTo>
                  <a:pt x="4584" y="4328"/>
                </a:lnTo>
                <a:lnTo>
                  <a:pt x="4585" y="4328"/>
                </a:lnTo>
                <a:lnTo>
                  <a:pt x="4586" y="4328"/>
                </a:lnTo>
                <a:lnTo>
                  <a:pt x="4587" y="4328"/>
                </a:lnTo>
                <a:lnTo>
                  <a:pt x="4588" y="4328"/>
                </a:lnTo>
                <a:lnTo>
                  <a:pt x="4589" y="4328"/>
                </a:lnTo>
                <a:lnTo>
                  <a:pt x="4590" y="4328"/>
                </a:lnTo>
                <a:lnTo>
                  <a:pt x="4591" y="4328"/>
                </a:lnTo>
                <a:lnTo>
                  <a:pt x="4592" y="4328"/>
                </a:lnTo>
                <a:lnTo>
                  <a:pt x="4593" y="4328"/>
                </a:lnTo>
                <a:lnTo>
                  <a:pt x="4594" y="4328"/>
                </a:lnTo>
                <a:lnTo>
                  <a:pt x="4595" y="4328"/>
                </a:lnTo>
                <a:lnTo>
                  <a:pt x="4596" y="4328"/>
                </a:lnTo>
                <a:lnTo>
                  <a:pt x="4597" y="4328"/>
                </a:lnTo>
                <a:lnTo>
                  <a:pt x="4598" y="4328"/>
                </a:lnTo>
                <a:lnTo>
                  <a:pt x="4599" y="4328"/>
                </a:lnTo>
                <a:lnTo>
                  <a:pt x="4600" y="4328"/>
                </a:lnTo>
                <a:lnTo>
                  <a:pt x="4601" y="4328"/>
                </a:lnTo>
                <a:lnTo>
                  <a:pt x="4602" y="4328"/>
                </a:lnTo>
                <a:lnTo>
                  <a:pt x="4603" y="4328"/>
                </a:lnTo>
                <a:lnTo>
                  <a:pt x="4604" y="4328"/>
                </a:lnTo>
                <a:lnTo>
                  <a:pt x="4605" y="4328"/>
                </a:lnTo>
                <a:lnTo>
                  <a:pt x="4606" y="4328"/>
                </a:lnTo>
                <a:lnTo>
                  <a:pt x="4607" y="4328"/>
                </a:lnTo>
                <a:lnTo>
                  <a:pt x="4608" y="4328"/>
                </a:lnTo>
                <a:lnTo>
                  <a:pt x="4609" y="4328"/>
                </a:lnTo>
                <a:lnTo>
                  <a:pt x="4610" y="4328"/>
                </a:lnTo>
                <a:lnTo>
                  <a:pt x="4611" y="4328"/>
                </a:lnTo>
                <a:lnTo>
                  <a:pt x="4612" y="4328"/>
                </a:lnTo>
                <a:lnTo>
                  <a:pt x="4613" y="4328"/>
                </a:lnTo>
                <a:lnTo>
                  <a:pt x="4614" y="4328"/>
                </a:lnTo>
                <a:lnTo>
                  <a:pt x="4615" y="4328"/>
                </a:lnTo>
                <a:lnTo>
                  <a:pt x="4616" y="4328"/>
                </a:lnTo>
                <a:lnTo>
                  <a:pt x="4617" y="4328"/>
                </a:lnTo>
                <a:lnTo>
                  <a:pt x="4618" y="4328"/>
                </a:lnTo>
                <a:lnTo>
                  <a:pt x="4619" y="4328"/>
                </a:lnTo>
                <a:lnTo>
                  <a:pt x="4620" y="4328"/>
                </a:lnTo>
                <a:lnTo>
                  <a:pt x="4621" y="4328"/>
                </a:lnTo>
                <a:lnTo>
                  <a:pt x="4622" y="4328"/>
                </a:lnTo>
                <a:lnTo>
                  <a:pt x="4623" y="4328"/>
                </a:lnTo>
                <a:lnTo>
                  <a:pt x="4624" y="4328"/>
                </a:lnTo>
                <a:lnTo>
                  <a:pt x="4625" y="4328"/>
                </a:lnTo>
                <a:lnTo>
                  <a:pt x="4626" y="4328"/>
                </a:lnTo>
                <a:lnTo>
                  <a:pt x="4627" y="4328"/>
                </a:lnTo>
                <a:lnTo>
                  <a:pt x="4628" y="4328"/>
                </a:lnTo>
                <a:lnTo>
                  <a:pt x="4629" y="4328"/>
                </a:lnTo>
                <a:lnTo>
                  <a:pt x="4630" y="4328"/>
                </a:lnTo>
                <a:lnTo>
                  <a:pt x="4631" y="4328"/>
                </a:lnTo>
                <a:lnTo>
                  <a:pt x="4632" y="4328"/>
                </a:lnTo>
                <a:lnTo>
                  <a:pt x="4633" y="4328"/>
                </a:lnTo>
                <a:lnTo>
                  <a:pt x="4634" y="4328"/>
                </a:lnTo>
                <a:lnTo>
                  <a:pt x="4635" y="4328"/>
                </a:lnTo>
                <a:lnTo>
                  <a:pt x="4636" y="4328"/>
                </a:lnTo>
                <a:lnTo>
                  <a:pt x="4637" y="4328"/>
                </a:lnTo>
                <a:lnTo>
                  <a:pt x="4638" y="4328"/>
                </a:lnTo>
                <a:lnTo>
                  <a:pt x="4639" y="4328"/>
                </a:lnTo>
                <a:lnTo>
                  <a:pt x="4640" y="4328"/>
                </a:lnTo>
                <a:lnTo>
                  <a:pt x="4641" y="4328"/>
                </a:lnTo>
                <a:lnTo>
                  <a:pt x="4642" y="4328"/>
                </a:lnTo>
                <a:lnTo>
                  <a:pt x="4643" y="4328"/>
                </a:lnTo>
                <a:lnTo>
                  <a:pt x="4644" y="4328"/>
                </a:lnTo>
                <a:lnTo>
                  <a:pt x="4645" y="4328"/>
                </a:lnTo>
                <a:lnTo>
                  <a:pt x="4646" y="4328"/>
                </a:lnTo>
                <a:lnTo>
                  <a:pt x="4647" y="4328"/>
                </a:lnTo>
                <a:lnTo>
                  <a:pt x="4648" y="4328"/>
                </a:lnTo>
                <a:lnTo>
                  <a:pt x="4649" y="4328"/>
                </a:lnTo>
                <a:lnTo>
                  <a:pt x="4650" y="4328"/>
                </a:lnTo>
                <a:lnTo>
                  <a:pt x="4651" y="4328"/>
                </a:lnTo>
                <a:lnTo>
                  <a:pt x="4652" y="4328"/>
                </a:lnTo>
                <a:lnTo>
                  <a:pt x="4653" y="4328"/>
                </a:lnTo>
                <a:lnTo>
                  <a:pt x="4654" y="4328"/>
                </a:lnTo>
                <a:lnTo>
                  <a:pt x="4655" y="4328"/>
                </a:lnTo>
                <a:lnTo>
                  <a:pt x="4656" y="4328"/>
                </a:lnTo>
                <a:lnTo>
                  <a:pt x="4657" y="4328"/>
                </a:lnTo>
                <a:lnTo>
                  <a:pt x="4658" y="4328"/>
                </a:lnTo>
                <a:lnTo>
                  <a:pt x="4659" y="4328"/>
                </a:lnTo>
                <a:lnTo>
                  <a:pt x="4660" y="4328"/>
                </a:lnTo>
                <a:lnTo>
                  <a:pt x="4661" y="4328"/>
                </a:lnTo>
                <a:lnTo>
                  <a:pt x="4662" y="4328"/>
                </a:lnTo>
                <a:lnTo>
                  <a:pt x="4663" y="4328"/>
                </a:lnTo>
                <a:lnTo>
                  <a:pt x="4664" y="4328"/>
                </a:lnTo>
                <a:lnTo>
                  <a:pt x="4665" y="4328"/>
                </a:lnTo>
                <a:lnTo>
                  <a:pt x="4666" y="4328"/>
                </a:lnTo>
                <a:lnTo>
                  <a:pt x="4667" y="4328"/>
                </a:lnTo>
                <a:lnTo>
                  <a:pt x="4668" y="4328"/>
                </a:lnTo>
                <a:lnTo>
                  <a:pt x="4669" y="4328"/>
                </a:lnTo>
                <a:lnTo>
                  <a:pt x="4670" y="4328"/>
                </a:lnTo>
                <a:lnTo>
                  <a:pt x="4671" y="4328"/>
                </a:lnTo>
                <a:lnTo>
                  <a:pt x="4672" y="4328"/>
                </a:lnTo>
                <a:lnTo>
                  <a:pt x="4673" y="4328"/>
                </a:lnTo>
                <a:lnTo>
                  <a:pt x="4674" y="4328"/>
                </a:lnTo>
                <a:lnTo>
                  <a:pt x="4675" y="4328"/>
                </a:lnTo>
                <a:lnTo>
                  <a:pt x="4676" y="4328"/>
                </a:lnTo>
                <a:lnTo>
                  <a:pt x="4677" y="4328"/>
                </a:lnTo>
                <a:lnTo>
                  <a:pt x="4678" y="4328"/>
                </a:lnTo>
                <a:lnTo>
                  <a:pt x="4679" y="4328"/>
                </a:lnTo>
                <a:lnTo>
                  <a:pt x="4680" y="4328"/>
                </a:lnTo>
                <a:lnTo>
                  <a:pt x="4681" y="4328"/>
                </a:lnTo>
                <a:lnTo>
                  <a:pt x="4682" y="4328"/>
                </a:lnTo>
                <a:lnTo>
                  <a:pt x="4683" y="4328"/>
                </a:lnTo>
                <a:lnTo>
                  <a:pt x="4684" y="4328"/>
                </a:lnTo>
                <a:lnTo>
                  <a:pt x="4685" y="4328"/>
                </a:lnTo>
                <a:lnTo>
                  <a:pt x="4686" y="4328"/>
                </a:lnTo>
                <a:lnTo>
                  <a:pt x="4687" y="4328"/>
                </a:lnTo>
                <a:lnTo>
                  <a:pt x="4688" y="4328"/>
                </a:lnTo>
                <a:lnTo>
                  <a:pt x="4689" y="4328"/>
                </a:lnTo>
                <a:lnTo>
                  <a:pt x="4690" y="4328"/>
                </a:lnTo>
                <a:lnTo>
                  <a:pt x="4691" y="4328"/>
                </a:lnTo>
                <a:lnTo>
                  <a:pt x="4692" y="4328"/>
                </a:lnTo>
                <a:lnTo>
                  <a:pt x="4693" y="4328"/>
                </a:lnTo>
                <a:lnTo>
                  <a:pt x="4694" y="4328"/>
                </a:lnTo>
                <a:lnTo>
                  <a:pt x="4695" y="4328"/>
                </a:lnTo>
                <a:lnTo>
                  <a:pt x="4696" y="4328"/>
                </a:lnTo>
                <a:lnTo>
                  <a:pt x="4697" y="4328"/>
                </a:lnTo>
                <a:lnTo>
                  <a:pt x="4698" y="4328"/>
                </a:lnTo>
                <a:lnTo>
                  <a:pt x="4699" y="4328"/>
                </a:lnTo>
                <a:lnTo>
                  <a:pt x="4700" y="4328"/>
                </a:lnTo>
                <a:lnTo>
                  <a:pt x="4701" y="4328"/>
                </a:lnTo>
                <a:lnTo>
                  <a:pt x="4702" y="4328"/>
                </a:lnTo>
                <a:lnTo>
                  <a:pt x="4703" y="4328"/>
                </a:lnTo>
                <a:lnTo>
                  <a:pt x="4704" y="4328"/>
                </a:lnTo>
                <a:lnTo>
                  <a:pt x="4705" y="4328"/>
                </a:lnTo>
                <a:lnTo>
                  <a:pt x="4706" y="4328"/>
                </a:lnTo>
                <a:lnTo>
                  <a:pt x="4707" y="4328"/>
                </a:lnTo>
                <a:lnTo>
                  <a:pt x="4708" y="4328"/>
                </a:lnTo>
                <a:lnTo>
                  <a:pt x="4709" y="4328"/>
                </a:lnTo>
                <a:lnTo>
                  <a:pt x="4710" y="4328"/>
                </a:lnTo>
                <a:lnTo>
                  <a:pt x="4711" y="4328"/>
                </a:lnTo>
                <a:lnTo>
                  <a:pt x="4712" y="4328"/>
                </a:lnTo>
                <a:lnTo>
                  <a:pt x="4713" y="4328"/>
                </a:lnTo>
                <a:lnTo>
                  <a:pt x="4714" y="4328"/>
                </a:lnTo>
                <a:lnTo>
                  <a:pt x="4715" y="4328"/>
                </a:lnTo>
                <a:lnTo>
                  <a:pt x="4716" y="4328"/>
                </a:lnTo>
                <a:lnTo>
                  <a:pt x="4717" y="4328"/>
                </a:lnTo>
                <a:lnTo>
                  <a:pt x="4718" y="4328"/>
                </a:lnTo>
                <a:lnTo>
                  <a:pt x="4719" y="4328"/>
                </a:lnTo>
                <a:lnTo>
                  <a:pt x="4720" y="4328"/>
                </a:lnTo>
                <a:lnTo>
                  <a:pt x="4721" y="4328"/>
                </a:lnTo>
                <a:lnTo>
                  <a:pt x="4722" y="4328"/>
                </a:lnTo>
                <a:lnTo>
                  <a:pt x="4723" y="4328"/>
                </a:lnTo>
                <a:lnTo>
                  <a:pt x="4724" y="4328"/>
                </a:lnTo>
                <a:lnTo>
                  <a:pt x="4725" y="4328"/>
                </a:lnTo>
                <a:lnTo>
                  <a:pt x="4726" y="4328"/>
                </a:lnTo>
                <a:lnTo>
                  <a:pt x="4727" y="4328"/>
                </a:lnTo>
                <a:lnTo>
                  <a:pt x="4728" y="4328"/>
                </a:lnTo>
                <a:lnTo>
                  <a:pt x="4729" y="4328"/>
                </a:lnTo>
                <a:lnTo>
                  <a:pt x="4730" y="4328"/>
                </a:lnTo>
                <a:lnTo>
                  <a:pt x="4731" y="4328"/>
                </a:lnTo>
                <a:lnTo>
                  <a:pt x="4732" y="4328"/>
                </a:lnTo>
                <a:lnTo>
                  <a:pt x="4733" y="4328"/>
                </a:lnTo>
                <a:lnTo>
                  <a:pt x="4734" y="4328"/>
                </a:lnTo>
                <a:lnTo>
                  <a:pt x="4735" y="4328"/>
                </a:lnTo>
                <a:lnTo>
                  <a:pt x="4736" y="4328"/>
                </a:lnTo>
                <a:lnTo>
                  <a:pt x="4737" y="4328"/>
                </a:lnTo>
                <a:lnTo>
                  <a:pt x="4738" y="4328"/>
                </a:lnTo>
                <a:lnTo>
                  <a:pt x="4739" y="4328"/>
                </a:lnTo>
                <a:lnTo>
                  <a:pt x="4740" y="4328"/>
                </a:lnTo>
                <a:lnTo>
                  <a:pt x="4741" y="4328"/>
                </a:lnTo>
                <a:lnTo>
                  <a:pt x="4742" y="4328"/>
                </a:lnTo>
                <a:lnTo>
                  <a:pt x="4743" y="4328"/>
                </a:lnTo>
                <a:lnTo>
                  <a:pt x="4744" y="4328"/>
                </a:lnTo>
                <a:lnTo>
                  <a:pt x="4745" y="4328"/>
                </a:lnTo>
                <a:lnTo>
                  <a:pt x="4746" y="4328"/>
                </a:lnTo>
                <a:lnTo>
                  <a:pt x="4747" y="4328"/>
                </a:lnTo>
                <a:lnTo>
                  <a:pt x="4748" y="4328"/>
                </a:lnTo>
                <a:lnTo>
                  <a:pt x="4749" y="4328"/>
                </a:lnTo>
                <a:lnTo>
                  <a:pt x="4750" y="4328"/>
                </a:lnTo>
                <a:lnTo>
                  <a:pt x="4751" y="4328"/>
                </a:lnTo>
                <a:lnTo>
                  <a:pt x="4752" y="4328"/>
                </a:lnTo>
                <a:lnTo>
                  <a:pt x="4753" y="4328"/>
                </a:lnTo>
                <a:lnTo>
                  <a:pt x="4754" y="4328"/>
                </a:lnTo>
                <a:lnTo>
                  <a:pt x="4755" y="4328"/>
                </a:lnTo>
                <a:lnTo>
                  <a:pt x="4756" y="4328"/>
                </a:lnTo>
                <a:lnTo>
                  <a:pt x="4757" y="4328"/>
                </a:lnTo>
                <a:lnTo>
                  <a:pt x="4758" y="4328"/>
                </a:lnTo>
                <a:lnTo>
                  <a:pt x="4759" y="4328"/>
                </a:lnTo>
                <a:lnTo>
                  <a:pt x="4760" y="4328"/>
                </a:lnTo>
                <a:lnTo>
                  <a:pt x="4761" y="4328"/>
                </a:lnTo>
                <a:lnTo>
                  <a:pt x="4762" y="4328"/>
                </a:lnTo>
                <a:lnTo>
                  <a:pt x="4763" y="4328"/>
                </a:lnTo>
                <a:lnTo>
                  <a:pt x="4764" y="4328"/>
                </a:lnTo>
                <a:lnTo>
                  <a:pt x="4765" y="4328"/>
                </a:lnTo>
                <a:lnTo>
                  <a:pt x="4766" y="4328"/>
                </a:lnTo>
                <a:lnTo>
                  <a:pt x="4767" y="4328"/>
                </a:lnTo>
                <a:lnTo>
                  <a:pt x="4768" y="4328"/>
                </a:lnTo>
                <a:lnTo>
                  <a:pt x="4769" y="4328"/>
                </a:lnTo>
                <a:lnTo>
                  <a:pt x="4770" y="4328"/>
                </a:lnTo>
                <a:lnTo>
                  <a:pt x="4771" y="4328"/>
                </a:lnTo>
                <a:lnTo>
                  <a:pt x="4772" y="4328"/>
                </a:lnTo>
                <a:lnTo>
                  <a:pt x="4773" y="4328"/>
                </a:lnTo>
                <a:lnTo>
                  <a:pt x="4774" y="4328"/>
                </a:lnTo>
                <a:lnTo>
                  <a:pt x="4775" y="4328"/>
                </a:lnTo>
                <a:lnTo>
                  <a:pt x="4776" y="4328"/>
                </a:lnTo>
                <a:lnTo>
                  <a:pt x="4777" y="4328"/>
                </a:lnTo>
                <a:lnTo>
                  <a:pt x="4778" y="4328"/>
                </a:lnTo>
                <a:lnTo>
                  <a:pt x="4779" y="4328"/>
                </a:lnTo>
                <a:lnTo>
                  <a:pt x="4780" y="4328"/>
                </a:lnTo>
                <a:lnTo>
                  <a:pt x="4781" y="4328"/>
                </a:lnTo>
                <a:lnTo>
                  <a:pt x="4782" y="4328"/>
                </a:lnTo>
                <a:lnTo>
                  <a:pt x="4783" y="4328"/>
                </a:lnTo>
                <a:lnTo>
                  <a:pt x="4784" y="4328"/>
                </a:lnTo>
                <a:lnTo>
                  <a:pt x="4785" y="4328"/>
                </a:lnTo>
                <a:lnTo>
                  <a:pt x="4786" y="4328"/>
                </a:lnTo>
                <a:lnTo>
                  <a:pt x="4787" y="4328"/>
                </a:lnTo>
                <a:lnTo>
                  <a:pt x="4788" y="4328"/>
                </a:lnTo>
                <a:lnTo>
                  <a:pt x="4789" y="4328"/>
                </a:lnTo>
                <a:lnTo>
                  <a:pt x="4790" y="4328"/>
                </a:lnTo>
                <a:lnTo>
                  <a:pt x="4791" y="4328"/>
                </a:lnTo>
                <a:lnTo>
                  <a:pt x="4792" y="4328"/>
                </a:lnTo>
                <a:lnTo>
                  <a:pt x="4793" y="4328"/>
                </a:lnTo>
                <a:lnTo>
                  <a:pt x="4794" y="4328"/>
                </a:lnTo>
                <a:lnTo>
                  <a:pt x="4795" y="4328"/>
                </a:lnTo>
                <a:lnTo>
                  <a:pt x="4796" y="4328"/>
                </a:lnTo>
                <a:lnTo>
                  <a:pt x="4797" y="4328"/>
                </a:lnTo>
                <a:lnTo>
                  <a:pt x="4798" y="4328"/>
                </a:lnTo>
                <a:lnTo>
                  <a:pt x="4799" y="4328"/>
                </a:lnTo>
                <a:lnTo>
                  <a:pt x="4800" y="4328"/>
                </a:lnTo>
                <a:lnTo>
                  <a:pt x="4801" y="4328"/>
                </a:lnTo>
                <a:lnTo>
                  <a:pt x="4802" y="4328"/>
                </a:lnTo>
                <a:lnTo>
                  <a:pt x="4803" y="4328"/>
                </a:lnTo>
                <a:lnTo>
                  <a:pt x="4804" y="4328"/>
                </a:lnTo>
                <a:lnTo>
                  <a:pt x="4805" y="4328"/>
                </a:lnTo>
                <a:lnTo>
                  <a:pt x="4806" y="4328"/>
                </a:lnTo>
                <a:lnTo>
                  <a:pt x="4807" y="4328"/>
                </a:lnTo>
                <a:lnTo>
                  <a:pt x="4808" y="4328"/>
                </a:lnTo>
                <a:lnTo>
                  <a:pt x="4809" y="4328"/>
                </a:lnTo>
                <a:lnTo>
                  <a:pt x="4810" y="4328"/>
                </a:lnTo>
                <a:lnTo>
                  <a:pt x="4811" y="4328"/>
                </a:lnTo>
                <a:lnTo>
                  <a:pt x="4812" y="4328"/>
                </a:lnTo>
                <a:lnTo>
                  <a:pt x="4813" y="4328"/>
                </a:lnTo>
                <a:lnTo>
                  <a:pt x="4814" y="4328"/>
                </a:lnTo>
                <a:lnTo>
                  <a:pt x="4815" y="4328"/>
                </a:lnTo>
                <a:lnTo>
                  <a:pt x="4816" y="4328"/>
                </a:lnTo>
                <a:lnTo>
                  <a:pt x="4817" y="4328"/>
                </a:lnTo>
                <a:lnTo>
                  <a:pt x="4818" y="4328"/>
                </a:lnTo>
                <a:lnTo>
                  <a:pt x="4819" y="4328"/>
                </a:lnTo>
                <a:lnTo>
                  <a:pt x="4820" y="4328"/>
                </a:lnTo>
                <a:lnTo>
                  <a:pt x="4821" y="4328"/>
                </a:lnTo>
                <a:lnTo>
                  <a:pt x="4822" y="4328"/>
                </a:lnTo>
                <a:lnTo>
                  <a:pt x="4823" y="4328"/>
                </a:lnTo>
                <a:lnTo>
                  <a:pt x="4824" y="4328"/>
                </a:lnTo>
                <a:lnTo>
                  <a:pt x="4825" y="4328"/>
                </a:lnTo>
                <a:lnTo>
                  <a:pt x="4826" y="4328"/>
                </a:lnTo>
                <a:lnTo>
                  <a:pt x="4827" y="4328"/>
                </a:lnTo>
                <a:lnTo>
                  <a:pt x="4828" y="4328"/>
                </a:lnTo>
                <a:lnTo>
                  <a:pt x="4829" y="4328"/>
                </a:lnTo>
                <a:lnTo>
                  <a:pt x="4830" y="4328"/>
                </a:lnTo>
                <a:lnTo>
                  <a:pt x="4831" y="4328"/>
                </a:lnTo>
                <a:lnTo>
                  <a:pt x="4832" y="4328"/>
                </a:lnTo>
                <a:lnTo>
                  <a:pt x="4833" y="4328"/>
                </a:lnTo>
                <a:lnTo>
                  <a:pt x="4834" y="4328"/>
                </a:lnTo>
                <a:lnTo>
                  <a:pt x="4835" y="4328"/>
                </a:lnTo>
                <a:lnTo>
                  <a:pt x="4836" y="4328"/>
                </a:lnTo>
                <a:lnTo>
                  <a:pt x="4837" y="4328"/>
                </a:lnTo>
                <a:lnTo>
                  <a:pt x="4838" y="4328"/>
                </a:lnTo>
                <a:lnTo>
                  <a:pt x="4839" y="4328"/>
                </a:lnTo>
                <a:lnTo>
                  <a:pt x="4840" y="4328"/>
                </a:lnTo>
                <a:lnTo>
                  <a:pt x="4841" y="4328"/>
                </a:lnTo>
                <a:lnTo>
                  <a:pt x="4842" y="4328"/>
                </a:lnTo>
                <a:lnTo>
                  <a:pt x="4843" y="4328"/>
                </a:lnTo>
                <a:lnTo>
                  <a:pt x="4844" y="4328"/>
                </a:lnTo>
                <a:lnTo>
                  <a:pt x="4845" y="4328"/>
                </a:lnTo>
                <a:lnTo>
                  <a:pt x="4846" y="4328"/>
                </a:lnTo>
                <a:lnTo>
                  <a:pt x="4847" y="4328"/>
                </a:lnTo>
                <a:lnTo>
                  <a:pt x="4848" y="4328"/>
                </a:lnTo>
                <a:lnTo>
                  <a:pt x="4849" y="4328"/>
                </a:lnTo>
                <a:lnTo>
                  <a:pt x="4850" y="4328"/>
                </a:lnTo>
                <a:lnTo>
                  <a:pt x="4851" y="4328"/>
                </a:lnTo>
                <a:lnTo>
                  <a:pt x="4852" y="4328"/>
                </a:lnTo>
                <a:lnTo>
                  <a:pt x="4853" y="4328"/>
                </a:lnTo>
                <a:lnTo>
                  <a:pt x="4854" y="4328"/>
                </a:lnTo>
                <a:lnTo>
                  <a:pt x="4855" y="4328"/>
                </a:lnTo>
                <a:lnTo>
                  <a:pt x="4856" y="4328"/>
                </a:lnTo>
                <a:lnTo>
                  <a:pt x="4857" y="4328"/>
                </a:lnTo>
                <a:lnTo>
                  <a:pt x="4858" y="4328"/>
                </a:lnTo>
                <a:lnTo>
                  <a:pt x="4859" y="4328"/>
                </a:lnTo>
                <a:lnTo>
                  <a:pt x="4860" y="4328"/>
                </a:lnTo>
                <a:lnTo>
                  <a:pt x="4861" y="4328"/>
                </a:lnTo>
                <a:lnTo>
                  <a:pt x="4862" y="4328"/>
                </a:lnTo>
                <a:lnTo>
                  <a:pt x="4863" y="4328"/>
                </a:lnTo>
                <a:lnTo>
                  <a:pt x="4864" y="4328"/>
                </a:lnTo>
                <a:lnTo>
                  <a:pt x="4865" y="4328"/>
                </a:lnTo>
                <a:lnTo>
                  <a:pt x="4866" y="4328"/>
                </a:lnTo>
                <a:lnTo>
                  <a:pt x="4867" y="4328"/>
                </a:lnTo>
                <a:lnTo>
                  <a:pt x="4868" y="4328"/>
                </a:lnTo>
                <a:lnTo>
                  <a:pt x="4869" y="4328"/>
                </a:lnTo>
                <a:lnTo>
                  <a:pt x="4870" y="4328"/>
                </a:lnTo>
                <a:lnTo>
                  <a:pt x="4871" y="4328"/>
                </a:lnTo>
                <a:lnTo>
                  <a:pt x="4872" y="4328"/>
                </a:lnTo>
                <a:lnTo>
                  <a:pt x="4873" y="4328"/>
                </a:lnTo>
                <a:lnTo>
                  <a:pt x="4874" y="4328"/>
                </a:lnTo>
                <a:lnTo>
                  <a:pt x="4875" y="4328"/>
                </a:lnTo>
                <a:lnTo>
                  <a:pt x="4876" y="4328"/>
                </a:lnTo>
                <a:lnTo>
                  <a:pt x="4877" y="4328"/>
                </a:lnTo>
                <a:lnTo>
                  <a:pt x="4878" y="4328"/>
                </a:lnTo>
                <a:lnTo>
                  <a:pt x="4879" y="4328"/>
                </a:lnTo>
                <a:lnTo>
                  <a:pt x="4880" y="4328"/>
                </a:lnTo>
                <a:lnTo>
                  <a:pt x="4881" y="4328"/>
                </a:lnTo>
                <a:lnTo>
                  <a:pt x="4882" y="4328"/>
                </a:lnTo>
                <a:lnTo>
                  <a:pt x="4883" y="4328"/>
                </a:lnTo>
                <a:lnTo>
                  <a:pt x="4884" y="4328"/>
                </a:lnTo>
                <a:lnTo>
                  <a:pt x="4885" y="4328"/>
                </a:lnTo>
                <a:lnTo>
                  <a:pt x="4886" y="4328"/>
                </a:lnTo>
                <a:lnTo>
                  <a:pt x="4887" y="4328"/>
                </a:lnTo>
                <a:lnTo>
                  <a:pt x="4888" y="4328"/>
                </a:lnTo>
                <a:lnTo>
                  <a:pt x="4889" y="4328"/>
                </a:lnTo>
                <a:lnTo>
                  <a:pt x="4890" y="4328"/>
                </a:lnTo>
                <a:lnTo>
                  <a:pt x="4891" y="4328"/>
                </a:lnTo>
                <a:lnTo>
                  <a:pt x="4892" y="4328"/>
                </a:lnTo>
                <a:lnTo>
                  <a:pt x="4893" y="4328"/>
                </a:lnTo>
                <a:lnTo>
                  <a:pt x="4894" y="4328"/>
                </a:lnTo>
                <a:lnTo>
                  <a:pt x="4895" y="4328"/>
                </a:lnTo>
                <a:lnTo>
                  <a:pt x="4896" y="4328"/>
                </a:lnTo>
                <a:lnTo>
                  <a:pt x="4897" y="4328"/>
                </a:lnTo>
                <a:lnTo>
                  <a:pt x="4898" y="4328"/>
                </a:lnTo>
                <a:lnTo>
                  <a:pt x="4899" y="4328"/>
                </a:lnTo>
                <a:lnTo>
                  <a:pt x="4900" y="4328"/>
                </a:lnTo>
                <a:lnTo>
                  <a:pt x="4901" y="4328"/>
                </a:lnTo>
                <a:lnTo>
                  <a:pt x="4902" y="4328"/>
                </a:lnTo>
                <a:lnTo>
                  <a:pt x="4903" y="4328"/>
                </a:lnTo>
                <a:lnTo>
                  <a:pt x="4904" y="4328"/>
                </a:lnTo>
                <a:lnTo>
                  <a:pt x="4905" y="4328"/>
                </a:lnTo>
                <a:lnTo>
                  <a:pt x="4906" y="4328"/>
                </a:lnTo>
                <a:lnTo>
                  <a:pt x="4907" y="4328"/>
                </a:lnTo>
                <a:lnTo>
                  <a:pt x="4908" y="4328"/>
                </a:lnTo>
                <a:lnTo>
                  <a:pt x="4909" y="4328"/>
                </a:lnTo>
                <a:lnTo>
                  <a:pt x="4910" y="4328"/>
                </a:lnTo>
                <a:lnTo>
                  <a:pt x="4911" y="4328"/>
                </a:lnTo>
                <a:lnTo>
                  <a:pt x="4912" y="4328"/>
                </a:lnTo>
                <a:lnTo>
                  <a:pt x="4913" y="4328"/>
                </a:lnTo>
                <a:lnTo>
                  <a:pt x="4914" y="4328"/>
                </a:lnTo>
                <a:lnTo>
                  <a:pt x="4915" y="4328"/>
                </a:lnTo>
                <a:lnTo>
                  <a:pt x="4916" y="4328"/>
                </a:lnTo>
                <a:lnTo>
                  <a:pt x="4917" y="4328"/>
                </a:lnTo>
                <a:lnTo>
                  <a:pt x="4918" y="4328"/>
                </a:lnTo>
                <a:lnTo>
                  <a:pt x="4919" y="4328"/>
                </a:lnTo>
                <a:lnTo>
                  <a:pt x="4920" y="4328"/>
                </a:lnTo>
                <a:lnTo>
                  <a:pt x="4921" y="4328"/>
                </a:lnTo>
                <a:lnTo>
                  <a:pt x="4922" y="4328"/>
                </a:lnTo>
                <a:lnTo>
                  <a:pt x="4923" y="4328"/>
                </a:lnTo>
                <a:lnTo>
                  <a:pt x="4924" y="4328"/>
                </a:lnTo>
                <a:lnTo>
                  <a:pt x="4925" y="4328"/>
                </a:lnTo>
                <a:lnTo>
                  <a:pt x="4926" y="4328"/>
                </a:lnTo>
                <a:lnTo>
                  <a:pt x="4927" y="4328"/>
                </a:lnTo>
                <a:lnTo>
                  <a:pt x="4928" y="4328"/>
                </a:lnTo>
                <a:lnTo>
                  <a:pt x="4929" y="4328"/>
                </a:lnTo>
                <a:lnTo>
                  <a:pt x="4930" y="4328"/>
                </a:lnTo>
                <a:lnTo>
                  <a:pt x="4931" y="4328"/>
                </a:lnTo>
                <a:lnTo>
                  <a:pt x="4932" y="4328"/>
                </a:lnTo>
                <a:lnTo>
                  <a:pt x="4933" y="4328"/>
                </a:lnTo>
                <a:lnTo>
                  <a:pt x="4934" y="4328"/>
                </a:lnTo>
                <a:lnTo>
                  <a:pt x="4935" y="4328"/>
                </a:lnTo>
                <a:lnTo>
                  <a:pt x="4936" y="4328"/>
                </a:lnTo>
                <a:lnTo>
                  <a:pt x="4937" y="4328"/>
                </a:lnTo>
                <a:lnTo>
                  <a:pt x="4938" y="4328"/>
                </a:lnTo>
                <a:lnTo>
                  <a:pt x="4939" y="4328"/>
                </a:lnTo>
                <a:lnTo>
                  <a:pt x="4940" y="4328"/>
                </a:lnTo>
                <a:lnTo>
                  <a:pt x="4941" y="4328"/>
                </a:lnTo>
                <a:lnTo>
                  <a:pt x="4942" y="4328"/>
                </a:lnTo>
                <a:lnTo>
                  <a:pt x="4943" y="4328"/>
                </a:lnTo>
                <a:lnTo>
                  <a:pt x="4944" y="4328"/>
                </a:lnTo>
                <a:lnTo>
                  <a:pt x="4945" y="4328"/>
                </a:lnTo>
                <a:lnTo>
                  <a:pt x="4946" y="4328"/>
                </a:lnTo>
                <a:lnTo>
                  <a:pt x="4947" y="4328"/>
                </a:lnTo>
                <a:lnTo>
                  <a:pt x="4948" y="4328"/>
                </a:lnTo>
                <a:lnTo>
                  <a:pt x="4949" y="4328"/>
                </a:lnTo>
                <a:lnTo>
                  <a:pt x="4950" y="4328"/>
                </a:lnTo>
                <a:lnTo>
                  <a:pt x="4951" y="4328"/>
                </a:lnTo>
                <a:lnTo>
                  <a:pt x="4952" y="4328"/>
                </a:lnTo>
                <a:lnTo>
                  <a:pt x="4953" y="4328"/>
                </a:lnTo>
                <a:lnTo>
                  <a:pt x="4954" y="4328"/>
                </a:lnTo>
                <a:lnTo>
                  <a:pt x="4955" y="4328"/>
                </a:lnTo>
                <a:lnTo>
                  <a:pt x="4956" y="4328"/>
                </a:lnTo>
                <a:lnTo>
                  <a:pt x="4957" y="4328"/>
                </a:lnTo>
                <a:lnTo>
                  <a:pt x="4958" y="4328"/>
                </a:lnTo>
                <a:lnTo>
                  <a:pt x="4959" y="4328"/>
                </a:lnTo>
                <a:lnTo>
                  <a:pt x="4960" y="4328"/>
                </a:lnTo>
                <a:lnTo>
                  <a:pt x="4961" y="4328"/>
                </a:lnTo>
                <a:lnTo>
                  <a:pt x="4962" y="4328"/>
                </a:lnTo>
                <a:lnTo>
                  <a:pt x="4963" y="4328"/>
                </a:lnTo>
                <a:lnTo>
                  <a:pt x="4964" y="4328"/>
                </a:lnTo>
                <a:lnTo>
                  <a:pt x="4965" y="4328"/>
                </a:lnTo>
                <a:lnTo>
                  <a:pt x="4966" y="4328"/>
                </a:lnTo>
                <a:lnTo>
                  <a:pt x="4967" y="4328"/>
                </a:lnTo>
                <a:lnTo>
                  <a:pt x="4968" y="4328"/>
                </a:lnTo>
                <a:lnTo>
                  <a:pt x="4969" y="4328"/>
                </a:lnTo>
                <a:lnTo>
                  <a:pt x="4970" y="4328"/>
                </a:lnTo>
                <a:lnTo>
                  <a:pt x="4971" y="4328"/>
                </a:lnTo>
                <a:lnTo>
                  <a:pt x="4972" y="4328"/>
                </a:lnTo>
                <a:lnTo>
                  <a:pt x="4973" y="4328"/>
                </a:lnTo>
                <a:lnTo>
                  <a:pt x="4974" y="4328"/>
                </a:lnTo>
                <a:lnTo>
                  <a:pt x="4975" y="4328"/>
                </a:lnTo>
                <a:lnTo>
                  <a:pt x="4976" y="4328"/>
                </a:lnTo>
                <a:lnTo>
                  <a:pt x="4977" y="4328"/>
                </a:lnTo>
                <a:lnTo>
                  <a:pt x="4978" y="4328"/>
                </a:lnTo>
                <a:lnTo>
                  <a:pt x="4979" y="4328"/>
                </a:lnTo>
                <a:lnTo>
                  <a:pt x="4980" y="4328"/>
                </a:lnTo>
                <a:lnTo>
                  <a:pt x="4981" y="4328"/>
                </a:lnTo>
                <a:lnTo>
                  <a:pt x="4982" y="4328"/>
                </a:lnTo>
                <a:lnTo>
                  <a:pt x="4983" y="4328"/>
                </a:lnTo>
                <a:lnTo>
                  <a:pt x="4984" y="4328"/>
                </a:lnTo>
                <a:lnTo>
                  <a:pt x="4985" y="4328"/>
                </a:lnTo>
                <a:lnTo>
                  <a:pt x="4986" y="4328"/>
                </a:lnTo>
                <a:lnTo>
                  <a:pt x="4987" y="4328"/>
                </a:lnTo>
                <a:lnTo>
                  <a:pt x="4988" y="4328"/>
                </a:lnTo>
                <a:lnTo>
                  <a:pt x="4989" y="4328"/>
                </a:lnTo>
                <a:lnTo>
                  <a:pt x="4990" y="4328"/>
                </a:lnTo>
                <a:lnTo>
                  <a:pt x="4991" y="4328"/>
                </a:lnTo>
                <a:lnTo>
                  <a:pt x="4992" y="4328"/>
                </a:lnTo>
                <a:lnTo>
                  <a:pt x="4993" y="4328"/>
                </a:lnTo>
                <a:lnTo>
                  <a:pt x="4994" y="4328"/>
                </a:lnTo>
                <a:lnTo>
                  <a:pt x="4995" y="4328"/>
                </a:lnTo>
                <a:lnTo>
                  <a:pt x="4996" y="4328"/>
                </a:lnTo>
                <a:lnTo>
                  <a:pt x="4997" y="4328"/>
                </a:lnTo>
                <a:lnTo>
                  <a:pt x="4998" y="4328"/>
                </a:lnTo>
                <a:lnTo>
                  <a:pt x="4999" y="4328"/>
                </a:lnTo>
                <a:lnTo>
                  <a:pt x="5000" y="4328"/>
                </a:lnTo>
                <a:lnTo>
                  <a:pt x="5001" y="4328"/>
                </a:lnTo>
                <a:lnTo>
                  <a:pt x="5002" y="4328"/>
                </a:lnTo>
                <a:lnTo>
                  <a:pt x="5003" y="4328"/>
                </a:lnTo>
                <a:lnTo>
                  <a:pt x="5004" y="4328"/>
                </a:lnTo>
                <a:lnTo>
                  <a:pt x="5005" y="4328"/>
                </a:lnTo>
                <a:lnTo>
                  <a:pt x="5006" y="4328"/>
                </a:lnTo>
                <a:lnTo>
                  <a:pt x="5007" y="4328"/>
                </a:lnTo>
                <a:lnTo>
                  <a:pt x="5008" y="4328"/>
                </a:lnTo>
                <a:lnTo>
                  <a:pt x="5009" y="4328"/>
                </a:lnTo>
                <a:lnTo>
                  <a:pt x="5010" y="4328"/>
                </a:lnTo>
                <a:lnTo>
                  <a:pt x="5011" y="4328"/>
                </a:lnTo>
                <a:lnTo>
                  <a:pt x="5012" y="4328"/>
                </a:lnTo>
                <a:lnTo>
                  <a:pt x="5013" y="4328"/>
                </a:lnTo>
                <a:lnTo>
                  <a:pt x="5014" y="4328"/>
                </a:lnTo>
                <a:lnTo>
                  <a:pt x="5015" y="4328"/>
                </a:lnTo>
                <a:lnTo>
                  <a:pt x="5016" y="4328"/>
                </a:lnTo>
                <a:lnTo>
                  <a:pt x="5017" y="4328"/>
                </a:lnTo>
                <a:lnTo>
                  <a:pt x="5018" y="4328"/>
                </a:lnTo>
                <a:lnTo>
                  <a:pt x="5019" y="4328"/>
                </a:lnTo>
                <a:lnTo>
                  <a:pt x="5020" y="4328"/>
                </a:lnTo>
                <a:lnTo>
                  <a:pt x="5021" y="4328"/>
                </a:lnTo>
                <a:lnTo>
                  <a:pt x="5022" y="4328"/>
                </a:lnTo>
                <a:lnTo>
                  <a:pt x="5023" y="4328"/>
                </a:lnTo>
                <a:lnTo>
                  <a:pt x="5024" y="4328"/>
                </a:lnTo>
                <a:lnTo>
                  <a:pt x="5025" y="4328"/>
                </a:lnTo>
                <a:lnTo>
                  <a:pt x="5026" y="4328"/>
                </a:lnTo>
                <a:lnTo>
                  <a:pt x="5027" y="4328"/>
                </a:lnTo>
                <a:lnTo>
                  <a:pt x="5028" y="4328"/>
                </a:lnTo>
                <a:lnTo>
                  <a:pt x="5029" y="4328"/>
                </a:lnTo>
                <a:lnTo>
                  <a:pt x="5030" y="4328"/>
                </a:lnTo>
                <a:lnTo>
                  <a:pt x="5031" y="4328"/>
                </a:lnTo>
                <a:lnTo>
                  <a:pt x="5032" y="4328"/>
                </a:lnTo>
                <a:lnTo>
                  <a:pt x="5033" y="4328"/>
                </a:lnTo>
                <a:lnTo>
                  <a:pt x="5034" y="4328"/>
                </a:lnTo>
                <a:lnTo>
                  <a:pt x="5035" y="4328"/>
                </a:lnTo>
                <a:lnTo>
                  <a:pt x="5036" y="4328"/>
                </a:lnTo>
                <a:lnTo>
                  <a:pt x="5037" y="4328"/>
                </a:lnTo>
                <a:lnTo>
                  <a:pt x="5038" y="4328"/>
                </a:lnTo>
                <a:lnTo>
                  <a:pt x="5039" y="4328"/>
                </a:lnTo>
                <a:lnTo>
                  <a:pt x="5040" y="4328"/>
                </a:lnTo>
                <a:lnTo>
                  <a:pt x="5041" y="4328"/>
                </a:lnTo>
                <a:lnTo>
                  <a:pt x="5042" y="4328"/>
                </a:lnTo>
                <a:lnTo>
                  <a:pt x="5043" y="4328"/>
                </a:lnTo>
                <a:lnTo>
                  <a:pt x="5044" y="4328"/>
                </a:lnTo>
                <a:lnTo>
                  <a:pt x="5045" y="4328"/>
                </a:lnTo>
                <a:lnTo>
                  <a:pt x="5046" y="4328"/>
                </a:lnTo>
                <a:lnTo>
                  <a:pt x="5047" y="4328"/>
                </a:lnTo>
                <a:lnTo>
                  <a:pt x="5048" y="4328"/>
                </a:lnTo>
                <a:lnTo>
                  <a:pt x="5049" y="4328"/>
                </a:lnTo>
                <a:lnTo>
                  <a:pt x="5050" y="4328"/>
                </a:lnTo>
                <a:lnTo>
                  <a:pt x="5051" y="4328"/>
                </a:lnTo>
                <a:lnTo>
                  <a:pt x="5052" y="4328"/>
                </a:lnTo>
                <a:lnTo>
                  <a:pt x="5053" y="4328"/>
                </a:lnTo>
                <a:lnTo>
                  <a:pt x="5054" y="4328"/>
                </a:lnTo>
                <a:lnTo>
                  <a:pt x="5055" y="4328"/>
                </a:lnTo>
                <a:lnTo>
                  <a:pt x="5056" y="4328"/>
                </a:lnTo>
                <a:lnTo>
                  <a:pt x="5057" y="4328"/>
                </a:lnTo>
                <a:lnTo>
                  <a:pt x="5058" y="4328"/>
                </a:lnTo>
                <a:lnTo>
                  <a:pt x="5059" y="4328"/>
                </a:lnTo>
                <a:lnTo>
                  <a:pt x="5060" y="4328"/>
                </a:lnTo>
                <a:lnTo>
                  <a:pt x="5061" y="4328"/>
                </a:lnTo>
                <a:lnTo>
                  <a:pt x="5062" y="4328"/>
                </a:lnTo>
                <a:lnTo>
                  <a:pt x="5063" y="4328"/>
                </a:lnTo>
                <a:lnTo>
                  <a:pt x="5064" y="4328"/>
                </a:lnTo>
                <a:lnTo>
                  <a:pt x="5065" y="4328"/>
                </a:lnTo>
                <a:lnTo>
                  <a:pt x="5066" y="4328"/>
                </a:lnTo>
                <a:lnTo>
                  <a:pt x="5067" y="4328"/>
                </a:lnTo>
                <a:lnTo>
                  <a:pt x="5068" y="4328"/>
                </a:lnTo>
                <a:lnTo>
                  <a:pt x="5069" y="4328"/>
                </a:lnTo>
                <a:lnTo>
                  <a:pt x="5070" y="4328"/>
                </a:lnTo>
                <a:lnTo>
                  <a:pt x="5071" y="4328"/>
                </a:lnTo>
                <a:lnTo>
                  <a:pt x="5072" y="4328"/>
                </a:lnTo>
                <a:lnTo>
                  <a:pt x="5073" y="4328"/>
                </a:lnTo>
                <a:lnTo>
                  <a:pt x="5074" y="4328"/>
                </a:lnTo>
                <a:lnTo>
                  <a:pt x="5075" y="4328"/>
                </a:lnTo>
                <a:lnTo>
                  <a:pt x="5076" y="4328"/>
                </a:lnTo>
                <a:lnTo>
                  <a:pt x="5077" y="4328"/>
                </a:lnTo>
                <a:lnTo>
                  <a:pt x="5078" y="4328"/>
                </a:lnTo>
                <a:lnTo>
                  <a:pt x="5079" y="4328"/>
                </a:lnTo>
                <a:lnTo>
                  <a:pt x="5080" y="4328"/>
                </a:lnTo>
                <a:lnTo>
                  <a:pt x="5081" y="4328"/>
                </a:lnTo>
                <a:lnTo>
                  <a:pt x="5082" y="4328"/>
                </a:lnTo>
                <a:lnTo>
                  <a:pt x="5083" y="4328"/>
                </a:lnTo>
                <a:lnTo>
                  <a:pt x="5084" y="4328"/>
                </a:lnTo>
                <a:lnTo>
                  <a:pt x="5085" y="4328"/>
                </a:lnTo>
                <a:lnTo>
                  <a:pt x="5086" y="4328"/>
                </a:lnTo>
                <a:lnTo>
                  <a:pt x="5087" y="4328"/>
                </a:lnTo>
                <a:lnTo>
                  <a:pt x="5088" y="4328"/>
                </a:lnTo>
                <a:lnTo>
                  <a:pt x="5089" y="4328"/>
                </a:lnTo>
                <a:lnTo>
                  <a:pt x="5090" y="4328"/>
                </a:lnTo>
                <a:lnTo>
                  <a:pt x="5091" y="4328"/>
                </a:lnTo>
                <a:lnTo>
                  <a:pt x="5092" y="4328"/>
                </a:lnTo>
                <a:lnTo>
                  <a:pt x="5093" y="4328"/>
                </a:lnTo>
                <a:lnTo>
                  <a:pt x="5094" y="4328"/>
                </a:lnTo>
                <a:lnTo>
                  <a:pt x="5095" y="4328"/>
                </a:lnTo>
                <a:lnTo>
                  <a:pt x="5096" y="4328"/>
                </a:lnTo>
                <a:lnTo>
                  <a:pt x="5097" y="4328"/>
                </a:lnTo>
                <a:lnTo>
                  <a:pt x="5098" y="4328"/>
                </a:lnTo>
                <a:lnTo>
                  <a:pt x="5099" y="4328"/>
                </a:lnTo>
                <a:lnTo>
                  <a:pt x="5100" y="4328"/>
                </a:lnTo>
                <a:lnTo>
                  <a:pt x="5101" y="4328"/>
                </a:lnTo>
                <a:lnTo>
                  <a:pt x="5102" y="4328"/>
                </a:lnTo>
                <a:lnTo>
                  <a:pt x="5103" y="4328"/>
                </a:lnTo>
                <a:lnTo>
                  <a:pt x="5104" y="4328"/>
                </a:lnTo>
                <a:lnTo>
                  <a:pt x="5105" y="4328"/>
                </a:lnTo>
                <a:lnTo>
                  <a:pt x="5106" y="4328"/>
                </a:lnTo>
                <a:lnTo>
                  <a:pt x="5107" y="4328"/>
                </a:lnTo>
                <a:lnTo>
                  <a:pt x="5108" y="4328"/>
                </a:lnTo>
                <a:lnTo>
                  <a:pt x="5109" y="4328"/>
                </a:lnTo>
                <a:lnTo>
                  <a:pt x="5110" y="4328"/>
                </a:lnTo>
                <a:lnTo>
                  <a:pt x="5111" y="4328"/>
                </a:lnTo>
                <a:lnTo>
                  <a:pt x="5112" y="4328"/>
                </a:lnTo>
                <a:lnTo>
                  <a:pt x="5113" y="4328"/>
                </a:lnTo>
                <a:lnTo>
                  <a:pt x="5114" y="4328"/>
                </a:lnTo>
                <a:lnTo>
                  <a:pt x="5115" y="4328"/>
                </a:lnTo>
                <a:lnTo>
                  <a:pt x="5116" y="4328"/>
                </a:lnTo>
                <a:lnTo>
                  <a:pt x="5117" y="4328"/>
                </a:lnTo>
                <a:lnTo>
                  <a:pt x="5118" y="4328"/>
                </a:lnTo>
                <a:lnTo>
                  <a:pt x="5119" y="4328"/>
                </a:lnTo>
                <a:lnTo>
                  <a:pt x="5120" y="4328"/>
                </a:lnTo>
                <a:lnTo>
                  <a:pt x="5121" y="4328"/>
                </a:lnTo>
                <a:lnTo>
                  <a:pt x="5122" y="4328"/>
                </a:lnTo>
                <a:lnTo>
                  <a:pt x="5123" y="4328"/>
                </a:lnTo>
                <a:lnTo>
                  <a:pt x="5124" y="4328"/>
                </a:lnTo>
                <a:lnTo>
                  <a:pt x="5125" y="4328"/>
                </a:lnTo>
                <a:lnTo>
                  <a:pt x="5126" y="4328"/>
                </a:lnTo>
                <a:lnTo>
                  <a:pt x="5127" y="4328"/>
                </a:lnTo>
                <a:lnTo>
                  <a:pt x="5128" y="4328"/>
                </a:lnTo>
                <a:lnTo>
                  <a:pt x="5129" y="4328"/>
                </a:lnTo>
                <a:lnTo>
                  <a:pt x="5130" y="4328"/>
                </a:lnTo>
                <a:lnTo>
                  <a:pt x="5131" y="4328"/>
                </a:lnTo>
                <a:lnTo>
                  <a:pt x="5132" y="4328"/>
                </a:lnTo>
                <a:lnTo>
                  <a:pt x="5133" y="4328"/>
                </a:lnTo>
                <a:lnTo>
                  <a:pt x="5134" y="4328"/>
                </a:lnTo>
                <a:lnTo>
                  <a:pt x="5135" y="4328"/>
                </a:lnTo>
                <a:lnTo>
                  <a:pt x="5136" y="4328"/>
                </a:lnTo>
                <a:lnTo>
                  <a:pt x="5137" y="4328"/>
                </a:lnTo>
                <a:lnTo>
                  <a:pt x="5138" y="4328"/>
                </a:lnTo>
                <a:lnTo>
                  <a:pt x="5139" y="4328"/>
                </a:lnTo>
                <a:lnTo>
                  <a:pt x="5140" y="4328"/>
                </a:lnTo>
                <a:lnTo>
                  <a:pt x="5141" y="4328"/>
                </a:lnTo>
                <a:lnTo>
                  <a:pt x="5142" y="4328"/>
                </a:lnTo>
                <a:lnTo>
                  <a:pt x="5143" y="4328"/>
                </a:lnTo>
                <a:lnTo>
                  <a:pt x="5144" y="4328"/>
                </a:lnTo>
                <a:lnTo>
                  <a:pt x="5145" y="4328"/>
                </a:lnTo>
                <a:lnTo>
                  <a:pt x="5146" y="4328"/>
                </a:lnTo>
                <a:lnTo>
                  <a:pt x="5147" y="4328"/>
                </a:lnTo>
                <a:lnTo>
                  <a:pt x="5148" y="4328"/>
                </a:lnTo>
                <a:lnTo>
                  <a:pt x="5149" y="4328"/>
                </a:lnTo>
                <a:lnTo>
                  <a:pt x="5150" y="4328"/>
                </a:lnTo>
                <a:lnTo>
                  <a:pt x="5151" y="4328"/>
                </a:lnTo>
                <a:lnTo>
                  <a:pt x="5152" y="4328"/>
                </a:lnTo>
                <a:lnTo>
                  <a:pt x="5153" y="4328"/>
                </a:lnTo>
                <a:lnTo>
                  <a:pt x="5154" y="4328"/>
                </a:lnTo>
                <a:lnTo>
                  <a:pt x="5155" y="4328"/>
                </a:lnTo>
                <a:lnTo>
                  <a:pt x="5156" y="4328"/>
                </a:lnTo>
                <a:lnTo>
                  <a:pt x="5157" y="4328"/>
                </a:lnTo>
                <a:lnTo>
                  <a:pt x="5158" y="4328"/>
                </a:lnTo>
                <a:lnTo>
                  <a:pt x="5159" y="4328"/>
                </a:lnTo>
                <a:lnTo>
                  <a:pt x="5160" y="4328"/>
                </a:lnTo>
                <a:lnTo>
                  <a:pt x="5161" y="4328"/>
                </a:lnTo>
                <a:lnTo>
                  <a:pt x="5162" y="4328"/>
                </a:lnTo>
                <a:lnTo>
                  <a:pt x="5163" y="4328"/>
                </a:lnTo>
                <a:lnTo>
                  <a:pt x="5164" y="4328"/>
                </a:lnTo>
                <a:lnTo>
                  <a:pt x="5165" y="4328"/>
                </a:lnTo>
                <a:lnTo>
                  <a:pt x="5166" y="4328"/>
                </a:lnTo>
                <a:lnTo>
                  <a:pt x="5167" y="4328"/>
                </a:lnTo>
                <a:lnTo>
                  <a:pt x="5168" y="4328"/>
                </a:lnTo>
                <a:lnTo>
                  <a:pt x="5169" y="4328"/>
                </a:lnTo>
                <a:lnTo>
                  <a:pt x="5170" y="4328"/>
                </a:lnTo>
                <a:lnTo>
                  <a:pt x="5171" y="4328"/>
                </a:lnTo>
                <a:lnTo>
                  <a:pt x="5172" y="4328"/>
                </a:lnTo>
                <a:lnTo>
                  <a:pt x="5173" y="4328"/>
                </a:lnTo>
                <a:lnTo>
                  <a:pt x="5174" y="4328"/>
                </a:lnTo>
                <a:lnTo>
                  <a:pt x="5175" y="4328"/>
                </a:lnTo>
                <a:lnTo>
                  <a:pt x="5176" y="4328"/>
                </a:lnTo>
                <a:lnTo>
                  <a:pt x="5177" y="4328"/>
                </a:lnTo>
                <a:lnTo>
                  <a:pt x="5178" y="4328"/>
                </a:lnTo>
                <a:lnTo>
                  <a:pt x="5179" y="4328"/>
                </a:lnTo>
                <a:lnTo>
                  <a:pt x="5180" y="4328"/>
                </a:lnTo>
                <a:lnTo>
                  <a:pt x="5181" y="4328"/>
                </a:lnTo>
                <a:lnTo>
                  <a:pt x="5182" y="4328"/>
                </a:lnTo>
                <a:lnTo>
                  <a:pt x="5183" y="4328"/>
                </a:lnTo>
                <a:lnTo>
                  <a:pt x="5184" y="4328"/>
                </a:lnTo>
                <a:lnTo>
                  <a:pt x="5185" y="4328"/>
                </a:lnTo>
                <a:lnTo>
                  <a:pt x="5186" y="4328"/>
                </a:lnTo>
                <a:lnTo>
                  <a:pt x="5187" y="4328"/>
                </a:lnTo>
                <a:lnTo>
                  <a:pt x="5188" y="4328"/>
                </a:lnTo>
                <a:lnTo>
                  <a:pt x="5189" y="4328"/>
                </a:lnTo>
                <a:lnTo>
                  <a:pt x="5190" y="4328"/>
                </a:lnTo>
                <a:lnTo>
                  <a:pt x="5191" y="4328"/>
                </a:lnTo>
                <a:lnTo>
                  <a:pt x="5192" y="4328"/>
                </a:lnTo>
                <a:lnTo>
                  <a:pt x="5193" y="4328"/>
                </a:lnTo>
                <a:lnTo>
                  <a:pt x="5194" y="4328"/>
                </a:lnTo>
                <a:lnTo>
                  <a:pt x="5195" y="4328"/>
                </a:lnTo>
                <a:lnTo>
                  <a:pt x="5196" y="4328"/>
                </a:lnTo>
                <a:lnTo>
                  <a:pt x="5197" y="4328"/>
                </a:lnTo>
                <a:lnTo>
                  <a:pt x="5198" y="4328"/>
                </a:lnTo>
                <a:lnTo>
                  <a:pt x="5199" y="4328"/>
                </a:lnTo>
                <a:lnTo>
                  <a:pt x="5200" y="4328"/>
                </a:lnTo>
                <a:lnTo>
                  <a:pt x="5201" y="4328"/>
                </a:lnTo>
                <a:lnTo>
                  <a:pt x="5202" y="4328"/>
                </a:lnTo>
                <a:lnTo>
                  <a:pt x="5203" y="4328"/>
                </a:lnTo>
                <a:lnTo>
                  <a:pt x="5204" y="4328"/>
                </a:lnTo>
                <a:lnTo>
                  <a:pt x="5205" y="4328"/>
                </a:lnTo>
                <a:lnTo>
                  <a:pt x="5206" y="4328"/>
                </a:lnTo>
                <a:lnTo>
                  <a:pt x="5207" y="4328"/>
                </a:lnTo>
                <a:lnTo>
                  <a:pt x="5208" y="4328"/>
                </a:lnTo>
                <a:lnTo>
                  <a:pt x="5209" y="4328"/>
                </a:lnTo>
                <a:lnTo>
                  <a:pt x="5210" y="4328"/>
                </a:lnTo>
                <a:lnTo>
                  <a:pt x="5211" y="4328"/>
                </a:lnTo>
                <a:lnTo>
                  <a:pt x="5212" y="4328"/>
                </a:lnTo>
                <a:lnTo>
                  <a:pt x="5213" y="4328"/>
                </a:lnTo>
                <a:lnTo>
                  <a:pt x="5214" y="4328"/>
                </a:lnTo>
                <a:lnTo>
                  <a:pt x="5215" y="4328"/>
                </a:lnTo>
                <a:lnTo>
                  <a:pt x="5216" y="4328"/>
                </a:lnTo>
                <a:lnTo>
                  <a:pt x="5217" y="4328"/>
                </a:lnTo>
                <a:lnTo>
                  <a:pt x="5218" y="4328"/>
                </a:lnTo>
                <a:lnTo>
                  <a:pt x="5219" y="4328"/>
                </a:lnTo>
                <a:lnTo>
                  <a:pt x="5220" y="4328"/>
                </a:lnTo>
                <a:lnTo>
                  <a:pt x="5221" y="4328"/>
                </a:lnTo>
                <a:lnTo>
                  <a:pt x="5222" y="4328"/>
                </a:lnTo>
                <a:lnTo>
                  <a:pt x="5223" y="4328"/>
                </a:lnTo>
                <a:lnTo>
                  <a:pt x="5224" y="4328"/>
                </a:lnTo>
                <a:lnTo>
                  <a:pt x="5225" y="4328"/>
                </a:lnTo>
                <a:lnTo>
                  <a:pt x="5226" y="4328"/>
                </a:lnTo>
                <a:lnTo>
                  <a:pt x="5227" y="4328"/>
                </a:lnTo>
                <a:lnTo>
                  <a:pt x="5228" y="4328"/>
                </a:lnTo>
                <a:lnTo>
                  <a:pt x="5229" y="4328"/>
                </a:lnTo>
                <a:lnTo>
                  <a:pt x="5230" y="4328"/>
                </a:lnTo>
                <a:lnTo>
                  <a:pt x="5231" y="4328"/>
                </a:lnTo>
                <a:lnTo>
                  <a:pt x="5232" y="4328"/>
                </a:lnTo>
                <a:lnTo>
                  <a:pt x="5233" y="4328"/>
                </a:lnTo>
                <a:lnTo>
                  <a:pt x="5234" y="4328"/>
                </a:lnTo>
                <a:lnTo>
                  <a:pt x="5235" y="4328"/>
                </a:lnTo>
                <a:lnTo>
                  <a:pt x="5236" y="4328"/>
                </a:lnTo>
                <a:lnTo>
                  <a:pt x="5237" y="4328"/>
                </a:lnTo>
                <a:lnTo>
                  <a:pt x="5238" y="4328"/>
                </a:lnTo>
                <a:lnTo>
                  <a:pt x="5239" y="4328"/>
                </a:lnTo>
                <a:lnTo>
                  <a:pt x="5240" y="4328"/>
                </a:lnTo>
                <a:lnTo>
                  <a:pt x="5241" y="4328"/>
                </a:lnTo>
                <a:lnTo>
                  <a:pt x="5242" y="4328"/>
                </a:lnTo>
                <a:lnTo>
                  <a:pt x="5243" y="4328"/>
                </a:lnTo>
                <a:lnTo>
                  <a:pt x="5244" y="4328"/>
                </a:lnTo>
                <a:lnTo>
                  <a:pt x="5245" y="4328"/>
                </a:lnTo>
                <a:lnTo>
                  <a:pt x="5246" y="4328"/>
                </a:lnTo>
                <a:lnTo>
                  <a:pt x="5247" y="4328"/>
                </a:lnTo>
                <a:lnTo>
                  <a:pt x="5248" y="4328"/>
                </a:lnTo>
                <a:lnTo>
                  <a:pt x="5249" y="4328"/>
                </a:lnTo>
                <a:lnTo>
                  <a:pt x="5250" y="4328"/>
                </a:lnTo>
                <a:lnTo>
                  <a:pt x="5251" y="4328"/>
                </a:lnTo>
                <a:lnTo>
                  <a:pt x="5252" y="4328"/>
                </a:lnTo>
                <a:lnTo>
                  <a:pt x="5253" y="4328"/>
                </a:lnTo>
                <a:lnTo>
                  <a:pt x="5254" y="4328"/>
                </a:lnTo>
                <a:lnTo>
                  <a:pt x="5255" y="4328"/>
                </a:lnTo>
                <a:lnTo>
                  <a:pt x="5256" y="4328"/>
                </a:lnTo>
                <a:lnTo>
                  <a:pt x="5257" y="4328"/>
                </a:lnTo>
                <a:lnTo>
                  <a:pt x="5258" y="4328"/>
                </a:lnTo>
                <a:lnTo>
                  <a:pt x="5259" y="4328"/>
                </a:lnTo>
                <a:lnTo>
                  <a:pt x="5260" y="4328"/>
                </a:lnTo>
                <a:lnTo>
                  <a:pt x="5261" y="4328"/>
                </a:lnTo>
                <a:lnTo>
                  <a:pt x="5262" y="4328"/>
                </a:lnTo>
                <a:lnTo>
                  <a:pt x="5263" y="4328"/>
                </a:lnTo>
                <a:lnTo>
                  <a:pt x="5264" y="4328"/>
                </a:lnTo>
                <a:lnTo>
                  <a:pt x="5265" y="4328"/>
                </a:lnTo>
                <a:lnTo>
                  <a:pt x="5266" y="4328"/>
                </a:lnTo>
                <a:lnTo>
                  <a:pt x="5267" y="4328"/>
                </a:lnTo>
                <a:lnTo>
                  <a:pt x="5268" y="4328"/>
                </a:lnTo>
                <a:lnTo>
                  <a:pt x="5269" y="4328"/>
                </a:lnTo>
                <a:lnTo>
                  <a:pt x="5270" y="4328"/>
                </a:lnTo>
                <a:lnTo>
                  <a:pt x="5271" y="4328"/>
                </a:lnTo>
                <a:lnTo>
                  <a:pt x="5272" y="4328"/>
                </a:lnTo>
                <a:lnTo>
                  <a:pt x="5273" y="4328"/>
                </a:lnTo>
                <a:lnTo>
                  <a:pt x="5274" y="4328"/>
                </a:lnTo>
                <a:lnTo>
                  <a:pt x="5275" y="4328"/>
                </a:lnTo>
                <a:lnTo>
                  <a:pt x="5276" y="4328"/>
                </a:lnTo>
                <a:lnTo>
                  <a:pt x="5277" y="4328"/>
                </a:lnTo>
                <a:lnTo>
                  <a:pt x="5278" y="4328"/>
                </a:lnTo>
                <a:lnTo>
                  <a:pt x="5279" y="4328"/>
                </a:lnTo>
                <a:lnTo>
                  <a:pt x="5280" y="4328"/>
                </a:lnTo>
                <a:lnTo>
                  <a:pt x="5281" y="4328"/>
                </a:lnTo>
                <a:lnTo>
                  <a:pt x="5282" y="4328"/>
                </a:lnTo>
                <a:lnTo>
                  <a:pt x="5283" y="4328"/>
                </a:lnTo>
                <a:lnTo>
                  <a:pt x="5284" y="4328"/>
                </a:lnTo>
                <a:lnTo>
                  <a:pt x="5285" y="4328"/>
                </a:lnTo>
                <a:lnTo>
                  <a:pt x="5286" y="4328"/>
                </a:lnTo>
                <a:lnTo>
                  <a:pt x="5287" y="4328"/>
                </a:lnTo>
                <a:lnTo>
                  <a:pt x="5288" y="4328"/>
                </a:lnTo>
                <a:lnTo>
                  <a:pt x="5289" y="4328"/>
                </a:lnTo>
                <a:lnTo>
                  <a:pt x="5290" y="4328"/>
                </a:lnTo>
                <a:lnTo>
                  <a:pt x="5291" y="4328"/>
                </a:lnTo>
                <a:lnTo>
                  <a:pt x="5292" y="4328"/>
                </a:lnTo>
                <a:lnTo>
                  <a:pt x="5293" y="4328"/>
                </a:lnTo>
                <a:lnTo>
                  <a:pt x="5294" y="4328"/>
                </a:lnTo>
                <a:lnTo>
                  <a:pt x="5295" y="4328"/>
                </a:lnTo>
                <a:lnTo>
                  <a:pt x="5296" y="4328"/>
                </a:lnTo>
                <a:lnTo>
                  <a:pt x="5297" y="4328"/>
                </a:lnTo>
                <a:lnTo>
                  <a:pt x="5298" y="4328"/>
                </a:lnTo>
                <a:lnTo>
                  <a:pt x="5299" y="4328"/>
                </a:lnTo>
                <a:lnTo>
                  <a:pt x="5300" y="4328"/>
                </a:lnTo>
                <a:lnTo>
                  <a:pt x="5301" y="4328"/>
                </a:lnTo>
                <a:lnTo>
                  <a:pt x="5302" y="4328"/>
                </a:lnTo>
                <a:lnTo>
                  <a:pt x="5303" y="4328"/>
                </a:lnTo>
                <a:lnTo>
                  <a:pt x="5304" y="4328"/>
                </a:lnTo>
                <a:lnTo>
                  <a:pt x="5305" y="4328"/>
                </a:lnTo>
                <a:lnTo>
                  <a:pt x="5306" y="4328"/>
                </a:lnTo>
                <a:lnTo>
                  <a:pt x="5307" y="4328"/>
                </a:lnTo>
                <a:lnTo>
                  <a:pt x="5308" y="4328"/>
                </a:lnTo>
                <a:lnTo>
                  <a:pt x="5309" y="4328"/>
                </a:lnTo>
                <a:lnTo>
                  <a:pt x="5310" y="4328"/>
                </a:lnTo>
                <a:lnTo>
                  <a:pt x="5311" y="4328"/>
                </a:lnTo>
                <a:lnTo>
                  <a:pt x="5312" y="4328"/>
                </a:lnTo>
                <a:lnTo>
                  <a:pt x="5313" y="4328"/>
                </a:lnTo>
                <a:lnTo>
                  <a:pt x="5314" y="4328"/>
                </a:lnTo>
                <a:lnTo>
                  <a:pt x="5315" y="4328"/>
                </a:lnTo>
                <a:lnTo>
                  <a:pt x="5316" y="4328"/>
                </a:lnTo>
                <a:lnTo>
                  <a:pt x="5317" y="4328"/>
                </a:lnTo>
                <a:lnTo>
                  <a:pt x="5318" y="4328"/>
                </a:lnTo>
                <a:lnTo>
                  <a:pt x="5319" y="4328"/>
                </a:lnTo>
                <a:lnTo>
                  <a:pt x="5320" y="4328"/>
                </a:lnTo>
                <a:lnTo>
                  <a:pt x="5321" y="4328"/>
                </a:lnTo>
                <a:lnTo>
                  <a:pt x="5322" y="4328"/>
                </a:lnTo>
                <a:lnTo>
                  <a:pt x="5323" y="4328"/>
                </a:lnTo>
                <a:lnTo>
                  <a:pt x="5324" y="4328"/>
                </a:lnTo>
                <a:lnTo>
                  <a:pt x="5325" y="4328"/>
                </a:lnTo>
                <a:lnTo>
                  <a:pt x="5326" y="4328"/>
                </a:lnTo>
                <a:lnTo>
                  <a:pt x="5327" y="4328"/>
                </a:lnTo>
                <a:lnTo>
                  <a:pt x="5328" y="4328"/>
                </a:lnTo>
                <a:lnTo>
                  <a:pt x="5329" y="4328"/>
                </a:lnTo>
                <a:lnTo>
                  <a:pt x="5330" y="4328"/>
                </a:lnTo>
                <a:lnTo>
                  <a:pt x="5331" y="4328"/>
                </a:lnTo>
                <a:lnTo>
                  <a:pt x="5332" y="4328"/>
                </a:lnTo>
                <a:lnTo>
                  <a:pt x="5333" y="4328"/>
                </a:lnTo>
                <a:lnTo>
                  <a:pt x="5334" y="4328"/>
                </a:lnTo>
                <a:lnTo>
                  <a:pt x="5335" y="4328"/>
                </a:lnTo>
                <a:lnTo>
                  <a:pt x="5336" y="4328"/>
                </a:lnTo>
                <a:lnTo>
                  <a:pt x="5337" y="4328"/>
                </a:lnTo>
                <a:lnTo>
                  <a:pt x="5338" y="4328"/>
                </a:lnTo>
                <a:lnTo>
                  <a:pt x="5339" y="4328"/>
                </a:lnTo>
                <a:lnTo>
                  <a:pt x="5340" y="4328"/>
                </a:lnTo>
                <a:lnTo>
                  <a:pt x="5341" y="4328"/>
                </a:lnTo>
                <a:lnTo>
                  <a:pt x="5342" y="4328"/>
                </a:lnTo>
                <a:lnTo>
                  <a:pt x="5343" y="4328"/>
                </a:lnTo>
                <a:lnTo>
                  <a:pt x="5344" y="4328"/>
                </a:lnTo>
                <a:lnTo>
                  <a:pt x="5345" y="4328"/>
                </a:lnTo>
                <a:lnTo>
                  <a:pt x="5346" y="4328"/>
                </a:lnTo>
                <a:lnTo>
                  <a:pt x="5347" y="4328"/>
                </a:lnTo>
                <a:lnTo>
                  <a:pt x="5348" y="4328"/>
                </a:lnTo>
                <a:lnTo>
                  <a:pt x="5349" y="4328"/>
                </a:lnTo>
                <a:lnTo>
                  <a:pt x="5350" y="4328"/>
                </a:lnTo>
                <a:lnTo>
                  <a:pt x="5351" y="4328"/>
                </a:lnTo>
                <a:lnTo>
                  <a:pt x="5352" y="4328"/>
                </a:lnTo>
                <a:lnTo>
                  <a:pt x="5353" y="4328"/>
                </a:lnTo>
                <a:lnTo>
                  <a:pt x="5354" y="4328"/>
                </a:lnTo>
                <a:lnTo>
                  <a:pt x="5355" y="4328"/>
                </a:lnTo>
                <a:lnTo>
                  <a:pt x="5356" y="4328"/>
                </a:lnTo>
                <a:lnTo>
                  <a:pt x="5357" y="4328"/>
                </a:lnTo>
                <a:lnTo>
                  <a:pt x="5358" y="4328"/>
                </a:lnTo>
                <a:lnTo>
                  <a:pt x="5359" y="4328"/>
                </a:lnTo>
                <a:lnTo>
                  <a:pt x="5360" y="4328"/>
                </a:lnTo>
                <a:lnTo>
                  <a:pt x="5361" y="4328"/>
                </a:lnTo>
                <a:lnTo>
                  <a:pt x="5362" y="4328"/>
                </a:lnTo>
                <a:lnTo>
                  <a:pt x="5363" y="4328"/>
                </a:lnTo>
                <a:lnTo>
                  <a:pt x="5364" y="4328"/>
                </a:lnTo>
                <a:lnTo>
                  <a:pt x="5365" y="4328"/>
                </a:lnTo>
                <a:lnTo>
                  <a:pt x="5366" y="4328"/>
                </a:lnTo>
                <a:lnTo>
                  <a:pt x="5367" y="4328"/>
                </a:lnTo>
                <a:lnTo>
                  <a:pt x="5368" y="4328"/>
                </a:lnTo>
                <a:lnTo>
                  <a:pt x="5369" y="4328"/>
                </a:lnTo>
                <a:lnTo>
                  <a:pt x="5370" y="4328"/>
                </a:lnTo>
                <a:lnTo>
                  <a:pt x="5371" y="4328"/>
                </a:lnTo>
                <a:lnTo>
                  <a:pt x="5372" y="4328"/>
                </a:lnTo>
                <a:lnTo>
                  <a:pt x="5373" y="4328"/>
                </a:lnTo>
                <a:lnTo>
                  <a:pt x="5374" y="4328"/>
                </a:lnTo>
                <a:lnTo>
                  <a:pt x="5375" y="4328"/>
                </a:lnTo>
                <a:lnTo>
                  <a:pt x="5376" y="4328"/>
                </a:lnTo>
                <a:lnTo>
                  <a:pt x="5377" y="4328"/>
                </a:lnTo>
                <a:lnTo>
                  <a:pt x="5378" y="4328"/>
                </a:lnTo>
                <a:lnTo>
                  <a:pt x="5379" y="4328"/>
                </a:lnTo>
                <a:lnTo>
                  <a:pt x="5380" y="4328"/>
                </a:lnTo>
                <a:lnTo>
                  <a:pt x="5381" y="4328"/>
                </a:lnTo>
                <a:lnTo>
                  <a:pt x="5382" y="4328"/>
                </a:lnTo>
                <a:lnTo>
                  <a:pt x="5383" y="4328"/>
                </a:lnTo>
                <a:lnTo>
                  <a:pt x="5384" y="4328"/>
                </a:lnTo>
                <a:lnTo>
                  <a:pt x="5385" y="4328"/>
                </a:lnTo>
                <a:lnTo>
                  <a:pt x="5386" y="4328"/>
                </a:lnTo>
                <a:lnTo>
                  <a:pt x="5387" y="4328"/>
                </a:lnTo>
                <a:lnTo>
                  <a:pt x="5388" y="4328"/>
                </a:lnTo>
                <a:lnTo>
                  <a:pt x="5389" y="4328"/>
                </a:lnTo>
                <a:lnTo>
                  <a:pt x="5390" y="4328"/>
                </a:lnTo>
                <a:lnTo>
                  <a:pt x="5391" y="4328"/>
                </a:lnTo>
                <a:lnTo>
                  <a:pt x="5392" y="4328"/>
                </a:lnTo>
                <a:lnTo>
                  <a:pt x="5393" y="4328"/>
                </a:lnTo>
                <a:lnTo>
                  <a:pt x="5394" y="4328"/>
                </a:lnTo>
                <a:lnTo>
                  <a:pt x="5395" y="4328"/>
                </a:lnTo>
                <a:lnTo>
                  <a:pt x="5396" y="4328"/>
                </a:lnTo>
                <a:lnTo>
                  <a:pt x="5397" y="4328"/>
                </a:lnTo>
                <a:lnTo>
                  <a:pt x="5398" y="4328"/>
                </a:lnTo>
                <a:lnTo>
                  <a:pt x="5399" y="4328"/>
                </a:lnTo>
                <a:lnTo>
                  <a:pt x="5400" y="4328"/>
                </a:lnTo>
                <a:lnTo>
                  <a:pt x="5401" y="4328"/>
                </a:lnTo>
                <a:lnTo>
                  <a:pt x="5402" y="4328"/>
                </a:lnTo>
                <a:lnTo>
                  <a:pt x="5403" y="4328"/>
                </a:lnTo>
                <a:lnTo>
                  <a:pt x="5404" y="4328"/>
                </a:lnTo>
                <a:lnTo>
                  <a:pt x="5405" y="4328"/>
                </a:lnTo>
                <a:lnTo>
                  <a:pt x="5406" y="4328"/>
                </a:lnTo>
                <a:lnTo>
                  <a:pt x="5407" y="4328"/>
                </a:lnTo>
                <a:lnTo>
                  <a:pt x="5408" y="4328"/>
                </a:lnTo>
                <a:lnTo>
                  <a:pt x="5409" y="4328"/>
                </a:lnTo>
                <a:lnTo>
                  <a:pt x="5410" y="4328"/>
                </a:lnTo>
                <a:lnTo>
                  <a:pt x="5411" y="4328"/>
                </a:lnTo>
                <a:lnTo>
                  <a:pt x="5412" y="4328"/>
                </a:lnTo>
                <a:lnTo>
                  <a:pt x="5413" y="4328"/>
                </a:lnTo>
                <a:lnTo>
                  <a:pt x="5414" y="4328"/>
                </a:lnTo>
                <a:lnTo>
                  <a:pt x="5415" y="4328"/>
                </a:lnTo>
                <a:lnTo>
                  <a:pt x="5416" y="4328"/>
                </a:lnTo>
                <a:lnTo>
                  <a:pt x="5417" y="4328"/>
                </a:lnTo>
                <a:lnTo>
                  <a:pt x="5418" y="4328"/>
                </a:lnTo>
                <a:lnTo>
                  <a:pt x="5419" y="4328"/>
                </a:lnTo>
                <a:lnTo>
                  <a:pt x="5420" y="4328"/>
                </a:lnTo>
                <a:lnTo>
                  <a:pt x="5421" y="4328"/>
                </a:lnTo>
                <a:lnTo>
                  <a:pt x="5422" y="4328"/>
                </a:lnTo>
                <a:lnTo>
                  <a:pt x="5423" y="4328"/>
                </a:lnTo>
                <a:lnTo>
                  <a:pt x="5424" y="4328"/>
                </a:lnTo>
                <a:lnTo>
                  <a:pt x="5425" y="4328"/>
                </a:lnTo>
                <a:lnTo>
                  <a:pt x="5426" y="4328"/>
                </a:lnTo>
                <a:lnTo>
                  <a:pt x="5427" y="4328"/>
                </a:lnTo>
                <a:lnTo>
                  <a:pt x="5428" y="4328"/>
                </a:lnTo>
                <a:lnTo>
                  <a:pt x="5429" y="4328"/>
                </a:lnTo>
                <a:lnTo>
                  <a:pt x="5430" y="4328"/>
                </a:lnTo>
                <a:lnTo>
                  <a:pt x="5431" y="4328"/>
                </a:lnTo>
                <a:lnTo>
                  <a:pt x="5432" y="4328"/>
                </a:lnTo>
                <a:lnTo>
                  <a:pt x="5433" y="4328"/>
                </a:lnTo>
                <a:lnTo>
                  <a:pt x="5434" y="4328"/>
                </a:lnTo>
                <a:lnTo>
                  <a:pt x="5435" y="4328"/>
                </a:lnTo>
                <a:lnTo>
                  <a:pt x="5436" y="4328"/>
                </a:lnTo>
                <a:lnTo>
                  <a:pt x="5437" y="4328"/>
                </a:lnTo>
                <a:lnTo>
                  <a:pt x="5438" y="4328"/>
                </a:lnTo>
                <a:lnTo>
                  <a:pt x="5439" y="4328"/>
                </a:lnTo>
                <a:lnTo>
                  <a:pt x="5440" y="4328"/>
                </a:lnTo>
                <a:lnTo>
                  <a:pt x="5441" y="4328"/>
                </a:lnTo>
                <a:lnTo>
                  <a:pt x="5442" y="4328"/>
                </a:lnTo>
                <a:lnTo>
                  <a:pt x="5443" y="4328"/>
                </a:lnTo>
                <a:lnTo>
                  <a:pt x="5444" y="4328"/>
                </a:lnTo>
                <a:lnTo>
                  <a:pt x="5445" y="4328"/>
                </a:lnTo>
                <a:lnTo>
                  <a:pt x="5446" y="4328"/>
                </a:lnTo>
                <a:lnTo>
                  <a:pt x="5447" y="4328"/>
                </a:lnTo>
                <a:lnTo>
                  <a:pt x="5448" y="4328"/>
                </a:lnTo>
                <a:lnTo>
                  <a:pt x="5449" y="4328"/>
                </a:lnTo>
                <a:lnTo>
                  <a:pt x="5450" y="4328"/>
                </a:lnTo>
                <a:lnTo>
                  <a:pt x="5451" y="4328"/>
                </a:lnTo>
                <a:lnTo>
                  <a:pt x="5452" y="4328"/>
                </a:lnTo>
                <a:lnTo>
                  <a:pt x="5453" y="4328"/>
                </a:lnTo>
                <a:lnTo>
                  <a:pt x="5454" y="4328"/>
                </a:lnTo>
                <a:lnTo>
                  <a:pt x="5455" y="4328"/>
                </a:lnTo>
                <a:lnTo>
                  <a:pt x="5456" y="4328"/>
                </a:lnTo>
                <a:lnTo>
                  <a:pt x="5457" y="4328"/>
                </a:lnTo>
                <a:lnTo>
                  <a:pt x="5458" y="4328"/>
                </a:lnTo>
                <a:lnTo>
                  <a:pt x="5459" y="4328"/>
                </a:lnTo>
                <a:lnTo>
                  <a:pt x="5460" y="4328"/>
                </a:lnTo>
                <a:lnTo>
                  <a:pt x="5461" y="4328"/>
                </a:lnTo>
                <a:lnTo>
                  <a:pt x="5462" y="4328"/>
                </a:lnTo>
                <a:lnTo>
                  <a:pt x="5463" y="4328"/>
                </a:lnTo>
                <a:lnTo>
                  <a:pt x="5464" y="4328"/>
                </a:lnTo>
                <a:lnTo>
                  <a:pt x="5465" y="4328"/>
                </a:lnTo>
                <a:lnTo>
                  <a:pt x="5466" y="4328"/>
                </a:lnTo>
                <a:lnTo>
                  <a:pt x="5467" y="4328"/>
                </a:lnTo>
                <a:lnTo>
                  <a:pt x="5468" y="4328"/>
                </a:lnTo>
                <a:lnTo>
                  <a:pt x="5469" y="4328"/>
                </a:lnTo>
                <a:lnTo>
                  <a:pt x="5470" y="4328"/>
                </a:lnTo>
                <a:lnTo>
                  <a:pt x="5471" y="4328"/>
                </a:lnTo>
                <a:lnTo>
                  <a:pt x="5472" y="4328"/>
                </a:lnTo>
                <a:lnTo>
                  <a:pt x="5473" y="4328"/>
                </a:lnTo>
                <a:lnTo>
                  <a:pt x="5474" y="4328"/>
                </a:lnTo>
                <a:lnTo>
                  <a:pt x="5475" y="4328"/>
                </a:lnTo>
                <a:lnTo>
                  <a:pt x="5476" y="4328"/>
                </a:lnTo>
                <a:lnTo>
                  <a:pt x="5477" y="4328"/>
                </a:lnTo>
                <a:lnTo>
                  <a:pt x="5478" y="4328"/>
                </a:lnTo>
                <a:lnTo>
                  <a:pt x="5479" y="4328"/>
                </a:lnTo>
                <a:lnTo>
                  <a:pt x="5480" y="4328"/>
                </a:lnTo>
                <a:lnTo>
                  <a:pt x="5481" y="4328"/>
                </a:lnTo>
                <a:lnTo>
                  <a:pt x="5482" y="4328"/>
                </a:lnTo>
                <a:lnTo>
                  <a:pt x="5483" y="4328"/>
                </a:lnTo>
                <a:lnTo>
                  <a:pt x="5484" y="4328"/>
                </a:lnTo>
                <a:lnTo>
                  <a:pt x="5485" y="4328"/>
                </a:lnTo>
                <a:lnTo>
                  <a:pt x="5486" y="4328"/>
                </a:lnTo>
                <a:lnTo>
                  <a:pt x="5487" y="4328"/>
                </a:lnTo>
                <a:lnTo>
                  <a:pt x="5488" y="4328"/>
                </a:lnTo>
                <a:lnTo>
                  <a:pt x="5489" y="4328"/>
                </a:lnTo>
                <a:lnTo>
                  <a:pt x="5490" y="4328"/>
                </a:lnTo>
                <a:lnTo>
                  <a:pt x="5491" y="4328"/>
                </a:lnTo>
                <a:lnTo>
                  <a:pt x="5492" y="4328"/>
                </a:lnTo>
                <a:lnTo>
                  <a:pt x="5493" y="4328"/>
                </a:lnTo>
                <a:lnTo>
                  <a:pt x="5494" y="4328"/>
                </a:lnTo>
                <a:lnTo>
                  <a:pt x="5495" y="4328"/>
                </a:lnTo>
                <a:lnTo>
                  <a:pt x="5496" y="4328"/>
                </a:lnTo>
                <a:lnTo>
                  <a:pt x="5497" y="4328"/>
                </a:lnTo>
                <a:lnTo>
                  <a:pt x="5498" y="4328"/>
                </a:lnTo>
                <a:lnTo>
                  <a:pt x="5499" y="4328"/>
                </a:lnTo>
                <a:lnTo>
                  <a:pt x="5500" y="4328"/>
                </a:lnTo>
                <a:lnTo>
                  <a:pt x="5501" y="4328"/>
                </a:lnTo>
                <a:lnTo>
                  <a:pt x="5502" y="4328"/>
                </a:lnTo>
                <a:lnTo>
                  <a:pt x="5503" y="4328"/>
                </a:lnTo>
                <a:lnTo>
                  <a:pt x="5504" y="4328"/>
                </a:lnTo>
                <a:lnTo>
                  <a:pt x="5505" y="4328"/>
                </a:lnTo>
                <a:lnTo>
                  <a:pt x="5506" y="4328"/>
                </a:lnTo>
                <a:lnTo>
                  <a:pt x="5507" y="4328"/>
                </a:lnTo>
                <a:lnTo>
                  <a:pt x="5508" y="4328"/>
                </a:lnTo>
                <a:lnTo>
                  <a:pt x="5509" y="4328"/>
                </a:lnTo>
                <a:lnTo>
                  <a:pt x="5510" y="4328"/>
                </a:lnTo>
                <a:lnTo>
                  <a:pt x="5511" y="4328"/>
                </a:lnTo>
                <a:lnTo>
                  <a:pt x="5512" y="4328"/>
                </a:lnTo>
                <a:lnTo>
                  <a:pt x="5513" y="4328"/>
                </a:lnTo>
                <a:lnTo>
                  <a:pt x="5514" y="4328"/>
                </a:lnTo>
                <a:lnTo>
                  <a:pt x="5515" y="4328"/>
                </a:lnTo>
                <a:lnTo>
                  <a:pt x="5516" y="4328"/>
                </a:lnTo>
                <a:lnTo>
                  <a:pt x="5517" y="4328"/>
                </a:lnTo>
                <a:lnTo>
                  <a:pt x="5518" y="4328"/>
                </a:lnTo>
                <a:lnTo>
                  <a:pt x="5519" y="4328"/>
                </a:lnTo>
                <a:lnTo>
                  <a:pt x="5520" y="4328"/>
                </a:lnTo>
                <a:lnTo>
                  <a:pt x="5521" y="4328"/>
                </a:lnTo>
                <a:lnTo>
                  <a:pt x="5522" y="4328"/>
                </a:lnTo>
                <a:lnTo>
                  <a:pt x="5523" y="4328"/>
                </a:lnTo>
                <a:lnTo>
                  <a:pt x="5524" y="4328"/>
                </a:lnTo>
                <a:lnTo>
                  <a:pt x="5525" y="4328"/>
                </a:lnTo>
                <a:lnTo>
                  <a:pt x="5526" y="4328"/>
                </a:lnTo>
                <a:lnTo>
                  <a:pt x="5527" y="4328"/>
                </a:lnTo>
                <a:lnTo>
                  <a:pt x="5528" y="4328"/>
                </a:lnTo>
                <a:lnTo>
                  <a:pt x="5529" y="4328"/>
                </a:lnTo>
                <a:lnTo>
                  <a:pt x="5530" y="4328"/>
                </a:lnTo>
                <a:lnTo>
                  <a:pt x="5531" y="4328"/>
                </a:lnTo>
                <a:lnTo>
                  <a:pt x="5532" y="4328"/>
                </a:lnTo>
                <a:lnTo>
                  <a:pt x="5533" y="4328"/>
                </a:lnTo>
                <a:lnTo>
                  <a:pt x="5534" y="4328"/>
                </a:lnTo>
                <a:lnTo>
                  <a:pt x="5535" y="4328"/>
                </a:lnTo>
                <a:lnTo>
                  <a:pt x="5536" y="4328"/>
                </a:lnTo>
                <a:lnTo>
                  <a:pt x="5537" y="4328"/>
                </a:lnTo>
                <a:lnTo>
                  <a:pt x="5538" y="4328"/>
                </a:lnTo>
                <a:lnTo>
                  <a:pt x="5539" y="4328"/>
                </a:lnTo>
                <a:lnTo>
                  <a:pt x="5540" y="4328"/>
                </a:lnTo>
                <a:lnTo>
                  <a:pt x="5541" y="4328"/>
                </a:lnTo>
                <a:lnTo>
                  <a:pt x="5542" y="4328"/>
                </a:lnTo>
                <a:lnTo>
                  <a:pt x="5543" y="4328"/>
                </a:lnTo>
                <a:lnTo>
                  <a:pt x="5544" y="4328"/>
                </a:lnTo>
                <a:lnTo>
                  <a:pt x="5545" y="4328"/>
                </a:lnTo>
                <a:lnTo>
                  <a:pt x="5546" y="4328"/>
                </a:lnTo>
                <a:lnTo>
                  <a:pt x="5547" y="4328"/>
                </a:lnTo>
                <a:lnTo>
                  <a:pt x="5548" y="4328"/>
                </a:lnTo>
                <a:lnTo>
                  <a:pt x="5549" y="4328"/>
                </a:lnTo>
                <a:lnTo>
                  <a:pt x="5550" y="4328"/>
                </a:lnTo>
                <a:lnTo>
                  <a:pt x="5551" y="4328"/>
                </a:lnTo>
                <a:lnTo>
                  <a:pt x="5552" y="4328"/>
                </a:lnTo>
                <a:lnTo>
                  <a:pt x="5553" y="4328"/>
                </a:lnTo>
                <a:lnTo>
                  <a:pt x="5554" y="4328"/>
                </a:lnTo>
                <a:lnTo>
                  <a:pt x="5555" y="4328"/>
                </a:lnTo>
                <a:lnTo>
                  <a:pt x="5556" y="4328"/>
                </a:lnTo>
                <a:lnTo>
                  <a:pt x="5557" y="4328"/>
                </a:lnTo>
                <a:lnTo>
                  <a:pt x="5558" y="4328"/>
                </a:lnTo>
                <a:lnTo>
                  <a:pt x="5559" y="4328"/>
                </a:lnTo>
                <a:lnTo>
                  <a:pt x="5560" y="4328"/>
                </a:lnTo>
                <a:lnTo>
                  <a:pt x="5561" y="4328"/>
                </a:lnTo>
                <a:lnTo>
                  <a:pt x="5562" y="4328"/>
                </a:lnTo>
                <a:lnTo>
                  <a:pt x="5563" y="4328"/>
                </a:lnTo>
                <a:lnTo>
                  <a:pt x="5564" y="4328"/>
                </a:lnTo>
                <a:lnTo>
                  <a:pt x="5565" y="4328"/>
                </a:lnTo>
                <a:lnTo>
                  <a:pt x="5566" y="4328"/>
                </a:lnTo>
                <a:lnTo>
                  <a:pt x="5567" y="4328"/>
                </a:lnTo>
                <a:lnTo>
                  <a:pt x="5568" y="4328"/>
                </a:lnTo>
                <a:lnTo>
                  <a:pt x="5569" y="4328"/>
                </a:lnTo>
                <a:lnTo>
                  <a:pt x="5570" y="4328"/>
                </a:lnTo>
                <a:lnTo>
                  <a:pt x="5571" y="4328"/>
                </a:lnTo>
                <a:lnTo>
                  <a:pt x="5572" y="4328"/>
                </a:lnTo>
                <a:lnTo>
                  <a:pt x="5573" y="4328"/>
                </a:lnTo>
                <a:lnTo>
                  <a:pt x="5574" y="4328"/>
                </a:lnTo>
                <a:lnTo>
                  <a:pt x="5575" y="4328"/>
                </a:lnTo>
                <a:lnTo>
                  <a:pt x="5576" y="4328"/>
                </a:lnTo>
                <a:lnTo>
                  <a:pt x="5577" y="4328"/>
                </a:lnTo>
                <a:lnTo>
                  <a:pt x="5578" y="4328"/>
                </a:lnTo>
                <a:lnTo>
                  <a:pt x="5579" y="4328"/>
                </a:lnTo>
                <a:lnTo>
                  <a:pt x="5580" y="4328"/>
                </a:lnTo>
                <a:lnTo>
                  <a:pt x="5581" y="4328"/>
                </a:lnTo>
                <a:lnTo>
                  <a:pt x="5582" y="4328"/>
                </a:lnTo>
                <a:lnTo>
                  <a:pt x="5583" y="4328"/>
                </a:lnTo>
                <a:lnTo>
                  <a:pt x="5584" y="4328"/>
                </a:lnTo>
                <a:lnTo>
                  <a:pt x="5585" y="4328"/>
                </a:lnTo>
                <a:lnTo>
                  <a:pt x="5586" y="4328"/>
                </a:lnTo>
                <a:lnTo>
                  <a:pt x="5587" y="4328"/>
                </a:lnTo>
                <a:lnTo>
                  <a:pt x="5588" y="4328"/>
                </a:lnTo>
                <a:lnTo>
                  <a:pt x="5589" y="4328"/>
                </a:lnTo>
                <a:lnTo>
                  <a:pt x="5590" y="4328"/>
                </a:lnTo>
                <a:lnTo>
                  <a:pt x="5591" y="4328"/>
                </a:lnTo>
                <a:lnTo>
                  <a:pt x="5592" y="4328"/>
                </a:lnTo>
                <a:lnTo>
                  <a:pt x="5593" y="4328"/>
                </a:lnTo>
                <a:lnTo>
                  <a:pt x="5594" y="4328"/>
                </a:lnTo>
                <a:lnTo>
                  <a:pt x="5595" y="4328"/>
                </a:lnTo>
                <a:lnTo>
                  <a:pt x="5596" y="4328"/>
                </a:lnTo>
                <a:lnTo>
                  <a:pt x="5597" y="4328"/>
                </a:lnTo>
                <a:lnTo>
                  <a:pt x="5598" y="4328"/>
                </a:lnTo>
                <a:lnTo>
                  <a:pt x="5599" y="4328"/>
                </a:lnTo>
                <a:lnTo>
                  <a:pt x="5600" y="4328"/>
                </a:lnTo>
                <a:lnTo>
                  <a:pt x="5601" y="4328"/>
                </a:lnTo>
                <a:lnTo>
                  <a:pt x="5602" y="4328"/>
                </a:lnTo>
                <a:lnTo>
                  <a:pt x="5603" y="4328"/>
                </a:lnTo>
                <a:lnTo>
                  <a:pt x="5604" y="4328"/>
                </a:lnTo>
                <a:lnTo>
                  <a:pt x="5605" y="4328"/>
                </a:lnTo>
                <a:lnTo>
                  <a:pt x="5606" y="4328"/>
                </a:lnTo>
                <a:lnTo>
                  <a:pt x="5607" y="4328"/>
                </a:lnTo>
                <a:lnTo>
                  <a:pt x="5608" y="4328"/>
                </a:lnTo>
                <a:lnTo>
                  <a:pt x="5609" y="4328"/>
                </a:lnTo>
                <a:lnTo>
                  <a:pt x="5610" y="4328"/>
                </a:lnTo>
                <a:lnTo>
                  <a:pt x="5611" y="4328"/>
                </a:lnTo>
                <a:lnTo>
                  <a:pt x="5612" y="4328"/>
                </a:lnTo>
                <a:lnTo>
                  <a:pt x="5613" y="4328"/>
                </a:lnTo>
                <a:lnTo>
                  <a:pt x="5614" y="4328"/>
                </a:lnTo>
                <a:lnTo>
                  <a:pt x="5615" y="4328"/>
                </a:lnTo>
                <a:lnTo>
                  <a:pt x="5616" y="4328"/>
                </a:lnTo>
                <a:lnTo>
                  <a:pt x="5617" y="4328"/>
                </a:lnTo>
                <a:lnTo>
                  <a:pt x="5618" y="4328"/>
                </a:lnTo>
                <a:lnTo>
                  <a:pt x="5619" y="4328"/>
                </a:lnTo>
                <a:lnTo>
                  <a:pt x="5620" y="4328"/>
                </a:lnTo>
                <a:lnTo>
                  <a:pt x="5621" y="4328"/>
                </a:lnTo>
                <a:lnTo>
                  <a:pt x="5622" y="4328"/>
                </a:lnTo>
                <a:lnTo>
                  <a:pt x="5623" y="4328"/>
                </a:lnTo>
                <a:lnTo>
                  <a:pt x="5624" y="4328"/>
                </a:lnTo>
                <a:lnTo>
                  <a:pt x="5625" y="4328"/>
                </a:lnTo>
                <a:lnTo>
                  <a:pt x="5626" y="4328"/>
                </a:lnTo>
                <a:lnTo>
                  <a:pt x="5627" y="4328"/>
                </a:lnTo>
                <a:lnTo>
                  <a:pt x="5628" y="4328"/>
                </a:lnTo>
                <a:lnTo>
                  <a:pt x="5629" y="4328"/>
                </a:lnTo>
                <a:lnTo>
                  <a:pt x="5630" y="4328"/>
                </a:lnTo>
                <a:lnTo>
                  <a:pt x="5631" y="4328"/>
                </a:lnTo>
                <a:lnTo>
                  <a:pt x="5632" y="4328"/>
                </a:lnTo>
                <a:lnTo>
                  <a:pt x="5633" y="4328"/>
                </a:lnTo>
                <a:lnTo>
                  <a:pt x="5634" y="4328"/>
                </a:lnTo>
                <a:lnTo>
                  <a:pt x="5635" y="4328"/>
                </a:lnTo>
                <a:lnTo>
                  <a:pt x="5636" y="4328"/>
                </a:lnTo>
                <a:lnTo>
                  <a:pt x="5637" y="4328"/>
                </a:lnTo>
                <a:lnTo>
                  <a:pt x="5638" y="4328"/>
                </a:lnTo>
                <a:lnTo>
                  <a:pt x="5639" y="4328"/>
                </a:lnTo>
                <a:lnTo>
                  <a:pt x="5640" y="4328"/>
                </a:lnTo>
                <a:lnTo>
                  <a:pt x="5641" y="4328"/>
                </a:lnTo>
                <a:lnTo>
                  <a:pt x="5642" y="4328"/>
                </a:lnTo>
                <a:lnTo>
                  <a:pt x="5643" y="4328"/>
                </a:lnTo>
                <a:lnTo>
                  <a:pt x="5644" y="4328"/>
                </a:lnTo>
                <a:lnTo>
                  <a:pt x="5645" y="4328"/>
                </a:lnTo>
                <a:lnTo>
                  <a:pt x="5646" y="4328"/>
                </a:lnTo>
                <a:lnTo>
                  <a:pt x="5647" y="4328"/>
                </a:lnTo>
                <a:lnTo>
                  <a:pt x="5648" y="4328"/>
                </a:lnTo>
                <a:lnTo>
                  <a:pt x="5649" y="4328"/>
                </a:lnTo>
                <a:lnTo>
                  <a:pt x="5650" y="4328"/>
                </a:lnTo>
                <a:lnTo>
                  <a:pt x="5651" y="4328"/>
                </a:lnTo>
                <a:lnTo>
                  <a:pt x="5652" y="4328"/>
                </a:lnTo>
                <a:lnTo>
                  <a:pt x="5653" y="4328"/>
                </a:lnTo>
                <a:lnTo>
                  <a:pt x="5654" y="4328"/>
                </a:lnTo>
                <a:lnTo>
                  <a:pt x="5655" y="4328"/>
                </a:lnTo>
                <a:lnTo>
                  <a:pt x="5656" y="4328"/>
                </a:lnTo>
                <a:lnTo>
                  <a:pt x="5657" y="4328"/>
                </a:lnTo>
                <a:lnTo>
                  <a:pt x="5658" y="4328"/>
                </a:lnTo>
                <a:lnTo>
                  <a:pt x="5659" y="4328"/>
                </a:lnTo>
                <a:lnTo>
                  <a:pt x="5660" y="4328"/>
                </a:lnTo>
                <a:lnTo>
                  <a:pt x="5661" y="4328"/>
                </a:lnTo>
                <a:lnTo>
                  <a:pt x="5662" y="4328"/>
                </a:lnTo>
                <a:lnTo>
                  <a:pt x="5663" y="4328"/>
                </a:lnTo>
                <a:lnTo>
                  <a:pt x="5664" y="4328"/>
                </a:lnTo>
                <a:lnTo>
                  <a:pt x="5665" y="4328"/>
                </a:lnTo>
                <a:lnTo>
                  <a:pt x="5666" y="4328"/>
                </a:lnTo>
                <a:lnTo>
                  <a:pt x="5667" y="4328"/>
                </a:lnTo>
                <a:lnTo>
                  <a:pt x="5668" y="4328"/>
                </a:lnTo>
                <a:lnTo>
                  <a:pt x="5669" y="4328"/>
                </a:lnTo>
                <a:lnTo>
                  <a:pt x="5670" y="4328"/>
                </a:lnTo>
                <a:lnTo>
                  <a:pt x="5671" y="4328"/>
                </a:lnTo>
                <a:lnTo>
                  <a:pt x="5672" y="4328"/>
                </a:lnTo>
                <a:lnTo>
                  <a:pt x="5673" y="4328"/>
                </a:lnTo>
                <a:lnTo>
                  <a:pt x="5674" y="4328"/>
                </a:lnTo>
                <a:lnTo>
                  <a:pt x="5675" y="4328"/>
                </a:lnTo>
                <a:lnTo>
                  <a:pt x="5676" y="4328"/>
                </a:lnTo>
                <a:lnTo>
                  <a:pt x="5677" y="4328"/>
                </a:lnTo>
                <a:lnTo>
                  <a:pt x="5678" y="4328"/>
                </a:lnTo>
                <a:lnTo>
                  <a:pt x="5679" y="4328"/>
                </a:lnTo>
                <a:lnTo>
                  <a:pt x="5680" y="4328"/>
                </a:lnTo>
                <a:lnTo>
                  <a:pt x="5681" y="4328"/>
                </a:lnTo>
                <a:lnTo>
                  <a:pt x="5682" y="4328"/>
                </a:lnTo>
                <a:lnTo>
                  <a:pt x="5683" y="4328"/>
                </a:lnTo>
                <a:lnTo>
                  <a:pt x="5684" y="4328"/>
                </a:lnTo>
                <a:lnTo>
                  <a:pt x="5685" y="4328"/>
                </a:lnTo>
                <a:lnTo>
                  <a:pt x="5686" y="4328"/>
                </a:lnTo>
                <a:lnTo>
                  <a:pt x="5687" y="4328"/>
                </a:lnTo>
                <a:lnTo>
                  <a:pt x="5688" y="4328"/>
                </a:lnTo>
                <a:lnTo>
                  <a:pt x="5689" y="4328"/>
                </a:lnTo>
                <a:lnTo>
                  <a:pt x="5690" y="4328"/>
                </a:lnTo>
                <a:lnTo>
                  <a:pt x="5691" y="4328"/>
                </a:lnTo>
                <a:lnTo>
                  <a:pt x="5692" y="4328"/>
                </a:lnTo>
                <a:lnTo>
                  <a:pt x="5693" y="4328"/>
                </a:lnTo>
                <a:lnTo>
                  <a:pt x="5694" y="4328"/>
                </a:lnTo>
                <a:lnTo>
                  <a:pt x="5695" y="4328"/>
                </a:lnTo>
                <a:lnTo>
                  <a:pt x="5696" y="4328"/>
                </a:lnTo>
                <a:lnTo>
                  <a:pt x="5697" y="4328"/>
                </a:lnTo>
                <a:lnTo>
                  <a:pt x="5698" y="4328"/>
                </a:lnTo>
                <a:lnTo>
                  <a:pt x="5699" y="4328"/>
                </a:lnTo>
                <a:lnTo>
                  <a:pt x="5700" y="4328"/>
                </a:lnTo>
                <a:lnTo>
                  <a:pt x="5701" y="4328"/>
                </a:lnTo>
                <a:lnTo>
                  <a:pt x="5702" y="4328"/>
                </a:lnTo>
                <a:lnTo>
                  <a:pt x="5703" y="4328"/>
                </a:lnTo>
                <a:lnTo>
                  <a:pt x="5704" y="4328"/>
                </a:lnTo>
                <a:lnTo>
                  <a:pt x="5705" y="4328"/>
                </a:lnTo>
                <a:lnTo>
                  <a:pt x="5706" y="4328"/>
                </a:lnTo>
                <a:lnTo>
                  <a:pt x="5707" y="4328"/>
                </a:lnTo>
                <a:lnTo>
                  <a:pt x="5708" y="4328"/>
                </a:lnTo>
                <a:lnTo>
                  <a:pt x="5709" y="4328"/>
                </a:lnTo>
                <a:lnTo>
                  <a:pt x="5710" y="4328"/>
                </a:lnTo>
                <a:lnTo>
                  <a:pt x="5711" y="4328"/>
                </a:lnTo>
                <a:lnTo>
                  <a:pt x="5712" y="4328"/>
                </a:lnTo>
                <a:lnTo>
                  <a:pt x="5713" y="4328"/>
                </a:lnTo>
                <a:lnTo>
                  <a:pt x="5714" y="4328"/>
                </a:lnTo>
                <a:lnTo>
                  <a:pt x="5715" y="4328"/>
                </a:lnTo>
                <a:lnTo>
                  <a:pt x="5716" y="4328"/>
                </a:lnTo>
                <a:lnTo>
                  <a:pt x="5717" y="4328"/>
                </a:lnTo>
                <a:lnTo>
                  <a:pt x="5718" y="4328"/>
                </a:lnTo>
                <a:lnTo>
                  <a:pt x="5719" y="4328"/>
                </a:lnTo>
                <a:lnTo>
                  <a:pt x="5720" y="4328"/>
                </a:lnTo>
                <a:lnTo>
                  <a:pt x="5721" y="4328"/>
                </a:lnTo>
                <a:lnTo>
                  <a:pt x="5722" y="4328"/>
                </a:lnTo>
                <a:lnTo>
                  <a:pt x="5723" y="4328"/>
                </a:lnTo>
                <a:lnTo>
                  <a:pt x="5724" y="4328"/>
                </a:lnTo>
                <a:lnTo>
                  <a:pt x="5725" y="4328"/>
                </a:lnTo>
                <a:lnTo>
                  <a:pt x="5726" y="4328"/>
                </a:lnTo>
                <a:lnTo>
                  <a:pt x="5727" y="4328"/>
                </a:lnTo>
                <a:lnTo>
                  <a:pt x="5728" y="4328"/>
                </a:lnTo>
                <a:lnTo>
                  <a:pt x="5729" y="4328"/>
                </a:lnTo>
                <a:lnTo>
                  <a:pt x="5730" y="4328"/>
                </a:lnTo>
                <a:lnTo>
                  <a:pt x="5731" y="4328"/>
                </a:lnTo>
                <a:lnTo>
                  <a:pt x="5732" y="4328"/>
                </a:lnTo>
                <a:lnTo>
                  <a:pt x="5733" y="4328"/>
                </a:lnTo>
                <a:lnTo>
                  <a:pt x="5734" y="4328"/>
                </a:lnTo>
                <a:lnTo>
                  <a:pt x="5735" y="4328"/>
                </a:lnTo>
                <a:lnTo>
                  <a:pt x="5736" y="4328"/>
                </a:lnTo>
                <a:lnTo>
                  <a:pt x="5737" y="4328"/>
                </a:lnTo>
                <a:lnTo>
                  <a:pt x="5738" y="4328"/>
                </a:lnTo>
                <a:lnTo>
                  <a:pt x="5739" y="4328"/>
                </a:lnTo>
                <a:lnTo>
                  <a:pt x="5740" y="4328"/>
                </a:lnTo>
                <a:lnTo>
                  <a:pt x="5741" y="4328"/>
                </a:lnTo>
                <a:lnTo>
                  <a:pt x="5742" y="4328"/>
                </a:lnTo>
                <a:lnTo>
                  <a:pt x="5743" y="4328"/>
                </a:lnTo>
                <a:lnTo>
                  <a:pt x="5744" y="4328"/>
                </a:lnTo>
                <a:lnTo>
                  <a:pt x="5745" y="4328"/>
                </a:lnTo>
                <a:lnTo>
                  <a:pt x="5746" y="4328"/>
                </a:lnTo>
                <a:lnTo>
                  <a:pt x="5747" y="4328"/>
                </a:lnTo>
                <a:lnTo>
                  <a:pt x="5748" y="4328"/>
                </a:lnTo>
                <a:lnTo>
                  <a:pt x="5749" y="4328"/>
                </a:lnTo>
                <a:lnTo>
                  <a:pt x="5750" y="4328"/>
                </a:lnTo>
                <a:lnTo>
                  <a:pt x="5751" y="4328"/>
                </a:lnTo>
                <a:lnTo>
                  <a:pt x="5752" y="4328"/>
                </a:lnTo>
                <a:lnTo>
                  <a:pt x="5753" y="4328"/>
                </a:lnTo>
                <a:lnTo>
                  <a:pt x="5754" y="4328"/>
                </a:lnTo>
                <a:lnTo>
                  <a:pt x="5755" y="4328"/>
                </a:lnTo>
                <a:lnTo>
                  <a:pt x="5756" y="4328"/>
                </a:lnTo>
                <a:lnTo>
                  <a:pt x="5757" y="4328"/>
                </a:lnTo>
                <a:lnTo>
                  <a:pt x="5758" y="4328"/>
                </a:lnTo>
                <a:lnTo>
                  <a:pt x="5759" y="4328"/>
                </a:lnTo>
                <a:lnTo>
                  <a:pt x="5760" y="4328"/>
                </a:lnTo>
                <a:lnTo>
                  <a:pt x="5761" y="4328"/>
                </a:lnTo>
                <a:lnTo>
                  <a:pt x="5762" y="4328"/>
                </a:lnTo>
                <a:lnTo>
                  <a:pt x="5763" y="4328"/>
                </a:lnTo>
                <a:lnTo>
                  <a:pt x="5764" y="4328"/>
                </a:lnTo>
                <a:lnTo>
                  <a:pt x="5765" y="4328"/>
                </a:lnTo>
                <a:lnTo>
                  <a:pt x="5766" y="4328"/>
                </a:lnTo>
                <a:lnTo>
                  <a:pt x="5767" y="4328"/>
                </a:lnTo>
                <a:lnTo>
                  <a:pt x="5768" y="4328"/>
                </a:lnTo>
                <a:lnTo>
                  <a:pt x="5769" y="4328"/>
                </a:lnTo>
                <a:lnTo>
                  <a:pt x="5770" y="4328"/>
                </a:lnTo>
                <a:lnTo>
                  <a:pt x="5771" y="4328"/>
                </a:lnTo>
                <a:lnTo>
                  <a:pt x="5772" y="4328"/>
                </a:lnTo>
                <a:lnTo>
                  <a:pt x="5773" y="4328"/>
                </a:lnTo>
                <a:lnTo>
                  <a:pt x="5774" y="4328"/>
                </a:lnTo>
                <a:lnTo>
                  <a:pt x="5775" y="4328"/>
                </a:lnTo>
                <a:lnTo>
                  <a:pt x="5776" y="4328"/>
                </a:lnTo>
                <a:lnTo>
                  <a:pt x="5777" y="4328"/>
                </a:lnTo>
                <a:lnTo>
                  <a:pt x="5778" y="4328"/>
                </a:lnTo>
                <a:lnTo>
                  <a:pt x="5779" y="4328"/>
                </a:lnTo>
                <a:lnTo>
                  <a:pt x="5780" y="4328"/>
                </a:lnTo>
                <a:lnTo>
                  <a:pt x="5781" y="4328"/>
                </a:lnTo>
                <a:lnTo>
                  <a:pt x="5782" y="4328"/>
                </a:lnTo>
                <a:lnTo>
                  <a:pt x="5783" y="4328"/>
                </a:lnTo>
                <a:lnTo>
                  <a:pt x="5784" y="4328"/>
                </a:lnTo>
                <a:lnTo>
                  <a:pt x="5785" y="4328"/>
                </a:lnTo>
                <a:lnTo>
                  <a:pt x="5786" y="4328"/>
                </a:lnTo>
                <a:lnTo>
                  <a:pt x="5787" y="4328"/>
                </a:lnTo>
                <a:lnTo>
                  <a:pt x="5788" y="4328"/>
                </a:lnTo>
                <a:lnTo>
                  <a:pt x="5789" y="4328"/>
                </a:lnTo>
                <a:lnTo>
                  <a:pt x="5790" y="4328"/>
                </a:lnTo>
                <a:lnTo>
                  <a:pt x="5791" y="4328"/>
                </a:lnTo>
                <a:lnTo>
                  <a:pt x="5792" y="4328"/>
                </a:lnTo>
                <a:lnTo>
                  <a:pt x="5793" y="4328"/>
                </a:lnTo>
                <a:lnTo>
                  <a:pt x="5794" y="4328"/>
                </a:lnTo>
                <a:lnTo>
                  <a:pt x="5795" y="4328"/>
                </a:lnTo>
                <a:lnTo>
                  <a:pt x="5796" y="4328"/>
                </a:lnTo>
                <a:lnTo>
                  <a:pt x="5797" y="4328"/>
                </a:lnTo>
                <a:lnTo>
                  <a:pt x="5798" y="4328"/>
                </a:lnTo>
                <a:lnTo>
                  <a:pt x="5799" y="4328"/>
                </a:lnTo>
                <a:lnTo>
                  <a:pt x="5800" y="4328"/>
                </a:lnTo>
                <a:lnTo>
                  <a:pt x="5801" y="4328"/>
                </a:lnTo>
                <a:lnTo>
                  <a:pt x="5802" y="4328"/>
                </a:lnTo>
                <a:lnTo>
                  <a:pt x="5803" y="4328"/>
                </a:lnTo>
                <a:lnTo>
                  <a:pt x="5804" y="4328"/>
                </a:lnTo>
                <a:lnTo>
                  <a:pt x="5805" y="4328"/>
                </a:lnTo>
                <a:lnTo>
                  <a:pt x="5806" y="4328"/>
                </a:lnTo>
                <a:lnTo>
                  <a:pt x="5807" y="4328"/>
                </a:lnTo>
                <a:lnTo>
                  <a:pt x="5808" y="4328"/>
                </a:lnTo>
                <a:lnTo>
                  <a:pt x="5809" y="4328"/>
                </a:lnTo>
                <a:lnTo>
                  <a:pt x="5810" y="4328"/>
                </a:lnTo>
                <a:lnTo>
                  <a:pt x="5811" y="4328"/>
                </a:lnTo>
                <a:lnTo>
                  <a:pt x="5812" y="4328"/>
                </a:lnTo>
                <a:lnTo>
                  <a:pt x="5813" y="4328"/>
                </a:lnTo>
                <a:lnTo>
                  <a:pt x="5814" y="4328"/>
                </a:lnTo>
                <a:lnTo>
                  <a:pt x="5815" y="4328"/>
                </a:lnTo>
                <a:lnTo>
                  <a:pt x="5816" y="4328"/>
                </a:lnTo>
                <a:lnTo>
                  <a:pt x="5817" y="4328"/>
                </a:lnTo>
                <a:lnTo>
                  <a:pt x="5818" y="4328"/>
                </a:lnTo>
                <a:lnTo>
                  <a:pt x="5819" y="4328"/>
                </a:lnTo>
                <a:lnTo>
                  <a:pt x="5820" y="4328"/>
                </a:lnTo>
                <a:lnTo>
                  <a:pt x="5821" y="4328"/>
                </a:lnTo>
                <a:lnTo>
                  <a:pt x="5822" y="4328"/>
                </a:lnTo>
                <a:lnTo>
                  <a:pt x="5823" y="4328"/>
                </a:lnTo>
                <a:lnTo>
                  <a:pt x="5824" y="4328"/>
                </a:lnTo>
                <a:lnTo>
                  <a:pt x="5825" y="4328"/>
                </a:lnTo>
                <a:lnTo>
                  <a:pt x="5826" y="4328"/>
                </a:lnTo>
                <a:lnTo>
                  <a:pt x="5827" y="4328"/>
                </a:lnTo>
                <a:lnTo>
                  <a:pt x="5828" y="4328"/>
                </a:lnTo>
                <a:lnTo>
                  <a:pt x="5829" y="4328"/>
                </a:lnTo>
                <a:lnTo>
                  <a:pt x="5830" y="4328"/>
                </a:lnTo>
                <a:lnTo>
                  <a:pt x="5831" y="4328"/>
                </a:lnTo>
                <a:lnTo>
                  <a:pt x="5832" y="4328"/>
                </a:lnTo>
                <a:lnTo>
                  <a:pt x="5833" y="4328"/>
                </a:lnTo>
                <a:lnTo>
                  <a:pt x="5834" y="4328"/>
                </a:lnTo>
                <a:lnTo>
                  <a:pt x="5835" y="4328"/>
                </a:lnTo>
                <a:lnTo>
                  <a:pt x="5836" y="4328"/>
                </a:lnTo>
                <a:lnTo>
                  <a:pt x="5837" y="4328"/>
                </a:lnTo>
                <a:lnTo>
                  <a:pt x="5838" y="4328"/>
                </a:lnTo>
                <a:lnTo>
                  <a:pt x="5839" y="4328"/>
                </a:lnTo>
                <a:lnTo>
                  <a:pt x="5840" y="4328"/>
                </a:lnTo>
                <a:lnTo>
                  <a:pt x="5841" y="4328"/>
                </a:lnTo>
                <a:lnTo>
                  <a:pt x="5842" y="4328"/>
                </a:lnTo>
                <a:lnTo>
                  <a:pt x="5843" y="4328"/>
                </a:lnTo>
                <a:lnTo>
                  <a:pt x="5844" y="4328"/>
                </a:lnTo>
                <a:lnTo>
                  <a:pt x="5845" y="4328"/>
                </a:lnTo>
                <a:lnTo>
                  <a:pt x="5846" y="4328"/>
                </a:lnTo>
                <a:lnTo>
                  <a:pt x="5847" y="4328"/>
                </a:lnTo>
                <a:lnTo>
                  <a:pt x="5848" y="4328"/>
                </a:lnTo>
                <a:lnTo>
                  <a:pt x="5849" y="4328"/>
                </a:lnTo>
                <a:lnTo>
                  <a:pt x="5850" y="4328"/>
                </a:lnTo>
                <a:lnTo>
                  <a:pt x="5851" y="4328"/>
                </a:lnTo>
                <a:lnTo>
                  <a:pt x="5852" y="4328"/>
                </a:lnTo>
                <a:lnTo>
                  <a:pt x="5853" y="4328"/>
                </a:lnTo>
                <a:lnTo>
                  <a:pt x="5854" y="4328"/>
                </a:lnTo>
                <a:lnTo>
                  <a:pt x="5855" y="4328"/>
                </a:lnTo>
                <a:lnTo>
                  <a:pt x="5856" y="4328"/>
                </a:lnTo>
                <a:lnTo>
                  <a:pt x="5857" y="4328"/>
                </a:lnTo>
                <a:lnTo>
                  <a:pt x="5858" y="4328"/>
                </a:lnTo>
                <a:lnTo>
                  <a:pt x="5859" y="4328"/>
                </a:lnTo>
                <a:lnTo>
                  <a:pt x="5860" y="4328"/>
                </a:lnTo>
                <a:lnTo>
                  <a:pt x="5861" y="4328"/>
                </a:lnTo>
                <a:lnTo>
                  <a:pt x="5862" y="4328"/>
                </a:lnTo>
                <a:lnTo>
                  <a:pt x="5863" y="4328"/>
                </a:lnTo>
                <a:lnTo>
                  <a:pt x="5864" y="4328"/>
                </a:lnTo>
                <a:lnTo>
                  <a:pt x="5865" y="4328"/>
                </a:lnTo>
                <a:lnTo>
                  <a:pt x="5866" y="4328"/>
                </a:lnTo>
                <a:lnTo>
                  <a:pt x="5867" y="4328"/>
                </a:lnTo>
                <a:lnTo>
                  <a:pt x="5868" y="4328"/>
                </a:lnTo>
                <a:lnTo>
                  <a:pt x="5869" y="4328"/>
                </a:lnTo>
                <a:lnTo>
                  <a:pt x="5870" y="4328"/>
                </a:lnTo>
                <a:lnTo>
                  <a:pt x="5871" y="4328"/>
                </a:lnTo>
                <a:lnTo>
                  <a:pt x="5872" y="4328"/>
                </a:lnTo>
                <a:lnTo>
                  <a:pt x="5873" y="4328"/>
                </a:lnTo>
                <a:lnTo>
                  <a:pt x="5874" y="4328"/>
                </a:lnTo>
                <a:lnTo>
                  <a:pt x="5875" y="4328"/>
                </a:lnTo>
                <a:lnTo>
                  <a:pt x="5876" y="4328"/>
                </a:lnTo>
                <a:lnTo>
                  <a:pt x="5877" y="4328"/>
                </a:lnTo>
                <a:lnTo>
                  <a:pt x="5878" y="4328"/>
                </a:lnTo>
                <a:lnTo>
                  <a:pt x="5879" y="4328"/>
                </a:lnTo>
                <a:lnTo>
                  <a:pt x="5880" y="4328"/>
                </a:lnTo>
                <a:lnTo>
                  <a:pt x="5881" y="4328"/>
                </a:lnTo>
                <a:lnTo>
                  <a:pt x="5882" y="4328"/>
                </a:lnTo>
                <a:lnTo>
                  <a:pt x="5883" y="4328"/>
                </a:lnTo>
                <a:lnTo>
                  <a:pt x="5884" y="4328"/>
                </a:lnTo>
                <a:lnTo>
                  <a:pt x="5885" y="4328"/>
                </a:lnTo>
                <a:lnTo>
                  <a:pt x="5886" y="4328"/>
                </a:lnTo>
                <a:lnTo>
                  <a:pt x="5887" y="4328"/>
                </a:lnTo>
                <a:lnTo>
                  <a:pt x="5888" y="4328"/>
                </a:lnTo>
                <a:lnTo>
                  <a:pt x="5889" y="4328"/>
                </a:lnTo>
                <a:lnTo>
                  <a:pt x="5890" y="4328"/>
                </a:lnTo>
                <a:lnTo>
                  <a:pt x="5891" y="4328"/>
                </a:lnTo>
                <a:lnTo>
                  <a:pt x="5892" y="4328"/>
                </a:lnTo>
                <a:lnTo>
                  <a:pt x="5893" y="4328"/>
                </a:lnTo>
                <a:lnTo>
                  <a:pt x="5894" y="4328"/>
                </a:lnTo>
                <a:lnTo>
                  <a:pt x="5895" y="4328"/>
                </a:lnTo>
                <a:lnTo>
                  <a:pt x="5896" y="4328"/>
                </a:lnTo>
                <a:lnTo>
                  <a:pt x="5897" y="4328"/>
                </a:lnTo>
                <a:lnTo>
                  <a:pt x="5898" y="4328"/>
                </a:lnTo>
                <a:lnTo>
                  <a:pt x="5899" y="4328"/>
                </a:lnTo>
                <a:lnTo>
                  <a:pt x="5900" y="4328"/>
                </a:lnTo>
                <a:lnTo>
                  <a:pt x="5901" y="4328"/>
                </a:lnTo>
                <a:lnTo>
                  <a:pt x="5902" y="4328"/>
                </a:lnTo>
                <a:lnTo>
                  <a:pt x="5903" y="4328"/>
                </a:lnTo>
                <a:lnTo>
                  <a:pt x="5904" y="4328"/>
                </a:lnTo>
                <a:lnTo>
                  <a:pt x="5905" y="4328"/>
                </a:lnTo>
                <a:lnTo>
                  <a:pt x="5906" y="4328"/>
                </a:lnTo>
                <a:lnTo>
                  <a:pt x="5907" y="4328"/>
                </a:lnTo>
                <a:lnTo>
                  <a:pt x="5908" y="4328"/>
                </a:lnTo>
                <a:lnTo>
                  <a:pt x="5909" y="4328"/>
                </a:lnTo>
                <a:lnTo>
                  <a:pt x="5910" y="4328"/>
                </a:lnTo>
                <a:lnTo>
                  <a:pt x="5911" y="4328"/>
                </a:lnTo>
                <a:lnTo>
                  <a:pt x="5912" y="4328"/>
                </a:lnTo>
                <a:lnTo>
                  <a:pt x="5913" y="4328"/>
                </a:lnTo>
                <a:lnTo>
                  <a:pt x="5914" y="4328"/>
                </a:lnTo>
                <a:lnTo>
                  <a:pt x="5915" y="4328"/>
                </a:lnTo>
                <a:lnTo>
                  <a:pt x="5916" y="4328"/>
                </a:lnTo>
                <a:lnTo>
                  <a:pt x="5917" y="4328"/>
                </a:lnTo>
                <a:lnTo>
                  <a:pt x="5918" y="4328"/>
                </a:lnTo>
                <a:lnTo>
                  <a:pt x="5919" y="4328"/>
                </a:lnTo>
                <a:lnTo>
                  <a:pt x="5920" y="4328"/>
                </a:lnTo>
                <a:lnTo>
                  <a:pt x="5921" y="4328"/>
                </a:lnTo>
                <a:lnTo>
                  <a:pt x="5922" y="4328"/>
                </a:lnTo>
                <a:lnTo>
                  <a:pt x="5923" y="4328"/>
                </a:lnTo>
                <a:lnTo>
                  <a:pt x="5924" y="4328"/>
                </a:lnTo>
                <a:lnTo>
                  <a:pt x="5925" y="4328"/>
                </a:lnTo>
                <a:lnTo>
                  <a:pt x="5926" y="4328"/>
                </a:lnTo>
                <a:lnTo>
                  <a:pt x="5927" y="4328"/>
                </a:lnTo>
                <a:lnTo>
                  <a:pt x="5928" y="4328"/>
                </a:lnTo>
                <a:lnTo>
                  <a:pt x="5929" y="4328"/>
                </a:lnTo>
                <a:lnTo>
                  <a:pt x="5930" y="4328"/>
                </a:lnTo>
                <a:lnTo>
                  <a:pt x="5931" y="4328"/>
                </a:lnTo>
                <a:lnTo>
                  <a:pt x="5932" y="4328"/>
                </a:lnTo>
                <a:lnTo>
                  <a:pt x="5933" y="4328"/>
                </a:lnTo>
                <a:lnTo>
                  <a:pt x="5934" y="4328"/>
                </a:lnTo>
                <a:lnTo>
                  <a:pt x="5935" y="4328"/>
                </a:lnTo>
                <a:lnTo>
                  <a:pt x="5936" y="4328"/>
                </a:lnTo>
                <a:lnTo>
                  <a:pt x="5937" y="4328"/>
                </a:lnTo>
                <a:lnTo>
                  <a:pt x="5938" y="4328"/>
                </a:lnTo>
                <a:lnTo>
                  <a:pt x="5939" y="4328"/>
                </a:lnTo>
                <a:lnTo>
                  <a:pt x="5940" y="4328"/>
                </a:lnTo>
                <a:lnTo>
                  <a:pt x="5941" y="4328"/>
                </a:lnTo>
                <a:lnTo>
                  <a:pt x="5942" y="4328"/>
                </a:lnTo>
                <a:lnTo>
                  <a:pt x="5943" y="4328"/>
                </a:lnTo>
                <a:lnTo>
                  <a:pt x="5944" y="4328"/>
                </a:lnTo>
                <a:lnTo>
                  <a:pt x="5945" y="4328"/>
                </a:lnTo>
                <a:lnTo>
                  <a:pt x="5946" y="4328"/>
                </a:lnTo>
                <a:lnTo>
                  <a:pt x="5947" y="4328"/>
                </a:lnTo>
                <a:lnTo>
                  <a:pt x="5948" y="4328"/>
                </a:lnTo>
                <a:lnTo>
                  <a:pt x="5949" y="4328"/>
                </a:lnTo>
                <a:lnTo>
                  <a:pt x="5950" y="4328"/>
                </a:lnTo>
                <a:lnTo>
                  <a:pt x="5951" y="4328"/>
                </a:lnTo>
                <a:lnTo>
                  <a:pt x="5952" y="4328"/>
                </a:lnTo>
                <a:lnTo>
                  <a:pt x="5953" y="4328"/>
                </a:lnTo>
                <a:lnTo>
                  <a:pt x="5954" y="4328"/>
                </a:lnTo>
                <a:lnTo>
                  <a:pt x="5955" y="4328"/>
                </a:lnTo>
                <a:lnTo>
                  <a:pt x="5956" y="4328"/>
                </a:lnTo>
                <a:lnTo>
                  <a:pt x="5957" y="4328"/>
                </a:lnTo>
                <a:lnTo>
                  <a:pt x="5958" y="4328"/>
                </a:lnTo>
                <a:lnTo>
                  <a:pt x="5959" y="4328"/>
                </a:lnTo>
                <a:lnTo>
                  <a:pt x="5960" y="4328"/>
                </a:lnTo>
                <a:lnTo>
                  <a:pt x="5961" y="4328"/>
                </a:lnTo>
                <a:lnTo>
                  <a:pt x="5962" y="4328"/>
                </a:lnTo>
                <a:lnTo>
                  <a:pt x="5963" y="4328"/>
                </a:lnTo>
                <a:lnTo>
                  <a:pt x="5964" y="4328"/>
                </a:lnTo>
                <a:lnTo>
                  <a:pt x="5965" y="4328"/>
                </a:lnTo>
                <a:lnTo>
                  <a:pt x="5966" y="4328"/>
                </a:lnTo>
                <a:lnTo>
                  <a:pt x="5967" y="4328"/>
                </a:lnTo>
                <a:lnTo>
                  <a:pt x="5968" y="4328"/>
                </a:lnTo>
                <a:lnTo>
                  <a:pt x="5969" y="4328"/>
                </a:lnTo>
                <a:lnTo>
                  <a:pt x="5970" y="4328"/>
                </a:lnTo>
                <a:lnTo>
                  <a:pt x="5971" y="4328"/>
                </a:lnTo>
                <a:lnTo>
                  <a:pt x="5972" y="4328"/>
                </a:lnTo>
                <a:lnTo>
                  <a:pt x="5973" y="4328"/>
                </a:lnTo>
                <a:lnTo>
                  <a:pt x="5974" y="4328"/>
                </a:lnTo>
                <a:lnTo>
                  <a:pt x="5975" y="4328"/>
                </a:lnTo>
                <a:lnTo>
                  <a:pt x="5976" y="4328"/>
                </a:lnTo>
                <a:lnTo>
                  <a:pt x="5977" y="4328"/>
                </a:lnTo>
                <a:lnTo>
                  <a:pt x="5978" y="4328"/>
                </a:lnTo>
                <a:lnTo>
                  <a:pt x="5979" y="4328"/>
                </a:lnTo>
                <a:lnTo>
                  <a:pt x="5980" y="4328"/>
                </a:lnTo>
                <a:lnTo>
                  <a:pt x="5981" y="4328"/>
                </a:lnTo>
                <a:lnTo>
                  <a:pt x="5982" y="4328"/>
                </a:lnTo>
                <a:lnTo>
                  <a:pt x="5983" y="4328"/>
                </a:lnTo>
                <a:lnTo>
                  <a:pt x="5984" y="4328"/>
                </a:lnTo>
                <a:lnTo>
                  <a:pt x="5985" y="4328"/>
                </a:lnTo>
                <a:lnTo>
                  <a:pt x="5986" y="4328"/>
                </a:lnTo>
                <a:lnTo>
                  <a:pt x="5987" y="4328"/>
                </a:lnTo>
                <a:lnTo>
                  <a:pt x="5988" y="4328"/>
                </a:lnTo>
                <a:lnTo>
                  <a:pt x="5989" y="4328"/>
                </a:lnTo>
                <a:lnTo>
                  <a:pt x="5990" y="4328"/>
                </a:lnTo>
                <a:lnTo>
                  <a:pt x="5991" y="4328"/>
                </a:lnTo>
                <a:lnTo>
                  <a:pt x="5992" y="4328"/>
                </a:lnTo>
                <a:lnTo>
                  <a:pt x="5993" y="4328"/>
                </a:lnTo>
                <a:lnTo>
                  <a:pt x="5994" y="4328"/>
                </a:lnTo>
                <a:lnTo>
                  <a:pt x="5995" y="4328"/>
                </a:lnTo>
                <a:lnTo>
                  <a:pt x="5996" y="4328"/>
                </a:lnTo>
                <a:lnTo>
                  <a:pt x="5997" y="4328"/>
                </a:lnTo>
                <a:lnTo>
                  <a:pt x="5998" y="4328"/>
                </a:lnTo>
                <a:lnTo>
                  <a:pt x="5999" y="4328"/>
                </a:lnTo>
                <a:lnTo>
                  <a:pt x="6000" y="4328"/>
                </a:lnTo>
                <a:lnTo>
                  <a:pt x="6001" y="4328"/>
                </a:lnTo>
                <a:lnTo>
                  <a:pt x="6002" y="4328"/>
                </a:lnTo>
                <a:lnTo>
                  <a:pt x="6003" y="4328"/>
                </a:lnTo>
                <a:lnTo>
                  <a:pt x="6004" y="4328"/>
                </a:lnTo>
                <a:lnTo>
                  <a:pt x="6005" y="4328"/>
                </a:lnTo>
                <a:lnTo>
                  <a:pt x="6006" y="4328"/>
                </a:lnTo>
                <a:lnTo>
                  <a:pt x="6007" y="4328"/>
                </a:lnTo>
                <a:lnTo>
                  <a:pt x="6008" y="4328"/>
                </a:lnTo>
                <a:lnTo>
                  <a:pt x="6009" y="4328"/>
                </a:lnTo>
                <a:lnTo>
                  <a:pt x="6010" y="4328"/>
                </a:lnTo>
                <a:lnTo>
                  <a:pt x="6011" y="4328"/>
                </a:lnTo>
                <a:lnTo>
                  <a:pt x="6012" y="4328"/>
                </a:lnTo>
                <a:lnTo>
                  <a:pt x="6013" y="4328"/>
                </a:lnTo>
                <a:lnTo>
                  <a:pt x="6014" y="4328"/>
                </a:lnTo>
                <a:lnTo>
                  <a:pt x="6015" y="4328"/>
                </a:lnTo>
                <a:lnTo>
                  <a:pt x="6016" y="4328"/>
                </a:lnTo>
                <a:lnTo>
                  <a:pt x="6017" y="4328"/>
                </a:lnTo>
                <a:lnTo>
                  <a:pt x="6018" y="4328"/>
                </a:lnTo>
                <a:lnTo>
                  <a:pt x="6019" y="4328"/>
                </a:lnTo>
                <a:lnTo>
                  <a:pt x="6020" y="4328"/>
                </a:lnTo>
                <a:lnTo>
                  <a:pt x="6021" y="4328"/>
                </a:lnTo>
                <a:lnTo>
                  <a:pt x="6022" y="4328"/>
                </a:lnTo>
                <a:lnTo>
                  <a:pt x="6023" y="4328"/>
                </a:lnTo>
                <a:lnTo>
                  <a:pt x="6024" y="4328"/>
                </a:lnTo>
                <a:lnTo>
                  <a:pt x="6025" y="4328"/>
                </a:lnTo>
                <a:lnTo>
                  <a:pt x="6026" y="4328"/>
                </a:lnTo>
                <a:lnTo>
                  <a:pt x="6027" y="4328"/>
                </a:lnTo>
                <a:lnTo>
                  <a:pt x="6028" y="4328"/>
                </a:lnTo>
                <a:lnTo>
                  <a:pt x="6029" y="4328"/>
                </a:lnTo>
                <a:lnTo>
                  <a:pt x="6030" y="4328"/>
                </a:lnTo>
                <a:lnTo>
                  <a:pt x="6031" y="4328"/>
                </a:lnTo>
                <a:lnTo>
                  <a:pt x="6032" y="4328"/>
                </a:lnTo>
                <a:lnTo>
                  <a:pt x="6033" y="4328"/>
                </a:lnTo>
                <a:lnTo>
                  <a:pt x="6034" y="4328"/>
                </a:lnTo>
                <a:lnTo>
                  <a:pt x="6035" y="4328"/>
                </a:lnTo>
                <a:lnTo>
                  <a:pt x="6036" y="4328"/>
                </a:lnTo>
                <a:lnTo>
                  <a:pt x="6037" y="4328"/>
                </a:lnTo>
                <a:lnTo>
                  <a:pt x="6038" y="4328"/>
                </a:lnTo>
                <a:lnTo>
                  <a:pt x="6039" y="4328"/>
                </a:lnTo>
                <a:lnTo>
                  <a:pt x="6040" y="4328"/>
                </a:lnTo>
                <a:lnTo>
                  <a:pt x="6041" y="4328"/>
                </a:lnTo>
                <a:lnTo>
                  <a:pt x="6042" y="4328"/>
                </a:lnTo>
                <a:lnTo>
                  <a:pt x="6043" y="4328"/>
                </a:lnTo>
                <a:lnTo>
                  <a:pt x="6044" y="4328"/>
                </a:lnTo>
                <a:lnTo>
                  <a:pt x="6045" y="4328"/>
                </a:lnTo>
                <a:lnTo>
                  <a:pt x="6046" y="4328"/>
                </a:lnTo>
                <a:lnTo>
                  <a:pt x="6047" y="4328"/>
                </a:lnTo>
                <a:lnTo>
                  <a:pt x="6048" y="4328"/>
                </a:lnTo>
                <a:lnTo>
                  <a:pt x="6049" y="4328"/>
                </a:lnTo>
                <a:lnTo>
                  <a:pt x="6050" y="4328"/>
                </a:lnTo>
                <a:lnTo>
                  <a:pt x="6051" y="4328"/>
                </a:lnTo>
                <a:lnTo>
                  <a:pt x="6052" y="4328"/>
                </a:lnTo>
                <a:lnTo>
                  <a:pt x="6053" y="4328"/>
                </a:lnTo>
                <a:lnTo>
                  <a:pt x="6054" y="4328"/>
                </a:lnTo>
                <a:lnTo>
                  <a:pt x="6055" y="4328"/>
                </a:lnTo>
                <a:lnTo>
                  <a:pt x="6056" y="4328"/>
                </a:lnTo>
                <a:lnTo>
                  <a:pt x="6057" y="4328"/>
                </a:lnTo>
                <a:lnTo>
                  <a:pt x="6058" y="4328"/>
                </a:lnTo>
                <a:lnTo>
                  <a:pt x="6059" y="4328"/>
                </a:lnTo>
                <a:lnTo>
                  <a:pt x="6060" y="4328"/>
                </a:lnTo>
                <a:lnTo>
                  <a:pt x="6061" y="4328"/>
                </a:lnTo>
                <a:lnTo>
                  <a:pt x="6062" y="4328"/>
                </a:lnTo>
                <a:lnTo>
                  <a:pt x="6063" y="4328"/>
                </a:lnTo>
                <a:lnTo>
                  <a:pt x="6064" y="4328"/>
                </a:lnTo>
                <a:lnTo>
                  <a:pt x="6065" y="4328"/>
                </a:lnTo>
                <a:lnTo>
                  <a:pt x="6066" y="4328"/>
                </a:lnTo>
                <a:lnTo>
                  <a:pt x="6067" y="4328"/>
                </a:lnTo>
                <a:lnTo>
                  <a:pt x="6068" y="4328"/>
                </a:lnTo>
                <a:lnTo>
                  <a:pt x="6069" y="4328"/>
                </a:lnTo>
                <a:lnTo>
                  <a:pt x="6070" y="4328"/>
                </a:lnTo>
                <a:lnTo>
                  <a:pt x="6071" y="4328"/>
                </a:lnTo>
                <a:lnTo>
                  <a:pt x="6072" y="4328"/>
                </a:lnTo>
                <a:lnTo>
                  <a:pt x="6073" y="4328"/>
                </a:lnTo>
                <a:lnTo>
                  <a:pt x="6074" y="4328"/>
                </a:lnTo>
                <a:lnTo>
                  <a:pt x="6075" y="4328"/>
                </a:lnTo>
                <a:lnTo>
                  <a:pt x="6076" y="4328"/>
                </a:lnTo>
                <a:lnTo>
                  <a:pt x="6077" y="4328"/>
                </a:lnTo>
                <a:lnTo>
                  <a:pt x="6078" y="4328"/>
                </a:lnTo>
                <a:lnTo>
                  <a:pt x="6079" y="4328"/>
                </a:lnTo>
                <a:lnTo>
                  <a:pt x="6080" y="4328"/>
                </a:lnTo>
                <a:lnTo>
                  <a:pt x="6081" y="4328"/>
                </a:lnTo>
                <a:lnTo>
                  <a:pt x="6082" y="4328"/>
                </a:lnTo>
                <a:lnTo>
                  <a:pt x="6083" y="4328"/>
                </a:lnTo>
                <a:lnTo>
                  <a:pt x="6084" y="4328"/>
                </a:lnTo>
                <a:lnTo>
                  <a:pt x="6085" y="4328"/>
                </a:lnTo>
                <a:lnTo>
                  <a:pt x="6086" y="4328"/>
                </a:lnTo>
                <a:lnTo>
                  <a:pt x="6087" y="4328"/>
                </a:lnTo>
                <a:lnTo>
                  <a:pt x="6088" y="4328"/>
                </a:lnTo>
                <a:lnTo>
                  <a:pt x="6089" y="4328"/>
                </a:lnTo>
                <a:lnTo>
                  <a:pt x="6090" y="4328"/>
                </a:lnTo>
                <a:lnTo>
                  <a:pt x="6091" y="4328"/>
                </a:lnTo>
                <a:lnTo>
                  <a:pt x="6092" y="4328"/>
                </a:lnTo>
                <a:lnTo>
                  <a:pt x="6093" y="4328"/>
                </a:lnTo>
                <a:lnTo>
                  <a:pt x="6094" y="4328"/>
                </a:lnTo>
                <a:lnTo>
                  <a:pt x="6095" y="4328"/>
                </a:lnTo>
                <a:lnTo>
                  <a:pt x="6096" y="4328"/>
                </a:lnTo>
                <a:lnTo>
                  <a:pt x="6097" y="4328"/>
                </a:lnTo>
                <a:lnTo>
                  <a:pt x="6098" y="4328"/>
                </a:lnTo>
                <a:lnTo>
                  <a:pt x="6099" y="4328"/>
                </a:lnTo>
                <a:lnTo>
                  <a:pt x="6100" y="4328"/>
                </a:lnTo>
                <a:lnTo>
                  <a:pt x="6101" y="4328"/>
                </a:lnTo>
                <a:lnTo>
                  <a:pt x="6102" y="4328"/>
                </a:lnTo>
                <a:lnTo>
                  <a:pt x="6103" y="4328"/>
                </a:lnTo>
                <a:lnTo>
                  <a:pt x="6104" y="4328"/>
                </a:lnTo>
                <a:lnTo>
                  <a:pt x="6105" y="4328"/>
                </a:lnTo>
                <a:lnTo>
                  <a:pt x="6106" y="4328"/>
                </a:lnTo>
                <a:lnTo>
                  <a:pt x="6107" y="4328"/>
                </a:lnTo>
                <a:lnTo>
                  <a:pt x="6108" y="4328"/>
                </a:lnTo>
                <a:lnTo>
                  <a:pt x="6109" y="4328"/>
                </a:lnTo>
                <a:lnTo>
                  <a:pt x="6110" y="4328"/>
                </a:lnTo>
                <a:lnTo>
                  <a:pt x="6111" y="4328"/>
                </a:lnTo>
                <a:lnTo>
                  <a:pt x="6112" y="4328"/>
                </a:lnTo>
                <a:lnTo>
                  <a:pt x="6113" y="4328"/>
                </a:lnTo>
                <a:lnTo>
                  <a:pt x="6114" y="4328"/>
                </a:lnTo>
                <a:lnTo>
                  <a:pt x="6115" y="4328"/>
                </a:lnTo>
                <a:lnTo>
                  <a:pt x="6116" y="4328"/>
                </a:lnTo>
                <a:lnTo>
                  <a:pt x="6117" y="4328"/>
                </a:lnTo>
                <a:lnTo>
                  <a:pt x="6118" y="4328"/>
                </a:lnTo>
                <a:lnTo>
                  <a:pt x="6119" y="4328"/>
                </a:lnTo>
                <a:lnTo>
                  <a:pt x="6120" y="4328"/>
                </a:lnTo>
                <a:lnTo>
                  <a:pt x="6121" y="4328"/>
                </a:lnTo>
                <a:lnTo>
                  <a:pt x="6122" y="4328"/>
                </a:lnTo>
                <a:lnTo>
                  <a:pt x="6123" y="4328"/>
                </a:lnTo>
                <a:lnTo>
                  <a:pt x="6124" y="4328"/>
                </a:lnTo>
                <a:lnTo>
                  <a:pt x="6125" y="4328"/>
                </a:lnTo>
                <a:lnTo>
                  <a:pt x="6126" y="4328"/>
                </a:lnTo>
                <a:lnTo>
                  <a:pt x="6127" y="4328"/>
                </a:lnTo>
                <a:lnTo>
                  <a:pt x="6128" y="4328"/>
                </a:lnTo>
                <a:lnTo>
                  <a:pt x="6129" y="4328"/>
                </a:lnTo>
                <a:lnTo>
                  <a:pt x="6130" y="4328"/>
                </a:lnTo>
                <a:lnTo>
                  <a:pt x="6131" y="4328"/>
                </a:lnTo>
                <a:lnTo>
                  <a:pt x="6132" y="4328"/>
                </a:lnTo>
                <a:lnTo>
                  <a:pt x="6133" y="4328"/>
                </a:lnTo>
                <a:lnTo>
                  <a:pt x="6134" y="4328"/>
                </a:lnTo>
                <a:lnTo>
                  <a:pt x="6135" y="4328"/>
                </a:lnTo>
                <a:lnTo>
                  <a:pt x="6136" y="4328"/>
                </a:lnTo>
                <a:lnTo>
                  <a:pt x="6137" y="4328"/>
                </a:lnTo>
                <a:lnTo>
                  <a:pt x="6138" y="4328"/>
                </a:lnTo>
                <a:lnTo>
                  <a:pt x="6139" y="4328"/>
                </a:lnTo>
                <a:lnTo>
                  <a:pt x="6140" y="4328"/>
                </a:lnTo>
                <a:lnTo>
                  <a:pt x="6141" y="4328"/>
                </a:lnTo>
                <a:lnTo>
                  <a:pt x="6142" y="4328"/>
                </a:lnTo>
                <a:lnTo>
                  <a:pt x="6143" y="4328"/>
                </a:lnTo>
                <a:lnTo>
                  <a:pt x="6144" y="4328"/>
                </a:lnTo>
                <a:lnTo>
                  <a:pt x="6145" y="4328"/>
                </a:lnTo>
                <a:lnTo>
                  <a:pt x="6146" y="4328"/>
                </a:lnTo>
                <a:lnTo>
                  <a:pt x="6147" y="4328"/>
                </a:lnTo>
                <a:lnTo>
                  <a:pt x="6148" y="4328"/>
                </a:lnTo>
                <a:lnTo>
                  <a:pt x="6149" y="4328"/>
                </a:lnTo>
                <a:lnTo>
                  <a:pt x="6150" y="4328"/>
                </a:lnTo>
                <a:lnTo>
                  <a:pt x="6151" y="4328"/>
                </a:lnTo>
                <a:lnTo>
                  <a:pt x="6152" y="4328"/>
                </a:lnTo>
                <a:lnTo>
                  <a:pt x="6153" y="4328"/>
                </a:lnTo>
                <a:lnTo>
                  <a:pt x="6154" y="4328"/>
                </a:lnTo>
                <a:lnTo>
                  <a:pt x="6155" y="4328"/>
                </a:lnTo>
                <a:lnTo>
                  <a:pt x="6156" y="4328"/>
                </a:lnTo>
                <a:lnTo>
                  <a:pt x="6157" y="4328"/>
                </a:lnTo>
                <a:lnTo>
                  <a:pt x="6158" y="4328"/>
                </a:lnTo>
                <a:lnTo>
                  <a:pt x="6159" y="4328"/>
                </a:lnTo>
                <a:lnTo>
                  <a:pt x="6160" y="4328"/>
                </a:lnTo>
                <a:lnTo>
                  <a:pt x="6161" y="4328"/>
                </a:lnTo>
                <a:lnTo>
                  <a:pt x="6162" y="4328"/>
                </a:lnTo>
                <a:lnTo>
                  <a:pt x="6163" y="4328"/>
                </a:lnTo>
                <a:lnTo>
                  <a:pt x="6164" y="4328"/>
                </a:lnTo>
                <a:lnTo>
                  <a:pt x="6165" y="4328"/>
                </a:lnTo>
                <a:lnTo>
                  <a:pt x="6166" y="4328"/>
                </a:lnTo>
                <a:lnTo>
                  <a:pt x="6167" y="4328"/>
                </a:lnTo>
                <a:lnTo>
                  <a:pt x="6168" y="4328"/>
                </a:lnTo>
                <a:lnTo>
                  <a:pt x="6169" y="4328"/>
                </a:lnTo>
                <a:lnTo>
                  <a:pt x="6170" y="4328"/>
                </a:lnTo>
                <a:lnTo>
                  <a:pt x="6171" y="4328"/>
                </a:lnTo>
                <a:lnTo>
                  <a:pt x="6172" y="4328"/>
                </a:lnTo>
                <a:lnTo>
                  <a:pt x="6173" y="4328"/>
                </a:lnTo>
                <a:lnTo>
                  <a:pt x="6174" y="4328"/>
                </a:lnTo>
                <a:lnTo>
                  <a:pt x="6175" y="4328"/>
                </a:lnTo>
                <a:lnTo>
                  <a:pt x="6176" y="4328"/>
                </a:lnTo>
                <a:lnTo>
                  <a:pt x="6177" y="4328"/>
                </a:lnTo>
                <a:lnTo>
                  <a:pt x="6178" y="4328"/>
                </a:lnTo>
                <a:lnTo>
                  <a:pt x="6179" y="4328"/>
                </a:lnTo>
                <a:lnTo>
                  <a:pt x="6180" y="4328"/>
                </a:lnTo>
                <a:lnTo>
                  <a:pt x="6181" y="4328"/>
                </a:lnTo>
                <a:lnTo>
                  <a:pt x="6182" y="4328"/>
                </a:lnTo>
                <a:lnTo>
                  <a:pt x="6183" y="4328"/>
                </a:lnTo>
                <a:lnTo>
                  <a:pt x="6184" y="4328"/>
                </a:lnTo>
                <a:lnTo>
                  <a:pt x="6185" y="4328"/>
                </a:lnTo>
                <a:lnTo>
                  <a:pt x="6186" y="4328"/>
                </a:lnTo>
                <a:lnTo>
                  <a:pt x="6187" y="4328"/>
                </a:lnTo>
                <a:lnTo>
                  <a:pt x="6188" y="4328"/>
                </a:lnTo>
                <a:lnTo>
                  <a:pt x="6189" y="4328"/>
                </a:lnTo>
                <a:lnTo>
                  <a:pt x="6190" y="4328"/>
                </a:lnTo>
                <a:lnTo>
                  <a:pt x="6191" y="4328"/>
                </a:lnTo>
                <a:lnTo>
                  <a:pt x="6192" y="4328"/>
                </a:lnTo>
                <a:lnTo>
                  <a:pt x="6193" y="4328"/>
                </a:lnTo>
                <a:lnTo>
                  <a:pt x="6194" y="4328"/>
                </a:lnTo>
                <a:lnTo>
                  <a:pt x="6195" y="4328"/>
                </a:lnTo>
                <a:lnTo>
                  <a:pt x="6196" y="4328"/>
                </a:lnTo>
                <a:lnTo>
                  <a:pt x="6197" y="4328"/>
                </a:lnTo>
                <a:lnTo>
                  <a:pt x="6198" y="4328"/>
                </a:lnTo>
                <a:lnTo>
                  <a:pt x="6199" y="4328"/>
                </a:lnTo>
                <a:lnTo>
                  <a:pt x="6200" y="4328"/>
                </a:lnTo>
                <a:lnTo>
                  <a:pt x="6201" y="4328"/>
                </a:lnTo>
                <a:lnTo>
                  <a:pt x="6202" y="4328"/>
                </a:lnTo>
                <a:lnTo>
                  <a:pt x="6203" y="4328"/>
                </a:lnTo>
                <a:lnTo>
                  <a:pt x="6204" y="4328"/>
                </a:lnTo>
                <a:lnTo>
                  <a:pt x="6205" y="4328"/>
                </a:lnTo>
                <a:lnTo>
                  <a:pt x="6206" y="4328"/>
                </a:lnTo>
                <a:lnTo>
                  <a:pt x="6207" y="4328"/>
                </a:lnTo>
                <a:lnTo>
                  <a:pt x="6208" y="4328"/>
                </a:lnTo>
                <a:lnTo>
                  <a:pt x="6209" y="4328"/>
                </a:lnTo>
                <a:lnTo>
                  <a:pt x="6210" y="4328"/>
                </a:lnTo>
                <a:lnTo>
                  <a:pt x="6211" y="4328"/>
                </a:lnTo>
                <a:lnTo>
                  <a:pt x="6212" y="4328"/>
                </a:lnTo>
                <a:lnTo>
                  <a:pt x="6213" y="4328"/>
                </a:lnTo>
                <a:lnTo>
                  <a:pt x="6214" y="4328"/>
                </a:lnTo>
                <a:lnTo>
                  <a:pt x="6215" y="4328"/>
                </a:lnTo>
                <a:lnTo>
                  <a:pt x="6216" y="4328"/>
                </a:lnTo>
                <a:lnTo>
                  <a:pt x="6217" y="4328"/>
                </a:lnTo>
                <a:lnTo>
                  <a:pt x="6218" y="4328"/>
                </a:lnTo>
                <a:lnTo>
                  <a:pt x="6219" y="4328"/>
                </a:lnTo>
                <a:lnTo>
                  <a:pt x="6220" y="4328"/>
                </a:lnTo>
                <a:lnTo>
                  <a:pt x="6221" y="4328"/>
                </a:lnTo>
                <a:lnTo>
                  <a:pt x="6222" y="4328"/>
                </a:lnTo>
                <a:lnTo>
                  <a:pt x="6223" y="4328"/>
                </a:lnTo>
                <a:lnTo>
                  <a:pt x="6224" y="4328"/>
                </a:lnTo>
                <a:lnTo>
                  <a:pt x="6225" y="4328"/>
                </a:lnTo>
                <a:lnTo>
                  <a:pt x="6226" y="4328"/>
                </a:lnTo>
                <a:lnTo>
                  <a:pt x="6227" y="4328"/>
                </a:lnTo>
                <a:lnTo>
                  <a:pt x="6228" y="4328"/>
                </a:lnTo>
                <a:lnTo>
                  <a:pt x="6229" y="4328"/>
                </a:lnTo>
                <a:lnTo>
                  <a:pt x="6230" y="4328"/>
                </a:lnTo>
                <a:lnTo>
                  <a:pt x="6231" y="4328"/>
                </a:lnTo>
                <a:lnTo>
                  <a:pt x="6232" y="4328"/>
                </a:lnTo>
                <a:lnTo>
                  <a:pt x="6233" y="4328"/>
                </a:lnTo>
                <a:lnTo>
                  <a:pt x="6234" y="4328"/>
                </a:lnTo>
                <a:lnTo>
                  <a:pt x="6235" y="4328"/>
                </a:lnTo>
                <a:lnTo>
                  <a:pt x="6236" y="4328"/>
                </a:lnTo>
                <a:lnTo>
                  <a:pt x="6237" y="4328"/>
                </a:lnTo>
                <a:lnTo>
                  <a:pt x="6238" y="4328"/>
                </a:lnTo>
                <a:lnTo>
                  <a:pt x="6239" y="4328"/>
                </a:lnTo>
                <a:lnTo>
                  <a:pt x="6240" y="4328"/>
                </a:lnTo>
                <a:lnTo>
                  <a:pt x="6241" y="4328"/>
                </a:lnTo>
                <a:lnTo>
                  <a:pt x="6242" y="4328"/>
                </a:lnTo>
                <a:lnTo>
                  <a:pt x="6243" y="4328"/>
                </a:lnTo>
                <a:lnTo>
                  <a:pt x="6244" y="4328"/>
                </a:lnTo>
                <a:lnTo>
                  <a:pt x="6245" y="4328"/>
                </a:lnTo>
                <a:lnTo>
                  <a:pt x="6246" y="4328"/>
                </a:lnTo>
                <a:lnTo>
                  <a:pt x="6247" y="4328"/>
                </a:lnTo>
                <a:lnTo>
                  <a:pt x="6248" y="4328"/>
                </a:lnTo>
                <a:lnTo>
                  <a:pt x="6249" y="4328"/>
                </a:lnTo>
                <a:lnTo>
                  <a:pt x="6250" y="4328"/>
                </a:lnTo>
                <a:lnTo>
                  <a:pt x="6251" y="4328"/>
                </a:lnTo>
                <a:lnTo>
                  <a:pt x="6252" y="4328"/>
                </a:lnTo>
                <a:lnTo>
                  <a:pt x="6253" y="4328"/>
                </a:lnTo>
                <a:lnTo>
                  <a:pt x="6254" y="4328"/>
                </a:lnTo>
                <a:lnTo>
                  <a:pt x="6255" y="4328"/>
                </a:lnTo>
                <a:lnTo>
                  <a:pt x="6256" y="4328"/>
                </a:lnTo>
                <a:lnTo>
                  <a:pt x="6257" y="4328"/>
                </a:lnTo>
                <a:lnTo>
                  <a:pt x="6258" y="4328"/>
                </a:lnTo>
                <a:lnTo>
                  <a:pt x="6259" y="4328"/>
                </a:lnTo>
                <a:lnTo>
                  <a:pt x="6260" y="4328"/>
                </a:lnTo>
                <a:lnTo>
                  <a:pt x="6261" y="4328"/>
                </a:lnTo>
                <a:lnTo>
                  <a:pt x="6262" y="4328"/>
                </a:lnTo>
                <a:lnTo>
                  <a:pt x="6263" y="4328"/>
                </a:lnTo>
                <a:lnTo>
                  <a:pt x="6264" y="4328"/>
                </a:lnTo>
                <a:lnTo>
                  <a:pt x="6265" y="4328"/>
                </a:lnTo>
                <a:lnTo>
                  <a:pt x="6266" y="4328"/>
                </a:lnTo>
                <a:lnTo>
                  <a:pt x="6267" y="4328"/>
                </a:lnTo>
                <a:lnTo>
                  <a:pt x="6268" y="4328"/>
                </a:lnTo>
                <a:lnTo>
                  <a:pt x="6269" y="4328"/>
                </a:lnTo>
                <a:lnTo>
                  <a:pt x="6270" y="4328"/>
                </a:lnTo>
                <a:lnTo>
                  <a:pt x="6271" y="4328"/>
                </a:lnTo>
                <a:lnTo>
                  <a:pt x="6272" y="4328"/>
                </a:lnTo>
                <a:lnTo>
                  <a:pt x="6273" y="4328"/>
                </a:lnTo>
                <a:lnTo>
                  <a:pt x="6274" y="4328"/>
                </a:lnTo>
                <a:lnTo>
                  <a:pt x="6275" y="4328"/>
                </a:lnTo>
                <a:lnTo>
                  <a:pt x="6276" y="4328"/>
                </a:lnTo>
                <a:lnTo>
                  <a:pt x="6277" y="4328"/>
                </a:lnTo>
                <a:lnTo>
                  <a:pt x="6278" y="4328"/>
                </a:lnTo>
                <a:lnTo>
                  <a:pt x="6279" y="4328"/>
                </a:lnTo>
                <a:lnTo>
                  <a:pt x="6280" y="4328"/>
                </a:lnTo>
                <a:lnTo>
                  <a:pt x="6281" y="4328"/>
                </a:lnTo>
                <a:lnTo>
                  <a:pt x="6282" y="4328"/>
                </a:lnTo>
                <a:lnTo>
                  <a:pt x="6283" y="4328"/>
                </a:lnTo>
                <a:lnTo>
                  <a:pt x="6284" y="4328"/>
                </a:lnTo>
                <a:lnTo>
                  <a:pt x="6285" y="4328"/>
                </a:lnTo>
                <a:lnTo>
                  <a:pt x="6286" y="4328"/>
                </a:lnTo>
                <a:lnTo>
                  <a:pt x="6287" y="4328"/>
                </a:lnTo>
                <a:lnTo>
                  <a:pt x="6288" y="4328"/>
                </a:lnTo>
                <a:lnTo>
                  <a:pt x="6289" y="4328"/>
                </a:lnTo>
                <a:lnTo>
                  <a:pt x="6290" y="4328"/>
                </a:lnTo>
                <a:lnTo>
                  <a:pt x="6291" y="4328"/>
                </a:lnTo>
                <a:lnTo>
                  <a:pt x="6292" y="4328"/>
                </a:lnTo>
                <a:lnTo>
                  <a:pt x="6293" y="4328"/>
                </a:lnTo>
                <a:lnTo>
                  <a:pt x="6294" y="4328"/>
                </a:lnTo>
                <a:lnTo>
                  <a:pt x="6295" y="4328"/>
                </a:lnTo>
                <a:lnTo>
                  <a:pt x="6296" y="4328"/>
                </a:lnTo>
                <a:lnTo>
                  <a:pt x="6297" y="4328"/>
                </a:lnTo>
                <a:lnTo>
                  <a:pt x="6298" y="4328"/>
                </a:lnTo>
                <a:lnTo>
                  <a:pt x="6299" y="4328"/>
                </a:lnTo>
                <a:lnTo>
                  <a:pt x="6300" y="4328"/>
                </a:lnTo>
                <a:lnTo>
                  <a:pt x="6301" y="4328"/>
                </a:lnTo>
                <a:lnTo>
                  <a:pt x="6302" y="4328"/>
                </a:lnTo>
                <a:lnTo>
                  <a:pt x="6303" y="4328"/>
                </a:lnTo>
                <a:lnTo>
                  <a:pt x="6304" y="4328"/>
                </a:lnTo>
                <a:lnTo>
                  <a:pt x="6305" y="4328"/>
                </a:lnTo>
                <a:lnTo>
                  <a:pt x="6306" y="4328"/>
                </a:lnTo>
                <a:lnTo>
                  <a:pt x="6307" y="4328"/>
                </a:lnTo>
                <a:lnTo>
                  <a:pt x="6308" y="4328"/>
                </a:lnTo>
                <a:lnTo>
                  <a:pt x="6309" y="4328"/>
                </a:lnTo>
                <a:lnTo>
                  <a:pt x="6310" y="4328"/>
                </a:lnTo>
                <a:lnTo>
                  <a:pt x="6311" y="4328"/>
                </a:lnTo>
                <a:lnTo>
                  <a:pt x="6312" y="4328"/>
                </a:lnTo>
                <a:lnTo>
                  <a:pt x="6313" y="4328"/>
                </a:lnTo>
                <a:lnTo>
                  <a:pt x="6314" y="4328"/>
                </a:lnTo>
                <a:lnTo>
                  <a:pt x="6315" y="4328"/>
                </a:lnTo>
                <a:lnTo>
                  <a:pt x="6316" y="4328"/>
                </a:lnTo>
                <a:lnTo>
                  <a:pt x="6317" y="4328"/>
                </a:lnTo>
                <a:lnTo>
                  <a:pt x="6318" y="4328"/>
                </a:lnTo>
                <a:lnTo>
                  <a:pt x="6319" y="4328"/>
                </a:lnTo>
                <a:lnTo>
                  <a:pt x="6320" y="4328"/>
                </a:lnTo>
                <a:lnTo>
                  <a:pt x="6321" y="4328"/>
                </a:lnTo>
                <a:lnTo>
                  <a:pt x="6322" y="4328"/>
                </a:lnTo>
                <a:lnTo>
                  <a:pt x="6323" y="4328"/>
                </a:lnTo>
                <a:lnTo>
                  <a:pt x="6324" y="4328"/>
                </a:lnTo>
                <a:lnTo>
                  <a:pt x="6325" y="4328"/>
                </a:lnTo>
                <a:lnTo>
                  <a:pt x="6326" y="4328"/>
                </a:lnTo>
                <a:lnTo>
                  <a:pt x="6327" y="4328"/>
                </a:lnTo>
                <a:lnTo>
                  <a:pt x="6328" y="4328"/>
                </a:lnTo>
                <a:lnTo>
                  <a:pt x="6329" y="4328"/>
                </a:lnTo>
                <a:lnTo>
                  <a:pt x="6330" y="4328"/>
                </a:lnTo>
                <a:lnTo>
                  <a:pt x="6331" y="4328"/>
                </a:lnTo>
                <a:lnTo>
                  <a:pt x="6332" y="4328"/>
                </a:lnTo>
                <a:lnTo>
                  <a:pt x="6333" y="4328"/>
                </a:lnTo>
                <a:lnTo>
                  <a:pt x="6334" y="4328"/>
                </a:lnTo>
                <a:lnTo>
                  <a:pt x="6335" y="4328"/>
                </a:lnTo>
                <a:lnTo>
                  <a:pt x="6336" y="4328"/>
                </a:lnTo>
                <a:lnTo>
                  <a:pt x="6337" y="4328"/>
                </a:lnTo>
                <a:lnTo>
                  <a:pt x="6338" y="4328"/>
                </a:lnTo>
                <a:lnTo>
                  <a:pt x="6339" y="4328"/>
                </a:lnTo>
                <a:lnTo>
                  <a:pt x="6340" y="4328"/>
                </a:lnTo>
                <a:lnTo>
                  <a:pt x="6341" y="4328"/>
                </a:lnTo>
                <a:lnTo>
                  <a:pt x="6342" y="4328"/>
                </a:lnTo>
                <a:lnTo>
                  <a:pt x="6343" y="4328"/>
                </a:lnTo>
                <a:lnTo>
                  <a:pt x="6344" y="4328"/>
                </a:lnTo>
                <a:lnTo>
                  <a:pt x="6345" y="4328"/>
                </a:lnTo>
                <a:lnTo>
                  <a:pt x="6346" y="4328"/>
                </a:lnTo>
                <a:lnTo>
                  <a:pt x="6347" y="4328"/>
                </a:lnTo>
                <a:lnTo>
                  <a:pt x="6348" y="4328"/>
                </a:lnTo>
                <a:lnTo>
                  <a:pt x="6349" y="4328"/>
                </a:lnTo>
                <a:lnTo>
                  <a:pt x="6350" y="4328"/>
                </a:lnTo>
                <a:lnTo>
                  <a:pt x="6351" y="4328"/>
                </a:lnTo>
                <a:lnTo>
                  <a:pt x="6352" y="4328"/>
                </a:lnTo>
                <a:lnTo>
                  <a:pt x="6353" y="4328"/>
                </a:lnTo>
                <a:lnTo>
                  <a:pt x="6354" y="4328"/>
                </a:lnTo>
                <a:lnTo>
                  <a:pt x="6355" y="4328"/>
                </a:lnTo>
                <a:lnTo>
                  <a:pt x="6356" y="4328"/>
                </a:lnTo>
                <a:lnTo>
                  <a:pt x="6357" y="4328"/>
                </a:lnTo>
                <a:lnTo>
                  <a:pt x="6358" y="4328"/>
                </a:lnTo>
                <a:lnTo>
                  <a:pt x="6359" y="4328"/>
                </a:lnTo>
                <a:lnTo>
                  <a:pt x="6360" y="4328"/>
                </a:lnTo>
                <a:lnTo>
                  <a:pt x="6361" y="4328"/>
                </a:lnTo>
                <a:lnTo>
                  <a:pt x="6362" y="4328"/>
                </a:lnTo>
                <a:lnTo>
                  <a:pt x="6363" y="4328"/>
                </a:lnTo>
                <a:lnTo>
                  <a:pt x="6364" y="4328"/>
                </a:lnTo>
                <a:lnTo>
                  <a:pt x="6365" y="4328"/>
                </a:lnTo>
                <a:lnTo>
                  <a:pt x="6366" y="4328"/>
                </a:lnTo>
                <a:lnTo>
                  <a:pt x="6367" y="4328"/>
                </a:lnTo>
                <a:lnTo>
                  <a:pt x="6368" y="4328"/>
                </a:lnTo>
                <a:lnTo>
                  <a:pt x="6369" y="4328"/>
                </a:lnTo>
                <a:lnTo>
                  <a:pt x="6370" y="4328"/>
                </a:lnTo>
                <a:lnTo>
                  <a:pt x="6371" y="4328"/>
                </a:lnTo>
                <a:lnTo>
                  <a:pt x="6372" y="4328"/>
                </a:lnTo>
                <a:lnTo>
                  <a:pt x="6373" y="4328"/>
                </a:lnTo>
                <a:lnTo>
                  <a:pt x="6374" y="4328"/>
                </a:lnTo>
                <a:lnTo>
                  <a:pt x="6375" y="4328"/>
                </a:lnTo>
                <a:lnTo>
                  <a:pt x="6376" y="4328"/>
                </a:lnTo>
                <a:lnTo>
                  <a:pt x="6377" y="4328"/>
                </a:lnTo>
                <a:lnTo>
                  <a:pt x="6378" y="4328"/>
                </a:lnTo>
                <a:lnTo>
                  <a:pt x="6379" y="4328"/>
                </a:lnTo>
                <a:lnTo>
                  <a:pt x="6380" y="4328"/>
                </a:lnTo>
                <a:lnTo>
                  <a:pt x="6381" y="4328"/>
                </a:lnTo>
                <a:lnTo>
                  <a:pt x="6382" y="4328"/>
                </a:lnTo>
                <a:lnTo>
                  <a:pt x="6383" y="4328"/>
                </a:lnTo>
                <a:lnTo>
                  <a:pt x="6384" y="4328"/>
                </a:lnTo>
                <a:lnTo>
                  <a:pt x="6385" y="4328"/>
                </a:lnTo>
                <a:lnTo>
                  <a:pt x="6386" y="4328"/>
                </a:lnTo>
                <a:lnTo>
                  <a:pt x="6387" y="4328"/>
                </a:lnTo>
                <a:lnTo>
                  <a:pt x="6388" y="4328"/>
                </a:lnTo>
                <a:lnTo>
                  <a:pt x="6389" y="4328"/>
                </a:lnTo>
                <a:lnTo>
                  <a:pt x="6390" y="4328"/>
                </a:lnTo>
                <a:lnTo>
                  <a:pt x="6391" y="4328"/>
                </a:lnTo>
                <a:lnTo>
                  <a:pt x="6392" y="4328"/>
                </a:lnTo>
                <a:lnTo>
                  <a:pt x="6393" y="4328"/>
                </a:lnTo>
                <a:lnTo>
                  <a:pt x="6394" y="4328"/>
                </a:lnTo>
                <a:lnTo>
                  <a:pt x="6395" y="4328"/>
                </a:lnTo>
                <a:lnTo>
                  <a:pt x="6396" y="4328"/>
                </a:lnTo>
                <a:lnTo>
                  <a:pt x="6397" y="4328"/>
                </a:lnTo>
                <a:lnTo>
                  <a:pt x="6398" y="4328"/>
                </a:lnTo>
                <a:lnTo>
                  <a:pt x="6399" y="4328"/>
                </a:lnTo>
                <a:lnTo>
                  <a:pt x="6400" y="4328"/>
                </a:lnTo>
                <a:lnTo>
                  <a:pt x="6401" y="4328"/>
                </a:lnTo>
                <a:lnTo>
                  <a:pt x="6402" y="4328"/>
                </a:lnTo>
                <a:lnTo>
                  <a:pt x="6403" y="4328"/>
                </a:lnTo>
                <a:lnTo>
                  <a:pt x="6404" y="4328"/>
                </a:lnTo>
                <a:lnTo>
                  <a:pt x="6405" y="4328"/>
                </a:lnTo>
                <a:lnTo>
                  <a:pt x="6406" y="4328"/>
                </a:lnTo>
                <a:lnTo>
                  <a:pt x="6407" y="4328"/>
                </a:lnTo>
                <a:lnTo>
                  <a:pt x="6408" y="4328"/>
                </a:lnTo>
                <a:lnTo>
                  <a:pt x="6409" y="4328"/>
                </a:lnTo>
                <a:lnTo>
                  <a:pt x="6410" y="4328"/>
                </a:lnTo>
                <a:lnTo>
                  <a:pt x="6411" y="4328"/>
                </a:lnTo>
                <a:lnTo>
                  <a:pt x="6412" y="4328"/>
                </a:lnTo>
                <a:lnTo>
                  <a:pt x="6413" y="4328"/>
                </a:lnTo>
                <a:lnTo>
                  <a:pt x="6414" y="4328"/>
                </a:lnTo>
                <a:lnTo>
                  <a:pt x="6415" y="4328"/>
                </a:lnTo>
                <a:lnTo>
                  <a:pt x="6416" y="4328"/>
                </a:lnTo>
                <a:lnTo>
                  <a:pt x="6417" y="4328"/>
                </a:lnTo>
                <a:lnTo>
                  <a:pt x="6418" y="4328"/>
                </a:lnTo>
                <a:lnTo>
                  <a:pt x="6419" y="4328"/>
                </a:lnTo>
                <a:lnTo>
                  <a:pt x="6420" y="4328"/>
                </a:lnTo>
                <a:lnTo>
                  <a:pt x="6421" y="4328"/>
                </a:lnTo>
                <a:lnTo>
                  <a:pt x="6422" y="4328"/>
                </a:lnTo>
                <a:lnTo>
                  <a:pt x="6423" y="4328"/>
                </a:lnTo>
                <a:lnTo>
                  <a:pt x="6424" y="4328"/>
                </a:lnTo>
                <a:lnTo>
                  <a:pt x="6425" y="4328"/>
                </a:lnTo>
                <a:lnTo>
                  <a:pt x="6426" y="4328"/>
                </a:lnTo>
                <a:lnTo>
                  <a:pt x="6427" y="4328"/>
                </a:lnTo>
                <a:lnTo>
                  <a:pt x="6428" y="4328"/>
                </a:lnTo>
                <a:lnTo>
                  <a:pt x="6429" y="4328"/>
                </a:lnTo>
                <a:lnTo>
                  <a:pt x="6430" y="4328"/>
                </a:lnTo>
                <a:lnTo>
                  <a:pt x="6431" y="4328"/>
                </a:lnTo>
                <a:lnTo>
                  <a:pt x="6432" y="4328"/>
                </a:lnTo>
                <a:lnTo>
                  <a:pt x="6433" y="4328"/>
                </a:lnTo>
                <a:lnTo>
                  <a:pt x="6434" y="4328"/>
                </a:lnTo>
                <a:lnTo>
                  <a:pt x="6435" y="4328"/>
                </a:lnTo>
                <a:lnTo>
                  <a:pt x="6436" y="4328"/>
                </a:lnTo>
                <a:lnTo>
                  <a:pt x="6437" y="4328"/>
                </a:lnTo>
                <a:lnTo>
                  <a:pt x="6438" y="4328"/>
                </a:lnTo>
                <a:lnTo>
                  <a:pt x="6439" y="4328"/>
                </a:lnTo>
                <a:lnTo>
                  <a:pt x="6440" y="4328"/>
                </a:lnTo>
                <a:lnTo>
                  <a:pt x="6441" y="4328"/>
                </a:lnTo>
                <a:lnTo>
                  <a:pt x="6442" y="4328"/>
                </a:lnTo>
                <a:lnTo>
                  <a:pt x="6443" y="4328"/>
                </a:lnTo>
                <a:lnTo>
                  <a:pt x="6444" y="4328"/>
                </a:lnTo>
                <a:lnTo>
                  <a:pt x="6445" y="4328"/>
                </a:lnTo>
                <a:lnTo>
                  <a:pt x="6446" y="4328"/>
                </a:lnTo>
                <a:lnTo>
                  <a:pt x="6447" y="4328"/>
                </a:lnTo>
                <a:lnTo>
                  <a:pt x="6448" y="4328"/>
                </a:lnTo>
                <a:lnTo>
                  <a:pt x="6449" y="4328"/>
                </a:lnTo>
                <a:lnTo>
                  <a:pt x="6450" y="4328"/>
                </a:lnTo>
                <a:lnTo>
                  <a:pt x="6451" y="4328"/>
                </a:lnTo>
                <a:lnTo>
                  <a:pt x="6452" y="4328"/>
                </a:lnTo>
                <a:lnTo>
                  <a:pt x="6453" y="4328"/>
                </a:lnTo>
                <a:lnTo>
                  <a:pt x="6454" y="4328"/>
                </a:lnTo>
                <a:lnTo>
                  <a:pt x="6455" y="4328"/>
                </a:lnTo>
                <a:lnTo>
                  <a:pt x="6456" y="4328"/>
                </a:lnTo>
                <a:lnTo>
                  <a:pt x="6457" y="4328"/>
                </a:lnTo>
                <a:lnTo>
                  <a:pt x="6458" y="4328"/>
                </a:lnTo>
                <a:lnTo>
                  <a:pt x="6459" y="4328"/>
                </a:lnTo>
                <a:lnTo>
                  <a:pt x="6460" y="4328"/>
                </a:lnTo>
                <a:lnTo>
                  <a:pt x="6461" y="4328"/>
                </a:lnTo>
                <a:lnTo>
                  <a:pt x="6462" y="4328"/>
                </a:lnTo>
                <a:lnTo>
                  <a:pt x="6463" y="4328"/>
                </a:lnTo>
                <a:lnTo>
                  <a:pt x="6464" y="4328"/>
                </a:lnTo>
                <a:lnTo>
                  <a:pt x="6465" y="4328"/>
                </a:lnTo>
                <a:lnTo>
                  <a:pt x="6466" y="4328"/>
                </a:lnTo>
                <a:lnTo>
                  <a:pt x="6467" y="4328"/>
                </a:lnTo>
                <a:lnTo>
                  <a:pt x="6468" y="4328"/>
                </a:lnTo>
                <a:lnTo>
                  <a:pt x="6469" y="4328"/>
                </a:lnTo>
                <a:lnTo>
                  <a:pt x="6470" y="4328"/>
                </a:lnTo>
                <a:lnTo>
                  <a:pt x="6471" y="4328"/>
                </a:lnTo>
                <a:lnTo>
                  <a:pt x="6472" y="4328"/>
                </a:lnTo>
                <a:lnTo>
                  <a:pt x="6473" y="4328"/>
                </a:lnTo>
                <a:lnTo>
                  <a:pt x="6474" y="4328"/>
                </a:lnTo>
                <a:lnTo>
                  <a:pt x="6475" y="4328"/>
                </a:lnTo>
                <a:lnTo>
                  <a:pt x="6476" y="4328"/>
                </a:lnTo>
                <a:lnTo>
                  <a:pt x="6477" y="4328"/>
                </a:lnTo>
                <a:lnTo>
                  <a:pt x="6478" y="4328"/>
                </a:lnTo>
                <a:lnTo>
                  <a:pt x="6479" y="4328"/>
                </a:lnTo>
                <a:lnTo>
                  <a:pt x="6480" y="4328"/>
                </a:lnTo>
                <a:lnTo>
                  <a:pt x="6481" y="4328"/>
                </a:lnTo>
                <a:lnTo>
                  <a:pt x="6482" y="4328"/>
                </a:lnTo>
                <a:lnTo>
                  <a:pt x="6483" y="4328"/>
                </a:lnTo>
                <a:lnTo>
                  <a:pt x="6484" y="4328"/>
                </a:lnTo>
                <a:lnTo>
                  <a:pt x="6485" y="4328"/>
                </a:lnTo>
                <a:lnTo>
                  <a:pt x="6486" y="4328"/>
                </a:lnTo>
                <a:lnTo>
                  <a:pt x="6487" y="4328"/>
                </a:lnTo>
                <a:lnTo>
                  <a:pt x="6488" y="4328"/>
                </a:lnTo>
                <a:lnTo>
                  <a:pt x="6489" y="4328"/>
                </a:lnTo>
                <a:lnTo>
                  <a:pt x="6490" y="4328"/>
                </a:lnTo>
                <a:lnTo>
                  <a:pt x="6491" y="4328"/>
                </a:lnTo>
                <a:lnTo>
                  <a:pt x="6492" y="4328"/>
                </a:lnTo>
                <a:lnTo>
                  <a:pt x="6493" y="4328"/>
                </a:lnTo>
                <a:lnTo>
                  <a:pt x="6494" y="4328"/>
                </a:lnTo>
                <a:lnTo>
                  <a:pt x="6495" y="4328"/>
                </a:lnTo>
                <a:lnTo>
                  <a:pt x="6496" y="4328"/>
                </a:lnTo>
                <a:lnTo>
                  <a:pt x="6497" y="4328"/>
                </a:lnTo>
                <a:lnTo>
                  <a:pt x="6498" y="4328"/>
                </a:lnTo>
                <a:lnTo>
                  <a:pt x="6499" y="4328"/>
                </a:lnTo>
                <a:lnTo>
                  <a:pt x="6500" y="4328"/>
                </a:lnTo>
                <a:lnTo>
                  <a:pt x="6501" y="4328"/>
                </a:lnTo>
                <a:lnTo>
                  <a:pt x="6502" y="4328"/>
                </a:lnTo>
                <a:lnTo>
                  <a:pt x="6503" y="4328"/>
                </a:lnTo>
                <a:lnTo>
                  <a:pt x="6504" y="4328"/>
                </a:lnTo>
                <a:lnTo>
                  <a:pt x="6505" y="4328"/>
                </a:lnTo>
                <a:lnTo>
                  <a:pt x="6506" y="4328"/>
                </a:lnTo>
                <a:lnTo>
                  <a:pt x="6507" y="4328"/>
                </a:lnTo>
                <a:lnTo>
                  <a:pt x="6508" y="4328"/>
                </a:lnTo>
                <a:lnTo>
                  <a:pt x="6509" y="4328"/>
                </a:lnTo>
                <a:lnTo>
                  <a:pt x="6510" y="4328"/>
                </a:lnTo>
                <a:lnTo>
                  <a:pt x="6511" y="4328"/>
                </a:lnTo>
                <a:lnTo>
                  <a:pt x="6512" y="4328"/>
                </a:lnTo>
                <a:lnTo>
                  <a:pt x="6513" y="4328"/>
                </a:lnTo>
                <a:lnTo>
                  <a:pt x="6514" y="4328"/>
                </a:lnTo>
                <a:lnTo>
                  <a:pt x="6515" y="4328"/>
                </a:lnTo>
                <a:lnTo>
                  <a:pt x="6516" y="4328"/>
                </a:lnTo>
                <a:lnTo>
                  <a:pt x="6517" y="4328"/>
                </a:lnTo>
                <a:lnTo>
                  <a:pt x="6518" y="4328"/>
                </a:lnTo>
                <a:lnTo>
                  <a:pt x="6519" y="4328"/>
                </a:lnTo>
                <a:lnTo>
                  <a:pt x="6520" y="4328"/>
                </a:lnTo>
                <a:lnTo>
                  <a:pt x="6521" y="4328"/>
                </a:lnTo>
                <a:lnTo>
                  <a:pt x="6522" y="4328"/>
                </a:lnTo>
                <a:lnTo>
                  <a:pt x="6523" y="4328"/>
                </a:lnTo>
                <a:lnTo>
                  <a:pt x="6524" y="4328"/>
                </a:lnTo>
                <a:lnTo>
                  <a:pt x="6525" y="4328"/>
                </a:lnTo>
                <a:lnTo>
                  <a:pt x="6526" y="4328"/>
                </a:lnTo>
                <a:lnTo>
                  <a:pt x="6527" y="4328"/>
                </a:lnTo>
                <a:lnTo>
                  <a:pt x="6528" y="4328"/>
                </a:lnTo>
                <a:lnTo>
                  <a:pt x="6529" y="4328"/>
                </a:lnTo>
                <a:lnTo>
                  <a:pt x="6530" y="4328"/>
                </a:lnTo>
                <a:lnTo>
                  <a:pt x="6531" y="4328"/>
                </a:lnTo>
                <a:lnTo>
                  <a:pt x="6532" y="4328"/>
                </a:lnTo>
                <a:lnTo>
                  <a:pt x="6533" y="4328"/>
                </a:lnTo>
                <a:lnTo>
                  <a:pt x="6534" y="4328"/>
                </a:lnTo>
                <a:lnTo>
                  <a:pt x="6535" y="4328"/>
                </a:lnTo>
                <a:lnTo>
                  <a:pt x="6536" y="4328"/>
                </a:lnTo>
                <a:lnTo>
                  <a:pt x="6537" y="4328"/>
                </a:lnTo>
                <a:lnTo>
                  <a:pt x="6538" y="4328"/>
                </a:lnTo>
                <a:lnTo>
                  <a:pt x="6539" y="4328"/>
                </a:lnTo>
                <a:lnTo>
                  <a:pt x="6540" y="4328"/>
                </a:lnTo>
                <a:lnTo>
                  <a:pt x="6541" y="4328"/>
                </a:lnTo>
                <a:lnTo>
                  <a:pt x="6542" y="4328"/>
                </a:lnTo>
                <a:lnTo>
                  <a:pt x="6543" y="4328"/>
                </a:lnTo>
                <a:lnTo>
                  <a:pt x="6544" y="4328"/>
                </a:lnTo>
                <a:lnTo>
                  <a:pt x="6545" y="4328"/>
                </a:lnTo>
                <a:lnTo>
                  <a:pt x="6546" y="4328"/>
                </a:lnTo>
                <a:lnTo>
                  <a:pt x="6547" y="4328"/>
                </a:lnTo>
                <a:lnTo>
                  <a:pt x="6548" y="4328"/>
                </a:lnTo>
                <a:lnTo>
                  <a:pt x="6549" y="4328"/>
                </a:lnTo>
                <a:lnTo>
                  <a:pt x="6550" y="4328"/>
                </a:lnTo>
                <a:lnTo>
                  <a:pt x="6551" y="4328"/>
                </a:lnTo>
                <a:lnTo>
                  <a:pt x="6552" y="4328"/>
                </a:lnTo>
                <a:lnTo>
                  <a:pt x="6553" y="4328"/>
                </a:lnTo>
                <a:lnTo>
                  <a:pt x="6554" y="4328"/>
                </a:lnTo>
                <a:lnTo>
                  <a:pt x="6555" y="4328"/>
                </a:lnTo>
                <a:lnTo>
                  <a:pt x="6556" y="4328"/>
                </a:lnTo>
                <a:lnTo>
                  <a:pt x="6557" y="4328"/>
                </a:lnTo>
                <a:lnTo>
                  <a:pt x="6558" y="4328"/>
                </a:lnTo>
                <a:lnTo>
                  <a:pt x="6559" y="4328"/>
                </a:lnTo>
                <a:lnTo>
                  <a:pt x="6560" y="4328"/>
                </a:lnTo>
                <a:lnTo>
                  <a:pt x="6561" y="4328"/>
                </a:lnTo>
                <a:lnTo>
                  <a:pt x="6562" y="4328"/>
                </a:lnTo>
                <a:lnTo>
                  <a:pt x="6563" y="4328"/>
                </a:lnTo>
                <a:lnTo>
                  <a:pt x="6564" y="4328"/>
                </a:lnTo>
                <a:lnTo>
                  <a:pt x="6565" y="4328"/>
                </a:lnTo>
                <a:lnTo>
                  <a:pt x="6566" y="4328"/>
                </a:lnTo>
                <a:lnTo>
                  <a:pt x="6567" y="4328"/>
                </a:lnTo>
                <a:lnTo>
                  <a:pt x="6568" y="4328"/>
                </a:lnTo>
                <a:lnTo>
                  <a:pt x="6569" y="4328"/>
                </a:lnTo>
                <a:lnTo>
                  <a:pt x="6570" y="4328"/>
                </a:lnTo>
                <a:lnTo>
                  <a:pt x="6571" y="4328"/>
                </a:lnTo>
                <a:lnTo>
                  <a:pt x="6572" y="4328"/>
                </a:lnTo>
                <a:lnTo>
                  <a:pt x="6573" y="4328"/>
                </a:lnTo>
                <a:lnTo>
                  <a:pt x="6574" y="4328"/>
                </a:lnTo>
                <a:lnTo>
                  <a:pt x="6575" y="4328"/>
                </a:lnTo>
                <a:lnTo>
                  <a:pt x="6576" y="4328"/>
                </a:lnTo>
                <a:lnTo>
                  <a:pt x="6577" y="4328"/>
                </a:lnTo>
                <a:lnTo>
                  <a:pt x="6578" y="4328"/>
                </a:lnTo>
                <a:lnTo>
                  <a:pt x="6579" y="4328"/>
                </a:lnTo>
                <a:lnTo>
                  <a:pt x="6580" y="4328"/>
                </a:lnTo>
                <a:lnTo>
                  <a:pt x="6581" y="4328"/>
                </a:lnTo>
                <a:lnTo>
                  <a:pt x="6582" y="4328"/>
                </a:lnTo>
                <a:lnTo>
                  <a:pt x="6583" y="4328"/>
                </a:lnTo>
                <a:lnTo>
                  <a:pt x="6584" y="4328"/>
                </a:lnTo>
                <a:lnTo>
                  <a:pt x="6585" y="4328"/>
                </a:lnTo>
                <a:lnTo>
                  <a:pt x="6586" y="4328"/>
                </a:lnTo>
                <a:lnTo>
                  <a:pt x="6587" y="4328"/>
                </a:lnTo>
                <a:lnTo>
                  <a:pt x="6588" y="4328"/>
                </a:lnTo>
                <a:lnTo>
                  <a:pt x="6589" y="4328"/>
                </a:lnTo>
                <a:lnTo>
                  <a:pt x="6590" y="4328"/>
                </a:lnTo>
                <a:lnTo>
                  <a:pt x="6591" y="4328"/>
                </a:lnTo>
                <a:lnTo>
                  <a:pt x="6592" y="4328"/>
                </a:lnTo>
                <a:lnTo>
                  <a:pt x="6593" y="4328"/>
                </a:lnTo>
                <a:lnTo>
                  <a:pt x="6594" y="4328"/>
                </a:lnTo>
                <a:lnTo>
                  <a:pt x="6595" y="4328"/>
                </a:lnTo>
                <a:lnTo>
                  <a:pt x="6596" y="4328"/>
                </a:lnTo>
                <a:lnTo>
                  <a:pt x="6597" y="4328"/>
                </a:lnTo>
                <a:lnTo>
                  <a:pt x="6598" y="4328"/>
                </a:lnTo>
                <a:lnTo>
                  <a:pt x="6599" y="4328"/>
                </a:lnTo>
                <a:lnTo>
                  <a:pt x="6600" y="4328"/>
                </a:lnTo>
                <a:lnTo>
                  <a:pt x="6601" y="4328"/>
                </a:lnTo>
                <a:lnTo>
                  <a:pt x="6602" y="4328"/>
                </a:lnTo>
                <a:lnTo>
                  <a:pt x="6603" y="4328"/>
                </a:lnTo>
                <a:lnTo>
                  <a:pt x="6604" y="4328"/>
                </a:lnTo>
                <a:lnTo>
                  <a:pt x="6605" y="4328"/>
                </a:lnTo>
                <a:lnTo>
                  <a:pt x="6606" y="4328"/>
                </a:lnTo>
                <a:lnTo>
                  <a:pt x="6607" y="4328"/>
                </a:lnTo>
                <a:lnTo>
                  <a:pt x="6608" y="4328"/>
                </a:lnTo>
                <a:lnTo>
                  <a:pt x="6609" y="4328"/>
                </a:lnTo>
                <a:lnTo>
                  <a:pt x="6610" y="4328"/>
                </a:lnTo>
                <a:lnTo>
                  <a:pt x="6611" y="4328"/>
                </a:lnTo>
                <a:lnTo>
                  <a:pt x="6612" y="4328"/>
                </a:lnTo>
                <a:lnTo>
                  <a:pt x="6613" y="4328"/>
                </a:lnTo>
                <a:lnTo>
                  <a:pt x="6614" y="4328"/>
                </a:lnTo>
                <a:lnTo>
                  <a:pt x="6615" y="4328"/>
                </a:lnTo>
                <a:lnTo>
                  <a:pt x="6616" y="4328"/>
                </a:lnTo>
                <a:lnTo>
                  <a:pt x="6617" y="4328"/>
                </a:lnTo>
                <a:lnTo>
                  <a:pt x="6618" y="4328"/>
                </a:lnTo>
                <a:lnTo>
                  <a:pt x="6619" y="4328"/>
                </a:lnTo>
                <a:lnTo>
                  <a:pt x="6620" y="4328"/>
                </a:lnTo>
                <a:lnTo>
                  <a:pt x="6621" y="4328"/>
                </a:lnTo>
                <a:lnTo>
                  <a:pt x="6622" y="4328"/>
                </a:lnTo>
                <a:lnTo>
                  <a:pt x="6623" y="4328"/>
                </a:lnTo>
                <a:lnTo>
                  <a:pt x="6624" y="4328"/>
                </a:lnTo>
                <a:lnTo>
                  <a:pt x="6625" y="4328"/>
                </a:lnTo>
                <a:lnTo>
                  <a:pt x="6626" y="4328"/>
                </a:lnTo>
                <a:lnTo>
                  <a:pt x="6627" y="4328"/>
                </a:lnTo>
                <a:lnTo>
                  <a:pt x="6628" y="4328"/>
                </a:lnTo>
                <a:lnTo>
                  <a:pt x="6629" y="4328"/>
                </a:lnTo>
                <a:lnTo>
                  <a:pt x="6630" y="4328"/>
                </a:lnTo>
                <a:lnTo>
                  <a:pt x="6631" y="4328"/>
                </a:lnTo>
                <a:lnTo>
                  <a:pt x="6632" y="4328"/>
                </a:lnTo>
                <a:lnTo>
                  <a:pt x="6633" y="4328"/>
                </a:lnTo>
                <a:lnTo>
                  <a:pt x="6634" y="4328"/>
                </a:lnTo>
                <a:lnTo>
                  <a:pt x="6635" y="4328"/>
                </a:lnTo>
                <a:lnTo>
                  <a:pt x="6636" y="4328"/>
                </a:lnTo>
                <a:lnTo>
                  <a:pt x="6637" y="4328"/>
                </a:lnTo>
                <a:lnTo>
                  <a:pt x="6638" y="4328"/>
                </a:lnTo>
                <a:lnTo>
                  <a:pt x="6639" y="4328"/>
                </a:lnTo>
                <a:lnTo>
                  <a:pt x="6640" y="4328"/>
                </a:lnTo>
                <a:lnTo>
                  <a:pt x="6641" y="4328"/>
                </a:lnTo>
                <a:lnTo>
                  <a:pt x="6642" y="4328"/>
                </a:lnTo>
                <a:lnTo>
                  <a:pt x="6643" y="4328"/>
                </a:lnTo>
                <a:lnTo>
                  <a:pt x="6644" y="4328"/>
                </a:lnTo>
                <a:lnTo>
                  <a:pt x="6645" y="4328"/>
                </a:lnTo>
                <a:lnTo>
                  <a:pt x="6646" y="4328"/>
                </a:lnTo>
                <a:lnTo>
                  <a:pt x="6647" y="4328"/>
                </a:lnTo>
                <a:lnTo>
                  <a:pt x="6648" y="4328"/>
                </a:lnTo>
                <a:lnTo>
                  <a:pt x="6649" y="4328"/>
                </a:lnTo>
                <a:lnTo>
                  <a:pt x="6650" y="4328"/>
                </a:lnTo>
                <a:lnTo>
                  <a:pt x="6651" y="4328"/>
                </a:lnTo>
                <a:lnTo>
                  <a:pt x="6652" y="4328"/>
                </a:lnTo>
                <a:lnTo>
                  <a:pt x="6653" y="4328"/>
                </a:lnTo>
                <a:lnTo>
                  <a:pt x="6654" y="4328"/>
                </a:lnTo>
                <a:lnTo>
                  <a:pt x="6655" y="4328"/>
                </a:lnTo>
                <a:lnTo>
                  <a:pt x="6656" y="4328"/>
                </a:lnTo>
                <a:lnTo>
                  <a:pt x="6657" y="4328"/>
                </a:lnTo>
                <a:lnTo>
                  <a:pt x="6658" y="4328"/>
                </a:lnTo>
                <a:lnTo>
                  <a:pt x="6659" y="4328"/>
                </a:lnTo>
                <a:lnTo>
                  <a:pt x="6660" y="4328"/>
                </a:lnTo>
                <a:lnTo>
                  <a:pt x="6661" y="4328"/>
                </a:lnTo>
                <a:lnTo>
                  <a:pt x="6662" y="4328"/>
                </a:lnTo>
                <a:lnTo>
                  <a:pt x="6663" y="4328"/>
                </a:lnTo>
                <a:lnTo>
                  <a:pt x="6664" y="4328"/>
                </a:lnTo>
                <a:lnTo>
                  <a:pt x="6665" y="4328"/>
                </a:lnTo>
                <a:lnTo>
                  <a:pt x="6666" y="4328"/>
                </a:lnTo>
                <a:lnTo>
                  <a:pt x="6667" y="4328"/>
                </a:lnTo>
                <a:lnTo>
                  <a:pt x="6668" y="4328"/>
                </a:lnTo>
                <a:lnTo>
                  <a:pt x="6669" y="4328"/>
                </a:lnTo>
                <a:lnTo>
                  <a:pt x="6670" y="4328"/>
                </a:lnTo>
                <a:lnTo>
                  <a:pt x="6671" y="4328"/>
                </a:lnTo>
                <a:lnTo>
                  <a:pt x="6672" y="4328"/>
                </a:lnTo>
                <a:lnTo>
                  <a:pt x="6673" y="4328"/>
                </a:lnTo>
                <a:lnTo>
                  <a:pt x="6674" y="4328"/>
                </a:lnTo>
                <a:lnTo>
                  <a:pt x="6675" y="4328"/>
                </a:lnTo>
                <a:lnTo>
                  <a:pt x="6676" y="4328"/>
                </a:lnTo>
                <a:lnTo>
                  <a:pt x="6677" y="4328"/>
                </a:lnTo>
                <a:lnTo>
                  <a:pt x="6678" y="4328"/>
                </a:lnTo>
                <a:lnTo>
                  <a:pt x="6679" y="4328"/>
                </a:lnTo>
                <a:lnTo>
                  <a:pt x="6680" y="4328"/>
                </a:lnTo>
                <a:lnTo>
                  <a:pt x="6681" y="4328"/>
                </a:lnTo>
                <a:lnTo>
                  <a:pt x="6682" y="4328"/>
                </a:lnTo>
                <a:lnTo>
                  <a:pt x="6683" y="4328"/>
                </a:lnTo>
                <a:lnTo>
                  <a:pt x="6684" y="4328"/>
                </a:lnTo>
                <a:lnTo>
                  <a:pt x="6685" y="4328"/>
                </a:lnTo>
                <a:lnTo>
                  <a:pt x="6686" y="4328"/>
                </a:lnTo>
                <a:lnTo>
                  <a:pt x="6687" y="4328"/>
                </a:lnTo>
                <a:lnTo>
                  <a:pt x="6688" y="4328"/>
                </a:lnTo>
                <a:lnTo>
                  <a:pt x="6689" y="4328"/>
                </a:lnTo>
                <a:lnTo>
                  <a:pt x="6690" y="4328"/>
                </a:lnTo>
                <a:lnTo>
                  <a:pt x="6691" y="4328"/>
                </a:lnTo>
                <a:lnTo>
                  <a:pt x="6692" y="4328"/>
                </a:lnTo>
                <a:lnTo>
                  <a:pt x="6693" y="4328"/>
                </a:lnTo>
                <a:lnTo>
                  <a:pt x="6694" y="4328"/>
                </a:lnTo>
                <a:lnTo>
                  <a:pt x="6695" y="4328"/>
                </a:lnTo>
                <a:lnTo>
                  <a:pt x="6696" y="4328"/>
                </a:lnTo>
                <a:lnTo>
                  <a:pt x="6697" y="4328"/>
                </a:lnTo>
                <a:lnTo>
                  <a:pt x="6698" y="4328"/>
                </a:lnTo>
                <a:lnTo>
                  <a:pt x="6699" y="4328"/>
                </a:lnTo>
                <a:lnTo>
                  <a:pt x="6700" y="4328"/>
                </a:lnTo>
                <a:lnTo>
                  <a:pt x="6701" y="4328"/>
                </a:lnTo>
                <a:lnTo>
                  <a:pt x="6702" y="4328"/>
                </a:lnTo>
                <a:lnTo>
                  <a:pt x="6703" y="4328"/>
                </a:lnTo>
                <a:lnTo>
                  <a:pt x="6704" y="4328"/>
                </a:lnTo>
                <a:lnTo>
                  <a:pt x="6705" y="4328"/>
                </a:lnTo>
                <a:lnTo>
                  <a:pt x="6706" y="4328"/>
                </a:lnTo>
                <a:lnTo>
                  <a:pt x="6707" y="4328"/>
                </a:lnTo>
                <a:lnTo>
                  <a:pt x="6708" y="4328"/>
                </a:lnTo>
                <a:lnTo>
                  <a:pt x="6709" y="4328"/>
                </a:lnTo>
                <a:lnTo>
                  <a:pt x="6710" y="4328"/>
                </a:lnTo>
                <a:lnTo>
                  <a:pt x="6711" y="4328"/>
                </a:lnTo>
                <a:lnTo>
                  <a:pt x="6712" y="4328"/>
                </a:lnTo>
                <a:lnTo>
                  <a:pt x="6713" y="4328"/>
                </a:lnTo>
                <a:lnTo>
                  <a:pt x="6714" y="4328"/>
                </a:lnTo>
                <a:lnTo>
                  <a:pt x="6715" y="4328"/>
                </a:lnTo>
                <a:lnTo>
                  <a:pt x="6716" y="4328"/>
                </a:lnTo>
                <a:lnTo>
                  <a:pt x="6717" y="4328"/>
                </a:lnTo>
                <a:lnTo>
                  <a:pt x="6718" y="4328"/>
                </a:lnTo>
                <a:lnTo>
                  <a:pt x="6719" y="4328"/>
                </a:lnTo>
                <a:lnTo>
                  <a:pt x="6720" y="4328"/>
                </a:lnTo>
                <a:lnTo>
                  <a:pt x="6721" y="4328"/>
                </a:lnTo>
                <a:lnTo>
                  <a:pt x="6722" y="4328"/>
                </a:lnTo>
                <a:lnTo>
                  <a:pt x="6723" y="4328"/>
                </a:lnTo>
                <a:lnTo>
                  <a:pt x="6724" y="4328"/>
                </a:lnTo>
                <a:lnTo>
                  <a:pt x="6725" y="4328"/>
                </a:lnTo>
                <a:lnTo>
                  <a:pt x="6726" y="4328"/>
                </a:lnTo>
                <a:lnTo>
                  <a:pt x="6727" y="4328"/>
                </a:lnTo>
                <a:lnTo>
                  <a:pt x="6728" y="4328"/>
                </a:lnTo>
                <a:lnTo>
                  <a:pt x="6729" y="4328"/>
                </a:lnTo>
                <a:lnTo>
                  <a:pt x="6730" y="4328"/>
                </a:lnTo>
                <a:lnTo>
                  <a:pt x="6731" y="4328"/>
                </a:lnTo>
                <a:lnTo>
                  <a:pt x="6732" y="4328"/>
                </a:lnTo>
                <a:lnTo>
                  <a:pt x="6733" y="4328"/>
                </a:lnTo>
                <a:lnTo>
                  <a:pt x="6734" y="4328"/>
                </a:lnTo>
                <a:lnTo>
                  <a:pt x="6735" y="4328"/>
                </a:lnTo>
                <a:lnTo>
                  <a:pt x="6736" y="4328"/>
                </a:lnTo>
                <a:lnTo>
                  <a:pt x="6737" y="4328"/>
                </a:lnTo>
                <a:lnTo>
                  <a:pt x="6738" y="4328"/>
                </a:lnTo>
                <a:lnTo>
                  <a:pt x="6739" y="4328"/>
                </a:lnTo>
                <a:lnTo>
                  <a:pt x="6740" y="4328"/>
                </a:lnTo>
                <a:lnTo>
                  <a:pt x="6741" y="4328"/>
                </a:lnTo>
                <a:lnTo>
                  <a:pt x="6742" y="4328"/>
                </a:lnTo>
                <a:lnTo>
                  <a:pt x="6743" y="4328"/>
                </a:lnTo>
                <a:lnTo>
                  <a:pt x="6744" y="4328"/>
                </a:lnTo>
                <a:lnTo>
                  <a:pt x="6745" y="4328"/>
                </a:lnTo>
                <a:lnTo>
                  <a:pt x="6746" y="4328"/>
                </a:lnTo>
                <a:lnTo>
                  <a:pt x="6747" y="4328"/>
                </a:lnTo>
                <a:lnTo>
                  <a:pt x="6748" y="4328"/>
                </a:lnTo>
                <a:lnTo>
                  <a:pt x="6749" y="4328"/>
                </a:lnTo>
                <a:lnTo>
                  <a:pt x="6750" y="4328"/>
                </a:lnTo>
                <a:lnTo>
                  <a:pt x="6751" y="4328"/>
                </a:lnTo>
                <a:lnTo>
                  <a:pt x="6752" y="4328"/>
                </a:lnTo>
                <a:lnTo>
                  <a:pt x="6753" y="4328"/>
                </a:lnTo>
                <a:lnTo>
                  <a:pt x="6754" y="4328"/>
                </a:lnTo>
                <a:lnTo>
                  <a:pt x="6755" y="4328"/>
                </a:lnTo>
                <a:lnTo>
                  <a:pt x="6756" y="4328"/>
                </a:lnTo>
                <a:lnTo>
                  <a:pt x="6757" y="4328"/>
                </a:lnTo>
                <a:lnTo>
                  <a:pt x="6758" y="4328"/>
                </a:lnTo>
                <a:lnTo>
                  <a:pt x="6759" y="4328"/>
                </a:lnTo>
                <a:lnTo>
                  <a:pt x="6760" y="4328"/>
                </a:lnTo>
                <a:lnTo>
                  <a:pt x="6761" y="4328"/>
                </a:lnTo>
                <a:lnTo>
                  <a:pt x="6762" y="4328"/>
                </a:lnTo>
                <a:lnTo>
                  <a:pt x="6763" y="4328"/>
                </a:lnTo>
                <a:lnTo>
                  <a:pt x="6764" y="4328"/>
                </a:lnTo>
                <a:lnTo>
                  <a:pt x="6765" y="4328"/>
                </a:lnTo>
                <a:lnTo>
                  <a:pt x="6766" y="4328"/>
                </a:lnTo>
                <a:lnTo>
                  <a:pt x="6767" y="4328"/>
                </a:lnTo>
                <a:lnTo>
                  <a:pt x="6768" y="4328"/>
                </a:lnTo>
                <a:lnTo>
                  <a:pt x="6769" y="4328"/>
                </a:lnTo>
                <a:lnTo>
                  <a:pt x="6770" y="4328"/>
                </a:lnTo>
                <a:lnTo>
                  <a:pt x="6771" y="4328"/>
                </a:lnTo>
                <a:lnTo>
                  <a:pt x="6772" y="4328"/>
                </a:lnTo>
                <a:lnTo>
                  <a:pt x="6773" y="4328"/>
                </a:lnTo>
                <a:lnTo>
                  <a:pt x="6774" y="4328"/>
                </a:lnTo>
                <a:lnTo>
                  <a:pt x="6775" y="4328"/>
                </a:lnTo>
                <a:lnTo>
                  <a:pt x="6776" y="4328"/>
                </a:lnTo>
                <a:lnTo>
                  <a:pt x="6777" y="4328"/>
                </a:lnTo>
                <a:lnTo>
                  <a:pt x="6778" y="4328"/>
                </a:lnTo>
                <a:lnTo>
                  <a:pt x="6779" y="4328"/>
                </a:lnTo>
                <a:lnTo>
                  <a:pt x="6780" y="4328"/>
                </a:lnTo>
                <a:lnTo>
                  <a:pt x="6781" y="4328"/>
                </a:lnTo>
                <a:lnTo>
                  <a:pt x="6782" y="4328"/>
                </a:lnTo>
                <a:lnTo>
                  <a:pt x="6783" y="4328"/>
                </a:lnTo>
                <a:lnTo>
                  <a:pt x="6784" y="4328"/>
                </a:lnTo>
                <a:lnTo>
                  <a:pt x="6785" y="4328"/>
                </a:lnTo>
                <a:lnTo>
                  <a:pt x="6786" y="4328"/>
                </a:lnTo>
                <a:lnTo>
                  <a:pt x="6787" y="4328"/>
                </a:lnTo>
                <a:lnTo>
                  <a:pt x="6788" y="4328"/>
                </a:lnTo>
                <a:lnTo>
                  <a:pt x="6789" y="4328"/>
                </a:lnTo>
                <a:lnTo>
                  <a:pt x="6790" y="4328"/>
                </a:lnTo>
                <a:lnTo>
                  <a:pt x="6791" y="4328"/>
                </a:lnTo>
                <a:lnTo>
                  <a:pt x="6792" y="4328"/>
                </a:lnTo>
                <a:lnTo>
                  <a:pt x="6793" y="4328"/>
                </a:lnTo>
                <a:lnTo>
                  <a:pt x="6794" y="4328"/>
                </a:lnTo>
                <a:lnTo>
                  <a:pt x="6795" y="4328"/>
                </a:lnTo>
                <a:lnTo>
                  <a:pt x="6796" y="4328"/>
                </a:lnTo>
                <a:lnTo>
                  <a:pt x="6797" y="4328"/>
                </a:lnTo>
                <a:lnTo>
                  <a:pt x="6798" y="4328"/>
                </a:lnTo>
                <a:lnTo>
                  <a:pt x="6799" y="4328"/>
                </a:lnTo>
                <a:lnTo>
                  <a:pt x="6800" y="4328"/>
                </a:lnTo>
                <a:lnTo>
                  <a:pt x="6801" y="4328"/>
                </a:lnTo>
                <a:lnTo>
                  <a:pt x="6802" y="4328"/>
                </a:lnTo>
                <a:lnTo>
                  <a:pt x="6803" y="4328"/>
                </a:lnTo>
                <a:lnTo>
                  <a:pt x="6804" y="4328"/>
                </a:lnTo>
                <a:lnTo>
                  <a:pt x="6805" y="4328"/>
                </a:lnTo>
                <a:lnTo>
                  <a:pt x="6806" y="4328"/>
                </a:lnTo>
                <a:lnTo>
                  <a:pt x="6807" y="4328"/>
                </a:lnTo>
                <a:lnTo>
                  <a:pt x="6808" y="4328"/>
                </a:lnTo>
                <a:lnTo>
                  <a:pt x="6809" y="4328"/>
                </a:lnTo>
                <a:lnTo>
                  <a:pt x="6810" y="4328"/>
                </a:lnTo>
                <a:lnTo>
                  <a:pt x="6811" y="4328"/>
                </a:lnTo>
                <a:lnTo>
                  <a:pt x="6812" y="4328"/>
                </a:lnTo>
                <a:lnTo>
                  <a:pt x="6813" y="4328"/>
                </a:lnTo>
                <a:lnTo>
                  <a:pt x="6814" y="4328"/>
                </a:lnTo>
                <a:lnTo>
                  <a:pt x="6815" y="4328"/>
                </a:lnTo>
                <a:lnTo>
                  <a:pt x="6816" y="4328"/>
                </a:lnTo>
                <a:lnTo>
                  <a:pt x="6817" y="4328"/>
                </a:lnTo>
                <a:lnTo>
                  <a:pt x="6818" y="4328"/>
                </a:lnTo>
                <a:lnTo>
                  <a:pt x="6819" y="4328"/>
                </a:lnTo>
                <a:lnTo>
                  <a:pt x="6820" y="4328"/>
                </a:lnTo>
                <a:lnTo>
                  <a:pt x="6821" y="4328"/>
                </a:lnTo>
                <a:lnTo>
                  <a:pt x="6822" y="4328"/>
                </a:lnTo>
                <a:lnTo>
                  <a:pt x="6823" y="4328"/>
                </a:lnTo>
                <a:lnTo>
                  <a:pt x="6824" y="4328"/>
                </a:lnTo>
                <a:lnTo>
                  <a:pt x="6825" y="4328"/>
                </a:lnTo>
                <a:lnTo>
                  <a:pt x="6826" y="4328"/>
                </a:lnTo>
                <a:lnTo>
                  <a:pt x="6827" y="4328"/>
                </a:lnTo>
                <a:lnTo>
                  <a:pt x="6828" y="4328"/>
                </a:lnTo>
                <a:lnTo>
                  <a:pt x="6829" y="4328"/>
                </a:lnTo>
                <a:lnTo>
                  <a:pt x="6830" y="4328"/>
                </a:lnTo>
                <a:lnTo>
                  <a:pt x="6831" y="4328"/>
                </a:lnTo>
                <a:lnTo>
                  <a:pt x="6832" y="4328"/>
                </a:lnTo>
                <a:lnTo>
                  <a:pt x="6833" y="4328"/>
                </a:lnTo>
                <a:lnTo>
                  <a:pt x="6834" y="4328"/>
                </a:lnTo>
                <a:lnTo>
                  <a:pt x="6835" y="4328"/>
                </a:lnTo>
                <a:lnTo>
                  <a:pt x="6836" y="4328"/>
                </a:lnTo>
                <a:lnTo>
                  <a:pt x="6837" y="4328"/>
                </a:lnTo>
                <a:lnTo>
                  <a:pt x="6838" y="4328"/>
                </a:lnTo>
                <a:lnTo>
                  <a:pt x="6839" y="4328"/>
                </a:lnTo>
                <a:lnTo>
                  <a:pt x="6840" y="4328"/>
                </a:lnTo>
                <a:lnTo>
                  <a:pt x="6841" y="4328"/>
                </a:lnTo>
                <a:lnTo>
                  <a:pt x="6842" y="4328"/>
                </a:lnTo>
                <a:lnTo>
                  <a:pt x="6843" y="4328"/>
                </a:lnTo>
                <a:lnTo>
                  <a:pt x="6844" y="4328"/>
                </a:lnTo>
                <a:lnTo>
                  <a:pt x="6845" y="4328"/>
                </a:lnTo>
                <a:lnTo>
                  <a:pt x="6846" y="4328"/>
                </a:lnTo>
                <a:lnTo>
                  <a:pt x="6847" y="4328"/>
                </a:lnTo>
                <a:lnTo>
                  <a:pt x="6848" y="4328"/>
                </a:lnTo>
                <a:lnTo>
                  <a:pt x="6849" y="4328"/>
                </a:lnTo>
                <a:lnTo>
                  <a:pt x="6850" y="4328"/>
                </a:lnTo>
                <a:lnTo>
                  <a:pt x="6851" y="4328"/>
                </a:lnTo>
                <a:lnTo>
                  <a:pt x="6852" y="4328"/>
                </a:lnTo>
                <a:lnTo>
                  <a:pt x="6853" y="4328"/>
                </a:lnTo>
                <a:lnTo>
                  <a:pt x="6854" y="4328"/>
                </a:lnTo>
                <a:lnTo>
                  <a:pt x="6855" y="4328"/>
                </a:lnTo>
                <a:lnTo>
                  <a:pt x="6856" y="4328"/>
                </a:lnTo>
                <a:lnTo>
                  <a:pt x="6857" y="4328"/>
                </a:lnTo>
                <a:lnTo>
                  <a:pt x="6858" y="4328"/>
                </a:lnTo>
                <a:lnTo>
                  <a:pt x="6859" y="4328"/>
                </a:lnTo>
                <a:lnTo>
                  <a:pt x="6860" y="4328"/>
                </a:lnTo>
                <a:lnTo>
                  <a:pt x="6861" y="4328"/>
                </a:lnTo>
                <a:lnTo>
                  <a:pt x="6862" y="4328"/>
                </a:lnTo>
                <a:lnTo>
                  <a:pt x="6863" y="4328"/>
                </a:lnTo>
                <a:lnTo>
                  <a:pt x="6864" y="4328"/>
                </a:lnTo>
                <a:lnTo>
                  <a:pt x="6865" y="4328"/>
                </a:lnTo>
                <a:lnTo>
                  <a:pt x="6866" y="4328"/>
                </a:lnTo>
                <a:lnTo>
                  <a:pt x="6867" y="4328"/>
                </a:lnTo>
                <a:lnTo>
                  <a:pt x="6868" y="4328"/>
                </a:lnTo>
                <a:lnTo>
                  <a:pt x="6869" y="4328"/>
                </a:lnTo>
                <a:lnTo>
                  <a:pt x="6870" y="4328"/>
                </a:lnTo>
                <a:lnTo>
                  <a:pt x="6871" y="4328"/>
                </a:lnTo>
                <a:lnTo>
                  <a:pt x="6872" y="4328"/>
                </a:lnTo>
                <a:lnTo>
                  <a:pt x="6873" y="4328"/>
                </a:lnTo>
                <a:lnTo>
                  <a:pt x="6874" y="4328"/>
                </a:lnTo>
                <a:lnTo>
                  <a:pt x="6875" y="4328"/>
                </a:lnTo>
                <a:lnTo>
                  <a:pt x="6876" y="4328"/>
                </a:lnTo>
                <a:lnTo>
                  <a:pt x="6877" y="4328"/>
                </a:lnTo>
                <a:lnTo>
                  <a:pt x="6878" y="4328"/>
                </a:lnTo>
                <a:lnTo>
                  <a:pt x="6879" y="4328"/>
                </a:lnTo>
                <a:lnTo>
                  <a:pt x="6880" y="4328"/>
                </a:lnTo>
                <a:lnTo>
                  <a:pt x="6881" y="4328"/>
                </a:lnTo>
                <a:lnTo>
                  <a:pt x="6882" y="4328"/>
                </a:lnTo>
                <a:lnTo>
                  <a:pt x="6883" y="4328"/>
                </a:lnTo>
                <a:lnTo>
                  <a:pt x="6884" y="4328"/>
                </a:lnTo>
                <a:lnTo>
                  <a:pt x="6885" y="4328"/>
                </a:lnTo>
                <a:lnTo>
                  <a:pt x="6886" y="4328"/>
                </a:lnTo>
                <a:lnTo>
                  <a:pt x="6887" y="4328"/>
                </a:lnTo>
                <a:lnTo>
                  <a:pt x="6888" y="4328"/>
                </a:lnTo>
                <a:lnTo>
                  <a:pt x="6889" y="4328"/>
                </a:lnTo>
                <a:lnTo>
                  <a:pt x="6890" y="4328"/>
                </a:lnTo>
                <a:lnTo>
                  <a:pt x="6891" y="4328"/>
                </a:lnTo>
                <a:lnTo>
                  <a:pt x="6892" y="4328"/>
                </a:lnTo>
                <a:lnTo>
                  <a:pt x="6893" y="4328"/>
                </a:lnTo>
                <a:lnTo>
                  <a:pt x="6894" y="4328"/>
                </a:lnTo>
                <a:lnTo>
                  <a:pt x="6895" y="4328"/>
                </a:lnTo>
                <a:lnTo>
                  <a:pt x="6896" y="4328"/>
                </a:lnTo>
                <a:lnTo>
                  <a:pt x="6897" y="4328"/>
                </a:lnTo>
                <a:lnTo>
                  <a:pt x="6898" y="4328"/>
                </a:lnTo>
                <a:lnTo>
                  <a:pt x="6899" y="4328"/>
                </a:lnTo>
                <a:lnTo>
                  <a:pt x="6900" y="4328"/>
                </a:lnTo>
                <a:lnTo>
                  <a:pt x="6901" y="4328"/>
                </a:lnTo>
                <a:lnTo>
                  <a:pt x="6902" y="4328"/>
                </a:lnTo>
                <a:lnTo>
                  <a:pt x="6903" y="4328"/>
                </a:lnTo>
                <a:lnTo>
                  <a:pt x="6904" y="4328"/>
                </a:lnTo>
                <a:lnTo>
                  <a:pt x="6905" y="4328"/>
                </a:lnTo>
                <a:lnTo>
                  <a:pt x="6906" y="4328"/>
                </a:lnTo>
                <a:lnTo>
                  <a:pt x="6907" y="4328"/>
                </a:lnTo>
                <a:lnTo>
                  <a:pt x="6908" y="4328"/>
                </a:lnTo>
                <a:lnTo>
                  <a:pt x="6909" y="4328"/>
                </a:lnTo>
                <a:lnTo>
                  <a:pt x="6910" y="4328"/>
                </a:lnTo>
                <a:lnTo>
                  <a:pt x="6911" y="4328"/>
                </a:lnTo>
                <a:lnTo>
                  <a:pt x="6912" y="4328"/>
                </a:lnTo>
                <a:lnTo>
                  <a:pt x="6913" y="4328"/>
                </a:lnTo>
                <a:lnTo>
                  <a:pt x="6914" y="4328"/>
                </a:lnTo>
                <a:lnTo>
                  <a:pt x="6915" y="4328"/>
                </a:lnTo>
                <a:lnTo>
                  <a:pt x="6916" y="4328"/>
                </a:lnTo>
                <a:lnTo>
                  <a:pt x="6917" y="4328"/>
                </a:lnTo>
                <a:lnTo>
                  <a:pt x="6918" y="4328"/>
                </a:lnTo>
                <a:lnTo>
                  <a:pt x="6919" y="4328"/>
                </a:lnTo>
                <a:lnTo>
                  <a:pt x="6920" y="4328"/>
                </a:lnTo>
                <a:lnTo>
                  <a:pt x="6921" y="4328"/>
                </a:lnTo>
                <a:lnTo>
                  <a:pt x="6922" y="4328"/>
                </a:lnTo>
                <a:lnTo>
                  <a:pt x="6923" y="4328"/>
                </a:lnTo>
                <a:lnTo>
                  <a:pt x="6924" y="4328"/>
                </a:lnTo>
                <a:lnTo>
                  <a:pt x="6925" y="4328"/>
                </a:lnTo>
                <a:lnTo>
                  <a:pt x="6926" y="4328"/>
                </a:lnTo>
                <a:lnTo>
                  <a:pt x="6927" y="4328"/>
                </a:lnTo>
                <a:lnTo>
                  <a:pt x="6928" y="4328"/>
                </a:lnTo>
                <a:lnTo>
                  <a:pt x="6929" y="4328"/>
                </a:lnTo>
                <a:lnTo>
                  <a:pt x="6930" y="4328"/>
                </a:lnTo>
                <a:lnTo>
                  <a:pt x="6931" y="4328"/>
                </a:lnTo>
                <a:lnTo>
                  <a:pt x="6932" y="4328"/>
                </a:lnTo>
                <a:lnTo>
                  <a:pt x="6933" y="4328"/>
                </a:lnTo>
                <a:lnTo>
                  <a:pt x="6934" y="4328"/>
                </a:lnTo>
                <a:lnTo>
                  <a:pt x="6935" y="4328"/>
                </a:lnTo>
                <a:lnTo>
                  <a:pt x="6936" y="4328"/>
                </a:lnTo>
                <a:lnTo>
                  <a:pt x="6937" y="4328"/>
                </a:lnTo>
                <a:lnTo>
                  <a:pt x="6938" y="4328"/>
                </a:lnTo>
                <a:lnTo>
                  <a:pt x="6939" y="4328"/>
                </a:lnTo>
                <a:lnTo>
                  <a:pt x="6940" y="4328"/>
                </a:lnTo>
                <a:lnTo>
                  <a:pt x="6941" y="4328"/>
                </a:lnTo>
                <a:lnTo>
                  <a:pt x="6942" y="4328"/>
                </a:lnTo>
                <a:lnTo>
                  <a:pt x="6943" y="4328"/>
                </a:lnTo>
                <a:lnTo>
                  <a:pt x="6944" y="4328"/>
                </a:lnTo>
                <a:lnTo>
                  <a:pt x="6945" y="4328"/>
                </a:lnTo>
                <a:lnTo>
                  <a:pt x="6946" y="4328"/>
                </a:lnTo>
                <a:lnTo>
                  <a:pt x="6947" y="4328"/>
                </a:lnTo>
                <a:lnTo>
                  <a:pt x="6948" y="4328"/>
                </a:lnTo>
                <a:lnTo>
                  <a:pt x="6949" y="4328"/>
                </a:lnTo>
                <a:lnTo>
                  <a:pt x="6950" y="4328"/>
                </a:lnTo>
                <a:lnTo>
                  <a:pt x="6951" y="4328"/>
                </a:lnTo>
                <a:lnTo>
                  <a:pt x="6952" y="4328"/>
                </a:lnTo>
                <a:lnTo>
                  <a:pt x="6953" y="4328"/>
                </a:lnTo>
                <a:lnTo>
                  <a:pt x="6954" y="4328"/>
                </a:lnTo>
                <a:lnTo>
                  <a:pt x="6955" y="4328"/>
                </a:lnTo>
                <a:lnTo>
                  <a:pt x="6956" y="4328"/>
                </a:lnTo>
                <a:lnTo>
                  <a:pt x="6957" y="4328"/>
                </a:lnTo>
                <a:lnTo>
                  <a:pt x="6958" y="4328"/>
                </a:lnTo>
                <a:lnTo>
                  <a:pt x="6959" y="4328"/>
                </a:lnTo>
                <a:lnTo>
                  <a:pt x="6960" y="4328"/>
                </a:lnTo>
                <a:lnTo>
                  <a:pt x="6961" y="4328"/>
                </a:lnTo>
                <a:lnTo>
                  <a:pt x="6962" y="4328"/>
                </a:lnTo>
                <a:lnTo>
                  <a:pt x="6963" y="4328"/>
                </a:lnTo>
                <a:lnTo>
                  <a:pt x="6964" y="4328"/>
                </a:lnTo>
                <a:lnTo>
                  <a:pt x="6965" y="4328"/>
                </a:lnTo>
                <a:lnTo>
                  <a:pt x="6966" y="4328"/>
                </a:lnTo>
                <a:lnTo>
                  <a:pt x="6967" y="4328"/>
                </a:lnTo>
                <a:lnTo>
                  <a:pt x="6968" y="4328"/>
                </a:lnTo>
                <a:lnTo>
                  <a:pt x="6969" y="4328"/>
                </a:lnTo>
                <a:lnTo>
                  <a:pt x="6970" y="4328"/>
                </a:lnTo>
                <a:lnTo>
                  <a:pt x="6971" y="4328"/>
                </a:lnTo>
                <a:lnTo>
                  <a:pt x="6972" y="4328"/>
                </a:lnTo>
                <a:lnTo>
                  <a:pt x="6973" y="4328"/>
                </a:lnTo>
                <a:lnTo>
                  <a:pt x="6974" y="4328"/>
                </a:lnTo>
                <a:lnTo>
                  <a:pt x="6975" y="4328"/>
                </a:lnTo>
                <a:lnTo>
                  <a:pt x="6976" y="4328"/>
                </a:lnTo>
                <a:lnTo>
                  <a:pt x="6977" y="4328"/>
                </a:lnTo>
                <a:lnTo>
                  <a:pt x="6978" y="4328"/>
                </a:lnTo>
                <a:lnTo>
                  <a:pt x="6979" y="4328"/>
                </a:lnTo>
                <a:lnTo>
                  <a:pt x="6980" y="4328"/>
                </a:lnTo>
                <a:lnTo>
                  <a:pt x="6981" y="4328"/>
                </a:lnTo>
                <a:lnTo>
                  <a:pt x="6982" y="4328"/>
                </a:lnTo>
                <a:lnTo>
                  <a:pt x="6983" y="4328"/>
                </a:lnTo>
                <a:lnTo>
                  <a:pt x="6984" y="4328"/>
                </a:lnTo>
                <a:lnTo>
                  <a:pt x="6985" y="4328"/>
                </a:lnTo>
                <a:lnTo>
                  <a:pt x="6986" y="4328"/>
                </a:lnTo>
                <a:lnTo>
                  <a:pt x="6987" y="4328"/>
                </a:lnTo>
                <a:lnTo>
                  <a:pt x="6988" y="4328"/>
                </a:lnTo>
                <a:lnTo>
                  <a:pt x="6989" y="4328"/>
                </a:lnTo>
                <a:lnTo>
                  <a:pt x="6990" y="4328"/>
                </a:lnTo>
                <a:lnTo>
                  <a:pt x="6991" y="4328"/>
                </a:lnTo>
                <a:lnTo>
                  <a:pt x="6992" y="4328"/>
                </a:lnTo>
                <a:lnTo>
                  <a:pt x="6993" y="4328"/>
                </a:lnTo>
                <a:lnTo>
                  <a:pt x="6994" y="4328"/>
                </a:lnTo>
                <a:lnTo>
                  <a:pt x="6995" y="4328"/>
                </a:lnTo>
                <a:lnTo>
                  <a:pt x="6996" y="4328"/>
                </a:lnTo>
                <a:lnTo>
                  <a:pt x="6997" y="4328"/>
                </a:lnTo>
                <a:lnTo>
                  <a:pt x="6998" y="4328"/>
                </a:lnTo>
                <a:lnTo>
                  <a:pt x="6999" y="4328"/>
                </a:lnTo>
                <a:lnTo>
                  <a:pt x="7000" y="4328"/>
                </a:lnTo>
                <a:lnTo>
                  <a:pt x="7001" y="4328"/>
                </a:lnTo>
                <a:lnTo>
                  <a:pt x="7002" y="4328"/>
                </a:lnTo>
                <a:lnTo>
                  <a:pt x="7003" y="4328"/>
                </a:lnTo>
                <a:lnTo>
                  <a:pt x="7004" y="4328"/>
                </a:lnTo>
                <a:lnTo>
                  <a:pt x="7005" y="4328"/>
                </a:lnTo>
                <a:lnTo>
                  <a:pt x="7006" y="4328"/>
                </a:lnTo>
                <a:lnTo>
                  <a:pt x="7007" y="4328"/>
                </a:lnTo>
                <a:lnTo>
                  <a:pt x="7008" y="4328"/>
                </a:lnTo>
                <a:lnTo>
                  <a:pt x="7009" y="4328"/>
                </a:lnTo>
                <a:lnTo>
                  <a:pt x="7010" y="4328"/>
                </a:lnTo>
                <a:lnTo>
                  <a:pt x="7011" y="4328"/>
                </a:lnTo>
                <a:lnTo>
                  <a:pt x="7012" y="4328"/>
                </a:lnTo>
                <a:lnTo>
                  <a:pt x="7013" y="4328"/>
                </a:lnTo>
                <a:lnTo>
                  <a:pt x="7014" y="4328"/>
                </a:lnTo>
                <a:lnTo>
                  <a:pt x="7015" y="4328"/>
                </a:lnTo>
                <a:lnTo>
                  <a:pt x="7016" y="4328"/>
                </a:lnTo>
                <a:lnTo>
                  <a:pt x="7017" y="4328"/>
                </a:lnTo>
                <a:lnTo>
                  <a:pt x="7018" y="4328"/>
                </a:lnTo>
                <a:lnTo>
                  <a:pt x="7019" y="4328"/>
                </a:lnTo>
                <a:lnTo>
                  <a:pt x="7020" y="4328"/>
                </a:lnTo>
                <a:lnTo>
                  <a:pt x="7021" y="4328"/>
                </a:lnTo>
                <a:lnTo>
                  <a:pt x="7022" y="4328"/>
                </a:lnTo>
                <a:lnTo>
                  <a:pt x="7023" y="4328"/>
                </a:lnTo>
                <a:lnTo>
                  <a:pt x="7024" y="4328"/>
                </a:lnTo>
                <a:lnTo>
                  <a:pt x="7025" y="4328"/>
                </a:lnTo>
                <a:lnTo>
                  <a:pt x="7026" y="4328"/>
                </a:lnTo>
                <a:lnTo>
                  <a:pt x="7027" y="4328"/>
                </a:lnTo>
                <a:lnTo>
                  <a:pt x="7028" y="4328"/>
                </a:lnTo>
                <a:lnTo>
                  <a:pt x="7029" y="4328"/>
                </a:lnTo>
                <a:lnTo>
                  <a:pt x="7030" y="4328"/>
                </a:lnTo>
                <a:lnTo>
                  <a:pt x="7031" y="4328"/>
                </a:lnTo>
                <a:lnTo>
                  <a:pt x="7032" y="4328"/>
                </a:lnTo>
                <a:lnTo>
                  <a:pt x="7033" y="4328"/>
                </a:lnTo>
                <a:lnTo>
                  <a:pt x="7034" y="4328"/>
                </a:lnTo>
                <a:lnTo>
                  <a:pt x="7035" y="4328"/>
                </a:lnTo>
                <a:lnTo>
                  <a:pt x="7036" y="4328"/>
                </a:lnTo>
                <a:lnTo>
                  <a:pt x="7037" y="4328"/>
                </a:lnTo>
                <a:lnTo>
                  <a:pt x="7038" y="4328"/>
                </a:lnTo>
                <a:lnTo>
                  <a:pt x="7039" y="4328"/>
                </a:lnTo>
                <a:lnTo>
                  <a:pt x="7040" y="4328"/>
                </a:lnTo>
                <a:lnTo>
                  <a:pt x="7041" y="4328"/>
                </a:lnTo>
                <a:lnTo>
                  <a:pt x="7042" y="4328"/>
                </a:lnTo>
                <a:lnTo>
                  <a:pt x="7043" y="4328"/>
                </a:lnTo>
                <a:lnTo>
                  <a:pt x="7044" y="4328"/>
                </a:lnTo>
                <a:lnTo>
                  <a:pt x="7045" y="4328"/>
                </a:lnTo>
                <a:lnTo>
                  <a:pt x="7046" y="4328"/>
                </a:lnTo>
                <a:lnTo>
                  <a:pt x="7047" y="4328"/>
                </a:lnTo>
                <a:lnTo>
                  <a:pt x="7048" y="4328"/>
                </a:lnTo>
                <a:lnTo>
                  <a:pt x="7049" y="4328"/>
                </a:lnTo>
                <a:lnTo>
                  <a:pt x="7050" y="4328"/>
                </a:lnTo>
                <a:lnTo>
                  <a:pt x="7051" y="4328"/>
                </a:lnTo>
                <a:lnTo>
                  <a:pt x="7052" y="4328"/>
                </a:lnTo>
                <a:lnTo>
                  <a:pt x="7053" y="4328"/>
                </a:lnTo>
                <a:lnTo>
                  <a:pt x="7054" y="4328"/>
                </a:lnTo>
                <a:lnTo>
                  <a:pt x="7055" y="4328"/>
                </a:lnTo>
                <a:lnTo>
                  <a:pt x="7056" y="4328"/>
                </a:lnTo>
                <a:lnTo>
                  <a:pt x="7057" y="4328"/>
                </a:lnTo>
                <a:lnTo>
                  <a:pt x="7058" y="4328"/>
                </a:lnTo>
                <a:lnTo>
                  <a:pt x="7059" y="4328"/>
                </a:lnTo>
                <a:lnTo>
                  <a:pt x="7060" y="4328"/>
                </a:lnTo>
                <a:lnTo>
                  <a:pt x="7061" y="4328"/>
                </a:lnTo>
                <a:lnTo>
                  <a:pt x="7062" y="4328"/>
                </a:lnTo>
                <a:lnTo>
                  <a:pt x="7063" y="4328"/>
                </a:lnTo>
                <a:lnTo>
                  <a:pt x="7064" y="4328"/>
                </a:lnTo>
                <a:lnTo>
                  <a:pt x="7065" y="4328"/>
                </a:lnTo>
                <a:lnTo>
                  <a:pt x="7066" y="4328"/>
                </a:lnTo>
                <a:lnTo>
                  <a:pt x="7067" y="4328"/>
                </a:lnTo>
                <a:lnTo>
                  <a:pt x="7068" y="4328"/>
                </a:lnTo>
                <a:lnTo>
                  <a:pt x="7069" y="4328"/>
                </a:lnTo>
                <a:lnTo>
                  <a:pt x="7070" y="4328"/>
                </a:lnTo>
                <a:lnTo>
                  <a:pt x="7071" y="4328"/>
                </a:lnTo>
                <a:lnTo>
                  <a:pt x="7072" y="4328"/>
                </a:lnTo>
                <a:lnTo>
                  <a:pt x="7073" y="4328"/>
                </a:lnTo>
                <a:lnTo>
                  <a:pt x="7074" y="4328"/>
                </a:lnTo>
                <a:lnTo>
                  <a:pt x="7075" y="4328"/>
                </a:lnTo>
                <a:lnTo>
                  <a:pt x="7076" y="4328"/>
                </a:lnTo>
                <a:lnTo>
                  <a:pt x="7077" y="4328"/>
                </a:lnTo>
                <a:lnTo>
                  <a:pt x="7078" y="4328"/>
                </a:lnTo>
                <a:lnTo>
                  <a:pt x="7079" y="4328"/>
                </a:lnTo>
                <a:lnTo>
                  <a:pt x="7080" y="4328"/>
                </a:lnTo>
                <a:lnTo>
                  <a:pt x="7081" y="4328"/>
                </a:lnTo>
                <a:lnTo>
                  <a:pt x="7082" y="4328"/>
                </a:lnTo>
                <a:lnTo>
                  <a:pt x="7083" y="4328"/>
                </a:lnTo>
                <a:lnTo>
                  <a:pt x="7084" y="4328"/>
                </a:lnTo>
                <a:lnTo>
                  <a:pt x="7085" y="4328"/>
                </a:lnTo>
                <a:lnTo>
                  <a:pt x="7086" y="4328"/>
                </a:lnTo>
                <a:lnTo>
                  <a:pt x="7087" y="4328"/>
                </a:lnTo>
                <a:lnTo>
                  <a:pt x="7088" y="4328"/>
                </a:lnTo>
                <a:lnTo>
                  <a:pt x="7089" y="4328"/>
                </a:lnTo>
                <a:lnTo>
                  <a:pt x="7090" y="4328"/>
                </a:lnTo>
                <a:lnTo>
                  <a:pt x="7091" y="4328"/>
                </a:lnTo>
                <a:lnTo>
                  <a:pt x="7092" y="4328"/>
                </a:lnTo>
                <a:lnTo>
                  <a:pt x="7093" y="4328"/>
                </a:lnTo>
                <a:lnTo>
                  <a:pt x="7094" y="4328"/>
                </a:lnTo>
                <a:lnTo>
                  <a:pt x="7095" y="4328"/>
                </a:lnTo>
                <a:lnTo>
                  <a:pt x="7096" y="4328"/>
                </a:lnTo>
                <a:lnTo>
                  <a:pt x="7097" y="4328"/>
                </a:lnTo>
                <a:lnTo>
                  <a:pt x="7098" y="4328"/>
                </a:lnTo>
                <a:lnTo>
                  <a:pt x="7099" y="4328"/>
                </a:lnTo>
                <a:lnTo>
                  <a:pt x="7100" y="4328"/>
                </a:lnTo>
                <a:lnTo>
                  <a:pt x="7101" y="4328"/>
                </a:lnTo>
                <a:lnTo>
                  <a:pt x="7102" y="4328"/>
                </a:lnTo>
                <a:lnTo>
                  <a:pt x="7103" y="4328"/>
                </a:lnTo>
                <a:lnTo>
                  <a:pt x="7104" y="4328"/>
                </a:lnTo>
                <a:lnTo>
                  <a:pt x="7105" y="4328"/>
                </a:lnTo>
                <a:lnTo>
                  <a:pt x="7106" y="4328"/>
                </a:lnTo>
                <a:lnTo>
                  <a:pt x="7107" y="4328"/>
                </a:lnTo>
                <a:lnTo>
                  <a:pt x="7108" y="4328"/>
                </a:lnTo>
                <a:lnTo>
                  <a:pt x="7109" y="4328"/>
                </a:lnTo>
                <a:lnTo>
                  <a:pt x="7110" y="4328"/>
                </a:lnTo>
                <a:lnTo>
                  <a:pt x="7111" y="4328"/>
                </a:lnTo>
                <a:lnTo>
                  <a:pt x="7112" y="4328"/>
                </a:lnTo>
                <a:lnTo>
                  <a:pt x="7113" y="4328"/>
                </a:lnTo>
                <a:lnTo>
                  <a:pt x="7114" y="4328"/>
                </a:lnTo>
                <a:lnTo>
                  <a:pt x="7115" y="4328"/>
                </a:lnTo>
                <a:lnTo>
                  <a:pt x="7116" y="4328"/>
                </a:lnTo>
                <a:lnTo>
                  <a:pt x="7117" y="4328"/>
                </a:lnTo>
                <a:lnTo>
                  <a:pt x="7118" y="4328"/>
                </a:lnTo>
                <a:lnTo>
                  <a:pt x="7119" y="4328"/>
                </a:lnTo>
                <a:lnTo>
                  <a:pt x="7120" y="4328"/>
                </a:lnTo>
                <a:lnTo>
                  <a:pt x="7121" y="4328"/>
                </a:lnTo>
                <a:lnTo>
                  <a:pt x="7122" y="4328"/>
                </a:lnTo>
                <a:lnTo>
                  <a:pt x="7123" y="4328"/>
                </a:lnTo>
                <a:lnTo>
                  <a:pt x="7124" y="4328"/>
                </a:lnTo>
                <a:lnTo>
                  <a:pt x="7125" y="4328"/>
                </a:lnTo>
                <a:lnTo>
                  <a:pt x="7126" y="4328"/>
                </a:lnTo>
                <a:lnTo>
                  <a:pt x="7127" y="4328"/>
                </a:lnTo>
                <a:lnTo>
                  <a:pt x="7128" y="4328"/>
                </a:lnTo>
                <a:lnTo>
                  <a:pt x="7129" y="4328"/>
                </a:lnTo>
                <a:lnTo>
                  <a:pt x="7130" y="4328"/>
                </a:lnTo>
                <a:lnTo>
                  <a:pt x="7131" y="4328"/>
                </a:lnTo>
                <a:lnTo>
                  <a:pt x="7132" y="4328"/>
                </a:lnTo>
                <a:lnTo>
                  <a:pt x="7133" y="4328"/>
                </a:lnTo>
                <a:lnTo>
                  <a:pt x="7134" y="4328"/>
                </a:lnTo>
                <a:lnTo>
                  <a:pt x="7135" y="4328"/>
                </a:lnTo>
                <a:lnTo>
                  <a:pt x="7136" y="4328"/>
                </a:lnTo>
                <a:lnTo>
                  <a:pt x="7137" y="4328"/>
                </a:lnTo>
                <a:lnTo>
                  <a:pt x="7138" y="4328"/>
                </a:lnTo>
                <a:lnTo>
                  <a:pt x="7139" y="4328"/>
                </a:lnTo>
                <a:lnTo>
                  <a:pt x="7140" y="4328"/>
                </a:lnTo>
                <a:lnTo>
                  <a:pt x="7141" y="4328"/>
                </a:lnTo>
                <a:lnTo>
                  <a:pt x="7142" y="4328"/>
                </a:lnTo>
                <a:lnTo>
                  <a:pt x="7143" y="4328"/>
                </a:lnTo>
                <a:lnTo>
                  <a:pt x="7144" y="4328"/>
                </a:lnTo>
                <a:lnTo>
                  <a:pt x="7145" y="4328"/>
                </a:lnTo>
                <a:lnTo>
                  <a:pt x="7146" y="4328"/>
                </a:lnTo>
                <a:lnTo>
                  <a:pt x="7147" y="4328"/>
                </a:lnTo>
                <a:lnTo>
                  <a:pt x="7148" y="4328"/>
                </a:lnTo>
                <a:lnTo>
                  <a:pt x="7149" y="4328"/>
                </a:lnTo>
                <a:lnTo>
                  <a:pt x="7150" y="4328"/>
                </a:lnTo>
                <a:lnTo>
                  <a:pt x="7151" y="4328"/>
                </a:lnTo>
                <a:lnTo>
                  <a:pt x="7152" y="4328"/>
                </a:lnTo>
                <a:lnTo>
                  <a:pt x="7153" y="4328"/>
                </a:lnTo>
                <a:lnTo>
                  <a:pt x="7154" y="4328"/>
                </a:lnTo>
                <a:lnTo>
                  <a:pt x="7155" y="4328"/>
                </a:lnTo>
                <a:lnTo>
                  <a:pt x="7156" y="4328"/>
                </a:lnTo>
                <a:lnTo>
                  <a:pt x="7157" y="4328"/>
                </a:lnTo>
                <a:lnTo>
                  <a:pt x="7158" y="4328"/>
                </a:lnTo>
                <a:lnTo>
                  <a:pt x="7159" y="4328"/>
                </a:lnTo>
                <a:lnTo>
                  <a:pt x="7160" y="4328"/>
                </a:lnTo>
                <a:lnTo>
                  <a:pt x="7161" y="4328"/>
                </a:lnTo>
                <a:lnTo>
                  <a:pt x="7162" y="4328"/>
                </a:lnTo>
                <a:lnTo>
                  <a:pt x="7163" y="4328"/>
                </a:lnTo>
                <a:lnTo>
                  <a:pt x="7164" y="4328"/>
                </a:lnTo>
                <a:lnTo>
                  <a:pt x="7165" y="4328"/>
                </a:lnTo>
                <a:lnTo>
                  <a:pt x="7166" y="4328"/>
                </a:lnTo>
                <a:lnTo>
                  <a:pt x="7167" y="4328"/>
                </a:lnTo>
                <a:lnTo>
                  <a:pt x="7168" y="4328"/>
                </a:lnTo>
                <a:lnTo>
                  <a:pt x="7169" y="4328"/>
                </a:lnTo>
                <a:lnTo>
                  <a:pt x="7170" y="4328"/>
                </a:lnTo>
                <a:lnTo>
                  <a:pt x="7171" y="4328"/>
                </a:lnTo>
                <a:lnTo>
                  <a:pt x="7172" y="4328"/>
                </a:lnTo>
                <a:lnTo>
                  <a:pt x="7173" y="4328"/>
                </a:lnTo>
                <a:lnTo>
                  <a:pt x="7174" y="4328"/>
                </a:lnTo>
                <a:lnTo>
                  <a:pt x="7175" y="4328"/>
                </a:lnTo>
                <a:lnTo>
                  <a:pt x="7176" y="4328"/>
                </a:lnTo>
                <a:lnTo>
                  <a:pt x="7177" y="4328"/>
                </a:lnTo>
                <a:lnTo>
                  <a:pt x="7178" y="4328"/>
                </a:lnTo>
                <a:lnTo>
                  <a:pt x="7179" y="4328"/>
                </a:lnTo>
                <a:lnTo>
                  <a:pt x="7180" y="4328"/>
                </a:lnTo>
                <a:lnTo>
                  <a:pt x="7181" y="4328"/>
                </a:lnTo>
                <a:lnTo>
                  <a:pt x="7182" y="4328"/>
                </a:lnTo>
                <a:lnTo>
                  <a:pt x="7183" y="4328"/>
                </a:lnTo>
                <a:lnTo>
                  <a:pt x="7184" y="4328"/>
                </a:lnTo>
                <a:lnTo>
                  <a:pt x="7185" y="4328"/>
                </a:lnTo>
                <a:lnTo>
                  <a:pt x="7186" y="4328"/>
                </a:lnTo>
                <a:lnTo>
                  <a:pt x="7187" y="4328"/>
                </a:lnTo>
                <a:lnTo>
                  <a:pt x="7188" y="4328"/>
                </a:lnTo>
                <a:lnTo>
                  <a:pt x="7189" y="4328"/>
                </a:lnTo>
                <a:lnTo>
                  <a:pt x="7190" y="4328"/>
                </a:lnTo>
                <a:lnTo>
                  <a:pt x="7191" y="4328"/>
                </a:lnTo>
                <a:lnTo>
                  <a:pt x="7192" y="4328"/>
                </a:lnTo>
                <a:lnTo>
                  <a:pt x="7193" y="4328"/>
                </a:lnTo>
                <a:lnTo>
                  <a:pt x="7194" y="4328"/>
                </a:lnTo>
                <a:lnTo>
                  <a:pt x="7195" y="4328"/>
                </a:lnTo>
                <a:lnTo>
                  <a:pt x="7196" y="4328"/>
                </a:lnTo>
                <a:lnTo>
                  <a:pt x="7197" y="4328"/>
                </a:lnTo>
                <a:lnTo>
                  <a:pt x="7198" y="4328"/>
                </a:lnTo>
                <a:lnTo>
                  <a:pt x="7199" y="4328"/>
                </a:lnTo>
                <a:lnTo>
                  <a:pt x="7200" y="4328"/>
                </a:lnTo>
                <a:lnTo>
                  <a:pt x="7201" y="4328"/>
                </a:lnTo>
                <a:lnTo>
                  <a:pt x="7202" y="4328"/>
                </a:lnTo>
                <a:lnTo>
                  <a:pt x="7203" y="4328"/>
                </a:lnTo>
                <a:lnTo>
                  <a:pt x="7204" y="4328"/>
                </a:lnTo>
                <a:lnTo>
                  <a:pt x="7205" y="4328"/>
                </a:lnTo>
                <a:lnTo>
                  <a:pt x="7206" y="4328"/>
                </a:lnTo>
                <a:lnTo>
                  <a:pt x="7207" y="4328"/>
                </a:lnTo>
                <a:lnTo>
                  <a:pt x="7208" y="4328"/>
                </a:lnTo>
                <a:lnTo>
                  <a:pt x="7209" y="4328"/>
                </a:lnTo>
                <a:lnTo>
                  <a:pt x="7210" y="4328"/>
                </a:lnTo>
                <a:lnTo>
                  <a:pt x="7211" y="4328"/>
                </a:lnTo>
                <a:lnTo>
                  <a:pt x="7212" y="4328"/>
                </a:lnTo>
                <a:lnTo>
                  <a:pt x="7213" y="4328"/>
                </a:lnTo>
                <a:lnTo>
                  <a:pt x="7214" y="4328"/>
                </a:lnTo>
                <a:lnTo>
                  <a:pt x="7215" y="4328"/>
                </a:lnTo>
                <a:lnTo>
                  <a:pt x="7216" y="4328"/>
                </a:lnTo>
                <a:lnTo>
                  <a:pt x="7217" y="4328"/>
                </a:lnTo>
                <a:lnTo>
                  <a:pt x="7218" y="4328"/>
                </a:lnTo>
                <a:lnTo>
                  <a:pt x="7219" y="4328"/>
                </a:lnTo>
                <a:lnTo>
                  <a:pt x="7220" y="4328"/>
                </a:lnTo>
                <a:lnTo>
                  <a:pt x="7221" y="4328"/>
                </a:lnTo>
                <a:lnTo>
                  <a:pt x="7222" y="4328"/>
                </a:lnTo>
                <a:lnTo>
                  <a:pt x="7223" y="4328"/>
                </a:lnTo>
                <a:lnTo>
                  <a:pt x="7224" y="4328"/>
                </a:lnTo>
                <a:lnTo>
                  <a:pt x="7225" y="4328"/>
                </a:lnTo>
                <a:lnTo>
                  <a:pt x="7226" y="4328"/>
                </a:lnTo>
                <a:lnTo>
                  <a:pt x="7227" y="4328"/>
                </a:lnTo>
                <a:lnTo>
                  <a:pt x="7228" y="4328"/>
                </a:lnTo>
                <a:lnTo>
                  <a:pt x="7229" y="4328"/>
                </a:lnTo>
                <a:lnTo>
                  <a:pt x="7230" y="4328"/>
                </a:lnTo>
                <a:lnTo>
                  <a:pt x="7231" y="4328"/>
                </a:lnTo>
                <a:lnTo>
                  <a:pt x="7232" y="4328"/>
                </a:lnTo>
                <a:lnTo>
                  <a:pt x="7233" y="4328"/>
                </a:lnTo>
                <a:lnTo>
                  <a:pt x="7234" y="4328"/>
                </a:lnTo>
                <a:lnTo>
                  <a:pt x="7235" y="4328"/>
                </a:lnTo>
                <a:lnTo>
                  <a:pt x="7236" y="4328"/>
                </a:lnTo>
                <a:lnTo>
                  <a:pt x="7237" y="4328"/>
                </a:lnTo>
                <a:lnTo>
                  <a:pt x="7238" y="4328"/>
                </a:lnTo>
                <a:lnTo>
                  <a:pt x="7239" y="4328"/>
                </a:lnTo>
                <a:lnTo>
                  <a:pt x="7240" y="4328"/>
                </a:lnTo>
                <a:lnTo>
                  <a:pt x="7241" y="4328"/>
                </a:lnTo>
                <a:lnTo>
                  <a:pt x="7242" y="4328"/>
                </a:lnTo>
                <a:lnTo>
                  <a:pt x="7243" y="4328"/>
                </a:lnTo>
                <a:lnTo>
                  <a:pt x="7244" y="4328"/>
                </a:lnTo>
                <a:lnTo>
                  <a:pt x="7245" y="4328"/>
                </a:lnTo>
                <a:lnTo>
                  <a:pt x="7246" y="4328"/>
                </a:lnTo>
                <a:lnTo>
                  <a:pt x="7247" y="4328"/>
                </a:lnTo>
                <a:lnTo>
                  <a:pt x="7248" y="4328"/>
                </a:lnTo>
                <a:lnTo>
                  <a:pt x="7249" y="4328"/>
                </a:lnTo>
                <a:lnTo>
                  <a:pt x="7250" y="4328"/>
                </a:lnTo>
                <a:lnTo>
                  <a:pt x="7251" y="4328"/>
                </a:lnTo>
                <a:lnTo>
                  <a:pt x="7252" y="4328"/>
                </a:lnTo>
                <a:lnTo>
                  <a:pt x="7253" y="4328"/>
                </a:lnTo>
                <a:lnTo>
                  <a:pt x="7254" y="4328"/>
                </a:lnTo>
                <a:lnTo>
                  <a:pt x="7255" y="4328"/>
                </a:lnTo>
                <a:lnTo>
                  <a:pt x="7256" y="4328"/>
                </a:lnTo>
                <a:lnTo>
                  <a:pt x="7257" y="4328"/>
                </a:lnTo>
                <a:lnTo>
                  <a:pt x="7258" y="4328"/>
                </a:lnTo>
                <a:lnTo>
                  <a:pt x="7259" y="4328"/>
                </a:lnTo>
                <a:lnTo>
                  <a:pt x="7260" y="4328"/>
                </a:lnTo>
                <a:lnTo>
                  <a:pt x="7261" y="4328"/>
                </a:lnTo>
                <a:lnTo>
                  <a:pt x="7262" y="4328"/>
                </a:lnTo>
                <a:lnTo>
                  <a:pt x="7263" y="4328"/>
                </a:lnTo>
                <a:lnTo>
                  <a:pt x="7264" y="4328"/>
                </a:lnTo>
                <a:lnTo>
                  <a:pt x="7265" y="4328"/>
                </a:lnTo>
                <a:lnTo>
                  <a:pt x="7266" y="4328"/>
                </a:lnTo>
                <a:lnTo>
                  <a:pt x="7267" y="4328"/>
                </a:lnTo>
                <a:lnTo>
                  <a:pt x="7268" y="4328"/>
                </a:lnTo>
                <a:lnTo>
                  <a:pt x="7269" y="4328"/>
                </a:lnTo>
                <a:lnTo>
                  <a:pt x="7270" y="4328"/>
                </a:lnTo>
                <a:lnTo>
                  <a:pt x="7271" y="4328"/>
                </a:lnTo>
                <a:lnTo>
                  <a:pt x="7272" y="4328"/>
                </a:lnTo>
                <a:lnTo>
                  <a:pt x="7273" y="4328"/>
                </a:lnTo>
                <a:lnTo>
                  <a:pt x="7274" y="4328"/>
                </a:lnTo>
                <a:lnTo>
                  <a:pt x="7275" y="4328"/>
                </a:lnTo>
                <a:lnTo>
                  <a:pt x="7276" y="4328"/>
                </a:lnTo>
                <a:lnTo>
                  <a:pt x="7277" y="4328"/>
                </a:lnTo>
                <a:lnTo>
                  <a:pt x="7278" y="4328"/>
                </a:lnTo>
                <a:lnTo>
                  <a:pt x="7279" y="4328"/>
                </a:lnTo>
                <a:lnTo>
                  <a:pt x="7280" y="4328"/>
                </a:lnTo>
                <a:lnTo>
                  <a:pt x="7281" y="4328"/>
                </a:lnTo>
                <a:lnTo>
                  <a:pt x="7282" y="4328"/>
                </a:lnTo>
                <a:lnTo>
                  <a:pt x="7283" y="4328"/>
                </a:lnTo>
                <a:lnTo>
                  <a:pt x="7284" y="4328"/>
                </a:lnTo>
                <a:lnTo>
                  <a:pt x="7285" y="4328"/>
                </a:lnTo>
                <a:lnTo>
                  <a:pt x="7286" y="4328"/>
                </a:lnTo>
                <a:lnTo>
                  <a:pt x="7287" y="4328"/>
                </a:lnTo>
                <a:lnTo>
                  <a:pt x="7288" y="4328"/>
                </a:lnTo>
                <a:lnTo>
                  <a:pt x="7289" y="4328"/>
                </a:lnTo>
                <a:lnTo>
                  <a:pt x="7290" y="4328"/>
                </a:lnTo>
                <a:lnTo>
                  <a:pt x="7291" y="4328"/>
                </a:lnTo>
                <a:lnTo>
                  <a:pt x="7292" y="4328"/>
                </a:lnTo>
                <a:lnTo>
                  <a:pt x="7293" y="4328"/>
                </a:lnTo>
                <a:lnTo>
                  <a:pt x="7294" y="4328"/>
                </a:lnTo>
                <a:lnTo>
                  <a:pt x="7295" y="4328"/>
                </a:lnTo>
                <a:lnTo>
                  <a:pt x="7296" y="4328"/>
                </a:lnTo>
                <a:lnTo>
                  <a:pt x="7297" y="4328"/>
                </a:lnTo>
                <a:lnTo>
                  <a:pt x="7298" y="4328"/>
                </a:lnTo>
                <a:lnTo>
                  <a:pt x="7299" y="4328"/>
                </a:lnTo>
                <a:lnTo>
                  <a:pt x="7300" y="4328"/>
                </a:lnTo>
                <a:lnTo>
                  <a:pt x="7301" y="4328"/>
                </a:lnTo>
                <a:lnTo>
                  <a:pt x="7302" y="4328"/>
                </a:lnTo>
                <a:lnTo>
                  <a:pt x="7303" y="4328"/>
                </a:lnTo>
                <a:lnTo>
                  <a:pt x="7304" y="4328"/>
                </a:lnTo>
                <a:lnTo>
                  <a:pt x="7305" y="4328"/>
                </a:lnTo>
                <a:lnTo>
                  <a:pt x="7306" y="4328"/>
                </a:lnTo>
                <a:lnTo>
                  <a:pt x="7307" y="4328"/>
                </a:lnTo>
                <a:lnTo>
                  <a:pt x="7308" y="4328"/>
                </a:lnTo>
                <a:lnTo>
                  <a:pt x="7309" y="4328"/>
                </a:lnTo>
                <a:lnTo>
                  <a:pt x="7310" y="4328"/>
                </a:lnTo>
                <a:lnTo>
                  <a:pt x="7311" y="4328"/>
                </a:lnTo>
                <a:lnTo>
                  <a:pt x="7312" y="4328"/>
                </a:lnTo>
                <a:lnTo>
                  <a:pt x="7313" y="4328"/>
                </a:lnTo>
                <a:lnTo>
                  <a:pt x="7314" y="4328"/>
                </a:lnTo>
                <a:lnTo>
                  <a:pt x="7315" y="4328"/>
                </a:lnTo>
                <a:lnTo>
                  <a:pt x="7316" y="4328"/>
                </a:lnTo>
                <a:lnTo>
                  <a:pt x="7317" y="4328"/>
                </a:lnTo>
                <a:lnTo>
                  <a:pt x="7318" y="4328"/>
                </a:lnTo>
                <a:lnTo>
                  <a:pt x="7319" y="4328"/>
                </a:lnTo>
                <a:lnTo>
                  <a:pt x="7320" y="4328"/>
                </a:lnTo>
                <a:lnTo>
                  <a:pt x="7321" y="4328"/>
                </a:lnTo>
                <a:lnTo>
                  <a:pt x="7322" y="4328"/>
                </a:lnTo>
                <a:lnTo>
                  <a:pt x="7323" y="4328"/>
                </a:lnTo>
                <a:lnTo>
                  <a:pt x="7324" y="4328"/>
                </a:lnTo>
                <a:lnTo>
                  <a:pt x="7325" y="4328"/>
                </a:lnTo>
                <a:lnTo>
                  <a:pt x="7326" y="4328"/>
                </a:lnTo>
                <a:lnTo>
                  <a:pt x="7327" y="4328"/>
                </a:lnTo>
                <a:lnTo>
                  <a:pt x="7328" y="4328"/>
                </a:lnTo>
                <a:lnTo>
                  <a:pt x="7329" y="4328"/>
                </a:lnTo>
                <a:lnTo>
                  <a:pt x="7330" y="4328"/>
                </a:lnTo>
                <a:lnTo>
                  <a:pt x="7331" y="4328"/>
                </a:lnTo>
                <a:lnTo>
                  <a:pt x="7332" y="4328"/>
                </a:lnTo>
                <a:lnTo>
                  <a:pt x="7333" y="4328"/>
                </a:lnTo>
                <a:lnTo>
                  <a:pt x="7334" y="4328"/>
                </a:lnTo>
                <a:lnTo>
                  <a:pt x="7335" y="4328"/>
                </a:lnTo>
                <a:lnTo>
                  <a:pt x="7336" y="4328"/>
                </a:lnTo>
                <a:lnTo>
                  <a:pt x="7337" y="4328"/>
                </a:lnTo>
                <a:lnTo>
                  <a:pt x="7338" y="4328"/>
                </a:lnTo>
                <a:lnTo>
                  <a:pt x="7339" y="4328"/>
                </a:lnTo>
                <a:lnTo>
                  <a:pt x="7340" y="4328"/>
                </a:lnTo>
                <a:lnTo>
                  <a:pt x="7341" y="4328"/>
                </a:lnTo>
                <a:lnTo>
                  <a:pt x="7342" y="4328"/>
                </a:lnTo>
                <a:lnTo>
                  <a:pt x="7343" y="4328"/>
                </a:lnTo>
                <a:lnTo>
                  <a:pt x="7344" y="4328"/>
                </a:lnTo>
                <a:lnTo>
                  <a:pt x="7345" y="4328"/>
                </a:lnTo>
                <a:lnTo>
                  <a:pt x="7346" y="4328"/>
                </a:lnTo>
                <a:lnTo>
                  <a:pt x="7347" y="4328"/>
                </a:lnTo>
                <a:lnTo>
                  <a:pt x="7348" y="4328"/>
                </a:lnTo>
                <a:lnTo>
                  <a:pt x="7349" y="4328"/>
                </a:lnTo>
                <a:lnTo>
                  <a:pt x="7350" y="4328"/>
                </a:lnTo>
                <a:lnTo>
                  <a:pt x="7351" y="4328"/>
                </a:lnTo>
                <a:lnTo>
                  <a:pt x="7352" y="4328"/>
                </a:lnTo>
                <a:lnTo>
                  <a:pt x="7353" y="4328"/>
                </a:lnTo>
                <a:lnTo>
                  <a:pt x="7354" y="4328"/>
                </a:lnTo>
                <a:lnTo>
                  <a:pt x="7355" y="4328"/>
                </a:lnTo>
                <a:lnTo>
                  <a:pt x="7356" y="4328"/>
                </a:lnTo>
                <a:lnTo>
                  <a:pt x="7357" y="4328"/>
                </a:lnTo>
                <a:lnTo>
                  <a:pt x="7358" y="4328"/>
                </a:lnTo>
                <a:lnTo>
                  <a:pt x="7359" y="4328"/>
                </a:lnTo>
                <a:lnTo>
                  <a:pt x="7360" y="4328"/>
                </a:lnTo>
                <a:lnTo>
                  <a:pt x="7361" y="4328"/>
                </a:lnTo>
                <a:lnTo>
                  <a:pt x="7362" y="4328"/>
                </a:lnTo>
                <a:lnTo>
                  <a:pt x="7363" y="4328"/>
                </a:lnTo>
                <a:lnTo>
                  <a:pt x="7364" y="4328"/>
                </a:lnTo>
                <a:lnTo>
                  <a:pt x="7365" y="4328"/>
                </a:lnTo>
                <a:lnTo>
                  <a:pt x="7366" y="4328"/>
                </a:lnTo>
                <a:lnTo>
                  <a:pt x="7367" y="4328"/>
                </a:lnTo>
                <a:lnTo>
                  <a:pt x="7368" y="4328"/>
                </a:lnTo>
                <a:lnTo>
                  <a:pt x="7369" y="4328"/>
                </a:lnTo>
                <a:lnTo>
                  <a:pt x="7370" y="4328"/>
                </a:lnTo>
                <a:lnTo>
                  <a:pt x="7371" y="4328"/>
                </a:lnTo>
                <a:lnTo>
                  <a:pt x="7372" y="4328"/>
                </a:lnTo>
                <a:lnTo>
                  <a:pt x="7373" y="4328"/>
                </a:lnTo>
                <a:lnTo>
                  <a:pt x="7374" y="4328"/>
                </a:lnTo>
                <a:lnTo>
                  <a:pt x="7375" y="4328"/>
                </a:lnTo>
                <a:lnTo>
                  <a:pt x="7376" y="4328"/>
                </a:lnTo>
                <a:lnTo>
                  <a:pt x="7377" y="4328"/>
                </a:lnTo>
                <a:lnTo>
                  <a:pt x="7378" y="4328"/>
                </a:lnTo>
                <a:lnTo>
                  <a:pt x="7379" y="4328"/>
                </a:lnTo>
                <a:lnTo>
                  <a:pt x="7380" y="4328"/>
                </a:lnTo>
                <a:lnTo>
                  <a:pt x="7381" y="4328"/>
                </a:lnTo>
                <a:lnTo>
                  <a:pt x="7382" y="4328"/>
                </a:lnTo>
                <a:lnTo>
                  <a:pt x="7383" y="4328"/>
                </a:lnTo>
                <a:lnTo>
                  <a:pt x="7384" y="4328"/>
                </a:lnTo>
                <a:lnTo>
                  <a:pt x="7385" y="4328"/>
                </a:lnTo>
                <a:lnTo>
                  <a:pt x="7386" y="4328"/>
                </a:lnTo>
                <a:lnTo>
                  <a:pt x="7387" y="4328"/>
                </a:lnTo>
                <a:lnTo>
                  <a:pt x="7388" y="4328"/>
                </a:lnTo>
                <a:lnTo>
                  <a:pt x="7389" y="4328"/>
                </a:lnTo>
                <a:lnTo>
                  <a:pt x="7390" y="4328"/>
                </a:lnTo>
                <a:lnTo>
                  <a:pt x="7391" y="4328"/>
                </a:lnTo>
                <a:lnTo>
                  <a:pt x="7392" y="4328"/>
                </a:lnTo>
                <a:lnTo>
                  <a:pt x="7393" y="4328"/>
                </a:lnTo>
                <a:lnTo>
                  <a:pt x="7394" y="4328"/>
                </a:lnTo>
                <a:lnTo>
                  <a:pt x="7395" y="4328"/>
                </a:lnTo>
                <a:lnTo>
                  <a:pt x="7396" y="4328"/>
                </a:lnTo>
                <a:lnTo>
                  <a:pt x="7397" y="4328"/>
                </a:lnTo>
                <a:lnTo>
                  <a:pt x="7398" y="4328"/>
                </a:lnTo>
                <a:lnTo>
                  <a:pt x="7399" y="4328"/>
                </a:lnTo>
                <a:lnTo>
                  <a:pt x="7400" y="4328"/>
                </a:lnTo>
                <a:lnTo>
                  <a:pt x="7401" y="4328"/>
                </a:lnTo>
                <a:lnTo>
                  <a:pt x="7402" y="4328"/>
                </a:lnTo>
                <a:lnTo>
                  <a:pt x="7403" y="4328"/>
                </a:lnTo>
                <a:lnTo>
                  <a:pt x="7404" y="4328"/>
                </a:lnTo>
                <a:lnTo>
                  <a:pt x="7405" y="4328"/>
                </a:lnTo>
                <a:lnTo>
                  <a:pt x="7406" y="4328"/>
                </a:lnTo>
                <a:lnTo>
                  <a:pt x="7407" y="4328"/>
                </a:lnTo>
                <a:lnTo>
                  <a:pt x="7408" y="4328"/>
                </a:lnTo>
                <a:lnTo>
                  <a:pt x="7409" y="4328"/>
                </a:lnTo>
                <a:lnTo>
                  <a:pt x="7410" y="4328"/>
                </a:lnTo>
                <a:lnTo>
                  <a:pt x="7411" y="4328"/>
                </a:lnTo>
                <a:lnTo>
                  <a:pt x="7412" y="4328"/>
                </a:lnTo>
                <a:lnTo>
                  <a:pt x="7413" y="4328"/>
                </a:lnTo>
                <a:lnTo>
                  <a:pt x="7414" y="4328"/>
                </a:lnTo>
                <a:lnTo>
                  <a:pt x="7415" y="4328"/>
                </a:lnTo>
                <a:lnTo>
                  <a:pt x="7416" y="4328"/>
                </a:lnTo>
                <a:lnTo>
                  <a:pt x="7417" y="4328"/>
                </a:lnTo>
                <a:lnTo>
                  <a:pt x="7418" y="4328"/>
                </a:lnTo>
                <a:lnTo>
                  <a:pt x="7419" y="4328"/>
                </a:lnTo>
                <a:lnTo>
                  <a:pt x="7420" y="4328"/>
                </a:lnTo>
                <a:lnTo>
                  <a:pt x="7421" y="4328"/>
                </a:lnTo>
                <a:lnTo>
                  <a:pt x="7422" y="4328"/>
                </a:lnTo>
                <a:lnTo>
                  <a:pt x="7423" y="4328"/>
                </a:lnTo>
                <a:lnTo>
                  <a:pt x="7424" y="4328"/>
                </a:lnTo>
                <a:lnTo>
                  <a:pt x="7425" y="4328"/>
                </a:lnTo>
                <a:lnTo>
                  <a:pt x="7426" y="4328"/>
                </a:lnTo>
                <a:lnTo>
                  <a:pt x="7427" y="4328"/>
                </a:lnTo>
                <a:lnTo>
                  <a:pt x="7428" y="4328"/>
                </a:lnTo>
                <a:lnTo>
                  <a:pt x="7429" y="4328"/>
                </a:lnTo>
                <a:lnTo>
                  <a:pt x="7430" y="4328"/>
                </a:lnTo>
                <a:lnTo>
                  <a:pt x="7431" y="4328"/>
                </a:lnTo>
                <a:lnTo>
                  <a:pt x="7432" y="4328"/>
                </a:lnTo>
                <a:lnTo>
                  <a:pt x="7433" y="4328"/>
                </a:lnTo>
                <a:lnTo>
                  <a:pt x="7434" y="4328"/>
                </a:lnTo>
                <a:lnTo>
                  <a:pt x="7435" y="4328"/>
                </a:lnTo>
                <a:lnTo>
                  <a:pt x="7436" y="4328"/>
                </a:lnTo>
                <a:lnTo>
                  <a:pt x="7437" y="4328"/>
                </a:lnTo>
                <a:lnTo>
                  <a:pt x="7438" y="4328"/>
                </a:lnTo>
                <a:lnTo>
                  <a:pt x="7439" y="4328"/>
                </a:lnTo>
                <a:lnTo>
                  <a:pt x="7440" y="4328"/>
                </a:lnTo>
                <a:lnTo>
                  <a:pt x="7441" y="4328"/>
                </a:lnTo>
                <a:lnTo>
                  <a:pt x="7442" y="4328"/>
                </a:lnTo>
                <a:lnTo>
                  <a:pt x="7443" y="4328"/>
                </a:lnTo>
                <a:lnTo>
                  <a:pt x="7444" y="4328"/>
                </a:lnTo>
                <a:lnTo>
                  <a:pt x="7445" y="4328"/>
                </a:lnTo>
                <a:lnTo>
                  <a:pt x="7446" y="4328"/>
                </a:lnTo>
                <a:lnTo>
                  <a:pt x="7447" y="4328"/>
                </a:lnTo>
                <a:lnTo>
                  <a:pt x="7448" y="4328"/>
                </a:lnTo>
                <a:lnTo>
                  <a:pt x="7449" y="4328"/>
                </a:lnTo>
                <a:lnTo>
                  <a:pt x="7450" y="4328"/>
                </a:lnTo>
                <a:lnTo>
                  <a:pt x="7451" y="4328"/>
                </a:lnTo>
                <a:lnTo>
                  <a:pt x="7452" y="4328"/>
                </a:lnTo>
                <a:lnTo>
                  <a:pt x="7453" y="4328"/>
                </a:lnTo>
                <a:lnTo>
                  <a:pt x="7454" y="4328"/>
                </a:lnTo>
                <a:lnTo>
                  <a:pt x="7455" y="4328"/>
                </a:lnTo>
                <a:lnTo>
                  <a:pt x="7456" y="4328"/>
                </a:lnTo>
                <a:lnTo>
                  <a:pt x="7457" y="4328"/>
                </a:lnTo>
                <a:lnTo>
                  <a:pt x="7458" y="4328"/>
                </a:lnTo>
                <a:lnTo>
                  <a:pt x="7459" y="4328"/>
                </a:lnTo>
                <a:lnTo>
                  <a:pt x="7460" y="4328"/>
                </a:lnTo>
                <a:lnTo>
                  <a:pt x="7461" y="4328"/>
                </a:lnTo>
                <a:lnTo>
                  <a:pt x="7462" y="4328"/>
                </a:lnTo>
                <a:lnTo>
                  <a:pt x="7463" y="4328"/>
                </a:lnTo>
                <a:lnTo>
                  <a:pt x="7464" y="4328"/>
                </a:lnTo>
                <a:lnTo>
                  <a:pt x="7465" y="4328"/>
                </a:lnTo>
                <a:lnTo>
                  <a:pt x="7466" y="4328"/>
                </a:lnTo>
                <a:lnTo>
                  <a:pt x="7467" y="4328"/>
                </a:lnTo>
                <a:lnTo>
                  <a:pt x="7468" y="4328"/>
                </a:lnTo>
                <a:lnTo>
                  <a:pt x="7469" y="4328"/>
                </a:lnTo>
                <a:lnTo>
                  <a:pt x="7470" y="4328"/>
                </a:lnTo>
                <a:lnTo>
                  <a:pt x="7471" y="4328"/>
                </a:lnTo>
                <a:lnTo>
                  <a:pt x="7472" y="4328"/>
                </a:lnTo>
                <a:lnTo>
                  <a:pt x="7473" y="4328"/>
                </a:lnTo>
                <a:lnTo>
                  <a:pt x="7474" y="4328"/>
                </a:lnTo>
                <a:lnTo>
                  <a:pt x="7475" y="4328"/>
                </a:lnTo>
                <a:lnTo>
                  <a:pt x="7476" y="4328"/>
                </a:lnTo>
                <a:lnTo>
                  <a:pt x="7477" y="4328"/>
                </a:lnTo>
                <a:lnTo>
                  <a:pt x="7478" y="4328"/>
                </a:lnTo>
                <a:lnTo>
                  <a:pt x="7479" y="4328"/>
                </a:lnTo>
                <a:lnTo>
                  <a:pt x="7480" y="4328"/>
                </a:lnTo>
                <a:lnTo>
                  <a:pt x="7481" y="4328"/>
                </a:lnTo>
                <a:lnTo>
                  <a:pt x="7482" y="4328"/>
                </a:lnTo>
                <a:lnTo>
                  <a:pt x="7483" y="4328"/>
                </a:lnTo>
                <a:lnTo>
                  <a:pt x="7484" y="4328"/>
                </a:lnTo>
                <a:lnTo>
                  <a:pt x="7485" y="4328"/>
                </a:lnTo>
                <a:lnTo>
                  <a:pt x="7486" y="4328"/>
                </a:lnTo>
                <a:lnTo>
                  <a:pt x="7487" y="4328"/>
                </a:lnTo>
                <a:lnTo>
                  <a:pt x="7488" y="4328"/>
                </a:lnTo>
                <a:lnTo>
                  <a:pt x="7489" y="4328"/>
                </a:lnTo>
                <a:lnTo>
                  <a:pt x="7490" y="4328"/>
                </a:lnTo>
                <a:lnTo>
                  <a:pt x="7491" y="4328"/>
                </a:lnTo>
                <a:lnTo>
                  <a:pt x="7492" y="4328"/>
                </a:lnTo>
                <a:lnTo>
                  <a:pt x="7493" y="4328"/>
                </a:lnTo>
                <a:lnTo>
                  <a:pt x="7494" y="4328"/>
                </a:lnTo>
                <a:lnTo>
                  <a:pt x="7495" y="4328"/>
                </a:lnTo>
                <a:lnTo>
                  <a:pt x="7496" y="4328"/>
                </a:lnTo>
                <a:lnTo>
                  <a:pt x="7497" y="4328"/>
                </a:lnTo>
                <a:lnTo>
                  <a:pt x="7498" y="4328"/>
                </a:lnTo>
                <a:lnTo>
                  <a:pt x="7499" y="4328"/>
                </a:lnTo>
                <a:lnTo>
                  <a:pt x="7500" y="4328"/>
                </a:lnTo>
                <a:lnTo>
                  <a:pt x="7501" y="4328"/>
                </a:lnTo>
                <a:lnTo>
                  <a:pt x="7502" y="4328"/>
                </a:lnTo>
                <a:lnTo>
                  <a:pt x="7503" y="4328"/>
                </a:lnTo>
                <a:lnTo>
                  <a:pt x="7504" y="4328"/>
                </a:lnTo>
                <a:lnTo>
                  <a:pt x="7505" y="4328"/>
                </a:lnTo>
                <a:lnTo>
                  <a:pt x="7506" y="4328"/>
                </a:lnTo>
                <a:lnTo>
                  <a:pt x="7507" y="4328"/>
                </a:lnTo>
                <a:lnTo>
                  <a:pt x="7508" y="4328"/>
                </a:lnTo>
                <a:lnTo>
                  <a:pt x="7509" y="4328"/>
                </a:lnTo>
                <a:lnTo>
                  <a:pt x="7510" y="4328"/>
                </a:lnTo>
                <a:lnTo>
                  <a:pt x="7511" y="4328"/>
                </a:lnTo>
                <a:lnTo>
                  <a:pt x="7512" y="4328"/>
                </a:lnTo>
                <a:lnTo>
                  <a:pt x="7513" y="4328"/>
                </a:lnTo>
                <a:lnTo>
                  <a:pt x="7514" y="4328"/>
                </a:lnTo>
                <a:lnTo>
                  <a:pt x="7515" y="4328"/>
                </a:lnTo>
                <a:lnTo>
                  <a:pt x="7516" y="4328"/>
                </a:lnTo>
                <a:lnTo>
                  <a:pt x="7517" y="4328"/>
                </a:lnTo>
                <a:lnTo>
                  <a:pt x="7518" y="4328"/>
                </a:lnTo>
                <a:lnTo>
                  <a:pt x="7519" y="4328"/>
                </a:lnTo>
                <a:lnTo>
                  <a:pt x="7520" y="4328"/>
                </a:lnTo>
                <a:lnTo>
                  <a:pt x="7521" y="4328"/>
                </a:lnTo>
                <a:lnTo>
                  <a:pt x="7522" y="4328"/>
                </a:lnTo>
                <a:lnTo>
                  <a:pt x="7523" y="4328"/>
                </a:lnTo>
                <a:lnTo>
                  <a:pt x="7524" y="4328"/>
                </a:lnTo>
                <a:lnTo>
                  <a:pt x="7525" y="4328"/>
                </a:lnTo>
                <a:lnTo>
                  <a:pt x="7526" y="4328"/>
                </a:lnTo>
                <a:lnTo>
                  <a:pt x="7527" y="4328"/>
                </a:lnTo>
                <a:lnTo>
                  <a:pt x="7528" y="4328"/>
                </a:lnTo>
                <a:lnTo>
                  <a:pt x="7529" y="4328"/>
                </a:lnTo>
                <a:lnTo>
                  <a:pt x="7530" y="4328"/>
                </a:lnTo>
                <a:lnTo>
                  <a:pt x="7531" y="4328"/>
                </a:lnTo>
                <a:lnTo>
                  <a:pt x="7532" y="4328"/>
                </a:lnTo>
                <a:lnTo>
                  <a:pt x="7533" y="4328"/>
                </a:lnTo>
                <a:lnTo>
                  <a:pt x="7534" y="4328"/>
                </a:lnTo>
                <a:lnTo>
                  <a:pt x="7535" y="4328"/>
                </a:lnTo>
                <a:lnTo>
                  <a:pt x="7536" y="4328"/>
                </a:lnTo>
                <a:lnTo>
                  <a:pt x="7537" y="4328"/>
                </a:lnTo>
                <a:lnTo>
                  <a:pt x="7538" y="4328"/>
                </a:lnTo>
                <a:lnTo>
                  <a:pt x="7539" y="4328"/>
                </a:lnTo>
                <a:lnTo>
                  <a:pt x="7540" y="4328"/>
                </a:lnTo>
                <a:lnTo>
                  <a:pt x="7541" y="4328"/>
                </a:lnTo>
                <a:lnTo>
                  <a:pt x="7542" y="4328"/>
                </a:lnTo>
                <a:lnTo>
                  <a:pt x="7543" y="4328"/>
                </a:lnTo>
                <a:lnTo>
                  <a:pt x="7544" y="4328"/>
                </a:lnTo>
                <a:lnTo>
                  <a:pt x="7545" y="4328"/>
                </a:lnTo>
                <a:lnTo>
                  <a:pt x="7546" y="4328"/>
                </a:lnTo>
                <a:lnTo>
                  <a:pt x="7547" y="4328"/>
                </a:lnTo>
                <a:lnTo>
                  <a:pt x="7548" y="4328"/>
                </a:lnTo>
                <a:lnTo>
                  <a:pt x="7549" y="4328"/>
                </a:lnTo>
                <a:lnTo>
                  <a:pt x="7550" y="4328"/>
                </a:lnTo>
                <a:lnTo>
                  <a:pt x="7551" y="4328"/>
                </a:lnTo>
                <a:lnTo>
                  <a:pt x="7552" y="4328"/>
                </a:lnTo>
                <a:lnTo>
                  <a:pt x="7553" y="4328"/>
                </a:lnTo>
                <a:lnTo>
                  <a:pt x="7554" y="4328"/>
                </a:lnTo>
                <a:lnTo>
                  <a:pt x="7555" y="4328"/>
                </a:lnTo>
                <a:lnTo>
                  <a:pt x="7556" y="4328"/>
                </a:lnTo>
                <a:lnTo>
                  <a:pt x="7557" y="4328"/>
                </a:lnTo>
                <a:lnTo>
                  <a:pt x="7558" y="4328"/>
                </a:lnTo>
                <a:lnTo>
                  <a:pt x="7559" y="4328"/>
                </a:lnTo>
                <a:lnTo>
                  <a:pt x="7560" y="4328"/>
                </a:lnTo>
                <a:lnTo>
                  <a:pt x="7561" y="4328"/>
                </a:lnTo>
                <a:lnTo>
                  <a:pt x="7562" y="4328"/>
                </a:lnTo>
                <a:lnTo>
                  <a:pt x="7563" y="4328"/>
                </a:lnTo>
                <a:lnTo>
                  <a:pt x="7564" y="4328"/>
                </a:lnTo>
                <a:lnTo>
                  <a:pt x="7565" y="4328"/>
                </a:lnTo>
                <a:lnTo>
                  <a:pt x="7566" y="4328"/>
                </a:lnTo>
                <a:lnTo>
                  <a:pt x="7567" y="4328"/>
                </a:lnTo>
                <a:lnTo>
                  <a:pt x="7568" y="4328"/>
                </a:lnTo>
                <a:lnTo>
                  <a:pt x="7569" y="4328"/>
                </a:lnTo>
                <a:lnTo>
                  <a:pt x="7570" y="4328"/>
                </a:lnTo>
                <a:lnTo>
                  <a:pt x="7571" y="4328"/>
                </a:lnTo>
                <a:lnTo>
                  <a:pt x="7572" y="4328"/>
                </a:lnTo>
                <a:lnTo>
                  <a:pt x="7573" y="4328"/>
                </a:lnTo>
                <a:lnTo>
                  <a:pt x="7574" y="4328"/>
                </a:lnTo>
                <a:lnTo>
                  <a:pt x="7575" y="4328"/>
                </a:lnTo>
                <a:lnTo>
                  <a:pt x="7576" y="4328"/>
                </a:lnTo>
                <a:lnTo>
                  <a:pt x="7577" y="4328"/>
                </a:lnTo>
                <a:lnTo>
                  <a:pt x="7578" y="4328"/>
                </a:lnTo>
                <a:lnTo>
                  <a:pt x="7579" y="4328"/>
                </a:lnTo>
                <a:lnTo>
                  <a:pt x="7580" y="4328"/>
                </a:lnTo>
                <a:lnTo>
                  <a:pt x="7581" y="4328"/>
                </a:lnTo>
                <a:lnTo>
                  <a:pt x="7582" y="4328"/>
                </a:lnTo>
                <a:lnTo>
                  <a:pt x="7583" y="4328"/>
                </a:lnTo>
                <a:lnTo>
                  <a:pt x="7584" y="4328"/>
                </a:lnTo>
                <a:lnTo>
                  <a:pt x="7585" y="4328"/>
                </a:lnTo>
                <a:lnTo>
                  <a:pt x="7586" y="4328"/>
                </a:lnTo>
                <a:lnTo>
                  <a:pt x="7587" y="4328"/>
                </a:lnTo>
                <a:lnTo>
                  <a:pt x="7588" y="4328"/>
                </a:lnTo>
                <a:lnTo>
                  <a:pt x="7589" y="4328"/>
                </a:lnTo>
                <a:lnTo>
                  <a:pt x="7590" y="4328"/>
                </a:lnTo>
                <a:lnTo>
                  <a:pt x="7591" y="4328"/>
                </a:lnTo>
                <a:lnTo>
                  <a:pt x="7592" y="4328"/>
                </a:lnTo>
                <a:lnTo>
                  <a:pt x="7593" y="4328"/>
                </a:lnTo>
                <a:lnTo>
                  <a:pt x="7594" y="4328"/>
                </a:lnTo>
                <a:lnTo>
                  <a:pt x="7595" y="4328"/>
                </a:lnTo>
                <a:lnTo>
                  <a:pt x="7596" y="4328"/>
                </a:lnTo>
                <a:lnTo>
                  <a:pt x="7597" y="4328"/>
                </a:lnTo>
                <a:lnTo>
                  <a:pt x="7598" y="4328"/>
                </a:lnTo>
                <a:lnTo>
                  <a:pt x="7599" y="4328"/>
                </a:lnTo>
                <a:lnTo>
                  <a:pt x="7600" y="4328"/>
                </a:lnTo>
                <a:lnTo>
                  <a:pt x="7601" y="4328"/>
                </a:lnTo>
                <a:lnTo>
                  <a:pt x="7602" y="4328"/>
                </a:lnTo>
                <a:lnTo>
                  <a:pt x="7603" y="4328"/>
                </a:lnTo>
                <a:lnTo>
                  <a:pt x="7604" y="4328"/>
                </a:lnTo>
                <a:lnTo>
                  <a:pt x="7605" y="4328"/>
                </a:lnTo>
                <a:lnTo>
                  <a:pt x="7606" y="4328"/>
                </a:lnTo>
                <a:lnTo>
                  <a:pt x="7607" y="4328"/>
                </a:lnTo>
                <a:lnTo>
                  <a:pt x="7608" y="4328"/>
                </a:lnTo>
                <a:lnTo>
                  <a:pt x="7609" y="4328"/>
                </a:lnTo>
                <a:lnTo>
                  <a:pt x="7610" y="4328"/>
                </a:lnTo>
                <a:lnTo>
                  <a:pt x="7611" y="4328"/>
                </a:lnTo>
                <a:lnTo>
                  <a:pt x="7612" y="4328"/>
                </a:lnTo>
                <a:lnTo>
                  <a:pt x="7613" y="4328"/>
                </a:lnTo>
                <a:lnTo>
                  <a:pt x="7614" y="4328"/>
                </a:lnTo>
                <a:lnTo>
                  <a:pt x="7615" y="4328"/>
                </a:lnTo>
                <a:lnTo>
                  <a:pt x="7616" y="4328"/>
                </a:lnTo>
                <a:lnTo>
                  <a:pt x="7617" y="4328"/>
                </a:lnTo>
                <a:lnTo>
                  <a:pt x="7618" y="4328"/>
                </a:lnTo>
                <a:lnTo>
                  <a:pt x="7619" y="4328"/>
                </a:lnTo>
                <a:lnTo>
                  <a:pt x="7620" y="4328"/>
                </a:lnTo>
                <a:lnTo>
                  <a:pt x="7621" y="4328"/>
                </a:lnTo>
                <a:lnTo>
                  <a:pt x="7622" y="4328"/>
                </a:lnTo>
                <a:lnTo>
                  <a:pt x="7623" y="4328"/>
                </a:lnTo>
                <a:lnTo>
                  <a:pt x="7624" y="4328"/>
                </a:lnTo>
                <a:lnTo>
                  <a:pt x="7625" y="4328"/>
                </a:lnTo>
                <a:lnTo>
                  <a:pt x="7626" y="4328"/>
                </a:lnTo>
                <a:lnTo>
                  <a:pt x="7627" y="4328"/>
                </a:lnTo>
                <a:lnTo>
                  <a:pt x="7628" y="4328"/>
                </a:lnTo>
                <a:lnTo>
                  <a:pt x="7629" y="4328"/>
                </a:lnTo>
                <a:lnTo>
                  <a:pt x="7630" y="4328"/>
                </a:lnTo>
                <a:lnTo>
                  <a:pt x="7631" y="4328"/>
                </a:lnTo>
                <a:lnTo>
                  <a:pt x="7632" y="4328"/>
                </a:lnTo>
                <a:lnTo>
                  <a:pt x="7633" y="4328"/>
                </a:lnTo>
                <a:lnTo>
                  <a:pt x="7634" y="4328"/>
                </a:lnTo>
                <a:lnTo>
                  <a:pt x="7635" y="4328"/>
                </a:lnTo>
                <a:lnTo>
                  <a:pt x="7636" y="4328"/>
                </a:lnTo>
                <a:lnTo>
                  <a:pt x="7637" y="4328"/>
                </a:lnTo>
                <a:lnTo>
                  <a:pt x="7638" y="4328"/>
                </a:lnTo>
                <a:lnTo>
                  <a:pt x="7639" y="4328"/>
                </a:lnTo>
                <a:lnTo>
                  <a:pt x="7640" y="4328"/>
                </a:lnTo>
                <a:lnTo>
                  <a:pt x="7641" y="4328"/>
                </a:lnTo>
                <a:lnTo>
                  <a:pt x="7642" y="4328"/>
                </a:lnTo>
                <a:lnTo>
                  <a:pt x="7643" y="4328"/>
                </a:lnTo>
                <a:lnTo>
                  <a:pt x="7644" y="4328"/>
                </a:lnTo>
                <a:lnTo>
                  <a:pt x="7645" y="4328"/>
                </a:lnTo>
                <a:lnTo>
                  <a:pt x="7646" y="4328"/>
                </a:lnTo>
                <a:lnTo>
                  <a:pt x="7647" y="4328"/>
                </a:lnTo>
                <a:lnTo>
                  <a:pt x="7648" y="4328"/>
                </a:lnTo>
                <a:lnTo>
                  <a:pt x="7649" y="4328"/>
                </a:lnTo>
                <a:lnTo>
                  <a:pt x="7650" y="4328"/>
                </a:lnTo>
                <a:lnTo>
                  <a:pt x="7651" y="4328"/>
                </a:lnTo>
                <a:lnTo>
                  <a:pt x="7652" y="4328"/>
                </a:lnTo>
                <a:lnTo>
                  <a:pt x="7653" y="4328"/>
                </a:lnTo>
                <a:lnTo>
                  <a:pt x="7654" y="4328"/>
                </a:lnTo>
                <a:lnTo>
                  <a:pt x="7655" y="4328"/>
                </a:lnTo>
                <a:lnTo>
                  <a:pt x="7656" y="4328"/>
                </a:lnTo>
                <a:lnTo>
                  <a:pt x="7657" y="4328"/>
                </a:lnTo>
                <a:lnTo>
                  <a:pt x="7658" y="4328"/>
                </a:lnTo>
                <a:lnTo>
                  <a:pt x="7659" y="4328"/>
                </a:lnTo>
                <a:lnTo>
                  <a:pt x="7660" y="4328"/>
                </a:lnTo>
                <a:lnTo>
                  <a:pt x="7661" y="4328"/>
                </a:lnTo>
                <a:lnTo>
                  <a:pt x="7662" y="4328"/>
                </a:lnTo>
                <a:lnTo>
                  <a:pt x="7663" y="4328"/>
                </a:lnTo>
                <a:lnTo>
                  <a:pt x="7664" y="4328"/>
                </a:lnTo>
                <a:lnTo>
                  <a:pt x="7665" y="4328"/>
                </a:lnTo>
                <a:lnTo>
                  <a:pt x="7666" y="4328"/>
                </a:lnTo>
                <a:lnTo>
                  <a:pt x="7667" y="4328"/>
                </a:lnTo>
                <a:lnTo>
                  <a:pt x="7668" y="4328"/>
                </a:lnTo>
                <a:lnTo>
                  <a:pt x="7669" y="4328"/>
                </a:lnTo>
                <a:lnTo>
                  <a:pt x="7670" y="4328"/>
                </a:lnTo>
                <a:lnTo>
                  <a:pt x="7671" y="4328"/>
                </a:lnTo>
                <a:lnTo>
                  <a:pt x="7672" y="4328"/>
                </a:lnTo>
                <a:lnTo>
                  <a:pt x="7673" y="4328"/>
                </a:lnTo>
                <a:lnTo>
                  <a:pt x="7674" y="4328"/>
                </a:lnTo>
                <a:lnTo>
                  <a:pt x="7675" y="4328"/>
                </a:lnTo>
                <a:lnTo>
                  <a:pt x="7676" y="4328"/>
                </a:lnTo>
                <a:lnTo>
                  <a:pt x="7677" y="4328"/>
                </a:lnTo>
                <a:lnTo>
                  <a:pt x="7678" y="4328"/>
                </a:lnTo>
                <a:lnTo>
                  <a:pt x="7679" y="4328"/>
                </a:lnTo>
                <a:lnTo>
                  <a:pt x="7680" y="4328"/>
                </a:lnTo>
                <a:lnTo>
                  <a:pt x="7681" y="4328"/>
                </a:lnTo>
                <a:lnTo>
                  <a:pt x="7682" y="4328"/>
                </a:lnTo>
                <a:lnTo>
                  <a:pt x="7683" y="4328"/>
                </a:lnTo>
                <a:lnTo>
                  <a:pt x="7684" y="4328"/>
                </a:lnTo>
                <a:lnTo>
                  <a:pt x="7685" y="4328"/>
                </a:lnTo>
                <a:lnTo>
                  <a:pt x="7686" y="4328"/>
                </a:lnTo>
                <a:lnTo>
                  <a:pt x="7687" y="4328"/>
                </a:lnTo>
                <a:lnTo>
                  <a:pt x="7688" y="4328"/>
                </a:lnTo>
                <a:lnTo>
                  <a:pt x="7689" y="4328"/>
                </a:lnTo>
                <a:lnTo>
                  <a:pt x="7690" y="4328"/>
                </a:lnTo>
                <a:lnTo>
                  <a:pt x="7691" y="4328"/>
                </a:lnTo>
                <a:lnTo>
                  <a:pt x="7692" y="4328"/>
                </a:lnTo>
                <a:lnTo>
                  <a:pt x="7693" y="4328"/>
                </a:lnTo>
                <a:lnTo>
                  <a:pt x="7694" y="4328"/>
                </a:lnTo>
                <a:lnTo>
                  <a:pt x="7695" y="4328"/>
                </a:lnTo>
                <a:lnTo>
                  <a:pt x="7696" y="4328"/>
                </a:lnTo>
                <a:lnTo>
                  <a:pt x="7697" y="4328"/>
                </a:lnTo>
                <a:lnTo>
                  <a:pt x="7698" y="4328"/>
                </a:lnTo>
                <a:lnTo>
                  <a:pt x="7699" y="4328"/>
                </a:lnTo>
                <a:lnTo>
                  <a:pt x="7700" y="4328"/>
                </a:lnTo>
                <a:lnTo>
                  <a:pt x="7701" y="4328"/>
                </a:lnTo>
                <a:lnTo>
                  <a:pt x="7702" y="4328"/>
                </a:lnTo>
                <a:lnTo>
                  <a:pt x="7703" y="4328"/>
                </a:lnTo>
                <a:lnTo>
                  <a:pt x="7704" y="4328"/>
                </a:lnTo>
                <a:lnTo>
                  <a:pt x="7705" y="4328"/>
                </a:lnTo>
                <a:lnTo>
                  <a:pt x="7706" y="4328"/>
                </a:lnTo>
                <a:lnTo>
                  <a:pt x="7707" y="4328"/>
                </a:lnTo>
                <a:lnTo>
                  <a:pt x="7708" y="4328"/>
                </a:lnTo>
                <a:lnTo>
                  <a:pt x="7709" y="4328"/>
                </a:lnTo>
                <a:lnTo>
                  <a:pt x="7710" y="4328"/>
                </a:lnTo>
                <a:lnTo>
                  <a:pt x="7711" y="4328"/>
                </a:lnTo>
                <a:lnTo>
                  <a:pt x="7712" y="4328"/>
                </a:lnTo>
                <a:lnTo>
                  <a:pt x="7713" y="4328"/>
                </a:lnTo>
                <a:lnTo>
                  <a:pt x="7714" y="4328"/>
                </a:lnTo>
                <a:lnTo>
                  <a:pt x="7715" y="4328"/>
                </a:lnTo>
                <a:lnTo>
                  <a:pt x="7716" y="4328"/>
                </a:lnTo>
                <a:lnTo>
                  <a:pt x="7717" y="4328"/>
                </a:lnTo>
                <a:lnTo>
                  <a:pt x="7718" y="4328"/>
                </a:lnTo>
                <a:lnTo>
                  <a:pt x="7719" y="4328"/>
                </a:lnTo>
                <a:lnTo>
                  <a:pt x="7720" y="4328"/>
                </a:lnTo>
                <a:lnTo>
                  <a:pt x="7721" y="4328"/>
                </a:lnTo>
                <a:lnTo>
                  <a:pt x="7722" y="4328"/>
                </a:lnTo>
                <a:lnTo>
                  <a:pt x="7723" y="4328"/>
                </a:lnTo>
                <a:lnTo>
                  <a:pt x="7724" y="4328"/>
                </a:lnTo>
                <a:lnTo>
                  <a:pt x="7725" y="4328"/>
                </a:lnTo>
                <a:lnTo>
                  <a:pt x="7726" y="4328"/>
                </a:lnTo>
                <a:lnTo>
                  <a:pt x="7727" y="4328"/>
                </a:lnTo>
                <a:lnTo>
                  <a:pt x="7728" y="4328"/>
                </a:lnTo>
                <a:lnTo>
                  <a:pt x="7729" y="4328"/>
                </a:lnTo>
                <a:lnTo>
                  <a:pt x="7730" y="4328"/>
                </a:lnTo>
                <a:lnTo>
                  <a:pt x="7731" y="4328"/>
                </a:lnTo>
                <a:lnTo>
                  <a:pt x="7732" y="4328"/>
                </a:lnTo>
                <a:lnTo>
                  <a:pt x="7733" y="4328"/>
                </a:lnTo>
                <a:lnTo>
                  <a:pt x="7734" y="4328"/>
                </a:lnTo>
                <a:lnTo>
                  <a:pt x="7735" y="4328"/>
                </a:lnTo>
                <a:lnTo>
                  <a:pt x="7736" y="4328"/>
                </a:lnTo>
                <a:lnTo>
                  <a:pt x="7737" y="4328"/>
                </a:lnTo>
                <a:lnTo>
                  <a:pt x="7738" y="4328"/>
                </a:lnTo>
                <a:lnTo>
                  <a:pt x="7739" y="4328"/>
                </a:lnTo>
                <a:lnTo>
                  <a:pt x="7740" y="4328"/>
                </a:lnTo>
                <a:lnTo>
                  <a:pt x="7741" y="4328"/>
                </a:lnTo>
                <a:lnTo>
                  <a:pt x="7742" y="4328"/>
                </a:lnTo>
                <a:lnTo>
                  <a:pt x="7743" y="4328"/>
                </a:lnTo>
                <a:lnTo>
                  <a:pt x="7744" y="4328"/>
                </a:lnTo>
                <a:lnTo>
                  <a:pt x="7745" y="4328"/>
                </a:lnTo>
                <a:lnTo>
                  <a:pt x="7746" y="4328"/>
                </a:lnTo>
                <a:lnTo>
                  <a:pt x="7747" y="4328"/>
                </a:lnTo>
                <a:lnTo>
                  <a:pt x="7748" y="4328"/>
                </a:lnTo>
                <a:lnTo>
                  <a:pt x="7749" y="4328"/>
                </a:lnTo>
                <a:lnTo>
                  <a:pt x="7750" y="4328"/>
                </a:lnTo>
                <a:lnTo>
                  <a:pt x="7751" y="4328"/>
                </a:lnTo>
                <a:lnTo>
                  <a:pt x="7752" y="4328"/>
                </a:lnTo>
                <a:lnTo>
                  <a:pt x="7753" y="4328"/>
                </a:lnTo>
                <a:lnTo>
                  <a:pt x="7754" y="4328"/>
                </a:lnTo>
                <a:lnTo>
                  <a:pt x="7755" y="4328"/>
                </a:lnTo>
                <a:lnTo>
                  <a:pt x="7756" y="4328"/>
                </a:lnTo>
                <a:lnTo>
                  <a:pt x="7757" y="4328"/>
                </a:lnTo>
                <a:lnTo>
                  <a:pt x="7758" y="4328"/>
                </a:lnTo>
                <a:lnTo>
                  <a:pt x="7759" y="4328"/>
                </a:lnTo>
                <a:lnTo>
                  <a:pt x="7760" y="4328"/>
                </a:lnTo>
                <a:lnTo>
                  <a:pt x="7761" y="4328"/>
                </a:lnTo>
                <a:lnTo>
                  <a:pt x="7762" y="4328"/>
                </a:lnTo>
                <a:lnTo>
                  <a:pt x="7763" y="4328"/>
                </a:lnTo>
                <a:lnTo>
                  <a:pt x="7764" y="4328"/>
                </a:lnTo>
                <a:lnTo>
                  <a:pt x="7765" y="4328"/>
                </a:lnTo>
                <a:lnTo>
                  <a:pt x="7766" y="4328"/>
                </a:lnTo>
                <a:lnTo>
                  <a:pt x="7767" y="4328"/>
                </a:lnTo>
                <a:lnTo>
                  <a:pt x="7768" y="4328"/>
                </a:lnTo>
                <a:lnTo>
                  <a:pt x="7769" y="4328"/>
                </a:lnTo>
                <a:lnTo>
                  <a:pt x="7770" y="4328"/>
                </a:lnTo>
                <a:lnTo>
                  <a:pt x="7771" y="4328"/>
                </a:lnTo>
                <a:lnTo>
                  <a:pt x="7772" y="4328"/>
                </a:lnTo>
                <a:lnTo>
                  <a:pt x="7773" y="4328"/>
                </a:lnTo>
                <a:lnTo>
                  <a:pt x="7774" y="4328"/>
                </a:lnTo>
                <a:lnTo>
                  <a:pt x="7775" y="4328"/>
                </a:lnTo>
                <a:lnTo>
                  <a:pt x="7776" y="4328"/>
                </a:lnTo>
                <a:lnTo>
                  <a:pt x="7777" y="4328"/>
                </a:lnTo>
                <a:lnTo>
                  <a:pt x="7778" y="4328"/>
                </a:lnTo>
                <a:lnTo>
                  <a:pt x="7779" y="4328"/>
                </a:lnTo>
                <a:lnTo>
                  <a:pt x="7780" y="4328"/>
                </a:lnTo>
                <a:lnTo>
                  <a:pt x="7781" y="4328"/>
                </a:lnTo>
                <a:lnTo>
                  <a:pt x="7782" y="4328"/>
                </a:lnTo>
                <a:lnTo>
                  <a:pt x="7783" y="4328"/>
                </a:lnTo>
                <a:lnTo>
                  <a:pt x="7784" y="4328"/>
                </a:lnTo>
                <a:lnTo>
                  <a:pt x="7785" y="4328"/>
                </a:lnTo>
                <a:lnTo>
                  <a:pt x="7786" y="4328"/>
                </a:lnTo>
                <a:lnTo>
                  <a:pt x="7787" y="4328"/>
                </a:lnTo>
                <a:lnTo>
                  <a:pt x="7788" y="4328"/>
                </a:lnTo>
                <a:lnTo>
                  <a:pt x="7789" y="4328"/>
                </a:lnTo>
                <a:lnTo>
                  <a:pt x="7790" y="4328"/>
                </a:lnTo>
                <a:lnTo>
                  <a:pt x="7791" y="4328"/>
                </a:lnTo>
                <a:lnTo>
                  <a:pt x="7792" y="4328"/>
                </a:lnTo>
                <a:lnTo>
                  <a:pt x="7793" y="4328"/>
                </a:lnTo>
                <a:lnTo>
                  <a:pt x="7794" y="4328"/>
                </a:lnTo>
                <a:lnTo>
                  <a:pt x="7795" y="4328"/>
                </a:lnTo>
                <a:lnTo>
                  <a:pt x="7796" y="4328"/>
                </a:lnTo>
                <a:lnTo>
                  <a:pt x="7797" y="4328"/>
                </a:lnTo>
                <a:lnTo>
                  <a:pt x="7798" y="4328"/>
                </a:lnTo>
                <a:lnTo>
                  <a:pt x="7799" y="4328"/>
                </a:lnTo>
                <a:lnTo>
                  <a:pt x="7800" y="4328"/>
                </a:lnTo>
                <a:lnTo>
                  <a:pt x="7801" y="4328"/>
                </a:lnTo>
                <a:lnTo>
                  <a:pt x="7802" y="4328"/>
                </a:lnTo>
                <a:lnTo>
                  <a:pt x="7803" y="4328"/>
                </a:lnTo>
                <a:lnTo>
                  <a:pt x="7804" y="4328"/>
                </a:lnTo>
                <a:lnTo>
                  <a:pt x="7805" y="4328"/>
                </a:lnTo>
                <a:lnTo>
                  <a:pt x="7806" y="4328"/>
                </a:lnTo>
                <a:lnTo>
                  <a:pt x="7807" y="4328"/>
                </a:lnTo>
                <a:lnTo>
                  <a:pt x="7808" y="4328"/>
                </a:lnTo>
                <a:lnTo>
                  <a:pt x="7809" y="4328"/>
                </a:lnTo>
                <a:lnTo>
                  <a:pt x="7810" y="4328"/>
                </a:lnTo>
                <a:lnTo>
                  <a:pt x="7811" y="4328"/>
                </a:lnTo>
                <a:lnTo>
                  <a:pt x="7812" y="4328"/>
                </a:lnTo>
                <a:lnTo>
                  <a:pt x="7813" y="4328"/>
                </a:lnTo>
                <a:lnTo>
                  <a:pt x="7814" y="4328"/>
                </a:lnTo>
                <a:lnTo>
                  <a:pt x="7815" y="4328"/>
                </a:lnTo>
                <a:lnTo>
                  <a:pt x="7816" y="4328"/>
                </a:lnTo>
                <a:lnTo>
                  <a:pt x="7817" y="4328"/>
                </a:lnTo>
                <a:lnTo>
                  <a:pt x="7818" y="4328"/>
                </a:lnTo>
                <a:lnTo>
                  <a:pt x="7819" y="4328"/>
                </a:lnTo>
                <a:lnTo>
                  <a:pt x="7820" y="4328"/>
                </a:lnTo>
                <a:lnTo>
                  <a:pt x="7821" y="4328"/>
                </a:lnTo>
                <a:lnTo>
                  <a:pt x="7822" y="4328"/>
                </a:lnTo>
                <a:lnTo>
                  <a:pt x="7823" y="4328"/>
                </a:lnTo>
                <a:lnTo>
                  <a:pt x="7824" y="4328"/>
                </a:lnTo>
                <a:lnTo>
                  <a:pt x="7825" y="4328"/>
                </a:lnTo>
                <a:lnTo>
                  <a:pt x="7826" y="4328"/>
                </a:lnTo>
                <a:lnTo>
                  <a:pt x="7827" y="4328"/>
                </a:lnTo>
                <a:lnTo>
                  <a:pt x="7828" y="4328"/>
                </a:lnTo>
                <a:lnTo>
                  <a:pt x="7829" y="4328"/>
                </a:lnTo>
                <a:lnTo>
                  <a:pt x="7830" y="4328"/>
                </a:lnTo>
                <a:lnTo>
                  <a:pt x="7831" y="4328"/>
                </a:lnTo>
                <a:lnTo>
                  <a:pt x="7832" y="4328"/>
                </a:lnTo>
                <a:lnTo>
                  <a:pt x="7833" y="4328"/>
                </a:lnTo>
                <a:lnTo>
                  <a:pt x="7834" y="4328"/>
                </a:lnTo>
                <a:lnTo>
                  <a:pt x="7835" y="4328"/>
                </a:lnTo>
                <a:lnTo>
                  <a:pt x="7836" y="4328"/>
                </a:lnTo>
                <a:lnTo>
                  <a:pt x="7837" y="4328"/>
                </a:lnTo>
                <a:lnTo>
                  <a:pt x="7838" y="4328"/>
                </a:lnTo>
                <a:lnTo>
                  <a:pt x="7839" y="4328"/>
                </a:lnTo>
                <a:lnTo>
                  <a:pt x="7840" y="4328"/>
                </a:lnTo>
                <a:lnTo>
                  <a:pt x="7841" y="4328"/>
                </a:lnTo>
                <a:lnTo>
                  <a:pt x="7842" y="4328"/>
                </a:lnTo>
                <a:lnTo>
                  <a:pt x="7843" y="4328"/>
                </a:lnTo>
                <a:lnTo>
                  <a:pt x="7844" y="4328"/>
                </a:lnTo>
                <a:lnTo>
                  <a:pt x="7845" y="4328"/>
                </a:lnTo>
                <a:lnTo>
                  <a:pt x="7846" y="4328"/>
                </a:lnTo>
                <a:lnTo>
                  <a:pt x="7847" y="4328"/>
                </a:lnTo>
                <a:lnTo>
                  <a:pt x="7848" y="4328"/>
                </a:lnTo>
                <a:lnTo>
                  <a:pt x="7849" y="4328"/>
                </a:lnTo>
                <a:lnTo>
                  <a:pt x="7850" y="4328"/>
                </a:lnTo>
                <a:lnTo>
                  <a:pt x="7851" y="4328"/>
                </a:lnTo>
                <a:lnTo>
                  <a:pt x="7852" y="4328"/>
                </a:lnTo>
                <a:lnTo>
                  <a:pt x="7853" y="4328"/>
                </a:lnTo>
                <a:lnTo>
                  <a:pt x="7854" y="4328"/>
                </a:lnTo>
                <a:lnTo>
                  <a:pt x="7855" y="4328"/>
                </a:lnTo>
                <a:lnTo>
                  <a:pt x="7856" y="4328"/>
                </a:lnTo>
                <a:lnTo>
                  <a:pt x="7857" y="4328"/>
                </a:lnTo>
                <a:lnTo>
                  <a:pt x="7858" y="4328"/>
                </a:lnTo>
                <a:lnTo>
                  <a:pt x="7859" y="4328"/>
                </a:lnTo>
                <a:lnTo>
                  <a:pt x="7860" y="4328"/>
                </a:lnTo>
                <a:lnTo>
                  <a:pt x="7861" y="4328"/>
                </a:lnTo>
                <a:lnTo>
                  <a:pt x="7862" y="4328"/>
                </a:lnTo>
                <a:lnTo>
                  <a:pt x="7863" y="4328"/>
                </a:lnTo>
                <a:lnTo>
                  <a:pt x="7864" y="4328"/>
                </a:lnTo>
                <a:lnTo>
                  <a:pt x="7865" y="4328"/>
                </a:lnTo>
                <a:lnTo>
                  <a:pt x="7866" y="4328"/>
                </a:lnTo>
                <a:lnTo>
                  <a:pt x="7867" y="4328"/>
                </a:lnTo>
                <a:lnTo>
                  <a:pt x="7868" y="4328"/>
                </a:lnTo>
                <a:lnTo>
                  <a:pt x="7869" y="4328"/>
                </a:lnTo>
                <a:lnTo>
                  <a:pt x="7870" y="4328"/>
                </a:lnTo>
                <a:lnTo>
                  <a:pt x="7871" y="4328"/>
                </a:lnTo>
                <a:lnTo>
                  <a:pt x="7872" y="4328"/>
                </a:lnTo>
                <a:lnTo>
                  <a:pt x="7873" y="4328"/>
                </a:lnTo>
                <a:lnTo>
                  <a:pt x="7874" y="4328"/>
                </a:lnTo>
                <a:lnTo>
                  <a:pt x="7875" y="4328"/>
                </a:lnTo>
                <a:lnTo>
                  <a:pt x="7876" y="4328"/>
                </a:lnTo>
                <a:lnTo>
                  <a:pt x="7877" y="4328"/>
                </a:lnTo>
                <a:lnTo>
                  <a:pt x="7878" y="4328"/>
                </a:lnTo>
                <a:lnTo>
                  <a:pt x="7879" y="4328"/>
                </a:lnTo>
                <a:lnTo>
                  <a:pt x="7880" y="4328"/>
                </a:lnTo>
                <a:lnTo>
                  <a:pt x="7881" y="4328"/>
                </a:lnTo>
                <a:lnTo>
                  <a:pt x="7882" y="4328"/>
                </a:lnTo>
                <a:lnTo>
                  <a:pt x="7883" y="4328"/>
                </a:lnTo>
                <a:lnTo>
                  <a:pt x="7884" y="4328"/>
                </a:lnTo>
                <a:lnTo>
                  <a:pt x="7885" y="4328"/>
                </a:lnTo>
                <a:lnTo>
                  <a:pt x="7886" y="4328"/>
                </a:lnTo>
                <a:lnTo>
                  <a:pt x="7887" y="4328"/>
                </a:lnTo>
                <a:lnTo>
                  <a:pt x="7888" y="4328"/>
                </a:lnTo>
                <a:lnTo>
                  <a:pt x="7889" y="4328"/>
                </a:lnTo>
                <a:lnTo>
                  <a:pt x="7890" y="4328"/>
                </a:lnTo>
                <a:lnTo>
                  <a:pt x="7891" y="4328"/>
                </a:lnTo>
                <a:lnTo>
                  <a:pt x="7892" y="4328"/>
                </a:lnTo>
                <a:lnTo>
                  <a:pt x="7893" y="4328"/>
                </a:lnTo>
                <a:lnTo>
                  <a:pt x="7894" y="4328"/>
                </a:lnTo>
                <a:lnTo>
                  <a:pt x="7895" y="4328"/>
                </a:lnTo>
                <a:lnTo>
                  <a:pt x="7896" y="4328"/>
                </a:lnTo>
                <a:lnTo>
                  <a:pt x="7897" y="4328"/>
                </a:lnTo>
                <a:lnTo>
                  <a:pt x="7898" y="4328"/>
                </a:lnTo>
                <a:lnTo>
                  <a:pt x="7899" y="4328"/>
                </a:lnTo>
                <a:lnTo>
                  <a:pt x="7900" y="4328"/>
                </a:lnTo>
                <a:lnTo>
                  <a:pt x="7901" y="4328"/>
                </a:lnTo>
                <a:lnTo>
                  <a:pt x="7902" y="4328"/>
                </a:lnTo>
                <a:lnTo>
                  <a:pt x="7903" y="4328"/>
                </a:lnTo>
                <a:lnTo>
                  <a:pt x="7904" y="4328"/>
                </a:lnTo>
                <a:lnTo>
                  <a:pt x="7905" y="4328"/>
                </a:lnTo>
                <a:lnTo>
                  <a:pt x="7906" y="4328"/>
                </a:lnTo>
                <a:lnTo>
                  <a:pt x="7907" y="4328"/>
                </a:lnTo>
                <a:lnTo>
                  <a:pt x="7908" y="4328"/>
                </a:lnTo>
                <a:lnTo>
                  <a:pt x="7909" y="4328"/>
                </a:lnTo>
                <a:lnTo>
                  <a:pt x="7910" y="4328"/>
                </a:lnTo>
                <a:lnTo>
                  <a:pt x="7911" y="4328"/>
                </a:lnTo>
                <a:lnTo>
                  <a:pt x="7912" y="4328"/>
                </a:lnTo>
                <a:lnTo>
                  <a:pt x="7913" y="4328"/>
                </a:lnTo>
                <a:lnTo>
                  <a:pt x="7914" y="4328"/>
                </a:lnTo>
                <a:lnTo>
                  <a:pt x="7915" y="4328"/>
                </a:lnTo>
                <a:lnTo>
                  <a:pt x="7916" y="4328"/>
                </a:lnTo>
                <a:lnTo>
                  <a:pt x="7917" y="4328"/>
                </a:lnTo>
                <a:lnTo>
                  <a:pt x="7918" y="4328"/>
                </a:lnTo>
                <a:lnTo>
                  <a:pt x="7919" y="4328"/>
                </a:lnTo>
                <a:lnTo>
                  <a:pt x="7920" y="4328"/>
                </a:lnTo>
                <a:lnTo>
                  <a:pt x="7921" y="4328"/>
                </a:lnTo>
                <a:lnTo>
                  <a:pt x="7922" y="4328"/>
                </a:lnTo>
                <a:lnTo>
                  <a:pt x="7923" y="4328"/>
                </a:lnTo>
                <a:lnTo>
                  <a:pt x="7924" y="4328"/>
                </a:lnTo>
                <a:lnTo>
                  <a:pt x="7925" y="4328"/>
                </a:lnTo>
                <a:lnTo>
                  <a:pt x="7926" y="4328"/>
                </a:lnTo>
                <a:lnTo>
                  <a:pt x="7927" y="4328"/>
                </a:lnTo>
                <a:lnTo>
                  <a:pt x="7928" y="4328"/>
                </a:lnTo>
                <a:lnTo>
                  <a:pt x="7929" y="4328"/>
                </a:lnTo>
                <a:lnTo>
                  <a:pt x="7930" y="4328"/>
                </a:lnTo>
                <a:lnTo>
                  <a:pt x="7931" y="4328"/>
                </a:lnTo>
                <a:lnTo>
                  <a:pt x="7932" y="4328"/>
                </a:lnTo>
                <a:lnTo>
                  <a:pt x="7933" y="4328"/>
                </a:lnTo>
                <a:lnTo>
                  <a:pt x="7934" y="4328"/>
                </a:lnTo>
                <a:lnTo>
                  <a:pt x="7935" y="4328"/>
                </a:lnTo>
                <a:lnTo>
                  <a:pt x="7936" y="4328"/>
                </a:lnTo>
                <a:lnTo>
                  <a:pt x="7937" y="4328"/>
                </a:lnTo>
                <a:lnTo>
                  <a:pt x="7938" y="4328"/>
                </a:lnTo>
                <a:lnTo>
                  <a:pt x="7939" y="4328"/>
                </a:lnTo>
                <a:lnTo>
                  <a:pt x="7940" y="4328"/>
                </a:lnTo>
                <a:lnTo>
                  <a:pt x="7941" y="4328"/>
                </a:lnTo>
                <a:lnTo>
                  <a:pt x="7942" y="4328"/>
                </a:lnTo>
                <a:lnTo>
                  <a:pt x="7943" y="4328"/>
                </a:lnTo>
                <a:lnTo>
                  <a:pt x="7944" y="4328"/>
                </a:lnTo>
                <a:lnTo>
                  <a:pt x="7945" y="4328"/>
                </a:lnTo>
                <a:lnTo>
                  <a:pt x="7946" y="4328"/>
                </a:lnTo>
                <a:lnTo>
                  <a:pt x="7947" y="4328"/>
                </a:lnTo>
                <a:lnTo>
                  <a:pt x="7948" y="4328"/>
                </a:lnTo>
                <a:lnTo>
                  <a:pt x="7949" y="4328"/>
                </a:lnTo>
                <a:lnTo>
                  <a:pt x="7950" y="4328"/>
                </a:lnTo>
                <a:lnTo>
                  <a:pt x="7951" y="4328"/>
                </a:lnTo>
                <a:lnTo>
                  <a:pt x="7952" y="4328"/>
                </a:lnTo>
                <a:lnTo>
                  <a:pt x="7953" y="4328"/>
                </a:lnTo>
                <a:lnTo>
                  <a:pt x="7954" y="4328"/>
                </a:lnTo>
                <a:lnTo>
                  <a:pt x="7955" y="4328"/>
                </a:lnTo>
                <a:lnTo>
                  <a:pt x="7956" y="4328"/>
                </a:lnTo>
                <a:lnTo>
                  <a:pt x="7957" y="4328"/>
                </a:lnTo>
                <a:lnTo>
                  <a:pt x="7958" y="4328"/>
                </a:lnTo>
                <a:lnTo>
                  <a:pt x="7959" y="4328"/>
                </a:lnTo>
                <a:lnTo>
                  <a:pt x="7960" y="4328"/>
                </a:lnTo>
                <a:lnTo>
                  <a:pt x="7961" y="4328"/>
                </a:lnTo>
                <a:lnTo>
                  <a:pt x="7962" y="4328"/>
                </a:lnTo>
                <a:lnTo>
                  <a:pt x="7963" y="4328"/>
                </a:lnTo>
                <a:lnTo>
                  <a:pt x="7964" y="4328"/>
                </a:lnTo>
                <a:lnTo>
                  <a:pt x="7965" y="4328"/>
                </a:lnTo>
                <a:lnTo>
                  <a:pt x="7966" y="4328"/>
                </a:lnTo>
                <a:lnTo>
                  <a:pt x="7967" y="4328"/>
                </a:lnTo>
                <a:lnTo>
                  <a:pt x="7968" y="4328"/>
                </a:lnTo>
                <a:lnTo>
                  <a:pt x="7969" y="4328"/>
                </a:lnTo>
                <a:lnTo>
                  <a:pt x="7970" y="4328"/>
                </a:lnTo>
                <a:lnTo>
                  <a:pt x="7971" y="4328"/>
                </a:lnTo>
                <a:lnTo>
                  <a:pt x="7972" y="4328"/>
                </a:lnTo>
                <a:lnTo>
                  <a:pt x="7973" y="4328"/>
                </a:lnTo>
                <a:lnTo>
                  <a:pt x="7974" y="4328"/>
                </a:lnTo>
                <a:lnTo>
                  <a:pt x="7975" y="4328"/>
                </a:lnTo>
                <a:lnTo>
                  <a:pt x="7976" y="4328"/>
                </a:lnTo>
                <a:lnTo>
                  <a:pt x="7977" y="4328"/>
                </a:lnTo>
                <a:lnTo>
                  <a:pt x="7978" y="4328"/>
                </a:lnTo>
                <a:lnTo>
                  <a:pt x="7979" y="4328"/>
                </a:lnTo>
                <a:lnTo>
                  <a:pt x="7980" y="4328"/>
                </a:lnTo>
                <a:lnTo>
                  <a:pt x="7981" y="4328"/>
                </a:lnTo>
                <a:lnTo>
                  <a:pt x="7982" y="4328"/>
                </a:lnTo>
                <a:lnTo>
                  <a:pt x="7983" y="4328"/>
                </a:lnTo>
                <a:lnTo>
                  <a:pt x="7984" y="4328"/>
                </a:lnTo>
                <a:lnTo>
                  <a:pt x="7985" y="4328"/>
                </a:lnTo>
                <a:lnTo>
                  <a:pt x="7986" y="4328"/>
                </a:lnTo>
                <a:lnTo>
                  <a:pt x="7987" y="4328"/>
                </a:lnTo>
                <a:lnTo>
                  <a:pt x="7988" y="4328"/>
                </a:lnTo>
                <a:lnTo>
                  <a:pt x="7989" y="4328"/>
                </a:lnTo>
                <a:lnTo>
                  <a:pt x="7990" y="4328"/>
                </a:lnTo>
                <a:lnTo>
                  <a:pt x="7991" y="4328"/>
                </a:lnTo>
                <a:lnTo>
                  <a:pt x="7992" y="4328"/>
                </a:lnTo>
                <a:lnTo>
                  <a:pt x="7993" y="4328"/>
                </a:lnTo>
                <a:lnTo>
                  <a:pt x="7994" y="4328"/>
                </a:lnTo>
                <a:lnTo>
                  <a:pt x="7995" y="4328"/>
                </a:lnTo>
                <a:lnTo>
                  <a:pt x="7996" y="4328"/>
                </a:lnTo>
                <a:lnTo>
                  <a:pt x="7997" y="4328"/>
                </a:lnTo>
                <a:lnTo>
                  <a:pt x="7998" y="4328"/>
                </a:lnTo>
                <a:lnTo>
                  <a:pt x="7999" y="4328"/>
                </a:lnTo>
                <a:lnTo>
                  <a:pt x="8000" y="4328"/>
                </a:lnTo>
                <a:lnTo>
                  <a:pt x="8001" y="4328"/>
                </a:lnTo>
                <a:lnTo>
                  <a:pt x="8002" y="4328"/>
                </a:lnTo>
                <a:lnTo>
                  <a:pt x="8003" y="4328"/>
                </a:lnTo>
                <a:lnTo>
                  <a:pt x="8004" y="4328"/>
                </a:lnTo>
                <a:lnTo>
                  <a:pt x="8005" y="4328"/>
                </a:lnTo>
                <a:lnTo>
                  <a:pt x="8006" y="4328"/>
                </a:lnTo>
                <a:lnTo>
                  <a:pt x="8007" y="4328"/>
                </a:lnTo>
                <a:lnTo>
                  <a:pt x="8008" y="4328"/>
                </a:lnTo>
                <a:lnTo>
                  <a:pt x="8009" y="4328"/>
                </a:lnTo>
                <a:lnTo>
                  <a:pt x="8010" y="4328"/>
                </a:lnTo>
                <a:lnTo>
                  <a:pt x="8011" y="4328"/>
                </a:lnTo>
                <a:lnTo>
                  <a:pt x="8012" y="4328"/>
                </a:lnTo>
                <a:lnTo>
                  <a:pt x="8013" y="4328"/>
                </a:lnTo>
                <a:lnTo>
                  <a:pt x="8014" y="4328"/>
                </a:lnTo>
                <a:lnTo>
                  <a:pt x="8015" y="4328"/>
                </a:lnTo>
                <a:lnTo>
                  <a:pt x="8016" y="4328"/>
                </a:lnTo>
                <a:lnTo>
                  <a:pt x="8017" y="4328"/>
                </a:lnTo>
                <a:lnTo>
                  <a:pt x="8018" y="4328"/>
                </a:lnTo>
                <a:lnTo>
                  <a:pt x="8019" y="4328"/>
                </a:lnTo>
                <a:lnTo>
                  <a:pt x="8020" y="4328"/>
                </a:lnTo>
                <a:lnTo>
                  <a:pt x="8021" y="4328"/>
                </a:lnTo>
                <a:lnTo>
                  <a:pt x="8022" y="4328"/>
                </a:lnTo>
                <a:lnTo>
                  <a:pt x="8023" y="4328"/>
                </a:lnTo>
                <a:lnTo>
                  <a:pt x="8024" y="4328"/>
                </a:lnTo>
                <a:lnTo>
                  <a:pt x="8025" y="4328"/>
                </a:lnTo>
                <a:lnTo>
                  <a:pt x="8026" y="4328"/>
                </a:lnTo>
                <a:lnTo>
                  <a:pt x="8027" y="4328"/>
                </a:lnTo>
                <a:lnTo>
                  <a:pt x="8028" y="4328"/>
                </a:lnTo>
                <a:lnTo>
                  <a:pt x="8029" y="4328"/>
                </a:lnTo>
                <a:lnTo>
                  <a:pt x="8030" y="4328"/>
                </a:lnTo>
                <a:lnTo>
                  <a:pt x="8031" y="4328"/>
                </a:lnTo>
                <a:lnTo>
                  <a:pt x="8032" y="4328"/>
                </a:lnTo>
                <a:lnTo>
                  <a:pt x="8033" y="4328"/>
                </a:lnTo>
                <a:lnTo>
                  <a:pt x="8034" y="4328"/>
                </a:lnTo>
                <a:lnTo>
                  <a:pt x="8035" y="4328"/>
                </a:lnTo>
                <a:lnTo>
                  <a:pt x="8036" y="4328"/>
                </a:lnTo>
                <a:lnTo>
                  <a:pt x="8037" y="4328"/>
                </a:lnTo>
                <a:lnTo>
                  <a:pt x="8038" y="4328"/>
                </a:lnTo>
                <a:lnTo>
                  <a:pt x="8039" y="4328"/>
                </a:lnTo>
                <a:lnTo>
                  <a:pt x="8040" y="4328"/>
                </a:lnTo>
                <a:lnTo>
                  <a:pt x="8041" y="4328"/>
                </a:lnTo>
                <a:lnTo>
                  <a:pt x="8042" y="4328"/>
                </a:lnTo>
                <a:lnTo>
                  <a:pt x="8043" y="4328"/>
                </a:lnTo>
                <a:lnTo>
                  <a:pt x="8044" y="4328"/>
                </a:lnTo>
                <a:lnTo>
                  <a:pt x="8045" y="4328"/>
                </a:lnTo>
                <a:lnTo>
                  <a:pt x="8046" y="4328"/>
                </a:lnTo>
                <a:lnTo>
                  <a:pt x="8047" y="4328"/>
                </a:lnTo>
                <a:lnTo>
                  <a:pt x="8048" y="4328"/>
                </a:lnTo>
                <a:lnTo>
                  <a:pt x="8049" y="4328"/>
                </a:lnTo>
                <a:lnTo>
                  <a:pt x="8050" y="4328"/>
                </a:lnTo>
                <a:lnTo>
                  <a:pt x="8051" y="4328"/>
                </a:lnTo>
                <a:lnTo>
                  <a:pt x="8052" y="4328"/>
                </a:lnTo>
                <a:lnTo>
                  <a:pt x="8053" y="4328"/>
                </a:lnTo>
                <a:lnTo>
                  <a:pt x="8054" y="4328"/>
                </a:lnTo>
                <a:lnTo>
                  <a:pt x="8055" y="4328"/>
                </a:lnTo>
                <a:lnTo>
                  <a:pt x="8056" y="4328"/>
                </a:lnTo>
                <a:lnTo>
                  <a:pt x="8057" y="4328"/>
                </a:lnTo>
                <a:lnTo>
                  <a:pt x="8058" y="4328"/>
                </a:lnTo>
                <a:lnTo>
                  <a:pt x="8059" y="4328"/>
                </a:lnTo>
                <a:lnTo>
                  <a:pt x="8060" y="4328"/>
                </a:lnTo>
                <a:lnTo>
                  <a:pt x="8061" y="4328"/>
                </a:lnTo>
                <a:lnTo>
                  <a:pt x="8062" y="4328"/>
                </a:lnTo>
                <a:lnTo>
                  <a:pt x="8063" y="4328"/>
                </a:lnTo>
                <a:lnTo>
                  <a:pt x="8064" y="4328"/>
                </a:lnTo>
                <a:lnTo>
                  <a:pt x="8065" y="4328"/>
                </a:lnTo>
                <a:lnTo>
                  <a:pt x="8066" y="4328"/>
                </a:lnTo>
                <a:lnTo>
                  <a:pt x="8067" y="4328"/>
                </a:lnTo>
                <a:lnTo>
                  <a:pt x="8068" y="4328"/>
                </a:lnTo>
                <a:lnTo>
                  <a:pt x="8069" y="4328"/>
                </a:lnTo>
                <a:lnTo>
                  <a:pt x="8070" y="4328"/>
                </a:lnTo>
                <a:lnTo>
                  <a:pt x="8071" y="4328"/>
                </a:lnTo>
                <a:lnTo>
                  <a:pt x="8072" y="4328"/>
                </a:lnTo>
                <a:lnTo>
                  <a:pt x="8073" y="4328"/>
                </a:lnTo>
                <a:lnTo>
                  <a:pt x="8074" y="4328"/>
                </a:lnTo>
                <a:lnTo>
                  <a:pt x="8075" y="4328"/>
                </a:lnTo>
                <a:lnTo>
                  <a:pt x="8076" y="4328"/>
                </a:lnTo>
                <a:lnTo>
                  <a:pt x="8077" y="4328"/>
                </a:lnTo>
                <a:lnTo>
                  <a:pt x="8078" y="4328"/>
                </a:lnTo>
                <a:lnTo>
                  <a:pt x="8079" y="4328"/>
                </a:lnTo>
                <a:lnTo>
                  <a:pt x="8080" y="4328"/>
                </a:lnTo>
                <a:lnTo>
                  <a:pt x="8081" y="4328"/>
                </a:lnTo>
                <a:lnTo>
                  <a:pt x="8082" y="4328"/>
                </a:lnTo>
                <a:lnTo>
                  <a:pt x="8083" y="4328"/>
                </a:lnTo>
                <a:lnTo>
                  <a:pt x="8084" y="4328"/>
                </a:lnTo>
                <a:lnTo>
                  <a:pt x="8085" y="4328"/>
                </a:lnTo>
                <a:lnTo>
                  <a:pt x="8086" y="4328"/>
                </a:lnTo>
                <a:lnTo>
                  <a:pt x="8087" y="4328"/>
                </a:lnTo>
                <a:lnTo>
                  <a:pt x="8088" y="4328"/>
                </a:lnTo>
                <a:lnTo>
                  <a:pt x="8089" y="4328"/>
                </a:lnTo>
                <a:lnTo>
                  <a:pt x="8090" y="4328"/>
                </a:lnTo>
                <a:lnTo>
                  <a:pt x="8091" y="4328"/>
                </a:lnTo>
                <a:lnTo>
                  <a:pt x="8092" y="4328"/>
                </a:lnTo>
                <a:lnTo>
                  <a:pt x="8093" y="4328"/>
                </a:lnTo>
                <a:lnTo>
                  <a:pt x="8094" y="4328"/>
                </a:lnTo>
                <a:lnTo>
                  <a:pt x="8095" y="4328"/>
                </a:lnTo>
                <a:lnTo>
                  <a:pt x="8096" y="4328"/>
                </a:lnTo>
                <a:lnTo>
                  <a:pt x="8097" y="4328"/>
                </a:lnTo>
                <a:lnTo>
                  <a:pt x="8098" y="4328"/>
                </a:lnTo>
                <a:lnTo>
                  <a:pt x="8099" y="4328"/>
                </a:lnTo>
                <a:lnTo>
                  <a:pt x="8100" y="4328"/>
                </a:lnTo>
                <a:lnTo>
                  <a:pt x="8101" y="4328"/>
                </a:lnTo>
                <a:lnTo>
                  <a:pt x="8102" y="4328"/>
                </a:lnTo>
                <a:lnTo>
                  <a:pt x="8103" y="4328"/>
                </a:lnTo>
                <a:lnTo>
                  <a:pt x="8104" y="4328"/>
                </a:lnTo>
                <a:lnTo>
                  <a:pt x="8105" y="4328"/>
                </a:lnTo>
                <a:lnTo>
                  <a:pt x="8106" y="4328"/>
                </a:lnTo>
                <a:lnTo>
                  <a:pt x="8107" y="4328"/>
                </a:lnTo>
                <a:lnTo>
                  <a:pt x="8108" y="4328"/>
                </a:lnTo>
                <a:lnTo>
                  <a:pt x="8109" y="4328"/>
                </a:lnTo>
                <a:lnTo>
                  <a:pt x="8110" y="4328"/>
                </a:lnTo>
                <a:lnTo>
                  <a:pt x="8111" y="4328"/>
                </a:lnTo>
                <a:lnTo>
                  <a:pt x="8112" y="4328"/>
                </a:lnTo>
                <a:lnTo>
                  <a:pt x="8113" y="4328"/>
                </a:lnTo>
                <a:lnTo>
                  <a:pt x="8114" y="4328"/>
                </a:lnTo>
                <a:lnTo>
                  <a:pt x="8115" y="4328"/>
                </a:lnTo>
                <a:lnTo>
                  <a:pt x="8116" y="4328"/>
                </a:lnTo>
                <a:lnTo>
                  <a:pt x="8117" y="4328"/>
                </a:lnTo>
                <a:lnTo>
                  <a:pt x="8118" y="4328"/>
                </a:lnTo>
                <a:lnTo>
                  <a:pt x="8119" y="4328"/>
                </a:lnTo>
                <a:lnTo>
                  <a:pt x="8120" y="4328"/>
                </a:lnTo>
                <a:lnTo>
                  <a:pt x="8121" y="4328"/>
                </a:lnTo>
                <a:lnTo>
                  <a:pt x="8122" y="4328"/>
                </a:lnTo>
                <a:lnTo>
                  <a:pt x="8123" y="4328"/>
                </a:lnTo>
                <a:lnTo>
                  <a:pt x="8124" y="4328"/>
                </a:lnTo>
                <a:lnTo>
                  <a:pt x="8125" y="4328"/>
                </a:lnTo>
                <a:lnTo>
                  <a:pt x="8126" y="4328"/>
                </a:lnTo>
                <a:lnTo>
                  <a:pt x="8127" y="4328"/>
                </a:lnTo>
                <a:lnTo>
                  <a:pt x="8128" y="4328"/>
                </a:lnTo>
                <a:lnTo>
                  <a:pt x="8129" y="4328"/>
                </a:lnTo>
                <a:lnTo>
                  <a:pt x="8130" y="4328"/>
                </a:lnTo>
                <a:lnTo>
                  <a:pt x="8131" y="4328"/>
                </a:lnTo>
                <a:lnTo>
                  <a:pt x="8132" y="4328"/>
                </a:lnTo>
                <a:lnTo>
                  <a:pt x="8133" y="4328"/>
                </a:lnTo>
                <a:lnTo>
                  <a:pt x="8134" y="4328"/>
                </a:lnTo>
                <a:lnTo>
                  <a:pt x="8135" y="4328"/>
                </a:lnTo>
                <a:lnTo>
                  <a:pt x="8136" y="4328"/>
                </a:lnTo>
                <a:lnTo>
                  <a:pt x="8137" y="4328"/>
                </a:lnTo>
                <a:lnTo>
                  <a:pt x="8138" y="4328"/>
                </a:lnTo>
                <a:lnTo>
                  <a:pt x="8139" y="4328"/>
                </a:lnTo>
                <a:lnTo>
                  <a:pt x="8140" y="4328"/>
                </a:lnTo>
                <a:lnTo>
                  <a:pt x="8141" y="4328"/>
                </a:lnTo>
                <a:lnTo>
                  <a:pt x="8142" y="4328"/>
                </a:lnTo>
                <a:lnTo>
                  <a:pt x="8143" y="4328"/>
                </a:lnTo>
                <a:lnTo>
                  <a:pt x="8144" y="4328"/>
                </a:lnTo>
                <a:lnTo>
                  <a:pt x="8145" y="4328"/>
                </a:lnTo>
                <a:lnTo>
                  <a:pt x="8146" y="4328"/>
                </a:lnTo>
                <a:lnTo>
                  <a:pt x="8147" y="4328"/>
                </a:lnTo>
                <a:lnTo>
                  <a:pt x="8148" y="4328"/>
                </a:lnTo>
                <a:lnTo>
                  <a:pt x="8149" y="4328"/>
                </a:lnTo>
                <a:lnTo>
                  <a:pt x="8150" y="4328"/>
                </a:lnTo>
                <a:lnTo>
                  <a:pt x="8151" y="4328"/>
                </a:lnTo>
                <a:lnTo>
                  <a:pt x="8152" y="4328"/>
                </a:lnTo>
                <a:lnTo>
                  <a:pt x="8153" y="4328"/>
                </a:lnTo>
                <a:lnTo>
                  <a:pt x="8154" y="4328"/>
                </a:lnTo>
                <a:lnTo>
                  <a:pt x="8155" y="4328"/>
                </a:lnTo>
                <a:lnTo>
                  <a:pt x="8156" y="4328"/>
                </a:lnTo>
                <a:lnTo>
                  <a:pt x="8157" y="4328"/>
                </a:lnTo>
                <a:lnTo>
                  <a:pt x="8158" y="4328"/>
                </a:lnTo>
                <a:lnTo>
                  <a:pt x="8159" y="4328"/>
                </a:lnTo>
                <a:lnTo>
                  <a:pt x="8160" y="4328"/>
                </a:lnTo>
                <a:lnTo>
                  <a:pt x="8161" y="4328"/>
                </a:lnTo>
                <a:lnTo>
                  <a:pt x="8162" y="4328"/>
                </a:lnTo>
                <a:lnTo>
                  <a:pt x="8163" y="4328"/>
                </a:lnTo>
                <a:lnTo>
                  <a:pt x="8164" y="4328"/>
                </a:lnTo>
                <a:lnTo>
                  <a:pt x="8165" y="4328"/>
                </a:lnTo>
                <a:lnTo>
                  <a:pt x="8166" y="4328"/>
                </a:lnTo>
                <a:lnTo>
                  <a:pt x="8167" y="4328"/>
                </a:lnTo>
                <a:lnTo>
                  <a:pt x="8168" y="4328"/>
                </a:lnTo>
                <a:lnTo>
                  <a:pt x="8169" y="4328"/>
                </a:lnTo>
                <a:lnTo>
                  <a:pt x="8170" y="4328"/>
                </a:lnTo>
                <a:lnTo>
                  <a:pt x="8171" y="4328"/>
                </a:lnTo>
                <a:lnTo>
                  <a:pt x="8172" y="4328"/>
                </a:lnTo>
                <a:lnTo>
                  <a:pt x="8173" y="4328"/>
                </a:lnTo>
                <a:lnTo>
                  <a:pt x="8174" y="4328"/>
                </a:lnTo>
                <a:lnTo>
                  <a:pt x="8175" y="4328"/>
                </a:lnTo>
                <a:lnTo>
                  <a:pt x="8176" y="4328"/>
                </a:lnTo>
                <a:lnTo>
                  <a:pt x="8177" y="4328"/>
                </a:lnTo>
                <a:lnTo>
                  <a:pt x="8178" y="4328"/>
                </a:lnTo>
                <a:lnTo>
                  <a:pt x="8179" y="4328"/>
                </a:lnTo>
                <a:lnTo>
                  <a:pt x="8180" y="4328"/>
                </a:lnTo>
                <a:lnTo>
                  <a:pt x="8181" y="4328"/>
                </a:lnTo>
                <a:lnTo>
                  <a:pt x="8182" y="4328"/>
                </a:lnTo>
                <a:lnTo>
                  <a:pt x="8183" y="4328"/>
                </a:lnTo>
                <a:lnTo>
                  <a:pt x="8184" y="4328"/>
                </a:lnTo>
                <a:lnTo>
                  <a:pt x="8185" y="4328"/>
                </a:lnTo>
                <a:lnTo>
                  <a:pt x="8186" y="4328"/>
                </a:lnTo>
                <a:lnTo>
                  <a:pt x="8187" y="4328"/>
                </a:lnTo>
                <a:lnTo>
                  <a:pt x="8188" y="4328"/>
                </a:lnTo>
                <a:lnTo>
                  <a:pt x="8189" y="4328"/>
                </a:lnTo>
                <a:lnTo>
                  <a:pt x="8190" y="4328"/>
                </a:lnTo>
                <a:lnTo>
                  <a:pt x="8191" y="4328"/>
                </a:lnTo>
                <a:lnTo>
                  <a:pt x="8192" y="4328"/>
                </a:lnTo>
                <a:lnTo>
                  <a:pt x="8193" y="4328"/>
                </a:lnTo>
                <a:lnTo>
                  <a:pt x="8194" y="4328"/>
                </a:lnTo>
                <a:lnTo>
                  <a:pt x="8195" y="4328"/>
                </a:lnTo>
                <a:lnTo>
                  <a:pt x="8196" y="4328"/>
                </a:lnTo>
                <a:lnTo>
                  <a:pt x="8197" y="4328"/>
                </a:lnTo>
                <a:lnTo>
                  <a:pt x="8198" y="4328"/>
                </a:lnTo>
                <a:lnTo>
                  <a:pt x="8199" y="4328"/>
                </a:lnTo>
                <a:lnTo>
                  <a:pt x="8200" y="4328"/>
                </a:lnTo>
                <a:lnTo>
                  <a:pt x="8201" y="4328"/>
                </a:lnTo>
                <a:lnTo>
                  <a:pt x="8202" y="4328"/>
                </a:lnTo>
                <a:lnTo>
                  <a:pt x="8203" y="4328"/>
                </a:lnTo>
                <a:lnTo>
                  <a:pt x="8204" y="4328"/>
                </a:lnTo>
                <a:lnTo>
                  <a:pt x="8205" y="4328"/>
                </a:lnTo>
                <a:lnTo>
                  <a:pt x="8206" y="4328"/>
                </a:lnTo>
                <a:lnTo>
                  <a:pt x="8207" y="4328"/>
                </a:lnTo>
                <a:lnTo>
                  <a:pt x="8208" y="4328"/>
                </a:lnTo>
                <a:lnTo>
                  <a:pt x="8209" y="4328"/>
                </a:lnTo>
                <a:lnTo>
                  <a:pt x="8210" y="4328"/>
                </a:lnTo>
                <a:lnTo>
                  <a:pt x="8211" y="4328"/>
                </a:lnTo>
                <a:lnTo>
                  <a:pt x="8212" y="4328"/>
                </a:lnTo>
                <a:lnTo>
                  <a:pt x="8213" y="4328"/>
                </a:lnTo>
                <a:lnTo>
                  <a:pt x="8214" y="4328"/>
                </a:lnTo>
                <a:lnTo>
                  <a:pt x="8215" y="4328"/>
                </a:lnTo>
                <a:lnTo>
                  <a:pt x="8216" y="4328"/>
                </a:lnTo>
                <a:lnTo>
                  <a:pt x="8217" y="4328"/>
                </a:lnTo>
                <a:lnTo>
                  <a:pt x="8218" y="4328"/>
                </a:lnTo>
                <a:lnTo>
                  <a:pt x="8219" y="4328"/>
                </a:lnTo>
                <a:lnTo>
                  <a:pt x="8220" y="4328"/>
                </a:lnTo>
                <a:lnTo>
                  <a:pt x="8221" y="4328"/>
                </a:lnTo>
                <a:lnTo>
                  <a:pt x="8222" y="4328"/>
                </a:lnTo>
                <a:lnTo>
                  <a:pt x="8223" y="4328"/>
                </a:lnTo>
                <a:lnTo>
                  <a:pt x="8224" y="4328"/>
                </a:lnTo>
                <a:lnTo>
                  <a:pt x="8225" y="4328"/>
                </a:lnTo>
                <a:lnTo>
                  <a:pt x="8226" y="4328"/>
                </a:lnTo>
                <a:lnTo>
                  <a:pt x="8227" y="4328"/>
                </a:lnTo>
                <a:lnTo>
                  <a:pt x="8228" y="4328"/>
                </a:lnTo>
                <a:lnTo>
                  <a:pt x="8229" y="4328"/>
                </a:lnTo>
                <a:lnTo>
                  <a:pt x="8230" y="4328"/>
                </a:lnTo>
                <a:lnTo>
                  <a:pt x="8231" y="4328"/>
                </a:lnTo>
                <a:lnTo>
                  <a:pt x="8232" y="4328"/>
                </a:lnTo>
                <a:lnTo>
                  <a:pt x="8233" y="4328"/>
                </a:lnTo>
                <a:lnTo>
                  <a:pt x="8234" y="4328"/>
                </a:lnTo>
                <a:lnTo>
                  <a:pt x="8235" y="4328"/>
                </a:lnTo>
                <a:lnTo>
                  <a:pt x="8236" y="4328"/>
                </a:lnTo>
                <a:lnTo>
                  <a:pt x="8237" y="4328"/>
                </a:lnTo>
                <a:lnTo>
                  <a:pt x="8238" y="4328"/>
                </a:lnTo>
                <a:lnTo>
                  <a:pt x="8239" y="4328"/>
                </a:lnTo>
                <a:lnTo>
                  <a:pt x="8240" y="4328"/>
                </a:lnTo>
                <a:lnTo>
                  <a:pt x="8241" y="4328"/>
                </a:lnTo>
                <a:lnTo>
                  <a:pt x="8242" y="4328"/>
                </a:lnTo>
                <a:lnTo>
                  <a:pt x="8243" y="4328"/>
                </a:lnTo>
                <a:lnTo>
                  <a:pt x="8244" y="4328"/>
                </a:lnTo>
                <a:lnTo>
                  <a:pt x="8245" y="4328"/>
                </a:lnTo>
                <a:lnTo>
                  <a:pt x="8246" y="4328"/>
                </a:lnTo>
                <a:lnTo>
                  <a:pt x="8247" y="4328"/>
                </a:lnTo>
                <a:lnTo>
                  <a:pt x="8248" y="4328"/>
                </a:lnTo>
                <a:lnTo>
                  <a:pt x="8249" y="4328"/>
                </a:lnTo>
                <a:lnTo>
                  <a:pt x="8250" y="4328"/>
                </a:lnTo>
                <a:lnTo>
                  <a:pt x="8251" y="4328"/>
                </a:lnTo>
                <a:lnTo>
                  <a:pt x="8252" y="4328"/>
                </a:lnTo>
                <a:lnTo>
                  <a:pt x="8253" y="4328"/>
                </a:lnTo>
                <a:lnTo>
                  <a:pt x="8254" y="4328"/>
                </a:lnTo>
                <a:lnTo>
                  <a:pt x="8255" y="4328"/>
                </a:lnTo>
                <a:lnTo>
                  <a:pt x="8256" y="4328"/>
                </a:lnTo>
                <a:lnTo>
                  <a:pt x="8257" y="4328"/>
                </a:lnTo>
                <a:lnTo>
                  <a:pt x="8258" y="4328"/>
                </a:lnTo>
                <a:lnTo>
                  <a:pt x="8259" y="4328"/>
                </a:lnTo>
                <a:lnTo>
                  <a:pt x="8260" y="4328"/>
                </a:lnTo>
                <a:lnTo>
                  <a:pt x="8261" y="4328"/>
                </a:lnTo>
                <a:lnTo>
                  <a:pt x="8262" y="4328"/>
                </a:lnTo>
                <a:lnTo>
                  <a:pt x="8263" y="4328"/>
                </a:lnTo>
                <a:lnTo>
                  <a:pt x="8264" y="4328"/>
                </a:lnTo>
                <a:lnTo>
                  <a:pt x="8265" y="4328"/>
                </a:lnTo>
                <a:lnTo>
                  <a:pt x="8266" y="4328"/>
                </a:lnTo>
                <a:lnTo>
                  <a:pt x="8267" y="4328"/>
                </a:lnTo>
                <a:lnTo>
                  <a:pt x="8268" y="4328"/>
                </a:lnTo>
                <a:lnTo>
                  <a:pt x="8269" y="4328"/>
                </a:lnTo>
                <a:lnTo>
                  <a:pt x="8270" y="4328"/>
                </a:lnTo>
                <a:lnTo>
                  <a:pt x="8271" y="4328"/>
                </a:lnTo>
                <a:lnTo>
                  <a:pt x="8272" y="4328"/>
                </a:lnTo>
                <a:lnTo>
                  <a:pt x="8273" y="4328"/>
                </a:lnTo>
                <a:lnTo>
                  <a:pt x="8274" y="4328"/>
                </a:lnTo>
                <a:lnTo>
                  <a:pt x="8275" y="4328"/>
                </a:lnTo>
                <a:lnTo>
                  <a:pt x="8276" y="4328"/>
                </a:lnTo>
                <a:lnTo>
                  <a:pt x="8277" y="4328"/>
                </a:lnTo>
                <a:lnTo>
                  <a:pt x="8278" y="4328"/>
                </a:lnTo>
                <a:lnTo>
                  <a:pt x="8279" y="4328"/>
                </a:lnTo>
                <a:lnTo>
                  <a:pt x="8280" y="4328"/>
                </a:lnTo>
                <a:lnTo>
                  <a:pt x="8281" y="4328"/>
                </a:lnTo>
                <a:lnTo>
                  <a:pt x="8282" y="4328"/>
                </a:lnTo>
                <a:lnTo>
                  <a:pt x="8283" y="4328"/>
                </a:lnTo>
                <a:lnTo>
                  <a:pt x="8284" y="4328"/>
                </a:lnTo>
                <a:lnTo>
                  <a:pt x="8285" y="4328"/>
                </a:lnTo>
                <a:lnTo>
                  <a:pt x="8286" y="4328"/>
                </a:lnTo>
                <a:lnTo>
                  <a:pt x="8287" y="4328"/>
                </a:lnTo>
                <a:lnTo>
                  <a:pt x="8288" y="4328"/>
                </a:lnTo>
                <a:lnTo>
                  <a:pt x="8289" y="4328"/>
                </a:lnTo>
                <a:lnTo>
                  <a:pt x="8290" y="4328"/>
                </a:lnTo>
                <a:lnTo>
                  <a:pt x="8291" y="4328"/>
                </a:lnTo>
                <a:lnTo>
                  <a:pt x="8292" y="4328"/>
                </a:lnTo>
                <a:lnTo>
                  <a:pt x="8293" y="4328"/>
                </a:lnTo>
                <a:lnTo>
                  <a:pt x="8294" y="4328"/>
                </a:lnTo>
                <a:lnTo>
                  <a:pt x="8295" y="4328"/>
                </a:lnTo>
                <a:lnTo>
                  <a:pt x="8296" y="4328"/>
                </a:lnTo>
                <a:lnTo>
                  <a:pt x="8297" y="4328"/>
                </a:lnTo>
                <a:lnTo>
                  <a:pt x="8298" y="4328"/>
                </a:lnTo>
                <a:lnTo>
                  <a:pt x="8299" y="4328"/>
                </a:lnTo>
                <a:lnTo>
                  <a:pt x="8300" y="4328"/>
                </a:lnTo>
                <a:lnTo>
                  <a:pt x="8301" y="4328"/>
                </a:lnTo>
                <a:lnTo>
                  <a:pt x="8302" y="4328"/>
                </a:lnTo>
                <a:lnTo>
                  <a:pt x="8303" y="4328"/>
                </a:lnTo>
                <a:lnTo>
                  <a:pt x="8304" y="4328"/>
                </a:lnTo>
                <a:lnTo>
                  <a:pt x="8305" y="4328"/>
                </a:lnTo>
                <a:lnTo>
                  <a:pt x="8306" y="4328"/>
                </a:lnTo>
                <a:lnTo>
                  <a:pt x="8307" y="4328"/>
                </a:lnTo>
                <a:lnTo>
                  <a:pt x="8308" y="4328"/>
                </a:lnTo>
                <a:lnTo>
                  <a:pt x="8309" y="4328"/>
                </a:lnTo>
                <a:lnTo>
                  <a:pt x="8310" y="4328"/>
                </a:lnTo>
                <a:lnTo>
                  <a:pt x="8311" y="4328"/>
                </a:lnTo>
                <a:lnTo>
                  <a:pt x="8312" y="4328"/>
                </a:lnTo>
                <a:lnTo>
                  <a:pt x="8313" y="4328"/>
                </a:lnTo>
                <a:lnTo>
                  <a:pt x="8314" y="4328"/>
                </a:lnTo>
                <a:lnTo>
                  <a:pt x="8315" y="4328"/>
                </a:lnTo>
                <a:lnTo>
                  <a:pt x="8316" y="4328"/>
                </a:lnTo>
                <a:lnTo>
                  <a:pt x="8317" y="4328"/>
                </a:lnTo>
                <a:lnTo>
                  <a:pt x="8318" y="4328"/>
                </a:lnTo>
                <a:lnTo>
                  <a:pt x="8319" y="4328"/>
                </a:lnTo>
                <a:lnTo>
                  <a:pt x="8320" y="4328"/>
                </a:lnTo>
                <a:lnTo>
                  <a:pt x="8321" y="4328"/>
                </a:lnTo>
                <a:lnTo>
                  <a:pt x="8322" y="4328"/>
                </a:lnTo>
                <a:lnTo>
                  <a:pt x="8323" y="4328"/>
                </a:lnTo>
                <a:lnTo>
                  <a:pt x="8324" y="4328"/>
                </a:lnTo>
                <a:lnTo>
                  <a:pt x="8325" y="4328"/>
                </a:lnTo>
                <a:lnTo>
                  <a:pt x="8326" y="4328"/>
                </a:lnTo>
                <a:lnTo>
                  <a:pt x="8327" y="4328"/>
                </a:lnTo>
                <a:lnTo>
                  <a:pt x="8328" y="4328"/>
                </a:lnTo>
                <a:lnTo>
                  <a:pt x="8329" y="4328"/>
                </a:lnTo>
                <a:lnTo>
                  <a:pt x="8330" y="4328"/>
                </a:lnTo>
                <a:lnTo>
                  <a:pt x="8331" y="4328"/>
                </a:lnTo>
                <a:lnTo>
                  <a:pt x="8332" y="4328"/>
                </a:lnTo>
                <a:lnTo>
                  <a:pt x="8333" y="4328"/>
                </a:lnTo>
                <a:lnTo>
                  <a:pt x="8334" y="4328"/>
                </a:lnTo>
                <a:lnTo>
                  <a:pt x="8335" y="4328"/>
                </a:lnTo>
                <a:lnTo>
                  <a:pt x="8336" y="4328"/>
                </a:lnTo>
                <a:lnTo>
                  <a:pt x="8337" y="4328"/>
                </a:lnTo>
                <a:lnTo>
                  <a:pt x="8338" y="4328"/>
                </a:lnTo>
                <a:lnTo>
                  <a:pt x="8339" y="4328"/>
                </a:lnTo>
                <a:lnTo>
                  <a:pt x="8340" y="4328"/>
                </a:lnTo>
                <a:lnTo>
                  <a:pt x="8341" y="4328"/>
                </a:lnTo>
                <a:lnTo>
                  <a:pt x="8342" y="4328"/>
                </a:lnTo>
                <a:lnTo>
                  <a:pt x="8343" y="4328"/>
                </a:lnTo>
                <a:lnTo>
                  <a:pt x="8344" y="4328"/>
                </a:lnTo>
                <a:lnTo>
                  <a:pt x="8345" y="4328"/>
                </a:lnTo>
                <a:lnTo>
                  <a:pt x="8346" y="4328"/>
                </a:lnTo>
                <a:lnTo>
                  <a:pt x="8347" y="4328"/>
                </a:lnTo>
                <a:lnTo>
                  <a:pt x="8348" y="4328"/>
                </a:lnTo>
                <a:lnTo>
                  <a:pt x="8349" y="4328"/>
                </a:lnTo>
                <a:lnTo>
                  <a:pt x="8350" y="4328"/>
                </a:lnTo>
                <a:lnTo>
                  <a:pt x="8351" y="4328"/>
                </a:lnTo>
                <a:lnTo>
                  <a:pt x="8352" y="4328"/>
                </a:lnTo>
                <a:lnTo>
                  <a:pt x="8353" y="4328"/>
                </a:lnTo>
                <a:lnTo>
                  <a:pt x="8354" y="4328"/>
                </a:lnTo>
                <a:lnTo>
                  <a:pt x="8355" y="4328"/>
                </a:lnTo>
                <a:lnTo>
                  <a:pt x="8356" y="4328"/>
                </a:lnTo>
                <a:lnTo>
                  <a:pt x="8357" y="4328"/>
                </a:lnTo>
                <a:lnTo>
                  <a:pt x="8358" y="4328"/>
                </a:lnTo>
                <a:lnTo>
                  <a:pt x="8359" y="4328"/>
                </a:lnTo>
                <a:lnTo>
                  <a:pt x="8360" y="4328"/>
                </a:lnTo>
                <a:lnTo>
                  <a:pt x="8361" y="4328"/>
                </a:lnTo>
                <a:lnTo>
                  <a:pt x="8362" y="4328"/>
                </a:lnTo>
                <a:lnTo>
                  <a:pt x="8363" y="4328"/>
                </a:lnTo>
                <a:lnTo>
                  <a:pt x="8364" y="4328"/>
                </a:lnTo>
                <a:lnTo>
                  <a:pt x="8365" y="4328"/>
                </a:lnTo>
                <a:lnTo>
                  <a:pt x="8366" y="4328"/>
                </a:lnTo>
                <a:lnTo>
                  <a:pt x="8367" y="4328"/>
                </a:lnTo>
                <a:lnTo>
                  <a:pt x="8368" y="4328"/>
                </a:lnTo>
                <a:lnTo>
                  <a:pt x="8369" y="4328"/>
                </a:lnTo>
                <a:lnTo>
                  <a:pt x="8370" y="4328"/>
                </a:lnTo>
                <a:lnTo>
                  <a:pt x="8371" y="4328"/>
                </a:lnTo>
                <a:lnTo>
                  <a:pt x="8372" y="4328"/>
                </a:lnTo>
                <a:lnTo>
                  <a:pt x="8373" y="4328"/>
                </a:lnTo>
                <a:lnTo>
                  <a:pt x="8374" y="4328"/>
                </a:lnTo>
                <a:lnTo>
                  <a:pt x="8375" y="4328"/>
                </a:lnTo>
                <a:lnTo>
                  <a:pt x="8376" y="4328"/>
                </a:lnTo>
                <a:lnTo>
                  <a:pt x="8377" y="4328"/>
                </a:lnTo>
                <a:lnTo>
                  <a:pt x="8378" y="4328"/>
                </a:lnTo>
                <a:lnTo>
                  <a:pt x="8379" y="4328"/>
                </a:lnTo>
                <a:lnTo>
                  <a:pt x="8380" y="4328"/>
                </a:lnTo>
                <a:lnTo>
                  <a:pt x="8381" y="4328"/>
                </a:lnTo>
                <a:lnTo>
                  <a:pt x="8382" y="4328"/>
                </a:lnTo>
                <a:lnTo>
                  <a:pt x="8383" y="4328"/>
                </a:lnTo>
                <a:lnTo>
                  <a:pt x="8384" y="4328"/>
                </a:lnTo>
                <a:lnTo>
                  <a:pt x="8385" y="4328"/>
                </a:lnTo>
                <a:lnTo>
                  <a:pt x="8386" y="4328"/>
                </a:lnTo>
                <a:lnTo>
                  <a:pt x="8387" y="4328"/>
                </a:lnTo>
                <a:lnTo>
                  <a:pt x="8388" y="4328"/>
                </a:lnTo>
                <a:lnTo>
                  <a:pt x="8389" y="4328"/>
                </a:lnTo>
                <a:lnTo>
                  <a:pt x="8390" y="4328"/>
                </a:lnTo>
                <a:lnTo>
                  <a:pt x="8391" y="4328"/>
                </a:lnTo>
                <a:lnTo>
                  <a:pt x="8392" y="4328"/>
                </a:lnTo>
                <a:lnTo>
                  <a:pt x="8393" y="4328"/>
                </a:lnTo>
                <a:lnTo>
                  <a:pt x="8394" y="4328"/>
                </a:lnTo>
                <a:lnTo>
                  <a:pt x="8395" y="4328"/>
                </a:lnTo>
                <a:lnTo>
                  <a:pt x="8396" y="4328"/>
                </a:lnTo>
                <a:lnTo>
                  <a:pt x="8397" y="4328"/>
                </a:lnTo>
                <a:lnTo>
                  <a:pt x="8398" y="4328"/>
                </a:lnTo>
                <a:lnTo>
                  <a:pt x="8399" y="4328"/>
                </a:lnTo>
                <a:lnTo>
                  <a:pt x="8400" y="4328"/>
                </a:lnTo>
                <a:lnTo>
                  <a:pt x="8401" y="4328"/>
                </a:lnTo>
                <a:lnTo>
                  <a:pt x="8402" y="4328"/>
                </a:lnTo>
                <a:lnTo>
                  <a:pt x="8403" y="4328"/>
                </a:lnTo>
                <a:lnTo>
                  <a:pt x="8404" y="4328"/>
                </a:lnTo>
                <a:lnTo>
                  <a:pt x="8405" y="4328"/>
                </a:lnTo>
                <a:lnTo>
                  <a:pt x="8406" y="4328"/>
                </a:lnTo>
                <a:lnTo>
                  <a:pt x="8407" y="4328"/>
                </a:lnTo>
                <a:lnTo>
                  <a:pt x="8408" y="4328"/>
                </a:lnTo>
                <a:lnTo>
                  <a:pt x="8409" y="4328"/>
                </a:lnTo>
                <a:lnTo>
                  <a:pt x="8410" y="4328"/>
                </a:lnTo>
                <a:lnTo>
                  <a:pt x="8411" y="4328"/>
                </a:lnTo>
                <a:lnTo>
                  <a:pt x="8412" y="4328"/>
                </a:lnTo>
                <a:lnTo>
                  <a:pt x="8413" y="4328"/>
                </a:lnTo>
                <a:lnTo>
                  <a:pt x="8414" y="4328"/>
                </a:lnTo>
                <a:lnTo>
                  <a:pt x="8415" y="4328"/>
                </a:lnTo>
                <a:lnTo>
                  <a:pt x="8416" y="4328"/>
                </a:lnTo>
                <a:lnTo>
                  <a:pt x="8417" y="4328"/>
                </a:lnTo>
                <a:lnTo>
                  <a:pt x="8418" y="4328"/>
                </a:lnTo>
                <a:lnTo>
                  <a:pt x="8419" y="4328"/>
                </a:lnTo>
                <a:lnTo>
                  <a:pt x="8420" y="4328"/>
                </a:lnTo>
                <a:lnTo>
                  <a:pt x="8421" y="4328"/>
                </a:lnTo>
                <a:lnTo>
                  <a:pt x="8422" y="4328"/>
                </a:lnTo>
                <a:lnTo>
                  <a:pt x="8423" y="4328"/>
                </a:lnTo>
                <a:lnTo>
                  <a:pt x="8424" y="4328"/>
                </a:lnTo>
                <a:lnTo>
                  <a:pt x="8425" y="4328"/>
                </a:lnTo>
                <a:lnTo>
                  <a:pt x="8426" y="4328"/>
                </a:lnTo>
                <a:lnTo>
                  <a:pt x="8427" y="4328"/>
                </a:lnTo>
                <a:lnTo>
                  <a:pt x="8428" y="4328"/>
                </a:lnTo>
                <a:lnTo>
                  <a:pt x="8429" y="4328"/>
                </a:lnTo>
                <a:lnTo>
                  <a:pt x="8430" y="4328"/>
                </a:lnTo>
                <a:lnTo>
                  <a:pt x="8431" y="4328"/>
                </a:lnTo>
                <a:lnTo>
                  <a:pt x="8432" y="4328"/>
                </a:lnTo>
                <a:lnTo>
                  <a:pt x="8433" y="4328"/>
                </a:lnTo>
                <a:lnTo>
                  <a:pt x="8434" y="4328"/>
                </a:lnTo>
                <a:lnTo>
                  <a:pt x="8435" y="4328"/>
                </a:lnTo>
                <a:lnTo>
                  <a:pt x="8436" y="4328"/>
                </a:lnTo>
                <a:lnTo>
                  <a:pt x="8437" y="4328"/>
                </a:lnTo>
                <a:lnTo>
                  <a:pt x="8438" y="4328"/>
                </a:lnTo>
                <a:lnTo>
                  <a:pt x="8439" y="4328"/>
                </a:lnTo>
                <a:lnTo>
                  <a:pt x="8440" y="4328"/>
                </a:lnTo>
                <a:lnTo>
                  <a:pt x="8441" y="4328"/>
                </a:lnTo>
                <a:lnTo>
                  <a:pt x="8442" y="4328"/>
                </a:lnTo>
                <a:lnTo>
                  <a:pt x="8443" y="4328"/>
                </a:lnTo>
                <a:lnTo>
                  <a:pt x="8444" y="4328"/>
                </a:lnTo>
                <a:lnTo>
                  <a:pt x="8445" y="4328"/>
                </a:lnTo>
                <a:lnTo>
                  <a:pt x="8446" y="4328"/>
                </a:lnTo>
                <a:lnTo>
                  <a:pt x="8447" y="4328"/>
                </a:lnTo>
                <a:lnTo>
                  <a:pt x="8448" y="4328"/>
                </a:lnTo>
                <a:lnTo>
                  <a:pt x="8449" y="4328"/>
                </a:lnTo>
                <a:lnTo>
                  <a:pt x="8450" y="4328"/>
                </a:lnTo>
                <a:lnTo>
                  <a:pt x="8451" y="4328"/>
                </a:lnTo>
                <a:lnTo>
                  <a:pt x="8452" y="4328"/>
                </a:lnTo>
                <a:lnTo>
                  <a:pt x="8453" y="4328"/>
                </a:lnTo>
                <a:lnTo>
                  <a:pt x="8454" y="4328"/>
                </a:lnTo>
                <a:lnTo>
                  <a:pt x="8455" y="4328"/>
                </a:lnTo>
                <a:lnTo>
                  <a:pt x="8456" y="4328"/>
                </a:lnTo>
                <a:lnTo>
                  <a:pt x="8457" y="4328"/>
                </a:lnTo>
                <a:lnTo>
                  <a:pt x="8458" y="4328"/>
                </a:lnTo>
                <a:lnTo>
                  <a:pt x="8459" y="4328"/>
                </a:lnTo>
                <a:lnTo>
                  <a:pt x="8460" y="4328"/>
                </a:lnTo>
                <a:lnTo>
                  <a:pt x="8461" y="4328"/>
                </a:lnTo>
                <a:lnTo>
                  <a:pt x="8462" y="4328"/>
                </a:lnTo>
                <a:lnTo>
                  <a:pt x="8463" y="4328"/>
                </a:lnTo>
                <a:lnTo>
                  <a:pt x="8464" y="4328"/>
                </a:lnTo>
                <a:lnTo>
                  <a:pt x="8465" y="4328"/>
                </a:lnTo>
                <a:lnTo>
                  <a:pt x="8466" y="4328"/>
                </a:lnTo>
                <a:lnTo>
                  <a:pt x="8467" y="4328"/>
                </a:lnTo>
                <a:lnTo>
                  <a:pt x="8468" y="4328"/>
                </a:lnTo>
                <a:lnTo>
                  <a:pt x="8469" y="4328"/>
                </a:lnTo>
                <a:lnTo>
                  <a:pt x="8470" y="4328"/>
                </a:lnTo>
                <a:lnTo>
                  <a:pt x="8471" y="4328"/>
                </a:lnTo>
                <a:lnTo>
                  <a:pt x="8472" y="4328"/>
                </a:lnTo>
                <a:lnTo>
                  <a:pt x="8473" y="4328"/>
                </a:lnTo>
                <a:lnTo>
                  <a:pt x="8474" y="4328"/>
                </a:lnTo>
                <a:lnTo>
                  <a:pt x="8475" y="4328"/>
                </a:lnTo>
                <a:lnTo>
                  <a:pt x="8476" y="4328"/>
                </a:lnTo>
                <a:lnTo>
                  <a:pt x="8477" y="4328"/>
                </a:lnTo>
                <a:lnTo>
                  <a:pt x="8478" y="4328"/>
                </a:lnTo>
                <a:lnTo>
                  <a:pt x="8479" y="4328"/>
                </a:lnTo>
                <a:lnTo>
                  <a:pt x="8480" y="4328"/>
                </a:lnTo>
                <a:lnTo>
                  <a:pt x="8481" y="4328"/>
                </a:lnTo>
                <a:lnTo>
                  <a:pt x="8482" y="4328"/>
                </a:lnTo>
                <a:lnTo>
                  <a:pt x="8483" y="4328"/>
                </a:lnTo>
                <a:lnTo>
                  <a:pt x="8484" y="4328"/>
                </a:lnTo>
                <a:lnTo>
                  <a:pt x="8485" y="4328"/>
                </a:lnTo>
                <a:lnTo>
                  <a:pt x="8486" y="4328"/>
                </a:lnTo>
                <a:lnTo>
                  <a:pt x="8487" y="4328"/>
                </a:lnTo>
                <a:lnTo>
                  <a:pt x="8488" y="4328"/>
                </a:lnTo>
                <a:lnTo>
                  <a:pt x="8489" y="4328"/>
                </a:lnTo>
                <a:lnTo>
                  <a:pt x="8490" y="4328"/>
                </a:lnTo>
                <a:lnTo>
                  <a:pt x="8491" y="4328"/>
                </a:lnTo>
                <a:lnTo>
                  <a:pt x="8492" y="4328"/>
                </a:lnTo>
                <a:lnTo>
                  <a:pt x="8493" y="4328"/>
                </a:lnTo>
                <a:lnTo>
                  <a:pt x="8494" y="4328"/>
                </a:lnTo>
                <a:lnTo>
                  <a:pt x="8495" y="4328"/>
                </a:lnTo>
                <a:lnTo>
                  <a:pt x="8496" y="4328"/>
                </a:lnTo>
                <a:lnTo>
                  <a:pt x="8497" y="4328"/>
                </a:lnTo>
                <a:lnTo>
                  <a:pt x="8498" y="4328"/>
                </a:lnTo>
                <a:lnTo>
                  <a:pt x="8499" y="4328"/>
                </a:lnTo>
                <a:lnTo>
                  <a:pt x="8500" y="4328"/>
                </a:lnTo>
                <a:lnTo>
                  <a:pt x="8501" y="4328"/>
                </a:lnTo>
                <a:lnTo>
                  <a:pt x="8502" y="4328"/>
                </a:lnTo>
                <a:lnTo>
                  <a:pt x="8503" y="4328"/>
                </a:lnTo>
                <a:lnTo>
                  <a:pt x="8504" y="4328"/>
                </a:lnTo>
                <a:lnTo>
                  <a:pt x="8505" y="4328"/>
                </a:lnTo>
                <a:lnTo>
                  <a:pt x="8506" y="4328"/>
                </a:lnTo>
                <a:lnTo>
                  <a:pt x="8507" y="4328"/>
                </a:lnTo>
                <a:lnTo>
                  <a:pt x="8508" y="4328"/>
                </a:lnTo>
                <a:lnTo>
                  <a:pt x="8509" y="4328"/>
                </a:lnTo>
                <a:lnTo>
                  <a:pt x="8510" y="4328"/>
                </a:lnTo>
                <a:lnTo>
                  <a:pt x="8511" y="4328"/>
                </a:lnTo>
                <a:lnTo>
                  <a:pt x="8512" y="4328"/>
                </a:lnTo>
                <a:lnTo>
                  <a:pt x="8513" y="4328"/>
                </a:lnTo>
                <a:lnTo>
                  <a:pt x="8514" y="4328"/>
                </a:lnTo>
                <a:lnTo>
                  <a:pt x="8515" y="4328"/>
                </a:lnTo>
                <a:lnTo>
                  <a:pt x="8516" y="4328"/>
                </a:lnTo>
                <a:lnTo>
                  <a:pt x="8517" y="4328"/>
                </a:lnTo>
                <a:lnTo>
                  <a:pt x="8518" y="4328"/>
                </a:lnTo>
                <a:lnTo>
                  <a:pt x="8519" y="4328"/>
                </a:lnTo>
                <a:lnTo>
                  <a:pt x="8520" y="4328"/>
                </a:lnTo>
                <a:lnTo>
                  <a:pt x="8521" y="4328"/>
                </a:lnTo>
                <a:lnTo>
                  <a:pt x="8522" y="4328"/>
                </a:lnTo>
                <a:lnTo>
                  <a:pt x="8523" y="4328"/>
                </a:lnTo>
                <a:lnTo>
                  <a:pt x="8524" y="4328"/>
                </a:lnTo>
                <a:lnTo>
                  <a:pt x="8525" y="4328"/>
                </a:lnTo>
                <a:lnTo>
                  <a:pt x="8526" y="4328"/>
                </a:lnTo>
                <a:lnTo>
                  <a:pt x="8527" y="4328"/>
                </a:lnTo>
                <a:lnTo>
                  <a:pt x="8528" y="4328"/>
                </a:lnTo>
                <a:lnTo>
                  <a:pt x="8529" y="4328"/>
                </a:lnTo>
                <a:lnTo>
                  <a:pt x="8530" y="4328"/>
                </a:lnTo>
                <a:lnTo>
                  <a:pt x="8531" y="4328"/>
                </a:lnTo>
                <a:lnTo>
                  <a:pt x="8532" y="4328"/>
                </a:lnTo>
                <a:lnTo>
                  <a:pt x="8533" y="4328"/>
                </a:lnTo>
                <a:lnTo>
                  <a:pt x="8534" y="4328"/>
                </a:lnTo>
                <a:lnTo>
                  <a:pt x="8535" y="4328"/>
                </a:lnTo>
                <a:lnTo>
                  <a:pt x="8536" y="4328"/>
                </a:lnTo>
                <a:lnTo>
                  <a:pt x="8537" y="4328"/>
                </a:lnTo>
                <a:lnTo>
                  <a:pt x="8538" y="4328"/>
                </a:lnTo>
                <a:lnTo>
                  <a:pt x="8539" y="4328"/>
                </a:lnTo>
                <a:lnTo>
                  <a:pt x="8540" y="4328"/>
                </a:lnTo>
                <a:lnTo>
                  <a:pt x="8541" y="4328"/>
                </a:lnTo>
                <a:lnTo>
                  <a:pt x="8542" y="4328"/>
                </a:lnTo>
                <a:lnTo>
                  <a:pt x="8543" y="4328"/>
                </a:lnTo>
                <a:lnTo>
                  <a:pt x="8544" y="4328"/>
                </a:lnTo>
                <a:lnTo>
                  <a:pt x="8545" y="4328"/>
                </a:lnTo>
                <a:lnTo>
                  <a:pt x="8546" y="4328"/>
                </a:lnTo>
                <a:lnTo>
                  <a:pt x="8547" y="4328"/>
                </a:lnTo>
                <a:lnTo>
                  <a:pt x="8548" y="4328"/>
                </a:lnTo>
                <a:lnTo>
                  <a:pt x="8549" y="4328"/>
                </a:lnTo>
                <a:lnTo>
                  <a:pt x="8550" y="4328"/>
                </a:lnTo>
                <a:lnTo>
                  <a:pt x="8551" y="4328"/>
                </a:lnTo>
                <a:lnTo>
                  <a:pt x="8552" y="4328"/>
                </a:lnTo>
                <a:lnTo>
                  <a:pt x="8553" y="4328"/>
                </a:lnTo>
                <a:lnTo>
                  <a:pt x="8554" y="4328"/>
                </a:lnTo>
                <a:lnTo>
                  <a:pt x="8555" y="4328"/>
                </a:lnTo>
                <a:lnTo>
                  <a:pt x="8556" y="4328"/>
                </a:lnTo>
                <a:lnTo>
                  <a:pt x="8557" y="4328"/>
                </a:lnTo>
                <a:lnTo>
                  <a:pt x="8558" y="4328"/>
                </a:lnTo>
                <a:lnTo>
                  <a:pt x="8559" y="4328"/>
                </a:lnTo>
                <a:lnTo>
                  <a:pt x="8560" y="4328"/>
                </a:lnTo>
                <a:lnTo>
                  <a:pt x="8561" y="4328"/>
                </a:lnTo>
                <a:lnTo>
                  <a:pt x="8562" y="4328"/>
                </a:lnTo>
                <a:lnTo>
                  <a:pt x="8563" y="4328"/>
                </a:lnTo>
                <a:lnTo>
                  <a:pt x="8564" y="4328"/>
                </a:lnTo>
                <a:lnTo>
                  <a:pt x="8565" y="4328"/>
                </a:lnTo>
                <a:lnTo>
                  <a:pt x="8566" y="4328"/>
                </a:lnTo>
                <a:lnTo>
                  <a:pt x="8567" y="4328"/>
                </a:lnTo>
                <a:lnTo>
                  <a:pt x="8568" y="4328"/>
                </a:lnTo>
                <a:lnTo>
                  <a:pt x="8569" y="4328"/>
                </a:lnTo>
                <a:lnTo>
                  <a:pt x="8570" y="4328"/>
                </a:lnTo>
                <a:lnTo>
                  <a:pt x="8571" y="4328"/>
                </a:lnTo>
                <a:lnTo>
                  <a:pt x="8572" y="4328"/>
                </a:lnTo>
                <a:lnTo>
                  <a:pt x="8573" y="4328"/>
                </a:lnTo>
                <a:lnTo>
                  <a:pt x="8574" y="4328"/>
                </a:lnTo>
                <a:lnTo>
                  <a:pt x="8575" y="4328"/>
                </a:lnTo>
                <a:lnTo>
                  <a:pt x="8576" y="4328"/>
                </a:lnTo>
                <a:lnTo>
                  <a:pt x="8577" y="4328"/>
                </a:lnTo>
                <a:lnTo>
                  <a:pt x="8578" y="4328"/>
                </a:lnTo>
                <a:lnTo>
                  <a:pt x="8579" y="4328"/>
                </a:lnTo>
                <a:lnTo>
                  <a:pt x="8580" y="4328"/>
                </a:lnTo>
                <a:lnTo>
                  <a:pt x="8581" y="4328"/>
                </a:lnTo>
                <a:lnTo>
                  <a:pt x="8582" y="4328"/>
                </a:lnTo>
                <a:lnTo>
                  <a:pt x="8583" y="4328"/>
                </a:lnTo>
                <a:lnTo>
                  <a:pt x="8584" y="4328"/>
                </a:lnTo>
                <a:lnTo>
                  <a:pt x="8585" y="4328"/>
                </a:lnTo>
                <a:lnTo>
                  <a:pt x="8586" y="4328"/>
                </a:lnTo>
                <a:lnTo>
                  <a:pt x="8587" y="4328"/>
                </a:lnTo>
                <a:lnTo>
                  <a:pt x="8588" y="4328"/>
                </a:lnTo>
                <a:lnTo>
                  <a:pt x="8589" y="4328"/>
                </a:lnTo>
                <a:lnTo>
                  <a:pt x="8590" y="4328"/>
                </a:lnTo>
                <a:lnTo>
                  <a:pt x="8591" y="4328"/>
                </a:lnTo>
                <a:lnTo>
                  <a:pt x="8592" y="4328"/>
                </a:lnTo>
                <a:lnTo>
                  <a:pt x="8593" y="4328"/>
                </a:lnTo>
                <a:lnTo>
                  <a:pt x="8594" y="4328"/>
                </a:lnTo>
                <a:lnTo>
                  <a:pt x="8595" y="4328"/>
                </a:lnTo>
                <a:lnTo>
                  <a:pt x="8596" y="4328"/>
                </a:lnTo>
                <a:lnTo>
                  <a:pt x="8597" y="4328"/>
                </a:lnTo>
                <a:lnTo>
                  <a:pt x="8598" y="4328"/>
                </a:lnTo>
                <a:lnTo>
                  <a:pt x="8599" y="4328"/>
                </a:lnTo>
                <a:lnTo>
                  <a:pt x="8600" y="4328"/>
                </a:lnTo>
                <a:lnTo>
                  <a:pt x="8601" y="4328"/>
                </a:lnTo>
                <a:lnTo>
                  <a:pt x="8602" y="4328"/>
                </a:lnTo>
                <a:lnTo>
                  <a:pt x="8603" y="4328"/>
                </a:lnTo>
                <a:lnTo>
                  <a:pt x="8604" y="4328"/>
                </a:lnTo>
                <a:lnTo>
                  <a:pt x="8605" y="4328"/>
                </a:lnTo>
                <a:lnTo>
                  <a:pt x="8606" y="4328"/>
                </a:lnTo>
                <a:lnTo>
                  <a:pt x="8607" y="4328"/>
                </a:lnTo>
                <a:lnTo>
                  <a:pt x="8608" y="4328"/>
                </a:lnTo>
                <a:lnTo>
                  <a:pt x="8609" y="4328"/>
                </a:lnTo>
                <a:lnTo>
                  <a:pt x="8610" y="4328"/>
                </a:lnTo>
                <a:lnTo>
                  <a:pt x="8611" y="4328"/>
                </a:lnTo>
                <a:lnTo>
                  <a:pt x="8612" y="4328"/>
                </a:lnTo>
                <a:lnTo>
                  <a:pt x="8613" y="4328"/>
                </a:lnTo>
                <a:lnTo>
                  <a:pt x="8614" y="4328"/>
                </a:lnTo>
                <a:lnTo>
                  <a:pt x="8615" y="4328"/>
                </a:lnTo>
                <a:lnTo>
                  <a:pt x="8616" y="4328"/>
                </a:lnTo>
                <a:lnTo>
                  <a:pt x="8617" y="4328"/>
                </a:lnTo>
                <a:lnTo>
                  <a:pt x="8618" y="4328"/>
                </a:lnTo>
                <a:lnTo>
                  <a:pt x="8619" y="4328"/>
                </a:lnTo>
                <a:lnTo>
                  <a:pt x="8620" y="4328"/>
                </a:lnTo>
                <a:lnTo>
                  <a:pt x="8621" y="4328"/>
                </a:lnTo>
                <a:lnTo>
                  <a:pt x="8622" y="4328"/>
                </a:lnTo>
                <a:lnTo>
                  <a:pt x="8623" y="4328"/>
                </a:lnTo>
                <a:lnTo>
                  <a:pt x="8624" y="4328"/>
                </a:lnTo>
                <a:lnTo>
                  <a:pt x="8625" y="4328"/>
                </a:lnTo>
                <a:lnTo>
                  <a:pt x="8626" y="4328"/>
                </a:lnTo>
                <a:lnTo>
                  <a:pt x="8627" y="4328"/>
                </a:lnTo>
                <a:lnTo>
                  <a:pt x="8628" y="4328"/>
                </a:lnTo>
                <a:lnTo>
                  <a:pt x="8629" y="4328"/>
                </a:lnTo>
                <a:lnTo>
                  <a:pt x="8630" y="4328"/>
                </a:lnTo>
                <a:lnTo>
                  <a:pt x="8631" y="4328"/>
                </a:lnTo>
                <a:lnTo>
                  <a:pt x="8632" y="4328"/>
                </a:lnTo>
                <a:lnTo>
                  <a:pt x="8633" y="4328"/>
                </a:lnTo>
                <a:lnTo>
                  <a:pt x="8634" y="4328"/>
                </a:lnTo>
                <a:lnTo>
                  <a:pt x="8635" y="4328"/>
                </a:lnTo>
                <a:lnTo>
                  <a:pt x="8636" y="4328"/>
                </a:lnTo>
                <a:lnTo>
                  <a:pt x="8637" y="4328"/>
                </a:lnTo>
                <a:lnTo>
                  <a:pt x="8638" y="4328"/>
                </a:lnTo>
                <a:lnTo>
                  <a:pt x="8639" y="4328"/>
                </a:lnTo>
                <a:lnTo>
                  <a:pt x="8640" y="4328"/>
                </a:lnTo>
                <a:lnTo>
                  <a:pt x="8641" y="4328"/>
                </a:lnTo>
                <a:lnTo>
                  <a:pt x="8642" y="4328"/>
                </a:lnTo>
                <a:lnTo>
                  <a:pt x="8643" y="4328"/>
                </a:lnTo>
                <a:lnTo>
                  <a:pt x="8644" y="4328"/>
                </a:lnTo>
                <a:lnTo>
                  <a:pt x="8645" y="4328"/>
                </a:lnTo>
                <a:lnTo>
                  <a:pt x="8646" y="4328"/>
                </a:lnTo>
                <a:lnTo>
                  <a:pt x="8647" y="4328"/>
                </a:lnTo>
                <a:lnTo>
                  <a:pt x="8648" y="4328"/>
                </a:lnTo>
                <a:lnTo>
                  <a:pt x="8649" y="4328"/>
                </a:lnTo>
                <a:lnTo>
                  <a:pt x="8650" y="4328"/>
                </a:lnTo>
                <a:lnTo>
                  <a:pt x="8651" y="4328"/>
                </a:lnTo>
                <a:lnTo>
                  <a:pt x="8652" y="4328"/>
                </a:lnTo>
                <a:lnTo>
                  <a:pt x="8653" y="4328"/>
                </a:lnTo>
                <a:lnTo>
                  <a:pt x="8654" y="4328"/>
                </a:lnTo>
                <a:lnTo>
                  <a:pt x="8655" y="4328"/>
                </a:lnTo>
                <a:lnTo>
                  <a:pt x="8656" y="4328"/>
                </a:lnTo>
                <a:lnTo>
                  <a:pt x="8657" y="4328"/>
                </a:lnTo>
                <a:lnTo>
                  <a:pt x="8658" y="4328"/>
                </a:lnTo>
                <a:lnTo>
                  <a:pt x="8659" y="4328"/>
                </a:lnTo>
                <a:lnTo>
                  <a:pt x="8660" y="4328"/>
                </a:lnTo>
                <a:lnTo>
                  <a:pt x="8661" y="4328"/>
                </a:lnTo>
                <a:lnTo>
                  <a:pt x="8662" y="4328"/>
                </a:lnTo>
                <a:lnTo>
                  <a:pt x="8663" y="4328"/>
                </a:lnTo>
                <a:lnTo>
                  <a:pt x="8664" y="4328"/>
                </a:lnTo>
                <a:lnTo>
                  <a:pt x="8665" y="4328"/>
                </a:lnTo>
                <a:lnTo>
                  <a:pt x="8666" y="4328"/>
                </a:lnTo>
                <a:lnTo>
                  <a:pt x="8667" y="4328"/>
                </a:lnTo>
                <a:lnTo>
                  <a:pt x="8668" y="4328"/>
                </a:lnTo>
                <a:lnTo>
                  <a:pt x="8669" y="4328"/>
                </a:lnTo>
                <a:lnTo>
                  <a:pt x="8670" y="4328"/>
                </a:lnTo>
                <a:lnTo>
                  <a:pt x="8671" y="4328"/>
                </a:lnTo>
                <a:lnTo>
                  <a:pt x="8672" y="4328"/>
                </a:lnTo>
                <a:lnTo>
                  <a:pt x="8673" y="4328"/>
                </a:lnTo>
                <a:lnTo>
                  <a:pt x="8674" y="4328"/>
                </a:lnTo>
                <a:lnTo>
                  <a:pt x="8675" y="4328"/>
                </a:lnTo>
                <a:lnTo>
                  <a:pt x="8676" y="4328"/>
                </a:lnTo>
                <a:lnTo>
                  <a:pt x="8677" y="4328"/>
                </a:lnTo>
                <a:lnTo>
                  <a:pt x="8678" y="4328"/>
                </a:lnTo>
                <a:lnTo>
                  <a:pt x="8679" y="4328"/>
                </a:lnTo>
                <a:lnTo>
                  <a:pt x="8680" y="4328"/>
                </a:lnTo>
                <a:lnTo>
                  <a:pt x="8681" y="4328"/>
                </a:lnTo>
                <a:lnTo>
                  <a:pt x="8682" y="4328"/>
                </a:lnTo>
                <a:lnTo>
                  <a:pt x="8683" y="4328"/>
                </a:lnTo>
                <a:lnTo>
                  <a:pt x="8684" y="4328"/>
                </a:lnTo>
                <a:lnTo>
                  <a:pt x="8685" y="4328"/>
                </a:lnTo>
                <a:lnTo>
                  <a:pt x="8686" y="4328"/>
                </a:lnTo>
                <a:lnTo>
                  <a:pt x="8687" y="4328"/>
                </a:lnTo>
                <a:lnTo>
                  <a:pt x="8688" y="4328"/>
                </a:lnTo>
                <a:lnTo>
                  <a:pt x="8689" y="4328"/>
                </a:lnTo>
                <a:lnTo>
                  <a:pt x="8690" y="4328"/>
                </a:lnTo>
                <a:lnTo>
                  <a:pt x="8691" y="4328"/>
                </a:lnTo>
                <a:lnTo>
                  <a:pt x="8692" y="4328"/>
                </a:lnTo>
                <a:lnTo>
                  <a:pt x="8693" y="4328"/>
                </a:lnTo>
                <a:lnTo>
                  <a:pt x="8694" y="4328"/>
                </a:lnTo>
                <a:lnTo>
                  <a:pt x="8695" y="4328"/>
                </a:lnTo>
                <a:lnTo>
                  <a:pt x="8696" y="4328"/>
                </a:lnTo>
                <a:lnTo>
                  <a:pt x="8697" y="4328"/>
                </a:lnTo>
                <a:lnTo>
                  <a:pt x="8698" y="4328"/>
                </a:lnTo>
                <a:lnTo>
                  <a:pt x="8699" y="4328"/>
                </a:lnTo>
                <a:lnTo>
                  <a:pt x="8700" y="4328"/>
                </a:lnTo>
                <a:lnTo>
                  <a:pt x="8701" y="4328"/>
                </a:lnTo>
                <a:lnTo>
                  <a:pt x="8702" y="4328"/>
                </a:lnTo>
                <a:lnTo>
                  <a:pt x="8703" y="4328"/>
                </a:lnTo>
                <a:lnTo>
                  <a:pt x="8704" y="4328"/>
                </a:lnTo>
                <a:lnTo>
                  <a:pt x="8705" y="4328"/>
                </a:lnTo>
                <a:lnTo>
                  <a:pt x="8706" y="4328"/>
                </a:lnTo>
                <a:lnTo>
                  <a:pt x="8707" y="4328"/>
                </a:lnTo>
                <a:lnTo>
                  <a:pt x="8708" y="4328"/>
                </a:lnTo>
                <a:lnTo>
                  <a:pt x="8709" y="4328"/>
                </a:lnTo>
                <a:lnTo>
                  <a:pt x="8710" y="4328"/>
                </a:lnTo>
                <a:lnTo>
                  <a:pt x="8711" y="4328"/>
                </a:lnTo>
                <a:lnTo>
                  <a:pt x="8712" y="4328"/>
                </a:lnTo>
                <a:lnTo>
                  <a:pt x="8713" y="4328"/>
                </a:lnTo>
                <a:lnTo>
                  <a:pt x="8714" y="4328"/>
                </a:lnTo>
                <a:lnTo>
                  <a:pt x="8715" y="4328"/>
                </a:lnTo>
                <a:lnTo>
                  <a:pt x="8716" y="4328"/>
                </a:lnTo>
                <a:lnTo>
                  <a:pt x="8717" y="4328"/>
                </a:lnTo>
                <a:lnTo>
                  <a:pt x="8718" y="4328"/>
                </a:lnTo>
                <a:lnTo>
                  <a:pt x="8719" y="4328"/>
                </a:lnTo>
                <a:lnTo>
                  <a:pt x="8720" y="4328"/>
                </a:lnTo>
                <a:lnTo>
                  <a:pt x="8721" y="4328"/>
                </a:lnTo>
                <a:lnTo>
                  <a:pt x="8722" y="4328"/>
                </a:lnTo>
                <a:lnTo>
                  <a:pt x="8723" y="4328"/>
                </a:lnTo>
                <a:lnTo>
                  <a:pt x="8724" y="4328"/>
                </a:lnTo>
                <a:lnTo>
                  <a:pt x="8725" y="4328"/>
                </a:lnTo>
                <a:lnTo>
                  <a:pt x="8726" y="4328"/>
                </a:lnTo>
                <a:lnTo>
                  <a:pt x="8727" y="4328"/>
                </a:lnTo>
                <a:lnTo>
                  <a:pt x="8728" y="4328"/>
                </a:lnTo>
                <a:lnTo>
                  <a:pt x="8729" y="4328"/>
                </a:lnTo>
                <a:lnTo>
                  <a:pt x="8730" y="4328"/>
                </a:lnTo>
                <a:lnTo>
                  <a:pt x="8731" y="4328"/>
                </a:lnTo>
                <a:lnTo>
                  <a:pt x="8732" y="4328"/>
                </a:lnTo>
                <a:lnTo>
                  <a:pt x="8733" y="4328"/>
                </a:lnTo>
                <a:lnTo>
                  <a:pt x="8734" y="4328"/>
                </a:lnTo>
                <a:lnTo>
                  <a:pt x="8735" y="4328"/>
                </a:lnTo>
                <a:lnTo>
                  <a:pt x="8736" y="4328"/>
                </a:lnTo>
                <a:lnTo>
                  <a:pt x="8737" y="4328"/>
                </a:lnTo>
                <a:lnTo>
                  <a:pt x="8738" y="4328"/>
                </a:lnTo>
                <a:lnTo>
                  <a:pt x="8739" y="4328"/>
                </a:lnTo>
                <a:lnTo>
                  <a:pt x="8740" y="4328"/>
                </a:lnTo>
                <a:lnTo>
                  <a:pt x="8741" y="4328"/>
                </a:lnTo>
                <a:lnTo>
                  <a:pt x="8742" y="4328"/>
                </a:lnTo>
                <a:lnTo>
                  <a:pt x="8743" y="4328"/>
                </a:lnTo>
                <a:lnTo>
                  <a:pt x="8744" y="4328"/>
                </a:lnTo>
                <a:lnTo>
                  <a:pt x="8745" y="4328"/>
                </a:lnTo>
                <a:lnTo>
                  <a:pt x="8746" y="4328"/>
                </a:lnTo>
                <a:lnTo>
                  <a:pt x="8747" y="4328"/>
                </a:lnTo>
                <a:lnTo>
                  <a:pt x="8748" y="4328"/>
                </a:lnTo>
                <a:lnTo>
                  <a:pt x="8749" y="4328"/>
                </a:lnTo>
                <a:lnTo>
                  <a:pt x="8750" y="4328"/>
                </a:lnTo>
                <a:lnTo>
                  <a:pt x="8751" y="4328"/>
                </a:lnTo>
                <a:lnTo>
                  <a:pt x="8752" y="4328"/>
                </a:lnTo>
                <a:lnTo>
                  <a:pt x="8753" y="4328"/>
                </a:lnTo>
                <a:lnTo>
                  <a:pt x="8754" y="4328"/>
                </a:lnTo>
                <a:lnTo>
                  <a:pt x="8755" y="4328"/>
                </a:lnTo>
                <a:lnTo>
                  <a:pt x="8756" y="4328"/>
                </a:lnTo>
                <a:lnTo>
                  <a:pt x="8757" y="4328"/>
                </a:lnTo>
                <a:lnTo>
                  <a:pt x="8758" y="4328"/>
                </a:lnTo>
                <a:lnTo>
                  <a:pt x="8759" y="4328"/>
                </a:lnTo>
                <a:lnTo>
                  <a:pt x="8760" y="4328"/>
                </a:lnTo>
                <a:lnTo>
                  <a:pt x="8761" y="4328"/>
                </a:lnTo>
                <a:lnTo>
                  <a:pt x="8762" y="4328"/>
                </a:lnTo>
                <a:lnTo>
                  <a:pt x="8763" y="4328"/>
                </a:lnTo>
                <a:lnTo>
                  <a:pt x="8764" y="4328"/>
                </a:lnTo>
                <a:lnTo>
                  <a:pt x="8765" y="4328"/>
                </a:lnTo>
                <a:lnTo>
                  <a:pt x="8766" y="4328"/>
                </a:lnTo>
                <a:lnTo>
                  <a:pt x="8767" y="4328"/>
                </a:lnTo>
                <a:lnTo>
                  <a:pt x="8768" y="4328"/>
                </a:lnTo>
                <a:lnTo>
                  <a:pt x="8769" y="4328"/>
                </a:lnTo>
                <a:lnTo>
                  <a:pt x="8770" y="4328"/>
                </a:lnTo>
                <a:lnTo>
                  <a:pt x="8771" y="4328"/>
                </a:lnTo>
                <a:lnTo>
                  <a:pt x="8772" y="4328"/>
                </a:lnTo>
                <a:lnTo>
                  <a:pt x="8773" y="4328"/>
                </a:lnTo>
                <a:lnTo>
                  <a:pt x="8774" y="4328"/>
                </a:lnTo>
                <a:lnTo>
                  <a:pt x="8775" y="4328"/>
                </a:lnTo>
                <a:lnTo>
                  <a:pt x="8776" y="4328"/>
                </a:lnTo>
                <a:lnTo>
                  <a:pt x="8777" y="4328"/>
                </a:lnTo>
                <a:lnTo>
                  <a:pt x="8778" y="4328"/>
                </a:lnTo>
                <a:lnTo>
                  <a:pt x="8779" y="4328"/>
                </a:lnTo>
                <a:lnTo>
                  <a:pt x="8780" y="4328"/>
                </a:lnTo>
                <a:lnTo>
                  <a:pt x="8781" y="4328"/>
                </a:lnTo>
                <a:lnTo>
                  <a:pt x="8782" y="4328"/>
                </a:lnTo>
                <a:lnTo>
                  <a:pt x="8783" y="4328"/>
                </a:lnTo>
                <a:lnTo>
                  <a:pt x="8784" y="4328"/>
                </a:lnTo>
                <a:lnTo>
                  <a:pt x="8785" y="4328"/>
                </a:lnTo>
                <a:lnTo>
                  <a:pt x="8786" y="4328"/>
                </a:lnTo>
                <a:lnTo>
                  <a:pt x="8787" y="4328"/>
                </a:lnTo>
                <a:lnTo>
                  <a:pt x="8788" y="4328"/>
                </a:lnTo>
                <a:lnTo>
                  <a:pt x="8789" y="4328"/>
                </a:lnTo>
                <a:lnTo>
                  <a:pt x="8790" y="4328"/>
                </a:lnTo>
                <a:lnTo>
                  <a:pt x="8791" y="4328"/>
                </a:lnTo>
                <a:lnTo>
                  <a:pt x="8792" y="4328"/>
                </a:lnTo>
                <a:lnTo>
                  <a:pt x="8793" y="4328"/>
                </a:lnTo>
                <a:lnTo>
                  <a:pt x="8794" y="4328"/>
                </a:lnTo>
                <a:lnTo>
                  <a:pt x="8795" y="4328"/>
                </a:lnTo>
                <a:lnTo>
                  <a:pt x="8796" y="4328"/>
                </a:lnTo>
                <a:lnTo>
                  <a:pt x="8797" y="4328"/>
                </a:lnTo>
                <a:lnTo>
                  <a:pt x="8798" y="4328"/>
                </a:lnTo>
                <a:lnTo>
                  <a:pt x="8799" y="4328"/>
                </a:lnTo>
                <a:lnTo>
                  <a:pt x="8800" y="4328"/>
                </a:lnTo>
                <a:lnTo>
                  <a:pt x="8801" y="4328"/>
                </a:lnTo>
                <a:lnTo>
                  <a:pt x="8802" y="4328"/>
                </a:lnTo>
                <a:lnTo>
                  <a:pt x="8803" y="4328"/>
                </a:lnTo>
                <a:lnTo>
                  <a:pt x="8804" y="4328"/>
                </a:lnTo>
                <a:lnTo>
                  <a:pt x="8805" y="4328"/>
                </a:lnTo>
                <a:lnTo>
                  <a:pt x="8806" y="4328"/>
                </a:lnTo>
                <a:lnTo>
                  <a:pt x="8807" y="4328"/>
                </a:lnTo>
                <a:lnTo>
                  <a:pt x="8808" y="4328"/>
                </a:lnTo>
                <a:lnTo>
                  <a:pt x="8809" y="4328"/>
                </a:lnTo>
                <a:lnTo>
                  <a:pt x="8810" y="4328"/>
                </a:lnTo>
                <a:lnTo>
                  <a:pt x="8811" y="4328"/>
                </a:lnTo>
                <a:lnTo>
                  <a:pt x="8812" y="4328"/>
                </a:lnTo>
                <a:lnTo>
                  <a:pt x="8813" y="4328"/>
                </a:lnTo>
                <a:lnTo>
                  <a:pt x="8814" y="4328"/>
                </a:lnTo>
                <a:lnTo>
                  <a:pt x="8815" y="4328"/>
                </a:lnTo>
                <a:lnTo>
                  <a:pt x="8816" y="4328"/>
                </a:lnTo>
                <a:lnTo>
                  <a:pt x="8817" y="4328"/>
                </a:lnTo>
                <a:lnTo>
                  <a:pt x="8818" y="4328"/>
                </a:lnTo>
                <a:lnTo>
                  <a:pt x="8819" y="4328"/>
                </a:lnTo>
                <a:lnTo>
                  <a:pt x="8820" y="4328"/>
                </a:lnTo>
                <a:lnTo>
                  <a:pt x="8821" y="4328"/>
                </a:lnTo>
                <a:lnTo>
                  <a:pt x="8822" y="4328"/>
                </a:lnTo>
                <a:lnTo>
                  <a:pt x="8823" y="4328"/>
                </a:lnTo>
                <a:lnTo>
                  <a:pt x="8824" y="4328"/>
                </a:lnTo>
                <a:lnTo>
                  <a:pt x="8825" y="4328"/>
                </a:lnTo>
                <a:lnTo>
                  <a:pt x="8826" y="4328"/>
                </a:lnTo>
                <a:lnTo>
                  <a:pt x="8827" y="4328"/>
                </a:lnTo>
                <a:lnTo>
                  <a:pt x="8828" y="4328"/>
                </a:lnTo>
                <a:lnTo>
                  <a:pt x="8829" y="4328"/>
                </a:lnTo>
                <a:lnTo>
                  <a:pt x="8830" y="4328"/>
                </a:lnTo>
                <a:lnTo>
                  <a:pt x="8831" y="4328"/>
                </a:lnTo>
                <a:lnTo>
                  <a:pt x="8832" y="4328"/>
                </a:lnTo>
                <a:lnTo>
                  <a:pt x="8833" y="4328"/>
                </a:lnTo>
                <a:lnTo>
                  <a:pt x="8834" y="4328"/>
                </a:lnTo>
                <a:lnTo>
                  <a:pt x="8835" y="4328"/>
                </a:lnTo>
                <a:lnTo>
                  <a:pt x="8836" y="4328"/>
                </a:lnTo>
                <a:lnTo>
                  <a:pt x="8837" y="4328"/>
                </a:lnTo>
                <a:lnTo>
                  <a:pt x="8838" y="4328"/>
                </a:lnTo>
                <a:lnTo>
                  <a:pt x="8839" y="4328"/>
                </a:lnTo>
                <a:lnTo>
                  <a:pt x="8840" y="4328"/>
                </a:lnTo>
                <a:lnTo>
                  <a:pt x="8841" y="4328"/>
                </a:lnTo>
                <a:lnTo>
                  <a:pt x="8842" y="4328"/>
                </a:lnTo>
                <a:lnTo>
                  <a:pt x="8843" y="4328"/>
                </a:lnTo>
                <a:lnTo>
                  <a:pt x="8844" y="4328"/>
                </a:lnTo>
                <a:lnTo>
                  <a:pt x="8845" y="4328"/>
                </a:lnTo>
                <a:lnTo>
                  <a:pt x="8846" y="4328"/>
                </a:lnTo>
                <a:lnTo>
                  <a:pt x="8847" y="4328"/>
                </a:lnTo>
                <a:lnTo>
                  <a:pt x="8848" y="4328"/>
                </a:lnTo>
                <a:lnTo>
                  <a:pt x="8849" y="4328"/>
                </a:lnTo>
                <a:lnTo>
                  <a:pt x="8850" y="4328"/>
                </a:lnTo>
                <a:lnTo>
                  <a:pt x="8851" y="4328"/>
                </a:lnTo>
                <a:lnTo>
                  <a:pt x="8852" y="4328"/>
                </a:lnTo>
                <a:lnTo>
                  <a:pt x="8853" y="4328"/>
                </a:lnTo>
                <a:lnTo>
                  <a:pt x="8854" y="4328"/>
                </a:lnTo>
                <a:lnTo>
                  <a:pt x="8855" y="4328"/>
                </a:lnTo>
                <a:lnTo>
                  <a:pt x="8856" y="4328"/>
                </a:lnTo>
                <a:lnTo>
                  <a:pt x="8857" y="4328"/>
                </a:lnTo>
                <a:lnTo>
                  <a:pt x="8858" y="4328"/>
                </a:lnTo>
                <a:lnTo>
                  <a:pt x="8859" y="4328"/>
                </a:lnTo>
                <a:lnTo>
                  <a:pt x="8860" y="4328"/>
                </a:lnTo>
                <a:lnTo>
                  <a:pt x="8861" y="4328"/>
                </a:lnTo>
                <a:lnTo>
                  <a:pt x="8862" y="4328"/>
                </a:lnTo>
                <a:lnTo>
                  <a:pt x="8863" y="4328"/>
                </a:lnTo>
                <a:lnTo>
                  <a:pt x="8864" y="4328"/>
                </a:lnTo>
                <a:lnTo>
                  <a:pt x="8865" y="4328"/>
                </a:lnTo>
                <a:lnTo>
                  <a:pt x="8866" y="4328"/>
                </a:lnTo>
                <a:lnTo>
                  <a:pt x="8867" y="4328"/>
                </a:lnTo>
                <a:lnTo>
                  <a:pt x="8868" y="4328"/>
                </a:lnTo>
                <a:lnTo>
                  <a:pt x="8869" y="4328"/>
                </a:lnTo>
                <a:lnTo>
                  <a:pt x="8870" y="4328"/>
                </a:lnTo>
                <a:lnTo>
                  <a:pt x="8871" y="4328"/>
                </a:lnTo>
                <a:lnTo>
                  <a:pt x="8872" y="4328"/>
                </a:lnTo>
                <a:lnTo>
                  <a:pt x="8873" y="4328"/>
                </a:lnTo>
                <a:lnTo>
                  <a:pt x="8874" y="4328"/>
                </a:lnTo>
                <a:lnTo>
                  <a:pt x="8875" y="4328"/>
                </a:lnTo>
                <a:lnTo>
                  <a:pt x="8876" y="4328"/>
                </a:lnTo>
                <a:lnTo>
                  <a:pt x="8877" y="4328"/>
                </a:lnTo>
                <a:lnTo>
                  <a:pt x="8878" y="4328"/>
                </a:lnTo>
                <a:lnTo>
                  <a:pt x="8879" y="4328"/>
                </a:lnTo>
                <a:lnTo>
                  <a:pt x="8880" y="4328"/>
                </a:lnTo>
                <a:lnTo>
                  <a:pt x="8881" y="4328"/>
                </a:lnTo>
                <a:lnTo>
                  <a:pt x="8882" y="4328"/>
                </a:lnTo>
                <a:lnTo>
                  <a:pt x="8883" y="4328"/>
                </a:lnTo>
                <a:lnTo>
                  <a:pt x="8884" y="4328"/>
                </a:lnTo>
                <a:lnTo>
                  <a:pt x="8885" y="4328"/>
                </a:lnTo>
                <a:lnTo>
                  <a:pt x="8886" y="4328"/>
                </a:lnTo>
                <a:lnTo>
                  <a:pt x="8887" y="4328"/>
                </a:lnTo>
                <a:lnTo>
                  <a:pt x="8888" y="4328"/>
                </a:lnTo>
                <a:lnTo>
                  <a:pt x="8889" y="4328"/>
                </a:lnTo>
                <a:lnTo>
                  <a:pt x="8890" y="4328"/>
                </a:lnTo>
                <a:lnTo>
                  <a:pt x="8891" y="4328"/>
                </a:lnTo>
                <a:lnTo>
                  <a:pt x="8892" y="4328"/>
                </a:lnTo>
                <a:lnTo>
                  <a:pt x="8893" y="4328"/>
                </a:lnTo>
                <a:lnTo>
                  <a:pt x="8894" y="4328"/>
                </a:lnTo>
                <a:lnTo>
                  <a:pt x="8895" y="4328"/>
                </a:lnTo>
                <a:lnTo>
                  <a:pt x="8896" y="4328"/>
                </a:lnTo>
                <a:lnTo>
                  <a:pt x="8897" y="4328"/>
                </a:lnTo>
                <a:lnTo>
                  <a:pt x="8898" y="4328"/>
                </a:lnTo>
                <a:lnTo>
                  <a:pt x="8899" y="4328"/>
                </a:lnTo>
                <a:lnTo>
                  <a:pt x="8900" y="4328"/>
                </a:lnTo>
                <a:lnTo>
                  <a:pt x="8901" y="4328"/>
                </a:lnTo>
                <a:lnTo>
                  <a:pt x="8902" y="4328"/>
                </a:lnTo>
                <a:lnTo>
                  <a:pt x="8903" y="4328"/>
                </a:lnTo>
                <a:lnTo>
                  <a:pt x="8904" y="4328"/>
                </a:lnTo>
                <a:lnTo>
                  <a:pt x="8905" y="4328"/>
                </a:lnTo>
                <a:lnTo>
                  <a:pt x="8906" y="4328"/>
                </a:lnTo>
                <a:lnTo>
                  <a:pt x="8907" y="4328"/>
                </a:lnTo>
                <a:lnTo>
                  <a:pt x="8908" y="4328"/>
                </a:lnTo>
                <a:lnTo>
                  <a:pt x="8909" y="4328"/>
                </a:lnTo>
                <a:lnTo>
                  <a:pt x="8910" y="4328"/>
                </a:lnTo>
                <a:lnTo>
                  <a:pt x="8911" y="4328"/>
                </a:lnTo>
                <a:lnTo>
                  <a:pt x="8912" y="4328"/>
                </a:lnTo>
                <a:lnTo>
                  <a:pt x="8913" y="4328"/>
                </a:lnTo>
                <a:lnTo>
                  <a:pt x="8914" y="4328"/>
                </a:lnTo>
                <a:lnTo>
                  <a:pt x="8915" y="4328"/>
                </a:lnTo>
                <a:lnTo>
                  <a:pt x="8916" y="4328"/>
                </a:lnTo>
                <a:lnTo>
                  <a:pt x="8917" y="4328"/>
                </a:lnTo>
                <a:lnTo>
                  <a:pt x="8918" y="4328"/>
                </a:lnTo>
                <a:lnTo>
                  <a:pt x="8919" y="4328"/>
                </a:lnTo>
                <a:lnTo>
                  <a:pt x="8920" y="4328"/>
                </a:lnTo>
                <a:lnTo>
                  <a:pt x="8921" y="4328"/>
                </a:lnTo>
                <a:lnTo>
                  <a:pt x="8922" y="4328"/>
                </a:lnTo>
                <a:lnTo>
                  <a:pt x="8923" y="4328"/>
                </a:lnTo>
                <a:lnTo>
                  <a:pt x="8924" y="4328"/>
                </a:lnTo>
                <a:lnTo>
                  <a:pt x="8925" y="4328"/>
                </a:lnTo>
                <a:lnTo>
                  <a:pt x="8926" y="4328"/>
                </a:lnTo>
                <a:lnTo>
                  <a:pt x="8927" y="4328"/>
                </a:lnTo>
                <a:lnTo>
                  <a:pt x="8928" y="4328"/>
                </a:lnTo>
                <a:lnTo>
                  <a:pt x="8929" y="4328"/>
                </a:lnTo>
                <a:lnTo>
                  <a:pt x="8930" y="4328"/>
                </a:lnTo>
                <a:lnTo>
                  <a:pt x="8931" y="4328"/>
                </a:lnTo>
                <a:lnTo>
                  <a:pt x="8932" y="4328"/>
                </a:lnTo>
                <a:lnTo>
                  <a:pt x="8933" y="4328"/>
                </a:lnTo>
                <a:lnTo>
                  <a:pt x="8934" y="4328"/>
                </a:lnTo>
                <a:lnTo>
                  <a:pt x="8935" y="4328"/>
                </a:lnTo>
                <a:lnTo>
                  <a:pt x="8936" y="4328"/>
                </a:lnTo>
                <a:lnTo>
                  <a:pt x="8937" y="4328"/>
                </a:lnTo>
                <a:lnTo>
                  <a:pt x="8938" y="4328"/>
                </a:lnTo>
                <a:lnTo>
                  <a:pt x="8939" y="4328"/>
                </a:lnTo>
                <a:lnTo>
                  <a:pt x="8940" y="4328"/>
                </a:lnTo>
                <a:lnTo>
                  <a:pt x="8941" y="4328"/>
                </a:lnTo>
                <a:lnTo>
                  <a:pt x="8942" y="4328"/>
                </a:lnTo>
                <a:lnTo>
                  <a:pt x="8943" y="4328"/>
                </a:lnTo>
                <a:lnTo>
                  <a:pt x="8944" y="4328"/>
                </a:lnTo>
                <a:lnTo>
                  <a:pt x="8945" y="4328"/>
                </a:lnTo>
                <a:lnTo>
                  <a:pt x="8946" y="4328"/>
                </a:lnTo>
                <a:lnTo>
                  <a:pt x="8947" y="4328"/>
                </a:lnTo>
                <a:lnTo>
                  <a:pt x="8948" y="4328"/>
                </a:lnTo>
                <a:lnTo>
                  <a:pt x="8949" y="4328"/>
                </a:lnTo>
                <a:lnTo>
                  <a:pt x="8950" y="4328"/>
                </a:lnTo>
                <a:lnTo>
                  <a:pt x="8951" y="4328"/>
                </a:lnTo>
                <a:lnTo>
                  <a:pt x="8952" y="4328"/>
                </a:lnTo>
                <a:lnTo>
                  <a:pt x="8953" y="4328"/>
                </a:lnTo>
                <a:lnTo>
                  <a:pt x="8954" y="4328"/>
                </a:lnTo>
                <a:lnTo>
                  <a:pt x="8955" y="4328"/>
                </a:lnTo>
                <a:lnTo>
                  <a:pt x="8956" y="4328"/>
                </a:lnTo>
                <a:lnTo>
                  <a:pt x="8957" y="4328"/>
                </a:lnTo>
                <a:lnTo>
                  <a:pt x="8958" y="4328"/>
                </a:lnTo>
                <a:lnTo>
                  <a:pt x="8959" y="4328"/>
                </a:lnTo>
                <a:lnTo>
                  <a:pt x="8960" y="4328"/>
                </a:lnTo>
                <a:lnTo>
                  <a:pt x="8961" y="4328"/>
                </a:lnTo>
                <a:lnTo>
                  <a:pt x="8962" y="4328"/>
                </a:lnTo>
                <a:lnTo>
                  <a:pt x="8963" y="4328"/>
                </a:lnTo>
                <a:lnTo>
                  <a:pt x="8964" y="4328"/>
                </a:lnTo>
                <a:lnTo>
                  <a:pt x="8965" y="4328"/>
                </a:lnTo>
                <a:lnTo>
                  <a:pt x="8966" y="4328"/>
                </a:lnTo>
                <a:lnTo>
                  <a:pt x="8967" y="4328"/>
                </a:lnTo>
                <a:lnTo>
                  <a:pt x="8968" y="4328"/>
                </a:lnTo>
                <a:lnTo>
                  <a:pt x="8969" y="4328"/>
                </a:lnTo>
                <a:lnTo>
                  <a:pt x="8970" y="4328"/>
                </a:lnTo>
                <a:lnTo>
                  <a:pt x="8971" y="4328"/>
                </a:lnTo>
                <a:lnTo>
                  <a:pt x="8972" y="4328"/>
                </a:lnTo>
                <a:lnTo>
                  <a:pt x="8973" y="4328"/>
                </a:lnTo>
                <a:lnTo>
                  <a:pt x="8974" y="4328"/>
                </a:lnTo>
                <a:lnTo>
                  <a:pt x="8975" y="4328"/>
                </a:lnTo>
                <a:lnTo>
                  <a:pt x="8976" y="4328"/>
                </a:lnTo>
                <a:lnTo>
                  <a:pt x="8977" y="4328"/>
                </a:lnTo>
                <a:lnTo>
                  <a:pt x="8978" y="4328"/>
                </a:lnTo>
                <a:lnTo>
                  <a:pt x="8979" y="4328"/>
                </a:lnTo>
                <a:lnTo>
                  <a:pt x="8980" y="4328"/>
                </a:lnTo>
                <a:lnTo>
                  <a:pt x="8981" y="4328"/>
                </a:lnTo>
                <a:lnTo>
                  <a:pt x="8982" y="4328"/>
                </a:lnTo>
                <a:lnTo>
                  <a:pt x="8983" y="4328"/>
                </a:lnTo>
                <a:lnTo>
                  <a:pt x="8984" y="4328"/>
                </a:lnTo>
                <a:lnTo>
                  <a:pt x="8985" y="4328"/>
                </a:lnTo>
                <a:lnTo>
                  <a:pt x="8986" y="4328"/>
                </a:lnTo>
                <a:lnTo>
                  <a:pt x="8987" y="4328"/>
                </a:lnTo>
                <a:lnTo>
                  <a:pt x="8988" y="4328"/>
                </a:lnTo>
                <a:lnTo>
                  <a:pt x="8989" y="4328"/>
                </a:lnTo>
                <a:lnTo>
                  <a:pt x="8990" y="4328"/>
                </a:lnTo>
                <a:lnTo>
                  <a:pt x="8991" y="4328"/>
                </a:lnTo>
                <a:lnTo>
                  <a:pt x="8992" y="4328"/>
                </a:lnTo>
                <a:lnTo>
                  <a:pt x="8993" y="4328"/>
                </a:lnTo>
                <a:lnTo>
                  <a:pt x="8994" y="4328"/>
                </a:lnTo>
                <a:lnTo>
                  <a:pt x="8995" y="4328"/>
                </a:lnTo>
                <a:lnTo>
                  <a:pt x="8996" y="4328"/>
                </a:lnTo>
                <a:lnTo>
                  <a:pt x="8997" y="4328"/>
                </a:lnTo>
                <a:lnTo>
                  <a:pt x="8998" y="4328"/>
                </a:lnTo>
                <a:lnTo>
                  <a:pt x="8999" y="4328"/>
                </a:lnTo>
                <a:lnTo>
                  <a:pt x="9000" y="4328"/>
                </a:lnTo>
                <a:lnTo>
                  <a:pt x="9001" y="4328"/>
                </a:lnTo>
                <a:lnTo>
                  <a:pt x="9002" y="4328"/>
                </a:lnTo>
                <a:lnTo>
                  <a:pt x="9003" y="4328"/>
                </a:lnTo>
                <a:lnTo>
                  <a:pt x="9004" y="4328"/>
                </a:lnTo>
                <a:lnTo>
                  <a:pt x="9005" y="4328"/>
                </a:lnTo>
                <a:lnTo>
                  <a:pt x="9006" y="4328"/>
                </a:lnTo>
                <a:lnTo>
                  <a:pt x="9007" y="4328"/>
                </a:lnTo>
                <a:lnTo>
                  <a:pt x="9008" y="4328"/>
                </a:lnTo>
                <a:lnTo>
                  <a:pt x="9009" y="4328"/>
                </a:lnTo>
                <a:lnTo>
                  <a:pt x="9010" y="4328"/>
                </a:lnTo>
                <a:lnTo>
                  <a:pt x="9011" y="4328"/>
                </a:lnTo>
                <a:lnTo>
                  <a:pt x="9012" y="4328"/>
                </a:lnTo>
                <a:lnTo>
                  <a:pt x="9013" y="4328"/>
                </a:lnTo>
                <a:lnTo>
                  <a:pt x="9014" y="4328"/>
                </a:lnTo>
                <a:lnTo>
                  <a:pt x="9015" y="4328"/>
                </a:lnTo>
                <a:lnTo>
                  <a:pt x="9016" y="4328"/>
                </a:lnTo>
                <a:lnTo>
                  <a:pt x="9017" y="4328"/>
                </a:lnTo>
                <a:lnTo>
                  <a:pt x="9018" y="4328"/>
                </a:lnTo>
                <a:lnTo>
                  <a:pt x="9019" y="4328"/>
                </a:lnTo>
                <a:lnTo>
                  <a:pt x="9020" y="4328"/>
                </a:lnTo>
                <a:lnTo>
                  <a:pt x="9021" y="4328"/>
                </a:lnTo>
                <a:lnTo>
                  <a:pt x="9022" y="4328"/>
                </a:lnTo>
                <a:lnTo>
                  <a:pt x="9023" y="4328"/>
                </a:lnTo>
                <a:lnTo>
                  <a:pt x="9024" y="4328"/>
                </a:lnTo>
                <a:lnTo>
                  <a:pt x="9025" y="4328"/>
                </a:lnTo>
                <a:lnTo>
                  <a:pt x="9026" y="4328"/>
                </a:lnTo>
                <a:lnTo>
                  <a:pt x="9027" y="4328"/>
                </a:lnTo>
                <a:lnTo>
                  <a:pt x="9028" y="4328"/>
                </a:lnTo>
                <a:lnTo>
                  <a:pt x="9029" y="4328"/>
                </a:lnTo>
                <a:lnTo>
                  <a:pt x="9030" y="4328"/>
                </a:lnTo>
                <a:lnTo>
                  <a:pt x="9031" y="4328"/>
                </a:lnTo>
                <a:lnTo>
                  <a:pt x="9032" y="4328"/>
                </a:lnTo>
                <a:lnTo>
                  <a:pt x="9033" y="4328"/>
                </a:lnTo>
                <a:lnTo>
                  <a:pt x="9034" y="4328"/>
                </a:lnTo>
                <a:lnTo>
                  <a:pt x="9035" y="4328"/>
                </a:lnTo>
                <a:lnTo>
                  <a:pt x="9036" y="4328"/>
                </a:lnTo>
                <a:lnTo>
                  <a:pt x="9037" y="4328"/>
                </a:lnTo>
                <a:lnTo>
                  <a:pt x="9038" y="4328"/>
                </a:lnTo>
                <a:lnTo>
                  <a:pt x="9039" y="4328"/>
                </a:lnTo>
                <a:lnTo>
                  <a:pt x="9040" y="4328"/>
                </a:lnTo>
                <a:lnTo>
                  <a:pt x="9041" y="4328"/>
                </a:lnTo>
                <a:lnTo>
                  <a:pt x="9042" y="4328"/>
                </a:lnTo>
                <a:lnTo>
                  <a:pt x="9043" y="4328"/>
                </a:lnTo>
                <a:lnTo>
                  <a:pt x="9044" y="4328"/>
                </a:lnTo>
                <a:lnTo>
                  <a:pt x="9045" y="4328"/>
                </a:lnTo>
                <a:lnTo>
                  <a:pt x="9046" y="4328"/>
                </a:lnTo>
                <a:lnTo>
                  <a:pt x="9047" y="4328"/>
                </a:lnTo>
                <a:lnTo>
                  <a:pt x="9048" y="4328"/>
                </a:lnTo>
                <a:lnTo>
                  <a:pt x="9049" y="4328"/>
                </a:lnTo>
                <a:lnTo>
                  <a:pt x="9050" y="4328"/>
                </a:lnTo>
                <a:lnTo>
                  <a:pt x="9051" y="4328"/>
                </a:lnTo>
                <a:lnTo>
                  <a:pt x="9052" y="4328"/>
                </a:lnTo>
                <a:lnTo>
                  <a:pt x="9053" y="4328"/>
                </a:lnTo>
                <a:lnTo>
                  <a:pt x="9054" y="4328"/>
                </a:lnTo>
                <a:lnTo>
                  <a:pt x="9055" y="4328"/>
                </a:lnTo>
                <a:lnTo>
                  <a:pt x="9056" y="4328"/>
                </a:lnTo>
                <a:lnTo>
                  <a:pt x="9057" y="4328"/>
                </a:lnTo>
                <a:lnTo>
                  <a:pt x="9058" y="4328"/>
                </a:lnTo>
                <a:lnTo>
                  <a:pt x="9059" y="4328"/>
                </a:lnTo>
                <a:lnTo>
                  <a:pt x="9060" y="4328"/>
                </a:lnTo>
                <a:lnTo>
                  <a:pt x="9061" y="4328"/>
                </a:lnTo>
                <a:lnTo>
                  <a:pt x="9062" y="4328"/>
                </a:lnTo>
                <a:lnTo>
                  <a:pt x="9063" y="4328"/>
                </a:lnTo>
                <a:lnTo>
                  <a:pt x="9064" y="4328"/>
                </a:lnTo>
                <a:lnTo>
                  <a:pt x="9065" y="4328"/>
                </a:lnTo>
                <a:lnTo>
                  <a:pt x="9066" y="4328"/>
                </a:lnTo>
                <a:lnTo>
                  <a:pt x="9067" y="4328"/>
                </a:lnTo>
                <a:lnTo>
                  <a:pt x="9068" y="4328"/>
                </a:lnTo>
                <a:lnTo>
                  <a:pt x="9069" y="4328"/>
                </a:lnTo>
                <a:lnTo>
                  <a:pt x="9070" y="4328"/>
                </a:lnTo>
                <a:lnTo>
                  <a:pt x="9071" y="4328"/>
                </a:lnTo>
                <a:lnTo>
                  <a:pt x="9072" y="4328"/>
                </a:lnTo>
                <a:lnTo>
                  <a:pt x="9073" y="4328"/>
                </a:lnTo>
                <a:lnTo>
                  <a:pt x="9074" y="4328"/>
                </a:lnTo>
                <a:lnTo>
                  <a:pt x="9075" y="4328"/>
                </a:lnTo>
                <a:lnTo>
                  <a:pt x="9076" y="4328"/>
                </a:lnTo>
                <a:lnTo>
                  <a:pt x="9077" y="4328"/>
                </a:lnTo>
                <a:lnTo>
                  <a:pt x="9078" y="4328"/>
                </a:lnTo>
                <a:lnTo>
                  <a:pt x="9079" y="4328"/>
                </a:lnTo>
                <a:lnTo>
                  <a:pt x="9080" y="4328"/>
                </a:lnTo>
                <a:lnTo>
                  <a:pt x="9081" y="4328"/>
                </a:lnTo>
                <a:lnTo>
                  <a:pt x="9082" y="4328"/>
                </a:lnTo>
                <a:lnTo>
                  <a:pt x="9083" y="4328"/>
                </a:lnTo>
                <a:lnTo>
                  <a:pt x="9084" y="4328"/>
                </a:lnTo>
                <a:lnTo>
                  <a:pt x="9085" y="4328"/>
                </a:lnTo>
                <a:lnTo>
                  <a:pt x="9086" y="4328"/>
                </a:lnTo>
                <a:lnTo>
                  <a:pt x="9087" y="4328"/>
                </a:lnTo>
                <a:lnTo>
                  <a:pt x="9088" y="4328"/>
                </a:lnTo>
                <a:lnTo>
                  <a:pt x="9089" y="4328"/>
                </a:lnTo>
                <a:lnTo>
                  <a:pt x="9090" y="4328"/>
                </a:lnTo>
                <a:lnTo>
                  <a:pt x="9091" y="4328"/>
                </a:lnTo>
                <a:lnTo>
                  <a:pt x="9092" y="4328"/>
                </a:lnTo>
                <a:lnTo>
                  <a:pt x="9093" y="4328"/>
                </a:lnTo>
                <a:lnTo>
                  <a:pt x="9094" y="4328"/>
                </a:lnTo>
                <a:lnTo>
                  <a:pt x="9095" y="4328"/>
                </a:lnTo>
                <a:lnTo>
                  <a:pt x="9096" y="4328"/>
                </a:lnTo>
                <a:lnTo>
                  <a:pt x="9097" y="4328"/>
                </a:lnTo>
                <a:lnTo>
                  <a:pt x="9098" y="4328"/>
                </a:lnTo>
                <a:lnTo>
                  <a:pt x="9099" y="4328"/>
                </a:lnTo>
                <a:lnTo>
                  <a:pt x="9100" y="4328"/>
                </a:lnTo>
                <a:lnTo>
                  <a:pt x="9101" y="4328"/>
                </a:lnTo>
                <a:lnTo>
                  <a:pt x="9102" y="4328"/>
                </a:lnTo>
                <a:lnTo>
                  <a:pt x="9103" y="4328"/>
                </a:lnTo>
                <a:lnTo>
                  <a:pt x="9104" y="4328"/>
                </a:lnTo>
                <a:lnTo>
                  <a:pt x="9105" y="4328"/>
                </a:lnTo>
                <a:lnTo>
                  <a:pt x="9106" y="4328"/>
                </a:lnTo>
                <a:lnTo>
                  <a:pt x="9107" y="4328"/>
                </a:lnTo>
                <a:lnTo>
                  <a:pt x="9108" y="4328"/>
                </a:lnTo>
                <a:lnTo>
                  <a:pt x="9109" y="4328"/>
                </a:lnTo>
                <a:lnTo>
                  <a:pt x="9110" y="4328"/>
                </a:lnTo>
                <a:lnTo>
                  <a:pt x="9111" y="4328"/>
                </a:lnTo>
                <a:lnTo>
                  <a:pt x="9112" y="4328"/>
                </a:lnTo>
                <a:lnTo>
                  <a:pt x="9113" y="4328"/>
                </a:lnTo>
                <a:lnTo>
                  <a:pt x="9114" y="4328"/>
                </a:lnTo>
                <a:lnTo>
                  <a:pt x="9115" y="4328"/>
                </a:lnTo>
                <a:lnTo>
                  <a:pt x="9116" y="4328"/>
                </a:lnTo>
                <a:lnTo>
                  <a:pt x="9117" y="4328"/>
                </a:lnTo>
                <a:lnTo>
                  <a:pt x="9118" y="4328"/>
                </a:lnTo>
                <a:lnTo>
                  <a:pt x="9119" y="4328"/>
                </a:lnTo>
                <a:lnTo>
                  <a:pt x="9120" y="4328"/>
                </a:lnTo>
                <a:lnTo>
                  <a:pt x="9121" y="4328"/>
                </a:lnTo>
                <a:lnTo>
                  <a:pt x="9122" y="4328"/>
                </a:lnTo>
                <a:lnTo>
                  <a:pt x="9123" y="4328"/>
                </a:lnTo>
                <a:lnTo>
                  <a:pt x="9124" y="4328"/>
                </a:lnTo>
                <a:lnTo>
                  <a:pt x="9125" y="4328"/>
                </a:lnTo>
                <a:lnTo>
                  <a:pt x="9126" y="4328"/>
                </a:lnTo>
                <a:lnTo>
                  <a:pt x="9127" y="4328"/>
                </a:lnTo>
                <a:lnTo>
                  <a:pt x="9128" y="4328"/>
                </a:lnTo>
                <a:lnTo>
                  <a:pt x="9129" y="4328"/>
                </a:lnTo>
                <a:lnTo>
                  <a:pt x="9130" y="4328"/>
                </a:lnTo>
                <a:lnTo>
                  <a:pt x="9131" y="4328"/>
                </a:lnTo>
                <a:lnTo>
                  <a:pt x="9132" y="4328"/>
                </a:lnTo>
                <a:lnTo>
                  <a:pt x="9133" y="4328"/>
                </a:lnTo>
                <a:lnTo>
                  <a:pt x="9134" y="4328"/>
                </a:lnTo>
                <a:lnTo>
                  <a:pt x="9135" y="4328"/>
                </a:lnTo>
                <a:lnTo>
                  <a:pt x="9136" y="4328"/>
                </a:lnTo>
                <a:lnTo>
                  <a:pt x="9137" y="4328"/>
                </a:lnTo>
                <a:lnTo>
                  <a:pt x="9138" y="4328"/>
                </a:lnTo>
                <a:lnTo>
                  <a:pt x="9139" y="4328"/>
                </a:lnTo>
                <a:lnTo>
                  <a:pt x="9140" y="4328"/>
                </a:lnTo>
                <a:lnTo>
                  <a:pt x="9141" y="4328"/>
                </a:lnTo>
                <a:lnTo>
                  <a:pt x="9142" y="4328"/>
                </a:lnTo>
                <a:lnTo>
                  <a:pt x="9143" y="4328"/>
                </a:lnTo>
                <a:lnTo>
                  <a:pt x="9144" y="4328"/>
                </a:lnTo>
                <a:lnTo>
                  <a:pt x="9145" y="4328"/>
                </a:lnTo>
                <a:lnTo>
                  <a:pt x="9146" y="4328"/>
                </a:lnTo>
                <a:lnTo>
                  <a:pt x="9147" y="4328"/>
                </a:lnTo>
                <a:lnTo>
                  <a:pt x="9148" y="4328"/>
                </a:lnTo>
                <a:lnTo>
                  <a:pt x="9149" y="4328"/>
                </a:lnTo>
                <a:lnTo>
                  <a:pt x="9150" y="4328"/>
                </a:lnTo>
                <a:lnTo>
                  <a:pt x="9151" y="4328"/>
                </a:lnTo>
                <a:lnTo>
                  <a:pt x="9152" y="4328"/>
                </a:lnTo>
                <a:lnTo>
                  <a:pt x="9153" y="4328"/>
                </a:lnTo>
                <a:lnTo>
                  <a:pt x="9154" y="4328"/>
                </a:lnTo>
                <a:lnTo>
                  <a:pt x="9155" y="4328"/>
                </a:lnTo>
                <a:lnTo>
                  <a:pt x="9156" y="4328"/>
                </a:lnTo>
                <a:lnTo>
                  <a:pt x="9157" y="4328"/>
                </a:lnTo>
                <a:lnTo>
                  <a:pt x="9158" y="4328"/>
                </a:lnTo>
                <a:lnTo>
                  <a:pt x="9159" y="4328"/>
                </a:lnTo>
                <a:lnTo>
                  <a:pt x="9160" y="4328"/>
                </a:lnTo>
                <a:lnTo>
                  <a:pt x="9161" y="4328"/>
                </a:lnTo>
                <a:lnTo>
                  <a:pt x="9162" y="4328"/>
                </a:lnTo>
                <a:lnTo>
                  <a:pt x="9163" y="4328"/>
                </a:lnTo>
                <a:lnTo>
                  <a:pt x="9164" y="4328"/>
                </a:lnTo>
                <a:lnTo>
                  <a:pt x="9165" y="4328"/>
                </a:lnTo>
                <a:lnTo>
                  <a:pt x="9166" y="4328"/>
                </a:lnTo>
                <a:lnTo>
                  <a:pt x="9167" y="4328"/>
                </a:lnTo>
                <a:lnTo>
                  <a:pt x="9168" y="4328"/>
                </a:lnTo>
                <a:lnTo>
                  <a:pt x="9169" y="4328"/>
                </a:lnTo>
                <a:lnTo>
                  <a:pt x="9170" y="4328"/>
                </a:lnTo>
                <a:lnTo>
                  <a:pt x="9171" y="4328"/>
                </a:lnTo>
                <a:lnTo>
                  <a:pt x="9172" y="4328"/>
                </a:lnTo>
                <a:lnTo>
                  <a:pt x="9173" y="4328"/>
                </a:lnTo>
                <a:lnTo>
                  <a:pt x="9174" y="4328"/>
                </a:lnTo>
                <a:lnTo>
                  <a:pt x="9175" y="4328"/>
                </a:lnTo>
                <a:lnTo>
                  <a:pt x="9176" y="4328"/>
                </a:lnTo>
                <a:lnTo>
                  <a:pt x="9177" y="4328"/>
                </a:lnTo>
                <a:lnTo>
                  <a:pt x="9178" y="4328"/>
                </a:lnTo>
                <a:lnTo>
                  <a:pt x="9179" y="4328"/>
                </a:lnTo>
                <a:lnTo>
                  <a:pt x="9180" y="4328"/>
                </a:lnTo>
                <a:lnTo>
                  <a:pt x="9181" y="4328"/>
                </a:lnTo>
                <a:lnTo>
                  <a:pt x="9182" y="4328"/>
                </a:lnTo>
                <a:lnTo>
                  <a:pt x="9183" y="4328"/>
                </a:lnTo>
                <a:lnTo>
                  <a:pt x="9184" y="4328"/>
                </a:lnTo>
                <a:lnTo>
                  <a:pt x="9185" y="4328"/>
                </a:lnTo>
                <a:lnTo>
                  <a:pt x="9186" y="4328"/>
                </a:lnTo>
                <a:lnTo>
                  <a:pt x="9187" y="4328"/>
                </a:lnTo>
                <a:lnTo>
                  <a:pt x="9188" y="4328"/>
                </a:lnTo>
                <a:lnTo>
                  <a:pt x="9189" y="4328"/>
                </a:lnTo>
                <a:lnTo>
                  <a:pt x="9190" y="4328"/>
                </a:lnTo>
                <a:lnTo>
                  <a:pt x="9191" y="4328"/>
                </a:lnTo>
                <a:lnTo>
                  <a:pt x="9192" y="4328"/>
                </a:lnTo>
                <a:lnTo>
                  <a:pt x="9193" y="4328"/>
                </a:lnTo>
                <a:lnTo>
                  <a:pt x="9194" y="4328"/>
                </a:lnTo>
                <a:lnTo>
                  <a:pt x="9195" y="4328"/>
                </a:lnTo>
                <a:lnTo>
                  <a:pt x="9196" y="4328"/>
                </a:lnTo>
                <a:lnTo>
                  <a:pt x="9197" y="4328"/>
                </a:lnTo>
                <a:lnTo>
                  <a:pt x="9198" y="4328"/>
                </a:lnTo>
                <a:lnTo>
                  <a:pt x="9199" y="4328"/>
                </a:lnTo>
                <a:lnTo>
                  <a:pt x="9200" y="4328"/>
                </a:lnTo>
                <a:lnTo>
                  <a:pt x="9201" y="4328"/>
                </a:lnTo>
                <a:lnTo>
                  <a:pt x="9202" y="4328"/>
                </a:lnTo>
                <a:lnTo>
                  <a:pt x="9203" y="4328"/>
                </a:lnTo>
                <a:lnTo>
                  <a:pt x="9204" y="4328"/>
                </a:lnTo>
                <a:lnTo>
                  <a:pt x="9205" y="4328"/>
                </a:lnTo>
                <a:lnTo>
                  <a:pt x="9206" y="4328"/>
                </a:lnTo>
                <a:lnTo>
                  <a:pt x="9207" y="4328"/>
                </a:lnTo>
                <a:lnTo>
                  <a:pt x="9208" y="4328"/>
                </a:lnTo>
                <a:lnTo>
                  <a:pt x="9209" y="4328"/>
                </a:lnTo>
                <a:lnTo>
                  <a:pt x="9210" y="4328"/>
                </a:lnTo>
                <a:lnTo>
                  <a:pt x="9211" y="4328"/>
                </a:lnTo>
                <a:lnTo>
                  <a:pt x="9212" y="4328"/>
                </a:lnTo>
                <a:lnTo>
                  <a:pt x="9213" y="4328"/>
                </a:lnTo>
                <a:lnTo>
                  <a:pt x="9214" y="4328"/>
                </a:lnTo>
                <a:lnTo>
                  <a:pt x="9215" y="4328"/>
                </a:lnTo>
                <a:lnTo>
                  <a:pt x="9216" y="4328"/>
                </a:lnTo>
                <a:lnTo>
                  <a:pt x="9217" y="4328"/>
                </a:lnTo>
                <a:lnTo>
                  <a:pt x="9218" y="4328"/>
                </a:lnTo>
                <a:lnTo>
                  <a:pt x="9219" y="4328"/>
                </a:lnTo>
                <a:lnTo>
                  <a:pt x="9220" y="4328"/>
                </a:lnTo>
                <a:lnTo>
                  <a:pt x="9221" y="4328"/>
                </a:lnTo>
                <a:lnTo>
                  <a:pt x="9222" y="4328"/>
                </a:lnTo>
                <a:lnTo>
                  <a:pt x="9223" y="4328"/>
                </a:lnTo>
                <a:lnTo>
                  <a:pt x="9224" y="4328"/>
                </a:lnTo>
                <a:lnTo>
                  <a:pt x="9225" y="4328"/>
                </a:lnTo>
                <a:lnTo>
                  <a:pt x="9226" y="4328"/>
                </a:lnTo>
                <a:lnTo>
                  <a:pt x="9227" y="4328"/>
                </a:lnTo>
                <a:lnTo>
                  <a:pt x="9228" y="4328"/>
                </a:lnTo>
                <a:lnTo>
                  <a:pt x="9229" y="4328"/>
                </a:lnTo>
                <a:lnTo>
                  <a:pt x="9230" y="4328"/>
                </a:lnTo>
                <a:lnTo>
                  <a:pt x="9231" y="4328"/>
                </a:lnTo>
                <a:lnTo>
                  <a:pt x="9232" y="4328"/>
                </a:lnTo>
                <a:lnTo>
                  <a:pt x="9233" y="4328"/>
                </a:lnTo>
                <a:lnTo>
                  <a:pt x="9234" y="4328"/>
                </a:lnTo>
                <a:lnTo>
                  <a:pt x="9235" y="4328"/>
                </a:lnTo>
                <a:lnTo>
                  <a:pt x="9236" y="4328"/>
                </a:lnTo>
                <a:lnTo>
                  <a:pt x="9237" y="4328"/>
                </a:lnTo>
                <a:lnTo>
                  <a:pt x="9238" y="4328"/>
                </a:lnTo>
                <a:lnTo>
                  <a:pt x="9239" y="4328"/>
                </a:lnTo>
                <a:lnTo>
                  <a:pt x="9240" y="4328"/>
                </a:lnTo>
                <a:lnTo>
                  <a:pt x="9241" y="4328"/>
                </a:lnTo>
                <a:lnTo>
                  <a:pt x="9242" y="4328"/>
                </a:lnTo>
                <a:lnTo>
                  <a:pt x="9243" y="4328"/>
                </a:lnTo>
                <a:lnTo>
                  <a:pt x="9244" y="4328"/>
                </a:lnTo>
                <a:lnTo>
                  <a:pt x="9245" y="4328"/>
                </a:lnTo>
                <a:lnTo>
                  <a:pt x="9246" y="4328"/>
                </a:lnTo>
                <a:lnTo>
                  <a:pt x="9247" y="4328"/>
                </a:lnTo>
                <a:lnTo>
                  <a:pt x="9248" y="4328"/>
                </a:lnTo>
                <a:lnTo>
                  <a:pt x="9249" y="4328"/>
                </a:lnTo>
                <a:lnTo>
                  <a:pt x="9250" y="4328"/>
                </a:lnTo>
                <a:lnTo>
                  <a:pt x="9251" y="4328"/>
                </a:lnTo>
                <a:lnTo>
                  <a:pt x="9252" y="4328"/>
                </a:lnTo>
                <a:lnTo>
                  <a:pt x="9253" y="4328"/>
                </a:lnTo>
                <a:lnTo>
                  <a:pt x="9254" y="4328"/>
                </a:lnTo>
                <a:lnTo>
                  <a:pt x="9255" y="4328"/>
                </a:lnTo>
                <a:lnTo>
                  <a:pt x="9256" y="4328"/>
                </a:lnTo>
                <a:lnTo>
                  <a:pt x="9257" y="4328"/>
                </a:lnTo>
                <a:lnTo>
                  <a:pt x="9258" y="4328"/>
                </a:lnTo>
                <a:lnTo>
                  <a:pt x="9259" y="4328"/>
                </a:lnTo>
                <a:lnTo>
                  <a:pt x="9260" y="4328"/>
                </a:lnTo>
                <a:lnTo>
                  <a:pt x="9261" y="4328"/>
                </a:lnTo>
                <a:lnTo>
                  <a:pt x="9262" y="4328"/>
                </a:lnTo>
                <a:lnTo>
                  <a:pt x="9263" y="4328"/>
                </a:lnTo>
                <a:lnTo>
                  <a:pt x="9264" y="4328"/>
                </a:lnTo>
                <a:lnTo>
                  <a:pt x="9265" y="4328"/>
                </a:lnTo>
                <a:lnTo>
                  <a:pt x="9266" y="4328"/>
                </a:lnTo>
                <a:lnTo>
                  <a:pt x="9267" y="4328"/>
                </a:lnTo>
                <a:lnTo>
                  <a:pt x="9268" y="4328"/>
                </a:lnTo>
                <a:lnTo>
                  <a:pt x="9269" y="4328"/>
                </a:lnTo>
                <a:lnTo>
                  <a:pt x="9270" y="4328"/>
                </a:lnTo>
                <a:lnTo>
                  <a:pt x="9271" y="4328"/>
                </a:lnTo>
                <a:lnTo>
                  <a:pt x="9272" y="4328"/>
                </a:lnTo>
                <a:lnTo>
                  <a:pt x="9273" y="4328"/>
                </a:lnTo>
                <a:lnTo>
                  <a:pt x="9274" y="4328"/>
                </a:lnTo>
                <a:lnTo>
                  <a:pt x="9275" y="4328"/>
                </a:lnTo>
                <a:lnTo>
                  <a:pt x="9276" y="4328"/>
                </a:lnTo>
                <a:lnTo>
                  <a:pt x="9277" y="4328"/>
                </a:lnTo>
                <a:lnTo>
                  <a:pt x="9278" y="4328"/>
                </a:lnTo>
                <a:lnTo>
                  <a:pt x="9279" y="4328"/>
                </a:lnTo>
                <a:lnTo>
                  <a:pt x="9280" y="4328"/>
                </a:lnTo>
                <a:lnTo>
                  <a:pt x="9281" y="4328"/>
                </a:lnTo>
                <a:lnTo>
                  <a:pt x="9282" y="4328"/>
                </a:lnTo>
                <a:lnTo>
                  <a:pt x="9283" y="4328"/>
                </a:lnTo>
                <a:lnTo>
                  <a:pt x="9284" y="4328"/>
                </a:lnTo>
                <a:lnTo>
                  <a:pt x="9285" y="4328"/>
                </a:lnTo>
                <a:lnTo>
                  <a:pt x="9286" y="4328"/>
                </a:lnTo>
                <a:lnTo>
                  <a:pt x="9287" y="4328"/>
                </a:lnTo>
                <a:lnTo>
                  <a:pt x="9288" y="4328"/>
                </a:lnTo>
                <a:lnTo>
                  <a:pt x="9289" y="4328"/>
                </a:lnTo>
                <a:lnTo>
                  <a:pt x="9290" y="4328"/>
                </a:lnTo>
                <a:lnTo>
                  <a:pt x="9291" y="4328"/>
                </a:lnTo>
                <a:lnTo>
                  <a:pt x="9292" y="4328"/>
                </a:lnTo>
                <a:lnTo>
                  <a:pt x="9293" y="4328"/>
                </a:lnTo>
                <a:lnTo>
                  <a:pt x="9294" y="4328"/>
                </a:lnTo>
                <a:lnTo>
                  <a:pt x="9295" y="4328"/>
                </a:lnTo>
                <a:lnTo>
                  <a:pt x="9296" y="4328"/>
                </a:lnTo>
                <a:lnTo>
                  <a:pt x="9297" y="4328"/>
                </a:lnTo>
                <a:lnTo>
                  <a:pt x="9298" y="4328"/>
                </a:lnTo>
                <a:lnTo>
                  <a:pt x="9299" y="4328"/>
                </a:lnTo>
                <a:lnTo>
                  <a:pt x="9300" y="4328"/>
                </a:lnTo>
                <a:lnTo>
                  <a:pt x="9301" y="4328"/>
                </a:lnTo>
                <a:lnTo>
                  <a:pt x="9302" y="4328"/>
                </a:lnTo>
                <a:lnTo>
                  <a:pt x="9303" y="4328"/>
                </a:lnTo>
                <a:lnTo>
                  <a:pt x="9304" y="4328"/>
                </a:lnTo>
                <a:lnTo>
                  <a:pt x="9305" y="4328"/>
                </a:lnTo>
                <a:lnTo>
                  <a:pt x="9306" y="4328"/>
                </a:lnTo>
                <a:lnTo>
                  <a:pt x="9307" y="4328"/>
                </a:lnTo>
                <a:lnTo>
                  <a:pt x="9308" y="4328"/>
                </a:lnTo>
                <a:lnTo>
                  <a:pt x="9309" y="4328"/>
                </a:lnTo>
                <a:lnTo>
                  <a:pt x="9310" y="4328"/>
                </a:lnTo>
                <a:lnTo>
                  <a:pt x="9311" y="4328"/>
                </a:lnTo>
                <a:lnTo>
                  <a:pt x="9312" y="4328"/>
                </a:lnTo>
                <a:lnTo>
                  <a:pt x="9313" y="4328"/>
                </a:lnTo>
                <a:lnTo>
                  <a:pt x="9314" y="4328"/>
                </a:lnTo>
                <a:lnTo>
                  <a:pt x="9315" y="4328"/>
                </a:lnTo>
                <a:lnTo>
                  <a:pt x="9316" y="4328"/>
                </a:lnTo>
                <a:lnTo>
                  <a:pt x="9317" y="4328"/>
                </a:lnTo>
                <a:lnTo>
                  <a:pt x="9318" y="4328"/>
                </a:lnTo>
                <a:lnTo>
                  <a:pt x="9319" y="4328"/>
                </a:lnTo>
                <a:lnTo>
                  <a:pt x="9320" y="4328"/>
                </a:lnTo>
                <a:lnTo>
                  <a:pt x="9321" y="4328"/>
                </a:lnTo>
                <a:lnTo>
                  <a:pt x="9322" y="4328"/>
                </a:lnTo>
                <a:lnTo>
                  <a:pt x="9323" y="4328"/>
                </a:lnTo>
                <a:lnTo>
                  <a:pt x="9324" y="4328"/>
                </a:lnTo>
                <a:lnTo>
                  <a:pt x="9325" y="4328"/>
                </a:lnTo>
                <a:lnTo>
                  <a:pt x="9326" y="4328"/>
                </a:lnTo>
                <a:lnTo>
                  <a:pt x="9327" y="4328"/>
                </a:lnTo>
                <a:lnTo>
                  <a:pt x="9328" y="4328"/>
                </a:lnTo>
                <a:lnTo>
                  <a:pt x="9329" y="4328"/>
                </a:lnTo>
                <a:lnTo>
                  <a:pt x="9330" y="4328"/>
                </a:lnTo>
                <a:lnTo>
                  <a:pt x="9331" y="4328"/>
                </a:lnTo>
                <a:lnTo>
                  <a:pt x="9332" y="4328"/>
                </a:lnTo>
                <a:lnTo>
                  <a:pt x="9333" y="4328"/>
                </a:lnTo>
                <a:lnTo>
                  <a:pt x="9334" y="4328"/>
                </a:lnTo>
                <a:lnTo>
                  <a:pt x="9335" y="4328"/>
                </a:lnTo>
                <a:lnTo>
                  <a:pt x="9336" y="4328"/>
                </a:lnTo>
                <a:lnTo>
                  <a:pt x="9337" y="4328"/>
                </a:lnTo>
                <a:lnTo>
                  <a:pt x="9338" y="4328"/>
                </a:lnTo>
                <a:lnTo>
                  <a:pt x="9339" y="4328"/>
                </a:lnTo>
                <a:lnTo>
                  <a:pt x="9340" y="4328"/>
                </a:lnTo>
                <a:lnTo>
                  <a:pt x="9341" y="4328"/>
                </a:lnTo>
                <a:lnTo>
                  <a:pt x="9342" y="4328"/>
                </a:lnTo>
                <a:lnTo>
                  <a:pt x="9343" y="4328"/>
                </a:lnTo>
                <a:lnTo>
                  <a:pt x="9344" y="4328"/>
                </a:lnTo>
                <a:lnTo>
                  <a:pt x="9345" y="4328"/>
                </a:lnTo>
                <a:lnTo>
                  <a:pt x="9346" y="4328"/>
                </a:lnTo>
                <a:lnTo>
                  <a:pt x="9347" y="4328"/>
                </a:lnTo>
                <a:lnTo>
                  <a:pt x="9348" y="4328"/>
                </a:lnTo>
                <a:lnTo>
                  <a:pt x="9349" y="4328"/>
                </a:lnTo>
                <a:lnTo>
                  <a:pt x="9350" y="4328"/>
                </a:lnTo>
                <a:lnTo>
                  <a:pt x="9351" y="4328"/>
                </a:lnTo>
                <a:lnTo>
                  <a:pt x="9352" y="4328"/>
                </a:lnTo>
                <a:lnTo>
                  <a:pt x="9353" y="4328"/>
                </a:lnTo>
                <a:lnTo>
                  <a:pt x="9354" y="4328"/>
                </a:lnTo>
                <a:lnTo>
                  <a:pt x="9355" y="4328"/>
                </a:lnTo>
                <a:lnTo>
                  <a:pt x="9356" y="4328"/>
                </a:lnTo>
                <a:lnTo>
                  <a:pt x="9357" y="4328"/>
                </a:lnTo>
                <a:lnTo>
                  <a:pt x="9358" y="4328"/>
                </a:lnTo>
                <a:lnTo>
                  <a:pt x="9359" y="4328"/>
                </a:lnTo>
                <a:lnTo>
                  <a:pt x="9360" y="4328"/>
                </a:lnTo>
                <a:lnTo>
                  <a:pt x="9361" y="4328"/>
                </a:lnTo>
                <a:lnTo>
                  <a:pt x="9362" y="4328"/>
                </a:lnTo>
                <a:lnTo>
                  <a:pt x="9363" y="4328"/>
                </a:lnTo>
                <a:lnTo>
                  <a:pt x="9364" y="4328"/>
                </a:lnTo>
                <a:lnTo>
                  <a:pt x="9365" y="4328"/>
                </a:lnTo>
                <a:lnTo>
                  <a:pt x="9366" y="4328"/>
                </a:lnTo>
                <a:lnTo>
                  <a:pt x="9367" y="4328"/>
                </a:lnTo>
                <a:lnTo>
                  <a:pt x="9368" y="4328"/>
                </a:lnTo>
                <a:lnTo>
                  <a:pt x="9369" y="4328"/>
                </a:lnTo>
                <a:lnTo>
                  <a:pt x="9370" y="4328"/>
                </a:lnTo>
                <a:lnTo>
                  <a:pt x="9371" y="4328"/>
                </a:lnTo>
                <a:lnTo>
                  <a:pt x="9372" y="4328"/>
                </a:lnTo>
                <a:lnTo>
                  <a:pt x="9373" y="4328"/>
                </a:lnTo>
                <a:lnTo>
                  <a:pt x="9374" y="4328"/>
                </a:lnTo>
                <a:lnTo>
                  <a:pt x="9375" y="4328"/>
                </a:lnTo>
                <a:lnTo>
                  <a:pt x="9376" y="4328"/>
                </a:lnTo>
                <a:lnTo>
                  <a:pt x="9377" y="4328"/>
                </a:lnTo>
                <a:lnTo>
                  <a:pt x="9378" y="4328"/>
                </a:lnTo>
                <a:lnTo>
                  <a:pt x="9379" y="4328"/>
                </a:lnTo>
                <a:lnTo>
                  <a:pt x="9380" y="4328"/>
                </a:lnTo>
                <a:lnTo>
                  <a:pt x="9381" y="4328"/>
                </a:lnTo>
                <a:lnTo>
                  <a:pt x="9382" y="4328"/>
                </a:lnTo>
                <a:lnTo>
                  <a:pt x="9383" y="4328"/>
                </a:lnTo>
                <a:lnTo>
                  <a:pt x="9384" y="4328"/>
                </a:lnTo>
                <a:lnTo>
                  <a:pt x="9385" y="4328"/>
                </a:lnTo>
                <a:lnTo>
                  <a:pt x="9386" y="4328"/>
                </a:lnTo>
                <a:lnTo>
                  <a:pt x="9387" y="4328"/>
                </a:lnTo>
                <a:lnTo>
                  <a:pt x="9388" y="4328"/>
                </a:lnTo>
                <a:lnTo>
                  <a:pt x="9389" y="4328"/>
                </a:lnTo>
                <a:lnTo>
                  <a:pt x="9390" y="4328"/>
                </a:lnTo>
                <a:lnTo>
                  <a:pt x="9391" y="4328"/>
                </a:lnTo>
                <a:lnTo>
                  <a:pt x="9392" y="4328"/>
                </a:lnTo>
                <a:lnTo>
                  <a:pt x="9393" y="4328"/>
                </a:lnTo>
                <a:lnTo>
                  <a:pt x="9394" y="4328"/>
                </a:lnTo>
                <a:lnTo>
                  <a:pt x="9395" y="4328"/>
                </a:lnTo>
                <a:lnTo>
                  <a:pt x="9396" y="4328"/>
                </a:lnTo>
                <a:lnTo>
                  <a:pt x="9397" y="4328"/>
                </a:lnTo>
                <a:lnTo>
                  <a:pt x="9398" y="4328"/>
                </a:lnTo>
                <a:lnTo>
                  <a:pt x="9399" y="4328"/>
                </a:lnTo>
                <a:lnTo>
                  <a:pt x="9400" y="4328"/>
                </a:lnTo>
                <a:lnTo>
                  <a:pt x="9401" y="4328"/>
                </a:lnTo>
                <a:lnTo>
                  <a:pt x="9402" y="4328"/>
                </a:lnTo>
                <a:lnTo>
                  <a:pt x="9403" y="4328"/>
                </a:lnTo>
                <a:lnTo>
                  <a:pt x="9404" y="4328"/>
                </a:lnTo>
                <a:lnTo>
                  <a:pt x="9405" y="4328"/>
                </a:lnTo>
                <a:lnTo>
                  <a:pt x="9406" y="4328"/>
                </a:lnTo>
                <a:lnTo>
                  <a:pt x="9407" y="4328"/>
                </a:lnTo>
                <a:lnTo>
                  <a:pt x="9408" y="4328"/>
                </a:lnTo>
                <a:lnTo>
                  <a:pt x="9409" y="4328"/>
                </a:lnTo>
                <a:lnTo>
                  <a:pt x="9410" y="4328"/>
                </a:lnTo>
                <a:lnTo>
                  <a:pt x="9411" y="4328"/>
                </a:lnTo>
                <a:lnTo>
                  <a:pt x="9412" y="4328"/>
                </a:lnTo>
                <a:lnTo>
                  <a:pt x="9413" y="4328"/>
                </a:lnTo>
                <a:lnTo>
                  <a:pt x="9414" y="4328"/>
                </a:lnTo>
                <a:lnTo>
                  <a:pt x="9415" y="4328"/>
                </a:lnTo>
                <a:lnTo>
                  <a:pt x="9416" y="4328"/>
                </a:lnTo>
                <a:lnTo>
                  <a:pt x="9417" y="4328"/>
                </a:lnTo>
                <a:lnTo>
                  <a:pt x="9418" y="4328"/>
                </a:lnTo>
                <a:lnTo>
                  <a:pt x="9419" y="4328"/>
                </a:lnTo>
                <a:lnTo>
                  <a:pt x="9420" y="4328"/>
                </a:lnTo>
                <a:lnTo>
                  <a:pt x="9421" y="4328"/>
                </a:lnTo>
                <a:lnTo>
                  <a:pt x="9422" y="4328"/>
                </a:lnTo>
                <a:lnTo>
                  <a:pt x="9423" y="4328"/>
                </a:lnTo>
                <a:lnTo>
                  <a:pt x="9424" y="4328"/>
                </a:lnTo>
                <a:lnTo>
                  <a:pt x="9425" y="4328"/>
                </a:lnTo>
                <a:lnTo>
                  <a:pt x="9426" y="4328"/>
                </a:lnTo>
                <a:lnTo>
                  <a:pt x="9427" y="4328"/>
                </a:lnTo>
                <a:lnTo>
                  <a:pt x="9428" y="4328"/>
                </a:lnTo>
                <a:lnTo>
                  <a:pt x="9429" y="4328"/>
                </a:lnTo>
                <a:lnTo>
                  <a:pt x="9430" y="4328"/>
                </a:lnTo>
                <a:lnTo>
                  <a:pt x="9431" y="4328"/>
                </a:lnTo>
                <a:lnTo>
                  <a:pt x="9432" y="4328"/>
                </a:lnTo>
                <a:lnTo>
                  <a:pt x="9433" y="4328"/>
                </a:lnTo>
                <a:lnTo>
                  <a:pt x="9434" y="4328"/>
                </a:lnTo>
                <a:lnTo>
                  <a:pt x="9435" y="4328"/>
                </a:lnTo>
                <a:lnTo>
                  <a:pt x="9436" y="4328"/>
                </a:lnTo>
                <a:lnTo>
                  <a:pt x="9437" y="4328"/>
                </a:lnTo>
                <a:lnTo>
                  <a:pt x="9438" y="4328"/>
                </a:lnTo>
                <a:lnTo>
                  <a:pt x="9439" y="4328"/>
                </a:lnTo>
                <a:lnTo>
                  <a:pt x="9440" y="4328"/>
                </a:lnTo>
                <a:lnTo>
                  <a:pt x="9441" y="4328"/>
                </a:lnTo>
                <a:lnTo>
                  <a:pt x="9442" y="4328"/>
                </a:lnTo>
                <a:lnTo>
                  <a:pt x="9443" y="4328"/>
                </a:lnTo>
                <a:lnTo>
                  <a:pt x="9444" y="4328"/>
                </a:lnTo>
                <a:lnTo>
                  <a:pt x="9445" y="4328"/>
                </a:lnTo>
                <a:lnTo>
                  <a:pt x="9446" y="4328"/>
                </a:lnTo>
                <a:lnTo>
                  <a:pt x="9447" y="4328"/>
                </a:lnTo>
                <a:lnTo>
                  <a:pt x="9448" y="4328"/>
                </a:lnTo>
                <a:lnTo>
                  <a:pt x="9449" y="4328"/>
                </a:lnTo>
                <a:lnTo>
                  <a:pt x="9450" y="4328"/>
                </a:lnTo>
                <a:lnTo>
                  <a:pt x="9451" y="4328"/>
                </a:lnTo>
                <a:lnTo>
                  <a:pt x="9452" y="4328"/>
                </a:lnTo>
                <a:lnTo>
                  <a:pt x="9453" y="4328"/>
                </a:lnTo>
                <a:lnTo>
                  <a:pt x="9454" y="4328"/>
                </a:lnTo>
                <a:lnTo>
                  <a:pt x="9455" y="4328"/>
                </a:lnTo>
                <a:lnTo>
                  <a:pt x="9456" y="4328"/>
                </a:lnTo>
                <a:lnTo>
                  <a:pt x="9457" y="4328"/>
                </a:lnTo>
                <a:lnTo>
                  <a:pt x="9458" y="4328"/>
                </a:lnTo>
                <a:lnTo>
                  <a:pt x="9459" y="4328"/>
                </a:lnTo>
                <a:lnTo>
                  <a:pt x="9460" y="4328"/>
                </a:lnTo>
                <a:lnTo>
                  <a:pt x="9461" y="4328"/>
                </a:lnTo>
                <a:lnTo>
                  <a:pt x="9462" y="4328"/>
                </a:lnTo>
                <a:lnTo>
                  <a:pt x="9463" y="4328"/>
                </a:lnTo>
                <a:lnTo>
                  <a:pt x="9464" y="4328"/>
                </a:lnTo>
                <a:lnTo>
                  <a:pt x="9465" y="4328"/>
                </a:lnTo>
                <a:lnTo>
                  <a:pt x="9466" y="4328"/>
                </a:lnTo>
                <a:lnTo>
                  <a:pt x="9467" y="4328"/>
                </a:lnTo>
                <a:lnTo>
                  <a:pt x="9468" y="4328"/>
                </a:lnTo>
                <a:lnTo>
                  <a:pt x="9469" y="4328"/>
                </a:lnTo>
                <a:lnTo>
                  <a:pt x="9470" y="4328"/>
                </a:lnTo>
                <a:lnTo>
                  <a:pt x="9471" y="4328"/>
                </a:lnTo>
                <a:lnTo>
                  <a:pt x="9472" y="4328"/>
                </a:lnTo>
                <a:lnTo>
                  <a:pt x="9473" y="4328"/>
                </a:lnTo>
                <a:lnTo>
                  <a:pt x="9474" y="4328"/>
                </a:lnTo>
                <a:lnTo>
                  <a:pt x="9475" y="4328"/>
                </a:lnTo>
                <a:lnTo>
                  <a:pt x="9476" y="4328"/>
                </a:lnTo>
                <a:lnTo>
                  <a:pt x="9477" y="4328"/>
                </a:lnTo>
                <a:lnTo>
                  <a:pt x="9478" y="4328"/>
                </a:lnTo>
                <a:lnTo>
                  <a:pt x="9479" y="4328"/>
                </a:lnTo>
                <a:lnTo>
                  <a:pt x="9480" y="4328"/>
                </a:lnTo>
                <a:lnTo>
                  <a:pt x="9481" y="4328"/>
                </a:lnTo>
                <a:lnTo>
                  <a:pt x="9482" y="4328"/>
                </a:lnTo>
                <a:lnTo>
                  <a:pt x="9483" y="4328"/>
                </a:lnTo>
                <a:lnTo>
                  <a:pt x="9484" y="4328"/>
                </a:lnTo>
                <a:lnTo>
                  <a:pt x="9485" y="4328"/>
                </a:lnTo>
                <a:lnTo>
                  <a:pt x="9486" y="4328"/>
                </a:lnTo>
                <a:lnTo>
                  <a:pt x="9487" y="4328"/>
                </a:lnTo>
                <a:lnTo>
                  <a:pt x="9488" y="4328"/>
                </a:lnTo>
                <a:lnTo>
                  <a:pt x="9489" y="4328"/>
                </a:lnTo>
                <a:lnTo>
                  <a:pt x="9490" y="4328"/>
                </a:lnTo>
                <a:lnTo>
                  <a:pt x="9491" y="4328"/>
                </a:lnTo>
                <a:lnTo>
                  <a:pt x="9492" y="4328"/>
                </a:lnTo>
                <a:lnTo>
                  <a:pt x="9493" y="4328"/>
                </a:lnTo>
                <a:lnTo>
                  <a:pt x="9494" y="4328"/>
                </a:lnTo>
                <a:lnTo>
                  <a:pt x="9495" y="4328"/>
                </a:lnTo>
                <a:lnTo>
                  <a:pt x="9496" y="4328"/>
                </a:lnTo>
                <a:lnTo>
                  <a:pt x="9497" y="4328"/>
                </a:lnTo>
                <a:lnTo>
                  <a:pt x="9498" y="4328"/>
                </a:lnTo>
                <a:lnTo>
                  <a:pt x="9499" y="4328"/>
                </a:lnTo>
                <a:lnTo>
                  <a:pt x="9500" y="4328"/>
                </a:lnTo>
                <a:lnTo>
                  <a:pt x="9501" y="4328"/>
                </a:lnTo>
                <a:lnTo>
                  <a:pt x="9502" y="4328"/>
                </a:lnTo>
                <a:lnTo>
                  <a:pt x="9503" y="4328"/>
                </a:lnTo>
                <a:lnTo>
                  <a:pt x="9504" y="4328"/>
                </a:lnTo>
                <a:lnTo>
                  <a:pt x="9505" y="4328"/>
                </a:lnTo>
                <a:lnTo>
                  <a:pt x="9506" y="4328"/>
                </a:lnTo>
                <a:lnTo>
                  <a:pt x="9507" y="4328"/>
                </a:lnTo>
                <a:lnTo>
                  <a:pt x="9508" y="4328"/>
                </a:lnTo>
                <a:lnTo>
                  <a:pt x="9509" y="4328"/>
                </a:lnTo>
                <a:lnTo>
                  <a:pt x="9510" y="4328"/>
                </a:lnTo>
                <a:lnTo>
                  <a:pt x="9511" y="4328"/>
                </a:lnTo>
                <a:lnTo>
                  <a:pt x="9512" y="4328"/>
                </a:lnTo>
                <a:lnTo>
                  <a:pt x="9513" y="4328"/>
                </a:lnTo>
                <a:lnTo>
                  <a:pt x="9514" y="4328"/>
                </a:lnTo>
                <a:lnTo>
                  <a:pt x="9515" y="4328"/>
                </a:lnTo>
                <a:lnTo>
                  <a:pt x="9516" y="4328"/>
                </a:lnTo>
                <a:lnTo>
                  <a:pt x="9517" y="4328"/>
                </a:lnTo>
                <a:lnTo>
                  <a:pt x="9518" y="4328"/>
                </a:lnTo>
                <a:lnTo>
                  <a:pt x="9519" y="4328"/>
                </a:lnTo>
                <a:lnTo>
                  <a:pt x="9520" y="4328"/>
                </a:lnTo>
                <a:lnTo>
                  <a:pt x="9521" y="4328"/>
                </a:lnTo>
                <a:lnTo>
                  <a:pt x="9522" y="4328"/>
                </a:lnTo>
                <a:lnTo>
                  <a:pt x="9523" y="4328"/>
                </a:lnTo>
                <a:lnTo>
                  <a:pt x="9524" y="4328"/>
                </a:lnTo>
                <a:lnTo>
                  <a:pt x="9525" y="4328"/>
                </a:lnTo>
                <a:lnTo>
                  <a:pt x="9526" y="4328"/>
                </a:lnTo>
                <a:lnTo>
                  <a:pt x="9527" y="4328"/>
                </a:lnTo>
                <a:lnTo>
                  <a:pt x="9528" y="4328"/>
                </a:lnTo>
                <a:lnTo>
                  <a:pt x="9529" y="4328"/>
                </a:lnTo>
                <a:lnTo>
                  <a:pt x="9530" y="4328"/>
                </a:lnTo>
                <a:lnTo>
                  <a:pt x="9531" y="4328"/>
                </a:lnTo>
                <a:lnTo>
                  <a:pt x="9532" y="4328"/>
                </a:lnTo>
                <a:lnTo>
                  <a:pt x="9533" y="4328"/>
                </a:lnTo>
                <a:lnTo>
                  <a:pt x="9534" y="4328"/>
                </a:lnTo>
                <a:lnTo>
                  <a:pt x="9535" y="4328"/>
                </a:lnTo>
                <a:lnTo>
                  <a:pt x="9536" y="4328"/>
                </a:lnTo>
                <a:lnTo>
                  <a:pt x="9537" y="4328"/>
                </a:lnTo>
                <a:lnTo>
                  <a:pt x="9538" y="4328"/>
                </a:lnTo>
                <a:lnTo>
                  <a:pt x="9539" y="4328"/>
                </a:lnTo>
                <a:lnTo>
                  <a:pt x="9540" y="4328"/>
                </a:lnTo>
                <a:lnTo>
                  <a:pt x="9541" y="4328"/>
                </a:lnTo>
                <a:lnTo>
                  <a:pt x="9542" y="4328"/>
                </a:lnTo>
                <a:lnTo>
                  <a:pt x="9543" y="4328"/>
                </a:lnTo>
                <a:lnTo>
                  <a:pt x="9544" y="4328"/>
                </a:lnTo>
                <a:lnTo>
                  <a:pt x="9545" y="4328"/>
                </a:lnTo>
                <a:lnTo>
                  <a:pt x="9546" y="4328"/>
                </a:lnTo>
                <a:lnTo>
                  <a:pt x="9547" y="4328"/>
                </a:lnTo>
                <a:lnTo>
                  <a:pt x="9548" y="4328"/>
                </a:lnTo>
                <a:lnTo>
                  <a:pt x="9549" y="4328"/>
                </a:lnTo>
                <a:lnTo>
                  <a:pt x="9550" y="4328"/>
                </a:lnTo>
                <a:lnTo>
                  <a:pt x="9551" y="4328"/>
                </a:lnTo>
                <a:lnTo>
                  <a:pt x="9552" y="4328"/>
                </a:lnTo>
                <a:lnTo>
                  <a:pt x="9553" y="4328"/>
                </a:lnTo>
                <a:lnTo>
                  <a:pt x="9554" y="4328"/>
                </a:lnTo>
                <a:lnTo>
                  <a:pt x="9555" y="4328"/>
                </a:lnTo>
                <a:lnTo>
                  <a:pt x="9556" y="4328"/>
                </a:lnTo>
                <a:lnTo>
                  <a:pt x="9557" y="4328"/>
                </a:lnTo>
                <a:lnTo>
                  <a:pt x="9558" y="4328"/>
                </a:lnTo>
                <a:lnTo>
                  <a:pt x="9559" y="4328"/>
                </a:lnTo>
                <a:lnTo>
                  <a:pt x="9560" y="4328"/>
                </a:lnTo>
                <a:lnTo>
                  <a:pt x="9561" y="4328"/>
                </a:lnTo>
                <a:lnTo>
                  <a:pt x="9562" y="4328"/>
                </a:lnTo>
                <a:lnTo>
                  <a:pt x="9563" y="4328"/>
                </a:lnTo>
                <a:lnTo>
                  <a:pt x="9564" y="4328"/>
                </a:lnTo>
                <a:lnTo>
                  <a:pt x="9565" y="4328"/>
                </a:lnTo>
                <a:lnTo>
                  <a:pt x="9566" y="4328"/>
                </a:lnTo>
                <a:lnTo>
                  <a:pt x="9567" y="4328"/>
                </a:lnTo>
                <a:lnTo>
                  <a:pt x="9568" y="4328"/>
                </a:lnTo>
                <a:lnTo>
                  <a:pt x="9569" y="4328"/>
                </a:lnTo>
                <a:lnTo>
                  <a:pt x="9570" y="4328"/>
                </a:lnTo>
                <a:lnTo>
                  <a:pt x="9571" y="4328"/>
                </a:lnTo>
                <a:lnTo>
                  <a:pt x="9572" y="4328"/>
                </a:lnTo>
                <a:lnTo>
                  <a:pt x="9573" y="4328"/>
                </a:lnTo>
                <a:lnTo>
                  <a:pt x="9574" y="4328"/>
                </a:lnTo>
                <a:lnTo>
                  <a:pt x="9575" y="4328"/>
                </a:lnTo>
                <a:lnTo>
                  <a:pt x="9576" y="4328"/>
                </a:lnTo>
                <a:lnTo>
                  <a:pt x="9577" y="4328"/>
                </a:lnTo>
                <a:lnTo>
                  <a:pt x="9578" y="4328"/>
                </a:lnTo>
                <a:lnTo>
                  <a:pt x="9579" y="4328"/>
                </a:lnTo>
                <a:lnTo>
                  <a:pt x="9580" y="4328"/>
                </a:lnTo>
                <a:lnTo>
                  <a:pt x="9581" y="4328"/>
                </a:lnTo>
                <a:lnTo>
                  <a:pt x="9582" y="4328"/>
                </a:lnTo>
                <a:lnTo>
                  <a:pt x="9583" y="4328"/>
                </a:lnTo>
                <a:lnTo>
                  <a:pt x="9584" y="4328"/>
                </a:lnTo>
                <a:lnTo>
                  <a:pt x="9585" y="4328"/>
                </a:lnTo>
                <a:lnTo>
                  <a:pt x="9586" y="4328"/>
                </a:lnTo>
                <a:lnTo>
                  <a:pt x="9587" y="4328"/>
                </a:lnTo>
                <a:lnTo>
                  <a:pt x="9588" y="4328"/>
                </a:lnTo>
                <a:lnTo>
                  <a:pt x="9589" y="4328"/>
                </a:lnTo>
                <a:lnTo>
                  <a:pt x="9590" y="4328"/>
                </a:lnTo>
                <a:lnTo>
                  <a:pt x="9591" y="4328"/>
                </a:lnTo>
                <a:lnTo>
                  <a:pt x="9592" y="4328"/>
                </a:lnTo>
                <a:lnTo>
                  <a:pt x="9593" y="4328"/>
                </a:lnTo>
                <a:lnTo>
                  <a:pt x="9594" y="4328"/>
                </a:lnTo>
                <a:lnTo>
                  <a:pt x="9595" y="4328"/>
                </a:lnTo>
                <a:lnTo>
                  <a:pt x="9596" y="4328"/>
                </a:lnTo>
                <a:lnTo>
                  <a:pt x="9597" y="4328"/>
                </a:lnTo>
                <a:lnTo>
                  <a:pt x="9598" y="4328"/>
                </a:lnTo>
                <a:lnTo>
                  <a:pt x="9599" y="4328"/>
                </a:lnTo>
                <a:lnTo>
                  <a:pt x="9600" y="4328"/>
                </a:lnTo>
                <a:lnTo>
                  <a:pt x="9601" y="4328"/>
                </a:lnTo>
                <a:lnTo>
                  <a:pt x="9602" y="4328"/>
                </a:lnTo>
                <a:lnTo>
                  <a:pt x="9603" y="4328"/>
                </a:lnTo>
                <a:lnTo>
                  <a:pt x="9604" y="4328"/>
                </a:lnTo>
                <a:lnTo>
                  <a:pt x="9605" y="4328"/>
                </a:lnTo>
                <a:lnTo>
                  <a:pt x="9606" y="4328"/>
                </a:lnTo>
                <a:lnTo>
                  <a:pt x="9607" y="4328"/>
                </a:lnTo>
                <a:lnTo>
                  <a:pt x="9608" y="4328"/>
                </a:lnTo>
                <a:lnTo>
                  <a:pt x="9609" y="4328"/>
                </a:lnTo>
                <a:lnTo>
                  <a:pt x="9610" y="4328"/>
                </a:lnTo>
                <a:lnTo>
                  <a:pt x="9611" y="4328"/>
                </a:lnTo>
                <a:lnTo>
                  <a:pt x="9612" y="4328"/>
                </a:lnTo>
                <a:lnTo>
                  <a:pt x="9613" y="4328"/>
                </a:lnTo>
                <a:lnTo>
                  <a:pt x="9614" y="4328"/>
                </a:lnTo>
                <a:lnTo>
                  <a:pt x="9615" y="4328"/>
                </a:lnTo>
                <a:lnTo>
                  <a:pt x="9616" y="4328"/>
                </a:lnTo>
                <a:lnTo>
                  <a:pt x="9617" y="4328"/>
                </a:lnTo>
                <a:lnTo>
                  <a:pt x="9618" y="4328"/>
                </a:lnTo>
                <a:lnTo>
                  <a:pt x="9619" y="4328"/>
                </a:lnTo>
                <a:lnTo>
                  <a:pt x="9620" y="4328"/>
                </a:lnTo>
                <a:lnTo>
                  <a:pt x="9621" y="4328"/>
                </a:lnTo>
                <a:lnTo>
                  <a:pt x="9622" y="4328"/>
                </a:lnTo>
                <a:lnTo>
                  <a:pt x="9623" y="4328"/>
                </a:lnTo>
                <a:lnTo>
                  <a:pt x="9624" y="4328"/>
                </a:lnTo>
                <a:lnTo>
                  <a:pt x="9625" y="4328"/>
                </a:lnTo>
                <a:lnTo>
                  <a:pt x="9626" y="4328"/>
                </a:lnTo>
                <a:lnTo>
                  <a:pt x="9627" y="4328"/>
                </a:lnTo>
                <a:lnTo>
                  <a:pt x="9628" y="4328"/>
                </a:lnTo>
                <a:lnTo>
                  <a:pt x="9629" y="4328"/>
                </a:lnTo>
                <a:lnTo>
                  <a:pt x="9630" y="4328"/>
                </a:lnTo>
                <a:lnTo>
                  <a:pt x="9631" y="4328"/>
                </a:lnTo>
                <a:lnTo>
                  <a:pt x="9632" y="4328"/>
                </a:lnTo>
                <a:lnTo>
                  <a:pt x="9633" y="4328"/>
                </a:lnTo>
                <a:lnTo>
                  <a:pt x="9634" y="4328"/>
                </a:lnTo>
                <a:lnTo>
                  <a:pt x="9635" y="4328"/>
                </a:lnTo>
                <a:lnTo>
                  <a:pt x="9636" y="4328"/>
                </a:lnTo>
                <a:lnTo>
                  <a:pt x="9637" y="4328"/>
                </a:lnTo>
                <a:lnTo>
                  <a:pt x="9638" y="4328"/>
                </a:lnTo>
                <a:lnTo>
                  <a:pt x="9639" y="4328"/>
                </a:lnTo>
                <a:lnTo>
                  <a:pt x="9640" y="4328"/>
                </a:lnTo>
                <a:lnTo>
                  <a:pt x="9641" y="4328"/>
                </a:lnTo>
                <a:lnTo>
                  <a:pt x="9642" y="4328"/>
                </a:lnTo>
                <a:lnTo>
                  <a:pt x="9643" y="4328"/>
                </a:lnTo>
                <a:lnTo>
                  <a:pt x="9644" y="4328"/>
                </a:lnTo>
                <a:lnTo>
                  <a:pt x="9645" y="4328"/>
                </a:lnTo>
                <a:lnTo>
                  <a:pt x="9646" y="4328"/>
                </a:lnTo>
                <a:lnTo>
                  <a:pt x="9647" y="4328"/>
                </a:lnTo>
                <a:lnTo>
                  <a:pt x="9648" y="4328"/>
                </a:lnTo>
                <a:lnTo>
                  <a:pt x="9649" y="4328"/>
                </a:lnTo>
                <a:lnTo>
                  <a:pt x="9650" y="4328"/>
                </a:lnTo>
                <a:lnTo>
                  <a:pt x="9651" y="4328"/>
                </a:lnTo>
                <a:lnTo>
                  <a:pt x="9652" y="4328"/>
                </a:lnTo>
                <a:lnTo>
                  <a:pt x="9653" y="4328"/>
                </a:lnTo>
                <a:lnTo>
                  <a:pt x="9654" y="4328"/>
                </a:lnTo>
                <a:lnTo>
                  <a:pt x="9655" y="4328"/>
                </a:lnTo>
                <a:lnTo>
                  <a:pt x="9656" y="4328"/>
                </a:lnTo>
                <a:lnTo>
                  <a:pt x="9657" y="4328"/>
                </a:lnTo>
                <a:lnTo>
                  <a:pt x="9658" y="4328"/>
                </a:lnTo>
                <a:lnTo>
                  <a:pt x="9659" y="4328"/>
                </a:lnTo>
                <a:lnTo>
                  <a:pt x="9660" y="4328"/>
                </a:lnTo>
                <a:lnTo>
                  <a:pt x="9661" y="4328"/>
                </a:lnTo>
                <a:lnTo>
                  <a:pt x="9662" y="4328"/>
                </a:lnTo>
                <a:lnTo>
                  <a:pt x="9663" y="4328"/>
                </a:lnTo>
                <a:lnTo>
                  <a:pt x="9664" y="4328"/>
                </a:lnTo>
                <a:lnTo>
                  <a:pt x="9665" y="4328"/>
                </a:lnTo>
                <a:lnTo>
                  <a:pt x="9666" y="4328"/>
                </a:lnTo>
                <a:lnTo>
                  <a:pt x="9667" y="4328"/>
                </a:lnTo>
                <a:lnTo>
                  <a:pt x="9668" y="4328"/>
                </a:lnTo>
                <a:lnTo>
                  <a:pt x="9669" y="4328"/>
                </a:lnTo>
                <a:lnTo>
                  <a:pt x="9670" y="4328"/>
                </a:lnTo>
                <a:lnTo>
                  <a:pt x="9671" y="4328"/>
                </a:lnTo>
                <a:lnTo>
                  <a:pt x="9672" y="4328"/>
                </a:lnTo>
                <a:lnTo>
                  <a:pt x="9673" y="4328"/>
                </a:lnTo>
                <a:lnTo>
                  <a:pt x="9674" y="4328"/>
                </a:lnTo>
                <a:lnTo>
                  <a:pt x="9675" y="4328"/>
                </a:lnTo>
                <a:lnTo>
                  <a:pt x="9676" y="4328"/>
                </a:lnTo>
                <a:lnTo>
                  <a:pt x="9677" y="4328"/>
                </a:lnTo>
                <a:lnTo>
                  <a:pt x="9678" y="4328"/>
                </a:lnTo>
                <a:lnTo>
                  <a:pt x="9679" y="4328"/>
                </a:lnTo>
                <a:lnTo>
                  <a:pt x="9680" y="4328"/>
                </a:lnTo>
                <a:lnTo>
                  <a:pt x="9681" y="4328"/>
                </a:lnTo>
                <a:lnTo>
                  <a:pt x="9682" y="4328"/>
                </a:lnTo>
                <a:lnTo>
                  <a:pt x="9683" y="4328"/>
                </a:lnTo>
                <a:lnTo>
                  <a:pt x="9684" y="4328"/>
                </a:lnTo>
                <a:lnTo>
                  <a:pt x="9685" y="4328"/>
                </a:lnTo>
                <a:lnTo>
                  <a:pt x="9686" y="4328"/>
                </a:lnTo>
                <a:lnTo>
                  <a:pt x="9687" y="4328"/>
                </a:lnTo>
                <a:lnTo>
                  <a:pt x="9688" y="4328"/>
                </a:lnTo>
                <a:lnTo>
                  <a:pt x="9689" y="4328"/>
                </a:lnTo>
                <a:lnTo>
                  <a:pt x="9690" y="4328"/>
                </a:lnTo>
                <a:lnTo>
                  <a:pt x="9691" y="4328"/>
                </a:lnTo>
                <a:lnTo>
                  <a:pt x="9692" y="4328"/>
                </a:lnTo>
                <a:lnTo>
                  <a:pt x="9693" y="4328"/>
                </a:lnTo>
                <a:lnTo>
                  <a:pt x="9694" y="4328"/>
                </a:lnTo>
                <a:lnTo>
                  <a:pt x="9695" y="4328"/>
                </a:lnTo>
                <a:lnTo>
                  <a:pt x="9696" y="4328"/>
                </a:lnTo>
                <a:lnTo>
                  <a:pt x="9697" y="4328"/>
                </a:lnTo>
                <a:lnTo>
                  <a:pt x="9698" y="4328"/>
                </a:lnTo>
                <a:lnTo>
                  <a:pt x="9699" y="4328"/>
                </a:lnTo>
                <a:lnTo>
                  <a:pt x="9700" y="4328"/>
                </a:lnTo>
                <a:lnTo>
                  <a:pt x="9701" y="4328"/>
                </a:lnTo>
                <a:lnTo>
                  <a:pt x="9702" y="4328"/>
                </a:lnTo>
                <a:lnTo>
                  <a:pt x="9703" y="4328"/>
                </a:lnTo>
                <a:lnTo>
                  <a:pt x="9704" y="4328"/>
                </a:lnTo>
                <a:lnTo>
                  <a:pt x="9705" y="4328"/>
                </a:lnTo>
                <a:lnTo>
                  <a:pt x="9706" y="4328"/>
                </a:lnTo>
                <a:lnTo>
                  <a:pt x="9707" y="4328"/>
                </a:lnTo>
                <a:lnTo>
                  <a:pt x="9708" y="4328"/>
                </a:lnTo>
                <a:lnTo>
                  <a:pt x="9709" y="4328"/>
                </a:lnTo>
                <a:lnTo>
                  <a:pt x="9710" y="4328"/>
                </a:lnTo>
                <a:lnTo>
                  <a:pt x="9711" y="4328"/>
                </a:lnTo>
                <a:lnTo>
                  <a:pt x="9712" y="4328"/>
                </a:lnTo>
                <a:lnTo>
                  <a:pt x="9713" y="4328"/>
                </a:lnTo>
                <a:lnTo>
                  <a:pt x="9714" y="4328"/>
                </a:lnTo>
                <a:lnTo>
                  <a:pt x="9715" y="4328"/>
                </a:lnTo>
                <a:lnTo>
                  <a:pt x="9716" y="4328"/>
                </a:lnTo>
                <a:lnTo>
                  <a:pt x="9717" y="4328"/>
                </a:lnTo>
                <a:lnTo>
                  <a:pt x="9718" y="4328"/>
                </a:lnTo>
                <a:lnTo>
                  <a:pt x="9719" y="4328"/>
                </a:lnTo>
                <a:lnTo>
                  <a:pt x="9720" y="4328"/>
                </a:lnTo>
                <a:lnTo>
                  <a:pt x="9721" y="4328"/>
                </a:lnTo>
                <a:lnTo>
                  <a:pt x="9722" y="4328"/>
                </a:lnTo>
                <a:lnTo>
                  <a:pt x="9723" y="4328"/>
                </a:lnTo>
                <a:lnTo>
                  <a:pt x="9724" y="4328"/>
                </a:lnTo>
                <a:lnTo>
                  <a:pt x="9725" y="4328"/>
                </a:lnTo>
                <a:lnTo>
                  <a:pt x="9726" y="4328"/>
                </a:lnTo>
                <a:lnTo>
                  <a:pt x="9727" y="4328"/>
                </a:lnTo>
                <a:lnTo>
                  <a:pt x="9728" y="4328"/>
                </a:lnTo>
                <a:lnTo>
                  <a:pt x="9729" y="4328"/>
                </a:lnTo>
                <a:lnTo>
                  <a:pt x="9730" y="4328"/>
                </a:lnTo>
                <a:lnTo>
                  <a:pt x="9731" y="4328"/>
                </a:lnTo>
                <a:lnTo>
                  <a:pt x="9732" y="4328"/>
                </a:lnTo>
                <a:lnTo>
                  <a:pt x="9733" y="4328"/>
                </a:lnTo>
                <a:lnTo>
                  <a:pt x="9734" y="4328"/>
                </a:lnTo>
                <a:lnTo>
                  <a:pt x="9735" y="4328"/>
                </a:lnTo>
                <a:lnTo>
                  <a:pt x="9736" y="4328"/>
                </a:lnTo>
                <a:lnTo>
                  <a:pt x="9737" y="4328"/>
                </a:lnTo>
                <a:lnTo>
                  <a:pt x="9738" y="4328"/>
                </a:lnTo>
                <a:lnTo>
                  <a:pt x="9739" y="4328"/>
                </a:lnTo>
                <a:lnTo>
                  <a:pt x="9740" y="4328"/>
                </a:lnTo>
                <a:lnTo>
                  <a:pt x="9741" y="4328"/>
                </a:lnTo>
                <a:lnTo>
                  <a:pt x="9742" y="4328"/>
                </a:lnTo>
                <a:lnTo>
                  <a:pt x="9743" y="4328"/>
                </a:lnTo>
                <a:lnTo>
                  <a:pt x="9744" y="4328"/>
                </a:lnTo>
                <a:lnTo>
                  <a:pt x="9745" y="4328"/>
                </a:lnTo>
                <a:lnTo>
                  <a:pt x="9746" y="4328"/>
                </a:lnTo>
                <a:lnTo>
                  <a:pt x="9747" y="4328"/>
                </a:lnTo>
                <a:lnTo>
                  <a:pt x="9748" y="4328"/>
                </a:lnTo>
                <a:lnTo>
                  <a:pt x="9749" y="4328"/>
                </a:lnTo>
                <a:lnTo>
                  <a:pt x="9750" y="4328"/>
                </a:lnTo>
                <a:lnTo>
                  <a:pt x="9751" y="4328"/>
                </a:lnTo>
                <a:lnTo>
                  <a:pt x="9752" y="4328"/>
                </a:lnTo>
                <a:lnTo>
                  <a:pt x="9753" y="4328"/>
                </a:lnTo>
                <a:lnTo>
                  <a:pt x="9754" y="4328"/>
                </a:lnTo>
                <a:lnTo>
                  <a:pt x="9755" y="4328"/>
                </a:lnTo>
                <a:lnTo>
                  <a:pt x="9756" y="4328"/>
                </a:lnTo>
                <a:lnTo>
                  <a:pt x="9757" y="4328"/>
                </a:lnTo>
                <a:lnTo>
                  <a:pt x="9758" y="4328"/>
                </a:lnTo>
                <a:lnTo>
                  <a:pt x="9759" y="4328"/>
                </a:lnTo>
                <a:lnTo>
                  <a:pt x="9760" y="4328"/>
                </a:lnTo>
                <a:lnTo>
                  <a:pt x="9761" y="4328"/>
                </a:lnTo>
                <a:lnTo>
                  <a:pt x="9762" y="4328"/>
                </a:lnTo>
                <a:lnTo>
                  <a:pt x="9763" y="4328"/>
                </a:lnTo>
                <a:lnTo>
                  <a:pt x="9764" y="4328"/>
                </a:lnTo>
                <a:lnTo>
                  <a:pt x="9765" y="4328"/>
                </a:lnTo>
                <a:lnTo>
                  <a:pt x="9766" y="4328"/>
                </a:lnTo>
                <a:lnTo>
                  <a:pt x="9767" y="4328"/>
                </a:lnTo>
                <a:lnTo>
                  <a:pt x="9768" y="4328"/>
                </a:lnTo>
                <a:lnTo>
                  <a:pt x="9769" y="4328"/>
                </a:lnTo>
                <a:lnTo>
                  <a:pt x="9770" y="4328"/>
                </a:lnTo>
                <a:lnTo>
                  <a:pt x="9771" y="4328"/>
                </a:lnTo>
                <a:lnTo>
                  <a:pt x="9772" y="4328"/>
                </a:lnTo>
                <a:lnTo>
                  <a:pt x="9773" y="4328"/>
                </a:lnTo>
                <a:lnTo>
                  <a:pt x="9774" y="4328"/>
                </a:lnTo>
                <a:lnTo>
                  <a:pt x="9775" y="4328"/>
                </a:lnTo>
                <a:lnTo>
                  <a:pt x="9776" y="4328"/>
                </a:lnTo>
                <a:lnTo>
                  <a:pt x="9777" y="4328"/>
                </a:lnTo>
                <a:lnTo>
                  <a:pt x="9778" y="4328"/>
                </a:lnTo>
                <a:lnTo>
                  <a:pt x="9779" y="4328"/>
                </a:lnTo>
                <a:lnTo>
                  <a:pt x="9780" y="4328"/>
                </a:lnTo>
                <a:lnTo>
                  <a:pt x="9781" y="4328"/>
                </a:lnTo>
                <a:lnTo>
                  <a:pt x="9782" y="4328"/>
                </a:lnTo>
                <a:lnTo>
                  <a:pt x="9783" y="4328"/>
                </a:lnTo>
                <a:lnTo>
                  <a:pt x="9784" y="4328"/>
                </a:lnTo>
                <a:lnTo>
                  <a:pt x="9785" y="4328"/>
                </a:lnTo>
                <a:lnTo>
                  <a:pt x="9786" y="4328"/>
                </a:lnTo>
                <a:lnTo>
                  <a:pt x="9787" y="4328"/>
                </a:lnTo>
                <a:lnTo>
                  <a:pt x="9788" y="4328"/>
                </a:lnTo>
                <a:lnTo>
                  <a:pt x="9789" y="4328"/>
                </a:lnTo>
                <a:lnTo>
                  <a:pt x="9790" y="4328"/>
                </a:lnTo>
                <a:lnTo>
                  <a:pt x="9791" y="4328"/>
                </a:lnTo>
                <a:lnTo>
                  <a:pt x="9792" y="4328"/>
                </a:lnTo>
                <a:lnTo>
                  <a:pt x="9793" y="4328"/>
                </a:lnTo>
                <a:lnTo>
                  <a:pt x="9794" y="4328"/>
                </a:lnTo>
                <a:lnTo>
                  <a:pt x="9795" y="4328"/>
                </a:lnTo>
                <a:lnTo>
                  <a:pt x="9796" y="4328"/>
                </a:lnTo>
                <a:lnTo>
                  <a:pt x="9797" y="4328"/>
                </a:lnTo>
                <a:lnTo>
                  <a:pt x="9798" y="4328"/>
                </a:lnTo>
                <a:lnTo>
                  <a:pt x="9799" y="4328"/>
                </a:lnTo>
                <a:lnTo>
                  <a:pt x="9800" y="4328"/>
                </a:lnTo>
                <a:lnTo>
                  <a:pt x="9801" y="4328"/>
                </a:lnTo>
                <a:lnTo>
                  <a:pt x="9802" y="4328"/>
                </a:lnTo>
                <a:lnTo>
                  <a:pt x="9803" y="4328"/>
                </a:lnTo>
                <a:lnTo>
                  <a:pt x="9804" y="4328"/>
                </a:lnTo>
                <a:lnTo>
                  <a:pt x="9805" y="4328"/>
                </a:lnTo>
                <a:lnTo>
                  <a:pt x="9806" y="4328"/>
                </a:lnTo>
                <a:lnTo>
                  <a:pt x="9807" y="4328"/>
                </a:lnTo>
                <a:lnTo>
                  <a:pt x="9808" y="4328"/>
                </a:lnTo>
                <a:lnTo>
                  <a:pt x="9809" y="4328"/>
                </a:lnTo>
                <a:lnTo>
                  <a:pt x="9810" y="4328"/>
                </a:lnTo>
                <a:lnTo>
                  <a:pt x="9811" y="4328"/>
                </a:lnTo>
                <a:lnTo>
                  <a:pt x="9812" y="4328"/>
                </a:lnTo>
                <a:lnTo>
                  <a:pt x="9813" y="4328"/>
                </a:lnTo>
                <a:lnTo>
                  <a:pt x="9814" y="4328"/>
                </a:lnTo>
                <a:lnTo>
                  <a:pt x="9815" y="4328"/>
                </a:lnTo>
                <a:lnTo>
                  <a:pt x="9816" y="4328"/>
                </a:lnTo>
                <a:lnTo>
                  <a:pt x="9817" y="4328"/>
                </a:lnTo>
                <a:lnTo>
                  <a:pt x="9818" y="4328"/>
                </a:lnTo>
                <a:lnTo>
                  <a:pt x="9819" y="4328"/>
                </a:lnTo>
                <a:lnTo>
                  <a:pt x="9820" y="4328"/>
                </a:lnTo>
                <a:lnTo>
                  <a:pt x="9821" y="4328"/>
                </a:lnTo>
                <a:lnTo>
                  <a:pt x="9822" y="4328"/>
                </a:lnTo>
                <a:lnTo>
                  <a:pt x="9823" y="4328"/>
                </a:lnTo>
                <a:lnTo>
                  <a:pt x="9824" y="4328"/>
                </a:lnTo>
                <a:lnTo>
                  <a:pt x="9825" y="4328"/>
                </a:lnTo>
                <a:lnTo>
                  <a:pt x="9826" y="4328"/>
                </a:lnTo>
                <a:lnTo>
                  <a:pt x="9827" y="4328"/>
                </a:lnTo>
                <a:lnTo>
                  <a:pt x="9828" y="4328"/>
                </a:lnTo>
                <a:lnTo>
                  <a:pt x="9829" y="4328"/>
                </a:lnTo>
                <a:lnTo>
                  <a:pt x="9830" y="4328"/>
                </a:lnTo>
                <a:lnTo>
                  <a:pt x="9831" y="4328"/>
                </a:lnTo>
                <a:lnTo>
                  <a:pt x="9832" y="4328"/>
                </a:lnTo>
                <a:lnTo>
                  <a:pt x="9833" y="4328"/>
                </a:lnTo>
                <a:lnTo>
                  <a:pt x="9834" y="4328"/>
                </a:lnTo>
                <a:lnTo>
                  <a:pt x="9835" y="4328"/>
                </a:lnTo>
                <a:lnTo>
                  <a:pt x="9836" y="4328"/>
                </a:lnTo>
                <a:lnTo>
                  <a:pt x="9837" y="4328"/>
                </a:lnTo>
                <a:lnTo>
                  <a:pt x="9838" y="4328"/>
                </a:lnTo>
                <a:lnTo>
                  <a:pt x="9839" y="4328"/>
                </a:lnTo>
                <a:lnTo>
                  <a:pt x="9840" y="4328"/>
                </a:lnTo>
                <a:lnTo>
                  <a:pt x="9841" y="4328"/>
                </a:lnTo>
                <a:lnTo>
                  <a:pt x="9842" y="4328"/>
                </a:lnTo>
                <a:lnTo>
                  <a:pt x="9843" y="4328"/>
                </a:lnTo>
                <a:lnTo>
                  <a:pt x="9844" y="4328"/>
                </a:lnTo>
                <a:lnTo>
                  <a:pt x="9845" y="4328"/>
                </a:lnTo>
                <a:lnTo>
                  <a:pt x="9846" y="4328"/>
                </a:lnTo>
                <a:lnTo>
                  <a:pt x="9847" y="4328"/>
                </a:lnTo>
                <a:lnTo>
                  <a:pt x="9848" y="4328"/>
                </a:lnTo>
                <a:lnTo>
                  <a:pt x="9849" y="4328"/>
                </a:lnTo>
                <a:lnTo>
                  <a:pt x="9850" y="4328"/>
                </a:lnTo>
                <a:lnTo>
                  <a:pt x="9851" y="4328"/>
                </a:lnTo>
                <a:lnTo>
                  <a:pt x="9852" y="4328"/>
                </a:lnTo>
                <a:lnTo>
                  <a:pt x="9853" y="4328"/>
                </a:lnTo>
                <a:lnTo>
                  <a:pt x="9854" y="4328"/>
                </a:lnTo>
                <a:lnTo>
                  <a:pt x="9855" y="4328"/>
                </a:lnTo>
                <a:lnTo>
                  <a:pt x="9856" y="4328"/>
                </a:lnTo>
                <a:lnTo>
                  <a:pt x="9857" y="4328"/>
                </a:lnTo>
                <a:lnTo>
                  <a:pt x="9858" y="4328"/>
                </a:lnTo>
                <a:lnTo>
                  <a:pt x="9859" y="4328"/>
                </a:lnTo>
                <a:lnTo>
                  <a:pt x="9860" y="4328"/>
                </a:lnTo>
                <a:lnTo>
                  <a:pt x="9861" y="4328"/>
                </a:lnTo>
                <a:lnTo>
                  <a:pt x="9862" y="4328"/>
                </a:lnTo>
                <a:lnTo>
                  <a:pt x="9863" y="4328"/>
                </a:lnTo>
                <a:lnTo>
                  <a:pt x="9864" y="4328"/>
                </a:lnTo>
                <a:lnTo>
                  <a:pt x="9865" y="4328"/>
                </a:lnTo>
                <a:lnTo>
                  <a:pt x="9866" y="4328"/>
                </a:lnTo>
                <a:lnTo>
                  <a:pt x="9867" y="4328"/>
                </a:lnTo>
                <a:lnTo>
                  <a:pt x="9868" y="4328"/>
                </a:lnTo>
                <a:lnTo>
                  <a:pt x="9869" y="4328"/>
                </a:lnTo>
                <a:lnTo>
                  <a:pt x="9870" y="4328"/>
                </a:lnTo>
                <a:lnTo>
                  <a:pt x="9871" y="4328"/>
                </a:lnTo>
                <a:lnTo>
                  <a:pt x="9872" y="4328"/>
                </a:lnTo>
                <a:lnTo>
                  <a:pt x="9873" y="4328"/>
                </a:lnTo>
                <a:lnTo>
                  <a:pt x="9874" y="4328"/>
                </a:lnTo>
                <a:lnTo>
                  <a:pt x="9875" y="4328"/>
                </a:lnTo>
                <a:lnTo>
                  <a:pt x="9876" y="4328"/>
                </a:lnTo>
                <a:lnTo>
                  <a:pt x="9877" y="4328"/>
                </a:lnTo>
                <a:lnTo>
                  <a:pt x="9878" y="4328"/>
                </a:lnTo>
                <a:lnTo>
                  <a:pt x="9879" y="4328"/>
                </a:lnTo>
                <a:lnTo>
                  <a:pt x="9880" y="4328"/>
                </a:lnTo>
                <a:lnTo>
                  <a:pt x="9881" y="4328"/>
                </a:lnTo>
                <a:lnTo>
                  <a:pt x="9882" y="4328"/>
                </a:lnTo>
                <a:lnTo>
                  <a:pt x="9883" y="4328"/>
                </a:lnTo>
                <a:lnTo>
                  <a:pt x="9884" y="4328"/>
                </a:lnTo>
                <a:lnTo>
                  <a:pt x="9885" y="4328"/>
                </a:lnTo>
                <a:lnTo>
                  <a:pt x="9886" y="4328"/>
                </a:lnTo>
                <a:lnTo>
                  <a:pt x="9887" y="4328"/>
                </a:lnTo>
                <a:lnTo>
                  <a:pt x="9888" y="4328"/>
                </a:lnTo>
                <a:lnTo>
                  <a:pt x="9889" y="4328"/>
                </a:lnTo>
                <a:lnTo>
                  <a:pt x="9890" y="4328"/>
                </a:lnTo>
                <a:lnTo>
                  <a:pt x="9891" y="4328"/>
                </a:lnTo>
                <a:lnTo>
                  <a:pt x="9892" y="4328"/>
                </a:lnTo>
                <a:lnTo>
                  <a:pt x="9893" y="4328"/>
                </a:lnTo>
                <a:lnTo>
                  <a:pt x="9894" y="4328"/>
                </a:lnTo>
                <a:lnTo>
                  <a:pt x="9895" y="4328"/>
                </a:lnTo>
                <a:lnTo>
                  <a:pt x="9896" y="4328"/>
                </a:lnTo>
                <a:lnTo>
                  <a:pt x="9897" y="4328"/>
                </a:lnTo>
                <a:lnTo>
                  <a:pt x="9898" y="4328"/>
                </a:lnTo>
                <a:lnTo>
                  <a:pt x="9899" y="4328"/>
                </a:lnTo>
                <a:lnTo>
                  <a:pt x="9900" y="4328"/>
                </a:lnTo>
                <a:lnTo>
                  <a:pt x="9901" y="4328"/>
                </a:lnTo>
                <a:lnTo>
                  <a:pt x="9902" y="4328"/>
                </a:lnTo>
                <a:lnTo>
                  <a:pt x="9903" y="4328"/>
                </a:lnTo>
                <a:lnTo>
                  <a:pt x="9904" y="4328"/>
                </a:lnTo>
                <a:lnTo>
                  <a:pt x="9905" y="4328"/>
                </a:lnTo>
                <a:lnTo>
                  <a:pt x="9906" y="4328"/>
                </a:lnTo>
                <a:lnTo>
                  <a:pt x="9907" y="4328"/>
                </a:lnTo>
                <a:lnTo>
                  <a:pt x="9908" y="4328"/>
                </a:lnTo>
                <a:lnTo>
                  <a:pt x="9909" y="4328"/>
                </a:lnTo>
                <a:lnTo>
                  <a:pt x="9910" y="4328"/>
                </a:lnTo>
                <a:lnTo>
                  <a:pt x="9911" y="4328"/>
                </a:lnTo>
                <a:lnTo>
                  <a:pt x="9912" y="4328"/>
                </a:lnTo>
                <a:lnTo>
                  <a:pt x="9913" y="4328"/>
                </a:lnTo>
                <a:lnTo>
                  <a:pt x="9914" y="4328"/>
                </a:lnTo>
                <a:lnTo>
                  <a:pt x="9915" y="4328"/>
                </a:lnTo>
                <a:lnTo>
                  <a:pt x="9916" y="4328"/>
                </a:lnTo>
                <a:lnTo>
                  <a:pt x="9917" y="4328"/>
                </a:lnTo>
                <a:lnTo>
                  <a:pt x="9918" y="4328"/>
                </a:lnTo>
                <a:lnTo>
                  <a:pt x="9919" y="4328"/>
                </a:lnTo>
                <a:lnTo>
                  <a:pt x="9920" y="4328"/>
                </a:lnTo>
                <a:lnTo>
                  <a:pt x="9921" y="4328"/>
                </a:lnTo>
                <a:lnTo>
                  <a:pt x="9922" y="4328"/>
                </a:lnTo>
                <a:lnTo>
                  <a:pt x="9923" y="4328"/>
                </a:lnTo>
                <a:lnTo>
                  <a:pt x="9924" y="4328"/>
                </a:lnTo>
                <a:lnTo>
                  <a:pt x="9925" y="4328"/>
                </a:lnTo>
                <a:lnTo>
                  <a:pt x="9926" y="4328"/>
                </a:lnTo>
                <a:lnTo>
                  <a:pt x="9927" y="4328"/>
                </a:lnTo>
                <a:lnTo>
                  <a:pt x="9928" y="4328"/>
                </a:lnTo>
                <a:lnTo>
                  <a:pt x="9929" y="4328"/>
                </a:lnTo>
                <a:lnTo>
                  <a:pt x="9930" y="4328"/>
                </a:lnTo>
                <a:lnTo>
                  <a:pt x="9931" y="4328"/>
                </a:lnTo>
                <a:lnTo>
                  <a:pt x="9932" y="4328"/>
                </a:lnTo>
                <a:lnTo>
                  <a:pt x="9933" y="4328"/>
                </a:lnTo>
                <a:lnTo>
                  <a:pt x="9934" y="4328"/>
                </a:lnTo>
                <a:lnTo>
                  <a:pt x="9935" y="4328"/>
                </a:lnTo>
                <a:lnTo>
                  <a:pt x="9936" y="4328"/>
                </a:lnTo>
                <a:lnTo>
                  <a:pt x="9937" y="4328"/>
                </a:lnTo>
                <a:lnTo>
                  <a:pt x="9938" y="4328"/>
                </a:lnTo>
                <a:lnTo>
                  <a:pt x="9939" y="4328"/>
                </a:lnTo>
                <a:lnTo>
                  <a:pt x="9940" y="4328"/>
                </a:lnTo>
                <a:lnTo>
                  <a:pt x="9941" y="4328"/>
                </a:lnTo>
                <a:lnTo>
                  <a:pt x="9942" y="4328"/>
                </a:lnTo>
                <a:lnTo>
                  <a:pt x="9943" y="4328"/>
                </a:lnTo>
                <a:lnTo>
                  <a:pt x="9944" y="4328"/>
                </a:lnTo>
                <a:lnTo>
                  <a:pt x="9945" y="4328"/>
                </a:lnTo>
                <a:lnTo>
                  <a:pt x="9946" y="4328"/>
                </a:lnTo>
                <a:lnTo>
                  <a:pt x="9947" y="4328"/>
                </a:lnTo>
                <a:lnTo>
                  <a:pt x="9948" y="4328"/>
                </a:lnTo>
                <a:lnTo>
                  <a:pt x="9949" y="4328"/>
                </a:lnTo>
                <a:lnTo>
                  <a:pt x="9950" y="4328"/>
                </a:lnTo>
                <a:lnTo>
                  <a:pt x="9951" y="4328"/>
                </a:lnTo>
                <a:lnTo>
                  <a:pt x="9952" y="4328"/>
                </a:lnTo>
                <a:lnTo>
                  <a:pt x="9953" y="4328"/>
                </a:lnTo>
                <a:lnTo>
                  <a:pt x="9954" y="4328"/>
                </a:lnTo>
                <a:lnTo>
                  <a:pt x="9955" y="4328"/>
                </a:lnTo>
                <a:lnTo>
                  <a:pt x="9956" y="4328"/>
                </a:lnTo>
                <a:lnTo>
                  <a:pt x="9957" y="4328"/>
                </a:lnTo>
                <a:lnTo>
                  <a:pt x="9958" y="4328"/>
                </a:lnTo>
                <a:lnTo>
                  <a:pt x="9959" y="4328"/>
                </a:lnTo>
                <a:lnTo>
                  <a:pt x="9960" y="4328"/>
                </a:lnTo>
                <a:lnTo>
                  <a:pt x="9961" y="4328"/>
                </a:lnTo>
                <a:lnTo>
                  <a:pt x="9962" y="4328"/>
                </a:lnTo>
                <a:lnTo>
                  <a:pt x="9963" y="4328"/>
                </a:lnTo>
                <a:lnTo>
                  <a:pt x="9964" y="4328"/>
                </a:lnTo>
                <a:lnTo>
                  <a:pt x="9965" y="4328"/>
                </a:lnTo>
                <a:lnTo>
                  <a:pt x="9966" y="4328"/>
                </a:lnTo>
                <a:lnTo>
                  <a:pt x="9967" y="4328"/>
                </a:lnTo>
                <a:lnTo>
                  <a:pt x="9968" y="4328"/>
                </a:lnTo>
                <a:lnTo>
                  <a:pt x="9969" y="4328"/>
                </a:lnTo>
                <a:lnTo>
                  <a:pt x="9970" y="4328"/>
                </a:lnTo>
                <a:lnTo>
                  <a:pt x="9971" y="4328"/>
                </a:lnTo>
                <a:lnTo>
                  <a:pt x="9972" y="4328"/>
                </a:lnTo>
                <a:lnTo>
                  <a:pt x="9973" y="4328"/>
                </a:lnTo>
                <a:lnTo>
                  <a:pt x="9974" y="4328"/>
                </a:lnTo>
                <a:lnTo>
                  <a:pt x="9975" y="4328"/>
                </a:lnTo>
                <a:lnTo>
                  <a:pt x="9976" y="4328"/>
                </a:lnTo>
                <a:lnTo>
                  <a:pt x="9977" y="4328"/>
                </a:lnTo>
                <a:lnTo>
                  <a:pt x="9978" y="4328"/>
                </a:lnTo>
                <a:lnTo>
                  <a:pt x="9979" y="4328"/>
                </a:lnTo>
                <a:lnTo>
                  <a:pt x="9980" y="4328"/>
                </a:lnTo>
                <a:lnTo>
                  <a:pt x="9981" y="4328"/>
                </a:lnTo>
                <a:lnTo>
                  <a:pt x="9982" y="4328"/>
                </a:lnTo>
                <a:lnTo>
                  <a:pt x="9983" y="4328"/>
                </a:lnTo>
                <a:lnTo>
                  <a:pt x="9984" y="4328"/>
                </a:lnTo>
                <a:lnTo>
                  <a:pt x="9985" y="4328"/>
                </a:lnTo>
                <a:lnTo>
                  <a:pt x="9986" y="4328"/>
                </a:lnTo>
                <a:lnTo>
                  <a:pt x="9987" y="4328"/>
                </a:lnTo>
                <a:lnTo>
                  <a:pt x="9988" y="4328"/>
                </a:lnTo>
                <a:lnTo>
                  <a:pt x="9989" y="4328"/>
                </a:lnTo>
                <a:lnTo>
                  <a:pt x="9990" y="4328"/>
                </a:lnTo>
                <a:lnTo>
                  <a:pt x="9991" y="4328"/>
                </a:lnTo>
                <a:lnTo>
                  <a:pt x="9992" y="4328"/>
                </a:lnTo>
                <a:lnTo>
                  <a:pt x="9993" y="4328"/>
                </a:lnTo>
                <a:lnTo>
                  <a:pt x="9994" y="4328"/>
                </a:lnTo>
                <a:lnTo>
                  <a:pt x="9995" y="4328"/>
                </a:lnTo>
                <a:lnTo>
                  <a:pt x="9996" y="4328"/>
                </a:lnTo>
                <a:lnTo>
                  <a:pt x="9997" y="4328"/>
                </a:lnTo>
                <a:lnTo>
                  <a:pt x="9998" y="4328"/>
                </a:lnTo>
                <a:lnTo>
                  <a:pt x="9999" y="4328"/>
                </a:lnTo>
                <a:lnTo>
                  <a:pt x="10000" y="4328"/>
                </a:lnTo>
                <a:lnTo>
                  <a:pt x="10001" y="4328"/>
                </a:lnTo>
                <a:lnTo>
                  <a:pt x="10002" y="4328"/>
                </a:lnTo>
                <a:lnTo>
                  <a:pt x="10003" y="4328"/>
                </a:lnTo>
                <a:lnTo>
                  <a:pt x="10004" y="4328"/>
                </a:lnTo>
                <a:lnTo>
                  <a:pt x="10005" y="4328"/>
                </a:lnTo>
                <a:lnTo>
                  <a:pt x="10006" y="4328"/>
                </a:lnTo>
                <a:lnTo>
                  <a:pt x="10007" y="4328"/>
                </a:lnTo>
                <a:lnTo>
                  <a:pt x="10008" y="4328"/>
                </a:lnTo>
                <a:lnTo>
                  <a:pt x="10009" y="4328"/>
                </a:lnTo>
                <a:lnTo>
                  <a:pt x="10010" y="4328"/>
                </a:lnTo>
                <a:lnTo>
                  <a:pt x="10011" y="4328"/>
                </a:lnTo>
                <a:lnTo>
                  <a:pt x="10012" y="4328"/>
                </a:lnTo>
                <a:lnTo>
                  <a:pt x="10013" y="4328"/>
                </a:lnTo>
                <a:lnTo>
                  <a:pt x="10014" y="4328"/>
                </a:lnTo>
                <a:lnTo>
                  <a:pt x="10015" y="4328"/>
                </a:lnTo>
                <a:lnTo>
                  <a:pt x="10016" y="4328"/>
                </a:lnTo>
                <a:lnTo>
                  <a:pt x="10017" y="4328"/>
                </a:lnTo>
                <a:lnTo>
                  <a:pt x="10018" y="4328"/>
                </a:lnTo>
                <a:lnTo>
                  <a:pt x="10019" y="4328"/>
                </a:lnTo>
                <a:lnTo>
                  <a:pt x="10020" y="4328"/>
                </a:lnTo>
                <a:lnTo>
                  <a:pt x="10021" y="4328"/>
                </a:lnTo>
                <a:lnTo>
                  <a:pt x="10022" y="4328"/>
                </a:lnTo>
                <a:lnTo>
                  <a:pt x="10023" y="4328"/>
                </a:lnTo>
                <a:lnTo>
                  <a:pt x="10024" y="4328"/>
                </a:lnTo>
                <a:lnTo>
                  <a:pt x="10025" y="4328"/>
                </a:lnTo>
                <a:lnTo>
                  <a:pt x="10026" y="4328"/>
                </a:lnTo>
                <a:lnTo>
                  <a:pt x="10027" y="4328"/>
                </a:lnTo>
                <a:lnTo>
                  <a:pt x="10028" y="4328"/>
                </a:lnTo>
                <a:lnTo>
                  <a:pt x="10029" y="4328"/>
                </a:lnTo>
                <a:lnTo>
                  <a:pt x="10030" y="4328"/>
                </a:lnTo>
                <a:lnTo>
                  <a:pt x="10031" y="4328"/>
                </a:lnTo>
                <a:lnTo>
                  <a:pt x="10032" y="4328"/>
                </a:lnTo>
                <a:lnTo>
                  <a:pt x="10033" y="4328"/>
                </a:lnTo>
                <a:lnTo>
                  <a:pt x="10034" y="4328"/>
                </a:lnTo>
                <a:lnTo>
                  <a:pt x="10035" y="4328"/>
                </a:lnTo>
                <a:lnTo>
                  <a:pt x="10036" y="4328"/>
                </a:lnTo>
                <a:lnTo>
                  <a:pt x="10037" y="4328"/>
                </a:lnTo>
                <a:lnTo>
                  <a:pt x="10038" y="4328"/>
                </a:lnTo>
                <a:lnTo>
                  <a:pt x="10039" y="4328"/>
                </a:lnTo>
                <a:lnTo>
                  <a:pt x="10040" y="4328"/>
                </a:lnTo>
                <a:lnTo>
                  <a:pt x="10041" y="4328"/>
                </a:lnTo>
                <a:lnTo>
                  <a:pt x="10042" y="4328"/>
                </a:lnTo>
                <a:lnTo>
                  <a:pt x="10043" y="4328"/>
                </a:lnTo>
                <a:lnTo>
                  <a:pt x="10044" y="4328"/>
                </a:lnTo>
                <a:lnTo>
                  <a:pt x="10045" y="4328"/>
                </a:lnTo>
                <a:lnTo>
                  <a:pt x="10046" y="4328"/>
                </a:lnTo>
                <a:lnTo>
                  <a:pt x="10047" y="4328"/>
                </a:lnTo>
                <a:lnTo>
                  <a:pt x="10048" y="4328"/>
                </a:lnTo>
                <a:lnTo>
                  <a:pt x="10049" y="4328"/>
                </a:lnTo>
                <a:lnTo>
                  <a:pt x="10050" y="4328"/>
                </a:lnTo>
                <a:lnTo>
                  <a:pt x="10051" y="4328"/>
                </a:lnTo>
                <a:lnTo>
                  <a:pt x="10052" y="4328"/>
                </a:lnTo>
                <a:lnTo>
                  <a:pt x="10053" y="4328"/>
                </a:lnTo>
                <a:lnTo>
                  <a:pt x="10054" y="4328"/>
                </a:lnTo>
                <a:lnTo>
                  <a:pt x="10055" y="4328"/>
                </a:lnTo>
                <a:lnTo>
                  <a:pt x="10056" y="4328"/>
                </a:lnTo>
                <a:lnTo>
                  <a:pt x="10057" y="4328"/>
                </a:lnTo>
                <a:lnTo>
                  <a:pt x="10058" y="4328"/>
                </a:lnTo>
                <a:lnTo>
                  <a:pt x="10059" y="4328"/>
                </a:lnTo>
                <a:lnTo>
                  <a:pt x="10060" y="4328"/>
                </a:lnTo>
                <a:lnTo>
                  <a:pt x="10061" y="4328"/>
                </a:lnTo>
                <a:lnTo>
                  <a:pt x="10062" y="4328"/>
                </a:lnTo>
                <a:lnTo>
                  <a:pt x="10063" y="4328"/>
                </a:lnTo>
                <a:lnTo>
                  <a:pt x="10064" y="4328"/>
                </a:lnTo>
                <a:lnTo>
                  <a:pt x="10065" y="4328"/>
                </a:lnTo>
                <a:lnTo>
                  <a:pt x="10066" y="4328"/>
                </a:lnTo>
                <a:lnTo>
                  <a:pt x="10067" y="4328"/>
                </a:lnTo>
                <a:lnTo>
                  <a:pt x="10068" y="4328"/>
                </a:lnTo>
                <a:lnTo>
                  <a:pt x="10069" y="4328"/>
                </a:lnTo>
                <a:lnTo>
                  <a:pt x="10070" y="4328"/>
                </a:lnTo>
                <a:lnTo>
                  <a:pt x="10071" y="4328"/>
                </a:lnTo>
                <a:lnTo>
                  <a:pt x="10072" y="4328"/>
                </a:lnTo>
                <a:lnTo>
                  <a:pt x="10073" y="4328"/>
                </a:lnTo>
                <a:lnTo>
                  <a:pt x="10074" y="4328"/>
                </a:lnTo>
                <a:lnTo>
                  <a:pt x="10075" y="4328"/>
                </a:lnTo>
                <a:lnTo>
                  <a:pt x="10076" y="4328"/>
                </a:lnTo>
                <a:lnTo>
                  <a:pt x="10077" y="4328"/>
                </a:lnTo>
                <a:lnTo>
                  <a:pt x="10078" y="4328"/>
                </a:lnTo>
                <a:lnTo>
                  <a:pt x="10079" y="4328"/>
                </a:lnTo>
                <a:lnTo>
                  <a:pt x="10080" y="4328"/>
                </a:lnTo>
                <a:lnTo>
                  <a:pt x="10081" y="4328"/>
                </a:lnTo>
                <a:lnTo>
                  <a:pt x="10082" y="4328"/>
                </a:lnTo>
                <a:lnTo>
                  <a:pt x="10083" y="4328"/>
                </a:lnTo>
                <a:lnTo>
                  <a:pt x="10084" y="4328"/>
                </a:lnTo>
                <a:lnTo>
                  <a:pt x="10085" y="4328"/>
                </a:lnTo>
                <a:lnTo>
                  <a:pt x="10086" y="4328"/>
                </a:lnTo>
                <a:lnTo>
                  <a:pt x="10087" y="4328"/>
                </a:lnTo>
                <a:lnTo>
                  <a:pt x="10088" y="4328"/>
                </a:lnTo>
                <a:lnTo>
                  <a:pt x="10089" y="4328"/>
                </a:lnTo>
                <a:lnTo>
                  <a:pt x="10090" y="4328"/>
                </a:lnTo>
                <a:lnTo>
                  <a:pt x="10091" y="4328"/>
                </a:lnTo>
                <a:lnTo>
                  <a:pt x="10092" y="4328"/>
                </a:lnTo>
                <a:lnTo>
                  <a:pt x="10093" y="4328"/>
                </a:lnTo>
                <a:lnTo>
                  <a:pt x="10094" y="4328"/>
                </a:lnTo>
                <a:lnTo>
                  <a:pt x="10095" y="4328"/>
                </a:lnTo>
                <a:lnTo>
                  <a:pt x="10096" y="4328"/>
                </a:lnTo>
                <a:lnTo>
                  <a:pt x="10097" y="4328"/>
                </a:lnTo>
                <a:lnTo>
                  <a:pt x="10098" y="4328"/>
                </a:lnTo>
                <a:lnTo>
                  <a:pt x="10099" y="4328"/>
                </a:lnTo>
                <a:lnTo>
                  <a:pt x="10100" y="4328"/>
                </a:lnTo>
                <a:lnTo>
                  <a:pt x="10101" y="4328"/>
                </a:lnTo>
                <a:lnTo>
                  <a:pt x="10102" y="4328"/>
                </a:lnTo>
                <a:lnTo>
                  <a:pt x="10103" y="4328"/>
                </a:lnTo>
                <a:lnTo>
                  <a:pt x="10104" y="4328"/>
                </a:lnTo>
                <a:lnTo>
                  <a:pt x="10105" y="4328"/>
                </a:lnTo>
                <a:lnTo>
                  <a:pt x="10106" y="4328"/>
                </a:lnTo>
                <a:lnTo>
                  <a:pt x="10107" y="4328"/>
                </a:lnTo>
                <a:lnTo>
                  <a:pt x="10108" y="4328"/>
                </a:lnTo>
                <a:lnTo>
                  <a:pt x="10109" y="4328"/>
                </a:lnTo>
                <a:lnTo>
                  <a:pt x="10110" y="4328"/>
                </a:lnTo>
                <a:lnTo>
                  <a:pt x="10111" y="4328"/>
                </a:lnTo>
                <a:lnTo>
                  <a:pt x="10112" y="4328"/>
                </a:lnTo>
                <a:lnTo>
                  <a:pt x="10113" y="4328"/>
                </a:lnTo>
                <a:lnTo>
                  <a:pt x="10114" y="4328"/>
                </a:lnTo>
                <a:lnTo>
                  <a:pt x="10115" y="4328"/>
                </a:lnTo>
                <a:lnTo>
                  <a:pt x="10116" y="4328"/>
                </a:lnTo>
                <a:lnTo>
                  <a:pt x="10117" y="4328"/>
                </a:lnTo>
                <a:lnTo>
                  <a:pt x="10118" y="4328"/>
                </a:lnTo>
                <a:lnTo>
                  <a:pt x="10119" y="4328"/>
                </a:lnTo>
                <a:lnTo>
                  <a:pt x="10120" y="4328"/>
                </a:lnTo>
                <a:lnTo>
                  <a:pt x="10121" y="4328"/>
                </a:lnTo>
                <a:lnTo>
                  <a:pt x="10122" y="4328"/>
                </a:lnTo>
                <a:lnTo>
                  <a:pt x="10123" y="4328"/>
                </a:lnTo>
                <a:lnTo>
                  <a:pt x="10124" y="4328"/>
                </a:lnTo>
                <a:lnTo>
                  <a:pt x="10125" y="4328"/>
                </a:lnTo>
                <a:lnTo>
                  <a:pt x="10126" y="4328"/>
                </a:lnTo>
                <a:lnTo>
                  <a:pt x="10127" y="4328"/>
                </a:lnTo>
                <a:lnTo>
                  <a:pt x="10128" y="4328"/>
                </a:lnTo>
                <a:lnTo>
                  <a:pt x="10129" y="4328"/>
                </a:lnTo>
                <a:lnTo>
                  <a:pt x="10130" y="4328"/>
                </a:lnTo>
                <a:lnTo>
                  <a:pt x="10131" y="4328"/>
                </a:lnTo>
                <a:lnTo>
                  <a:pt x="10132" y="4328"/>
                </a:lnTo>
                <a:lnTo>
                  <a:pt x="10133" y="4328"/>
                </a:lnTo>
                <a:lnTo>
                  <a:pt x="10134" y="4328"/>
                </a:lnTo>
                <a:lnTo>
                  <a:pt x="10135" y="4328"/>
                </a:lnTo>
                <a:lnTo>
                  <a:pt x="10136" y="4328"/>
                </a:lnTo>
                <a:lnTo>
                  <a:pt x="10137" y="4328"/>
                </a:lnTo>
                <a:lnTo>
                  <a:pt x="10138" y="4328"/>
                </a:lnTo>
                <a:lnTo>
                  <a:pt x="10139" y="4328"/>
                </a:lnTo>
                <a:lnTo>
                  <a:pt x="10140" y="4328"/>
                </a:lnTo>
                <a:lnTo>
                  <a:pt x="10141" y="4328"/>
                </a:lnTo>
                <a:lnTo>
                  <a:pt x="10142" y="4328"/>
                </a:lnTo>
                <a:lnTo>
                  <a:pt x="10143" y="4328"/>
                </a:lnTo>
                <a:lnTo>
                  <a:pt x="10144" y="4328"/>
                </a:lnTo>
                <a:lnTo>
                  <a:pt x="10145" y="4328"/>
                </a:lnTo>
                <a:lnTo>
                  <a:pt x="10146" y="4328"/>
                </a:lnTo>
                <a:lnTo>
                  <a:pt x="10147" y="4328"/>
                </a:lnTo>
                <a:lnTo>
                  <a:pt x="10148" y="4328"/>
                </a:lnTo>
                <a:lnTo>
                  <a:pt x="10149" y="4328"/>
                </a:lnTo>
                <a:lnTo>
                  <a:pt x="10150" y="4328"/>
                </a:lnTo>
                <a:lnTo>
                  <a:pt x="10151" y="4328"/>
                </a:lnTo>
                <a:lnTo>
                  <a:pt x="10152" y="4328"/>
                </a:lnTo>
                <a:lnTo>
                  <a:pt x="10153" y="4328"/>
                </a:lnTo>
                <a:lnTo>
                  <a:pt x="10154" y="4328"/>
                </a:lnTo>
                <a:lnTo>
                  <a:pt x="10155" y="4328"/>
                </a:lnTo>
                <a:lnTo>
                  <a:pt x="10156" y="4328"/>
                </a:lnTo>
                <a:lnTo>
                  <a:pt x="10157" y="4328"/>
                </a:lnTo>
                <a:lnTo>
                  <a:pt x="10158" y="4328"/>
                </a:lnTo>
                <a:lnTo>
                  <a:pt x="10159" y="4328"/>
                </a:lnTo>
                <a:lnTo>
                  <a:pt x="10160" y="4328"/>
                </a:lnTo>
                <a:lnTo>
                  <a:pt x="10161" y="4328"/>
                </a:lnTo>
                <a:lnTo>
                  <a:pt x="10162" y="4328"/>
                </a:lnTo>
                <a:lnTo>
                  <a:pt x="10163" y="4328"/>
                </a:lnTo>
                <a:lnTo>
                  <a:pt x="10164" y="4328"/>
                </a:lnTo>
                <a:lnTo>
                  <a:pt x="10165" y="4328"/>
                </a:lnTo>
                <a:lnTo>
                  <a:pt x="10166" y="4328"/>
                </a:lnTo>
                <a:lnTo>
                  <a:pt x="10167" y="4328"/>
                </a:lnTo>
                <a:lnTo>
                  <a:pt x="10168" y="4328"/>
                </a:lnTo>
                <a:lnTo>
                  <a:pt x="10169" y="4328"/>
                </a:lnTo>
                <a:lnTo>
                  <a:pt x="10170" y="4328"/>
                </a:lnTo>
                <a:lnTo>
                  <a:pt x="10171" y="4328"/>
                </a:lnTo>
                <a:lnTo>
                  <a:pt x="10172" y="4328"/>
                </a:lnTo>
                <a:lnTo>
                  <a:pt x="10173" y="4328"/>
                </a:lnTo>
                <a:lnTo>
                  <a:pt x="10174" y="4328"/>
                </a:lnTo>
                <a:lnTo>
                  <a:pt x="10175" y="4328"/>
                </a:lnTo>
                <a:lnTo>
                  <a:pt x="10176" y="4328"/>
                </a:lnTo>
                <a:lnTo>
                  <a:pt x="10177" y="4328"/>
                </a:lnTo>
                <a:lnTo>
                  <a:pt x="10178" y="4328"/>
                </a:lnTo>
                <a:lnTo>
                  <a:pt x="10179" y="4328"/>
                </a:lnTo>
                <a:lnTo>
                  <a:pt x="10180" y="4328"/>
                </a:lnTo>
                <a:lnTo>
                  <a:pt x="10181" y="4328"/>
                </a:lnTo>
                <a:lnTo>
                  <a:pt x="10182" y="4328"/>
                </a:lnTo>
                <a:lnTo>
                  <a:pt x="10183" y="4328"/>
                </a:lnTo>
                <a:lnTo>
                  <a:pt x="10184" y="4328"/>
                </a:lnTo>
                <a:lnTo>
                  <a:pt x="10185" y="4328"/>
                </a:lnTo>
                <a:lnTo>
                  <a:pt x="10186" y="4328"/>
                </a:lnTo>
                <a:lnTo>
                  <a:pt x="10187" y="4328"/>
                </a:lnTo>
                <a:lnTo>
                  <a:pt x="10188" y="4328"/>
                </a:lnTo>
                <a:lnTo>
                  <a:pt x="10189" y="4328"/>
                </a:lnTo>
                <a:lnTo>
                  <a:pt x="10190" y="4328"/>
                </a:lnTo>
                <a:lnTo>
                  <a:pt x="10191" y="4328"/>
                </a:lnTo>
                <a:lnTo>
                  <a:pt x="10192" y="4328"/>
                </a:lnTo>
                <a:lnTo>
                  <a:pt x="10193" y="4328"/>
                </a:lnTo>
                <a:lnTo>
                  <a:pt x="10194" y="4328"/>
                </a:lnTo>
                <a:lnTo>
                  <a:pt x="10195" y="4328"/>
                </a:lnTo>
                <a:lnTo>
                  <a:pt x="10196" y="4328"/>
                </a:lnTo>
                <a:lnTo>
                  <a:pt x="10197" y="4328"/>
                </a:lnTo>
                <a:lnTo>
                  <a:pt x="10198" y="4328"/>
                </a:lnTo>
                <a:lnTo>
                  <a:pt x="10199" y="4328"/>
                </a:lnTo>
                <a:lnTo>
                  <a:pt x="10200" y="4328"/>
                </a:lnTo>
                <a:lnTo>
                  <a:pt x="10201" y="4328"/>
                </a:lnTo>
                <a:lnTo>
                  <a:pt x="10202" y="4328"/>
                </a:lnTo>
                <a:lnTo>
                  <a:pt x="10203" y="4328"/>
                </a:lnTo>
                <a:lnTo>
                  <a:pt x="10204" y="4328"/>
                </a:lnTo>
                <a:lnTo>
                  <a:pt x="10205" y="4328"/>
                </a:lnTo>
                <a:lnTo>
                  <a:pt x="10206" y="4328"/>
                </a:lnTo>
                <a:lnTo>
                  <a:pt x="10207" y="4328"/>
                </a:lnTo>
                <a:lnTo>
                  <a:pt x="10208" y="4328"/>
                </a:lnTo>
                <a:lnTo>
                  <a:pt x="10209" y="4328"/>
                </a:lnTo>
                <a:lnTo>
                  <a:pt x="10210" y="4328"/>
                </a:lnTo>
                <a:lnTo>
                  <a:pt x="10211" y="4328"/>
                </a:lnTo>
                <a:lnTo>
                  <a:pt x="10212" y="4328"/>
                </a:lnTo>
                <a:lnTo>
                  <a:pt x="10213" y="4328"/>
                </a:lnTo>
                <a:lnTo>
                  <a:pt x="10214" y="4328"/>
                </a:lnTo>
                <a:lnTo>
                  <a:pt x="10215" y="4328"/>
                </a:lnTo>
                <a:lnTo>
                  <a:pt x="10216" y="4328"/>
                </a:lnTo>
                <a:lnTo>
                  <a:pt x="10217" y="4328"/>
                </a:lnTo>
                <a:lnTo>
                  <a:pt x="10218" y="4328"/>
                </a:lnTo>
                <a:lnTo>
                  <a:pt x="10219" y="4328"/>
                </a:lnTo>
                <a:lnTo>
                  <a:pt x="10220" y="4328"/>
                </a:lnTo>
                <a:lnTo>
                  <a:pt x="10221" y="4328"/>
                </a:lnTo>
                <a:lnTo>
                  <a:pt x="10222" y="4328"/>
                </a:lnTo>
                <a:lnTo>
                  <a:pt x="10223" y="4328"/>
                </a:lnTo>
                <a:lnTo>
                  <a:pt x="10224" y="4328"/>
                </a:lnTo>
                <a:lnTo>
                  <a:pt x="10225" y="4328"/>
                </a:lnTo>
                <a:lnTo>
                  <a:pt x="10226" y="4328"/>
                </a:lnTo>
                <a:lnTo>
                  <a:pt x="10227" y="4328"/>
                </a:lnTo>
                <a:lnTo>
                  <a:pt x="10228" y="4328"/>
                </a:lnTo>
                <a:lnTo>
                  <a:pt x="10229" y="4328"/>
                </a:lnTo>
                <a:lnTo>
                  <a:pt x="10230" y="4328"/>
                </a:lnTo>
                <a:lnTo>
                  <a:pt x="10231" y="4328"/>
                </a:lnTo>
                <a:lnTo>
                  <a:pt x="10232" y="4328"/>
                </a:lnTo>
                <a:lnTo>
                  <a:pt x="10233" y="4328"/>
                </a:lnTo>
                <a:lnTo>
                  <a:pt x="10234" y="4328"/>
                </a:lnTo>
                <a:lnTo>
                  <a:pt x="10235" y="4328"/>
                </a:lnTo>
                <a:lnTo>
                  <a:pt x="10236" y="4328"/>
                </a:lnTo>
                <a:lnTo>
                  <a:pt x="10237" y="4328"/>
                </a:lnTo>
                <a:lnTo>
                  <a:pt x="10238" y="4328"/>
                </a:lnTo>
                <a:lnTo>
                  <a:pt x="10239" y="4328"/>
                </a:lnTo>
                <a:lnTo>
                  <a:pt x="10240" y="4328"/>
                </a:lnTo>
                <a:lnTo>
                  <a:pt x="10241" y="4328"/>
                </a:lnTo>
                <a:lnTo>
                  <a:pt x="10242" y="4328"/>
                </a:lnTo>
                <a:lnTo>
                  <a:pt x="10243" y="4328"/>
                </a:lnTo>
                <a:lnTo>
                  <a:pt x="10244" y="4328"/>
                </a:lnTo>
                <a:lnTo>
                  <a:pt x="10245" y="4328"/>
                </a:lnTo>
                <a:lnTo>
                  <a:pt x="10246" y="4328"/>
                </a:lnTo>
                <a:lnTo>
                  <a:pt x="10247" y="4328"/>
                </a:lnTo>
                <a:lnTo>
                  <a:pt x="10248" y="4328"/>
                </a:lnTo>
                <a:lnTo>
                  <a:pt x="10249" y="4328"/>
                </a:lnTo>
                <a:lnTo>
                  <a:pt x="10250" y="4328"/>
                </a:lnTo>
                <a:lnTo>
                  <a:pt x="10251" y="4328"/>
                </a:lnTo>
                <a:lnTo>
                  <a:pt x="10252" y="4328"/>
                </a:lnTo>
                <a:lnTo>
                  <a:pt x="10253" y="4328"/>
                </a:lnTo>
                <a:lnTo>
                  <a:pt x="10254" y="4328"/>
                </a:lnTo>
                <a:lnTo>
                  <a:pt x="10255" y="4328"/>
                </a:lnTo>
                <a:lnTo>
                  <a:pt x="10256" y="4328"/>
                </a:lnTo>
                <a:lnTo>
                  <a:pt x="10257" y="4328"/>
                </a:lnTo>
                <a:lnTo>
                  <a:pt x="10258" y="4328"/>
                </a:lnTo>
                <a:lnTo>
                  <a:pt x="10259" y="4328"/>
                </a:lnTo>
                <a:lnTo>
                  <a:pt x="10260" y="4328"/>
                </a:lnTo>
                <a:lnTo>
                  <a:pt x="10261" y="4328"/>
                </a:lnTo>
                <a:lnTo>
                  <a:pt x="10262" y="4328"/>
                </a:lnTo>
                <a:lnTo>
                  <a:pt x="10263" y="4328"/>
                </a:lnTo>
                <a:lnTo>
                  <a:pt x="10264" y="4328"/>
                </a:lnTo>
                <a:lnTo>
                  <a:pt x="10265" y="4328"/>
                </a:lnTo>
                <a:lnTo>
                  <a:pt x="10266" y="4328"/>
                </a:lnTo>
                <a:lnTo>
                  <a:pt x="10267" y="4328"/>
                </a:lnTo>
                <a:lnTo>
                  <a:pt x="10268" y="4328"/>
                </a:lnTo>
                <a:lnTo>
                  <a:pt x="10269" y="4328"/>
                </a:lnTo>
                <a:lnTo>
                  <a:pt x="10270" y="4328"/>
                </a:lnTo>
                <a:lnTo>
                  <a:pt x="10271" y="4328"/>
                </a:lnTo>
                <a:lnTo>
                  <a:pt x="10272" y="4328"/>
                </a:lnTo>
                <a:lnTo>
                  <a:pt x="10273" y="4328"/>
                </a:lnTo>
                <a:lnTo>
                  <a:pt x="10274" y="4328"/>
                </a:lnTo>
                <a:lnTo>
                  <a:pt x="10275" y="4328"/>
                </a:lnTo>
                <a:lnTo>
                  <a:pt x="10276" y="4328"/>
                </a:lnTo>
                <a:lnTo>
                  <a:pt x="10277" y="4328"/>
                </a:lnTo>
                <a:lnTo>
                  <a:pt x="10278" y="4328"/>
                </a:lnTo>
                <a:lnTo>
                  <a:pt x="10279" y="4328"/>
                </a:lnTo>
                <a:lnTo>
                  <a:pt x="10280" y="4328"/>
                </a:lnTo>
                <a:lnTo>
                  <a:pt x="10281" y="4328"/>
                </a:lnTo>
                <a:lnTo>
                  <a:pt x="10282" y="4328"/>
                </a:lnTo>
                <a:lnTo>
                  <a:pt x="10283" y="4328"/>
                </a:lnTo>
                <a:lnTo>
                  <a:pt x="10284" y="4328"/>
                </a:lnTo>
                <a:lnTo>
                  <a:pt x="10285" y="4328"/>
                </a:lnTo>
                <a:lnTo>
                  <a:pt x="10286" y="4328"/>
                </a:lnTo>
                <a:lnTo>
                  <a:pt x="10287" y="4328"/>
                </a:lnTo>
                <a:lnTo>
                  <a:pt x="10288" y="4328"/>
                </a:lnTo>
                <a:lnTo>
                  <a:pt x="10289" y="4328"/>
                </a:lnTo>
                <a:lnTo>
                  <a:pt x="10290" y="4328"/>
                </a:lnTo>
                <a:lnTo>
                  <a:pt x="10291" y="4328"/>
                </a:lnTo>
                <a:lnTo>
                  <a:pt x="10292" y="4328"/>
                </a:lnTo>
                <a:lnTo>
                  <a:pt x="10293" y="4328"/>
                </a:lnTo>
                <a:lnTo>
                  <a:pt x="10294" y="4328"/>
                </a:lnTo>
                <a:lnTo>
                  <a:pt x="10295" y="4328"/>
                </a:lnTo>
                <a:lnTo>
                  <a:pt x="10296" y="4328"/>
                </a:lnTo>
                <a:lnTo>
                  <a:pt x="10297" y="4328"/>
                </a:lnTo>
                <a:lnTo>
                  <a:pt x="10298" y="4328"/>
                </a:lnTo>
                <a:lnTo>
                  <a:pt x="10299" y="4328"/>
                </a:lnTo>
                <a:lnTo>
                  <a:pt x="10300" y="4328"/>
                </a:lnTo>
                <a:lnTo>
                  <a:pt x="10301" y="4328"/>
                </a:lnTo>
                <a:lnTo>
                  <a:pt x="10302" y="4328"/>
                </a:lnTo>
                <a:lnTo>
                  <a:pt x="10303" y="4328"/>
                </a:lnTo>
                <a:lnTo>
                  <a:pt x="10304" y="4328"/>
                </a:lnTo>
                <a:lnTo>
                  <a:pt x="10305" y="4328"/>
                </a:lnTo>
                <a:lnTo>
                  <a:pt x="10306" y="4328"/>
                </a:lnTo>
                <a:lnTo>
                  <a:pt x="10307" y="4328"/>
                </a:lnTo>
                <a:lnTo>
                  <a:pt x="10308" y="4328"/>
                </a:lnTo>
                <a:lnTo>
                  <a:pt x="10309" y="4328"/>
                </a:lnTo>
                <a:lnTo>
                  <a:pt x="10310" y="4328"/>
                </a:lnTo>
                <a:lnTo>
                  <a:pt x="10311" y="4328"/>
                </a:lnTo>
                <a:lnTo>
                  <a:pt x="10312" y="4328"/>
                </a:lnTo>
                <a:lnTo>
                  <a:pt x="10313" y="4328"/>
                </a:lnTo>
                <a:lnTo>
                  <a:pt x="10314" y="4328"/>
                </a:lnTo>
                <a:lnTo>
                  <a:pt x="10315" y="4328"/>
                </a:lnTo>
                <a:lnTo>
                  <a:pt x="10316" y="4328"/>
                </a:lnTo>
                <a:lnTo>
                  <a:pt x="10317" y="4328"/>
                </a:lnTo>
                <a:lnTo>
                  <a:pt x="10318" y="4328"/>
                </a:lnTo>
                <a:lnTo>
                  <a:pt x="10319" y="4328"/>
                </a:lnTo>
                <a:lnTo>
                  <a:pt x="10320" y="4328"/>
                </a:lnTo>
                <a:lnTo>
                  <a:pt x="10321" y="4328"/>
                </a:lnTo>
                <a:lnTo>
                  <a:pt x="10322" y="4328"/>
                </a:lnTo>
                <a:lnTo>
                  <a:pt x="10323" y="4328"/>
                </a:lnTo>
                <a:lnTo>
                  <a:pt x="10324" y="4328"/>
                </a:lnTo>
                <a:lnTo>
                  <a:pt x="10325" y="4328"/>
                </a:lnTo>
                <a:lnTo>
                  <a:pt x="10326" y="4328"/>
                </a:lnTo>
                <a:lnTo>
                  <a:pt x="10327" y="4328"/>
                </a:lnTo>
                <a:lnTo>
                  <a:pt x="10328" y="4328"/>
                </a:lnTo>
                <a:lnTo>
                  <a:pt x="10329" y="4328"/>
                </a:lnTo>
                <a:lnTo>
                  <a:pt x="10330" y="4328"/>
                </a:lnTo>
                <a:lnTo>
                  <a:pt x="10331" y="4328"/>
                </a:lnTo>
                <a:lnTo>
                  <a:pt x="10332" y="4328"/>
                </a:lnTo>
                <a:lnTo>
                  <a:pt x="10333" y="4328"/>
                </a:lnTo>
                <a:lnTo>
                  <a:pt x="10334" y="4328"/>
                </a:lnTo>
                <a:lnTo>
                  <a:pt x="10335" y="4328"/>
                </a:lnTo>
                <a:lnTo>
                  <a:pt x="10336" y="4328"/>
                </a:lnTo>
                <a:lnTo>
                  <a:pt x="10337" y="4328"/>
                </a:lnTo>
                <a:lnTo>
                  <a:pt x="10338" y="4328"/>
                </a:lnTo>
                <a:lnTo>
                  <a:pt x="10339" y="4328"/>
                </a:lnTo>
                <a:lnTo>
                  <a:pt x="10340" y="4328"/>
                </a:lnTo>
                <a:lnTo>
                  <a:pt x="10341" y="4328"/>
                </a:lnTo>
                <a:lnTo>
                  <a:pt x="10342" y="4328"/>
                </a:lnTo>
                <a:lnTo>
                  <a:pt x="10343" y="4328"/>
                </a:lnTo>
                <a:lnTo>
                  <a:pt x="10344" y="4328"/>
                </a:lnTo>
                <a:lnTo>
                  <a:pt x="10345" y="4328"/>
                </a:lnTo>
                <a:lnTo>
                  <a:pt x="10346" y="4328"/>
                </a:lnTo>
                <a:lnTo>
                  <a:pt x="10347" y="4328"/>
                </a:lnTo>
                <a:lnTo>
                  <a:pt x="10348" y="4328"/>
                </a:lnTo>
                <a:lnTo>
                  <a:pt x="10349" y="4328"/>
                </a:lnTo>
                <a:lnTo>
                  <a:pt x="10350" y="4328"/>
                </a:lnTo>
                <a:lnTo>
                  <a:pt x="10351" y="4328"/>
                </a:lnTo>
                <a:lnTo>
                  <a:pt x="10352" y="4328"/>
                </a:lnTo>
                <a:lnTo>
                  <a:pt x="10353" y="4328"/>
                </a:lnTo>
                <a:lnTo>
                  <a:pt x="10354" y="4328"/>
                </a:lnTo>
                <a:lnTo>
                  <a:pt x="10355" y="4328"/>
                </a:lnTo>
                <a:lnTo>
                  <a:pt x="10356" y="4328"/>
                </a:lnTo>
                <a:lnTo>
                  <a:pt x="10357" y="4328"/>
                </a:lnTo>
                <a:lnTo>
                  <a:pt x="10358" y="4328"/>
                </a:lnTo>
                <a:lnTo>
                  <a:pt x="10359" y="4328"/>
                </a:lnTo>
                <a:lnTo>
                  <a:pt x="10360" y="4328"/>
                </a:lnTo>
                <a:lnTo>
                  <a:pt x="10361" y="4328"/>
                </a:lnTo>
                <a:lnTo>
                  <a:pt x="10362" y="4328"/>
                </a:lnTo>
                <a:lnTo>
                  <a:pt x="10363" y="4328"/>
                </a:lnTo>
                <a:lnTo>
                  <a:pt x="10364" y="4328"/>
                </a:lnTo>
                <a:lnTo>
                  <a:pt x="10365" y="4328"/>
                </a:lnTo>
                <a:lnTo>
                  <a:pt x="10366" y="4328"/>
                </a:lnTo>
                <a:lnTo>
                  <a:pt x="10367" y="4328"/>
                </a:lnTo>
                <a:lnTo>
                  <a:pt x="10368" y="4328"/>
                </a:lnTo>
                <a:lnTo>
                  <a:pt x="10369" y="4328"/>
                </a:lnTo>
                <a:lnTo>
                  <a:pt x="10370" y="4328"/>
                </a:lnTo>
                <a:lnTo>
                  <a:pt x="10371" y="4328"/>
                </a:lnTo>
                <a:lnTo>
                  <a:pt x="10372" y="4328"/>
                </a:lnTo>
                <a:lnTo>
                  <a:pt x="10373" y="4328"/>
                </a:lnTo>
                <a:lnTo>
                  <a:pt x="10374" y="4328"/>
                </a:lnTo>
                <a:lnTo>
                  <a:pt x="10375" y="4328"/>
                </a:lnTo>
                <a:lnTo>
                  <a:pt x="10376" y="4328"/>
                </a:lnTo>
                <a:lnTo>
                  <a:pt x="10377" y="4328"/>
                </a:lnTo>
                <a:lnTo>
                  <a:pt x="10378" y="4328"/>
                </a:lnTo>
                <a:lnTo>
                  <a:pt x="10379" y="4328"/>
                </a:lnTo>
                <a:lnTo>
                  <a:pt x="10380" y="4328"/>
                </a:lnTo>
                <a:lnTo>
                  <a:pt x="10381" y="4328"/>
                </a:lnTo>
                <a:lnTo>
                  <a:pt x="10382" y="4328"/>
                </a:lnTo>
                <a:lnTo>
                  <a:pt x="10383" y="4328"/>
                </a:lnTo>
                <a:lnTo>
                  <a:pt x="10384" y="4328"/>
                </a:lnTo>
                <a:lnTo>
                  <a:pt x="10385" y="4328"/>
                </a:lnTo>
                <a:lnTo>
                  <a:pt x="10386" y="4328"/>
                </a:lnTo>
                <a:lnTo>
                  <a:pt x="10387" y="4328"/>
                </a:lnTo>
                <a:lnTo>
                  <a:pt x="10388" y="4328"/>
                </a:lnTo>
                <a:lnTo>
                  <a:pt x="10389" y="4328"/>
                </a:lnTo>
                <a:lnTo>
                  <a:pt x="10390" y="4328"/>
                </a:lnTo>
                <a:lnTo>
                  <a:pt x="10391" y="4328"/>
                </a:lnTo>
                <a:lnTo>
                  <a:pt x="10392" y="4328"/>
                </a:lnTo>
                <a:lnTo>
                  <a:pt x="10393" y="4328"/>
                </a:lnTo>
                <a:lnTo>
                  <a:pt x="10394" y="4328"/>
                </a:lnTo>
                <a:lnTo>
                  <a:pt x="10395" y="4328"/>
                </a:lnTo>
                <a:lnTo>
                  <a:pt x="10396" y="4328"/>
                </a:lnTo>
                <a:lnTo>
                  <a:pt x="10397" y="4328"/>
                </a:lnTo>
                <a:lnTo>
                  <a:pt x="10398" y="4328"/>
                </a:lnTo>
                <a:lnTo>
                  <a:pt x="10399" y="4328"/>
                </a:lnTo>
                <a:lnTo>
                  <a:pt x="10400" y="4328"/>
                </a:lnTo>
                <a:lnTo>
                  <a:pt x="10401" y="4328"/>
                </a:lnTo>
                <a:lnTo>
                  <a:pt x="10402" y="4328"/>
                </a:lnTo>
                <a:lnTo>
                  <a:pt x="10403" y="4328"/>
                </a:lnTo>
                <a:lnTo>
                  <a:pt x="10404" y="4328"/>
                </a:lnTo>
                <a:lnTo>
                  <a:pt x="10405" y="4328"/>
                </a:lnTo>
                <a:lnTo>
                  <a:pt x="10406" y="4328"/>
                </a:lnTo>
                <a:lnTo>
                  <a:pt x="10407" y="4328"/>
                </a:lnTo>
                <a:lnTo>
                  <a:pt x="10408" y="4328"/>
                </a:lnTo>
                <a:lnTo>
                  <a:pt x="10409" y="4328"/>
                </a:lnTo>
                <a:lnTo>
                  <a:pt x="10410" y="4328"/>
                </a:lnTo>
                <a:lnTo>
                  <a:pt x="10411" y="4328"/>
                </a:lnTo>
                <a:lnTo>
                  <a:pt x="10412" y="4328"/>
                </a:lnTo>
                <a:lnTo>
                  <a:pt x="10413" y="4328"/>
                </a:lnTo>
                <a:lnTo>
                  <a:pt x="10414" y="4328"/>
                </a:lnTo>
                <a:lnTo>
                  <a:pt x="10415" y="4328"/>
                </a:lnTo>
                <a:lnTo>
                  <a:pt x="10416" y="4328"/>
                </a:lnTo>
                <a:lnTo>
                  <a:pt x="10417" y="4328"/>
                </a:lnTo>
                <a:lnTo>
                  <a:pt x="10418" y="4328"/>
                </a:lnTo>
                <a:lnTo>
                  <a:pt x="10419" y="4328"/>
                </a:lnTo>
                <a:lnTo>
                  <a:pt x="10420" y="4328"/>
                </a:lnTo>
                <a:lnTo>
                  <a:pt x="10421" y="4328"/>
                </a:lnTo>
                <a:lnTo>
                  <a:pt x="10422" y="4328"/>
                </a:lnTo>
                <a:lnTo>
                  <a:pt x="10423" y="4328"/>
                </a:lnTo>
                <a:lnTo>
                  <a:pt x="10424" y="4328"/>
                </a:lnTo>
                <a:lnTo>
                  <a:pt x="10425" y="4328"/>
                </a:lnTo>
                <a:lnTo>
                  <a:pt x="10426" y="4328"/>
                </a:lnTo>
                <a:lnTo>
                  <a:pt x="10427" y="4328"/>
                </a:lnTo>
                <a:lnTo>
                  <a:pt x="10428" y="4328"/>
                </a:lnTo>
                <a:lnTo>
                  <a:pt x="10429" y="4328"/>
                </a:lnTo>
                <a:lnTo>
                  <a:pt x="10430" y="4328"/>
                </a:lnTo>
                <a:lnTo>
                  <a:pt x="10431" y="4328"/>
                </a:lnTo>
                <a:lnTo>
                  <a:pt x="10432" y="4328"/>
                </a:lnTo>
                <a:lnTo>
                  <a:pt x="10433" y="4328"/>
                </a:lnTo>
                <a:lnTo>
                  <a:pt x="10434" y="4328"/>
                </a:lnTo>
                <a:lnTo>
                  <a:pt x="10435" y="4328"/>
                </a:lnTo>
                <a:lnTo>
                  <a:pt x="10436" y="4328"/>
                </a:lnTo>
                <a:lnTo>
                  <a:pt x="10437" y="4328"/>
                </a:lnTo>
                <a:lnTo>
                  <a:pt x="10438" y="4328"/>
                </a:lnTo>
                <a:lnTo>
                  <a:pt x="10439" y="4328"/>
                </a:lnTo>
                <a:lnTo>
                  <a:pt x="10440" y="4328"/>
                </a:lnTo>
                <a:lnTo>
                  <a:pt x="10441" y="4328"/>
                </a:lnTo>
                <a:lnTo>
                  <a:pt x="10442" y="4328"/>
                </a:lnTo>
                <a:lnTo>
                  <a:pt x="10443" y="4328"/>
                </a:lnTo>
                <a:lnTo>
                  <a:pt x="10444" y="4328"/>
                </a:lnTo>
                <a:lnTo>
                  <a:pt x="10445" y="4328"/>
                </a:lnTo>
                <a:lnTo>
                  <a:pt x="10446" y="4328"/>
                </a:lnTo>
                <a:lnTo>
                  <a:pt x="10447" y="4328"/>
                </a:lnTo>
                <a:lnTo>
                  <a:pt x="10448" y="4328"/>
                </a:lnTo>
                <a:lnTo>
                  <a:pt x="10449" y="4328"/>
                </a:lnTo>
                <a:lnTo>
                  <a:pt x="10450" y="4328"/>
                </a:lnTo>
                <a:lnTo>
                  <a:pt x="10451" y="4328"/>
                </a:lnTo>
                <a:lnTo>
                  <a:pt x="10452" y="4328"/>
                </a:lnTo>
                <a:lnTo>
                  <a:pt x="10453" y="4328"/>
                </a:lnTo>
                <a:lnTo>
                  <a:pt x="10454" y="4328"/>
                </a:lnTo>
                <a:lnTo>
                  <a:pt x="10455" y="4328"/>
                </a:lnTo>
                <a:lnTo>
                  <a:pt x="10456" y="4328"/>
                </a:lnTo>
                <a:lnTo>
                  <a:pt x="10457" y="4328"/>
                </a:lnTo>
                <a:lnTo>
                  <a:pt x="10458" y="4328"/>
                </a:lnTo>
                <a:lnTo>
                  <a:pt x="10459" y="4328"/>
                </a:lnTo>
                <a:lnTo>
                  <a:pt x="10460" y="4328"/>
                </a:lnTo>
                <a:lnTo>
                  <a:pt x="10461" y="4328"/>
                </a:lnTo>
                <a:lnTo>
                  <a:pt x="10462" y="4328"/>
                </a:lnTo>
                <a:lnTo>
                  <a:pt x="10463" y="4328"/>
                </a:lnTo>
                <a:lnTo>
                  <a:pt x="10464" y="4328"/>
                </a:lnTo>
                <a:lnTo>
                  <a:pt x="10465" y="4328"/>
                </a:lnTo>
                <a:lnTo>
                  <a:pt x="10466" y="4328"/>
                </a:lnTo>
                <a:lnTo>
                  <a:pt x="10467" y="4328"/>
                </a:lnTo>
                <a:lnTo>
                  <a:pt x="10468" y="4328"/>
                </a:lnTo>
                <a:lnTo>
                  <a:pt x="10469" y="4328"/>
                </a:lnTo>
                <a:lnTo>
                  <a:pt x="10470" y="4328"/>
                </a:lnTo>
                <a:lnTo>
                  <a:pt x="10471" y="4328"/>
                </a:lnTo>
                <a:lnTo>
                  <a:pt x="10472" y="4328"/>
                </a:lnTo>
                <a:lnTo>
                  <a:pt x="10473" y="4328"/>
                </a:lnTo>
                <a:lnTo>
                  <a:pt x="10474" y="4328"/>
                </a:lnTo>
                <a:lnTo>
                  <a:pt x="10475" y="4328"/>
                </a:lnTo>
                <a:lnTo>
                  <a:pt x="10476" y="4328"/>
                </a:lnTo>
                <a:lnTo>
                  <a:pt x="10477" y="4328"/>
                </a:lnTo>
                <a:lnTo>
                  <a:pt x="10478" y="4328"/>
                </a:lnTo>
                <a:lnTo>
                  <a:pt x="10479" y="4328"/>
                </a:lnTo>
                <a:lnTo>
                  <a:pt x="10480" y="4328"/>
                </a:lnTo>
                <a:lnTo>
                  <a:pt x="10481" y="4328"/>
                </a:lnTo>
                <a:lnTo>
                  <a:pt x="10482" y="4328"/>
                </a:lnTo>
                <a:lnTo>
                  <a:pt x="10483" y="4328"/>
                </a:lnTo>
                <a:lnTo>
                  <a:pt x="10484" y="4328"/>
                </a:lnTo>
                <a:lnTo>
                  <a:pt x="10485" y="4328"/>
                </a:lnTo>
                <a:lnTo>
                  <a:pt x="10486" y="4328"/>
                </a:lnTo>
                <a:lnTo>
                  <a:pt x="10487" y="4328"/>
                </a:lnTo>
                <a:lnTo>
                  <a:pt x="10488" y="4328"/>
                </a:lnTo>
                <a:lnTo>
                  <a:pt x="10489" y="4328"/>
                </a:lnTo>
                <a:lnTo>
                  <a:pt x="10490" y="4328"/>
                </a:lnTo>
                <a:lnTo>
                  <a:pt x="10491" y="4328"/>
                </a:lnTo>
                <a:lnTo>
                  <a:pt x="10492" y="4328"/>
                </a:lnTo>
                <a:lnTo>
                  <a:pt x="10493" y="4328"/>
                </a:lnTo>
                <a:lnTo>
                  <a:pt x="10494" y="4328"/>
                </a:lnTo>
                <a:lnTo>
                  <a:pt x="10495" y="4328"/>
                </a:lnTo>
                <a:lnTo>
                  <a:pt x="10496" y="4328"/>
                </a:lnTo>
                <a:lnTo>
                  <a:pt x="10497" y="4328"/>
                </a:lnTo>
                <a:lnTo>
                  <a:pt x="10498" y="4328"/>
                </a:lnTo>
                <a:lnTo>
                  <a:pt x="10499" y="4328"/>
                </a:lnTo>
                <a:lnTo>
                  <a:pt x="10500" y="4328"/>
                </a:lnTo>
                <a:lnTo>
                  <a:pt x="10501" y="4328"/>
                </a:lnTo>
                <a:lnTo>
                  <a:pt x="10502" y="4328"/>
                </a:lnTo>
                <a:lnTo>
                  <a:pt x="10503" y="4328"/>
                </a:lnTo>
                <a:lnTo>
                  <a:pt x="10504" y="4328"/>
                </a:lnTo>
                <a:lnTo>
                  <a:pt x="10505" y="4328"/>
                </a:lnTo>
                <a:lnTo>
                  <a:pt x="10506" y="4328"/>
                </a:lnTo>
                <a:lnTo>
                  <a:pt x="10507" y="4328"/>
                </a:lnTo>
                <a:lnTo>
                  <a:pt x="10508" y="4328"/>
                </a:lnTo>
                <a:lnTo>
                  <a:pt x="10509" y="4328"/>
                </a:lnTo>
                <a:lnTo>
                  <a:pt x="10510" y="4328"/>
                </a:lnTo>
                <a:lnTo>
                  <a:pt x="10511" y="4328"/>
                </a:lnTo>
                <a:lnTo>
                  <a:pt x="10512" y="4328"/>
                </a:lnTo>
                <a:lnTo>
                  <a:pt x="10513" y="4328"/>
                </a:lnTo>
                <a:lnTo>
                  <a:pt x="10514" y="4328"/>
                </a:lnTo>
                <a:lnTo>
                  <a:pt x="10515" y="4328"/>
                </a:lnTo>
                <a:lnTo>
                  <a:pt x="10516" y="4328"/>
                </a:lnTo>
                <a:lnTo>
                  <a:pt x="10517" y="4328"/>
                </a:lnTo>
                <a:lnTo>
                  <a:pt x="10518" y="4328"/>
                </a:lnTo>
                <a:lnTo>
                  <a:pt x="10519" y="4328"/>
                </a:lnTo>
                <a:lnTo>
                  <a:pt x="10520" y="4328"/>
                </a:lnTo>
                <a:lnTo>
                  <a:pt x="10521" y="4328"/>
                </a:lnTo>
                <a:lnTo>
                  <a:pt x="10522" y="4328"/>
                </a:lnTo>
                <a:lnTo>
                  <a:pt x="10523" y="4328"/>
                </a:lnTo>
                <a:lnTo>
                  <a:pt x="10524" y="4328"/>
                </a:lnTo>
                <a:lnTo>
                  <a:pt x="10525" y="4328"/>
                </a:lnTo>
                <a:lnTo>
                  <a:pt x="10526" y="4328"/>
                </a:lnTo>
                <a:lnTo>
                  <a:pt x="10527" y="4328"/>
                </a:lnTo>
                <a:lnTo>
                  <a:pt x="10528" y="4328"/>
                </a:lnTo>
                <a:lnTo>
                  <a:pt x="10529" y="4328"/>
                </a:lnTo>
                <a:lnTo>
                  <a:pt x="10530" y="4328"/>
                </a:lnTo>
                <a:lnTo>
                  <a:pt x="10531" y="4328"/>
                </a:lnTo>
                <a:lnTo>
                  <a:pt x="10532" y="4328"/>
                </a:lnTo>
                <a:lnTo>
                  <a:pt x="10533" y="4328"/>
                </a:lnTo>
                <a:lnTo>
                  <a:pt x="10534" y="4328"/>
                </a:lnTo>
                <a:lnTo>
                  <a:pt x="10535" y="4328"/>
                </a:lnTo>
                <a:lnTo>
                  <a:pt x="10536" y="4328"/>
                </a:lnTo>
                <a:lnTo>
                  <a:pt x="10537" y="4328"/>
                </a:lnTo>
                <a:lnTo>
                  <a:pt x="10538" y="4328"/>
                </a:lnTo>
                <a:lnTo>
                  <a:pt x="10539" y="4328"/>
                </a:lnTo>
                <a:lnTo>
                  <a:pt x="10540" y="4328"/>
                </a:lnTo>
                <a:lnTo>
                  <a:pt x="10541" y="4328"/>
                </a:lnTo>
                <a:lnTo>
                  <a:pt x="10542" y="4328"/>
                </a:lnTo>
                <a:lnTo>
                  <a:pt x="10543" y="4328"/>
                </a:lnTo>
                <a:lnTo>
                  <a:pt x="10544" y="4328"/>
                </a:lnTo>
                <a:lnTo>
                  <a:pt x="10545" y="4328"/>
                </a:lnTo>
                <a:lnTo>
                  <a:pt x="10546" y="4328"/>
                </a:lnTo>
                <a:lnTo>
                  <a:pt x="10547" y="4328"/>
                </a:lnTo>
                <a:lnTo>
                  <a:pt x="10548" y="4328"/>
                </a:lnTo>
                <a:lnTo>
                  <a:pt x="10549" y="4328"/>
                </a:lnTo>
                <a:lnTo>
                  <a:pt x="10550" y="4328"/>
                </a:lnTo>
                <a:lnTo>
                  <a:pt x="10551" y="4328"/>
                </a:lnTo>
                <a:lnTo>
                  <a:pt x="10552" y="4328"/>
                </a:lnTo>
                <a:lnTo>
                  <a:pt x="10553" y="4328"/>
                </a:lnTo>
                <a:lnTo>
                  <a:pt x="10554" y="4328"/>
                </a:lnTo>
                <a:lnTo>
                  <a:pt x="10555" y="4328"/>
                </a:lnTo>
                <a:lnTo>
                  <a:pt x="10556" y="4328"/>
                </a:lnTo>
                <a:lnTo>
                  <a:pt x="10557" y="4328"/>
                </a:lnTo>
                <a:lnTo>
                  <a:pt x="10558" y="4328"/>
                </a:lnTo>
                <a:lnTo>
                  <a:pt x="10559" y="4328"/>
                </a:lnTo>
                <a:lnTo>
                  <a:pt x="10560" y="4328"/>
                </a:lnTo>
                <a:lnTo>
                  <a:pt x="10561" y="4328"/>
                </a:lnTo>
                <a:lnTo>
                  <a:pt x="10562" y="4328"/>
                </a:lnTo>
                <a:lnTo>
                  <a:pt x="10563" y="4328"/>
                </a:lnTo>
                <a:lnTo>
                  <a:pt x="10564" y="4328"/>
                </a:lnTo>
                <a:lnTo>
                  <a:pt x="10565" y="4328"/>
                </a:lnTo>
                <a:lnTo>
                  <a:pt x="10566" y="4328"/>
                </a:lnTo>
                <a:lnTo>
                  <a:pt x="10567" y="4328"/>
                </a:lnTo>
                <a:lnTo>
                  <a:pt x="10568" y="4328"/>
                </a:lnTo>
                <a:lnTo>
                  <a:pt x="10569" y="4328"/>
                </a:lnTo>
                <a:lnTo>
                  <a:pt x="10570" y="4328"/>
                </a:lnTo>
                <a:lnTo>
                  <a:pt x="10571" y="4328"/>
                </a:lnTo>
                <a:lnTo>
                  <a:pt x="10572" y="4328"/>
                </a:lnTo>
                <a:lnTo>
                  <a:pt x="10573" y="4328"/>
                </a:lnTo>
                <a:lnTo>
                  <a:pt x="10574" y="4328"/>
                </a:lnTo>
                <a:lnTo>
                  <a:pt x="10575" y="4328"/>
                </a:lnTo>
                <a:lnTo>
                  <a:pt x="10576" y="4328"/>
                </a:lnTo>
                <a:lnTo>
                  <a:pt x="10577" y="4328"/>
                </a:lnTo>
                <a:lnTo>
                  <a:pt x="10578" y="4328"/>
                </a:lnTo>
                <a:lnTo>
                  <a:pt x="10579" y="4328"/>
                </a:lnTo>
                <a:lnTo>
                  <a:pt x="10580" y="4328"/>
                </a:lnTo>
                <a:lnTo>
                  <a:pt x="10581" y="4328"/>
                </a:lnTo>
                <a:lnTo>
                  <a:pt x="10582" y="4328"/>
                </a:lnTo>
                <a:lnTo>
                  <a:pt x="10583" y="4328"/>
                </a:lnTo>
                <a:lnTo>
                  <a:pt x="10584" y="4328"/>
                </a:lnTo>
                <a:lnTo>
                  <a:pt x="10585" y="4328"/>
                </a:lnTo>
                <a:lnTo>
                  <a:pt x="10586" y="4328"/>
                </a:lnTo>
                <a:lnTo>
                  <a:pt x="10587" y="4328"/>
                </a:lnTo>
                <a:lnTo>
                  <a:pt x="10588" y="4328"/>
                </a:lnTo>
                <a:lnTo>
                  <a:pt x="10589" y="4328"/>
                </a:lnTo>
                <a:lnTo>
                  <a:pt x="10590" y="4328"/>
                </a:lnTo>
                <a:lnTo>
                  <a:pt x="10591" y="4328"/>
                </a:lnTo>
                <a:lnTo>
                  <a:pt x="10592" y="4328"/>
                </a:lnTo>
                <a:lnTo>
                  <a:pt x="10593" y="4328"/>
                </a:lnTo>
                <a:lnTo>
                  <a:pt x="10594" y="4328"/>
                </a:lnTo>
                <a:lnTo>
                  <a:pt x="10595" y="4328"/>
                </a:lnTo>
                <a:lnTo>
                  <a:pt x="10596" y="4328"/>
                </a:lnTo>
                <a:lnTo>
                  <a:pt x="10597" y="4328"/>
                </a:lnTo>
                <a:lnTo>
                  <a:pt x="10598" y="4328"/>
                </a:lnTo>
                <a:lnTo>
                  <a:pt x="10599" y="4328"/>
                </a:lnTo>
                <a:lnTo>
                  <a:pt x="10600" y="4328"/>
                </a:lnTo>
                <a:lnTo>
                  <a:pt x="10601" y="4328"/>
                </a:lnTo>
                <a:lnTo>
                  <a:pt x="10602" y="4328"/>
                </a:lnTo>
                <a:lnTo>
                  <a:pt x="10603" y="4328"/>
                </a:lnTo>
                <a:lnTo>
                  <a:pt x="10604" y="4328"/>
                </a:lnTo>
                <a:lnTo>
                  <a:pt x="10605" y="4328"/>
                </a:lnTo>
                <a:lnTo>
                  <a:pt x="10606" y="4328"/>
                </a:lnTo>
                <a:lnTo>
                  <a:pt x="10607" y="4328"/>
                </a:lnTo>
                <a:lnTo>
                  <a:pt x="10608" y="4328"/>
                </a:lnTo>
                <a:lnTo>
                  <a:pt x="10609" y="4328"/>
                </a:lnTo>
                <a:lnTo>
                  <a:pt x="10610" y="4328"/>
                </a:lnTo>
                <a:lnTo>
                  <a:pt x="10611" y="4328"/>
                </a:lnTo>
                <a:lnTo>
                  <a:pt x="10612" y="4328"/>
                </a:lnTo>
                <a:lnTo>
                  <a:pt x="10613" y="4328"/>
                </a:lnTo>
                <a:lnTo>
                  <a:pt x="10614" y="4328"/>
                </a:lnTo>
                <a:lnTo>
                  <a:pt x="10615" y="4328"/>
                </a:lnTo>
                <a:lnTo>
                  <a:pt x="10616" y="4328"/>
                </a:lnTo>
                <a:lnTo>
                  <a:pt x="10617" y="4328"/>
                </a:lnTo>
                <a:lnTo>
                  <a:pt x="10618" y="4328"/>
                </a:lnTo>
                <a:lnTo>
                  <a:pt x="10619" y="4328"/>
                </a:lnTo>
                <a:lnTo>
                  <a:pt x="10620" y="4328"/>
                </a:lnTo>
                <a:lnTo>
                  <a:pt x="10621" y="4328"/>
                </a:lnTo>
                <a:lnTo>
                  <a:pt x="10622" y="4328"/>
                </a:lnTo>
                <a:lnTo>
                  <a:pt x="10623" y="4328"/>
                </a:lnTo>
                <a:lnTo>
                  <a:pt x="10624" y="4328"/>
                </a:lnTo>
                <a:lnTo>
                  <a:pt x="10625" y="4328"/>
                </a:lnTo>
                <a:lnTo>
                  <a:pt x="10626" y="4328"/>
                </a:lnTo>
                <a:lnTo>
                  <a:pt x="10627" y="4328"/>
                </a:lnTo>
                <a:lnTo>
                  <a:pt x="10628" y="4328"/>
                </a:lnTo>
                <a:lnTo>
                  <a:pt x="10629" y="4328"/>
                </a:lnTo>
                <a:lnTo>
                  <a:pt x="10630" y="4328"/>
                </a:lnTo>
                <a:lnTo>
                  <a:pt x="10631" y="4328"/>
                </a:lnTo>
                <a:lnTo>
                  <a:pt x="10632" y="4328"/>
                </a:lnTo>
                <a:lnTo>
                  <a:pt x="10633" y="4328"/>
                </a:lnTo>
                <a:lnTo>
                  <a:pt x="10634" y="4328"/>
                </a:lnTo>
                <a:lnTo>
                  <a:pt x="10635" y="4328"/>
                </a:lnTo>
                <a:lnTo>
                  <a:pt x="10636" y="4328"/>
                </a:lnTo>
                <a:lnTo>
                  <a:pt x="10637" y="4328"/>
                </a:lnTo>
                <a:lnTo>
                  <a:pt x="10638" y="4328"/>
                </a:lnTo>
                <a:lnTo>
                  <a:pt x="10639" y="4328"/>
                </a:lnTo>
                <a:lnTo>
                  <a:pt x="10640" y="4328"/>
                </a:lnTo>
                <a:lnTo>
                  <a:pt x="10641" y="4328"/>
                </a:lnTo>
                <a:lnTo>
                  <a:pt x="10642" y="4328"/>
                </a:lnTo>
                <a:lnTo>
                  <a:pt x="10643" y="4328"/>
                </a:lnTo>
                <a:lnTo>
                  <a:pt x="10644" y="4328"/>
                </a:lnTo>
                <a:lnTo>
                  <a:pt x="10645" y="4328"/>
                </a:lnTo>
                <a:lnTo>
                  <a:pt x="10646" y="4328"/>
                </a:lnTo>
                <a:lnTo>
                  <a:pt x="10647" y="4328"/>
                </a:lnTo>
                <a:lnTo>
                  <a:pt x="10648" y="4328"/>
                </a:lnTo>
                <a:lnTo>
                  <a:pt x="10649" y="4328"/>
                </a:lnTo>
                <a:lnTo>
                  <a:pt x="10650" y="4328"/>
                </a:lnTo>
                <a:lnTo>
                  <a:pt x="10651" y="4328"/>
                </a:lnTo>
                <a:lnTo>
                  <a:pt x="10652" y="4328"/>
                </a:lnTo>
                <a:lnTo>
                  <a:pt x="10653" y="4328"/>
                </a:lnTo>
                <a:lnTo>
                  <a:pt x="10654" y="4328"/>
                </a:lnTo>
                <a:lnTo>
                  <a:pt x="10655" y="4328"/>
                </a:lnTo>
                <a:lnTo>
                  <a:pt x="10656" y="4328"/>
                </a:lnTo>
                <a:lnTo>
                  <a:pt x="10657" y="4328"/>
                </a:lnTo>
                <a:lnTo>
                  <a:pt x="10658" y="4328"/>
                </a:lnTo>
                <a:lnTo>
                  <a:pt x="10659" y="4328"/>
                </a:lnTo>
                <a:lnTo>
                  <a:pt x="10660" y="4328"/>
                </a:lnTo>
                <a:lnTo>
                  <a:pt x="10661" y="4328"/>
                </a:lnTo>
                <a:lnTo>
                  <a:pt x="10662" y="4328"/>
                </a:lnTo>
                <a:lnTo>
                  <a:pt x="10663" y="4328"/>
                </a:lnTo>
                <a:lnTo>
                  <a:pt x="10664" y="4328"/>
                </a:lnTo>
                <a:lnTo>
                  <a:pt x="10665" y="4328"/>
                </a:lnTo>
                <a:lnTo>
                  <a:pt x="10666" y="4328"/>
                </a:lnTo>
                <a:lnTo>
                  <a:pt x="10667" y="4328"/>
                </a:lnTo>
                <a:lnTo>
                  <a:pt x="10668" y="4328"/>
                </a:lnTo>
                <a:lnTo>
                  <a:pt x="10669" y="4328"/>
                </a:lnTo>
                <a:lnTo>
                  <a:pt x="10670" y="4328"/>
                </a:lnTo>
                <a:lnTo>
                  <a:pt x="10671" y="4328"/>
                </a:lnTo>
                <a:lnTo>
                  <a:pt x="10672" y="4328"/>
                </a:lnTo>
                <a:lnTo>
                  <a:pt x="10673" y="4328"/>
                </a:lnTo>
                <a:lnTo>
                  <a:pt x="10674" y="4328"/>
                </a:lnTo>
                <a:lnTo>
                  <a:pt x="10675" y="4328"/>
                </a:lnTo>
                <a:lnTo>
                  <a:pt x="10676" y="4328"/>
                </a:lnTo>
                <a:lnTo>
                  <a:pt x="10677" y="4328"/>
                </a:lnTo>
                <a:lnTo>
                  <a:pt x="10678" y="4328"/>
                </a:lnTo>
                <a:lnTo>
                  <a:pt x="10679" y="4328"/>
                </a:lnTo>
                <a:lnTo>
                  <a:pt x="10680" y="4328"/>
                </a:lnTo>
                <a:lnTo>
                  <a:pt x="10681" y="4328"/>
                </a:lnTo>
                <a:lnTo>
                  <a:pt x="10682" y="4328"/>
                </a:lnTo>
                <a:lnTo>
                  <a:pt x="10683" y="4328"/>
                </a:lnTo>
                <a:lnTo>
                  <a:pt x="10684" y="4328"/>
                </a:lnTo>
                <a:lnTo>
                  <a:pt x="10685" y="4328"/>
                </a:lnTo>
                <a:lnTo>
                  <a:pt x="10686" y="4328"/>
                </a:lnTo>
                <a:lnTo>
                  <a:pt x="10687" y="4328"/>
                </a:lnTo>
                <a:lnTo>
                  <a:pt x="10688" y="4328"/>
                </a:lnTo>
                <a:lnTo>
                  <a:pt x="10689" y="4328"/>
                </a:lnTo>
                <a:lnTo>
                  <a:pt x="10690" y="4328"/>
                </a:lnTo>
                <a:lnTo>
                  <a:pt x="10691" y="4328"/>
                </a:lnTo>
                <a:lnTo>
                  <a:pt x="10692" y="4328"/>
                </a:lnTo>
                <a:lnTo>
                  <a:pt x="10693" y="4328"/>
                </a:lnTo>
                <a:lnTo>
                  <a:pt x="10694" y="4328"/>
                </a:lnTo>
                <a:lnTo>
                  <a:pt x="10695" y="4328"/>
                </a:lnTo>
                <a:lnTo>
                  <a:pt x="10696" y="4328"/>
                </a:lnTo>
                <a:lnTo>
                  <a:pt x="10697" y="4328"/>
                </a:lnTo>
                <a:lnTo>
                  <a:pt x="10698" y="4328"/>
                </a:lnTo>
                <a:lnTo>
                  <a:pt x="10699" y="4328"/>
                </a:lnTo>
                <a:lnTo>
                  <a:pt x="10700" y="4328"/>
                </a:lnTo>
                <a:lnTo>
                  <a:pt x="10701" y="4328"/>
                </a:lnTo>
                <a:lnTo>
                  <a:pt x="10702" y="4328"/>
                </a:lnTo>
                <a:lnTo>
                  <a:pt x="10703" y="4328"/>
                </a:lnTo>
                <a:lnTo>
                  <a:pt x="10704" y="4328"/>
                </a:lnTo>
                <a:lnTo>
                  <a:pt x="10705" y="4328"/>
                </a:lnTo>
                <a:lnTo>
                  <a:pt x="10706" y="4328"/>
                </a:lnTo>
                <a:lnTo>
                  <a:pt x="10707" y="4328"/>
                </a:lnTo>
                <a:lnTo>
                  <a:pt x="10708" y="4328"/>
                </a:lnTo>
                <a:lnTo>
                  <a:pt x="10709" y="4328"/>
                </a:lnTo>
                <a:lnTo>
                  <a:pt x="10710" y="4328"/>
                </a:lnTo>
                <a:lnTo>
                  <a:pt x="10711" y="4328"/>
                </a:lnTo>
                <a:lnTo>
                  <a:pt x="10712" y="4328"/>
                </a:lnTo>
                <a:lnTo>
                  <a:pt x="10713" y="4328"/>
                </a:lnTo>
                <a:lnTo>
                  <a:pt x="10714" y="4328"/>
                </a:lnTo>
                <a:lnTo>
                  <a:pt x="10715" y="4328"/>
                </a:lnTo>
                <a:lnTo>
                  <a:pt x="10716" y="4328"/>
                </a:lnTo>
                <a:lnTo>
                  <a:pt x="10717" y="4328"/>
                </a:lnTo>
                <a:lnTo>
                  <a:pt x="10718" y="4328"/>
                </a:lnTo>
                <a:lnTo>
                  <a:pt x="10719" y="4328"/>
                </a:lnTo>
                <a:lnTo>
                  <a:pt x="10720" y="4328"/>
                </a:lnTo>
                <a:lnTo>
                  <a:pt x="10721" y="4328"/>
                </a:lnTo>
                <a:lnTo>
                  <a:pt x="10722" y="4328"/>
                </a:lnTo>
                <a:lnTo>
                  <a:pt x="10723" y="4328"/>
                </a:lnTo>
                <a:lnTo>
                  <a:pt x="10724" y="4328"/>
                </a:lnTo>
                <a:lnTo>
                  <a:pt x="10725" y="4328"/>
                </a:lnTo>
                <a:lnTo>
                  <a:pt x="10726" y="4328"/>
                </a:lnTo>
                <a:lnTo>
                  <a:pt x="10727" y="4328"/>
                </a:lnTo>
                <a:lnTo>
                  <a:pt x="10728" y="4328"/>
                </a:lnTo>
                <a:lnTo>
                  <a:pt x="10729" y="4328"/>
                </a:lnTo>
                <a:lnTo>
                  <a:pt x="10730" y="4328"/>
                </a:lnTo>
                <a:lnTo>
                  <a:pt x="10731" y="4328"/>
                </a:lnTo>
                <a:lnTo>
                  <a:pt x="10732" y="4328"/>
                </a:lnTo>
                <a:lnTo>
                  <a:pt x="10733" y="4328"/>
                </a:lnTo>
                <a:lnTo>
                  <a:pt x="10734" y="4328"/>
                </a:lnTo>
                <a:lnTo>
                  <a:pt x="10735" y="4328"/>
                </a:lnTo>
                <a:lnTo>
                  <a:pt x="10736" y="4328"/>
                </a:lnTo>
                <a:lnTo>
                  <a:pt x="10737" y="4328"/>
                </a:lnTo>
                <a:lnTo>
                  <a:pt x="10738" y="4328"/>
                </a:lnTo>
                <a:lnTo>
                  <a:pt x="10739" y="4328"/>
                </a:lnTo>
                <a:lnTo>
                  <a:pt x="10740" y="4328"/>
                </a:lnTo>
                <a:lnTo>
                  <a:pt x="10741" y="4328"/>
                </a:lnTo>
                <a:lnTo>
                  <a:pt x="10742" y="4328"/>
                </a:lnTo>
                <a:lnTo>
                  <a:pt x="10743" y="4328"/>
                </a:lnTo>
                <a:lnTo>
                  <a:pt x="10744" y="4328"/>
                </a:lnTo>
                <a:lnTo>
                  <a:pt x="10745" y="4328"/>
                </a:lnTo>
                <a:lnTo>
                  <a:pt x="10746" y="4328"/>
                </a:lnTo>
                <a:lnTo>
                  <a:pt x="10747" y="4328"/>
                </a:lnTo>
                <a:lnTo>
                  <a:pt x="10748" y="4328"/>
                </a:lnTo>
                <a:lnTo>
                  <a:pt x="10749" y="4328"/>
                </a:lnTo>
                <a:lnTo>
                  <a:pt x="10750" y="4328"/>
                </a:lnTo>
                <a:lnTo>
                  <a:pt x="10751" y="4328"/>
                </a:lnTo>
                <a:lnTo>
                  <a:pt x="10752" y="4328"/>
                </a:lnTo>
                <a:lnTo>
                  <a:pt x="10753" y="4328"/>
                </a:lnTo>
                <a:lnTo>
                  <a:pt x="10754" y="4328"/>
                </a:lnTo>
                <a:lnTo>
                  <a:pt x="10755" y="4328"/>
                </a:lnTo>
                <a:lnTo>
                  <a:pt x="10756" y="4328"/>
                </a:lnTo>
                <a:lnTo>
                  <a:pt x="10757" y="4328"/>
                </a:lnTo>
                <a:lnTo>
                  <a:pt x="10758" y="4328"/>
                </a:lnTo>
                <a:lnTo>
                  <a:pt x="10759" y="4328"/>
                </a:lnTo>
                <a:lnTo>
                  <a:pt x="10760" y="4328"/>
                </a:lnTo>
                <a:lnTo>
                  <a:pt x="10761" y="4328"/>
                </a:lnTo>
                <a:lnTo>
                  <a:pt x="10762" y="4328"/>
                </a:lnTo>
                <a:lnTo>
                  <a:pt x="10763" y="4328"/>
                </a:lnTo>
                <a:lnTo>
                  <a:pt x="10764" y="4328"/>
                </a:lnTo>
                <a:lnTo>
                  <a:pt x="10765" y="4328"/>
                </a:lnTo>
                <a:lnTo>
                  <a:pt x="10766" y="4328"/>
                </a:lnTo>
                <a:lnTo>
                  <a:pt x="10767" y="4328"/>
                </a:lnTo>
                <a:lnTo>
                  <a:pt x="10768" y="4328"/>
                </a:lnTo>
                <a:lnTo>
                  <a:pt x="10769" y="4328"/>
                </a:lnTo>
                <a:lnTo>
                  <a:pt x="10770" y="4328"/>
                </a:lnTo>
                <a:lnTo>
                  <a:pt x="10771" y="4328"/>
                </a:lnTo>
                <a:lnTo>
                  <a:pt x="10772" y="4328"/>
                </a:lnTo>
                <a:lnTo>
                  <a:pt x="10773" y="4328"/>
                </a:lnTo>
                <a:lnTo>
                  <a:pt x="10774" y="4328"/>
                </a:lnTo>
                <a:lnTo>
                  <a:pt x="10775" y="4328"/>
                </a:lnTo>
                <a:lnTo>
                  <a:pt x="10776" y="4328"/>
                </a:lnTo>
                <a:lnTo>
                  <a:pt x="10777" y="4328"/>
                </a:lnTo>
                <a:lnTo>
                  <a:pt x="10778" y="4328"/>
                </a:lnTo>
                <a:lnTo>
                  <a:pt x="10779" y="4328"/>
                </a:lnTo>
                <a:lnTo>
                  <a:pt x="10780" y="4328"/>
                </a:lnTo>
                <a:lnTo>
                  <a:pt x="10781" y="4328"/>
                </a:lnTo>
                <a:lnTo>
                  <a:pt x="10782" y="4328"/>
                </a:lnTo>
                <a:lnTo>
                  <a:pt x="10783" y="4328"/>
                </a:lnTo>
                <a:lnTo>
                  <a:pt x="10784" y="4328"/>
                </a:lnTo>
                <a:lnTo>
                  <a:pt x="10785" y="4328"/>
                </a:lnTo>
                <a:lnTo>
                  <a:pt x="10786" y="4328"/>
                </a:lnTo>
                <a:lnTo>
                  <a:pt x="10787" y="4328"/>
                </a:lnTo>
                <a:lnTo>
                  <a:pt x="10788" y="4328"/>
                </a:lnTo>
                <a:lnTo>
                  <a:pt x="10789" y="4328"/>
                </a:lnTo>
                <a:lnTo>
                  <a:pt x="10790" y="4328"/>
                </a:lnTo>
                <a:lnTo>
                  <a:pt x="10791" y="4328"/>
                </a:lnTo>
                <a:lnTo>
                  <a:pt x="10792" y="4328"/>
                </a:lnTo>
                <a:lnTo>
                  <a:pt x="10793" y="4328"/>
                </a:lnTo>
                <a:lnTo>
                  <a:pt x="10794" y="4328"/>
                </a:lnTo>
                <a:lnTo>
                  <a:pt x="10795" y="4328"/>
                </a:lnTo>
                <a:lnTo>
                  <a:pt x="10796" y="4328"/>
                </a:lnTo>
                <a:lnTo>
                  <a:pt x="10797" y="4328"/>
                </a:lnTo>
                <a:lnTo>
                  <a:pt x="10798" y="4328"/>
                </a:lnTo>
                <a:lnTo>
                  <a:pt x="10799" y="4328"/>
                </a:lnTo>
                <a:lnTo>
                  <a:pt x="10800" y="4328"/>
                </a:lnTo>
                <a:lnTo>
                  <a:pt x="10801" y="4328"/>
                </a:lnTo>
                <a:lnTo>
                  <a:pt x="10802" y="4328"/>
                </a:lnTo>
                <a:lnTo>
                  <a:pt x="10803" y="4328"/>
                </a:lnTo>
                <a:lnTo>
                  <a:pt x="10804" y="4328"/>
                </a:lnTo>
                <a:lnTo>
                  <a:pt x="10805" y="4328"/>
                </a:lnTo>
                <a:lnTo>
                  <a:pt x="10806" y="4328"/>
                </a:lnTo>
                <a:lnTo>
                  <a:pt x="10807" y="4328"/>
                </a:lnTo>
                <a:lnTo>
                  <a:pt x="10808" y="4328"/>
                </a:lnTo>
                <a:lnTo>
                  <a:pt x="10809" y="4328"/>
                </a:lnTo>
                <a:lnTo>
                  <a:pt x="10810" y="4328"/>
                </a:lnTo>
                <a:lnTo>
                  <a:pt x="10811" y="4328"/>
                </a:lnTo>
                <a:lnTo>
                  <a:pt x="10812" y="4328"/>
                </a:lnTo>
                <a:lnTo>
                  <a:pt x="10813" y="4328"/>
                </a:lnTo>
                <a:lnTo>
                  <a:pt x="10814" y="4328"/>
                </a:lnTo>
                <a:lnTo>
                  <a:pt x="10815" y="4328"/>
                </a:lnTo>
                <a:lnTo>
                  <a:pt x="10816" y="4328"/>
                </a:lnTo>
                <a:lnTo>
                  <a:pt x="10817" y="4328"/>
                </a:lnTo>
                <a:lnTo>
                  <a:pt x="10818" y="4328"/>
                </a:lnTo>
                <a:lnTo>
                  <a:pt x="10819" y="4328"/>
                </a:lnTo>
                <a:lnTo>
                  <a:pt x="10820" y="4328"/>
                </a:lnTo>
                <a:lnTo>
                  <a:pt x="10821" y="4328"/>
                </a:lnTo>
                <a:lnTo>
                  <a:pt x="10822" y="4328"/>
                </a:lnTo>
                <a:lnTo>
                  <a:pt x="10823" y="4328"/>
                </a:lnTo>
                <a:lnTo>
                  <a:pt x="10824" y="4328"/>
                </a:lnTo>
                <a:lnTo>
                  <a:pt x="10825" y="4328"/>
                </a:lnTo>
                <a:lnTo>
                  <a:pt x="10826" y="4328"/>
                </a:lnTo>
                <a:lnTo>
                  <a:pt x="10827" y="4328"/>
                </a:lnTo>
                <a:lnTo>
                  <a:pt x="10828" y="4328"/>
                </a:lnTo>
                <a:lnTo>
                  <a:pt x="10829" y="4328"/>
                </a:lnTo>
                <a:lnTo>
                  <a:pt x="10830" y="4328"/>
                </a:lnTo>
                <a:lnTo>
                  <a:pt x="10831" y="4328"/>
                </a:lnTo>
                <a:lnTo>
                  <a:pt x="10832" y="4328"/>
                </a:lnTo>
                <a:lnTo>
                  <a:pt x="10833" y="4328"/>
                </a:lnTo>
                <a:lnTo>
                  <a:pt x="10834" y="4328"/>
                </a:lnTo>
                <a:lnTo>
                  <a:pt x="10835" y="4328"/>
                </a:lnTo>
                <a:lnTo>
                  <a:pt x="10836" y="4328"/>
                </a:lnTo>
                <a:lnTo>
                  <a:pt x="10837" y="4328"/>
                </a:lnTo>
                <a:lnTo>
                  <a:pt x="10838" y="4328"/>
                </a:lnTo>
                <a:lnTo>
                  <a:pt x="10839" y="4328"/>
                </a:lnTo>
                <a:lnTo>
                  <a:pt x="10840" y="4328"/>
                </a:lnTo>
                <a:lnTo>
                  <a:pt x="10841" y="4328"/>
                </a:lnTo>
                <a:lnTo>
                  <a:pt x="10842" y="4328"/>
                </a:lnTo>
                <a:lnTo>
                  <a:pt x="10843" y="4328"/>
                </a:lnTo>
                <a:lnTo>
                  <a:pt x="10844" y="4328"/>
                </a:lnTo>
                <a:lnTo>
                  <a:pt x="10845" y="4328"/>
                </a:lnTo>
                <a:lnTo>
                  <a:pt x="10846" y="4328"/>
                </a:lnTo>
                <a:lnTo>
                  <a:pt x="10847" y="4328"/>
                </a:lnTo>
                <a:lnTo>
                  <a:pt x="10848" y="4328"/>
                </a:lnTo>
                <a:lnTo>
                  <a:pt x="10849" y="4328"/>
                </a:lnTo>
                <a:lnTo>
                  <a:pt x="10850" y="4328"/>
                </a:lnTo>
                <a:lnTo>
                  <a:pt x="10851" y="4328"/>
                </a:lnTo>
                <a:lnTo>
                  <a:pt x="10852" y="4328"/>
                </a:lnTo>
                <a:lnTo>
                  <a:pt x="10853" y="4328"/>
                </a:lnTo>
                <a:lnTo>
                  <a:pt x="10854" y="4328"/>
                </a:lnTo>
                <a:lnTo>
                  <a:pt x="10855" y="4328"/>
                </a:lnTo>
                <a:lnTo>
                  <a:pt x="10856" y="4328"/>
                </a:lnTo>
                <a:lnTo>
                  <a:pt x="10857" y="4328"/>
                </a:lnTo>
                <a:lnTo>
                  <a:pt x="10858" y="4328"/>
                </a:lnTo>
                <a:lnTo>
                  <a:pt x="10859" y="4328"/>
                </a:lnTo>
                <a:lnTo>
                  <a:pt x="10860" y="4328"/>
                </a:lnTo>
                <a:lnTo>
                  <a:pt x="10861" y="4328"/>
                </a:lnTo>
                <a:lnTo>
                  <a:pt x="10862" y="4328"/>
                </a:lnTo>
                <a:lnTo>
                  <a:pt x="10863" y="4328"/>
                </a:lnTo>
                <a:lnTo>
                  <a:pt x="10864" y="4328"/>
                </a:lnTo>
                <a:lnTo>
                  <a:pt x="10865" y="4328"/>
                </a:lnTo>
                <a:lnTo>
                  <a:pt x="10866" y="4328"/>
                </a:lnTo>
                <a:lnTo>
                  <a:pt x="10867" y="4328"/>
                </a:lnTo>
                <a:lnTo>
                  <a:pt x="10868" y="4328"/>
                </a:lnTo>
                <a:lnTo>
                  <a:pt x="10869" y="4328"/>
                </a:lnTo>
                <a:lnTo>
                  <a:pt x="10870" y="4328"/>
                </a:lnTo>
                <a:lnTo>
                  <a:pt x="10871" y="4328"/>
                </a:lnTo>
                <a:lnTo>
                  <a:pt x="10872" y="4328"/>
                </a:lnTo>
                <a:lnTo>
                  <a:pt x="10873" y="4328"/>
                </a:lnTo>
                <a:lnTo>
                  <a:pt x="10874" y="4328"/>
                </a:lnTo>
                <a:lnTo>
                  <a:pt x="10875" y="4328"/>
                </a:lnTo>
                <a:lnTo>
                  <a:pt x="10876" y="4328"/>
                </a:lnTo>
                <a:lnTo>
                  <a:pt x="10877" y="4328"/>
                </a:lnTo>
                <a:lnTo>
                  <a:pt x="10878" y="4328"/>
                </a:lnTo>
                <a:lnTo>
                  <a:pt x="10879" y="4328"/>
                </a:lnTo>
                <a:lnTo>
                  <a:pt x="10880" y="4328"/>
                </a:lnTo>
                <a:lnTo>
                  <a:pt x="10881" y="4328"/>
                </a:lnTo>
                <a:lnTo>
                  <a:pt x="10882" y="4328"/>
                </a:lnTo>
                <a:lnTo>
                  <a:pt x="10883" y="4328"/>
                </a:lnTo>
                <a:lnTo>
                  <a:pt x="10884" y="4328"/>
                </a:lnTo>
                <a:lnTo>
                  <a:pt x="10885" y="4328"/>
                </a:lnTo>
                <a:lnTo>
                  <a:pt x="10886" y="4328"/>
                </a:lnTo>
                <a:lnTo>
                  <a:pt x="10887" y="4328"/>
                </a:lnTo>
                <a:lnTo>
                  <a:pt x="10888" y="4328"/>
                </a:lnTo>
                <a:lnTo>
                  <a:pt x="10889" y="4328"/>
                </a:lnTo>
                <a:lnTo>
                  <a:pt x="10890" y="4328"/>
                </a:lnTo>
                <a:lnTo>
                  <a:pt x="10891" y="4328"/>
                </a:lnTo>
                <a:lnTo>
                  <a:pt x="10892" y="4328"/>
                </a:lnTo>
                <a:lnTo>
                  <a:pt x="10893" y="4328"/>
                </a:lnTo>
                <a:lnTo>
                  <a:pt x="10894" y="4328"/>
                </a:lnTo>
                <a:lnTo>
                  <a:pt x="10895" y="4328"/>
                </a:lnTo>
                <a:lnTo>
                  <a:pt x="10896" y="4328"/>
                </a:lnTo>
                <a:lnTo>
                  <a:pt x="10897" y="4328"/>
                </a:lnTo>
                <a:lnTo>
                  <a:pt x="10898" y="4328"/>
                </a:lnTo>
                <a:lnTo>
                  <a:pt x="10899" y="4328"/>
                </a:lnTo>
                <a:lnTo>
                  <a:pt x="10900" y="4328"/>
                </a:lnTo>
                <a:lnTo>
                  <a:pt x="10901" y="4328"/>
                </a:lnTo>
                <a:lnTo>
                  <a:pt x="10902" y="4328"/>
                </a:lnTo>
                <a:lnTo>
                  <a:pt x="10903" y="4328"/>
                </a:lnTo>
                <a:lnTo>
                  <a:pt x="10904" y="4328"/>
                </a:lnTo>
                <a:lnTo>
                  <a:pt x="10905" y="4328"/>
                </a:lnTo>
                <a:lnTo>
                  <a:pt x="10906" y="4328"/>
                </a:lnTo>
                <a:lnTo>
                  <a:pt x="10907" y="4328"/>
                </a:lnTo>
                <a:lnTo>
                  <a:pt x="10908" y="4328"/>
                </a:lnTo>
                <a:lnTo>
                  <a:pt x="10909" y="4328"/>
                </a:lnTo>
                <a:lnTo>
                  <a:pt x="10910" y="4328"/>
                </a:lnTo>
                <a:lnTo>
                  <a:pt x="10911" y="4328"/>
                </a:lnTo>
                <a:lnTo>
                  <a:pt x="10912" y="4328"/>
                </a:lnTo>
                <a:lnTo>
                  <a:pt x="10913" y="4328"/>
                </a:lnTo>
                <a:lnTo>
                  <a:pt x="10914" y="4328"/>
                </a:lnTo>
                <a:lnTo>
                  <a:pt x="10915" y="4328"/>
                </a:lnTo>
                <a:lnTo>
                  <a:pt x="10916" y="4328"/>
                </a:lnTo>
                <a:lnTo>
                  <a:pt x="10917" y="4328"/>
                </a:lnTo>
                <a:lnTo>
                  <a:pt x="10918" y="4328"/>
                </a:lnTo>
                <a:lnTo>
                  <a:pt x="10919" y="4328"/>
                </a:lnTo>
                <a:lnTo>
                  <a:pt x="10920" y="4328"/>
                </a:lnTo>
                <a:lnTo>
                  <a:pt x="10921" y="4328"/>
                </a:lnTo>
                <a:lnTo>
                  <a:pt x="10922" y="4328"/>
                </a:lnTo>
                <a:lnTo>
                  <a:pt x="10923" y="4328"/>
                </a:lnTo>
                <a:lnTo>
                  <a:pt x="10924" y="4328"/>
                </a:lnTo>
                <a:lnTo>
                  <a:pt x="10925" y="4328"/>
                </a:lnTo>
                <a:lnTo>
                  <a:pt x="10926" y="4328"/>
                </a:lnTo>
                <a:lnTo>
                  <a:pt x="10927" y="4328"/>
                </a:lnTo>
                <a:lnTo>
                  <a:pt x="10928" y="4328"/>
                </a:lnTo>
                <a:lnTo>
                  <a:pt x="10929" y="4328"/>
                </a:lnTo>
                <a:lnTo>
                  <a:pt x="10930" y="4328"/>
                </a:lnTo>
                <a:lnTo>
                  <a:pt x="10931" y="4328"/>
                </a:lnTo>
                <a:lnTo>
                  <a:pt x="10932" y="4328"/>
                </a:lnTo>
                <a:lnTo>
                  <a:pt x="10933" y="4328"/>
                </a:lnTo>
                <a:lnTo>
                  <a:pt x="10934" y="4328"/>
                </a:lnTo>
                <a:lnTo>
                  <a:pt x="10935" y="4328"/>
                </a:lnTo>
                <a:lnTo>
                  <a:pt x="10936" y="4328"/>
                </a:lnTo>
                <a:lnTo>
                  <a:pt x="10937" y="4328"/>
                </a:lnTo>
                <a:lnTo>
                  <a:pt x="10938" y="4328"/>
                </a:lnTo>
                <a:lnTo>
                  <a:pt x="10939" y="4328"/>
                </a:lnTo>
                <a:lnTo>
                  <a:pt x="10940" y="4328"/>
                </a:lnTo>
                <a:lnTo>
                  <a:pt x="10941" y="4328"/>
                </a:lnTo>
                <a:lnTo>
                  <a:pt x="10942" y="4328"/>
                </a:lnTo>
                <a:lnTo>
                  <a:pt x="10943" y="4328"/>
                </a:lnTo>
                <a:lnTo>
                  <a:pt x="10944" y="4328"/>
                </a:lnTo>
                <a:lnTo>
                  <a:pt x="10945" y="4328"/>
                </a:lnTo>
                <a:lnTo>
                  <a:pt x="10946" y="4328"/>
                </a:lnTo>
                <a:lnTo>
                  <a:pt x="10947" y="4328"/>
                </a:lnTo>
                <a:lnTo>
                  <a:pt x="10948" y="4328"/>
                </a:lnTo>
                <a:lnTo>
                  <a:pt x="10949" y="4328"/>
                </a:lnTo>
                <a:lnTo>
                  <a:pt x="10950" y="4328"/>
                </a:lnTo>
                <a:lnTo>
                  <a:pt x="10951" y="4328"/>
                </a:lnTo>
                <a:lnTo>
                  <a:pt x="10952" y="4328"/>
                </a:lnTo>
                <a:lnTo>
                  <a:pt x="10953" y="4328"/>
                </a:lnTo>
                <a:lnTo>
                  <a:pt x="10954" y="4328"/>
                </a:lnTo>
                <a:lnTo>
                  <a:pt x="10955" y="4328"/>
                </a:lnTo>
                <a:lnTo>
                  <a:pt x="10956" y="4328"/>
                </a:lnTo>
                <a:lnTo>
                  <a:pt x="10957" y="4328"/>
                </a:lnTo>
                <a:lnTo>
                  <a:pt x="10958" y="4328"/>
                </a:lnTo>
                <a:lnTo>
                  <a:pt x="10959" y="4328"/>
                </a:lnTo>
                <a:lnTo>
                  <a:pt x="10960" y="4328"/>
                </a:lnTo>
                <a:lnTo>
                  <a:pt x="10961" y="4328"/>
                </a:lnTo>
                <a:lnTo>
                  <a:pt x="10962" y="4328"/>
                </a:lnTo>
                <a:lnTo>
                  <a:pt x="10963" y="4328"/>
                </a:lnTo>
                <a:lnTo>
                  <a:pt x="10964" y="4328"/>
                </a:lnTo>
                <a:lnTo>
                  <a:pt x="10965" y="4328"/>
                </a:lnTo>
                <a:lnTo>
                  <a:pt x="10966" y="4328"/>
                </a:lnTo>
                <a:lnTo>
                  <a:pt x="10967" y="4328"/>
                </a:lnTo>
                <a:lnTo>
                  <a:pt x="10968" y="4328"/>
                </a:lnTo>
                <a:lnTo>
                  <a:pt x="10969" y="4328"/>
                </a:lnTo>
                <a:lnTo>
                  <a:pt x="10970" y="4328"/>
                </a:lnTo>
                <a:lnTo>
                  <a:pt x="10971" y="4328"/>
                </a:lnTo>
                <a:lnTo>
                  <a:pt x="10972" y="4328"/>
                </a:lnTo>
                <a:lnTo>
                  <a:pt x="10973" y="4328"/>
                </a:lnTo>
                <a:lnTo>
                  <a:pt x="10974" y="4328"/>
                </a:lnTo>
                <a:lnTo>
                  <a:pt x="10975" y="4328"/>
                </a:lnTo>
                <a:lnTo>
                  <a:pt x="10976" y="4328"/>
                </a:lnTo>
                <a:lnTo>
                  <a:pt x="10977" y="4328"/>
                </a:lnTo>
                <a:lnTo>
                  <a:pt x="10978" y="4328"/>
                </a:lnTo>
                <a:lnTo>
                  <a:pt x="10979" y="4328"/>
                </a:lnTo>
                <a:lnTo>
                  <a:pt x="10980" y="4328"/>
                </a:lnTo>
                <a:lnTo>
                  <a:pt x="10981" y="4328"/>
                </a:lnTo>
                <a:lnTo>
                  <a:pt x="10982" y="4328"/>
                </a:lnTo>
                <a:lnTo>
                  <a:pt x="10983" y="4328"/>
                </a:lnTo>
                <a:lnTo>
                  <a:pt x="10984" y="4328"/>
                </a:lnTo>
                <a:lnTo>
                  <a:pt x="10985" y="4328"/>
                </a:lnTo>
                <a:lnTo>
                  <a:pt x="10986" y="4328"/>
                </a:lnTo>
                <a:lnTo>
                  <a:pt x="10987" y="4328"/>
                </a:lnTo>
                <a:lnTo>
                  <a:pt x="10988" y="4328"/>
                </a:lnTo>
                <a:lnTo>
                  <a:pt x="10989" y="4328"/>
                </a:lnTo>
                <a:lnTo>
                  <a:pt x="10990" y="4328"/>
                </a:lnTo>
                <a:lnTo>
                  <a:pt x="10991" y="4328"/>
                </a:lnTo>
                <a:lnTo>
                  <a:pt x="10992" y="4328"/>
                </a:lnTo>
                <a:lnTo>
                  <a:pt x="10993" y="4328"/>
                </a:lnTo>
                <a:lnTo>
                  <a:pt x="10994" y="4328"/>
                </a:lnTo>
                <a:lnTo>
                  <a:pt x="10995" y="4328"/>
                </a:lnTo>
                <a:lnTo>
                  <a:pt x="10996" y="4328"/>
                </a:lnTo>
                <a:lnTo>
                  <a:pt x="10997" y="4328"/>
                </a:lnTo>
                <a:lnTo>
                  <a:pt x="10998" y="4328"/>
                </a:lnTo>
                <a:lnTo>
                  <a:pt x="10999" y="4328"/>
                </a:lnTo>
                <a:lnTo>
                  <a:pt x="11000" y="4328"/>
                </a:lnTo>
                <a:lnTo>
                  <a:pt x="11001" y="4328"/>
                </a:lnTo>
                <a:lnTo>
                  <a:pt x="11002" y="4328"/>
                </a:lnTo>
                <a:lnTo>
                  <a:pt x="11003" y="4328"/>
                </a:lnTo>
                <a:lnTo>
                  <a:pt x="11004" y="4328"/>
                </a:lnTo>
                <a:lnTo>
                  <a:pt x="11005" y="4328"/>
                </a:lnTo>
                <a:lnTo>
                  <a:pt x="11006" y="4328"/>
                </a:lnTo>
                <a:lnTo>
                  <a:pt x="11007" y="4328"/>
                </a:lnTo>
                <a:lnTo>
                  <a:pt x="11008" y="4328"/>
                </a:lnTo>
                <a:lnTo>
                  <a:pt x="11009" y="4328"/>
                </a:lnTo>
                <a:lnTo>
                  <a:pt x="11010" y="4328"/>
                </a:lnTo>
                <a:lnTo>
                  <a:pt x="11011" y="4328"/>
                </a:lnTo>
                <a:lnTo>
                  <a:pt x="11012" y="4328"/>
                </a:lnTo>
                <a:lnTo>
                  <a:pt x="11013" y="4328"/>
                </a:lnTo>
                <a:lnTo>
                  <a:pt x="11014" y="4328"/>
                </a:lnTo>
                <a:lnTo>
                  <a:pt x="11015" y="4328"/>
                </a:lnTo>
                <a:lnTo>
                  <a:pt x="11016" y="4328"/>
                </a:lnTo>
                <a:lnTo>
                  <a:pt x="11017" y="4328"/>
                </a:lnTo>
                <a:lnTo>
                  <a:pt x="11018" y="4328"/>
                </a:lnTo>
                <a:lnTo>
                  <a:pt x="11019" y="4328"/>
                </a:lnTo>
                <a:lnTo>
                  <a:pt x="11020" y="4328"/>
                </a:lnTo>
                <a:lnTo>
                  <a:pt x="11021" y="4328"/>
                </a:lnTo>
                <a:lnTo>
                  <a:pt x="11022" y="4328"/>
                </a:lnTo>
                <a:lnTo>
                  <a:pt x="11023" y="4328"/>
                </a:lnTo>
                <a:lnTo>
                  <a:pt x="11024" y="4328"/>
                </a:lnTo>
                <a:lnTo>
                  <a:pt x="11025" y="4328"/>
                </a:lnTo>
                <a:lnTo>
                  <a:pt x="11026" y="4328"/>
                </a:lnTo>
                <a:lnTo>
                  <a:pt x="11027" y="4328"/>
                </a:lnTo>
                <a:lnTo>
                  <a:pt x="11028" y="4328"/>
                </a:lnTo>
                <a:lnTo>
                  <a:pt x="11029" y="4328"/>
                </a:lnTo>
                <a:lnTo>
                  <a:pt x="11030" y="4328"/>
                </a:lnTo>
                <a:lnTo>
                  <a:pt x="11031" y="4328"/>
                </a:lnTo>
                <a:lnTo>
                  <a:pt x="11032" y="4328"/>
                </a:lnTo>
                <a:lnTo>
                  <a:pt x="11033" y="4328"/>
                </a:lnTo>
                <a:lnTo>
                  <a:pt x="11034" y="4328"/>
                </a:lnTo>
                <a:lnTo>
                  <a:pt x="11035" y="4328"/>
                </a:lnTo>
                <a:lnTo>
                  <a:pt x="11036" y="4328"/>
                </a:lnTo>
                <a:lnTo>
                  <a:pt x="11037" y="4328"/>
                </a:lnTo>
                <a:lnTo>
                  <a:pt x="11038" y="4328"/>
                </a:lnTo>
                <a:lnTo>
                  <a:pt x="11039" y="4328"/>
                </a:lnTo>
                <a:lnTo>
                  <a:pt x="11040" y="4328"/>
                </a:lnTo>
                <a:lnTo>
                  <a:pt x="11041" y="4328"/>
                </a:lnTo>
                <a:lnTo>
                  <a:pt x="11042" y="4328"/>
                </a:lnTo>
                <a:lnTo>
                  <a:pt x="11043" y="4328"/>
                </a:lnTo>
                <a:lnTo>
                  <a:pt x="11044" y="4328"/>
                </a:lnTo>
                <a:lnTo>
                  <a:pt x="11045" y="4328"/>
                </a:lnTo>
                <a:lnTo>
                  <a:pt x="11046" y="4328"/>
                </a:lnTo>
                <a:lnTo>
                  <a:pt x="11047" y="4328"/>
                </a:lnTo>
                <a:lnTo>
                  <a:pt x="11048" y="4328"/>
                </a:lnTo>
                <a:lnTo>
                  <a:pt x="11049" y="4328"/>
                </a:lnTo>
                <a:lnTo>
                  <a:pt x="11050" y="4328"/>
                </a:lnTo>
                <a:lnTo>
                  <a:pt x="11051" y="4328"/>
                </a:lnTo>
                <a:lnTo>
                  <a:pt x="11052" y="4328"/>
                </a:lnTo>
                <a:lnTo>
                  <a:pt x="11053" y="4328"/>
                </a:lnTo>
                <a:lnTo>
                  <a:pt x="11054" y="4328"/>
                </a:lnTo>
                <a:lnTo>
                  <a:pt x="11055" y="4328"/>
                </a:lnTo>
                <a:lnTo>
                  <a:pt x="11056" y="4328"/>
                </a:lnTo>
                <a:lnTo>
                  <a:pt x="11057" y="4328"/>
                </a:lnTo>
                <a:lnTo>
                  <a:pt x="11058" y="4328"/>
                </a:lnTo>
                <a:lnTo>
                  <a:pt x="11059" y="4328"/>
                </a:lnTo>
                <a:lnTo>
                  <a:pt x="11060" y="4328"/>
                </a:lnTo>
                <a:lnTo>
                  <a:pt x="11061" y="4328"/>
                </a:lnTo>
                <a:lnTo>
                  <a:pt x="11062" y="4328"/>
                </a:lnTo>
                <a:lnTo>
                  <a:pt x="11063" y="4328"/>
                </a:lnTo>
                <a:lnTo>
                  <a:pt x="11064" y="4328"/>
                </a:lnTo>
                <a:lnTo>
                  <a:pt x="11065" y="4328"/>
                </a:lnTo>
                <a:lnTo>
                  <a:pt x="11066" y="4328"/>
                </a:lnTo>
                <a:lnTo>
                  <a:pt x="11067" y="4328"/>
                </a:lnTo>
                <a:lnTo>
                  <a:pt x="11068" y="4328"/>
                </a:lnTo>
                <a:lnTo>
                  <a:pt x="11069" y="4328"/>
                </a:lnTo>
                <a:lnTo>
                  <a:pt x="11070" y="4328"/>
                </a:lnTo>
                <a:lnTo>
                  <a:pt x="11071" y="4328"/>
                </a:lnTo>
                <a:lnTo>
                  <a:pt x="11072" y="4328"/>
                </a:lnTo>
                <a:lnTo>
                  <a:pt x="11073" y="4328"/>
                </a:lnTo>
                <a:lnTo>
                  <a:pt x="11074" y="4328"/>
                </a:lnTo>
                <a:lnTo>
                  <a:pt x="11075" y="4328"/>
                </a:lnTo>
                <a:lnTo>
                  <a:pt x="11076" y="4328"/>
                </a:lnTo>
                <a:lnTo>
                  <a:pt x="11077" y="4328"/>
                </a:lnTo>
                <a:lnTo>
                  <a:pt x="11078" y="4328"/>
                </a:lnTo>
                <a:lnTo>
                  <a:pt x="11079" y="4328"/>
                </a:lnTo>
                <a:lnTo>
                  <a:pt x="11080" y="4328"/>
                </a:lnTo>
                <a:lnTo>
                  <a:pt x="11081" y="4328"/>
                </a:lnTo>
                <a:lnTo>
                  <a:pt x="11082" y="4328"/>
                </a:lnTo>
                <a:lnTo>
                  <a:pt x="11083" y="4328"/>
                </a:lnTo>
                <a:lnTo>
                  <a:pt x="11084" y="4328"/>
                </a:lnTo>
                <a:lnTo>
                  <a:pt x="11085" y="4328"/>
                </a:lnTo>
                <a:lnTo>
                  <a:pt x="11086" y="4328"/>
                </a:lnTo>
                <a:lnTo>
                  <a:pt x="11087" y="4328"/>
                </a:lnTo>
                <a:lnTo>
                  <a:pt x="11088" y="4328"/>
                </a:lnTo>
                <a:lnTo>
                  <a:pt x="11089" y="4328"/>
                </a:lnTo>
                <a:lnTo>
                  <a:pt x="11090" y="4328"/>
                </a:lnTo>
                <a:lnTo>
                  <a:pt x="11091" y="4328"/>
                </a:lnTo>
                <a:lnTo>
                  <a:pt x="11092" y="4328"/>
                </a:lnTo>
                <a:lnTo>
                  <a:pt x="11093" y="4328"/>
                </a:lnTo>
                <a:lnTo>
                  <a:pt x="11094" y="4328"/>
                </a:lnTo>
                <a:lnTo>
                  <a:pt x="11095" y="4328"/>
                </a:lnTo>
                <a:lnTo>
                  <a:pt x="11096" y="4328"/>
                </a:lnTo>
                <a:lnTo>
                  <a:pt x="11097" y="4328"/>
                </a:lnTo>
                <a:lnTo>
                  <a:pt x="11098" y="4328"/>
                </a:lnTo>
                <a:lnTo>
                  <a:pt x="11099" y="4328"/>
                </a:lnTo>
                <a:lnTo>
                  <a:pt x="11100" y="4328"/>
                </a:lnTo>
                <a:lnTo>
                  <a:pt x="11101" y="4328"/>
                </a:lnTo>
                <a:lnTo>
                  <a:pt x="11102" y="4328"/>
                </a:lnTo>
                <a:lnTo>
                  <a:pt x="11103" y="4328"/>
                </a:lnTo>
                <a:lnTo>
                  <a:pt x="11104" y="4328"/>
                </a:lnTo>
                <a:lnTo>
                  <a:pt x="11105" y="4328"/>
                </a:lnTo>
                <a:lnTo>
                  <a:pt x="11106" y="4328"/>
                </a:lnTo>
                <a:lnTo>
                  <a:pt x="11107" y="4328"/>
                </a:lnTo>
                <a:lnTo>
                  <a:pt x="11108" y="4328"/>
                </a:lnTo>
                <a:lnTo>
                  <a:pt x="11109" y="4328"/>
                </a:lnTo>
                <a:lnTo>
                  <a:pt x="11110" y="4328"/>
                </a:lnTo>
                <a:lnTo>
                  <a:pt x="11111" y="4328"/>
                </a:lnTo>
                <a:lnTo>
                  <a:pt x="11112" y="4328"/>
                </a:lnTo>
                <a:lnTo>
                  <a:pt x="11113" y="4328"/>
                </a:lnTo>
                <a:lnTo>
                  <a:pt x="11114" y="4328"/>
                </a:lnTo>
                <a:lnTo>
                  <a:pt x="11115" y="4328"/>
                </a:lnTo>
                <a:lnTo>
                  <a:pt x="11116" y="4328"/>
                </a:lnTo>
                <a:lnTo>
                  <a:pt x="11117" y="4328"/>
                </a:lnTo>
                <a:lnTo>
                  <a:pt x="11118" y="4328"/>
                </a:lnTo>
                <a:lnTo>
                  <a:pt x="11119" y="4328"/>
                </a:lnTo>
                <a:lnTo>
                  <a:pt x="11120" y="4328"/>
                </a:lnTo>
                <a:lnTo>
                  <a:pt x="11121" y="4328"/>
                </a:lnTo>
                <a:lnTo>
                  <a:pt x="11122" y="4328"/>
                </a:lnTo>
                <a:lnTo>
                  <a:pt x="11123" y="4328"/>
                </a:lnTo>
                <a:lnTo>
                  <a:pt x="11124" y="4328"/>
                </a:lnTo>
                <a:lnTo>
                  <a:pt x="11125" y="4328"/>
                </a:lnTo>
                <a:lnTo>
                  <a:pt x="11126" y="4328"/>
                </a:lnTo>
                <a:lnTo>
                  <a:pt x="11127" y="4328"/>
                </a:lnTo>
                <a:lnTo>
                  <a:pt x="11128" y="4328"/>
                </a:lnTo>
                <a:lnTo>
                  <a:pt x="11129" y="4328"/>
                </a:lnTo>
                <a:lnTo>
                  <a:pt x="11130" y="4328"/>
                </a:lnTo>
                <a:lnTo>
                  <a:pt x="11131" y="4328"/>
                </a:lnTo>
                <a:lnTo>
                  <a:pt x="11132" y="4328"/>
                </a:lnTo>
                <a:lnTo>
                  <a:pt x="11133" y="4328"/>
                </a:lnTo>
                <a:lnTo>
                  <a:pt x="11134" y="4328"/>
                </a:lnTo>
                <a:lnTo>
                  <a:pt x="11135" y="4328"/>
                </a:lnTo>
                <a:lnTo>
                  <a:pt x="11136" y="4328"/>
                </a:lnTo>
                <a:lnTo>
                  <a:pt x="11137" y="4328"/>
                </a:lnTo>
                <a:lnTo>
                  <a:pt x="11138" y="4328"/>
                </a:lnTo>
                <a:lnTo>
                  <a:pt x="11139" y="4328"/>
                </a:lnTo>
                <a:lnTo>
                  <a:pt x="11140" y="4328"/>
                </a:lnTo>
                <a:lnTo>
                  <a:pt x="11141" y="4328"/>
                </a:lnTo>
                <a:lnTo>
                  <a:pt x="11142" y="4328"/>
                </a:lnTo>
                <a:lnTo>
                  <a:pt x="11143" y="4328"/>
                </a:lnTo>
                <a:lnTo>
                  <a:pt x="11144" y="4328"/>
                </a:lnTo>
                <a:lnTo>
                  <a:pt x="11145" y="4328"/>
                </a:lnTo>
                <a:lnTo>
                  <a:pt x="11146" y="4328"/>
                </a:lnTo>
                <a:lnTo>
                  <a:pt x="11147" y="4328"/>
                </a:lnTo>
                <a:lnTo>
                  <a:pt x="11148" y="4328"/>
                </a:lnTo>
                <a:lnTo>
                  <a:pt x="11149" y="4328"/>
                </a:lnTo>
                <a:lnTo>
                  <a:pt x="11150" y="4328"/>
                </a:lnTo>
                <a:lnTo>
                  <a:pt x="11151" y="4328"/>
                </a:lnTo>
                <a:lnTo>
                  <a:pt x="11152" y="4328"/>
                </a:lnTo>
                <a:lnTo>
                  <a:pt x="11153" y="4328"/>
                </a:lnTo>
                <a:lnTo>
                  <a:pt x="11154" y="4328"/>
                </a:lnTo>
                <a:lnTo>
                  <a:pt x="11155" y="4328"/>
                </a:lnTo>
                <a:lnTo>
                  <a:pt x="11156" y="4328"/>
                </a:lnTo>
                <a:lnTo>
                  <a:pt x="11157" y="4328"/>
                </a:lnTo>
                <a:lnTo>
                  <a:pt x="11158" y="4328"/>
                </a:lnTo>
                <a:lnTo>
                  <a:pt x="11159" y="4328"/>
                </a:lnTo>
                <a:lnTo>
                  <a:pt x="11160" y="4328"/>
                </a:lnTo>
                <a:lnTo>
                  <a:pt x="11161" y="4328"/>
                </a:lnTo>
                <a:lnTo>
                  <a:pt x="11162" y="4328"/>
                </a:lnTo>
                <a:lnTo>
                  <a:pt x="11163" y="4328"/>
                </a:lnTo>
                <a:lnTo>
                  <a:pt x="11164" y="4328"/>
                </a:lnTo>
                <a:lnTo>
                  <a:pt x="11165" y="4328"/>
                </a:lnTo>
                <a:lnTo>
                  <a:pt x="11166" y="4328"/>
                </a:lnTo>
                <a:lnTo>
                  <a:pt x="11167" y="4328"/>
                </a:lnTo>
                <a:lnTo>
                  <a:pt x="11168" y="4328"/>
                </a:lnTo>
                <a:lnTo>
                  <a:pt x="11169" y="4328"/>
                </a:lnTo>
                <a:lnTo>
                  <a:pt x="11170" y="4328"/>
                </a:lnTo>
                <a:lnTo>
                  <a:pt x="11171" y="4328"/>
                </a:lnTo>
                <a:lnTo>
                  <a:pt x="11172" y="4328"/>
                </a:lnTo>
                <a:lnTo>
                  <a:pt x="11173" y="4328"/>
                </a:lnTo>
                <a:lnTo>
                  <a:pt x="11174" y="4328"/>
                </a:lnTo>
                <a:lnTo>
                  <a:pt x="11175" y="4328"/>
                </a:lnTo>
                <a:lnTo>
                  <a:pt x="11176" y="4328"/>
                </a:lnTo>
                <a:lnTo>
                  <a:pt x="11177" y="4328"/>
                </a:lnTo>
                <a:lnTo>
                  <a:pt x="11178" y="4328"/>
                </a:lnTo>
                <a:lnTo>
                  <a:pt x="11179" y="4328"/>
                </a:lnTo>
                <a:lnTo>
                  <a:pt x="11180" y="4328"/>
                </a:lnTo>
                <a:lnTo>
                  <a:pt x="11181" y="4328"/>
                </a:lnTo>
                <a:lnTo>
                  <a:pt x="11182" y="4328"/>
                </a:lnTo>
                <a:lnTo>
                  <a:pt x="11183" y="4328"/>
                </a:lnTo>
                <a:lnTo>
                  <a:pt x="11184" y="4328"/>
                </a:lnTo>
                <a:lnTo>
                  <a:pt x="11185" y="4328"/>
                </a:lnTo>
                <a:lnTo>
                  <a:pt x="11186" y="4328"/>
                </a:lnTo>
                <a:lnTo>
                  <a:pt x="11187" y="4328"/>
                </a:lnTo>
                <a:lnTo>
                  <a:pt x="11188" y="4328"/>
                </a:lnTo>
                <a:lnTo>
                  <a:pt x="11189" y="4328"/>
                </a:lnTo>
                <a:lnTo>
                  <a:pt x="11190" y="4328"/>
                </a:lnTo>
                <a:lnTo>
                  <a:pt x="11191" y="4328"/>
                </a:lnTo>
                <a:lnTo>
                  <a:pt x="11192" y="4328"/>
                </a:lnTo>
                <a:lnTo>
                  <a:pt x="11193" y="4328"/>
                </a:lnTo>
                <a:lnTo>
                  <a:pt x="11194" y="4328"/>
                </a:lnTo>
                <a:lnTo>
                  <a:pt x="11195" y="4328"/>
                </a:lnTo>
                <a:lnTo>
                  <a:pt x="11196" y="4328"/>
                </a:lnTo>
                <a:lnTo>
                  <a:pt x="11197" y="4328"/>
                </a:lnTo>
                <a:lnTo>
                  <a:pt x="11198" y="4328"/>
                </a:lnTo>
                <a:lnTo>
                  <a:pt x="11199" y="4328"/>
                </a:lnTo>
                <a:lnTo>
                  <a:pt x="11200" y="4328"/>
                </a:lnTo>
                <a:lnTo>
                  <a:pt x="11201" y="4328"/>
                </a:lnTo>
                <a:lnTo>
                  <a:pt x="11202" y="4328"/>
                </a:lnTo>
                <a:lnTo>
                  <a:pt x="11203" y="4328"/>
                </a:lnTo>
                <a:lnTo>
                  <a:pt x="11204" y="4328"/>
                </a:lnTo>
                <a:lnTo>
                  <a:pt x="11205" y="4328"/>
                </a:lnTo>
                <a:lnTo>
                  <a:pt x="11206" y="4328"/>
                </a:lnTo>
                <a:lnTo>
                  <a:pt x="11207" y="4328"/>
                </a:lnTo>
                <a:lnTo>
                  <a:pt x="11208" y="4328"/>
                </a:lnTo>
                <a:lnTo>
                  <a:pt x="11209" y="4328"/>
                </a:lnTo>
                <a:lnTo>
                  <a:pt x="11210" y="4328"/>
                </a:lnTo>
                <a:lnTo>
                  <a:pt x="11211" y="4328"/>
                </a:lnTo>
                <a:lnTo>
                  <a:pt x="11212" y="4328"/>
                </a:lnTo>
                <a:lnTo>
                  <a:pt x="11213" y="4328"/>
                </a:lnTo>
                <a:lnTo>
                  <a:pt x="11214" y="4328"/>
                </a:lnTo>
                <a:lnTo>
                  <a:pt x="11215" y="4328"/>
                </a:lnTo>
                <a:lnTo>
                  <a:pt x="11216" y="4328"/>
                </a:lnTo>
                <a:lnTo>
                  <a:pt x="11217" y="4328"/>
                </a:lnTo>
                <a:lnTo>
                  <a:pt x="11218" y="4328"/>
                </a:lnTo>
                <a:lnTo>
                  <a:pt x="11219" y="4328"/>
                </a:lnTo>
                <a:lnTo>
                  <a:pt x="11220" y="4328"/>
                </a:lnTo>
                <a:lnTo>
                  <a:pt x="11221" y="4328"/>
                </a:lnTo>
                <a:lnTo>
                  <a:pt x="11222" y="4328"/>
                </a:lnTo>
                <a:lnTo>
                  <a:pt x="11223" y="4328"/>
                </a:lnTo>
                <a:lnTo>
                  <a:pt x="11224" y="4328"/>
                </a:lnTo>
                <a:lnTo>
                  <a:pt x="11225" y="4328"/>
                </a:lnTo>
                <a:lnTo>
                  <a:pt x="11226" y="4328"/>
                </a:lnTo>
                <a:lnTo>
                  <a:pt x="11227" y="4328"/>
                </a:lnTo>
                <a:lnTo>
                  <a:pt x="11228" y="4328"/>
                </a:lnTo>
                <a:lnTo>
                  <a:pt x="11229" y="4328"/>
                </a:lnTo>
                <a:lnTo>
                  <a:pt x="11230" y="4328"/>
                </a:lnTo>
                <a:lnTo>
                  <a:pt x="11231" y="4328"/>
                </a:lnTo>
                <a:lnTo>
                  <a:pt x="11232" y="4328"/>
                </a:lnTo>
                <a:lnTo>
                  <a:pt x="11233" y="4328"/>
                </a:lnTo>
                <a:lnTo>
                  <a:pt x="11234" y="4328"/>
                </a:lnTo>
                <a:lnTo>
                  <a:pt x="11235" y="4328"/>
                </a:lnTo>
                <a:lnTo>
                  <a:pt x="11236" y="4328"/>
                </a:lnTo>
                <a:lnTo>
                  <a:pt x="11237" y="4328"/>
                </a:lnTo>
                <a:lnTo>
                  <a:pt x="11238" y="4328"/>
                </a:lnTo>
                <a:lnTo>
                  <a:pt x="11239" y="4328"/>
                </a:lnTo>
                <a:lnTo>
                  <a:pt x="11240" y="4328"/>
                </a:lnTo>
                <a:lnTo>
                  <a:pt x="11241" y="4328"/>
                </a:lnTo>
                <a:lnTo>
                  <a:pt x="11242" y="4328"/>
                </a:lnTo>
                <a:lnTo>
                  <a:pt x="11243" y="4328"/>
                </a:lnTo>
                <a:lnTo>
                  <a:pt x="11244" y="4328"/>
                </a:lnTo>
                <a:lnTo>
                  <a:pt x="11245" y="4328"/>
                </a:lnTo>
                <a:lnTo>
                  <a:pt x="11246" y="4328"/>
                </a:lnTo>
                <a:lnTo>
                  <a:pt x="11247" y="4328"/>
                </a:lnTo>
                <a:lnTo>
                  <a:pt x="11248" y="4328"/>
                </a:lnTo>
                <a:lnTo>
                  <a:pt x="11249" y="4328"/>
                </a:lnTo>
                <a:lnTo>
                  <a:pt x="11250" y="4328"/>
                </a:lnTo>
                <a:lnTo>
                  <a:pt x="11251" y="4328"/>
                </a:lnTo>
                <a:lnTo>
                  <a:pt x="11252" y="4328"/>
                </a:lnTo>
                <a:lnTo>
                  <a:pt x="11253" y="4328"/>
                </a:lnTo>
                <a:lnTo>
                  <a:pt x="11254" y="4328"/>
                </a:lnTo>
                <a:lnTo>
                  <a:pt x="11255" y="4328"/>
                </a:lnTo>
                <a:lnTo>
                  <a:pt x="11256" y="4328"/>
                </a:lnTo>
                <a:lnTo>
                  <a:pt x="11257" y="4328"/>
                </a:lnTo>
                <a:lnTo>
                  <a:pt x="11258" y="4328"/>
                </a:lnTo>
                <a:lnTo>
                  <a:pt x="11259" y="4328"/>
                </a:lnTo>
                <a:lnTo>
                  <a:pt x="11260" y="4328"/>
                </a:lnTo>
                <a:lnTo>
                  <a:pt x="11261" y="4328"/>
                </a:lnTo>
                <a:lnTo>
                  <a:pt x="11262" y="4328"/>
                </a:lnTo>
                <a:lnTo>
                  <a:pt x="11263" y="4328"/>
                </a:lnTo>
                <a:lnTo>
                  <a:pt x="11264" y="4328"/>
                </a:lnTo>
                <a:lnTo>
                  <a:pt x="11265" y="4328"/>
                </a:lnTo>
                <a:lnTo>
                  <a:pt x="11266" y="4328"/>
                </a:lnTo>
                <a:lnTo>
                  <a:pt x="11267" y="4328"/>
                </a:lnTo>
                <a:lnTo>
                  <a:pt x="11268" y="4328"/>
                </a:lnTo>
                <a:lnTo>
                  <a:pt x="11269" y="4328"/>
                </a:lnTo>
                <a:lnTo>
                  <a:pt x="11270" y="4328"/>
                </a:lnTo>
                <a:lnTo>
                  <a:pt x="11271" y="4328"/>
                </a:lnTo>
                <a:lnTo>
                  <a:pt x="11272" y="4328"/>
                </a:lnTo>
                <a:lnTo>
                  <a:pt x="11273" y="4328"/>
                </a:lnTo>
                <a:lnTo>
                  <a:pt x="11274" y="4328"/>
                </a:lnTo>
                <a:lnTo>
                  <a:pt x="11275" y="4328"/>
                </a:lnTo>
                <a:lnTo>
                  <a:pt x="11276" y="4328"/>
                </a:lnTo>
                <a:lnTo>
                  <a:pt x="11277" y="4328"/>
                </a:lnTo>
                <a:lnTo>
                  <a:pt x="11278" y="4328"/>
                </a:lnTo>
                <a:lnTo>
                  <a:pt x="11279" y="4328"/>
                </a:lnTo>
                <a:lnTo>
                  <a:pt x="11280" y="4328"/>
                </a:lnTo>
                <a:lnTo>
                  <a:pt x="11281" y="4328"/>
                </a:lnTo>
                <a:lnTo>
                  <a:pt x="11282" y="4328"/>
                </a:lnTo>
                <a:lnTo>
                  <a:pt x="11283" y="4328"/>
                </a:lnTo>
                <a:lnTo>
                  <a:pt x="11284" y="4328"/>
                </a:lnTo>
                <a:lnTo>
                  <a:pt x="11285" y="4328"/>
                </a:lnTo>
                <a:lnTo>
                  <a:pt x="11286" y="4328"/>
                </a:lnTo>
                <a:lnTo>
                  <a:pt x="11287" y="4328"/>
                </a:lnTo>
                <a:lnTo>
                  <a:pt x="11288" y="4328"/>
                </a:lnTo>
                <a:lnTo>
                  <a:pt x="11289" y="4328"/>
                </a:lnTo>
                <a:lnTo>
                  <a:pt x="11290" y="4328"/>
                </a:lnTo>
                <a:lnTo>
                  <a:pt x="11291" y="4328"/>
                </a:lnTo>
                <a:lnTo>
                  <a:pt x="11292" y="4328"/>
                </a:lnTo>
                <a:lnTo>
                  <a:pt x="11293" y="4328"/>
                </a:lnTo>
                <a:lnTo>
                  <a:pt x="11294" y="4328"/>
                </a:lnTo>
                <a:lnTo>
                  <a:pt x="11295" y="4328"/>
                </a:lnTo>
                <a:lnTo>
                  <a:pt x="11296" y="4328"/>
                </a:lnTo>
                <a:lnTo>
                  <a:pt x="11297" y="4328"/>
                </a:lnTo>
                <a:lnTo>
                  <a:pt x="11298" y="4328"/>
                </a:lnTo>
                <a:lnTo>
                  <a:pt x="11299" y="4328"/>
                </a:lnTo>
                <a:lnTo>
                  <a:pt x="11300" y="4328"/>
                </a:lnTo>
                <a:lnTo>
                  <a:pt x="11301" y="4328"/>
                </a:lnTo>
                <a:lnTo>
                  <a:pt x="11302" y="4328"/>
                </a:lnTo>
                <a:lnTo>
                  <a:pt x="11303" y="4328"/>
                </a:lnTo>
                <a:lnTo>
                  <a:pt x="11304" y="4328"/>
                </a:lnTo>
                <a:lnTo>
                  <a:pt x="11305" y="4328"/>
                </a:lnTo>
                <a:lnTo>
                  <a:pt x="11306" y="4328"/>
                </a:lnTo>
                <a:lnTo>
                  <a:pt x="11307" y="4328"/>
                </a:lnTo>
                <a:lnTo>
                  <a:pt x="11308" y="4328"/>
                </a:lnTo>
                <a:lnTo>
                  <a:pt x="11309" y="4328"/>
                </a:lnTo>
                <a:lnTo>
                  <a:pt x="11310" y="4328"/>
                </a:lnTo>
                <a:lnTo>
                  <a:pt x="11311" y="4328"/>
                </a:lnTo>
                <a:lnTo>
                  <a:pt x="11312" y="4328"/>
                </a:lnTo>
                <a:lnTo>
                  <a:pt x="11313" y="4328"/>
                </a:lnTo>
                <a:lnTo>
                  <a:pt x="11314" y="4328"/>
                </a:lnTo>
                <a:lnTo>
                  <a:pt x="11315" y="4328"/>
                </a:lnTo>
                <a:lnTo>
                  <a:pt x="11316" y="4328"/>
                </a:lnTo>
                <a:lnTo>
                  <a:pt x="11317" y="4328"/>
                </a:lnTo>
                <a:lnTo>
                  <a:pt x="11318" y="4328"/>
                </a:lnTo>
                <a:lnTo>
                  <a:pt x="11319" y="4328"/>
                </a:lnTo>
                <a:lnTo>
                  <a:pt x="11320" y="4328"/>
                </a:lnTo>
                <a:lnTo>
                  <a:pt x="11321" y="4328"/>
                </a:lnTo>
                <a:lnTo>
                  <a:pt x="11322" y="4328"/>
                </a:lnTo>
                <a:lnTo>
                  <a:pt x="11323" y="4328"/>
                </a:lnTo>
                <a:lnTo>
                  <a:pt x="11324" y="4328"/>
                </a:lnTo>
                <a:lnTo>
                  <a:pt x="11325" y="4328"/>
                </a:lnTo>
                <a:lnTo>
                  <a:pt x="11326" y="4328"/>
                </a:lnTo>
                <a:lnTo>
                  <a:pt x="11327" y="4328"/>
                </a:lnTo>
                <a:lnTo>
                  <a:pt x="11328" y="4328"/>
                </a:lnTo>
                <a:lnTo>
                  <a:pt x="11329" y="4328"/>
                </a:lnTo>
                <a:lnTo>
                  <a:pt x="11330" y="4328"/>
                </a:lnTo>
                <a:lnTo>
                  <a:pt x="11331" y="4328"/>
                </a:lnTo>
                <a:lnTo>
                  <a:pt x="11332" y="4328"/>
                </a:lnTo>
                <a:lnTo>
                  <a:pt x="11333" y="4328"/>
                </a:lnTo>
                <a:lnTo>
                  <a:pt x="11334" y="4328"/>
                </a:lnTo>
                <a:lnTo>
                  <a:pt x="11335" y="4328"/>
                </a:lnTo>
                <a:lnTo>
                  <a:pt x="11336" y="4328"/>
                </a:lnTo>
                <a:lnTo>
                  <a:pt x="11337" y="4328"/>
                </a:lnTo>
                <a:lnTo>
                  <a:pt x="11338" y="4328"/>
                </a:lnTo>
                <a:lnTo>
                  <a:pt x="11339" y="4328"/>
                </a:lnTo>
                <a:lnTo>
                  <a:pt x="11340" y="4328"/>
                </a:lnTo>
                <a:lnTo>
                  <a:pt x="11341" y="4328"/>
                </a:lnTo>
                <a:lnTo>
                  <a:pt x="11342" y="4328"/>
                </a:lnTo>
                <a:lnTo>
                  <a:pt x="11343" y="4328"/>
                </a:lnTo>
                <a:lnTo>
                  <a:pt x="11344" y="4328"/>
                </a:lnTo>
                <a:lnTo>
                  <a:pt x="11345" y="4328"/>
                </a:lnTo>
                <a:lnTo>
                  <a:pt x="11346" y="4328"/>
                </a:lnTo>
                <a:lnTo>
                  <a:pt x="11347" y="4328"/>
                </a:lnTo>
                <a:lnTo>
                  <a:pt x="11348" y="4328"/>
                </a:lnTo>
                <a:lnTo>
                  <a:pt x="11349" y="4328"/>
                </a:lnTo>
                <a:lnTo>
                  <a:pt x="11350" y="4328"/>
                </a:lnTo>
                <a:lnTo>
                  <a:pt x="11351" y="4328"/>
                </a:lnTo>
                <a:lnTo>
                  <a:pt x="11352" y="4328"/>
                </a:lnTo>
                <a:lnTo>
                  <a:pt x="11353" y="4328"/>
                </a:lnTo>
                <a:lnTo>
                  <a:pt x="11354" y="4328"/>
                </a:lnTo>
                <a:lnTo>
                  <a:pt x="11355" y="4328"/>
                </a:lnTo>
                <a:lnTo>
                  <a:pt x="11356" y="4328"/>
                </a:lnTo>
                <a:lnTo>
                  <a:pt x="11357" y="4328"/>
                </a:lnTo>
                <a:lnTo>
                  <a:pt x="11358" y="4328"/>
                </a:lnTo>
                <a:lnTo>
                  <a:pt x="11359" y="4328"/>
                </a:lnTo>
                <a:lnTo>
                  <a:pt x="11360" y="4328"/>
                </a:lnTo>
                <a:lnTo>
                  <a:pt x="11361" y="4328"/>
                </a:lnTo>
                <a:lnTo>
                  <a:pt x="11362" y="4328"/>
                </a:lnTo>
                <a:lnTo>
                  <a:pt x="11363" y="4328"/>
                </a:lnTo>
                <a:lnTo>
                  <a:pt x="11364" y="4328"/>
                </a:lnTo>
                <a:lnTo>
                  <a:pt x="11365" y="4328"/>
                </a:lnTo>
                <a:lnTo>
                  <a:pt x="11366" y="4328"/>
                </a:lnTo>
                <a:lnTo>
                  <a:pt x="11367" y="4328"/>
                </a:lnTo>
                <a:lnTo>
                  <a:pt x="11368" y="4328"/>
                </a:lnTo>
                <a:lnTo>
                  <a:pt x="11369" y="4328"/>
                </a:lnTo>
                <a:lnTo>
                  <a:pt x="11370" y="4328"/>
                </a:lnTo>
                <a:lnTo>
                  <a:pt x="11371" y="4328"/>
                </a:lnTo>
                <a:lnTo>
                  <a:pt x="11372" y="4328"/>
                </a:lnTo>
                <a:lnTo>
                  <a:pt x="11373" y="4328"/>
                </a:lnTo>
                <a:lnTo>
                  <a:pt x="11374" y="4328"/>
                </a:lnTo>
                <a:lnTo>
                  <a:pt x="11375" y="4328"/>
                </a:lnTo>
                <a:lnTo>
                  <a:pt x="11376" y="4328"/>
                </a:lnTo>
                <a:lnTo>
                  <a:pt x="11377" y="4328"/>
                </a:lnTo>
                <a:lnTo>
                  <a:pt x="11378" y="4328"/>
                </a:lnTo>
                <a:lnTo>
                  <a:pt x="11379" y="4328"/>
                </a:lnTo>
                <a:lnTo>
                  <a:pt x="11380" y="4328"/>
                </a:lnTo>
                <a:lnTo>
                  <a:pt x="11381" y="4328"/>
                </a:lnTo>
                <a:lnTo>
                  <a:pt x="11382" y="4328"/>
                </a:lnTo>
                <a:lnTo>
                  <a:pt x="11383" y="4328"/>
                </a:lnTo>
                <a:lnTo>
                  <a:pt x="11384" y="4328"/>
                </a:lnTo>
                <a:lnTo>
                  <a:pt x="11385" y="4328"/>
                </a:lnTo>
                <a:lnTo>
                  <a:pt x="11386" y="4328"/>
                </a:lnTo>
                <a:lnTo>
                  <a:pt x="11387" y="4328"/>
                </a:lnTo>
                <a:lnTo>
                  <a:pt x="11388" y="4328"/>
                </a:lnTo>
                <a:lnTo>
                  <a:pt x="11389" y="4328"/>
                </a:lnTo>
                <a:lnTo>
                  <a:pt x="11390" y="4328"/>
                </a:lnTo>
                <a:lnTo>
                  <a:pt x="11391" y="4328"/>
                </a:lnTo>
                <a:lnTo>
                  <a:pt x="11392" y="4328"/>
                </a:lnTo>
                <a:lnTo>
                  <a:pt x="11393" y="4328"/>
                </a:lnTo>
                <a:lnTo>
                  <a:pt x="11394" y="4328"/>
                </a:lnTo>
                <a:lnTo>
                  <a:pt x="11395" y="4328"/>
                </a:lnTo>
                <a:lnTo>
                  <a:pt x="11396" y="4328"/>
                </a:lnTo>
                <a:lnTo>
                  <a:pt x="11397" y="4328"/>
                </a:lnTo>
                <a:lnTo>
                  <a:pt x="11398" y="4328"/>
                </a:lnTo>
                <a:lnTo>
                  <a:pt x="11399" y="4328"/>
                </a:lnTo>
                <a:lnTo>
                  <a:pt x="11400" y="4328"/>
                </a:lnTo>
                <a:lnTo>
                  <a:pt x="11401" y="4328"/>
                </a:lnTo>
                <a:lnTo>
                  <a:pt x="11402" y="4328"/>
                </a:lnTo>
                <a:lnTo>
                  <a:pt x="11403" y="4328"/>
                </a:lnTo>
                <a:lnTo>
                  <a:pt x="11404" y="4328"/>
                </a:lnTo>
                <a:lnTo>
                  <a:pt x="11405" y="4328"/>
                </a:lnTo>
                <a:lnTo>
                  <a:pt x="11406" y="4328"/>
                </a:lnTo>
                <a:lnTo>
                  <a:pt x="11407" y="4328"/>
                </a:lnTo>
                <a:lnTo>
                  <a:pt x="11408" y="4328"/>
                </a:lnTo>
                <a:lnTo>
                  <a:pt x="11409" y="4328"/>
                </a:lnTo>
                <a:lnTo>
                  <a:pt x="11410" y="4328"/>
                </a:lnTo>
                <a:lnTo>
                  <a:pt x="11411" y="4328"/>
                </a:lnTo>
                <a:lnTo>
                  <a:pt x="11412" y="4328"/>
                </a:lnTo>
                <a:lnTo>
                  <a:pt x="11413" y="4328"/>
                </a:lnTo>
                <a:lnTo>
                  <a:pt x="11414" y="4328"/>
                </a:lnTo>
                <a:lnTo>
                  <a:pt x="11415" y="4328"/>
                </a:lnTo>
                <a:lnTo>
                  <a:pt x="11416" y="4328"/>
                </a:lnTo>
                <a:lnTo>
                  <a:pt x="11417" y="4328"/>
                </a:lnTo>
                <a:lnTo>
                  <a:pt x="11418" y="4328"/>
                </a:lnTo>
                <a:lnTo>
                  <a:pt x="11419" y="4328"/>
                </a:lnTo>
                <a:lnTo>
                  <a:pt x="11420" y="4328"/>
                </a:lnTo>
                <a:lnTo>
                  <a:pt x="11421" y="4328"/>
                </a:lnTo>
                <a:lnTo>
                  <a:pt x="11422" y="4328"/>
                </a:lnTo>
                <a:lnTo>
                  <a:pt x="11423" y="4328"/>
                </a:lnTo>
                <a:lnTo>
                  <a:pt x="11424" y="4328"/>
                </a:lnTo>
                <a:lnTo>
                  <a:pt x="11425" y="4328"/>
                </a:lnTo>
                <a:lnTo>
                  <a:pt x="11426" y="4328"/>
                </a:lnTo>
                <a:lnTo>
                  <a:pt x="11427" y="4328"/>
                </a:lnTo>
                <a:lnTo>
                  <a:pt x="11428" y="4328"/>
                </a:lnTo>
                <a:lnTo>
                  <a:pt x="11429" y="4328"/>
                </a:lnTo>
                <a:lnTo>
                  <a:pt x="11430" y="4328"/>
                </a:lnTo>
                <a:lnTo>
                  <a:pt x="11431" y="4328"/>
                </a:lnTo>
                <a:lnTo>
                  <a:pt x="11432" y="4328"/>
                </a:lnTo>
                <a:lnTo>
                  <a:pt x="11433" y="4328"/>
                </a:lnTo>
                <a:lnTo>
                  <a:pt x="11434" y="4328"/>
                </a:lnTo>
                <a:lnTo>
                  <a:pt x="11435" y="4328"/>
                </a:lnTo>
                <a:lnTo>
                  <a:pt x="11436" y="4328"/>
                </a:lnTo>
                <a:lnTo>
                  <a:pt x="11437" y="4328"/>
                </a:lnTo>
                <a:lnTo>
                  <a:pt x="11438" y="4328"/>
                </a:lnTo>
                <a:lnTo>
                  <a:pt x="11439" y="4328"/>
                </a:lnTo>
                <a:lnTo>
                  <a:pt x="11440" y="4328"/>
                </a:lnTo>
                <a:lnTo>
                  <a:pt x="11441" y="4328"/>
                </a:lnTo>
                <a:lnTo>
                  <a:pt x="11442" y="4328"/>
                </a:lnTo>
                <a:lnTo>
                  <a:pt x="11443" y="4328"/>
                </a:lnTo>
                <a:lnTo>
                  <a:pt x="11444" y="4328"/>
                </a:lnTo>
                <a:lnTo>
                  <a:pt x="11445" y="4328"/>
                </a:lnTo>
                <a:lnTo>
                  <a:pt x="11446" y="4328"/>
                </a:lnTo>
                <a:lnTo>
                  <a:pt x="11447" y="4328"/>
                </a:lnTo>
                <a:lnTo>
                  <a:pt x="11448" y="4328"/>
                </a:lnTo>
                <a:lnTo>
                  <a:pt x="11449" y="4328"/>
                </a:lnTo>
                <a:lnTo>
                  <a:pt x="11450" y="4328"/>
                </a:lnTo>
                <a:lnTo>
                  <a:pt x="11451" y="4328"/>
                </a:lnTo>
                <a:lnTo>
                  <a:pt x="11452" y="4328"/>
                </a:lnTo>
                <a:lnTo>
                  <a:pt x="11453" y="4328"/>
                </a:lnTo>
                <a:lnTo>
                  <a:pt x="11454" y="4328"/>
                </a:lnTo>
                <a:lnTo>
                  <a:pt x="11455" y="4328"/>
                </a:lnTo>
                <a:lnTo>
                  <a:pt x="11456" y="4328"/>
                </a:lnTo>
                <a:lnTo>
                  <a:pt x="11457" y="4328"/>
                </a:lnTo>
                <a:lnTo>
                  <a:pt x="11458" y="4328"/>
                </a:lnTo>
                <a:lnTo>
                  <a:pt x="11459" y="4328"/>
                </a:lnTo>
                <a:lnTo>
                  <a:pt x="11460" y="4328"/>
                </a:lnTo>
                <a:lnTo>
                  <a:pt x="11461" y="4328"/>
                </a:lnTo>
                <a:lnTo>
                  <a:pt x="11462" y="4328"/>
                </a:lnTo>
                <a:lnTo>
                  <a:pt x="11463" y="4328"/>
                </a:lnTo>
                <a:lnTo>
                  <a:pt x="11464" y="4328"/>
                </a:lnTo>
                <a:lnTo>
                  <a:pt x="11465" y="4328"/>
                </a:lnTo>
                <a:lnTo>
                  <a:pt x="11466" y="4328"/>
                </a:lnTo>
                <a:lnTo>
                  <a:pt x="11467" y="4328"/>
                </a:lnTo>
                <a:lnTo>
                  <a:pt x="11468" y="4328"/>
                </a:lnTo>
                <a:lnTo>
                  <a:pt x="11469" y="4328"/>
                </a:lnTo>
                <a:lnTo>
                  <a:pt x="11470" y="4328"/>
                </a:lnTo>
                <a:lnTo>
                  <a:pt x="11471" y="4328"/>
                </a:lnTo>
                <a:lnTo>
                  <a:pt x="11472" y="4328"/>
                </a:lnTo>
                <a:lnTo>
                  <a:pt x="11473" y="4328"/>
                </a:lnTo>
                <a:lnTo>
                  <a:pt x="11474" y="4328"/>
                </a:lnTo>
                <a:lnTo>
                  <a:pt x="11475" y="4328"/>
                </a:lnTo>
                <a:lnTo>
                  <a:pt x="11476" y="4328"/>
                </a:lnTo>
                <a:lnTo>
                  <a:pt x="11477" y="4328"/>
                </a:lnTo>
                <a:lnTo>
                  <a:pt x="11478" y="4328"/>
                </a:lnTo>
                <a:lnTo>
                  <a:pt x="11479" y="4328"/>
                </a:lnTo>
                <a:lnTo>
                  <a:pt x="11480" y="4328"/>
                </a:lnTo>
                <a:lnTo>
                  <a:pt x="11481" y="4328"/>
                </a:lnTo>
                <a:lnTo>
                  <a:pt x="11482" y="4328"/>
                </a:lnTo>
                <a:lnTo>
                  <a:pt x="11483" y="4328"/>
                </a:lnTo>
                <a:lnTo>
                  <a:pt x="11484" y="4328"/>
                </a:lnTo>
                <a:lnTo>
                  <a:pt x="11485" y="4328"/>
                </a:lnTo>
                <a:lnTo>
                  <a:pt x="11486" y="4328"/>
                </a:lnTo>
                <a:lnTo>
                  <a:pt x="11487" y="4328"/>
                </a:lnTo>
                <a:lnTo>
                  <a:pt x="11488" y="4328"/>
                </a:lnTo>
                <a:lnTo>
                  <a:pt x="11489" y="4328"/>
                </a:lnTo>
                <a:lnTo>
                  <a:pt x="11490" y="4328"/>
                </a:lnTo>
                <a:lnTo>
                  <a:pt x="11491" y="4328"/>
                </a:lnTo>
                <a:lnTo>
                  <a:pt x="11492" y="4328"/>
                </a:lnTo>
                <a:lnTo>
                  <a:pt x="11493" y="4328"/>
                </a:lnTo>
                <a:lnTo>
                  <a:pt x="11494" y="4328"/>
                </a:lnTo>
                <a:lnTo>
                  <a:pt x="11495" y="4328"/>
                </a:lnTo>
                <a:lnTo>
                  <a:pt x="11496" y="4328"/>
                </a:lnTo>
                <a:lnTo>
                  <a:pt x="11497" y="4328"/>
                </a:lnTo>
                <a:lnTo>
                  <a:pt x="11498" y="4328"/>
                </a:lnTo>
                <a:lnTo>
                  <a:pt x="11499" y="4328"/>
                </a:lnTo>
                <a:lnTo>
                  <a:pt x="11500" y="4328"/>
                </a:lnTo>
                <a:lnTo>
                  <a:pt x="11501" y="4328"/>
                </a:lnTo>
                <a:lnTo>
                  <a:pt x="11502" y="4328"/>
                </a:lnTo>
                <a:lnTo>
                  <a:pt x="11503" y="4328"/>
                </a:lnTo>
                <a:lnTo>
                  <a:pt x="11504" y="4328"/>
                </a:lnTo>
                <a:lnTo>
                  <a:pt x="11505" y="4328"/>
                </a:lnTo>
                <a:lnTo>
                  <a:pt x="11506" y="4328"/>
                </a:lnTo>
                <a:lnTo>
                  <a:pt x="11507" y="4328"/>
                </a:lnTo>
                <a:lnTo>
                  <a:pt x="11508" y="4328"/>
                </a:lnTo>
                <a:lnTo>
                  <a:pt x="11509" y="4328"/>
                </a:lnTo>
                <a:lnTo>
                  <a:pt x="11510" y="4328"/>
                </a:lnTo>
                <a:lnTo>
                  <a:pt x="11511" y="4328"/>
                </a:lnTo>
                <a:lnTo>
                  <a:pt x="11512" y="4328"/>
                </a:lnTo>
                <a:lnTo>
                  <a:pt x="11513" y="4328"/>
                </a:lnTo>
                <a:lnTo>
                  <a:pt x="11514" y="4328"/>
                </a:lnTo>
                <a:lnTo>
                  <a:pt x="11515" y="4328"/>
                </a:lnTo>
                <a:lnTo>
                  <a:pt x="11516" y="4328"/>
                </a:lnTo>
                <a:lnTo>
                  <a:pt x="11517" y="4328"/>
                </a:lnTo>
                <a:lnTo>
                  <a:pt x="11518" y="4328"/>
                </a:lnTo>
                <a:lnTo>
                  <a:pt x="11519" y="4328"/>
                </a:lnTo>
                <a:lnTo>
                  <a:pt x="11520" y="4328"/>
                </a:lnTo>
                <a:lnTo>
                  <a:pt x="11521" y="4328"/>
                </a:lnTo>
                <a:lnTo>
                  <a:pt x="11522" y="4328"/>
                </a:lnTo>
                <a:lnTo>
                  <a:pt x="11523" y="4328"/>
                </a:lnTo>
                <a:lnTo>
                  <a:pt x="11524" y="4328"/>
                </a:lnTo>
                <a:lnTo>
                  <a:pt x="11525" y="4328"/>
                </a:lnTo>
                <a:lnTo>
                  <a:pt x="11526" y="4328"/>
                </a:lnTo>
                <a:lnTo>
                  <a:pt x="11527" y="4328"/>
                </a:lnTo>
                <a:lnTo>
                  <a:pt x="11528" y="4328"/>
                </a:lnTo>
                <a:lnTo>
                  <a:pt x="11529" y="4328"/>
                </a:lnTo>
                <a:lnTo>
                  <a:pt x="11530" y="4328"/>
                </a:lnTo>
                <a:lnTo>
                  <a:pt x="11531" y="4328"/>
                </a:lnTo>
                <a:lnTo>
                  <a:pt x="11532" y="4328"/>
                </a:lnTo>
                <a:lnTo>
                  <a:pt x="11533" y="4328"/>
                </a:lnTo>
                <a:lnTo>
                  <a:pt x="11534" y="4328"/>
                </a:lnTo>
                <a:lnTo>
                  <a:pt x="11535" y="4328"/>
                </a:lnTo>
                <a:lnTo>
                  <a:pt x="11536" y="4328"/>
                </a:lnTo>
                <a:lnTo>
                  <a:pt x="11537" y="4328"/>
                </a:lnTo>
                <a:lnTo>
                  <a:pt x="11538" y="4328"/>
                </a:lnTo>
                <a:lnTo>
                  <a:pt x="11539" y="4328"/>
                </a:lnTo>
                <a:lnTo>
                  <a:pt x="11540" y="4328"/>
                </a:lnTo>
                <a:lnTo>
                  <a:pt x="11541" y="4328"/>
                </a:lnTo>
                <a:lnTo>
                  <a:pt x="11542" y="4328"/>
                </a:lnTo>
                <a:lnTo>
                  <a:pt x="11543" y="4328"/>
                </a:lnTo>
                <a:lnTo>
                  <a:pt x="11544" y="4328"/>
                </a:lnTo>
                <a:lnTo>
                  <a:pt x="11545" y="4328"/>
                </a:lnTo>
                <a:lnTo>
                  <a:pt x="11546" y="4328"/>
                </a:lnTo>
                <a:lnTo>
                  <a:pt x="11547" y="4328"/>
                </a:lnTo>
                <a:lnTo>
                  <a:pt x="11548" y="4328"/>
                </a:lnTo>
                <a:lnTo>
                  <a:pt x="11549" y="4328"/>
                </a:lnTo>
                <a:lnTo>
                  <a:pt x="11550" y="4328"/>
                </a:lnTo>
                <a:lnTo>
                  <a:pt x="11551" y="4328"/>
                </a:lnTo>
                <a:lnTo>
                  <a:pt x="11552" y="4328"/>
                </a:lnTo>
                <a:lnTo>
                  <a:pt x="11553" y="4328"/>
                </a:lnTo>
                <a:lnTo>
                  <a:pt x="11554" y="4328"/>
                </a:lnTo>
                <a:lnTo>
                  <a:pt x="11555" y="4328"/>
                </a:lnTo>
                <a:lnTo>
                  <a:pt x="11556" y="4328"/>
                </a:lnTo>
                <a:lnTo>
                  <a:pt x="11557" y="4328"/>
                </a:lnTo>
                <a:lnTo>
                  <a:pt x="11558" y="4328"/>
                </a:lnTo>
                <a:lnTo>
                  <a:pt x="11559" y="4328"/>
                </a:lnTo>
                <a:lnTo>
                  <a:pt x="11560" y="4328"/>
                </a:lnTo>
                <a:lnTo>
                  <a:pt x="11561" y="4328"/>
                </a:lnTo>
                <a:lnTo>
                  <a:pt x="11562" y="4328"/>
                </a:lnTo>
                <a:lnTo>
                  <a:pt x="11563" y="4328"/>
                </a:lnTo>
                <a:lnTo>
                  <a:pt x="11564" y="4328"/>
                </a:lnTo>
                <a:lnTo>
                  <a:pt x="11565" y="4328"/>
                </a:lnTo>
                <a:lnTo>
                  <a:pt x="11566" y="4328"/>
                </a:lnTo>
                <a:lnTo>
                  <a:pt x="11567" y="4328"/>
                </a:lnTo>
                <a:lnTo>
                  <a:pt x="11568" y="4328"/>
                </a:lnTo>
                <a:lnTo>
                  <a:pt x="11569" y="4328"/>
                </a:lnTo>
                <a:lnTo>
                  <a:pt x="11570" y="4328"/>
                </a:lnTo>
                <a:lnTo>
                  <a:pt x="11571" y="4328"/>
                </a:lnTo>
                <a:lnTo>
                  <a:pt x="11572" y="4328"/>
                </a:lnTo>
                <a:lnTo>
                  <a:pt x="11573" y="4328"/>
                </a:lnTo>
                <a:lnTo>
                  <a:pt x="11574" y="4328"/>
                </a:lnTo>
                <a:lnTo>
                  <a:pt x="11575" y="4328"/>
                </a:lnTo>
                <a:lnTo>
                  <a:pt x="11576" y="4328"/>
                </a:lnTo>
                <a:lnTo>
                  <a:pt x="11577" y="4328"/>
                </a:lnTo>
                <a:lnTo>
                  <a:pt x="11578" y="4328"/>
                </a:lnTo>
                <a:lnTo>
                  <a:pt x="11579" y="4328"/>
                </a:lnTo>
                <a:lnTo>
                  <a:pt x="11580" y="4328"/>
                </a:lnTo>
                <a:lnTo>
                  <a:pt x="11581" y="4328"/>
                </a:lnTo>
                <a:lnTo>
                  <a:pt x="11582" y="4328"/>
                </a:lnTo>
                <a:lnTo>
                  <a:pt x="11583" y="4328"/>
                </a:lnTo>
                <a:lnTo>
                  <a:pt x="11584" y="4328"/>
                </a:lnTo>
                <a:lnTo>
                  <a:pt x="11585" y="4328"/>
                </a:lnTo>
                <a:lnTo>
                  <a:pt x="11586" y="4328"/>
                </a:lnTo>
                <a:lnTo>
                  <a:pt x="11587" y="4328"/>
                </a:lnTo>
                <a:lnTo>
                  <a:pt x="11588" y="4328"/>
                </a:lnTo>
                <a:lnTo>
                  <a:pt x="11589" y="4328"/>
                </a:lnTo>
                <a:lnTo>
                  <a:pt x="11590" y="4328"/>
                </a:lnTo>
                <a:lnTo>
                  <a:pt x="11591" y="4328"/>
                </a:lnTo>
                <a:lnTo>
                  <a:pt x="11592" y="4328"/>
                </a:lnTo>
                <a:lnTo>
                  <a:pt x="11593" y="4328"/>
                </a:lnTo>
                <a:lnTo>
                  <a:pt x="11594" y="4328"/>
                </a:lnTo>
                <a:lnTo>
                  <a:pt x="11595" y="4328"/>
                </a:lnTo>
                <a:lnTo>
                  <a:pt x="11596" y="4328"/>
                </a:lnTo>
                <a:lnTo>
                  <a:pt x="11597" y="4328"/>
                </a:lnTo>
                <a:lnTo>
                  <a:pt x="11598" y="4328"/>
                </a:lnTo>
                <a:lnTo>
                  <a:pt x="11599" y="4328"/>
                </a:lnTo>
                <a:lnTo>
                  <a:pt x="11600" y="4328"/>
                </a:lnTo>
                <a:lnTo>
                  <a:pt x="11601" y="4328"/>
                </a:lnTo>
                <a:lnTo>
                  <a:pt x="11602" y="4328"/>
                </a:lnTo>
                <a:lnTo>
                  <a:pt x="11603" y="4328"/>
                </a:lnTo>
                <a:lnTo>
                  <a:pt x="11604" y="4328"/>
                </a:lnTo>
                <a:lnTo>
                  <a:pt x="11605" y="4328"/>
                </a:lnTo>
                <a:lnTo>
                  <a:pt x="11606" y="4328"/>
                </a:lnTo>
                <a:lnTo>
                  <a:pt x="11607" y="4328"/>
                </a:lnTo>
                <a:lnTo>
                  <a:pt x="11608" y="4328"/>
                </a:lnTo>
                <a:lnTo>
                  <a:pt x="11609" y="4328"/>
                </a:lnTo>
                <a:lnTo>
                  <a:pt x="11610" y="4328"/>
                </a:lnTo>
                <a:lnTo>
                  <a:pt x="11611" y="4328"/>
                </a:lnTo>
                <a:lnTo>
                  <a:pt x="11612" y="4328"/>
                </a:lnTo>
                <a:lnTo>
                  <a:pt x="11613" y="4328"/>
                </a:lnTo>
                <a:lnTo>
                  <a:pt x="11614" y="4328"/>
                </a:lnTo>
                <a:lnTo>
                  <a:pt x="11615" y="4328"/>
                </a:lnTo>
                <a:lnTo>
                  <a:pt x="11616" y="4328"/>
                </a:lnTo>
                <a:lnTo>
                  <a:pt x="11617" y="4328"/>
                </a:lnTo>
                <a:lnTo>
                  <a:pt x="11618" y="4328"/>
                </a:lnTo>
                <a:lnTo>
                  <a:pt x="11619" y="4328"/>
                </a:lnTo>
                <a:lnTo>
                  <a:pt x="11620" y="4328"/>
                </a:lnTo>
                <a:lnTo>
                  <a:pt x="11621" y="4328"/>
                </a:lnTo>
                <a:lnTo>
                  <a:pt x="11622" y="4328"/>
                </a:lnTo>
                <a:lnTo>
                  <a:pt x="11623" y="4328"/>
                </a:lnTo>
                <a:lnTo>
                  <a:pt x="11624" y="4328"/>
                </a:lnTo>
                <a:lnTo>
                  <a:pt x="11625" y="4328"/>
                </a:lnTo>
                <a:lnTo>
                  <a:pt x="11626" y="4328"/>
                </a:lnTo>
                <a:lnTo>
                  <a:pt x="11627" y="4328"/>
                </a:lnTo>
                <a:lnTo>
                  <a:pt x="11628" y="4328"/>
                </a:lnTo>
                <a:lnTo>
                  <a:pt x="11629" y="4328"/>
                </a:lnTo>
                <a:lnTo>
                  <a:pt x="11630" y="4328"/>
                </a:lnTo>
                <a:lnTo>
                  <a:pt x="11631" y="4328"/>
                </a:lnTo>
                <a:lnTo>
                  <a:pt x="11632" y="4328"/>
                </a:lnTo>
                <a:lnTo>
                  <a:pt x="11633" y="4328"/>
                </a:lnTo>
                <a:lnTo>
                  <a:pt x="11634" y="4328"/>
                </a:lnTo>
                <a:lnTo>
                  <a:pt x="11635" y="4328"/>
                </a:lnTo>
                <a:lnTo>
                  <a:pt x="11636" y="4328"/>
                </a:lnTo>
                <a:lnTo>
                  <a:pt x="11637" y="4328"/>
                </a:lnTo>
                <a:lnTo>
                  <a:pt x="11638" y="4328"/>
                </a:lnTo>
                <a:lnTo>
                  <a:pt x="11639" y="4328"/>
                </a:lnTo>
                <a:lnTo>
                  <a:pt x="11640" y="4328"/>
                </a:lnTo>
                <a:lnTo>
                  <a:pt x="11641" y="4328"/>
                </a:lnTo>
                <a:lnTo>
                  <a:pt x="11642" y="4328"/>
                </a:lnTo>
                <a:lnTo>
                  <a:pt x="11643" y="4328"/>
                </a:lnTo>
                <a:lnTo>
                  <a:pt x="11644" y="4328"/>
                </a:lnTo>
                <a:lnTo>
                  <a:pt x="11645" y="4328"/>
                </a:lnTo>
                <a:lnTo>
                  <a:pt x="11646" y="4328"/>
                </a:lnTo>
                <a:lnTo>
                  <a:pt x="11647" y="4328"/>
                </a:lnTo>
                <a:lnTo>
                  <a:pt x="11648" y="4328"/>
                </a:lnTo>
                <a:lnTo>
                  <a:pt x="11649" y="4328"/>
                </a:lnTo>
                <a:lnTo>
                  <a:pt x="11650" y="4328"/>
                </a:lnTo>
                <a:lnTo>
                  <a:pt x="11651" y="4328"/>
                </a:lnTo>
                <a:lnTo>
                  <a:pt x="11652" y="4328"/>
                </a:lnTo>
                <a:lnTo>
                  <a:pt x="11653" y="4328"/>
                </a:lnTo>
                <a:lnTo>
                  <a:pt x="11654" y="4328"/>
                </a:lnTo>
                <a:lnTo>
                  <a:pt x="11655" y="4328"/>
                </a:lnTo>
                <a:lnTo>
                  <a:pt x="11656" y="4328"/>
                </a:lnTo>
                <a:lnTo>
                  <a:pt x="11657" y="4328"/>
                </a:lnTo>
                <a:lnTo>
                  <a:pt x="11658" y="4328"/>
                </a:lnTo>
                <a:lnTo>
                  <a:pt x="11659" y="4328"/>
                </a:lnTo>
                <a:lnTo>
                  <a:pt x="11660" y="4328"/>
                </a:lnTo>
                <a:lnTo>
                  <a:pt x="11661" y="4328"/>
                </a:lnTo>
                <a:lnTo>
                  <a:pt x="11662" y="4328"/>
                </a:lnTo>
                <a:lnTo>
                  <a:pt x="11663" y="4328"/>
                </a:lnTo>
                <a:lnTo>
                  <a:pt x="11664" y="4328"/>
                </a:lnTo>
                <a:lnTo>
                  <a:pt x="11665" y="4328"/>
                </a:lnTo>
                <a:lnTo>
                  <a:pt x="11666" y="4328"/>
                </a:lnTo>
                <a:lnTo>
                  <a:pt x="11667" y="4328"/>
                </a:lnTo>
                <a:lnTo>
                  <a:pt x="11668" y="4328"/>
                </a:lnTo>
                <a:lnTo>
                  <a:pt x="11669" y="4328"/>
                </a:lnTo>
                <a:lnTo>
                  <a:pt x="11670" y="4328"/>
                </a:lnTo>
                <a:lnTo>
                  <a:pt x="11671" y="4328"/>
                </a:lnTo>
                <a:lnTo>
                  <a:pt x="11672" y="4328"/>
                </a:lnTo>
                <a:lnTo>
                  <a:pt x="11673" y="4328"/>
                </a:lnTo>
                <a:lnTo>
                  <a:pt x="11674" y="4328"/>
                </a:lnTo>
                <a:lnTo>
                  <a:pt x="11675" y="4328"/>
                </a:lnTo>
                <a:lnTo>
                  <a:pt x="11676" y="4328"/>
                </a:lnTo>
                <a:lnTo>
                  <a:pt x="11677" y="4328"/>
                </a:lnTo>
                <a:lnTo>
                  <a:pt x="11678" y="4328"/>
                </a:lnTo>
                <a:lnTo>
                  <a:pt x="11679" y="4328"/>
                </a:lnTo>
                <a:lnTo>
                  <a:pt x="11680" y="4328"/>
                </a:lnTo>
                <a:lnTo>
                  <a:pt x="11681" y="4328"/>
                </a:lnTo>
                <a:lnTo>
                  <a:pt x="11682" y="4328"/>
                </a:lnTo>
                <a:lnTo>
                  <a:pt x="11683" y="4328"/>
                </a:lnTo>
                <a:lnTo>
                  <a:pt x="11684" y="4328"/>
                </a:lnTo>
                <a:lnTo>
                  <a:pt x="11685" y="4328"/>
                </a:lnTo>
                <a:lnTo>
                  <a:pt x="11686" y="4328"/>
                </a:lnTo>
                <a:lnTo>
                  <a:pt x="11687" y="4328"/>
                </a:lnTo>
                <a:lnTo>
                  <a:pt x="11688" y="4328"/>
                </a:lnTo>
                <a:lnTo>
                  <a:pt x="11689" y="4328"/>
                </a:lnTo>
                <a:lnTo>
                  <a:pt x="11690" y="4328"/>
                </a:lnTo>
                <a:lnTo>
                  <a:pt x="11691" y="4328"/>
                </a:lnTo>
                <a:lnTo>
                  <a:pt x="11692" y="4328"/>
                </a:lnTo>
                <a:lnTo>
                  <a:pt x="11693" y="4328"/>
                </a:lnTo>
                <a:lnTo>
                  <a:pt x="11694" y="4328"/>
                </a:lnTo>
                <a:lnTo>
                  <a:pt x="11695" y="4328"/>
                </a:lnTo>
                <a:lnTo>
                  <a:pt x="11696" y="4328"/>
                </a:lnTo>
                <a:lnTo>
                  <a:pt x="11697" y="4328"/>
                </a:lnTo>
                <a:lnTo>
                  <a:pt x="11698" y="4328"/>
                </a:lnTo>
                <a:lnTo>
                  <a:pt x="11699" y="4328"/>
                </a:lnTo>
                <a:lnTo>
                  <a:pt x="11700" y="4328"/>
                </a:lnTo>
                <a:lnTo>
                  <a:pt x="11701" y="4328"/>
                </a:lnTo>
                <a:lnTo>
                  <a:pt x="11702" y="4328"/>
                </a:lnTo>
                <a:lnTo>
                  <a:pt x="11703" y="4328"/>
                </a:lnTo>
                <a:lnTo>
                  <a:pt x="11704" y="4328"/>
                </a:lnTo>
                <a:lnTo>
                  <a:pt x="11705" y="4328"/>
                </a:lnTo>
                <a:lnTo>
                  <a:pt x="11706" y="4328"/>
                </a:lnTo>
                <a:lnTo>
                  <a:pt x="11707" y="4328"/>
                </a:lnTo>
                <a:lnTo>
                  <a:pt x="11708" y="4328"/>
                </a:lnTo>
                <a:lnTo>
                  <a:pt x="11709" y="4328"/>
                </a:lnTo>
                <a:lnTo>
                  <a:pt x="11710" y="4328"/>
                </a:lnTo>
                <a:lnTo>
                  <a:pt x="11711" y="4328"/>
                </a:lnTo>
                <a:lnTo>
                  <a:pt x="11712" y="4328"/>
                </a:lnTo>
                <a:lnTo>
                  <a:pt x="11713" y="4328"/>
                </a:lnTo>
                <a:lnTo>
                  <a:pt x="11714" y="4328"/>
                </a:lnTo>
                <a:lnTo>
                  <a:pt x="11715" y="4328"/>
                </a:lnTo>
                <a:lnTo>
                  <a:pt x="11716" y="4328"/>
                </a:lnTo>
                <a:lnTo>
                  <a:pt x="11717" y="4328"/>
                </a:lnTo>
                <a:lnTo>
                  <a:pt x="11718" y="4328"/>
                </a:lnTo>
                <a:lnTo>
                  <a:pt x="11719" y="4328"/>
                </a:lnTo>
                <a:lnTo>
                  <a:pt x="11720" y="4328"/>
                </a:lnTo>
                <a:lnTo>
                  <a:pt x="11721" y="4328"/>
                </a:lnTo>
                <a:lnTo>
                  <a:pt x="11722" y="4328"/>
                </a:lnTo>
                <a:lnTo>
                  <a:pt x="11723" y="4328"/>
                </a:lnTo>
                <a:lnTo>
                  <a:pt x="11724" y="4328"/>
                </a:lnTo>
                <a:lnTo>
                  <a:pt x="11725" y="4328"/>
                </a:lnTo>
                <a:lnTo>
                  <a:pt x="11726" y="4328"/>
                </a:lnTo>
                <a:lnTo>
                  <a:pt x="11727" y="4328"/>
                </a:lnTo>
                <a:lnTo>
                  <a:pt x="11728" y="4328"/>
                </a:lnTo>
                <a:lnTo>
                  <a:pt x="11729" y="4328"/>
                </a:lnTo>
                <a:lnTo>
                  <a:pt x="11730" y="4328"/>
                </a:lnTo>
                <a:lnTo>
                  <a:pt x="11731" y="4328"/>
                </a:lnTo>
                <a:lnTo>
                  <a:pt x="11732" y="4328"/>
                </a:lnTo>
                <a:lnTo>
                  <a:pt x="11733" y="4328"/>
                </a:lnTo>
                <a:lnTo>
                  <a:pt x="11734" y="4328"/>
                </a:lnTo>
                <a:lnTo>
                  <a:pt x="11735" y="4328"/>
                </a:lnTo>
                <a:lnTo>
                  <a:pt x="11736" y="4328"/>
                </a:lnTo>
                <a:lnTo>
                  <a:pt x="11737" y="4328"/>
                </a:lnTo>
                <a:lnTo>
                  <a:pt x="11738" y="4328"/>
                </a:lnTo>
                <a:lnTo>
                  <a:pt x="11739" y="4328"/>
                </a:lnTo>
                <a:lnTo>
                  <a:pt x="11740" y="4328"/>
                </a:lnTo>
                <a:lnTo>
                  <a:pt x="11741" y="4328"/>
                </a:lnTo>
                <a:lnTo>
                  <a:pt x="11742" y="4328"/>
                </a:lnTo>
                <a:lnTo>
                  <a:pt x="11743" y="4328"/>
                </a:lnTo>
                <a:lnTo>
                  <a:pt x="11744" y="4328"/>
                </a:lnTo>
                <a:lnTo>
                  <a:pt x="11745" y="4328"/>
                </a:lnTo>
                <a:lnTo>
                  <a:pt x="11746" y="4328"/>
                </a:lnTo>
                <a:lnTo>
                  <a:pt x="11747" y="4328"/>
                </a:lnTo>
                <a:lnTo>
                  <a:pt x="11748" y="4328"/>
                </a:lnTo>
                <a:lnTo>
                  <a:pt x="11749" y="4328"/>
                </a:lnTo>
                <a:lnTo>
                  <a:pt x="11750" y="4328"/>
                </a:lnTo>
                <a:lnTo>
                  <a:pt x="11751" y="4328"/>
                </a:lnTo>
                <a:lnTo>
                  <a:pt x="11752" y="4328"/>
                </a:lnTo>
                <a:lnTo>
                  <a:pt x="11753" y="4328"/>
                </a:lnTo>
                <a:lnTo>
                  <a:pt x="11754" y="4328"/>
                </a:lnTo>
                <a:lnTo>
                  <a:pt x="11755" y="4328"/>
                </a:lnTo>
                <a:lnTo>
                  <a:pt x="11756" y="4328"/>
                </a:lnTo>
                <a:lnTo>
                  <a:pt x="11757" y="4328"/>
                </a:lnTo>
                <a:lnTo>
                  <a:pt x="11758" y="4328"/>
                </a:lnTo>
                <a:lnTo>
                  <a:pt x="11759" y="4328"/>
                </a:lnTo>
                <a:lnTo>
                  <a:pt x="11760" y="4328"/>
                </a:lnTo>
                <a:lnTo>
                  <a:pt x="11761" y="4328"/>
                </a:lnTo>
                <a:lnTo>
                  <a:pt x="11762" y="4328"/>
                </a:lnTo>
                <a:lnTo>
                  <a:pt x="11763" y="4328"/>
                </a:lnTo>
                <a:lnTo>
                  <a:pt x="11764" y="4328"/>
                </a:lnTo>
                <a:lnTo>
                  <a:pt x="11765" y="4328"/>
                </a:lnTo>
                <a:lnTo>
                  <a:pt x="11766" y="4328"/>
                </a:lnTo>
                <a:lnTo>
                  <a:pt x="11767" y="4328"/>
                </a:lnTo>
                <a:lnTo>
                  <a:pt x="11768" y="4328"/>
                </a:lnTo>
                <a:lnTo>
                  <a:pt x="11769" y="4328"/>
                </a:lnTo>
                <a:lnTo>
                  <a:pt x="11770" y="4328"/>
                </a:lnTo>
                <a:lnTo>
                  <a:pt x="11771" y="4328"/>
                </a:lnTo>
                <a:lnTo>
                  <a:pt x="11772" y="4328"/>
                </a:lnTo>
                <a:lnTo>
                  <a:pt x="11773" y="4328"/>
                </a:lnTo>
                <a:lnTo>
                  <a:pt x="11774" y="4328"/>
                </a:lnTo>
                <a:lnTo>
                  <a:pt x="11775" y="4328"/>
                </a:lnTo>
                <a:lnTo>
                  <a:pt x="11776" y="4328"/>
                </a:lnTo>
                <a:lnTo>
                  <a:pt x="11777" y="4328"/>
                </a:lnTo>
                <a:lnTo>
                  <a:pt x="11778" y="4328"/>
                </a:lnTo>
                <a:lnTo>
                  <a:pt x="11779" y="4328"/>
                </a:lnTo>
                <a:lnTo>
                  <a:pt x="11780" y="4328"/>
                </a:lnTo>
                <a:lnTo>
                  <a:pt x="11781" y="4328"/>
                </a:lnTo>
                <a:lnTo>
                  <a:pt x="11782" y="4328"/>
                </a:lnTo>
                <a:lnTo>
                  <a:pt x="11783" y="4328"/>
                </a:lnTo>
                <a:lnTo>
                  <a:pt x="11784" y="4328"/>
                </a:lnTo>
                <a:lnTo>
                  <a:pt x="11785" y="4328"/>
                </a:lnTo>
                <a:lnTo>
                  <a:pt x="11786" y="4328"/>
                </a:lnTo>
                <a:lnTo>
                  <a:pt x="11787" y="4328"/>
                </a:lnTo>
                <a:lnTo>
                  <a:pt x="11788" y="4328"/>
                </a:lnTo>
                <a:lnTo>
                  <a:pt x="11789" y="4328"/>
                </a:lnTo>
                <a:lnTo>
                  <a:pt x="11790" y="4328"/>
                </a:lnTo>
                <a:lnTo>
                  <a:pt x="11791" y="4328"/>
                </a:lnTo>
                <a:lnTo>
                  <a:pt x="11792" y="4328"/>
                </a:lnTo>
                <a:lnTo>
                  <a:pt x="11793" y="4328"/>
                </a:lnTo>
                <a:lnTo>
                  <a:pt x="11794" y="4328"/>
                </a:lnTo>
                <a:lnTo>
                  <a:pt x="11795" y="4328"/>
                </a:lnTo>
                <a:lnTo>
                  <a:pt x="11796" y="4328"/>
                </a:lnTo>
                <a:lnTo>
                  <a:pt x="11797" y="4328"/>
                </a:lnTo>
                <a:lnTo>
                  <a:pt x="11798" y="4328"/>
                </a:lnTo>
                <a:lnTo>
                  <a:pt x="11799" y="4328"/>
                </a:lnTo>
                <a:lnTo>
                  <a:pt x="11800" y="4328"/>
                </a:lnTo>
                <a:lnTo>
                  <a:pt x="11801" y="4328"/>
                </a:lnTo>
                <a:lnTo>
                  <a:pt x="11802" y="4328"/>
                </a:lnTo>
                <a:lnTo>
                  <a:pt x="11803" y="4328"/>
                </a:lnTo>
                <a:lnTo>
                  <a:pt x="11804" y="4328"/>
                </a:lnTo>
                <a:lnTo>
                  <a:pt x="11805" y="4328"/>
                </a:lnTo>
                <a:lnTo>
                  <a:pt x="11806" y="4328"/>
                </a:lnTo>
                <a:lnTo>
                  <a:pt x="11807" y="4328"/>
                </a:lnTo>
                <a:lnTo>
                  <a:pt x="11808" y="4328"/>
                </a:lnTo>
                <a:lnTo>
                  <a:pt x="11809" y="4328"/>
                </a:lnTo>
                <a:lnTo>
                  <a:pt x="11810" y="4328"/>
                </a:lnTo>
                <a:lnTo>
                  <a:pt x="11811" y="4328"/>
                </a:lnTo>
                <a:lnTo>
                  <a:pt x="11812" y="4328"/>
                </a:lnTo>
                <a:lnTo>
                  <a:pt x="11813" y="4328"/>
                </a:lnTo>
                <a:lnTo>
                  <a:pt x="11814" y="4328"/>
                </a:lnTo>
                <a:lnTo>
                  <a:pt x="11815" y="4328"/>
                </a:lnTo>
                <a:lnTo>
                  <a:pt x="11816" y="4328"/>
                </a:lnTo>
                <a:lnTo>
                  <a:pt x="11817" y="4328"/>
                </a:lnTo>
                <a:lnTo>
                  <a:pt x="11818" y="4328"/>
                </a:lnTo>
                <a:lnTo>
                  <a:pt x="11819" y="4328"/>
                </a:lnTo>
                <a:lnTo>
                  <a:pt x="11820" y="4328"/>
                </a:lnTo>
                <a:lnTo>
                  <a:pt x="11821" y="4328"/>
                </a:lnTo>
                <a:lnTo>
                  <a:pt x="11822" y="4328"/>
                </a:lnTo>
                <a:lnTo>
                  <a:pt x="11823" y="4328"/>
                </a:lnTo>
                <a:lnTo>
                  <a:pt x="11824" y="4328"/>
                </a:lnTo>
                <a:lnTo>
                  <a:pt x="11825" y="4328"/>
                </a:lnTo>
                <a:lnTo>
                  <a:pt x="11826" y="4328"/>
                </a:lnTo>
                <a:lnTo>
                  <a:pt x="11827" y="4328"/>
                </a:lnTo>
                <a:lnTo>
                  <a:pt x="11828" y="4328"/>
                </a:lnTo>
                <a:lnTo>
                  <a:pt x="11829" y="4328"/>
                </a:lnTo>
                <a:lnTo>
                  <a:pt x="11830" y="4328"/>
                </a:lnTo>
                <a:lnTo>
                  <a:pt x="11831" y="4328"/>
                </a:lnTo>
                <a:lnTo>
                  <a:pt x="11832" y="4328"/>
                </a:lnTo>
                <a:lnTo>
                  <a:pt x="11833" y="4328"/>
                </a:lnTo>
                <a:lnTo>
                  <a:pt x="11834" y="4328"/>
                </a:lnTo>
                <a:lnTo>
                  <a:pt x="11835" y="4328"/>
                </a:lnTo>
                <a:lnTo>
                  <a:pt x="11836" y="4328"/>
                </a:lnTo>
                <a:lnTo>
                  <a:pt x="11837" y="4328"/>
                </a:lnTo>
                <a:lnTo>
                  <a:pt x="11838" y="4328"/>
                </a:lnTo>
                <a:lnTo>
                  <a:pt x="11839" y="4328"/>
                </a:lnTo>
                <a:lnTo>
                  <a:pt x="11840" y="4328"/>
                </a:lnTo>
                <a:lnTo>
                  <a:pt x="11841" y="4328"/>
                </a:lnTo>
                <a:lnTo>
                  <a:pt x="11842" y="4328"/>
                </a:lnTo>
                <a:lnTo>
                  <a:pt x="11843" y="4328"/>
                </a:lnTo>
                <a:lnTo>
                  <a:pt x="11844" y="4328"/>
                </a:lnTo>
                <a:lnTo>
                  <a:pt x="11845" y="4328"/>
                </a:lnTo>
                <a:lnTo>
                  <a:pt x="11846" y="4328"/>
                </a:lnTo>
                <a:lnTo>
                  <a:pt x="11847" y="4328"/>
                </a:lnTo>
                <a:lnTo>
                  <a:pt x="11848" y="4328"/>
                </a:lnTo>
                <a:lnTo>
                  <a:pt x="11849" y="4328"/>
                </a:lnTo>
                <a:lnTo>
                  <a:pt x="11850" y="4328"/>
                </a:lnTo>
                <a:lnTo>
                  <a:pt x="11851" y="4328"/>
                </a:lnTo>
                <a:lnTo>
                  <a:pt x="11852" y="4328"/>
                </a:lnTo>
                <a:lnTo>
                  <a:pt x="11853" y="4328"/>
                </a:lnTo>
                <a:lnTo>
                  <a:pt x="11854" y="4328"/>
                </a:lnTo>
                <a:lnTo>
                  <a:pt x="11855" y="4328"/>
                </a:lnTo>
                <a:lnTo>
                  <a:pt x="11856" y="4328"/>
                </a:lnTo>
                <a:lnTo>
                  <a:pt x="11857" y="4328"/>
                </a:lnTo>
                <a:lnTo>
                  <a:pt x="11858" y="4328"/>
                </a:lnTo>
                <a:lnTo>
                  <a:pt x="11859" y="4328"/>
                </a:lnTo>
                <a:lnTo>
                  <a:pt x="11860" y="4328"/>
                </a:lnTo>
                <a:lnTo>
                  <a:pt x="11861" y="4328"/>
                </a:lnTo>
                <a:lnTo>
                  <a:pt x="11862" y="4328"/>
                </a:lnTo>
                <a:lnTo>
                  <a:pt x="11863" y="4328"/>
                </a:lnTo>
                <a:lnTo>
                  <a:pt x="11864" y="4328"/>
                </a:lnTo>
                <a:lnTo>
                  <a:pt x="11865" y="4328"/>
                </a:lnTo>
                <a:lnTo>
                  <a:pt x="11866" y="4328"/>
                </a:lnTo>
                <a:lnTo>
                  <a:pt x="11867" y="4328"/>
                </a:lnTo>
                <a:lnTo>
                  <a:pt x="11868" y="4328"/>
                </a:lnTo>
                <a:lnTo>
                  <a:pt x="11869" y="4328"/>
                </a:lnTo>
                <a:lnTo>
                  <a:pt x="11870" y="4328"/>
                </a:lnTo>
                <a:lnTo>
                  <a:pt x="11871" y="4328"/>
                </a:lnTo>
                <a:lnTo>
                  <a:pt x="11872" y="4328"/>
                </a:lnTo>
                <a:lnTo>
                  <a:pt x="11873" y="4328"/>
                </a:lnTo>
                <a:lnTo>
                  <a:pt x="11874" y="4328"/>
                </a:lnTo>
                <a:lnTo>
                  <a:pt x="11875" y="4328"/>
                </a:lnTo>
                <a:lnTo>
                  <a:pt x="11876" y="4328"/>
                </a:lnTo>
                <a:lnTo>
                  <a:pt x="11877" y="4328"/>
                </a:lnTo>
                <a:lnTo>
                  <a:pt x="11878" y="4328"/>
                </a:lnTo>
                <a:lnTo>
                  <a:pt x="11879" y="4328"/>
                </a:lnTo>
                <a:lnTo>
                  <a:pt x="11880" y="4328"/>
                </a:lnTo>
                <a:lnTo>
                  <a:pt x="11881" y="4328"/>
                </a:lnTo>
                <a:lnTo>
                  <a:pt x="11882" y="4328"/>
                </a:lnTo>
                <a:lnTo>
                  <a:pt x="11883" y="4328"/>
                </a:lnTo>
                <a:lnTo>
                  <a:pt x="11884" y="4328"/>
                </a:lnTo>
                <a:lnTo>
                  <a:pt x="11885" y="4328"/>
                </a:lnTo>
                <a:lnTo>
                  <a:pt x="11886" y="4328"/>
                </a:lnTo>
                <a:lnTo>
                  <a:pt x="11887" y="4328"/>
                </a:lnTo>
                <a:lnTo>
                  <a:pt x="11888" y="4328"/>
                </a:lnTo>
                <a:lnTo>
                  <a:pt x="11889" y="4328"/>
                </a:lnTo>
                <a:lnTo>
                  <a:pt x="11890" y="4328"/>
                </a:lnTo>
                <a:lnTo>
                  <a:pt x="11891" y="4328"/>
                </a:lnTo>
                <a:lnTo>
                  <a:pt x="11892" y="4328"/>
                </a:lnTo>
                <a:lnTo>
                  <a:pt x="11893" y="4328"/>
                </a:lnTo>
                <a:lnTo>
                  <a:pt x="11894" y="4328"/>
                </a:lnTo>
                <a:lnTo>
                  <a:pt x="11895" y="4328"/>
                </a:lnTo>
                <a:lnTo>
                  <a:pt x="11896" y="4328"/>
                </a:lnTo>
                <a:lnTo>
                  <a:pt x="11897" y="4328"/>
                </a:lnTo>
                <a:lnTo>
                  <a:pt x="11898" y="4328"/>
                </a:lnTo>
                <a:lnTo>
                  <a:pt x="11899" y="4328"/>
                </a:lnTo>
                <a:lnTo>
                  <a:pt x="11900" y="4328"/>
                </a:lnTo>
                <a:lnTo>
                  <a:pt x="11901" y="4328"/>
                </a:lnTo>
                <a:lnTo>
                  <a:pt x="11902" y="4328"/>
                </a:lnTo>
                <a:lnTo>
                  <a:pt x="11903" y="4328"/>
                </a:lnTo>
                <a:lnTo>
                  <a:pt x="11904" y="4328"/>
                </a:lnTo>
                <a:lnTo>
                  <a:pt x="11905" y="4328"/>
                </a:lnTo>
                <a:lnTo>
                  <a:pt x="11906" y="4328"/>
                </a:lnTo>
                <a:lnTo>
                  <a:pt x="11907" y="4328"/>
                </a:lnTo>
                <a:lnTo>
                  <a:pt x="11908" y="4328"/>
                </a:lnTo>
                <a:lnTo>
                  <a:pt x="11909" y="4328"/>
                </a:lnTo>
                <a:lnTo>
                  <a:pt x="11910" y="4328"/>
                </a:lnTo>
                <a:lnTo>
                  <a:pt x="11911" y="4328"/>
                </a:lnTo>
                <a:lnTo>
                  <a:pt x="11912" y="4328"/>
                </a:lnTo>
                <a:lnTo>
                  <a:pt x="11913" y="4328"/>
                </a:lnTo>
                <a:lnTo>
                  <a:pt x="11914" y="4328"/>
                </a:lnTo>
                <a:lnTo>
                  <a:pt x="11915" y="4328"/>
                </a:lnTo>
                <a:lnTo>
                  <a:pt x="11916" y="4328"/>
                </a:lnTo>
                <a:lnTo>
                  <a:pt x="11917" y="4328"/>
                </a:lnTo>
                <a:lnTo>
                  <a:pt x="11918" y="4328"/>
                </a:lnTo>
                <a:lnTo>
                  <a:pt x="11919" y="4328"/>
                </a:lnTo>
                <a:lnTo>
                  <a:pt x="11920" y="4328"/>
                </a:lnTo>
                <a:lnTo>
                  <a:pt x="11921" y="4328"/>
                </a:lnTo>
                <a:lnTo>
                  <a:pt x="11922" y="4328"/>
                </a:lnTo>
                <a:lnTo>
                  <a:pt x="11923" y="4328"/>
                </a:lnTo>
                <a:lnTo>
                  <a:pt x="11924" y="4328"/>
                </a:lnTo>
                <a:lnTo>
                  <a:pt x="11925" y="4328"/>
                </a:lnTo>
                <a:lnTo>
                  <a:pt x="11926" y="4328"/>
                </a:lnTo>
                <a:lnTo>
                  <a:pt x="11927" y="4328"/>
                </a:lnTo>
                <a:lnTo>
                  <a:pt x="11928" y="4328"/>
                </a:lnTo>
                <a:lnTo>
                  <a:pt x="11929" y="4328"/>
                </a:lnTo>
                <a:lnTo>
                  <a:pt x="11930" y="4328"/>
                </a:lnTo>
                <a:lnTo>
                  <a:pt x="11931" y="4328"/>
                </a:lnTo>
                <a:lnTo>
                  <a:pt x="11932" y="4328"/>
                </a:lnTo>
                <a:lnTo>
                  <a:pt x="11933" y="4328"/>
                </a:lnTo>
                <a:lnTo>
                  <a:pt x="11934" y="4328"/>
                </a:lnTo>
                <a:lnTo>
                  <a:pt x="11935" y="4328"/>
                </a:lnTo>
                <a:lnTo>
                  <a:pt x="11936" y="4328"/>
                </a:lnTo>
                <a:lnTo>
                  <a:pt x="11937" y="4328"/>
                </a:lnTo>
                <a:lnTo>
                  <a:pt x="11938" y="4328"/>
                </a:lnTo>
                <a:lnTo>
                  <a:pt x="11939" y="4328"/>
                </a:lnTo>
                <a:lnTo>
                  <a:pt x="11940" y="4328"/>
                </a:lnTo>
                <a:lnTo>
                  <a:pt x="11941" y="4328"/>
                </a:lnTo>
                <a:lnTo>
                  <a:pt x="11942" y="4328"/>
                </a:lnTo>
                <a:lnTo>
                  <a:pt x="11943" y="4328"/>
                </a:lnTo>
                <a:lnTo>
                  <a:pt x="11944" y="4328"/>
                </a:lnTo>
                <a:lnTo>
                  <a:pt x="11945" y="4328"/>
                </a:lnTo>
                <a:lnTo>
                  <a:pt x="11946" y="4328"/>
                </a:lnTo>
                <a:lnTo>
                  <a:pt x="11947" y="4328"/>
                </a:lnTo>
                <a:lnTo>
                  <a:pt x="11948" y="4328"/>
                </a:lnTo>
                <a:lnTo>
                  <a:pt x="11949" y="4328"/>
                </a:lnTo>
                <a:lnTo>
                  <a:pt x="11950" y="4328"/>
                </a:lnTo>
                <a:lnTo>
                  <a:pt x="11951" y="4328"/>
                </a:lnTo>
                <a:lnTo>
                  <a:pt x="11952" y="4328"/>
                </a:lnTo>
                <a:lnTo>
                  <a:pt x="11953" y="4328"/>
                </a:lnTo>
                <a:lnTo>
                  <a:pt x="11954" y="4328"/>
                </a:lnTo>
                <a:lnTo>
                  <a:pt x="11955" y="4328"/>
                </a:lnTo>
                <a:lnTo>
                  <a:pt x="11956" y="4328"/>
                </a:lnTo>
                <a:lnTo>
                  <a:pt x="11957" y="4328"/>
                </a:lnTo>
                <a:lnTo>
                  <a:pt x="11958" y="4328"/>
                </a:lnTo>
                <a:lnTo>
                  <a:pt x="11959" y="4328"/>
                </a:lnTo>
                <a:lnTo>
                  <a:pt x="11960" y="4328"/>
                </a:lnTo>
                <a:lnTo>
                  <a:pt x="11961" y="4328"/>
                </a:lnTo>
                <a:lnTo>
                  <a:pt x="11962" y="4328"/>
                </a:lnTo>
                <a:lnTo>
                  <a:pt x="11963" y="4328"/>
                </a:lnTo>
                <a:lnTo>
                  <a:pt x="11964" y="4328"/>
                </a:lnTo>
                <a:lnTo>
                  <a:pt x="11965" y="4328"/>
                </a:lnTo>
                <a:lnTo>
                  <a:pt x="11966" y="4328"/>
                </a:lnTo>
                <a:lnTo>
                  <a:pt x="11967" y="4328"/>
                </a:lnTo>
                <a:lnTo>
                  <a:pt x="11968" y="4328"/>
                </a:lnTo>
                <a:lnTo>
                  <a:pt x="11969" y="4328"/>
                </a:lnTo>
                <a:lnTo>
                  <a:pt x="11970" y="4328"/>
                </a:lnTo>
                <a:lnTo>
                  <a:pt x="11971" y="4328"/>
                </a:lnTo>
                <a:lnTo>
                  <a:pt x="11972" y="4328"/>
                </a:lnTo>
                <a:lnTo>
                  <a:pt x="11973" y="4328"/>
                </a:lnTo>
                <a:lnTo>
                  <a:pt x="11974" y="4328"/>
                </a:lnTo>
                <a:lnTo>
                  <a:pt x="11975" y="4328"/>
                </a:lnTo>
                <a:lnTo>
                  <a:pt x="11976" y="4328"/>
                </a:lnTo>
                <a:lnTo>
                  <a:pt x="11977" y="4328"/>
                </a:lnTo>
                <a:lnTo>
                  <a:pt x="11978" y="4328"/>
                </a:lnTo>
                <a:lnTo>
                  <a:pt x="11979" y="4328"/>
                </a:lnTo>
                <a:lnTo>
                  <a:pt x="11980" y="4328"/>
                </a:lnTo>
                <a:lnTo>
                  <a:pt x="11981" y="4328"/>
                </a:lnTo>
                <a:lnTo>
                  <a:pt x="11982" y="4328"/>
                </a:lnTo>
                <a:lnTo>
                  <a:pt x="11983" y="4328"/>
                </a:lnTo>
                <a:lnTo>
                  <a:pt x="11984" y="4328"/>
                </a:lnTo>
                <a:lnTo>
                  <a:pt x="11985" y="4328"/>
                </a:lnTo>
                <a:lnTo>
                  <a:pt x="11986" y="4328"/>
                </a:lnTo>
                <a:lnTo>
                  <a:pt x="11987" y="4328"/>
                </a:lnTo>
                <a:lnTo>
                  <a:pt x="11988" y="4328"/>
                </a:lnTo>
                <a:lnTo>
                  <a:pt x="11989" y="4328"/>
                </a:lnTo>
                <a:lnTo>
                  <a:pt x="11990" y="4328"/>
                </a:lnTo>
                <a:lnTo>
                  <a:pt x="11991" y="4328"/>
                </a:lnTo>
                <a:lnTo>
                  <a:pt x="11992" y="4328"/>
                </a:lnTo>
                <a:lnTo>
                  <a:pt x="11993" y="4328"/>
                </a:lnTo>
                <a:lnTo>
                  <a:pt x="11994" y="4328"/>
                </a:lnTo>
                <a:lnTo>
                  <a:pt x="11995" y="4328"/>
                </a:lnTo>
                <a:lnTo>
                  <a:pt x="11996" y="4328"/>
                </a:lnTo>
                <a:lnTo>
                  <a:pt x="11997" y="4328"/>
                </a:lnTo>
                <a:lnTo>
                  <a:pt x="11998" y="4328"/>
                </a:lnTo>
                <a:lnTo>
                  <a:pt x="11999" y="4328"/>
                </a:lnTo>
                <a:lnTo>
                  <a:pt x="12000" y="4328"/>
                </a:lnTo>
                <a:lnTo>
                  <a:pt x="12001" y="4328"/>
                </a:lnTo>
                <a:lnTo>
                  <a:pt x="12002" y="4328"/>
                </a:lnTo>
                <a:lnTo>
                  <a:pt x="12003" y="4328"/>
                </a:lnTo>
                <a:lnTo>
                  <a:pt x="12004" y="4328"/>
                </a:lnTo>
                <a:lnTo>
                  <a:pt x="12005" y="4328"/>
                </a:lnTo>
                <a:lnTo>
                  <a:pt x="12006" y="4328"/>
                </a:lnTo>
                <a:lnTo>
                  <a:pt x="12007" y="4328"/>
                </a:lnTo>
                <a:lnTo>
                  <a:pt x="12008" y="4328"/>
                </a:lnTo>
                <a:lnTo>
                  <a:pt x="12009" y="4328"/>
                </a:lnTo>
                <a:lnTo>
                  <a:pt x="12010" y="4328"/>
                </a:lnTo>
                <a:lnTo>
                  <a:pt x="12011" y="4328"/>
                </a:lnTo>
                <a:lnTo>
                  <a:pt x="12012" y="4328"/>
                </a:lnTo>
                <a:lnTo>
                  <a:pt x="12013" y="4328"/>
                </a:lnTo>
                <a:lnTo>
                  <a:pt x="12014" y="4328"/>
                </a:lnTo>
                <a:lnTo>
                  <a:pt x="12015" y="4328"/>
                </a:lnTo>
                <a:lnTo>
                  <a:pt x="12016" y="4328"/>
                </a:lnTo>
                <a:lnTo>
                  <a:pt x="12017" y="4328"/>
                </a:lnTo>
                <a:lnTo>
                  <a:pt x="12018" y="4328"/>
                </a:lnTo>
                <a:lnTo>
                  <a:pt x="12019" y="4328"/>
                </a:lnTo>
                <a:lnTo>
                  <a:pt x="12020" y="4328"/>
                </a:lnTo>
                <a:lnTo>
                  <a:pt x="12021" y="4328"/>
                </a:lnTo>
                <a:lnTo>
                  <a:pt x="12022" y="4328"/>
                </a:lnTo>
                <a:lnTo>
                  <a:pt x="12023" y="4328"/>
                </a:lnTo>
                <a:lnTo>
                  <a:pt x="12024" y="4328"/>
                </a:lnTo>
                <a:lnTo>
                  <a:pt x="12025" y="4328"/>
                </a:lnTo>
                <a:lnTo>
                  <a:pt x="12026" y="4328"/>
                </a:lnTo>
                <a:lnTo>
                  <a:pt x="12027" y="4328"/>
                </a:lnTo>
                <a:lnTo>
                  <a:pt x="12028" y="4328"/>
                </a:lnTo>
                <a:lnTo>
                  <a:pt x="12029" y="4328"/>
                </a:lnTo>
                <a:lnTo>
                  <a:pt x="12030" y="4328"/>
                </a:lnTo>
                <a:lnTo>
                  <a:pt x="12031" y="4328"/>
                </a:lnTo>
                <a:lnTo>
                  <a:pt x="12032" y="4328"/>
                </a:lnTo>
                <a:lnTo>
                  <a:pt x="12033" y="4328"/>
                </a:lnTo>
                <a:lnTo>
                  <a:pt x="12034" y="4328"/>
                </a:lnTo>
                <a:lnTo>
                  <a:pt x="12035" y="4328"/>
                </a:lnTo>
                <a:lnTo>
                  <a:pt x="12036" y="4328"/>
                </a:lnTo>
                <a:lnTo>
                  <a:pt x="12037" y="4328"/>
                </a:lnTo>
                <a:lnTo>
                  <a:pt x="12038" y="4328"/>
                </a:lnTo>
                <a:lnTo>
                  <a:pt x="12039" y="4328"/>
                </a:lnTo>
                <a:lnTo>
                  <a:pt x="12040" y="4328"/>
                </a:lnTo>
                <a:lnTo>
                  <a:pt x="12041" y="4328"/>
                </a:lnTo>
                <a:lnTo>
                  <a:pt x="12042" y="4328"/>
                </a:lnTo>
                <a:lnTo>
                  <a:pt x="12043" y="4328"/>
                </a:lnTo>
                <a:lnTo>
                  <a:pt x="12044" y="4328"/>
                </a:lnTo>
                <a:lnTo>
                  <a:pt x="12045" y="4328"/>
                </a:lnTo>
                <a:lnTo>
                  <a:pt x="12046" y="4328"/>
                </a:lnTo>
                <a:lnTo>
                  <a:pt x="12047" y="4328"/>
                </a:lnTo>
                <a:lnTo>
                  <a:pt x="12048" y="4328"/>
                </a:lnTo>
                <a:lnTo>
                  <a:pt x="12049" y="4328"/>
                </a:lnTo>
                <a:lnTo>
                  <a:pt x="12050" y="4328"/>
                </a:lnTo>
                <a:lnTo>
                  <a:pt x="12051" y="4328"/>
                </a:lnTo>
                <a:lnTo>
                  <a:pt x="12052" y="4328"/>
                </a:lnTo>
                <a:lnTo>
                  <a:pt x="12053" y="4328"/>
                </a:lnTo>
                <a:lnTo>
                  <a:pt x="12054" y="4328"/>
                </a:lnTo>
                <a:lnTo>
                  <a:pt x="12055" y="4328"/>
                </a:lnTo>
                <a:lnTo>
                  <a:pt x="12056" y="4328"/>
                </a:lnTo>
                <a:lnTo>
                  <a:pt x="12057" y="4328"/>
                </a:lnTo>
                <a:lnTo>
                  <a:pt x="12058" y="4328"/>
                </a:lnTo>
                <a:lnTo>
                  <a:pt x="12059" y="4328"/>
                </a:lnTo>
                <a:lnTo>
                  <a:pt x="12060" y="4328"/>
                </a:lnTo>
                <a:lnTo>
                  <a:pt x="12061" y="4328"/>
                </a:lnTo>
                <a:lnTo>
                  <a:pt x="12062" y="4328"/>
                </a:lnTo>
                <a:lnTo>
                  <a:pt x="12063" y="4328"/>
                </a:lnTo>
                <a:lnTo>
                  <a:pt x="12064" y="4328"/>
                </a:lnTo>
                <a:lnTo>
                  <a:pt x="12065" y="4328"/>
                </a:lnTo>
                <a:lnTo>
                  <a:pt x="12066" y="4328"/>
                </a:lnTo>
                <a:lnTo>
                  <a:pt x="12067" y="4328"/>
                </a:lnTo>
                <a:lnTo>
                  <a:pt x="12068" y="4328"/>
                </a:lnTo>
                <a:lnTo>
                  <a:pt x="12069" y="4328"/>
                </a:lnTo>
                <a:lnTo>
                  <a:pt x="12070" y="4328"/>
                </a:lnTo>
                <a:lnTo>
                  <a:pt x="12071" y="4328"/>
                </a:lnTo>
                <a:lnTo>
                  <a:pt x="12072" y="4328"/>
                </a:lnTo>
                <a:lnTo>
                  <a:pt x="12073" y="4328"/>
                </a:lnTo>
                <a:lnTo>
                  <a:pt x="12074" y="4328"/>
                </a:lnTo>
                <a:lnTo>
                  <a:pt x="12075" y="4328"/>
                </a:lnTo>
                <a:lnTo>
                  <a:pt x="12076" y="4328"/>
                </a:lnTo>
                <a:lnTo>
                  <a:pt x="12077" y="4328"/>
                </a:lnTo>
                <a:lnTo>
                  <a:pt x="12078" y="4328"/>
                </a:lnTo>
                <a:lnTo>
                  <a:pt x="12079" y="4328"/>
                </a:lnTo>
                <a:lnTo>
                  <a:pt x="12080" y="4328"/>
                </a:lnTo>
                <a:lnTo>
                  <a:pt x="12081" y="4328"/>
                </a:lnTo>
                <a:lnTo>
                  <a:pt x="12082" y="4328"/>
                </a:lnTo>
                <a:lnTo>
                  <a:pt x="12083" y="4328"/>
                </a:lnTo>
                <a:lnTo>
                  <a:pt x="12084" y="4328"/>
                </a:lnTo>
                <a:lnTo>
                  <a:pt x="12085" y="4328"/>
                </a:lnTo>
                <a:lnTo>
                  <a:pt x="12086" y="4328"/>
                </a:lnTo>
                <a:lnTo>
                  <a:pt x="12087" y="4328"/>
                </a:lnTo>
                <a:lnTo>
                  <a:pt x="12088" y="4328"/>
                </a:lnTo>
                <a:lnTo>
                  <a:pt x="12089" y="4328"/>
                </a:lnTo>
                <a:lnTo>
                  <a:pt x="12090" y="4328"/>
                </a:lnTo>
                <a:lnTo>
                  <a:pt x="12091" y="4328"/>
                </a:lnTo>
                <a:lnTo>
                  <a:pt x="12092" y="4328"/>
                </a:lnTo>
                <a:lnTo>
                  <a:pt x="12093" y="4328"/>
                </a:lnTo>
                <a:lnTo>
                  <a:pt x="12094" y="4328"/>
                </a:lnTo>
                <a:lnTo>
                  <a:pt x="12095" y="4328"/>
                </a:lnTo>
                <a:lnTo>
                  <a:pt x="12096" y="4328"/>
                </a:lnTo>
                <a:lnTo>
                  <a:pt x="12097" y="4328"/>
                </a:lnTo>
                <a:lnTo>
                  <a:pt x="12098" y="4328"/>
                </a:lnTo>
                <a:lnTo>
                  <a:pt x="12099" y="4328"/>
                </a:lnTo>
                <a:lnTo>
                  <a:pt x="12100" y="4328"/>
                </a:lnTo>
                <a:lnTo>
                  <a:pt x="12101" y="4328"/>
                </a:lnTo>
                <a:lnTo>
                  <a:pt x="12102" y="4328"/>
                </a:lnTo>
                <a:lnTo>
                  <a:pt x="12103" y="4328"/>
                </a:lnTo>
                <a:lnTo>
                  <a:pt x="12104" y="4328"/>
                </a:lnTo>
                <a:lnTo>
                  <a:pt x="12105" y="4328"/>
                </a:lnTo>
                <a:lnTo>
                  <a:pt x="12106" y="4328"/>
                </a:lnTo>
                <a:lnTo>
                  <a:pt x="12107" y="4328"/>
                </a:lnTo>
                <a:lnTo>
                  <a:pt x="12108" y="4328"/>
                </a:lnTo>
                <a:lnTo>
                  <a:pt x="12109" y="4328"/>
                </a:lnTo>
                <a:lnTo>
                  <a:pt x="12110" y="4328"/>
                </a:lnTo>
                <a:lnTo>
                  <a:pt x="12111" y="4328"/>
                </a:lnTo>
                <a:lnTo>
                  <a:pt x="12112" y="4328"/>
                </a:lnTo>
                <a:lnTo>
                  <a:pt x="12113" y="4328"/>
                </a:lnTo>
                <a:lnTo>
                  <a:pt x="12114" y="4328"/>
                </a:lnTo>
                <a:lnTo>
                  <a:pt x="12115" y="4328"/>
                </a:lnTo>
                <a:lnTo>
                  <a:pt x="12116" y="4328"/>
                </a:lnTo>
                <a:lnTo>
                  <a:pt x="12117" y="4328"/>
                </a:lnTo>
                <a:lnTo>
                  <a:pt x="12118" y="4328"/>
                </a:lnTo>
                <a:lnTo>
                  <a:pt x="12119" y="4328"/>
                </a:lnTo>
                <a:lnTo>
                  <a:pt x="12120" y="4328"/>
                </a:lnTo>
                <a:lnTo>
                  <a:pt x="12121" y="4328"/>
                </a:lnTo>
                <a:lnTo>
                  <a:pt x="12122" y="4328"/>
                </a:lnTo>
                <a:lnTo>
                  <a:pt x="12123" y="4328"/>
                </a:lnTo>
                <a:lnTo>
                  <a:pt x="12124" y="4328"/>
                </a:lnTo>
                <a:lnTo>
                  <a:pt x="12125" y="4328"/>
                </a:lnTo>
                <a:lnTo>
                  <a:pt x="12126" y="4328"/>
                </a:lnTo>
                <a:lnTo>
                  <a:pt x="12127" y="4328"/>
                </a:lnTo>
                <a:lnTo>
                  <a:pt x="12128" y="4328"/>
                </a:lnTo>
                <a:lnTo>
                  <a:pt x="12129" y="4328"/>
                </a:lnTo>
                <a:lnTo>
                  <a:pt x="12130" y="4328"/>
                </a:lnTo>
                <a:lnTo>
                  <a:pt x="12131" y="4328"/>
                </a:lnTo>
                <a:lnTo>
                  <a:pt x="12132" y="4328"/>
                </a:lnTo>
                <a:lnTo>
                  <a:pt x="12133" y="4328"/>
                </a:lnTo>
                <a:lnTo>
                  <a:pt x="12134" y="4328"/>
                </a:lnTo>
                <a:lnTo>
                  <a:pt x="12135" y="4328"/>
                </a:lnTo>
                <a:lnTo>
                  <a:pt x="12136" y="4328"/>
                </a:lnTo>
                <a:lnTo>
                  <a:pt x="12137" y="4328"/>
                </a:lnTo>
                <a:lnTo>
                  <a:pt x="12138" y="4328"/>
                </a:lnTo>
                <a:lnTo>
                  <a:pt x="12139" y="4328"/>
                </a:lnTo>
                <a:lnTo>
                  <a:pt x="12140" y="4328"/>
                </a:lnTo>
                <a:lnTo>
                  <a:pt x="12141" y="4328"/>
                </a:lnTo>
                <a:lnTo>
                  <a:pt x="12142" y="4328"/>
                </a:lnTo>
                <a:lnTo>
                  <a:pt x="12143" y="4328"/>
                </a:lnTo>
                <a:lnTo>
                  <a:pt x="12144" y="4328"/>
                </a:lnTo>
                <a:lnTo>
                  <a:pt x="12145" y="4328"/>
                </a:lnTo>
                <a:lnTo>
                  <a:pt x="12146" y="4328"/>
                </a:lnTo>
                <a:lnTo>
                  <a:pt x="12147" y="4328"/>
                </a:lnTo>
                <a:lnTo>
                  <a:pt x="12148" y="4328"/>
                </a:lnTo>
                <a:lnTo>
                  <a:pt x="12149" y="4328"/>
                </a:lnTo>
                <a:lnTo>
                  <a:pt x="12150" y="4328"/>
                </a:lnTo>
                <a:lnTo>
                  <a:pt x="12151" y="4328"/>
                </a:lnTo>
                <a:lnTo>
                  <a:pt x="12152" y="4328"/>
                </a:lnTo>
                <a:lnTo>
                  <a:pt x="12153" y="4328"/>
                </a:lnTo>
                <a:lnTo>
                  <a:pt x="12154" y="4328"/>
                </a:lnTo>
                <a:lnTo>
                  <a:pt x="12155" y="4328"/>
                </a:lnTo>
                <a:lnTo>
                  <a:pt x="12156" y="4328"/>
                </a:lnTo>
                <a:lnTo>
                  <a:pt x="12157" y="4328"/>
                </a:lnTo>
                <a:lnTo>
                  <a:pt x="12158" y="4328"/>
                </a:lnTo>
                <a:lnTo>
                  <a:pt x="12159" y="4328"/>
                </a:lnTo>
                <a:lnTo>
                  <a:pt x="12160" y="4328"/>
                </a:lnTo>
                <a:lnTo>
                  <a:pt x="12161" y="4328"/>
                </a:lnTo>
                <a:lnTo>
                  <a:pt x="12162" y="4328"/>
                </a:lnTo>
                <a:lnTo>
                  <a:pt x="12163" y="4328"/>
                </a:lnTo>
                <a:lnTo>
                  <a:pt x="12164" y="4328"/>
                </a:lnTo>
                <a:lnTo>
                  <a:pt x="12165" y="4328"/>
                </a:lnTo>
                <a:lnTo>
                  <a:pt x="12166" y="4328"/>
                </a:lnTo>
                <a:lnTo>
                  <a:pt x="12167" y="4328"/>
                </a:lnTo>
                <a:lnTo>
                  <a:pt x="12168" y="4328"/>
                </a:lnTo>
                <a:lnTo>
                  <a:pt x="12169" y="4328"/>
                </a:lnTo>
                <a:lnTo>
                  <a:pt x="12170" y="4328"/>
                </a:lnTo>
                <a:lnTo>
                  <a:pt x="12171" y="4328"/>
                </a:lnTo>
                <a:lnTo>
                  <a:pt x="12172" y="4328"/>
                </a:lnTo>
                <a:lnTo>
                  <a:pt x="12173" y="4328"/>
                </a:lnTo>
                <a:lnTo>
                  <a:pt x="12174" y="4328"/>
                </a:lnTo>
                <a:lnTo>
                  <a:pt x="12175" y="4328"/>
                </a:lnTo>
                <a:lnTo>
                  <a:pt x="12176" y="4328"/>
                </a:lnTo>
                <a:lnTo>
                  <a:pt x="12177" y="4328"/>
                </a:lnTo>
                <a:lnTo>
                  <a:pt x="12178" y="4328"/>
                </a:lnTo>
                <a:lnTo>
                  <a:pt x="12179" y="4328"/>
                </a:lnTo>
                <a:lnTo>
                  <a:pt x="12180" y="4328"/>
                </a:lnTo>
                <a:lnTo>
                  <a:pt x="12181" y="4328"/>
                </a:lnTo>
                <a:lnTo>
                  <a:pt x="12182" y="4328"/>
                </a:lnTo>
                <a:lnTo>
                  <a:pt x="12183" y="4328"/>
                </a:lnTo>
                <a:lnTo>
                  <a:pt x="12184" y="4328"/>
                </a:lnTo>
                <a:lnTo>
                  <a:pt x="12185" y="4328"/>
                </a:lnTo>
                <a:lnTo>
                  <a:pt x="12186" y="4328"/>
                </a:lnTo>
                <a:lnTo>
                  <a:pt x="12187" y="4328"/>
                </a:lnTo>
                <a:lnTo>
                  <a:pt x="12188" y="4328"/>
                </a:lnTo>
                <a:lnTo>
                  <a:pt x="12189" y="4328"/>
                </a:lnTo>
                <a:lnTo>
                  <a:pt x="12190" y="4328"/>
                </a:lnTo>
                <a:lnTo>
                  <a:pt x="12191" y="4328"/>
                </a:lnTo>
                <a:lnTo>
                  <a:pt x="12192" y="4328"/>
                </a:lnTo>
                <a:lnTo>
                  <a:pt x="12193" y="4328"/>
                </a:lnTo>
                <a:lnTo>
                  <a:pt x="12194" y="4328"/>
                </a:lnTo>
                <a:lnTo>
                  <a:pt x="12195" y="4328"/>
                </a:lnTo>
                <a:lnTo>
                  <a:pt x="12196" y="4328"/>
                </a:lnTo>
                <a:lnTo>
                  <a:pt x="12197" y="4328"/>
                </a:lnTo>
                <a:lnTo>
                  <a:pt x="12198" y="4328"/>
                </a:lnTo>
                <a:lnTo>
                  <a:pt x="12199" y="4328"/>
                </a:lnTo>
                <a:lnTo>
                  <a:pt x="12200" y="4328"/>
                </a:lnTo>
                <a:lnTo>
                  <a:pt x="12201" y="4328"/>
                </a:lnTo>
                <a:lnTo>
                  <a:pt x="12202" y="4328"/>
                </a:lnTo>
                <a:lnTo>
                  <a:pt x="12203" y="4328"/>
                </a:lnTo>
                <a:lnTo>
                  <a:pt x="12204" y="4328"/>
                </a:lnTo>
                <a:lnTo>
                  <a:pt x="12205" y="4328"/>
                </a:lnTo>
                <a:lnTo>
                  <a:pt x="12206" y="4328"/>
                </a:lnTo>
                <a:lnTo>
                  <a:pt x="12207" y="4328"/>
                </a:lnTo>
                <a:lnTo>
                  <a:pt x="12208" y="4328"/>
                </a:lnTo>
                <a:lnTo>
                  <a:pt x="12209" y="4328"/>
                </a:lnTo>
                <a:lnTo>
                  <a:pt x="12210" y="4328"/>
                </a:lnTo>
                <a:lnTo>
                  <a:pt x="12211" y="4328"/>
                </a:lnTo>
                <a:lnTo>
                  <a:pt x="12212" y="4328"/>
                </a:lnTo>
                <a:lnTo>
                  <a:pt x="12213" y="4328"/>
                </a:lnTo>
                <a:lnTo>
                  <a:pt x="12214" y="4328"/>
                </a:lnTo>
                <a:lnTo>
                  <a:pt x="12215" y="4328"/>
                </a:lnTo>
                <a:lnTo>
                  <a:pt x="12216" y="4328"/>
                </a:lnTo>
                <a:lnTo>
                  <a:pt x="12217" y="4328"/>
                </a:lnTo>
                <a:lnTo>
                  <a:pt x="12218" y="4328"/>
                </a:lnTo>
                <a:lnTo>
                  <a:pt x="12219" y="4328"/>
                </a:lnTo>
                <a:lnTo>
                  <a:pt x="12220" y="4328"/>
                </a:lnTo>
                <a:lnTo>
                  <a:pt x="12221" y="4328"/>
                </a:lnTo>
                <a:lnTo>
                  <a:pt x="12222" y="4328"/>
                </a:lnTo>
                <a:lnTo>
                  <a:pt x="12223" y="4328"/>
                </a:lnTo>
                <a:lnTo>
                  <a:pt x="12224" y="4328"/>
                </a:lnTo>
                <a:lnTo>
                  <a:pt x="12225" y="4328"/>
                </a:lnTo>
                <a:lnTo>
                  <a:pt x="12226" y="4328"/>
                </a:lnTo>
                <a:lnTo>
                  <a:pt x="12227" y="4328"/>
                </a:lnTo>
                <a:lnTo>
                  <a:pt x="12228" y="4328"/>
                </a:lnTo>
                <a:lnTo>
                  <a:pt x="12229" y="4328"/>
                </a:lnTo>
                <a:lnTo>
                  <a:pt x="12230" y="4328"/>
                </a:lnTo>
                <a:lnTo>
                  <a:pt x="12231" y="4328"/>
                </a:lnTo>
                <a:lnTo>
                  <a:pt x="12232" y="4328"/>
                </a:lnTo>
                <a:lnTo>
                  <a:pt x="12233" y="4328"/>
                </a:lnTo>
                <a:lnTo>
                  <a:pt x="12234" y="4328"/>
                </a:lnTo>
                <a:lnTo>
                  <a:pt x="12235" y="4328"/>
                </a:lnTo>
                <a:lnTo>
                  <a:pt x="12236" y="4328"/>
                </a:lnTo>
                <a:lnTo>
                  <a:pt x="12237" y="4328"/>
                </a:lnTo>
                <a:lnTo>
                  <a:pt x="12238" y="4328"/>
                </a:lnTo>
                <a:lnTo>
                  <a:pt x="12239" y="4328"/>
                </a:lnTo>
                <a:lnTo>
                  <a:pt x="12240" y="4328"/>
                </a:lnTo>
                <a:lnTo>
                  <a:pt x="12241" y="4328"/>
                </a:lnTo>
                <a:lnTo>
                  <a:pt x="12242" y="4328"/>
                </a:lnTo>
                <a:lnTo>
                  <a:pt x="12243" y="4328"/>
                </a:lnTo>
                <a:lnTo>
                  <a:pt x="12244" y="4328"/>
                </a:lnTo>
                <a:lnTo>
                  <a:pt x="12245" y="4328"/>
                </a:lnTo>
                <a:lnTo>
                  <a:pt x="12246" y="4328"/>
                </a:lnTo>
                <a:lnTo>
                  <a:pt x="12247" y="4328"/>
                </a:lnTo>
                <a:lnTo>
                  <a:pt x="12248" y="4328"/>
                </a:lnTo>
                <a:lnTo>
                  <a:pt x="12249" y="4328"/>
                </a:lnTo>
                <a:lnTo>
                  <a:pt x="12250" y="4328"/>
                </a:lnTo>
                <a:lnTo>
                  <a:pt x="12251" y="4328"/>
                </a:lnTo>
                <a:lnTo>
                  <a:pt x="12252" y="4328"/>
                </a:lnTo>
                <a:lnTo>
                  <a:pt x="12253" y="4328"/>
                </a:lnTo>
                <a:lnTo>
                  <a:pt x="12254" y="4328"/>
                </a:lnTo>
                <a:lnTo>
                  <a:pt x="12255" y="4328"/>
                </a:lnTo>
                <a:lnTo>
                  <a:pt x="12256" y="4328"/>
                </a:lnTo>
                <a:lnTo>
                  <a:pt x="12257" y="4328"/>
                </a:lnTo>
                <a:lnTo>
                  <a:pt x="12258" y="4328"/>
                </a:lnTo>
                <a:lnTo>
                  <a:pt x="12259" y="4328"/>
                </a:lnTo>
                <a:lnTo>
                  <a:pt x="12260" y="4328"/>
                </a:lnTo>
                <a:lnTo>
                  <a:pt x="12261" y="4328"/>
                </a:lnTo>
                <a:lnTo>
                  <a:pt x="12262" y="4328"/>
                </a:lnTo>
                <a:lnTo>
                  <a:pt x="12263" y="4328"/>
                </a:lnTo>
                <a:lnTo>
                  <a:pt x="12264" y="4328"/>
                </a:lnTo>
                <a:lnTo>
                  <a:pt x="12265" y="4328"/>
                </a:lnTo>
                <a:lnTo>
                  <a:pt x="12266" y="4328"/>
                </a:lnTo>
                <a:lnTo>
                  <a:pt x="12267" y="4328"/>
                </a:lnTo>
                <a:lnTo>
                  <a:pt x="12268" y="4328"/>
                </a:lnTo>
                <a:lnTo>
                  <a:pt x="12269" y="4328"/>
                </a:lnTo>
                <a:lnTo>
                  <a:pt x="12270" y="4328"/>
                </a:lnTo>
                <a:lnTo>
                  <a:pt x="12271" y="4328"/>
                </a:lnTo>
                <a:lnTo>
                  <a:pt x="12272" y="4328"/>
                </a:lnTo>
                <a:lnTo>
                  <a:pt x="12273" y="4328"/>
                </a:lnTo>
                <a:lnTo>
                  <a:pt x="12274" y="4328"/>
                </a:lnTo>
                <a:lnTo>
                  <a:pt x="12275" y="4328"/>
                </a:lnTo>
                <a:lnTo>
                  <a:pt x="12276" y="4328"/>
                </a:lnTo>
                <a:lnTo>
                  <a:pt x="12277" y="4328"/>
                </a:lnTo>
                <a:lnTo>
                  <a:pt x="12278" y="4328"/>
                </a:lnTo>
                <a:lnTo>
                  <a:pt x="12279" y="4328"/>
                </a:lnTo>
                <a:lnTo>
                  <a:pt x="12280" y="4328"/>
                </a:lnTo>
                <a:lnTo>
                  <a:pt x="12281" y="4328"/>
                </a:lnTo>
                <a:lnTo>
                  <a:pt x="12282" y="4328"/>
                </a:lnTo>
                <a:lnTo>
                  <a:pt x="12283" y="4328"/>
                </a:lnTo>
                <a:lnTo>
                  <a:pt x="12284" y="4328"/>
                </a:lnTo>
                <a:lnTo>
                  <a:pt x="12285" y="4328"/>
                </a:lnTo>
                <a:lnTo>
                  <a:pt x="12286" y="4328"/>
                </a:lnTo>
                <a:lnTo>
                  <a:pt x="12287" y="4328"/>
                </a:lnTo>
                <a:lnTo>
                  <a:pt x="12288" y="4328"/>
                </a:lnTo>
                <a:lnTo>
                  <a:pt x="12289" y="4328"/>
                </a:lnTo>
                <a:lnTo>
                  <a:pt x="12290" y="4328"/>
                </a:lnTo>
                <a:lnTo>
                  <a:pt x="12291" y="4328"/>
                </a:lnTo>
                <a:lnTo>
                  <a:pt x="12292" y="4328"/>
                </a:lnTo>
                <a:lnTo>
                  <a:pt x="12293" y="4328"/>
                </a:lnTo>
                <a:lnTo>
                  <a:pt x="12294" y="4328"/>
                </a:lnTo>
                <a:lnTo>
                  <a:pt x="12295" y="4328"/>
                </a:lnTo>
                <a:lnTo>
                  <a:pt x="12296" y="4328"/>
                </a:lnTo>
                <a:lnTo>
                  <a:pt x="12297" y="4328"/>
                </a:lnTo>
                <a:lnTo>
                  <a:pt x="12298" y="4328"/>
                </a:lnTo>
                <a:lnTo>
                  <a:pt x="12299" y="4328"/>
                </a:lnTo>
                <a:lnTo>
                  <a:pt x="12300" y="4328"/>
                </a:lnTo>
                <a:lnTo>
                  <a:pt x="12301" y="4328"/>
                </a:lnTo>
                <a:lnTo>
                  <a:pt x="12302" y="4328"/>
                </a:lnTo>
                <a:lnTo>
                  <a:pt x="12303" y="4328"/>
                </a:lnTo>
                <a:lnTo>
                  <a:pt x="12304" y="4328"/>
                </a:lnTo>
                <a:lnTo>
                  <a:pt x="12305" y="4328"/>
                </a:lnTo>
                <a:lnTo>
                  <a:pt x="12306" y="4328"/>
                </a:lnTo>
                <a:lnTo>
                  <a:pt x="12307" y="4328"/>
                </a:lnTo>
                <a:lnTo>
                  <a:pt x="12308" y="4328"/>
                </a:lnTo>
                <a:lnTo>
                  <a:pt x="12309" y="4328"/>
                </a:lnTo>
                <a:lnTo>
                  <a:pt x="12310" y="4328"/>
                </a:lnTo>
                <a:lnTo>
                  <a:pt x="12311" y="4328"/>
                </a:lnTo>
                <a:lnTo>
                  <a:pt x="12312" y="4328"/>
                </a:lnTo>
                <a:lnTo>
                  <a:pt x="12313" y="4328"/>
                </a:lnTo>
                <a:lnTo>
                  <a:pt x="12314" y="4328"/>
                </a:lnTo>
                <a:lnTo>
                  <a:pt x="12315" y="4328"/>
                </a:lnTo>
                <a:lnTo>
                  <a:pt x="12316" y="4328"/>
                </a:lnTo>
                <a:lnTo>
                  <a:pt x="12317" y="4328"/>
                </a:lnTo>
                <a:lnTo>
                  <a:pt x="12318" y="4328"/>
                </a:lnTo>
                <a:lnTo>
                  <a:pt x="12319" y="4328"/>
                </a:lnTo>
                <a:lnTo>
                  <a:pt x="12320" y="4328"/>
                </a:lnTo>
                <a:lnTo>
                  <a:pt x="12321" y="4328"/>
                </a:lnTo>
                <a:lnTo>
                  <a:pt x="12322" y="4328"/>
                </a:lnTo>
                <a:lnTo>
                  <a:pt x="12323" y="4328"/>
                </a:lnTo>
                <a:lnTo>
                  <a:pt x="12324" y="4328"/>
                </a:lnTo>
                <a:lnTo>
                  <a:pt x="12325" y="4328"/>
                </a:lnTo>
                <a:lnTo>
                  <a:pt x="12326" y="4328"/>
                </a:lnTo>
                <a:lnTo>
                  <a:pt x="12327" y="4328"/>
                </a:lnTo>
                <a:lnTo>
                  <a:pt x="12328" y="4328"/>
                </a:lnTo>
                <a:lnTo>
                  <a:pt x="12329" y="4328"/>
                </a:lnTo>
                <a:lnTo>
                  <a:pt x="12330" y="4328"/>
                </a:lnTo>
                <a:lnTo>
                  <a:pt x="12331" y="4328"/>
                </a:lnTo>
                <a:lnTo>
                  <a:pt x="12332" y="4328"/>
                </a:lnTo>
                <a:lnTo>
                  <a:pt x="12333" y="4328"/>
                </a:lnTo>
                <a:lnTo>
                  <a:pt x="12334" y="4328"/>
                </a:lnTo>
                <a:lnTo>
                  <a:pt x="12335" y="4328"/>
                </a:lnTo>
                <a:lnTo>
                  <a:pt x="12336" y="4328"/>
                </a:lnTo>
                <a:lnTo>
                  <a:pt x="12337" y="4328"/>
                </a:lnTo>
                <a:lnTo>
                  <a:pt x="12338" y="4328"/>
                </a:lnTo>
                <a:lnTo>
                  <a:pt x="12339" y="4328"/>
                </a:lnTo>
                <a:lnTo>
                  <a:pt x="12340" y="4328"/>
                </a:lnTo>
                <a:lnTo>
                  <a:pt x="12341" y="4328"/>
                </a:lnTo>
                <a:lnTo>
                  <a:pt x="12342" y="4328"/>
                </a:lnTo>
                <a:lnTo>
                  <a:pt x="12343" y="4328"/>
                </a:lnTo>
                <a:lnTo>
                  <a:pt x="12344" y="4328"/>
                </a:lnTo>
                <a:lnTo>
                  <a:pt x="12345" y="4328"/>
                </a:lnTo>
                <a:lnTo>
                  <a:pt x="12346" y="4328"/>
                </a:lnTo>
                <a:lnTo>
                  <a:pt x="12347" y="4328"/>
                </a:lnTo>
                <a:lnTo>
                  <a:pt x="12348" y="4328"/>
                </a:lnTo>
                <a:lnTo>
                  <a:pt x="12349" y="4328"/>
                </a:lnTo>
                <a:lnTo>
                  <a:pt x="12350" y="4328"/>
                </a:lnTo>
                <a:lnTo>
                  <a:pt x="12351" y="4328"/>
                </a:lnTo>
                <a:lnTo>
                  <a:pt x="12352" y="4328"/>
                </a:lnTo>
                <a:lnTo>
                  <a:pt x="12353" y="4328"/>
                </a:lnTo>
                <a:lnTo>
                  <a:pt x="12354" y="4328"/>
                </a:lnTo>
                <a:lnTo>
                  <a:pt x="12355" y="4328"/>
                </a:lnTo>
                <a:lnTo>
                  <a:pt x="12356" y="4328"/>
                </a:lnTo>
                <a:lnTo>
                  <a:pt x="12357" y="4328"/>
                </a:lnTo>
                <a:lnTo>
                  <a:pt x="12358" y="4328"/>
                </a:lnTo>
                <a:lnTo>
                  <a:pt x="12359" y="4328"/>
                </a:lnTo>
                <a:lnTo>
                  <a:pt x="12360" y="4328"/>
                </a:lnTo>
                <a:lnTo>
                  <a:pt x="12361" y="4328"/>
                </a:lnTo>
                <a:lnTo>
                  <a:pt x="12362" y="4328"/>
                </a:lnTo>
                <a:lnTo>
                  <a:pt x="12363" y="4328"/>
                </a:lnTo>
                <a:lnTo>
                  <a:pt x="12364" y="4328"/>
                </a:lnTo>
                <a:lnTo>
                  <a:pt x="12365" y="4328"/>
                </a:lnTo>
                <a:lnTo>
                  <a:pt x="12366" y="4328"/>
                </a:lnTo>
                <a:lnTo>
                  <a:pt x="12367" y="4328"/>
                </a:lnTo>
                <a:lnTo>
                  <a:pt x="12368" y="4328"/>
                </a:lnTo>
                <a:lnTo>
                  <a:pt x="12369" y="4328"/>
                </a:lnTo>
                <a:lnTo>
                  <a:pt x="12370" y="4328"/>
                </a:lnTo>
                <a:lnTo>
                  <a:pt x="12371" y="4328"/>
                </a:lnTo>
                <a:lnTo>
                  <a:pt x="12372" y="4328"/>
                </a:lnTo>
                <a:lnTo>
                  <a:pt x="12373" y="4328"/>
                </a:lnTo>
                <a:lnTo>
                  <a:pt x="12374" y="4328"/>
                </a:lnTo>
                <a:lnTo>
                  <a:pt x="12375" y="4328"/>
                </a:lnTo>
                <a:lnTo>
                  <a:pt x="12376" y="4328"/>
                </a:lnTo>
                <a:lnTo>
                  <a:pt x="12377" y="4328"/>
                </a:lnTo>
                <a:lnTo>
                  <a:pt x="12378" y="4328"/>
                </a:lnTo>
                <a:lnTo>
                  <a:pt x="12379" y="4328"/>
                </a:lnTo>
                <a:lnTo>
                  <a:pt x="12380" y="4328"/>
                </a:lnTo>
                <a:lnTo>
                  <a:pt x="12381" y="4328"/>
                </a:lnTo>
                <a:lnTo>
                  <a:pt x="12382" y="4328"/>
                </a:lnTo>
                <a:lnTo>
                  <a:pt x="12383" y="4328"/>
                </a:lnTo>
                <a:lnTo>
                  <a:pt x="12384" y="4328"/>
                </a:lnTo>
                <a:lnTo>
                  <a:pt x="12385" y="4328"/>
                </a:lnTo>
                <a:lnTo>
                  <a:pt x="12386" y="4328"/>
                </a:lnTo>
                <a:lnTo>
                  <a:pt x="12387" y="4328"/>
                </a:lnTo>
                <a:lnTo>
                  <a:pt x="12388" y="4328"/>
                </a:lnTo>
                <a:lnTo>
                  <a:pt x="12389" y="4328"/>
                </a:lnTo>
                <a:lnTo>
                  <a:pt x="12390" y="4328"/>
                </a:lnTo>
                <a:lnTo>
                  <a:pt x="12391" y="4328"/>
                </a:lnTo>
                <a:lnTo>
                  <a:pt x="12392" y="4328"/>
                </a:lnTo>
                <a:lnTo>
                  <a:pt x="12393" y="4328"/>
                </a:lnTo>
                <a:lnTo>
                  <a:pt x="12394" y="4328"/>
                </a:lnTo>
                <a:lnTo>
                  <a:pt x="12395" y="4328"/>
                </a:lnTo>
                <a:lnTo>
                  <a:pt x="12396" y="4328"/>
                </a:lnTo>
                <a:lnTo>
                  <a:pt x="12397" y="4328"/>
                </a:lnTo>
                <a:lnTo>
                  <a:pt x="12398" y="4328"/>
                </a:lnTo>
                <a:lnTo>
                  <a:pt x="12399" y="4328"/>
                </a:lnTo>
                <a:lnTo>
                  <a:pt x="12400" y="4328"/>
                </a:lnTo>
                <a:lnTo>
                  <a:pt x="12401" y="4328"/>
                </a:lnTo>
                <a:lnTo>
                  <a:pt x="12402" y="4328"/>
                </a:lnTo>
                <a:lnTo>
                  <a:pt x="12403" y="4328"/>
                </a:lnTo>
                <a:lnTo>
                  <a:pt x="12404" y="4328"/>
                </a:lnTo>
                <a:lnTo>
                  <a:pt x="12405" y="4328"/>
                </a:lnTo>
                <a:lnTo>
                  <a:pt x="12406" y="4328"/>
                </a:lnTo>
                <a:lnTo>
                  <a:pt x="12407" y="4328"/>
                </a:lnTo>
                <a:lnTo>
                  <a:pt x="12408" y="4328"/>
                </a:lnTo>
                <a:lnTo>
                  <a:pt x="12409" y="4328"/>
                </a:lnTo>
                <a:lnTo>
                  <a:pt x="12410" y="4328"/>
                </a:lnTo>
                <a:lnTo>
                  <a:pt x="12411" y="4328"/>
                </a:lnTo>
                <a:lnTo>
                  <a:pt x="12412" y="4328"/>
                </a:lnTo>
                <a:lnTo>
                  <a:pt x="12413" y="4328"/>
                </a:lnTo>
                <a:lnTo>
                  <a:pt x="12414" y="4328"/>
                </a:lnTo>
                <a:lnTo>
                  <a:pt x="12415" y="4328"/>
                </a:lnTo>
                <a:lnTo>
                  <a:pt x="12416" y="4328"/>
                </a:lnTo>
                <a:lnTo>
                  <a:pt x="12417" y="4328"/>
                </a:lnTo>
                <a:lnTo>
                  <a:pt x="12418" y="4328"/>
                </a:lnTo>
                <a:lnTo>
                  <a:pt x="12419" y="4328"/>
                </a:lnTo>
                <a:lnTo>
                  <a:pt x="12420" y="4328"/>
                </a:lnTo>
                <a:lnTo>
                  <a:pt x="12421" y="4328"/>
                </a:lnTo>
                <a:lnTo>
                  <a:pt x="12422" y="4328"/>
                </a:lnTo>
                <a:lnTo>
                  <a:pt x="12423" y="4328"/>
                </a:lnTo>
                <a:lnTo>
                  <a:pt x="12424" y="4328"/>
                </a:lnTo>
                <a:lnTo>
                  <a:pt x="12425" y="4328"/>
                </a:lnTo>
                <a:lnTo>
                  <a:pt x="12426" y="4328"/>
                </a:lnTo>
                <a:lnTo>
                  <a:pt x="12427" y="4328"/>
                </a:lnTo>
                <a:lnTo>
                  <a:pt x="12428" y="4328"/>
                </a:lnTo>
                <a:lnTo>
                  <a:pt x="12429" y="4328"/>
                </a:lnTo>
                <a:lnTo>
                  <a:pt x="12430" y="4328"/>
                </a:lnTo>
                <a:lnTo>
                  <a:pt x="12431" y="4328"/>
                </a:lnTo>
                <a:lnTo>
                  <a:pt x="12432" y="4328"/>
                </a:lnTo>
                <a:lnTo>
                  <a:pt x="12433" y="4328"/>
                </a:lnTo>
                <a:lnTo>
                  <a:pt x="12434" y="4328"/>
                </a:lnTo>
                <a:lnTo>
                  <a:pt x="12435" y="4328"/>
                </a:lnTo>
                <a:lnTo>
                  <a:pt x="12436" y="4328"/>
                </a:lnTo>
                <a:lnTo>
                  <a:pt x="12437" y="4328"/>
                </a:lnTo>
                <a:lnTo>
                  <a:pt x="12438" y="4328"/>
                </a:lnTo>
                <a:lnTo>
                  <a:pt x="12439" y="4328"/>
                </a:lnTo>
                <a:lnTo>
                  <a:pt x="12440" y="4328"/>
                </a:lnTo>
                <a:lnTo>
                  <a:pt x="12441" y="4328"/>
                </a:lnTo>
                <a:lnTo>
                  <a:pt x="12442" y="4328"/>
                </a:lnTo>
                <a:lnTo>
                  <a:pt x="12443" y="4328"/>
                </a:lnTo>
                <a:lnTo>
                  <a:pt x="12444" y="4328"/>
                </a:lnTo>
                <a:lnTo>
                  <a:pt x="12445" y="4328"/>
                </a:lnTo>
                <a:lnTo>
                  <a:pt x="12446" y="4328"/>
                </a:lnTo>
                <a:lnTo>
                  <a:pt x="12447" y="4328"/>
                </a:lnTo>
                <a:lnTo>
                  <a:pt x="12448" y="4328"/>
                </a:lnTo>
                <a:lnTo>
                  <a:pt x="12449" y="4328"/>
                </a:lnTo>
                <a:lnTo>
                  <a:pt x="12450" y="4328"/>
                </a:lnTo>
                <a:lnTo>
                  <a:pt x="12451" y="4328"/>
                </a:lnTo>
                <a:lnTo>
                  <a:pt x="12452" y="4328"/>
                </a:lnTo>
                <a:lnTo>
                  <a:pt x="12453" y="4328"/>
                </a:lnTo>
                <a:lnTo>
                  <a:pt x="12454" y="4328"/>
                </a:lnTo>
                <a:lnTo>
                  <a:pt x="12455" y="4328"/>
                </a:lnTo>
                <a:lnTo>
                  <a:pt x="12456" y="4328"/>
                </a:lnTo>
                <a:lnTo>
                  <a:pt x="12457" y="4328"/>
                </a:lnTo>
                <a:lnTo>
                  <a:pt x="12458" y="4328"/>
                </a:lnTo>
                <a:lnTo>
                  <a:pt x="12459" y="4328"/>
                </a:lnTo>
                <a:lnTo>
                  <a:pt x="12460" y="4328"/>
                </a:lnTo>
                <a:lnTo>
                  <a:pt x="12461" y="4328"/>
                </a:lnTo>
                <a:lnTo>
                  <a:pt x="12462" y="4328"/>
                </a:lnTo>
                <a:lnTo>
                  <a:pt x="12463" y="4328"/>
                </a:lnTo>
                <a:lnTo>
                  <a:pt x="12464" y="4328"/>
                </a:lnTo>
                <a:lnTo>
                  <a:pt x="12465" y="4328"/>
                </a:lnTo>
                <a:lnTo>
                  <a:pt x="12466" y="4328"/>
                </a:lnTo>
                <a:lnTo>
                  <a:pt x="12467" y="4328"/>
                </a:lnTo>
                <a:lnTo>
                  <a:pt x="12468" y="4328"/>
                </a:lnTo>
                <a:lnTo>
                  <a:pt x="12469" y="4328"/>
                </a:lnTo>
                <a:lnTo>
                  <a:pt x="12470" y="4328"/>
                </a:lnTo>
                <a:lnTo>
                  <a:pt x="12471" y="4328"/>
                </a:lnTo>
                <a:lnTo>
                  <a:pt x="12472" y="4328"/>
                </a:lnTo>
                <a:lnTo>
                  <a:pt x="12473" y="4328"/>
                </a:lnTo>
                <a:lnTo>
                  <a:pt x="12474" y="4328"/>
                </a:lnTo>
                <a:lnTo>
                  <a:pt x="12475" y="4328"/>
                </a:lnTo>
                <a:lnTo>
                  <a:pt x="12476" y="4328"/>
                </a:lnTo>
                <a:lnTo>
                  <a:pt x="12477" y="4328"/>
                </a:lnTo>
                <a:lnTo>
                  <a:pt x="12478" y="4328"/>
                </a:lnTo>
                <a:lnTo>
                  <a:pt x="12479" y="4328"/>
                </a:lnTo>
                <a:lnTo>
                  <a:pt x="12480" y="4328"/>
                </a:lnTo>
                <a:lnTo>
                  <a:pt x="12481" y="4328"/>
                </a:lnTo>
                <a:lnTo>
                  <a:pt x="12482" y="4328"/>
                </a:lnTo>
                <a:lnTo>
                  <a:pt x="12483" y="4328"/>
                </a:lnTo>
                <a:lnTo>
                  <a:pt x="12484" y="4328"/>
                </a:lnTo>
                <a:lnTo>
                  <a:pt x="12485" y="4328"/>
                </a:lnTo>
                <a:lnTo>
                  <a:pt x="12486" y="4328"/>
                </a:lnTo>
                <a:lnTo>
                  <a:pt x="12487" y="4328"/>
                </a:lnTo>
                <a:lnTo>
                  <a:pt x="12488" y="4328"/>
                </a:lnTo>
                <a:lnTo>
                  <a:pt x="12489" y="4328"/>
                </a:lnTo>
                <a:lnTo>
                  <a:pt x="12490" y="4328"/>
                </a:lnTo>
                <a:lnTo>
                  <a:pt x="12491" y="4328"/>
                </a:lnTo>
                <a:lnTo>
                  <a:pt x="12492" y="4328"/>
                </a:lnTo>
                <a:lnTo>
                  <a:pt x="12493" y="4328"/>
                </a:lnTo>
                <a:lnTo>
                  <a:pt x="12494" y="4328"/>
                </a:lnTo>
                <a:lnTo>
                  <a:pt x="12495" y="4328"/>
                </a:lnTo>
                <a:lnTo>
                  <a:pt x="12496" y="4328"/>
                </a:lnTo>
                <a:lnTo>
                  <a:pt x="12497" y="4328"/>
                </a:lnTo>
                <a:lnTo>
                  <a:pt x="12498" y="4328"/>
                </a:lnTo>
                <a:lnTo>
                  <a:pt x="12499" y="4328"/>
                </a:lnTo>
                <a:lnTo>
                  <a:pt x="12500" y="4328"/>
                </a:lnTo>
                <a:lnTo>
                  <a:pt x="12501" y="4328"/>
                </a:lnTo>
                <a:lnTo>
                  <a:pt x="12502" y="4328"/>
                </a:lnTo>
                <a:lnTo>
                  <a:pt x="12503" y="4328"/>
                </a:lnTo>
                <a:lnTo>
                  <a:pt x="12504" y="4328"/>
                </a:lnTo>
                <a:lnTo>
                  <a:pt x="12505" y="4328"/>
                </a:lnTo>
                <a:lnTo>
                  <a:pt x="12506" y="4328"/>
                </a:lnTo>
                <a:lnTo>
                  <a:pt x="12507" y="4328"/>
                </a:lnTo>
                <a:lnTo>
                  <a:pt x="12508" y="4328"/>
                </a:lnTo>
                <a:lnTo>
                  <a:pt x="12509" y="4328"/>
                </a:lnTo>
                <a:lnTo>
                  <a:pt x="12510" y="4328"/>
                </a:lnTo>
                <a:lnTo>
                  <a:pt x="12511" y="4328"/>
                </a:lnTo>
                <a:lnTo>
                  <a:pt x="12512" y="4328"/>
                </a:lnTo>
                <a:lnTo>
                  <a:pt x="12513" y="4328"/>
                </a:lnTo>
                <a:lnTo>
                  <a:pt x="12514" y="4328"/>
                </a:lnTo>
                <a:lnTo>
                  <a:pt x="12515" y="4328"/>
                </a:lnTo>
                <a:lnTo>
                  <a:pt x="12516" y="4328"/>
                </a:lnTo>
                <a:lnTo>
                  <a:pt x="12517" y="4328"/>
                </a:lnTo>
                <a:lnTo>
                  <a:pt x="12518" y="4328"/>
                </a:lnTo>
                <a:lnTo>
                  <a:pt x="12519" y="4328"/>
                </a:lnTo>
                <a:lnTo>
                  <a:pt x="12520" y="4328"/>
                </a:lnTo>
                <a:lnTo>
                  <a:pt x="12521" y="4328"/>
                </a:lnTo>
                <a:lnTo>
                  <a:pt x="12522" y="4328"/>
                </a:lnTo>
                <a:lnTo>
                  <a:pt x="12523" y="4328"/>
                </a:lnTo>
                <a:lnTo>
                  <a:pt x="12524" y="4328"/>
                </a:lnTo>
                <a:lnTo>
                  <a:pt x="12525" y="4328"/>
                </a:lnTo>
                <a:lnTo>
                  <a:pt x="12526" y="4328"/>
                </a:lnTo>
                <a:lnTo>
                  <a:pt x="12527" y="4328"/>
                </a:lnTo>
                <a:lnTo>
                  <a:pt x="12528" y="4328"/>
                </a:lnTo>
                <a:lnTo>
                  <a:pt x="12529" y="4328"/>
                </a:lnTo>
                <a:lnTo>
                  <a:pt x="12530" y="4328"/>
                </a:lnTo>
                <a:lnTo>
                  <a:pt x="12531" y="4328"/>
                </a:lnTo>
                <a:lnTo>
                  <a:pt x="12532" y="4328"/>
                </a:lnTo>
                <a:lnTo>
                  <a:pt x="12533" y="4328"/>
                </a:lnTo>
                <a:lnTo>
                  <a:pt x="12534" y="4328"/>
                </a:lnTo>
                <a:lnTo>
                  <a:pt x="12535" y="4328"/>
                </a:lnTo>
                <a:lnTo>
                  <a:pt x="12536" y="4328"/>
                </a:lnTo>
                <a:lnTo>
                  <a:pt x="12537" y="4328"/>
                </a:lnTo>
                <a:lnTo>
                  <a:pt x="12538" y="4328"/>
                </a:lnTo>
                <a:lnTo>
                  <a:pt x="12539" y="4328"/>
                </a:lnTo>
                <a:lnTo>
                  <a:pt x="12540" y="4328"/>
                </a:lnTo>
                <a:lnTo>
                  <a:pt x="12541" y="4328"/>
                </a:lnTo>
                <a:lnTo>
                  <a:pt x="12542" y="4328"/>
                </a:lnTo>
                <a:lnTo>
                  <a:pt x="12543" y="4328"/>
                </a:lnTo>
                <a:lnTo>
                  <a:pt x="12544" y="4328"/>
                </a:lnTo>
                <a:lnTo>
                  <a:pt x="12545" y="4328"/>
                </a:lnTo>
                <a:lnTo>
                  <a:pt x="12546" y="4328"/>
                </a:lnTo>
                <a:lnTo>
                  <a:pt x="12547" y="4328"/>
                </a:lnTo>
                <a:lnTo>
                  <a:pt x="12548" y="4328"/>
                </a:lnTo>
                <a:lnTo>
                  <a:pt x="12549" y="4328"/>
                </a:lnTo>
                <a:lnTo>
                  <a:pt x="12550" y="4328"/>
                </a:lnTo>
                <a:lnTo>
                  <a:pt x="12551" y="4328"/>
                </a:lnTo>
                <a:lnTo>
                  <a:pt x="12552" y="4328"/>
                </a:lnTo>
                <a:lnTo>
                  <a:pt x="12553" y="4328"/>
                </a:lnTo>
                <a:lnTo>
                  <a:pt x="12554" y="4328"/>
                </a:lnTo>
                <a:lnTo>
                  <a:pt x="12555" y="4328"/>
                </a:lnTo>
                <a:lnTo>
                  <a:pt x="12556" y="4328"/>
                </a:lnTo>
                <a:lnTo>
                  <a:pt x="12557" y="4328"/>
                </a:lnTo>
                <a:lnTo>
                  <a:pt x="12558" y="4328"/>
                </a:lnTo>
                <a:lnTo>
                  <a:pt x="12559" y="4328"/>
                </a:lnTo>
                <a:lnTo>
                  <a:pt x="12560" y="4328"/>
                </a:lnTo>
                <a:lnTo>
                  <a:pt x="12561" y="4328"/>
                </a:lnTo>
                <a:lnTo>
                  <a:pt x="12562" y="4328"/>
                </a:lnTo>
                <a:lnTo>
                  <a:pt x="12563" y="4328"/>
                </a:lnTo>
                <a:lnTo>
                  <a:pt x="12564" y="4328"/>
                </a:lnTo>
                <a:lnTo>
                  <a:pt x="12565" y="4328"/>
                </a:lnTo>
                <a:lnTo>
                  <a:pt x="12566" y="4328"/>
                </a:lnTo>
                <a:lnTo>
                  <a:pt x="12567" y="4328"/>
                </a:lnTo>
                <a:lnTo>
                  <a:pt x="12568" y="4328"/>
                </a:lnTo>
                <a:lnTo>
                  <a:pt x="12569" y="4328"/>
                </a:lnTo>
                <a:lnTo>
                  <a:pt x="12570" y="4328"/>
                </a:lnTo>
                <a:lnTo>
                  <a:pt x="12571" y="4328"/>
                </a:lnTo>
                <a:lnTo>
                  <a:pt x="12572" y="4328"/>
                </a:lnTo>
                <a:lnTo>
                  <a:pt x="12573" y="4328"/>
                </a:lnTo>
                <a:lnTo>
                  <a:pt x="12574" y="4328"/>
                </a:lnTo>
                <a:lnTo>
                  <a:pt x="12575" y="4328"/>
                </a:lnTo>
                <a:lnTo>
                  <a:pt x="12576" y="4328"/>
                </a:lnTo>
                <a:lnTo>
                  <a:pt x="12577" y="4328"/>
                </a:lnTo>
                <a:lnTo>
                  <a:pt x="12578" y="4328"/>
                </a:lnTo>
                <a:lnTo>
                  <a:pt x="12579" y="4328"/>
                </a:lnTo>
                <a:lnTo>
                  <a:pt x="12580" y="4328"/>
                </a:lnTo>
                <a:lnTo>
                  <a:pt x="12581" y="4328"/>
                </a:lnTo>
                <a:lnTo>
                  <a:pt x="12582" y="4328"/>
                </a:lnTo>
                <a:lnTo>
                  <a:pt x="12583" y="4328"/>
                </a:lnTo>
                <a:lnTo>
                  <a:pt x="12584" y="4328"/>
                </a:lnTo>
                <a:lnTo>
                  <a:pt x="12585" y="4328"/>
                </a:lnTo>
                <a:lnTo>
                  <a:pt x="12586" y="4328"/>
                </a:lnTo>
                <a:lnTo>
                  <a:pt x="12587" y="4328"/>
                </a:lnTo>
                <a:lnTo>
                  <a:pt x="12588" y="4328"/>
                </a:lnTo>
                <a:lnTo>
                  <a:pt x="12589" y="4328"/>
                </a:lnTo>
                <a:lnTo>
                  <a:pt x="12590" y="4328"/>
                </a:lnTo>
                <a:lnTo>
                  <a:pt x="12591" y="4328"/>
                </a:lnTo>
                <a:lnTo>
                  <a:pt x="12592" y="4328"/>
                </a:lnTo>
                <a:lnTo>
                  <a:pt x="12593" y="4328"/>
                </a:lnTo>
                <a:lnTo>
                  <a:pt x="12594" y="4328"/>
                </a:lnTo>
                <a:lnTo>
                  <a:pt x="12595" y="4328"/>
                </a:lnTo>
                <a:lnTo>
                  <a:pt x="12596" y="4328"/>
                </a:lnTo>
                <a:lnTo>
                  <a:pt x="12597" y="4328"/>
                </a:lnTo>
                <a:lnTo>
                  <a:pt x="12598" y="4328"/>
                </a:lnTo>
                <a:lnTo>
                  <a:pt x="12599" y="4328"/>
                </a:lnTo>
                <a:lnTo>
                  <a:pt x="12600" y="4328"/>
                </a:lnTo>
                <a:lnTo>
                  <a:pt x="12601" y="4328"/>
                </a:lnTo>
                <a:lnTo>
                  <a:pt x="12602" y="4328"/>
                </a:lnTo>
                <a:lnTo>
                  <a:pt x="12603" y="4328"/>
                </a:lnTo>
                <a:lnTo>
                  <a:pt x="12604" y="4328"/>
                </a:lnTo>
                <a:lnTo>
                  <a:pt x="12605" y="4328"/>
                </a:lnTo>
                <a:lnTo>
                  <a:pt x="12606" y="4328"/>
                </a:lnTo>
                <a:lnTo>
                  <a:pt x="12607" y="4328"/>
                </a:lnTo>
                <a:lnTo>
                  <a:pt x="12608" y="4328"/>
                </a:lnTo>
                <a:lnTo>
                  <a:pt x="12609" y="4328"/>
                </a:lnTo>
                <a:lnTo>
                  <a:pt x="12610" y="4328"/>
                </a:lnTo>
                <a:lnTo>
                  <a:pt x="12611" y="4328"/>
                </a:lnTo>
                <a:lnTo>
                  <a:pt x="12612" y="4328"/>
                </a:lnTo>
                <a:lnTo>
                  <a:pt x="12613" y="4328"/>
                </a:lnTo>
                <a:lnTo>
                  <a:pt x="12614" y="4328"/>
                </a:lnTo>
                <a:lnTo>
                  <a:pt x="12615" y="4328"/>
                </a:lnTo>
                <a:lnTo>
                  <a:pt x="12616" y="4328"/>
                </a:lnTo>
                <a:lnTo>
                  <a:pt x="12617" y="4328"/>
                </a:lnTo>
                <a:lnTo>
                  <a:pt x="12618" y="4328"/>
                </a:lnTo>
                <a:lnTo>
                  <a:pt x="12619" y="4328"/>
                </a:lnTo>
                <a:lnTo>
                  <a:pt x="12620" y="4328"/>
                </a:lnTo>
                <a:lnTo>
                  <a:pt x="12621" y="4328"/>
                </a:lnTo>
                <a:lnTo>
                  <a:pt x="12622" y="4328"/>
                </a:lnTo>
                <a:lnTo>
                  <a:pt x="12623" y="4328"/>
                </a:lnTo>
                <a:lnTo>
                  <a:pt x="12624" y="4328"/>
                </a:lnTo>
                <a:lnTo>
                  <a:pt x="12625" y="4328"/>
                </a:lnTo>
                <a:lnTo>
                  <a:pt x="12626" y="4328"/>
                </a:lnTo>
                <a:lnTo>
                  <a:pt x="12627" y="4328"/>
                </a:lnTo>
                <a:lnTo>
                  <a:pt x="12628" y="4328"/>
                </a:lnTo>
                <a:lnTo>
                  <a:pt x="12629" y="4328"/>
                </a:lnTo>
                <a:lnTo>
                  <a:pt x="12630" y="4328"/>
                </a:lnTo>
                <a:lnTo>
                  <a:pt x="12631" y="4328"/>
                </a:lnTo>
                <a:lnTo>
                  <a:pt x="12632" y="4328"/>
                </a:lnTo>
                <a:lnTo>
                  <a:pt x="12633" y="4328"/>
                </a:lnTo>
                <a:lnTo>
                  <a:pt x="12634" y="4328"/>
                </a:lnTo>
                <a:lnTo>
                  <a:pt x="12635" y="4328"/>
                </a:lnTo>
                <a:lnTo>
                  <a:pt x="12636" y="4328"/>
                </a:lnTo>
                <a:lnTo>
                  <a:pt x="12637" y="4328"/>
                </a:lnTo>
                <a:lnTo>
                  <a:pt x="12638" y="4328"/>
                </a:lnTo>
                <a:lnTo>
                  <a:pt x="12639" y="4328"/>
                </a:lnTo>
                <a:lnTo>
                  <a:pt x="12640" y="4328"/>
                </a:lnTo>
                <a:lnTo>
                  <a:pt x="12641" y="4328"/>
                </a:lnTo>
                <a:lnTo>
                  <a:pt x="12642" y="4328"/>
                </a:lnTo>
                <a:lnTo>
                  <a:pt x="12643" y="4328"/>
                </a:lnTo>
                <a:lnTo>
                  <a:pt x="12644" y="4328"/>
                </a:lnTo>
                <a:lnTo>
                  <a:pt x="12645" y="4328"/>
                </a:lnTo>
                <a:lnTo>
                  <a:pt x="12646" y="4328"/>
                </a:lnTo>
                <a:lnTo>
                  <a:pt x="12647" y="4328"/>
                </a:lnTo>
                <a:lnTo>
                  <a:pt x="12648" y="4328"/>
                </a:lnTo>
                <a:lnTo>
                  <a:pt x="12649" y="4328"/>
                </a:lnTo>
                <a:lnTo>
                  <a:pt x="12650" y="4328"/>
                </a:lnTo>
                <a:lnTo>
                  <a:pt x="12651" y="4328"/>
                </a:lnTo>
                <a:lnTo>
                  <a:pt x="12652" y="4328"/>
                </a:lnTo>
                <a:lnTo>
                  <a:pt x="12653" y="4328"/>
                </a:lnTo>
                <a:lnTo>
                  <a:pt x="12654" y="4328"/>
                </a:lnTo>
                <a:lnTo>
                  <a:pt x="12655" y="4328"/>
                </a:lnTo>
                <a:lnTo>
                  <a:pt x="12656" y="4328"/>
                </a:lnTo>
                <a:lnTo>
                  <a:pt x="12657" y="4328"/>
                </a:lnTo>
                <a:lnTo>
                  <a:pt x="12658" y="4328"/>
                </a:lnTo>
                <a:lnTo>
                  <a:pt x="12659" y="4328"/>
                </a:lnTo>
                <a:lnTo>
                  <a:pt x="12660" y="4328"/>
                </a:lnTo>
                <a:lnTo>
                  <a:pt x="12661" y="4328"/>
                </a:lnTo>
                <a:lnTo>
                  <a:pt x="12662" y="4328"/>
                </a:lnTo>
                <a:lnTo>
                  <a:pt x="12663" y="4328"/>
                </a:lnTo>
                <a:lnTo>
                  <a:pt x="12664" y="4328"/>
                </a:lnTo>
                <a:lnTo>
                  <a:pt x="12665" y="4328"/>
                </a:lnTo>
                <a:lnTo>
                  <a:pt x="12666" y="4328"/>
                </a:lnTo>
                <a:lnTo>
                  <a:pt x="12667" y="4328"/>
                </a:lnTo>
                <a:lnTo>
                  <a:pt x="12668" y="4328"/>
                </a:lnTo>
                <a:lnTo>
                  <a:pt x="12669" y="4328"/>
                </a:lnTo>
                <a:lnTo>
                  <a:pt x="12670" y="4328"/>
                </a:lnTo>
                <a:lnTo>
                  <a:pt x="12671" y="4328"/>
                </a:lnTo>
                <a:lnTo>
                  <a:pt x="12672" y="4328"/>
                </a:lnTo>
                <a:lnTo>
                  <a:pt x="12673" y="4328"/>
                </a:lnTo>
                <a:lnTo>
                  <a:pt x="12674" y="4328"/>
                </a:lnTo>
                <a:lnTo>
                  <a:pt x="12675" y="4328"/>
                </a:lnTo>
                <a:lnTo>
                  <a:pt x="12676" y="4328"/>
                </a:lnTo>
                <a:lnTo>
                  <a:pt x="12677" y="4328"/>
                </a:lnTo>
                <a:lnTo>
                  <a:pt x="12678" y="4328"/>
                </a:lnTo>
                <a:lnTo>
                  <a:pt x="12679" y="4328"/>
                </a:lnTo>
                <a:lnTo>
                  <a:pt x="12680" y="4328"/>
                </a:lnTo>
                <a:lnTo>
                  <a:pt x="12681" y="4328"/>
                </a:lnTo>
                <a:lnTo>
                  <a:pt x="12682" y="4328"/>
                </a:lnTo>
                <a:lnTo>
                  <a:pt x="12683" y="4328"/>
                </a:lnTo>
                <a:lnTo>
                  <a:pt x="12684" y="4328"/>
                </a:lnTo>
                <a:lnTo>
                  <a:pt x="12685" y="4328"/>
                </a:lnTo>
                <a:lnTo>
                  <a:pt x="12686" y="4328"/>
                </a:lnTo>
                <a:lnTo>
                  <a:pt x="12687" y="4328"/>
                </a:lnTo>
                <a:lnTo>
                  <a:pt x="12688" y="4328"/>
                </a:lnTo>
                <a:lnTo>
                  <a:pt x="12689" y="4328"/>
                </a:lnTo>
                <a:lnTo>
                  <a:pt x="12690" y="4328"/>
                </a:lnTo>
                <a:lnTo>
                  <a:pt x="12691" y="4328"/>
                </a:lnTo>
                <a:lnTo>
                  <a:pt x="12692" y="4328"/>
                </a:lnTo>
                <a:lnTo>
                  <a:pt x="12693" y="4328"/>
                </a:lnTo>
                <a:lnTo>
                  <a:pt x="12694" y="4328"/>
                </a:lnTo>
                <a:lnTo>
                  <a:pt x="12695" y="4328"/>
                </a:lnTo>
                <a:lnTo>
                  <a:pt x="12696" y="4328"/>
                </a:lnTo>
                <a:lnTo>
                  <a:pt x="12697" y="4328"/>
                </a:lnTo>
                <a:lnTo>
                  <a:pt x="12698" y="4328"/>
                </a:lnTo>
                <a:lnTo>
                  <a:pt x="12699" y="4328"/>
                </a:lnTo>
                <a:lnTo>
                  <a:pt x="12700" y="4328"/>
                </a:lnTo>
                <a:lnTo>
                  <a:pt x="12701" y="4328"/>
                </a:lnTo>
                <a:lnTo>
                  <a:pt x="12702" y="4328"/>
                </a:lnTo>
                <a:lnTo>
                  <a:pt x="12703" y="4328"/>
                </a:lnTo>
                <a:lnTo>
                  <a:pt x="12704" y="4328"/>
                </a:lnTo>
                <a:lnTo>
                  <a:pt x="12705" y="4328"/>
                </a:lnTo>
                <a:lnTo>
                  <a:pt x="12706" y="4328"/>
                </a:lnTo>
                <a:lnTo>
                  <a:pt x="12707" y="4328"/>
                </a:lnTo>
                <a:lnTo>
                  <a:pt x="12708" y="4328"/>
                </a:lnTo>
                <a:lnTo>
                  <a:pt x="12709" y="4328"/>
                </a:lnTo>
                <a:lnTo>
                  <a:pt x="12710" y="4328"/>
                </a:lnTo>
                <a:lnTo>
                  <a:pt x="12711" y="4328"/>
                </a:lnTo>
                <a:lnTo>
                  <a:pt x="12712" y="4328"/>
                </a:lnTo>
                <a:lnTo>
                  <a:pt x="12713" y="4328"/>
                </a:lnTo>
                <a:lnTo>
                  <a:pt x="12714" y="4328"/>
                </a:lnTo>
                <a:lnTo>
                  <a:pt x="12715" y="4328"/>
                </a:lnTo>
                <a:lnTo>
                  <a:pt x="12716" y="4328"/>
                </a:lnTo>
                <a:lnTo>
                  <a:pt x="12717" y="4328"/>
                </a:lnTo>
                <a:lnTo>
                  <a:pt x="12718" y="4328"/>
                </a:lnTo>
                <a:lnTo>
                  <a:pt x="12719" y="4328"/>
                </a:lnTo>
                <a:lnTo>
                  <a:pt x="12720" y="4328"/>
                </a:lnTo>
                <a:lnTo>
                  <a:pt x="12721" y="4328"/>
                </a:lnTo>
                <a:lnTo>
                  <a:pt x="12722" y="4328"/>
                </a:lnTo>
                <a:lnTo>
                  <a:pt x="12723" y="4328"/>
                </a:lnTo>
                <a:lnTo>
                  <a:pt x="12724" y="4328"/>
                </a:lnTo>
                <a:lnTo>
                  <a:pt x="12725" y="4328"/>
                </a:lnTo>
                <a:lnTo>
                  <a:pt x="12726" y="4328"/>
                </a:lnTo>
                <a:lnTo>
                  <a:pt x="12727" y="4328"/>
                </a:lnTo>
                <a:lnTo>
                  <a:pt x="12728" y="4328"/>
                </a:lnTo>
                <a:lnTo>
                  <a:pt x="12729" y="4328"/>
                </a:lnTo>
                <a:lnTo>
                  <a:pt x="12730" y="4328"/>
                </a:lnTo>
                <a:lnTo>
                  <a:pt x="12731" y="4328"/>
                </a:lnTo>
                <a:lnTo>
                  <a:pt x="12732" y="4328"/>
                </a:lnTo>
                <a:lnTo>
                  <a:pt x="12733" y="4328"/>
                </a:lnTo>
                <a:lnTo>
                  <a:pt x="12734" y="4328"/>
                </a:lnTo>
                <a:lnTo>
                  <a:pt x="12735" y="4328"/>
                </a:lnTo>
                <a:lnTo>
                  <a:pt x="12736" y="4328"/>
                </a:lnTo>
                <a:lnTo>
                  <a:pt x="12737" y="4328"/>
                </a:lnTo>
                <a:lnTo>
                  <a:pt x="12738" y="4328"/>
                </a:lnTo>
                <a:lnTo>
                  <a:pt x="12739" y="4328"/>
                </a:lnTo>
                <a:lnTo>
                  <a:pt x="12740" y="4328"/>
                </a:lnTo>
                <a:lnTo>
                  <a:pt x="12741" y="4328"/>
                </a:lnTo>
                <a:lnTo>
                  <a:pt x="12742" y="4328"/>
                </a:lnTo>
                <a:lnTo>
                  <a:pt x="12743" y="4328"/>
                </a:lnTo>
                <a:lnTo>
                  <a:pt x="12744" y="4328"/>
                </a:lnTo>
                <a:lnTo>
                  <a:pt x="12745" y="4328"/>
                </a:lnTo>
                <a:lnTo>
                  <a:pt x="12746" y="4328"/>
                </a:lnTo>
                <a:lnTo>
                  <a:pt x="12747" y="4328"/>
                </a:lnTo>
                <a:lnTo>
                  <a:pt x="12748" y="4328"/>
                </a:lnTo>
                <a:lnTo>
                  <a:pt x="12749" y="4328"/>
                </a:lnTo>
                <a:lnTo>
                  <a:pt x="12750" y="4328"/>
                </a:lnTo>
                <a:lnTo>
                  <a:pt x="12751" y="4328"/>
                </a:lnTo>
                <a:lnTo>
                  <a:pt x="12752" y="4328"/>
                </a:lnTo>
                <a:lnTo>
                  <a:pt x="12753" y="4328"/>
                </a:lnTo>
                <a:lnTo>
                  <a:pt x="12754" y="4328"/>
                </a:lnTo>
                <a:lnTo>
                  <a:pt x="12755" y="4328"/>
                </a:lnTo>
                <a:lnTo>
                  <a:pt x="12756" y="4328"/>
                </a:lnTo>
                <a:lnTo>
                  <a:pt x="12757" y="4328"/>
                </a:lnTo>
                <a:lnTo>
                  <a:pt x="12758" y="4328"/>
                </a:lnTo>
                <a:lnTo>
                  <a:pt x="12759" y="4328"/>
                </a:lnTo>
                <a:lnTo>
                  <a:pt x="12760" y="4328"/>
                </a:lnTo>
                <a:lnTo>
                  <a:pt x="12761" y="4328"/>
                </a:lnTo>
                <a:lnTo>
                  <a:pt x="12762" y="4328"/>
                </a:lnTo>
                <a:lnTo>
                  <a:pt x="12763" y="4328"/>
                </a:lnTo>
                <a:lnTo>
                  <a:pt x="12764" y="4328"/>
                </a:lnTo>
                <a:lnTo>
                  <a:pt x="12765" y="4328"/>
                </a:lnTo>
                <a:lnTo>
                  <a:pt x="12766" y="4328"/>
                </a:lnTo>
                <a:lnTo>
                  <a:pt x="12767" y="4328"/>
                </a:lnTo>
                <a:lnTo>
                  <a:pt x="12768" y="4328"/>
                </a:lnTo>
                <a:lnTo>
                  <a:pt x="12769" y="4328"/>
                </a:lnTo>
                <a:lnTo>
                  <a:pt x="12770" y="4328"/>
                </a:lnTo>
                <a:lnTo>
                  <a:pt x="12771" y="4328"/>
                </a:lnTo>
                <a:lnTo>
                  <a:pt x="12772" y="4328"/>
                </a:lnTo>
                <a:lnTo>
                  <a:pt x="12773" y="4328"/>
                </a:lnTo>
                <a:lnTo>
                  <a:pt x="12774" y="4328"/>
                </a:lnTo>
                <a:lnTo>
                  <a:pt x="12775" y="4328"/>
                </a:lnTo>
                <a:lnTo>
                  <a:pt x="12776" y="4328"/>
                </a:lnTo>
                <a:lnTo>
                  <a:pt x="12777" y="4328"/>
                </a:lnTo>
                <a:lnTo>
                  <a:pt x="12778" y="4328"/>
                </a:lnTo>
                <a:lnTo>
                  <a:pt x="12779" y="4328"/>
                </a:lnTo>
                <a:lnTo>
                  <a:pt x="12780" y="4328"/>
                </a:lnTo>
                <a:lnTo>
                  <a:pt x="12781" y="4328"/>
                </a:lnTo>
                <a:lnTo>
                  <a:pt x="12782" y="4328"/>
                </a:lnTo>
                <a:lnTo>
                  <a:pt x="12783" y="4328"/>
                </a:lnTo>
                <a:lnTo>
                  <a:pt x="12784" y="4328"/>
                </a:lnTo>
                <a:lnTo>
                  <a:pt x="12785" y="4328"/>
                </a:lnTo>
                <a:lnTo>
                  <a:pt x="12786" y="4328"/>
                </a:lnTo>
                <a:lnTo>
                  <a:pt x="12787" y="4328"/>
                </a:lnTo>
                <a:lnTo>
                  <a:pt x="12788" y="4328"/>
                </a:lnTo>
                <a:lnTo>
                  <a:pt x="12789" y="4328"/>
                </a:lnTo>
                <a:lnTo>
                  <a:pt x="12790" y="4328"/>
                </a:lnTo>
                <a:lnTo>
                  <a:pt x="12791" y="4328"/>
                </a:lnTo>
                <a:lnTo>
                  <a:pt x="12792" y="4328"/>
                </a:lnTo>
                <a:lnTo>
                  <a:pt x="12793" y="4328"/>
                </a:lnTo>
                <a:lnTo>
                  <a:pt x="12794" y="4328"/>
                </a:lnTo>
                <a:lnTo>
                  <a:pt x="12795" y="4328"/>
                </a:lnTo>
                <a:lnTo>
                  <a:pt x="12796" y="4328"/>
                </a:lnTo>
                <a:lnTo>
                  <a:pt x="12797" y="4328"/>
                </a:lnTo>
                <a:lnTo>
                  <a:pt x="12798" y="4328"/>
                </a:lnTo>
                <a:lnTo>
                  <a:pt x="12799" y="4328"/>
                </a:lnTo>
                <a:lnTo>
                  <a:pt x="12800" y="4328"/>
                </a:lnTo>
                <a:lnTo>
                  <a:pt x="12801" y="4328"/>
                </a:lnTo>
                <a:lnTo>
                  <a:pt x="12802" y="4328"/>
                </a:lnTo>
                <a:lnTo>
                  <a:pt x="12803" y="4328"/>
                </a:lnTo>
                <a:lnTo>
                  <a:pt x="12804" y="4328"/>
                </a:lnTo>
                <a:lnTo>
                  <a:pt x="12805" y="4328"/>
                </a:lnTo>
                <a:lnTo>
                  <a:pt x="12806" y="4328"/>
                </a:lnTo>
                <a:lnTo>
                  <a:pt x="12807" y="4328"/>
                </a:lnTo>
                <a:lnTo>
                  <a:pt x="12808" y="4328"/>
                </a:lnTo>
                <a:lnTo>
                  <a:pt x="12809" y="4328"/>
                </a:lnTo>
                <a:lnTo>
                  <a:pt x="12810" y="4328"/>
                </a:lnTo>
                <a:lnTo>
                  <a:pt x="12811" y="4328"/>
                </a:lnTo>
                <a:lnTo>
                  <a:pt x="12812" y="4328"/>
                </a:lnTo>
                <a:lnTo>
                  <a:pt x="12813" y="4328"/>
                </a:lnTo>
                <a:lnTo>
                  <a:pt x="12814" y="4328"/>
                </a:lnTo>
                <a:lnTo>
                  <a:pt x="12815" y="4328"/>
                </a:lnTo>
                <a:lnTo>
                  <a:pt x="12816" y="4328"/>
                </a:lnTo>
                <a:lnTo>
                  <a:pt x="12817" y="4328"/>
                </a:lnTo>
                <a:lnTo>
                  <a:pt x="12818" y="4328"/>
                </a:lnTo>
                <a:lnTo>
                  <a:pt x="12819" y="4328"/>
                </a:lnTo>
                <a:lnTo>
                  <a:pt x="12820" y="4328"/>
                </a:lnTo>
                <a:lnTo>
                  <a:pt x="12821" y="4328"/>
                </a:lnTo>
                <a:lnTo>
                  <a:pt x="12822" y="4328"/>
                </a:lnTo>
                <a:lnTo>
                  <a:pt x="12823" y="4328"/>
                </a:lnTo>
                <a:lnTo>
                  <a:pt x="12824" y="4328"/>
                </a:lnTo>
                <a:lnTo>
                  <a:pt x="12825" y="4328"/>
                </a:lnTo>
                <a:lnTo>
                  <a:pt x="12826" y="4328"/>
                </a:lnTo>
                <a:lnTo>
                  <a:pt x="12827" y="4328"/>
                </a:lnTo>
                <a:lnTo>
                  <a:pt x="12828" y="4328"/>
                </a:lnTo>
                <a:lnTo>
                  <a:pt x="12829" y="4328"/>
                </a:lnTo>
                <a:lnTo>
                  <a:pt x="12830" y="4328"/>
                </a:lnTo>
                <a:lnTo>
                  <a:pt x="12831" y="4328"/>
                </a:lnTo>
                <a:lnTo>
                  <a:pt x="12832" y="4328"/>
                </a:lnTo>
                <a:lnTo>
                  <a:pt x="12833" y="4328"/>
                </a:lnTo>
                <a:lnTo>
                  <a:pt x="12834" y="4328"/>
                </a:lnTo>
                <a:lnTo>
                  <a:pt x="12835" y="4328"/>
                </a:lnTo>
                <a:lnTo>
                  <a:pt x="12836" y="4328"/>
                </a:lnTo>
                <a:lnTo>
                  <a:pt x="12837" y="4328"/>
                </a:lnTo>
                <a:lnTo>
                  <a:pt x="12838" y="4328"/>
                </a:lnTo>
                <a:lnTo>
                  <a:pt x="12839" y="4328"/>
                </a:lnTo>
                <a:lnTo>
                  <a:pt x="12840" y="4328"/>
                </a:lnTo>
                <a:lnTo>
                  <a:pt x="12841" y="4328"/>
                </a:lnTo>
                <a:lnTo>
                  <a:pt x="12842" y="4328"/>
                </a:lnTo>
                <a:lnTo>
                  <a:pt x="12843" y="4328"/>
                </a:lnTo>
                <a:lnTo>
                  <a:pt x="12844" y="4328"/>
                </a:lnTo>
                <a:lnTo>
                  <a:pt x="12845" y="4328"/>
                </a:lnTo>
                <a:lnTo>
                  <a:pt x="12846" y="4328"/>
                </a:lnTo>
                <a:lnTo>
                  <a:pt x="12847" y="4328"/>
                </a:lnTo>
                <a:lnTo>
                  <a:pt x="12848" y="4328"/>
                </a:lnTo>
                <a:lnTo>
                  <a:pt x="12849" y="4328"/>
                </a:lnTo>
                <a:lnTo>
                  <a:pt x="12850" y="4328"/>
                </a:lnTo>
                <a:lnTo>
                  <a:pt x="12851" y="4328"/>
                </a:lnTo>
                <a:lnTo>
                  <a:pt x="12852" y="4328"/>
                </a:lnTo>
                <a:lnTo>
                  <a:pt x="12853" y="4328"/>
                </a:lnTo>
                <a:lnTo>
                  <a:pt x="12854" y="4328"/>
                </a:lnTo>
                <a:lnTo>
                  <a:pt x="12855" y="4328"/>
                </a:lnTo>
                <a:lnTo>
                  <a:pt x="12856" y="4328"/>
                </a:lnTo>
                <a:lnTo>
                  <a:pt x="12857" y="4328"/>
                </a:lnTo>
                <a:lnTo>
                  <a:pt x="12858" y="4328"/>
                </a:lnTo>
                <a:lnTo>
                  <a:pt x="12859" y="4328"/>
                </a:lnTo>
                <a:lnTo>
                  <a:pt x="12860" y="4328"/>
                </a:lnTo>
                <a:lnTo>
                  <a:pt x="12861" y="4328"/>
                </a:lnTo>
                <a:lnTo>
                  <a:pt x="12862" y="4328"/>
                </a:lnTo>
                <a:lnTo>
                  <a:pt x="12863" y="4328"/>
                </a:lnTo>
                <a:lnTo>
                  <a:pt x="12864" y="4328"/>
                </a:lnTo>
                <a:lnTo>
                  <a:pt x="12865" y="4328"/>
                </a:lnTo>
                <a:lnTo>
                  <a:pt x="12866" y="4328"/>
                </a:lnTo>
                <a:lnTo>
                  <a:pt x="12867" y="4328"/>
                </a:lnTo>
                <a:lnTo>
                  <a:pt x="12868" y="4328"/>
                </a:lnTo>
                <a:lnTo>
                  <a:pt x="12869" y="4328"/>
                </a:lnTo>
                <a:lnTo>
                  <a:pt x="12870" y="4328"/>
                </a:lnTo>
                <a:lnTo>
                  <a:pt x="12871" y="4328"/>
                </a:lnTo>
                <a:lnTo>
                  <a:pt x="12872" y="4328"/>
                </a:lnTo>
                <a:lnTo>
                  <a:pt x="12873" y="4328"/>
                </a:lnTo>
                <a:lnTo>
                  <a:pt x="12874" y="4328"/>
                </a:lnTo>
                <a:lnTo>
                  <a:pt x="12875" y="4328"/>
                </a:lnTo>
                <a:lnTo>
                  <a:pt x="12876" y="4328"/>
                </a:lnTo>
                <a:lnTo>
                  <a:pt x="12877" y="4328"/>
                </a:lnTo>
                <a:lnTo>
                  <a:pt x="12878" y="4328"/>
                </a:lnTo>
                <a:lnTo>
                  <a:pt x="12879" y="4328"/>
                </a:lnTo>
                <a:lnTo>
                  <a:pt x="12880" y="4328"/>
                </a:lnTo>
                <a:lnTo>
                  <a:pt x="12881" y="4328"/>
                </a:lnTo>
                <a:lnTo>
                  <a:pt x="12882" y="4328"/>
                </a:lnTo>
                <a:lnTo>
                  <a:pt x="12883" y="4328"/>
                </a:lnTo>
                <a:lnTo>
                  <a:pt x="12884" y="4328"/>
                </a:lnTo>
                <a:lnTo>
                  <a:pt x="12885" y="4328"/>
                </a:lnTo>
                <a:lnTo>
                  <a:pt x="12886" y="4328"/>
                </a:lnTo>
                <a:lnTo>
                  <a:pt x="12887" y="4328"/>
                </a:lnTo>
                <a:lnTo>
                  <a:pt x="12888" y="4328"/>
                </a:lnTo>
                <a:lnTo>
                  <a:pt x="12889" y="4328"/>
                </a:lnTo>
                <a:lnTo>
                  <a:pt x="12890" y="4328"/>
                </a:lnTo>
                <a:lnTo>
                  <a:pt x="12891" y="4328"/>
                </a:lnTo>
                <a:lnTo>
                  <a:pt x="12892" y="4328"/>
                </a:lnTo>
                <a:lnTo>
                  <a:pt x="12893" y="4328"/>
                </a:lnTo>
                <a:lnTo>
                  <a:pt x="12894" y="4328"/>
                </a:lnTo>
                <a:lnTo>
                  <a:pt x="12895" y="4328"/>
                </a:lnTo>
                <a:lnTo>
                  <a:pt x="12896" y="4328"/>
                </a:lnTo>
                <a:lnTo>
                  <a:pt x="12897" y="4328"/>
                </a:lnTo>
                <a:lnTo>
                  <a:pt x="12898" y="4328"/>
                </a:lnTo>
                <a:lnTo>
                  <a:pt x="12899" y="4328"/>
                </a:lnTo>
                <a:lnTo>
                  <a:pt x="12900" y="4328"/>
                </a:lnTo>
                <a:lnTo>
                  <a:pt x="12901" y="4328"/>
                </a:lnTo>
                <a:lnTo>
                  <a:pt x="12902" y="4328"/>
                </a:lnTo>
                <a:lnTo>
                  <a:pt x="12903" y="4328"/>
                </a:lnTo>
                <a:lnTo>
                  <a:pt x="12904" y="4328"/>
                </a:lnTo>
                <a:lnTo>
                  <a:pt x="12905" y="4328"/>
                </a:lnTo>
                <a:lnTo>
                  <a:pt x="12906" y="4328"/>
                </a:lnTo>
                <a:lnTo>
                  <a:pt x="12907" y="4328"/>
                </a:lnTo>
                <a:lnTo>
                  <a:pt x="12908" y="4328"/>
                </a:lnTo>
                <a:lnTo>
                  <a:pt x="12909" y="4328"/>
                </a:lnTo>
                <a:lnTo>
                  <a:pt x="12910" y="4328"/>
                </a:lnTo>
                <a:lnTo>
                  <a:pt x="12911" y="4328"/>
                </a:lnTo>
                <a:lnTo>
                  <a:pt x="12912" y="4328"/>
                </a:lnTo>
                <a:lnTo>
                  <a:pt x="12913" y="4328"/>
                </a:lnTo>
                <a:lnTo>
                  <a:pt x="12914" y="4328"/>
                </a:lnTo>
                <a:lnTo>
                  <a:pt x="12915" y="4328"/>
                </a:lnTo>
                <a:lnTo>
                  <a:pt x="12916" y="4328"/>
                </a:lnTo>
                <a:lnTo>
                  <a:pt x="12917" y="4328"/>
                </a:lnTo>
                <a:lnTo>
                  <a:pt x="12918" y="4328"/>
                </a:lnTo>
                <a:lnTo>
                  <a:pt x="12919" y="4328"/>
                </a:lnTo>
                <a:lnTo>
                  <a:pt x="12920" y="4328"/>
                </a:lnTo>
                <a:lnTo>
                  <a:pt x="12921" y="4328"/>
                </a:lnTo>
                <a:lnTo>
                  <a:pt x="12922" y="4328"/>
                </a:lnTo>
                <a:lnTo>
                  <a:pt x="12923" y="4328"/>
                </a:lnTo>
                <a:lnTo>
                  <a:pt x="12924" y="4328"/>
                </a:lnTo>
                <a:lnTo>
                  <a:pt x="12925" y="4328"/>
                </a:lnTo>
                <a:lnTo>
                  <a:pt x="12926" y="4328"/>
                </a:lnTo>
                <a:lnTo>
                  <a:pt x="12927" y="4328"/>
                </a:lnTo>
                <a:lnTo>
                  <a:pt x="12928" y="4328"/>
                </a:lnTo>
                <a:lnTo>
                  <a:pt x="12929" y="4328"/>
                </a:lnTo>
                <a:lnTo>
                  <a:pt x="12930" y="4328"/>
                </a:lnTo>
                <a:lnTo>
                  <a:pt x="12931" y="4328"/>
                </a:lnTo>
                <a:lnTo>
                  <a:pt x="12932" y="4328"/>
                </a:lnTo>
                <a:lnTo>
                  <a:pt x="12933" y="4328"/>
                </a:lnTo>
                <a:lnTo>
                  <a:pt x="12934" y="4328"/>
                </a:lnTo>
                <a:lnTo>
                  <a:pt x="12935" y="4328"/>
                </a:lnTo>
                <a:lnTo>
                  <a:pt x="12936" y="4328"/>
                </a:lnTo>
                <a:lnTo>
                  <a:pt x="12937" y="4328"/>
                </a:lnTo>
                <a:lnTo>
                  <a:pt x="12938" y="4328"/>
                </a:lnTo>
                <a:lnTo>
                  <a:pt x="12939" y="4328"/>
                </a:lnTo>
                <a:lnTo>
                  <a:pt x="12940" y="4328"/>
                </a:lnTo>
                <a:lnTo>
                  <a:pt x="12941" y="4328"/>
                </a:lnTo>
                <a:lnTo>
                  <a:pt x="12942" y="4328"/>
                </a:lnTo>
                <a:lnTo>
                  <a:pt x="12943" y="4328"/>
                </a:lnTo>
                <a:lnTo>
                  <a:pt x="12944" y="4328"/>
                </a:lnTo>
                <a:lnTo>
                  <a:pt x="12945" y="4328"/>
                </a:lnTo>
                <a:lnTo>
                  <a:pt x="12946" y="4328"/>
                </a:lnTo>
                <a:lnTo>
                  <a:pt x="12947" y="4328"/>
                </a:lnTo>
                <a:lnTo>
                  <a:pt x="12948" y="4328"/>
                </a:lnTo>
                <a:lnTo>
                  <a:pt x="12949" y="4328"/>
                </a:lnTo>
                <a:lnTo>
                  <a:pt x="12950" y="4328"/>
                </a:lnTo>
                <a:lnTo>
                  <a:pt x="12951" y="4328"/>
                </a:lnTo>
                <a:lnTo>
                  <a:pt x="12952" y="4328"/>
                </a:lnTo>
                <a:lnTo>
                  <a:pt x="12953" y="4328"/>
                </a:lnTo>
                <a:lnTo>
                  <a:pt x="12954" y="4328"/>
                </a:lnTo>
                <a:lnTo>
                  <a:pt x="12955" y="4328"/>
                </a:lnTo>
                <a:lnTo>
                  <a:pt x="12956" y="4328"/>
                </a:lnTo>
                <a:lnTo>
                  <a:pt x="12957" y="4328"/>
                </a:lnTo>
                <a:lnTo>
                  <a:pt x="12958" y="4328"/>
                </a:lnTo>
                <a:lnTo>
                  <a:pt x="12959" y="4328"/>
                </a:lnTo>
                <a:lnTo>
                  <a:pt x="12960" y="4328"/>
                </a:lnTo>
                <a:lnTo>
                  <a:pt x="12961" y="4328"/>
                </a:lnTo>
                <a:lnTo>
                  <a:pt x="12962" y="4328"/>
                </a:lnTo>
                <a:lnTo>
                  <a:pt x="12963" y="4328"/>
                </a:lnTo>
                <a:lnTo>
                  <a:pt x="12964" y="4328"/>
                </a:lnTo>
                <a:lnTo>
                  <a:pt x="12965" y="4328"/>
                </a:lnTo>
                <a:lnTo>
                  <a:pt x="12966" y="4328"/>
                </a:lnTo>
                <a:lnTo>
                  <a:pt x="12967" y="4328"/>
                </a:lnTo>
                <a:lnTo>
                  <a:pt x="12968" y="4328"/>
                </a:lnTo>
                <a:lnTo>
                  <a:pt x="12969" y="4328"/>
                </a:lnTo>
                <a:lnTo>
                  <a:pt x="12970" y="4328"/>
                </a:lnTo>
                <a:lnTo>
                  <a:pt x="12971" y="4328"/>
                </a:lnTo>
                <a:lnTo>
                  <a:pt x="12972" y="4328"/>
                </a:lnTo>
                <a:lnTo>
                  <a:pt x="12973" y="4328"/>
                </a:lnTo>
                <a:lnTo>
                  <a:pt x="12974" y="4328"/>
                </a:lnTo>
                <a:lnTo>
                  <a:pt x="12975" y="4328"/>
                </a:lnTo>
                <a:lnTo>
                  <a:pt x="12976" y="4328"/>
                </a:lnTo>
                <a:lnTo>
                  <a:pt x="12977" y="4328"/>
                </a:lnTo>
                <a:lnTo>
                  <a:pt x="12978" y="4328"/>
                </a:lnTo>
                <a:lnTo>
                  <a:pt x="12979" y="4328"/>
                </a:lnTo>
                <a:lnTo>
                  <a:pt x="12980" y="4328"/>
                </a:lnTo>
                <a:lnTo>
                  <a:pt x="12981" y="4328"/>
                </a:lnTo>
                <a:lnTo>
                  <a:pt x="12982" y="4328"/>
                </a:lnTo>
                <a:lnTo>
                  <a:pt x="12983" y="4328"/>
                </a:lnTo>
                <a:lnTo>
                  <a:pt x="12984" y="4328"/>
                </a:lnTo>
                <a:lnTo>
                  <a:pt x="12985" y="4328"/>
                </a:lnTo>
                <a:lnTo>
                  <a:pt x="12986" y="4328"/>
                </a:lnTo>
                <a:lnTo>
                  <a:pt x="12987" y="4328"/>
                </a:lnTo>
                <a:lnTo>
                  <a:pt x="12988" y="4328"/>
                </a:lnTo>
                <a:lnTo>
                  <a:pt x="12989" y="4328"/>
                </a:lnTo>
                <a:lnTo>
                  <a:pt x="12990" y="4328"/>
                </a:lnTo>
                <a:lnTo>
                  <a:pt x="12991" y="4328"/>
                </a:lnTo>
                <a:lnTo>
                  <a:pt x="12992" y="4328"/>
                </a:lnTo>
                <a:lnTo>
                  <a:pt x="12993" y="4328"/>
                </a:lnTo>
                <a:lnTo>
                  <a:pt x="12994" y="4328"/>
                </a:lnTo>
                <a:lnTo>
                  <a:pt x="12995" y="4328"/>
                </a:lnTo>
                <a:lnTo>
                  <a:pt x="12996" y="4328"/>
                </a:lnTo>
                <a:lnTo>
                  <a:pt x="12997" y="4328"/>
                </a:lnTo>
                <a:lnTo>
                  <a:pt x="12998" y="4328"/>
                </a:lnTo>
                <a:lnTo>
                  <a:pt x="12999" y="4328"/>
                </a:lnTo>
                <a:lnTo>
                  <a:pt x="13000" y="4328"/>
                </a:lnTo>
                <a:lnTo>
                  <a:pt x="13001" y="4328"/>
                </a:lnTo>
                <a:lnTo>
                  <a:pt x="13002" y="4328"/>
                </a:lnTo>
                <a:lnTo>
                  <a:pt x="13003" y="4328"/>
                </a:lnTo>
                <a:lnTo>
                  <a:pt x="13004" y="4328"/>
                </a:lnTo>
                <a:lnTo>
                  <a:pt x="13005" y="4328"/>
                </a:lnTo>
                <a:lnTo>
                  <a:pt x="13006" y="4328"/>
                </a:lnTo>
                <a:lnTo>
                  <a:pt x="13007" y="4328"/>
                </a:lnTo>
                <a:lnTo>
                  <a:pt x="13008" y="4328"/>
                </a:lnTo>
                <a:lnTo>
                  <a:pt x="13009" y="4328"/>
                </a:lnTo>
                <a:lnTo>
                  <a:pt x="13010" y="4328"/>
                </a:lnTo>
                <a:lnTo>
                  <a:pt x="13011" y="4328"/>
                </a:lnTo>
                <a:lnTo>
                  <a:pt x="13012" y="4328"/>
                </a:lnTo>
                <a:lnTo>
                  <a:pt x="13013" y="4328"/>
                </a:lnTo>
                <a:lnTo>
                  <a:pt x="13014" y="4328"/>
                </a:lnTo>
                <a:lnTo>
                  <a:pt x="13015" y="4328"/>
                </a:lnTo>
                <a:lnTo>
                  <a:pt x="13016" y="4328"/>
                </a:lnTo>
                <a:lnTo>
                  <a:pt x="13017" y="4328"/>
                </a:lnTo>
                <a:lnTo>
                  <a:pt x="13018" y="4328"/>
                </a:lnTo>
                <a:lnTo>
                  <a:pt x="13019" y="4328"/>
                </a:lnTo>
                <a:lnTo>
                  <a:pt x="13020" y="4328"/>
                </a:lnTo>
                <a:lnTo>
                  <a:pt x="13021" y="4328"/>
                </a:lnTo>
                <a:lnTo>
                  <a:pt x="13022" y="4328"/>
                </a:lnTo>
                <a:lnTo>
                  <a:pt x="13023" y="4328"/>
                </a:lnTo>
                <a:lnTo>
                  <a:pt x="13024" y="4328"/>
                </a:lnTo>
                <a:lnTo>
                  <a:pt x="13025" y="4328"/>
                </a:lnTo>
                <a:lnTo>
                  <a:pt x="13026" y="4328"/>
                </a:lnTo>
                <a:lnTo>
                  <a:pt x="13027" y="4328"/>
                </a:lnTo>
                <a:lnTo>
                  <a:pt x="13028" y="4328"/>
                </a:lnTo>
                <a:lnTo>
                  <a:pt x="13029" y="4328"/>
                </a:lnTo>
                <a:lnTo>
                  <a:pt x="13030" y="4328"/>
                </a:lnTo>
                <a:lnTo>
                  <a:pt x="13031" y="4328"/>
                </a:lnTo>
                <a:lnTo>
                  <a:pt x="13032" y="4328"/>
                </a:lnTo>
                <a:lnTo>
                  <a:pt x="13033" y="4328"/>
                </a:lnTo>
                <a:lnTo>
                  <a:pt x="13034" y="4328"/>
                </a:lnTo>
                <a:lnTo>
                  <a:pt x="13035" y="4328"/>
                </a:lnTo>
                <a:lnTo>
                  <a:pt x="13036" y="4328"/>
                </a:lnTo>
                <a:lnTo>
                  <a:pt x="13037" y="4328"/>
                </a:lnTo>
                <a:lnTo>
                  <a:pt x="13038" y="4328"/>
                </a:lnTo>
                <a:lnTo>
                  <a:pt x="13039" y="4328"/>
                </a:lnTo>
                <a:lnTo>
                  <a:pt x="13040" y="4328"/>
                </a:lnTo>
                <a:lnTo>
                  <a:pt x="13041" y="4328"/>
                </a:lnTo>
                <a:lnTo>
                  <a:pt x="13042" y="4328"/>
                </a:lnTo>
                <a:lnTo>
                  <a:pt x="13043" y="4328"/>
                </a:lnTo>
                <a:lnTo>
                  <a:pt x="13044" y="4328"/>
                </a:lnTo>
                <a:lnTo>
                  <a:pt x="13045" y="4328"/>
                </a:lnTo>
                <a:lnTo>
                  <a:pt x="13046" y="4328"/>
                </a:lnTo>
                <a:lnTo>
                  <a:pt x="13047" y="4328"/>
                </a:lnTo>
                <a:lnTo>
                  <a:pt x="13048" y="4328"/>
                </a:lnTo>
                <a:lnTo>
                  <a:pt x="13049" y="4328"/>
                </a:lnTo>
                <a:lnTo>
                  <a:pt x="13050" y="4328"/>
                </a:lnTo>
                <a:lnTo>
                  <a:pt x="13051" y="4328"/>
                </a:lnTo>
                <a:lnTo>
                  <a:pt x="13052" y="4328"/>
                </a:lnTo>
                <a:lnTo>
                  <a:pt x="13053" y="4328"/>
                </a:lnTo>
                <a:lnTo>
                  <a:pt x="13054" y="4328"/>
                </a:lnTo>
                <a:lnTo>
                  <a:pt x="13055" y="4328"/>
                </a:lnTo>
                <a:lnTo>
                  <a:pt x="13056" y="4328"/>
                </a:lnTo>
                <a:lnTo>
                  <a:pt x="13057" y="4328"/>
                </a:lnTo>
                <a:lnTo>
                  <a:pt x="13058" y="4328"/>
                </a:lnTo>
                <a:lnTo>
                  <a:pt x="13059" y="4328"/>
                </a:lnTo>
                <a:lnTo>
                  <a:pt x="13060" y="4328"/>
                </a:lnTo>
                <a:lnTo>
                  <a:pt x="13061" y="4328"/>
                </a:lnTo>
                <a:lnTo>
                  <a:pt x="13062" y="4328"/>
                </a:lnTo>
                <a:lnTo>
                  <a:pt x="13063" y="4328"/>
                </a:lnTo>
                <a:lnTo>
                  <a:pt x="13064" y="4328"/>
                </a:lnTo>
                <a:lnTo>
                  <a:pt x="13065" y="4328"/>
                </a:lnTo>
                <a:lnTo>
                  <a:pt x="13066" y="4328"/>
                </a:lnTo>
                <a:lnTo>
                  <a:pt x="13067" y="4328"/>
                </a:lnTo>
                <a:lnTo>
                  <a:pt x="13068" y="4328"/>
                </a:lnTo>
                <a:lnTo>
                  <a:pt x="13069" y="4328"/>
                </a:lnTo>
                <a:lnTo>
                  <a:pt x="13070" y="4328"/>
                </a:lnTo>
                <a:lnTo>
                  <a:pt x="13071" y="4328"/>
                </a:lnTo>
                <a:lnTo>
                  <a:pt x="13072" y="4328"/>
                </a:lnTo>
                <a:lnTo>
                  <a:pt x="13073" y="4328"/>
                </a:lnTo>
                <a:lnTo>
                  <a:pt x="13074" y="4328"/>
                </a:lnTo>
                <a:lnTo>
                  <a:pt x="13075" y="4328"/>
                </a:lnTo>
                <a:lnTo>
                  <a:pt x="13076" y="4328"/>
                </a:lnTo>
                <a:lnTo>
                  <a:pt x="13077" y="4328"/>
                </a:lnTo>
                <a:lnTo>
                  <a:pt x="13078" y="4328"/>
                </a:lnTo>
                <a:lnTo>
                  <a:pt x="13079" y="4328"/>
                </a:lnTo>
                <a:lnTo>
                  <a:pt x="13080" y="4328"/>
                </a:lnTo>
                <a:lnTo>
                  <a:pt x="13081" y="4328"/>
                </a:lnTo>
                <a:lnTo>
                  <a:pt x="13082" y="4328"/>
                </a:lnTo>
                <a:lnTo>
                  <a:pt x="13083" y="4328"/>
                </a:lnTo>
                <a:lnTo>
                  <a:pt x="13084" y="4328"/>
                </a:lnTo>
                <a:lnTo>
                  <a:pt x="13085" y="4328"/>
                </a:lnTo>
                <a:lnTo>
                  <a:pt x="13086" y="4328"/>
                </a:lnTo>
                <a:lnTo>
                  <a:pt x="13087" y="4328"/>
                </a:lnTo>
                <a:lnTo>
                  <a:pt x="13088" y="4328"/>
                </a:lnTo>
                <a:lnTo>
                  <a:pt x="13089" y="4328"/>
                </a:lnTo>
                <a:lnTo>
                  <a:pt x="13090" y="4328"/>
                </a:lnTo>
                <a:lnTo>
                  <a:pt x="13091" y="4328"/>
                </a:lnTo>
                <a:lnTo>
                  <a:pt x="13092" y="4328"/>
                </a:lnTo>
                <a:lnTo>
                  <a:pt x="13093" y="4328"/>
                </a:lnTo>
                <a:lnTo>
                  <a:pt x="13094" y="4328"/>
                </a:lnTo>
                <a:lnTo>
                  <a:pt x="13095" y="4328"/>
                </a:lnTo>
                <a:lnTo>
                  <a:pt x="13096" y="4328"/>
                </a:lnTo>
                <a:lnTo>
                  <a:pt x="13097" y="4328"/>
                </a:lnTo>
                <a:lnTo>
                  <a:pt x="13098" y="4328"/>
                </a:lnTo>
                <a:lnTo>
                  <a:pt x="13099" y="4328"/>
                </a:lnTo>
                <a:lnTo>
                  <a:pt x="13100" y="4328"/>
                </a:lnTo>
                <a:lnTo>
                  <a:pt x="13101" y="4328"/>
                </a:lnTo>
                <a:lnTo>
                  <a:pt x="13102" y="4328"/>
                </a:lnTo>
                <a:lnTo>
                  <a:pt x="13103" y="4328"/>
                </a:lnTo>
                <a:lnTo>
                  <a:pt x="13104" y="4328"/>
                </a:lnTo>
                <a:lnTo>
                  <a:pt x="13105" y="4328"/>
                </a:lnTo>
                <a:lnTo>
                  <a:pt x="13106" y="4328"/>
                </a:lnTo>
                <a:lnTo>
                  <a:pt x="13107" y="4328"/>
                </a:lnTo>
                <a:lnTo>
                  <a:pt x="13108" y="4328"/>
                </a:lnTo>
                <a:lnTo>
                  <a:pt x="13109" y="4328"/>
                </a:lnTo>
                <a:lnTo>
                  <a:pt x="13110" y="4328"/>
                </a:lnTo>
                <a:lnTo>
                  <a:pt x="13111" y="4328"/>
                </a:lnTo>
                <a:lnTo>
                  <a:pt x="13112" y="4328"/>
                </a:lnTo>
                <a:lnTo>
                  <a:pt x="13113" y="4328"/>
                </a:lnTo>
                <a:lnTo>
                  <a:pt x="13114" y="4328"/>
                </a:lnTo>
                <a:lnTo>
                  <a:pt x="13115" y="4328"/>
                </a:lnTo>
                <a:lnTo>
                  <a:pt x="13116" y="4328"/>
                </a:lnTo>
                <a:lnTo>
                  <a:pt x="13117" y="4328"/>
                </a:lnTo>
                <a:lnTo>
                  <a:pt x="13118" y="4328"/>
                </a:lnTo>
                <a:lnTo>
                  <a:pt x="13119" y="4328"/>
                </a:lnTo>
                <a:lnTo>
                  <a:pt x="13120" y="4328"/>
                </a:lnTo>
                <a:lnTo>
                  <a:pt x="13121" y="4328"/>
                </a:lnTo>
                <a:lnTo>
                  <a:pt x="13122" y="4328"/>
                </a:lnTo>
                <a:lnTo>
                  <a:pt x="13123" y="4328"/>
                </a:lnTo>
                <a:lnTo>
                  <a:pt x="13124" y="4328"/>
                </a:lnTo>
                <a:lnTo>
                  <a:pt x="13125" y="4328"/>
                </a:lnTo>
                <a:lnTo>
                  <a:pt x="13126" y="4328"/>
                </a:lnTo>
                <a:lnTo>
                  <a:pt x="13127" y="4328"/>
                </a:lnTo>
                <a:lnTo>
                  <a:pt x="13128" y="4328"/>
                </a:lnTo>
                <a:lnTo>
                  <a:pt x="13129" y="4328"/>
                </a:lnTo>
                <a:lnTo>
                  <a:pt x="13130" y="4328"/>
                </a:lnTo>
                <a:lnTo>
                  <a:pt x="13131" y="4328"/>
                </a:lnTo>
                <a:lnTo>
                  <a:pt x="13132" y="4328"/>
                </a:lnTo>
                <a:lnTo>
                  <a:pt x="13133" y="4328"/>
                </a:lnTo>
                <a:lnTo>
                  <a:pt x="13134" y="4328"/>
                </a:lnTo>
                <a:lnTo>
                  <a:pt x="13135" y="4328"/>
                </a:lnTo>
                <a:lnTo>
                  <a:pt x="13136" y="4328"/>
                </a:lnTo>
                <a:lnTo>
                  <a:pt x="13137" y="4328"/>
                </a:lnTo>
                <a:lnTo>
                  <a:pt x="13138" y="4328"/>
                </a:lnTo>
                <a:lnTo>
                  <a:pt x="13139" y="4328"/>
                </a:lnTo>
                <a:lnTo>
                  <a:pt x="13140" y="4328"/>
                </a:lnTo>
                <a:lnTo>
                  <a:pt x="13141" y="4328"/>
                </a:lnTo>
                <a:lnTo>
                  <a:pt x="13142" y="4328"/>
                </a:lnTo>
                <a:lnTo>
                  <a:pt x="13143" y="4328"/>
                </a:lnTo>
                <a:lnTo>
                  <a:pt x="13144" y="4328"/>
                </a:lnTo>
                <a:lnTo>
                  <a:pt x="13145" y="4328"/>
                </a:lnTo>
                <a:lnTo>
                  <a:pt x="13146" y="4328"/>
                </a:lnTo>
                <a:lnTo>
                  <a:pt x="13147" y="4328"/>
                </a:lnTo>
                <a:lnTo>
                  <a:pt x="13148" y="4328"/>
                </a:lnTo>
                <a:lnTo>
                  <a:pt x="13149" y="4328"/>
                </a:lnTo>
                <a:lnTo>
                  <a:pt x="13150" y="4328"/>
                </a:lnTo>
                <a:lnTo>
                  <a:pt x="13151" y="4328"/>
                </a:lnTo>
                <a:lnTo>
                  <a:pt x="13152" y="4328"/>
                </a:lnTo>
                <a:lnTo>
                  <a:pt x="13153" y="4328"/>
                </a:lnTo>
                <a:lnTo>
                  <a:pt x="13154" y="4328"/>
                </a:lnTo>
                <a:lnTo>
                  <a:pt x="13155" y="4328"/>
                </a:lnTo>
                <a:lnTo>
                  <a:pt x="13156" y="4328"/>
                </a:lnTo>
                <a:lnTo>
                  <a:pt x="13157" y="4328"/>
                </a:lnTo>
                <a:lnTo>
                  <a:pt x="13158" y="4328"/>
                </a:lnTo>
                <a:lnTo>
                  <a:pt x="13159" y="4328"/>
                </a:lnTo>
                <a:lnTo>
                  <a:pt x="13160" y="4328"/>
                </a:lnTo>
                <a:lnTo>
                  <a:pt x="13161" y="4328"/>
                </a:lnTo>
                <a:lnTo>
                  <a:pt x="13162" y="4328"/>
                </a:lnTo>
                <a:lnTo>
                  <a:pt x="13163" y="4328"/>
                </a:lnTo>
                <a:lnTo>
                  <a:pt x="13164" y="4328"/>
                </a:lnTo>
                <a:lnTo>
                  <a:pt x="13165" y="4328"/>
                </a:lnTo>
                <a:lnTo>
                  <a:pt x="13166" y="4328"/>
                </a:lnTo>
                <a:lnTo>
                  <a:pt x="13167" y="4328"/>
                </a:lnTo>
                <a:lnTo>
                  <a:pt x="13168" y="4328"/>
                </a:lnTo>
                <a:lnTo>
                  <a:pt x="13169" y="4328"/>
                </a:lnTo>
                <a:lnTo>
                  <a:pt x="13170" y="4328"/>
                </a:lnTo>
                <a:lnTo>
                  <a:pt x="13171" y="4328"/>
                </a:lnTo>
                <a:lnTo>
                  <a:pt x="13172" y="4328"/>
                </a:lnTo>
                <a:lnTo>
                  <a:pt x="13173" y="4328"/>
                </a:lnTo>
                <a:lnTo>
                  <a:pt x="13174" y="4328"/>
                </a:lnTo>
                <a:lnTo>
                  <a:pt x="13175" y="4328"/>
                </a:lnTo>
                <a:lnTo>
                  <a:pt x="13176" y="4328"/>
                </a:lnTo>
                <a:lnTo>
                  <a:pt x="13177" y="4328"/>
                </a:lnTo>
                <a:lnTo>
                  <a:pt x="13178" y="4328"/>
                </a:lnTo>
                <a:lnTo>
                  <a:pt x="13179" y="4328"/>
                </a:lnTo>
                <a:lnTo>
                  <a:pt x="13180" y="4328"/>
                </a:lnTo>
                <a:lnTo>
                  <a:pt x="13181" y="4328"/>
                </a:lnTo>
                <a:lnTo>
                  <a:pt x="13182" y="4328"/>
                </a:lnTo>
                <a:lnTo>
                  <a:pt x="13183" y="4328"/>
                </a:lnTo>
                <a:lnTo>
                  <a:pt x="13184" y="4328"/>
                </a:lnTo>
                <a:lnTo>
                  <a:pt x="13185" y="4328"/>
                </a:lnTo>
                <a:lnTo>
                  <a:pt x="13186" y="4328"/>
                </a:lnTo>
                <a:lnTo>
                  <a:pt x="13187" y="4328"/>
                </a:lnTo>
                <a:lnTo>
                  <a:pt x="13188" y="4328"/>
                </a:lnTo>
                <a:lnTo>
                  <a:pt x="13189" y="4328"/>
                </a:lnTo>
                <a:lnTo>
                  <a:pt x="13190" y="4328"/>
                </a:lnTo>
                <a:lnTo>
                  <a:pt x="13191" y="4328"/>
                </a:lnTo>
                <a:lnTo>
                  <a:pt x="13192" y="4328"/>
                </a:lnTo>
                <a:lnTo>
                  <a:pt x="13193" y="4328"/>
                </a:lnTo>
                <a:lnTo>
                  <a:pt x="13194" y="4328"/>
                </a:lnTo>
                <a:lnTo>
                  <a:pt x="13195" y="4328"/>
                </a:lnTo>
                <a:lnTo>
                  <a:pt x="13196" y="4328"/>
                </a:lnTo>
                <a:lnTo>
                  <a:pt x="13197" y="4328"/>
                </a:lnTo>
                <a:lnTo>
                  <a:pt x="13198" y="4328"/>
                </a:lnTo>
                <a:lnTo>
                  <a:pt x="13199" y="4328"/>
                </a:lnTo>
                <a:lnTo>
                  <a:pt x="13200" y="4328"/>
                </a:lnTo>
                <a:lnTo>
                  <a:pt x="13201" y="4328"/>
                </a:lnTo>
                <a:lnTo>
                  <a:pt x="13202" y="4328"/>
                </a:lnTo>
                <a:lnTo>
                  <a:pt x="13203" y="4328"/>
                </a:lnTo>
                <a:lnTo>
                  <a:pt x="13204" y="4328"/>
                </a:lnTo>
                <a:lnTo>
                  <a:pt x="13205" y="4328"/>
                </a:lnTo>
                <a:lnTo>
                  <a:pt x="13206" y="4328"/>
                </a:lnTo>
                <a:lnTo>
                  <a:pt x="13207" y="4328"/>
                </a:lnTo>
                <a:lnTo>
                  <a:pt x="13208" y="4328"/>
                </a:lnTo>
                <a:lnTo>
                  <a:pt x="13209" y="4328"/>
                </a:lnTo>
                <a:lnTo>
                  <a:pt x="13210" y="4328"/>
                </a:lnTo>
                <a:lnTo>
                  <a:pt x="13211" y="4328"/>
                </a:lnTo>
                <a:lnTo>
                  <a:pt x="13212" y="4328"/>
                </a:lnTo>
                <a:lnTo>
                  <a:pt x="13213" y="4328"/>
                </a:lnTo>
                <a:lnTo>
                  <a:pt x="13214" y="4328"/>
                </a:lnTo>
                <a:lnTo>
                  <a:pt x="13215" y="4328"/>
                </a:lnTo>
                <a:lnTo>
                  <a:pt x="13216" y="4328"/>
                </a:lnTo>
                <a:lnTo>
                  <a:pt x="13217" y="4328"/>
                </a:lnTo>
                <a:lnTo>
                  <a:pt x="13218" y="4328"/>
                </a:lnTo>
                <a:lnTo>
                  <a:pt x="13219" y="4328"/>
                </a:lnTo>
                <a:lnTo>
                  <a:pt x="13220" y="4328"/>
                </a:lnTo>
                <a:lnTo>
                  <a:pt x="13221" y="4328"/>
                </a:lnTo>
                <a:lnTo>
                  <a:pt x="13222" y="4328"/>
                </a:lnTo>
                <a:lnTo>
                  <a:pt x="13223" y="4328"/>
                </a:lnTo>
                <a:lnTo>
                  <a:pt x="13224" y="4328"/>
                </a:lnTo>
                <a:lnTo>
                  <a:pt x="13225" y="4328"/>
                </a:lnTo>
                <a:lnTo>
                  <a:pt x="13226" y="4328"/>
                </a:lnTo>
                <a:lnTo>
                  <a:pt x="13227" y="4328"/>
                </a:lnTo>
                <a:lnTo>
                  <a:pt x="13228" y="4328"/>
                </a:lnTo>
                <a:lnTo>
                  <a:pt x="13229" y="4328"/>
                </a:lnTo>
                <a:lnTo>
                  <a:pt x="13230" y="4328"/>
                </a:lnTo>
                <a:lnTo>
                  <a:pt x="13231" y="4328"/>
                </a:lnTo>
                <a:lnTo>
                  <a:pt x="13232" y="4328"/>
                </a:lnTo>
                <a:lnTo>
                  <a:pt x="13233" y="4328"/>
                </a:lnTo>
                <a:lnTo>
                  <a:pt x="13234" y="4328"/>
                </a:lnTo>
                <a:lnTo>
                  <a:pt x="13235" y="4328"/>
                </a:lnTo>
                <a:lnTo>
                  <a:pt x="13236" y="4328"/>
                </a:lnTo>
                <a:lnTo>
                  <a:pt x="13237" y="4328"/>
                </a:lnTo>
                <a:lnTo>
                  <a:pt x="13238" y="4328"/>
                </a:lnTo>
                <a:lnTo>
                  <a:pt x="13239" y="4328"/>
                </a:lnTo>
                <a:lnTo>
                  <a:pt x="13240" y="4328"/>
                </a:lnTo>
                <a:lnTo>
                  <a:pt x="13241" y="4328"/>
                </a:lnTo>
                <a:lnTo>
                  <a:pt x="13242" y="4328"/>
                </a:lnTo>
                <a:lnTo>
                  <a:pt x="13243" y="4328"/>
                </a:lnTo>
                <a:lnTo>
                  <a:pt x="13244" y="4328"/>
                </a:lnTo>
                <a:lnTo>
                  <a:pt x="13245" y="4328"/>
                </a:lnTo>
                <a:lnTo>
                  <a:pt x="13246" y="4328"/>
                </a:lnTo>
                <a:lnTo>
                  <a:pt x="13247" y="4328"/>
                </a:lnTo>
                <a:lnTo>
                  <a:pt x="13248" y="4328"/>
                </a:lnTo>
                <a:lnTo>
                  <a:pt x="13249" y="4328"/>
                </a:lnTo>
                <a:lnTo>
                  <a:pt x="13250" y="4328"/>
                </a:lnTo>
                <a:lnTo>
                  <a:pt x="13251" y="4328"/>
                </a:lnTo>
                <a:lnTo>
                  <a:pt x="13252" y="4328"/>
                </a:lnTo>
                <a:lnTo>
                  <a:pt x="13253" y="4328"/>
                </a:lnTo>
                <a:lnTo>
                  <a:pt x="13254" y="4328"/>
                </a:lnTo>
                <a:lnTo>
                  <a:pt x="13255" y="4328"/>
                </a:lnTo>
                <a:lnTo>
                  <a:pt x="13256" y="4328"/>
                </a:lnTo>
                <a:lnTo>
                  <a:pt x="13257" y="4328"/>
                </a:lnTo>
                <a:lnTo>
                  <a:pt x="13258" y="4328"/>
                </a:lnTo>
                <a:lnTo>
                  <a:pt x="13259" y="4328"/>
                </a:lnTo>
                <a:lnTo>
                  <a:pt x="13260" y="4328"/>
                </a:lnTo>
                <a:lnTo>
                  <a:pt x="13261" y="4328"/>
                </a:lnTo>
                <a:lnTo>
                  <a:pt x="13262" y="4328"/>
                </a:lnTo>
                <a:lnTo>
                  <a:pt x="13263" y="4328"/>
                </a:lnTo>
                <a:lnTo>
                  <a:pt x="13264" y="4328"/>
                </a:lnTo>
                <a:lnTo>
                  <a:pt x="13265" y="4328"/>
                </a:lnTo>
                <a:lnTo>
                  <a:pt x="13266" y="4328"/>
                </a:lnTo>
                <a:lnTo>
                  <a:pt x="13267" y="4328"/>
                </a:lnTo>
                <a:lnTo>
                  <a:pt x="13268" y="4328"/>
                </a:lnTo>
                <a:lnTo>
                  <a:pt x="13269" y="4328"/>
                </a:lnTo>
                <a:lnTo>
                  <a:pt x="13270" y="4328"/>
                </a:lnTo>
                <a:lnTo>
                  <a:pt x="13271" y="4328"/>
                </a:lnTo>
                <a:lnTo>
                  <a:pt x="13272" y="4328"/>
                </a:lnTo>
                <a:lnTo>
                  <a:pt x="13273" y="4328"/>
                </a:lnTo>
                <a:lnTo>
                  <a:pt x="13274" y="4328"/>
                </a:lnTo>
                <a:lnTo>
                  <a:pt x="13275" y="4328"/>
                </a:lnTo>
                <a:lnTo>
                  <a:pt x="13276" y="4328"/>
                </a:lnTo>
                <a:lnTo>
                  <a:pt x="13277" y="4328"/>
                </a:lnTo>
                <a:lnTo>
                  <a:pt x="13278" y="4328"/>
                </a:lnTo>
                <a:lnTo>
                  <a:pt x="13279" y="4328"/>
                </a:lnTo>
                <a:lnTo>
                  <a:pt x="13280" y="4328"/>
                </a:lnTo>
                <a:lnTo>
                  <a:pt x="13281" y="4328"/>
                </a:lnTo>
                <a:lnTo>
                  <a:pt x="13282" y="4328"/>
                </a:lnTo>
                <a:lnTo>
                  <a:pt x="13283" y="4328"/>
                </a:lnTo>
                <a:lnTo>
                  <a:pt x="13284" y="4328"/>
                </a:lnTo>
                <a:lnTo>
                  <a:pt x="13285" y="4328"/>
                </a:lnTo>
                <a:lnTo>
                  <a:pt x="13286" y="4328"/>
                </a:lnTo>
                <a:lnTo>
                  <a:pt x="13287" y="4328"/>
                </a:lnTo>
                <a:lnTo>
                  <a:pt x="13288" y="4328"/>
                </a:lnTo>
                <a:lnTo>
                  <a:pt x="13289" y="4328"/>
                </a:lnTo>
                <a:lnTo>
                  <a:pt x="13290" y="4328"/>
                </a:lnTo>
                <a:lnTo>
                  <a:pt x="13291" y="4328"/>
                </a:lnTo>
                <a:lnTo>
                  <a:pt x="13292" y="4328"/>
                </a:lnTo>
                <a:lnTo>
                  <a:pt x="13293" y="4328"/>
                </a:lnTo>
                <a:lnTo>
                  <a:pt x="13294" y="4328"/>
                </a:lnTo>
                <a:lnTo>
                  <a:pt x="13295" y="4328"/>
                </a:lnTo>
                <a:lnTo>
                  <a:pt x="13296" y="4328"/>
                </a:lnTo>
                <a:lnTo>
                  <a:pt x="13297" y="4328"/>
                </a:lnTo>
                <a:lnTo>
                  <a:pt x="13298" y="4328"/>
                </a:lnTo>
                <a:lnTo>
                  <a:pt x="13299" y="4328"/>
                </a:lnTo>
                <a:lnTo>
                  <a:pt x="13300" y="4328"/>
                </a:lnTo>
                <a:lnTo>
                  <a:pt x="13301" y="4328"/>
                </a:lnTo>
                <a:lnTo>
                  <a:pt x="13302" y="4328"/>
                </a:lnTo>
                <a:lnTo>
                  <a:pt x="13303" y="4328"/>
                </a:lnTo>
                <a:lnTo>
                  <a:pt x="13304" y="4328"/>
                </a:lnTo>
                <a:lnTo>
                  <a:pt x="13305" y="4328"/>
                </a:lnTo>
                <a:lnTo>
                  <a:pt x="13306" y="4328"/>
                </a:lnTo>
                <a:lnTo>
                  <a:pt x="13307" y="4328"/>
                </a:lnTo>
                <a:lnTo>
                  <a:pt x="13308" y="4328"/>
                </a:lnTo>
                <a:lnTo>
                  <a:pt x="13309" y="4328"/>
                </a:lnTo>
                <a:lnTo>
                  <a:pt x="13310" y="4328"/>
                </a:lnTo>
                <a:lnTo>
                  <a:pt x="13311" y="4328"/>
                </a:lnTo>
                <a:lnTo>
                  <a:pt x="13312" y="4328"/>
                </a:lnTo>
                <a:lnTo>
                  <a:pt x="13313" y="4328"/>
                </a:lnTo>
                <a:lnTo>
                  <a:pt x="13314" y="4328"/>
                </a:lnTo>
                <a:lnTo>
                  <a:pt x="13315" y="4328"/>
                </a:lnTo>
                <a:lnTo>
                  <a:pt x="13316" y="4328"/>
                </a:lnTo>
                <a:lnTo>
                  <a:pt x="13317" y="4328"/>
                </a:lnTo>
                <a:lnTo>
                  <a:pt x="13318" y="4328"/>
                </a:lnTo>
                <a:lnTo>
                  <a:pt x="13319" y="4328"/>
                </a:lnTo>
                <a:lnTo>
                  <a:pt x="13320" y="4328"/>
                </a:lnTo>
                <a:lnTo>
                  <a:pt x="13321" y="4328"/>
                </a:lnTo>
                <a:lnTo>
                  <a:pt x="13322" y="4328"/>
                </a:lnTo>
                <a:lnTo>
                  <a:pt x="13323" y="4328"/>
                </a:lnTo>
                <a:lnTo>
                  <a:pt x="13324" y="4328"/>
                </a:lnTo>
                <a:lnTo>
                  <a:pt x="13325" y="4328"/>
                </a:lnTo>
                <a:lnTo>
                  <a:pt x="13326" y="4328"/>
                </a:lnTo>
                <a:lnTo>
                  <a:pt x="13327" y="4328"/>
                </a:lnTo>
                <a:lnTo>
                  <a:pt x="13328" y="4328"/>
                </a:lnTo>
                <a:lnTo>
                  <a:pt x="13329" y="4328"/>
                </a:lnTo>
                <a:lnTo>
                  <a:pt x="13330" y="4328"/>
                </a:lnTo>
                <a:lnTo>
                  <a:pt x="13331" y="4328"/>
                </a:lnTo>
                <a:lnTo>
                  <a:pt x="13332" y="4328"/>
                </a:lnTo>
                <a:lnTo>
                  <a:pt x="13333" y="4328"/>
                </a:lnTo>
                <a:lnTo>
                  <a:pt x="13334" y="4328"/>
                </a:lnTo>
                <a:lnTo>
                  <a:pt x="13335" y="4328"/>
                </a:lnTo>
                <a:lnTo>
                  <a:pt x="13336" y="4328"/>
                </a:lnTo>
                <a:lnTo>
                  <a:pt x="13337" y="4328"/>
                </a:lnTo>
                <a:lnTo>
                  <a:pt x="13338" y="4328"/>
                </a:lnTo>
                <a:lnTo>
                  <a:pt x="13339" y="4328"/>
                </a:lnTo>
                <a:lnTo>
                  <a:pt x="13340" y="4328"/>
                </a:lnTo>
                <a:lnTo>
                  <a:pt x="13341" y="4328"/>
                </a:lnTo>
                <a:lnTo>
                  <a:pt x="13342" y="4328"/>
                </a:lnTo>
                <a:lnTo>
                  <a:pt x="13343" y="4328"/>
                </a:lnTo>
                <a:lnTo>
                  <a:pt x="13344" y="4328"/>
                </a:lnTo>
                <a:lnTo>
                  <a:pt x="13345" y="4328"/>
                </a:lnTo>
                <a:lnTo>
                  <a:pt x="13346" y="4328"/>
                </a:lnTo>
                <a:lnTo>
                  <a:pt x="13347" y="4328"/>
                </a:lnTo>
                <a:lnTo>
                  <a:pt x="13348" y="4328"/>
                </a:lnTo>
                <a:lnTo>
                  <a:pt x="13349" y="4328"/>
                </a:lnTo>
                <a:lnTo>
                  <a:pt x="13350" y="4328"/>
                </a:lnTo>
                <a:lnTo>
                  <a:pt x="13351" y="4328"/>
                </a:lnTo>
                <a:lnTo>
                  <a:pt x="13352" y="4328"/>
                </a:lnTo>
                <a:lnTo>
                  <a:pt x="13353" y="4328"/>
                </a:lnTo>
                <a:lnTo>
                  <a:pt x="13354" y="4328"/>
                </a:lnTo>
                <a:lnTo>
                  <a:pt x="13355" y="4328"/>
                </a:lnTo>
                <a:lnTo>
                  <a:pt x="13356" y="4328"/>
                </a:lnTo>
                <a:lnTo>
                  <a:pt x="13357" y="4328"/>
                </a:lnTo>
                <a:lnTo>
                  <a:pt x="13358" y="4328"/>
                </a:lnTo>
                <a:lnTo>
                  <a:pt x="13359" y="4328"/>
                </a:lnTo>
                <a:lnTo>
                  <a:pt x="13360" y="4328"/>
                </a:lnTo>
                <a:lnTo>
                  <a:pt x="13361" y="4328"/>
                </a:lnTo>
                <a:lnTo>
                  <a:pt x="13362" y="4328"/>
                </a:lnTo>
                <a:lnTo>
                  <a:pt x="13363" y="4328"/>
                </a:lnTo>
                <a:lnTo>
                  <a:pt x="13364" y="4328"/>
                </a:lnTo>
                <a:lnTo>
                  <a:pt x="13365" y="4328"/>
                </a:lnTo>
                <a:lnTo>
                  <a:pt x="13366" y="4328"/>
                </a:lnTo>
                <a:lnTo>
                  <a:pt x="13367" y="4328"/>
                </a:lnTo>
                <a:lnTo>
                  <a:pt x="13368" y="4328"/>
                </a:lnTo>
                <a:lnTo>
                  <a:pt x="13369" y="4328"/>
                </a:lnTo>
                <a:lnTo>
                  <a:pt x="13370" y="4328"/>
                </a:lnTo>
                <a:lnTo>
                  <a:pt x="13371" y="4328"/>
                </a:lnTo>
                <a:lnTo>
                  <a:pt x="13372" y="4328"/>
                </a:lnTo>
                <a:lnTo>
                  <a:pt x="13373" y="4328"/>
                </a:lnTo>
                <a:lnTo>
                  <a:pt x="13374" y="4328"/>
                </a:lnTo>
                <a:lnTo>
                  <a:pt x="13375" y="4328"/>
                </a:lnTo>
                <a:lnTo>
                  <a:pt x="13376" y="4328"/>
                </a:lnTo>
                <a:lnTo>
                  <a:pt x="13377" y="4328"/>
                </a:lnTo>
                <a:lnTo>
                  <a:pt x="13378" y="4328"/>
                </a:lnTo>
                <a:lnTo>
                  <a:pt x="13379" y="4328"/>
                </a:lnTo>
                <a:lnTo>
                  <a:pt x="13380" y="4328"/>
                </a:lnTo>
                <a:lnTo>
                  <a:pt x="13381" y="4328"/>
                </a:lnTo>
                <a:lnTo>
                  <a:pt x="13382" y="4328"/>
                </a:lnTo>
                <a:lnTo>
                  <a:pt x="13383" y="4328"/>
                </a:lnTo>
                <a:lnTo>
                  <a:pt x="13384" y="4328"/>
                </a:lnTo>
                <a:lnTo>
                  <a:pt x="13385" y="4328"/>
                </a:lnTo>
                <a:lnTo>
                  <a:pt x="13386" y="4328"/>
                </a:lnTo>
                <a:lnTo>
                  <a:pt x="13387" y="4328"/>
                </a:lnTo>
                <a:lnTo>
                  <a:pt x="13388" y="4328"/>
                </a:lnTo>
                <a:lnTo>
                  <a:pt x="13389" y="4328"/>
                </a:lnTo>
                <a:lnTo>
                  <a:pt x="13390" y="4328"/>
                </a:lnTo>
                <a:lnTo>
                  <a:pt x="13391" y="4328"/>
                </a:lnTo>
                <a:lnTo>
                  <a:pt x="13392" y="4328"/>
                </a:lnTo>
                <a:lnTo>
                  <a:pt x="13393" y="4328"/>
                </a:lnTo>
                <a:lnTo>
                  <a:pt x="13394" y="4328"/>
                </a:lnTo>
                <a:lnTo>
                  <a:pt x="13395" y="4328"/>
                </a:lnTo>
                <a:lnTo>
                  <a:pt x="13396" y="4328"/>
                </a:lnTo>
                <a:lnTo>
                  <a:pt x="13397" y="4328"/>
                </a:lnTo>
                <a:lnTo>
                  <a:pt x="13398" y="4328"/>
                </a:lnTo>
                <a:lnTo>
                  <a:pt x="13399" y="4328"/>
                </a:lnTo>
                <a:lnTo>
                  <a:pt x="13400" y="4328"/>
                </a:lnTo>
                <a:lnTo>
                  <a:pt x="13401" y="4328"/>
                </a:lnTo>
                <a:lnTo>
                  <a:pt x="13402" y="4328"/>
                </a:lnTo>
                <a:lnTo>
                  <a:pt x="13403" y="4328"/>
                </a:lnTo>
                <a:lnTo>
                  <a:pt x="13404" y="4328"/>
                </a:lnTo>
                <a:lnTo>
                  <a:pt x="13405" y="4328"/>
                </a:lnTo>
                <a:lnTo>
                  <a:pt x="13406" y="4328"/>
                </a:lnTo>
                <a:lnTo>
                  <a:pt x="13407" y="4328"/>
                </a:lnTo>
                <a:lnTo>
                  <a:pt x="13408" y="4328"/>
                </a:lnTo>
                <a:lnTo>
                  <a:pt x="13409" y="4328"/>
                </a:lnTo>
                <a:lnTo>
                  <a:pt x="13410" y="4328"/>
                </a:lnTo>
                <a:lnTo>
                  <a:pt x="13411" y="4328"/>
                </a:lnTo>
                <a:lnTo>
                  <a:pt x="13412" y="4328"/>
                </a:lnTo>
                <a:lnTo>
                  <a:pt x="13413" y="4328"/>
                </a:lnTo>
                <a:lnTo>
                  <a:pt x="13414" y="4328"/>
                </a:lnTo>
                <a:lnTo>
                  <a:pt x="13415" y="4328"/>
                </a:lnTo>
                <a:lnTo>
                  <a:pt x="13416" y="4328"/>
                </a:lnTo>
                <a:lnTo>
                  <a:pt x="13417" y="4328"/>
                </a:lnTo>
                <a:lnTo>
                  <a:pt x="13418" y="4328"/>
                </a:lnTo>
                <a:lnTo>
                  <a:pt x="13419" y="4328"/>
                </a:lnTo>
                <a:lnTo>
                  <a:pt x="13420" y="4328"/>
                </a:lnTo>
                <a:lnTo>
                  <a:pt x="13421" y="4328"/>
                </a:lnTo>
                <a:lnTo>
                  <a:pt x="13422" y="4328"/>
                </a:lnTo>
                <a:lnTo>
                  <a:pt x="13421" y="4327"/>
                </a:lnTo>
                <a:lnTo>
                  <a:pt x="13420" y="4327"/>
                </a:lnTo>
                <a:lnTo>
                  <a:pt x="13419" y="4326"/>
                </a:lnTo>
                <a:lnTo>
                  <a:pt x="13418" y="4326"/>
                </a:lnTo>
                <a:lnTo>
                  <a:pt x="13417" y="4325"/>
                </a:lnTo>
                <a:lnTo>
                  <a:pt x="13416" y="4325"/>
                </a:lnTo>
                <a:lnTo>
                  <a:pt x="13415" y="4324"/>
                </a:lnTo>
                <a:lnTo>
                  <a:pt x="13414" y="4324"/>
                </a:lnTo>
                <a:lnTo>
                  <a:pt x="13413" y="4323"/>
                </a:lnTo>
                <a:lnTo>
                  <a:pt x="13412" y="4323"/>
                </a:lnTo>
                <a:lnTo>
                  <a:pt x="13412" y="4322"/>
                </a:lnTo>
                <a:lnTo>
                  <a:pt x="13411" y="4322"/>
                </a:lnTo>
                <a:lnTo>
                  <a:pt x="13410" y="4322"/>
                </a:lnTo>
                <a:lnTo>
                  <a:pt x="13409" y="4321"/>
                </a:lnTo>
                <a:lnTo>
                  <a:pt x="13408" y="4321"/>
                </a:lnTo>
                <a:lnTo>
                  <a:pt x="13407" y="4320"/>
                </a:lnTo>
                <a:lnTo>
                  <a:pt x="13406" y="4320"/>
                </a:lnTo>
                <a:lnTo>
                  <a:pt x="13406" y="4319"/>
                </a:lnTo>
                <a:lnTo>
                  <a:pt x="13405" y="4319"/>
                </a:lnTo>
                <a:lnTo>
                  <a:pt x="13404" y="4318"/>
                </a:lnTo>
                <a:lnTo>
                  <a:pt x="13403" y="4318"/>
                </a:lnTo>
                <a:lnTo>
                  <a:pt x="13402" y="4318"/>
                </a:lnTo>
                <a:lnTo>
                  <a:pt x="13402" y="4317"/>
                </a:lnTo>
                <a:lnTo>
                  <a:pt x="13401" y="4317"/>
                </a:lnTo>
                <a:lnTo>
                  <a:pt x="13400" y="4317"/>
                </a:lnTo>
                <a:lnTo>
                  <a:pt x="13400" y="4316"/>
                </a:lnTo>
                <a:lnTo>
                  <a:pt x="13399" y="4316"/>
                </a:lnTo>
                <a:lnTo>
                  <a:pt x="13398" y="4315"/>
                </a:lnTo>
                <a:lnTo>
                  <a:pt x="13397" y="4315"/>
                </a:lnTo>
                <a:lnTo>
                  <a:pt x="13396" y="4315"/>
                </a:lnTo>
                <a:lnTo>
                  <a:pt x="13396" y="4314"/>
                </a:lnTo>
                <a:lnTo>
                  <a:pt x="13395" y="4314"/>
                </a:lnTo>
                <a:lnTo>
                  <a:pt x="13394" y="4313"/>
                </a:lnTo>
                <a:lnTo>
                  <a:pt x="13393" y="4313"/>
                </a:lnTo>
                <a:lnTo>
                  <a:pt x="13392" y="4312"/>
                </a:lnTo>
                <a:lnTo>
                  <a:pt x="13391" y="4312"/>
                </a:lnTo>
                <a:lnTo>
                  <a:pt x="13390" y="4312"/>
                </a:lnTo>
                <a:lnTo>
                  <a:pt x="13390" y="4311"/>
                </a:lnTo>
                <a:lnTo>
                  <a:pt x="13389" y="4311"/>
                </a:lnTo>
                <a:lnTo>
                  <a:pt x="13388" y="4310"/>
                </a:lnTo>
                <a:lnTo>
                  <a:pt x="13387" y="4310"/>
                </a:lnTo>
                <a:lnTo>
                  <a:pt x="13386" y="4309"/>
                </a:lnTo>
                <a:lnTo>
                  <a:pt x="13385" y="4309"/>
                </a:lnTo>
                <a:lnTo>
                  <a:pt x="13384" y="4308"/>
                </a:lnTo>
                <a:lnTo>
                  <a:pt x="13383" y="4308"/>
                </a:lnTo>
                <a:lnTo>
                  <a:pt x="13382" y="4307"/>
                </a:lnTo>
                <a:lnTo>
                  <a:pt x="13381" y="4307"/>
                </a:lnTo>
                <a:lnTo>
                  <a:pt x="13380" y="4306"/>
                </a:lnTo>
                <a:lnTo>
                  <a:pt x="13379" y="4306"/>
                </a:lnTo>
                <a:lnTo>
                  <a:pt x="13379" y="4305"/>
                </a:lnTo>
                <a:lnTo>
                  <a:pt x="13378" y="4305"/>
                </a:lnTo>
                <a:lnTo>
                  <a:pt x="13377" y="4305"/>
                </a:lnTo>
                <a:lnTo>
                  <a:pt x="13376" y="4304"/>
                </a:lnTo>
                <a:lnTo>
                  <a:pt x="13375" y="4304"/>
                </a:lnTo>
                <a:lnTo>
                  <a:pt x="13375" y="4303"/>
                </a:lnTo>
                <a:lnTo>
                  <a:pt x="13374" y="4303"/>
                </a:lnTo>
                <a:lnTo>
                  <a:pt x="13373" y="4303"/>
                </a:lnTo>
                <a:lnTo>
                  <a:pt x="13373" y="4302"/>
                </a:lnTo>
                <a:lnTo>
                  <a:pt x="13372" y="4302"/>
                </a:lnTo>
                <a:lnTo>
                  <a:pt x="13371" y="4302"/>
                </a:lnTo>
                <a:lnTo>
                  <a:pt x="13370" y="4301"/>
                </a:lnTo>
                <a:lnTo>
                  <a:pt x="13369" y="4301"/>
                </a:lnTo>
                <a:lnTo>
                  <a:pt x="13369" y="4300"/>
                </a:lnTo>
                <a:lnTo>
                  <a:pt x="13368" y="4300"/>
                </a:lnTo>
                <a:lnTo>
                  <a:pt x="13367" y="4299"/>
                </a:lnTo>
                <a:lnTo>
                  <a:pt x="13366" y="4299"/>
                </a:lnTo>
                <a:lnTo>
                  <a:pt x="13365" y="4299"/>
                </a:lnTo>
                <a:lnTo>
                  <a:pt x="13365" y="4298"/>
                </a:lnTo>
                <a:lnTo>
                  <a:pt x="13364" y="4298"/>
                </a:lnTo>
                <a:lnTo>
                  <a:pt x="13363" y="4298"/>
                </a:lnTo>
                <a:lnTo>
                  <a:pt x="13363" y="4297"/>
                </a:lnTo>
                <a:lnTo>
                  <a:pt x="13362" y="4297"/>
                </a:lnTo>
                <a:lnTo>
                  <a:pt x="13361" y="4296"/>
                </a:lnTo>
                <a:lnTo>
                  <a:pt x="13360" y="4296"/>
                </a:lnTo>
                <a:lnTo>
                  <a:pt x="13359" y="4296"/>
                </a:lnTo>
                <a:lnTo>
                  <a:pt x="13359" y="4295"/>
                </a:lnTo>
                <a:lnTo>
                  <a:pt x="13358" y="4295"/>
                </a:lnTo>
                <a:lnTo>
                  <a:pt x="13357" y="4294"/>
                </a:lnTo>
                <a:lnTo>
                  <a:pt x="13356" y="4294"/>
                </a:lnTo>
                <a:lnTo>
                  <a:pt x="13355" y="4293"/>
                </a:lnTo>
                <a:lnTo>
                  <a:pt x="13354" y="4293"/>
                </a:lnTo>
                <a:lnTo>
                  <a:pt x="13353" y="4292"/>
                </a:lnTo>
                <a:lnTo>
                  <a:pt x="13352" y="4292"/>
                </a:lnTo>
                <a:lnTo>
                  <a:pt x="13351" y="4291"/>
                </a:lnTo>
                <a:lnTo>
                  <a:pt x="13350" y="4291"/>
                </a:lnTo>
                <a:lnTo>
                  <a:pt x="13349" y="4290"/>
                </a:lnTo>
                <a:lnTo>
                  <a:pt x="13348" y="4290"/>
                </a:lnTo>
                <a:lnTo>
                  <a:pt x="13348" y="4289"/>
                </a:lnTo>
                <a:lnTo>
                  <a:pt x="13347" y="4289"/>
                </a:lnTo>
                <a:lnTo>
                  <a:pt x="13346" y="4289"/>
                </a:lnTo>
                <a:lnTo>
                  <a:pt x="13345" y="4288"/>
                </a:lnTo>
                <a:lnTo>
                  <a:pt x="13344" y="4288"/>
                </a:lnTo>
                <a:lnTo>
                  <a:pt x="13343" y="4287"/>
                </a:lnTo>
                <a:lnTo>
                  <a:pt x="13342" y="4287"/>
                </a:lnTo>
                <a:lnTo>
                  <a:pt x="13342" y="4286"/>
                </a:lnTo>
                <a:lnTo>
                  <a:pt x="13341" y="4286"/>
                </a:lnTo>
                <a:lnTo>
                  <a:pt x="13340" y="4286"/>
                </a:lnTo>
                <a:lnTo>
                  <a:pt x="13339" y="4285"/>
                </a:lnTo>
                <a:lnTo>
                  <a:pt x="13338" y="4285"/>
                </a:lnTo>
                <a:lnTo>
                  <a:pt x="13338" y="4284"/>
                </a:lnTo>
                <a:lnTo>
                  <a:pt x="13337" y="4284"/>
                </a:lnTo>
                <a:lnTo>
                  <a:pt x="13336" y="4284"/>
                </a:lnTo>
                <a:lnTo>
                  <a:pt x="13336" y="4283"/>
                </a:lnTo>
                <a:lnTo>
                  <a:pt x="13335" y="4283"/>
                </a:lnTo>
                <a:lnTo>
                  <a:pt x="13334" y="4283"/>
                </a:lnTo>
                <a:lnTo>
                  <a:pt x="13333" y="4282"/>
                </a:lnTo>
                <a:lnTo>
                  <a:pt x="13332" y="4282"/>
                </a:lnTo>
                <a:lnTo>
                  <a:pt x="13332" y="4281"/>
                </a:lnTo>
                <a:lnTo>
                  <a:pt x="13331" y="4281"/>
                </a:lnTo>
                <a:lnTo>
                  <a:pt x="13330" y="4281"/>
                </a:lnTo>
                <a:lnTo>
                  <a:pt x="13330" y="4280"/>
                </a:lnTo>
                <a:lnTo>
                  <a:pt x="13329" y="4280"/>
                </a:lnTo>
                <a:lnTo>
                  <a:pt x="13328" y="4279"/>
                </a:lnTo>
                <a:lnTo>
                  <a:pt x="13327" y="4279"/>
                </a:lnTo>
                <a:lnTo>
                  <a:pt x="13326" y="4279"/>
                </a:lnTo>
                <a:lnTo>
                  <a:pt x="13326" y="4278"/>
                </a:lnTo>
                <a:lnTo>
                  <a:pt x="13325" y="4278"/>
                </a:lnTo>
                <a:lnTo>
                  <a:pt x="13324" y="4277"/>
                </a:lnTo>
                <a:lnTo>
                  <a:pt x="13323" y="4277"/>
                </a:lnTo>
                <a:lnTo>
                  <a:pt x="13322" y="4276"/>
                </a:lnTo>
                <a:lnTo>
                  <a:pt x="13321" y="4276"/>
                </a:lnTo>
                <a:lnTo>
                  <a:pt x="13320" y="4276"/>
                </a:lnTo>
                <a:lnTo>
                  <a:pt x="13320" y="4275"/>
                </a:lnTo>
                <a:lnTo>
                  <a:pt x="13319" y="4275"/>
                </a:lnTo>
                <a:lnTo>
                  <a:pt x="13318" y="4274"/>
                </a:lnTo>
                <a:lnTo>
                  <a:pt x="13317" y="4274"/>
                </a:lnTo>
                <a:lnTo>
                  <a:pt x="13316" y="4273"/>
                </a:lnTo>
                <a:lnTo>
                  <a:pt x="13315" y="4273"/>
                </a:lnTo>
                <a:lnTo>
                  <a:pt x="13314" y="4272"/>
                </a:lnTo>
                <a:lnTo>
                  <a:pt x="13313" y="4272"/>
                </a:lnTo>
                <a:lnTo>
                  <a:pt x="13312" y="4271"/>
                </a:lnTo>
                <a:lnTo>
                  <a:pt x="13311" y="4271"/>
                </a:lnTo>
                <a:lnTo>
                  <a:pt x="13310" y="4270"/>
                </a:lnTo>
                <a:lnTo>
                  <a:pt x="13309" y="4270"/>
                </a:lnTo>
                <a:lnTo>
                  <a:pt x="13308" y="4269"/>
                </a:lnTo>
                <a:lnTo>
                  <a:pt x="13307" y="4269"/>
                </a:lnTo>
                <a:lnTo>
                  <a:pt x="13306" y="4268"/>
                </a:lnTo>
                <a:lnTo>
                  <a:pt x="13305" y="4268"/>
                </a:lnTo>
                <a:lnTo>
                  <a:pt x="13305" y="4267"/>
                </a:lnTo>
                <a:lnTo>
                  <a:pt x="13304" y="4267"/>
                </a:lnTo>
                <a:lnTo>
                  <a:pt x="13303" y="4267"/>
                </a:lnTo>
                <a:lnTo>
                  <a:pt x="13303" y="4266"/>
                </a:lnTo>
                <a:lnTo>
                  <a:pt x="13302" y="4266"/>
                </a:lnTo>
                <a:lnTo>
                  <a:pt x="13301" y="4266"/>
                </a:lnTo>
                <a:lnTo>
                  <a:pt x="13301" y="4265"/>
                </a:lnTo>
                <a:lnTo>
                  <a:pt x="13300" y="4265"/>
                </a:lnTo>
                <a:lnTo>
                  <a:pt x="13299" y="4265"/>
                </a:lnTo>
                <a:lnTo>
                  <a:pt x="13299" y="4264"/>
                </a:lnTo>
                <a:lnTo>
                  <a:pt x="13298" y="4264"/>
                </a:lnTo>
                <a:lnTo>
                  <a:pt x="13297" y="4263"/>
                </a:lnTo>
                <a:lnTo>
                  <a:pt x="13296" y="4263"/>
                </a:lnTo>
                <a:lnTo>
                  <a:pt x="13295" y="4263"/>
                </a:lnTo>
                <a:lnTo>
                  <a:pt x="13295" y="4262"/>
                </a:lnTo>
                <a:lnTo>
                  <a:pt x="13294" y="4262"/>
                </a:lnTo>
                <a:lnTo>
                  <a:pt x="13293" y="4262"/>
                </a:lnTo>
                <a:lnTo>
                  <a:pt x="13293" y="4261"/>
                </a:lnTo>
                <a:lnTo>
                  <a:pt x="13292" y="4261"/>
                </a:lnTo>
                <a:lnTo>
                  <a:pt x="13291" y="4260"/>
                </a:lnTo>
                <a:lnTo>
                  <a:pt x="13290" y="4260"/>
                </a:lnTo>
                <a:lnTo>
                  <a:pt x="13289" y="4260"/>
                </a:lnTo>
                <a:lnTo>
                  <a:pt x="13289" y="4259"/>
                </a:lnTo>
                <a:lnTo>
                  <a:pt x="13288" y="4259"/>
                </a:lnTo>
                <a:lnTo>
                  <a:pt x="13287" y="4258"/>
                </a:lnTo>
                <a:lnTo>
                  <a:pt x="13286" y="4258"/>
                </a:lnTo>
                <a:lnTo>
                  <a:pt x="13285" y="4257"/>
                </a:lnTo>
                <a:lnTo>
                  <a:pt x="13284" y="4257"/>
                </a:lnTo>
                <a:lnTo>
                  <a:pt x="13283" y="4257"/>
                </a:lnTo>
                <a:lnTo>
                  <a:pt x="13283" y="4256"/>
                </a:lnTo>
                <a:lnTo>
                  <a:pt x="13282" y="4256"/>
                </a:lnTo>
                <a:lnTo>
                  <a:pt x="13281" y="4255"/>
                </a:lnTo>
                <a:lnTo>
                  <a:pt x="13280" y="4255"/>
                </a:lnTo>
                <a:lnTo>
                  <a:pt x="13279" y="4254"/>
                </a:lnTo>
                <a:lnTo>
                  <a:pt x="13278" y="4254"/>
                </a:lnTo>
                <a:lnTo>
                  <a:pt x="13277" y="4253"/>
                </a:lnTo>
                <a:lnTo>
                  <a:pt x="13276" y="4253"/>
                </a:lnTo>
                <a:lnTo>
                  <a:pt x="13275" y="4252"/>
                </a:lnTo>
                <a:lnTo>
                  <a:pt x="13274" y="4252"/>
                </a:lnTo>
                <a:lnTo>
                  <a:pt x="13273" y="4251"/>
                </a:lnTo>
                <a:lnTo>
                  <a:pt x="13272" y="4251"/>
                </a:lnTo>
                <a:lnTo>
                  <a:pt x="13272" y="4250"/>
                </a:lnTo>
                <a:lnTo>
                  <a:pt x="13271" y="4250"/>
                </a:lnTo>
                <a:lnTo>
                  <a:pt x="13270" y="4250"/>
                </a:lnTo>
                <a:lnTo>
                  <a:pt x="13269" y="4249"/>
                </a:lnTo>
                <a:lnTo>
                  <a:pt x="13268" y="4249"/>
                </a:lnTo>
                <a:lnTo>
                  <a:pt x="13268" y="4248"/>
                </a:lnTo>
                <a:lnTo>
                  <a:pt x="13267" y="4248"/>
                </a:lnTo>
                <a:lnTo>
                  <a:pt x="13266" y="4248"/>
                </a:lnTo>
                <a:lnTo>
                  <a:pt x="13266" y="4247"/>
                </a:lnTo>
                <a:lnTo>
                  <a:pt x="13265" y="4247"/>
                </a:lnTo>
                <a:lnTo>
                  <a:pt x="13264" y="4247"/>
                </a:lnTo>
                <a:lnTo>
                  <a:pt x="13263" y="4246"/>
                </a:lnTo>
                <a:lnTo>
                  <a:pt x="13262" y="4246"/>
                </a:lnTo>
                <a:lnTo>
                  <a:pt x="13262" y="4245"/>
                </a:lnTo>
                <a:lnTo>
                  <a:pt x="13261" y="4245"/>
                </a:lnTo>
                <a:lnTo>
                  <a:pt x="13260" y="4244"/>
                </a:lnTo>
                <a:lnTo>
                  <a:pt x="13259" y="4244"/>
                </a:lnTo>
                <a:lnTo>
                  <a:pt x="13258" y="4244"/>
                </a:lnTo>
                <a:lnTo>
                  <a:pt x="13258" y="4243"/>
                </a:lnTo>
                <a:lnTo>
                  <a:pt x="13257" y="4243"/>
                </a:lnTo>
                <a:lnTo>
                  <a:pt x="13256" y="4243"/>
                </a:lnTo>
                <a:lnTo>
                  <a:pt x="13256" y="4242"/>
                </a:lnTo>
                <a:lnTo>
                  <a:pt x="13255" y="4242"/>
                </a:lnTo>
                <a:lnTo>
                  <a:pt x="13254" y="4241"/>
                </a:lnTo>
                <a:lnTo>
                  <a:pt x="13253" y="4241"/>
                </a:lnTo>
                <a:lnTo>
                  <a:pt x="13252" y="4241"/>
                </a:lnTo>
                <a:lnTo>
                  <a:pt x="13252" y="4240"/>
                </a:lnTo>
                <a:lnTo>
                  <a:pt x="13251" y="4240"/>
                </a:lnTo>
                <a:lnTo>
                  <a:pt x="13250" y="4239"/>
                </a:lnTo>
                <a:lnTo>
                  <a:pt x="13249" y="4239"/>
                </a:lnTo>
                <a:lnTo>
                  <a:pt x="13248" y="4238"/>
                </a:lnTo>
                <a:lnTo>
                  <a:pt x="13247" y="4238"/>
                </a:lnTo>
                <a:lnTo>
                  <a:pt x="13246" y="4237"/>
                </a:lnTo>
                <a:lnTo>
                  <a:pt x="13245" y="4237"/>
                </a:lnTo>
                <a:lnTo>
                  <a:pt x="13244" y="4236"/>
                </a:lnTo>
                <a:lnTo>
                  <a:pt x="13243" y="4236"/>
                </a:lnTo>
                <a:lnTo>
                  <a:pt x="13242" y="4235"/>
                </a:lnTo>
                <a:lnTo>
                  <a:pt x="13241" y="4235"/>
                </a:lnTo>
                <a:lnTo>
                  <a:pt x="13241" y="4234"/>
                </a:lnTo>
                <a:lnTo>
                  <a:pt x="13240" y="4234"/>
                </a:lnTo>
                <a:lnTo>
                  <a:pt x="13239" y="4234"/>
                </a:lnTo>
                <a:lnTo>
                  <a:pt x="13238" y="4233"/>
                </a:lnTo>
                <a:lnTo>
                  <a:pt x="13237" y="4233"/>
                </a:lnTo>
                <a:lnTo>
                  <a:pt x="13236" y="4232"/>
                </a:lnTo>
                <a:lnTo>
                  <a:pt x="13235" y="4232"/>
                </a:lnTo>
                <a:lnTo>
                  <a:pt x="13235" y="4231"/>
                </a:lnTo>
                <a:lnTo>
                  <a:pt x="13234" y="4231"/>
                </a:lnTo>
                <a:lnTo>
                  <a:pt x="13233" y="4231"/>
                </a:lnTo>
                <a:lnTo>
                  <a:pt x="13232" y="4230"/>
                </a:lnTo>
                <a:lnTo>
                  <a:pt x="13231" y="4230"/>
                </a:lnTo>
                <a:lnTo>
                  <a:pt x="13231" y="4229"/>
                </a:lnTo>
                <a:lnTo>
                  <a:pt x="13230" y="4229"/>
                </a:lnTo>
                <a:lnTo>
                  <a:pt x="13229" y="4229"/>
                </a:lnTo>
                <a:lnTo>
                  <a:pt x="13229" y="4228"/>
                </a:lnTo>
                <a:lnTo>
                  <a:pt x="13228" y="4228"/>
                </a:lnTo>
                <a:lnTo>
                  <a:pt x="13227" y="4228"/>
                </a:lnTo>
                <a:lnTo>
                  <a:pt x="13226" y="4227"/>
                </a:lnTo>
                <a:lnTo>
                  <a:pt x="13225" y="4227"/>
                </a:lnTo>
                <a:lnTo>
                  <a:pt x="13225" y="4226"/>
                </a:lnTo>
                <a:lnTo>
                  <a:pt x="13224" y="4226"/>
                </a:lnTo>
                <a:lnTo>
                  <a:pt x="13223" y="4225"/>
                </a:lnTo>
                <a:lnTo>
                  <a:pt x="13222" y="4225"/>
                </a:lnTo>
                <a:lnTo>
                  <a:pt x="13221" y="4224"/>
                </a:lnTo>
                <a:lnTo>
                  <a:pt x="13220" y="4224"/>
                </a:lnTo>
                <a:lnTo>
                  <a:pt x="13219" y="4224"/>
                </a:lnTo>
                <a:lnTo>
                  <a:pt x="13219" y="4223"/>
                </a:lnTo>
                <a:lnTo>
                  <a:pt x="13218" y="4223"/>
                </a:lnTo>
                <a:lnTo>
                  <a:pt x="13217" y="4222"/>
                </a:lnTo>
                <a:lnTo>
                  <a:pt x="13216" y="4222"/>
                </a:lnTo>
                <a:lnTo>
                  <a:pt x="13215" y="4221"/>
                </a:lnTo>
                <a:lnTo>
                  <a:pt x="13214" y="4221"/>
                </a:lnTo>
                <a:lnTo>
                  <a:pt x="13213" y="4220"/>
                </a:lnTo>
                <a:lnTo>
                  <a:pt x="13212" y="4220"/>
                </a:lnTo>
                <a:lnTo>
                  <a:pt x="13211" y="4219"/>
                </a:lnTo>
                <a:lnTo>
                  <a:pt x="13210" y="4219"/>
                </a:lnTo>
                <a:lnTo>
                  <a:pt x="13209" y="4218"/>
                </a:lnTo>
                <a:lnTo>
                  <a:pt x="13208" y="4218"/>
                </a:lnTo>
                <a:lnTo>
                  <a:pt x="13207" y="4217"/>
                </a:lnTo>
                <a:lnTo>
                  <a:pt x="13206" y="4217"/>
                </a:lnTo>
                <a:lnTo>
                  <a:pt x="13205" y="4216"/>
                </a:lnTo>
                <a:lnTo>
                  <a:pt x="13204" y="4216"/>
                </a:lnTo>
                <a:lnTo>
                  <a:pt x="13204" y="4215"/>
                </a:lnTo>
                <a:lnTo>
                  <a:pt x="13203" y="4215"/>
                </a:lnTo>
                <a:lnTo>
                  <a:pt x="13202" y="4215"/>
                </a:lnTo>
                <a:lnTo>
                  <a:pt x="13201" y="4214"/>
                </a:lnTo>
                <a:lnTo>
                  <a:pt x="13200" y="4214"/>
                </a:lnTo>
                <a:lnTo>
                  <a:pt x="13199" y="4213"/>
                </a:lnTo>
                <a:lnTo>
                  <a:pt x="13198" y="4213"/>
                </a:lnTo>
                <a:lnTo>
                  <a:pt x="13198" y="4212"/>
                </a:lnTo>
                <a:lnTo>
                  <a:pt x="13197" y="4212"/>
                </a:lnTo>
                <a:lnTo>
                  <a:pt x="13196" y="4212"/>
                </a:lnTo>
                <a:lnTo>
                  <a:pt x="13196" y="4211"/>
                </a:lnTo>
                <a:lnTo>
                  <a:pt x="13195" y="4211"/>
                </a:lnTo>
                <a:lnTo>
                  <a:pt x="13194" y="4211"/>
                </a:lnTo>
                <a:lnTo>
                  <a:pt x="13194" y="4210"/>
                </a:lnTo>
                <a:lnTo>
                  <a:pt x="13193" y="4210"/>
                </a:lnTo>
                <a:lnTo>
                  <a:pt x="13192" y="4210"/>
                </a:lnTo>
                <a:lnTo>
                  <a:pt x="13192" y="4209"/>
                </a:lnTo>
                <a:lnTo>
                  <a:pt x="13191" y="4209"/>
                </a:lnTo>
                <a:lnTo>
                  <a:pt x="13190" y="4208"/>
                </a:lnTo>
                <a:lnTo>
                  <a:pt x="13189" y="4208"/>
                </a:lnTo>
                <a:lnTo>
                  <a:pt x="13188" y="4208"/>
                </a:lnTo>
                <a:lnTo>
                  <a:pt x="13188" y="4207"/>
                </a:lnTo>
                <a:lnTo>
                  <a:pt x="13187" y="4207"/>
                </a:lnTo>
                <a:lnTo>
                  <a:pt x="13186" y="4207"/>
                </a:lnTo>
                <a:lnTo>
                  <a:pt x="13186" y="4206"/>
                </a:lnTo>
                <a:lnTo>
                  <a:pt x="13185" y="4206"/>
                </a:lnTo>
                <a:lnTo>
                  <a:pt x="13184" y="4205"/>
                </a:lnTo>
                <a:lnTo>
                  <a:pt x="13183" y="4205"/>
                </a:lnTo>
                <a:lnTo>
                  <a:pt x="13182" y="4205"/>
                </a:lnTo>
                <a:lnTo>
                  <a:pt x="13182" y="4204"/>
                </a:lnTo>
                <a:lnTo>
                  <a:pt x="13181" y="4204"/>
                </a:lnTo>
                <a:lnTo>
                  <a:pt x="13180" y="4203"/>
                </a:lnTo>
                <a:lnTo>
                  <a:pt x="13179" y="4203"/>
                </a:lnTo>
                <a:lnTo>
                  <a:pt x="13178" y="4202"/>
                </a:lnTo>
                <a:lnTo>
                  <a:pt x="13177" y="4202"/>
                </a:lnTo>
                <a:lnTo>
                  <a:pt x="13176" y="4201"/>
                </a:lnTo>
                <a:lnTo>
                  <a:pt x="13175" y="4201"/>
                </a:lnTo>
                <a:lnTo>
                  <a:pt x="13174" y="4200"/>
                </a:lnTo>
                <a:lnTo>
                  <a:pt x="13173" y="4200"/>
                </a:lnTo>
                <a:lnTo>
                  <a:pt x="13172" y="4199"/>
                </a:lnTo>
                <a:lnTo>
                  <a:pt x="13171" y="4199"/>
                </a:lnTo>
                <a:lnTo>
                  <a:pt x="13171" y="4198"/>
                </a:lnTo>
                <a:lnTo>
                  <a:pt x="13170" y="4198"/>
                </a:lnTo>
                <a:lnTo>
                  <a:pt x="13169" y="4198"/>
                </a:lnTo>
                <a:lnTo>
                  <a:pt x="13168" y="4197"/>
                </a:lnTo>
                <a:lnTo>
                  <a:pt x="13167" y="4197"/>
                </a:lnTo>
                <a:lnTo>
                  <a:pt x="13167" y="4196"/>
                </a:lnTo>
                <a:lnTo>
                  <a:pt x="13166" y="4196"/>
                </a:lnTo>
                <a:lnTo>
                  <a:pt x="13165" y="4196"/>
                </a:lnTo>
                <a:lnTo>
                  <a:pt x="13165" y="4195"/>
                </a:lnTo>
                <a:lnTo>
                  <a:pt x="13164" y="4195"/>
                </a:lnTo>
                <a:lnTo>
                  <a:pt x="13163" y="4195"/>
                </a:lnTo>
                <a:lnTo>
                  <a:pt x="13162" y="4194"/>
                </a:lnTo>
                <a:lnTo>
                  <a:pt x="13161" y="4194"/>
                </a:lnTo>
                <a:lnTo>
                  <a:pt x="13161" y="4193"/>
                </a:lnTo>
                <a:lnTo>
                  <a:pt x="13160" y="4193"/>
                </a:lnTo>
                <a:lnTo>
                  <a:pt x="13159" y="4193"/>
                </a:lnTo>
                <a:lnTo>
                  <a:pt x="13159" y="4192"/>
                </a:lnTo>
                <a:lnTo>
                  <a:pt x="13158" y="4192"/>
                </a:lnTo>
                <a:lnTo>
                  <a:pt x="13157" y="4192"/>
                </a:lnTo>
                <a:lnTo>
                  <a:pt x="13157" y="4191"/>
                </a:lnTo>
                <a:lnTo>
                  <a:pt x="13156" y="4191"/>
                </a:lnTo>
                <a:lnTo>
                  <a:pt x="13155" y="4191"/>
                </a:lnTo>
                <a:lnTo>
                  <a:pt x="13155" y="4190"/>
                </a:lnTo>
                <a:lnTo>
                  <a:pt x="13154" y="4190"/>
                </a:lnTo>
                <a:lnTo>
                  <a:pt x="13153" y="4189"/>
                </a:lnTo>
                <a:lnTo>
                  <a:pt x="13152" y="4189"/>
                </a:lnTo>
                <a:lnTo>
                  <a:pt x="13151" y="4189"/>
                </a:lnTo>
                <a:lnTo>
                  <a:pt x="13151" y="4188"/>
                </a:lnTo>
                <a:lnTo>
                  <a:pt x="13150" y="4188"/>
                </a:lnTo>
                <a:lnTo>
                  <a:pt x="13149" y="4188"/>
                </a:lnTo>
                <a:lnTo>
                  <a:pt x="13149" y="4187"/>
                </a:lnTo>
                <a:lnTo>
                  <a:pt x="13148" y="4187"/>
                </a:lnTo>
                <a:lnTo>
                  <a:pt x="13147" y="4186"/>
                </a:lnTo>
                <a:lnTo>
                  <a:pt x="13146" y="4186"/>
                </a:lnTo>
                <a:lnTo>
                  <a:pt x="13145" y="4185"/>
                </a:lnTo>
                <a:lnTo>
                  <a:pt x="13144" y="4185"/>
                </a:lnTo>
                <a:lnTo>
                  <a:pt x="13143" y="4184"/>
                </a:lnTo>
                <a:lnTo>
                  <a:pt x="13142" y="4184"/>
                </a:lnTo>
                <a:lnTo>
                  <a:pt x="13141" y="4183"/>
                </a:lnTo>
                <a:lnTo>
                  <a:pt x="13140" y="4183"/>
                </a:lnTo>
                <a:lnTo>
                  <a:pt x="13139" y="4182"/>
                </a:lnTo>
                <a:lnTo>
                  <a:pt x="13138" y="4182"/>
                </a:lnTo>
                <a:lnTo>
                  <a:pt x="13137" y="4181"/>
                </a:lnTo>
                <a:lnTo>
                  <a:pt x="13136" y="4181"/>
                </a:lnTo>
                <a:lnTo>
                  <a:pt x="13135" y="4180"/>
                </a:lnTo>
                <a:lnTo>
                  <a:pt x="13134" y="4180"/>
                </a:lnTo>
                <a:lnTo>
                  <a:pt x="13134" y="4179"/>
                </a:lnTo>
                <a:lnTo>
                  <a:pt x="13133" y="4179"/>
                </a:lnTo>
                <a:lnTo>
                  <a:pt x="13132" y="4179"/>
                </a:lnTo>
                <a:lnTo>
                  <a:pt x="13131" y="4178"/>
                </a:lnTo>
                <a:lnTo>
                  <a:pt x="13130" y="4178"/>
                </a:lnTo>
                <a:lnTo>
                  <a:pt x="13129" y="4177"/>
                </a:lnTo>
                <a:lnTo>
                  <a:pt x="13128" y="4177"/>
                </a:lnTo>
                <a:lnTo>
                  <a:pt x="13128" y="4176"/>
                </a:lnTo>
                <a:lnTo>
                  <a:pt x="13127" y="4176"/>
                </a:lnTo>
                <a:lnTo>
                  <a:pt x="13126" y="4176"/>
                </a:lnTo>
                <a:lnTo>
                  <a:pt x="13125" y="4175"/>
                </a:lnTo>
                <a:lnTo>
                  <a:pt x="13124" y="4175"/>
                </a:lnTo>
                <a:lnTo>
                  <a:pt x="13124" y="4174"/>
                </a:lnTo>
                <a:lnTo>
                  <a:pt x="13123" y="4174"/>
                </a:lnTo>
                <a:lnTo>
                  <a:pt x="13122" y="4174"/>
                </a:lnTo>
                <a:lnTo>
                  <a:pt x="13122" y="4173"/>
                </a:lnTo>
                <a:lnTo>
                  <a:pt x="13121" y="4173"/>
                </a:lnTo>
                <a:lnTo>
                  <a:pt x="13120" y="4172"/>
                </a:lnTo>
                <a:lnTo>
                  <a:pt x="13119" y="4172"/>
                </a:lnTo>
                <a:lnTo>
                  <a:pt x="13118" y="4172"/>
                </a:lnTo>
                <a:lnTo>
                  <a:pt x="13118" y="4171"/>
                </a:lnTo>
                <a:lnTo>
                  <a:pt x="13117" y="4171"/>
                </a:lnTo>
                <a:lnTo>
                  <a:pt x="13116" y="4170"/>
                </a:lnTo>
                <a:lnTo>
                  <a:pt x="13115" y="4170"/>
                </a:lnTo>
                <a:lnTo>
                  <a:pt x="13114" y="4169"/>
                </a:lnTo>
                <a:lnTo>
                  <a:pt x="13113" y="4169"/>
                </a:lnTo>
                <a:lnTo>
                  <a:pt x="13112" y="4169"/>
                </a:lnTo>
                <a:lnTo>
                  <a:pt x="13112" y="4168"/>
                </a:lnTo>
                <a:lnTo>
                  <a:pt x="13111" y="4168"/>
                </a:lnTo>
                <a:lnTo>
                  <a:pt x="13110" y="4167"/>
                </a:lnTo>
                <a:lnTo>
                  <a:pt x="13109" y="4167"/>
                </a:lnTo>
                <a:lnTo>
                  <a:pt x="13108" y="4166"/>
                </a:lnTo>
                <a:lnTo>
                  <a:pt x="13107" y="4166"/>
                </a:lnTo>
                <a:lnTo>
                  <a:pt x="13106" y="4165"/>
                </a:lnTo>
                <a:lnTo>
                  <a:pt x="13105" y="4165"/>
                </a:lnTo>
                <a:lnTo>
                  <a:pt x="13104" y="4164"/>
                </a:lnTo>
                <a:lnTo>
                  <a:pt x="13103" y="4164"/>
                </a:lnTo>
                <a:lnTo>
                  <a:pt x="13102" y="4163"/>
                </a:lnTo>
                <a:lnTo>
                  <a:pt x="13101" y="4163"/>
                </a:lnTo>
                <a:lnTo>
                  <a:pt x="13100" y="4162"/>
                </a:lnTo>
                <a:lnTo>
                  <a:pt x="13099" y="4162"/>
                </a:lnTo>
                <a:lnTo>
                  <a:pt x="13098" y="4161"/>
                </a:lnTo>
                <a:lnTo>
                  <a:pt x="13097" y="4161"/>
                </a:lnTo>
                <a:lnTo>
                  <a:pt x="13097" y="4160"/>
                </a:lnTo>
                <a:lnTo>
                  <a:pt x="13096" y="4160"/>
                </a:lnTo>
                <a:lnTo>
                  <a:pt x="13095" y="4160"/>
                </a:lnTo>
                <a:lnTo>
                  <a:pt x="13095" y="4159"/>
                </a:lnTo>
                <a:lnTo>
                  <a:pt x="13094" y="4159"/>
                </a:lnTo>
                <a:lnTo>
                  <a:pt x="13093" y="4159"/>
                </a:lnTo>
                <a:lnTo>
                  <a:pt x="13092" y="4158"/>
                </a:lnTo>
                <a:lnTo>
                  <a:pt x="13091" y="4158"/>
                </a:lnTo>
                <a:lnTo>
                  <a:pt x="13091" y="4157"/>
                </a:lnTo>
                <a:lnTo>
                  <a:pt x="13090" y="4157"/>
                </a:lnTo>
                <a:lnTo>
                  <a:pt x="13089" y="4156"/>
                </a:lnTo>
                <a:lnTo>
                  <a:pt x="13088" y="4156"/>
                </a:lnTo>
                <a:lnTo>
                  <a:pt x="13087" y="4156"/>
                </a:lnTo>
                <a:lnTo>
                  <a:pt x="13087" y="4155"/>
                </a:lnTo>
                <a:lnTo>
                  <a:pt x="13086" y="4155"/>
                </a:lnTo>
                <a:lnTo>
                  <a:pt x="13085" y="4155"/>
                </a:lnTo>
                <a:lnTo>
                  <a:pt x="13085" y="4154"/>
                </a:lnTo>
                <a:lnTo>
                  <a:pt x="13084" y="4154"/>
                </a:lnTo>
                <a:lnTo>
                  <a:pt x="13083" y="4153"/>
                </a:lnTo>
                <a:lnTo>
                  <a:pt x="13082" y="4153"/>
                </a:lnTo>
                <a:lnTo>
                  <a:pt x="13081" y="4153"/>
                </a:lnTo>
                <a:lnTo>
                  <a:pt x="13081" y="4152"/>
                </a:lnTo>
                <a:lnTo>
                  <a:pt x="13080" y="4152"/>
                </a:lnTo>
                <a:lnTo>
                  <a:pt x="13079" y="4151"/>
                </a:lnTo>
                <a:lnTo>
                  <a:pt x="13078" y="4151"/>
                </a:lnTo>
                <a:lnTo>
                  <a:pt x="13077" y="4150"/>
                </a:lnTo>
                <a:lnTo>
                  <a:pt x="13076" y="4150"/>
                </a:lnTo>
                <a:lnTo>
                  <a:pt x="13075" y="4150"/>
                </a:lnTo>
                <a:lnTo>
                  <a:pt x="13075" y="4149"/>
                </a:lnTo>
                <a:lnTo>
                  <a:pt x="13074" y="4149"/>
                </a:lnTo>
                <a:lnTo>
                  <a:pt x="13073" y="4148"/>
                </a:lnTo>
                <a:lnTo>
                  <a:pt x="13072" y="4148"/>
                </a:lnTo>
                <a:lnTo>
                  <a:pt x="13071" y="4147"/>
                </a:lnTo>
                <a:lnTo>
                  <a:pt x="13070" y="4147"/>
                </a:lnTo>
                <a:lnTo>
                  <a:pt x="13070" y="4146"/>
                </a:lnTo>
                <a:lnTo>
                  <a:pt x="13069" y="4146"/>
                </a:lnTo>
                <a:lnTo>
                  <a:pt x="13068" y="4146"/>
                </a:lnTo>
                <a:lnTo>
                  <a:pt x="13067" y="4145"/>
                </a:lnTo>
                <a:lnTo>
                  <a:pt x="13066" y="4145"/>
                </a:lnTo>
                <a:lnTo>
                  <a:pt x="13065" y="4144"/>
                </a:lnTo>
                <a:lnTo>
                  <a:pt x="13064" y="4144"/>
                </a:lnTo>
                <a:lnTo>
                  <a:pt x="13064" y="4143"/>
                </a:lnTo>
                <a:lnTo>
                  <a:pt x="13063" y="4143"/>
                </a:lnTo>
                <a:lnTo>
                  <a:pt x="13062" y="4143"/>
                </a:lnTo>
                <a:lnTo>
                  <a:pt x="13061" y="4142"/>
                </a:lnTo>
                <a:lnTo>
                  <a:pt x="13060" y="4142"/>
                </a:lnTo>
                <a:lnTo>
                  <a:pt x="13060" y="4141"/>
                </a:lnTo>
                <a:lnTo>
                  <a:pt x="13059" y="4141"/>
                </a:lnTo>
                <a:lnTo>
                  <a:pt x="13058" y="4141"/>
                </a:lnTo>
                <a:lnTo>
                  <a:pt x="13058" y="4140"/>
                </a:lnTo>
                <a:lnTo>
                  <a:pt x="13057" y="4140"/>
                </a:lnTo>
                <a:lnTo>
                  <a:pt x="13056" y="4140"/>
                </a:lnTo>
                <a:lnTo>
                  <a:pt x="13055" y="4139"/>
                </a:lnTo>
                <a:lnTo>
                  <a:pt x="13054" y="4139"/>
                </a:lnTo>
                <a:lnTo>
                  <a:pt x="13054" y="4138"/>
                </a:lnTo>
                <a:lnTo>
                  <a:pt x="13053" y="4138"/>
                </a:lnTo>
                <a:lnTo>
                  <a:pt x="13052" y="4137"/>
                </a:lnTo>
                <a:lnTo>
                  <a:pt x="13051" y="4137"/>
                </a:lnTo>
                <a:lnTo>
                  <a:pt x="13050" y="4137"/>
                </a:lnTo>
                <a:lnTo>
                  <a:pt x="13050" y="4136"/>
                </a:lnTo>
                <a:lnTo>
                  <a:pt x="13049" y="4136"/>
                </a:lnTo>
                <a:lnTo>
                  <a:pt x="13048" y="4136"/>
                </a:lnTo>
                <a:lnTo>
                  <a:pt x="13048" y="4135"/>
                </a:lnTo>
                <a:lnTo>
                  <a:pt x="13047" y="4135"/>
                </a:lnTo>
                <a:lnTo>
                  <a:pt x="13046" y="4134"/>
                </a:lnTo>
                <a:lnTo>
                  <a:pt x="13045" y="4134"/>
                </a:lnTo>
                <a:lnTo>
                  <a:pt x="13044" y="4133"/>
                </a:lnTo>
                <a:lnTo>
                  <a:pt x="13043" y="4133"/>
                </a:lnTo>
                <a:lnTo>
                  <a:pt x="13042" y="4132"/>
                </a:lnTo>
                <a:lnTo>
                  <a:pt x="13041" y="4132"/>
                </a:lnTo>
                <a:lnTo>
                  <a:pt x="13040" y="4131"/>
                </a:lnTo>
                <a:lnTo>
                  <a:pt x="13039" y="4131"/>
                </a:lnTo>
                <a:lnTo>
                  <a:pt x="13038" y="4130"/>
                </a:lnTo>
                <a:lnTo>
                  <a:pt x="13037" y="4130"/>
                </a:lnTo>
                <a:lnTo>
                  <a:pt x="13036" y="4129"/>
                </a:lnTo>
                <a:lnTo>
                  <a:pt x="13035" y="4129"/>
                </a:lnTo>
                <a:lnTo>
                  <a:pt x="13034" y="4128"/>
                </a:lnTo>
                <a:lnTo>
                  <a:pt x="13033" y="4128"/>
                </a:lnTo>
                <a:lnTo>
                  <a:pt x="13033" y="4127"/>
                </a:lnTo>
                <a:lnTo>
                  <a:pt x="13032" y="4127"/>
                </a:lnTo>
                <a:lnTo>
                  <a:pt x="13031" y="4127"/>
                </a:lnTo>
                <a:lnTo>
                  <a:pt x="13030" y="4126"/>
                </a:lnTo>
                <a:lnTo>
                  <a:pt x="13029" y="4126"/>
                </a:lnTo>
                <a:lnTo>
                  <a:pt x="13028" y="4125"/>
                </a:lnTo>
                <a:lnTo>
                  <a:pt x="13027" y="4125"/>
                </a:lnTo>
                <a:lnTo>
                  <a:pt x="13027" y="4124"/>
                </a:lnTo>
                <a:lnTo>
                  <a:pt x="13026" y="4124"/>
                </a:lnTo>
                <a:lnTo>
                  <a:pt x="13025" y="4124"/>
                </a:lnTo>
                <a:lnTo>
                  <a:pt x="13024" y="4123"/>
                </a:lnTo>
                <a:lnTo>
                  <a:pt x="13023" y="4123"/>
                </a:lnTo>
                <a:lnTo>
                  <a:pt x="13023" y="4122"/>
                </a:lnTo>
                <a:lnTo>
                  <a:pt x="13022" y="4122"/>
                </a:lnTo>
                <a:lnTo>
                  <a:pt x="13021" y="4122"/>
                </a:lnTo>
                <a:lnTo>
                  <a:pt x="13021" y="4121"/>
                </a:lnTo>
                <a:lnTo>
                  <a:pt x="13020" y="4121"/>
                </a:lnTo>
                <a:lnTo>
                  <a:pt x="13019" y="4120"/>
                </a:lnTo>
                <a:lnTo>
                  <a:pt x="13018" y="4120"/>
                </a:lnTo>
                <a:lnTo>
                  <a:pt x="13017" y="4120"/>
                </a:lnTo>
                <a:lnTo>
                  <a:pt x="13017" y="4119"/>
                </a:lnTo>
                <a:lnTo>
                  <a:pt x="13016" y="4119"/>
                </a:lnTo>
                <a:lnTo>
                  <a:pt x="13015" y="4119"/>
                </a:lnTo>
                <a:lnTo>
                  <a:pt x="13015" y="4118"/>
                </a:lnTo>
                <a:lnTo>
                  <a:pt x="13014" y="4118"/>
                </a:lnTo>
                <a:lnTo>
                  <a:pt x="13013" y="4117"/>
                </a:lnTo>
                <a:lnTo>
                  <a:pt x="13012" y="4117"/>
                </a:lnTo>
                <a:lnTo>
                  <a:pt x="13011" y="4117"/>
                </a:lnTo>
                <a:lnTo>
                  <a:pt x="13011" y="4116"/>
                </a:lnTo>
                <a:lnTo>
                  <a:pt x="13010" y="4116"/>
                </a:lnTo>
                <a:lnTo>
                  <a:pt x="13009" y="4115"/>
                </a:lnTo>
                <a:lnTo>
                  <a:pt x="13008" y="4115"/>
                </a:lnTo>
                <a:lnTo>
                  <a:pt x="13007" y="4114"/>
                </a:lnTo>
                <a:lnTo>
                  <a:pt x="13006" y="4114"/>
                </a:lnTo>
                <a:lnTo>
                  <a:pt x="13005" y="4114"/>
                </a:lnTo>
                <a:lnTo>
                  <a:pt x="13005" y="4113"/>
                </a:lnTo>
                <a:lnTo>
                  <a:pt x="13004" y="4113"/>
                </a:lnTo>
                <a:lnTo>
                  <a:pt x="13003" y="4112"/>
                </a:lnTo>
                <a:lnTo>
                  <a:pt x="13002" y="4112"/>
                </a:lnTo>
                <a:lnTo>
                  <a:pt x="13001" y="4111"/>
                </a:lnTo>
                <a:lnTo>
                  <a:pt x="13000" y="4111"/>
                </a:lnTo>
                <a:lnTo>
                  <a:pt x="12999" y="4110"/>
                </a:lnTo>
                <a:lnTo>
                  <a:pt x="12998" y="4110"/>
                </a:lnTo>
                <a:lnTo>
                  <a:pt x="12997" y="4109"/>
                </a:lnTo>
                <a:lnTo>
                  <a:pt x="12996" y="4109"/>
                </a:lnTo>
                <a:lnTo>
                  <a:pt x="12995" y="4108"/>
                </a:lnTo>
                <a:lnTo>
                  <a:pt x="12994" y="4108"/>
                </a:lnTo>
                <a:lnTo>
                  <a:pt x="12994" y="4217"/>
                </a:lnTo>
                <a:lnTo>
                  <a:pt x="12993" y="4217"/>
                </a:lnTo>
                <a:lnTo>
                  <a:pt x="12993" y="4216"/>
                </a:lnTo>
                <a:lnTo>
                  <a:pt x="12992" y="4216"/>
                </a:lnTo>
                <a:lnTo>
                  <a:pt x="12991" y="4216"/>
                </a:lnTo>
                <a:lnTo>
                  <a:pt x="12991" y="4215"/>
                </a:lnTo>
                <a:lnTo>
                  <a:pt x="12990" y="4215"/>
                </a:lnTo>
                <a:lnTo>
                  <a:pt x="12989" y="4215"/>
                </a:lnTo>
                <a:lnTo>
                  <a:pt x="12988" y="4214"/>
                </a:lnTo>
                <a:lnTo>
                  <a:pt x="12987" y="4214"/>
                </a:lnTo>
                <a:lnTo>
                  <a:pt x="12987" y="4213"/>
                </a:lnTo>
                <a:lnTo>
                  <a:pt x="12986" y="4213"/>
                </a:lnTo>
                <a:lnTo>
                  <a:pt x="12985" y="4212"/>
                </a:lnTo>
                <a:lnTo>
                  <a:pt x="12984" y="4212"/>
                </a:lnTo>
                <a:lnTo>
                  <a:pt x="12983" y="4211"/>
                </a:lnTo>
                <a:lnTo>
                  <a:pt x="12982" y="4211"/>
                </a:lnTo>
                <a:lnTo>
                  <a:pt x="12981" y="4211"/>
                </a:lnTo>
                <a:lnTo>
                  <a:pt x="12981" y="4210"/>
                </a:lnTo>
                <a:lnTo>
                  <a:pt x="12980" y="4210"/>
                </a:lnTo>
                <a:lnTo>
                  <a:pt x="12979" y="4209"/>
                </a:lnTo>
                <a:lnTo>
                  <a:pt x="12978" y="4209"/>
                </a:lnTo>
                <a:lnTo>
                  <a:pt x="12977" y="4208"/>
                </a:lnTo>
                <a:lnTo>
                  <a:pt x="12976" y="4208"/>
                </a:lnTo>
                <a:lnTo>
                  <a:pt x="12975" y="4207"/>
                </a:lnTo>
                <a:lnTo>
                  <a:pt x="12974" y="4207"/>
                </a:lnTo>
                <a:lnTo>
                  <a:pt x="12973" y="4206"/>
                </a:lnTo>
                <a:lnTo>
                  <a:pt x="12972" y="4206"/>
                </a:lnTo>
                <a:lnTo>
                  <a:pt x="12971" y="4205"/>
                </a:lnTo>
                <a:lnTo>
                  <a:pt x="12970" y="4205"/>
                </a:lnTo>
                <a:lnTo>
                  <a:pt x="12969" y="4204"/>
                </a:lnTo>
                <a:lnTo>
                  <a:pt x="12968" y="4204"/>
                </a:lnTo>
                <a:lnTo>
                  <a:pt x="12967" y="4203"/>
                </a:lnTo>
                <a:lnTo>
                  <a:pt x="12966" y="4203"/>
                </a:lnTo>
                <a:lnTo>
                  <a:pt x="12966" y="4202"/>
                </a:lnTo>
                <a:lnTo>
                  <a:pt x="12965" y="4202"/>
                </a:lnTo>
                <a:lnTo>
                  <a:pt x="12964" y="4202"/>
                </a:lnTo>
                <a:lnTo>
                  <a:pt x="12963" y="4201"/>
                </a:lnTo>
                <a:lnTo>
                  <a:pt x="12962" y="4201"/>
                </a:lnTo>
                <a:lnTo>
                  <a:pt x="12961" y="4200"/>
                </a:lnTo>
                <a:lnTo>
                  <a:pt x="12960" y="4200"/>
                </a:lnTo>
                <a:lnTo>
                  <a:pt x="12960" y="4199"/>
                </a:lnTo>
                <a:lnTo>
                  <a:pt x="12959" y="4199"/>
                </a:lnTo>
                <a:lnTo>
                  <a:pt x="12958" y="4199"/>
                </a:lnTo>
                <a:lnTo>
                  <a:pt x="12958" y="4198"/>
                </a:lnTo>
                <a:lnTo>
                  <a:pt x="12957" y="4198"/>
                </a:lnTo>
                <a:lnTo>
                  <a:pt x="12956" y="4198"/>
                </a:lnTo>
                <a:lnTo>
                  <a:pt x="12956" y="4197"/>
                </a:lnTo>
                <a:lnTo>
                  <a:pt x="12955" y="4197"/>
                </a:lnTo>
                <a:lnTo>
                  <a:pt x="12954" y="4197"/>
                </a:lnTo>
                <a:lnTo>
                  <a:pt x="12954" y="4196"/>
                </a:lnTo>
                <a:lnTo>
                  <a:pt x="12953" y="4196"/>
                </a:lnTo>
                <a:lnTo>
                  <a:pt x="12952" y="4195"/>
                </a:lnTo>
                <a:lnTo>
                  <a:pt x="12951" y="4195"/>
                </a:lnTo>
                <a:lnTo>
                  <a:pt x="12950" y="4195"/>
                </a:lnTo>
                <a:lnTo>
                  <a:pt x="12950" y="4194"/>
                </a:lnTo>
                <a:lnTo>
                  <a:pt x="12949" y="4194"/>
                </a:lnTo>
                <a:lnTo>
                  <a:pt x="12948" y="4194"/>
                </a:lnTo>
                <a:lnTo>
                  <a:pt x="12948" y="4193"/>
                </a:lnTo>
                <a:lnTo>
                  <a:pt x="12947" y="4193"/>
                </a:lnTo>
                <a:lnTo>
                  <a:pt x="12946" y="4192"/>
                </a:lnTo>
                <a:lnTo>
                  <a:pt x="12945" y="4192"/>
                </a:lnTo>
                <a:lnTo>
                  <a:pt x="12944" y="4192"/>
                </a:lnTo>
                <a:lnTo>
                  <a:pt x="12944" y="4191"/>
                </a:lnTo>
                <a:lnTo>
                  <a:pt x="12943" y="4191"/>
                </a:lnTo>
                <a:lnTo>
                  <a:pt x="12942" y="4190"/>
                </a:lnTo>
                <a:lnTo>
                  <a:pt x="12941" y="4190"/>
                </a:lnTo>
                <a:lnTo>
                  <a:pt x="12941" y="4293"/>
                </a:lnTo>
                <a:lnTo>
                  <a:pt x="12940" y="4292"/>
                </a:lnTo>
                <a:lnTo>
                  <a:pt x="12939" y="4292"/>
                </a:lnTo>
                <a:lnTo>
                  <a:pt x="12938" y="4292"/>
                </a:lnTo>
                <a:lnTo>
                  <a:pt x="12938" y="4291"/>
                </a:lnTo>
                <a:lnTo>
                  <a:pt x="12937" y="4291"/>
                </a:lnTo>
                <a:lnTo>
                  <a:pt x="12936" y="4290"/>
                </a:lnTo>
                <a:lnTo>
                  <a:pt x="12935" y="4290"/>
                </a:lnTo>
                <a:lnTo>
                  <a:pt x="12934" y="4289"/>
                </a:lnTo>
                <a:lnTo>
                  <a:pt x="12933" y="4289"/>
                </a:lnTo>
                <a:lnTo>
                  <a:pt x="12932" y="4288"/>
                </a:lnTo>
                <a:lnTo>
                  <a:pt x="12931" y="4288"/>
                </a:lnTo>
                <a:lnTo>
                  <a:pt x="12930" y="4287"/>
                </a:lnTo>
                <a:lnTo>
                  <a:pt x="12929" y="4287"/>
                </a:lnTo>
                <a:lnTo>
                  <a:pt x="12928" y="4286"/>
                </a:lnTo>
                <a:lnTo>
                  <a:pt x="12927" y="4286"/>
                </a:lnTo>
                <a:lnTo>
                  <a:pt x="12926" y="4285"/>
                </a:lnTo>
                <a:lnTo>
                  <a:pt x="12925" y="4285"/>
                </a:lnTo>
                <a:lnTo>
                  <a:pt x="12924" y="4284"/>
                </a:lnTo>
                <a:lnTo>
                  <a:pt x="12923" y="4284"/>
                </a:lnTo>
                <a:lnTo>
                  <a:pt x="12923" y="4283"/>
                </a:lnTo>
                <a:lnTo>
                  <a:pt x="12922" y="4283"/>
                </a:lnTo>
                <a:lnTo>
                  <a:pt x="12921" y="4283"/>
                </a:lnTo>
                <a:lnTo>
                  <a:pt x="12920" y="4282"/>
                </a:lnTo>
                <a:lnTo>
                  <a:pt x="12919" y="4282"/>
                </a:lnTo>
                <a:lnTo>
                  <a:pt x="12919" y="4281"/>
                </a:lnTo>
                <a:lnTo>
                  <a:pt x="12918" y="4281"/>
                </a:lnTo>
                <a:lnTo>
                  <a:pt x="12917" y="4281"/>
                </a:lnTo>
                <a:lnTo>
                  <a:pt x="12917" y="4280"/>
                </a:lnTo>
                <a:lnTo>
                  <a:pt x="12916" y="4280"/>
                </a:lnTo>
                <a:lnTo>
                  <a:pt x="12915" y="4279"/>
                </a:lnTo>
                <a:lnTo>
                  <a:pt x="12914" y="4279"/>
                </a:lnTo>
                <a:lnTo>
                  <a:pt x="12913" y="4279"/>
                </a:lnTo>
                <a:lnTo>
                  <a:pt x="12913" y="4278"/>
                </a:lnTo>
                <a:lnTo>
                  <a:pt x="12912" y="4278"/>
                </a:lnTo>
                <a:lnTo>
                  <a:pt x="12911" y="4278"/>
                </a:lnTo>
                <a:lnTo>
                  <a:pt x="12911" y="4277"/>
                </a:lnTo>
                <a:lnTo>
                  <a:pt x="12910" y="4277"/>
                </a:lnTo>
                <a:lnTo>
                  <a:pt x="12909" y="4276"/>
                </a:lnTo>
                <a:lnTo>
                  <a:pt x="12908" y="4276"/>
                </a:lnTo>
                <a:lnTo>
                  <a:pt x="12907" y="4276"/>
                </a:lnTo>
                <a:lnTo>
                  <a:pt x="12907" y="4275"/>
                </a:lnTo>
                <a:lnTo>
                  <a:pt x="12906" y="4275"/>
                </a:lnTo>
                <a:lnTo>
                  <a:pt x="12905" y="4274"/>
                </a:lnTo>
                <a:lnTo>
                  <a:pt x="12904" y="4274"/>
                </a:lnTo>
                <a:lnTo>
                  <a:pt x="12903" y="4273"/>
                </a:lnTo>
                <a:lnTo>
                  <a:pt x="12902" y="4273"/>
                </a:lnTo>
                <a:lnTo>
                  <a:pt x="12901" y="4273"/>
                </a:lnTo>
                <a:lnTo>
                  <a:pt x="12901" y="4272"/>
                </a:lnTo>
                <a:lnTo>
                  <a:pt x="12900" y="4272"/>
                </a:lnTo>
                <a:lnTo>
                  <a:pt x="12899" y="4271"/>
                </a:lnTo>
                <a:lnTo>
                  <a:pt x="12898" y="4271"/>
                </a:lnTo>
                <a:lnTo>
                  <a:pt x="12897" y="4270"/>
                </a:lnTo>
                <a:lnTo>
                  <a:pt x="12896" y="4270"/>
                </a:lnTo>
                <a:lnTo>
                  <a:pt x="12895" y="4269"/>
                </a:lnTo>
                <a:lnTo>
                  <a:pt x="12894" y="4269"/>
                </a:lnTo>
                <a:lnTo>
                  <a:pt x="12893" y="4268"/>
                </a:lnTo>
                <a:lnTo>
                  <a:pt x="12892" y="4268"/>
                </a:lnTo>
                <a:lnTo>
                  <a:pt x="12891" y="4267"/>
                </a:lnTo>
                <a:lnTo>
                  <a:pt x="12890" y="4267"/>
                </a:lnTo>
                <a:lnTo>
                  <a:pt x="12890" y="4266"/>
                </a:lnTo>
                <a:lnTo>
                  <a:pt x="12889" y="4266"/>
                </a:lnTo>
                <a:lnTo>
                  <a:pt x="12888" y="4266"/>
                </a:lnTo>
                <a:lnTo>
                  <a:pt x="12887" y="4265"/>
                </a:lnTo>
                <a:lnTo>
                  <a:pt x="12886" y="4265"/>
                </a:lnTo>
                <a:lnTo>
                  <a:pt x="12886" y="4264"/>
                </a:lnTo>
                <a:lnTo>
                  <a:pt x="12885" y="4264"/>
                </a:lnTo>
                <a:lnTo>
                  <a:pt x="12884" y="4264"/>
                </a:lnTo>
                <a:lnTo>
                  <a:pt x="12884" y="4263"/>
                </a:lnTo>
                <a:lnTo>
                  <a:pt x="12883" y="4263"/>
                </a:lnTo>
                <a:lnTo>
                  <a:pt x="12882" y="4263"/>
                </a:lnTo>
                <a:lnTo>
                  <a:pt x="12881" y="4262"/>
                </a:lnTo>
                <a:lnTo>
                  <a:pt x="12880" y="4262"/>
                </a:lnTo>
                <a:lnTo>
                  <a:pt x="12880" y="4261"/>
                </a:lnTo>
                <a:lnTo>
                  <a:pt x="12879" y="4261"/>
                </a:lnTo>
                <a:lnTo>
                  <a:pt x="12878" y="4260"/>
                </a:lnTo>
                <a:lnTo>
                  <a:pt x="12877" y="4260"/>
                </a:lnTo>
                <a:lnTo>
                  <a:pt x="12876" y="4260"/>
                </a:lnTo>
                <a:lnTo>
                  <a:pt x="12876" y="4259"/>
                </a:lnTo>
                <a:lnTo>
                  <a:pt x="12875" y="4259"/>
                </a:lnTo>
                <a:lnTo>
                  <a:pt x="12874" y="4259"/>
                </a:lnTo>
                <a:lnTo>
                  <a:pt x="12874" y="4258"/>
                </a:lnTo>
                <a:lnTo>
                  <a:pt x="12873" y="4258"/>
                </a:lnTo>
                <a:lnTo>
                  <a:pt x="12872" y="4257"/>
                </a:lnTo>
                <a:lnTo>
                  <a:pt x="12871" y="4257"/>
                </a:lnTo>
                <a:lnTo>
                  <a:pt x="12870" y="4257"/>
                </a:lnTo>
                <a:lnTo>
                  <a:pt x="12870" y="4256"/>
                </a:lnTo>
                <a:lnTo>
                  <a:pt x="12869" y="4256"/>
                </a:lnTo>
                <a:lnTo>
                  <a:pt x="12868" y="4255"/>
                </a:lnTo>
                <a:lnTo>
                  <a:pt x="12867" y="4255"/>
                </a:lnTo>
                <a:lnTo>
                  <a:pt x="12866" y="4254"/>
                </a:lnTo>
                <a:lnTo>
                  <a:pt x="12865" y="4254"/>
                </a:lnTo>
                <a:lnTo>
                  <a:pt x="12864" y="4253"/>
                </a:lnTo>
                <a:lnTo>
                  <a:pt x="12863" y="4253"/>
                </a:lnTo>
                <a:lnTo>
                  <a:pt x="12862" y="4252"/>
                </a:lnTo>
                <a:lnTo>
                  <a:pt x="12861" y="4252"/>
                </a:lnTo>
                <a:lnTo>
                  <a:pt x="12860" y="4251"/>
                </a:lnTo>
                <a:lnTo>
                  <a:pt x="12859" y="4251"/>
                </a:lnTo>
                <a:lnTo>
                  <a:pt x="12859" y="4250"/>
                </a:lnTo>
                <a:lnTo>
                  <a:pt x="12858" y="4250"/>
                </a:lnTo>
                <a:lnTo>
                  <a:pt x="12857" y="4250"/>
                </a:lnTo>
                <a:lnTo>
                  <a:pt x="12856" y="4249"/>
                </a:lnTo>
                <a:lnTo>
                  <a:pt x="12855" y="4249"/>
                </a:lnTo>
                <a:lnTo>
                  <a:pt x="12854" y="4248"/>
                </a:lnTo>
                <a:lnTo>
                  <a:pt x="12853" y="4248"/>
                </a:lnTo>
                <a:lnTo>
                  <a:pt x="12853" y="4247"/>
                </a:lnTo>
                <a:lnTo>
                  <a:pt x="12852" y="4247"/>
                </a:lnTo>
                <a:lnTo>
                  <a:pt x="12851" y="4247"/>
                </a:lnTo>
                <a:lnTo>
                  <a:pt x="12850" y="4246"/>
                </a:lnTo>
                <a:lnTo>
                  <a:pt x="12849" y="4246"/>
                </a:lnTo>
                <a:lnTo>
                  <a:pt x="12849" y="4245"/>
                </a:lnTo>
                <a:lnTo>
                  <a:pt x="12848" y="4245"/>
                </a:lnTo>
                <a:lnTo>
                  <a:pt x="12847" y="4245"/>
                </a:lnTo>
                <a:lnTo>
                  <a:pt x="12847" y="4244"/>
                </a:lnTo>
                <a:lnTo>
                  <a:pt x="12846" y="4244"/>
                </a:lnTo>
                <a:lnTo>
                  <a:pt x="12845" y="4244"/>
                </a:lnTo>
                <a:lnTo>
                  <a:pt x="12844" y="4243"/>
                </a:lnTo>
                <a:lnTo>
                  <a:pt x="12843" y="4243"/>
                </a:lnTo>
                <a:lnTo>
                  <a:pt x="12843" y="4242"/>
                </a:lnTo>
                <a:lnTo>
                  <a:pt x="12842" y="4242"/>
                </a:lnTo>
                <a:lnTo>
                  <a:pt x="12841" y="4241"/>
                </a:lnTo>
                <a:lnTo>
                  <a:pt x="12840" y="4241"/>
                </a:lnTo>
                <a:lnTo>
                  <a:pt x="12839" y="4240"/>
                </a:lnTo>
                <a:lnTo>
                  <a:pt x="12838" y="4240"/>
                </a:lnTo>
                <a:lnTo>
                  <a:pt x="12837" y="4240"/>
                </a:lnTo>
                <a:lnTo>
                  <a:pt x="12837" y="4239"/>
                </a:lnTo>
                <a:lnTo>
                  <a:pt x="12836" y="4239"/>
                </a:lnTo>
                <a:lnTo>
                  <a:pt x="12835" y="4238"/>
                </a:lnTo>
                <a:lnTo>
                  <a:pt x="12834" y="4238"/>
                </a:lnTo>
                <a:lnTo>
                  <a:pt x="12833" y="4237"/>
                </a:lnTo>
                <a:lnTo>
                  <a:pt x="12832" y="4237"/>
                </a:lnTo>
                <a:lnTo>
                  <a:pt x="12831" y="4236"/>
                </a:lnTo>
                <a:lnTo>
                  <a:pt x="12830" y="4236"/>
                </a:lnTo>
                <a:lnTo>
                  <a:pt x="12829" y="4235"/>
                </a:lnTo>
                <a:lnTo>
                  <a:pt x="12828" y="4235"/>
                </a:lnTo>
                <a:lnTo>
                  <a:pt x="12827" y="4234"/>
                </a:lnTo>
                <a:lnTo>
                  <a:pt x="12826" y="4234"/>
                </a:lnTo>
                <a:lnTo>
                  <a:pt x="12825" y="4233"/>
                </a:lnTo>
                <a:lnTo>
                  <a:pt x="12824" y="4233"/>
                </a:lnTo>
                <a:lnTo>
                  <a:pt x="12823" y="4232"/>
                </a:lnTo>
                <a:lnTo>
                  <a:pt x="12822" y="4232"/>
                </a:lnTo>
                <a:lnTo>
                  <a:pt x="12822" y="4231"/>
                </a:lnTo>
                <a:lnTo>
                  <a:pt x="12821" y="4231"/>
                </a:lnTo>
                <a:lnTo>
                  <a:pt x="12820" y="4231"/>
                </a:lnTo>
                <a:lnTo>
                  <a:pt x="12819" y="4230"/>
                </a:lnTo>
                <a:lnTo>
                  <a:pt x="12818" y="4230"/>
                </a:lnTo>
                <a:lnTo>
                  <a:pt x="12817" y="4229"/>
                </a:lnTo>
                <a:lnTo>
                  <a:pt x="12816" y="4229"/>
                </a:lnTo>
                <a:lnTo>
                  <a:pt x="12816" y="4228"/>
                </a:lnTo>
                <a:lnTo>
                  <a:pt x="12815" y="4228"/>
                </a:lnTo>
                <a:lnTo>
                  <a:pt x="12814" y="4228"/>
                </a:lnTo>
                <a:lnTo>
                  <a:pt x="12814" y="4227"/>
                </a:lnTo>
                <a:lnTo>
                  <a:pt x="12813" y="4227"/>
                </a:lnTo>
                <a:lnTo>
                  <a:pt x="12812" y="4227"/>
                </a:lnTo>
                <a:lnTo>
                  <a:pt x="12812" y="4226"/>
                </a:lnTo>
                <a:lnTo>
                  <a:pt x="12811" y="4226"/>
                </a:lnTo>
                <a:lnTo>
                  <a:pt x="12810" y="4226"/>
                </a:lnTo>
                <a:lnTo>
                  <a:pt x="12810" y="4225"/>
                </a:lnTo>
                <a:lnTo>
                  <a:pt x="12809" y="4225"/>
                </a:lnTo>
                <a:lnTo>
                  <a:pt x="12808" y="4224"/>
                </a:lnTo>
                <a:lnTo>
                  <a:pt x="12807" y="4224"/>
                </a:lnTo>
                <a:lnTo>
                  <a:pt x="12806" y="4224"/>
                </a:lnTo>
                <a:lnTo>
                  <a:pt x="12806" y="4223"/>
                </a:lnTo>
                <a:lnTo>
                  <a:pt x="12805" y="4223"/>
                </a:lnTo>
                <a:lnTo>
                  <a:pt x="12804" y="4223"/>
                </a:lnTo>
                <a:lnTo>
                  <a:pt x="12804" y="4222"/>
                </a:lnTo>
                <a:lnTo>
                  <a:pt x="12803" y="4222"/>
                </a:lnTo>
                <a:lnTo>
                  <a:pt x="12802" y="4221"/>
                </a:lnTo>
                <a:lnTo>
                  <a:pt x="12801" y="4221"/>
                </a:lnTo>
                <a:lnTo>
                  <a:pt x="12800" y="4221"/>
                </a:lnTo>
                <a:lnTo>
                  <a:pt x="12800" y="4220"/>
                </a:lnTo>
                <a:lnTo>
                  <a:pt x="12799" y="4220"/>
                </a:lnTo>
                <a:lnTo>
                  <a:pt x="12798" y="4219"/>
                </a:lnTo>
                <a:lnTo>
                  <a:pt x="12797" y="4219"/>
                </a:lnTo>
                <a:lnTo>
                  <a:pt x="12796" y="4218"/>
                </a:lnTo>
                <a:lnTo>
                  <a:pt x="12795" y="4218"/>
                </a:lnTo>
                <a:lnTo>
                  <a:pt x="12794" y="4217"/>
                </a:lnTo>
                <a:lnTo>
                  <a:pt x="12793" y="4217"/>
                </a:lnTo>
                <a:lnTo>
                  <a:pt x="12792" y="4216"/>
                </a:lnTo>
                <a:lnTo>
                  <a:pt x="12791" y="4216"/>
                </a:lnTo>
                <a:lnTo>
                  <a:pt x="12790" y="4215"/>
                </a:lnTo>
                <a:lnTo>
                  <a:pt x="12789" y="4215"/>
                </a:lnTo>
                <a:lnTo>
                  <a:pt x="12789" y="4214"/>
                </a:lnTo>
                <a:lnTo>
                  <a:pt x="12788" y="4214"/>
                </a:lnTo>
                <a:lnTo>
                  <a:pt x="12787" y="4214"/>
                </a:lnTo>
                <a:lnTo>
                  <a:pt x="12786" y="4213"/>
                </a:lnTo>
                <a:lnTo>
                  <a:pt x="12785" y="4213"/>
                </a:lnTo>
                <a:lnTo>
                  <a:pt x="12785" y="4212"/>
                </a:lnTo>
                <a:lnTo>
                  <a:pt x="12784" y="4212"/>
                </a:lnTo>
                <a:lnTo>
                  <a:pt x="12783" y="4212"/>
                </a:lnTo>
                <a:lnTo>
                  <a:pt x="12783" y="4211"/>
                </a:lnTo>
                <a:lnTo>
                  <a:pt x="12782" y="4211"/>
                </a:lnTo>
                <a:lnTo>
                  <a:pt x="12781" y="4211"/>
                </a:lnTo>
                <a:lnTo>
                  <a:pt x="12780" y="4210"/>
                </a:lnTo>
                <a:lnTo>
                  <a:pt x="12779" y="4210"/>
                </a:lnTo>
                <a:lnTo>
                  <a:pt x="12779" y="4209"/>
                </a:lnTo>
                <a:lnTo>
                  <a:pt x="12778" y="4209"/>
                </a:lnTo>
                <a:lnTo>
                  <a:pt x="12777" y="4209"/>
                </a:lnTo>
                <a:lnTo>
                  <a:pt x="12777" y="4208"/>
                </a:lnTo>
                <a:lnTo>
                  <a:pt x="12776" y="4208"/>
                </a:lnTo>
                <a:lnTo>
                  <a:pt x="12775" y="4208"/>
                </a:lnTo>
                <a:lnTo>
                  <a:pt x="12775" y="4207"/>
                </a:lnTo>
                <a:lnTo>
                  <a:pt x="12774" y="4207"/>
                </a:lnTo>
                <a:lnTo>
                  <a:pt x="12773" y="4207"/>
                </a:lnTo>
                <a:lnTo>
                  <a:pt x="12773" y="4206"/>
                </a:lnTo>
                <a:lnTo>
                  <a:pt x="12772" y="4206"/>
                </a:lnTo>
                <a:lnTo>
                  <a:pt x="12771" y="4205"/>
                </a:lnTo>
                <a:lnTo>
                  <a:pt x="12770" y="4205"/>
                </a:lnTo>
                <a:lnTo>
                  <a:pt x="12769" y="4205"/>
                </a:lnTo>
                <a:lnTo>
                  <a:pt x="12769" y="4204"/>
                </a:lnTo>
                <a:lnTo>
                  <a:pt x="12768" y="4204"/>
                </a:lnTo>
                <a:lnTo>
                  <a:pt x="12767" y="4204"/>
                </a:lnTo>
                <a:lnTo>
                  <a:pt x="12767" y="4203"/>
                </a:lnTo>
                <a:lnTo>
                  <a:pt x="12766" y="4203"/>
                </a:lnTo>
                <a:lnTo>
                  <a:pt x="12765" y="4202"/>
                </a:lnTo>
                <a:lnTo>
                  <a:pt x="12764" y="4202"/>
                </a:lnTo>
                <a:lnTo>
                  <a:pt x="12763" y="4201"/>
                </a:lnTo>
                <a:lnTo>
                  <a:pt x="12762" y="4201"/>
                </a:lnTo>
                <a:lnTo>
                  <a:pt x="12761" y="4200"/>
                </a:lnTo>
                <a:lnTo>
                  <a:pt x="12760" y="4200"/>
                </a:lnTo>
                <a:lnTo>
                  <a:pt x="12759" y="4199"/>
                </a:lnTo>
                <a:lnTo>
                  <a:pt x="12758" y="4199"/>
                </a:lnTo>
                <a:lnTo>
                  <a:pt x="12757" y="4198"/>
                </a:lnTo>
                <a:lnTo>
                  <a:pt x="12756" y="4198"/>
                </a:lnTo>
                <a:lnTo>
                  <a:pt x="12755" y="4197"/>
                </a:lnTo>
                <a:lnTo>
                  <a:pt x="12754" y="4197"/>
                </a:lnTo>
                <a:lnTo>
                  <a:pt x="12753" y="4196"/>
                </a:lnTo>
                <a:lnTo>
                  <a:pt x="12752" y="4196"/>
                </a:lnTo>
                <a:lnTo>
                  <a:pt x="12752" y="4195"/>
                </a:lnTo>
                <a:lnTo>
                  <a:pt x="12751" y="4195"/>
                </a:lnTo>
                <a:lnTo>
                  <a:pt x="12750" y="4195"/>
                </a:lnTo>
                <a:lnTo>
                  <a:pt x="12749" y="4194"/>
                </a:lnTo>
                <a:lnTo>
                  <a:pt x="12748" y="4194"/>
                </a:lnTo>
                <a:lnTo>
                  <a:pt x="12747" y="4193"/>
                </a:lnTo>
                <a:lnTo>
                  <a:pt x="12746" y="4193"/>
                </a:lnTo>
                <a:lnTo>
                  <a:pt x="12746" y="4192"/>
                </a:lnTo>
                <a:lnTo>
                  <a:pt x="12745" y="4192"/>
                </a:lnTo>
                <a:lnTo>
                  <a:pt x="12744" y="4192"/>
                </a:lnTo>
                <a:lnTo>
                  <a:pt x="12743" y="4191"/>
                </a:lnTo>
                <a:lnTo>
                  <a:pt x="12742" y="4191"/>
                </a:lnTo>
                <a:lnTo>
                  <a:pt x="12742" y="4190"/>
                </a:lnTo>
                <a:lnTo>
                  <a:pt x="12741" y="4190"/>
                </a:lnTo>
                <a:lnTo>
                  <a:pt x="12740" y="4190"/>
                </a:lnTo>
                <a:lnTo>
                  <a:pt x="12740" y="4189"/>
                </a:lnTo>
                <a:lnTo>
                  <a:pt x="12739" y="4189"/>
                </a:lnTo>
                <a:lnTo>
                  <a:pt x="12738" y="4188"/>
                </a:lnTo>
                <a:lnTo>
                  <a:pt x="12737" y="4188"/>
                </a:lnTo>
                <a:lnTo>
                  <a:pt x="12736" y="4188"/>
                </a:lnTo>
                <a:lnTo>
                  <a:pt x="12736" y="4187"/>
                </a:lnTo>
                <a:lnTo>
                  <a:pt x="12735" y="4187"/>
                </a:lnTo>
                <a:lnTo>
                  <a:pt x="12734" y="4186"/>
                </a:lnTo>
                <a:lnTo>
                  <a:pt x="12733" y="4186"/>
                </a:lnTo>
                <a:lnTo>
                  <a:pt x="12732" y="4185"/>
                </a:lnTo>
                <a:lnTo>
                  <a:pt x="12731" y="4185"/>
                </a:lnTo>
                <a:lnTo>
                  <a:pt x="12730" y="4185"/>
                </a:lnTo>
                <a:lnTo>
                  <a:pt x="12730" y="4184"/>
                </a:lnTo>
                <a:lnTo>
                  <a:pt x="12729" y="4184"/>
                </a:lnTo>
                <a:lnTo>
                  <a:pt x="12728" y="4183"/>
                </a:lnTo>
                <a:lnTo>
                  <a:pt x="12727" y="4183"/>
                </a:lnTo>
                <a:lnTo>
                  <a:pt x="12726" y="4182"/>
                </a:lnTo>
                <a:lnTo>
                  <a:pt x="12725" y="4182"/>
                </a:lnTo>
                <a:lnTo>
                  <a:pt x="12724" y="4181"/>
                </a:lnTo>
                <a:lnTo>
                  <a:pt x="12723" y="4181"/>
                </a:lnTo>
                <a:lnTo>
                  <a:pt x="12722" y="4180"/>
                </a:lnTo>
                <a:lnTo>
                  <a:pt x="12721" y="4180"/>
                </a:lnTo>
                <a:lnTo>
                  <a:pt x="12720" y="4179"/>
                </a:lnTo>
                <a:lnTo>
                  <a:pt x="12719" y="4179"/>
                </a:lnTo>
                <a:lnTo>
                  <a:pt x="12718" y="4178"/>
                </a:lnTo>
                <a:lnTo>
                  <a:pt x="12717" y="4178"/>
                </a:lnTo>
                <a:lnTo>
                  <a:pt x="12716" y="4177"/>
                </a:lnTo>
                <a:lnTo>
                  <a:pt x="12715" y="4177"/>
                </a:lnTo>
                <a:lnTo>
                  <a:pt x="12715" y="4176"/>
                </a:lnTo>
                <a:lnTo>
                  <a:pt x="12714" y="4176"/>
                </a:lnTo>
                <a:lnTo>
                  <a:pt x="12713" y="4176"/>
                </a:lnTo>
                <a:lnTo>
                  <a:pt x="12712" y="4175"/>
                </a:lnTo>
                <a:lnTo>
                  <a:pt x="12711" y="4175"/>
                </a:lnTo>
                <a:lnTo>
                  <a:pt x="12710" y="4174"/>
                </a:lnTo>
                <a:lnTo>
                  <a:pt x="12709" y="4174"/>
                </a:lnTo>
                <a:lnTo>
                  <a:pt x="12709" y="4173"/>
                </a:lnTo>
                <a:lnTo>
                  <a:pt x="12708" y="4173"/>
                </a:lnTo>
                <a:lnTo>
                  <a:pt x="12707" y="4172"/>
                </a:lnTo>
                <a:lnTo>
                  <a:pt x="12706" y="4172"/>
                </a:lnTo>
                <a:lnTo>
                  <a:pt x="12705" y="4172"/>
                </a:lnTo>
                <a:lnTo>
                  <a:pt x="12705" y="4171"/>
                </a:lnTo>
                <a:lnTo>
                  <a:pt x="12704" y="4171"/>
                </a:lnTo>
                <a:lnTo>
                  <a:pt x="12703" y="4171"/>
                </a:lnTo>
                <a:lnTo>
                  <a:pt x="12703" y="4170"/>
                </a:lnTo>
                <a:lnTo>
                  <a:pt x="12702" y="4170"/>
                </a:lnTo>
                <a:lnTo>
                  <a:pt x="12701" y="4169"/>
                </a:lnTo>
                <a:lnTo>
                  <a:pt x="12700" y="4169"/>
                </a:lnTo>
                <a:lnTo>
                  <a:pt x="12699" y="4169"/>
                </a:lnTo>
                <a:lnTo>
                  <a:pt x="12699" y="4168"/>
                </a:lnTo>
                <a:lnTo>
                  <a:pt x="12698" y="4168"/>
                </a:lnTo>
                <a:lnTo>
                  <a:pt x="12697" y="4167"/>
                </a:lnTo>
                <a:lnTo>
                  <a:pt x="12696" y="4167"/>
                </a:lnTo>
                <a:lnTo>
                  <a:pt x="12695" y="4166"/>
                </a:lnTo>
                <a:lnTo>
                  <a:pt x="12694" y="4166"/>
                </a:lnTo>
                <a:lnTo>
                  <a:pt x="12693" y="4166"/>
                </a:lnTo>
                <a:lnTo>
                  <a:pt x="12693" y="4165"/>
                </a:lnTo>
                <a:lnTo>
                  <a:pt x="12692" y="4165"/>
                </a:lnTo>
                <a:lnTo>
                  <a:pt x="12691" y="4164"/>
                </a:lnTo>
                <a:lnTo>
                  <a:pt x="12690" y="4164"/>
                </a:lnTo>
                <a:lnTo>
                  <a:pt x="12689" y="4163"/>
                </a:lnTo>
                <a:lnTo>
                  <a:pt x="12688" y="4163"/>
                </a:lnTo>
                <a:lnTo>
                  <a:pt x="12687" y="4162"/>
                </a:lnTo>
                <a:lnTo>
                  <a:pt x="12686" y="4162"/>
                </a:lnTo>
                <a:lnTo>
                  <a:pt x="12685" y="4161"/>
                </a:lnTo>
                <a:lnTo>
                  <a:pt x="12684" y="4161"/>
                </a:lnTo>
                <a:lnTo>
                  <a:pt x="12683" y="4160"/>
                </a:lnTo>
                <a:lnTo>
                  <a:pt x="12682" y="4160"/>
                </a:lnTo>
                <a:lnTo>
                  <a:pt x="12682" y="4159"/>
                </a:lnTo>
                <a:lnTo>
                  <a:pt x="12681" y="4159"/>
                </a:lnTo>
                <a:lnTo>
                  <a:pt x="12680" y="4159"/>
                </a:lnTo>
                <a:lnTo>
                  <a:pt x="12679" y="4158"/>
                </a:lnTo>
                <a:lnTo>
                  <a:pt x="12678" y="4158"/>
                </a:lnTo>
                <a:lnTo>
                  <a:pt x="12678" y="4157"/>
                </a:lnTo>
                <a:lnTo>
                  <a:pt x="12677" y="4157"/>
                </a:lnTo>
                <a:lnTo>
                  <a:pt x="12676" y="4157"/>
                </a:lnTo>
                <a:lnTo>
                  <a:pt x="12676" y="4156"/>
                </a:lnTo>
                <a:lnTo>
                  <a:pt x="12675" y="4156"/>
                </a:lnTo>
                <a:lnTo>
                  <a:pt x="12674" y="4156"/>
                </a:lnTo>
                <a:lnTo>
                  <a:pt x="12673" y="4155"/>
                </a:lnTo>
                <a:lnTo>
                  <a:pt x="12672" y="4155"/>
                </a:lnTo>
                <a:lnTo>
                  <a:pt x="12672" y="4154"/>
                </a:lnTo>
                <a:lnTo>
                  <a:pt x="12671" y="4154"/>
                </a:lnTo>
                <a:lnTo>
                  <a:pt x="12670" y="4153"/>
                </a:lnTo>
                <a:lnTo>
                  <a:pt x="12669" y="4153"/>
                </a:lnTo>
                <a:lnTo>
                  <a:pt x="12668" y="4153"/>
                </a:lnTo>
                <a:lnTo>
                  <a:pt x="12668" y="4152"/>
                </a:lnTo>
                <a:lnTo>
                  <a:pt x="12667" y="4152"/>
                </a:lnTo>
                <a:lnTo>
                  <a:pt x="12666" y="4152"/>
                </a:lnTo>
                <a:lnTo>
                  <a:pt x="12666" y="4151"/>
                </a:lnTo>
                <a:lnTo>
                  <a:pt x="12665" y="4151"/>
                </a:lnTo>
                <a:lnTo>
                  <a:pt x="12664" y="4150"/>
                </a:lnTo>
                <a:lnTo>
                  <a:pt x="12663" y="4150"/>
                </a:lnTo>
                <a:lnTo>
                  <a:pt x="12662" y="4150"/>
                </a:lnTo>
                <a:lnTo>
                  <a:pt x="12662" y="4149"/>
                </a:lnTo>
                <a:lnTo>
                  <a:pt x="12661" y="4149"/>
                </a:lnTo>
                <a:lnTo>
                  <a:pt x="12660" y="4148"/>
                </a:lnTo>
                <a:lnTo>
                  <a:pt x="12659" y="4148"/>
                </a:lnTo>
                <a:lnTo>
                  <a:pt x="12658" y="4147"/>
                </a:lnTo>
                <a:lnTo>
                  <a:pt x="12657" y="4147"/>
                </a:lnTo>
                <a:lnTo>
                  <a:pt x="12656" y="4146"/>
                </a:lnTo>
                <a:lnTo>
                  <a:pt x="12655" y="4146"/>
                </a:lnTo>
                <a:lnTo>
                  <a:pt x="12654" y="4145"/>
                </a:lnTo>
                <a:lnTo>
                  <a:pt x="12653" y="4145"/>
                </a:lnTo>
                <a:lnTo>
                  <a:pt x="12652" y="4144"/>
                </a:lnTo>
                <a:lnTo>
                  <a:pt x="12651" y="4144"/>
                </a:lnTo>
                <a:lnTo>
                  <a:pt x="12651" y="4143"/>
                </a:lnTo>
                <a:lnTo>
                  <a:pt x="12650" y="4143"/>
                </a:lnTo>
                <a:lnTo>
                  <a:pt x="12649" y="4143"/>
                </a:lnTo>
                <a:lnTo>
                  <a:pt x="12648" y="4142"/>
                </a:lnTo>
                <a:lnTo>
                  <a:pt x="12647" y="4142"/>
                </a:lnTo>
                <a:lnTo>
                  <a:pt x="12646" y="4141"/>
                </a:lnTo>
                <a:lnTo>
                  <a:pt x="12645" y="4141"/>
                </a:lnTo>
                <a:lnTo>
                  <a:pt x="12645" y="4140"/>
                </a:lnTo>
                <a:lnTo>
                  <a:pt x="12644" y="4140"/>
                </a:lnTo>
                <a:lnTo>
                  <a:pt x="12643" y="4140"/>
                </a:lnTo>
                <a:lnTo>
                  <a:pt x="12642" y="4139"/>
                </a:lnTo>
                <a:lnTo>
                  <a:pt x="12641" y="4139"/>
                </a:lnTo>
                <a:lnTo>
                  <a:pt x="12641" y="4138"/>
                </a:lnTo>
                <a:lnTo>
                  <a:pt x="12640" y="4138"/>
                </a:lnTo>
                <a:lnTo>
                  <a:pt x="12639" y="4138"/>
                </a:lnTo>
                <a:lnTo>
                  <a:pt x="12639" y="4137"/>
                </a:lnTo>
                <a:lnTo>
                  <a:pt x="12638" y="4137"/>
                </a:lnTo>
                <a:lnTo>
                  <a:pt x="12637" y="4137"/>
                </a:lnTo>
                <a:lnTo>
                  <a:pt x="12636" y="4136"/>
                </a:lnTo>
                <a:lnTo>
                  <a:pt x="12635" y="4136"/>
                </a:lnTo>
                <a:lnTo>
                  <a:pt x="12635" y="4135"/>
                </a:lnTo>
                <a:lnTo>
                  <a:pt x="12634" y="4135"/>
                </a:lnTo>
                <a:lnTo>
                  <a:pt x="12633" y="4135"/>
                </a:lnTo>
                <a:lnTo>
                  <a:pt x="12633" y="4134"/>
                </a:lnTo>
                <a:lnTo>
                  <a:pt x="12632" y="4134"/>
                </a:lnTo>
                <a:lnTo>
                  <a:pt x="12631" y="4133"/>
                </a:lnTo>
                <a:lnTo>
                  <a:pt x="12630" y="4133"/>
                </a:lnTo>
                <a:lnTo>
                  <a:pt x="12629" y="4133"/>
                </a:lnTo>
                <a:lnTo>
                  <a:pt x="12629" y="4132"/>
                </a:lnTo>
                <a:lnTo>
                  <a:pt x="12628" y="4132"/>
                </a:lnTo>
                <a:lnTo>
                  <a:pt x="12627" y="4131"/>
                </a:lnTo>
                <a:lnTo>
                  <a:pt x="12626" y="4131"/>
                </a:lnTo>
                <a:lnTo>
                  <a:pt x="12625" y="4130"/>
                </a:lnTo>
                <a:lnTo>
                  <a:pt x="12624" y="4130"/>
                </a:lnTo>
                <a:lnTo>
                  <a:pt x="12623" y="4130"/>
                </a:lnTo>
                <a:lnTo>
                  <a:pt x="12623" y="4129"/>
                </a:lnTo>
                <a:lnTo>
                  <a:pt x="12622" y="4129"/>
                </a:lnTo>
                <a:lnTo>
                  <a:pt x="12621" y="4128"/>
                </a:lnTo>
                <a:lnTo>
                  <a:pt x="12620" y="4128"/>
                </a:lnTo>
                <a:lnTo>
                  <a:pt x="12619" y="4127"/>
                </a:lnTo>
                <a:lnTo>
                  <a:pt x="12618" y="4127"/>
                </a:lnTo>
                <a:lnTo>
                  <a:pt x="12617" y="4126"/>
                </a:lnTo>
                <a:lnTo>
                  <a:pt x="12616" y="4126"/>
                </a:lnTo>
                <a:lnTo>
                  <a:pt x="12615" y="4125"/>
                </a:lnTo>
                <a:lnTo>
                  <a:pt x="12614" y="4125"/>
                </a:lnTo>
                <a:lnTo>
                  <a:pt x="12613" y="4124"/>
                </a:lnTo>
                <a:lnTo>
                  <a:pt x="12612" y="4124"/>
                </a:lnTo>
                <a:lnTo>
                  <a:pt x="12611" y="4123"/>
                </a:lnTo>
                <a:lnTo>
                  <a:pt x="12610" y="4123"/>
                </a:lnTo>
                <a:lnTo>
                  <a:pt x="12609" y="4122"/>
                </a:lnTo>
                <a:lnTo>
                  <a:pt x="12608" y="4122"/>
                </a:lnTo>
                <a:lnTo>
                  <a:pt x="12608" y="4121"/>
                </a:lnTo>
                <a:lnTo>
                  <a:pt x="12607" y="4121"/>
                </a:lnTo>
                <a:lnTo>
                  <a:pt x="12606" y="4121"/>
                </a:lnTo>
                <a:lnTo>
                  <a:pt x="12606" y="4120"/>
                </a:lnTo>
                <a:lnTo>
                  <a:pt x="12605" y="4120"/>
                </a:lnTo>
                <a:lnTo>
                  <a:pt x="12604" y="4120"/>
                </a:lnTo>
                <a:lnTo>
                  <a:pt x="12604" y="4119"/>
                </a:lnTo>
                <a:lnTo>
                  <a:pt x="12603" y="4119"/>
                </a:lnTo>
                <a:lnTo>
                  <a:pt x="12602" y="4119"/>
                </a:lnTo>
                <a:lnTo>
                  <a:pt x="12602" y="4118"/>
                </a:lnTo>
                <a:lnTo>
                  <a:pt x="12601" y="4118"/>
                </a:lnTo>
                <a:lnTo>
                  <a:pt x="12600" y="4117"/>
                </a:lnTo>
                <a:lnTo>
                  <a:pt x="12599" y="4117"/>
                </a:lnTo>
                <a:lnTo>
                  <a:pt x="12598" y="4117"/>
                </a:lnTo>
                <a:lnTo>
                  <a:pt x="12598" y="4116"/>
                </a:lnTo>
                <a:lnTo>
                  <a:pt x="12597" y="4116"/>
                </a:lnTo>
                <a:lnTo>
                  <a:pt x="12596" y="4116"/>
                </a:lnTo>
                <a:lnTo>
                  <a:pt x="12596" y="4115"/>
                </a:lnTo>
                <a:lnTo>
                  <a:pt x="12595" y="4115"/>
                </a:lnTo>
                <a:lnTo>
                  <a:pt x="12594" y="4114"/>
                </a:lnTo>
                <a:lnTo>
                  <a:pt x="12593" y="4114"/>
                </a:lnTo>
                <a:lnTo>
                  <a:pt x="12592" y="4114"/>
                </a:lnTo>
                <a:lnTo>
                  <a:pt x="12592" y="4113"/>
                </a:lnTo>
                <a:lnTo>
                  <a:pt x="12591" y="4113"/>
                </a:lnTo>
                <a:lnTo>
                  <a:pt x="12590" y="4112"/>
                </a:lnTo>
                <a:lnTo>
                  <a:pt x="12589" y="4112"/>
                </a:lnTo>
                <a:lnTo>
                  <a:pt x="12588" y="4111"/>
                </a:lnTo>
                <a:lnTo>
                  <a:pt x="12587" y="4111"/>
                </a:lnTo>
                <a:lnTo>
                  <a:pt x="12586" y="4111"/>
                </a:lnTo>
                <a:lnTo>
                  <a:pt x="12586" y="4110"/>
                </a:lnTo>
                <a:lnTo>
                  <a:pt x="12585" y="4110"/>
                </a:lnTo>
                <a:lnTo>
                  <a:pt x="12584" y="4109"/>
                </a:lnTo>
                <a:lnTo>
                  <a:pt x="12583" y="4109"/>
                </a:lnTo>
                <a:lnTo>
                  <a:pt x="12582" y="4108"/>
                </a:lnTo>
                <a:lnTo>
                  <a:pt x="12581" y="4108"/>
                </a:lnTo>
                <a:lnTo>
                  <a:pt x="12581" y="4107"/>
                </a:lnTo>
                <a:lnTo>
                  <a:pt x="12580" y="4107"/>
                </a:lnTo>
                <a:lnTo>
                  <a:pt x="12579" y="4107"/>
                </a:lnTo>
                <a:lnTo>
                  <a:pt x="12578" y="4106"/>
                </a:lnTo>
                <a:lnTo>
                  <a:pt x="12577" y="4106"/>
                </a:lnTo>
                <a:lnTo>
                  <a:pt x="12576" y="4105"/>
                </a:lnTo>
                <a:lnTo>
                  <a:pt x="12575" y="4105"/>
                </a:lnTo>
                <a:lnTo>
                  <a:pt x="12575" y="4104"/>
                </a:lnTo>
                <a:lnTo>
                  <a:pt x="12574" y="4104"/>
                </a:lnTo>
                <a:lnTo>
                  <a:pt x="12573" y="4104"/>
                </a:lnTo>
                <a:lnTo>
                  <a:pt x="12572" y="4103"/>
                </a:lnTo>
                <a:lnTo>
                  <a:pt x="12571" y="4103"/>
                </a:lnTo>
                <a:lnTo>
                  <a:pt x="12571" y="4102"/>
                </a:lnTo>
                <a:lnTo>
                  <a:pt x="12570" y="4102"/>
                </a:lnTo>
                <a:lnTo>
                  <a:pt x="12569" y="4102"/>
                </a:lnTo>
                <a:lnTo>
                  <a:pt x="12569" y="4101"/>
                </a:lnTo>
                <a:lnTo>
                  <a:pt x="12568" y="4101"/>
                </a:lnTo>
                <a:lnTo>
                  <a:pt x="12567" y="4101"/>
                </a:lnTo>
                <a:lnTo>
                  <a:pt x="12566" y="4100"/>
                </a:lnTo>
                <a:lnTo>
                  <a:pt x="12565" y="4100"/>
                </a:lnTo>
                <a:lnTo>
                  <a:pt x="12565" y="4099"/>
                </a:lnTo>
                <a:lnTo>
                  <a:pt x="12564" y="4099"/>
                </a:lnTo>
                <a:lnTo>
                  <a:pt x="12563" y="4098"/>
                </a:lnTo>
                <a:lnTo>
                  <a:pt x="12562" y="4098"/>
                </a:lnTo>
                <a:lnTo>
                  <a:pt x="12561" y="4098"/>
                </a:lnTo>
                <a:lnTo>
                  <a:pt x="12561" y="4097"/>
                </a:lnTo>
                <a:lnTo>
                  <a:pt x="12560" y="4097"/>
                </a:lnTo>
                <a:lnTo>
                  <a:pt x="12559" y="4097"/>
                </a:lnTo>
                <a:lnTo>
                  <a:pt x="12559" y="4096"/>
                </a:lnTo>
                <a:lnTo>
                  <a:pt x="12558" y="4096"/>
                </a:lnTo>
                <a:lnTo>
                  <a:pt x="12557" y="4095"/>
                </a:lnTo>
                <a:lnTo>
                  <a:pt x="12556" y="4095"/>
                </a:lnTo>
                <a:lnTo>
                  <a:pt x="12555" y="4094"/>
                </a:lnTo>
                <a:lnTo>
                  <a:pt x="12554" y="4094"/>
                </a:lnTo>
                <a:lnTo>
                  <a:pt x="12553" y="4093"/>
                </a:lnTo>
                <a:lnTo>
                  <a:pt x="12552" y="4093"/>
                </a:lnTo>
                <a:lnTo>
                  <a:pt x="12551" y="4092"/>
                </a:lnTo>
                <a:lnTo>
                  <a:pt x="12550" y="4092"/>
                </a:lnTo>
                <a:lnTo>
                  <a:pt x="12549" y="4091"/>
                </a:lnTo>
                <a:lnTo>
                  <a:pt x="12548" y="4091"/>
                </a:lnTo>
                <a:lnTo>
                  <a:pt x="12547" y="4090"/>
                </a:lnTo>
                <a:lnTo>
                  <a:pt x="12546" y="4090"/>
                </a:lnTo>
                <a:lnTo>
                  <a:pt x="12545" y="4089"/>
                </a:lnTo>
                <a:lnTo>
                  <a:pt x="12544" y="4089"/>
                </a:lnTo>
                <a:lnTo>
                  <a:pt x="12544" y="4088"/>
                </a:lnTo>
                <a:lnTo>
                  <a:pt x="12543" y="4088"/>
                </a:lnTo>
                <a:lnTo>
                  <a:pt x="12542" y="4088"/>
                </a:lnTo>
                <a:lnTo>
                  <a:pt x="12541" y="4087"/>
                </a:lnTo>
                <a:lnTo>
                  <a:pt x="12540" y="4087"/>
                </a:lnTo>
                <a:lnTo>
                  <a:pt x="12539" y="4086"/>
                </a:lnTo>
                <a:lnTo>
                  <a:pt x="12538" y="4086"/>
                </a:lnTo>
                <a:lnTo>
                  <a:pt x="12538" y="4085"/>
                </a:lnTo>
                <a:lnTo>
                  <a:pt x="12537" y="4085"/>
                </a:lnTo>
                <a:lnTo>
                  <a:pt x="12536" y="4085"/>
                </a:lnTo>
                <a:lnTo>
                  <a:pt x="12535" y="4084"/>
                </a:lnTo>
                <a:lnTo>
                  <a:pt x="12534" y="4084"/>
                </a:lnTo>
                <a:lnTo>
                  <a:pt x="12534" y="4083"/>
                </a:lnTo>
                <a:lnTo>
                  <a:pt x="12533" y="4083"/>
                </a:lnTo>
                <a:lnTo>
                  <a:pt x="12532" y="4083"/>
                </a:lnTo>
                <a:lnTo>
                  <a:pt x="12532" y="4082"/>
                </a:lnTo>
                <a:lnTo>
                  <a:pt x="12531" y="4082"/>
                </a:lnTo>
                <a:lnTo>
                  <a:pt x="12530" y="4081"/>
                </a:lnTo>
                <a:lnTo>
                  <a:pt x="12529" y="4081"/>
                </a:lnTo>
                <a:lnTo>
                  <a:pt x="12528" y="4081"/>
                </a:lnTo>
                <a:lnTo>
                  <a:pt x="12528" y="4080"/>
                </a:lnTo>
                <a:lnTo>
                  <a:pt x="12527" y="4080"/>
                </a:lnTo>
                <a:lnTo>
                  <a:pt x="12526" y="4079"/>
                </a:lnTo>
                <a:lnTo>
                  <a:pt x="12525" y="4079"/>
                </a:lnTo>
                <a:lnTo>
                  <a:pt x="12524" y="4078"/>
                </a:lnTo>
                <a:lnTo>
                  <a:pt x="12523" y="4078"/>
                </a:lnTo>
                <a:lnTo>
                  <a:pt x="12522" y="4078"/>
                </a:lnTo>
                <a:lnTo>
                  <a:pt x="12522" y="4077"/>
                </a:lnTo>
                <a:lnTo>
                  <a:pt x="12521" y="4077"/>
                </a:lnTo>
                <a:lnTo>
                  <a:pt x="12520" y="4076"/>
                </a:lnTo>
                <a:lnTo>
                  <a:pt x="12519" y="4076"/>
                </a:lnTo>
                <a:lnTo>
                  <a:pt x="12518" y="4075"/>
                </a:lnTo>
                <a:lnTo>
                  <a:pt x="12517" y="4075"/>
                </a:lnTo>
                <a:lnTo>
                  <a:pt x="12516" y="4074"/>
                </a:lnTo>
                <a:lnTo>
                  <a:pt x="12515" y="4074"/>
                </a:lnTo>
                <a:lnTo>
                  <a:pt x="12514" y="4073"/>
                </a:lnTo>
                <a:lnTo>
                  <a:pt x="12513" y="4073"/>
                </a:lnTo>
                <a:lnTo>
                  <a:pt x="12512" y="4072"/>
                </a:lnTo>
                <a:lnTo>
                  <a:pt x="12511" y="4072"/>
                </a:lnTo>
                <a:lnTo>
                  <a:pt x="12510" y="4071"/>
                </a:lnTo>
                <a:lnTo>
                  <a:pt x="12509" y="4071"/>
                </a:lnTo>
                <a:lnTo>
                  <a:pt x="12508" y="4070"/>
                </a:lnTo>
                <a:lnTo>
                  <a:pt x="12507" y="4070"/>
                </a:lnTo>
                <a:lnTo>
                  <a:pt x="12507" y="4069"/>
                </a:lnTo>
                <a:lnTo>
                  <a:pt x="12506" y="4069"/>
                </a:lnTo>
                <a:lnTo>
                  <a:pt x="12505" y="4069"/>
                </a:lnTo>
                <a:lnTo>
                  <a:pt x="12505" y="4068"/>
                </a:lnTo>
                <a:lnTo>
                  <a:pt x="12504" y="4068"/>
                </a:lnTo>
                <a:lnTo>
                  <a:pt x="12503" y="4068"/>
                </a:lnTo>
                <a:lnTo>
                  <a:pt x="12502" y="4067"/>
                </a:lnTo>
                <a:lnTo>
                  <a:pt x="12501" y="4067"/>
                </a:lnTo>
                <a:lnTo>
                  <a:pt x="12501" y="4066"/>
                </a:lnTo>
                <a:lnTo>
                  <a:pt x="12500" y="4066"/>
                </a:lnTo>
                <a:lnTo>
                  <a:pt x="12499" y="4066"/>
                </a:lnTo>
                <a:lnTo>
                  <a:pt x="12499" y="4065"/>
                </a:lnTo>
                <a:lnTo>
                  <a:pt x="12498" y="4065"/>
                </a:lnTo>
                <a:lnTo>
                  <a:pt x="12497" y="4065"/>
                </a:lnTo>
                <a:lnTo>
                  <a:pt x="12497" y="4064"/>
                </a:lnTo>
                <a:lnTo>
                  <a:pt x="12496" y="4064"/>
                </a:lnTo>
                <a:lnTo>
                  <a:pt x="12495" y="4064"/>
                </a:lnTo>
                <a:lnTo>
                  <a:pt x="12495" y="4063"/>
                </a:lnTo>
                <a:lnTo>
                  <a:pt x="12494" y="4063"/>
                </a:lnTo>
                <a:lnTo>
                  <a:pt x="12493" y="4062"/>
                </a:lnTo>
                <a:lnTo>
                  <a:pt x="12492" y="4062"/>
                </a:lnTo>
                <a:lnTo>
                  <a:pt x="12491" y="4062"/>
                </a:lnTo>
                <a:lnTo>
                  <a:pt x="12491" y="4061"/>
                </a:lnTo>
                <a:lnTo>
                  <a:pt x="12490" y="4061"/>
                </a:lnTo>
                <a:lnTo>
                  <a:pt x="12489" y="4061"/>
                </a:lnTo>
                <a:lnTo>
                  <a:pt x="12489" y="4060"/>
                </a:lnTo>
                <a:lnTo>
                  <a:pt x="12488" y="4060"/>
                </a:lnTo>
                <a:lnTo>
                  <a:pt x="12487" y="4059"/>
                </a:lnTo>
                <a:lnTo>
                  <a:pt x="12486" y="4059"/>
                </a:lnTo>
                <a:lnTo>
                  <a:pt x="12485" y="4059"/>
                </a:lnTo>
                <a:lnTo>
                  <a:pt x="12485" y="4058"/>
                </a:lnTo>
                <a:lnTo>
                  <a:pt x="12484" y="4058"/>
                </a:lnTo>
                <a:lnTo>
                  <a:pt x="12483" y="4057"/>
                </a:lnTo>
                <a:lnTo>
                  <a:pt x="12482" y="4057"/>
                </a:lnTo>
                <a:lnTo>
                  <a:pt x="12481" y="4056"/>
                </a:lnTo>
                <a:lnTo>
                  <a:pt x="12480" y="4056"/>
                </a:lnTo>
                <a:lnTo>
                  <a:pt x="12480" y="4055"/>
                </a:lnTo>
                <a:lnTo>
                  <a:pt x="12479" y="4055"/>
                </a:lnTo>
                <a:lnTo>
                  <a:pt x="12478" y="4055"/>
                </a:lnTo>
                <a:lnTo>
                  <a:pt x="12477" y="4054"/>
                </a:lnTo>
                <a:lnTo>
                  <a:pt x="12476" y="4054"/>
                </a:lnTo>
                <a:lnTo>
                  <a:pt x="12475" y="4053"/>
                </a:lnTo>
                <a:lnTo>
                  <a:pt x="12474" y="4053"/>
                </a:lnTo>
                <a:lnTo>
                  <a:pt x="12474" y="4052"/>
                </a:lnTo>
                <a:lnTo>
                  <a:pt x="12473" y="4052"/>
                </a:lnTo>
                <a:lnTo>
                  <a:pt x="12472" y="4052"/>
                </a:lnTo>
                <a:lnTo>
                  <a:pt x="12471" y="4051"/>
                </a:lnTo>
                <a:lnTo>
                  <a:pt x="12470" y="4051"/>
                </a:lnTo>
                <a:lnTo>
                  <a:pt x="12470" y="4050"/>
                </a:lnTo>
                <a:lnTo>
                  <a:pt x="12469" y="4050"/>
                </a:lnTo>
                <a:lnTo>
                  <a:pt x="12468" y="4050"/>
                </a:lnTo>
                <a:lnTo>
                  <a:pt x="12468" y="4049"/>
                </a:lnTo>
                <a:lnTo>
                  <a:pt x="12467" y="4049"/>
                </a:lnTo>
                <a:lnTo>
                  <a:pt x="12466" y="4049"/>
                </a:lnTo>
                <a:lnTo>
                  <a:pt x="12465" y="4048"/>
                </a:lnTo>
                <a:lnTo>
                  <a:pt x="12464" y="4048"/>
                </a:lnTo>
                <a:lnTo>
                  <a:pt x="12464" y="4047"/>
                </a:lnTo>
                <a:lnTo>
                  <a:pt x="12463" y="4047"/>
                </a:lnTo>
                <a:lnTo>
                  <a:pt x="12462" y="4047"/>
                </a:lnTo>
                <a:lnTo>
                  <a:pt x="12462" y="4046"/>
                </a:lnTo>
                <a:lnTo>
                  <a:pt x="12461" y="4046"/>
                </a:lnTo>
                <a:lnTo>
                  <a:pt x="12460" y="4046"/>
                </a:lnTo>
                <a:lnTo>
                  <a:pt x="12460" y="4045"/>
                </a:lnTo>
                <a:lnTo>
                  <a:pt x="12459" y="4045"/>
                </a:lnTo>
                <a:lnTo>
                  <a:pt x="12458" y="4045"/>
                </a:lnTo>
                <a:lnTo>
                  <a:pt x="12458" y="4044"/>
                </a:lnTo>
                <a:lnTo>
                  <a:pt x="12457" y="4044"/>
                </a:lnTo>
                <a:lnTo>
                  <a:pt x="12456" y="4043"/>
                </a:lnTo>
                <a:lnTo>
                  <a:pt x="12455" y="4043"/>
                </a:lnTo>
                <a:lnTo>
                  <a:pt x="12454" y="4042"/>
                </a:lnTo>
                <a:lnTo>
                  <a:pt x="12453" y="4042"/>
                </a:lnTo>
                <a:lnTo>
                  <a:pt x="12452" y="4042"/>
                </a:lnTo>
                <a:lnTo>
                  <a:pt x="12452" y="4041"/>
                </a:lnTo>
                <a:lnTo>
                  <a:pt x="12451" y="4041"/>
                </a:lnTo>
                <a:lnTo>
                  <a:pt x="12450" y="4040"/>
                </a:lnTo>
                <a:lnTo>
                  <a:pt x="12449" y="4040"/>
                </a:lnTo>
                <a:lnTo>
                  <a:pt x="12448" y="4039"/>
                </a:lnTo>
                <a:lnTo>
                  <a:pt x="12447" y="4039"/>
                </a:lnTo>
                <a:lnTo>
                  <a:pt x="12446" y="4038"/>
                </a:lnTo>
                <a:lnTo>
                  <a:pt x="12445" y="4038"/>
                </a:lnTo>
                <a:lnTo>
                  <a:pt x="12444" y="4037"/>
                </a:lnTo>
                <a:lnTo>
                  <a:pt x="12443" y="4037"/>
                </a:lnTo>
                <a:lnTo>
                  <a:pt x="12442" y="4036"/>
                </a:lnTo>
                <a:lnTo>
                  <a:pt x="12441" y="4036"/>
                </a:lnTo>
                <a:lnTo>
                  <a:pt x="12440" y="4035"/>
                </a:lnTo>
                <a:lnTo>
                  <a:pt x="12439" y="4035"/>
                </a:lnTo>
                <a:lnTo>
                  <a:pt x="12438" y="4034"/>
                </a:lnTo>
                <a:lnTo>
                  <a:pt x="12437" y="4034"/>
                </a:lnTo>
                <a:lnTo>
                  <a:pt x="12437" y="4033"/>
                </a:lnTo>
                <a:lnTo>
                  <a:pt x="12436" y="4033"/>
                </a:lnTo>
                <a:lnTo>
                  <a:pt x="12435" y="4033"/>
                </a:lnTo>
                <a:lnTo>
                  <a:pt x="12434" y="4032"/>
                </a:lnTo>
                <a:lnTo>
                  <a:pt x="12433" y="4032"/>
                </a:lnTo>
                <a:lnTo>
                  <a:pt x="12432" y="4031"/>
                </a:lnTo>
                <a:lnTo>
                  <a:pt x="12431" y="4031"/>
                </a:lnTo>
                <a:lnTo>
                  <a:pt x="12431" y="4030"/>
                </a:lnTo>
                <a:lnTo>
                  <a:pt x="12430" y="4030"/>
                </a:lnTo>
                <a:lnTo>
                  <a:pt x="12429" y="4029"/>
                </a:lnTo>
                <a:lnTo>
                  <a:pt x="12428" y="4029"/>
                </a:lnTo>
                <a:lnTo>
                  <a:pt x="12427" y="4029"/>
                </a:lnTo>
                <a:lnTo>
                  <a:pt x="12427" y="4028"/>
                </a:lnTo>
                <a:lnTo>
                  <a:pt x="12426" y="4028"/>
                </a:lnTo>
                <a:lnTo>
                  <a:pt x="12425" y="4028"/>
                </a:lnTo>
                <a:lnTo>
                  <a:pt x="12425" y="4027"/>
                </a:lnTo>
                <a:lnTo>
                  <a:pt x="12424" y="4027"/>
                </a:lnTo>
                <a:lnTo>
                  <a:pt x="12423" y="4026"/>
                </a:lnTo>
                <a:lnTo>
                  <a:pt x="12422" y="4026"/>
                </a:lnTo>
                <a:lnTo>
                  <a:pt x="12421" y="4026"/>
                </a:lnTo>
                <a:lnTo>
                  <a:pt x="12421" y="4025"/>
                </a:lnTo>
                <a:lnTo>
                  <a:pt x="12420" y="4025"/>
                </a:lnTo>
                <a:lnTo>
                  <a:pt x="12419" y="4024"/>
                </a:lnTo>
                <a:lnTo>
                  <a:pt x="12418" y="4024"/>
                </a:lnTo>
                <a:lnTo>
                  <a:pt x="12417" y="4023"/>
                </a:lnTo>
                <a:lnTo>
                  <a:pt x="12416" y="4023"/>
                </a:lnTo>
                <a:lnTo>
                  <a:pt x="12415" y="4023"/>
                </a:lnTo>
                <a:lnTo>
                  <a:pt x="12415" y="4022"/>
                </a:lnTo>
                <a:lnTo>
                  <a:pt x="12414" y="4022"/>
                </a:lnTo>
                <a:lnTo>
                  <a:pt x="12413" y="4021"/>
                </a:lnTo>
                <a:lnTo>
                  <a:pt x="12412" y="4021"/>
                </a:lnTo>
                <a:lnTo>
                  <a:pt x="12411" y="4020"/>
                </a:lnTo>
                <a:lnTo>
                  <a:pt x="12410" y="4020"/>
                </a:lnTo>
                <a:lnTo>
                  <a:pt x="12409" y="4019"/>
                </a:lnTo>
                <a:lnTo>
                  <a:pt x="12408" y="4019"/>
                </a:lnTo>
                <a:lnTo>
                  <a:pt x="12407" y="4018"/>
                </a:lnTo>
                <a:lnTo>
                  <a:pt x="12406" y="4018"/>
                </a:lnTo>
                <a:lnTo>
                  <a:pt x="12405" y="4017"/>
                </a:lnTo>
                <a:lnTo>
                  <a:pt x="12404" y="4017"/>
                </a:lnTo>
                <a:lnTo>
                  <a:pt x="12403" y="4016"/>
                </a:lnTo>
                <a:lnTo>
                  <a:pt x="12402" y="4016"/>
                </a:lnTo>
                <a:lnTo>
                  <a:pt x="12401" y="4015"/>
                </a:lnTo>
                <a:lnTo>
                  <a:pt x="12400" y="4015"/>
                </a:lnTo>
                <a:lnTo>
                  <a:pt x="12400" y="4014"/>
                </a:lnTo>
                <a:lnTo>
                  <a:pt x="12399" y="4014"/>
                </a:lnTo>
                <a:lnTo>
                  <a:pt x="12398" y="4014"/>
                </a:lnTo>
                <a:lnTo>
                  <a:pt x="12398" y="4013"/>
                </a:lnTo>
                <a:lnTo>
                  <a:pt x="12397" y="4013"/>
                </a:lnTo>
                <a:lnTo>
                  <a:pt x="12396" y="4013"/>
                </a:lnTo>
                <a:lnTo>
                  <a:pt x="12395" y="4012"/>
                </a:lnTo>
                <a:lnTo>
                  <a:pt x="12394" y="4012"/>
                </a:lnTo>
                <a:lnTo>
                  <a:pt x="12394" y="4011"/>
                </a:lnTo>
                <a:lnTo>
                  <a:pt x="12393" y="4011"/>
                </a:lnTo>
                <a:lnTo>
                  <a:pt x="12392" y="4010"/>
                </a:lnTo>
                <a:lnTo>
                  <a:pt x="12391" y="4010"/>
                </a:lnTo>
                <a:lnTo>
                  <a:pt x="12390" y="4010"/>
                </a:lnTo>
                <a:lnTo>
                  <a:pt x="12390" y="4009"/>
                </a:lnTo>
                <a:lnTo>
                  <a:pt x="12389" y="4009"/>
                </a:lnTo>
                <a:lnTo>
                  <a:pt x="12388" y="4009"/>
                </a:lnTo>
                <a:lnTo>
                  <a:pt x="12388" y="4008"/>
                </a:lnTo>
                <a:lnTo>
                  <a:pt x="12387" y="4008"/>
                </a:lnTo>
                <a:lnTo>
                  <a:pt x="12386" y="4007"/>
                </a:lnTo>
                <a:lnTo>
                  <a:pt x="12385" y="4007"/>
                </a:lnTo>
                <a:lnTo>
                  <a:pt x="12384" y="4007"/>
                </a:lnTo>
                <a:lnTo>
                  <a:pt x="12384" y="4006"/>
                </a:lnTo>
                <a:lnTo>
                  <a:pt x="12383" y="4006"/>
                </a:lnTo>
                <a:lnTo>
                  <a:pt x="12382" y="4005"/>
                </a:lnTo>
                <a:lnTo>
                  <a:pt x="12381" y="4005"/>
                </a:lnTo>
                <a:lnTo>
                  <a:pt x="12380" y="4004"/>
                </a:lnTo>
                <a:lnTo>
                  <a:pt x="12379" y="4004"/>
                </a:lnTo>
                <a:lnTo>
                  <a:pt x="12378" y="4004"/>
                </a:lnTo>
                <a:lnTo>
                  <a:pt x="12378" y="4003"/>
                </a:lnTo>
                <a:lnTo>
                  <a:pt x="12377" y="4003"/>
                </a:lnTo>
                <a:lnTo>
                  <a:pt x="12376" y="4002"/>
                </a:lnTo>
                <a:lnTo>
                  <a:pt x="12375" y="4002"/>
                </a:lnTo>
                <a:lnTo>
                  <a:pt x="12374" y="4001"/>
                </a:lnTo>
                <a:lnTo>
                  <a:pt x="12373" y="4001"/>
                </a:lnTo>
                <a:lnTo>
                  <a:pt x="12373" y="4000"/>
                </a:lnTo>
                <a:lnTo>
                  <a:pt x="12372" y="4000"/>
                </a:lnTo>
                <a:lnTo>
                  <a:pt x="12371" y="4000"/>
                </a:lnTo>
                <a:lnTo>
                  <a:pt x="12370" y="3999"/>
                </a:lnTo>
                <a:lnTo>
                  <a:pt x="12369" y="3999"/>
                </a:lnTo>
                <a:lnTo>
                  <a:pt x="12368" y="3998"/>
                </a:lnTo>
                <a:lnTo>
                  <a:pt x="12367" y="3998"/>
                </a:lnTo>
                <a:lnTo>
                  <a:pt x="12367" y="3997"/>
                </a:lnTo>
                <a:lnTo>
                  <a:pt x="12366" y="3997"/>
                </a:lnTo>
                <a:lnTo>
                  <a:pt x="12365" y="3997"/>
                </a:lnTo>
                <a:lnTo>
                  <a:pt x="12364" y="3996"/>
                </a:lnTo>
                <a:lnTo>
                  <a:pt x="12363" y="3996"/>
                </a:lnTo>
                <a:lnTo>
                  <a:pt x="12363" y="3995"/>
                </a:lnTo>
                <a:lnTo>
                  <a:pt x="12362" y="3995"/>
                </a:lnTo>
                <a:lnTo>
                  <a:pt x="12361" y="3995"/>
                </a:lnTo>
                <a:lnTo>
                  <a:pt x="12361" y="3994"/>
                </a:lnTo>
                <a:lnTo>
                  <a:pt x="12360" y="3994"/>
                </a:lnTo>
                <a:lnTo>
                  <a:pt x="12359" y="3994"/>
                </a:lnTo>
                <a:lnTo>
                  <a:pt x="12358" y="3993"/>
                </a:lnTo>
                <a:lnTo>
                  <a:pt x="12357" y="3993"/>
                </a:lnTo>
                <a:lnTo>
                  <a:pt x="12357" y="3992"/>
                </a:lnTo>
                <a:lnTo>
                  <a:pt x="12356" y="3992"/>
                </a:lnTo>
                <a:lnTo>
                  <a:pt x="12355" y="3991"/>
                </a:lnTo>
                <a:lnTo>
                  <a:pt x="12354" y="3991"/>
                </a:lnTo>
                <a:lnTo>
                  <a:pt x="12353" y="3991"/>
                </a:lnTo>
                <a:lnTo>
                  <a:pt x="12353" y="3990"/>
                </a:lnTo>
                <a:lnTo>
                  <a:pt x="12352" y="3990"/>
                </a:lnTo>
                <a:lnTo>
                  <a:pt x="12351" y="3990"/>
                </a:lnTo>
                <a:lnTo>
                  <a:pt x="12351" y="3989"/>
                </a:lnTo>
                <a:lnTo>
                  <a:pt x="12350" y="3989"/>
                </a:lnTo>
                <a:lnTo>
                  <a:pt x="12349" y="3988"/>
                </a:lnTo>
                <a:lnTo>
                  <a:pt x="12348" y="3988"/>
                </a:lnTo>
                <a:lnTo>
                  <a:pt x="12347" y="3987"/>
                </a:lnTo>
                <a:lnTo>
                  <a:pt x="12346" y="3987"/>
                </a:lnTo>
                <a:lnTo>
                  <a:pt x="12345" y="3986"/>
                </a:lnTo>
                <a:lnTo>
                  <a:pt x="12344" y="3986"/>
                </a:lnTo>
                <a:lnTo>
                  <a:pt x="12343" y="3985"/>
                </a:lnTo>
                <a:lnTo>
                  <a:pt x="12342" y="3985"/>
                </a:lnTo>
                <a:lnTo>
                  <a:pt x="12341" y="3984"/>
                </a:lnTo>
                <a:lnTo>
                  <a:pt x="12340" y="3984"/>
                </a:lnTo>
                <a:lnTo>
                  <a:pt x="12339" y="3983"/>
                </a:lnTo>
                <a:lnTo>
                  <a:pt x="12338" y="3983"/>
                </a:lnTo>
                <a:lnTo>
                  <a:pt x="12337" y="3982"/>
                </a:lnTo>
                <a:lnTo>
                  <a:pt x="12336" y="3982"/>
                </a:lnTo>
                <a:lnTo>
                  <a:pt x="12336" y="3981"/>
                </a:lnTo>
                <a:lnTo>
                  <a:pt x="12335" y="3981"/>
                </a:lnTo>
                <a:lnTo>
                  <a:pt x="12334" y="3981"/>
                </a:lnTo>
                <a:lnTo>
                  <a:pt x="12333" y="3980"/>
                </a:lnTo>
                <a:lnTo>
                  <a:pt x="12332" y="3980"/>
                </a:lnTo>
                <a:lnTo>
                  <a:pt x="12331" y="3979"/>
                </a:lnTo>
                <a:lnTo>
                  <a:pt x="12330" y="3979"/>
                </a:lnTo>
                <a:lnTo>
                  <a:pt x="12330" y="3978"/>
                </a:lnTo>
                <a:lnTo>
                  <a:pt x="12329" y="3978"/>
                </a:lnTo>
                <a:lnTo>
                  <a:pt x="12328" y="3978"/>
                </a:lnTo>
                <a:lnTo>
                  <a:pt x="12327" y="3977"/>
                </a:lnTo>
                <a:lnTo>
                  <a:pt x="12326" y="3977"/>
                </a:lnTo>
                <a:lnTo>
                  <a:pt x="12326" y="3976"/>
                </a:lnTo>
                <a:lnTo>
                  <a:pt x="12325" y="3976"/>
                </a:lnTo>
                <a:lnTo>
                  <a:pt x="12324" y="3976"/>
                </a:lnTo>
                <a:lnTo>
                  <a:pt x="12324" y="3975"/>
                </a:lnTo>
                <a:lnTo>
                  <a:pt x="12323" y="3975"/>
                </a:lnTo>
                <a:lnTo>
                  <a:pt x="12322" y="3974"/>
                </a:lnTo>
                <a:lnTo>
                  <a:pt x="12321" y="3974"/>
                </a:lnTo>
                <a:lnTo>
                  <a:pt x="12320" y="3974"/>
                </a:lnTo>
                <a:lnTo>
                  <a:pt x="12320" y="3973"/>
                </a:lnTo>
                <a:lnTo>
                  <a:pt x="12319" y="3973"/>
                </a:lnTo>
                <a:lnTo>
                  <a:pt x="12318" y="3973"/>
                </a:lnTo>
                <a:lnTo>
                  <a:pt x="12318" y="3972"/>
                </a:lnTo>
                <a:lnTo>
                  <a:pt x="12317" y="3972"/>
                </a:lnTo>
                <a:lnTo>
                  <a:pt x="12316" y="3971"/>
                </a:lnTo>
                <a:lnTo>
                  <a:pt x="12315" y="3971"/>
                </a:lnTo>
                <a:lnTo>
                  <a:pt x="12314" y="3971"/>
                </a:lnTo>
                <a:lnTo>
                  <a:pt x="12314" y="3970"/>
                </a:lnTo>
                <a:lnTo>
                  <a:pt x="12313" y="3970"/>
                </a:lnTo>
                <a:lnTo>
                  <a:pt x="12312" y="3969"/>
                </a:lnTo>
                <a:lnTo>
                  <a:pt x="12311" y="3969"/>
                </a:lnTo>
                <a:lnTo>
                  <a:pt x="12310" y="3968"/>
                </a:lnTo>
                <a:lnTo>
                  <a:pt x="12309" y="3968"/>
                </a:lnTo>
                <a:lnTo>
                  <a:pt x="12308" y="3968"/>
                </a:lnTo>
                <a:lnTo>
                  <a:pt x="12308" y="3967"/>
                </a:lnTo>
                <a:lnTo>
                  <a:pt x="12307" y="3967"/>
                </a:lnTo>
                <a:lnTo>
                  <a:pt x="12306" y="3966"/>
                </a:lnTo>
                <a:lnTo>
                  <a:pt x="12305" y="3966"/>
                </a:lnTo>
                <a:lnTo>
                  <a:pt x="12304" y="3965"/>
                </a:lnTo>
                <a:lnTo>
                  <a:pt x="12303" y="3965"/>
                </a:lnTo>
                <a:lnTo>
                  <a:pt x="12302" y="3964"/>
                </a:lnTo>
                <a:lnTo>
                  <a:pt x="12301" y="3964"/>
                </a:lnTo>
                <a:lnTo>
                  <a:pt x="12300" y="3963"/>
                </a:lnTo>
                <a:lnTo>
                  <a:pt x="12299" y="3963"/>
                </a:lnTo>
                <a:lnTo>
                  <a:pt x="12298" y="3962"/>
                </a:lnTo>
                <a:lnTo>
                  <a:pt x="12297" y="3962"/>
                </a:lnTo>
                <a:lnTo>
                  <a:pt x="12297" y="3961"/>
                </a:lnTo>
                <a:lnTo>
                  <a:pt x="12296" y="3961"/>
                </a:lnTo>
                <a:lnTo>
                  <a:pt x="12295" y="3961"/>
                </a:lnTo>
                <a:lnTo>
                  <a:pt x="12294" y="3960"/>
                </a:lnTo>
                <a:lnTo>
                  <a:pt x="12293" y="3960"/>
                </a:lnTo>
                <a:lnTo>
                  <a:pt x="12293" y="3959"/>
                </a:lnTo>
                <a:lnTo>
                  <a:pt x="12292" y="3959"/>
                </a:lnTo>
                <a:lnTo>
                  <a:pt x="12291" y="3959"/>
                </a:lnTo>
                <a:lnTo>
                  <a:pt x="12291" y="3958"/>
                </a:lnTo>
                <a:lnTo>
                  <a:pt x="12290" y="3958"/>
                </a:lnTo>
                <a:lnTo>
                  <a:pt x="12289" y="3958"/>
                </a:lnTo>
                <a:lnTo>
                  <a:pt x="12289" y="3957"/>
                </a:lnTo>
                <a:lnTo>
                  <a:pt x="12288" y="3957"/>
                </a:lnTo>
                <a:lnTo>
                  <a:pt x="12287" y="3957"/>
                </a:lnTo>
                <a:lnTo>
                  <a:pt x="12287" y="3956"/>
                </a:lnTo>
                <a:lnTo>
                  <a:pt x="12286" y="3956"/>
                </a:lnTo>
                <a:lnTo>
                  <a:pt x="12285" y="3955"/>
                </a:lnTo>
                <a:lnTo>
                  <a:pt x="12284" y="3955"/>
                </a:lnTo>
                <a:lnTo>
                  <a:pt x="12283" y="3955"/>
                </a:lnTo>
                <a:lnTo>
                  <a:pt x="12283" y="3954"/>
                </a:lnTo>
                <a:lnTo>
                  <a:pt x="12282" y="3954"/>
                </a:lnTo>
                <a:lnTo>
                  <a:pt x="12281" y="3954"/>
                </a:lnTo>
                <a:lnTo>
                  <a:pt x="12281" y="3953"/>
                </a:lnTo>
                <a:lnTo>
                  <a:pt x="12280" y="3953"/>
                </a:lnTo>
                <a:lnTo>
                  <a:pt x="12279" y="3952"/>
                </a:lnTo>
                <a:lnTo>
                  <a:pt x="12278" y="3952"/>
                </a:lnTo>
                <a:lnTo>
                  <a:pt x="12277" y="3952"/>
                </a:lnTo>
                <a:lnTo>
                  <a:pt x="12277" y="3951"/>
                </a:lnTo>
                <a:lnTo>
                  <a:pt x="12276" y="3951"/>
                </a:lnTo>
                <a:lnTo>
                  <a:pt x="12275" y="3950"/>
                </a:lnTo>
                <a:lnTo>
                  <a:pt x="12274" y="3950"/>
                </a:lnTo>
                <a:lnTo>
                  <a:pt x="12273" y="3949"/>
                </a:lnTo>
                <a:lnTo>
                  <a:pt x="12272" y="3949"/>
                </a:lnTo>
                <a:lnTo>
                  <a:pt x="12271" y="3948"/>
                </a:lnTo>
                <a:lnTo>
                  <a:pt x="12270" y="3948"/>
                </a:lnTo>
                <a:lnTo>
                  <a:pt x="12269" y="3947"/>
                </a:lnTo>
                <a:lnTo>
                  <a:pt x="12268" y="3947"/>
                </a:lnTo>
                <a:lnTo>
                  <a:pt x="12267" y="3946"/>
                </a:lnTo>
                <a:lnTo>
                  <a:pt x="12266" y="3946"/>
                </a:lnTo>
                <a:lnTo>
                  <a:pt x="12266" y="3945"/>
                </a:lnTo>
                <a:lnTo>
                  <a:pt x="12265" y="3945"/>
                </a:lnTo>
                <a:lnTo>
                  <a:pt x="12264" y="3945"/>
                </a:lnTo>
                <a:lnTo>
                  <a:pt x="12263" y="3944"/>
                </a:lnTo>
                <a:lnTo>
                  <a:pt x="12262" y="3944"/>
                </a:lnTo>
                <a:lnTo>
                  <a:pt x="12261" y="3943"/>
                </a:lnTo>
                <a:lnTo>
                  <a:pt x="12260" y="3943"/>
                </a:lnTo>
                <a:lnTo>
                  <a:pt x="12260" y="3942"/>
                </a:lnTo>
                <a:lnTo>
                  <a:pt x="12259" y="3942"/>
                </a:lnTo>
                <a:lnTo>
                  <a:pt x="12258" y="3942"/>
                </a:lnTo>
                <a:lnTo>
                  <a:pt x="12257" y="3941"/>
                </a:lnTo>
                <a:lnTo>
                  <a:pt x="12256" y="3941"/>
                </a:lnTo>
                <a:lnTo>
                  <a:pt x="12256" y="3940"/>
                </a:lnTo>
                <a:lnTo>
                  <a:pt x="12255" y="3940"/>
                </a:lnTo>
                <a:lnTo>
                  <a:pt x="12254" y="3940"/>
                </a:lnTo>
                <a:lnTo>
                  <a:pt x="12254" y="3939"/>
                </a:lnTo>
                <a:lnTo>
                  <a:pt x="12253" y="3939"/>
                </a:lnTo>
                <a:lnTo>
                  <a:pt x="12252" y="3939"/>
                </a:lnTo>
                <a:lnTo>
                  <a:pt x="12251" y="3938"/>
                </a:lnTo>
                <a:lnTo>
                  <a:pt x="12250" y="3938"/>
                </a:lnTo>
                <a:lnTo>
                  <a:pt x="12250" y="3937"/>
                </a:lnTo>
                <a:lnTo>
                  <a:pt x="12249" y="3937"/>
                </a:lnTo>
                <a:lnTo>
                  <a:pt x="12248" y="3936"/>
                </a:lnTo>
                <a:lnTo>
                  <a:pt x="12247" y="3936"/>
                </a:lnTo>
                <a:lnTo>
                  <a:pt x="12246" y="3935"/>
                </a:lnTo>
                <a:lnTo>
                  <a:pt x="12245" y="3935"/>
                </a:lnTo>
                <a:lnTo>
                  <a:pt x="12244" y="3935"/>
                </a:lnTo>
                <a:lnTo>
                  <a:pt x="12244" y="3934"/>
                </a:lnTo>
                <a:lnTo>
                  <a:pt x="12243" y="3934"/>
                </a:lnTo>
                <a:lnTo>
                  <a:pt x="12242" y="3933"/>
                </a:lnTo>
                <a:lnTo>
                  <a:pt x="12241" y="3933"/>
                </a:lnTo>
                <a:lnTo>
                  <a:pt x="12240" y="3932"/>
                </a:lnTo>
                <a:lnTo>
                  <a:pt x="12239" y="3932"/>
                </a:lnTo>
                <a:lnTo>
                  <a:pt x="12238" y="3931"/>
                </a:lnTo>
                <a:lnTo>
                  <a:pt x="12237" y="3931"/>
                </a:lnTo>
                <a:lnTo>
                  <a:pt x="12236" y="3930"/>
                </a:lnTo>
                <a:lnTo>
                  <a:pt x="12235" y="3930"/>
                </a:lnTo>
                <a:lnTo>
                  <a:pt x="12234" y="3929"/>
                </a:lnTo>
                <a:lnTo>
                  <a:pt x="12233" y="3929"/>
                </a:lnTo>
                <a:lnTo>
                  <a:pt x="12232" y="3928"/>
                </a:lnTo>
                <a:lnTo>
                  <a:pt x="12231" y="3928"/>
                </a:lnTo>
                <a:lnTo>
                  <a:pt x="12230" y="3927"/>
                </a:lnTo>
                <a:lnTo>
                  <a:pt x="12229" y="3927"/>
                </a:lnTo>
                <a:lnTo>
                  <a:pt x="12229" y="3926"/>
                </a:lnTo>
                <a:lnTo>
                  <a:pt x="12228" y="3926"/>
                </a:lnTo>
                <a:lnTo>
                  <a:pt x="12227" y="3926"/>
                </a:lnTo>
                <a:lnTo>
                  <a:pt x="12226" y="3925"/>
                </a:lnTo>
                <a:lnTo>
                  <a:pt x="12225" y="3925"/>
                </a:lnTo>
                <a:lnTo>
                  <a:pt x="12224" y="3924"/>
                </a:lnTo>
                <a:lnTo>
                  <a:pt x="12223" y="3924"/>
                </a:lnTo>
                <a:lnTo>
                  <a:pt x="12223" y="3923"/>
                </a:lnTo>
                <a:lnTo>
                  <a:pt x="12222" y="3923"/>
                </a:lnTo>
                <a:lnTo>
                  <a:pt x="12221" y="3922"/>
                </a:lnTo>
                <a:lnTo>
                  <a:pt x="12220" y="3922"/>
                </a:lnTo>
                <a:lnTo>
                  <a:pt x="12219" y="3922"/>
                </a:lnTo>
                <a:lnTo>
                  <a:pt x="12219" y="3921"/>
                </a:lnTo>
                <a:lnTo>
                  <a:pt x="12218" y="3921"/>
                </a:lnTo>
                <a:lnTo>
                  <a:pt x="12217" y="3921"/>
                </a:lnTo>
                <a:lnTo>
                  <a:pt x="12217" y="3920"/>
                </a:lnTo>
                <a:lnTo>
                  <a:pt x="12216" y="3920"/>
                </a:lnTo>
                <a:lnTo>
                  <a:pt x="12215" y="3919"/>
                </a:lnTo>
                <a:lnTo>
                  <a:pt x="12214" y="3919"/>
                </a:lnTo>
                <a:lnTo>
                  <a:pt x="12213" y="3919"/>
                </a:lnTo>
                <a:lnTo>
                  <a:pt x="12213" y="3918"/>
                </a:lnTo>
                <a:lnTo>
                  <a:pt x="12212" y="3918"/>
                </a:lnTo>
                <a:lnTo>
                  <a:pt x="12211" y="3917"/>
                </a:lnTo>
                <a:lnTo>
                  <a:pt x="12210" y="3917"/>
                </a:lnTo>
                <a:lnTo>
                  <a:pt x="12209" y="3916"/>
                </a:lnTo>
                <a:lnTo>
                  <a:pt x="12208" y="3916"/>
                </a:lnTo>
                <a:lnTo>
                  <a:pt x="12207" y="3916"/>
                </a:lnTo>
                <a:lnTo>
                  <a:pt x="12207" y="3915"/>
                </a:lnTo>
                <a:lnTo>
                  <a:pt x="12206" y="3915"/>
                </a:lnTo>
                <a:lnTo>
                  <a:pt x="12205" y="3914"/>
                </a:lnTo>
                <a:lnTo>
                  <a:pt x="12204" y="3914"/>
                </a:lnTo>
                <a:lnTo>
                  <a:pt x="12203" y="3913"/>
                </a:lnTo>
                <a:lnTo>
                  <a:pt x="12202" y="3913"/>
                </a:lnTo>
                <a:lnTo>
                  <a:pt x="12201" y="3912"/>
                </a:lnTo>
                <a:lnTo>
                  <a:pt x="12200" y="3912"/>
                </a:lnTo>
                <a:lnTo>
                  <a:pt x="12199" y="3911"/>
                </a:lnTo>
                <a:lnTo>
                  <a:pt x="12198" y="3911"/>
                </a:lnTo>
                <a:lnTo>
                  <a:pt x="12197" y="3910"/>
                </a:lnTo>
                <a:lnTo>
                  <a:pt x="12196" y="3910"/>
                </a:lnTo>
                <a:lnTo>
                  <a:pt x="12196" y="3909"/>
                </a:lnTo>
                <a:lnTo>
                  <a:pt x="12195" y="3909"/>
                </a:lnTo>
                <a:lnTo>
                  <a:pt x="12194" y="3909"/>
                </a:lnTo>
                <a:lnTo>
                  <a:pt x="12193" y="3908"/>
                </a:lnTo>
                <a:lnTo>
                  <a:pt x="12192" y="3908"/>
                </a:lnTo>
                <a:lnTo>
                  <a:pt x="12192" y="3907"/>
                </a:lnTo>
                <a:lnTo>
                  <a:pt x="12191" y="3907"/>
                </a:lnTo>
                <a:lnTo>
                  <a:pt x="12190" y="3907"/>
                </a:lnTo>
                <a:lnTo>
                  <a:pt x="12190" y="3906"/>
                </a:lnTo>
                <a:lnTo>
                  <a:pt x="12189" y="3906"/>
                </a:lnTo>
                <a:lnTo>
                  <a:pt x="12188" y="3906"/>
                </a:lnTo>
                <a:lnTo>
                  <a:pt x="12187" y="3905"/>
                </a:lnTo>
                <a:lnTo>
                  <a:pt x="12186" y="3905"/>
                </a:lnTo>
                <a:lnTo>
                  <a:pt x="12186" y="3904"/>
                </a:lnTo>
                <a:lnTo>
                  <a:pt x="12185" y="3904"/>
                </a:lnTo>
                <a:lnTo>
                  <a:pt x="12184" y="3904"/>
                </a:lnTo>
                <a:lnTo>
                  <a:pt x="12184" y="3903"/>
                </a:lnTo>
                <a:lnTo>
                  <a:pt x="12183" y="3903"/>
                </a:lnTo>
                <a:lnTo>
                  <a:pt x="12182" y="3903"/>
                </a:lnTo>
                <a:lnTo>
                  <a:pt x="12182" y="3902"/>
                </a:lnTo>
                <a:lnTo>
                  <a:pt x="12181" y="3902"/>
                </a:lnTo>
                <a:lnTo>
                  <a:pt x="12180" y="3902"/>
                </a:lnTo>
                <a:lnTo>
                  <a:pt x="12180" y="3901"/>
                </a:lnTo>
                <a:lnTo>
                  <a:pt x="12179" y="3901"/>
                </a:lnTo>
                <a:lnTo>
                  <a:pt x="12178" y="3900"/>
                </a:lnTo>
                <a:lnTo>
                  <a:pt x="12177" y="3900"/>
                </a:lnTo>
                <a:lnTo>
                  <a:pt x="12176" y="3900"/>
                </a:lnTo>
                <a:lnTo>
                  <a:pt x="12176" y="3899"/>
                </a:lnTo>
                <a:lnTo>
                  <a:pt x="12175" y="3899"/>
                </a:lnTo>
                <a:lnTo>
                  <a:pt x="12174" y="3899"/>
                </a:lnTo>
                <a:lnTo>
                  <a:pt x="12174" y="3898"/>
                </a:lnTo>
                <a:lnTo>
                  <a:pt x="12173" y="3898"/>
                </a:lnTo>
                <a:lnTo>
                  <a:pt x="12172" y="3897"/>
                </a:lnTo>
                <a:lnTo>
                  <a:pt x="12171" y="3897"/>
                </a:lnTo>
                <a:lnTo>
                  <a:pt x="12170" y="3896"/>
                </a:lnTo>
                <a:lnTo>
                  <a:pt x="12169" y="3896"/>
                </a:lnTo>
                <a:lnTo>
                  <a:pt x="12168" y="3895"/>
                </a:lnTo>
                <a:lnTo>
                  <a:pt x="12167" y="3895"/>
                </a:lnTo>
                <a:lnTo>
                  <a:pt x="12166" y="3894"/>
                </a:lnTo>
                <a:lnTo>
                  <a:pt x="12165" y="3894"/>
                </a:lnTo>
                <a:lnTo>
                  <a:pt x="12165" y="3893"/>
                </a:lnTo>
                <a:lnTo>
                  <a:pt x="12164" y="3893"/>
                </a:lnTo>
                <a:lnTo>
                  <a:pt x="12163" y="3893"/>
                </a:lnTo>
                <a:lnTo>
                  <a:pt x="12162" y="3892"/>
                </a:lnTo>
                <a:lnTo>
                  <a:pt x="12161" y="3892"/>
                </a:lnTo>
                <a:lnTo>
                  <a:pt x="12160" y="3891"/>
                </a:lnTo>
                <a:lnTo>
                  <a:pt x="12159" y="3891"/>
                </a:lnTo>
                <a:lnTo>
                  <a:pt x="12159" y="3890"/>
                </a:lnTo>
                <a:lnTo>
                  <a:pt x="12158" y="3890"/>
                </a:lnTo>
                <a:lnTo>
                  <a:pt x="12157" y="3890"/>
                </a:lnTo>
                <a:lnTo>
                  <a:pt x="12156" y="3889"/>
                </a:lnTo>
                <a:lnTo>
                  <a:pt x="12155" y="3889"/>
                </a:lnTo>
                <a:lnTo>
                  <a:pt x="12155" y="3888"/>
                </a:lnTo>
                <a:lnTo>
                  <a:pt x="12154" y="3888"/>
                </a:lnTo>
                <a:lnTo>
                  <a:pt x="12153" y="3888"/>
                </a:lnTo>
                <a:lnTo>
                  <a:pt x="12153" y="3887"/>
                </a:lnTo>
                <a:lnTo>
                  <a:pt x="12152" y="3887"/>
                </a:lnTo>
                <a:lnTo>
                  <a:pt x="12151" y="3887"/>
                </a:lnTo>
                <a:lnTo>
                  <a:pt x="12150" y="3886"/>
                </a:lnTo>
                <a:lnTo>
                  <a:pt x="12149" y="3886"/>
                </a:lnTo>
                <a:lnTo>
                  <a:pt x="12149" y="3885"/>
                </a:lnTo>
                <a:lnTo>
                  <a:pt x="12148" y="3885"/>
                </a:lnTo>
                <a:lnTo>
                  <a:pt x="12147" y="3885"/>
                </a:lnTo>
                <a:lnTo>
                  <a:pt x="12147" y="3884"/>
                </a:lnTo>
                <a:lnTo>
                  <a:pt x="12146" y="3884"/>
                </a:lnTo>
                <a:lnTo>
                  <a:pt x="12145" y="3883"/>
                </a:lnTo>
                <a:lnTo>
                  <a:pt x="12144" y="3883"/>
                </a:lnTo>
                <a:lnTo>
                  <a:pt x="12143" y="3883"/>
                </a:lnTo>
                <a:lnTo>
                  <a:pt x="12143" y="3882"/>
                </a:lnTo>
                <a:lnTo>
                  <a:pt x="12142" y="3882"/>
                </a:lnTo>
                <a:lnTo>
                  <a:pt x="12141" y="3881"/>
                </a:lnTo>
                <a:lnTo>
                  <a:pt x="12140" y="3881"/>
                </a:lnTo>
                <a:lnTo>
                  <a:pt x="12139" y="3880"/>
                </a:lnTo>
                <a:lnTo>
                  <a:pt x="12138" y="3880"/>
                </a:lnTo>
                <a:lnTo>
                  <a:pt x="12137" y="3880"/>
                </a:lnTo>
                <a:lnTo>
                  <a:pt x="12137" y="3879"/>
                </a:lnTo>
                <a:lnTo>
                  <a:pt x="12136" y="3879"/>
                </a:lnTo>
                <a:lnTo>
                  <a:pt x="12135" y="3878"/>
                </a:lnTo>
                <a:lnTo>
                  <a:pt x="12134" y="3878"/>
                </a:lnTo>
                <a:lnTo>
                  <a:pt x="12133" y="3877"/>
                </a:lnTo>
                <a:lnTo>
                  <a:pt x="12132" y="3877"/>
                </a:lnTo>
                <a:lnTo>
                  <a:pt x="12131" y="3876"/>
                </a:lnTo>
                <a:lnTo>
                  <a:pt x="12130" y="3876"/>
                </a:lnTo>
                <a:lnTo>
                  <a:pt x="12129" y="3875"/>
                </a:lnTo>
                <a:lnTo>
                  <a:pt x="12128" y="3875"/>
                </a:lnTo>
                <a:lnTo>
                  <a:pt x="12127" y="3874"/>
                </a:lnTo>
                <a:lnTo>
                  <a:pt x="12126" y="3874"/>
                </a:lnTo>
                <a:lnTo>
                  <a:pt x="12125" y="3873"/>
                </a:lnTo>
                <a:lnTo>
                  <a:pt x="12124" y="3873"/>
                </a:lnTo>
                <a:lnTo>
                  <a:pt x="12123" y="3872"/>
                </a:lnTo>
                <a:lnTo>
                  <a:pt x="12122" y="3872"/>
                </a:lnTo>
                <a:lnTo>
                  <a:pt x="12122" y="3871"/>
                </a:lnTo>
                <a:lnTo>
                  <a:pt x="12121" y="3871"/>
                </a:lnTo>
                <a:lnTo>
                  <a:pt x="12120" y="3871"/>
                </a:lnTo>
                <a:lnTo>
                  <a:pt x="12120" y="3870"/>
                </a:lnTo>
                <a:lnTo>
                  <a:pt x="12119" y="3870"/>
                </a:lnTo>
                <a:lnTo>
                  <a:pt x="12118" y="3870"/>
                </a:lnTo>
                <a:lnTo>
                  <a:pt x="12117" y="3869"/>
                </a:lnTo>
                <a:lnTo>
                  <a:pt x="12116" y="3869"/>
                </a:lnTo>
                <a:lnTo>
                  <a:pt x="12116" y="3868"/>
                </a:lnTo>
                <a:lnTo>
                  <a:pt x="12115" y="3868"/>
                </a:lnTo>
                <a:lnTo>
                  <a:pt x="12114" y="3867"/>
                </a:lnTo>
                <a:lnTo>
                  <a:pt x="12113" y="3867"/>
                </a:lnTo>
                <a:lnTo>
                  <a:pt x="12112" y="3867"/>
                </a:lnTo>
                <a:lnTo>
                  <a:pt x="12112" y="3866"/>
                </a:lnTo>
                <a:lnTo>
                  <a:pt x="12111" y="3866"/>
                </a:lnTo>
                <a:lnTo>
                  <a:pt x="12110" y="3866"/>
                </a:lnTo>
                <a:lnTo>
                  <a:pt x="12110" y="3865"/>
                </a:lnTo>
                <a:lnTo>
                  <a:pt x="12109" y="3865"/>
                </a:lnTo>
                <a:lnTo>
                  <a:pt x="12108" y="3864"/>
                </a:lnTo>
                <a:lnTo>
                  <a:pt x="12107" y="3864"/>
                </a:lnTo>
                <a:lnTo>
                  <a:pt x="12106" y="3864"/>
                </a:lnTo>
                <a:lnTo>
                  <a:pt x="12106" y="3863"/>
                </a:lnTo>
                <a:lnTo>
                  <a:pt x="12105" y="3863"/>
                </a:lnTo>
                <a:lnTo>
                  <a:pt x="12104" y="3862"/>
                </a:lnTo>
                <a:lnTo>
                  <a:pt x="12103" y="3862"/>
                </a:lnTo>
                <a:lnTo>
                  <a:pt x="12102" y="3861"/>
                </a:lnTo>
                <a:lnTo>
                  <a:pt x="12101" y="3861"/>
                </a:lnTo>
                <a:lnTo>
                  <a:pt x="12100" y="3861"/>
                </a:lnTo>
                <a:lnTo>
                  <a:pt x="12100" y="3860"/>
                </a:lnTo>
                <a:lnTo>
                  <a:pt x="12099" y="3860"/>
                </a:lnTo>
                <a:lnTo>
                  <a:pt x="12098" y="3859"/>
                </a:lnTo>
                <a:lnTo>
                  <a:pt x="12097" y="3859"/>
                </a:lnTo>
                <a:lnTo>
                  <a:pt x="12096" y="3858"/>
                </a:lnTo>
                <a:lnTo>
                  <a:pt x="12095" y="3858"/>
                </a:lnTo>
                <a:lnTo>
                  <a:pt x="12094" y="3857"/>
                </a:lnTo>
                <a:lnTo>
                  <a:pt x="12093" y="3857"/>
                </a:lnTo>
                <a:lnTo>
                  <a:pt x="12092" y="3856"/>
                </a:lnTo>
                <a:lnTo>
                  <a:pt x="12091" y="3856"/>
                </a:lnTo>
                <a:lnTo>
                  <a:pt x="12090" y="3855"/>
                </a:lnTo>
                <a:lnTo>
                  <a:pt x="12089" y="3855"/>
                </a:lnTo>
                <a:lnTo>
                  <a:pt x="12089" y="3854"/>
                </a:lnTo>
                <a:lnTo>
                  <a:pt x="12088" y="3854"/>
                </a:lnTo>
                <a:lnTo>
                  <a:pt x="12087" y="3854"/>
                </a:lnTo>
                <a:lnTo>
                  <a:pt x="12086" y="3853"/>
                </a:lnTo>
                <a:lnTo>
                  <a:pt x="12085" y="3853"/>
                </a:lnTo>
                <a:lnTo>
                  <a:pt x="12085" y="3852"/>
                </a:lnTo>
                <a:lnTo>
                  <a:pt x="12084" y="3852"/>
                </a:lnTo>
                <a:lnTo>
                  <a:pt x="12083" y="3852"/>
                </a:lnTo>
                <a:lnTo>
                  <a:pt x="12083" y="3851"/>
                </a:lnTo>
                <a:lnTo>
                  <a:pt x="12082" y="3851"/>
                </a:lnTo>
                <a:lnTo>
                  <a:pt x="12081" y="3851"/>
                </a:lnTo>
                <a:lnTo>
                  <a:pt x="12080" y="3850"/>
                </a:lnTo>
                <a:lnTo>
                  <a:pt x="12079" y="3850"/>
                </a:lnTo>
                <a:lnTo>
                  <a:pt x="12079" y="3849"/>
                </a:lnTo>
                <a:lnTo>
                  <a:pt x="12078" y="3849"/>
                </a:lnTo>
                <a:lnTo>
                  <a:pt x="12077" y="3848"/>
                </a:lnTo>
                <a:lnTo>
                  <a:pt x="12076" y="3848"/>
                </a:lnTo>
                <a:lnTo>
                  <a:pt x="12075" y="3848"/>
                </a:lnTo>
                <a:lnTo>
                  <a:pt x="12075" y="3847"/>
                </a:lnTo>
                <a:lnTo>
                  <a:pt x="12074" y="3847"/>
                </a:lnTo>
                <a:lnTo>
                  <a:pt x="12073" y="3847"/>
                </a:lnTo>
                <a:lnTo>
                  <a:pt x="12073" y="3846"/>
                </a:lnTo>
                <a:lnTo>
                  <a:pt x="12072" y="3846"/>
                </a:lnTo>
                <a:lnTo>
                  <a:pt x="12071" y="3845"/>
                </a:lnTo>
                <a:lnTo>
                  <a:pt x="12070" y="3845"/>
                </a:lnTo>
                <a:lnTo>
                  <a:pt x="12069" y="3845"/>
                </a:lnTo>
                <a:lnTo>
                  <a:pt x="12069" y="3844"/>
                </a:lnTo>
                <a:lnTo>
                  <a:pt x="12068" y="3844"/>
                </a:lnTo>
                <a:lnTo>
                  <a:pt x="12067" y="3843"/>
                </a:lnTo>
                <a:lnTo>
                  <a:pt x="12066" y="3843"/>
                </a:lnTo>
                <a:lnTo>
                  <a:pt x="12065" y="3842"/>
                </a:lnTo>
                <a:lnTo>
                  <a:pt x="12064" y="3842"/>
                </a:lnTo>
                <a:lnTo>
                  <a:pt x="12063" y="3841"/>
                </a:lnTo>
                <a:lnTo>
                  <a:pt x="12062" y="3841"/>
                </a:lnTo>
                <a:lnTo>
                  <a:pt x="12061" y="3840"/>
                </a:lnTo>
                <a:lnTo>
                  <a:pt x="12060" y="3840"/>
                </a:lnTo>
                <a:lnTo>
                  <a:pt x="12059" y="3839"/>
                </a:lnTo>
                <a:lnTo>
                  <a:pt x="12058" y="3839"/>
                </a:lnTo>
                <a:lnTo>
                  <a:pt x="12058" y="3838"/>
                </a:lnTo>
                <a:lnTo>
                  <a:pt x="12057" y="3838"/>
                </a:lnTo>
                <a:lnTo>
                  <a:pt x="12056" y="3838"/>
                </a:lnTo>
                <a:lnTo>
                  <a:pt x="12055" y="3837"/>
                </a:lnTo>
                <a:lnTo>
                  <a:pt x="12054" y="3837"/>
                </a:lnTo>
                <a:lnTo>
                  <a:pt x="12053" y="3836"/>
                </a:lnTo>
                <a:lnTo>
                  <a:pt x="12052" y="3836"/>
                </a:lnTo>
                <a:lnTo>
                  <a:pt x="12052" y="3835"/>
                </a:lnTo>
                <a:lnTo>
                  <a:pt x="12051" y="3835"/>
                </a:lnTo>
                <a:lnTo>
                  <a:pt x="12050" y="3835"/>
                </a:lnTo>
                <a:lnTo>
                  <a:pt x="12049" y="3834"/>
                </a:lnTo>
                <a:lnTo>
                  <a:pt x="12048" y="3834"/>
                </a:lnTo>
                <a:lnTo>
                  <a:pt x="12048" y="3833"/>
                </a:lnTo>
                <a:lnTo>
                  <a:pt x="12047" y="3833"/>
                </a:lnTo>
                <a:lnTo>
                  <a:pt x="12046" y="3833"/>
                </a:lnTo>
                <a:lnTo>
                  <a:pt x="12046" y="3832"/>
                </a:lnTo>
                <a:lnTo>
                  <a:pt x="12045" y="3832"/>
                </a:lnTo>
                <a:lnTo>
                  <a:pt x="12044" y="3832"/>
                </a:lnTo>
                <a:lnTo>
                  <a:pt x="12043" y="3831"/>
                </a:lnTo>
                <a:lnTo>
                  <a:pt x="12042" y="3831"/>
                </a:lnTo>
                <a:lnTo>
                  <a:pt x="12042" y="3830"/>
                </a:lnTo>
                <a:lnTo>
                  <a:pt x="12041" y="3830"/>
                </a:lnTo>
                <a:lnTo>
                  <a:pt x="12040" y="3829"/>
                </a:lnTo>
                <a:lnTo>
                  <a:pt x="12039" y="3829"/>
                </a:lnTo>
                <a:lnTo>
                  <a:pt x="12038" y="3828"/>
                </a:lnTo>
                <a:lnTo>
                  <a:pt x="12037" y="3828"/>
                </a:lnTo>
                <a:lnTo>
                  <a:pt x="12036" y="3828"/>
                </a:lnTo>
                <a:lnTo>
                  <a:pt x="12036" y="3827"/>
                </a:lnTo>
                <a:lnTo>
                  <a:pt x="12035" y="3827"/>
                </a:lnTo>
                <a:lnTo>
                  <a:pt x="12034" y="3826"/>
                </a:lnTo>
                <a:lnTo>
                  <a:pt x="12033" y="3826"/>
                </a:lnTo>
                <a:lnTo>
                  <a:pt x="12032" y="3825"/>
                </a:lnTo>
                <a:lnTo>
                  <a:pt x="12031" y="3825"/>
                </a:lnTo>
                <a:lnTo>
                  <a:pt x="12030" y="3824"/>
                </a:lnTo>
                <a:lnTo>
                  <a:pt x="12029" y="3824"/>
                </a:lnTo>
                <a:lnTo>
                  <a:pt x="12028" y="3823"/>
                </a:lnTo>
                <a:lnTo>
                  <a:pt x="12027" y="3823"/>
                </a:lnTo>
                <a:lnTo>
                  <a:pt x="12026" y="3822"/>
                </a:lnTo>
                <a:lnTo>
                  <a:pt x="12025" y="3822"/>
                </a:lnTo>
                <a:lnTo>
                  <a:pt x="12024" y="3821"/>
                </a:lnTo>
                <a:lnTo>
                  <a:pt x="12023" y="3821"/>
                </a:lnTo>
                <a:lnTo>
                  <a:pt x="12022" y="3820"/>
                </a:lnTo>
                <a:lnTo>
                  <a:pt x="12021" y="3820"/>
                </a:lnTo>
                <a:lnTo>
                  <a:pt x="12021" y="3819"/>
                </a:lnTo>
                <a:lnTo>
                  <a:pt x="12020" y="3819"/>
                </a:lnTo>
                <a:lnTo>
                  <a:pt x="12019" y="3819"/>
                </a:lnTo>
                <a:lnTo>
                  <a:pt x="12018" y="3818"/>
                </a:lnTo>
                <a:lnTo>
                  <a:pt x="12017" y="3818"/>
                </a:lnTo>
                <a:lnTo>
                  <a:pt x="12016" y="3817"/>
                </a:lnTo>
                <a:lnTo>
                  <a:pt x="12015" y="3817"/>
                </a:lnTo>
                <a:lnTo>
                  <a:pt x="12015" y="3816"/>
                </a:lnTo>
                <a:lnTo>
                  <a:pt x="12014" y="3816"/>
                </a:lnTo>
                <a:lnTo>
                  <a:pt x="12013" y="3816"/>
                </a:lnTo>
                <a:lnTo>
                  <a:pt x="12013" y="3815"/>
                </a:lnTo>
                <a:lnTo>
                  <a:pt x="12012" y="3815"/>
                </a:lnTo>
                <a:lnTo>
                  <a:pt x="12011" y="3815"/>
                </a:lnTo>
                <a:lnTo>
                  <a:pt x="12011" y="3814"/>
                </a:lnTo>
                <a:lnTo>
                  <a:pt x="12010" y="3814"/>
                </a:lnTo>
                <a:lnTo>
                  <a:pt x="12009" y="3814"/>
                </a:lnTo>
                <a:lnTo>
                  <a:pt x="12009" y="3813"/>
                </a:lnTo>
                <a:lnTo>
                  <a:pt x="12008" y="3813"/>
                </a:lnTo>
                <a:lnTo>
                  <a:pt x="12007" y="3812"/>
                </a:lnTo>
                <a:lnTo>
                  <a:pt x="12006" y="3812"/>
                </a:lnTo>
                <a:lnTo>
                  <a:pt x="12005" y="3812"/>
                </a:lnTo>
                <a:lnTo>
                  <a:pt x="12005" y="3811"/>
                </a:lnTo>
                <a:lnTo>
                  <a:pt x="12004" y="3811"/>
                </a:lnTo>
                <a:lnTo>
                  <a:pt x="12003" y="3811"/>
                </a:lnTo>
                <a:lnTo>
                  <a:pt x="12003" y="3810"/>
                </a:lnTo>
                <a:lnTo>
                  <a:pt x="12002" y="3810"/>
                </a:lnTo>
                <a:lnTo>
                  <a:pt x="12001" y="3809"/>
                </a:lnTo>
                <a:lnTo>
                  <a:pt x="12000" y="3809"/>
                </a:lnTo>
                <a:lnTo>
                  <a:pt x="11999" y="3809"/>
                </a:lnTo>
                <a:lnTo>
                  <a:pt x="11999" y="3808"/>
                </a:lnTo>
                <a:lnTo>
                  <a:pt x="11998" y="3808"/>
                </a:lnTo>
                <a:lnTo>
                  <a:pt x="11997" y="3807"/>
                </a:lnTo>
                <a:lnTo>
                  <a:pt x="11996" y="3807"/>
                </a:lnTo>
                <a:lnTo>
                  <a:pt x="11995" y="3806"/>
                </a:lnTo>
                <a:lnTo>
                  <a:pt x="11994" y="3806"/>
                </a:lnTo>
                <a:lnTo>
                  <a:pt x="11993" y="3806"/>
                </a:lnTo>
                <a:lnTo>
                  <a:pt x="11993" y="3805"/>
                </a:lnTo>
                <a:lnTo>
                  <a:pt x="11992" y="3805"/>
                </a:lnTo>
                <a:lnTo>
                  <a:pt x="11991" y="3804"/>
                </a:lnTo>
                <a:lnTo>
                  <a:pt x="11990" y="3804"/>
                </a:lnTo>
                <a:lnTo>
                  <a:pt x="11989" y="3803"/>
                </a:lnTo>
                <a:lnTo>
                  <a:pt x="11988" y="3803"/>
                </a:lnTo>
                <a:lnTo>
                  <a:pt x="11988" y="3802"/>
                </a:lnTo>
                <a:lnTo>
                  <a:pt x="11987" y="3802"/>
                </a:lnTo>
                <a:lnTo>
                  <a:pt x="11986" y="3802"/>
                </a:lnTo>
                <a:lnTo>
                  <a:pt x="11985" y="3801"/>
                </a:lnTo>
                <a:lnTo>
                  <a:pt x="11984" y="3801"/>
                </a:lnTo>
                <a:lnTo>
                  <a:pt x="11983" y="3800"/>
                </a:lnTo>
                <a:lnTo>
                  <a:pt x="11982" y="3800"/>
                </a:lnTo>
                <a:lnTo>
                  <a:pt x="11982" y="3799"/>
                </a:lnTo>
                <a:lnTo>
                  <a:pt x="11981" y="3799"/>
                </a:lnTo>
                <a:lnTo>
                  <a:pt x="11980" y="3799"/>
                </a:lnTo>
                <a:lnTo>
                  <a:pt x="11979" y="3798"/>
                </a:lnTo>
                <a:lnTo>
                  <a:pt x="11978" y="3798"/>
                </a:lnTo>
                <a:lnTo>
                  <a:pt x="11978" y="3797"/>
                </a:lnTo>
                <a:lnTo>
                  <a:pt x="11977" y="3797"/>
                </a:lnTo>
                <a:lnTo>
                  <a:pt x="11976" y="3797"/>
                </a:lnTo>
                <a:lnTo>
                  <a:pt x="11976" y="3796"/>
                </a:lnTo>
                <a:lnTo>
                  <a:pt x="11975" y="3796"/>
                </a:lnTo>
                <a:lnTo>
                  <a:pt x="11974" y="3796"/>
                </a:lnTo>
                <a:lnTo>
                  <a:pt x="11974" y="3795"/>
                </a:lnTo>
                <a:lnTo>
                  <a:pt x="11973" y="3795"/>
                </a:lnTo>
                <a:lnTo>
                  <a:pt x="11972" y="3795"/>
                </a:lnTo>
                <a:lnTo>
                  <a:pt x="11972" y="3794"/>
                </a:lnTo>
                <a:lnTo>
                  <a:pt x="11971" y="3794"/>
                </a:lnTo>
                <a:lnTo>
                  <a:pt x="11970" y="3793"/>
                </a:lnTo>
                <a:lnTo>
                  <a:pt x="11969" y="3793"/>
                </a:lnTo>
                <a:lnTo>
                  <a:pt x="11968" y="3793"/>
                </a:lnTo>
                <a:lnTo>
                  <a:pt x="11968" y="3792"/>
                </a:lnTo>
                <a:lnTo>
                  <a:pt x="11967" y="3792"/>
                </a:lnTo>
                <a:lnTo>
                  <a:pt x="11966" y="3792"/>
                </a:lnTo>
                <a:lnTo>
                  <a:pt x="11966" y="3791"/>
                </a:lnTo>
                <a:lnTo>
                  <a:pt x="11965" y="3791"/>
                </a:lnTo>
                <a:lnTo>
                  <a:pt x="11964" y="3790"/>
                </a:lnTo>
                <a:lnTo>
                  <a:pt x="11963" y="3790"/>
                </a:lnTo>
                <a:lnTo>
                  <a:pt x="11962" y="3789"/>
                </a:lnTo>
                <a:lnTo>
                  <a:pt x="11961" y="3789"/>
                </a:lnTo>
                <a:lnTo>
                  <a:pt x="11960" y="3788"/>
                </a:lnTo>
                <a:lnTo>
                  <a:pt x="11959" y="3788"/>
                </a:lnTo>
                <a:lnTo>
                  <a:pt x="11958" y="3787"/>
                </a:lnTo>
                <a:lnTo>
                  <a:pt x="11957" y="3787"/>
                </a:lnTo>
                <a:lnTo>
                  <a:pt x="11956" y="3786"/>
                </a:lnTo>
                <a:lnTo>
                  <a:pt x="11955" y="3786"/>
                </a:lnTo>
                <a:lnTo>
                  <a:pt x="11954" y="3785"/>
                </a:lnTo>
                <a:lnTo>
                  <a:pt x="11953" y="3785"/>
                </a:lnTo>
                <a:lnTo>
                  <a:pt x="11952" y="3784"/>
                </a:lnTo>
                <a:lnTo>
                  <a:pt x="11951" y="3784"/>
                </a:lnTo>
                <a:lnTo>
                  <a:pt x="11951" y="3783"/>
                </a:lnTo>
                <a:lnTo>
                  <a:pt x="11950" y="3783"/>
                </a:lnTo>
                <a:lnTo>
                  <a:pt x="11949" y="3783"/>
                </a:lnTo>
                <a:lnTo>
                  <a:pt x="11948" y="3782"/>
                </a:lnTo>
                <a:lnTo>
                  <a:pt x="11947" y="3782"/>
                </a:lnTo>
                <a:lnTo>
                  <a:pt x="11946" y="3781"/>
                </a:lnTo>
                <a:lnTo>
                  <a:pt x="11945" y="3781"/>
                </a:lnTo>
                <a:lnTo>
                  <a:pt x="11945" y="3780"/>
                </a:lnTo>
                <a:lnTo>
                  <a:pt x="11944" y="3780"/>
                </a:lnTo>
                <a:lnTo>
                  <a:pt x="11943" y="3780"/>
                </a:lnTo>
                <a:lnTo>
                  <a:pt x="11942" y="3779"/>
                </a:lnTo>
                <a:lnTo>
                  <a:pt x="11941" y="3779"/>
                </a:lnTo>
                <a:lnTo>
                  <a:pt x="11941" y="3778"/>
                </a:lnTo>
                <a:lnTo>
                  <a:pt x="11940" y="3778"/>
                </a:lnTo>
                <a:lnTo>
                  <a:pt x="11939" y="3778"/>
                </a:lnTo>
                <a:lnTo>
                  <a:pt x="11939" y="3777"/>
                </a:lnTo>
                <a:lnTo>
                  <a:pt x="11938" y="3777"/>
                </a:lnTo>
                <a:lnTo>
                  <a:pt x="11937" y="3776"/>
                </a:lnTo>
                <a:lnTo>
                  <a:pt x="11936" y="3776"/>
                </a:lnTo>
                <a:lnTo>
                  <a:pt x="11935" y="3776"/>
                </a:lnTo>
                <a:lnTo>
                  <a:pt x="11935" y="3775"/>
                </a:lnTo>
                <a:lnTo>
                  <a:pt x="11934" y="3775"/>
                </a:lnTo>
                <a:lnTo>
                  <a:pt x="11933" y="3774"/>
                </a:lnTo>
                <a:lnTo>
                  <a:pt x="11932" y="3774"/>
                </a:lnTo>
                <a:lnTo>
                  <a:pt x="11931" y="3773"/>
                </a:lnTo>
                <a:lnTo>
                  <a:pt x="11930" y="3773"/>
                </a:lnTo>
                <a:lnTo>
                  <a:pt x="11929" y="3773"/>
                </a:lnTo>
                <a:lnTo>
                  <a:pt x="11929" y="3772"/>
                </a:lnTo>
                <a:lnTo>
                  <a:pt x="11928" y="3772"/>
                </a:lnTo>
                <a:lnTo>
                  <a:pt x="11927" y="3771"/>
                </a:lnTo>
                <a:lnTo>
                  <a:pt x="11926" y="3771"/>
                </a:lnTo>
                <a:lnTo>
                  <a:pt x="11925" y="3770"/>
                </a:lnTo>
                <a:lnTo>
                  <a:pt x="11924" y="3770"/>
                </a:lnTo>
                <a:lnTo>
                  <a:pt x="11923" y="3769"/>
                </a:lnTo>
                <a:lnTo>
                  <a:pt x="11922" y="3769"/>
                </a:lnTo>
                <a:lnTo>
                  <a:pt x="11921" y="3768"/>
                </a:lnTo>
                <a:lnTo>
                  <a:pt x="11920" y="3768"/>
                </a:lnTo>
                <a:lnTo>
                  <a:pt x="11919" y="3767"/>
                </a:lnTo>
                <a:lnTo>
                  <a:pt x="11918" y="3767"/>
                </a:lnTo>
                <a:lnTo>
                  <a:pt x="11917" y="3766"/>
                </a:lnTo>
                <a:lnTo>
                  <a:pt x="11916" y="3766"/>
                </a:lnTo>
                <a:lnTo>
                  <a:pt x="11915" y="3765"/>
                </a:lnTo>
                <a:lnTo>
                  <a:pt x="11914" y="3765"/>
                </a:lnTo>
                <a:lnTo>
                  <a:pt x="11914" y="3764"/>
                </a:lnTo>
                <a:lnTo>
                  <a:pt x="11913" y="3764"/>
                </a:lnTo>
                <a:lnTo>
                  <a:pt x="11912" y="3764"/>
                </a:lnTo>
                <a:lnTo>
                  <a:pt x="11912" y="3763"/>
                </a:lnTo>
                <a:lnTo>
                  <a:pt x="11911" y="3763"/>
                </a:lnTo>
                <a:lnTo>
                  <a:pt x="11910" y="3763"/>
                </a:lnTo>
                <a:lnTo>
                  <a:pt x="11909" y="3762"/>
                </a:lnTo>
                <a:lnTo>
                  <a:pt x="11908" y="3762"/>
                </a:lnTo>
                <a:lnTo>
                  <a:pt x="11908" y="3761"/>
                </a:lnTo>
                <a:lnTo>
                  <a:pt x="11907" y="3761"/>
                </a:lnTo>
                <a:lnTo>
                  <a:pt x="11906" y="3760"/>
                </a:lnTo>
                <a:lnTo>
                  <a:pt x="11905" y="3760"/>
                </a:lnTo>
                <a:lnTo>
                  <a:pt x="11904" y="3760"/>
                </a:lnTo>
                <a:lnTo>
                  <a:pt x="11904" y="3759"/>
                </a:lnTo>
                <a:lnTo>
                  <a:pt x="11903" y="3759"/>
                </a:lnTo>
                <a:lnTo>
                  <a:pt x="11902" y="3759"/>
                </a:lnTo>
                <a:lnTo>
                  <a:pt x="11902" y="3758"/>
                </a:lnTo>
                <a:lnTo>
                  <a:pt x="11901" y="3758"/>
                </a:lnTo>
                <a:lnTo>
                  <a:pt x="11900" y="3757"/>
                </a:lnTo>
                <a:lnTo>
                  <a:pt x="11899" y="3757"/>
                </a:lnTo>
                <a:lnTo>
                  <a:pt x="11898" y="3757"/>
                </a:lnTo>
                <a:lnTo>
                  <a:pt x="11898" y="3756"/>
                </a:lnTo>
                <a:lnTo>
                  <a:pt x="11897" y="3756"/>
                </a:lnTo>
                <a:lnTo>
                  <a:pt x="11896" y="3755"/>
                </a:lnTo>
                <a:lnTo>
                  <a:pt x="11895" y="3755"/>
                </a:lnTo>
                <a:lnTo>
                  <a:pt x="11894" y="3754"/>
                </a:lnTo>
                <a:lnTo>
                  <a:pt x="11893" y="3754"/>
                </a:lnTo>
                <a:lnTo>
                  <a:pt x="11892" y="3754"/>
                </a:lnTo>
                <a:lnTo>
                  <a:pt x="11892" y="3753"/>
                </a:lnTo>
                <a:lnTo>
                  <a:pt x="11891" y="3753"/>
                </a:lnTo>
                <a:lnTo>
                  <a:pt x="11890" y="3752"/>
                </a:lnTo>
                <a:lnTo>
                  <a:pt x="11889" y="3752"/>
                </a:lnTo>
                <a:lnTo>
                  <a:pt x="11888" y="3751"/>
                </a:lnTo>
                <a:lnTo>
                  <a:pt x="11887" y="3751"/>
                </a:lnTo>
                <a:lnTo>
                  <a:pt x="11887" y="3750"/>
                </a:lnTo>
                <a:lnTo>
                  <a:pt x="11886" y="3750"/>
                </a:lnTo>
                <a:lnTo>
                  <a:pt x="11885" y="3750"/>
                </a:lnTo>
                <a:lnTo>
                  <a:pt x="11884" y="3749"/>
                </a:lnTo>
                <a:lnTo>
                  <a:pt x="11883" y="3749"/>
                </a:lnTo>
                <a:lnTo>
                  <a:pt x="11882" y="3748"/>
                </a:lnTo>
                <a:lnTo>
                  <a:pt x="11881" y="3748"/>
                </a:lnTo>
                <a:lnTo>
                  <a:pt x="11881" y="3747"/>
                </a:lnTo>
                <a:lnTo>
                  <a:pt x="11880" y="3747"/>
                </a:lnTo>
                <a:lnTo>
                  <a:pt x="11879" y="3747"/>
                </a:lnTo>
                <a:lnTo>
                  <a:pt x="11878" y="3746"/>
                </a:lnTo>
                <a:lnTo>
                  <a:pt x="11877" y="3746"/>
                </a:lnTo>
                <a:lnTo>
                  <a:pt x="11877" y="3745"/>
                </a:lnTo>
                <a:lnTo>
                  <a:pt x="11876" y="3745"/>
                </a:lnTo>
                <a:lnTo>
                  <a:pt x="11875" y="3745"/>
                </a:lnTo>
                <a:lnTo>
                  <a:pt x="11875" y="3744"/>
                </a:lnTo>
                <a:lnTo>
                  <a:pt x="11874" y="3744"/>
                </a:lnTo>
                <a:lnTo>
                  <a:pt x="11873" y="3744"/>
                </a:lnTo>
                <a:lnTo>
                  <a:pt x="11872" y="3743"/>
                </a:lnTo>
                <a:lnTo>
                  <a:pt x="11871" y="3743"/>
                </a:lnTo>
                <a:lnTo>
                  <a:pt x="11871" y="3742"/>
                </a:lnTo>
                <a:lnTo>
                  <a:pt x="11870" y="3742"/>
                </a:lnTo>
                <a:lnTo>
                  <a:pt x="11869" y="3742"/>
                </a:lnTo>
                <a:lnTo>
                  <a:pt x="11869" y="3741"/>
                </a:lnTo>
                <a:lnTo>
                  <a:pt x="11868" y="3741"/>
                </a:lnTo>
                <a:lnTo>
                  <a:pt x="11867" y="3741"/>
                </a:lnTo>
                <a:lnTo>
                  <a:pt x="11867" y="3740"/>
                </a:lnTo>
                <a:lnTo>
                  <a:pt x="11866" y="3740"/>
                </a:lnTo>
                <a:lnTo>
                  <a:pt x="11865" y="3740"/>
                </a:lnTo>
                <a:lnTo>
                  <a:pt x="11865" y="3739"/>
                </a:lnTo>
                <a:lnTo>
                  <a:pt x="11864" y="3739"/>
                </a:lnTo>
                <a:lnTo>
                  <a:pt x="11863" y="3738"/>
                </a:lnTo>
                <a:lnTo>
                  <a:pt x="11862" y="3738"/>
                </a:lnTo>
                <a:lnTo>
                  <a:pt x="11861" y="3737"/>
                </a:lnTo>
                <a:lnTo>
                  <a:pt x="11860" y="3737"/>
                </a:lnTo>
                <a:lnTo>
                  <a:pt x="11859" y="3737"/>
                </a:lnTo>
                <a:lnTo>
                  <a:pt x="11859" y="3736"/>
                </a:lnTo>
                <a:lnTo>
                  <a:pt x="11858" y="3736"/>
                </a:lnTo>
                <a:lnTo>
                  <a:pt x="11857" y="3735"/>
                </a:lnTo>
                <a:lnTo>
                  <a:pt x="11856" y="3735"/>
                </a:lnTo>
                <a:lnTo>
                  <a:pt x="11855" y="3734"/>
                </a:lnTo>
                <a:lnTo>
                  <a:pt x="11854" y="3734"/>
                </a:lnTo>
                <a:lnTo>
                  <a:pt x="11853" y="3733"/>
                </a:lnTo>
                <a:lnTo>
                  <a:pt x="11852" y="3733"/>
                </a:lnTo>
                <a:lnTo>
                  <a:pt x="11851" y="3732"/>
                </a:lnTo>
                <a:lnTo>
                  <a:pt x="11850" y="3732"/>
                </a:lnTo>
                <a:lnTo>
                  <a:pt x="11850" y="3731"/>
                </a:lnTo>
                <a:lnTo>
                  <a:pt x="11849" y="3731"/>
                </a:lnTo>
                <a:lnTo>
                  <a:pt x="11848" y="3731"/>
                </a:lnTo>
                <a:lnTo>
                  <a:pt x="11847" y="3730"/>
                </a:lnTo>
                <a:lnTo>
                  <a:pt x="11846" y="3730"/>
                </a:lnTo>
                <a:lnTo>
                  <a:pt x="11845" y="3729"/>
                </a:lnTo>
                <a:lnTo>
                  <a:pt x="11844" y="3729"/>
                </a:lnTo>
                <a:lnTo>
                  <a:pt x="11844" y="3728"/>
                </a:lnTo>
                <a:lnTo>
                  <a:pt x="11843" y="3728"/>
                </a:lnTo>
                <a:lnTo>
                  <a:pt x="11842" y="3728"/>
                </a:lnTo>
                <a:lnTo>
                  <a:pt x="11841" y="3727"/>
                </a:lnTo>
                <a:lnTo>
                  <a:pt x="11840" y="3727"/>
                </a:lnTo>
                <a:lnTo>
                  <a:pt x="11840" y="3726"/>
                </a:lnTo>
                <a:lnTo>
                  <a:pt x="11839" y="3726"/>
                </a:lnTo>
                <a:lnTo>
                  <a:pt x="11838" y="3726"/>
                </a:lnTo>
                <a:lnTo>
                  <a:pt x="11838" y="3725"/>
                </a:lnTo>
                <a:lnTo>
                  <a:pt x="11837" y="3725"/>
                </a:lnTo>
                <a:lnTo>
                  <a:pt x="11836" y="3724"/>
                </a:lnTo>
                <a:lnTo>
                  <a:pt x="11835" y="3724"/>
                </a:lnTo>
                <a:lnTo>
                  <a:pt x="11834" y="3724"/>
                </a:lnTo>
                <a:lnTo>
                  <a:pt x="11834" y="3723"/>
                </a:lnTo>
                <a:lnTo>
                  <a:pt x="11833" y="3723"/>
                </a:lnTo>
                <a:lnTo>
                  <a:pt x="11832" y="3723"/>
                </a:lnTo>
                <a:lnTo>
                  <a:pt x="11832" y="3722"/>
                </a:lnTo>
                <a:lnTo>
                  <a:pt x="11831" y="3722"/>
                </a:lnTo>
                <a:lnTo>
                  <a:pt x="11830" y="3721"/>
                </a:lnTo>
                <a:lnTo>
                  <a:pt x="11829" y="3721"/>
                </a:lnTo>
                <a:lnTo>
                  <a:pt x="11828" y="3721"/>
                </a:lnTo>
                <a:lnTo>
                  <a:pt x="11828" y="3720"/>
                </a:lnTo>
                <a:lnTo>
                  <a:pt x="11827" y="3720"/>
                </a:lnTo>
                <a:lnTo>
                  <a:pt x="11826" y="3719"/>
                </a:lnTo>
                <a:lnTo>
                  <a:pt x="11825" y="3719"/>
                </a:lnTo>
                <a:lnTo>
                  <a:pt x="11824" y="3718"/>
                </a:lnTo>
                <a:lnTo>
                  <a:pt x="11823" y="3718"/>
                </a:lnTo>
                <a:lnTo>
                  <a:pt x="11822" y="3718"/>
                </a:lnTo>
                <a:lnTo>
                  <a:pt x="11822" y="3717"/>
                </a:lnTo>
                <a:lnTo>
                  <a:pt x="11821" y="3717"/>
                </a:lnTo>
                <a:lnTo>
                  <a:pt x="11820" y="3716"/>
                </a:lnTo>
                <a:lnTo>
                  <a:pt x="11819" y="3716"/>
                </a:lnTo>
                <a:lnTo>
                  <a:pt x="11818" y="3715"/>
                </a:lnTo>
                <a:lnTo>
                  <a:pt x="11817" y="3715"/>
                </a:lnTo>
                <a:lnTo>
                  <a:pt x="11816" y="3714"/>
                </a:lnTo>
                <a:lnTo>
                  <a:pt x="11815" y="3714"/>
                </a:lnTo>
                <a:lnTo>
                  <a:pt x="11814" y="3713"/>
                </a:lnTo>
                <a:lnTo>
                  <a:pt x="11813" y="3713"/>
                </a:lnTo>
                <a:lnTo>
                  <a:pt x="11812" y="3712"/>
                </a:lnTo>
                <a:lnTo>
                  <a:pt x="11811" y="3712"/>
                </a:lnTo>
                <a:lnTo>
                  <a:pt x="11811" y="3711"/>
                </a:lnTo>
                <a:lnTo>
                  <a:pt x="11810" y="3711"/>
                </a:lnTo>
                <a:lnTo>
                  <a:pt x="11809" y="3711"/>
                </a:lnTo>
                <a:lnTo>
                  <a:pt x="11808" y="3710"/>
                </a:lnTo>
                <a:lnTo>
                  <a:pt x="11807" y="3710"/>
                </a:lnTo>
                <a:lnTo>
                  <a:pt x="11807" y="3709"/>
                </a:lnTo>
                <a:lnTo>
                  <a:pt x="11806" y="3709"/>
                </a:lnTo>
                <a:lnTo>
                  <a:pt x="11805" y="3709"/>
                </a:lnTo>
                <a:lnTo>
                  <a:pt x="11805" y="3708"/>
                </a:lnTo>
                <a:lnTo>
                  <a:pt x="11804" y="3708"/>
                </a:lnTo>
                <a:lnTo>
                  <a:pt x="11803" y="3708"/>
                </a:lnTo>
                <a:lnTo>
                  <a:pt x="11802" y="3707"/>
                </a:lnTo>
                <a:lnTo>
                  <a:pt x="11801" y="3707"/>
                </a:lnTo>
                <a:lnTo>
                  <a:pt x="11801" y="3706"/>
                </a:lnTo>
                <a:lnTo>
                  <a:pt x="11800" y="3706"/>
                </a:lnTo>
                <a:lnTo>
                  <a:pt x="11799" y="3705"/>
                </a:lnTo>
                <a:lnTo>
                  <a:pt x="11798" y="3705"/>
                </a:lnTo>
                <a:lnTo>
                  <a:pt x="11797" y="3705"/>
                </a:lnTo>
                <a:lnTo>
                  <a:pt x="11797" y="3704"/>
                </a:lnTo>
                <a:lnTo>
                  <a:pt x="11796" y="3704"/>
                </a:lnTo>
                <a:lnTo>
                  <a:pt x="11795" y="3704"/>
                </a:lnTo>
                <a:lnTo>
                  <a:pt x="11795" y="3703"/>
                </a:lnTo>
                <a:lnTo>
                  <a:pt x="11794" y="3703"/>
                </a:lnTo>
                <a:lnTo>
                  <a:pt x="11793" y="3702"/>
                </a:lnTo>
                <a:lnTo>
                  <a:pt x="11792" y="3702"/>
                </a:lnTo>
                <a:lnTo>
                  <a:pt x="11791" y="3702"/>
                </a:lnTo>
                <a:lnTo>
                  <a:pt x="11791" y="3701"/>
                </a:lnTo>
                <a:lnTo>
                  <a:pt x="11790" y="3701"/>
                </a:lnTo>
                <a:lnTo>
                  <a:pt x="11789" y="3700"/>
                </a:lnTo>
                <a:lnTo>
                  <a:pt x="11788" y="3700"/>
                </a:lnTo>
                <a:lnTo>
                  <a:pt x="11787" y="3699"/>
                </a:lnTo>
                <a:lnTo>
                  <a:pt x="11786" y="3699"/>
                </a:lnTo>
                <a:lnTo>
                  <a:pt x="11785" y="3699"/>
                </a:lnTo>
                <a:lnTo>
                  <a:pt x="11785" y="3698"/>
                </a:lnTo>
                <a:lnTo>
                  <a:pt x="11784" y="3698"/>
                </a:lnTo>
                <a:lnTo>
                  <a:pt x="11783" y="3697"/>
                </a:lnTo>
                <a:lnTo>
                  <a:pt x="11782" y="3697"/>
                </a:lnTo>
                <a:lnTo>
                  <a:pt x="11781" y="3696"/>
                </a:lnTo>
                <a:lnTo>
                  <a:pt x="11780" y="3696"/>
                </a:lnTo>
                <a:lnTo>
                  <a:pt x="11780" y="3695"/>
                </a:lnTo>
                <a:lnTo>
                  <a:pt x="11779" y="3695"/>
                </a:lnTo>
                <a:lnTo>
                  <a:pt x="11778" y="3695"/>
                </a:lnTo>
                <a:lnTo>
                  <a:pt x="11777" y="3694"/>
                </a:lnTo>
                <a:lnTo>
                  <a:pt x="11776" y="3694"/>
                </a:lnTo>
                <a:lnTo>
                  <a:pt x="11775" y="3693"/>
                </a:lnTo>
                <a:lnTo>
                  <a:pt x="11774" y="3693"/>
                </a:lnTo>
                <a:lnTo>
                  <a:pt x="11774" y="3692"/>
                </a:lnTo>
                <a:lnTo>
                  <a:pt x="11773" y="3692"/>
                </a:lnTo>
                <a:lnTo>
                  <a:pt x="11772" y="3692"/>
                </a:lnTo>
                <a:lnTo>
                  <a:pt x="11771" y="3691"/>
                </a:lnTo>
                <a:lnTo>
                  <a:pt x="11770" y="3691"/>
                </a:lnTo>
                <a:lnTo>
                  <a:pt x="11770" y="3690"/>
                </a:lnTo>
                <a:lnTo>
                  <a:pt x="11769" y="3690"/>
                </a:lnTo>
                <a:lnTo>
                  <a:pt x="11768" y="3690"/>
                </a:lnTo>
                <a:lnTo>
                  <a:pt x="11768" y="3689"/>
                </a:lnTo>
                <a:lnTo>
                  <a:pt x="11767" y="3689"/>
                </a:lnTo>
                <a:lnTo>
                  <a:pt x="11766" y="3689"/>
                </a:lnTo>
                <a:lnTo>
                  <a:pt x="11765" y="3688"/>
                </a:lnTo>
                <a:lnTo>
                  <a:pt x="11764" y="3688"/>
                </a:lnTo>
                <a:lnTo>
                  <a:pt x="11764" y="3687"/>
                </a:lnTo>
                <a:lnTo>
                  <a:pt x="11763" y="3687"/>
                </a:lnTo>
                <a:lnTo>
                  <a:pt x="11762" y="3686"/>
                </a:lnTo>
                <a:lnTo>
                  <a:pt x="11761" y="3686"/>
                </a:lnTo>
                <a:lnTo>
                  <a:pt x="11760" y="3686"/>
                </a:lnTo>
                <a:lnTo>
                  <a:pt x="11760" y="3685"/>
                </a:lnTo>
                <a:lnTo>
                  <a:pt x="11759" y="3685"/>
                </a:lnTo>
                <a:lnTo>
                  <a:pt x="11758" y="3685"/>
                </a:lnTo>
                <a:lnTo>
                  <a:pt x="11758" y="3684"/>
                </a:lnTo>
                <a:lnTo>
                  <a:pt x="11757" y="3684"/>
                </a:lnTo>
                <a:lnTo>
                  <a:pt x="11756" y="3683"/>
                </a:lnTo>
                <a:lnTo>
                  <a:pt x="11755" y="3683"/>
                </a:lnTo>
                <a:lnTo>
                  <a:pt x="11754" y="3682"/>
                </a:lnTo>
                <a:lnTo>
                  <a:pt x="11753" y="3682"/>
                </a:lnTo>
                <a:lnTo>
                  <a:pt x="11752" y="3681"/>
                </a:lnTo>
                <a:lnTo>
                  <a:pt x="11751" y="3681"/>
                </a:lnTo>
                <a:lnTo>
                  <a:pt x="11750" y="3680"/>
                </a:lnTo>
                <a:lnTo>
                  <a:pt x="11749" y="3680"/>
                </a:lnTo>
                <a:lnTo>
                  <a:pt x="11748" y="3679"/>
                </a:lnTo>
                <a:lnTo>
                  <a:pt x="11747" y="3679"/>
                </a:lnTo>
                <a:lnTo>
                  <a:pt x="11746" y="3678"/>
                </a:lnTo>
                <a:lnTo>
                  <a:pt x="11745" y="3678"/>
                </a:lnTo>
                <a:lnTo>
                  <a:pt x="11744" y="3677"/>
                </a:lnTo>
                <a:lnTo>
                  <a:pt x="11743" y="3677"/>
                </a:lnTo>
                <a:lnTo>
                  <a:pt x="11743" y="3676"/>
                </a:lnTo>
                <a:lnTo>
                  <a:pt x="11742" y="3676"/>
                </a:lnTo>
                <a:lnTo>
                  <a:pt x="11741" y="3676"/>
                </a:lnTo>
                <a:lnTo>
                  <a:pt x="11740" y="3675"/>
                </a:lnTo>
                <a:lnTo>
                  <a:pt x="11739" y="3675"/>
                </a:lnTo>
                <a:lnTo>
                  <a:pt x="11738" y="3674"/>
                </a:lnTo>
                <a:lnTo>
                  <a:pt x="11737" y="3674"/>
                </a:lnTo>
                <a:lnTo>
                  <a:pt x="11737" y="3673"/>
                </a:lnTo>
                <a:lnTo>
                  <a:pt x="11736" y="3673"/>
                </a:lnTo>
                <a:lnTo>
                  <a:pt x="11735" y="3673"/>
                </a:lnTo>
                <a:lnTo>
                  <a:pt x="11734" y="3672"/>
                </a:lnTo>
                <a:lnTo>
                  <a:pt x="11733" y="3672"/>
                </a:lnTo>
                <a:lnTo>
                  <a:pt x="11733" y="3671"/>
                </a:lnTo>
                <a:lnTo>
                  <a:pt x="11732" y="3671"/>
                </a:lnTo>
                <a:lnTo>
                  <a:pt x="11731" y="3671"/>
                </a:lnTo>
                <a:lnTo>
                  <a:pt x="11731" y="3670"/>
                </a:lnTo>
                <a:lnTo>
                  <a:pt x="11730" y="3670"/>
                </a:lnTo>
                <a:lnTo>
                  <a:pt x="11729" y="3669"/>
                </a:lnTo>
                <a:lnTo>
                  <a:pt x="11728" y="3669"/>
                </a:lnTo>
                <a:lnTo>
                  <a:pt x="11727" y="3669"/>
                </a:lnTo>
                <a:lnTo>
                  <a:pt x="11727" y="3668"/>
                </a:lnTo>
                <a:lnTo>
                  <a:pt x="11726" y="3668"/>
                </a:lnTo>
                <a:lnTo>
                  <a:pt x="11725" y="3667"/>
                </a:lnTo>
                <a:lnTo>
                  <a:pt x="11724" y="3667"/>
                </a:lnTo>
                <a:lnTo>
                  <a:pt x="11723" y="3666"/>
                </a:lnTo>
                <a:lnTo>
                  <a:pt x="11722" y="3666"/>
                </a:lnTo>
                <a:lnTo>
                  <a:pt x="11721" y="3666"/>
                </a:lnTo>
                <a:lnTo>
                  <a:pt x="11721" y="3665"/>
                </a:lnTo>
                <a:lnTo>
                  <a:pt x="11720" y="3665"/>
                </a:lnTo>
                <a:lnTo>
                  <a:pt x="11719" y="3664"/>
                </a:lnTo>
                <a:lnTo>
                  <a:pt x="11718" y="3664"/>
                </a:lnTo>
                <a:lnTo>
                  <a:pt x="11717" y="3663"/>
                </a:lnTo>
                <a:lnTo>
                  <a:pt x="11716" y="3663"/>
                </a:lnTo>
                <a:lnTo>
                  <a:pt x="11715" y="3662"/>
                </a:lnTo>
                <a:lnTo>
                  <a:pt x="11714" y="3662"/>
                </a:lnTo>
                <a:lnTo>
                  <a:pt x="11713" y="3661"/>
                </a:lnTo>
                <a:lnTo>
                  <a:pt x="11712" y="3661"/>
                </a:lnTo>
                <a:lnTo>
                  <a:pt x="11711" y="3660"/>
                </a:lnTo>
                <a:lnTo>
                  <a:pt x="11710" y="3660"/>
                </a:lnTo>
                <a:lnTo>
                  <a:pt x="11709" y="3659"/>
                </a:lnTo>
                <a:lnTo>
                  <a:pt x="11708" y="3659"/>
                </a:lnTo>
                <a:lnTo>
                  <a:pt x="11707" y="3658"/>
                </a:lnTo>
                <a:lnTo>
                  <a:pt x="11706" y="3706"/>
                </a:lnTo>
                <a:lnTo>
                  <a:pt x="11705" y="3705"/>
                </a:lnTo>
                <a:lnTo>
                  <a:pt x="11704" y="3705"/>
                </a:lnTo>
                <a:lnTo>
                  <a:pt x="11703" y="3704"/>
                </a:lnTo>
                <a:lnTo>
                  <a:pt x="11702" y="3704"/>
                </a:lnTo>
                <a:lnTo>
                  <a:pt x="11701" y="3704"/>
                </a:lnTo>
                <a:lnTo>
                  <a:pt x="11701" y="3703"/>
                </a:lnTo>
                <a:lnTo>
                  <a:pt x="11700" y="3703"/>
                </a:lnTo>
                <a:lnTo>
                  <a:pt x="11699" y="3702"/>
                </a:lnTo>
                <a:lnTo>
                  <a:pt x="11698" y="3702"/>
                </a:lnTo>
                <a:lnTo>
                  <a:pt x="11697" y="3701"/>
                </a:lnTo>
                <a:lnTo>
                  <a:pt x="11696" y="3701"/>
                </a:lnTo>
                <a:lnTo>
                  <a:pt x="11696" y="3700"/>
                </a:lnTo>
                <a:lnTo>
                  <a:pt x="11695" y="3700"/>
                </a:lnTo>
                <a:lnTo>
                  <a:pt x="11694" y="3700"/>
                </a:lnTo>
                <a:lnTo>
                  <a:pt x="11693" y="3699"/>
                </a:lnTo>
                <a:lnTo>
                  <a:pt x="11692" y="3699"/>
                </a:lnTo>
                <a:lnTo>
                  <a:pt x="11691" y="3698"/>
                </a:lnTo>
                <a:lnTo>
                  <a:pt x="11690" y="3698"/>
                </a:lnTo>
                <a:lnTo>
                  <a:pt x="11690" y="3697"/>
                </a:lnTo>
                <a:lnTo>
                  <a:pt x="11689" y="3697"/>
                </a:lnTo>
                <a:lnTo>
                  <a:pt x="11688" y="3697"/>
                </a:lnTo>
                <a:lnTo>
                  <a:pt x="11687" y="3696"/>
                </a:lnTo>
                <a:lnTo>
                  <a:pt x="11686" y="3696"/>
                </a:lnTo>
                <a:lnTo>
                  <a:pt x="11686" y="3695"/>
                </a:lnTo>
                <a:lnTo>
                  <a:pt x="11685" y="3695"/>
                </a:lnTo>
                <a:lnTo>
                  <a:pt x="11684" y="3695"/>
                </a:lnTo>
                <a:lnTo>
                  <a:pt x="11684" y="3694"/>
                </a:lnTo>
                <a:lnTo>
                  <a:pt x="11683" y="3694"/>
                </a:lnTo>
                <a:lnTo>
                  <a:pt x="11682" y="3694"/>
                </a:lnTo>
                <a:lnTo>
                  <a:pt x="11681" y="3693"/>
                </a:lnTo>
                <a:lnTo>
                  <a:pt x="11680" y="3693"/>
                </a:lnTo>
                <a:lnTo>
                  <a:pt x="11680" y="3692"/>
                </a:lnTo>
                <a:lnTo>
                  <a:pt x="11679" y="3692"/>
                </a:lnTo>
                <a:lnTo>
                  <a:pt x="11678" y="3692"/>
                </a:lnTo>
                <a:lnTo>
                  <a:pt x="11678" y="3691"/>
                </a:lnTo>
                <a:lnTo>
                  <a:pt x="11677" y="3691"/>
                </a:lnTo>
                <a:lnTo>
                  <a:pt x="11676" y="3691"/>
                </a:lnTo>
                <a:lnTo>
                  <a:pt x="11676" y="3690"/>
                </a:lnTo>
                <a:lnTo>
                  <a:pt x="11675" y="3690"/>
                </a:lnTo>
                <a:lnTo>
                  <a:pt x="11674" y="3690"/>
                </a:lnTo>
                <a:lnTo>
                  <a:pt x="11674" y="3689"/>
                </a:lnTo>
                <a:lnTo>
                  <a:pt x="11673" y="3689"/>
                </a:lnTo>
                <a:lnTo>
                  <a:pt x="11672" y="3688"/>
                </a:lnTo>
                <a:lnTo>
                  <a:pt x="11671" y="3688"/>
                </a:lnTo>
                <a:lnTo>
                  <a:pt x="11670" y="3687"/>
                </a:lnTo>
                <a:lnTo>
                  <a:pt x="11669" y="3687"/>
                </a:lnTo>
                <a:lnTo>
                  <a:pt x="11668" y="3687"/>
                </a:lnTo>
                <a:lnTo>
                  <a:pt x="11668" y="3686"/>
                </a:lnTo>
                <a:lnTo>
                  <a:pt x="11667" y="3686"/>
                </a:lnTo>
                <a:lnTo>
                  <a:pt x="11666" y="3685"/>
                </a:lnTo>
                <a:lnTo>
                  <a:pt x="11665" y="3685"/>
                </a:lnTo>
                <a:lnTo>
                  <a:pt x="11664" y="3684"/>
                </a:lnTo>
                <a:lnTo>
                  <a:pt x="11663" y="3684"/>
                </a:lnTo>
                <a:lnTo>
                  <a:pt x="11662" y="3683"/>
                </a:lnTo>
                <a:lnTo>
                  <a:pt x="11661" y="3683"/>
                </a:lnTo>
                <a:lnTo>
                  <a:pt x="11660" y="3682"/>
                </a:lnTo>
                <a:lnTo>
                  <a:pt x="11659" y="3682"/>
                </a:lnTo>
                <a:lnTo>
                  <a:pt x="11659" y="3681"/>
                </a:lnTo>
                <a:lnTo>
                  <a:pt x="11658" y="3681"/>
                </a:lnTo>
                <a:lnTo>
                  <a:pt x="11657" y="3681"/>
                </a:lnTo>
                <a:lnTo>
                  <a:pt x="11656" y="3680"/>
                </a:lnTo>
                <a:lnTo>
                  <a:pt x="11655" y="3680"/>
                </a:lnTo>
                <a:lnTo>
                  <a:pt x="11654" y="3679"/>
                </a:lnTo>
                <a:lnTo>
                  <a:pt x="11653" y="3679"/>
                </a:lnTo>
                <a:lnTo>
                  <a:pt x="11653" y="3678"/>
                </a:lnTo>
                <a:lnTo>
                  <a:pt x="11652" y="3678"/>
                </a:lnTo>
                <a:lnTo>
                  <a:pt x="11651" y="3678"/>
                </a:lnTo>
                <a:lnTo>
                  <a:pt x="11650" y="3677"/>
                </a:lnTo>
                <a:lnTo>
                  <a:pt x="11649" y="3677"/>
                </a:lnTo>
                <a:lnTo>
                  <a:pt x="11649" y="3676"/>
                </a:lnTo>
                <a:lnTo>
                  <a:pt x="11648" y="3676"/>
                </a:lnTo>
                <a:lnTo>
                  <a:pt x="11647" y="3676"/>
                </a:lnTo>
                <a:lnTo>
                  <a:pt x="11647" y="3675"/>
                </a:lnTo>
                <a:lnTo>
                  <a:pt x="11646" y="3675"/>
                </a:lnTo>
                <a:lnTo>
                  <a:pt x="11645" y="3674"/>
                </a:lnTo>
                <a:lnTo>
                  <a:pt x="11644" y="3674"/>
                </a:lnTo>
                <a:lnTo>
                  <a:pt x="11643" y="3674"/>
                </a:lnTo>
                <a:lnTo>
                  <a:pt x="11643" y="3673"/>
                </a:lnTo>
                <a:lnTo>
                  <a:pt x="11642" y="3673"/>
                </a:lnTo>
                <a:lnTo>
                  <a:pt x="11641" y="3673"/>
                </a:lnTo>
                <a:lnTo>
                  <a:pt x="11641" y="3672"/>
                </a:lnTo>
                <a:lnTo>
                  <a:pt x="11640" y="3672"/>
                </a:lnTo>
                <a:lnTo>
                  <a:pt x="11639" y="3671"/>
                </a:lnTo>
                <a:lnTo>
                  <a:pt x="11638" y="3671"/>
                </a:lnTo>
                <a:lnTo>
                  <a:pt x="11637" y="3717"/>
                </a:lnTo>
                <a:lnTo>
                  <a:pt x="11636" y="3717"/>
                </a:lnTo>
                <a:lnTo>
                  <a:pt x="11636" y="3716"/>
                </a:lnTo>
                <a:lnTo>
                  <a:pt x="11635" y="3716"/>
                </a:lnTo>
                <a:lnTo>
                  <a:pt x="11634" y="3716"/>
                </a:lnTo>
                <a:lnTo>
                  <a:pt x="11634" y="3715"/>
                </a:lnTo>
                <a:lnTo>
                  <a:pt x="11633" y="3715"/>
                </a:lnTo>
                <a:lnTo>
                  <a:pt x="11632" y="3715"/>
                </a:lnTo>
                <a:lnTo>
                  <a:pt x="11631" y="3714"/>
                </a:lnTo>
                <a:lnTo>
                  <a:pt x="11630" y="3714"/>
                </a:lnTo>
                <a:lnTo>
                  <a:pt x="11630" y="3713"/>
                </a:lnTo>
                <a:lnTo>
                  <a:pt x="11629" y="3713"/>
                </a:lnTo>
                <a:lnTo>
                  <a:pt x="11628" y="3712"/>
                </a:lnTo>
                <a:lnTo>
                  <a:pt x="11627" y="3712"/>
                </a:lnTo>
                <a:lnTo>
                  <a:pt x="11626" y="3712"/>
                </a:lnTo>
                <a:lnTo>
                  <a:pt x="11626" y="3711"/>
                </a:lnTo>
                <a:lnTo>
                  <a:pt x="11625" y="3711"/>
                </a:lnTo>
                <a:lnTo>
                  <a:pt x="11624" y="3711"/>
                </a:lnTo>
                <a:lnTo>
                  <a:pt x="11624" y="3710"/>
                </a:lnTo>
                <a:lnTo>
                  <a:pt x="11623" y="3710"/>
                </a:lnTo>
                <a:lnTo>
                  <a:pt x="11622" y="3709"/>
                </a:lnTo>
                <a:lnTo>
                  <a:pt x="11621" y="3709"/>
                </a:lnTo>
                <a:lnTo>
                  <a:pt x="11620" y="3709"/>
                </a:lnTo>
                <a:lnTo>
                  <a:pt x="11620" y="3708"/>
                </a:lnTo>
                <a:lnTo>
                  <a:pt x="11619" y="3708"/>
                </a:lnTo>
                <a:lnTo>
                  <a:pt x="11618" y="3707"/>
                </a:lnTo>
                <a:lnTo>
                  <a:pt x="11617" y="3707"/>
                </a:lnTo>
                <a:lnTo>
                  <a:pt x="11616" y="3706"/>
                </a:lnTo>
                <a:lnTo>
                  <a:pt x="11615" y="3706"/>
                </a:lnTo>
                <a:lnTo>
                  <a:pt x="11614" y="3706"/>
                </a:lnTo>
                <a:lnTo>
                  <a:pt x="11614" y="3705"/>
                </a:lnTo>
                <a:lnTo>
                  <a:pt x="11613" y="3705"/>
                </a:lnTo>
                <a:lnTo>
                  <a:pt x="11612" y="3704"/>
                </a:lnTo>
                <a:lnTo>
                  <a:pt x="11611" y="3704"/>
                </a:lnTo>
                <a:lnTo>
                  <a:pt x="11610" y="3703"/>
                </a:lnTo>
                <a:lnTo>
                  <a:pt x="11609" y="3703"/>
                </a:lnTo>
                <a:lnTo>
                  <a:pt x="11609" y="3702"/>
                </a:lnTo>
                <a:lnTo>
                  <a:pt x="11608" y="3702"/>
                </a:lnTo>
                <a:lnTo>
                  <a:pt x="11607" y="3702"/>
                </a:lnTo>
                <a:lnTo>
                  <a:pt x="11606" y="3701"/>
                </a:lnTo>
                <a:lnTo>
                  <a:pt x="11605" y="3701"/>
                </a:lnTo>
                <a:lnTo>
                  <a:pt x="11604" y="3700"/>
                </a:lnTo>
                <a:lnTo>
                  <a:pt x="11603" y="3700"/>
                </a:lnTo>
                <a:lnTo>
                  <a:pt x="11603" y="3699"/>
                </a:lnTo>
                <a:lnTo>
                  <a:pt x="11602" y="3699"/>
                </a:lnTo>
                <a:lnTo>
                  <a:pt x="11601" y="3699"/>
                </a:lnTo>
                <a:lnTo>
                  <a:pt x="11600" y="3698"/>
                </a:lnTo>
                <a:lnTo>
                  <a:pt x="11599" y="3698"/>
                </a:lnTo>
                <a:lnTo>
                  <a:pt x="11599" y="3697"/>
                </a:lnTo>
                <a:lnTo>
                  <a:pt x="11598" y="3697"/>
                </a:lnTo>
                <a:lnTo>
                  <a:pt x="11597" y="3697"/>
                </a:lnTo>
                <a:lnTo>
                  <a:pt x="11597" y="3696"/>
                </a:lnTo>
                <a:lnTo>
                  <a:pt x="11596" y="3696"/>
                </a:lnTo>
                <a:lnTo>
                  <a:pt x="11595" y="3696"/>
                </a:lnTo>
                <a:lnTo>
                  <a:pt x="11594" y="3695"/>
                </a:lnTo>
                <a:lnTo>
                  <a:pt x="11593" y="3695"/>
                </a:lnTo>
                <a:lnTo>
                  <a:pt x="11593" y="3694"/>
                </a:lnTo>
                <a:lnTo>
                  <a:pt x="11592" y="3694"/>
                </a:lnTo>
                <a:lnTo>
                  <a:pt x="11591" y="3693"/>
                </a:lnTo>
                <a:lnTo>
                  <a:pt x="11590" y="3693"/>
                </a:lnTo>
                <a:lnTo>
                  <a:pt x="11589" y="3693"/>
                </a:lnTo>
                <a:lnTo>
                  <a:pt x="11589" y="3692"/>
                </a:lnTo>
                <a:lnTo>
                  <a:pt x="11588" y="3692"/>
                </a:lnTo>
                <a:lnTo>
                  <a:pt x="11587" y="3692"/>
                </a:lnTo>
                <a:lnTo>
                  <a:pt x="11587" y="3691"/>
                </a:lnTo>
                <a:lnTo>
                  <a:pt x="11586" y="3691"/>
                </a:lnTo>
                <a:lnTo>
                  <a:pt x="11585" y="3690"/>
                </a:lnTo>
                <a:lnTo>
                  <a:pt x="11584" y="3690"/>
                </a:lnTo>
                <a:lnTo>
                  <a:pt x="11583" y="3689"/>
                </a:lnTo>
                <a:lnTo>
                  <a:pt x="11582" y="3689"/>
                </a:lnTo>
                <a:lnTo>
                  <a:pt x="11581" y="3688"/>
                </a:lnTo>
                <a:lnTo>
                  <a:pt x="11580" y="3688"/>
                </a:lnTo>
                <a:lnTo>
                  <a:pt x="11579" y="3687"/>
                </a:lnTo>
                <a:lnTo>
                  <a:pt x="11578" y="3687"/>
                </a:lnTo>
                <a:lnTo>
                  <a:pt x="11577" y="3686"/>
                </a:lnTo>
                <a:lnTo>
                  <a:pt x="11576" y="3686"/>
                </a:lnTo>
                <a:lnTo>
                  <a:pt x="11575" y="3685"/>
                </a:lnTo>
                <a:lnTo>
                  <a:pt x="11574" y="3685"/>
                </a:lnTo>
                <a:lnTo>
                  <a:pt x="11573" y="3684"/>
                </a:lnTo>
                <a:lnTo>
                  <a:pt x="11572" y="3684"/>
                </a:lnTo>
                <a:lnTo>
                  <a:pt x="11572" y="3683"/>
                </a:lnTo>
                <a:lnTo>
                  <a:pt x="11571" y="3683"/>
                </a:lnTo>
                <a:lnTo>
                  <a:pt x="11570" y="3683"/>
                </a:lnTo>
                <a:lnTo>
                  <a:pt x="11569" y="3682"/>
                </a:lnTo>
                <a:lnTo>
                  <a:pt x="11568" y="3682"/>
                </a:lnTo>
                <a:lnTo>
                  <a:pt x="11567" y="3681"/>
                </a:lnTo>
                <a:lnTo>
                  <a:pt x="11566" y="3681"/>
                </a:lnTo>
                <a:lnTo>
                  <a:pt x="11566" y="3680"/>
                </a:lnTo>
                <a:lnTo>
                  <a:pt x="11565" y="3680"/>
                </a:lnTo>
                <a:lnTo>
                  <a:pt x="11564" y="3680"/>
                </a:lnTo>
                <a:lnTo>
                  <a:pt x="11563" y="3679"/>
                </a:lnTo>
                <a:lnTo>
                  <a:pt x="11562" y="3679"/>
                </a:lnTo>
                <a:lnTo>
                  <a:pt x="11562" y="3678"/>
                </a:lnTo>
                <a:lnTo>
                  <a:pt x="11561" y="3678"/>
                </a:lnTo>
                <a:lnTo>
                  <a:pt x="11560" y="3678"/>
                </a:lnTo>
                <a:lnTo>
                  <a:pt x="11560" y="3677"/>
                </a:lnTo>
                <a:lnTo>
                  <a:pt x="11559" y="3677"/>
                </a:lnTo>
                <a:lnTo>
                  <a:pt x="11558" y="3676"/>
                </a:lnTo>
                <a:lnTo>
                  <a:pt x="11557" y="3676"/>
                </a:lnTo>
                <a:lnTo>
                  <a:pt x="11556" y="3676"/>
                </a:lnTo>
                <a:lnTo>
                  <a:pt x="11556" y="3675"/>
                </a:lnTo>
                <a:lnTo>
                  <a:pt x="11555" y="3675"/>
                </a:lnTo>
                <a:lnTo>
                  <a:pt x="11554" y="3675"/>
                </a:lnTo>
                <a:lnTo>
                  <a:pt x="11554" y="3674"/>
                </a:lnTo>
                <a:lnTo>
                  <a:pt x="11553" y="3674"/>
                </a:lnTo>
                <a:lnTo>
                  <a:pt x="11552" y="3673"/>
                </a:lnTo>
                <a:lnTo>
                  <a:pt x="11551" y="3673"/>
                </a:lnTo>
                <a:lnTo>
                  <a:pt x="11550" y="3673"/>
                </a:lnTo>
                <a:lnTo>
                  <a:pt x="11550" y="3672"/>
                </a:lnTo>
                <a:lnTo>
                  <a:pt x="11549" y="3672"/>
                </a:lnTo>
                <a:lnTo>
                  <a:pt x="11548" y="3671"/>
                </a:lnTo>
                <a:lnTo>
                  <a:pt x="11547" y="3671"/>
                </a:lnTo>
                <a:lnTo>
                  <a:pt x="11546" y="3670"/>
                </a:lnTo>
                <a:lnTo>
                  <a:pt x="11545" y="3670"/>
                </a:lnTo>
                <a:lnTo>
                  <a:pt x="11544" y="3670"/>
                </a:lnTo>
                <a:lnTo>
                  <a:pt x="11544" y="3669"/>
                </a:lnTo>
                <a:lnTo>
                  <a:pt x="11543" y="3669"/>
                </a:lnTo>
                <a:lnTo>
                  <a:pt x="11542" y="3668"/>
                </a:lnTo>
                <a:lnTo>
                  <a:pt x="11541" y="3668"/>
                </a:lnTo>
                <a:lnTo>
                  <a:pt x="11540" y="3667"/>
                </a:lnTo>
                <a:lnTo>
                  <a:pt x="11539" y="3667"/>
                </a:lnTo>
                <a:lnTo>
                  <a:pt x="11538" y="3666"/>
                </a:lnTo>
                <a:lnTo>
                  <a:pt x="11537" y="3666"/>
                </a:lnTo>
                <a:lnTo>
                  <a:pt x="11536" y="3665"/>
                </a:lnTo>
                <a:lnTo>
                  <a:pt x="11535" y="3665"/>
                </a:lnTo>
                <a:lnTo>
                  <a:pt x="11535" y="3664"/>
                </a:lnTo>
                <a:lnTo>
                  <a:pt x="11534" y="3664"/>
                </a:lnTo>
                <a:lnTo>
                  <a:pt x="11533" y="3664"/>
                </a:lnTo>
                <a:lnTo>
                  <a:pt x="11533" y="3663"/>
                </a:lnTo>
                <a:lnTo>
                  <a:pt x="11532" y="3663"/>
                </a:lnTo>
                <a:lnTo>
                  <a:pt x="11531" y="3663"/>
                </a:lnTo>
                <a:lnTo>
                  <a:pt x="11530" y="3662"/>
                </a:lnTo>
                <a:lnTo>
                  <a:pt x="11529" y="3662"/>
                </a:lnTo>
                <a:lnTo>
                  <a:pt x="11529" y="3661"/>
                </a:lnTo>
                <a:lnTo>
                  <a:pt x="11528" y="3661"/>
                </a:lnTo>
                <a:lnTo>
                  <a:pt x="11527" y="3661"/>
                </a:lnTo>
                <a:lnTo>
                  <a:pt x="11527" y="3660"/>
                </a:lnTo>
                <a:lnTo>
                  <a:pt x="11526" y="3660"/>
                </a:lnTo>
                <a:lnTo>
                  <a:pt x="11525" y="3660"/>
                </a:lnTo>
                <a:lnTo>
                  <a:pt x="11525" y="3659"/>
                </a:lnTo>
                <a:lnTo>
                  <a:pt x="11524" y="3659"/>
                </a:lnTo>
                <a:lnTo>
                  <a:pt x="11523" y="3659"/>
                </a:lnTo>
                <a:lnTo>
                  <a:pt x="11523" y="3658"/>
                </a:lnTo>
                <a:lnTo>
                  <a:pt x="11522" y="3658"/>
                </a:lnTo>
                <a:lnTo>
                  <a:pt x="11521" y="3657"/>
                </a:lnTo>
                <a:lnTo>
                  <a:pt x="11520" y="3657"/>
                </a:lnTo>
                <a:lnTo>
                  <a:pt x="11519" y="3657"/>
                </a:lnTo>
                <a:lnTo>
                  <a:pt x="11519" y="3656"/>
                </a:lnTo>
                <a:lnTo>
                  <a:pt x="11518" y="3656"/>
                </a:lnTo>
                <a:lnTo>
                  <a:pt x="11517" y="3656"/>
                </a:lnTo>
                <a:lnTo>
                  <a:pt x="11517" y="3655"/>
                </a:lnTo>
                <a:lnTo>
                  <a:pt x="11516" y="3655"/>
                </a:lnTo>
                <a:lnTo>
                  <a:pt x="11515" y="3654"/>
                </a:lnTo>
                <a:lnTo>
                  <a:pt x="11514" y="3654"/>
                </a:lnTo>
                <a:lnTo>
                  <a:pt x="11513" y="3654"/>
                </a:lnTo>
                <a:lnTo>
                  <a:pt x="11513" y="3653"/>
                </a:lnTo>
                <a:lnTo>
                  <a:pt x="11512" y="3653"/>
                </a:lnTo>
                <a:lnTo>
                  <a:pt x="11511" y="3652"/>
                </a:lnTo>
                <a:lnTo>
                  <a:pt x="11510" y="3652"/>
                </a:lnTo>
                <a:lnTo>
                  <a:pt x="11509" y="3651"/>
                </a:lnTo>
                <a:lnTo>
                  <a:pt x="11508" y="3651"/>
                </a:lnTo>
                <a:lnTo>
                  <a:pt x="11507" y="3650"/>
                </a:lnTo>
                <a:lnTo>
                  <a:pt x="11506" y="3650"/>
                </a:lnTo>
                <a:lnTo>
                  <a:pt x="11505" y="3649"/>
                </a:lnTo>
                <a:lnTo>
                  <a:pt x="11504" y="3649"/>
                </a:lnTo>
                <a:lnTo>
                  <a:pt x="11503" y="3648"/>
                </a:lnTo>
                <a:lnTo>
                  <a:pt x="11502" y="3648"/>
                </a:lnTo>
                <a:lnTo>
                  <a:pt x="11502" y="3647"/>
                </a:lnTo>
                <a:lnTo>
                  <a:pt x="11501" y="3647"/>
                </a:lnTo>
                <a:lnTo>
                  <a:pt x="11500" y="3647"/>
                </a:lnTo>
                <a:lnTo>
                  <a:pt x="11499" y="3646"/>
                </a:lnTo>
                <a:lnTo>
                  <a:pt x="11498" y="3646"/>
                </a:lnTo>
                <a:lnTo>
                  <a:pt x="11497" y="3645"/>
                </a:lnTo>
                <a:lnTo>
                  <a:pt x="11496" y="3645"/>
                </a:lnTo>
                <a:lnTo>
                  <a:pt x="11496" y="3644"/>
                </a:lnTo>
                <a:lnTo>
                  <a:pt x="11495" y="3644"/>
                </a:lnTo>
                <a:lnTo>
                  <a:pt x="11494" y="3644"/>
                </a:lnTo>
                <a:lnTo>
                  <a:pt x="11493" y="3643"/>
                </a:lnTo>
                <a:lnTo>
                  <a:pt x="11492" y="3643"/>
                </a:lnTo>
                <a:lnTo>
                  <a:pt x="11492" y="3642"/>
                </a:lnTo>
                <a:lnTo>
                  <a:pt x="11491" y="3642"/>
                </a:lnTo>
                <a:lnTo>
                  <a:pt x="11490" y="3642"/>
                </a:lnTo>
                <a:lnTo>
                  <a:pt x="11490" y="3641"/>
                </a:lnTo>
                <a:lnTo>
                  <a:pt x="11489" y="3641"/>
                </a:lnTo>
                <a:lnTo>
                  <a:pt x="11488" y="3641"/>
                </a:lnTo>
                <a:lnTo>
                  <a:pt x="11487" y="3640"/>
                </a:lnTo>
                <a:lnTo>
                  <a:pt x="11486" y="3640"/>
                </a:lnTo>
                <a:lnTo>
                  <a:pt x="11486" y="3639"/>
                </a:lnTo>
                <a:lnTo>
                  <a:pt x="11485" y="3639"/>
                </a:lnTo>
                <a:lnTo>
                  <a:pt x="11484" y="3638"/>
                </a:lnTo>
                <a:lnTo>
                  <a:pt x="11483" y="3638"/>
                </a:lnTo>
                <a:lnTo>
                  <a:pt x="11482" y="3637"/>
                </a:lnTo>
                <a:lnTo>
                  <a:pt x="11481" y="3637"/>
                </a:lnTo>
                <a:lnTo>
                  <a:pt x="11480" y="3637"/>
                </a:lnTo>
                <a:lnTo>
                  <a:pt x="11480" y="3636"/>
                </a:lnTo>
                <a:lnTo>
                  <a:pt x="11479" y="3636"/>
                </a:lnTo>
                <a:lnTo>
                  <a:pt x="11478" y="3635"/>
                </a:lnTo>
                <a:lnTo>
                  <a:pt x="11477" y="3635"/>
                </a:lnTo>
                <a:lnTo>
                  <a:pt x="11476" y="3634"/>
                </a:lnTo>
                <a:lnTo>
                  <a:pt x="11475" y="3634"/>
                </a:lnTo>
                <a:lnTo>
                  <a:pt x="11474" y="3633"/>
                </a:lnTo>
                <a:lnTo>
                  <a:pt x="11473" y="3633"/>
                </a:lnTo>
                <a:lnTo>
                  <a:pt x="11472" y="3632"/>
                </a:lnTo>
                <a:lnTo>
                  <a:pt x="11471" y="3632"/>
                </a:lnTo>
                <a:lnTo>
                  <a:pt x="11470" y="3631"/>
                </a:lnTo>
                <a:lnTo>
                  <a:pt x="11469" y="3631"/>
                </a:lnTo>
                <a:lnTo>
                  <a:pt x="11468" y="3630"/>
                </a:lnTo>
                <a:lnTo>
                  <a:pt x="11467" y="3630"/>
                </a:lnTo>
                <a:lnTo>
                  <a:pt x="11466" y="3629"/>
                </a:lnTo>
                <a:lnTo>
                  <a:pt x="11465" y="3629"/>
                </a:lnTo>
                <a:lnTo>
                  <a:pt x="11465" y="3628"/>
                </a:lnTo>
                <a:lnTo>
                  <a:pt x="11464" y="3628"/>
                </a:lnTo>
                <a:lnTo>
                  <a:pt x="11463" y="3628"/>
                </a:lnTo>
                <a:lnTo>
                  <a:pt x="11462" y="3627"/>
                </a:lnTo>
                <a:lnTo>
                  <a:pt x="11461" y="3627"/>
                </a:lnTo>
                <a:lnTo>
                  <a:pt x="11460" y="3626"/>
                </a:lnTo>
                <a:lnTo>
                  <a:pt x="11459" y="3626"/>
                </a:lnTo>
                <a:lnTo>
                  <a:pt x="11459" y="3625"/>
                </a:lnTo>
                <a:lnTo>
                  <a:pt x="11458" y="3625"/>
                </a:lnTo>
                <a:lnTo>
                  <a:pt x="11457" y="3624"/>
                </a:lnTo>
                <a:lnTo>
                  <a:pt x="11456" y="3624"/>
                </a:lnTo>
                <a:lnTo>
                  <a:pt x="11455" y="3624"/>
                </a:lnTo>
                <a:lnTo>
                  <a:pt x="11455" y="3623"/>
                </a:lnTo>
                <a:lnTo>
                  <a:pt x="11454" y="3623"/>
                </a:lnTo>
                <a:lnTo>
                  <a:pt x="11453" y="3623"/>
                </a:lnTo>
                <a:lnTo>
                  <a:pt x="11453" y="3622"/>
                </a:lnTo>
                <a:lnTo>
                  <a:pt x="11452" y="3622"/>
                </a:lnTo>
                <a:lnTo>
                  <a:pt x="11451" y="3621"/>
                </a:lnTo>
                <a:lnTo>
                  <a:pt x="11450" y="3621"/>
                </a:lnTo>
                <a:lnTo>
                  <a:pt x="11449" y="3621"/>
                </a:lnTo>
                <a:lnTo>
                  <a:pt x="11449" y="3620"/>
                </a:lnTo>
                <a:lnTo>
                  <a:pt x="11448" y="3620"/>
                </a:lnTo>
                <a:lnTo>
                  <a:pt x="11447" y="3619"/>
                </a:lnTo>
                <a:lnTo>
                  <a:pt x="11446" y="3619"/>
                </a:lnTo>
                <a:lnTo>
                  <a:pt x="11445" y="3618"/>
                </a:lnTo>
                <a:lnTo>
                  <a:pt x="11444" y="3618"/>
                </a:lnTo>
                <a:lnTo>
                  <a:pt x="11443" y="3618"/>
                </a:lnTo>
                <a:lnTo>
                  <a:pt x="11443" y="3617"/>
                </a:lnTo>
                <a:lnTo>
                  <a:pt x="11442" y="3617"/>
                </a:lnTo>
                <a:lnTo>
                  <a:pt x="11441" y="3616"/>
                </a:lnTo>
                <a:lnTo>
                  <a:pt x="11440" y="3616"/>
                </a:lnTo>
                <a:lnTo>
                  <a:pt x="11439" y="3615"/>
                </a:lnTo>
                <a:lnTo>
                  <a:pt x="11438" y="3615"/>
                </a:lnTo>
                <a:lnTo>
                  <a:pt x="11437" y="3614"/>
                </a:lnTo>
                <a:lnTo>
                  <a:pt x="11436" y="3614"/>
                </a:lnTo>
                <a:lnTo>
                  <a:pt x="11435" y="3613"/>
                </a:lnTo>
                <a:lnTo>
                  <a:pt x="11434" y="3613"/>
                </a:lnTo>
                <a:lnTo>
                  <a:pt x="11433" y="3612"/>
                </a:lnTo>
                <a:lnTo>
                  <a:pt x="11432" y="3612"/>
                </a:lnTo>
                <a:lnTo>
                  <a:pt x="11432" y="3611"/>
                </a:lnTo>
                <a:lnTo>
                  <a:pt x="11431" y="3611"/>
                </a:lnTo>
                <a:lnTo>
                  <a:pt x="11430" y="3611"/>
                </a:lnTo>
                <a:lnTo>
                  <a:pt x="11429" y="3610"/>
                </a:lnTo>
                <a:lnTo>
                  <a:pt x="11428" y="3610"/>
                </a:lnTo>
                <a:lnTo>
                  <a:pt x="11428" y="3609"/>
                </a:lnTo>
                <a:lnTo>
                  <a:pt x="11427" y="3609"/>
                </a:lnTo>
                <a:lnTo>
                  <a:pt x="11426" y="3609"/>
                </a:lnTo>
                <a:lnTo>
                  <a:pt x="11426" y="3608"/>
                </a:lnTo>
                <a:lnTo>
                  <a:pt x="11425" y="3608"/>
                </a:lnTo>
                <a:lnTo>
                  <a:pt x="11424" y="3608"/>
                </a:lnTo>
                <a:lnTo>
                  <a:pt x="11423" y="3607"/>
                </a:lnTo>
                <a:lnTo>
                  <a:pt x="11422" y="3607"/>
                </a:lnTo>
                <a:lnTo>
                  <a:pt x="11422" y="3606"/>
                </a:lnTo>
                <a:lnTo>
                  <a:pt x="11421" y="3606"/>
                </a:lnTo>
                <a:lnTo>
                  <a:pt x="11420" y="3606"/>
                </a:lnTo>
                <a:lnTo>
                  <a:pt x="11420" y="3605"/>
                </a:lnTo>
                <a:lnTo>
                  <a:pt x="11419" y="3605"/>
                </a:lnTo>
                <a:lnTo>
                  <a:pt x="11418" y="3605"/>
                </a:lnTo>
                <a:lnTo>
                  <a:pt x="11418" y="3604"/>
                </a:lnTo>
                <a:lnTo>
                  <a:pt x="11417" y="3604"/>
                </a:lnTo>
                <a:lnTo>
                  <a:pt x="11416" y="3604"/>
                </a:lnTo>
                <a:lnTo>
                  <a:pt x="11416" y="3603"/>
                </a:lnTo>
                <a:lnTo>
                  <a:pt x="11415" y="3603"/>
                </a:lnTo>
                <a:lnTo>
                  <a:pt x="11414" y="3602"/>
                </a:lnTo>
                <a:lnTo>
                  <a:pt x="11413" y="3602"/>
                </a:lnTo>
                <a:lnTo>
                  <a:pt x="11412" y="3602"/>
                </a:lnTo>
                <a:lnTo>
                  <a:pt x="11412" y="3601"/>
                </a:lnTo>
                <a:lnTo>
                  <a:pt x="11411" y="3601"/>
                </a:lnTo>
                <a:lnTo>
                  <a:pt x="11410" y="3600"/>
                </a:lnTo>
                <a:lnTo>
                  <a:pt x="11409" y="3600"/>
                </a:lnTo>
                <a:lnTo>
                  <a:pt x="11408" y="3599"/>
                </a:lnTo>
                <a:lnTo>
                  <a:pt x="11407" y="3599"/>
                </a:lnTo>
                <a:lnTo>
                  <a:pt x="11406" y="3598"/>
                </a:lnTo>
                <a:lnTo>
                  <a:pt x="11405" y="3598"/>
                </a:lnTo>
                <a:lnTo>
                  <a:pt x="11404" y="3597"/>
                </a:lnTo>
                <a:lnTo>
                  <a:pt x="11403" y="3597"/>
                </a:lnTo>
                <a:lnTo>
                  <a:pt x="11402" y="3596"/>
                </a:lnTo>
                <a:lnTo>
                  <a:pt x="11401" y="3596"/>
                </a:lnTo>
                <a:lnTo>
                  <a:pt x="11401" y="3595"/>
                </a:lnTo>
                <a:lnTo>
                  <a:pt x="11400" y="3595"/>
                </a:lnTo>
                <a:lnTo>
                  <a:pt x="11399" y="3595"/>
                </a:lnTo>
                <a:lnTo>
                  <a:pt x="11398" y="3594"/>
                </a:lnTo>
                <a:lnTo>
                  <a:pt x="11397" y="3594"/>
                </a:lnTo>
                <a:lnTo>
                  <a:pt x="11396" y="3593"/>
                </a:lnTo>
                <a:lnTo>
                  <a:pt x="11395" y="3593"/>
                </a:lnTo>
                <a:lnTo>
                  <a:pt x="11395" y="3592"/>
                </a:lnTo>
                <a:lnTo>
                  <a:pt x="11394" y="3592"/>
                </a:lnTo>
                <a:lnTo>
                  <a:pt x="11393" y="3592"/>
                </a:lnTo>
                <a:lnTo>
                  <a:pt x="11392" y="3591"/>
                </a:lnTo>
                <a:lnTo>
                  <a:pt x="11391" y="3591"/>
                </a:lnTo>
                <a:lnTo>
                  <a:pt x="11391" y="3590"/>
                </a:lnTo>
                <a:lnTo>
                  <a:pt x="11390" y="3590"/>
                </a:lnTo>
                <a:lnTo>
                  <a:pt x="11389" y="3590"/>
                </a:lnTo>
                <a:lnTo>
                  <a:pt x="11389" y="3589"/>
                </a:lnTo>
                <a:lnTo>
                  <a:pt x="11388" y="3589"/>
                </a:lnTo>
                <a:lnTo>
                  <a:pt x="11387" y="3589"/>
                </a:lnTo>
                <a:lnTo>
                  <a:pt x="11386" y="3588"/>
                </a:lnTo>
                <a:lnTo>
                  <a:pt x="11385" y="3588"/>
                </a:lnTo>
                <a:lnTo>
                  <a:pt x="11385" y="3587"/>
                </a:lnTo>
                <a:lnTo>
                  <a:pt x="11384" y="3587"/>
                </a:lnTo>
                <a:lnTo>
                  <a:pt x="11383" y="3587"/>
                </a:lnTo>
                <a:lnTo>
                  <a:pt x="11383" y="3586"/>
                </a:lnTo>
                <a:lnTo>
                  <a:pt x="11382" y="3586"/>
                </a:lnTo>
                <a:lnTo>
                  <a:pt x="11381" y="3585"/>
                </a:lnTo>
                <a:lnTo>
                  <a:pt x="11380" y="3585"/>
                </a:lnTo>
                <a:lnTo>
                  <a:pt x="11379" y="3585"/>
                </a:lnTo>
                <a:lnTo>
                  <a:pt x="11379" y="3584"/>
                </a:lnTo>
                <a:lnTo>
                  <a:pt x="11378" y="3584"/>
                </a:lnTo>
                <a:lnTo>
                  <a:pt x="11377" y="3583"/>
                </a:lnTo>
                <a:lnTo>
                  <a:pt x="11376" y="3583"/>
                </a:lnTo>
                <a:lnTo>
                  <a:pt x="11375" y="3582"/>
                </a:lnTo>
                <a:lnTo>
                  <a:pt x="11374" y="3582"/>
                </a:lnTo>
                <a:lnTo>
                  <a:pt x="11373" y="3582"/>
                </a:lnTo>
                <a:lnTo>
                  <a:pt x="11373" y="3581"/>
                </a:lnTo>
                <a:lnTo>
                  <a:pt x="11372" y="3581"/>
                </a:lnTo>
                <a:lnTo>
                  <a:pt x="11371" y="3580"/>
                </a:lnTo>
                <a:lnTo>
                  <a:pt x="11370" y="3580"/>
                </a:lnTo>
                <a:lnTo>
                  <a:pt x="11369" y="3579"/>
                </a:lnTo>
                <a:lnTo>
                  <a:pt x="11368" y="3579"/>
                </a:lnTo>
                <a:lnTo>
                  <a:pt x="11367" y="3578"/>
                </a:lnTo>
                <a:lnTo>
                  <a:pt x="11366" y="3578"/>
                </a:lnTo>
                <a:lnTo>
                  <a:pt x="11365" y="3577"/>
                </a:lnTo>
                <a:lnTo>
                  <a:pt x="11364" y="3577"/>
                </a:lnTo>
                <a:lnTo>
                  <a:pt x="11363" y="3576"/>
                </a:lnTo>
                <a:lnTo>
                  <a:pt x="11362" y="3576"/>
                </a:lnTo>
                <a:lnTo>
                  <a:pt x="11361" y="3575"/>
                </a:lnTo>
                <a:lnTo>
                  <a:pt x="11360" y="3575"/>
                </a:lnTo>
                <a:lnTo>
                  <a:pt x="11359" y="3574"/>
                </a:lnTo>
                <a:lnTo>
                  <a:pt x="11358" y="3574"/>
                </a:lnTo>
                <a:lnTo>
                  <a:pt x="11358" y="3573"/>
                </a:lnTo>
                <a:lnTo>
                  <a:pt x="11357" y="3573"/>
                </a:lnTo>
                <a:lnTo>
                  <a:pt x="11356" y="3573"/>
                </a:lnTo>
                <a:lnTo>
                  <a:pt x="11355" y="3572"/>
                </a:lnTo>
                <a:lnTo>
                  <a:pt x="11354" y="3572"/>
                </a:lnTo>
                <a:lnTo>
                  <a:pt x="11353" y="3571"/>
                </a:lnTo>
                <a:lnTo>
                  <a:pt x="11352" y="3571"/>
                </a:lnTo>
                <a:lnTo>
                  <a:pt x="11352" y="3570"/>
                </a:lnTo>
                <a:lnTo>
                  <a:pt x="11351" y="3570"/>
                </a:lnTo>
                <a:lnTo>
                  <a:pt x="11350" y="3569"/>
                </a:lnTo>
                <a:lnTo>
                  <a:pt x="11349" y="3569"/>
                </a:lnTo>
                <a:lnTo>
                  <a:pt x="11348" y="3569"/>
                </a:lnTo>
                <a:lnTo>
                  <a:pt x="11348" y="3568"/>
                </a:lnTo>
                <a:lnTo>
                  <a:pt x="11347" y="3568"/>
                </a:lnTo>
                <a:lnTo>
                  <a:pt x="11346" y="3568"/>
                </a:lnTo>
                <a:lnTo>
                  <a:pt x="11346" y="3567"/>
                </a:lnTo>
                <a:lnTo>
                  <a:pt x="11345" y="3567"/>
                </a:lnTo>
                <a:lnTo>
                  <a:pt x="11344" y="3566"/>
                </a:lnTo>
                <a:lnTo>
                  <a:pt x="11343" y="3566"/>
                </a:lnTo>
                <a:lnTo>
                  <a:pt x="11342" y="3566"/>
                </a:lnTo>
                <a:lnTo>
                  <a:pt x="11342" y="3565"/>
                </a:lnTo>
                <a:lnTo>
                  <a:pt x="11341" y="3565"/>
                </a:lnTo>
                <a:lnTo>
                  <a:pt x="11340" y="3564"/>
                </a:lnTo>
                <a:lnTo>
                  <a:pt x="11339" y="3564"/>
                </a:lnTo>
                <a:lnTo>
                  <a:pt x="11338" y="3563"/>
                </a:lnTo>
                <a:lnTo>
                  <a:pt x="11337" y="3563"/>
                </a:lnTo>
                <a:lnTo>
                  <a:pt x="11336" y="3563"/>
                </a:lnTo>
                <a:lnTo>
                  <a:pt x="11336" y="3562"/>
                </a:lnTo>
                <a:lnTo>
                  <a:pt x="11335" y="3562"/>
                </a:lnTo>
                <a:lnTo>
                  <a:pt x="11334" y="3561"/>
                </a:lnTo>
                <a:lnTo>
                  <a:pt x="11333" y="3561"/>
                </a:lnTo>
                <a:lnTo>
                  <a:pt x="11332" y="3560"/>
                </a:lnTo>
                <a:lnTo>
                  <a:pt x="11331" y="3560"/>
                </a:lnTo>
                <a:lnTo>
                  <a:pt x="11330" y="3559"/>
                </a:lnTo>
                <a:lnTo>
                  <a:pt x="11329" y="3559"/>
                </a:lnTo>
                <a:lnTo>
                  <a:pt x="11328" y="3558"/>
                </a:lnTo>
                <a:lnTo>
                  <a:pt x="11327" y="3558"/>
                </a:lnTo>
                <a:lnTo>
                  <a:pt x="11326" y="3557"/>
                </a:lnTo>
                <a:lnTo>
                  <a:pt x="11325" y="3557"/>
                </a:lnTo>
                <a:lnTo>
                  <a:pt x="11325" y="3556"/>
                </a:lnTo>
                <a:lnTo>
                  <a:pt x="11324" y="3556"/>
                </a:lnTo>
                <a:lnTo>
                  <a:pt x="11323" y="3556"/>
                </a:lnTo>
                <a:lnTo>
                  <a:pt x="11322" y="3555"/>
                </a:lnTo>
                <a:lnTo>
                  <a:pt x="11321" y="3555"/>
                </a:lnTo>
                <a:lnTo>
                  <a:pt x="11321" y="3554"/>
                </a:lnTo>
                <a:lnTo>
                  <a:pt x="11320" y="3554"/>
                </a:lnTo>
                <a:lnTo>
                  <a:pt x="11319" y="3554"/>
                </a:lnTo>
                <a:lnTo>
                  <a:pt x="11319" y="3553"/>
                </a:lnTo>
                <a:lnTo>
                  <a:pt x="11318" y="3553"/>
                </a:lnTo>
                <a:lnTo>
                  <a:pt x="11317" y="3553"/>
                </a:lnTo>
                <a:lnTo>
                  <a:pt x="11316" y="3552"/>
                </a:lnTo>
                <a:lnTo>
                  <a:pt x="11315" y="3552"/>
                </a:lnTo>
                <a:lnTo>
                  <a:pt x="11315" y="3551"/>
                </a:lnTo>
                <a:lnTo>
                  <a:pt x="11314" y="3551"/>
                </a:lnTo>
                <a:lnTo>
                  <a:pt x="11313" y="3550"/>
                </a:lnTo>
                <a:lnTo>
                  <a:pt x="11312" y="3550"/>
                </a:lnTo>
                <a:lnTo>
                  <a:pt x="11311" y="3550"/>
                </a:lnTo>
                <a:lnTo>
                  <a:pt x="11311" y="3549"/>
                </a:lnTo>
                <a:lnTo>
                  <a:pt x="11310" y="3549"/>
                </a:lnTo>
                <a:lnTo>
                  <a:pt x="11309" y="3549"/>
                </a:lnTo>
                <a:lnTo>
                  <a:pt x="11309" y="3548"/>
                </a:lnTo>
                <a:lnTo>
                  <a:pt x="11308" y="3548"/>
                </a:lnTo>
                <a:lnTo>
                  <a:pt x="11307" y="3547"/>
                </a:lnTo>
                <a:lnTo>
                  <a:pt x="11306" y="3547"/>
                </a:lnTo>
                <a:lnTo>
                  <a:pt x="11305" y="3547"/>
                </a:lnTo>
                <a:lnTo>
                  <a:pt x="11305" y="3546"/>
                </a:lnTo>
                <a:lnTo>
                  <a:pt x="11304" y="3546"/>
                </a:lnTo>
                <a:lnTo>
                  <a:pt x="11303" y="3545"/>
                </a:lnTo>
                <a:lnTo>
                  <a:pt x="11302" y="3545"/>
                </a:lnTo>
                <a:lnTo>
                  <a:pt x="11301" y="3544"/>
                </a:lnTo>
                <a:lnTo>
                  <a:pt x="11300" y="3544"/>
                </a:lnTo>
                <a:lnTo>
                  <a:pt x="11299" y="3543"/>
                </a:lnTo>
                <a:lnTo>
                  <a:pt x="11298" y="3543"/>
                </a:lnTo>
                <a:lnTo>
                  <a:pt x="11297" y="3542"/>
                </a:lnTo>
                <a:lnTo>
                  <a:pt x="11296" y="3542"/>
                </a:lnTo>
                <a:lnTo>
                  <a:pt x="11295" y="3541"/>
                </a:lnTo>
                <a:lnTo>
                  <a:pt x="11294" y="3541"/>
                </a:lnTo>
                <a:lnTo>
                  <a:pt x="11294" y="3540"/>
                </a:lnTo>
                <a:lnTo>
                  <a:pt x="11293" y="3540"/>
                </a:lnTo>
                <a:lnTo>
                  <a:pt x="11292" y="3540"/>
                </a:lnTo>
                <a:lnTo>
                  <a:pt x="11291" y="3539"/>
                </a:lnTo>
                <a:lnTo>
                  <a:pt x="11290" y="3539"/>
                </a:lnTo>
                <a:lnTo>
                  <a:pt x="11289" y="3538"/>
                </a:lnTo>
                <a:lnTo>
                  <a:pt x="11288" y="3538"/>
                </a:lnTo>
                <a:lnTo>
                  <a:pt x="11288" y="3537"/>
                </a:lnTo>
                <a:lnTo>
                  <a:pt x="11287" y="3537"/>
                </a:lnTo>
                <a:lnTo>
                  <a:pt x="11286" y="3537"/>
                </a:lnTo>
                <a:lnTo>
                  <a:pt x="11285" y="3536"/>
                </a:lnTo>
                <a:lnTo>
                  <a:pt x="11284" y="3536"/>
                </a:lnTo>
                <a:lnTo>
                  <a:pt x="11284" y="3535"/>
                </a:lnTo>
                <a:lnTo>
                  <a:pt x="11283" y="3535"/>
                </a:lnTo>
                <a:lnTo>
                  <a:pt x="11282" y="3535"/>
                </a:lnTo>
                <a:lnTo>
                  <a:pt x="11282" y="3534"/>
                </a:lnTo>
                <a:lnTo>
                  <a:pt x="11281" y="3534"/>
                </a:lnTo>
                <a:lnTo>
                  <a:pt x="11280" y="3534"/>
                </a:lnTo>
                <a:lnTo>
                  <a:pt x="11279" y="3533"/>
                </a:lnTo>
                <a:lnTo>
                  <a:pt x="11278" y="3533"/>
                </a:lnTo>
                <a:lnTo>
                  <a:pt x="11278" y="3532"/>
                </a:lnTo>
                <a:lnTo>
                  <a:pt x="11277" y="3532"/>
                </a:lnTo>
                <a:lnTo>
                  <a:pt x="11276" y="3531"/>
                </a:lnTo>
                <a:lnTo>
                  <a:pt x="11275" y="3531"/>
                </a:lnTo>
                <a:lnTo>
                  <a:pt x="11274" y="3530"/>
                </a:lnTo>
                <a:lnTo>
                  <a:pt x="11273" y="3530"/>
                </a:lnTo>
                <a:lnTo>
                  <a:pt x="11272" y="3530"/>
                </a:lnTo>
                <a:lnTo>
                  <a:pt x="11272" y="3529"/>
                </a:lnTo>
                <a:lnTo>
                  <a:pt x="11271" y="3529"/>
                </a:lnTo>
                <a:lnTo>
                  <a:pt x="11270" y="3528"/>
                </a:lnTo>
                <a:lnTo>
                  <a:pt x="11269" y="3528"/>
                </a:lnTo>
                <a:lnTo>
                  <a:pt x="11268" y="3527"/>
                </a:lnTo>
                <a:lnTo>
                  <a:pt x="11267" y="3527"/>
                </a:lnTo>
                <a:lnTo>
                  <a:pt x="11266" y="3526"/>
                </a:lnTo>
                <a:lnTo>
                  <a:pt x="11265" y="3526"/>
                </a:lnTo>
                <a:lnTo>
                  <a:pt x="11264" y="3525"/>
                </a:lnTo>
                <a:lnTo>
                  <a:pt x="11263" y="3525"/>
                </a:lnTo>
                <a:lnTo>
                  <a:pt x="11262" y="3524"/>
                </a:lnTo>
                <a:lnTo>
                  <a:pt x="11261" y="3524"/>
                </a:lnTo>
                <a:lnTo>
                  <a:pt x="11260" y="3523"/>
                </a:lnTo>
                <a:lnTo>
                  <a:pt x="11259" y="3523"/>
                </a:lnTo>
                <a:lnTo>
                  <a:pt x="11258" y="3522"/>
                </a:lnTo>
                <a:lnTo>
                  <a:pt x="11257" y="3522"/>
                </a:lnTo>
                <a:lnTo>
                  <a:pt x="11257" y="3521"/>
                </a:lnTo>
                <a:lnTo>
                  <a:pt x="11256" y="3521"/>
                </a:lnTo>
                <a:lnTo>
                  <a:pt x="11255" y="3521"/>
                </a:lnTo>
                <a:lnTo>
                  <a:pt x="11254" y="3520"/>
                </a:lnTo>
                <a:lnTo>
                  <a:pt x="11253" y="3520"/>
                </a:lnTo>
                <a:lnTo>
                  <a:pt x="11252" y="3519"/>
                </a:lnTo>
                <a:lnTo>
                  <a:pt x="11251" y="3519"/>
                </a:lnTo>
                <a:lnTo>
                  <a:pt x="11251" y="3518"/>
                </a:lnTo>
                <a:lnTo>
                  <a:pt x="11250" y="3518"/>
                </a:lnTo>
                <a:lnTo>
                  <a:pt x="11249" y="3518"/>
                </a:lnTo>
                <a:lnTo>
                  <a:pt x="11249" y="3517"/>
                </a:lnTo>
                <a:lnTo>
                  <a:pt x="11248" y="3517"/>
                </a:lnTo>
                <a:lnTo>
                  <a:pt x="11247" y="3517"/>
                </a:lnTo>
                <a:lnTo>
                  <a:pt x="11247" y="3516"/>
                </a:lnTo>
                <a:lnTo>
                  <a:pt x="11246" y="3516"/>
                </a:lnTo>
                <a:lnTo>
                  <a:pt x="11245" y="3516"/>
                </a:lnTo>
                <a:lnTo>
                  <a:pt x="11245" y="3515"/>
                </a:lnTo>
                <a:lnTo>
                  <a:pt x="11244" y="3515"/>
                </a:lnTo>
                <a:lnTo>
                  <a:pt x="11243" y="3514"/>
                </a:lnTo>
                <a:lnTo>
                  <a:pt x="11242" y="3514"/>
                </a:lnTo>
                <a:lnTo>
                  <a:pt x="11241" y="3514"/>
                </a:lnTo>
                <a:lnTo>
                  <a:pt x="11241" y="3513"/>
                </a:lnTo>
                <a:lnTo>
                  <a:pt x="11240" y="3513"/>
                </a:lnTo>
                <a:lnTo>
                  <a:pt x="11239" y="3513"/>
                </a:lnTo>
                <a:lnTo>
                  <a:pt x="11239" y="3512"/>
                </a:lnTo>
                <a:lnTo>
                  <a:pt x="11238" y="3512"/>
                </a:lnTo>
                <a:lnTo>
                  <a:pt x="11237" y="3511"/>
                </a:lnTo>
                <a:lnTo>
                  <a:pt x="11236" y="3511"/>
                </a:lnTo>
                <a:lnTo>
                  <a:pt x="11235" y="3511"/>
                </a:lnTo>
                <a:lnTo>
                  <a:pt x="11235" y="3510"/>
                </a:lnTo>
                <a:lnTo>
                  <a:pt x="11234" y="3510"/>
                </a:lnTo>
                <a:lnTo>
                  <a:pt x="11233" y="3509"/>
                </a:lnTo>
                <a:lnTo>
                  <a:pt x="11232" y="3509"/>
                </a:lnTo>
                <a:lnTo>
                  <a:pt x="11231" y="3508"/>
                </a:lnTo>
                <a:lnTo>
                  <a:pt x="11230" y="3508"/>
                </a:lnTo>
                <a:lnTo>
                  <a:pt x="11229" y="3508"/>
                </a:lnTo>
                <a:lnTo>
                  <a:pt x="11229" y="3507"/>
                </a:lnTo>
                <a:lnTo>
                  <a:pt x="11228" y="3507"/>
                </a:lnTo>
                <a:lnTo>
                  <a:pt x="11227" y="3506"/>
                </a:lnTo>
                <a:lnTo>
                  <a:pt x="11226" y="3506"/>
                </a:lnTo>
                <a:lnTo>
                  <a:pt x="11225" y="3505"/>
                </a:lnTo>
                <a:lnTo>
                  <a:pt x="11224" y="3505"/>
                </a:lnTo>
                <a:lnTo>
                  <a:pt x="11224" y="3504"/>
                </a:lnTo>
                <a:lnTo>
                  <a:pt x="11223" y="3504"/>
                </a:lnTo>
                <a:lnTo>
                  <a:pt x="11222" y="3504"/>
                </a:lnTo>
                <a:lnTo>
                  <a:pt x="11221" y="3503"/>
                </a:lnTo>
                <a:lnTo>
                  <a:pt x="11220" y="3503"/>
                </a:lnTo>
                <a:lnTo>
                  <a:pt x="11220" y="3502"/>
                </a:lnTo>
                <a:lnTo>
                  <a:pt x="11219" y="3502"/>
                </a:lnTo>
                <a:lnTo>
                  <a:pt x="11218" y="3502"/>
                </a:lnTo>
                <a:lnTo>
                  <a:pt x="11218" y="3501"/>
                </a:lnTo>
                <a:lnTo>
                  <a:pt x="11217" y="3501"/>
                </a:lnTo>
                <a:lnTo>
                  <a:pt x="11216" y="3501"/>
                </a:lnTo>
                <a:lnTo>
                  <a:pt x="11215" y="3500"/>
                </a:lnTo>
                <a:lnTo>
                  <a:pt x="11214" y="3500"/>
                </a:lnTo>
                <a:lnTo>
                  <a:pt x="11214" y="3499"/>
                </a:lnTo>
                <a:lnTo>
                  <a:pt x="11213" y="3499"/>
                </a:lnTo>
                <a:lnTo>
                  <a:pt x="11212" y="3499"/>
                </a:lnTo>
                <a:lnTo>
                  <a:pt x="11212" y="3498"/>
                </a:lnTo>
                <a:lnTo>
                  <a:pt x="11211" y="3498"/>
                </a:lnTo>
                <a:lnTo>
                  <a:pt x="11210" y="3498"/>
                </a:lnTo>
                <a:lnTo>
                  <a:pt x="11210" y="3497"/>
                </a:lnTo>
                <a:lnTo>
                  <a:pt x="11209" y="3497"/>
                </a:lnTo>
                <a:lnTo>
                  <a:pt x="11208" y="3497"/>
                </a:lnTo>
                <a:lnTo>
                  <a:pt x="11208" y="3496"/>
                </a:lnTo>
                <a:lnTo>
                  <a:pt x="11207" y="3496"/>
                </a:lnTo>
                <a:lnTo>
                  <a:pt x="11206" y="3495"/>
                </a:lnTo>
                <a:lnTo>
                  <a:pt x="11205" y="3495"/>
                </a:lnTo>
                <a:lnTo>
                  <a:pt x="11204" y="3495"/>
                </a:lnTo>
                <a:lnTo>
                  <a:pt x="11204" y="3494"/>
                </a:lnTo>
                <a:lnTo>
                  <a:pt x="11203" y="3494"/>
                </a:lnTo>
                <a:lnTo>
                  <a:pt x="11202" y="3494"/>
                </a:lnTo>
                <a:lnTo>
                  <a:pt x="11202" y="3493"/>
                </a:lnTo>
                <a:lnTo>
                  <a:pt x="11201" y="3493"/>
                </a:lnTo>
                <a:lnTo>
                  <a:pt x="11200" y="3492"/>
                </a:lnTo>
                <a:lnTo>
                  <a:pt x="11199" y="3492"/>
                </a:lnTo>
                <a:lnTo>
                  <a:pt x="11198" y="3491"/>
                </a:lnTo>
                <a:lnTo>
                  <a:pt x="11197" y="3491"/>
                </a:lnTo>
                <a:lnTo>
                  <a:pt x="11196" y="3490"/>
                </a:lnTo>
                <a:lnTo>
                  <a:pt x="11195" y="3490"/>
                </a:lnTo>
                <a:lnTo>
                  <a:pt x="11194" y="3489"/>
                </a:lnTo>
                <a:lnTo>
                  <a:pt x="11193" y="3489"/>
                </a:lnTo>
                <a:lnTo>
                  <a:pt x="11192" y="3488"/>
                </a:lnTo>
                <a:lnTo>
                  <a:pt x="11191" y="3488"/>
                </a:lnTo>
                <a:lnTo>
                  <a:pt x="11190" y="3487"/>
                </a:lnTo>
                <a:lnTo>
                  <a:pt x="11189" y="3487"/>
                </a:lnTo>
                <a:lnTo>
                  <a:pt x="11188" y="3486"/>
                </a:lnTo>
                <a:lnTo>
                  <a:pt x="11187" y="3486"/>
                </a:lnTo>
                <a:lnTo>
                  <a:pt x="11187" y="3485"/>
                </a:lnTo>
                <a:lnTo>
                  <a:pt x="11186" y="3485"/>
                </a:lnTo>
                <a:lnTo>
                  <a:pt x="11185" y="3485"/>
                </a:lnTo>
                <a:lnTo>
                  <a:pt x="11184" y="3484"/>
                </a:lnTo>
                <a:lnTo>
                  <a:pt x="11183" y="3484"/>
                </a:lnTo>
                <a:lnTo>
                  <a:pt x="11182" y="3483"/>
                </a:lnTo>
                <a:lnTo>
                  <a:pt x="11181" y="3483"/>
                </a:lnTo>
                <a:lnTo>
                  <a:pt x="11181" y="3482"/>
                </a:lnTo>
                <a:lnTo>
                  <a:pt x="11180" y="3482"/>
                </a:lnTo>
                <a:lnTo>
                  <a:pt x="11179" y="3482"/>
                </a:lnTo>
                <a:lnTo>
                  <a:pt x="11178" y="3481"/>
                </a:lnTo>
                <a:lnTo>
                  <a:pt x="11177" y="3481"/>
                </a:lnTo>
                <a:lnTo>
                  <a:pt x="11177" y="3480"/>
                </a:lnTo>
                <a:lnTo>
                  <a:pt x="11176" y="3480"/>
                </a:lnTo>
                <a:lnTo>
                  <a:pt x="11175" y="3480"/>
                </a:lnTo>
                <a:lnTo>
                  <a:pt x="11175" y="3479"/>
                </a:lnTo>
                <a:lnTo>
                  <a:pt x="11174" y="3479"/>
                </a:lnTo>
                <a:lnTo>
                  <a:pt x="11173" y="3478"/>
                </a:lnTo>
                <a:lnTo>
                  <a:pt x="11172" y="3478"/>
                </a:lnTo>
                <a:lnTo>
                  <a:pt x="11171" y="3478"/>
                </a:lnTo>
                <a:lnTo>
                  <a:pt x="11171" y="3477"/>
                </a:lnTo>
                <a:lnTo>
                  <a:pt x="11170" y="3477"/>
                </a:lnTo>
                <a:lnTo>
                  <a:pt x="11169" y="3476"/>
                </a:lnTo>
                <a:lnTo>
                  <a:pt x="11168" y="3476"/>
                </a:lnTo>
                <a:lnTo>
                  <a:pt x="11167" y="3475"/>
                </a:lnTo>
                <a:lnTo>
                  <a:pt x="11166" y="3475"/>
                </a:lnTo>
                <a:lnTo>
                  <a:pt x="11165" y="3475"/>
                </a:lnTo>
                <a:lnTo>
                  <a:pt x="11165" y="3474"/>
                </a:lnTo>
                <a:lnTo>
                  <a:pt x="11164" y="3474"/>
                </a:lnTo>
                <a:lnTo>
                  <a:pt x="11163" y="3473"/>
                </a:lnTo>
                <a:lnTo>
                  <a:pt x="11162" y="3473"/>
                </a:lnTo>
                <a:lnTo>
                  <a:pt x="11161" y="3472"/>
                </a:lnTo>
                <a:lnTo>
                  <a:pt x="11160" y="3472"/>
                </a:lnTo>
                <a:lnTo>
                  <a:pt x="11159" y="3471"/>
                </a:lnTo>
                <a:lnTo>
                  <a:pt x="11158" y="3471"/>
                </a:lnTo>
                <a:lnTo>
                  <a:pt x="11157" y="3470"/>
                </a:lnTo>
                <a:lnTo>
                  <a:pt x="11156" y="3508"/>
                </a:lnTo>
                <a:lnTo>
                  <a:pt x="11155" y="3507"/>
                </a:lnTo>
                <a:lnTo>
                  <a:pt x="11154" y="3507"/>
                </a:lnTo>
                <a:lnTo>
                  <a:pt x="11153" y="3506"/>
                </a:lnTo>
                <a:lnTo>
                  <a:pt x="11152" y="3506"/>
                </a:lnTo>
                <a:lnTo>
                  <a:pt x="11151" y="3505"/>
                </a:lnTo>
                <a:lnTo>
                  <a:pt x="11150" y="3505"/>
                </a:lnTo>
                <a:lnTo>
                  <a:pt x="11150" y="3504"/>
                </a:lnTo>
                <a:lnTo>
                  <a:pt x="11149" y="3504"/>
                </a:lnTo>
                <a:lnTo>
                  <a:pt x="11148" y="3504"/>
                </a:lnTo>
                <a:lnTo>
                  <a:pt x="11147" y="3503"/>
                </a:lnTo>
                <a:lnTo>
                  <a:pt x="11146" y="3503"/>
                </a:lnTo>
                <a:lnTo>
                  <a:pt x="11145" y="3502"/>
                </a:lnTo>
                <a:lnTo>
                  <a:pt x="11144" y="3502"/>
                </a:lnTo>
                <a:lnTo>
                  <a:pt x="11144" y="3501"/>
                </a:lnTo>
                <a:lnTo>
                  <a:pt x="11143" y="3501"/>
                </a:lnTo>
                <a:lnTo>
                  <a:pt x="11142" y="3501"/>
                </a:lnTo>
                <a:lnTo>
                  <a:pt x="11141" y="3500"/>
                </a:lnTo>
                <a:lnTo>
                  <a:pt x="11140" y="3500"/>
                </a:lnTo>
                <a:lnTo>
                  <a:pt x="11140" y="3499"/>
                </a:lnTo>
                <a:lnTo>
                  <a:pt x="11139" y="3499"/>
                </a:lnTo>
                <a:lnTo>
                  <a:pt x="11138" y="3499"/>
                </a:lnTo>
                <a:lnTo>
                  <a:pt x="11138" y="3498"/>
                </a:lnTo>
                <a:lnTo>
                  <a:pt x="11137" y="3498"/>
                </a:lnTo>
                <a:lnTo>
                  <a:pt x="11136" y="3497"/>
                </a:lnTo>
                <a:lnTo>
                  <a:pt x="11135" y="3497"/>
                </a:lnTo>
                <a:lnTo>
                  <a:pt x="11134" y="3497"/>
                </a:lnTo>
                <a:lnTo>
                  <a:pt x="11134" y="3496"/>
                </a:lnTo>
                <a:lnTo>
                  <a:pt x="11133" y="3496"/>
                </a:lnTo>
                <a:lnTo>
                  <a:pt x="11132" y="3495"/>
                </a:lnTo>
                <a:lnTo>
                  <a:pt x="11131" y="3495"/>
                </a:lnTo>
                <a:lnTo>
                  <a:pt x="11130" y="3494"/>
                </a:lnTo>
                <a:lnTo>
                  <a:pt x="11129" y="3494"/>
                </a:lnTo>
                <a:lnTo>
                  <a:pt x="11128" y="3494"/>
                </a:lnTo>
                <a:lnTo>
                  <a:pt x="11128" y="3493"/>
                </a:lnTo>
                <a:lnTo>
                  <a:pt x="11127" y="3493"/>
                </a:lnTo>
                <a:lnTo>
                  <a:pt x="11126" y="3492"/>
                </a:lnTo>
                <a:lnTo>
                  <a:pt x="11125" y="3492"/>
                </a:lnTo>
                <a:lnTo>
                  <a:pt x="11124" y="3491"/>
                </a:lnTo>
                <a:lnTo>
                  <a:pt x="11123" y="3491"/>
                </a:lnTo>
                <a:lnTo>
                  <a:pt x="11122" y="3490"/>
                </a:lnTo>
                <a:lnTo>
                  <a:pt x="11121" y="3490"/>
                </a:lnTo>
                <a:lnTo>
                  <a:pt x="11120" y="3489"/>
                </a:lnTo>
                <a:lnTo>
                  <a:pt x="11119" y="3489"/>
                </a:lnTo>
                <a:lnTo>
                  <a:pt x="11118" y="3488"/>
                </a:lnTo>
                <a:lnTo>
                  <a:pt x="11117" y="3488"/>
                </a:lnTo>
                <a:lnTo>
                  <a:pt x="11116" y="3487"/>
                </a:lnTo>
                <a:lnTo>
                  <a:pt x="11115" y="3487"/>
                </a:lnTo>
                <a:lnTo>
                  <a:pt x="11114" y="3486"/>
                </a:lnTo>
                <a:lnTo>
                  <a:pt x="11113" y="3486"/>
                </a:lnTo>
                <a:lnTo>
                  <a:pt x="11113" y="3485"/>
                </a:lnTo>
                <a:lnTo>
                  <a:pt x="11112" y="3485"/>
                </a:lnTo>
                <a:lnTo>
                  <a:pt x="11111" y="3485"/>
                </a:lnTo>
                <a:lnTo>
                  <a:pt x="11111" y="3484"/>
                </a:lnTo>
                <a:lnTo>
                  <a:pt x="11110" y="3484"/>
                </a:lnTo>
                <a:lnTo>
                  <a:pt x="11109" y="3484"/>
                </a:lnTo>
                <a:lnTo>
                  <a:pt x="11108" y="3483"/>
                </a:lnTo>
                <a:lnTo>
                  <a:pt x="11107" y="3483"/>
                </a:lnTo>
                <a:lnTo>
                  <a:pt x="11107" y="3482"/>
                </a:lnTo>
                <a:lnTo>
                  <a:pt x="11106" y="3482"/>
                </a:lnTo>
                <a:lnTo>
                  <a:pt x="11105" y="3482"/>
                </a:lnTo>
                <a:lnTo>
                  <a:pt x="11105" y="3481"/>
                </a:lnTo>
                <a:lnTo>
                  <a:pt x="11104" y="3481"/>
                </a:lnTo>
                <a:lnTo>
                  <a:pt x="11103" y="3481"/>
                </a:lnTo>
                <a:lnTo>
                  <a:pt x="11103" y="3480"/>
                </a:lnTo>
                <a:lnTo>
                  <a:pt x="11102" y="3480"/>
                </a:lnTo>
                <a:lnTo>
                  <a:pt x="11101" y="3480"/>
                </a:lnTo>
                <a:lnTo>
                  <a:pt x="11101" y="3479"/>
                </a:lnTo>
                <a:lnTo>
                  <a:pt x="11100" y="3479"/>
                </a:lnTo>
                <a:lnTo>
                  <a:pt x="11099" y="3478"/>
                </a:lnTo>
                <a:lnTo>
                  <a:pt x="11098" y="3478"/>
                </a:lnTo>
                <a:lnTo>
                  <a:pt x="11097" y="3478"/>
                </a:lnTo>
                <a:lnTo>
                  <a:pt x="11097" y="3477"/>
                </a:lnTo>
                <a:lnTo>
                  <a:pt x="11096" y="3477"/>
                </a:lnTo>
                <a:lnTo>
                  <a:pt x="11095" y="3476"/>
                </a:lnTo>
                <a:lnTo>
                  <a:pt x="11094" y="3476"/>
                </a:lnTo>
                <a:lnTo>
                  <a:pt x="11093" y="3475"/>
                </a:lnTo>
                <a:lnTo>
                  <a:pt x="11092" y="3475"/>
                </a:lnTo>
                <a:lnTo>
                  <a:pt x="11091" y="3475"/>
                </a:lnTo>
                <a:lnTo>
                  <a:pt x="11091" y="3474"/>
                </a:lnTo>
                <a:lnTo>
                  <a:pt x="11090" y="3474"/>
                </a:lnTo>
                <a:lnTo>
                  <a:pt x="11089" y="3473"/>
                </a:lnTo>
                <a:lnTo>
                  <a:pt x="11088" y="3473"/>
                </a:lnTo>
                <a:lnTo>
                  <a:pt x="11087" y="3472"/>
                </a:lnTo>
                <a:lnTo>
                  <a:pt x="11086" y="3472"/>
                </a:lnTo>
                <a:lnTo>
                  <a:pt x="11086" y="3471"/>
                </a:lnTo>
                <a:lnTo>
                  <a:pt x="11085" y="3471"/>
                </a:lnTo>
                <a:lnTo>
                  <a:pt x="11084" y="3471"/>
                </a:lnTo>
                <a:lnTo>
                  <a:pt x="11083" y="3470"/>
                </a:lnTo>
                <a:lnTo>
                  <a:pt x="11082" y="3470"/>
                </a:lnTo>
                <a:lnTo>
                  <a:pt x="11081" y="3469"/>
                </a:lnTo>
                <a:lnTo>
                  <a:pt x="11080" y="3469"/>
                </a:lnTo>
                <a:lnTo>
                  <a:pt x="11080" y="3468"/>
                </a:lnTo>
                <a:lnTo>
                  <a:pt x="11079" y="3468"/>
                </a:lnTo>
                <a:lnTo>
                  <a:pt x="11078" y="3468"/>
                </a:lnTo>
                <a:lnTo>
                  <a:pt x="11077" y="3467"/>
                </a:lnTo>
                <a:lnTo>
                  <a:pt x="11076" y="3467"/>
                </a:lnTo>
                <a:lnTo>
                  <a:pt x="11076" y="3466"/>
                </a:lnTo>
                <a:lnTo>
                  <a:pt x="11075" y="3466"/>
                </a:lnTo>
                <a:lnTo>
                  <a:pt x="11074" y="3466"/>
                </a:lnTo>
                <a:lnTo>
                  <a:pt x="11074" y="3465"/>
                </a:lnTo>
                <a:lnTo>
                  <a:pt x="11073" y="3465"/>
                </a:lnTo>
                <a:lnTo>
                  <a:pt x="11072" y="3465"/>
                </a:lnTo>
                <a:lnTo>
                  <a:pt x="11071" y="3464"/>
                </a:lnTo>
                <a:lnTo>
                  <a:pt x="11070" y="3464"/>
                </a:lnTo>
                <a:lnTo>
                  <a:pt x="11070" y="3463"/>
                </a:lnTo>
                <a:lnTo>
                  <a:pt x="11069" y="3463"/>
                </a:lnTo>
                <a:lnTo>
                  <a:pt x="11068" y="3463"/>
                </a:lnTo>
                <a:lnTo>
                  <a:pt x="11068" y="3462"/>
                </a:lnTo>
                <a:lnTo>
                  <a:pt x="11067" y="3462"/>
                </a:lnTo>
                <a:lnTo>
                  <a:pt x="11066" y="3462"/>
                </a:lnTo>
                <a:lnTo>
                  <a:pt x="11066" y="3461"/>
                </a:lnTo>
                <a:lnTo>
                  <a:pt x="11065" y="3461"/>
                </a:lnTo>
                <a:lnTo>
                  <a:pt x="11064" y="3461"/>
                </a:lnTo>
                <a:lnTo>
                  <a:pt x="11064" y="3460"/>
                </a:lnTo>
                <a:lnTo>
                  <a:pt x="11063" y="3460"/>
                </a:lnTo>
                <a:lnTo>
                  <a:pt x="11062" y="3459"/>
                </a:lnTo>
                <a:lnTo>
                  <a:pt x="11061" y="3459"/>
                </a:lnTo>
                <a:lnTo>
                  <a:pt x="11060" y="3458"/>
                </a:lnTo>
                <a:lnTo>
                  <a:pt x="11059" y="3458"/>
                </a:lnTo>
                <a:lnTo>
                  <a:pt x="11058" y="3458"/>
                </a:lnTo>
                <a:lnTo>
                  <a:pt x="11058" y="3457"/>
                </a:lnTo>
                <a:lnTo>
                  <a:pt x="11057" y="3457"/>
                </a:lnTo>
                <a:lnTo>
                  <a:pt x="11056" y="3456"/>
                </a:lnTo>
                <a:lnTo>
                  <a:pt x="11055" y="3456"/>
                </a:lnTo>
                <a:lnTo>
                  <a:pt x="11054" y="3455"/>
                </a:lnTo>
                <a:lnTo>
                  <a:pt x="11053" y="3455"/>
                </a:lnTo>
                <a:lnTo>
                  <a:pt x="11052" y="3454"/>
                </a:lnTo>
                <a:lnTo>
                  <a:pt x="11051" y="3454"/>
                </a:lnTo>
                <a:lnTo>
                  <a:pt x="11050" y="3453"/>
                </a:lnTo>
                <a:lnTo>
                  <a:pt x="11049" y="3453"/>
                </a:lnTo>
                <a:lnTo>
                  <a:pt x="11048" y="3452"/>
                </a:lnTo>
                <a:lnTo>
                  <a:pt x="11047" y="3452"/>
                </a:lnTo>
                <a:lnTo>
                  <a:pt x="11046" y="3451"/>
                </a:lnTo>
                <a:lnTo>
                  <a:pt x="11045" y="3451"/>
                </a:lnTo>
                <a:lnTo>
                  <a:pt x="11044" y="3450"/>
                </a:lnTo>
                <a:lnTo>
                  <a:pt x="11043" y="3450"/>
                </a:lnTo>
                <a:lnTo>
                  <a:pt x="11043" y="3449"/>
                </a:lnTo>
                <a:lnTo>
                  <a:pt x="11042" y="3449"/>
                </a:lnTo>
                <a:lnTo>
                  <a:pt x="11041" y="3449"/>
                </a:lnTo>
                <a:lnTo>
                  <a:pt x="11040" y="3448"/>
                </a:lnTo>
                <a:lnTo>
                  <a:pt x="11039" y="3448"/>
                </a:lnTo>
                <a:lnTo>
                  <a:pt x="11038" y="3447"/>
                </a:lnTo>
                <a:lnTo>
                  <a:pt x="11037" y="3447"/>
                </a:lnTo>
                <a:lnTo>
                  <a:pt x="11037" y="3446"/>
                </a:lnTo>
                <a:lnTo>
                  <a:pt x="11036" y="3446"/>
                </a:lnTo>
                <a:lnTo>
                  <a:pt x="11035" y="3445"/>
                </a:lnTo>
                <a:lnTo>
                  <a:pt x="11034" y="3445"/>
                </a:lnTo>
                <a:lnTo>
                  <a:pt x="11033" y="3445"/>
                </a:lnTo>
                <a:lnTo>
                  <a:pt x="11033" y="3444"/>
                </a:lnTo>
                <a:lnTo>
                  <a:pt x="11032" y="3444"/>
                </a:lnTo>
                <a:lnTo>
                  <a:pt x="11031" y="3444"/>
                </a:lnTo>
                <a:lnTo>
                  <a:pt x="11031" y="3443"/>
                </a:lnTo>
                <a:lnTo>
                  <a:pt x="11030" y="3443"/>
                </a:lnTo>
                <a:lnTo>
                  <a:pt x="11029" y="3442"/>
                </a:lnTo>
                <a:lnTo>
                  <a:pt x="11028" y="3442"/>
                </a:lnTo>
                <a:lnTo>
                  <a:pt x="11027" y="3442"/>
                </a:lnTo>
                <a:lnTo>
                  <a:pt x="11027" y="3441"/>
                </a:lnTo>
                <a:lnTo>
                  <a:pt x="11026" y="3441"/>
                </a:lnTo>
                <a:lnTo>
                  <a:pt x="11025" y="3440"/>
                </a:lnTo>
                <a:lnTo>
                  <a:pt x="11024" y="3440"/>
                </a:lnTo>
                <a:lnTo>
                  <a:pt x="11023" y="3439"/>
                </a:lnTo>
                <a:lnTo>
                  <a:pt x="11022" y="3439"/>
                </a:lnTo>
                <a:lnTo>
                  <a:pt x="11021" y="3439"/>
                </a:lnTo>
                <a:lnTo>
                  <a:pt x="11021" y="3438"/>
                </a:lnTo>
                <a:lnTo>
                  <a:pt x="11020" y="3438"/>
                </a:lnTo>
                <a:lnTo>
                  <a:pt x="11019" y="3437"/>
                </a:lnTo>
                <a:lnTo>
                  <a:pt x="11018" y="3437"/>
                </a:lnTo>
                <a:lnTo>
                  <a:pt x="11017" y="3436"/>
                </a:lnTo>
                <a:lnTo>
                  <a:pt x="11016" y="3436"/>
                </a:lnTo>
                <a:lnTo>
                  <a:pt x="11015" y="3435"/>
                </a:lnTo>
                <a:lnTo>
                  <a:pt x="11014" y="3435"/>
                </a:lnTo>
                <a:lnTo>
                  <a:pt x="11013" y="3434"/>
                </a:lnTo>
                <a:lnTo>
                  <a:pt x="11012" y="3434"/>
                </a:lnTo>
                <a:lnTo>
                  <a:pt x="11011" y="3433"/>
                </a:lnTo>
                <a:lnTo>
                  <a:pt x="11010" y="3433"/>
                </a:lnTo>
                <a:lnTo>
                  <a:pt x="11010" y="3432"/>
                </a:lnTo>
                <a:lnTo>
                  <a:pt x="11009" y="3432"/>
                </a:lnTo>
                <a:lnTo>
                  <a:pt x="11008" y="3432"/>
                </a:lnTo>
                <a:lnTo>
                  <a:pt x="11007" y="3431"/>
                </a:lnTo>
                <a:lnTo>
                  <a:pt x="11006" y="3431"/>
                </a:lnTo>
                <a:lnTo>
                  <a:pt x="11006" y="3430"/>
                </a:lnTo>
                <a:lnTo>
                  <a:pt x="11005" y="3430"/>
                </a:lnTo>
                <a:lnTo>
                  <a:pt x="11004" y="3430"/>
                </a:lnTo>
                <a:lnTo>
                  <a:pt x="11004" y="3429"/>
                </a:lnTo>
                <a:lnTo>
                  <a:pt x="11003" y="3429"/>
                </a:lnTo>
                <a:lnTo>
                  <a:pt x="11002" y="3429"/>
                </a:lnTo>
                <a:lnTo>
                  <a:pt x="11001" y="3428"/>
                </a:lnTo>
                <a:lnTo>
                  <a:pt x="11000" y="3428"/>
                </a:lnTo>
                <a:lnTo>
                  <a:pt x="11000" y="3427"/>
                </a:lnTo>
                <a:lnTo>
                  <a:pt x="10999" y="3427"/>
                </a:lnTo>
                <a:lnTo>
                  <a:pt x="10998" y="3426"/>
                </a:lnTo>
                <a:lnTo>
                  <a:pt x="10997" y="3426"/>
                </a:lnTo>
                <a:lnTo>
                  <a:pt x="10996" y="3426"/>
                </a:lnTo>
                <a:lnTo>
                  <a:pt x="10996" y="3425"/>
                </a:lnTo>
                <a:lnTo>
                  <a:pt x="10995" y="3425"/>
                </a:lnTo>
                <a:lnTo>
                  <a:pt x="10994" y="3425"/>
                </a:lnTo>
                <a:lnTo>
                  <a:pt x="10994" y="3424"/>
                </a:lnTo>
                <a:lnTo>
                  <a:pt x="10993" y="3424"/>
                </a:lnTo>
                <a:lnTo>
                  <a:pt x="10992" y="3423"/>
                </a:lnTo>
                <a:lnTo>
                  <a:pt x="10991" y="3423"/>
                </a:lnTo>
                <a:lnTo>
                  <a:pt x="10990" y="3423"/>
                </a:lnTo>
                <a:lnTo>
                  <a:pt x="10990" y="3422"/>
                </a:lnTo>
                <a:lnTo>
                  <a:pt x="10989" y="3422"/>
                </a:lnTo>
                <a:lnTo>
                  <a:pt x="10988" y="3421"/>
                </a:lnTo>
                <a:lnTo>
                  <a:pt x="10987" y="3421"/>
                </a:lnTo>
                <a:lnTo>
                  <a:pt x="10986" y="3420"/>
                </a:lnTo>
                <a:lnTo>
                  <a:pt x="10985" y="3420"/>
                </a:lnTo>
                <a:lnTo>
                  <a:pt x="10984" y="3419"/>
                </a:lnTo>
                <a:lnTo>
                  <a:pt x="10983" y="3419"/>
                </a:lnTo>
                <a:lnTo>
                  <a:pt x="10982" y="3418"/>
                </a:lnTo>
                <a:lnTo>
                  <a:pt x="10981" y="3418"/>
                </a:lnTo>
                <a:lnTo>
                  <a:pt x="10980" y="3417"/>
                </a:lnTo>
                <a:lnTo>
                  <a:pt x="10979" y="3417"/>
                </a:lnTo>
                <a:lnTo>
                  <a:pt x="10979" y="3416"/>
                </a:lnTo>
                <a:lnTo>
                  <a:pt x="10978" y="3416"/>
                </a:lnTo>
                <a:lnTo>
                  <a:pt x="10977" y="3416"/>
                </a:lnTo>
                <a:lnTo>
                  <a:pt x="10976" y="3415"/>
                </a:lnTo>
                <a:lnTo>
                  <a:pt x="10975" y="3415"/>
                </a:lnTo>
                <a:lnTo>
                  <a:pt x="10974" y="3414"/>
                </a:lnTo>
                <a:lnTo>
                  <a:pt x="10973" y="3414"/>
                </a:lnTo>
                <a:lnTo>
                  <a:pt x="10973" y="3413"/>
                </a:lnTo>
                <a:lnTo>
                  <a:pt x="10972" y="3413"/>
                </a:lnTo>
                <a:lnTo>
                  <a:pt x="10971" y="3413"/>
                </a:lnTo>
                <a:lnTo>
                  <a:pt x="10970" y="3412"/>
                </a:lnTo>
                <a:lnTo>
                  <a:pt x="10969" y="3412"/>
                </a:lnTo>
                <a:lnTo>
                  <a:pt x="10969" y="3411"/>
                </a:lnTo>
                <a:lnTo>
                  <a:pt x="10968" y="3411"/>
                </a:lnTo>
                <a:lnTo>
                  <a:pt x="10967" y="3411"/>
                </a:lnTo>
                <a:lnTo>
                  <a:pt x="10967" y="3410"/>
                </a:lnTo>
                <a:lnTo>
                  <a:pt x="10966" y="3410"/>
                </a:lnTo>
                <a:lnTo>
                  <a:pt x="10965" y="3410"/>
                </a:lnTo>
                <a:lnTo>
                  <a:pt x="10964" y="3409"/>
                </a:lnTo>
                <a:lnTo>
                  <a:pt x="10963" y="3409"/>
                </a:lnTo>
                <a:lnTo>
                  <a:pt x="10963" y="3408"/>
                </a:lnTo>
                <a:lnTo>
                  <a:pt x="10962" y="3408"/>
                </a:lnTo>
                <a:lnTo>
                  <a:pt x="10961" y="3407"/>
                </a:lnTo>
                <a:lnTo>
                  <a:pt x="10960" y="3407"/>
                </a:lnTo>
                <a:lnTo>
                  <a:pt x="10959" y="3406"/>
                </a:lnTo>
                <a:lnTo>
                  <a:pt x="10958" y="3406"/>
                </a:lnTo>
                <a:lnTo>
                  <a:pt x="10957" y="3406"/>
                </a:lnTo>
                <a:lnTo>
                  <a:pt x="10957" y="3405"/>
                </a:lnTo>
                <a:lnTo>
                  <a:pt x="10956" y="3405"/>
                </a:lnTo>
                <a:lnTo>
                  <a:pt x="10955" y="3404"/>
                </a:lnTo>
                <a:lnTo>
                  <a:pt x="10954" y="3404"/>
                </a:lnTo>
                <a:lnTo>
                  <a:pt x="10953" y="3403"/>
                </a:lnTo>
                <a:lnTo>
                  <a:pt x="10952" y="3403"/>
                </a:lnTo>
                <a:lnTo>
                  <a:pt x="10951" y="3402"/>
                </a:lnTo>
                <a:lnTo>
                  <a:pt x="10950" y="3402"/>
                </a:lnTo>
                <a:lnTo>
                  <a:pt x="10949" y="3401"/>
                </a:lnTo>
                <a:lnTo>
                  <a:pt x="10948" y="3401"/>
                </a:lnTo>
                <a:lnTo>
                  <a:pt x="10947" y="3400"/>
                </a:lnTo>
                <a:lnTo>
                  <a:pt x="10946" y="3400"/>
                </a:lnTo>
                <a:lnTo>
                  <a:pt x="10945" y="3399"/>
                </a:lnTo>
                <a:lnTo>
                  <a:pt x="10944" y="3399"/>
                </a:lnTo>
                <a:lnTo>
                  <a:pt x="10943" y="3398"/>
                </a:lnTo>
                <a:lnTo>
                  <a:pt x="10942" y="3398"/>
                </a:lnTo>
                <a:lnTo>
                  <a:pt x="10942" y="3397"/>
                </a:lnTo>
                <a:lnTo>
                  <a:pt x="10941" y="3397"/>
                </a:lnTo>
                <a:lnTo>
                  <a:pt x="10940" y="3397"/>
                </a:lnTo>
                <a:lnTo>
                  <a:pt x="10939" y="3396"/>
                </a:lnTo>
                <a:lnTo>
                  <a:pt x="10938" y="3396"/>
                </a:lnTo>
                <a:lnTo>
                  <a:pt x="10937" y="3395"/>
                </a:lnTo>
                <a:lnTo>
                  <a:pt x="10936" y="3395"/>
                </a:lnTo>
                <a:lnTo>
                  <a:pt x="10936" y="3394"/>
                </a:lnTo>
                <a:lnTo>
                  <a:pt x="10935" y="3394"/>
                </a:lnTo>
                <a:lnTo>
                  <a:pt x="10934" y="3394"/>
                </a:lnTo>
                <a:lnTo>
                  <a:pt x="10934" y="3393"/>
                </a:lnTo>
                <a:lnTo>
                  <a:pt x="10933" y="3393"/>
                </a:lnTo>
                <a:lnTo>
                  <a:pt x="10932" y="3393"/>
                </a:lnTo>
                <a:lnTo>
                  <a:pt x="10932" y="3392"/>
                </a:lnTo>
                <a:lnTo>
                  <a:pt x="10931" y="3392"/>
                </a:lnTo>
                <a:lnTo>
                  <a:pt x="10930" y="3392"/>
                </a:lnTo>
                <a:lnTo>
                  <a:pt x="10930" y="3391"/>
                </a:lnTo>
                <a:lnTo>
                  <a:pt x="10929" y="3391"/>
                </a:lnTo>
                <a:lnTo>
                  <a:pt x="10928" y="3390"/>
                </a:lnTo>
                <a:lnTo>
                  <a:pt x="10927" y="3390"/>
                </a:lnTo>
                <a:lnTo>
                  <a:pt x="10926" y="3390"/>
                </a:lnTo>
                <a:lnTo>
                  <a:pt x="10926" y="3389"/>
                </a:lnTo>
                <a:lnTo>
                  <a:pt x="10925" y="3389"/>
                </a:lnTo>
                <a:lnTo>
                  <a:pt x="10924" y="3389"/>
                </a:lnTo>
                <a:lnTo>
                  <a:pt x="10924" y="3388"/>
                </a:lnTo>
                <a:lnTo>
                  <a:pt x="10923" y="3388"/>
                </a:lnTo>
                <a:lnTo>
                  <a:pt x="10922" y="3387"/>
                </a:lnTo>
                <a:lnTo>
                  <a:pt x="10921" y="3387"/>
                </a:lnTo>
                <a:lnTo>
                  <a:pt x="10920" y="3387"/>
                </a:lnTo>
                <a:lnTo>
                  <a:pt x="10920" y="3386"/>
                </a:lnTo>
                <a:lnTo>
                  <a:pt x="10919" y="3386"/>
                </a:lnTo>
                <a:lnTo>
                  <a:pt x="10918" y="3385"/>
                </a:lnTo>
                <a:lnTo>
                  <a:pt x="10917" y="3385"/>
                </a:lnTo>
                <a:lnTo>
                  <a:pt x="10916" y="3384"/>
                </a:lnTo>
                <a:lnTo>
                  <a:pt x="10915" y="3384"/>
                </a:lnTo>
                <a:lnTo>
                  <a:pt x="10914" y="3384"/>
                </a:lnTo>
                <a:lnTo>
                  <a:pt x="10914" y="3383"/>
                </a:lnTo>
                <a:lnTo>
                  <a:pt x="10913" y="3383"/>
                </a:lnTo>
                <a:lnTo>
                  <a:pt x="10912" y="3382"/>
                </a:lnTo>
                <a:lnTo>
                  <a:pt x="10911" y="3382"/>
                </a:lnTo>
                <a:lnTo>
                  <a:pt x="10910" y="3381"/>
                </a:lnTo>
                <a:lnTo>
                  <a:pt x="10909" y="3381"/>
                </a:lnTo>
                <a:lnTo>
                  <a:pt x="10908" y="3380"/>
                </a:lnTo>
                <a:lnTo>
                  <a:pt x="10907" y="3380"/>
                </a:lnTo>
                <a:lnTo>
                  <a:pt x="10906" y="3379"/>
                </a:lnTo>
                <a:lnTo>
                  <a:pt x="10905" y="3379"/>
                </a:lnTo>
                <a:lnTo>
                  <a:pt x="10905" y="3378"/>
                </a:lnTo>
                <a:lnTo>
                  <a:pt x="10904" y="3378"/>
                </a:lnTo>
                <a:lnTo>
                  <a:pt x="10903" y="3378"/>
                </a:lnTo>
                <a:lnTo>
                  <a:pt x="10903" y="3377"/>
                </a:lnTo>
                <a:lnTo>
                  <a:pt x="10902" y="3377"/>
                </a:lnTo>
                <a:lnTo>
                  <a:pt x="10901" y="3377"/>
                </a:lnTo>
                <a:lnTo>
                  <a:pt x="10900" y="3376"/>
                </a:lnTo>
                <a:lnTo>
                  <a:pt x="10899" y="3376"/>
                </a:lnTo>
                <a:lnTo>
                  <a:pt x="10899" y="3375"/>
                </a:lnTo>
                <a:lnTo>
                  <a:pt x="10898" y="3375"/>
                </a:lnTo>
                <a:lnTo>
                  <a:pt x="10897" y="3375"/>
                </a:lnTo>
                <a:lnTo>
                  <a:pt x="10897" y="3374"/>
                </a:lnTo>
                <a:lnTo>
                  <a:pt x="10896" y="3374"/>
                </a:lnTo>
                <a:lnTo>
                  <a:pt x="10895" y="3374"/>
                </a:lnTo>
                <a:lnTo>
                  <a:pt x="10895" y="3373"/>
                </a:lnTo>
                <a:lnTo>
                  <a:pt x="10894" y="3373"/>
                </a:lnTo>
                <a:lnTo>
                  <a:pt x="10893" y="3373"/>
                </a:lnTo>
                <a:lnTo>
                  <a:pt x="10893" y="3372"/>
                </a:lnTo>
                <a:lnTo>
                  <a:pt x="10892" y="3372"/>
                </a:lnTo>
                <a:lnTo>
                  <a:pt x="10891" y="3371"/>
                </a:lnTo>
                <a:lnTo>
                  <a:pt x="10890" y="3371"/>
                </a:lnTo>
                <a:lnTo>
                  <a:pt x="10889" y="3371"/>
                </a:lnTo>
                <a:lnTo>
                  <a:pt x="10889" y="3370"/>
                </a:lnTo>
                <a:lnTo>
                  <a:pt x="10888" y="3370"/>
                </a:lnTo>
                <a:lnTo>
                  <a:pt x="10887" y="3370"/>
                </a:lnTo>
                <a:lnTo>
                  <a:pt x="10887" y="3369"/>
                </a:lnTo>
                <a:lnTo>
                  <a:pt x="10886" y="3369"/>
                </a:lnTo>
                <a:lnTo>
                  <a:pt x="10885" y="3368"/>
                </a:lnTo>
                <a:lnTo>
                  <a:pt x="10884" y="3368"/>
                </a:lnTo>
                <a:lnTo>
                  <a:pt x="10883" y="3368"/>
                </a:lnTo>
                <a:lnTo>
                  <a:pt x="10883" y="3367"/>
                </a:lnTo>
                <a:lnTo>
                  <a:pt x="10882" y="3367"/>
                </a:lnTo>
                <a:lnTo>
                  <a:pt x="10881" y="3366"/>
                </a:lnTo>
                <a:lnTo>
                  <a:pt x="10880" y="3366"/>
                </a:lnTo>
                <a:lnTo>
                  <a:pt x="10879" y="3365"/>
                </a:lnTo>
                <a:lnTo>
                  <a:pt x="10878" y="3365"/>
                </a:lnTo>
                <a:lnTo>
                  <a:pt x="10877" y="3364"/>
                </a:lnTo>
                <a:lnTo>
                  <a:pt x="10876" y="3364"/>
                </a:lnTo>
                <a:lnTo>
                  <a:pt x="10875" y="3363"/>
                </a:lnTo>
                <a:lnTo>
                  <a:pt x="10874" y="3363"/>
                </a:lnTo>
                <a:lnTo>
                  <a:pt x="10873" y="3362"/>
                </a:lnTo>
                <a:lnTo>
                  <a:pt x="10872" y="3362"/>
                </a:lnTo>
                <a:lnTo>
                  <a:pt x="10872" y="3361"/>
                </a:lnTo>
                <a:lnTo>
                  <a:pt x="10871" y="3361"/>
                </a:lnTo>
                <a:lnTo>
                  <a:pt x="10870" y="3361"/>
                </a:lnTo>
                <a:lnTo>
                  <a:pt x="10869" y="3360"/>
                </a:lnTo>
                <a:lnTo>
                  <a:pt x="10868" y="3360"/>
                </a:lnTo>
                <a:lnTo>
                  <a:pt x="10867" y="3359"/>
                </a:lnTo>
                <a:lnTo>
                  <a:pt x="10866" y="3359"/>
                </a:lnTo>
                <a:lnTo>
                  <a:pt x="10866" y="3358"/>
                </a:lnTo>
                <a:lnTo>
                  <a:pt x="10865" y="3358"/>
                </a:lnTo>
                <a:lnTo>
                  <a:pt x="10864" y="3358"/>
                </a:lnTo>
                <a:lnTo>
                  <a:pt x="10863" y="3357"/>
                </a:lnTo>
                <a:lnTo>
                  <a:pt x="10862" y="3357"/>
                </a:lnTo>
                <a:lnTo>
                  <a:pt x="10862" y="3356"/>
                </a:lnTo>
                <a:lnTo>
                  <a:pt x="10861" y="3356"/>
                </a:lnTo>
                <a:lnTo>
                  <a:pt x="10860" y="3356"/>
                </a:lnTo>
                <a:lnTo>
                  <a:pt x="10860" y="3355"/>
                </a:lnTo>
                <a:lnTo>
                  <a:pt x="10859" y="3355"/>
                </a:lnTo>
                <a:lnTo>
                  <a:pt x="10858" y="3355"/>
                </a:lnTo>
                <a:lnTo>
                  <a:pt x="10857" y="3354"/>
                </a:lnTo>
                <a:lnTo>
                  <a:pt x="10856" y="3354"/>
                </a:lnTo>
                <a:lnTo>
                  <a:pt x="10856" y="3353"/>
                </a:lnTo>
                <a:lnTo>
                  <a:pt x="10855" y="3353"/>
                </a:lnTo>
                <a:lnTo>
                  <a:pt x="10854" y="3352"/>
                </a:lnTo>
                <a:lnTo>
                  <a:pt x="10853" y="3352"/>
                </a:lnTo>
                <a:lnTo>
                  <a:pt x="10852" y="3351"/>
                </a:lnTo>
                <a:lnTo>
                  <a:pt x="10851" y="3351"/>
                </a:lnTo>
                <a:lnTo>
                  <a:pt x="10850" y="3351"/>
                </a:lnTo>
                <a:lnTo>
                  <a:pt x="10850" y="3350"/>
                </a:lnTo>
                <a:lnTo>
                  <a:pt x="10849" y="3350"/>
                </a:lnTo>
                <a:lnTo>
                  <a:pt x="10848" y="3349"/>
                </a:lnTo>
                <a:lnTo>
                  <a:pt x="10847" y="3349"/>
                </a:lnTo>
                <a:lnTo>
                  <a:pt x="10846" y="3348"/>
                </a:lnTo>
                <a:lnTo>
                  <a:pt x="10845" y="3348"/>
                </a:lnTo>
                <a:lnTo>
                  <a:pt x="10844" y="3347"/>
                </a:lnTo>
                <a:lnTo>
                  <a:pt x="10843" y="3347"/>
                </a:lnTo>
                <a:lnTo>
                  <a:pt x="10842" y="3346"/>
                </a:lnTo>
                <a:lnTo>
                  <a:pt x="10841" y="3346"/>
                </a:lnTo>
                <a:lnTo>
                  <a:pt x="10840" y="3345"/>
                </a:lnTo>
                <a:lnTo>
                  <a:pt x="10839" y="3345"/>
                </a:lnTo>
                <a:lnTo>
                  <a:pt x="10838" y="3344"/>
                </a:lnTo>
                <a:lnTo>
                  <a:pt x="10837" y="3344"/>
                </a:lnTo>
                <a:lnTo>
                  <a:pt x="10836" y="3343"/>
                </a:lnTo>
                <a:lnTo>
                  <a:pt x="10835" y="3343"/>
                </a:lnTo>
                <a:lnTo>
                  <a:pt x="10835" y="3342"/>
                </a:lnTo>
                <a:lnTo>
                  <a:pt x="10834" y="3342"/>
                </a:lnTo>
                <a:lnTo>
                  <a:pt x="10833" y="3342"/>
                </a:lnTo>
                <a:lnTo>
                  <a:pt x="10832" y="3341"/>
                </a:lnTo>
                <a:lnTo>
                  <a:pt x="10831" y="3341"/>
                </a:lnTo>
                <a:lnTo>
                  <a:pt x="10830" y="3340"/>
                </a:lnTo>
                <a:lnTo>
                  <a:pt x="10829" y="3340"/>
                </a:lnTo>
                <a:lnTo>
                  <a:pt x="10829" y="3339"/>
                </a:lnTo>
                <a:lnTo>
                  <a:pt x="10828" y="3339"/>
                </a:lnTo>
                <a:lnTo>
                  <a:pt x="10827" y="3338"/>
                </a:lnTo>
                <a:lnTo>
                  <a:pt x="10826" y="3338"/>
                </a:lnTo>
                <a:lnTo>
                  <a:pt x="10825" y="3338"/>
                </a:lnTo>
                <a:lnTo>
                  <a:pt x="10825" y="3337"/>
                </a:lnTo>
                <a:lnTo>
                  <a:pt x="10824" y="3337"/>
                </a:lnTo>
                <a:lnTo>
                  <a:pt x="10823" y="3337"/>
                </a:lnTo>
                <a:lnTo>
                  <a:pt x="10823" y="3336"/>
                </a:lnTo>
                <a:lnTo>
                  <a:pt x="10822" y="3336"/>
                </a:lnTo>
                <a:lnTo>
                  <a:pt x="10821" y="3335"/>
                </a:lnTo>
                <a:lnTo>
                  <a:pt x="10820" y="3335"/>
                </a:lnTo>
                <a:lnTo>
                  <a:pt x="10819" y="3335"/>
                </a:lnTo>
                <a:lnTo>
                  <a:pt x="10819" y="3334"/>
                </a:lnTo>
                <a:lnTo>
                  <a:pt x="10818" y="3334"/>
                </a:lnTo>
                <a:lnTo>
                  <a:pt x="10817" y="3333"/>
                </a:lnTo>
                <a:lnTo>
                  <a:pt x="10816" y="3333"/>
                </a:lnTo>
                <a:lnTo>
                  <a:pt x="10815" y="3332"/>
                </a:lnTo>
                <a:lnTo>
                  <a:pt x="10814" y="3332"/>
                </a:lnTo>
                <a:lnTo>
                  <a:pt x="10813" y="3332"/>
                </a:lnTo>
                <a:lnTo>
                  <a:pt x="10813" y="3331"/>
                </a:lnTo>
                <a:lnTo>
                  <a:pt x="10812" y="3331"/>
                </a:lnTo>
                <a:lnTo>
                  <a:pt x="10811" y="3330"/>
                </a:lnTo>
                <a:lnTo>
                  <a:pt x="10810" y="3330"/>
                </a:lnTo>
                <a:lnTo>
                  <a:pt x="10809" y="3329"/>
                </a:lnTo>
                <a:lnTo>
                  <a:pt x="10808" y="3329"/>
                </a:lnTo>
                <a:lnTo>
                  <a:pt x="10807" y="3328"/>
                </a:lnTo>
                <a:lnTo>
                  <a:pt x="10806" y="3328"/>
                </a:lnTo>
                <a:lnTo>
                  <a:pt x="10805" y="3327"/>
                </a:lnTo>
                <a:lnTo>
                  <a:pt x="10804" y="3327"/>
                </a:lnTo>
                <a:lnTo>
                  <a:pt x="10803" y="3326"/>
                </a:lnTo>
                <a:lnTo>
                  <a:pt x="10802" y="3326"/>
                </a:lnTo>
                <a:lnTo>
                  <a:pt x="10802" y="3325"/>
                </a:lnTo>
                <a:lnTo>
                  <a:pt x="10801" y="3325"/>
                </a:lnTo>
                <a:lnTo>
                  <a:pt x="10800" y="3325"/>
                </a:lnTo>
                <a:lnTo>
                  <a:pt x="10799" y="3324"/>
                </a:lnTo>
                <a:lnTo>
                  <a:pt x="10798" y="3324"/>
                </a:lnTo>
                <a:lnTo>
                  <a:pt x="10798" y="3323"/>
                </a:lnTo>
                <a:lnTo>
                  <a:pt x="10797" y="3323"/>
                </a:lnTo>
                <a:lnTo>
                  <a:pt x="10796" y="3323"/>
                </a:lnTo>
                <a:lnTo>
                  <a:pt x="10796" y="3322"/>
                </a:lnTo>
                <a:lnTo>
                  <a:pt x="10795" y="3322"/>
                </a:lnTo>
                <a:lnTo>
                  <a:pt x="10794" y="3322"/>
                </a:lnTo>
                <a:lnTo>
                  <a:pt x="10793" y="3321"/>
                </a:lnTo>
                <a:lnTo>
                  <a:pt x="10792" y="3321"/>
                </a:lnTo>
                <a:lnTo>
                  <a:pt x="10792" y="3320"/>
                </a:lnTo>
                <a:lnTo>
                  <a:pt x="10791" y="3320"/>
                </a:lnTo>
                <a:lnTo>
                  <a:pt x="10790" y="3320"/>
                </a:lnTo>
                <a:lnTo>
                  <a:pt x="10790" y="3319"/>
                </a:lnTo>
                <a:lnTo>
                  <a:pt x="10789" y="3319"/>
                </a:lnTo>
                <a:lnTo>
                  <a:pt x="10788" y="3319"/>
                </a:lnTo>
                <a:lnTo>
                  <a:pt x="10788" y="3318"/>
                </a:lnTo>
                <a:lnTo>
                  <a:pt x="10787" y="3318"/>
                </a:lnTo>
                <a:lnTo>
                  <a:pt x="10786" y="3318"/>
                </a:lnTo>
                <a:lnTo>
                  <a:pt x="10786" y="3317"/>
                </a:lnTo>
                <a:lnTo>
                  <a:pt x="10785" y="3317"/>
                </a:lnTo>
                <a:lnTo>
                  <a:pt x="10784" y="3316"/>
                </a:lnTo>
                <a:lnTo>
                  <a:pt x="10783" y="3316"/>
                </a:lnTo>
                <a:lnTo>
                  <a:pt x="10782" y="3316"/>
                </a:lnTo>
                <a:lnTo>
                  <a:pt x="10782" y="3315"/>
                </a:lnTo>
                <a:lnTo>
                  <a:pt x="10781" y="3315"/>
                </a:lnTo>
                <a:lnTo>
                  <a:pt x="10780" y="3314"/>
                </a:lnTo>
                <a:lnTo>
                  <a:pt x="10779" y="3314"/>
                </a:lnTo>
                <a:lnTo>
                  <a:pt x="10778" y="3313"/>
                </a:lnTo>
                <a:lnTo>
                  <a:pt x="10777" y="3313"/>
                </a:lnTo>
                <a:lnTo>
                  <a:pt x="10776" y="3312"/>
                </a:lnTo>
                <a:lnTo>
                  <a:pt x="10775" y="3312"/>
                </a:lnTo>
                <a:lnTo>
                  <a:pt x="10774" y="3311"/>
                </a:lnTo>
                <a:lnTo>
                  <a:pt x="10773" y="3311"/>
                </a:lnTo>
                <a:lnTo>
                  <a:pt x="10772" y="3310"/>
                </a:lnTo>
                <a:lnTo>
                  <a:pt x="10771" y="3310"/>
                </a:lnTo>
                <a:lnTo>
                  <a:pt x="10771" y="3309"/>
                </a:lnTo>
                <a:lnTo>
                  <a:pt x="10770" y="3309"/>
                </a:lnTo>
                <a:lnTo>
                  <a:pt x="10769" y="3309"/>
                </a:lnTo>
                <a:lnTo>
                  <a:pt x="10768" y="3308"/>
                </a:lnTo>
                <a:lnTo>
                  <a:pt x="10767" y="3308"/>
                </a:lnTo>
                <a:lnTo>
                  <a:pt x="10766" y="3307"/>
                </a:lnTo>
                <a:lnTo>
                  <a:pt x="10765" y="3307"/>
                </a:lnTo>
                <a:lnTo>
                  <a:pt x="10765" y="3306"/>
                </a:lnTo>
                <a:lnTo>
                  <a:pt x="10764" y="3306"/>
                </a:lnTo>
                <a:lnTo>
                  <a:pt x="10763" y="3306"/>
                </a:lnTo>
                <a:lnTo>
                  <a:pt x="10762" y="3305"/>
                </a:lnTo>
                <a:lnTo>
                  <a:pt x="10761" y="3305"/>
                </a:lnTo>
                <a:lnTo>
                  <a:pt x="10761" y="3304"/>
                </a:lnTo>
                <a:lnTo>
                  <a:pt x="10760" y="3304"/>
                </a:lnTo>
                <a:lnTo>
                  <a:pt x="10759" y="3304"/>
                </a:lnTo>
                <a:lnTo>
                  <a:pt x="10759" y="3303"/>
                </a:lnTo>
                <a:lnTo>
                  <a:pt x="10758" y="3303"/>
                </a:lnTo>
                <a:lnTo>
                  <a:pt x="10757" y="3303"/>
                </a:lnTo>
                <a:lnTo>
                  <a:pt x="10756" y="3302"/>
                </a:lnTo>
                <a:lnTo>
                  <a:pt x="10755" y="3302"/>
                </a:lnTo>
                <a:lnTo>
                  <a:pt x="10755" y="3301"/>
                </a:lnTo>
                <a:lnTo>
                  <a:pt x="10754" y="3301"/>
                </a:lnTo>
                <a:lnTo>
                  <a:pt x="10753" y="3301"/>
                </a:lnTo>
                <a:lnTo>
                  <a:pt x="10753" y="3300"/>
                </a:lnTo>
                <a:lnTo>
                  <a:pt x="10752" y="3300"/>
                </a:lnTo>
                <a:lnTo>
                  <a:pt x="10751" y="3299"/>
                </a:lnTo>
                <a:lnTo>
                  <a:pt x="10750" y="3299"/>
                </a:lnTo>
                <a:lnTo>
                  <a:pt x="10749" y="3299"/>
                </a:lnTo>
                <a:lnTo>
                  <a:pt x="10749" y="3298"/>
                </a:lnTo>
                <a:lnTo>
                  <a:pt x="10748" y="3298"/>
                </a:lnTo>
                <a:lnTo>
                  <a:pt x="10747" y="3297"/>
                </a:lnTo>
                <a:lnTo>
                  <a:pt x="10746" y="3297"/>
                </a:lnTo>
                <a:lnTo>
                  <a:pt x="10745" y="3296"/>
                </a:lnTo>
                <a:lnTo>
                  <a:pt x="10744" y="3296"/>
                </a:lnTo>
                <a:lnTo>
                  <a:pt x="10743" y="3296"/>
                </a:lnTo>
                <a:lnTo>
                  <a:pt x="10743" y="3295"/>
                </a:lnTo>
                <a:lnTo>
                  <a:pt x="10742" y="3295"/>
                </a:lnTo>
                <a:lnTo>
                  <a:pt x="10741" y="3294"/>
                </a:lnTo>
                <a:lnTo>
                  <a:pt x="10740" y="3294"/>
                </a:lnTo>
                <a:lnTo>
                  <a:pt x="10739" y="3293"/>
                </a:lnTo>
                <a:lnTo>
                  <a:pt x="10738" y="3293"/>
                </a:lnTo>
                <a:lnTo>
                  <a:pt x="10737" y="3292"/>
                </a:lnTo>
                <a:lnTo>
                  <a:pt x="10736" y="3292"/>
                </a:lnTo>
                <a:lnTo>
                  <a:pt x="10735" y="3291"/>
                </a:lnTo>
                <a:lnTo>
                  <a:pt x="10734" y="3291"/>
                </a:lnTo>
                <a:lnTo>
                  <a:pt x="10733" y="3290"/>
                </a:lnTo>
                <a:lnTo>
                  <a:pt x="10732" y="3290"/>
                </a:lnTo>
                <a:lnTo>
                  <a:pt x="10731" y="3289"/>
                </a:lnTo>
                <a:lnTo>
                  <a:pt x="10730" y="3289"/>
                </a:lnTo>
                <a:lnTo>
                  <a:pt x="10729" y="3288"/>
                </a:lnTo>
                <a:lnTo>
                  <a:pt x="10728" y="3288"/>
                </a:lnTo>
                <a:lnTo>
                  <a:pt x="10728" y="3287"/>
                </a:lnTo>
                <a:lnTo>
                  <a:pt x="10727" y="3287"/>
                </a:lnTo>
                <a:lnTo>
                  <a:pt x="10726" y="3287"/>
                </a:lnTo>
                <a:lnTo>
                  <a:pt x="10726" y="3286"/>
                </a:lnTo>
                <a:lnTo>
                  <a:pt x="10725" y="3286"/>
                </a:lnTo>
                <a:lnTo>
                  <a:pt x="10724" y="3286"/>
                </a:lnTo>
                <a:lnTo>
                  <a:pt x="10723" y="3285"/>
                </a:lnTo>
                <a:lnTo>
                  <a:pt x="10722" y="3285"/>
                </a:lnTo>
                <a:lnTo>
                  <a:pt x="10722" y="3284"/>
                </a:lnTo>
                <a:lnTo>
                  <a:pt x="10721" y="3284"/>
                </a:lnTo>
                <a:lnTo>
                  <a:pt x="10720" y="3283"/>
                </a:lnTo>
                <a:lnTo>
                  <a:pt x="10719" y="3283"/>
                </a:lnTo>
                <a:lnTo>
                  <a:pt x="10718" y="3283"/>
                </a:lnTo>
                <a:lnTo>
                  <a:pt x="10718" y="3282"/>
                </a:lnTo>
                <a:lnTo>
                  <a:pt x="10717" y="3282"/>
                </a:lnTo>
                <a:lnTo>
                  <a:pt x="10716" y="3282"/>
                </a:lnTo>
                <a:lnTo>
                  <a:pt x="10716" y="3281"/>
                </a:lnTo>
                <a:lnTo>
                  <a:pt x="10715" y="3281"/>
                </a:lnTo>
                <a:lnTo>
                  <a:pt x="10714" y="3280"/>
                </a:lnTo>
                <a:lnTo>
                  <a:pt x="10713" y="3280"/>
                </a:lnTo>
                <a:lnTo>
                  <a:pt x="10712" y="3280"/>
                </a:lnTo>
                <a:lnTo>
                  <a:pt x="10712" y="3279"/>
                </a:lnTo>
                <a:lnTo>
                  <a:pt x="10711" y="3279"/>
                </a:lnTo>
                <a:lnTo>
                  <a:pt x="10710" y="3278"/>
                </a:lnTo>
                <a:lnTo>
                  <a:pt x="10709" y="3278"/>
                </a:lnTo>
                <a:lnTo>
                  <a:pt x="10708" y="3277"/>
                </a:lnTo>
                <a:lnTo>
                  <a:pt x="10707" y="3277"/>
                </a:lnTo>
                <a:lnTo>
                  <a:pt x="10706" y="3277"/>
                </a:lnTo>
                <a:lnTo>
                  <a:pt x="10706" y="3276"/>
                </a:lnTo>
                <a:lnTo>
                  <a:pt x="10705" y="3276"/>
                </a:lnTo>
                <a:lnTo>
                  <a:pt x="10704" y="3275"/>
                </a:lnTo>
                <a:lnTo>
                  <a:pt x="10703" y="3275"/>
                </a:lnTo>
                <a:lnTo>
                  <a:pt x="10702" y="3274"/>
                </a:lnTo>
                <a:lnTo>
                  <a:pt x="10701" y="3274"/>
                </a:lnTo>
                <a:lnTo>
                  <a:pt x="10701" y="3273"/>
                </a:lnTo>
                <a:lnTo>
                  <a:pt x="10700" y="3273"/>
                </a:lnTo>
                <a:lnTo>
                  <a:pt x="10699" y="3273"/>
                </a:lnTo>
                <a:lnTo>
                  <a:pt x="10698" y="3272"/>
                </a:lnTo>
                <a:lnTo>
                  <a:pt x="10697" y="3272"/>
                </a:lnTo>
                <a:lnTo>
                  <a:pt x="10696" y="3271"/>
                </a:lnTo>
                <a:lnTo>
                  <a:pt x="10695" y="3271"/>
                </a:lnTo>
                <a:lnTo>
                  <a:pt x="10695" y="3270"/>
                </a:lnTo>
                <a:lnTo>
                  <a:pt x="10694" y="3270"/>
                </a:lnTo>
                <a:lnTo>
                  <a:pt x="10693" y="3270"/>
                </a:lnTo>
                <a:lnTo>
                  <a:pt x="10692" y="3269"/>
                </a:lnTo>
                <a:lnTo>
                  <a:pt x="10691" y="3269"/>
                </a:lnTo>
                <a:lnTo>
                  <a:pt x="10691" y="3268"/>
                </a:lnTo>
                <a:lnTo>
                  <a:pt x="10690" y="3268"/>
                </a:lnTo>
                <a:lnTo>
                  <a:pt x="10689" y="3268"/>
                </a:lnTo>
                <a:lnTo>
                  <a:pt x="10689" y="3267"/>
                </a:lnTo>
                <a:lnTo>
                  <a:pt x="10688" y="3267"/>
                </a:lnTo>
                <a:lnTo>
                  <a:pt x="10687" y="3267"/>
                </a:lnTo>
                <a:lnTo>
                  <a:pt x="10686" y="3266"/>
                </a:lnTo>
                <a:lnTo>
                  <a:pt x="10685" y="3266"/>
                </a:lnTo>
                <a:lnTo>
                  <a:pt x="10685" y="3265"/>
                </a:lnTo>
                <a:lnTo>
                  <a:pt x="10684" y="3265"/>
                </a:lnTo>
                <a:lnTo>
                  <a:pt x="10683" y="3264"/>
                </a:lnTo>
                <a:lnTo>
                  <a:pt x="10682" y="3264"/>
                </a:lnTo>
                <a:lnTo>
                  <a:pt x="10681" y="3264"/>
                </a:lnTo>
                <a:lnTo>
                  <a:pt x="10681" y="3263"/>
                </a:lnTo>
                <a:lnTo>
                  <a:pt x="10680" y="3263"/>
                </a:lnTo>
                <a:lnTo>
                  <a:pt x="10679" y="3263"/>
                </a:lnTo>
                <a:lnTo>
                  <a:pt x="10679" y="3262"/>
                </a:lnTo>
                <a:lnTo>
                  <a:pt x="10678" y="3262"/>
                </a:lnTo>
                <a:lnTo>
                  <a:pt x="10677" y="3261"/>
                </a:lnTo>
                <a:lnTo>
                  <a:pt x="10676" y="3261"/>
                </a:lnTo>
                <a:lnTo>
                  <a:pt x="10675" y="3260"/>
                </a:lnTo>
                <a:lnTo>
                  <a:pt x="10674" y="3260"/>
                </a:lnTo>
                <a:lnTo>
                  <a:pt x="10673" y="3259"/>
                </a:lnTo>
                <a:lnTo>
                  <a:pt x="10672" y="3259"/>
                </a:lnTo>
                <a:lnTo>
                  <a:pt x="10671" y="3258"/>
                </a:lnTo>
                <a:lnTo>
                  <a:pt x="10670" y="3258"/>
                </a:lnTo>
                <a:lnTo>
                  <a:pt x="10669" y="3257"/>
                </a:lnTo>
                <a:lnTo>
                  <a:pt x="10668" y="3257"/>
                </a:lnTo>
                <a:lnTo>
                  <a:pt x="10667" y="3256"/>
                </a:lnTo>
                <a:lnTo>
                  <a:pt x="10666" y="3256"/>
                </a:lnTo>
                <a:lnTo>
                  <a:pt x="10665" y="3255"/>
                </a:lnTo>
                <a:lnTo>
                  <a:pt x="10664" y="3255"/>
                </a:lnTo>
                <a:lnTo>
                  <a:pt x="10664" y="3254"/>
                </a:lnTo>
                <a:lnTo>
                  <a:pt x="10663" y="3254"/>
                </a:lnTo>
                <a:lnTo>
                  <a:pt x="10662" y="3254"/>
                </a:lnTo>
                <a:lnTo>
                  <a:pt x="10661" y="3253"/>
                </a:lnTo>
                <a:lnTo>
                  <a:pt x="10660" y="3253"/>
                </a:lnTo>
                <a:lnTo>
                  <a:pt x="10659" y="3252"/>
                </a:lnTo>
                <a:lnTo>
                  <a:pt x="10658" y="3252"/>
                </a:lnTo>
                <a:lnTo>
                  <a:pt x="10658" y="3251"/>
                </a:lnTo>
                <a:lnTo>
                  <a:pt x="10657" y="3251"/>
                </a:lnTo>
                <a:lnTo>
                  <a:pt x="10656" y="3251"/>
                </a:lnTo>
                <a:lnTo>
                  <a:pt x="10655" y="3250"/>
                </a:lnTo>
                <a:lnTo>
                  <a:pt x="10654" y="3250"/>
                </a:lnTo>
                <a:lnTo>
                  <a:pt x="10654" y="3249"/>
                </a:lnTo>
                <a:lnTo>
                  <a:pt x="10653" y="3249"/>
                </a:lnTo>
                <a:lnTo>
                  <a:pt x="10652" y="3249"/>
                </a:lnTo>
                <a:lnTo>
                  <a:pt x="10652" y="3248"/>
                </a:lnTo>
                <a:lnTo>
                  <a:pt x="10651" y="3248"/>
                </a:lnTo>
                <a:lnTo>
                  <a:pt x="10650" y="3247"/>
                </a:lnTo>
                <a:lnTo>
                  <a:pt x="10649" y="3247"/>
                </a:lnTo>
                <a:lnTo>
                  <a:pt x="10648" y="3247"/>
                </a:lnTo>
                <a:lnTo>
                  <a:pt x="10648" y="3246"/>
                </a:lnTo>
                <a:lnTo>
                  <a:pt x="10647" y="3246"/>
                </a:lnTo>
                <a:lnTo>
                  <a:pt x="10646" y="3245"/>
                </a:lnTo>
                <a:lnTo>
                  <a:pt x="10645" y="3245"/>
                </a:lnTo>
                <a:lnTo>
                  <a:pt x="10644" y="3244"/>
                </a:lnTo>
                <a:lnTo>
                  <a:pt x="10643" y="3244"/>
                </a:lnTo>
                <a:lnTo>
                  <a:pt x="10642" y="3244"/>
                </a:lnTo>
                <a:lnTo>
                  <a:pt x="10642" y="3243"/>
                </a:lnTo>
                <a:lnTo>
                  <a:pt x="10641" y="3243"/>
                </a:lnTo>
                <a:lnTo>
                  <a:pt x="10640" y="3242"/>
                </a:lnTo>
                <a:lnTo>
                  <a:pt x="10639" y="3242"/>
                </a:lnTo>
                <a:lnTo>
                  <a:pt x="10638" y="3241"/>
                </a:lnTo>
                <a:lnTo>
                  <a:pt x="10637" y="3241"/>
                </a:lnTo>
                <a:lnTo>
                  <a:pt x="10636" y="3240"/>
                </a:lnTo>
                <a:lnTo>
                  <a:pt x="10635" y="3240"/>
                </a:lnTo>
                <a:lnTo>
                  <a:pt x="10634" y="3239"/>
                </a:lnTo>
                <a:lnTo>
                  <a:pt x="10633" y="3239"/>
                </a:lnTo>
                <a:lnTo>
                  <a:pt x="10632" y="3238"/>
                </a:lnTo>
                <a:lnTo>
                  <a:pt x="10631" y="3238"/>
                </a:lnTo>
                <a:lnTo>
                  <a:pt x="10630" y="3237"/>
                </a:lnTo>
                <a:lnTo>
                  <a:pt x="10629" y="3237"/>
                </a:lnTo>
                <a:lnTo>
                  <a:pt x="10628" y="3236"/>
                </a:lnTo>
                <a:lnTo>
                  <a:pt x="10627" y="3236"/>
                </a:lnTo>
                <a:lnTo>
                  <a:pt x="10627" y="3235"/>
                </a:lnTo>
                <a:lnTo>
                  <a:pt x="10626" y="3235"/>
                </a:lnTo>
                <a:lnTo>
                  <a:pt x="10625" y="3235"/>
                </a:lnTo>
                <a:lnTo>
                  <a:pt x="10625" y="3234"/>
                </a:lnTo>
                <a:lnTo>
                  <a:pt x="10624" y="3234"/>
                </a:lnTo>
                <a:lnTo>
                  <a:pt x="10623" y="3234"/>
                </a:lnTo>
                <a:lnTo>
                  <a:pt x="10622" y="3233"/>
                </a:lnTo>
                <a:lnTo>
                  <a:pt x="10621" y="3233"/>
                </a:lnTo>
                <a:lnTo>
                  <a:pt x="10621" y="3232"/>
                </a:lnTo>
                <a:lnTo>
                  <a:pt x="10620" y="3232"/>
                </a:lnTo>
                <a:lnTo>
                  <a:pt x="10619" y="3232"/>
                </a:lnTo>
                <a:lnTo>
                  <a:pt x="10619" y="3231"/>
                </a:lnTo>
                <a:lnTo>
                  <a:pt x="10618" y="3231"/>
                </a:lnTo>
                <a:lnTo>
                  <a:pt x="10617" y="3231"/>
                </a:lnTo>
                <a:lnTo>
                  <a:pt x="10617" y="3230"/>
                </a:lnTo>
                <a:lnTo>
                  <a:pt x="10616" y="3230"/>
                </a:lnTo>
                <a:lnTo>
                  <a:pt x="10615" y="3230"/>
                </a:lnTo>
                <a:lnTo>
                  <a:pt x="10615" y="3229"/>
                </a:lnTo>
                <a:lnTo>
                  <a:pt x="10614" y="3229"/>
                </a:lnTo>
                <a:lnTo>
                  <a:pt x="10613" y="3228"/>
                </a:lnTo>
                <a:lnTo>
                  <a:pt x="10612" y="3228"/>
                </a:lnTo>
                <a:lnTo>
                  <a:pt x="10611" y="3228"/>
                </a:lnTo>
                <a:lnTo>
                  <a:pt x="10611" y="3227"/>
                </a:lnTo>
                <a:lnTo>
                  <a:pt x="10610" y="3227"/>
                </a:lnTo>
                <a:lnTo>
                  <a:pt x="10609" y="3227"/>
                </a:lnTo>
                <a:lnTo>
                  <a:pt x="10609" y="3226"/>
                </a:lnTo>
                <a:lnTo>
                  <a:pt x="10608" y="3226"/>
                </a:lnTo>
                <a:lnTo>
                  <a:pt x="10607" y="3225"/>
                </a:lnTo>
                <a:lnTo>
                  <a:pt x="10606" y="3225"/>
                </a:lnTo>
                <a:lnTo>
                  <a:pt x="10605" y="3225"/>
                </a:lnTo>
                <a:lnTo>
                  <a:pt x="10605" y="3224"/>
                </a:lnTo>
                <a:lnTo>
                  <a:pt x="10604" y="3224"/>
                </a:lnTo>
                <a:lnTo>
                  <a:pt x="10603" y="3223"/>
                </a:lnTo>
                <a:lnTo>
                  <a:pt x="10602" y="3223"/>
                </a:lnTo>
                <a:lnTo>
                  <a:pt x="10601" y="3222"/>
                </a:lnTo>
                <a:lnTo>
                  <a:pt x="10600" y="3222"/>
                </a:lnTo>
                <a:lnTo>
                  <a:pt x="10599" y="3222"/>
                </a:lnTo>
                <a:lnTo>
                  <a:pt x="10599" y="3221"/>
                </a:lnTo>
                <a:lnTo>
                  <a:pt x="10598" y="3221"/>
                </a:lnTo>
                <a:lnTo>
                  <a:pt x="10597" y="3220"/>
                </a:lnTo>
                <a:lnTo>
                  <a:pt x="10596" y="3220"/>
                </a:lnTo>
                <a:lnTo>
                  <a:pt x="10595" y="3219"/>
                </a:lnTo>
                <a:lnTo>
                  <a:pt x="10594" y="3219"/>
                </a:lnTo>
                <a:lnTo>
                  <a:pt x="10594" y="3218"/>
                </a:lnTo>
                <a:lnTo>
                  <a:pt x="10593" y="3218"/>
                </a:lnTo>
                <a:lnTo>
                  <a:pt x="10592" y="3218"/>
                </a:lnTo>
                <a:lnTo>
                  <a:pt x="10591" y="3217"/>
                </a:lnTo>
                <a:lnTo>
                  <a:pt x="10590" y="3217"/>
                </a:lnTo>
                <a:lnTo>
                  <a:pt x="10590" y="3216"/>
                </a:lnTo>
                <a:lnTo>
                  <a:pt x="10589" y="3216"/>
                </a:lnTo>
                <a:lnTo>
                  <a:pt x="10588" y="3216"/>
                </a:lnTo>
                <a:lnTo>
                  <a:pt x="10588" y="3215"/>
                </a:lnTo>
                <a:lnTo>
                  <a:pt x="10587" y="3215"/>
                </a:lnTo>
                <a:lnTo>
                  <a:pt x="10586" y="3215"/>
                </a:lnTo>
                <a:lnTo>
                  <a:pt x="10585" y="3214"/>
                </a:lnTo>
                <a:lnTo>
                  <a:pt x="10584" y="3214"/>
                </a:lnTo>
                <a:lnTo>
                  <a:pt x="10584" y="3213"/>
                </a:lnTo>
                <a:lnTo>
                  <a:pt x="10583" y="3213"/>
                </a:lnTo>
                <a:lnTo>
                  <a:pt x="10582" y="3213"/>
                </a:lnTo>
                <a:lnTo>
                  <a:pt x="10582" y="3212"/>
                </a:lnTo>
                <a:lnTo>
                  <a:pt x="10581" y="3212"/>
                </a:lnTo>
                <a:lnTo>
                  <a:pt x="10580" y="3212"/>
                </a:lnTo>
                <a:lnTo>
                  <a:pt x="10580" y="3211"/>
                </a:lnTo>
                <a:lnTo>
                  <a:pt x="10579" y="3211"/>
                </a:lnTo>
                <a:lnTo>
                  <a:pt x="10578" y="3211"/>
                </a:lnTo>
                <a:lnTo>
                  <a:pt x="10578" y="3210"/>
                </a:lnTo>
                <a:lnTo>
                  <a:pt x="10577" y="3210"/>
                </a:lnTo>
                <a:lnTo>
                  <a:pt x="10576" y="3209"/>
                </a:lnTo>
                <a:lnTo>
                  <a:pt x="10575" y="3209"/>
                </a:lnTo>
                <a:lnTo>
                  <a:pt x="10574" y="3209"/>
                </a:lnTo>
                <a:lnTo>
                  <a:pt x="10574" y="3208"/>
                </a:lnTo>
                <a:lnTo>
                  <a:pt x="10573" y="3208"/>
                </a:lnTo>
                <a:lnTo>
                  <a:pt x="10572" y="3208"/>
                </a:lnTo>
                <a:lnTo>
                  <a:pt x="10572" y="3207"/>
                </a:lnTo>
                <a:lnTo>
                  <a:pt x="10571" y="3207"/>
                </a:lnTo>
                <a:lnTo>
                  <a:pt x="10570" y="3206"/>
                </a:lnTo>
                <a:lnTo>
                  <a:pt x="10569" y="3206"/>
                </a:lnTo>
                <a:lnTo>
                  <a:pt x="10568" y="3205"/>
                </a:lnTo>
                <a:lnTo>
                  <a:pt x="10567" y="3205"/>
                </a:lnTo>
                <a:lnTo>
                  <a:pt x="10566" y="3204"/>
                </a:lnTo>
                <a:lnTo>
                  <a:pt x="10565" y="3204"/>
                </a:lnTo>
                <a:lnTo>
                  <a:pt x="10564" y="3203"/>
                </a:lnTo>
                <a:lnTo>
                  <a:pt x="10563" y="3203"/>
                </a:lnTo>
                <a:lnTo>
                  <a:pt x="10562" y="3202"/>
                </a:lnTo>
                <a:lnTo>
                  <a:pt x="10561" y="3202"/>
                </a:lnTo>
                <a:lnTo>
                  <a:pt x="10560" y="3201"/>
                </a:lnTo>
                <a:lnTo>
                  <a:pt x="10559" y="3201"/>
                </a:lnTo>
                <a:lnTo>
                  <a:pt x="10558" y="3200"/>
                </a:lnTo>
                <a:lnTo>
                  <a:pt x="10557" y="3200"/>
                </a:lnTo>
                <a:lnTo>
                  <a:pt x="10557" y="3199"/>
                </a:lnTo>
                <a:lnTo>
                  <a:pt x="10556" y="3199"/>
                </a:lnTo>
                <a:lnTo>
                  <a:pt x="10555" y="3199"/>
                </a:lnTo>
                <a:lnTo>
                  <a:pt x="10554" y="3198"/>
                </a:lnTo>
                <a:lnTo>
                  <a:pt x="10553" y="3198"/>
                </a:lnTo>
                <a:lnTo>
                  <a:pt x="10552" y="3197"/>
                </a:lnTo>
                <a:lnTo>
                  <a:pt x="10551" y="3197"/>
                </a:lnTo>
                <a:lnTo>
                  <a:pt x="10551" y="3196"/>
                </a:lnTo>
                <a:lnTo>
                  <a:pt x="10550" y="3196"/>
                </a:lnTo>
                <a:lnTo>
                  <a:pt x="10549" y="3196"/>
                </a:lnTo>
                <a:lnTo>
                  <a:pt x="10548" y="3195"/>
                </a:lnTo>
                <a:lnTo>
                  <a:pt x="10547" y="3195"/>
                </a:lnTo>
                <a:lnTo>
                  <a:pt x="10547" y="3194"/>
                </a:lnTo>
                <a:lnTo>
                  <a:pt x="10546" y="3194"/>
                </a:lnTo>
                <a:lnTo>
                  <a:pt x="10545" y="3194"/>
                </a:lnTo>
                <a:lnTo>
                  <a:pt x="10545" y="3193"/>
                </a:lnTo>
                <a:lnTo>
                  <a:pt x="10544" y="3193"/>
                </a:lnTo>
                <a:lnTo>
                  <a:pt x="10543" y="3192"/>
                </a:lnTo>
                <a:lnTo>
                  <a:pt x="10542" y="3192"/>
                </a:lnTo>
                <a:lnTo>
                  <a:pt x="10541" y="3192"/>
                </a:lnTo>
                <a:lnTo>
                  <a:pt x="10541" y="3191"/>
                </a:lnTo>
                <a:lnTo>
                  <a:pt x="10540" y="3191"/>
                </a:lnTo>
                <a:lnTo>
                  <a:pt x="10539" y="3190"/>
                </a:lnTo>
                <a:lnTo>
                  <a:pt x="10538" y="3190"/>
                </a:lnTo>
                <a:lnTo>
                  <a:pt x="10537" y="3189"/>
                </a:lnTo>
                <a:lnTo>
                  <a:pt x="10536" y="3189"/>
                </a:lnTo>
                <a:lnTo>
                  <a:pt x="10535" y="3189"/>
                </a:lnTo>
                <a:lnTo>
                  <a:pt x="10535" y="3188"/>
                </a:lnTo>
                <a:lnTo>
                  <a:pt x="10534" y="3188"/>
                </a:lnTo>
                <a:lnTo>
                  <a:pt x="10533" y="3187"/>
                </a:lnTo>
                <a:lnTo>
                  <a:pt x="10532" y="3187"/>
                </a:lnTo>
                <a:lnTo>
                  <a:pt x="10531" y="3186"/>
                </a:lnTo>
                <a:lnTo>
                  <a:pt x="10530" y="3186"/>
                </a:lnTo>
                <a:lnTo>
                  <a:pt x="10529" y="3185"/>
                </a:lnTo>
                <a:lnTo>
                  <a:pt x="10528" y="3185"/>
                </a:lnTo>
                <a:lnTo>
                  <a:pt x="10527" y="3184"/>
                </a:lnTo>
                <a:lnTo>
                  <a:pt x="10526" y="3184"/>
                </a:lnTo>
                <a:lnTo>
                  <a:pt x="10525" y="3183"/>
                </a:lnTo>
                <a:lnTo>
                  <a:pt x="10524" y="3183"/>
                </a:lnTo>
                <a:lnTo>
                  <a:pt x="10523" y="3182"/>
                </a:lnTo>
                <a:lnTo>
                  <a:pt x="10522" y="3182"/>
                </a:lnTo>
                <a:lnTo>
                  <a:pt x="10521" y="3181"/>
                </a:lnTo>
                <a:lnTo>
                  <a:pt x="10520" y="3181"/>
                </a:lnTo>
                <a:lnTo>
                  <a:pt x="10520" y="3180"/>
                </a:lnTo>
                <a:lnTo>
                  <a:pt x="10519" y="3180"/>
                </a:lnTo>
                <a:lnTo>
                  <a:pt x="10518" y="3180"/>
                </a:lnTo>
                <a:lnTo>
                  <a:pt x="10518" y="3179"/>
                </a:lnTo>
                <a:lnTo>
                  <a:pt x="10517" y="3179"/>
                </a:lnTo>
                <a:lnTo>
                  <a:pt x="10516" y="3179"/>
                </a:lnTo>
                <a:lnTo>
                  <a:pt x="10515" y="3178"/>
                </a:lnTo>
                <a:lnTo>
                  <a:pt x="10514" y="3178"/>
                </a:lnTo>
                <a:lnTo>
                  <a:pt x="10514" y="3177"/>
                </a:lnTo>
                <a:lnTo>
                  <a:pt x="10513" y="3177"/>
                </a:lnTo>
                <a:lnTo>
                  <a:pt x="10512" y="3176"/>
                </a:lnTo>
                <a:lnTo>
                  <a:pt x="10511" y="3176"/>
                </a:lnTo>
                <a:lnTo>
                  <a:pt x="10510" y="3176"/>
                </a:lnTo>
                <a:lnTo>
                  <a:pt x="10510" y="3175"/>
                </a:lnTo>
                <a:lnTo>
                  <a:pt x="10509" y="3175"/>
                </a:lnTo>
                <a:lnTo>
                  <a:pt x="10508" y="3175"/>
                </a:lnTo>
                <a:lnTo>
                  <a:pt x="10508" y="3174"/>
                </a:lnTo>
                <a:lnTo>
                  <a:pt x="10507" y="3174"/>
                </a:lnTo>
                <a:lnTo>
                  <a:pt x="10506" y="3173"/>
                </a:lnTo>
                <a:lnTo>
                  <a:pt x="10505" y="3173"/>
                </a:lnTo>
                <a:lnTo>
                  <a:pt x="10504" y="3173"/>
                </a:lnTo>
                <a:lnTo>
                  <a:pt x="10504" y="3172"/>
                </a:lnTo>
                <a:lnTo>
                  <a:pt x="10503" y="3172"/>
                </a:lnTo>
                <a:lnTo>
                  <a:pt x="10502" y="3171"/>
                </a:lnTo>
                <a:lnTo>
                  <a:pt x="10501" y="3171"/>
                </a:lnTo>
                <a:lnTo>
                  <a:pt x="10500" y="3170"/>
                </a:lnTo>
                <a:lnTo>
                  <a:pt x="10499" y="3170"/>
                </a:lnTo>
                <a:lnTo>
                  <a:pt x="10498" y="3170"/>
                </a:lnTo>
                <a:lnTo>
                  <a:pt x="10498" y="3169"/>
                </a:lnTo>
                <a:lnTo>
                  <a:pt x="10497" y="3169"/>
                </a:lnTo>
                <a:lnTo>
                  <a:pt x="10496" y="3168"/>
                </a:lnTo>
                <a:lnTo>
                  <a:pt x="10495" y="3168"/>
                </a:lnTo>
                <a:lnTo>
                  <a:pt x="10494" y="3167"/>
                </a:lnTo>
                <a:lnTo>
                  <a:pt x="10493" y="3167"/>
                </a:lnTo>
                <a:lnTo>
                  <a:pt x="10493" y="3166"/>
                </a:lnTo>
                <a:lnTo>
                  <a:pt x="10492" y="3166"/>
                </a:lnTo>
                <a:lnTo>
                  <a:pt x="10491" y="3166"/>
                </a:lnTo>
                <a:lnTo>
                  <a:pt x="10490" y="3165"/>
                </a:lnTo>
                <a:lnTo>
                  <a:pt x="10489" y="3165"/>
                </a:lnTo>
                <a:lnTo>
                  <a:pt x="10488" y="3164"/>
                </a:lnTo>
                <a:lnTo>
                  <a:pt x="10487" y="3164"/>
                </a:lnTo>
                <a:lnTo>
                  <a:pt x="10487" y="3163"/>
                </a:lnTo>
                <a:lnTo>
                  <a:pt x="10486" y="3163"/>
                </a:lnTo>
                <a:lnTo>
                  <a:pt x="10485" y="3163"/>
                </a:lnTo>
                <a:lnTo>
                  <a:pt x="10484" y="3162"/>
                </a:lnTo>
                <a:lnTo>
                  <a:pt x="10483" y="3162"/>
                </a:lnTo>
                <a:lnTo>
                  <a:pt x="10483" y="3161"/>
                </a:lnTo>
                <a:lnTo>
                  <a:pt x="10482" y="3161"/>
                </a:lnTo>
                <a:lnTo>
                  <a:pt x="10481" y="3161"/>
                </a:lnTo>
                <a:lnTo>
                  <a:pt x="10481" y="3160"/>
                </a:lnTo>
                <a:lnTo>
                  <a:pt x="10480" y="3160"/>
                </a:lnTo>
                <a:lnTo>
                  <a:pt x="10479" y="3160"/>
                </a:lnTo>
                <a:lnTo>
                  <a:pt x="10478" y="3159"/>
                </a:lnTo>
                <a:lnTo>
                  <a:pt x="10477" y="3159"/>
                </a:lnTo>
                <a:lnTo>
                  <a:pt x="10477" y="3158"/>
                </a:lnTo>
                <a:lnTo>
                  <a:pt x="10476" y="3158"/>
                </a:lnTo>
                <a:lnTo>
                  <a:pt x="10475" y="3158"/>
                </a:lnTo>
                <a:lnTo>
                  <a:pt x="10475" y="3157"/>
                </a:lnTo>
                <a:lnTo>
                  <a:pt x="10474" y="3157"/>
                </a:lnTo>
                <a:lnTo>
                  <a:pt x="10473" y="3157"/>
                </a:lnTo>
                <a:lnTo>
                  <a:pt x="10473" y="3156"/>
                </a:lnTo>
                <a:lnTo>
                  <a:pt x="10472" y="3156"/>
                </a:lnTo>
                <a:lnTo>
                  <a:pt x="10471" y="3156"/>
                </a:lnTo>
                <a:lnTo>
                  <a:pt x="10471" y="3155"/>
                </a:lnTo>
                <a:lnTo>
                  <a:pt x="10470" y="3155"/>
                </a:lnTo>
                <a:lnTo>
                  <a:pt x="10469" y="3154"/>
                </a:lnTo>
                <a:lnTo>
                  <a:pt x="10468" y="3154"/>
                </a:lnTo>
                <a:lnTo>
                  <a:pt x="10467" y="3153"/>
                </a:lnTo>
                <a:lnTo>
                  <a:pt x="10466" y="3153"/>
                </a:lnTo>
                <a:lnTo>
                  <a:pt x="10465" y="3152"/>
                </a:lnTo>
                <a:lnTo>
                  <a:pt x="10464" y="3152"/>
                </a:lnTo>
                <a:lnTo>
                  <a:pt x="10463" y="3151"/>
                </a:lnTo>
                <a:lnTo>
                  <a:pt x="10462" y="3151"/>
                </a:lnTo>
                <a:lnTo>
                  <a:pt x="10461" y="3150"/>
                </a:lnTo>
                <a:lnTo>
                  <a:pt x="10460" y="3150"/>
                </a:lnTo>
                <a:lnTo>
                  <a:pt x="10459" y="3149"/>
                </a:lnTo>
                <a:lnTo>
                  <a:pt x="10458" y="3149"/>
                </a:lnTo>
                <a:lnTo>
                  <a:pt x="10457" y="3148"/>
                </a:lnTo>
                <a:lnTo>
                  <a:pt x="10456" y="3148"/>
                </a:lnTo>
                <a:lnTo>
                  <a:pt x="10456" y="3147"/>
                </a:lnTo>
                <a:lnTo>
                  <a:pt x="10455" y="3147"/>
                </a:lnTo>
                <a:lnTo>
                  <a:pt x="10454" y="3147"/>
                </a:lnTo>
                <a:lnTo>
                  <a:pt x="10453" y="3146"/>
                </a:lnTo>
                <a:lnTo>
                  <a:pt x="10452" y="3146"/>
                </a:lnTo>
                <a:lnTo>
                  <a:pt x="10451" y="3145"/>
                </a:lnTo>
                <a:lnTo>
                  <a:pt x="10450" y="3145"/>
                </a:lnTo>
                <a:lnTo>
                  <a:pt x="10450" y="3144"/>
                </a:lnTo>
                <a:lnTo>
                  <a:pt x="10449" y="3144"/>
                </a:lnTo>
                <a:lnTo>
                  <a:pt x="10448" y="3144"/>
                </a:lnTo>
                <a:lnTo>
                  <a:pt x="10447" y="3143"/>
                </a:lnTo>
                <a:lnTo>
                  <a:pt x="10446" y="3143"/>
                </a:lnTo>
                <a:lnTo>
                  <a:pt x="10446" y="3142"/>
                </a:lnTo>
                <a:lnTo>
                  <a:pt x="10445" y="3142"/>
                </a:lnTo>
                <a:lnTo>
                  <a:pt x="10444" y="3142"/>
                </a:lnTo>
                <a:lnTo>
                  <a:pt x="10444" y="3141"/>
                </a:lnTo>
                <a:lnTo>
                  <a:pt x="10443" y="3141"/>
                </a:lnTo>
                <a:lnTo>
                  <a:pt x="10442" y="3140"/>
                </a:lnTo>
                <a:lnTo>
                  <a:pt x="10441" y="3140"/>
                </a:lnTo>
                <a:lnTo>
                  <a:pt x="10440" y="3140"/>
                </a:lnTo>
                <a:lnTo>
                  <a:pt x="10440" y="3139"/>
                </a:lnTo>
                <a:lnTo>
                  <a:pt x="10439" y="3139"/>
                </a:lnTo>
                <a:lnTo>
                  <a:pt x="10438" y="3139"/>
                </a:lnTo>
                <a:lnTo>
                  <a:pt x="10438" y="3138"/>
                </a:lnTo>
                <a:lnTo>
                  <a:pt x="10437" y="3138"/>
                </a:lnTo>
                <a:lnTo>
                  <a:pt x="10436" y="3137"/>
                </a:lnTo>
                <a:lnTo>
                  <a:pt x="10435" y="3137"/>
                </a:lnTo>
                <a:lnTo>
                  <a:pt x="10434" y="3137"/>
                </a:lnTo>
                <a:lnTo>
                  <a:pt x="10434" y="3136"/>
                </a:lnTo>
                <a:lnTo>
                  <a:pt x="10433" y="3136"/>
                </a:lnTo>
                <a:lnTo>
                  <a:pt x="10432" y="3135"/>
                </a:lnTo>
                <a:lnTo>
                  <a:pt x="10431" y="3135"/>
                </a:lnTo>
                <a:lnTo>
                  <a:pt x="10430" y="3134"/>
                </a:lnTo>
                <a:lnTo>
                  <a:pt x="10429" y="3134"/>
                </a:lnTo>
                <a:lnTo>
                  <a:pt x="10428" y="3134"/>
                </a:lnTo>
                <a:lnTo>
                  <a:pt x="10428" y="3133"/>
                </a:lnTo>
                <a:lnTo>
                  <a:pt x="10427" y="3133"/>
                </a:lnTo>
                <a:lnTo>
                  <a:pt x="10426" y="3132"/>
                </a:lnTo>
                <a:lnTo>
                  <a:pt x="10425" y="3132"/>
                </a:lnTo>
                <a:lnTo>
                  <a:pt x="10424" y="3131"/>
                </a:lnTo>
                <a:lnTo>
                  <a:pt x="10423" y="3131"/>
                </a:lnTo>
                <a:lnTo>
                  <a:pt x="10422" y="3130"/>
                </a:lnTo>
                <a:lnTo>
                  <a:pt x="10421" y="3130"/>
                </a:lnTo>
                <a:lnTo>
                  <a:pt x="10420" y="3129"/>
                </a:lnTo>
                <a:lnTo>
                  <a:pt x="10419" y="3129"/>
                </a:lnTo>
                <a:lnTo>
                  <a:pt x="10418" y="3128"/>
                </a:lnTo>
                <a:lnTo>
                  <a:pt x="10417" y="3128"/>
                </a:lnTo>
                <a:lnTo>
                  <a:pt x="10417" y="3127"/>
                </a:lnTo>
                <a:lnTo>
                  <a:pt x="10416" y="3127"/>
                </a:lnTo>
                <a:lnTo>
                  <a:pt x="10415" y="3127"/>
                </a:lnTo>
                <a:lnTo>
                  <a:pt x="10414" y="3126"/>
                </a:lnTo>
                <a:lnTo>
                  <a:pt x="10413" y="3126"/>
                </a:lnTo>
                <a:lnTo>
                  <a:pt x="10413" y="3125"/>
                </a:lnTo>
                <a:lnTo>
                  <a:pt x="10412" y="3125"/>
                </a:lnTo>
                <a:lnTo>
                  <a:pt x="10411" y="3125"/>
                </a:lnTo>
                <a:lnTo>
                  <a:pt x="10411" y="3124"/>
                </a:lnTo>
                <a:lnTo>
                  <a:pt x="10410" y="3124"/>
                </a:lnTo>
                <a:lnTo>
                  <a:pt x="10409" y="3124"/>
                </a:lnTo>
                <a:lnTo>
                  <a:pt x="10408" y="3123"/>
                </a:lnTo>
                <a:lnTo>
                  <a:pt x="10407" y="3123"/>
                </a:lnTo>
                <a:lnTo>
                  <a:pt x="10407" y="3122"/>
                </a:lnTo>
                <a:lnTo>
                  <a:pt x="10406" y="3122"/>
                </a:lnTo>
                <a:lnTo>
                  <a:pt x="10405" y="3121"/>
                </a:lnTo>
                <a:lnTo>
                  <a:pt x="10404" y="3121"/>
                </a:lnTo>
                <a:lnTo>
                  <a:pt x="10403" y="3121"/>
                </a:lnTo>
                <a:lnTo>
                  <a:pt x="10403" y="3120"/>
                </a:lnTo>
                <a:lnTo>
                  <a:pt x="10402" y="3120"/>
                </a:lnTo>
                <a:lnTo>
                  <a:pt x="10401" y="3120"/>
                </a:lnTo>
                <a:lnTo>
                  <a:pt x="10401" y="3119"/>
                </a:lnTo>
                <a:lnTo>
                  <a:pt x="10400" y="3119"/>
                </a:lnTo>
                <a:lnTo>
                  <a:pt x="10399" y="3118"/>
                </a:lnTo>
                <a:lnTo>
                  <a:pt x="10398" y="3118"/>
                </a:lnTo>
                <a:lnTo>
                  <a:pt x="10397" y="3118"/>
                </a:lnTo>
                <a:lnTo>
                  <a:pt x="10397" y="3117"/>
                </a:lnTo>
                <a:lnTo>
                  <a:pt x="10396" y="3117"/>
                </a:lnTo>
                <a:lnTo>
                  <a:pt x="10395" y="3116"/>
                </a:lnTo>
                <a:lnTo>
                  <a:pt x="10394" y="3116"/>
                </a:lnTo>
                <a:lnTo>
                  <a:pt x="10393" y="3115"/>
                </a:lnTo>
                <a:lnTo>
                  <a:pt x="10392" y="3115"/>
                </a:lnTo>
                <a:lnTo>
                  <a:pt x="10391" y="3114"/>
                </a:lnTo>
                <a:lnTo>
                  <a:pt x="10390" y="3114"/>
                </a:lnTo>
                <a:lnTo>
                  <a:pt x="10389" y="3113"/>
                </a:lnTo>
                <a:lnTo>
                  <a:pt x="10388" y="3113"/>
                </a:lnTo>
                <a:lnTo>
                  <a:pt x="10387" y="3112"/>
                </a:lnTo>
                <a:lnTo>
                  <a:pt x="10386" y="3112"/>
                </a:lnTo>
                <a:lnTo>
                  <a:pt x="10386" y="3111"/>
                </a:lnTo>
                <a:lnTo>
                  <a:pt x="10385" y="3111"/>
                </a:lnTo>
                <a:lnTo>
                  <a:pt x="10384" y="3111"/>
                </a:lnTo>
                <a:lnTo>
                  <a:pt x="10383" y="3110"/>
                </a:lnTo>
                <a:lnTo>
                  <a:pt x="10382" y="3110"/>
                </a:lnTo>
                <a:lnTo>
                  <a:pt x="10381" y="3109"/>
                </a:lnTo>
                <a:lnTo>
                  <a:pt x="10380" y="3109"/>
                </a:lnTo>
                <a:lnTo>
                  <a:pt x="10380" y="3108"/>
                </a:lnTo>
                <a:lnTo>
                  <a:pt x="10379" y="3108"/>
                </a:lnTo>
                <a:lnTo>
                  <a:pt x="10378" y="3108"/>
                </a:lnTo>
                <a:lnTo>
                  <a:pt x="10377" y="3107"/>
                </a:lnTo>
                <a:lnTo>
                  <a:pt x="10376" y="3107"/>
                </a:lnTo>
                <a:lnTo>
                  <a:pt x="10376" y="3106"/>
                </a:lnTo>
                <a:lnTo>
                  <a:pt x="10375" y="3106"/>
                </a:lnTo>
                <a:lnTo>
                  <a:pt x="10374" y="3106"/>
                </a:lnTo>
                <a:lnTo>
                  <a:pt x="10374" y="3105"/>
                </a:lnTo>
                <a:lnTo>
                  <a:pt x="10373" y="3105"/>
                </a:lnTo>
                <a:lnTo>
                  <a:pt x="10372" y="3105"/>
                </a:lnTo>
                <a:lnTo>
                  <a:pt x="10371" y="3104"/>
                </a:lnTo>
                <a:lnTo>
                  <a:pt x="10370" y="3104"/>
                </a:lnTo>
                <a:lnTo>
                  <a:pt x="10370" y="3103"/>
                </a:lnTo>
                <a:lnTo>
                  <a:pt x="10369" y="3103"/>
                </a:lnTo>
                <a:lnTo>
                  <a:pt x="10368" y="3102"/>
                </a:lnTo>
                <a:lnTo>
                  <a:pt x="10367" y="3102"/>
                </a:lnTo>
                <a:lnTo>
                  <a:pt x="10366" y="3101"/>
                </a:lnTo>
                <a:lnTo>
                  <a:pt x="10365" y="3101"/>
                </a:lnTo>
                <a:lnTo>
                  <a:pt x="10364" y="3101"/>
                </a:lnTo>
                <a:lnTo>
                  <a:pt x="10364" y="3100"/>
                </a:lnTo>
                <a:lnTo>
                  <a:pt x="10363" y="3100"/>
                </a:lnTo>
                <a:lnTo>
                  <a:pt x="10362" y="3099"/>
                </a:lnTo>
                <a:lnTo>
                  <a:pt x="10361" y="3099"/>
                </a:lnTo>
                <a:lnTo>
                  <a:pt x="10360" y="3098"/>
                </a:lnTo>
                <a:lnTo>
                  <a:pt x="10359" y="3098"/>
                </a:lnTo>
                <a:lnTo>
                  <a:pt x="10358" y="3097"/>
                </a:lnTo>
                <a:lnTo>
                  <a:pt x="10357" y="3097"/>
                </a:lnTo>
                <a:lnTo>
                  <a:pt x="10356" y="3096"/>
                </a:lnTo>
                <a:lnTo>
                  <a:pt x="10355" y="3096"/>
                </a:lnTo>
                <a:lnTo>
                  <a:pt x="10354" y="3095"/>
                </a:lnTo>
                <a:lnTo>
                  <a:pt x="10353" y="3095"/>
                </a:lnTo>
                <a:lnTo>
                  <a:pt x="10352" y="3094"/>
                </a:lnTo>
                <a:lnTo>
                  <a:pt x="10351" y="3094"/>
                </a:lnTo>
                <a:lnTo>
                  <a:pt x="10350" y="3093"/>
                </a:lnTo>
                <a:lnTo>
                  <a:pt x="10349" y="3093"/>
                </a:lnTo>
                <a:lnTo>
                  <a:pt x="10349" y="3092"/>
                </a:lnTo>
                <a:lnTo>
                  <a:pt x="10348" y="3092"/>
                </a:lnTo>
                <a:lnTo>
                  <a:pt x="10347" y="3092"/>
                </a:lnTo>
                <a:lnTo>
                  <a:pt x="10346" y="3091"/>
                </a:lnTo>
                <a:lnTo>
                  <a:pt x="10345" y="3091"/>
                </a:lnTo>
                <a:lnTo>
                  <a:pt x="10344" y="3090"/>
                </a:lnTo>
                <a:lnTo>
                  <a:pt x="10343" y="3090"/>
                </a:lnTo>
                <a:lnTo>
                  <a:pt x="10343" y="3089"/>
                </a:lnTo>
                <a:lnTo>
                  <a:pt x="10342" y="3089"/>
                </a:lnTo>
                <a:lnTo>
                  <a:pt x="10341" y="3088"/>
                </a:lnTo>
                <a:lnTo>
                  <a:pt x="10340" y="3088"/>
                </a:lnTo>
                <a:lnTo>
                  <a:pt x="10339" y="3088"/>
                </a:lnTo>
                <a:lnTo>
                  <a:pt x="10339" y="3087"/>
                </a:lnTo>
                <a:lnTo>
                  <a:pt x="10338" y="3087"/>
                </a:lnTo>
                <a:lnTo>
                  <a:pt x="10337" y="3087"/>
                </a:lnTo>
                <a:lnTo>
                  <a:pt x="10337" y="3086"/>
                </a:lnTo>
                <a:lnTo>
                  <a:pt x="10336" y="3086"/>
                </a:lnTo>
                <a:lnTo>
                  <a:pt x="10335" y="3085"/>
                </a:lnTo>
                <a:lnTo>
                  <a:pt x="10334" y="3085"/>
                </a:lnTo>
                <a:lnTo>
                  <a:pt x="10333" y="3085"/>
                </a:lnTo>
                <a:lnTo>
                  <a:pt x="10333" y="3084"/>
                </a:lnTo>
                <a:lnTo>
                  <a:pt x="10332" y="3084"/>
                </a:lnTo>
                <a:lnTo>
                  <a:pt x="10331" y="3083"/>
                </a:lnTo>
                <a:lnTo>
                  <a:pt x="10330" y="3083"/>
                </a:lnTo>
                <a:lnTo>
                  <a:pt x="10329" y="3082"/>
                </a:lnTo>
                <a:lnTo>
                  <a:pt x="10328" y="3082"/>
                </a:lnTo>
                <a:lnTo>
                  <a:pt x="10327" y="3082"/>
                </a:lnTo>
                <a:lnTo>
                  <a:pt x="10327" y="3081"/>
                </a:lnTo>
                <a:lnTo>
                  <a:pt x="10326" y="3081"/>
                </a:lnTo>
                <a:lnTo>
                  <a:pt x="10325" y="3080"/>
                </a:lnTo>
                <a:lnTo>
                  <a:pt x="10324" y="3080"/>
                </a:lnTo>
                <a:lnTo>
                  <a:pt x="10323" y="3079"/>
                </a:lnTo>
                <a:lnTo>
                  <a:pt x="10322" y="3079"/>
                </a:lnTo>
                <a:lnTo>
                  <a:pt x="10321" y="3078"/>
                </a:lnTo>
                <a:lnTo>
                  <a:pt x="10320" y="3078"/>
                </a:lnTo>
                <a:lnTo>
                  <a:pt x="10319" y="3077"/>
                </a:lnTo>
                <a:lnTo>
                  <a:pt x="10318" y="3077"/>
                </a:lnTo>
                <a:lnTo>
                  <a:pt x="10317" y="3076"/>
                </a:lnTo>
                <a:lnTo>
                  <a:pt x="10316" y="3076"/>
                </a:lnTo>
                <a:lnTo>
                  <a:pt x="10316" y="3075"/>
                </a:lnTo>
                <a:lnTo>
                  <a:pt x="10315" y="3075"/>
                </a:lnTo>
                <a:lnTo>
                  <a:pt x="10314" y="3075"/>
                </a:lnTo>
                <a:lnTo>
                  <a:pt x="10313" y="3074"/>
                </a:lnTo>
                <a:lnTo>
                  <a:pt x="10312" y="3074"/>
                </a:lnTo>
                <a:lnTo>
                  <a:pt x="10312" y="3073"/>
                </a:lnTo>
                <a:lnTo>
                  <a:pt x="10311" y="3073"/>
                </a:lnTo>
                <a:lnTo>
                  <a:pt x="10310" y="3073"/>
                </a:lnTo>
                <a:lnTo>
                  <a:pt x="10310" y="3072"/>
                </a:lnTo>
                <a:lnTo>
                  <a:pt x="10309" y="3072"/>
                </a:lnTo>
                <a:lnTo>
                  <a:pt x="10308" y="3072"/>
                </a:lnTo>
                <a:lnTo>
                  <a:pt x="10307" y="3071"/>
                </a:lnTo>
                <a:lnTo>
                  <a:pt x="10306" y="3071"/>
                </a:lnTo>
                <a:lnTo>
                  <a:pt x="10306" y="3070"/>
                </a:lnTo>
                <a:lnTo>
                  <a:pt x="10305" y="3070"/>
                </a:lnTo>
                <a:lnTo>
                  <a:pt x="10304" y="3070"/>
                </a:lnTo>
                <a:lnTo>
                  <a:pt x="10304" y="3069"/>
                </a:lnTo>
                <a:lnTo>
                  <a:pt x="10303" y="3069"/>
                </a:lnTo>
                <a:lnTo>
                  <a:pt x="10302" y="3069"/>
                </a:lnTo>
                <a:lnTo>
                  <a:pt x="10302" y="3068"/>
                </a:lnTo>
                <a:lnTo>
                  <a:pt x="10301" y="3068"/>
                </a:lnTo>
                <a:lnTo>
                  <a:pt x="10300" y="3068"/>
                </a:lnTo>
                <a:lnTo>
                  <a:pt x="10300" y="3067"/>
                </a:lnTo>
                <a:lnTo>
                  <a:pt x="10299" y="3067"/>
                </a:lnTo>
                <a:lnTo>
                  <a:pt x="10298" y="3066"/>
                </a:lnTo>
                <a:lnTo>
                  <a:pt x="10297" y="3066"/>
                </a:lnTo>
                <a:lnTo>
                  <a:pt x="10296" y="3066"/>
                </a:lnTo>
                <a:lnTo>
                  <a:pt x="10296" y="3065"/>
                </a:lnTo>
                <a:lnTo>
                  <a:pt x="10295" y="3065"/>
                </a:lnTo>
                <a:lnTo>
                  <a:pt x="10294" y="3065"/>
                </a:lnTo>
                <a:lnTo>
                  <a:pt x="10294" y="3064"/>
                </a:lnTo>
                <a:lnTo>
                  <a:pt x="10293" y="3064"/>
                </a:lnTo>
                <a:lnTo>
                  <a:pt x="10292" y="3063"/>
                </a:lnTo>
                <a:lnTo>
                  <a:pt x="10291" y="3063"/>
                </a:lnTo>
                <a:lnTo>
                  <a:pt x="10290" y="3063"/>
                </a:lnTo>
                <a:lnTo>
                  <a:pt x="10290" y="3062"/>
                </a:lnTo>
                <a:lnTo>
                  <a:pt x="10289" y="3062"/>
                </a:lnTo>
                <a:lnTo>
                  <a:pt x="10288" y="3061"/>
                </a:lnTo>
                <a:lnTo>
                  <a:pt x="10287" y="3061"/>
                </a:lnTo>
                <a:lnTo>
                  <a:pt x="10286" y="3060"/>
                </a:lnTo>
                <a:lnTo>
                  <a:pt x="10285" y="3060"/>
                </a:lnTo>
                <a:lnTo>
                  <a:pt x="10284" y="3059"/>
                </a:lnTo>
                <a:lnTo>
                  <a:pt x="10283" y="3059"/>
                </a:lnTo>
                <a:lnTo>
                  <a:pt x="10282" y="3058"/>
                </a:lnTo>
                <a:lnTo>
                  <a:pt x="10281" y="3058"/>
                </a:lnTo>
                <a:lnTo>
                  <a:pt x="10280" y="3057"/>
                </a:lnTo>
                <a:lnTo>
                  <a:pt x="10279" y="3057"/>
                </a:lnTo>
                <a:lnTo>
                  <a:pt x="10279" y="3056"/>
                </a:lnTo>
                <a:lnTo>
                  <a:pt x="10278" y="3056"/>
                </a:lnTo>
                <a:lnTo>
                  <a:pt x="10277" y="3056"/>
                </a:lnTo>
                <a:lnTo>
                  <a:pt x="10276" y="3055"/>
                </a:lnTo>
                <a:lnTo>
                  <a:pt x="10275" y="3055"/>
                </a:lnTo>
                <a:lnTo>
                  <a:pt x="10275" y="3054"/>
                </a:lnTo>
                <a:lnTo>
                  <a:pt x="10274" y="3054"/>
                </a:lnTo>
                <a:lnTo>
                  <a:pt x="10273" y="3054"/>
                </a:lnTo>
                <a:lnTo>
                  <a:pt x="10273" y="3053"/>
                </a:lnTo>
                <a:lnTo>
                  <a:pt x="10272" y="3053"/>
                </a:lnTo>
                <a:lnTo>
                  <a:pt x="10271" y="3053"/>
                </a:lnTo>
                <a:lnTo>
                  <a:pt x="10270" y="3052"/>
                </a:lnTo>
                <a:lnTo>
                  <a:pt x="10269" y="3052"/>
                </a:lnTo>
                <a:lnTo>
                  <a:pt x="10269" y="3051"/>
                </a:lnTo>
                <a:lnTo>
                  <a:pt x="10268" y="3051"/>
                </a:lnTo>
                <a:lnTo>
                  <a:pt x="10267" y="3051"/>
                </a:lnTo>
                <a:lnTo>
                  <a:pt x="10267" y="3050"/>
                </a:lnTo>
                <a:lnTo>
                  <a:pt x="10266" y="3050"/>
                </a:lnTo>
                <a:lnTo>
                  <a:pt x="10265" y="3050"/>
                </a:lnTo>
                <a:lnTo>
                  <a:pt x="10265" y="3049"/>
                </a:lnTo>
                <a:lnTo>
                  <a:pt x="10264" y="3049"/>
                </a:lnTo>
                <a:lnTo>
                  <a:pt x="10263" y="3049"/>
                </a:lnTo>
                <a:lnTo>
                  <a:pt x="10263" y="3048"/>
                </a:lnTo>
                <a:lnTo>
                  <a:pt x="10262" y="3048"/>
                </a:lnTo>
                <a:lnTo>
                  <a:pt x="10261" y="3047"/>
                </a:lnTo>
                <a:lnTo>
                  <a:pt x="10260" y="3047"/>
                </a:lnTo>
                <a:lnTo>
                  <a:pt x="10259" y="3046"/>
                </a:lnTo>
                <a:lnTo>
                  <a:pt x="10258" y="3046"/>
                </a:lnTo>
                <a:lnTo>
                  <a:pt x="10257" y="3046"/>
                </a:lnTo>
                <a:lnTo>
                  <a:pt x="10257" y="3045"/>
                </a:lnTo>
                <a:lnTo>
                  <a:pt x="10256" y="3045"/>
                </a:lnTo>
                <a:lnTo>
                  <a:pt x="10255" y="3044"/>
                </a:lnTo>
                <a:lnTo>
                  <a:pt x="10254" y="3044"/>
                </a:lnTo>
                <a:lnTo>
                  <a:pt x="10253" y="3043"/>
                </a:lnTo>
                <a:lnTo>
                  <a:pt x="10252" y="3043"/>
                </a:lnTo>
                <a:lnTo>
                  <a:pt x="10251" y="3042"/>
                </a:lnTo>
                <a:lnTo>
                  <a:pt x="10250" y="3042"/>
                </a:lnTo>
                <a:lnTo>
                  <a:pt x="10249" y="3041"/>
                </a:lnTo>
                <a:lnTo>
                  <a:pt x="10248" y="3041"/>
                </a:lnTo>
                <a:lnTo>
                  <a:pt x="10247" y="3040"/>
                </a:lnTo>
                <a:lnTo>
                  <a:pt x="10246" y="3040"/>
                </a:lnTo>
                <a:lnTo>
                  <a:pt x="10245" y="3039"/>
                </a:lnTo>
                <a:lnTo>
                  <a:pt x="10244" y="3039"/>
                </a:lnTo>
                <a:lnTo>
                  <a:pt x="10243" y="3038"/>
                </a:lnTo>
                <a:lnTo>
                  <a:pt x="10242" y="3038"/>
                </a:lnTo>
                <a:lnTo>
                  <a:pt x="10242" y="3037"/>
                </a:lnTo>
                <a:lnTo>
                  <a:pt x="10241" y="3037"/>
                </a:lnTo>
                <a:lnTo>
                  <a:pt x="10240" y="3037"/>
                </a:lnTo>
                <a:lnTo>
                  <a:pt x="10239" y="3036"/>
                </a:lnTo>
                <a:lnTo>
                  <a:pt x="10238" y="3036"/>
                </a:lnTo>
                <a:lnTo>
                  <a:pt x="10237" y="3035"/>
                </a:lnTo>
                <a:lnTo>
                  <a:pt x="10236" y="3035"/>
                </a:lnTo>
                <a:lnTo>
                  <a:pt x="10236" y="3034"/>
                </a:lnTo>
                <a:lnTo>
                  <a:pt x="10235" y="3034"/>
                </a:lnTo>
                <a:lnTo>
                  <a:pt x="10234" y="3033"/>
                </a:lnTo>
                <a:lnTo>
                  <a:pt x="10233" y="3033"/>
                </a:lnTo>
                <a:lnTo>
                  <a:pt x="10232" y="3033"/>
                </a:lnTo>
                <a:lnTo>
                  <a:pt x="10232" y="3032"/>
                </a:lnTo>
                <a:lnTo>
                  <a:pt x="10231" y="3032"/>
                </a:lnTo>
                <a:lnTo>
                  <a:pt x="10230" y="3032"/>
                </a:lnTo>
                <a:lnTo>
                  <a:pt x="10230" y="3031"/>
                </a:lnTo>
                <a:lnTo>
                  <a:pt x="10229" y="3031"/>
                </a:lnTo>
                <a:lnTo>
                  <a:pt x="10228" y="3030"/>
                </a:lnTo>
                <a:lnTo>
                  <a:pt x="10227" y="3030"/>
                </a:lnTo>
                <a:lnTo>
                  <a:pt x="10226" y="3030"/>
                </a:lnTo>
                <a:lnTo>
                  <a:pt x="10226" y="3029"/>
                </a:lnTo>
                <a:lnTo>
                  <a:pt x="10225" y="3029"/>
                </a:lnTo>
                <a:lnTo>
                  <a:pt x="10224" y="3028"/>
                </a:lnTo>
                <a:lnTo>
                  <a:pt x="10223" y="3028"/>
                </a:lnTo>
                <a:lnTo>
                  <a:pt x="10222" y="3027"/>
                </a:lnTo>
                <a:lnTo>
                  <a:pt x="10221" y="3027"/>
                </a:lnTo>
                <a:lnTo>
                  <a:pt x="10220" y="3027"/>
                </a:lnTo>
                <a:lnTo>
                  <a:pt x="10220" y="3026"/>
                </a:lnTo>
                <a:lnTo>
                  <a:pt x="10219" y="3026"/>
                </a:lnTo>
                <a:lnTo>
                  <a:pt x="10218" y="3025"/>
                </a:lnTo>
                <a:lnTo>
                  <a:pt x="10217" y="3025"/>
                </a:lnTo>
                <a:lnTo>
                  <a:pt x="10216" y="3024"/>
                </a:lnTo>
                <a:lnTo>
                  <a:pt x="10215" y="3024"/>
                </a:lnTo>
                <a:lnTo>
                  <a:pt x="10214" y="3023"/>
                </a:lnTo>
                <a:lnTo>
                  <a:pt x="10213" y="3023"/>
                </a:lnTo>
                <a:lnTo>
                  <a:pt x="10212" y="3022"/>
                </a:lnTo>
                <a:lnTo>
                  <a:pt x="10211" y="3022"/>
                </a:lnTo>
                <a:lnTo>
                  <a:pt x="10210" y="3021"/>
                </a:lnTo>
                <a:lnTo>
                  <a:pt x="10209" y="3021"/>
                </a:lnTo>
                <a:lnTo>
                  <a:pt x="10209" y="3020"/>
                </a:lnTo>
                <a:lnTo>
                  <a:pt x="10208" y="3020"/>
                </a:lnTo>
                <a:lnTo>
                  <a:pt x="10207" y="3020"/>
                </a:lnTo>
                <a:lnTo>
                  <a:pt x="10206" y="3019"/>
                </a:lnTo>
                <a:lnTo>
                  <a:pt x="10205" y="3019"/>
                </a:lnTo>
                <a:lnTo>
                  <a:pt x="10205" y="3018"/>
                </a:lnTo>
                <a:lnTo>
                  <a:pt x="10204" y="3018"/>
                </a:lnTo>
                <a:lnTo>
                  <a:pt x="10203" y="3018"/>
                </a:lnTo>
                <a:lnTo>
                  <a:pt x="10203" y="3017"/>
                </a:lnTo>
                <a:lnTo>
                  <a:pt x="10202" y="3017"/>
                </a:lnTo>
                <a:lnTo>
                  <a:pt x="10201" y="3017"/>
                </a:lnTo>
                <a:lnTo>
                  <a:pt x="10200" y="3016"/>
                </a:lnTo>
                <a:lnTo>
                  <a:pt x="10199" y="3016"/>
                </a:lnTo>
                <a:lnTo>
                  <a:pt x="10199" y="3015"/>
                </a:lnTo>
                <a:lnTo>
                  <a:pt x="10198" y="3015"/>
                </a:lnTo>
                <a:lnTo>
                  <a:pt x="10197" y="3014"/>
                </a:lnTo>
                <a:lnTo>
                  <a:pt x="10196" y="3014"/>
                </a:lnTo>
                <a:lnTo>
                  <a:pt x="10195" y="3014"/>
                </a:lnTo>
                <a:lnTo>
                  <a:pt x="10195" y="3013"/>
                </a:lnTo>
                <a:lnTo>
                  <a:pt x="10194" y="3013"/>
                </a:lnTo>
                <a:lnTo>
                  <a:pt x="10193" y="3013"/>
                </a:lnTo>
                <a:lnTo>
                  <a:pt x="10193" y="3012"/>
                </a:lnTo>
                <a:lnTo>
                  <a:pt x="10192" y="3012"/>
                </a:lnTo>
                <a:lnTo>
                  <a:pt x="10191" y="3011"/>
                </a:lnTo>
                <a:lnTo>
                  <a:pt x="10190" y="3011"/>
                </a:lnTo>
                <a:lnTo>
                  <a:pt x="10189" y="3011"/>
                </a:lnTo>
                <a:lnTo>
                  <a:pt x="10189" y="3010"/>
                </a:lnTo>
                <a:lnTo>
                  <a:pt x="10188" y="3010"/>
                </a:lnTo>
                <a:lnTo>
                  <a:pt x="10187" y="3009"/>
                </a:lnTo>
                <a:lnTo>
                  <a:pt x="10186" y="3009"/>
                </a:lnTo>
                <a:lnTo>
                  <a:pt x="10185" y="3008"/>
                </a:lnTo>
                <a:lnTo>
                  <a:pt x="10184" y="3008"/>
                </a:lnTo>
                <a:lnTo>
                  <a:pt x="10183" y="3007"/>
                </a:lnTo>
                <a:lnTo>
                  <a:pt x="10182" y="3007"/>
                </a:lnTo>
                <a:lnTo>
                  <a:pt x="10181" y="3006"/>
                </a:lnTo>
                <a:lnTo>
                  <a:pt x="10180" y="3006"/>
                </a:lnTo>
                <a:lnTo>
                  <a:pt x="10179" y="3005"/>
                </a:lnTo>
                <a:lnTo>
                  <a:pt x="10178" y="3005"/>
                </a:lnTo>
                <a:lnTo>
                  <a:pt x="10178" y="3004"/>
                </a:lnTo>
                <a:lnTo>
                  <a:pt x="10177" y="3004"/>
                </a:lnTo>
                <a:lnTo>
                  <a:pt x="10176" y="3004"/>
                </a:lnTo>
                <a:lnTo>
                  <a:pt x="10175" y="3003"/>
                </a:lnTo>
                <a:lnTo>
                  <a:pt x="10174" y="3003"/>
                </a:lnTo>
                <a:lnTo>
                  <a:pt x="10173" y="3002"/>
                </a:lnTo>
                <a:lnTo>
                  <a:pt x="10172" y="3002"/>
                </a:lnTo>
                <a:lnTo>
                  <a:pt x="10172" y="3001"/>
                </a:lnTo>
                <a:lnTo>
                  <a:pt x="10171" y="3001"/>
                </a:lnTo>
                <a:lnTo>
                  <a:pt x="10170" y="3001"/>
                </a:lnTo>
                <a:lnTo>
                  <a:pt x="10169" y="3000"/>
                </a:lnTo>
                <a:lnTo>
                  <a:pt x="10168" y="3000"/>
                </a:lnTo>
                <a:lnTo>
                  <a:pt x="10168" y="2999"/>
                </a:lnTo>
                <a:lnTo>
                  <a:pt x="10167" y="2999"/>
                </a:lnTo>
                <a:lnTo>
                  <a:pt x="10166" y="2999"/>
                </a:lnTo>
                <a:lnTo>
                  <a:pt x="10166" y="3023"/>
                </a:lnTo>
                <a:lnTo>
                  <a:pt x="10165" y="3023"/>
                </a:lnTo>
                <a:lnTo>
                  <a:pt x="10164" y="3022"/>
                </a:lnTo>
                <a:lnTo>
                  <a:pt x="10163" y="3022"/>
                </a:lnTo>
                <a:lnTo>
                  <a:pt x="10162" y="3021"/>
                </a:lnTo>
                <a:lnTo>
                  <a:pt x="10161" y="3021"/>
                </a:lnTo>
                <a:lnTo>
                  <a:pt x="10160" y="3021"/>
                </a:lnTo>
                <a:lnTo>
                  <a:pt x="10160" y="3020"/>
                </a:lnTo>
                <a:lnTo>
                  <a:pt x="10159" y="3020"/>
                </a:lnTo>
                <a:lnTo>
                  <a:pt x="10158" y="3019"/>
                </a:lnTo>
                <a:lnTo>
                  <a:pt x="10157" y="3019"/>
                </a:lnTo>
                <a:lnTo>
                  <a:pt x="10156" y="3018"/>
                </a:lnTo>
                <a:lnTo>
                  <a:pt x="10155" y="3018"/>
                </a:lnTo>
                <a:lnTo>
                  <a:pt x="10154" y="3017"/>
                </a:lnTo>
                <a:lnTo>
                  <a:pt x="10153" y="3017"/>
                </a:lnTo>
                <a:lnTo>
                  <a:pt x="10152" y="3016"/>
                </a:lnTo>
                <a:lnTo>
                  <a:pt x="10151" y="3016"/>
                </a:lnTo>
                <a:lnTo>
                  <a:pt x="10151" y="3015"/>
                </a:lnTo>
                <a:lnTo>
                  <a:pt x="10150" y="3015"/>
                </a:lnTo>
                <a:lnTo>
                  <a:pt x="10149" y="3015"/>
                </a:lnTo>
                <a:lnTo>
                  <a:pt x="10148" y="3014"/>
                </a:lnTo>
                <a:lnTo>
                  <a:pt x="10147" y="3014"/>
                </a:lnTo>
                <a:lnTo>
                  <a:pt x="10146" y="3013"/>
                </a:lnTo>
                <a:lnTo>
                  <a:pt x="10145" y="3013"/>
                </a:lnTo>
                <a:lnTo>
                  <a:pt x="10145" y="3012"/>
                </a:lnTo>
                <a:lnTo>
                  <a:pt x="10144" y="3012"/>
                </a:lnTo>
                <a:lnTo>
                  <a:pt x="10143" y="3012"/>
                </a:lnTo>
                <a:lnTo>
                  <a:pt x="10143" y="3011"/>
                </a:lnTo>
                <a:lnTo>
                  <a:pt x="10142" y="3011"/>
                </a:lnTo>
                <a:lnTo>
                  <a:pt x="10141" y="3011"/>
                </a:lnTo>
                <a:lnTo>
                  <a:pt x="10141" y="3010"/>
                </a:lnTo>
                <a:lnTo>
                  <a:pt x="10140" y="3010"/>
                </a:lnTo>
                <a:lnTo>
                  <a:pt x="10139" y="3010"/>
                </a:lnTo>
                <a:lnTo>
                  <a:pt x="10139" y="3009"/>
                </a:lnTo>
                <a:lnTo>
                  <a:pt x="10138" y="3009"/>
                </a:lnTo>
                <a:lnTo>
                  <a:pt x="10137" y="3008"/>
                </a:lnTo>
                <a:lnTo>
                  <a:pt x="10136" y="3008"/>
                </a:lnTo>
                <a:lnTo>
                  <a:pt x="10135" y="3008"/>
                </a:lnTo>
                <a:lnTo>
                  <a:pt x="10135" y="3007"/>
                </a:lnTo>
                <a:lnTo>
                  <a:pt x="10134" y="3007"/>
                </a:lnTo>
                <a:lnTo>
                  <a:pt x="10133" y="3007"/>
                </a:lnTo>
                <a:lnTo>
                  <a:pt x="10133" y="3006"/>
                </a:lnTo>
                <a:lnTo>
                  <a:pt x="10132" y="3006"/>
                </a:lnTo>
                <a:lnTo>
                  <a:pt x="10131" y="3005"/>
                </a:lnTo>
                <a:lnTo>
                  <a:pt x="10130" y="3005"/>
                </a:lnTo>
                <a:lnTo>
                  <a:pt x="10129" y="3005"/>
                </a:lnTo>
                <a:lnTo>
                  <a:pt x="10129" y="3004"/>
                </a:lnTo>
                <a:lnTo>
                  <a:pt x="10128" y="3004"/>
                </a:lnTo>
                <a:lnTo>
                  <a:pt x="10127" y="3003"/>
                </a:lnTo>
                <a:lnTo>
                  <a:pt x="10126" y="3003"/>
                </a:lnTo>
                <a:lnTo>
                  <a:pt x="10125" y="3002"/>
                </a:lnTo>
                <a:lnTo>
                  <a:pt x="10124" y="3002"/>
                </a:lnTo>
                <a:lnTo>
                  <a:pt x="10123" y="3002"/>
                </a:lnTo>
                <a:lnTo>
                  <a:pt x="10123" y="3001"/>
                </a:lnTo>
                <a:lnTo>
                  <a:pt x="10122" y="3001"/>
                </a:lnTo>
                <a:lnTo>
                  <a:pt x="10121" y="3000"/>
                </a:lnTo>
                <a:lnTo>
                  <a:pt x="10120" y="3000"/>
                </a:lnTo>
                <a:lnTo>
                  <a:pt x="10119" y="2999"/>
                </a:lnTo>
                <a:lnTo>
                  <a:pt x="10118" y="2999"/>
                </a:lnTo>
                <a:lnTo>
                  <a:pt x="10118" y="2998"/>
                </a:lnTo>
                <a:lnTo>
                  <a:pt x="10117" y="2998"/>
                </a:lnTo>
                <a:lnTo>
                  <a:pt x="10116" y="2998"/>
                </a:lnTo>
                <a:lnTo>
                  <a:pt x="10115" y="2997"/>
                </a:lnTo>
                <a:lnTo>
                  <a:pt x="10114" y="2997"/>
                </a:lnTo>
                <a:lnTo>
                  <a:pt x="10113" y="2996"/>
                </a:lnTo>
                <a:lnTo>
                  <a:pt x="10112" y="2996"/>
                </a:lnTo>
                <a:lnTo>
                  <a:pt x="10112" y="2995"/>
                </a:lnTo>
                <a:lnTo>
                  <a:pt x="10111" y="2995"/>
                </a:lnTo>
                <a:lnTo>
                  <a:pt x="10110" y="2995"/>
                </a:lnTo>
                <a:lnTo>
                  <a:pt x="10109" y="2994"/>
                </a:lnTo>
                <a:lnTo>
                  <a:pt x="10108" y="2994"/>
                </a:lnTo>
                <a:lnTo>
                  <a:pt x="10108" y="2993"/>
                </a:lnTo>
                <a:lnTo>
                  <a:pt x="10107" y="2993"/>
                </a:lnTo>
                <a:lnTo>
                  <a:pt x="10106" y="2993"/>
                </a:lnTo>
                <a:lnTo>
                  <a:pt x="10106" y="2992"/>
                </a:lnTo>
                <a:lnTo>
                  <a:pt x="10105" y="3016"/>
                </a:lnTo>
                <a:lnTo>
                  <a:pt x="10104" y="3016"/>
                </a:lnTo>
                <a:lnTo>
                  <a:pt x="10103" y="3015"/>
                </a:lnTo>
                <a:lnTo>
                  <a:pt x="10102" y="3015"/>
                </a:lnTo>
                <a:lnTo>
                  <a:pt x="10101" y="3014"/>
                </a:lnTo>
                <a:lnTo>
                  <a:pt x="10100" y="3014"/>
                </a:lnTo>
                <a:lnTo>
                  <a:pt x="10099" y="3013"/>
                </a:lnTo>
                <a:lnTo>
                  <a:pt x="10098" y="3013"/>
                </a:lnTo>
                <a:lnTo>
                  <a:pt x="10098" y="3012"/>
                </a:lnTo>
                <a:lnTo>
                  <a:pt x="10097" y="3012"/>
                </a:lnTo>
                <a:lnTo>
                  <a:pt x="10096" y="3012"/>
                </a:lnTo>
                <a:lnTo>
                  <a:pt x="10095" y="3011"/>
                </a:lnTo>
                <a:lnTo>
                  <a:pt x="10094" y="3011"/>
                </a:lnTo>
                <a:lnTo>
                  <a:pt x="10093" y="3010"/>
                </a:lnTo>
                <a:lnTo>
                  <a:pt x="10092" y="3010"/>
                </a:lnTo>
                <a:lnTo>
                  <a:pt x="10092" y="3009"/>
                </a:lnTo>
                <a:lnTo>
                  <a:pt x="10091" y="3009"/>
                </a:lnTo>
                <a:lnTo>
                  <a:pt x="10090" y="3009"/>
                </a:lnTo>
                <a:lnTo>
                  <a:pt x="10089" y="3008"/>
                </a:lnTo>
                <a:lnTo>
                  <a:pt x="10088" y="3008"/>
                </a:lnTo>
                <a:lnTo>
                  <a:pt x="10088" y="3007"/>
                </a:lnTo>
                <a:lnTo>
                  <a:pt x="10087" y="3007"/>
                </a:lnTo>
                <a:lnTo>
                  <a:pt x="10086" y="3007"/>
                </a:lnTo>
                <a:lnTo>
                  <a:pt x="10086" y="3006"/>
                </a:lnTo>
                <a:lnTo>
                  <a:pt x="10085" y="3006"/>
                </a:lnTo>
                <a:lnTo>
                  <a:pt x="10084" y="3005"/>
                </a:lnTo>
                <a:lnTo>
                  <a:pt x="10083" y="3005"/>
                </a:lnTo>
                <a:lnTo>
                  <a:pt x="10082" y="3005"/>
                </a:lnTo>
                <a:lnTo>
                  <a:pt x="10082" y="3004"/>
                </a:lnTo>
                <a:lnTo>
                  <a:pt x="10081" y="3004"/>
                </a:lnTo>
                <a:lnTo>
                  <a:pt x="10080" y="3003"/>
                </a:lnTo>
                <a:lnTo>
                  <a:pt x="10079" y="3003"/>
                </a:lnTo>
                <a:lnTo>
                  <a:pt x="10078" y="3002"/>
                </a:lnTo>
                <a:lnTo>
                  <a:pt x="10077" y="3002"/>
                </a:lnTo>
                <a:lnTo>
                  <a:pt x="10076" y="3002"/>
                </a:lnTo>
                <a:lnTo>
                  <a:pt x="10076" y="3001"/>
                </a:lnTo>
                <a:lnTo>
                  <a:pt x="10075" y="3001"/>
                </a:lnTo>
                <a:lnTo>
                  <a:pt x="10074" y="3000"/>
                </a:lnTo>
                <a:lnTo>
                  <a:pt x="10073" y="3000"/>
                </a:lnTo>
                <a:lnTo>
                  <a:pt x="10072" y="2999"/>
                </a:lnTo>
                <a:lnTo>
                  <a:pt x="10071" y="2999"/>
                </a:lnTo>
                <a:lnTo>
                  <a:pt x="10070" y="2998"/>
                </a:lnTo>
                <a:lnTo>
                  <a:pt x="10069" y="2998"/>
                </a:lnTo>
                <a:lnTo>
                  <a:pt x="10068" y="2997"/>
                </a:lnTo>
                <a:lnTo>
                  <a:pt x="10067" y="2997"/>
                </a:lnTo>
                <a:lnTo>
                  <a:pt x="10066" y="2996"/>
                </a:lnTo>
                <a:lnTo>
                  <a:pt x="10065" y="2996"/>
                </a:lnTo>
                <a:lnTo>
                  <a:pt x="10064" y="2995"/>
                </a:lnTo>
                <a:lnTo>
                  <a:pt x="10063" y="2995"/>
                </a:lnTo>
                <a:lnTo>
                  <a:pt x="10062" y="2994"/>
                </a:lnTo>
                <a:lnTo>
                  <a:pt x="10061" y="2994"/>
                </a:lnTo>
                <a:lnTo>
                  <a:pt x="10061" y="2993"/>
                </a:lnTo>
                <a:lnTo>
                  <a:pt x="10060" y="2993"/>
                </a:lnTo>
                <a:lnTo>
                  <a:pt x="10059" y="2993"/>
                </a:lnTo>
                <a:lnTo>
                  <a:pt x="10059" y="2992"/>
                </a:lnTo>
                <a:lnTo>
                  <a:pt x="10058" y="2992"/>
                </a:lnTo>
                <a:lnTo>
                  <a:pt x="10057" y="2992"/>
                </a:lnTo>
                <a:lnTo>
                  <a:pt x="10056" y="2991"/>
                </a:lnTo>
                <a:lnTo>
                  <a:pt x="10055" y="2991"/>
                </a:lnTo>
                <a:lnTo>
                  <a:pt x="10055" y="2990"/>
                </a:lnTo>
                <a:lnTo>
                  <a:pt x="10054" y="2990"/>
                </a:lnTo>
                <a:lnTo>
                  <a:pt x="10053" y="2989"/>
                </a:lnTo>
                <a:lnTo>
                  <a:pt x="10052" y="2989"/>
                </a:lnTo>
                <a:lnTo>
                  <a:pt x="10051" y="2989"/>
                </a:lnTo>
                <a:lnTo>
                  <a:pt x="10051" y="2988"/>
                </a:lnTo>
                <a:lnTo>
                  <a:pt x="10050" y="2988"/>
                </a:lnTo>
                <a:lnTo>
                  <a:pt x="10049" y="2988"/>
                </a:lnTo>
                <a:lnTo>
                  <a:pt x="10049" y="2987"/>
                </a:lnTo>
                <a:lnTo>
                  <a:pt x="10048" y="2987"/>
                </a:lnTo>
                <a:lnTo>
                  <a:pt x="10047" y="2986"/>
                </a:lnTo>
                <a:lnTo>
                  <a:pt x="10046" y="2986"/>
                </a:lnTo>
                <a:lnTo>
                  <a:pt x="10045" y="2986"/>
                </a:lnTo>
                <a:lnTo>
                  <a:pt x="10045" y="2985"/>
                </a:lnTo>
                <a:lnTo>
                  <a:pt x="10044" y="2985"/>
                </a:lnTo>
                <a:lnTo>
                  <a:pt x="10043" y="2984"/>
                </a:lnTo>
                <a:lnTo>
                  <a:pt x="10042" y="2984"/>
                </a:lnTo>
                <a:lnTo>
                  <a:pt x="10041" y="2983"/>
                </a:lnTo>
                <a:lnTo>
                  <a:pt x="10040" y="2983"/>
                </a:lnTo>
                <a:lnTo>
                  <a:pt x="10039" y="2983"/>
                </a:lnTo>
                <a:lnTo>
                  <a:pt x="10039" y="2982"/>
                </a:lnTo>
                <a:lnTo>
                  <a:pt x="10038" y="2982"/>
                </a:lnTo>
                <a:lnTo>
                  <a:pt x="10037" y="2981"/>
                </a:lnTo>
                <a:lnTo>
                  <a:pt x="10036" y="2981"/>
                </a:lnTo>
                <a:lnTo>
                  <a:pt x="10035" y="2980"/>
                </a:lnTo>
                <a:lnTo>
                  <a:pt x="10034" y="2980"/>
                </a:lnTo>
                <a:lnTo>
                  <a:pt x="10034" y="2979"/>
                </a:lnTo>
                <a:lnTo>
                  <a:pt x="10033" y="2979"/>
                </a:lnTo>
                <a:lnTo>
                  <a:pt x="10032" y="2979"/>
                </a:lnTo>
                <a:lnTo>
                  <a:pt x="10031" y="2978"/>
                </a:lnTo>
                <a:lnTo>
                  <a:pt x="10030" y="2978"/>
                </a:lnTo>
                <a:lnTo>
                  <a:pt x="10029" y="2977"/>
                </a:lnTo>
                <a:lnTo>
                  <a:pt x="10028" y="2977"/>
                </a:lnTo>
                <a:lnTo>
                  <a:pt x="10028" y="2976"/>
                </a:lnTo>
                <a:lnTo>
                  <a:pt x="10027" y="2976"/>
                </a:lnTo>
                <a:lnTo>
                  <a:pt x="10026" y="2976"/>
                </a:lnTo>
                <a:lnTo>
                  <a:pt x="10025" y="2975"/>
                </a:lnTo>
                <a:lnTo>
                  <a:pt x="10024" y="2975"/>
                </a:lnTo>
                <a:lnTo>
                  <a:pt x="10024" y="2974"/>
                </a:lnTo>
                <a:lnTo>
                  <a:pt x="10023" y="2974"/>
                </a:lnTo>
                <a:lnTo>
                  <a:pt x="10022" y="2974"/>
                </a:lnTo>
                <a:lnTo>
                  <a:pt x="10022" y="2973"/>
                </a:lnTo>
                <a:lnTo>
                  <a:pt x="10021" y="2973"/>
                </a:lnTo>
                <a:lnTo>
                  <a:pt x="10020" y="2973"/>
                </a:lnTo>
                <a:lnTo>
                  <a:pt x="10019" y="2972"/>
                </a:lnTo>
                <a:lnTo>
                  <a:pt x="10018" y="2972"/>
                </a:lnTo>
                <a:lnTo>
                  <a:pt x="10018" y="2971"/>
                </a:lnTo>
                <a:lnTo>
                  <a:pt x="10017" y="2971"/>
                </a:lnTo>
                <a:lnTo>
                  <a:pt x="10016" y="2970"/>
                </a:lnTo>
                <a:lnTo>
                  <a:pt x="10015" y="2970"/>
                </a:lnTo>
                <a:lnTo>
                  <a:pt x="10014" y="2970"/>
                </a:lnTo>
                <a:lnTo>
                  <a:pt x="10014" y="2969"/>
                </a:lnTo>
                <a:lnTo>
                  <a:pt x="10013" y="2969"/>
                </a:lnTo>
                <a:lnTo>
                  <a:pt x="10012" y="2969"/>
                </a:lnTo>
                <a:lnTo>
                  <a:pt x="10012" y="2968"/>
                </a:lnTo>
                <a:lnTo>
                  <a:pt x="10011" y="2968"/>
                </a:lnTo>
                <a:lnTo>
                  <a:pt x="10010" y="2967"/>
                </a:lnTo>
                <a:lnTo>
                  <a:pt x="10009" y="2967"/>
                </a:lnTo>
                <a:lnTo>
                  <a:pt x="10008" y="2966"/>
                </a:lnTo>
                <a:lnTo>
                  <a:pt x="10007" y="2989"/>
                </a:lnTo>
                <a:lnTo>
                  <a:pt x="10006" y="2989"/>
                </a:lnTo>
                <a:lnTo>
                  <a:pt x="10005" y="2988"/>
                </a:lnTo>
                <a:lnTo>
                  <a:pt x="10004" y="2988"/>
                </a:lnTo>
                <a:lnTo>
                  <a:pt x="10004" y="2987"/>
                </a:lnTo>
                <a:lnTo>
                  <a:pt x="10003" y="2987"/>
                </a:lnTo>
                <a:lnTo>
                  <a:pt x="10002" y="2987"/>
                </a:lnTo>
                <a:lnTo>
                  <a:pt x="10001" y="2986"/>
                </a:lnTo>
                <a:lnTo>
                  <a:pt x="10000" y="2986"/>
                </a:lnTo>
                <a:lnTo>
                  <a:pt x="9999" y="2985"/>
                </a:lnTo>
                <a:lnTo>
                  <a:pt x="9998" y="2985"/>
                </a:lnTo>
                <a:lnTo>
                  <a:pt x="9998" y="2984"/>
                </a:lnTo>
                <a:lnTo>
                  <a:pt x="9997" y="2984"/>
                </a:lnTo>
                <a:lnTo>
                  <a:pt x="9996" y="2983"/>
                </a:lnTo>
                <a:lnTo>
                  <a:pt x="9995" y="2983"/>
                </a:lnTo>
                <a:lnTo>
                  <a:pt x="9994" y="2983"/>
                </a:lnTo>
                <a:lnTo>
                  <a:pt x="9994" y="2982"/>
                </a:lnTo>
                <a:lnTo>
                  <a:pt x="9993" y="2982"/>
                </a:lnTo>
                <a:lnTo>
                  <a:pt x="9992" y="2982"/>
                </a:lnTo>
                <a:lnTo>
                  <a:pt x="9992" y="2981"/>
                </a:lnTo>
                <a:lnTo>
                  <a:pt x="9991" y="2981"/>
                </a:lnTo>
                <a:lnTo>
                  <a:pt x="9990" y="2980"/>
                </a:lnTo>
                <a:lnTo>
                  <a:pt x="9989" y="2980"/>
                </a:lnTo>
                <a:lnTo>
                  <a:pt x="9988" y="2980"/>
                </a:lnTo>
                <a:lnTo>
                  <a:pt x="9988" y="2979"/>
                </a:lnTo>
                <a:lnTo>
                  <a:pt x="9987" y="2979"/>
                </a:lnTo>
                <a:lnTo>
                  <a:pt x="9986" y="2978"/>
                </a:lnTo>
                <a:lnTo>
                  <a:pt x="9985" y="2978"/>
                </a:lnTo>
                <a:lnTo>
                  <a:pt x="9984" y="2977"/>
                </a:lnTo>
                <a:lnTo>
                  <a:pt x="9983" y="2977"/>
                </a:lnTo>
                <a:lnTo>
                  <a:pt x="9982" y="2977"/>
                </a:lnTo>
                <a:lnTo>
                  <a:pt x="9982" y="2976"/>
                </a:lnTo>
                <a:lnTo>
                  <a:pt x="9981" y="2976"/>
                </a:lnTo>
                <a:lnTo>
                  <a:pt x="9980" y="2975"/>
                </a:lnTo>
                <a:lnTo>
                  <a:pt x="9979" y="2975"/>
                </a:lnTo>
                <a:lnTo>
                  <a:pt x="9978" y="2974"/>
                </a:lnTo>
                <a:lnTo>
                  <a:pt x="9977" y="2974"/>
                </a:lnTo>
                <a:lnTo>
                  <a:pt x="9976" y="2973"/>
                </a:lnTo>
                <a:lnTo>
                  <a:pt x="9975" y="2973"/>
                </a:lnTo>
                <a:lnTo>
                  <a:pt x="9974" y="2972"/>
                </a:lnTo>
                <a:lnTo>
                  <a:pt x="9973" y="2972"/>
                </a:lnTo>
                <a:lnTo>
                  <a:pt x="9972" y="2971"/>
                </a:lnTo>
                <a:lnTo>
                  <a:pt x="9971" y="2971"/>
                </a:lnTo>
                <a:lnTo>
                  <a:pt x="9971" y="2970"/>
                </a:lnTo>
                <a:lnTo>
                  <a:pt x="9970" y="2970"/>
                </a:lnTo>
                <a:lnTo>
                  <a:pt x="9969" y="2970"/>
                </a:lnTo>
                <a:lnTo>
                  <a:pt x="9968" y="2969"/>
                </a:lnTo>
                <a:lnTo>
                  <a:pt x="9967" y="2969"/>
                </a:lnTo>
                <a:lnTo>
                  <a:pt x="9967" y="2968"/>
                </a:lnTo>
                <a:lnTo>
                  <a:pt x="9966" y="2968"/>
                </a:lnTo>
                <a:lnTo>
                  <a:pt x="9965" y="2968"/>
                </a:lnTo>
                <a:lnTo>
                  <a:pt x="9965" y="2967"/>
                </a:lnTo>
                <a:lnTo>
                  <a:pt x="9964" y="2967"/>
                </a:lnTo>
                <a:lnTo>
                  <a:pt x="9963" y="2967"/>
                </a:lnTo>
                <a:lnTo>
                  <a:pt x="9962" y="2966"/>
                </a:lnTo>
                <a:lnTo>
                  <a:pt x="9961" y="2966"/>
                </a:lnTo>
                <a:lnTo>
                  <a:pt x="9961" y="2965"/>
                </a:lnTo>
                <a:lnTo>
                  <a:pt x="9960" y="2965"/>
                </a:lnTo>
                <a:lnTo>
                  <a:pt x="9959" y="2964"/>
                </a:lnTo>
                <a:lnTo>
                  <a:pt x="9958" y="2964"/>
                </a:lnTo>
                <a:lnTo>
                  <a:pt x="9957" y="2964"/>
                </a:lnTo>
                <a:lnTo>
                  <a:pt x="9957" y="2963"/>
                </a:lnTo>
                <a:lnTo>
                  <a:pt x="9956" y="2963"/>
                </a:lnTo>
                <a:lnTo>
                  <a:pt x="9955" y="2963"/>
                </a:lnTo>
                <a:lnTo>
                  <a:pt x="9955" y="2962"/>
                </a:lnTo>
                <a:lnTo>
                  <a:pt x="9954" y="2962"/>
                </a:lnTo>
                <a:lnTo>
                  <a:pt x="9953" y="2961"/>
                </a:lnTo>
                <a:lnTo>
                  <a:pt x="9952" y="2961"/>
                </a:lnTo>
                <a:lnTo>
                  <a:pt x="9951" y="2961"/>
                </a:lnTo>
                <a:lnTo>
                  <a:pt x="9951" y="2960"/>
                </a:lnTo>
                <a:lnTo>
                  <a:pt x="9950" y="2960"/>
                </a:lnTo>
                <a:lnTo>
                  <a:pt x="9949" y="2959"/>
                </a:lnTo>
                <a:lnTo>
                  <a:pt x="9948" y="2959"/>
                </a:lnTo>
                <a:lnTo>
                  <a:pt x="9947" y="2958"/>
                </a:lnTo>
                <a:lnTo>
                  <a:pt x="9946" y="2958"/>
                </a:lnTo>
                <a:lnTo>
                  <a:pt x="9945" y="2957"/>
                </a:lnTo>
                <a:lnTo>
                  <a:pt x="9944" y="2957"/>
                </a:lnTo>
                <a:lnTo>
                  <a:pt x="9943" y="2956"/>
                </a:lnTo>
                <a:lnTo>
                  <a:pt x="9942" y="2956"/>
                </a:lnTo>
                <a:lnTo>
                  <a:pt x="9941" y="2955"/>
                </a:lnTo>
                <a:lnTo>
                  <a:pt x="9940" y="2955"/>
                </a:lnTo>
                <a:lnTo>
                  <a:pt x="9940" y="2954"/>
                </a:lnTo>
                <a:lnTo>
                  <a:pt x="9939" y="2954"/>
                </a:lnTo>
                <a:lnTo>
                  <a:pt x="9938" y="2954"/>
                </a:lnTo>
                <a:lnTo>
                  <a:pt x="9937" y="2953"/>
                </a:lnTo>
                <a:lnTo>
                  <a:pt x="9936" y="2953"/>
                </a:lnTo>
                <a:lnTo>
                  <a:pt x="9935" y="2952"/>
                </a:lnTo>
                <a:lnTo>
                  <a:pt x="9934" y="2952"/>
                </a:lnTo>
                <a:lnTo>
                  <a:pt x="9934" y="2951"/>
                </a:lnTo>
                <a:lnTo>
                  <a:pt x="9933" y="2951"/>
                </a:lnTo>
                <a:lnTo>
                  <a:pt x="9932" y="2951"/>
                </a:lnTo>
                <a:lnTo>
                  <a:pt x="9931" y="2950"/>
                </a:lnTo>
                <a:lnTo>
                  <a:pt x="9930" y="2950"/>
                </a:lnTo>
                <a:lnTo>
                  <a:pt x="9930" y="2949"/>
                </a:lnTo>
                <a:lnTo>
                  <a:pt x="9929" y="2949"/>
                </a:lnTo>
                <a:lnTo>
                  <a:pt x="9928" y="2949"/>
                </a:lnTo>
                <a:lnTo>
                  <a:pt x="9928" y="2948"/>
                </a:lnTo>
                <a:lnTo>
                  <a:pt x="9927" y="2948"/>
                </a:lnTo>
                <a:lnTo>
                  <a:pt x="9926" y="2948"/>
                </a:lnTo>
                <a:lnTo>
                  <a:pt x="9925" y="2947"/>
                </a:lnTo>
                <a:lnTo>
                  <a:pt x="9924" y="2947"/>
                </a:lnTo>
                <a:lnTo>
                  <a:pt x="9924" y="2946"/>
                </a:lnTo>
                <a:lnTo>
                  <a:pt x="9923" y="2946"/>
                </a:lnTo>
                <a:lnTo>
                  <a:pt x="9922" y="2946"/>
                </a:lnTo>
                <a:lnTo>
                  <a:pt x="9922" y="2945"/>
                </a:lnTo>
                <a:lnTo>
                  <a:pt x="9921" y="2945"/>
                </a:lnTo>
                <a:lnTo>
                  <a:pt x="9920" y="2944"/>
                </a:lnTo>
                <a:lnTo>
                  <a:pt x="9919" y="2944"/>
                </a:lnTo>
                <a:lnTo>
                  <a:pt x="9918" y="2944"/>
                </a:lnTo>
                <a:lnTo>
                  <a:pt x="9918" y="2943"/>
                </a:lnTo>
                <a:lnTo>
                  <a:pt x="9917" y="2943"/>
                </a:lnTo>
                <a:lnTo>
                  <a:pt x="9916" y="2942"/>
                </a:lnTo>
                <a:lnTo>
                  <a:pt x="9915" y="2942"/>
                </a:lnTo>
                <a:lnTo>
                  <a:pt x="9914" y="2941"/>
                </a:lnTo>
                <a:lnTo>
                  <a:pt x="9913" y="2941"/>
                </a:lnTo>
                <a:lnTo>
                  <a:pt x="9912" y="2941"/>
                </a:lnTo>
                <a:lnTo>
                  <a:pt x="9912" y="2940"/>
                </a:lnTo>
                <a:lnTo>
                  <a:pt x="9911" y="2940"/>
                </a:lnTo>
                <a:lnTo>
                  <a:pt x="9910" y="2939"/>
                </a:lnTo>
                <a:lnTo>
                  <a:pt x="9909" y="2939"/>
                </a:lnTo>
                <a:lnTo>
                  <a:pt x="9908" y="2938"/>
                </a:lnTo>
                <a:lnTo>
                  <a:pt x="9907" y="2938"/>
                </a:lnTo>
                <a:lnTo>
                  <a:pt x="9906" y="2937"/>
                </a:lnTo>
                <a:lnTo>
                  <a:pt x="9905" y="2937"/>
                </a:lnTo>
                <a:lnTo>
                  <a:pt x="9904" y="2936"/>
                </a:lnTo>
                <a:lnTo>
                  <a:pt x="9903" y="2936"/>
                </a:lnTo>
                <a:lnTo>
                  <a:pt x="9903" y="2935"/>
                </a:lnTo>
                <a:lnTo>
                  <a:pt x="9902" y="2935"/>
                </a:lnTo>
                <a:lnTo>
                  <a:pt x="9901" y="2935"/>
                </a:lnTo>
                <a:lnTo>
                  <a:pt x="9900" y="2934"/>
                </a:lnTo>
                <a:lnTo>
                  <a:pt x="9899" y="2934"/>
                </a:lnTo>
                <a:lnTo>
                  <a:pt x="9898" y="2933"/>
                </a:lnTo>
                <a:lnTo>
                  <a:pt x="9897" y="2933"/>
                </a:lnTo>
                <a:lnTo>
                  <a:pt x="9897" y="2932"/>
                </a:lnTo>
                <a:lnTo>
                  <a:pt x="9896" y="2932"/>
                </a:lnTo>
                <a:lnTo>
                  <a:pt x="9895" y="2932"/>
                </a:lnTo>
                <a:lnTo>
                  <a:pt x="9895" y="2931"/>
                </a:lnTo>
                <a:lnTo>
                  <a:pt x="9894" y="2931"/>
                </a:lnTo>
                <a:lnTo>
                  <a:pt x="9893" y="2931"/>
                </a:lnTo>
                <a:lnTo>
                  <a:pt x="9893" y="2930"/>
                </a:lnTo>
                <a:lnTo>
                  <a:pt x="9892" y="2930"/>
                </a:lnTo>
                <a:lnTo>
                  <a:pt x="9891" y="2930"/>
                </a:lnTo>
                <a:lnTo>
                  <a:pt x="9891" y="2929"/>
                </a:lnTo>
                <a:lnTo>
                  <a:pt x="9890" y="2929"/>
                </a:lnTo>
                <a:lnTo>
                  <a:pt x="9889" y="2928"/>
                </a:lnTo>
                <a:lnTo>
                  <a:pt x="9888" y="2928"/>
                </a:lnTo>
                <a:lnTo>
                  <a:pt x="9887" y="2928"/>
                </a:lnTo>
                <a:lnTo>
                  <a:pt x="9887" y="2927"/>
                </a:lnTo>
                <a:lnTo>
                  <a:pt x="9886" y="2927"/>
                </a:lnTo>
                <a:lnTo>
                  <a:pt x="9885" y="2927"/>
                </a:lnTo>
                <a:lnTo>
                  <a:pt x="9885" y="2926"/>
                </a:lnTo>
                <a:lnTo>
                  <a:pt x="9884" y="2926"/>
                </a:lnTo>
                <a:lnTo>
                  <a:pt x="9883" y="2925"/>
                </a:lnTo>
                <a:lnTo>
                  <a:pt x="9882" y="2925"/>
                </a:lnTo>
                <a:lnTo>
                  <a:pt x="9881" y="2925"/>
                </a:lnTo>
                <a:lnTo>
                  <a:pt x="9881" y="2924"/>
                </a:lnTo>
                <a:lnTo>
                  <a:pt x="9880" y="2924"/>
                </a:lnTo>
                <a:lnTo>
                  <a:pt x="9879" y="2923"/>
                </a:lnTo>
                <a:lnTo>
                  <a:pt x="9878" y="2923"/>
                </a:lnTo>
                <a:lnTo>
                  <a:pt x="9877" y="2922"/>
                </a:lnTo>
                <a:lnTo>
                  <a:pt x="9876" y="2922"/>
                </a:lnTo>
                <a:lnTo>
                  <a:pt x="9875" y="2922"/>
                </a:lnTo>
                <a:lnTo>
                  <a:pt x="9875" y="2921"/>
                </a:lnTo>
                <a:lnTo>
                  <a:pt x="9874" y="2921"/>
                </a:lnTo>
                <a:lnTo>
                  <a:pt x="9873" y="2920"/>
                </a:lnTo>
                <a:lnTo>
                  <a:pt x="9872" y="2920"/>
                </a:lnTo>
                <a:lnTo>
                  <a:pt x="9871" y="2919"/>
                </a:lnTo>
                <a:lnTo>
                  <a:pt x="9870" y="2919"/>
                </a:lnTo>
                <a:lnTo>
                  <a:pt x="9870" y="2918"/>
                </a:lnTo>
                <a:lnTo>
                  <a:pt x="9869" y="2918"/>
                </a:lnTo>
                <a:lnTo>
                  <a:pt x="9868" y="2918"/>
                </a:lnTo>
                <a:lnTo>
                  <a:pt x="9867" y="2917"/>
                </a:lnTo>
                <a:lnTo>
                  <a:pt x="9866" y="2917"/>
                </a:lnTo>
                <a:lnTo>
                  <a:pt x="9865" y="2916"/>
                </a:lnTo>
                <a:lnTo>
                  <a:pt x="9864" y="2916"/>
                </a:lnTo>
                <a:lnTo>
                  <a:pt x="9864" y="2915"/>
                </a:lnTo>
                <a:lnTo>
                  <a:pt x="9863" y="2915"/>
                </a:lnTo>
                <a:lnTo>
                  <a:pt x="9862" y="2915"/>
                </a:lnTo>
                <a:lnTo>
                  <a:pt x="9861" y="2914"/>
                </a:lnTo>
                <a:lnTo>
                  <a:pt x="9860" y="2914"/>
                </a:lnTo>
                <a:lnTo>
                  <a:pt x="9860" y="2913"/>
                </a:lnTo>
                <a:lnTo>
                  <a:pt x="9859" y="2913"/>
                </a:lnTo>
                <a:lnTo>
                  <a:pt x="9858" y="2913"/>
                </a:lnTo>
                <a:lnTo>
                  <a:pt x="9858" y="2912"/>
                </a:lnTo>
                <a:lnTo>
                  <a:pt x="9857" y="2912"/>
                </a:lnTo>
                <a:lnTo>
                  <a:pt x="9856" y="2912"/>
                </a:lnTo>
                <a:lnTo>
                  <a:pt x="9855" y="2911"/>
                </a:lnTo>
                <a:lnTo>
                  <a:pt x="9854" y="2911"/>
                </a:lnTo>
                <a:lnTo>
                  <a:pt x="9854" y="2910"/>
                </a:lnTo>
                <a:lnTo>
                  <a:pt x="9853" y="2910"/>
                </a:lnTo>
                <a:lnTo>
                  <a:pt x="9852" y="2909"/>
                </a:lnTo>
                <a:lnTo>
                  <a:pt x="9851" y="2909"/>
                </a:lnTo>
                <a:lnTo>
                  <a:pt x="9850" y="2909"/>
                </a:lnTo>
                <a:lnTo>
                  <a:pt x="9850" y="2908"/>
                </a:lnTo>
                <a:lnTo>
                  <a:pt x="9849" y="2908"/>
                </a:lnTo>
                <a:lnTo>
                  <a:pt x="9848" y="2908"/>
                </a:lnTo>
                <a:lnTo>
                  <a:pt x="9848" y="2907"/>
                </a:lnTo>
                <a:lnTo>
                  <a:pt x="9847" y="2907"/>
                </a:lnTo>
                <a:lnTo>
                  <a:pt x="9846" y="2906"/>
                </a:lnTo>
                <a:lnTo>
                  <a:pt x="9845" y="2906"/>
                </a:lnTo>
                <a:lnTo>
                  <a:pt x="9844" y="2905"/>
                </a:lnTo>
                <a:lnTo>
                  <a:pt x="9843" y="2905"/>
                </a:lnTo>
                <a:lnTo>
                  <a:pt x="9842" y="2904"/>
                </a:lnTo>
                <a:lnTo>
                  <a:pt x="9841" y="2904"/>
                </a:lnTo>
                <a:lnTo>
                  <a:pt x="9840" y="2903"/>
                </a:lnTo>
                <a:lnTo>
                  <a:pt x="9839" y="2903"/>
                </a:lnTo>
                <a:lnTo>
                  <a:pt x="9838" y="2902"/>
                </a:lnTo>
                <a:lnTo>
                  <a:pt x="9837" y="2902"/>
                </a:lnTo>
                <a:lnTo>
                  <a:pt x="9836" y="2901"/>
                </a:lnTo>
                <a:lnTo>
                  <a:pt x="9835" y="2901"/>
                </a:lnTo>
                <a:lnTo>
                  <a:pt x="9834" y="2900"/>
                </a:lnTo>
                <a:lnTo>
                  <a:pt x="9833" y="2900"/>
                </a:lnTo>
                <a:lnTo>
                  <a:pt x="9833" y="2899"/>
                </a:lnTo>
                <a:lnTo>
                  <a:pt x="9832" y="2899"/>
                </a:lnTo>
                <a:lnTo>
                  <a:pt x="9831" y="2899"/>
                </a:lnTo>
                <a:lnTo>
                  <a:pt x="9830" y="2898"/>
                </a:lnTo>
                <a:lnTo>
                  <a:pt x="9829" y="2898"/>
                </a:lnTo>
                <a:lnTo>
                  <a:pt x="9828" y="2897"/>
                </a:lnTo>
                <a:lnTo>
                  <a:pt x="9827" y="2897"/>
                </a:lnTo>
                <a:lnTo>
                  <a:pt x="9827" y="2896"/>
                </a:lnTo>
                <a:lnTo>
                  <a:pt x="9826" y="2896"/>
                </a:lnTo>
                <a:lnTo>
                  <a:pt x="9825" y="2896"/>
                </a:lnTo>
                <a:lnTo>
                  <a:pt x="9824" y="2895"/>
                </a:lnTo>
                <a:lnTo>
                  <a:pt x="9823" y="2895"/>
                </a:lnTo>
                <a:lnTo>
                  <a:pt x="9823" y="2894"/>
                </a:lnTo>
                <a:lnTo>
                  <a:pt x="9822" y="2894"/>
                </a:lnTo>
                <a:lnTo>
                  <a:pt x="9821" y="2894"/>
                </a:lnTo>
                <a:lnTo>
                  <a:pt x="9821" y="2893"/>
                </a:lnTo>
                <a:lnTo>
                  <a:pt x="9820" y="2893"/>
                </a:lnTo>
                <a:lnTo>
                  <a:pt x="9819" y="2892"/>
                </a:lnTo>
                <a:lnTo>
                  <a:pt x="9818" y="2892"/>
                </a:lnTo>
                <a:lnTo>
                  <a:pt x="9817" y="2892"/>
                </a:lnTo>
                <a:lnTo>
                  <a:pt x="9817" y="2891"/>
                </a:lnTo>
                <a:lnTo>
                  <a:pt x="9816" y="2891"/>
                </a:lnTo>
                <a:lnTo>
                  <a:pt x="9815" y="2890"/>
                </a:lnTo>
                <a:lnTo>
                  <a:pt x="9814" y="2890"/>
                </a:lnTo>
                <a:lnTo>
                  <a:pt x="9813" y="2889"/>
                </a:lnTo>
                <a:lnTo>
                  <a:pt x="9812" y="2889"/>
                </a:lnTo>
                <a:lnTo>
                  <a:pt x="9811" y="2889"/>
                </a:lnTo>
                <a:lnTo>
                  <a:pt x="9811" y="2888"/>
                </a:lnTo>
                <a:lnTo>
                  <a:pt x="9810" y="2888"/>
                </a:lnTo>
                <a:lnTo>
                  <a:pt x="9809" y="2887"/>
                </a:lnTo>
                <a:lnTo>
                  <a:pt x="9808" y="2887"/>
                </a:lnTo>
                <a:lnTo>
                  <a:pt x="9807" y="2886"/>
                </a:lnTo>
                <a:lnTo>
                  <a:pt x="9806" y="2886"/>
                </a:lnTo>
                <a:lnTo>
                  <a:pt x="9805" y="2885"/>
                </a:lnTo>
                <a:lnTo>
                  <a:pt x="9804" y="2885"/>
                </a:lnTo>
                <a:lnTo>
                  <a:pt x="9803" y="2884"/>
                </a:lnTo>
                <a:lnTo>
                  <a:pt x="9802" y="2884"/>
                </a:lnTo>
                <a:lnTo>
                  <a:pt x="9801" y="2883"/>
                </a:lnTo>
                <a:lnTo>
                  <a:pt x="9800" y="2883"/>
                </a:lnTo>
                <a:lnTo>
                  <a:pt x="9799" y="2882"/>
                </a:lnTo>
                <a:lnTo>
                  <a:pt x="9798" y="2882"/>
                </a:lnTo>
                <a:lnTo>
                  <a:pt x="9797" y="2881"/>
                </a:lnTo>
                <a:lnTo>
                  <a:pt x="9796" y="2881"/>
                </a:lnTo>
                <a:lnTo>
                  <a:pt x="9796" y="2880"/>
                </a:lnTo>
                <a:lnTo>
                  <a:pt x="9795" y="2880"/>
                </a:lnTo>
                <a:lnTo>
                  <a:pt x="9794" y="2880"/>
                </a:lnTo>
                <a:lnTo>
                  <a:pt x="9794" y="2879"/>
                </a:lnTo>
                <a:lnTo>
                  <a:pt x="9793" y="2879"/>
                </a:lnTo>
                <a:lnTo>
                  <a:pt x="9792" y="2879"/>
                </a:lnTo>
                <a:lnTo>
                  <a:pt x="9791" y="2878"/>
                </a:lnTo>
                <a:lnTo>
                  <a:pt x="9790" y="2878"/>
                </a:lnTo>
                <a:lnTo>
                  <a:pt x="9790" y="2877"/>
                </a:lnTo>
                <a:lnTo>
                  <a:pt x="9789" y="2877"/>
                </a:lnTo>
                <a:lnTo>
                  <a:pt x="9788" y="2877"/>
                </a:lnTo>
                <a:lnTo>
                  <a:pt x="9788" y="2876"/>
                </a:lnTo>
                <a:lnTo>
                  <a:pt x="9787" y="2876"/>
                </a:lnTo>
                <a:lnTo>
                  <a:pt x="9786" y="2876"/>
                </a:lnTo>
                <a:lnTo>
                  <a:pt x="9786" y="2875"/>
                </a:lnTo>
                <a:lnTo>
                  <a:pt x="9785" y="2875"/>
                </a:lnTo>
                <a:lnTo>
                  <a:pt x="9784" y="2875"/>
                </a:lnTo>
                <a:lnTo>
                  <a:pt x="9784" y="2874"/>
                </a:lnTo>
                <a:lnTo>
                  <a:pt x="9783" y="2874"/>
                </a:lnTo>
                <a:lnTo>
                  <a:pt x="9782" y="2873"/>
                </a:lnTo>
                <a:lnTo>
                  <a:pt x="9781" y="2873"/>
                </a:lnTo>
                <a:lnTo>
                  <a:pt x="9780" y="2873"/>
                </a:lnTo>
                <a:lnTo>
                  <a:pt x="9780" y="2872"/>
                </a:lnTo>
                <a:lnTo>
                  <a:pt x="9779" y="2872"/>
                </a:lnTo>
                <a:lnTo>
                  <a:pt x="9778" y="2872"/>
                </a:lnTo>
                <a:lnTo>
                  <a:pt x="9778" y="2871"/>
                </a:lnTo>
                <a:lnTo>
                  <a:pt x="9777" y="2871"/>
                </a:lnTo>
                <a:lnTo>
                  <a:pt x="9776" y="2870"/>
                </a:lnTo>
                <a:lnTo>
                  <a:pt x="9775" y="2870"/>
                </a:lnTo>
                <a:lnTo>
                  <a:pt x="9774" y="2870"/>
                </a:lnTo>
                <a:lnTo>
                  <a:pt x="9774" y="2869"/>
                </a:lnTo>
                <a:lnTo>
                  <a:pt x="9773" y="2869"/>
                </a:lnTo>
                <a:lnTo>
                  <a:pt x="9772" y="2868"/>
                </a:lnTo>
                <a:lnTo>
                  <a:pt x="9771" y="2868"/>
                </a:lnTo>
                <a:lnTo>
                  <a:pt x="9770" y="2867"/>
                </a:lnTo>
                <a:lnTo>
                  <a:pt x="9769" y="2867"/>
                </a:lnTo>
                <a:lnTo>
                  <a:pt x="9769" y="2866"/>
                </a:lnTo>
                <a:lnTo>
                  <a:pt x="9768" y="2866"/>
                </a:lnTo>
                <a:lnTo>
                  <a:pt x="9767" y="2866"/>
                </a:lnTo>
                <a:lnTo>
                  <a:pt x="9766" y="2865"/>
                </a:lnTo>
                <a:lnTo>
                  <a:pt x="9765" y="2865"/>
                </a:lnTo>
                <a:lnTo>
                  <a:pt x="9764" y="2864"/>
                </a:lnTo>
                <a:lnTo>
                  <a:pt x="9763" y="2864"/>
                </a:lnTo>
                <a:lnTo>
                  <a:pt x="9763" y="2863"/>
                </a:lnTo>
                <a:lnTo>
                  <a:pt x="9762" y="2863"/>
                </a:lnTo>
                <a:lnTo>
                  <a:pt x="9761" y="2863"/>
                </a:lnTo>
                <a:lnTo>
                  <a:pt x="9760" y="2862"/>
                </a:lnTo>
                <a:lnTo>
                  <a:pt x="9759" y="2862"/>
                </a:lnTo>
                <a:lnTo>
                  <a:pt x="9759" y="2861"/>
                </a:lnTo>
                <a:lnTo>
                  <a:pt x="9758" y="2861"/>
                </a:lnTo>
                <a:lnTo>
                  <a:pt x="9757" y="2861"/>
                </a:lnTo>
                <a:lnTo>
                  <a:pt x="9757" y="2860"/>
                </a:lnTo>
                <a:lnTo>
                  <a:pt x="9756" y="2860"/>
                </a:lnTo>
                <a:lnTo>
                  <a:pt x="9755" y="2860"/>
                </a:lnTo>
                <a:lnTo>
                  <a:pt x="9754" y="2859"/>
                </a:lnTo>
                <a:lnTo>
                  <a:pt x="9753" y="2859"/>
                </a:lnTo>
                <a:lnTo>
                  <a:pt x="9753" y="2858"/>
                </a:lnTo>
                <a:lnTo>
                  <a:pt x="9752" y="2858"/>
                </a:lnTo>
                <a:lnTo>
                  <a:pt x="9751" y="2858"/>
                </a:lnTo>
                <a:lnTo>
                  <a:pt x="9751" y="2857"/>
                </a:lnTo>
                <a:lnTo>
                  <a:pt x="9750" y="2857"/>
                </a:lnTo>
                <a:lnTo>
                  <a:pt x="9749" y="2857"/>
                </a:lnTo>
                <a:lnTo>
                  <a:pt x="9749" y="2856"/>
                </a:lnTo>
                <a:lnTo>
                  <a:pt x="9748" y="2856"/>
                </a:lnTo>
                <a:lnTo>
                  <a:pt x="9747" y="2856"/>
                </a:lnTo>
                <a:lnTo>
                  <a:pt x="9747" y="2855"/>
                </a:lnTo>
                <a:lnTo>
                  <a:pt x="9746" y="2855"/>
                </a:lnTo>
                <a:lnTo>
                  <a:pt x="9745" y="2854"/>
                </a:lnTo>
                <a:lnTo>
                  <a:pt x="9744" y="2854"/>
                </a:lnTo>
                <a:lnTo>
                  <a:pt x="9743" y="2853"/>
                </a:lnTo>
                <a:lnTo>
                  <a:pt x="9742" y="2853"/>
                </a:lnTo>
                <a:lnTo>
                  <a:pt x="9741" y="2853"/>
                </a:lnTo>
                <a:lnTo>
                  <a:pt x="9741" y="2852"/>
                </a:lnTo>
                <a:lnTo>
                  <a:pt x="9740" y="2852"/>
                </a:lnTo>
                <a:lnTo>
                  <a:pt x="9739" y="2851"/>
                </a:lnTo>
                <a:lnTo>
                  <a:pt x="9738" y="2851"/>
                </a:lnTo>
                <a:lnTo>
                  <a:pt x="9737" y="2850"/>
                </a:lnTo>
                <a:lnTo>
                  <a:pt x="9736" y="2850"/>
                </a:lnTo>
                <a:lnTo>
                  <a:pt x="9735" y="2849"/>
                </a:lnTo>
                <a:lnTo>
                  <a:pt x="9734" y="2849"/>
                </a:lnTo>
                <a:lnTo>
                  <a:pt x="9733" y="2848"/>
                </a:lnTo>
                <a:lnTo>
                  <a:pt x="9732" y="2848"/>
                </a:lnTo>
                <a:lnTo>
                  <a:pt x="9731" y="2847"/>
                </a:lnTo>
                <a:lnTo>
                  <a:pt x="9730" y="2847"/>
                </a:lnTo>
                <a:lnTo>
                  <a:pt x="9729" y="2846"/>
                </a:lnTo>
                <a:lnTo>
                  <a:pt x="9728" y="2846"/>
                </a:lnTo>
                <a:lnTo>
                  <a:pt x="9727" y="2845"/>
                </a:lnTo>
                <a:lnTo>
                  <a:pt x="9726" y="2845"/>
                </a:lnTo>
                <a:lnTo>
                  <a:pt x="9726" y="2844"/>
                </a:lnTo>
                <a:lnTo>
                  <a:pt x="9725" y="2844"/>
                </a:lnTo>
                <a:lnTo>
                  <a:pt x="9724" y="2844"/>
                </a:lnTo>
                <a:lnTo>
                  <a:pt x="9723" y="2843"/>
                </a:lnTo>
                <a:lnTo>
                  <a:pt x="9722" y="2843"/>
                </a:lnTo>
                <a:lnTo>
                  <a:pt x="9721" y="2842"/>
                </a:lnTo>
                <a:lnTo>
                  <a:pt x="9720" y="2842"/>
                </a:lnTo>
                <a:lnTo>
                  <a:pt x="9720" y="2841"/>
                </a:lnTo>
                <a:lnTo>
                  <a:pt x="9719" y="2841"/>
                </a:lnTo>
                <a:lnTo>
                  <a:pt x="9718" y="2840"/>
                </a:lnTo>
                <a:lnTo>
                  <a:pt x="9717" y="2840"/>
                </a:lnTo>
                <a:lnTo>
                  <a:pt x="9716" y="2840"/>
                </a:lnTo>
                <a:lnTo>
                  <a:pt x="9716" y="2839"/>
                </a:lnTo>
                <a:lnTo>
                  <a:pt x="9715" y="2839"/>
                </a:lnTo>
                <a:lnTo>
                  <a:pt x="9714" y="2839"/>
                </a:lnTo>
                <a:lnTo>
                  <a:pt x="9714" y="2838"/>
                </a:lnTo>
                <a:lnTo>
                  <a:pt x="9713" y="2838"/>
                </a:lnTo>
                <a:lnTo>
                  <a:pt x="9712" y="2837"/>
                </a:lnTo>
                <a:lnTo>
                  <a:pt x="9711" y="2837"/>
                </a:lnTo>
                <a:lnTo>
                  <a:pt x="9710" y="2837"/>
                </a:lnTo>
                <a:lnTo>
                  <a:pt x="9710" y="2836"/>
                </a:lnTo>
                <a:lnTo>
                  <a:pt x="9709" y="2836"/>
                </a:lnTo>
                <a:lnTo>
                  <a:pt x="9708" y="2835"/>
                </a:lnTo>
                <a:lnTo>
                  <a:pt x="9707" y="2835"/>
                </a:lnTo>
                <a:lnTo>
                  <a:pt x="9706" y="2834"/>
                </a:lnTo>
                <a:lnTo>
                  <a:pt x="9705" y="2834"/>
                </a:lnTo>
                <a:lnTo>
                  <a:pt x="9704" y="2834"/>
                </a:lnTo>
                <a:lnTo>
                  <a:pt x="9704" y="2833"/>
                </a:lnTo>
                <a:lnTo>
                  <a:pt x="9703" y="2833"/>
                </a:lnTo>
                <a:lnTo>
                  <a:pt x="9702" y="2832"/>
                </a:lnTo>
                <a:lnTo>
                  <a:pt x="9701" y="2832"/>
                </a:lnTo>
                <a:lnTo>
                  <a:pt x="9700" y="2831"/>
                </a:lnTo>
                <a:lnTo>
                  <a:pt x="9699" y="2831"/>
                </a:lnTo>
                <a:lnTo>
                  <a:pt x="9698" y="2830"/>
                </a:lnTo>
                <a:lnTo>
                  <a:pt x="9697" y="2830"/>
                </a:lnTo>
                <a:lnTo>
                  <a:pt x="9696" y="2829"/>
                </a:lnTo>
                <a:lnTo>
                  <a:pt x="9695" y="2829"/>
                </a:lnTo>
                <a:lnTo>
                  <a:pt x="9694" y="2828"/>
                </a:lnTo>
                <a:lnTo>
                  <a:pt x="9693" y="2828"/>
                </a:lnTo>
                <a:lnTo>
                  <a:pt x="9692" y="2827"/>
                </a:lnTo>
                <a:lnTo>
                  <a:pt x="9691" y="2827"/>
                </a:lnTo>
                <a:lnTo>
                  <a:pt x="9690" y="2826"/>
                </a:lnTo>
                <a:lnTo>
                  <a:pt x="9689" y="2826"/>
                </a:lnTo>
                <a:lnTo>
                  <a:pt x="9689" y="2825"/>
                </a:lnTo>
                <a:lnTo>
                  <a:pt x="9688" y="2825"/>
                </a:lnTo>
                <a:lnTo>
                  <a:pt x="9687" y="2825"/>
                </a:lnTo>
                <a:lnTo>
                  <a:pt x="9687" y="2824"/>
                </a:lnTo>
                <a:lnTo>
                  <a:pt x="9686" y="2824"/>
                </a:lnTo>
                <a:lnTo>
                  <a:pt x="9685" y="2824"/>
                </a:lnTo>
                <a:lnTo>
                  <a:pt x="9684" y="2823"/>
                </a:lnTo>
                <a:lnTo>
                  <a:pt x="9683" y="2823"/>
                </a:lnTo>
                <a:lnTo>
                  <a:pt x="9683" y="2822"/>
                </a:lnTo>
                <a:lnTo>
                  <a:pt x="9682" y="2822"/>
                </a:lnTo>
                <a:lnTo>
                  <a:pt x="9681" y="2821"/>
                </a:lnTo>
                <a:lnTo>
                  <a:pt x="9680" y="2821"/>
                </a:lnTo>
                <a:lnTo>
                  <a:pt x="9679" y="2821"/>
                </a:lnTo>
                <a:lnTo>
                  <a:pt x="9679" y="2820"/>
                </a:lnTo>
                <a:lnTo>
                  <a:pt x="9678" y="2820"/>
                </a:lnTo>
                <a:lnTo>
                  <a:pt x="9677" y="2820"/>
                </a:lnTo>
                <a:lnTo>
                  <a:pt x="9677" y="2819"/>
                </a:lnTo>
                <a:lnTo>
                  <a:pt x="9676" y="2819"/>
                </a:lnTo>
                <a:lnTo>
                  <a:pt x="9675" y="2818"/>
                </a:lnTo>
                <a:lnTo>
                  <a:pt x="9674" y="2818"/>
                </a:lnTo>
                <a:lnTo>
                  <a:pt x="9673" y="2818"/>
                </a:lnTo>
                <a:lnTo>
                  <a:pt x="9673" y="2817"/>
                </a:lnTo>
                <a:lnTo>
                  <a:pt x="9672" y="2817"/>
                </a:lnTo>
                <a:lnTo>
                  <a:pt x="9671" y="2816"/>
                </a:lnTo>
                <a:lnTo>
                  <a:pt x="9670" y="2816"/>
                </a:lnTo>
                <a:lnTo>
                  <a:pt x="9669" y="2815"/>
                </a:lnTo>
                <a:lnTo>
                  <a:pt x="9668" y="2815"/>
                </a:lnTo>
                <a:lnTo>
                  <a:pt x="9667" y="2815"/>
                </a:lnTo>
                <a:lnTo>
                  <a:pt x="9667" y="2814"/>
                </a:lnTo>
                <a:lnTo>
                  <a:pt x="9666" y="2814"/>
                </a:lnTo>
                <a:lnTo>
                  <a:pt x="9665" y="2813"/>
                </a:lnTo>
                <a:lnTo>
                  <a:pt x="9664" y="2813"/>
                </a:lnTo>
                <a:lnTo>
                  <a:pt x="9663" y="2812"/>
                </a:lnTo>
                <a:lnTo>
                  <a:pt x="9662" y="2812"/>
                </a:lnTo>
                <a:lnTo>
                  <a:pt x="9662" y="2811"/>
                </a:lnTo>
                <a:lnTo>
                  <a:pt x="9661" y="2811"/>
                </a:lnTo>
                <a:lnTo>
                  <a:pt x="9660" y="2811"/>
                </a:lnTo>
                <a:lnTo>
                  <a:pt x="9659" y="2810"/>
                </a:lnTo>
                <a:lnTo>
                  <a:pt x="9658" y="2810"/>
                </a:lnTo>
                <a:lnTo>
                  <a:pt x="9657" y="2809"/>
                </a:lnTo>
                <a:lnTo>
                  <a:pt x="9656" y="2809"/>
                </a:lnTo>
                <a:lnTo>
                  <a:pt x="9656" y="2808"/>
                </a:lnTo>
                <a:lnTo>
                  <a:pt x="9655" y="2808"/>
                </a:lnTo>
                <a:lnTo>
                  <a:pt x="9654" y="2808"/>
                </a:lnTo>
                <a:lnTo>
                  <a:pt x="9653" y="2807"/>
                </a:lnTo>
                <a:lnTo>
                  <a:pt x="9652" y="2807"/>
                </a:lnTo>
                <a:lnTo>
                  <a:pt x="9652" y="2806"/>
                </a:lnTo>
                <a:lnTo>
                  <a:pt x="9651" y="2806"/>
                </a:lnTo>
                <a:lnTo>
                  <a:pt x="9650" y="2806"/>
                </a:lnTo>
                <a:lnTo>
                  <a:pt x="9650" y="2805"/>
                </a:lnTo>
                <a:lnTo>
                  <a:pt x="9649" y="2805"/>
                </a:lnTo>
                <a:lnTo>
                  <a:pt x="9648" y="2805"/>
                </a:lnTo>
                <a:lnTo>
                  <a:pt x="9647" y="2804"/>
                </a:lnTo>
                <a:lnTo>
                  <a:pt x="9646" y="2804"/>
                </a:lnTo>
                <a:lnTo>
                  <a:pt x="9646" y="2803"/>
                </a:lnTo>
                <a:lnTo>
                  <a:pt x="9645" y="2803"/>
                </a:lnTo>
                <a:lnTo>
                  <a:pt x="9644" y="2802"/>
                </a:lnTo>
                <a:lnTo>
                  <a:pt x="9643" y="2802"/>
                </a:lnTo>
                <a:lnTo>
                  <a:pt x="9642" y="2802"/>
                </a:lnTo>
                <a:lnTo>
                  <a:pt x="9642" y="2801"/>
                </a:lnTo>
                <a:lnTo>
                  <a:pt x="9641" y="2801"/>
                </a:lnTo>
                <a:lnTo>
                  <a:pt x="9640" y="2801"/>
                </a:lnTo>
                <a:lnTo>
                  <a:pt x="9640" y="2800"/>
                </a:lnTo>
                <a:lnTo>
                  <a:pt x="9639" y="2800"/>
                </a:lnTo>
                <a:lnTo>
                  <a:pt x="9638" y="2799"/>
                </a:lnTo>
                <a:lnTo>
                  <a:pt x="9637" y="2799"/>
                </a:lnTo>
                <a:lnTo>
                  <a:pt x="9636" y="2798"/>
                </a:lnTo>
                <a:lnTo>
                  <a:pt x="9635" y="2798"/>
                </a:lnTo>
                <a:lnTo>
                  <a:pt x="9634" y="2797"/>
                </a:lnTo>
                <a:lnTo>
                  <a:pt x="9633" y="2797"/>
                </a:lnTo>
                <a:lnTo>
                  <a:pt x="9632" y="2796"/>
                </a:lnTo>
                <a:lnTo>
                  <a:pt x="9631" y="2796"/>
                </a:lnTo>
                <a:lnTo>
                  <a:pt x="9630" y="2795"/>
                </a:lnTo>
                <a:lnTo>
                  <a:pt x="9629" y="2795"/>
                </a:lnTo>
                <a:lnTo>
                  <a:pt x="9628" y="2794"/>
                </a:lnTo>
                <a:lnTo>
                  <a:pt x="9627" y="2794"/>
                </a:lnTo>
                <a:lnTo>
                  <a:pt x="9626" y="2793"/>
                </a:lnTo>
                <a:lnTo>
                  <a:pt x="9625" y="2793"/>
                </a:lnTo>
                <a:lnTo>
                  <a:pt x="9625" y="2792"/>
                </a:lnTo>
                <a:lnTo>
                  <a:pt x="9624" y="2792"/>
                </a:lnTo>
                <a:lnTo>
                  <a:pt x="9623" y="2792"/>
                </a:lnTo>
                <a:lnTo>
                  <a:pt x="9622" y="2791"/>
                </a:lnTo>
                <a:lnTo>
                  <a:pt x="9621" y="2791"/>
                </a:lnTo>
                <a:lnTo>
                  <a:pt x="9620" y="2790"/>
                </a:lnTo>
                <a:lnTo>
                  <a:pt x="9619" y="2790"/>
                </a:lnTo>
                <a:lnTo>
                  <a:pt x="9619" y="2789"/>
                </a:lnTo>
                <a:lnTo>
                  <a:pt x="9618" y="2789"/>
                </a:lnTo>
                <a:lnTo>
                  <a:pt x="9617" y="2789"/>
                </a:lnTo>
                <a:lnTo>
                  <a:pt x="9616" y="2788"/>
                </a:lnTo>
                <a:lnTo>
                  <a:pt x="9615" y="2788"/>
                </a:lnTo>
                <a:lnTo>
                  <a:pt x="9615" y="2787"/>
                </a:lnTo>
                <a:lnTo>
                  <a:pt x="9614" y="2787"/>
                </a:lnTo>
                <a:lnTo>
                  <a:pt x="9613" y="2787"/>
                </a:lnTo>
                <a:lnTo>
                  <a:pt x="9613" y="2786"/>
                </a:lnTo>
                <a:lnTo>
                  <a:pt x="9612" y="2786"/>
                </a:lnTo>
                <a:lnTo>
                  <a:pt x="9611" y="2785"/>
                </a:lnTo>
                <a:lnTo>
                  <a:pt x="9610" y="2785"/>
                </a:lnTo>
                <a:lnTo>
                  <a:pt x="9609" y="2785"/>
                </a:lnTo>
                <a:lnTo>
                  <a:pt x="9609" y="2784"/>
                </a:lnTo>
                <a:lnTo>
                  <a:pt x="9608" y="2784"/>
                </a:lnTo>
                <a:lnTo>
                  <a:pt x="9607" y="2784"/>
                </a:lnTo>
                <a:lnTo>
                  <a:pt x="9607" y="2783"/>
                </a:lnTo>
                <a:lnTo>
                  <a:pt x="9606" y="2783"/>
                </a:lnTo>
                <a:lnTo>
                  <a:pt x="9605" y="2782"/>
                </a:lnTo>
                <a:lnTo>
                  <a:pt x="9604" y="2782"/>
                </a:lnTo>
                <a:lnTo>
                  <a:pt x="9603" y="2782"/>
                </a:lnTo>
                <a:lnTo>
                  <a:pt x="9603" y="2781"/>
                </a:lnTo>
                <a:lnTo>
                  <a:pt x="9602" y="2781"/>
                </a:lnTo>
                <a:lnTo>
                  <a:pt x="9601" y="2780"/>
                </a:lnTo>
                <a:lnTo>
                  <a:pt x="9600" y="2780"/>
                </a:lnTo>
                <a:lnTo>
                  <a:pt x="9599" y="2779"/>
                </a:lnTo>
                <a:lnTo>
                  <a:pt x="9598" y="2779"/>
                </a:lnTo>
                <a:lnTo>
                  <a:pt x="9597" y="2779"/>
                </a:lnTo>
                <a:lnTo>
                  <a:pt x="9597" y="2778"/>
                </a:lnTo>
                <a:lnTo>
                  <a:pt x="9596" y="2778"/>
                </a:lnTo>
                <a:lnTo>
                  <a:pt x="9595" y="2777"/>
                </a:lnTo>
                <a:lnTo>
                  <a:pt x="9594" y="2777"/>
                </a:lnTo>
                <a:lnTo>
                  <a:pt x="9593" y="2776"/>
                </a:lnTo>
                <a:lnTo>
                  <a:pt x="9592" y="2776"/>
                </a:lnTo>
                <a:lnTo>
                  <a:pt x="9591" y="2775"/>
                </a:lnTo>
                <a:lnTo>
                  <a:pt x="9590" y="2775"/>
                </a:lnTo>
                <a:lnTo>
                  <a:pt x="9589" y="2774"/>
                </a:lnTo>
                <a:lnTo>
                  <a:pt x="9588" y="2774"/>
                </a:lnTo>
                <a:lnTo>
                  <a:pt x="9588" y="2773"/>
                </a:lnTo>
                <a:lnTo>
                  <a:pt x="9587" y="2773"/>
                </a:lnTo>
                <a:lnTo>
                  <a:pt x="9586" y="2773"/>
                </a:lnTo>
                <a:lnTo>
                  <a:pt x="9586" y="2772"/>
                </a:lnTo>
                <a:lnTo>
                  <a:pt x="9585" y="2772"/>
                </a:lnTo>
                <a:lnTo>
                  <a:pt x="9584" y="2772"/>
                </a:lnTo>
                <a:lnTo>
                  <a:pt x="9583" y="2771"/>
                </a:lnTo>
                <a:lnTo>
                  <a:pt x="9582" y="2771"/>
                </a:lnTo>
                <a:lnTo>
                  <a:pt x="9582" y="2770"/>
                </a:lnTo>
                <a:lnTo>
                  <a:pt x="9581" y="2770"/>
                </a:lnTo>
                <a:lnTo>
                  <a:pt x="9580" y="2770"/>
                </a:lnTo>
                <a:lnTo>
                  <a:pt x="9580" y="2769"/>
                </a:lnTo>
                <a:lnTo>
                  <a:pt x="9579" y="2769"/>
                </a:lnTo>
                <a:lnTo>
                  <a:pt x="9578" y="2769"/>
                </a:lnTo>
                <a:lnTo>
                  <a:pt x="9578" y="2768"/>
                </a:lnTo>
                <a:lnTo>
                  <a:pt x="9577" y="2768"/>
                </a:lnTo>
                <a:lnTo>
                  <a:pt x="9576" y="2768"/>
                </a:lnTo>
                <a:lnTo>
                  <a:pt x="9576" y="2767"/>
                </a:lnTo>
                <a:lnTo>
                  <a:pt x="9575" y="2767"/>
                </a:lnTo>
                <a:lnTo>
                  <a:pt x="9574" y="2766"/>
                </a:lnTo>
                <a:lnTo>
                  <a:pt x="9573" y="2766"/>
                </a:lnTo>
                <a:lnTo>
                  <a:pt x="9572" y="2766"/>
                </a:lnTo>
                <a:lnTo>
                  <a:pt x="9572" y="2765"/>
                </a:lnTo>
                <a:lnTo>
                  <a:pt x="9571" y="2765"/>
                </a:lnTo>
                <a:lnTo>
                  <a:pt x="9570" y="2765"/>
                </a:lnTo>
                <a:lnTo>
                  <a:pt x="9570" y="2764"/>
                </a:lnTo>
                <a:lnTo>
                  <a:pt x="9569" y="2764"/>
                </a:lnTo>
                <a:lnTo>
                  <a:pt x="9568" y="2763"/>
                </a:lnTo>
                <a:lnTo>
                  <a:pt x="9567" y="2763"/>
                </a:lnTo>
                <a:lnTo>
                  <a:pt x="9566" y="2763"/>
                </a:lnTo>
                <a:lnTo>
                  <a:pt x="9566" y="2762"/>
                </a:lnTo>
                <a:lnTo>
                  <a:pt x="9565" y="2762"/>
                </a:lnTo>
                <a:lnTo>
                  <a:pt x="9564" y="2761"/>
                </a:lnTo>
                <a:lnTo>
                  <a:pt x="9563" y="2761"/>
                </a:lnTo>
                <a:lnTo>
                  <a:pt x="9562" y="2760"/>
                </a:lnTo>
                <a:lnTo>
                  <a:pt x="9561" y="2760"/>
                </a:lnTo>
                <a:lnTo>
                  <a:pt x="9560" y="2759"/>
                </a:lnTo>
                <a:lnTo>
                  <a:pt x="9559" y="2759"/>
                </a:lnTo>
                <a:lnTo>
                  <a:pt x="9558" y="2758"/>
                </a:lnTo>
                <a:lnTo>
                  <a:pt x="9557" y="2758"/>
                </a:lnTo>
                <a:lnTo>
                  <a:pt x="9556" y="2757"/>
                </a:lnTo>
                <a:lnTo>
                  <a:pt x="9555" y="2757"/>
                </a:lnTo>
                <a:lnTo>
                  <a:pt x="9555" y="2756"/>
                </a:lnTo>
                <a:lnTo>
                  <a:pt x="9554" y="2756"/>
                </a:lnTo>
                <a:lnTo>
                  <a:pt x="9553" y="2756"/>
                </a:lnTo>
                <a:lnTo>
                  <a:pt x="9552" y="2755"/>
                </a:lnTo>
                <a:lnTo>
                  <a:pt x="9551" y="2755"/>
                </a:lnTo>
                <a:lnTo>
                  <a:pt x="9550" y="2754"/>
                </a:lnTo>
                <a:lnTo>
                  <a:pt x="9549" y="2754"/>
                </a:lnTo>
                <a:lnTo>
                  <a:pt x="9549" y="2753"/>
                </a:lnTo>
                <a:lnTo>
                  <a:pt x="9548" y="2753"/>
                </a:lnTo>
                <a:lnTo>
                  <a:pt x="9547" y="2753"/>
                </a:lnTo>
                <a:lnTo>
                  <a:pt x="9546" y="2752"/>
                </a:lnTo>
                <a:lnTo>
                  <a:pt x="9545" y="2752"/>
                </a:lnTo>
                <a:lnTo>
                  <a:pt x="9545" y="2751"/>
                </a:lnTo>
                <a:lnTo>
                  <a:pt x="9544" y="2751"/>
                </a:lnTo>
                <a:lnTo>
                  <a:pt x="9543" y="2751"/>
                </a:lnTo>
                <a:lnTo>
                  <a:pt x="9543" y="2750"/>
                </a:lnTo>
                <a:lnTo>
                  <a:pt x="9542" y="2750"/>
                </a:lnTo>
                <a:lnTo>
                  <a:pt x="9541" y="2750"/>
                </a:lnTo>
                <a:lnTo>
                  <a:pt x="9540" y="2749"/>
                </a:lnTo>
                <a:lnTo>
                  <a:pt x="9539" y="2749"/>
                </a:lnTo>
                <a:lnTo>
                  <a:pt x="9539" y="2748"/>
                </a:lnTo>
                <a:lnTo>
                  <a:pt x="9538" y="2748"/>
                </a:lnTo>
                <a:lnTo>
                  <a:pt x="9537" y="2747"/>
                </a:lnTo>
                <a:lnTo>
                  <a:pt x="9536" y="2747"/>
                </a:lnTo>
                <a:lnTo>
                  <a:pt x="9535" y="2746"/>
                </a:lnTo>
                <a:lnTo>
                  <a:pt x="9534" y="2746"/>
                </a:lnTo>
                <a:lnTo>
                  <a:pt x="9533" y="2746"/>
                </a:lnTo>
                <a:lnTo>
                  <a:pt x="9533" y="2745"/>
                </a:lnTo>
                <a:lnTo>
                  <a:pt x="9532" y="2745"/>
                </a:lnTo>
                <a:lnTo>
                  <a:pt x="9531" y="2744"/>
                </a:lnTo>
                <a:lnTo>
                  <a:pt x="9530" y="2744"/>
                </a:lnTo>
                <a:lnTo>
                  <a:pt x="9529" y="2743"/>
                </a:lnTo>
                <a:lnTo>
                  <a:pt x="9528" y="2743"/>
                </a:lnTo>
                <a:lnTo>
                  <a:pt x="9527" y="2742"/>
                </a:lnTo>
                <a:lnTo>
                  <a:pt x="9526" y="2742"/>
                </a:lnTo>
                <a:lnTo>
                  <a:pt x="9525" y="2741"/>
                </a:lnTo>
                <a:lnTo>
                  <a:pt x="9524" y="2741"/>
                </a:lnTo>
                <a:lnTo>
                  <a:pt x="9523" y="2740"/>
                </a:lnTo>
                <a:lnTo>
                  <a:pt x="9522" y="2740"/>
                </a:lnTo>
                <a:lnTo>
                  <a:pt x="9521" y="2739"/>
                </a:lnTo>
                <a:lnTo>
                  <a:pt x="9520" y="2739"/>
                </a:lnTo>
                <a:lnTo>
                  <a:pt x="9519" y="2738"/>
                </a:lnTo>
                <a:lnTo>
                  <a:pt x="9518" y="2738"/>
                </a:lnTo>
                <a:lnTo>
                  <a:pt x="9518" y="2737"/>
                </a:lnTo>
                <a:lnTo>
                  <a:pt x="9517" y="2737"/>
                </a:lnTo>
                <a:lnTo>
                  <a:pt x="9516" y="2737"/>
                </a:lnTo>
                <a:lnTo>
                  <a:pt x="9515" y="2736"/>
                </a:lnTo>
                <a:lnTo>
                  <a:pt x="9514" y="2736"/>
                </a:lnTo>
                <a:lnTo>
                  <a:pt x="9513" y="2735"/>
                </a:lnTo>
                <a:lnTo>
                  <a:pt x="9512" y="2735"/>
                </a:lnTo>
                <a:lnTo>
                  <a:pt x="9512" y="2734"/>
                </a:lnTo>
                <a:lnTo>
                  <a:pt x="9511" y="2734"/>
                </a:lnTo>
                <a:lnTo>
                  <a:pt x="9510" y="2733"/>
                </a:lnTo>
                <a:lnTo>
                  <a:pt x="9509" y="2733"/>
                </a:lnTo>
                <a:lnTo>
                  <a:pt x="9508" y="2733"/>
                </a:lnTo>
                <a:lnTo>
                  <a:pt x="9508" y="2732"/>
                </a:lnTo>
                <a:lnTo>
                  <a:pt x="9507" y="2732"/>
                </a:lnTo>
                <a:lnTo>
                  <a:pt x="9506" y="2732"/>
                </a:lnTo>
                <a:lnTo>
                  <a:pt x="9506" y="2731"/>
                </a:lnTo>
                <a:lnTo>
                  <a:pt x="9505" y="2731"/>
                </a:lnTo>
                <a:lnTo>
                  <a:pt x="9504" y="2730"/>
                </a:lnTo>
                <a:lnTo>
                  <a:pt x="9503" y="2730"/>
                </a:lnTo>
                <a:lnTo>
                  <a:pt x="9502" y="2730"/>
                </a:lnTo>
                <a:lnTo>
                  <a:pt x="9502" y="2729"/>
                </a:lnTo>
                <a:lnTo>
                  <a:pt x="9501" y="2729"/>
                </a:lnTo>
                <a:lnTo>
                  <a:pt x="9500" y="2728"/>
                </a:lnTo>
                <a:lnTo>
                  <a:pt x="9499" y="2728"/>
                </a:lnTo>
                <a:lnTo>
                  <a:pt x="9498" y="2727"/>
                </a:lnTo>
                <a:lnTo>
                  <a:pt x="9497" y="2727"/>
                </a:lnTo>
                <a:lnTo>
                  <a:pt x="9496" y="2727"/>
                </a:lnTo>
                <a:lnTo>
                  <a:pt x="9496" y="2726"/>
                </a:lnTo>
                <a:lnTo>
                  <a:pt x="9495" y="2726"/>
                </a:lnTo>
                <a:lnTo>
                  <a:pt x="9494" y="2725"/>
                </a:lnTo>
                <a:lnTo>
                  <a:pt x="9493" y="2725"/>
                </a:lnTo>
                <a:lnTo>
                  <a:pt x="9492" y="2724"/>
                </a:lnTo>
                <a:lnTo>
                  <a:pt x="9491" y="2724"/>
                </a:lnTo>
                <a:lnTo>
                  <a:pt x="9490" y="2723"/>
                </a:lnTo>
                <a:lnTo>
                  <a:pt x="9489" y="2723"/>
                </a:lnTo>
                <a:lnTo>
                  <a:pt x="9488" y="2722"/>
                </a:lnTo>
                <a:lnTo>
                  <a:pt x="9487" y="2722"/>
                </a:lnTo>
                <a:lnTo>
                  <a:pt x="9486" y="2721"/>
                </a:lnTo>
                <a:lnTo>
                  <a:pt x="9485" y="2721"/>
                </a:lnTo>
                <a:lnTo>
                  <a:pt x="9485" y="2720"/>
                </a:lnTo>
                <a:lnTo>
                  <a:pt x="9484" y="2720"/>
                </a:lnTo>
                <a:lnTo>
                  <a:pt x="9483" y="2720"/>
                </a:lnTo>
                <a:lnTo>
                  <a:pt x="9482" y="2719"/>
                </a:lnTo>
                <a:lnTo>
                  <a:pt x="9481" y="2719"/>
                </a:lnTo>
                <a:lnTo>
                  <a:pt x="9481" y="2718"/>
                </a:lnTo>
                <a:lnTo>
                  <a:pt x="9480" y="2718"/>
                </a:lnTo>
                <a:lnTo>
                  <a:pt x="9479" y="2718"/>
                </a:lnTo>
                <a:lnTo>
                  <a:pt x="9479" y="2717"/>
                </a:lnTo>
                <a:lnTo>
                  <a:pt x="9478" y="2717"/>
                </a:lnTo>
                <a:lnTo>
                  <a:pt x="9477" y="2717"/>
                </a:lnTo>
                <a:lnTo>
                  <a:pt x="9476" y="2716"/>
                </a:lnTo>
                <a:lnTo>
                  <a:pt x="9475" y="2716"/>
                </a:lnTo>
                <a:lnTo>
                  <a:pt x="9475" y="2715"/>
                </a:lnTo>
                <a:lnTo>
                  <a:pt x="9474" y="2715"/>
                </a:lnTo>
                <a:lnTo>
                  <a:pt x="9473" y="2715"/>
                </a:lnTo>
                <a:lnTo>
                  <a:pt x="9473" y="2714"/>
                </a:lnTo>
                <a:lnTo>
                  <a:pt x="9472" y="2714"/>
                </a:lnTo>
                <a:lnTo>
                  <a:pt x="9471" y="2714"/>
                </a:lnTo>
                <a:lnTo>
                  <a:pt x="9471" y="2713"/>
                </a:lnTo>
                <a:lnTo>
                  <a:pt x="9470" y="2713"/>
                </a:lnTo>
                <a:lnTo>
                  <a:pt x="9469" y="2713"/>
                </a:lnTo>
                <a:lnTo>
                  <a:pt x="9469" y="2712"/>
                </a:lnTo>
                <a:lnTo>
                  <a:pt x="9468" y="2712"/>
                </a:lnTo>
                <a:lnTo>
                  <a:pt x="9467" y="2711"/>
                </a:lnTo>
                <a:lnTo>
                  <a:pt x="9466" y="2711"/>
                </a:lnTo>
                <a:lnTo>
                  <a:pt x="9465" y="2711"/>
                </a:lnTo>
                <a:lnTo>
                  <a:pt x="9465" y="2710"/>
                </a:lnTo>
                <a:lnTo>
                  <a:pt x="9464" y="2710"/>
                </a:lnTo>
                <a:lnTo>
                  <a:pt x="9463" y="2710"/>
                </a:lnTo>
                <a:lnTo>
                  <a:pt x="9463" y="2709"/>
                </a:lnTo>
                <a:lnTo>
                  <a:pt x="9462" y="2709"/>
                </a:lnTo>
                <a:lnTo>
                  <a:pt x="9461" y="2708"/>
                </a:lnTo>
                <a:lnTo>
                  <a:pt x="9460" y="2708"/>
                </a:lnTo>
                <a:lnTo>
                  <a:pt x="9459" y="2707"/>
                </a:lnTo>
                <a:lnTo>
                  <a:pt x="9458" y="2707"/>
                </a:lnTo>
                <a:lnTo>
                  <a:pt x="9457" y="2706"/>
                </a:lnTo>
                <a:lnTo>
                  <a:pt x="9456" y="2706"/>
                </a:lnTo>
                <a:lnTo>
                  <a:pt x="9455" y="2705"/>
                </a:lnTo>
                <a:lnTo>
                  <a:pt x="9454" y="2705"/>
                </a:lnTo>
                <a:lnTo>
                  <a:pt x="9454" y="2704"/>
                </a:lnTo>
                <a:lnTo>
                  <a:pt x="9453" y="2704"/>
                </a:lnTo>
                <a:lnTo>
                  <a:pt x="9452" y="2704"/>
                </a:lnTo>
                <a:lnTo>
                  <a:pt x="9451" y="2703"/>
                </a:lnTo>
                <a:lnTo>
                  <a:pt x="9450" y="2703"/>
                </a:lnTo>
                <a:lnTo>
                  <a:pt x="9449" y="2702"/>
                </a:lnTo>
                <a:lnTo>
                  <a:pt x="9448" y="2702"/>
                </a:lnTo>
                <a:lnTo>
                  <a:pt x="9448" y="2701"/>
                </a:lnTo>
                <a:lnTo>
                  <a:pt x="9447" y="2701"/>
                </a:lnTo>
                <a:lnTo>
                  <a:pt x="9446" y="2701"/>
                </a:lnTo>
                <a:lnTo>
                  <a:pt x="9445" y="2700"/>
                </a:lnTo>
                <a:lnTo>
                  <a:pt x="9444" y="2700"/>
                </a:lnTo>
                <a:lnTo>
                  <a:pt x="9444" y="2699"/>
                </a:lnTo>
                <a:lnTo>
                  <a:pt x="9443" y="2699"/>
                </a:lnTo>
                <a:lnTo>
                  <a:pt x="9442" y="2699"/>
                </a:lnTo>
                <a:lnTo>
                  <a:pt x="9442" y="2698"/>
                </a:lnTo>
                <a:lnTo>
                  <a:pt x="9441" y="2698"/>
                </a:lnTo>
                <a:lnTo>
                  <a:pt x="9440" y="2698"/>
                </a:lnTo>
                <a:lnTo>
                  <a:pt x="9439" y="2697"/>
                </a:lnTo>
                <a:lnTo>
                  <a:pt x="9438" y="2697"/>
                </a:lnTo>
                <a:lnTo>
                  <a:pt x="9438" y="2696"/>
                </a:lnTo>
                <a:lnTo>
                  <a:pt x="9437" y="2696"/>
                </a:lnTo>
                <a:lnTo>
                  <a:pt x="9436" y="2696"/>
                </a:lnTo>
                <a:lnTo>
                  <a:pt x="9436" y="2695"/>
                </a:lnTo>
                <a:lnTo>
                  <a:pt x="9435" y="2695"/>
                </a:lnTo>
                <a:lnTo>
                  <a:pt x="9434" y="2694"/>
                </a:lnTo>
                <a:lnTo>
                  <a:pt x="9433" y="2694"/>
                </a:lnTo>
                <a:lnTo>
                  <a:pt x="9432" y="2694"/>
                </a:lnTo>
                <a:lnTo>
                  <a:pt x="9432" y="2693"/>
                </a:lnTo>
                <a:lnTo>
                  <a:pt x="9431" y="2693"/>
                </a:lnTo>
                <a:lnTo>
                  <a:pt x="9430" y="2692"/>
                </a:lnTo>
                <a:lnTo>
                  <a:pt x="9429" y="2692"/>
                </a:lnTo>
                <a:lnTo>
                  <a:pt x="9428" y="2691"/>
                </a:lnTo>
                <a:lnTo>
                  <a:pt x="9427" y="2691"/>
                </a:lnTo>
                <a:lnTo>
                  <a:pt x="9426" y="2691"/>
                </a:lnTo>
                <a:lnTo>
                  <a:pt x="9426" y="2690"/>
                </a:lnTo>
                <a:lnTo>
                  <a:pt x="9425" y="2690"/>
                </a:lnTo>
                <a:lnTo>
                  <a:pt x="9424" y="2689"/>
                </a:lnTo>
                <a:lnTo>
                  <a:pt x="9423" y="2689"/>
                </a:lnTo>
                <a:lnTo>
                  <a:pt x="9422" y="2688"/>
                </a:lnTo>
                <a:lnTo>
                  <a:pt x="9421" y="2688"/>
                </a:lnTo>
                <a:lnTo>
                  <a:pt x="9420" y="2687"/>
                </a:lnTo>
                <a:lnTo>
                  <a:pt x="9419" y="2687"/>
                </a:lnTo>
                <a:lnTo>
                  <a:pt x="9418" y="2686"/>
                </a:lnTo>
                <a:lnTo>
                  <a:pt x="9417" y="2686"/>
                </a:lnTo>
                <a:lnTo>
                  <a:pt x="9416" y="2685"/>
                </a:lnTo>
                <a:lnTo>
                  <a:pt x="9415" y="2685"/>
                </a:lnTo>
                <a:lnTo>
                  <a:pt x="9414" y="2684"/>
                </a:lnTo>
                <a:lnTo>
                  <a:pt x="9413" y="2684"/>
                </a:lnTo>
                <a:lnTo>
                  <a:pt x="9412" y="2683"/>
                </a:lnTo>
                <a:lnTo>
                  <a:pt x="9411" y="2683"/>
                </a:lnTo>
                <a:lnTo>
                  <a:pt x="9411" y="2682"/>
                </a:lnTo>
                <a:lnTo>
                  <a:pt x="9410" y="2682"/>
                </a:lnTo>
                <a:lnTo>
                  <a:pt x="9409" y="2682"/>
                </a:lnTo>
                <a:lnTo>
                  <a:pt x="9409" y="2681"/>
                </a:lnTo>
                <a:lnTo>
                  <a:pt x="9408" y="2681"/>
                </a:lnTo>
                <a:lnTo>
                  <a:pt x="9407" y="2681"/>
                </a:lnTo>
                <a:lnTo>
                  <a:pt x="9406" y="2680"/>
                </a:lnTo>
                <a:lnTo>
                  <a:pt x="9405" y="2680"/>
                </a:lnTo>
                <a:lnTo>
                  <a:pt x="9405" y="2679"/>
                </a:lnTo>
                <a:lnTo>
                  <a:pt x="9404" y="2679"/>
                </a:lnTo>
                <a:lnTo>
                  <a:pt x="9403" y="2678"/>
                </a:lnTo>
                <a:lnTo>
                  <a:pt x="9402" y="2678"/>
                </a:lnTo>
                <a:lnTo>
                  <a:pt x="9401" y="2678"/>
                </a:lnTo>
                <a:lnTo>
                  <a:pt x="9401" y="2677"/>
                </a:lnTo>
                <a:lnTo>
                  <a:pt x="9400" y="2677"/>
                </a:lnTo>
                <a:lnTo>
                  <a:pt x="9399" y="2677"/>
                </a:lnTo>
                <a:lnTo>
                  <a:pt x="9399" y="2676"/>
                </a:lnTo>
                <a:lnTo>
                  <a:pt x="9398" y="2676"/>
                </a:lnTo>
                <a:lnTo>
                  <a:pt x="9397" y="2675"/>
                </a:lnTo>
                <a:lnTo>
                  <a:pt x="9396" y="2675"/>
                </a:lnTo>
                <a:lnTo>
                  <a:pt x="9395" y="2675"/>
                </a:lnTo>
                <a:lnTo>
                  <a:pt x="9395" y="2674"/>
                </a:lnTo>
                <a:lnTo>
                  <a:pt x="9394" y="2674"/>
                </a:lnTo>
                <a:lnTo>
                  <a:pt x="9393" y="2673"/>
                </a:lnTo>
                <a:lnTo>
                  <a:pt x="9392" y="2673"/>
                </a:lnTo>
                <a:lnTo>
                  <a:pt x="9391" y="2672"/>
                </a:lnTo>
                <a:lnTo>
                  <a:pt x="9390" y="2672"/>
                </a:lnTo>
                <a:lnTo>
                  <a:pt x="9389" y="2672"/>
                </a:lnTo>
                <a:lnTo>
                  <a:pt x="9389" y="2671"/>
                </a:lnTo>
                <a:lnTo>
                  <a:pt x="9388" y="2671"/>
                </a:lnTo>
                <a:lnTo>
                  <a:pt x="9387" y="2670"/>
                </a:lnTo>
                <a:lnTo>
                  <a:pt x="9386" y="2670"/>
                </a:lnTo>
                <a:lnTo>
                  <a:pt x="9385" y="2669"/>
                </a:lnTo>
                <a:lnTo>
                  <a:pt x="9384" y="2669"/>
                </a:lnTo>
                <a:lnTo>
                  <a:pt x="9383" y="2668"/>
                </a:lnTo>
                <a:lnTo>
                  <a:pt x="9382" y="2668"/>
                </a:lnTo>
                <a:lnTo>
                  <a:pt x="9381" y="2667"/>
                </a:lnTo>
                <a:lnTo>
                  <a:pt x="9380" y="2667"/>
                </a:lnTo>
                <a:lnTo>
                  <a:pt x="9379" y="2666"/>
                </a:lnTo>
                <a:lnTo>
                  <a:pt x="9378" y="2666"/>
                </a:lnTo>
                <a:lnTo>
                  <a:pt x="9378" y="2665"/>
                </a:lnTo>
                <a:lnTo>
                  <a:pt x="9377" y="2665"/>
                </a:lnTo>
                <a:lnTo>
                  <a:pt x="9376" y="2665"/>
                </a:lnTo>
                <a:lnTo>
                  <a:pt x="9375" y="2664"/>
                </a:lnTo>
                <a:lnTo>
                  <a:pt x="9374" y="2664"/>
                </a:lnTo>
                <a:lnTo>
                  <a:pt x="9374" y="2663"/>
                </a:lnTo>
                <a:lnTo>
                  <a:pt x="9373" y="2663"/>
                </a:lnTo>
                <a:lnTo>
                  <a:pt x="9372" y="2663"/>
                </a:lnTo>
                <a:lnTo>
                  <a:pt x="9372" y="2662"/>
                </a:lnTo>
                <a:lnTo>
                  <a:pt x="9371" y="2662"/>
                </a:lnTo>
                <a:lnTo>
                  <a:pt x="9370" y="2662"/>
                </a:lnTo>
                <a:lnTo>
                  <a:pt x="9369" y="2661"/>
                </a:lnTo>
                <a:lnTo>
                  <a:pt x="9368" y="2661"/>
                </a:lnTo>
                <a:lnTo>
                  <a:pt x="9368" y="2660"/>
                </a:lnTo>
                <a:lnTo>
                  <a:pt x="9367" y="2660"/>
                </a:lnTo>
                <a:lnTo>
                  <a:pt x="9366" y="2659"/>
                </a:lnTo>
                <a:lnTo>
                  <a:pt x="9365" y="2659"/>
                </a:lnTo>
                <a:lnTo>
                  <a:pt x="9364" y="2659"/>
                </a:lnTo>
                <a:lnTo>
                  <a:pt x="9364" y="2658"/>
                </a:lnTo>
                <a:lnTo>
                  <a:pt x="9363" y="2658"/>
                </a:lnTo>
                <a:lnTo>
                  <a:pt x="9362" y="2658"/>
                </a:lnTo>
                <a:lnTo>
                  <a:pt x="9362" y="2657"/>
                </a:lnTo>
                <a:lnTo>
                  <a:pt x="9361" y="2657"/>
                </a:lnTo>
                <a:lnTo>
                  <a:pt x="9360" y="2656"/>
                </a:lnTo>
                <a:lnTo>
                  <a:pt x="9359" y="2656"/>
                </a:lnTo>
                <a:lnTo>
                  <a:pt x="9358" y="2656"/>
                </a:lnTo>
                <a:lnTo>
                  <a:pt x="9358" y="2655"/>
                </a:lnTo>
                <a:lnTo>
                  <a:pt x="9357" y="2655"/>
                </a:lnTo>
                <a:lnTo>
                  <a:pt x="9356" y="2654"/>
                </a:lnTo>
                <a:lnTo>
                  <a:pt x="9355" y="2654"/>
                </a:lnTo>
                <a:lnTo>
                  <a:pt x="9354" y="2653"/>
                </a:lnTo>
                <a:lnTo>
                  <a:pt x="9353" y="2653"/>
                </a:lnTo>
                <a:lnTo>
                  <a:pt x="9352" y="2652"/>
                </a:lnTo>
                <a:lnTo>
                  <a:pt x="9351" y="2652"/>
                </a:lnTo>
                <a:lnTo>
                  <a:pt x="9350" y="2651"/>
                </a:lnTo>
                <a:lnTo>
                  <a:pt x="9349" y="2651"/>
                </a:lnTo>
                <a:lnTo>
                  <a:pt x="9349" y="2668"/>
                </a:lnTo>
                <a:lnTo>
                  <a:pt x="9348" y="2668"/>
                </a:lnTo>
                <a:lnTo>
                  <a:pt x="9347" y="2667"/>
                </a:lnTo>
                <a:lnTo>
                  <a:pt x="9346" y="2667"/>
                </a:lnTo>
                <a:lnTo>
                  <a:pt x="9345" y="2666"/>
                </a:lnTo>
                <a:lnTo>
                  <a:pt x="9344" y="2666"/>
                </a:lnTo>
                <a:lnTo>
                  <a:pt x="9343" y="2665"/>
                </a:lnTo>
                <a:lnTo>
                  <a:pt x="9342" y="2665"/>
                </a:lnTo>
                <a:lnTo>
                  <a:pt x="9341" y="2664"/>
                </a:lnTo>
                <a:lnTo>
                  <a:pt x="9340" y="2664"/>
                </a:lnTo>
                <a:lnTo>
                  <a:pt x="9339" y="2663"/>
                </a:lnTo>
                <a:lnTo>
                  <a:pt x="9338" y="2663"/>
                </a:lnTo>
                <a:lnTo>
                  <a:pt x="9337" y="2662"/>
                </a:lnTo>
                <a:lnTo>
                  <a:pt x="9336" y="2662"/>
                </a:lnTo>
                <a:lnTo>
                  <a:pt x="9335" y="2661"/>
                </a:lnTo>
                <a:lnTo>
                  <a:pt x="9334" y="2661"/>
                </a:lnTo>
                <a:lnTo>
                  <a:pt x="9334" y="2660"/>
                </a:lnTo>
                <a:lnTo>
                  <a:pt x="9333" y="2660"/>
                </a:lnTo>
                <a:lnTo>
                  <a:pt x="9332" y="2660"/>
                </a:lnTo>
                <a:lnTo>
                  <a:pt x="9332" y="2659"/>
                </a:lnTo>
                <a:lnTo>
                  <a:pt x="9331" y="2659"/>
                </a:lnTo>
                <a:lnTo>
                  <a:pt x="9330" y="2659"/>
                </a:lnTo>
                <a:lnTo>
                  <a:pt x="9330" y="2658"/>
                </a:lnTo>
                <a:lnTo>
                  <a:pt x="9329" y="2658"/>
                </a:lnTo>
                <a:lnTo>
                  <a:pt x="9328" y="2658"/>
                </a:lnTo>
                <a:lnTo>
                  <a:pt x="9328" y="2657"/>
                </a:lnTo>
                <a:lnTo>
                  <a:pt x="9327" y="2657"/>
                </a:lnTo>
                <a:lnTo>
                  <a:pt x="9326" y="2656"/>
                </a:lnTo>
                <a:lnTo>
                  <a:pt x="9325" y="2656"/>
                </a:lnTo>
                <a:lnTo>
                  <a:pt x="9324" y="2656"/>
                </a:lnTo>
                <a:lnTo>
                  <a:pt x="9324" y="2655"/>
                </a:lnTo>
                <a:lnTo>
                  <a:pt x="9323" y="2655"/>
                </a:lnTo>
                <a:lnTo>
                  <a:pt x="9322" y="2655"/>
                </a:lnTo>
                <a:lnTo>
                  <a:pt x="9322" y="2654"/>
                </a:lnTo>
                <a:lnTo>
                  <a:pt x="9321" y="2654"/>
                </a:lnTo>
                <a:lnTo>
                  <a:pt x="9320" y="2653"/>
                </a:lnTo>
                <a:lnTo>
                  <a:pt x="9319" y="2653"/>
                </a:lnTo>
                <a:lnTo>
                  <a:pt x="9318" y="2653"/>
                </a:lnTo>
                <a:lnTo>
                  <a:pt x="9318" y="2652"/>
                </a:lnTo>
                <a:lnTo>
                  <a:pt x="9317" y="2652"/>
                </a:lnTo>
                <a:lnTo>
                  <a:pt x="9316" y="2651"/>
                </a:lnTo>
                <a:lnTo>
                  <a:pt x="9315" y="2651"/>
                </a:lnTo>
                <a:lnTo>
                  <a:pt x="9314" y="2650"/>
                </a:lnTo>
                <a:lnTo>
                  <a:pt x="9313" y="2650"/>
                </a:lnTo>
                <a:lnTo>
                  <a:pt x="9312" y="2650"/>
                </a:lnTo>
                <a:lnTo>
                  <a:pt x="9312" y="2649"/>
                </a:lnTo>
                <a:lnTo>
                  <a:pt x="9311" y="2649"/>
                </a:lnTo>
                <a:lnTo>
                  <a:pt x="9310" y="2648"/>
                </a:lnTo>
                <a:lnTo>
                  <a:pt x="9309" y="2648"/>
                </a:lnTo>
                <a:lnTo>
                  <a:pt x="9308" y="2647"/>
                </a:lnTo>
                <a:lnTo>
                  <a:pt x="9307" y="2647"/>
                </a:lnTo>
                <a:lnTo>
                  <a:pt x="9307" y="2646"/>
                </a:lnTo>
                <a:lnTo>
                  <a:pt x="9306" y="2646"/>
                </a:lnTo>
                <a:lnTo>
                  <a:pt x="9305" y="2646"/>
                </a:lnTo>
                <a:lnTo>
                  <a:pt x="9304" y="2645"/>
                </a:lnTo>
                <a:lnTo>
                  <a:pt x="9303" y="2645"/>
                </a:lnTo>
                <a:lnTo>
                  <a:pt x="9302" y="2644"/>
                </a:lnTo>
                <a:lnTo>
                  <a:pt x="9301" y="2644"/>
                </a:lnTo>
                <a:lnTo>
                  <a:pt x="9301" y="2643"/>
                </a:lnTo>
                <a:lnTo>
                  <a:pt x="9300" y="2643"/>
                </a:lnTo>
                <a:lnTo>
                  <a:pt x="9299" y="2643"/>
                </a:lnTo>
                <a:lnTo>
                  <a:pt x="9298" y="2642"/>
                </a:lnTo>
                <a:lnTo>
                  <a:pt x="9297" y="2642"/>
                </a:lnTo>
                <a:lnTo>
                  <a:pt x="9297" y="2641"/>
                </a:lnTo>
                <a:lnTo>
                  <a:pt x="9296" y="2641"/>
                </a:lnTo>
                <a:lnTo>
                  <a:pt x="9295" y="2641"/>
                </a:lnTo>
                <a:lnTo>
                  <a:pt x="9295" y="2640"/>
                </a:lnTo>
                <a:lnTo>
                  <a:pt x="9294" y="2640"/>
                </a:lnTo>
                <a:lnTo>
                  <a:pt x="9293" y="2640"/>
                </a:lnTo>
                <a:lnTo>
                  <a:pt x="9292" y="2639"/>
                </a:lnTo>
                <a:lnTo>
                  <a:pt x="9291" y="2639"/>
                </a:lnTo>
                <a:lnTo>
                  <a:pt x="9291" y="2638"/>
                </a:lnTo>
                <a:lnTo>
                  <a:pt x="9290" y="2638"/>
                </a:lnTo>
                <a:lnTo>
                  <a:pt x="9289" y="2637"/>
                </a:lnTo>
                <a:lnTo>
                  <a:pt x="9288" y="2637"/>
                </a:lnTo>
                <a:lnTo>
                  <a:pt x="9287" y="2637"/>
                </a:lnTo>
                <a:lnTo>
                  <a:pt x="9287" y="2636"/>
                </a:lnTo>
                <a:lnTo>
                  <a:pt x="9286" y="2636"/>
                </a:lnTo>
                <a:lnTo>
                  <a:pt x="9285" y="2636"/>
                </a:lnTo>
                <a:lnTo>
                  <a:pt x="9285" y="2635"/>
                </a:lnTo>
                <a:lnTo>
                  <a:pt x="9284" y="2635"/>
                </a:lnTo>
                <a:lnTo>
                  <a:pt x="9283" y="2634"/>
                </a:lnTo>
                <a:lnTo>
                  <a:pt x="9282" y="2634"/>
                </a:lnTo>
                <a:lnTo>
                  <a:pt x="9281" y="2633"/>
                </a:lnTo>
                <a:lnTo>
                  <a:pt x="9280" y="2633"/>
                </a:lnTo>
                <a:lnTo>
                  <a:pt x="9279" y="2632"/>
                </a:lnTo>
                <a:lnTo>
                  <a:pt x="9278" y="2632"/>
                </a:lnTo>
                <a:lnTo>
                  <a:pt x="9277" y="2631"/>
                </a:lnTo>
                <a:lnTo>
                  <a:pt x="9276" y="2631"/>
                </a:lnTo>
                <a:lnTo>
                  <a:pt x="9275" y="2630"/>
                </a:lnTo>
                <a:lnTo>
                  <a:pt x="9274" y="2630"/>
                </a:lnTo>
                <a:lnTo>
                  <a:pt x="9273" y="2629"/>
                </a:lnTo>
                <a:lnTo>
                  <a:pt x="9272" y="2629"/>
                </a:lnTo>
                <a:lnTo>
                  <a:pt x="9271" y="2628"/>
                </a:lnTo>
                <a:lnTo>
                  <a:pt x="9270" y="2628"/>
                </a:lnTo>
                <a:lnTo>
                  <a:pt x="9270" y="2627"/>
                </a:lnTo>
                <a:lnTo>
                  <a:pt x="9269" y="2627"/>
                </a:lnTo>
                <a:lnTo>
                  <a:pt x="9268" y="2627"/>
                </a:lnTo>
                <a:lnTo>
                  <a:pt x="9267" y="2626"/>
                </a:lnTo>
                <a:lnTo>
                  <a:pt x="9266" y="2626"/>
                </a:lnTo>
                <a:lnTo>
                  <a:pt x="9265" y="2625"/>
                </a:lnTo>
                <a:lnTo>
                  <a:pt x="9264" y="2625"/>
                </a:lnTo>
                <a:lnTo>
                  <a:pt x="9264" y="2624"/>
                </a:lnTo>
                <a:lnTo>
                  <a:pt x="9263" y="2624"/>
                </a:lnTo>
                <a:lnTo>
                  <a:pt x="9262" y="2624"/>
                </a:lnTo>
                <a:lnTo>
                  <a:pt x="9261" y="2623"/>
                </a:lnTo>
                <a:lnTo>
                  <a:pt x="9260" y="2623"/>
                </a:lnTo>
                <a:lnTo>
                  <a:pt x="9260" y="2622"/>
                </a:lnTo>
                <a:lnTo>
                  <a:pt x="9259" y="2622"/>
                </a:lnTo>
                <a:lnTo>
                  <a:pt x="9258" y="2622"/>
                </a:lnTo>
                <a:lnTo>
                  <a:pt x="9258" y="2621"/>
                </a:lnTo>
                <a:lnTo>
                  <a:pt x="9257" y="2621"/>
                </a:lnTo>
                <a:lnTo>
                  <a:pt x="9256" y="2620"/>
                </a:lnTo>
                <a:lnTo>
                  <a:pt x="9255" y="2620"/>
                </a:lnTo>
                <a:lnTo>
                  <a:pt x="9254" y="2620"/>
                </a:lnTo>
                <a:lnTo>
                  <a:pt x="9254" y="2619"/>
                </a:lnTo>
                <a:lnTo>
                  <a:pt x="9253" y="2619"/>
                </a:lnTo>
                <a:lnTo>
                  <a:pt x="9252" y="2618"/>
                </a:lnTo>
                <a:lnTo>
                  <a:pt x="9251" y="2618"/>
                </a:lnTo>
                <a:lnTo>
                  <a:pt x="9250" y="2617"/>
                </a:lnTo>
                <a:lnTo>
                  <a:pt x="9249" y="2617"/>
                </a:lnTo>
                <a:lnTo>
                  <a:pt x="9248" y="2617"/>
                </a:lnTo>
                <a:lnTo>
                  <a:pt x="9248" y="2616"/>
                </a:lnTo>
                <a:lnTo>
                  <a:pt x="9247" y="2616"/>
                </a:lnTo>
                <a:lnTo>
                  <a:pt x="9246" y="2615"/>
                </a:lnTo>
                <a:lnTo>
                  <a:pt x="9245" y="2615"/>
                </a:lnTo>
                <a:lnTo>
                  <a:pt x="9244" y="2614"/>
                </a:lnTo>
                <a:lnTo>
                  <a:pt x="9243" y="2614"/>
                </a:lnTo>
                <a:lnTo>
                  <a:pt x="9242" y="2613"/>
                </a:lnTo>
                <a:lnTo>
                  <a:pt x="9241" y="2613"/>
                </a:lnTo>
                <a:lnTo>
                  <a:pt x="9240" y="2612"/>
                </a:lnTo>
                <a:lnTo>
                  <a:pt x="9239" y="2612"/>
                </a:lnTo>
                <a:lnTo>
                  <a:pt x="9238" y="2611"/>
                </a:lnTo>
                <a:lnTo>
                  <a:pt x="9237" y="2611"/>
                </a:lnTo>
                <a:lnTo>
                  <a:pt x="9236" y="2610"/>
                </a:lnTo>
                <a:lnTo>
                  <a:pt x="9235" y="2610"/>
                </a:lnTo>
                <a:lnTo>
                  <a:pt x="9234" y="2609"/>
                </a:lnTo>
                <a:lnTo>
                  <a:pt x="9233" y="2609"/>
                </a:lnTo>
                <a:lnTo>
                  <a:pt x="9233" y="2608"/>
                </a:lnTo>
                <a:lnTo>
                  <a:pt x="9232" y="2608"/>
                </a:lnTo>
                <a:lnTo>
                  <a:pt x="9231" y="2608"/>
                </a:lnTo>
                <a:lnTo>
                  <a:pt x="9231" y="2607"/>
                </a:lnTo>
                <a:lnTo>
                  <a:pt x="9230" y="2607"/>
                </a:lnTo>
                <a:lnTo>
                  <a:pt x="9229" y="2607"/>
                </a:lnTo>
                <a:lnTo>
                  <a:pt x="9228" y="2606"/>
                </a:lnTo>
                <a:lnTo>
                  <a:pt x="9227" y="2606"/>
                </a:lnTo>
                <a:lnTo>
                  <a:pt x="9227" y="2605"/>
                </a:lnTo>
                <a:lnTo>
                  <a:pt x="9226" y="2605"/>
                </a:lnTo>
                <a:lnTo>
                  <a:pt x="9225" y="2605"/>
                </a:lnTo>
                <a:lnTo>
                  <a:pt x="9225" y="2604"/>
                </a:lnTo>
                <a:lnTo>
                  <a:pt x="9224" y="2604"/>
                </a:lnTo>
                <a:lnTo>
                  <a:pt x="9223" y="2604"/>
                </a:lnTo>
                <a:lnTo>
                  <a:pt x="9223" y="2603"/>
                </a:lnTo>
                <a:lnTo>
                  <a:pt x="9222" y="2603"/>
                </a:lnTo>
                <a:lnTo>
                  <a:pt x="9221" y="2603"/>
                </a:lnTo>
                <a:lnTo>
                  <a:pt x="9221" y="2602"/>
                </a:lnTo>
                <a:lnTo>
                  <a:pt x="9220" y="2602"/>
                </a:lnTo>
                <a:lnTo>
                  <a:pt x="9219" y="2601"/>
                </a:lnTo>
                <a:lnTo>
                  <a:pt x="9218" y="2601"/>
                </a:lnTo>
                <a:lnTo>
                  <a:pt x="9217" y="2601"/>
                </a:lnTo>
                <a:lnTo>
                  <a:pt x="9217" y="2600"/>
                </a:lnTo>
                <a:lnTo>
                  <a:pt x="9216" y="2600"/>
                </a:lnTo>
                <a:lnTo>
                  <a:pt x="9215" y="2600"/>
                </a:lnTo>
                <a:lnTo>
                  <a:pt x="9215" y="2599"/>
                </a:lnTo>
                <a:lnTo>
                  <a:pt x="9214" y="2599"/>
                </a:lnTo>
                <a:lnTo>
                  <a:pt x="9213" y="2598"/>
                </a:lnTo>
                <a:lnTo>
                  <a:pt x="9212" y="2598"/>
                </a:lnTo>
                <a:lnTo>
                  <a:pt x="9211" y="2598"/>
                </a:lnTo>
                <a:lnTo>
                  <a:pt x="9211" y="2597"/>
                </a:lnTo>
                <a:lnTo>
                  <a:pt x="9210" y="2597"/>
                </a:lnTo>
                <a:lnTo>
                  <a:pt x="9209" y="2596"/>
                </a:lnTo>
                <a:lnTo>
                  <a:pt x="9208" y="2596"/>
                </a:lnTo>
                <a:lnTo>
                  <a:pt x="9207" y="2595"/>
                </a:lnTo>
                <a:lnTo>
                  <a:pt x="9206" y="2595"/>
                </a:lnTo>
                <a:lnTo>
                  <a:pt x="9206" y="2594"/>
                </a:lnTo>
                <a:lnTo>
                  <a:pt x="9205" y="2594"/>
                </a:lnTo>
                <a:lnTo>
                  <a:pt x="9204" y="2594"/>
                </a:lnTo>
                <a:lnTo>
                  <a:pt x="9204" y="2610"/>
                </a:lnTo>
                <a:lnTo>
                  <a:pt x="9203" y="2610"/>
                </a:lnTo>
                <a:lnTo>
                  <a:pt x="9203" y="2609"/>
                </a:lnTo>
                <a:lnTo>
                  <a:pt x="9202" y="2609"/>
                </a:lnTo>
                <a:lnTo>
                  <a:pt x="9201" y="2609"/>
                </a:lnTo>
                <a:lnTo>
                  <a:pt x="9201" y="2608"/>
                </a:lnTo>
                <a:lnTo>
                  <a:pt x="9200" y="2608"/>
                </a:lnTo>
                <a:lnTo>
                  <a:pt x="9199" y="2608"/>
                </a:lnTo>
                <a:lnTo>
                  <a:pt x="9198" y="2607"/>
                </a:lnTo>
                <a:lnTo>
                  <a:pt x="9197" y="2607"/>
                </a:lnTo>
                <a:lnTo>
                  <a:pt x="9197" y="2606"/>
                </a:lnTo>
                <a:lnTo>
                  <a:pt x="9196" y="2606"/>
                </a:lnTo>
                <a:lnTo>
                  <a:pt x="9195" y="2605"/>
                </a:lnTo>
                <a:lnTo>
                  <a:pt x="9194" y="2605"/>
                </a:lnTo>
                <a:lnTo>
                  <a:pt x="9193" y="2605"/>
                </a:lnTo>
                <a:lnTo>
                  <a:pt x="9193" y="2604"/>
                </a:lnTo>
                <a:lnTo>
                  <a:pt x="9192" y="2604"/>
                </a:lnTo>
                <a:lnTo>
                  <a:pt x="9191" y="2604"/>
                </a:lnTo>
                <a:lnTo>
                  <a:pt x="9191" y="2603"/>
                </a:lnTo>
                <a:lnTo>
                  <a:pt x="9190" y="2603"/>
                </a:lnTo>
                <a:lnTo>
                  <a:pt x="9189" y="2602"/>
                </a:lnTo>
                <a:lnTo>
                  <a:pt x="9188" y="2602"/>
                </a:lnTo>
                <a:lnTo>
                  <a:pt x="9187" y="2602"/>
                </a:lnTo>
                <a:lnTo>
                  <a:pt x="9187" y="2601"/>
                </a:lnTo>
                <a:lnTo>
                  <a:pt x="9186" y="2601"/>
                </a:lnTo>
                <a:lnTo>
                  <a:pt x="9185" y="2600"/>
                </a:lnTo>
                <a:lnTo>
                  <a:pt x="9184" y="2600"/>
                </a:lnTo>
                <a:lnTo>
                  <a:pt x="9183" y="2599"/>
                </a:lnTo>
                <a:lnTo>
                  <a:pt x="9182" y="2599"/>
                </a:lnTo>
                <a:lnTo>
                  <a:pt x="9181" y="2599"/>
                </a:lnTo>
                <a:lnTo>
                  <a:pt x="9181" y="2598"/>
                </a:lnTo>
                <a:lnTo>
                  <a:pt x="9180" y="2598"/>
                </a:lnTo>
                <a:lnTo>
                  <a:pt x="9179" y="2597"/>
                </a:lnTo>
                <a:lnTo>
                  <a:pt x="9178" y="2597"/>
                </a:lnTo>
                <a:lnTo>
                  <a:pt x="9177" y="2596"/>
                </a:lnTo>
                <a:lnTo>
                  <a:pt x="9176" y="2596"/>
                </a:lnTo>
                <a:lnTo>
                  <a:pt x="9175" y="2595"/>
                </a:lnTo>
                <a:lnTo>
                  <a:pt x="9174" y="2595"/>
                </a:lnTo>
                <a:lnTo>
                  <a:pt x="9173" y="2594"/>
                </a:lnTo>
                <a:lnTo>
                  <a:pt x="9172" y="2594"/>
                </a:lnTo>
                <a:lnTo>
                  <a:pt x="9171" y="2593"/>
                </a:lnTo>
                <a:lnTo>
                  <a:pt x="9170" y="2593"/>
                </a:lnTo>
                <a:lnTo>
                  <a:pt x="9170" y="2592"/>
                </a:lnTo>
                <a:lnTo>
                  <a:pt x="9169" y="2592"/>
                </a:lnTo>
                <a:lnTo>
                  <a:pt x="9168" y="2592"/>
                </a:lnTo>
                <a:lnTo>
                  <a:pt x="9167" y="2591"/>
                </a:lnTo>
                <a:lnTo>
                  <a:pt x="9166" y="2591"/>
                </a:lnTo>
                <a:lnTo>
                  <a:pt x="9166" y="2590"/>
                </a:lnTo>
                <a:lnTo>
                  <a:pt x="9165" y="2590"/>
                </a:lnTo>
                <a:lnTo>
                  <a:pt x="9164" y="2590"/>
                </a:lnTo>
                <a:lnTo>
                  <a:pt x="9164" y="2589"/>
                </a:lnTo>
                <a:lnTo>
                  <a:pt x="9163" y="2589"/>
                </a:lnTo>
                <a:lnTo>
                  <a:pt x="9162" y="2589"/>
                </a:lnTo>
                <a:lnTo>
                  <a:pt x="9161" y="2588"/>
                </a:lnTo>
                <a:lnTo>
                  <a:pt x="9160" y="2588"/>
                </a:lnTo>
                <a:lnTo>
                  <a:pt x="9160" y="2587"/>
                </a:lnTo>
                <a:lnTo>
                  <a:pt x="9159" y="2587"/>
                </a:lnTo>
                <a:lnTo>
                  <a:pt x="9158" y="2587"/>
                </a:lnTo>
                <a:lnTo>
                  <a:pt x="9158" y="2586"/>
                </a:lnTo>
                <a:lnTo>
                  <a:pt x="9157" y="2586"/>
                </a:lnTo>
                <a:lnTo>
                  <a:pt x="9156" y="2586"/>
                </a:lnTo>
                <a:lnTo>
                  <a:pt x="9156" y="2585"/>
                </a:lnTo>
                <a:lnTo>
                  <a:pt x="9155" y="2585"/>
                </a:lnTo>
                <a:lnTo>
                  <a:pt x="9154" y="2585"/>
                </a:lnTo>
                <a:lnTo>
                  <a:pt x="9154" y="2584"/>
                </a:lnTo>
                <a:lnTo>
                  <a:pt x="9153" y="2584"/>
                </a:lnTo>
                <a:lnTo>
                  <a:pt x="9152" y="2583"/>
                </a:lnTo>
                <a:lnTo>
                  <a:pt x="9151" y="2583"/>
                </a:lnTo>
                <a:lnTo>
                  <a:pt x="9150" y="2583"/>
                </a:lnTo>
                <a:lnTo>
                  <a:pt x="9150" y="2582"/>
                </a:lnTo>
                <a:lnTo>
                  <a:pt x="9149" y="2582"/>
                </a:lnTo>
                <a:lnTo>
                  <a:pt x="9148" y="2582"/>
                </a:lnTo>
                <a:lnTo>
                  <a:pt x="9148" y="2581"/>
                </a:lnTo>
                <a:lnTo>
                  <a:pt x="9147" y="2581"/>
                </a:lnTo>
                <a:lnTo>
                  <a:pt x="9146" y="2580"/>
                </a:lnTo>
                <a:lnTo>
                  <a:pt x="9145" y="2580"/>
                </a:lnTo>
                <a:lnTo>
                  <a:pt x="9144" y="2579"/>
                </a:lnTo>
                <a:lnTo>
                  <a:pt x="9143" y="2579"/>
                </a:lnTo>
                <a:lnTo>
                  <a:pt x="9142" y="2578"/>
                </a:lnTo>
                <a:lnTo>
                  <a:pt x="9141" y="2578"/>
                </a:lnTo>
                <a:lnTo>
                  <a:pt x="9140" y="2577"/>
                </a:lnTo>
                <a:lnTo>
                  <a:pt x="9139" y="2577"/>
                </a:lnTo>
                <a:lnTo>
                  <a:pt x="9139" y="2576"/>
                </a:lnTo>
                <a:lnTo>
                  <a:pt x="9138" y="2576"/>
                </a:lnTo>
                <a:lnTo>
                  <a:pt x="9137" y="2576"/>
                </a:lnTo>
                <a:lnTo>
                  <a:pt x="9136" y="2575"/>
                </a:lnTo>
                <a:lnTo>
                  <a:pt x="9135" y="2575"/>
                </a:lnTo>
                <a:lnTo>
                  <a:pt x="9134" y="2574"/>
                </a:lnTo>
                <a:lnTo>
                  <a:pt x="9133" y="2574"/>
                </a:lnTo>
                <a:lnTo>
                  <a:pt x="9133" y="2573"/>
                </a:lnTo>
                <a:lnTo>
                  <a:pt x="9132" y="2573"/>
                </a:lnTo>
                <a:lnTo>
                  <a:pt x="9131" y="2573"/>
                </a:lnTo>
                <a:lnTo>
                  <a:pt x="9130" y="2572"/>
                </a:lnTo>
                <a:lnTo>
                  <a:pt x="9129" y="2572"/>
                </a:lnTo>
                <a:lnTo>
                  <a:pt x="9129" y="2571"/>
                </a:lnTo>
                <a:lnTo>
                  <a:pt x="9128" y="2571"/>
                </a:lnTo>
                <a:lnTo>
                  <a:pt x="9127" y="2571"/>
                </a:lnTo>
                <a:lnTo>
                  <a:pt x="9127" y="2570"/>
                </a:lnTo>
                <a:lnTo>
                  <a:pt x="9126" y="2570"/>
                </a:lnTo>
                <a:lnTo>
                  <a:pt x="9125" y="2570"/>
                </a:lnTo>
                <a:lnTo>
                  <a:pt x="9124" y="2569"/>
                </a:lnTo>
                <a:lnTo>
                  <a:pt x="9123" y="2569"/>
                </a:lnTo>
                <a:lnTo>
                  <a:pt x="9123" y="2568"/>
                </a:lnTo>
                <a:lnTo>
                  <a:pt x="9122" y="2568"/>
                </a:lnTo>
                <a:lnTo>
                  <a:pt x="9121" y="2568"/>
                </a:lnTo>
                <a:lnTo>
                  <a:pt x="9121" y="2567"/>
                </a:lnTo>
                <a:lnTo>
                  <a:pt x="9120" y="2567"/>
                </a:lnTo>
                <a:lnTo>
                  <a:pt x="9119" y="2566"/>
                </a:lnTo>
                <a:lnTo>
                  <a:pt x="9118" y="2566"/>
                </a:lnTo>
                <a:lnTo>
                  <a:pt x="9117" y="2566"/>
                </a:lnTo>
                <a:lnTo>
                  <a:pt x="9117" y="2565"/>
                </a:lnTo>
                <a:lnTo>
                  <a:pt x="9116" y="2565"/>
                </a:lnTo>
                <a:lnTo>
                  <a:pt x="9115" y="2564"/>
                </a:lnTo>
                <a:lnTo>
                  <a:pt x="9114" y="2564"/>
                </a:lnTo>
                <a:lnTo>
                  <a:pt x="9113" y="2563"/>
                </a:lnTo>
                <a:lnTo>
                  <a:pt x="9112" y="2563"/>
                </a:lnTo>
                <a:lnTo>
                  <a:pt x="9111" y="2563"/>
                </a:lnTo>
                <a:lnTo>
                  <a:pt x="9111" y="2562"/>
                </a:lnTo>
                <a:lnTo>
                  <a:pt x="9110" y="2562"/>
                </a:lnTo>
                <a:lnTo>
                  <a:pt x="9109" y="2561"/>
                </a:lnTo>
                <a:lnTo>
                  <a:pt x="9108" y="2561"/>
                </a:lnTo>
                <a:lnTo>
                  <a:pt x="9107" y="2560"/>
                </a:lnTo>
                <a:lnTo>
                  <a:pt x="9106" y="2560"/>
                </a:lnTo>
                <a:lnTo>
                  <a:pt x="9105" y="2559"/>
                </a:lnTo>
                <a:lnTo>
                  <a:pt x="9104" y="2559"/>
                </a:lnTo>
                <a:lnTo>
                  <a:pt x="9103" y="2558"/>
                </a:lnTo>
                <a:lnTo>
                  <a:pt x="9102" y="2558"/>
                </a:lnTo>
                <a:lnTo>
                  <a:pt x="9101" y="2557"/>
                </a:lnTo>
                <a:lnTo>
                  <a:pt x="9100" y="2557"/>
                </a:lnTo>
                <a:lnTo>
                  <a:pt x="9099" y="2556"/>
                </a:lnTo>
                <a:lnTo>
                  <a:pt x="9098" y="2556"/>
                </a:lnTo>
                <a:lnTo>
                  <a:pt x="9097" y="2555"/>
                </a:lnTo>
                <a:lnTo>
                  <a:pt x="9096" y="2555"/>
                </a:lnTo>
                <a:lnTo>
                  <a:pt x="9096" y="2554"/>
                </a:lnTo>
                <a:lnTo>
                  <a:pt x="9095" y="2554"/>
                </a:lnTo>
                <a:lnTo>
                  <a:pt x="9094" y="2554"/>
                </a:lnTo>
                <a:lnTo>
                  <a:pt x="9094" y="2553"/>
                </a:lnTo>
                <a:lnTo>
                  <a:pt x="9093" y="2553"/>
                </a:lnTo>
                <a:lnTo>
                  <a:pt x="9092" y="2553"/>
                </a:lnTo>
                <a:lnTo>
                  <a:pt x="9091" y="2552"/>
                </a:lnTo>
                <a:lnTo>
                  <a:pt x="9090" y="2552"/>
                </a:lnTo>
                <a:lnTo>
                  <a:pt x="9090" y="2551"/>
                </a:lnTo>
                <a:lnTo>
                  <a:pt x="9089" y="2551"/>
                </a:lnTo>
                <a:lnTo>
                  <a:pt x="9088" y="2550"/>
                </a:lnTo>
                <a:lnTo>
                  <a:pt x="9087" y="2550"/>
                </a:lnTo>
                <a:lnTo>
                  <a:pt x="9086" y="2550"/>
                </a:lnTo>
                <a:lnTo>
                  <a:pt x="9086" y="2549"/>
                </a:lnTo>
                <a:lnTo>
                  <a:pt x="9085" y="2549"/>
                </a:lnTo>
                <a:lnTo>
                  <a:pt x="9084" y="2549"/>
                </a:lnTo>
                <a:lnTo>
                  <a:pt x="9084" y="2548"/>
                </a:lnTo>
                <a:lnTo>
                  <a:pt x="9083" y="2548"/>
                </a:lnTo>
                <a:lnTo>
                  <a:pt x="9082" y="2547"/>
                </a:lnTo>
                <a:lnTo>
                  <a:pt x="9081" y="2547"/>
                </a:lnTo>
                <a:lnTo>
                  <a:pt x="9080" y="2547"/>
                </a:lnTo>
                <a:lnTo>
                  <a:pt x="9080" y="2546"/>
                </a:lnTo>
                <a:lnTo>
                  <a:pt x="9079" y="2546"/>
                </a:lnTo>
                <a:lnTo>
                  <a:pt x="9078" y="2545"/>
                </a:lnTo>
                <a:lnTo>
                  <a:pt x="9077" y="2545"/>
                </a:lnTo>
                <a:lnTo>
                  <a:pt x="9076" y="2544"/>
                </a:lnTo>
                <a:lnTo>
                  <a:pt x="9075" y="2544"/>
                </a:lnTo>
                <a:lnTo>
                  <a:pt x="9074" y="2544"/>
                </a:lnTo>
                <a:lnTo>
                  <a:pt x="9074" y="2543"/>
                </a:lnTo>
                <a:lnTo>
                  <a:pt x="9073" y="2543"/>
                </a:lnTo>
                <a:lnTo>
                  <a:pt x="9072" y="2542"/>
                </a:lnTo>
                <a:lnTo>
                  <a:pt x="9071" y="2542"/>
                </a:lnTo>
                <a:lnTo>
                  <a:pt x="9070" y="2541"/>
                </a:lnTo>
                <a:lnTo>
                  <a:pt x="9069" y="2541"/>
                </a:lnTo>
                <a:lnTo>
                  <a:pt x="9069" y="2540"/>
                </a:lnTo>
                <a:lnTo>
                  <a:pt x="9068" y="2540"/>
                </a:lnTo>
                <a:lnTo>
                  <a:pt x="9067" y="2540"/>
                </a:lnTo>
                <a:lnTo>
                  <a:pt x="9066" y="2539"/>
                </a:lnTo>
                <a:lnTo>
                  <a:pt x="9065" y="2539"/>
                </a:lnTo>
                <a:lnTo>
                  <a:pt x="9064" y="2538"/>
                </a:lnTo>
                <a:lnTo>
                  <a:pt x="9063" y="2538"/>
                </a:lnTo>
                <a:lnTo>
                  <a:pt x="9063" y="2537"/>
                </a:lnTo>
                <a:lnTo>
                  <a:pt x="9062" y="2537"/>
                </a:lnTo>
                <a:lnTo>
                  <a:pt x="9061" y="2537"/>
                </a:lnTo>
                <a:lnTo>
                  <a:pt x="9060" y="2536"/>
                </a:lnTo>
                <a:lnTo>
                  <a:pt x="9059" y="2536"/>
                </a:lnTo>
                <a:lnTo>
                  <a:pt x="9059" y="2535"/>
                </a:lnTo>
                <a:lnTo>
                  <a:pt x="9058" y="2535"/>
                </a:lnTo>
                <a:lnTo>
                  <a:pt x="9057" y="2535"/>
                </a:lnTo>
                <a:lnTo>
                  <a:pt x="9057" y="2534"/>
                </a:lnTo>
                <a:lnTo>
                  <a:pt x="9056" y="2534"/>
                </a:lnTo>
                <a:lnTo>
                  <a:pt x="9055" y="2534"/>
                </a:lnTo>
                <a:lnTo>
                  <a:pt x="9054" y="2533"/>
                </a:lnTo>
                <a:lnTo>
                  <a:pt x="9053" y="2533"/>
                </a:lnTo>
                <a:lnTo>
                  <a:pt x="9053" y="2532"/>
                </a:lnTo>
                <a:lnTo>
                  <a:pt x="9052" y="2532"/>
                </a:lnTo>
                <a:lnTo>
                  <a:pt x="9051" y="2531"/>
                </a:lnTo>
                <a:lnTo>
                  <a:pt x="9050" y="2531"/>
                </a:lnTo>
                <a:lnTo>
                  <a:pt x="9049" y="2531"/>
                </a:lnTo>
                <a:lnTo>
                  <a:pt x="9049" y="2530"/>
                </a:lnTo>
                <a:lnTo>
                  <a:pt x="9048" y="2530"/>
                </a:lnTo>
                <a:lnTo>
                  <a:pt x="9047" y="2530"/>
                </a:lnTo>
                <a:lnTo>
                  <a:pt x="9047" y="2529"/>
                </a:lnTo>
                <a:lnTo>
                  <a:pt x="9046" y="2529"/>
                </a:lnTo>
                <a:lnTo>
                  <a:pt x="9045" y="2528"/>
                </a:lnTo>
                <a:lnTo>
                  <a:pt x="9044" y="2528"/>
                </a:lnTo>
                <a:lnTo>
                  <a:pt x="9043" y="2527"/>
                </a:lnTo>
                <a:lnTo>
                  <a:pt x="9042" y="2527"/>
                </a:lnTo>
                <a:lnTo>
                  <a:pt x="9041" y="2526"/>
                </a:lnTo>
                <a:lnTo>
                  <a:pt x="9040" y="2526"/>
                </a:lnTo>
                <a:lnTo>
                  <a:pt x="9039" y="2525"/>
                </a:lnTo>
                <a:lnTo>
                  <a:pt x="9038" y="2525"/>
                </a:lnTo>
                <a:lnTo>
                  <a:pt x="9037" y="2524"/>
                </a:lnTo>
                <a:lnTo>
                  <a:pt x="9036" y="2524"/>
                </a:lnTo>
                <a:lnTo>
                  <a:pt x="9035" y="2523"/>
                </a:lnTo>
                <a:lnTo>
                  <a:pt x="9034" y="2523"/>
                </a:lnTo>
                <a:lnTo>
                  <a:pt x="9033" y="2522"/>
                </a:lnTo>
                <a:lnTo>
                  <a:pt x="9032" y="2522"/>
                </a:lnTo>
                <a:lnTo>
                  <a:pt x="9032" y="2521"/>
                </a:lnTo>
                <a:lnTo>
                  <a:pt x="9031" y="2521"/>
                </a:lnTo>
                <a:lnTo>
                  <a:pt x="9030" y="2521"/>
                </a:lnTo>
                <a:lnTo>
                  <a:pt x="9029" y="2520"/>
                </a:lnTo>
                <a:lnTo>
                  <a:pt x="9028" y="2520"/>
                </a:lnTo>
                <a:lnTo>
                  <a:pt x="9027" y="2519"/>
                </a:lnTo>
                <a:lnTo>
                  <a:pt x="9026" y="2519"/>
                </a:lnTo>
                <a:lnTo>
                  <a:pt x="9026" y="2518"/>
                </a:lnTo>
                <a:lnTo>
                  <a:pt x="9025" y="2518"/>
                </a:lnTo>
                <a:lnTo>
                  <a:pt x="9024" y="2518"/>
                </a:lnTo>
                <a:lnTo>
                  <a:pt x="9023" y="2517"/>
                </a:lnTo>
                <a:lnTo>
                  <a:pt x="9022" y="2517"/>
                </a:lnTo>
                <a:lnTo>
                  <a:pt x="9022" y="2516"/>
                </a:lnTo>
                <a:lnTo>
                  <a:pt x="9021" y="2516"/>
                </a:lnTo>
                <a:lnTo>
                  <a:pt x="9020" y="2516"/>
                </a:lnTo>
                <a:lnTo>
                  <a:pt x="9020" y="2515"/>
                </a:lnTo>
                <a:lnTo>
                  <a:pt x="9019" y="2515"/>
                </a:lnTo>
                <a:lnTo>
                  <a:pt x="9018" y="2514"/>
                </a:lnTo>
                <a:lnTo>
                  <a:pt x="9017" y="2514"/>
                </a:lnTo>
                <a:lnTo>
                  <a:pt x="9016" y="2514"/>
                </a:lnTo>
                <a:lnTo>
                  <a:pt x="9016" y="2513"/>
                </a:lnTo>
                <a:lnTo>
                  <a:pt x="9015" y="2513"/>
                </a:lnTo>
                <a:lnTo>
                  <a:pt x="9014" y="2512"/>
                </a:lnTo>
                <a:lnTo>
                  <a:pt x="9013" y="2512"/>
                </a:lnTo>
                <a:lnTo>
                  <a:pt x="9012" y="2511"/>
                </a:lnTo>
                <a:lnTo>
                  <a:pt x="9011" y="2526"/>
                </a:lnTo>
                <a:lnTo>
                  <a:pt x="9010" y="2526"/>
                </a:lnTo>
                <a:lnTo>
                  <a:pt x="9010" y="2525"/>
                </a:lnTo>
                <a:lnTo>
                  <a:pt x="9009" y="2525"/>
                </a:lnTo>
                <a:lnTo>
                  <a:pt x="9008" y="2525"/>
                </a:lnTo>
                <a:lnTo>
                  <a:pt x="9007" y="2524"/>
                </a:lnTo>
                <a:lnTo>
                  <a:pt x="9006" y="2524"/>
                </a:lnTo>
                <a:lnTo>
                  <a:pt x="9006" y="2523"/>
                </a:lnTo>
                <a:lnTo>
                  <a:pt x="9005" y="2523"/>
                </a:lnTo>
                <a:lnTo>
                  <a:pt x="9004" y="2522"/>
                </a:lnTo>
                <a:lnTo>
                  <a:pt x="9003" y="2522"/>
                </a:lnTo>
                <a:lnTo>
                  <a:pt x="9002" y="2521"/>
                </a:lnTo>
                <a:lnTo>
                  <a:pt x="9001" y="2521"/>
                </a:lnTo>
                <a:lnTo>
                  <a:pt x="9000" y="2521"/>
                </a:lnTo>
                <a:lnTo>
                  <a:pt x="9000" y="2520"/>
                </a:lnTo>
                <a:lnTo>
                  <a:pt x="8999" y="2520"/>
                </a:lnTo>
                <a:lnTo>
                  <a:pt x="8998" y="2519"/>
                </a:lnTo>
                <a:lnTo>
                  <a:pt x="8997" y="2519"/>
                </a:lnTo>
                <a:lnTo>
                  <a:pt x="8996" y="2518"/>
                </a:lnTo>
                <a:lnTo>
                  <a:pt x="8995" y="2518"/>
                </a:lnTo>
                <a:lnTo>
                  <a:pt x="8994" y="2517"/>
                </a:lnTo>
                <a:lnTo>
                  <a:pt x="8993" y="2517"/>
                </a:lnTo>
                <a:lnTo>
                  <a:pt x="8992" y="2516"/>
                </a:lnTo>
                <a:lnTo>
                  <a:pt x="8991" y="2516"/>
                </a:lnTo>
                <a:lnTo>
                  <a:pt x="8990" y="2515"/>
                </a:lnTo>
                <a:lnTo>
                  <a:pt x="8989" y="2515"/>
                </a:lnTo>
                <a:lnTo>
                  <a:pt x="8988" y="2514"/>
                </a:lnTo>
                <a:lnTo>
                  <a:pt x="8987" y="2514"/>
                </a:lnTo>
                <a:lnTo>
                  <a:pt x="8986" y="2513"/>
                </a:lnTo>
                <a:lnTo>
                  <a:pt x="8985" y="2513"/>
                </a:lnTo>
                <a:lnTo>
                  <a:pt x="8985" y="2512"/>
                </a:lnTo>
                <a:lnTo>
                  <a:pt x="8984" y="2512"/>
                </a:lnTo>
                <a:lnTo>
                  <a:pt x="8983" y="2512"/>
                </a:lnTo>
                <a:lnTo>
                  <a:pt x="8982" y="2511"/>
                </a:lnTo>
                <a:lnTo>
                  <a:pt x="8981" y="2511"/>
                </a:lnTo>
                <a:lnTo>
                  <a:pt x="8980" y="2510"/>
                </a:lnTo>
                <a:lnTo>
                  <a:pt x="8979" y="2510"/>
                </a:lnTo>
                <a:lnTo>
                  <a:pt x="8979" y="2509"/>
                </a:lnTo>
                <a:lnTo>
                  <a:pt x="8978" y="2509"/>
                </a:lnTo>
                <a:lnTo>
                  <a:pt x="8977" y="2509"/>
                </a:lnTo>
                <a:lnTo>
                  <a:pt x="8977" y="2508"/>
                </a:lnTo>
                <a:lnTo>
                  <a:pt x="8976" y="2508"/>
                </a:lnTo>
                <a:lnTo>
                  <a:pt x="8975" y="2508"/>
                </a:lnTo>
                <a:lnTo>
                  <a:pt x="8975" y="2507"/>
                </a:lnTo>
                <a:lnTo>
                  <a:pt x="8974" y="2507"/>
                </a:lnTo>
                <a:lnTo>
                  <a:pt x="8973" y="2507"/>
                </a:lnTo>
                <a:lnTo>
                  <a:pt x="8973" y="2506"/>
                </a:lnTo>
                <a:lnTo>
                  <a:pt x="8972" y="2506"/>
                </a:lnTo>
                <a:lnTo>
                  <a:pt x="8971" y="2505"/>
                </a:lnTo>
                <a:lnTo>
                  <a:pt x="8970" y="2505"/>
                </a:lnTo>
                <a:lnTo>
                  <a:pt x="8969" y="2505"/>
                </a:lnTo>
                <a:lnTo>
                  <a:pt x="8969" y="2504"/>
                </a:lnTo>
                <a:lnTo>
                  <a:pt x="8968" y="2504"/>
                </a:lnTo>
                <a:lnTo>
                  <a:pt x="8967" y="2504"/>
                </a:lnTo>
                <a:lnTo>
                  <a:pt x="8967" y="2503"/>
                </a:lnTo>
                <a:lnTo>
                  <a:pt x="8966" y="2503"/>
                </a:lnTo>
                <a:lnTo>
                  <a:pt x="8965" y="2502"/>
                </a:lnTo>
                <a:lnTo>
                  <a:pt x="8964" y="2502"/>
                </a:lnTo>
                <a:lnTo>
                  <a:pt x="8963" y="2502"/>
                </a:lnTo>
                <a:lnTo>
                  <a:pt x="8963" y="2501"/>
                </a:lnTo>
                <a:lnTo>
                  <a:pt x="8962" y="2501"/>
                </a:lnTo>
                <a:lnTo>
                  <a:pt x="8961" y="2500"/>
                </a:lnTo>
                <a:lnTo>
                  <a:pt x="8960" y="2500"/>
                </a:lnTo>
                <a:lnTo>
                  <a:pt x="8959" y="2499"/>
                </a:lnTo>
                <a:lnTo>
                  <a:pt x="8958" y="2499"/>
                </a:lnTo>
                <a:lnTo>
                  <a:pt x="8957" y="2498"/>
                </a:lnTo>
                <a:lnTo>
                  <a:pt x="8956" y="2498"/>
                </a:lnTo>
                <a:lnTo>
                  <a:pt x="8955" y="2497"/>
                </a:lnTo>
                <a:lnTo>
                  <a:pt x="8954" y="2497"/>
                </a:lnTo>
                <a:lnTo>
                  <a:pt x="8953" y="2496"/>
                </a:lnTo>
                <a:lnTo>
                  <a:pt x="8952" y="2496"/>
                </a:lnTo>
                <a:lnTo>
                  <a:pt x="8952" y="2495"/>
                </a:lnTo>
                <a:lnTo>
                  <a:pt x="8951" y="2495"/>
                </a:lnTo>
                <a:lnTo>
                  <a:pt x="8950" y="2495"/>
                </a:lnTo>
                <a:lnTo>
                  <a:pt x="8949" y="2494"/>
                </a:lnTo>
                <a:lnTo>
                  <a:pt x="8948" y="2494"/>
                </a:lnTo>
                <a:lnTo>
                  <a:pt x="8948" y="2493"/>
                </a:lnTo>
                <a:lnTo>
                  <a:pt x="8947" y="2493"/>
                </a:lnTo>
                <a:lnTo>
                  <a:pt x="8946" y="2493"/>
                </a:lnTo>
                <a:lnTo>
                  <a:pt x="8946" y="2507"/>
                </a:lnTo>
                <a:lnTo>
                  <a:pt x="8945" y="2507"/>
                </a:lnTo>
                <a:lnTo>
                  <a:pt x="8944" y="2506"/>
                </a:lnTo>
                <a:lnTo>
                  <a:pt x="8943" y="2506"/>
                </a:lnTo>
                <a:lnTo>
                  <a:pt x="8942" y="2505"/>
                </a:lnTo>
                <a:lnTo>
                  <a:pt x="8941" y="2505"/>
                </a:lnTo>
                <a:lnTo>
                  <a:pt x="8940" y="2504"/>
                </a:lnTo>
                <a:lnTo>
                  <a:pt x="8939" y="2504"/>
                </a:lnTo>
                <a:lnTo>
                  <a:pt x="8938" y="2503"/>
                </a:lnTo>
                <a:lnTo>
                  <a:pt x="8937" y="2503"/>
                </a:lnTo>
                <a:lnTo>
                  <a:pt x="8936" y="2502"/>
                </a:lnTo>
                <a:lnTo>
                  <a:pt x="8935" y="2502"/>
                </a:lnTo>
                <a:lnTo>
                  <a:pt x="8935" y="2501"/>
                </a:lnTo>
                <a:lnTo>
                  <a:pt x="8934" y="2501"/>
                </a:lnTo>
                <a:lnTo>
                  <a:pt x="8933" y="2501"/>
                </a:lnTo>
                <a:lnTo>
                  <a:pt x="8932" y="2500"/>
                </a:lnTo>
                <a:lnTo>
                  <a:pt x="8931" y="2500"/>
                </a:lnTo>
                <a:lnTo>
                  <a:pt x="8930" y="2499"/>
                </a:lnTo>
                <a:lnTo>
                  <a:pt x="8929" y="2499"/>
                </a:lnTo>
                <a:lnTo>
                  <a:pt x="8929" y="2498"/>
                </a:lnTo>
                <a:lnTo>
                  <a:pt x="8928" y="2498"/>
                </a:lnTo>
                <a:lnTo>
                  <a:pt x="8927" y="2498"/>
                </a:lnTo>
                <a:lnTo>
                  <a:pt x="8926" y="2497"/>
                </a:lnTo>
                <a:lnTo>
                  <a:pt x="8925" y="2497"/>
                </a:lnTo>
                <a:lnTo>
                  <a:pt x="8925" y="2496"/>
                </a:lnTo>
                <a:lnTo>
                  <a:pt x="8924" y="2496"/>
                </a:lnTo>
                <a:lnTo>
                  <a:pt x="8923" y="2496"/>
                </a:lnTo>
                <a:lnTo>
                  <a:pt x="8923" y="2495"/>
                </a:lnTo>
                <a:lnTo>
                  <a:pt x="8922" y="2495"/>
                </a:lnTo>
                <a:lnTo>
                  <a:pt x="8921" y="2494"/>
                </a:lnTo>
                <a:lnTo>
                  <a:pt x="8920" y="2494"/>
                </a:lnTo>
                <a:lnTo>
                  <a:pt x="8919" y="2494"/>
                </a:lnTo>
                <a:lnTo>
                  <a:pt x="8919" y="2493"/>
                </a:lnTo>
                <a:lnTo>
                  <a:pt x="8918" y="2493"/>
                </a:lnTo>
                <a:lnTo>
                  <a:pt x="8917" y="2492"/>
                </a:lnTo>
                <a:lnTo>
                  <a:pt x="8916" y="2492"/>
                </a:lnTo>
                <a:lnTo>
                  <a:pt x="8915" y="2491"/>
                </a:lnTo>
                <a:lnTo>
                  <a:pt x="8914" y="2491"/>
                </a:lnTo>
                <a:lnTo>
                  <a:pt x="8913" y="2491"/>
                </a:lnTo>
                <a:lnTo>
                  <a:pt x="8913" y="2490"/>
                </a:lnTo>
                <a:lnTo>
                  <a:pt x="8912" y="2490"/>
                </a:lnTo>
                <a:lnTo>
                  <a:pt x="8911" y="2489"/>
                </a:lnTo>
                <a:lnTo>
                  <a:pt x="8910" y="2489"/>
                </a:lnTo>
                <a:lnTo>
                  <a:pt x="8909" y="2488"/>
                </a:lnTo>
                <a:lnTo>
                  <a:pt x="8908" y="2488"/>
                </a:lnTo>
                <a:lnTo>
                  <a:pt x="8907" y="2487"/>
                </a:lnTo>
                <a:lnTo>
                  <a:pt x="8906" y="2487"/>
                </a:lnTo>
                <a:lnTo>
                  <a:pt x="8905" y="2486"/>
                </a:lnTo>
                <a:lnTo>
                  <a:pt x="8904" y="2486"/>
                </a:lnTo>
                <a:lnTo>
                  <a:pt x="8903" y="2485"/>
                </a:lnTo>
                <a:lnTo>
                  <a:pt x="8902" y="2485"/>
                </a:lnTo>
                <a:lnTo>
                  <a:pt x="8901" y="2484"/>
                </a:lnTo>
                <a:lnTo>
                  <a:pt x="8900" y="2484"/>
                </a:lnTo>
                <a:lnTo>
                  <a:pt x="8899" y="2483"/>
                </a:lnTo>
                <a:lnTo>
                  <a:pt x="8898" y="2483"/>
                </a:lnTo>
                <a:lnTo>
                  <a:pt x="8898" y="2482"/>
                </a:lnTo>
                <a:lnTo>
                  <a:pt x="8897" y="2482"/>
                </a:lnTo>
                <a:lnTo>
                  <a:pt x="8896" y="2482"/>
                </a:lnTo>
                <a:lnTo>
                  <a:pt x="8896" y="2481"/>
                </a:lnTo>
                <a:lnTo>
                  <a:pt x="8895" y="2481"/>
                </a:lnTo>
                <a:lnTo>
                  <a:pt x="8894" y="2481"/>
                </a:lnTo>
                <a:lnTo>
                  <a:pt x="8893" y="2480"/>
                </a:lnTo>
                <a:lnTo>
                  <a:pt x="8892" y="2480"/>
                </a:lnTo>
                <a:lnTo>
                  <a:pt x="8892" y="2479"/>
                </a:lnTo>
                <a:lnTo>
                  <a:pt x="8891" y="2479"/>
                </a:lnTo>
                <a:lnTo>
                  <a:pt x="8890" y="2478"/>
                </a:lnTo>
                <a:lnTo>
                  <a:pt x="8889" y="2478"/>
                </a:lnTo>
                <a:lnTo>
                  <a:pt x="8888" y="2478"/>
                </a:lnTo>
                <a:lnTo>
                  <a:pt x="8888" y="2477"/>
                </a:lnTo>
                <a:lnTo>
                  <a:pt x="8887" y="2477"/>
                </a:lnTo>
                <a:lnTo>
                  <a:pt x="8886" y="2477"/>
                </a:lnTo>
                <a:lnTo>
                  <a:pt x="8886" y="2476"/>
                </a:lnTo>
                <a:lnTo>
                  <a:pt x="8885" y="2476"/>
                </a:lnTo>
                <a:lnTo>
                  <a:pt x="8884" y="2475"/>
                </a:lnTo>
                <a:lnTo>
                  <a:pt x="8883" y="2475"/>
                </a:lnTo>
                <a:lnTo>
                  <a:pt x="8882" y="2475"/>
                </a:lnTo>
                <a:lnTo>
                  <a:pt x="8882" y="2474"/>
                </a:lnTo>
                <a:lnTo>
                  <a:pt x="8881" y="2474"/>
                </a:lnTo>
                <a:lnTo>
                  <a:pt x="8880" y="2473"/>
                </a:lnTo>
                <a:lnTo>
                  <a:pt x="8879" y="2473"/>
                </a:lnTo>
                <a:lnTo>
                  <a:pt x="8878" y="2472"/>
                </a:lnTo>
                <a:lnTo>
                  <a:pt x="8877" y="2472"/>
                </a:lnTo>
                <a:lnTo>
                  <a:pt x="8876" y="2472"/>
                </a:lnTo>
                <a:lnTo>
                  <a:pt x="8876" y="2471"/>
                </a:lnTo>
                <a:lnTo>
                  <a:pt x="8875" y="2471"/>
                </a:lnTo>
                <a:lnTo>
                  <a:pt x="8874" y="2470"/>
                </a:lnTo>
                <a:lnTo>
                  <a:pt x="8873" y="2470"/>
                </a:lnTo>
                <a:lnTo>
                  <a:pt x="8872" y="2469"/>
                </a:lnTo>
                <a:lnTo>
                  <a:pt x="8871" y="2469"/>
                </a:lnTo>
                <a:lnTo>
                  <a:pt x="8871" y="2468"/>
                </a:lnTo>
                <a:lnTo>
                  <a:pt x="8870" y="2468"/>
                </a:lnTo>
                <a:lnTo>
                  <a:pt x="8869" y="2468"/>
                </a:lnTo>
                <a:lnTo>
                  <a:pt x="8868" y="2467"/>
                </a:lnTo>
                <a:lnTo>
                  <a:pt x="8867" y="2467"/>
                </a:lnTo>
                <a:lnTo>
                  <a:pt x="8866" y="2466"/>
                </a:lnTo>
                <a:lnTo>
                  <a:pt x="8865" y="2466"/>
                </a:lnTo>
                <a:lnTo>
                  <a:pt x="8865" y="2465"/>
                </a:lnTo>
                <a:lnTo>
                  <a:pt x="8864" y="2465"/>
                </a:lnTo>
                <a:lnTo>
                  <a:pt x="8863" y="2465"/>
                </a:lnTo>
                <a:lnTo>
                  <a:pt x="8862" y="2464"/>
                </a:lnTo>
                <a:lnTo>
                  <a:pt x="8861" y="2464"/>
                </a:lnTo>
                <a:lnTo>
                  <a:pt x="8861" y="2463"/>
                </a:lnTo>
                <a:lnTo>
                  <a:pt x="8860" y="2463"/>
                </a:lnTo>
                <a:lnTo>
                  <a:pt x="8859" y="2463"/>
                </a:lnTo>
                <a:lnTo>
                  <a:pt x="8859" y="2462"/>
                </a:lnTo>
                <a:lnTo>
                  <a:pt x="8858" y="2462"/>
                </a:lnTo>
                <a:lnTo>
                  <a:pt x="8857" y="2462"/>
                </a:lnTo>
                <a:lnTo>
                  <a:pt x="8856" y="2461"/>
                </a:lnTo>
                <a:lnTo>
                  <a:pt x="8855" y="2461"/>
                </a:lnTo>
                <a:lnTo>
                  <a:pt x="8855" y="2460"/>
                </a:lnTo>
                <a:lnTo>
                  <a:pt x="8854" y="2460"/>
                </a:lnTo>
                <a:lnTo>
                  <a:pt x="8853" y="2460"/>
                </a:lnTo>
                <a:lnTo>
                  <a:pt x="8853" y="2459"/>
                </a:lnTo>
                <a:lnTo>
                  <a:pt x="8852" y="2459"/>
                </a:lnTo>
                <a:lnTo>
                  <a:pt x="8851" y="2459"/>
                </a:lnTo>
                <a:lnTo>
                  <a:pt x="8851" y="2458"/>
                </a:lnTo>
                <a:lnTo>
                  <a:pt x="8850" y="2458"/>
                </a:lnTo>
                <a:lnTo>
                  <a:pt x="8849" y="2458"/>
                </a:lnTo>
                <a:lnTo>
                  <a:pt x="8849" y="2457"/>
                </a:lnTo>
                <a:lnTo>
                  <a:pt x="8848" y="2457"/>
                </a:lnTo>
                <a:lnTo>
                  <a:pt x="8847" y="2456"/>
                </a:lnTo>
                <a:lnTo>
                  <a:pt x="8846" y="2456"/>
                </a:lnTo>
                <a:lnTo>
                  <a:pt x="8845" y="2455"/>
                </a:lnTo>
                <a:lnTo>
                  <a:pt x="8844" y="2455"/>
                </a:lnTo>
                <a:lnTo>
                  <a:pt x="8843" y="2455"/>
                </a:lnTo>
                <a:lnTo>
                  <a:pt x="8843" y="2454"/>
                </a:lnTo>
                <a:lnTo>
                  <a:pt x="8842" y="2454"/>
                </a:lnTo>
                <a:lnTo>
                  <a:pt x="8841" y="2453"/>
                </a:lnTo>
                <a:lnTo>
                  <a:pt x="8840" y="2453"/>
                </a:lnTo>
                <a:lnTo>
                  <a:pt x="8839" y="2452"/>
                </a:lnTo>
                <a:lnTo>
                  <a:pt x="8838" y="2452"/>
                </a:lnTo>
                <a:lnTo>
                  <a:pt x="8837" y="2451"/>
                </a:lnTo>
                <a:lnTo>
                  <a:pt x="8836" y="2451"/>
                </a:lnTo>
                <a:lnTo>
                  <a:pt x="8835" y="2450"/>
                </a:lnTo>
                <a:lnTo>
                  <a:pt x="8834" y="2450"/>
                </a:lnTo>
                <a:lnTo>
                  <a:pt x="8833" y="2449"/>
                </a:lnTo>
                <a:lnTo>
                  <a:pt x="8832" y="2449"/>
                </a:lnTo>
                <a:lnTo>
                  <a:pt x="8831" y="2448"/>
                </a:lnTo>
                <a:lnTo>
                  <a:pt x="8830" y="2448"/>
                </a:lnTo>
                <a:lnTo>
                  <a:pt x="8829" y="2447"/>
                </a:lnTo>
                <a:lnTo>
                  <a:pt x="8828" y="2447"/>
                </a:lnTo>
                <a:lnTo>
                  <a:pt x="8828" y="2446"/>
                </a:lnTo>
                <a:lnTo>
                  <a:pt x="8827" y="2446"/>
                </a:lnTo>
                <a:lnTo>
                  <a:pt x="8826" y="2446"/>
                </a:lnTo>
                <a:lnTo>
                  <a:pt x="8825" y="2445"/>
                </a:lnTo>
                <a:lnTo>
                  <a:pt x="8824" y="2445"/>
                </a:lnTo>
                <a:lnTo>
                  <a:pt x="8824" y="2444"/>
                </a:lnTo>
                <a:lnTo>
                  <a:pt x="8823" y="2444"/>
                </a:lnTo>
                <a:lnTo>
                  <a:pt x="8822" y="2444"/>
                </a:lnTo>
                <a:lnTo>
                  <a:pt x="8822" y="2443"/>
                </a:lnTo>
                <a:lnTo>
                  <a:pt x="8821" y="2443"/>
                </a:lnTo>
                <a:lnTo>
                  <a:pt x="8820" y="2442"/>
                </a:lnTo>
                <a:lnTo>
                  <a:pt x="8819" y="2442"/>
                </a:lnTo>
                <a:lnTo>
                  <a:pt x="8818" y="2442"/>
                </a:lnTo>
                <a:lnTo>
                  <a:pt x="8818" y="2441"/>
                </a:lnTo>
                <a:lnTo>
                  <a:pt x="8817" y="2441"/>
                </a:lnTo>
                <a:lnTo>
                  <a:pt x="8816" y="2441"/>
                </a:lnTo>
                <a:lnTo>
                  <a:pt x="8816" y="2440"/>
                </a:lnTo>
                <a:lnTo>
                  <a:pt x="8815" y="2440"/>
                </a:lnTo>
                <a:lnTo>
                  <a:pt x="8814" y="2439"/>
                </a:lnTo>
                <a:lnTo>
                  <a:pt x="8813" y="2439"/>
                </a:lnTo>
                <a:lnTo>
                  <a:pt x="8812" y="2439"/>
                </a:lnTo>
                <a:lnTo>
                  <a:pt x="8812" y="2438"/>
                </a:lnTo>
                <a:lnTo>
                  <a:pt x="8811" y="2438"/>
                </a:lnTo>
                <a:lnTo>
                  <a:pt x="8810" y="2437"/>
                </a:lnTo>
                <a:lnTo>
                  <a:pt x="8809" y="2437"/>
                </a:lnTo>
                <a:lnTo>
                  <a:pt x="8808" y="2436"/>
                </a:lnTo>
                <a:lnTo>
                  <a:pt x="8807" y="2436"/>
                </a:lnTo>
                <a:lnTo>
                  <a:pt x="8806" y="2436"/>
                </a:lnTo>
                <a:lnTo>
                  <a:pt x="8806" y="2435"/>
                </a:lnTo>
                <a:lnTo>
                  <a:pt x="8805" y="2435"/>
                </a:lnTo>
                <a:lnTo>
                  <a:pt x="8804" y="2434"/>
                </a:lnTo>
                <a:lnTo>
                  <a:pt x="8803" y="2434"/>
                </a:lnTo>
                <a:lnTo>
                  <a:pt x="8802" y="2433"/>
                </a:lnTo>
                <a:lnTo>
                  <a:pt x="8801" y="2433"/>
                </a:lnTo>
                <a:lnTo>
                  <a:pt x="8800" y="2432"/>
                </a:lnTo>
                <a:lnTo>
                  <a:pt x="8799" y="2432"/>
                </a:lnTo>
                <a:lnTo>
                  <a:pt x="8798" y="2431"/>
                </a:lnTo>
                <a:lnTo>
                  <a:pt x="8797" y="2431"/>
                </a:lnTo>
                <a:lnTo>
                  <a:pt x="8796" y="2430"/>
                </a:lnTo>
                <a:lnTo>
                  <a:pt x="8795" y="2430"/>
                </a:lnTo>
                <a:lnTo>
                  <a:pt x="8795" y="2429"/>
                </a:lnTo>
                <a:lnTo>
                  <a:pt x="8794" y="2429"/>
                </a:lnTo>
                <a:lnTo>
                  <a:pt x="8793" y="2429"/>
                </a:lnTo>
                <a:lnTo>
                  <a:pt x="8792" y="2428"/>
                </a:lnTo>
                <a:lnTo>
                  <a:pt x="8791" y="2428"/>
                </a:lnTo>
                <a:lnTo>
                  <a:pt x="8791" y="2427"/>
                </a:lnTo>
                <a:lnTo>
                  <a:pt x="8790" y="2427"/>
                </a:lnTo>
                <a:lnTo>
                  <a:pt x="8789" y="2427"/>
                </a:lnTo>
                <a:lnTo>
                  <a:pt x="8789" y="2426"/>
                </a:lnTo>
                <a:lnTo>
                  <a:pt x="8788" y="2426"/>
                </a:lnTo>
                <a:lnTo>
                  <a:pt x="8787" y="2426"/>
                </a:lnTo>
                <a:lnTo>
                  <a:pt x="8786" y="2425"/>
                </a:lnTo>
                <a:lnTo>
                  <a:pt x="8785" y="2425"/>
                </a:lnTo>
                <a:lnTo>
                  <a:pt x="8785" y="2424"/>
                </a:lnTo>
                <a:lnTo>
                  <a:pt x="8784" y="2424"/>
                </a:lnTo>
                <a:lnTo>
                  <a:pt x="8783" y="2423"/>
                </a:lnTo>
                <a:lnTo>
                  <a:pt x="8782" y="2423"/>
                </a:lnTo>
                <a:lnTo>
                  <a:pt x="8781" y="2423"/>
                </a:lnTo>
                <a:lnTo>
                  <a:pt x="8781" y="2422"/>
                </a:lnTo>
                <a:lnTo>
                  <a:pt x="8780" y="2422"/>
                </a:lnTo>
                <a:lnTo>
                  <a:pt x="8779" y="2422"/>
                </a:lnTo>
                <a:lnTo>
                  <a:pt x="8779" y="2421"/>
                </a:lnTo>
                <a:lnTo>
                  <a:pt x="8778" y="2421"/>
                </a:lnTo>
                <a:lnTo>
                  <a:pt x="8777" y="2420"/>
                </a:lnTo>
                <a:lnTo>
                  <a:pt x="8776" y="2420"/>
                </a:lnTo>
                <a:lnTo>
                  <a:pt x="8775" y="2420"/>
                </a:lnTo>
                <a:lnTo>
                  <a:pt x="8775" y="2419"/>
                </a:lnTo>
                <a:lnTo>
                  <a:pt x="8774" y="2419"/>
                </a:lnTo>
                <a:lnTo>
                  <a:pt x="8773" y="2418"/>
                </a:lnTo>
                <a:lnTo>
                  <a:pt x="8772" y="2418"/>
                </a:lnTo>
                <a:lnTo>
                  <a:pt x="8771" y="2417"/>
                </a:lnTo>
                <a:lnTo>
                  <a:pt x="8770" y="2417"/>
                </a:lnTo>
                <a:lnTo>
                  <a:pt x="8769" y="2416"/>
                </a:lnTo>
                <a:lnTo>
                  <a:pt x="8768" y="2416"/>
                </a:lnTo>
                <a:lnTo>
                  <a:pt x="8767" y="2415"/>
                </a:lnTo>
                <a:lnTo>
                  <a:pt x="8766" y="2415"/>
                </a:lnTo>
                <a:lnTo>
                  <a:pt x="8765" y="2414"/>
                </a:lnTo>
                <a:lnTo>
                  <a:pt x="8764" y="2414"/>
                </a:lnTo>
                <a:lnTo>
                  <a:pt x="8764" y="2413"/>
                </a:lnTo>
                <a:lnTo>
                  <a:pt x="8763" y="2413"/>
                </a:lnTo>
                <a:lnTo>
                  <a:pt x="8762" y="2413"/>
                </a:lnTo>
                <a:lnTo>
                  <a:pt x="8761" y="2412"/>
                </a:lnTo>
                <a:lnTo>
                  <a:pt x="8760" y="2412"/>
                </a:lnTo>
                <a:lnTo>
                  <a:pt x="8759" y="2411"/>
                </a:lnTo>
                <a:lnTo>
                  <a:pt x="8758" y="2411"/>
                </a:lnTo>
                <a:lnTo>
                  <a:pt x="8758" y="2410"/>
                </a:lnTo>
                <a:lnTo>
                  <a:pt x="8757" y="2410"/>
                </a:lnTo>
                <a:lnTo>
                  <a:pt x="8756" y="2410"/>
                </a:lnTo>
                <a:lnTo>
                  <a:pt x="8755" y="2409"/>
                </a:lnTo>
                <a:lnTo>
                  <a:pt x="8754" y="2409"/>
                </a:lnTo>
                <a:lnTo>
                  <a:pt x="8754" y="2408"/>
                </a:lnTo>
                <a:lnTo>
                  <a:pt x="8753" y="2408"/>
                </a:lnTo>
                <a:lnTo>
                  <a:pt x="8752" y="2408"/>
                </a:lnTo>
                <a:lnTo>
                  <a:pt x="8752" y="2407"/>
                </a:lnTo>
                <a:lnTo>
                  <a:pt x="8751" y="2407"/>
                </a:lnTo>
                <a:lnTo>
                  <a:pt x="8750" y="2407"/>
                </a:lnTo>
                <a:lnTo>
                  <a:pt x="8749" y="2406"/>
                </a:lnTo>
                <a:lnTo>
                  <a:pt x="8748" y="2406"/>
                </a:lnTo>
                <a:lnTo>
                  <a:pt x="8748" y="2405"/>
                </a:lnTo>
                <a:lnTo>
                  <a:pt x="8747" y="2405"/>
                </a:lnTo>
                <a:lnTo>
                  <a:pt x="8746" y="2404"/>
                </a:lnTo>
                <a:lnTo>
                  <a:pt x="8745" y="2404"/>
                </a:lnTo>
                <a:lnTo>
                  <a:pt x="8744" y="2403"/>
                </a:lnTo>
                <a:lnTo>
                  <a:pt x="8743" y="2403"/>
                </a:lnTo>
                <a:lnTo>
                  <a:pt x="8742" y="2416"/>
                </a:lnTo>
                <a:lnTo>
                  <a:pt x="8741" y="2415"/>
                </a:lnTo>
                <a:lnTo>
                  <a:pt x="8740" y="2415"/>
                </a:lnTo>
                <a:lnTo>
                  <a:pt x="8739" y="2414"/>
                </a:lnTo>
                <a:lnTo>
                  <a:pt x="8738" y="2414"/>
                </a:lnTo>
                <a:lnTo>
                  <a:pt x="8737" y="2413"/>
                </a:lnTo>
                <a:lnTo>
                  <a:pt x="8736" y="2413"/>
                </a:lnTo>
                <a:lnTo>
                  <a:pt x="8735" y="2412"/>
                </a:lnTo>
                <a:lnTo>
                  <a:pt x="8734" y="2412"/>
                </a:lnTo>
                <a:lnTo>
                  <a:pt x="8734" y="2411"/>
                </a:lnTo>
                <a:lnTo>
                  <a:pt x="8733" y="2411"/>
                </a:lnTo>
                <a:lnTo>
                  <a:pt x="8732" y="2411"/>
                </a:lnTo>
                <a:lnTo>
                  <a:pt x="8731" y="2410"/>
                </a:lnTo>
                <a:lnTo>
                  <a:pt x="8730" y="2410"/>
                </a:lnTo>
                <a:lnTo>
                  <a:pt x="8729" y="2409"/>
                </a:lnTo>
                <a:lnTo>
                  <a:pt x="8728" y="2409"/>
                </a:lnTo>
                <a:lnTo>
                  <a:pt x="8728" y="2408"/>
                </a:lnTo>
                <a:lnTo>
                  <a:pt x="8727" y="2408"/>
                </a:lnTo>
                <a:lnTo>
                  <a:pt x="8726" y="2408"/>
                </a:lnTo>
                <a:lnTo>
                  <a:pt x="8725" y="2407"/>
                </a:lnTo>
                <a:lnTo>
                  <a:pt x="8724" y="2407"/>
                </a:lnTo>
                <a:lnTo>
                  <a:pt x="8724" y="2406"/>
                </a:lnTo>
                <a:lnTo>
                  <a:pt x="8723" y="2406"/>
                </a:lnTo>
                <a:lnTo>
                  <a:pt x="8722" y="2406"/>
                </a:lnTo>
                <a:lnTo>
                  <a:pt x="8722" y="2405"/>
                </a:lnTo>
                <a:lnTo>
                  <a:pt x="8721" y="2405"/>
                </a:lnTo>
                <a:lnTo>
                  <a:pt x="8720" y="2404"/>
                </a:lnTo>
                <a:lnTo>
                  <a:pt x="8719" y="2404"/>
                </a:lnTo>
                <a:lnTo>
                  <a:pt x="8718" y="2404"/>
                </a:lnTo>
                <a:lnTo>
                  <a:pt x="8718" y="2403"/>
                </a:lnTo>
                <a:lnTo>
                  <a:pt x="8717" y="2403"/>
                </a:lnTo>
                <a:lnTo>
                  <a:pt x="8716" y="2402"/>
                </a:lnTo>
                <a:lnTo>
                  <a:pt x="8715" y="2402"/>
                </a:lnTo>
                <a:lnTo>
                  <a:pt x="8714" y="2401"/>
                </a:lnTo>
                <a:lnTo>
                  <a:pt x="8713" y="2401"/>
                </a:lnTo>
                <a:lnTo>
                  <a:pt x="8712" y="2401"/>
                </a:lnTo>
                <a:lnTo>
                  <a:pt x="8712" y="2400"/>
                </a:lnTo>
                <a:lnTo>
                  <a:pt x="8711" y="2400"/>
                </a:lnTo>
                <a:lnTo>
                  <a:pt x="8710" y="2399"/>
                </a:lnTo>
                <a:lnTo>
                  <a:pt x="8709" y="2399"/>
                </a:lnTo>
                <a:lnTo>
                  <a:pt x="8708" y="2398"/>
                </a:lnTo>
                <a:lnTo>
                  <a:pt x="8707" y="2398"/>
                </a:lnTo>
                <a:lnTo>
                  <a:pt x="8706" y="2397"/>
                </a:lnTo>
                <a:lnTo>
                  <a:pt x="8705" y="2397"/>
                </a:lnTo>
                <a:lnTo>
                  <a:pt x="8704" y="2396"/>
                </a:lnTo>
                <a:lnTo>
                  <a:pt x="8703" y="2396"/>
                </a:lnTo>
                <a:lnTo>
                  <a:pt x="8702" y="2395"/>
                </a:lnTo>
                <a:lnTo>
                  <a:pt x="8701" y="2395"/>
                </a:lnTo>
                <a:lnTo>
                  <a:pt x="8700" y="2394"/>
                </a:lnTo>
                <a:lnTo>
                  <a:pt x="8699" y="2394"/>
                </a:lnTo>
                <a:lnTo>
                  <a:pt x="8698" y="2393"/>
                </a:lnTo>
                <a:lnTo>
                  <a:pt x="8697" y="2393"/>
                </a:lnTo>
                <a:lnTo>
                  <a:pt x="8697" y="2392"/>
                </a:lnTo>
                <a:lnTo>
                  <a:pt x="8696" y="2392"/>
                </a:lnTo>
                <a:lnTo>
                  <a:pt x="8695" y="2392"/>
                </a:lnTo>
                <a:lnTo>
                  <a:pt x="8695" y="2391"/>
                </a:lnTo>
                <a:lnTo>
                  <a:pt x="8694" y="2391"/>
                </a:lnTo>
                <a:lnTo>
                  <a:pt x="8693" y="2391"/>
                </a:lnTo>
                <a:lnTo>
                  <a:pt x="8692" y="2390"/>
                </a:lnTo>
                <a:lnTo>
                  <a:pt x="8691" y="2390"/>
                </a:lnTo>
                <a:lnTo>
                  <a:pt x="8691" y="2389"/>
                </a:lnTo>
                <a:lnTo>
                  <a:pt x="8690" y="2389"/>
                </a:lnTo>
                <a:lnTo>
                  <a:pt x="8689" y="2388"/>
                </a:lnTo>
                <a:lnTo>
                  <a:pt x="8688" y="2388"/>
                </a:lnTo>
                <a:lnTo>
                  <a:pt x="8687" y="2388"/>
                </a:lnTo>
                <a:lnTo>
                  <a:pt x="8687" y="2387"/>
                </a:lnTo>
                <a:lnTo>
                  <a:pt x="8686" y="2387"/>
                </a:lnTo>
                <a:lnTo>
                  <a:pt x="8685" y="2387"/>
                </a:lnTo>
                <a:lnTo>
                  <a:pt x="8685" y="2386"/>
                </a:lnTo>
                <a:lnTo>
                  <a:pt x="8684" y="2386"/>
                </a:lnTo>
                <a:lnTo>
                  <a:pt x="8683" y="2385"/>
                </a:lnTo>
                <a:lnTo>
                  <a:pt x="8682" y="2385"/>
                </a:lnTo>
                <a:lnTo>
                  <a:pt x="8681" y="2385"/>
                </a:lnTo>
                <a:lnTo>
                  <a:pt x="8681" y="2384"/>
                </a:lnTo>
                <a:lnTo>
                  <a:pt x="8680" y="2384"/>
                </a:lnTo>
                <a:lnTo>
                  <a:pt x="8679" y="2383"/>
                </a:lnTo>
                <a:lnTo>
                  <a:pt x="8678" y="2383"/>
                </a:lnTo>
                <a:lnTo>
                  <a:pt x="8677" y="2382"/>
                </a:lnTo>
                <a:lnTo>
                  <a:pt x="8676" y="2382"/>
                </a:lnTo>
                <a:lnTo>
                  <a:pt x="8675" y="2382"/>
                </a:lnTo>
                <a:lnTo>
                  <a:pt x="8675" y="2381"/>
                </a:lnTo>
                <a:lnTo>
                  <a:pt x="8674" y="2381"/>
                </a:lnTo>
                <a:lnTo>
                  <a:pt x="8673" y="2380"/>
                </a:lnTo>
                <a:lnTo>
                  <a:pt x="8672" y="2380"/>
                </a:lnTo>
                <a:lnTo>
                  <a:pt x="8671" y="2379"/>
                </a:lnTo>
                <a:lnTo>
                  <a:pt x="8670" y="2379"/>
                </a:lnTo>
                <a:lnTo>
                  <a:pt x="8670" y="2378"/>
                </a:lnTo>
                <a:lnTo>
                  <a:pt x="8669" y="2378"/>
                </a:lnTo>
                <a:lnTo>
                  <a:pt x="8668" y="2378"/>
                </a:lnTo>
                <a:lnTo>
                  <a:pt x="8667" y="2377"/>
                </a:lnTo>
                <a:lnTo>
                  <a:pt x="8666" y="2377"/>
                </a:lnTo>
                <a:lnTo>
                  <a:pt x="8665" y="2376"/>
                </a:lnTo>
                <a:lnTo>
                  <a:pt x="8664" y="2376"/>
                </a:lnTo>
                <a:lnTo>
                  <a:pt x="8664" y="2375"/>
                </a:lnTo>
                <a:lnTo>
                  <a:pt x="8663" y="2375"/>
                </a:lnTo>
                <a:lnTo>
                  <a:pt x="8662" y="2375"/>
                </a:lnTo>
                <a:lnTo>
                  <a:pt x="8661" y="2374"/>
                </a:lnTo>
                <a:lnTo>
                  <a:pt x="8660" y="2374"/>
                </a:lnTo>
                <a:lnTo>
                  <a:pt x="8660" y="2373"/>
                </a:lnTo>
                <a:lnTo>
                  <a:pt x="8659" y="2373"/>
                </a:lnTo>
                <a:lnTo>
                  <a:pt x="8658" y="2373"/>
                </a:lnTo>
                <a:lnTo>
                  <a:pt x="8658" y="2372"/>
                </a:lnTo>
                <a:lnTo>
                  <a:pt x="8657" y="2372"/>
                </a:lnTo>
                <a:lnTo>
                  <a:pt x="8656" y="2372"/>
                </a:lnTo>
                <a:lnTo>
                  <a:pt x="8655" y="2371"/>
                </a:lnTo>
                <a:lnTo>
                  <a:pt x="8654" y="2371"/>
                </a:lnTo>
                <a:lnTo>
                  <a:pt x="8654" y="2370"/>
                </a:lnTo>
                <a:lnTo>
                  <a:pt x="8653" y="2370"/>
                </a:lnTo>
                <a:lnTo>
                  <a:pt x="8652" y="2370"/>
                </a:lnTo>
                <a:lnTo>
                  <a:pt x="8652" y="2369"/>
                </a:lnTo>
                <a:lnTo>
                  <a:pt x="8651" y="2369"/>
                </a:lnTo>
                <a:lnTo>
                  <a:pt x="8650" y="2369"/>
                </a:lnTo>
                <a:lnTo>
                  <a:pt x="8650" y="2368"/>
                </a:lnTo>
                <a:lnTo>
                  <a:pt x="8649" y="2368"/>
                </a:lnTo>
                <a:lnTo>
                  <a:pt x="8648" y="2368"/>
                </a:lnTo>
                <a:lnTo>
                  <a:pt x="8648" y="2367"/>
                </a:lnTo>
                <a:lnTo>
                  <a:pt x="8647" y="2367"/>
                </a:lnTo>
                <a:lnTo>
                  <a:pt x="8646" y="2366"/>
                </a:lnTo>
                <a:lnTo>
                  <a:pt x="8645" y="2366"/>
                </a:lnTo>
                <a:lnTo>
                  <a:pt x="8644" y="2365"/>
                </a:lnTo>
                <a:lnTo>
                  <a:pt x="8643" y="2365"/>
                </a:lnTo>
                <a:lnTo>
                  <a:pt x="8642" y="2365"/>
                </a:lnTo>
                <a:lnTo>
                  <a:pt x="8642" y="2364"/>
                </a:lnTo>
                <a:lnTo>
                  <a:pt x="8641" y="2364"/>
                </a:lnTo>
                <a:lnTo>
                  <a:pt x="8640" y="2363"/>
                </a:lnTo>
                <a:lnTo>
                  <a:pt x="8639" y="2363"/>
                </a:lnTo>
                <a:lnTo>
                  <a:pt x="8638" y="2362"/>
                </a:lnTo>
                <a:lnTo>
                  <a:pt x="8637" y="2362"/>
                </a:lnTo>
                <a:lnTo>
                  <a:pt x="8636" y="2361"/>
                </a:lnTo>
                <a:lnTo>
                  <a:pt x="8635" y="2361"/>
                </a:lnTo>
                <a:lnTo>
                  <a:pt x="8634" y="2360"/>
                </a:lnTo>
                <a:lnTo>
                  <a:pt x="8633" y="2360"/>
                </a:lnTo>
                <a:lnTo>
                  <a:pt x="8633" y="2359"/>
                </a:lnTo>
                <a:lnTo>
                  <a:pt x="8632" y="2359"/>
                </a:lnTo>
                <a:lnTo>
                  <a:pt x="8631" y="2359"/>
                </a:lnTo>
                <a:lnTo>
                  <a:pt x="8630" y="2358"/>
                </a:lnTo>
                <a:lnTo>
                  <a:pt x="8629" y="2358"/>
                </a:lnTo>
                <a:lnTo>
                  <a:pt x="8628" y="2357"/>
                </a:lnTo>
                <a:lnTo>
                  <a:pt x="8627" y="2357"/>
                </a:lnTo>
                <a:lnTo>
                  <a:pt x="8627" y="2356"/>
                </a:lnTo>
                <a:lnTo>
                  <a:pt x="8626" y="2356"/>
                </a:lnTo>
                <a:lnTo>
                  <a:pt x="8625" y="2356"/>
                </a:lnTo>
                <a:lnTo>
                  <a:pt x="8624" y="2355"/>
                </a:lnTo>
                <a:lnTo>
                  <a:pt x="8623" y="2355"/>
                </a:lnTo>
                <a:lnTo>
                  <a:pt x="8623" y="2354"/>
                </a:lnTo>
                <a:lnTo>
                  <a:pt x="8622" y="2354"/>
                </a:lnTo>
                <a:lnTo>
                  <a:pt x="8621" y="2354"/>
                </a:lnTo>
                <a:lnTo>
                  <a:pt x="8621" y="2353"/>
                </a:lnTo>
                <a:lnTo>
                  <a:pt x="8620" y="2353"/>
                </a:lnTo>
                <a:lnTo>
                  <a:pt x="8619" y="2352"/>
                </a:lnTo>
                <a:lnTo>
                  <a:pt x="8618" y="2352"/>
                </a:lnTo>
                <a:lnTo>
                  <a:pt x="8617" y="2352"/>
                </a:lnTo>
                <a:lnTo>
                  <a:pt x="8617" y="2351"/>
                </a:lnTo>
                <a:lnTo>
                  <a:pt x="8616" y="2351"/>
                </a:lnTo>
                <a:lnTo>
                  <a:pt x="8615" y="2351"/>
                </a:lnTo>
                <a:lnTo>
                  <a:pt x="8615" y="2350"/>
                </a:lnTo>
                <a:lnTo>
                  <a:pt x="8614" y="2350"/>
                </a:lnTo>
                <a:lnTo>
                  <a:pt x="8613" y="2349"/>
                </a:lnTo>
                <a:lnTo>
                  <a:pt x="8612" y="2349"/>
                </a:lnTo>
                <a:lnTo>
                  <a:pt x="8611" y="2349"/>
                </a:lnTo>
                <a:lnTo>
                  <a:pt x="8611" y="2348"/>
                </a:lnTo>
                <a:lnTo>
                  <a:pt x="8610" y="2348"/>
                </a:lnTo>
                <a:lnTo>
                  <a:pt x="8609" y="2347"/>
                </a:lnTo>
                <a:lnTo>
                  <a:pt x="8608" y="2347"/>
                </a:lnTo>
                <a:lnTo>
                  <a:pt x="8607" y="2346"/>
                </a:lnTo>
                <a:lnTo>
                  <a:pt x="8606" y="2346"/>
                </a:lnTo>
                <a:lnTo>
                  <a:pt x="8605" y="2346"/>
                </a:lnTo>
                <a:lnTo>
                  <a:pt x="8605" y="2345"/>
                </a:lnTo>
                <a:lnTo>
                  <a:pt x="8604" y="2345"/>
                </a:lnTo>
                <a:lnTo>
                  <a:pt x="8603" y="2344"/>
                </a:lnTo>
                <a:lnTo>
                  <a:pt x="8602" y="2344"/>
                </a:lnTo>
                <a:lnTo>
                  <a:pt x="8601" y="2343"/>
                </a:lnTo>
                <a:lnTo>
                  <a:pt x="8600" y="2343"/>
                </a:lnTo>
                <a:lnTo>
                  <a:pt x="8599" y="2342"/>
                </a:lnTo>
                <a:lnTo>
                  <a:pt x="8598" y="2342"/>
                </a:lnTo>
                <a:lnTo>
                  <a:pt x="8597" y="2341"/>
                </a:lnTo>
                <a:lnTo>
                  <a:pt x="8596" y="2341"/>
                </a:lnTo>
                <a:lnTo>
                  <a:pt x="8595" y="2340"/>
                </a:lnTo>
                <a:lnTo>
                  <a:pt x="8594" y="2340"/>
                </a:lnTo>
                <a:lnTo>
                  <a:pt x="8594" y="2339"/>
                </a:lnTo>
                <a:lnTo>
                  <a:pt x="8593" y="2339"/>
                </a:lnTo>
                <a:lnTo>
                  <a:pt x="8592" y="2339"/>
                </a:lnTo>
                <a:lnTo>
                  <a:pt x="8591" y="2338"/>
                </a:lnTo>
                <a:lnTo>
                  <a:pt x="8590" y="2338"/>
                </a:lnTo>
                <a:lnTo>
                  <a:pt x="8590" y="2337"/>
                </a:lnTo>
                <a:lnTo>
                  <a:pt x="8589" y="2337"/>
                </a:lnTo>
                <a:lnTo>
                  <a:pt x="8588" y="2337"/>
                </a:lnTo>
                <a:lnTo>
                  <a:pt x="8588" y="2336"/>
                </a:lnTo>
                <a:lnTo>
                  <a:pt x="8587" y="2336"/>
                </a:lnTo>
                <a:lnTo>
                  <a:pt x="8586" y="2336"/>
                </a:lnTo>
                <a:lnTo>
                  <a:pt x="8585" y="2335"/>
                </a:lnTo>
                <a:lnTo>
                  <a:pt x="8584" y="2335"/>
                </a:lnTo>
                <a:lnTo>
                  <a:pt x="8584" y="2334"/>
                </a:lnTo>
                <a:lnTo>
                  <a:pt x="8583" y="2334"/>
                </a:lnTo>
                <a:lnTo>
                  <a:pt x="8582" y="2333"/>
                </a:lnTo>
                <a:lnTo>
                  <a:pt x="8581" y="2333"/>
                </a:lnTo>
                <a:lnTo>
                  <a:pt x="8580" y="2333"/>
                </a:lnTo>
                <a:lnTo>
                  <a:pt x="8580" y="2332"/>
                </a:lnTo>
                <a:lnTo>
                  <a:pt x="8579" y="2332"/>
                </a:lnTo>
                <a:lnTo>
                  <a:pt x="8578" y="2332"/>
                </a:lnTo>
                <a:lnTo>
                  <a:pt x="8578" y="2331"/>
                </a:lnTo>
                <a:lnTo>
                  <a:pt x="8577" y="2331"/>
                </a:lnTo>
                <a:lnTo>
                  <a:pt x="8576" y="2330"/>
                </a:lnTo>
                <a:lnTo>
                  <a:pt x="8575" y="2330"/>
                </a:lnTo>
                <a:lnTo>
                  <a:pt x="8574" y="2330"/>
                </a:lnTo>
                <a:lnTo>
                  <a:pt x="8574" y="2329"/>
                </a:lnTo>
                <a:lnTo>
                  <a:pt x="8573" y="2329"/>
                </a:lnTo>
                <a:lnTo>
                  <a:pt x="8572" y="2328"/>
                </a:lnTo>
                <a:lnTo>
                  <a:pt x="8571" y="2328"/>
                </a:lnTo>
                <a:lnTo>
                  <a:pt x="8570" y="2327"/>
                </a:lnTo>
                <a:lnTo>
                  <a:pt x="8569" y="2327"/>
                </a:lnTo>
                <a:lnTo>
                  <a:pt x="8568" y="2326"/>
                </a:lnTo>
                <a:lnTo>
                  <a:pt x="8567" y="2326"/>
                </a:lnTo>
                <a:lnTo>
                  <a:pt x="8566" y="2325"/>
                </a:lnTo>
                <a:lnTo>
                  <a:pt x="8565" y="2325"/>
                </a:lnTo>
                <a:lnTo>
                  <a:pt x="8564" y="2324"/>
                </a:lnTo>
                <a:lnTo>
                  <a:pt x="8563" y="2324"/>
                </a:lnTo>
                <a:lnTo>
                  <a:pt x="8563" y="2323"/>
                </a:lnTo>
                <a:lnTo>
                  <a:pt x="8562" y="2323"/>
                </a:lnTo>
                <a:lnTo>
                  <a:pt x="8561" y="2323"/>
                </a:lnTo>
                <a:lnTo>
                  <a:pt x="8560" y="2322"/>
                </a:lnTo>
                <a:lnTo>
                  <a:pt x="8559" y="2322"/>
                </a:lnTo>
                <a:lnTo>
                  <a:pt x="8558" y="2321"/>
                </a:lnTo>
                <a:lnTo>
                  <a:pt x="8557" y="2321"/>
                </a:lnTo>
                <a:lnTo>
                  <a:pt x="8557" y="2320"/>
                </a:lnTo>
                <a:lnTo>
                  <a:pt x="8556" y="2320"/>
                </a:lnTo>
                <a:lnTo>
                  <a:pt x="8555" y="2320"/>
                </a:lnTo>
                <a:lnTo>
                  <a:pt x="8554" y="2319"/>
                </a:lnTo>
                <a:lnTo>
                  <a:pt x="8553" y="2319"/>
                </a:lnTo>
                <a:lnTo>
                  <a:pt x="8553" y="2318"/>
                </a:lnTo>
                <a:lnTo>
                  <a:pt x="8552" y="2318"/>
                </a:lnTo>
                <a:lnTo>
                  <a:pt x="8551" y="2318"/>
                </a:lnTo>
                <a:lnTo>
                  <a:pt x="8551" y="2317"/>
                </a:lnTo>
                <a:lnTo>
                  <a:pt x="8550" y="2317"/>
                </a:lnTo>
                <a:lnTo>
                  <a:pt x="8549" y="2317"/>
                </a:lnTo>
                <a:lnTo>
                  <a:pt x="8548" y="2316"/>
                </a:lnTo>
                <a:lnTo>
                  <a:pt x="8547" y="2316"/>
                </a:lnTo>
                <a:lnTo>
                  <a:pt x="8547" y="2315"/>
                </a:lnTo>
                <a:lnTo>
                  <a:pt x="8546" y="2315"/>
                </a:lnTo>
                <a:lnTo>
                  <a:pt x="8545" y="2314"/>
                </a:lnTo>
                <a:lnTo>
                  <a:pt x="8544" y="2314"/>
                </a:lnTo>
                <a:lnTo>
                  <a:pt x="8543" y="2313"/>
                </a:lnTo>
                <a:lnTo>
                  <a:pt x="8542" y="2313"/>
                </a:lnTo>
                <a:lnTo>
                  <a:pt x="8541" y="2313"/>
                </a:lnTo>
                <a:lnTo>
                  <a:pt x="8541" y="2312"/>
                </a:lnTo>
                <a:lnTo>
                  <a:pt x="8540" y="2312"/>
                </a:lnTo>
                <a:lnTo>
                  <a:pt x="8539" y="2311"/>
                </a:lnTo>
                <a:lnTo>
                  <a:pt x="8538" y="2311"/>
                </a:lnTo>
                <a:lnTo>
                  <a:pt x="8537" y="2310"/>
                </a:lnTo>
                <a:lnTo>
                  <a:pt x="8536" y="2310"/>
                </a:lnTo>
                <a:lnTo>
                  <a:pt x="8535" y="2309"/>
                </a:lnTo>
                <a:lnTo>
                  <a:pt x="8534" y="2309"/>
                </a:lnTo>
                <a:lnTo>
                  <a:pt x="8533" y="2308"/>
                </a:lnTo>
                <a:lnTo>
                  <a:pt x="8532" y="2308"/>
                </a:lnTo>
                <a:lnTo>
                  <a:pt x="8531" y="2307"/>
                </a:lnTo>
                <a:lnTo>
                  <a:pt x="8530" y="2307"/>
                </a:lnTo>
                <a:lnTo>
                  <a:pt x="8529" y="2306"/>
                </a:lnTo>
                <a:lnTo>
                  <a:pt x="8528" y="2306"/>
                </a:lnTo>
                <a:lnTo>
                  <a:pt x="8527" y="2305"/>
                </a:lnTo>
                <a:lnTo>
                  <a:pt x="8526" y="2305"/>
                </a:lnTo>
                <a:lnTo>
                  <a:pt x="8526" y="2304"/>
                </a:lnTo>
                <a:lnTo>
                  <a:pt x="8525" y="2304"/>
                </a:lnTo>
                <a:lnTo>
                  <a:pt x="8524" y="2304"/>
                </a:lnTo>
                <a:lnTo>
                  <a:pt x="8523" y="2303"/>
                </a:lnTo>
                <a:lnTo>
                  <a:pt x="8522" y="2303"/>
                </a:lnTo>
                <a:lnTo>
                  <a:pt x="8521" y="2302"/>
                </a:lnTo>
                <a:lnTo>
                  <a:pt x="8520" y="2302"/>
                </a:lnTo>
                <a:lnTo>
                  <a:pt x="8520" y="2301"/>
                </a:lnTo>
                <a:lnTo>
                  <a:pt x="8519" y="2301"/>
                </a:lnTo>
                <a:lnTo>
                  <a:pt x="8518" y="2301"/>
                </a:lnTo>
                <a:lnTo>
                  <a:pt x="8517" y="2300"/>
                </a:lnTo>
                <a:lnTo>
                  <a:pt x="8516" y="2300"/>
                </a:lnTo>
                <a:lnTo>
                  <a:pt x="8516" y="2299"/>
                </a:lnTo>
                <a:lnTo>
                  <a:pt x="8515" y="2299"/>
                </a:lnTo>
                <a:lnTo>
                  <a:pt x="8514" y="2299"/>
                </a:lnTo>
                <a:lnTo>
                  <a:pt x="8514" y="2298"/>
                </a:lnTo>
                <a:lnTo>
                  <a:pt x="8513" y="2298"/>
                </a:lnTo>
                <a:lnTo>
                  <a:pt x="8512" y="2297"/>
                </a:lnTo>
                <a:lnTo>
                  <a:pt x="8511" y="2297"/>
                </a:lnTo>
                <a:lnTo>
                  <a:pt x="8510" y="2297"/>
                </a:lnTo>
                <a:lnTo>
                  <a:pt x="8510" y="2296"/>
                </a:lnTo>
                <a:lnTo>
                  <a:pt x="8509" y="2296"/>
                </a:lnTo>
                <a:lnTo>
                  <a:pt x="8508" y="2295"/>
                </a:lnTo>
                <a:lnTo>
                  <a:pt x="8507" y="2295"/>
                </a:lnTo>
                <a:lnTo>
                  <a:pt x="8506" y="2294"/>
                </a:lnTo>
                <a:lnTo>
                  <a:pt x="8505" y="2294"/>
                </a:lnTo>
                <a:lnTo>
                  <a:pt x="8504" y="2294"/>
                </a:lnTo>
                <a:lnTo>
                  <a:pt x="8504" y="2293"/>
                </a:lnTo>
                <a:lnTo>
                  <a:pt x="8503" y="2293"/>
                </a:lnTo>
                <a:lnTo>
                  <a:pt x="8502" y="2292"/>
                </a:lnTo>
                <a:lnTo>
                  <a:pt x="8501" y="2292"/>
                </a:lnTo>
                <a:lnTo>
                  <a:pt x="8500" y="2291"/>
                </a:lnTo>
                <a:lnTo>
                  <a:pt x="8499" y="2291"/>
                </a:lnTo>
                <a:lnTo>
                  <a:pt x="8498" y="2290"/>
                </a:lnTo>
                <a:lnTo>
                  <a:pt x="8497" y="2290"/>
                </a:lnTo>
                <a:lnTo>
                  <a:pt x="8496" y="2289"/>
                </a:lnTo>
                <a:lnTo>
                  <a:pt x="8495" y="2289"/>
                </a:lnTo>
                <a:lnTo>
                  <a:pt x="8494" y="2288"/>
                </a:lnTo>
                <a:lnTo>
                  <a:pt x="8493" y="2288"/>
                </a:lnTo>
                <a:lnTo>
                  <a:pt x="8492" y="2287"/>
                </a:lnTo>
                <a:lnTo>
                  <a:pt x="8491" y="2287"/>
                </a:lnTo>
                <a:lnTo>
                  <a:pt x="8490" y="2286"/>
                </a:lnTo>
                <a:lnTo>
                  <a:pt x="8489" y="2286"/>
                </a:lnTo>
                <a:lnTo>
                  <a:pt x="8489" y="2285"/>
                </a:lnTo>
                <a:lnTo>
                  <a:pt x="8488" y="2285"/>
                </a:lnTo>
                <a:lnTo>
                  <a:pt x="8487" y="2285"/>
                </a:lnTo>
                <a:lnTo>
                  <a:pt x="8487" y="2284"/>
                </a:lnTo>
                <a:lnTo>
                  <a:pt x="8486" y="2284"/>
                </a:lnTo>
                <a:lnTo>
                  <a:pt x="8485" y="2284"/>
                </a:lnTo>
                <a:lnTo>
                  <a:pt x="8484" y="2283"/>
                </a:lnTo>
                <a:lnTo>
                  <a:pt x="8483" y="2283"/>
                </a:lnTo>
                <a:lnTo>
                  <a:pt x="8483" y="2282"/>
                </a:lnTo>
                <a:lnTo>
                  <a:pt x="8482" y="2282"/>
                </a:lnTo>
                <a:lnTo>
                  <a:pt x="8481" y="2282"/>
                </a:lnTo>
                <a:lnTo>
                  <a:pt x="8481" y="2281"/>
                </a:lnTo>
                <a:lnTo>
                  <a:pt x="8480" y="2281"/>
                </a:lnTo>
                <a:lnTo>
                  <a:pt x="8479" y="2281"/>
                </a:lnTo>
                <a:lnTo>
                  <a:pt x="8479" y="2280"/>
                </a:lnTo>
                <a:lnTo>
                  <a:pt x="8478" y="2280"/>
                </a:lnTo>
                <a:lnTo>
                  <a:pt x="8477" y="2280"/>
                </a:lnTo>
                <a:lnTo>
                  <a:pt x="8477" y="2279"/>
                </a:lnTo>
                <a:lnTo>
                  <a:pt x="8476" y="2279"/>
                </a:lnTo>
                <a:lnTo>
                  <a:pt x="8475" y="2278"/>
                </a:lnTo>
                <a:lnTo>
                  <a:pt x="8474" y="2278"/>
                </a:lnTo>
                <a:lnTo>
                  <a:pt x="8473" y="2278"/>
                </a:lnTo>
                <a:lnTo>
                  <a:pt x="8473" y="2277"/>
                </a:lnTo>
                <a:lnTo>
                  <a:pt x="8472" y="2277"/>
                </a:lnTo>
                <a:lnTo>
                  <a:pt x="8471" y="2277"/>
                </a:lnTo>
                <a:lnTo>
                  <a:pt x="8471" y="2276"/>
                </a:lnTo>
                <a:lnTo>
                  <a:pt x="8470" y="2276"/>
                </a:lnTo>
                <a:lnTo>
                  <a:pt x="8469" y="2275"/>
                </a:lnTo>
                <a:lnTo>
                  <a:pt x="8468" y="2275"/>
                </a:lnTo>
                <a:lnTo>
                  <a:pt x="8467" y="2275"/>
                </a:lnTo>
                <a:lnTo>
                  <a:pt x="8467" y="2274"/>
                </a:lnTo>
                <a:lnTo>
                  <a:pt x="8466" y="2274"/>
                </a:lnTo>
                <a:lnTo>
                  <a:pt x="8465" y="2273"/>
                </a:lnTo>
                <a:lnTo>
                  <a:pt x="8464" y="2273"/>
                </a:lnTo>
                <a:lnTo>
                  <a:pt x="8463" y="2272"/>
                </a:lnTo>
                <a:lnTo>
                  <a:pt x="8462" y="2272"/>
                </a:lnTo>
                <a:lnTo>
                  <a:pt x="8461" y="2271"/>
                </a:lnTo>
                <a:lnTo>
                  <a:pt x="8460" y="2271"/>
                </a:lnTo>
                <a:lnTo>
                  <a:pt x="8459" y="2270"/>
                </a:lnTo>
                <a:lnTo>
                  <a:pt x="8458" y="2270"/>
                </a:lnTo>
                <a:lnTo>
                  <a:pt x="8457" y="2269"/>
                </a:lnTo>
                <a:lnTo>
                  <a:pt x="8456" y="2269"/>
                </a:lnTo>
                <a:lnTo>
                  <a:pt x="8456" y="2268"/>
                </a:lnTo>
                <a:lnTo>
                  <a:pt x="8455" y="2268"/>
                </a:lnTo>
                <a:lnTo>
                  <a:pt x="8454" y="2268"/>
                </a:lnTo>
                <a:lnTo>
                  <a:pt x="8453" y="2267"/>
                </a:lnTo>
                <a:lnTo>
                  <a:pt x="8452" y="2267"/>
                </a:lnTo>
                <a:lnTo>
                  <a:pt x="8452" y="2266"/>
                </a:lnTo>
                <a:lnTo>
                  <a:pt x="8451" y="2266"/>
                </a:lnTo>
                <a:lnTo>
                  <a:pt x="8450" y="2266"/>
                </a:lnTo>
                <a:lnTo>
                  <a:pt x="8450" y="2265"/>
                </a:lnTo>
                <a:lnTo>
                  <a:pt x="8449" y="2265"/>
                </a:lnTo>
                <a:lnTo>
                  <a:pt x="8448" y="2265"/>
                </a:lnTo>
                <a:lnTo>
                  <a:pt x="8447" y="2264"/>
                </a:lnTo>
                <a:lnTo>
                  <a:pt x="8446" y="2264"/>
                </a:lnTo>
                <a:lnTo>
                  <a:pt x="8446" y="2263"/>
                </a:lnTo>
                <a:lnTo>
                  <a:pt x="8445" y="2263"/>
                </a:lnTo>
                <a:lnTo>
                  <a:pt x="8444" y="2263"/>
                </a:lnTo>
                <a:lnTo>
                  <a:pt x="8444" y="2262"/>
                </a:lnTo>
                <a:lnTo>
                  <a:pt x="8443" y="2262"/>
                </a:lnTo>
                <a:lnTo>
                  <a:pt x="8442" y="2262"/>
                </a:lnTo>
                <a:lnTo>
                  <a:pt x="8442" y="2261"/>
                </a:lnTo>
                <a:lnTo>
                  <a:pt x="8441" y="2261"/>
                </a:lnTo>
                <a:lnTo>
                  <a:pt x="8440" y="2261"/>
                </a:lnTo>
                <a:lnTo>
                  <a:pt x="8440" y="2260"/>
                </a:lnTo>
                <a:lnTo>
                  <a:pt x="8439" y="2260"/>
                </a:lnTo>
                <a:lnTo>
                  <a:pt x="8438" y="2259"/>
                </a:lnTo>
                <a:lnTo>
                  <a:pt x="8437" y="2259"/>
                </a:lnTo>
                <a:lnTo>
                  <a:pt x="8436" y="2258"/>
                </a:lnTo>
                <a:lnTo>
                  <a:pt x="8435" y="2258"/>
                </a:lnTo>
                <a:lnTo>
                  <a:pt x="8434" y="2258"/>
                </a:lnTo>
                <a:lnTo>
                  <a:pt x="8434" y="2257"/>
                </a:lnTo>
                <a:lnTo>
                  <a:pt x="8433" y="2257"/>
                </a:lnTo>
                <a:lnTo>
                  <a:pt x="8432" y="2256"/>
                </a:lnTo>
                <a:lnTo>
                  <a:pt x="8431" y="2256"/>
                </a:lnTo>
                <a:lnTo>
                  <a:pt x="8430" y="2255"/>
                </a:lnTo>
                <a:lnTo>
                  <a:pt x="8429" y="2255"/>
                </a:lnTo>
                <a:lnTo>
                  <a:pt x="8428" y="2254"/>
                </a:lnTo>
                <a:lnTo>
                  <a:pt x="8427" y="2254"/>
                </a:lnTo>
                <a:lnTo>
                  <a:pt x="8426" y="2253"/>
                </a:lnTo>
                <a:lnTo>
                  <a:pt x="8425" y="2253"/>
                </a:lnTo>
                <a:lnTo>
                  <a:pt x="8424" y="2252"/>
                </a:lnTo>
                <a:lnTo>
                  <a:pt x="8423" y="2252"/>
                </a:lnTo>
                <a:lnTo>
                  <a:pt x="8422" y="2251"/>
                </a:lnTo>
                <a:lnTo>
                  <a:pt x="8421" y="2251"/>
                </a:lnTo>
                <a:lnTo>
                  <a:pt x="8420" y="2250"/>
                </a:lnTo>
                <a:lnTo>
                  <a:pt x="8419" y="2250"/>
                </a:lnTo>
                <a:lnTo>
                  <a:pt x="8419" y="2249"/>
                </a:lnTo>
                <a:lnTo>
                  <a:pt x="8418" y="2249"/>
                </a:lnTo>
                <a:lnTo>
                  <a:pt x="8417" y="2249"/>
                </a:lnTo>
                <a:lnTo>
                  <a:pt x="8416" y="2248"/>
                </a:lnTo>
                <a:lnTo>
                  <a:pt x="8415" y="2248"/>
                </a:lnTo>
                <a:lnTo>
                  <a:pt x="8414" y="2247"/>
                </a:lnTo>
                <a:lnTo>
                  <a:pt x="8413" y="2247"/>
                </a:lnTo>
                <a:lnTo>
                  <a:pt x="8413" y="2246"/>
                </a:lnTo>
                <a:lnTo>
                  <a:pt x="8412" y="2246"/>
                </a:lnTo>
                <a:lnTo>
                  <a:pt x="8411" y="2245"/>
                </a:lnTo>
                <a:lnTo>
                  <a:pt x="8410" y="2245"/>
                </a:lnTo>
                <a:lnTo>
                  <a:pt x="8409" y="2245"/>
                </a:lnTo>
                <a:lnTo>
                  <a:pt x="8409" y="2244"/>
                </a:lnTo>
                <a:lnTo>
                  <a:pt x="8408" y="2244"/>
                </a:lnTo>
                <a:lnTo>
                  <a:pt x="8407" y="2244"/>
                </a:lnTo>
                <a:lnTo>
                  <a:pt x="8407" y="2243"/>
                </a:lnTo>
                <a:lnTo>
                  <a:pt x="8406" y="2243"/>
                </a:lnTo>
                <a:lnTo>
                  <a:pt x="8405" y="2242"/>
                </a:lnTo>
                <a:lnTo>
                  <a:pt x="8404" y="2242"/>
                </a:lnTo>
                <a:lnTo>
                  <a:pt x="8403" y="2242"/>
                </a:lnTo>
                <a:lnTo>
                  <a:pt x="8403" y="2241"/>
                </a:lnTo>
                <a:lnTo>
                  <a:pt x="8402" y="2241"/>
                </a:lnTo>
                <a:lnTo>
                  <a:pt x="8401" y="2240"/>
                </a:lnTo>
                <a:lnTo>
                  <a:pt x="8400" y="2240"/>
                </a:lnTo>
                <a:lnTo>
                  <a:pt x="8399" y="2239"/>
                </a:lnTo>
                <a:lnTo>
                  <a:pt x="8398" y="2239"/>
                </a:lnTo>
                <a:lnTo>
                  <a:pt x="8397" y="2239"/>
                </a:lnTo>
                <a:lnTo>
                  <a:pt x="8397" y="2238"/>
                </a:lnTo>
                <a:lnTo>
                  <a:pt x="8396" y="2238"/>
                </a:lnTo>
                <a:lnTo>
                  <a:pt x="8395" y="2237"/>
                </a:lnTo>
                <a:lnTo>
                  <a:pt x="8394" y="2237"/>
                </a:lnTo>
                <a:lnTo>
                  <a:pt x="8393" y="2236"/>
                </a:lnTo>
                <a:lnTo>
                  <a:pt x="8392" y="2236"/>
                </a:lnTo>
                <a:lnTo>
                  <a:pt x="8391" y="2235"/>
                </a:lnTo>
                <a:lnTo>
                  <a:pt x="8390" y="2235"/>
                </a:lnTo>
                <a:lnTo>
                  <a:pt x="8389" y="2234"/>
                </a:lnTo>
                <a:lnTo>
                  <a:pt x="8388" y="2234"/>
                </a:lnTo>
                <a:lnTo>
                  <a:pt x="8387" y="2233"/>
                </a:lnTo>
                <a:lnTo>
                  <a:pt x="8386" y="2233"/>
                </a:lnTo>
                <a:lnTo>
                  <a:pt x="8386" y="2232"/>
                </a:lnTo>
                <a:lnTo>
                  <a:pt x="8385" y="2232"/>
                </a:lnTo>
                <a:lnTo>
                  <a:pt x="8384" y="2232"/>
                </a:lnTo>
                <a:lnTo>
                  <a:pt x="8383" y="2231"/>
                </a:lnTo>
                <a:lnTo>
                  <a:pt x="8382" y="2231"/>
                </a:lnTo>
                <a:lnTo>
                  <a:pt x="8382" y="2230"/>
                </a:lnTo>
                <a:lnTo>
                  <a:pt x="8381" y="2230"/>
                </a:lnTo>
                <a:lnTo>
                  <a:pt x="8380" y="2230"/>
                </a:lnTo>
                <a:lnTo>
                  <a:pt x="8380" y="2229"/>
                </a:lnTo>
                <a:lnTo>
                  <a:pt x="8379" y="2229"/>
                </a:lnTo>
                <a:lnTo>
                  <a:pt x="8378" y="2229"/>
                </a:lnTo>
                <a:lnTo>
                  <a:pt x="8377" y="2228"/>
                </a:lnTo>
                <a:lnTo>
                  <a:pt x="8376" y="2228"/>
                </a:lnTo>
                <a:lnTo>
                  <a:pt x="8376" y="2227"/>
                </a:lnTo>
                <a:lnTo>
                  <a:pt x="8375" y="2227"/>
                </a:lnTo>
                <a:lnTo>
                  <a:pt x="8374" y="2226"/>
                </a:lnTo>
                <a:lnTo>
                  <a:pt x="8373" y="2226"/>
                </a:lnTo>
                <a:lnTo>
                  <a:pt x="8372" y="2237"/>
                </a:lnTo>
                <a:lnTo>
                  <a:pt x="8372" y="2236"/>
                </a:lnTo>
                <a:lnTo>
                  <a:pt x="8371" y="2236"/>
                </a:lnTo>
                <a:lnTo>
                  <a:pt x="8370" y="2236"/>
                </a:lnTo>
                <a:lnTo>
                  <a:pt x="8369" y="2235"/>
                </a:lnTo>
                <a:lnTo>
                  <a:pt x="8368" y="2235"/>
                </a:lnTo>
                <a:lnTo>
                  <a:pt x="8367" y="2234"/>
                </a:lnTo>
                <a:lnTo>
                  <a:pt x="8366" y="2234"/>
                </a:lnTo>
                <a:lnTo>
                  <a:pt x="8366" y="2233"/>
                </a:lnTo>
                <a:lnTo>
                  <a:pt x="8365" y="2233"/>
                </a:lnTo>
                <a:lnTo>
                  <a:pt x="8364" y="2232"/>
                </a:lnTo>
                <a:lnTo>
                  <a:pt x="8363" y="2232"/>
                </a:lnTo>
                <a:lnTo>
                  <a:pt x="8362" y="2232"/>
                </a:lnTo>
                <a:lnTo>
                  <a:pt x="8362" y="2231"/>
                </a:lnTo>
                <a:lnTo>
                  <a:pt x="8361" y="2231"/>
                </a:lnTo>
                <a:lnTo>
                  <a:pt x="8360" y="2231"/>
                </a:lnTo>
                <a:lnTo>
                  <a:pt x="8360" y="2230"/>
                </a:lnTo>
                <a:lnTo>
                  <a:pt x="8359" y="2230"/>
                </a:lnTo>
                <a:lnTo>
                  <a:pt x="8358" y="2229"/>
                </a:lnTo>
                <a:lnTo>
                  <a:pt x="8357" y="2229"/>
                </a:lnTo>
                <a:lnTo>
                  <a:pt x="8356" y="2229"/>
                </a:lnTo>
                <a:lnTo>
                  <a:pt x="8356" y="2228"/>
                </a:lnTo>
                <a:lnTo>
                  <a:pt x="8355" y="2228"/>
                </a:lnTo>
                <a:lnTo>
                  <a:pt x="8354" y="2227"/>
                </a:lnTo>
                <a:lnTo>
                  <a:pt x="8353" y="2227"/>
                </a:lnTo>
                <a:lnTo>
                  <a:pt x="8352" y="2226"/>
                </a:lnTo>
                <a:lnTo>
                  <a:pt x="8351" y="2226"/>
                </a:lnTo>
                <a:lnTo>
                  <a:pt x="8350" y="2226"/>
                </a:lnTo>
                <a:lnTo>
                  <a:pt x="8350" y="2225"/>
                </a:lnTo>
                <a:lnTo>
                  <a:pt x="8349" y="2225"/>
                </a:lnTo>
                <a:lnTo>
                  <a:pt x="8348" y="2224"/>
                </a:lnTo>
                <a:lnTo>
                  <a:pt x="8347" y="2224"/>
                </a:lnTo>
                <a:lnTo>
                  <a:pt x="8346" y="2223"/>
                </a:lnTo>
                <a:lnTo>
                  <a:pt x="8345" y="2223"/>
                </a:lnTo>
                <a:lnTo>
                  <a:pt x="8344" y="2222"/>
                </a:lnTo>
                <a:lnTo>
                  <a:pt x="8343" y="2222"/>
                </a:lnTo>
                <a:lnTo>
                  <a:pt x="8342" y="2221"/>
                </a:lnTo>
                <a:lnTo>
                  <a:pt x="8341" y="2221"/>
                </a:lnTo>
                <a:lnTo>
                  <a:pt x="8340" y="2220"/>
                </a:lnTo>
                <a:lnTo>
                  <a:pt x="8339" y="2220"/>
                </a:lnTo>
                <a:lnTo>
                  <a:pt x="8339" y="2219"/>
                </a:lnTo>
                <a:lnTo>
                  <a:pt x="8338" y="2219"/>
                </a:lnTo>
                <a:lnTo>
                  <a:pt x="8337" y="2219"/>
                </a:lnTo>
                <a:lnTo>
                  <a:pt x="8336" y="2218"/>
                </a:lnTo>
                <a:lnTo>
                  <a:pt x="8335" y="2218"/>
                </a:lnTo>
                <a:lnTo>
                  <a:pt x="8335" y="2217"/>
                </a:lnTo>
                <a:lnTo>
                  <a:pt x="8334" y="2217"/>
                </a:lnTo>
                <a:lnTo>
                  <a:pt x="8333" y="2217"/>
                </a:lnTo>
                <a:lnTo>
                  <a:pt x="8333" y="2216"/>
                </a:lnTo>
                <a:lnTo>
                  <a:pt x="8332" y="2216"/>
                </a:lnTo>
                <a:lnTo>
                  <a:pt x="8331" y="2216"/>
                </a:lnTo>
                <a:lnTo>
                  <a:pt x="8330" y="2215"/>
                </a:lnTo>
                <a:lnTo>
                  <a:pt x="8329" y="2215"/>
                </a:lnTo>
                <a:lnTo>
                  <a:pt x="8329" y="2214"/>
                </a:lnTo>
                <a:lnTo>
                  <a:pt x="8328" y="2214"/>
                </a:lnTo>
                <a:lnTo>
                  <a:pt x="8327" y="2214"/>
                </a:lnTo>
                <a:lnTo>
                  <a:pt x="8327" y="2213"/>
                </a:lnTo>
                <a:lnTo>
                  <a:pt x="8326" y="2213"/>
                </a:lnTo>
                <a:lnTo>
                  <a:pt x="8325" y="2213"/>
                </a:lnTo>
                <a:lnTo>
                  <a:pt x="8325" y="2212"/>
                </a:lnTo>
                <a:lnTo>
                  <a:pt x="8324" y="2212"/>
                </a:lnTo>
                <a:lnTo>
                  <a:pt x="8323" y="2212"/>
                </a:lnTo>
                <a:lnTo>
                  <a:pt x="8323" y="2211"/>
                </a:lnTo>
                <a:lnTo>
                  <a:pt x="8322" y="2211"/>
                </a:lnTo>
                <a:lnTo>
                  <a:pt x="8321" y="2210"/>
                </a:lnTo>
                <a:lnTo>
                  <a:pt x="8320" y="2210"/>
                </a:lnTo>
                <a:lnTo>
                  <a:pt x="8319" y="2210"/>
                </a:lnTo>
                <a:lnTo>
                  <a:pt x="8319" y="2209"/>
                </a:lnTo>
                <a:lnTo>
                  <a:pt x="8318" y="2209"/>
                </a:lnTo>
                <a:lnTo>
                  <a:pt x="8317" y="2208"/>
                </a:lnTo>
                <a:lnTo>
                  <a:pt x="8316" y="2208"/>
                </a:lnTo>
                <a:lnTo>
                  <a:pt x="8315" y="2207"/>
                </a:lnTo>
                <a:lnTo>
                  <a:pt x="8314" y="2207"/>
                </a:lnTo>
                <a:lnTo>
                  <a:pt x="8313" y="2207"/>
                </a:lnTo>
                <a:lnTo>
                  <a:pt x="8313" y="2206"/>
                </a:lnTo>
                <a:lnTo>
                  <a:pt x="8312" y="2206"/>
                </a:lnTo>
                <a:lnTo>
                  <a:pt x="8311" y="2205"/>
                </a:lnTo>
                <a:lnTo>
                  <a:pt x="8310" y="2205"/>
                </a:lnTo>
                <a:lnTo>
                  <a:pt x="8309" y="2204"/>
                </a:lnTo>
                <a:lnTo>
                  <a:pt x="8308" y="2204"/>
                </a:lnTo>
                <a:lnTo>
                  <a:pt x="8308" y="2203"/>
                </a:lnTo>
                <a:lnTo>
                  <a:pt x="8307" y="2203"/>
                </a:lnTo>
                <a:lnTo>
                  <a:pt x="8306" y="2203"/>
                </a:lnTo>
                <a:lnTo>
                  <a:pt x="8305" y="2202"/>
                </a:lnTo>
                <a:lnTo>
                  <a:pt x="8304" y="2202"/>
                </a:lnTo>
                <a:lnTo>
                  <a:pt x="8303" y="2201"/>
                </a:lnTo>
                <a:lnTo>
                  <a:pt x="8302" y="2201"/>
                </a:lnTo>
                <a:lnTo>
                  <a:pt x="8302" y="2200"/>
                </a:lnTo>
                <a:lnTo>
                  <a:pt x="8301" y="2200"/>
                </a:lnTo>
                <a:lnTo>
                  <a:pt x="8300" y="2200"/>
                </a:lnTo>
                <a:lnTo>
                  <a:pt x="8299" y="2199"/>
                </a:lnTo>
                <a:lnTo>
                  <a:pt x="8298" y="2199"/>
                </a:lnTo>
                <a:lnTo>
                  <a:pt x="8298" y="2198"/>
                </a:lnTo>
                <a:lnTo>
                  <a:pt x="8297" y="2198"/>
                </a:lnTo>
                <a:lnTo>
                  <a:pt x="8296" y="2198"/>
                </a:lnTo>
                <a:lnTo>
                  <a:pt x="8296" y="2197"/>
                </a:lnTo>
                <a:lnTo>
                  <a:pt x="8295" y="2197"/>
                </a:lnTo>
                <a:lnTo>
                  <a:pt x="8294" y="2197"/>
                </a:lnTo>
                <a:lnTo>
                  <a:pt x="8293" y="2196"/>
                </a:lnTo>
                <a:lnTo>
                  <a:pt x="8292" y="2196"/>
                </a:lnTo>
                <a:lnTo>
                  <a:pt x="8292" y="2195"/>
                </a:lnTo>
                <a:lnTo>
                  <a:pt x="8291" y="2195"/>
                </a:lnTo>
                <a:lnTo>
                  <a:pt x="8290" y="2195"/>
                </a:lnTo>
                <a:lnTo>
                  <a:pt x="8290" y="2194"/>
                </a:lnTo>
                <a:lnTo>
                  <a:pt x="8289" y="2194"/>
                </a:lnTo>
                <a:lnTo>
                  <a:pt x="8288" y="2194"/>
                </a:lnTo>
                <a:lnTo>
                  <a:pt x="8288" y="2193"/>
                </a:lnTo>
                <a:lnTo>
                  <a:pt x="8287" y="2193"/>
                </a:lnTo>
                <a:lnTo>
                  <a:pt x="8286" y="2193"/>
                </a:lnTo>
                <a:lnTo>
                  <a:pt x="8286" y="2192"/>
                </a:lnTo>
                <a:lnTo>
                  <a:pt x="8285" y="2192"/>
                </a:lnTo>
                <a:lnTo>
                  <a:pt x="8284" y="2191"/>
                </a:lnTo>
                <a:lnTo>
                  <a:pt x="8283" y="2191"/>
                </a:lnTo>
                <a:lnTo>
                  <a:pt x="8282" y="2190"/>
                </a:lnTo>
                <a:lnTo>
                  <a:pt x="8281" y="2190"/>
                </a:lnTo>
                <a:lnTo>
                  <a:pt x="8280" y="2190"/>
                </a:lnTo>
                <a:lnTo>
                  <a:pt x="8280" y="2189"/>
                </a:lnTo>
                <a:lnTo>
                  <a:pt x="8279" y="2189"/>
                </a:lnTo>
                <a:lnTo>
                  <a:pt x="8278" y="2188"/>
                </a:lnTo>
                <a:lnTo>
                  <a:pt x="8277" y="2188"/>
                </a:lnTo>
                <a:lnTo>
                  <a:pt x="8276" y="2187"/>
                </a:lnTo>
                <a:lnTo>
                  <a:pt x="8275" y="2187"/>
                </a:lnTo>
                <a:lnTo>
                  <a:pt x="8274" y="2186"/>
                </a:lnTo>
                <a:lnTo>
                  <a:pt x="8273" y="2186"/>
                </a:lnTo>
                <a:lnTo>
                  <a:pt x="8272" y="2185"/>
                </a:lnTo>
                <a:lnTo>
                  <a:pt x="8271" y="2185"/>
                </a:lnTo>
                <a:lnTo>
                  <a:pt x="8270" y="2184"/>
                </a:lnTo>
                <a:lnTo>
                  <a:pt x="8269" y="2184"/>
                </a:lnTo>
                <a:lnTo>
                  <a:pt x="8268" y="2183"/>
                </a:lnTo>
                <a:lnTo>
                  <a:pt x="8267" y="2183"/>
                </a:lnTo>
                <a:lnTo>
                  <a:pt x="8266" y="2193"/>
                </a:lnTo>
                <a:lnTo>
                  <a:pt x="8265" y="2192"/>
                </a:lnTo>
                <a:lnTo>
                  <a:pt x="8264" y="2192"/>
                </a:lnTo>
                <a:lnTo>
                  <a:pt x="8263" y="2191"/>
                </a:lnTo>
                <a:lnTo>
                  <a:pt x="8262" y="2191"/>
                </a:lnTo>
                <a:lnTo>
                  <a:pt x="8262" y="2190"/>
                </a:lnTo>
                <a:lnTo>
                  <a:pt x="8261" y="2190"/>
                </a:lnTo>
                <a:lnTo>
                  <a:pt x="8260" y="2190"/>
                </a:lnTo>
                <a:lnTo>
                  <a:pt x="8259" y="2189"/>
                </a:lnTo>
                <a:lnTo>
                  <a:pt x="8258" y="2189"/>
                </a:lnTo>
                <a:lnTo>
                  <a:pt x="8258" y="2188"/>
                </a:lnTo>
                <a:lnTo>
                  <a:pt x="8257" y="2188"/>
                </a:lnTo>
                <a:lnTo>
                  <a:pt x="8256" y="2188"/>
                </a:lnTo>
                <a:lnTo>
                  <a:pt x="8256" y="2187"/>
                </a:lnTo>
                <a:lnTo>
                  <a:pt x="8255" y="2187"/>
                </a:lnTo>
                <a:lnTo>
                  <a:pt x="8254" y="2187"/>
                </a:lnTo>
                <a:lnTo>
                  <a:pt x="8253" y="2186"/>
                </a:lnTo>
                <a:lnTo>
                  <a:pt x="8252" y="2186"/>
                </a:lnTo>
                <a:lnTo>
                  <a:pt x="8252" y="2185"/>
                </a:lnTo>
                <a:lnTo>
                  <a:pt x="8251" y="2185"/>
                </a:lnTo>
                <a:lnTo>
                  <a:pt x="8250" y="2184"/>
                </a:lnTo>
                <a:lnTo>
                  <a:pt x="8249" y="2184"/>
                </a:lnTo>
                <a:lnTo>
                  <a:pt x="8248" y="2184"/>
                </a:lnTo>
                <a:lnTo>
                  <a:pt x="8248" y="2183"/>
                </a:lnTo>
                <a:lnTo>
                  <a:pt x="8247" y="2183"/>
                </a:lnTo>
                <a:lnTo>
                  <a:pt x="8246" y="2183"/>
                </a:lnTo>
                <a:lnTo>
                  <a:pt x="8246" y="2182"/>
                </a:lnTo>
                <a:lnTo>
                  <a:pt x="8245" y="2182"/>
                </a:lnTo>
                <a:lnTo>
                  <a:pt x="8244" y="2181"/>
                </a:lnTo>
                <a:lnTo>
                  <a:pt x="8243" y="2181"/>
                </a:lnTo>
                <a:lnTo>
                  <a:pt x="8242" y="2181"/>
                </a:lnTo>
                <a:lnTo>
                  <a:pt x="8242" y="2180"/>
                </a:lnTo>
                <a:lnTo>
                  <a:pt x="8241" y="2180"/>
                </a:lnTo>
                <a:lnTo>
                  <a:pt x="8240" y="2179"/>
                </a:lnTo>
                <a:lnTo>
                  <a:pt x="8239" y="2179"/>
                </a:lnTo>
                <a:lnTo>
                  <a:pt x="8238" y="2178"/>
                </a:lnTo>
                <a:lnTo>
                  <a:pt x="8237" y="2178"/>
                </a:lnTo>
                <a:lnTo>
                  <a:pt x="8236" y="2177"/>
                </a:lnTo>
                <a:lnTo>
                  <a:pt x="8235" y="2177"/>
                </a:lnTo>
                <a:lnTo>
                  <a:pt x="8234" y="2176"/>
                </a:lnTo>
                <a:lnTo>
                  <a:pt x="8233" y="2176"/>
                </a:lnTo>
                <a:lnTo>
                  <a:pt x="8232" y="2175"/>
                </a:lnTo>
                <a:lnTo>
                  <a:pt x="8231" y="2175"/>
                </a:lnTo>
                <a:lnTo>
                  <a:pt x="8231" y="2174"/>
                </a:lnTo>
                <a:lnTo>
                  <a:pt x="8230" y="2174"/>
                </a:lnTo>
                <a:lnTo>
                  <a:pt x="8229" y="2174"/>
                </a:lnTo>
                <a:lnTo>
                  <a:pt x="8228" y="2173"/>
                </a:lnTo>
                <a:lnTo>
                  <a:pt x="8227" y="2173"/>
                </a:lnTo>
                <a:lnTo>
                  <a:pt x="8226" y="2172"/>
                </a:lnTo>
                <a:lnTo>
                  <a:pt x="8225" y="2172"/>
                </a:lnTo>
                <a:lnTo>
                  <a:pt x="8225" y="2171"/>
                </a:lnTo>
                <a:lnTo>
                  <a:pt x="8224" y="2171"/>
                </a:lnTo>
                <a:lnTo>
                  <a:pt x="8223" y="2171"/>
                </a:lnTo>
                <a:lnTo>
                  <a:pt x="8222" y="2170"/>
                </a:lnTo>
                <a:lnTo>
                  <a:pt x="8221" y="2170"/>
                </a:lnTo>
                <a:lnTo>
                  <a:pt x="8221" y="2169"/>
                </a:lnTo>
                <a:lnTo>
                  <a:pt x="8220" y="2169"/>
                </a:lnTo>
                <a:lnTo>
                  <a:pt x="8219" y="2169"/>
                </a:lnTo>
                <a:lnTo>
                  <a:pt x="8219" y="2168"/>
                </a:lnTo>
                <a:lnTo>
                  <a:pt x="8218" y="2168"/>
                </a:lnTo>
                <a:lnTo>
                  <a:pt x="8217" y="2168"/>
                </a:lnTo>
                <a:lnTo>
                  <a:pt x="8216" y="2167"/>
                </a:lnTo>
                <a:lnTo>
                  <a:pt x="8215" y="2167"/>
                </a:lnTo>
                <a:lnTo>
                  <a:pt x="8215" y="2166"/>
                </a:lnTo>
                <a:lnTo>
                  <a:pt x="8214" y="2166"/>
                </a:lnTo>
                <a:lnTo>
                  <a:pt x="8213" y="2166"/>
                </a:lnTo>
                <a:lnTo>
                  <a:pt x="8213" y="2165"/>
                </a:lnTo>
                <a:lnTo>
                  <a:pt x="8212" y="2165"/>
                </a:lnTo>
                <a:lnTo>
                  <a:pt x="8211" y="2164"/>
                </a:lnTo>
                <a:lnTo>
                  <a:pt x="8210" y="2164"/>
                </a:lnTo>
                <a:lnTo>
                  <a:pt x="8209" y="2164"/>
                </a:lnTo>
                <a:lnTo>
                  <a:pt x="8209" y="2163"/>
                </a:lnTo>
                <a:lnTo>
                  <a:pt x="8208" y="2163"/>
                </a:lnTo>
                <a:lnTo>
                  <a:pt x="8207" y="2162"/>
                </a:lnTo>
                <a:lnTo>
                  <a:pt x="8206" y="2162"/>
                </a:lnTo>
                <a:lnTo>
                  <a:pt x="8205" y="2161"/>
                </a:lnTo>
                <a:lnTo>
                  <a:pt x="8204" y="2161"/>
                </a:lnTo>
                <a:lnTo>
                  <a:pt x="8203" y="2161"/>
                </a:lnTo>
                <a:lnTo>
                  <a:pt x="8203" y="2160"/>
                </a:lnTo>
                <a:lnTo>
                  <a:pt x="8202" y="2160"/>
                </a:lnTo>
                <a:lnTo>
                  <a:pt x="8201" y="2159"/>
                </a:lnTo>
                <a:lnTo>
                  <a:pt x="8200" y="2159"/>
                </a:lnTo>
                <a:lnTo>
                  <a:pt x="8199" y="2158"/>
                </a:lnTo>
                <a:lnTo>
                  <a:pt x="8198" y="2158"/>
                </a:lnTo>
                <a:lnTo>
                  <a:pt x="8197" y="2157"/>
                </a:lnTo>
                <a:lnTo>
                  <a:pt x="8196" y="2157"/>
                </a:lnTo>
                <a:lnTo>
                  <a:pt x="8195" y="2156"/>
                </a:lnTo>
                <a:lnTo>
                  <a:pt x="8194" y="2156"/>
                </a:lnTo>
                <a:lnTo>
                  <a:pt x="8194" y="2155"/>
                </a:lnTo>
                <a:lnTo>
                  <a:pt x="8193" y="2155"/>
                </a:lnTo>
                <a:lnTo>
                  <a:pt x="8192" y="2155"/>
                </a:lnTo>
                <a:lnTo>
                  <a:pt x="8191" y="2154"/>
                </a:lnTo>
                <a:lnTo>
                  <a:pt x="8190" y="2154"/>
                </a:lnTo>
                <a:lnTo>
                  <a:pt x="8189" y="2153"/>
                </a:lnTo>
                <a:lnTo>
                  <a:pt x="8188" y="2153"/>
                </a:lnTo>
                <a:lnTo>
                  <a:pt x="8188" y="2152"/>
                </a:lnTo>
                <a:lnTo>
                  <a:pt x="8187" y="2152"/>
                </a:lnTo>
                <a:lnTo>
                  <a:pt x="8186" y="2152"/>
                </a:lnTo>
                <a:lnTo>
                  <a:pt x="8186" y="2151"/>
                </a:lnTo>
                <a:lnTo>
                  <a:pt x="8185" y="2151"/>
                </a:lnTo>
                <a:lnTo>
                  <a:pt x="8184" y="2151"/>
                </a:lnTo>
                <a:lnTo>
                  <a:pt x="8184" y="2150"/>
                </a:lnTo>
                <a:lnTo>
                  <a:pt x="8183" y="2150"/>
                </a:lnTo>
                <a:lnTo>
                  <a:pt x="8182" y="2150"/>
                </a:lnTo>
                <a:lnTo>
                  <a:pt x="8182" y="2149"/>
                </a:lnTo>
                <a:lnTo>
                  <a:pt x="8181" y="2149"/>
                </a:lnTo>
                <a:lnTo>
                  <a:pt x="8180" y="2148"/>
                </a:lnTo>
                <a:lnTo>
                  <a:pt x="8179" y="2148"/>
                </a:lnTo>
                <a:lnTo>
                  <a:pt x="8178" y="2148"/>
                </a:lnTo>
                <a:lnTo>
                  <a:pt x="8178" y="2147"/>
                </a:lnTo>
                <a:lnTo>
                  <a:pt x="8177" y="2147"/>
                </a:lnTo>
                <a:lnTo>
                  <a:pt x="8176" y="2147"/>
                </a:lnTo>
                <a:lnTo>
                  <a:pt x="8176" y="2146"/>
                </a:lnTo>
                <a:lnTo>
                  <a:pt x="8175" y="2146"/>
                </a:lnTo>
                <a:lnTo>
                  <a:pt x="8174" y="2145"/>
                </a:lnTo>
                <a:lnTo>
                  <a:pt x="8173" y="2145"/>
                </a:lnTo>
                <a:lnTo>
                  <a:pt x="8172" y="2145"/>
                </a:lnTo>
                <a:lnTo>
                  <a:pt x="8172" y="2144"/>
                </a:lnTo>
                <a:lnTo>
                  <a:pt x="8171" y="2144"/>
                </a:lnTo>
                <a:lnTo>
                  <a:pt x="8170" y="2143"/>
                </a:lnTo>
                <a:lnTo>
                  <a:pt x="8169" y="2143"/>
                </a:lnTo>
                <a:lnTo>
                  <a:pt x="8168" y="2142"/>
                </a:lnTo>
                <a:lnTo>
                  <a:pt x="8167" y="2142"/>
                </a:lnTo>
                <a:lnTo>
                  <a:pt x="8166" y="2142"/>
                </a:lnTo>
                <a:lnTo>
                  <a:pt x="8166" y="2141"/>
                </a:lnTo>
                <a:lnTo>
                  <a:pt x="8165" y="2141"/>
                </a:lnTo>
                <a:lnTo>
                  <a:pt x="8164" y="2140"/>
                </a:lnTo>
                <a:lnTo>
                  <a:pt x="8164" y="2150"/>
                </a:lnTo>
                <a:lnTo>
                  <a:pt x="8163" y="2150"/>
                </a:lnTo>
                <a:lnTo>
                  <a:pt x="8162" y="2149"/>
                </a:lnTo>
                <a:lnTo>
                  <a:pt x="8161" y="2149"/>
                </a:lnTo>
                <a:lnTo>
                  <a:pt x="8161" y="2148"/>
                </a:lnTo>
                <a:lnTo>
                  <a:pt x="8160" y="2148"/>
                </a:lnTo>
                <a:lnTo>
                  <a:pt x="8159" y="2148"/>
                </a:lnTo>
                <a:lnTo>
                  <a:pt x="8158" y="2147"/>
                </a:lnTo>
                <a:lnTo>
                  <a:pt x="8157" y="2147"/>
                </a:lnTo>
                <a:lnTo>
                  <a:pt x="8156" y="2146"/>
                </a:lnTo>
                <a:lnTo>
                  <a:pt x="8155" y="2146"/>
                </a:lnTo>
                <a:lnTo>
                  <a:pt x="8155" y="2145"/>
                </a:lnTo>
                <a:lnTo>
                  <a:pt x="8154" y="2145"/>
                </a:lnTo>
                <a:lnTo>
                  <a:pt x="8153" y="2145"/>
                </a:lnTo>
                <a:lnTo>
                  <a:pt x="8152" y="2144"/>
                </a:lnTo>
                <a:lnTo>
                  <a:pt x="8151" y="2144"/>
                </a:lnTo>
                <a:lnTo>
                  <a:pt x="8151" y="2143"/>
                </a:lnTo>
                <a:lnTo>
                  <a:pt x="8150" y="2143"/>
                </a:lnTo>
                <a:lnTo>
                  <a:pt x="8149" y="2143"/>
                </a:lnTo>
                <a:lnTo>
                  <a:pt x="8149" y="2142"/>
                </a:lnTo>
                <a:lnTo>
                  <a:pt x="8148" y="2142"/>
                </a:lnTo>
                <a:lnTo>
                  <a:pt x="8147" y="2142"/>
                </a:lnTo>
                <a:lnTo>
                  <a:pt x="8146" y="2141"/>
                </a:lnTo>
                <a:lnTo>
                  <a:pt x="8145" y="2141"/>
                </a:lnTo>
                <a:lnTo>
                  <a:pt x="8145" y="2140"/>
                </a:lnTo>
                <a:lnTo>
                  <a:pt x="8144" y="2140"/>
                </a:lnTo>
                <a:lnTo>
                  <a:pt x="8143" y="2139"/>
                </a:lnTo>
                <a:lnTo>
                  <a:pt x="8142" y="2139"/>
                </a:lnTo>
                <a:lnTo>
                  <a:pt x="8141" y="2139"/>
                </a:lnTo>
                <a:lnTo>
                  <a:pt x="8141" y="2138"/>
                </a:lnTo>
                <a:lnTo>
                  <a:pt x="8140" y="2138"/>
                </a:lnTo>
                <a:lnTo>
                  <a:pt x="8139" y="2138"/>
                </a:lnTo>
                <a:lnTo>
                  <a:pt x="8139" y="2137"/>
                </a:lnTo>
                <a:lnTo>
                  <a:pt x="8138" y="2137"/>
                </a:lnTo>
                <a:lnTo>
                  <a:pt x="8137" y="2136"/>
                </a:lnTo>
                <a:lnTo>
                  <a:pt x="8136" y="2136"/>
                </a:lnTo>
                <a:lnTo>
                  <a:pt x="8135" y="2135"/>
                </a:lnTo>
                <a:lnTo>
                  <a:pt x="8134" y="2135"/>
                </a:lnTo>
                <a:lnTo>
                  <a:pt x="8133" y="2134"/>
                </a:lnTo>
                <a:lnTo>
                  <a:pt x="8132" y="2134"/>
                </a:lnTo>
                <a:lnTo>
                  <a:pt x="8131" y="2133"/>
                </a:lnTo>
                <a:lnTo>
                  <a:pt x="8130" y="2133"/>
                </a:lnTo>
                <a:lnTo>
                  <a:pt x="8129" y="2132"/>
                </a:lnTo>
                <a:lnTo>
                  <a:pt x="8128" y="2132"/>
                </a:lnTo>
                <a:lnTo>
                  <a:pt x="8127" y="2131"/>
                </a:lnTo>
                <a:lnTo>
                  <a:pt x="8126" y="2131"/>
                </a:lnTo>
                <a:lnTo>
                  <a:pt x="8125" y="2130"/>
                </a:lnTo>
                <a:lnTo>
                  <a:pt x="8124" y="2130"/>
                </a:lnTo>
                <a:lnTo>
                  <a:pt x="8124" y="2129"/>
                </a:lnTo>
                <a:lnTo>
                  <a:pt x="8123" y="2129"/>
                </a:lnTo>
                <a:lnTo>
                  <a:pt x="8122" y="2129"/>
                </a:lnTo>
                <a:lnTo>
                  <a:pt x="8121" y="2128"/>
                </a:lnTo>
                <a:lnTo>
                  <a:pt x="8120" y="2128"/>
                </a:lnTo>
                <a:lnTo>
                  <a:pt x="8119" y="2127"/>
                </a:lnTo>
                <a:lnTo>
                  <a:pt x="8118" y="2127"/>
                </a:lnTo>
                <a:lnTo>
                  <a:pt x="8118" y="2126"/>
                </a:lnTo>
                <a:lnTo>
                  <a:pt x="8117" y="2126"/>
                </a:lnTo>
                <a:lnTo>
                  <a:pt x="8116" y="2126"/>
                </a:lnTo>
                <a:lnTo>
                  <a:pt x="8115" y="2125"/>
                </a:lnTo>
                <a:lnTo>
                  <a:pt x="8114" y="2125"/>
                </a:lnTo>
                <a:lnTo>
                  <a:pt x="8114" y="2124"/>
                </a:lnTo>
                <a:lnTo>
                  <a:pt x="8113" y="2124"/>
                </a:lnTo>
                <a:lnTo>
                  <a:pt x="8112" y="2124"/>
                </a:lnTo>
                <a:lnTo>
                  <a:pt x="8112" y="2123"/>
                </a:lnTo>
                <a:lnTo>
                  <a:pt x="8111" y="2123"/>
                </a:lnTo>
                <a:lnTo>
                  <a:pt x="8110" y="2123"/>
                </a:lnTo>
                <a:lnTo>
                  <a:pt x="8109" y="2122"/>
                </a:lnTo>
                <a:lnTo>
                  <a:pt x="8108" y="2122"/>
                </a:lnTo>
                <a:lnTo>
                  <a:pt x="8108" y="2121"/>
                </a:lnTo>
                <a:lnTo>
                  <a:pt x="8107" y="2121"/>
                </a:lnTo>
                <a:lnTo>
                  <a:pt x="8106" y="2120"/>
                </a:lnTo>
                <a:lnTo>
                  <a:pt x="8105" y="2120"/>
                </a:lnTo>
                <a:lnTo>
                  <a:pt x="8104" y="2119"/>
                </a:lnTo>
                <a:lnTo>
                  <a:pt x="8103" y="2119"/>
                </a:lnTo>
                <a:lnTo>
                  <a:pt x="8102" y="2119"/>
                </a:lnTo>
                <a:lnTo>
                  <a:pt x="8102" y="2118"/>
                </a:lnTo>
                <a:lnTo>
                  <a:pt x="8101" y="2118"/>
                </a:lnTo>
                <a:lnTo>
                  <a:pt x="8100" y="2117"/>
                </a:lnTo>
                <a:lnTo>
                  <a:pt x="8099" y="2117"/>
                </a:lnTo>
                <a:lnTo>
                  <a:pt x="8098" y="2116"/>
                </a:lnTo>
                <a:lnTo>
                  <a:pt x="8097" y="2116"/>
                </a:lnTo>
                <a:lnTo>
                  <a:pt x="8096" y="2115"/>
                </a:lnTo>
                <a:lnTo>
                  <a:pt x="8095" y="2115"/>
                </a:lnTo>
                <a:lnTo>
                  <a:pt x="8094" y="2114"/>
                </a:lnTo>
                <a:lnTo>
                  <a:pt x="8093" y="2114"/>
                </a:lnTo>
                <a:lnTo>
                  <a:pt x="8092" y="2113"/>
                </a:lnTo>
                <a:lnTo>
                  <a:pt x="8091" y="2113"/>
                </a:lnTo>
                <a:lnTo>
                  <a:pt x="8090" y="2112"/>
                </a:lnTo>
                <a:lnTo>
                  <a:pt x="8089" y="2112"/>
                </a:lnTo>
                <a:lnTo>
                  <a:pt x="8088" y="2111"/>
                </a:lnTo>
                <a:lnTo>
                  <a:pt x="8087" y="2111"/>
                </a:lnTo>
                <a:lnTo>
                  <a:pt x="8087" y="2110"/>
                </a:lnTo>
                <a:lnTo>
                  <a:pt x="8086" y="2110"/>
                </a:lnTo>
                <a:lnTo>
                  <a:pt x="8085" y="2110"/>
                </a:lnTo>
                <a:lnTo>
                  <a:pt x="8084" y="2109"/>
                </a:lnTo>
                <a:lnTo>
                  <a:pt x="8083" y="2109"/>
                </a:lnTo>
                <a:lnTo>
                  <a:pt x="8082" y="2108"/>
                </a:lnTo>
                <a:lnTo>
                  <a:pt x="8081" y="2108"/>
                </a:lnTo>
                <a:lnTo>
                  <a:pt x="8081" y="2107"/>
                </a:lnTo>
                <a:lnTo>
                  <a:pt x="8080" y="2107"/>
                </a:lnTo>
                <a:lnTo>
                  <a:pt x="8079" y="2107"/>
                </a:lnTo>
                <a:lnTo>
                  <a:pt x="8079" y="2106"/>
                </a:lnTo>
                <a:lnTo>
                  <a:pt x="8078" y="2106"/>
                </a:lnTo>
                <a:lnTo>
                  <a:pt x="8077" y="2106"/>
                </a:lnTo>
                <a:lnTo>
                  <a:pt x="8077" y="2105"/>
                </a:lnTo>
                <a:lnTo>
                  <a:pt x="8076" y="2105"/>
                </a:lnTo>
                <a:lnTo>
                  <a:pt x="8075" y="2105"/>
                </a:lnTo>
                <a:lnTo>
                  <a:pt x="8075" y="2104"/>
                </a:lnTo>
                <a:lnTo>
                  <a:pt x="8074" y="2104"/>
                </a:lnTo>
                <a:lnTo>
                  <a:pt x="8073" y="2103"/>
                </a:lnTo>
                <a:lnTo>
                  <a:pt x="8072" y="2103"/>
                </a:lnTo>
                <a:lnTo>
                  <a:pt x="8071" y="2103"/>
                </a:lnTo>
                <a:lnTo>
                  <a:pt x="8071" y="2102"/>
                </a:lnTo>
                <a:lnTo>
                  <a:pt x="8070" y="2102"/>
                </a:lnTo>
                <a:lnTo>
                  <a:pt x="8069" y="2101"/>
                </a:lnTo>
                <a:lnTo>
                  <a:pt x="8068" y="2101"/>
                </a:lnTo>
                <a:lnTo>
                  <a:pt x="8067" y="2100"/>
                </a:lnTo>
                <a:lnTo>
                  <a:pt x="8066" y="2100"/>
                </a:lnTo>
                <a:lnTo>
                  <a:pt x="8065" y="2100"/>
                </a:lnTo>
                <a:lnTo>
                  <a:pt x="8065" y="2099"/>
                </a:lnTo>
                <a:lnTo>
                  <a:pt x="8064" y="2099"/>
                </a:lnTo>
                <a:lnTo>
                  <a:pt x="8063" y="2098"/>
                </a:lnTo>
                <a:lnTo>
                  <a:pt x="8062" y="2098"/>
                </a:lnTo>
                <a:lnTo>
                  <a:pt x="8061" y="2097"/>
                </a:lnTo>
                <a:lnTo>
                  <a:pt x="8060" y="2097"/>
                </a:lnTo>
                <a:lnTo>
                  <a:pt x="8059" y="2096"/>
                </a:lnTo>
                <a:lnTo>
                  <a:pt x="8058" y="2096"/>
                </a:lnTo>
                <a:lnTo>
                  <a:pt x="8057" y="2095"/>
                </a:lnTo>
                <a:lnTo>
                  <a:pt x="8056" y="2095"/>
                </a:lnTo>
                <a:lnTo>
                  <a:pt x="8055" y="2094"/>
                </a:lnTo>
                <a:lnTo>
                  <a:pt x="8054" y="2094"/>
                </a:lnTo>
                <a:lnTo>
                  <a:pt x="8054" y="2093"/>
                </a:lnTo>
                <a:lnTo>
                  <a:pt x="8053" y="2093"/>
                </a:lnTo>
                <a:lnTo>
                  <a:pt x="8052" y="2093"/>
                </a:lnTo>
                <a:lnTo>
                  <a:pt x="8051" y="2092"/>
                </a:lnTo>
                <a:lnTo>
                  <a:pt x="8050" y="2092"/>
                </a:lnTo>
                <a:lnTo>
                  <a:pt x="8050" y="2091"/>
                </a:lnTo>
                <a:lnTo>
                  <a:pt x="8049" y="2091"/>
                </a:lnTo>
                <a:lnTo>
                  <a:pt x="8048" y="2091"/>
                </a:lnTo>
                <a:lnTo>
                  <a:pt x="8048" y="2090"/>
                </a:lnTo>
                <a:lnTo>
                  <a:pt x="8047" y="2090"/>
                </a:lnTo>
                <a:lnTo>
                  <a:pt x="8046" y="2090"/>
                </a:lnTo>
                <a:lnTo>
                  <a:pt x="8045" y="2089"/>
                </a:lnTo>
                <a:lnTo>
                  <a:pt x="8044" y="2089"/>
                </a:lnTo>
                <a:lnTo>
                  <a:pt x="8044" y="2088"/>
                </a:lnTo>
                <a:lnTo>
                  <a:pt x="8043" y="2088"/>
                </a:lnTo>
                <a:lnTo>
                  <a:pt x="8042" y="2088"/>
                </a:lnTo>
                <a:lnTo>
                  <a:pt x="8042" y="2087"/>
                </a:lnTo>
                <a:lnTo>
                  <a:pt x="8041" y="2087"/>
                </a:lnTo>
                <a:lnTo>
                  <a:pt x="8040" y="2087"/>
                </a:lnTo>
                <a:lnTo>
                  <a:pt x="8040" y="2086"/>
                </a:lnTo>
                <a:lnTo>
                  <a:pt x="8039" y="2086"/>
                </a:lnTo>
                <a:lnTo>
                  <a:pt x="8038" y="2086"/>
                </a:lnTo>
                <a:lnTo>
                  <a:pt x="8038" y="2085"/>
                </a:lnTo>
                <a:lnTo>
                  <a:pt x="8037" y="2085"/>
                </a:lnTo>
                <a:lnTo>
                  <a:pt x="8036" y="2084"/>
                </a:lnTo>
                <a:lnTo>
                  <a:pt x="8035" y="2084"/>
                </a:lnTo>
                <a:lnTo>
                  <a:pt x="8034" y="2084"/>
                </a:lnTo>
                <a:lnTo>
                  <a:pt x="8034" y="2083"/>
                </a:lnTo>
                <a:lnTo>
                  <a:pt x="8033" y="2083"/>
                </a:lnTo>
                <a:lnTo>
                  <a:pt x="8032" y="2083"/>
                </a:lnTo>
                <a:lnTo>
                  <a:pt x="8032" y="2082"/>
                </a:lnTo>
                <a:lnTo>
                  <a:pt x="8031" y="2082"/>
                </a:lnTo>
                <a:lnTo>
                  <a:pt x="8030" y="2081"/>
                </a:lnTo>
                <a:lnTo>
                  <a:pt x="8029" y="2081"/>
                </a:lnTo>
                <a:lnTo>
                  <a:pt x="8028" y="2080"/>
                </a:lnTo>
                <a:lnTo>
                  <a:pt x="8027" y="2080"/>
                </a:lnTo>
                <a:lnTo>
                  <a:pt x="8026" y="2079"/>
                </a:lnTo>
                <a:lnTo>
                  <a:pt x="8025" y="2079"/>
                </a:lnTo>
                <a:lnTo>
                  <a:pt x="8024" y="2078"/>
                </a:lnTo>
                <a:lnTo>
                  <a:pt x="8023" y="2078"/>
                </a:lnTo>
                <a:lnTo>
                  <a:pt x="8022" y="2077"/>
                </a:lnTo>
                <a:lnTo>
                  <a:pt x="8021" y="2077"/>
                </a:lnTo>
                <a:lnTo>
                  <a:pt x="8020" y="2076"/>
                </a:lnTo>
                <a:lnTo>
                  <a:pt x="8019" y="2076"/>
                </a:lnTo>
                <a:lnTo>
                  <a:pt x="8018" y="2075"/>
                </a:lnTo>
                <a:lnTo>
                  <a:pt x="8017" y="2075"/>
                </a:lnTo>
                <a:lnTo>
                  <a:pt x="8017" y="2074"/>
                </a:lnTo>
                <a:lnTo>
                  <a:pt x="8016" y="2074"/>
                </a:lnTo>
                <a:lnTo>
                  <a:pt x="8015" y="2074"/>
                </a:lnTo>
                <a:lnTo>
                  <a:pt x="8014" y="2073"/>
                </a:lnTo>
                <a:lnTo>
                  <a:pt x="8013" y="2073"/>
                </a:lnTo>
                <a:lnTo>
                  <a:pt x="8012" y="2072"/>
                </a:lnTo>
                <a:lnTo>
                  <a:pt x="8011" y="2072"/>
                </a:lnTo>
                <a:lnTo>
                  <a:pt x="8011" y="2071"/>
                </a:lnTo>
                <a:lnTo>
                  <a:pt x="8010" y="2071"/>
                </a:lnTo>
                <a:lnTo>
                  <a:pt x="8009" y="2071"/>
                </a:lnTo>
                <a:lnTo>
                  <a:pt x="8008" y="2070"/>
                </a:lnTo>
                <a:lnTo>
                  <a:pt x="8007" y="2070"/>
                </a:lnTo>
                <a:lnTo>
                  <a:pt x="8007" y="2069"/>
                </a:lnTo>
                <a:lnTo>
                  <a:pt x="8006" y="2069"/>
                </a:lnTo>
                <a:lnTo>
                  <a:pt x="8005" y="2069"/>
                </a:lnTo>
                <a:lnTo>
                  <a:pt x="8005" y="2068"/>
                </a:lnTo>
                <a:lnTo>
                  <a:pt x="8004" y="2068"/>
                </a:lnTo>
                <a:lnTo>
                  <a:pt x="8003" y="2067"/>
                </a:lnTo>
                <a:lnTo>
                  <a:pt x="8002" y="2067"/>
                </a:lnTo>
                <a:lnTo>
                  <a:pt x="8001" y="2067"/>
                </a:lnTo>
                <a:lnTo>
                  <a:pt x="8001" y="2066"/>
                </a:lnTo>
                <a:lnTo>
                  <a:pt x="8000" y="2066"/>
                </a:lnTo>
                <a:lnTo>
                  <a:pt x="7999" y="2065"/>
                </a:lnTo>
                <a:lnTo>
                  <a:pt x="7998" y="2065"/>
                </a:lnTo>
                <a:lnTo>
                  <a:pt x="7997" y="2064"/>
                </a:lnTo>
                <a:lnTo>
                  <a:pt x="7996" y="2064"/>
                </a:lnTo>
                <a:lnTo>
                  <a:pt x="7995" y="2064"/>
                </a:lnTo>
                <a:lnTo>
                  <a:pt x="7995" y="2063"/>
                </a:lnTo>
                <a:lnTo>
                  <a:pt x="7994" y="2063"/>
                </a:lnTo>
                <a:lnTo>
                  <a:pt x="7993" y="2062"/>
                </a:lnTo>
                <a:lnTo>
                  <a:pt x="7992" y="2062"/>
                </a:lnTo>
                <a:lnTo>
                  <a:pt x="7991" y="2061"/>
                </a:lnTo>
                <a:lnTo>
                  <a:pt x="7990" y="2061"/>
                </a:lnTo>
                <a:lnTo>
                  <a:pt x="7989" y="2060"/>
                </a:lnTo>
                <a:lnTo>
                  <a:pt x="7988" y="2060"/>
                </a:lnTo>
                <a:lnTo>
                  <a:pt x="7987" y="2059"/>
                </a:lnTo>
                <a:lnTo>
                  <a:pt x="7986" y="2059"/>
                </a:lnTo>
                <a:lnTo>
                  <a:pt x="7985" y="2058"/>
                </a:lnTo>
                <a:lnTo>
                  <a:pt x="7984" y="2058"/>
                </a:lnTo>
                <a:lnTo>
                  <a:pt x="7983" y="2057"/>
                </a:lnTo>
                <a:lnTo>
                  <a:pt x="7982" y="2057"/>
                </a:lnTo>
                <a:lnTo>
                  <a:pt x="7981" y="2056"/>
                </a:lnTo>
                <a:lnTo>
                  <a:pt x="7980" y="2056"/>
                </a:lnTo>
                <a:lnTo>
                  <a:pt x="7980" y="2055"/>
                </a:lnTo>
                <a:lnTo>
                  <a:pt x="7979" y="2055"/>
                </a:lnTo>
                <a:lnTo>
                  <a:pt x="7978" y="2055"/>
                </a:lnTo>
                <a:lnTo>
                  <a:pt x="7978" y="2054"/>
                </a:lnTo>
                <a:lnTo>
                  <a:pt x="7977" y="2054"/>
                </a:lnTo>
                <a:lnTo>
                  <a:pt x="7976" y="2054"/>
                </a:lnTo>
                <a:lnTo>
                  <a:pt x="7975" y="2053"/>
                </a:lnTo>
                <a:lnTo>
                  <a:pt x="7974" y="2053"/>
                </a:lnTo>
                <a:lnTo>
                  <a:pt x="7974" y="2052"/>
                </a:lnTo>
                <a:lnTo>
                  <a:pt x="7973" y="2052"/>
                </a:lnTo>
                <a:lnTo>
                  <a:pt x="7972" y="2051"/>
                </a:lnTo>
                <a:lnTo>
                  <a:pt x="7971" y="2051"/>
                </a:lnTo>
                <a:lnTo>
                  <a:pt x="7970" y="2051"/>
                </a:lnTo>
                <a:lnTo>
                  <a:pt x="7970" y="2050"/>
                </a:lnTo>
                <a:lnTo>
                  <a:pt x="7969" y="2050"/>
                </a:lnTo>
                <a:lnTo>
                  <a:pt x="7968" y="2050"/>
                </a:lnTo>
                <a:lnTo>
                  <a:pt x="7968" y="2049"/>
                </a:lnTo>
                <a:lnTo>
                  <a:pt x="7967" y="2049"/>
                </a:lnTo>
                <a:lnTo>
                  <a:pt x="7966" y="2048"/>
                </a:lnTo>
                <a:lnTo>
                  <a:pt x="7965" y="2048"/>
                </a:lnTo>
                <a:lnTo>
                  <a:pt x="7964" y="2048"/>
                </a:lnTo>
                <a:lnTo>
                  <a:pt x="7964" y="2047"/>
                </a:lnTo>
                <a:lnTo>
                  <a:pt x="7963" y="2047"/>
                </a:lnTo>
                <a:lnTo>
                  <a:pt x="7962" y="2046"/>
                </a:lnTo>
                <a:lnTo>
                  <a:pt x="7961" y="2046"/>
                </a:lnTo>
                <a:lnTo>
                  <a:pt x="7960" y="2045"/>
                </a:lnTo>
                <a:lnTo>
                  <a:pt x="7959" y="2045"/>
                </a:lnTo>
                <a:lnTo>
                  <a:pt x="7958" y="2045"/>
                </a:lnTo>
                <a:lnTo>
                  <a:pt x="7958" y="2044"/>
                </a:lnTo>
                <a:lnTo>
                  <a:pt x="7957" y="2044"/>
                </a:lnTo>
                <a:lnTo>
                  <a:pt x="7956" y="2043"/>
                </a:lnTo>
                <a:lnTo>
                  <a:pt x="7955" y="2043"/>
                </a:lnTo>
                <a:lnTo>
                  <a:pt x="7954" y="2042"/>
                </a:lnTo>
                <a:lnTo>
                  <a:pt x="7953" y="2042"/>
                </a:lnTo>
                <a:lnTo>
                  <a:pt x="7953" y="2041"/>
                </a:lnTo>
                <a:lnTo>
                  <a:pt x="7952" y="2041"/>
                </a:lnTo>
                <a:lnTo>
                  <a:pt x="7951" y="2041"/>
                </a:lnTo>
                <a:lnTo>
                  <a:pt x="7950" y="2040"/>
                </a:lnTo>
                <a:lnTo>
                  <a:pt x="7949" y="2040"/>
                </a:lnTo>
                <a:lnTo>
                  <a:pt x="7948" y="2039"/>
                </a:lnTo>
                <a:lnTo>
                  <a:pt x="7947" y="2039"/>
                </a:lnTo>
                <a:lnTo>
                  <a:pt x="7947" y="2038"/>
                </a:lnTo>
                <a:lnTo>
                  <a:pt x="7946" y="2038"/>
                </a:lnTo>
                <a:lnTo>
                  <a:pt x="7945" y="2038"/>
                </a:lnTo>
                <a:lnTo>
                  <a:pt x="7944" y="2037"/>
                </a:lnTo>
                <a:lnTo>
                  <a:pt x="7943" y="2037"/>
                </a:lnTo>
                <a:lnTo>
                  <a:pt x="7943" y="2036"/>
                </a:lnTo>
                <a:lnTo>
                  <a:pt x="7942" y="2036"/>
                </a:lnTo>
                <a:lnTo>
                  <a:pt x="7941" y="2036"/>
                </a:lnTo>
                <a:lnTo>
                  <a:pt x="7941" y="2035"/>
                </a:lnTo>
                <a:lnTo>
                  <a:pt x="7940" y="2035"/>
                </a:lnTo>
                <a:lnTo>
                  <a:pt x="7939" y="2035"/>
                </a:lnTo>
                <a:lnTo>
                  <a:pt x="7938" y="2034"/>
                </a:lnTo>
                <a:lnTo>
                  <a:pt x="7937" y="2034"/>
                </a:lnTo>
                <a:lnTo>
                  <a:pt x="7937" y="2033"/>
                </a:lnTo>
                <a:lnTo>
                  <a:pt x="7936" y="2033"/>
                </a:lnTo>
                <a:lnTo>
                  <a:pt x="7935" y="2032"/>
                </a:lnTo>
                <a:lnTo>
                  <a:pt x="7934" y="2032"/>
                </a:lnTo>
                <a:lnTo>
                  <a:pt x="7933" y="2032"/>
                </a:lnTo>
                <a:lnTo>
                  <a:pt x="7933" y="2031"/>
                </a:lnTo>
                <a:lnTo>
                  <a:pt x="7932" y="2031"/>
                </a:lnTo>
                <a:lnTo>
                  <a:pt x="7931" y="2031"/>
                </a:lnTo>
                <a:lnTo>
                  <a:pt x="7931" y="2030"/>
                </a:lnTo>
                <a:lnTo>
                  <a:pt x="7930" y="2030"/>
                </a:lnTo>
                <a:lnTo>
                  <a:pt x="7929" y="2029"/>
                </a:lnTo>
                <a:lnTo>
                  <a:pt x="7928" y="2029"/>
                </a:lnTo>
                <a:lnTo>
                  <a:pt x="7927" y="2028"/>
                </a:lnTo>
                <a:lnTo>
                  <a:pt x="7926" y="2028"/>
                </a:lnTo>
                <a:lnTo>
                  <a:pt x="7925" y="2027"/>
                </a:lnTo>
                <a:lnTo>
                  <a:pt x="7924" y="2027"/>
                </a:lnTo>
                <a:lnTo>
                  <a:pt x="7923" y="2026"/>
                </a:lnTo>
                <a:lnTo>
                  <a:pt x="7922" y="2026"/>
                </a:lnTo>
                <a:lnTo>
                  <a:pt x="7921" y="2025"/>
                </a:lnTo>
                <a:lnTo>
                  <a:pt x="7920" y="2025"/>
                </a:lnTo>
                <a:lnTo>
                  <a:pt x="7919" y="2024"/>
                </a:lnTo>
                <a:lnTo>
                  <a:pt x="7918" y="2024"/>
                </a:lnTo>
                <a:lnTo>
                  <a:pt x="7917" y="2023"/>
                </a:lnTo>
                <a:lnTo>
                  <a:pt x="7916" y="2023"/>
                </a:lnTo>
                <a:lnTo>
                  <a:pt x="7916" y="2022"/>
                </a:lnTo>
                <a:lnTo>
                  <a:pt x="7915" y="2022"/>
                </a:lnTo>
                <a:lnTo>
                  <a:pt x="7914" y="2022"/>
                </a:lnTo>
                <a:lnTo>
                  <a:pt x="7913" y="2021"/>
                </a:lnTo>
                <a:lnTo>
                  <a:pt x="7912" y="2021"/>
                </a:lnTo>
                <a:lnTo>
                  <a:pt x="7911" y="2020"/>
                </a:lnTo>
                <a:lnTo>
                  <a:pt x="7910" y="2020"/>
                </a:lnTo>
                <a:lnTo>
                  <a:pt x="7910" y="2019"/>
                </a:lnTo>
                <a:lnTo>
                  <a:pt x="7909" y="2019"/>
                </a:lnTo>
                <a:lnTo>
                  <a:pt x="7908" y="2019"/>
                </a:lnTo>
                <a:lnTo>
                  <a:pt x="7907" y="2018"/>
                </a:lnTo>
                <a:lnTo>
                  <a:pt x="7906" y="2018"/>
                </a:lnTo>
                <a:lnTo>
                  <a:pt x="7906" y="2017"/>
                </a:lnTo>
                <a:lnTo>
                  <a:pt x="7905" y="2017"/>
                </a:lnTo>
                <a:lnTo>
                  <a:pt x="7904" y="2017"/>
                </a:lnTo>
                <a:lnTo>
                  <a:pt x="7904" y="2016"/>
                </a:lnTo>
                <a:lnTo>
                  <a:pt x="7903" y="2016"/>
                </a:lnTo>
                <a:lnTo>
                  <a:pt x="7902" y="2015"/>
                </a:lnTo>
                <a:lnTo>
                  <a:pt x="7901" y="2015"/>
                </a:lnTo>
                <a:lnTo>
                  <a:pt x="7900" y="2015"/>
                </a:lnTo>
                <a:lnTo>
                  <a:pt x="7900" y="2014"/>
                </a:lnTo>
                <a:lnTo>
                  <a:pt x="7899" y="2014"/>
                </a:lnTo>
                <a:lnTo>
                  <a:pt x="7898" y="2014"/>
                </a:lnTo>
                <a:lnTo>
                  <a:pt x="7898" y="2013"/>
                </a:lnTo>
                <a:lnTo>
                  <a:pt x="7897" y="2013"/>
                </a:lnTo>
                <a:lnTo>
                  <a:pt x="7896" y="2012"/>
                </a:lnTo>
                <a:lnTo>
                  <a:pt x="7895" y="2012"/>
                </a:lnTo>
                <a:lnTo>
                  <a:pt x="7894" y="2012"/>
                </a:lnTo>
                <a:lnTo>
                  <a:pt x="7894" y="2011"/>
                </a:lnTo>
                <a:lnTo>
                  <a:pt x="7893" y="2011"/>
                </a:lnTo>
                <a:lnTo>
                  <a:pt x="7892" y="2010"/>
                </a:lnTo>
                <a:lnTo>
                  <a:pt x="7891" y="2010"/>
                </a:lnTo>
                <a:lnTo>
                  <a:pt x="7890" y="2009"/>
                </a:lnTo>
                <a:lnTo>
                  <a:pt x="7889" y="2009"/>
                </a:lnTo>
                <a:lnTo>
                  <a:pt x="7888" y="2009"/>
                </a:lnTo>
                <a:lnTo>
                  <a:pt x="7888" y="2008"/>
                </a:lnTo>
                <a:lnTo>
                  <a:pt x="7887" y="2008"/>
                </a:lnTo>
                <a:lnTo>
                  <a:pt x="7886" y="2007"/>
                </a:lnTo>
                <a:lnTo>
                  <a:pt x="7885" y="2007"/>
                </a:lnTo>
                <a:lnTo>
                  <a:pt x="7884" y="2006"/>
                </a:lnTo>
                <a:lnTo>
                  <a:pt x="7883" y="2006"/>
                </a:lnTo>
                <a:lnTo>
                  <a:pt x="7882" y="2005"/>
                </a:lnTo>
                <a:lnTo>
                  <a:pt x="7881" y="2005"/>
                </a:lnTo>
                <a:lnTo>
                  <a:pt x="7880" y="2004"/>
                </a:lnTo>
                <a:lnTo>
                  <a:pt x="7879" y="2004"/>
                </a:lnTo>
                <a:lnTo>
                  <a:pt x="7879" y="2003"/>
                </a:lnTo>
                <a:lnTo>
                  <a:pt x="7878" y="2003"/>
                </a:lnTo>
                <a:lnTo>
                  <a:pt x="7877" y="2003"/>
                </a:lnTo>
                <a:lnTo>
                  <a:pt x="7877" y="2002"/>
                </a:lnTo>
                <a:lnTo>
                  <a:pt x="7876" y="2002"/>
                </a:lnTo>
                <a:lnTo>
                  <a:pt x="7875" y="2002"/>
                </a:lnTo>
                <a:lnTo>
                  <a:pt x="7874" y="2001"/>
                </a:lnTo>
                <a:lnTo>
                  <a:pt x="7873" y="2001"/>
                </a:lnTo>
                <a:lnTo>
                  <a:pt x="7873" y="2000"/>
                </a:lnTo>
                <a:lnTo>
                  <a:pt x="7872" y="2000"/>
                </a:lnTo>
                <a:lnTo>
                  <a:pt x="7871" y="2000"/>
                </a:lnTo>
                <a:lnTo>
                  <a:pt x="7871" y="1999"/>
                </a:lnTo>
                <a:lnTo>
                  <a:pt x="7870" y="1999"/>
                </a:lnTo>
                <a:lnTo>
                  <a:pt x="7869" y="1999"/>
                </a:lnTo>
                <a:lnTo>
                  <a:pt x="7869" y="1998"/>
                </a:lnTo>
                <a:lnTo>
                  <a:pt x="7868" y="1998"/>
                </a:lnTo>
                <a:lnTo>
                  <a:pt x="7867" y="1998"/>
                </a:lnTo>
                <a:lnTo>
                  <a:pt x="7867" y="1997"/>
                </a:lnTo>
                <a:lnTo>
                  <a:pt x="7866" y="1997"/>
                </a:lnTo>
                <a:lnTo>
                  <a:pt x="7865" y="1996"/>
                </a:lnTo>
                <a:lnTo>
                  <a:pt x="7864" y="1996"/>
                </a:lnTo>
                <a:lnTo>
                  <a:pt x="7863" y="1996"/>
                </a:lnTo>
                <a:lnTo>
                  <a:pt x="7863" y="1995"/>
                </a:lnTo>
                <a:lnTo>
                  <a:pt x="7862" y="1995"/>
                </a:lnTo>
                <a:lnTo>
                  <a:pt x="7861" y="1995"/>
                </a:lnTo>
                <a:lnTo>
                  <a:pt x="7861" y="1994"/>
                </a:lnTo>
                <a:lnTo>
                  <a:pt x="7860" y="1994"/>
                </a:lnTo>
                <a:lnTo>
                  <a:pt x="7859" y="1993"/>
                </a:lnTo>
                <a:lnTo>
                  <a:pt x="7858" y="1993"/>
                </a:lnTo>
                <a:lnTo>
                  <a:pt x="7857" y="1993"/>
                </a:lnTo>
                <a:lnTo>
                  <a:pt x="7857" y="1992"/>
                </a:lnTo>
                <a:lnTo>
                  <a:pt x="7856" y="1992"/>
                </a:lnTo>
                <a:lnTo>
                  <a:pt x="7855" y="1991"/>
                </a:lnTo>
                <a:lnTo>
                  <a:pt x="7854" y="1991"/>
                </a:lnTo>
                <a:lnTo>
                  <a:pt x="7853" y="1990"/>
                </a:lnTo>
                <a:lnTo>
                  <a:pt x="7852" y="1990"/>
                </a:lnTo>
                <a:lnTo>
                  <a:pt x="7851" y="1989"/>
                </a:lnTo>
                <a:lnTo>
                  <a:pt x="7850" y="1989"/>
                </a:lnTo>
                <a:lnTo>
                  <a:pt x="7849" y="1988"/>
                </a:lnTo>
                <a:lnTo>
                  <a:pt x="7848" y="1988"/>
                </a:lnTo>
                <a:lnTo>
                  <a:pt x="7847" y="1987"/>
                </a:lnTo>
                <a:lnTo>
                  <a:pt x="7846" y="1987"/>
                </a:lnTo>
                <a:lnTo>
                  <a:pt x="7846" y="1986"/>
                </a:lnTo>
                <a:lnTo>
                  <a:pt x="7845" y="1986"/>
                </a:lnTo>
                <a:lnTo>
                  <a:pt x="7844" y="1986"/>
                </a:lnTo>
                <a:lnTo>
                  <a:pt x="7843" y="1985"/>
                </a:lnTo>
                <a:lnTo>
                  <a:pt x="7842" y="1985"/>
                </a:lnTo>
                <a:lnTo>
                  <a:pt x="7841" y="1984"/>
                </a:lnTo>
                <a:lnTo>
                  <a:pt x="7840" y="1984"/>
                </a:lnTo>
                <a:lnTo>
                  <a:pt x="7840" y="1983"/>
                </a:lnTo>
                <a:lnTo>
                  <a:pt x="7839" y="1983"/>
                </a:lnTo>
                <a:lnTo>
                  <a:pt x="7838" y="1983"/>
                </a:lnTo>
                <a:lnTo>
                  <a:pt x="7837" y="1982"/>
                </a:lnTo>
                <a:lnTo>
                  <a:pt x="7836" y="1982"/>
                </a:lnTo>
                <a:lnTo>
                  <a:pt x="7836" y="1981"/>
                </a:lnTo>
                <a:lnTo>
                  <a:pt x="7835" y="1981"/>
                </a:lnTo>
                <a:lnTo>
                  <a:pt x="7834" y="1981"/>
                </a:lnTo>
                <a:lnTo>
                  <a:pt x="7834" y="1980"/>
                </a:lnTo>
                <a:lnTo>
                  <a:pt x="7833" y="1980"/>
                </a:lnTo>
                <a:lnTo>
                  <a:pt x="7832" y="1980"/>
                </a:lnTo>
                <a:lnTo>
                  <a:pt x="7831" y="1979"/>
                </a:lnTo>
                <a:lnTo>
                  <a:pt x="7830" y="1979"/>
                </a:lnTo>
                <a:lnTo>
                  <a:pt x="7830" y="1978"/>
                </a:lnTo>
                <a:lnTo>
                  <a:pt x="7829" y="1978"/>
                </a:lnTo>
                <a:lnTo>
                  <a:pt x="7828" y="1977"/>
                </a:lnTo>
                <a:lnTo>
                  <a:pt x="7827" y="1977"/>
                </a:lnTo>
                <a:lnTo>
                  <a:pt x="7826" y="1976"/>
                </a:lnTo>
                <a:lnTo>
                  <a:pt x="7825" y="1976"/>
                </a:lnTo>
                <a:lnTo>
                  <a:pt x="7824" y="1976"/>
                </a:lnTo>
                <a:lnTo>
                  <a:pt x="7824" y="1975"/>
                </a:lnTo>
                <a:lnTo>
                  <a:pt x="7823" y="1975"/>
                </a:lnTo>
                <a:lnTo>
                  <a:pt x="7822" y="1974"/>
                </a:lnTo>
                <a:lnTo>
                  <a:pt x="7821" y="1974"/>
                </a:lnTo>
                <a:lnTo>
                  <a:pt x="7820" y="1973"/>
                </a:lnTo>
                <a:lnTo>
                  <a:pt x="7819" y="1973"/>
                </a:lnTo>
                <a:lnTo>
                  <a:pt x="7818" y="1972"/>
                </a:lnTo>
                <a:lnTo>
                  <a:pt x="7817" y="1972"/>
                </a:lnTo>
                <a:lnTo>
                  <a:pt x="7816" y="1971"/>
                </a:lnTo>
                <a:lnTo>
                  <a:pt x="7815" y="1971"/>
                </a:lnTo>
                <a:lnTo>
                  <a:pt x="7814" y="1970"/>
                </a:lnTo>
                <a:lnTo>
                  <a:pt x="7813" y="1970"/>
                </a:lnTo>
                <a:lnTo>
                  <a:pt x="7812" y="1969"/>
                </a:lnTo>
                <a:lnTo>
                  <a:pt x="7811" y="1969"/>
                </a:lnTo>
                <a:lnTo>
                  <a:pt x="7810" y="1968"/>
                </a:lnTo>
                <a:lnTo>
                  <a:pt x="7809" y="1968"/>
                </a:lnTo>
                <a:lnTo>
                  <a:pt x="7809" y="1967"/>
                </a:lnTo>
                <a:lnTo>
                  <a:pt x="7808" y="1967"/>
                </a:lnTo>
                <a:lnTo>
                  <a:pt x="7807" y="1967"/>
                </a:lnTo>
                <a:lnTo>
                  <a:pt x="7806" y="1966"/>
                </a:lnTo>
                <a:lnTo>
                  <a:pt x="7805" y="1966"/>
                </a:lnTo>
                <a:lnTo>
                  <a:pt x="7804" y="1965"/>
                </a:lnTo>
                <a:lnTo>
                  <a:pt x="7803" y="1965"/>
                </a:lnTo>
                <a:lnTo>
                  <a:pt x="7803" y="1964"/>
                </a:lnTo>
                <a:lnTo>
                  <a:pt x="7802" y="1964"/>
                </a:lnTo>
                <a:lnTo>
                  <a:pt x="7801" y="1964"/>
                </a:lnTo>
                <a:lnTo>
                  <a:pt x="7800" y="1963"/>
                </a:lnTo>
                <a:lnTo>
                  <a:pt x="7799" y="1963"/>
                </a:lnTo>
                <a:lnTo>
                  <a:pt x="7799" y="1962"/>
                </a:lnTo>
                <a:lnTo>
                  <a:pt x="7798" y="1962"/>
                </a:lnTo>
                <a:lnTo>
                  <a:pt x="7797" y="1962"/>
                </a:lnTo>
                <a:lnTo>
                  <a:pt x="7797" y="1961"/>
                </a:lnTo>
                <a:lnTo>
                  <a:pt x="7796" y="1961"/>
                </a:lnTo>
                <a:lnTo>
                  <a:pt x="7795" y="1960"/>
                </a:lnTo>
                <a:lnTo>
                  <a:pt x="7794" y="1960"/>
                </a:lnTo>
                <a:lnTo>
                  <a:pt x="7793" y="1960"/>
                </a:lnTo>
                <a:lnTo>
                  <a:pt x="7793" y="1959"/>
                </a:lnTo>
                <a:lnTo>
                  <a:pt x="7792" y="1959"/>
                </a:lnTo>
                <a:lnTo>
                  <a:pt x="7791" y="1958"/>
                </a:lnTo>
                <a:lnTo>
                  <a:pt x="7790" y="1958"/>
                </a:lnTo>
                <a:lnTo>
                  <a:pt x="7789" y="1957"/>
                </a:lnTo>
                <a:lnTo>
                  <a:pt x="7788" y="1957"/>
                </a:lnTo>
                <a:lnTo>
                  <a:pt x="7787" y="1957"/>
                </a:lnTo>
                <a:lnTo>
                  <a:pt x="7787" y="1956"/>
                </a:lnTo>
                <a:lnTo>
                  <a:pt x="7786" y="1956"/>
                </a:lnTo>
                <a:lnTo>
                  <a:pt x="7785" y="1955"/>
                </a:lnTo>
                <a:lnTo>
                  <a:pt x="7784" y="1955"/>
                </a:lnTo>
                <a:lnTo>
                  <a:pt x="7783" y="1954"/>
                </a:lnTo>
                <a:lnTo>
                  <a:pt x="7782" y="1954"/>
                </a:lnTo>
                <a:lnTo>
                  <a:pt x="7781" y="1953"/>
                </a:lnTo>
                <a:lnTo>
                  <a:pt x="7780" y="1953"/>
                </a:lnTo>
                <a:lnTo>
                  <a:pt x="7779" y="1952"/>
                </a:lnTo>
                <a:lnTo>
                  <a:pt x="7778" y="1952"/>
                </a:lnTo>
                <a:lnTo>
                  <a:pt x="7777" y="1951"/>
                </a:lnTo>
                <a:lnTo>
                  <a:pt x="7776" y="1951"/>
                </a:lnTo>
                <a:lnTo>
                  <a:pt x="7775" y="1950"/>
                </a:lnTo>
                <a:lnTo>
                  <a:pt x="7774" y="1950"/>
                </a:lnTo>
                <a:lnTo>
                  <a:pt x="7773" y="1949"/>
                </a:lnTo>
                <a:lnTo>
                  <a:pt x="7772" y="1949"/>
                </a:lnTo>
                <a:lnTo>
                  <a:pt x="7772" y="1948"/>
                </a:lnTo>
                <a:lnTo>
                  <a:pt x="7771" y="1948"/>
                </a:lnTo>
                <a:lnTo>
                  <a:pt x="7770" y="1948"/>
                </a:lnTo>
                <a:lnTo>
                  <a:pt x="7770" y="1947"/>
                </a:lnTo>
                <a:lnTo>
                  <a:pt x="7769" y="1947"/>
                </a:lnTo>
                <a:lnTo>
                  <a:pt x="7768" y="1947"/>
                </a:lnTo>
                <a:lnTo>
                  <a:pt x="7767" y="1946"/>
                </a:lnTo>
                <a:lnTo>
                  <a:pt x="7766" y="1946"/>
                </a:lnTo>
                <a:lnTo>
                  <a:pt x="7766" y="1945"/>
                </a:lnTo>
                <a:lnTo>
                  <a:pt x="7765" y="1945"/>
                </a:lnTo>
                <a:lnTo>
                  <a:pt x="7764" y="1945"/>
                </a:lnTo>
                <a:lnTo>
                  <a:pt x="7764" y="1944"/>
                </a:lnTo>
                <a:lnTo>
                  <a:pt x="7763" y="1944"/>
                </a:lnTo>
                <a:lnTo>
                  <a:pt x="7762" y="1944"/>
                </a:lnTo>
                <a:lnTo>
                  <a:pt x="7762" y="1943"/>
                </a:lnTo>
                <a:lnTo>
                  <a:pt x="7761" y="1943"/>
                </a:lnTo>
                <a:lnTo>
                  <a:pt x="7760" y="1943"/>
                </a:lnTo>
                <a:lnTo>
                  <a:pt x="7760" y="1942"/>
                </a:lnTo>
                <a:lnTo>
                  <a:pt x="7759" y="1942"/>
                </a:lnTo>
                <a:lnTo>
                  <a:pt x="7758" y="1941"/>
                </a:lnTo>
                <a:lnTo>
                  <a:pt x="7757" y="1941"/>
                </a:lnTo>
                <a:lnTo>
                  <a:pt x="7756" y="1941"/>
                </a:lnTo>
                <a:lnTo>
                  <a:pt x="7756" y="1940"/>
                </a:lnTo>
                <a:lnTo>
                  <a:pt x="7755" y="1940"/>
                </a:lnTo>
                <a:lnTo>
                  <a:pt x="7754" y="1939"/>
                </a:lnTo>
                <a:lnTo>
                  <a:pt x="7753" y="1939"/>
                </a:lnTo>
                <a:lnTo>
                  <a:pt x="7752" y="1938"/>
                </a:lnTo>
                <a:lnTo>
                  <a:pt x="7751" y="1938"/>
                </a:lnTo>
                <a:lnTo>
                  <a:pt x="7750" y="1938"/>
                </a:lnTo>
                <a:lnTo>
                  <a:pt x="7750" y="1937"/>
                </a:lnTo>
                <a:lnTo>
                  <a:pt x="7749" y="1937"/>
                </a:lnTo>
                <a:lnTo>
                  <a:pt x="7748" y="1936"/>
                </a:lnTo>
                <a:lnTo>
                  <a:pt x="7747" y="1936"/>
                </a:lnTo>
                <a:lnTo>
                  <a:pt x="7746" y="1935"/>
                </a:lnTo>
                <a:lnTo>
                  <a:pt x="7745" y="1935"/>
                </a:lnTo>
                <a:lnTo>
                  <a:pt x="7745" y="1934"/>
                </a:lnTo>
                <a:lnTo>
                  <a:pt x="7744" y="1934"/>
                </a:lnTo>
                <a:lnTo>
                  <a:pt x="7743" y="1934"/>
                </a:lnTo>
                <a:lnTo>
                  <a:pt x="7742" y="1933"/>
                </a:lnTo>
                <a:lnTo>
                  <a:pt x="7741" y="1933"/>
                </a:lnTo>
                <a:lnTo>
                  <a:pt x="7740" y="1932"/>
                </a:lnTo>
                <a:lnTo>
                  <a:pt x="7739" y="1932"/>
                </a:lnTo>
                <a:lnTo>
                  <a:pt x="7739" y="1931"/>
                </a:lnTo>
                <a:lnTo>
                  <a:pt x="7738" y="1931"/>
                </a:lnTo>
                <a:lnTo>
                  <a:pt x="7737" y="1931"/>
                </a:lnTo>
                <a:lnTo>
                  <a:pt x="7736" y="1930"/>
                </a:lnTo>
                <a:lnTo>
                  <a:pt x="7735" y="1930"/>
                </a:lnTo>
                <a:lnTo>
                  <a:pt x="7735" y="1929"/>
                </a:lnTo>
                <a:lnTo>
                  <a:pt x="7734" y="1929"/>
                </a:lnTo>
                <a:lnTo>
                  <a:pt x="7733" y="1929"/>
                </a:lnTo>
                <a:lnTo>
                  <a:pt x="7733" y="1928"/>
                </a:lnTo>
                <a:lnTo>
                  <a:pt x="7732" y="1928"/>
                </a:lnTo>
                <a:lnTo>
                  <a:pt x="7731" y="1928"/>
                </a:lnTo>
                <a:lnTo>
                  <a:pt x="7730" y="1927"/>
                </a:lnTo>
                <a:lnTo>
                  <a:pt x="7729" y="1927"/>
                </a:lnTo>
                <a:lnTo>
                  <a:pt x="7729" y="1926"/>
                </a:lnTo>
                <a:lnTo>
                  <a:pt x="7728" y="1926"/>
                </a:lnTo>
                <a:lnTo>
                  <a:pt x="7727" y="1926"/>
                </a:lnTo>
                <a:lnTo>
                  <a:pt x="7727" y="1925"/>
                </a:lnTo>
                <a:lnTo>
                  <a:pt x="7726" y="1925"/>
                </a:lnTo>
                <a:lnTo>
                  <a:pt x="7725" y="1925"/>
                </a:lnTo>
                <a:lnTo>
                  <a:pt x="7725" y="1924"/>
                </a:lnTo>
                <a:lnTo>
                  <a:pt x="7724" y="1924"/>
                </a:lnTo>
                <a:lnTo>
                  <a:pt x="7723" y="1924"/>
                </a:lnTo>
                <a:lnTo>
                  <a:pt x="7723" y="1923"/>
                </a:lnTo>
                <a:lnTo>
                  <a:pt x="7722" y="1923"/>
                </a:lnTo>
                <a:lnTo>
                  <a:pt x="7721" y="1922"/>
                </a:lnTo>
                <a:lnTo>
                  <a:pt x="7720" y="1922"/>
                </a:lnTo>
                <a:lnTo>
                  <a:pt x="7719" y="1921"/>
                </a:lnTo>
                <a:lnTo>
                  <a:pt x="7718" y="1921"/>
                </a:lnTo>
                <a:lnTo>
                  <a:pt x="7717" y="1921"/>
                </a:lnTo>
                <a:lnTo>
                  <a:pt x="7717" y="1920"/>
                </a:lnTo>
                <a:lnTo>
                  <a:pt x="7716" y="1920"/>
                </a:lnTo>
                <a:lnTo>
                  <a:pt x="7715" y="1919"/>
                </a:lnTo>
                <a:lnTo>
                  <a:pt x="7714" y="1919"/>
                </a:lnTo>
                <a:lnTo>
                  <a:pt x="7713" y="1918"/>
                </a:lnTo>
                <a:lnTo>
                  <a:pt x="7712" y="1918"/>
                </a:lnTo>
                <a:lnTo>
                  <a:pt x="7711" y="1917"/>
                </a:lnTo>
                <a:lnTo>
                  <a:pt x="7710" y="1917"/>
                </a:lnTo>
                <a:lnTo>
                  <a:pt x="7709" y="1916"/>
                </a:lnTo>
                <a:lnTo>
                  <a:pt x="7708" y="1916"/>
                </a:lnTo>
                <a:lnTo>
                  <a:pt x="7707" y="1915"/>
                </a:lnTo>
                <a:lnTo>
                  <a:pt x="7706" y="1915"/>
                </a:lnTo>
                <a:lnTo>
                  <a:pt x="7705" y="1914"/>
                </a:lnTo>
                <a:lnTo>
                  <a:pt x="7704" y="1914"/>
                </a:lnTo>
                <a:lnTo>
                  <a:pt x="7703" y="1913"/>
                </a:lnTo>
                <a:lnTo>
                  <a:pt x="7702" y="1913"/>
                </a:lnTo>
                <a:lnTo>
                  <a:pt x="7702" y="1912"/>
                </a:lnTo>
                <a:lnTo>
                  <a:pt x="7701" y="1912"/>
                </a:lnTo>
                <a:lnTo>
                  <a:pt x="7700" y="1912"/>
                </a:lnTo>
                <a:lnTo>
                  <a:pt x="7699" y="1911"/>
                </a:lnTo>
                <a:lnTo>
                  <a:pt x="7698" y="1911"/>
                </a:lnTo>
                <a:lnTo>
                  <a:pt x="7697" y="1910"/>
                </a:lnTo>
                <a:lnTo>
                  <a:pt x="7696" y="1910"/>
                </a:lnTo>
                <a:lnTo>
                  <a:pt x="7696" y="1909"/>
                </a:lnTo>
                <a:lnTo>
                  <a:pt x="7695" y="1909"/>
                </a:lnTo>
                <a:lnTo>
                  <a:pt x="7694" y="1908"/>
                </a:lnTo>
                <a:lnTo>
                  <a:pt x="7693" y="1908"/>
                </a:lnTo>
                <a:lnTo>
                  <a:pt x="7692" y="1908"/>
                </a:lnTo>
                <a:lnTo>
                  <a:pt x="7692" y="1907"/>
                </a:lnTo>
                <a:lnTo>
                  <a:pt x="7691" y="1907"/>
                </a:lnTo>
                <a:lnTo>
                  <a:pt x="7690" y="1907"/>
                </a:lnTo>
                <a:lnTo>
                  <a:pt x="7690" y="1906"/>
                </a:lnTo>
                <a:lnTo>
                  <a:pt x="7689" y="1906"/>
                </a:lnTo>
                <a:lnTo>
                  <a:pt x="7688" y="1905"/>
                </a:lnTo>
                <a:lnTo>
                  <a:pt x="7687" y="1905"/>
                </a:lnTo>
                <a:lnTo>
                  <a:pt x="7686" y="1905"/>
                </a:lnTo>
                <a:lnTo>
                  <a:pt x="7686" y="1904"/>
                </a:lnTo>
                <a:lnTo>
                  <a:pt x="7685" y="1904"/>
                </a:lnTo>
                <a:lnTo>
                  <a:pt x="7684" y="1903"/>
                </a:lnTo>
                <a:lnTo>
                  <a:pt x="7683" y="1903"/>
                </a:lnTo>
                <a:lnTo>
                  <a:pt x="7682" y="1902"/>
                </a:lnTo>
                <a:lnTo>
                  <a:pt x="7681" y="1902"/>
                </a:lnTo>
                <a:lnTo>
                  <a:pt x="7680" y="1902"/>
                </a:lnTo>
                <a:lnTo>
                  <a:pt x="7680" y="1901"/>
                </a:lnTo>
                <a:lnTo>
                  <a:pt x="7679" y="1901"/>
                </a:lnTo>
                <a:lnTo>
                  <a:pt x="7678" y="1900"/>
                </a:lnTo>
                <a:lnTo>
                  <a:pt x="7677" y="1900"/>
                </a:lnTo>
                <a:lnTo>
                  <a:pt x="7676" y="1899"/>
                </a:lnTo>
                <a:lnTo>
                  <a:pt x="7675" y="1899"/>
                </a:lnTo>
                <a:lnTo>
                  <a:pt x="7674" y="1898"/>
                </a:lnTo>
                <a:lnTo>
                  <a:pt x="7673" y="1898"/>
                </a:lnTo>
                <a:lnTo>
                  <a:pt x="7672" y="1897"/>
                </a:lnTo>
                <a:lnTo>
                  <a:pt x="7671" y="1897"/>
                </a:lnTo>
                <a:lnTo>
                  <a:pt x="7670" y="1896"/>
                </a:lnTo>
                <a:lnTo>
                  <a:pt x="7669" y="1896"/>
                </a:lnTo>
                <a:lnTo>
                  <a:pt x="7669" y="1895"/>
                </a:lnTo>
                <a:lnTo>
                  <a:pt x="7668" y="1895"/>
                </a:lnTo>
                <a:lnTo>
                  <a:pt x="7667" y="1895"/>
                </a:lnTo>
                <a:lnTo>
                  <a:pt x="7666" y="1894"/>
                </a:lnTo>
                <a:lnTo>
                  <a:pt x="7665" y="1894"/>
                </a:lnTo>
                <a:lnTo>
                  <a:pt x="7665" y="1893"/>
                </a:lnTo>
                <a:lnTo>
                  <a:pt x="7664" y="1893"/>
                </a:lnTo>
                <a:lnTo>
                  <a:pt x="7663" y="1893"/>
                </a:lnTo>
                <a:lnTo>
                  <a:pt x="7663" y="1892"/>
                </a:lnTo>
                <a:lnTo>
                  <a:pt x="7662" y="1892"/>
                </a:lnTo>
                <a:lnTo>
                  <a:pt x="7661" y="1892"/>
                </a:lnTo>
                <a:lnTo>
                  <a:pt x="7660" y="1891"/>
                </a:lnTo>
                <a:lnTo>
                  <a:pt x="7659" y="1891"/>
                </a:lnTo>
                <a:lnTo>
                  <a:pt x="7659" y="1890"/>
                </a:lnTo>
                <a:lnTo>
                  <a:pt x="7658" y="1890"/>
                </a:lnTo>
                <a:lnTo>
                  <a:pt x="7657" y="1889"/>
                </a:lnTo>
                <a:lnTo>
                  <a:pt x="7656" y="1889"/>
                </a:lnTo>
                <a:lnTo>
                  <a:pt x="7655" y="1889"/>
                </a:lnTo>
                <a:lnTo>
                  <a:pt x="7655" y="1888"/>
                </a:lnTo>
                <a:lnTo>
                  <a:pt x="7654" y="1888"/>
                </a:lnTo>
                <a:lnTo>
                  <a:pt x="7653" y="1888"/>
                </a:lnTo>
                <a:lnTo>
                  <a:pt x="7653" y="1887"/>
                </a:lnTo>
                <a:lnTo>
                  <a:pt x="7652" y="1887"/>
                </a:lnTo>
                <a:lnTo>
                  <a:pt x="7651" y="1886"/>
                </a:lnTo>
                <a:lnTo>
                  <a:pt x="7650" y="1886"/>
                </a:lnTo>
                <a:lnTo>
                  <a:pt x="7649" y="1886"/>
                </a:lnTo>
                <a:lnTo>
                  <a:pt x="7649" y="1885"/>
                </a:lnTo>
                <a:lnTo>
                  <a:pt x="7648" y="1885"/>
                </a:lnTo>
                <a:lnTo>
                  <a:pt x="7647" y="1884"/>
                </a:lnTo>
                <a:lnTo>
                  <a:pt x="7646" y="1884"/>
                </a:lnTo>
                <a:lnTo>
                  <a:pt x="7645" y="1883"/>
                </a:lnTo>
                <a:lnTo>
                  <a:pt x="7644" y="1883"/>
                </a:lnTo>
                <a:lnTo>
                  <a:pt x="7643" y="1882"/>
                </a:lnTo>
                <a:lnTo>
                  <a:pt x="7642" y="1882"/>
                </a:lnTo>
                <a:lnTo>
                  <a:pt x="7641" y="1881"/>
                </a:lnTo>
                <a:lnTo>
                  <a:pt x="7640" y="1881"/>
                </a:lnTo>
                <a:lnTo>
                  <a:pt x="7639" y="1880"/>
                </a:lnTo>
                <a:lnTo>
                  <a:pt x="7638" y="1880"/>
                </a:lnTo>
                <a:lnTo>
                  <a:pt x="7638" y="1879"/>
                </a:lnTo>
                <a:lnTo>
                  <a:pt x="7637" y="1879"/>
                </a:lnTo>
                <a:lnTo>
                  <a:pt x="7636" y="1879"/>
                </a:lnTo>
                <a:lnTo>
                  <a:pt x="7635" y="1878"/>
                </a:lnTo>
                <a:lnTo>
                  <a:pt x="7634" y="1878"/>
                </a:lnTo>
                <a:lnTo>
                  <a:pt x="7633" y="1877"/>
                </a:lnTo>
                <a:lnTo>
                  <a:pt x="7632" y="1877"/>
                </a:lnTo>
                <a:lnTo>
                  <a:pt x="7632" y="1876"/>
                </a:lnTo>
                <a:lnTo>
                  <a:pt x="7631" y="1876"/>
                </a:lnTo>
                <a:lnTo>
                  <a:pt x="7630" y="1876"/>
                </a:lnTo>
                <a:lnTo>
                  <a:pt x="7629" y="1875"/>
                </a:lnTo>
                <a:lnTo>
                  <a:pt x="7628" y="1875"/>
                </a:lnTo>
                <a:lnTo>
                  <a:pt x="7628" y="1874"/>
                </a:lnTo>
                <a:lnTo>
                  <a:pt x="7627" y="1874"/>
                </a:lnTo>
                <a:lnTo>
                  <a:pt x="7626" y="1874"/>
                </a:lnTo>
                <a:lnTo>
                  <a:pt x="7626" y="1873"/>
                </a:lnTo>
                <a:lnTo>
                  <a:pt x="7625" y="1873"/>
                </a:lnTo>
                <a:lnTo>
                  <a:pt x="7624" y="1873"/>
                </a:lnTo>
                <a:lnTo>
                  <a:pt x="7623" y="1872"/>
                </a:lnTo>
                <a:lnTo>
                  <a:pt x="7622" y="1872"/>
                </a:lnTo>
                <a:lnTo>
                  <a:pt x="7622" y="1871"/>
                </a:lnTo>
                <a:lnTo>
                  <a:pt x="7621" y="1871"/>
                </a:lnTo>
                <a:lnTo>
                  <a:pt x="7620" y="1870"/>
                </a:lnTo>
                <a:lnTo>
                  <a:pt x="7619" y="1870"/>
                </a:lnTo>
                <a:lnTo>
                  <a:pt x="7618" y="1869"/>
                </a:lnTo>
                <a:lnTo>
                  <a:pt x="7617" y="1869"/>
                </a:lnTo>
                <a:lnTo>
                  <a:pt x="7616" y="1869"/>
                </a:lnTo>
                <a:lnTo>
                  <a:pt x="7616" y="1868"/>
                </a:lnTo>
                <a:lnTo>
                  <a:pt x="7615" y="1868"/>
                </a:lnTo>
                <a:lnTo>
                  <a:pt x="7614" y="1867"/>
                </a:lnTo>
                <a:lnTo>
                  <a:pt x="7613" y="1867"/>
                </a:lnTo>
                <a:lnTo>
                  <a:pt x="7612" y="1866"/>
                </a:lnTo>
                <a:lnTo>
                  <a:pt x="7611" y="1866"/>
                </a:lnTo>
                <a:lnTo>
                  <a:pt x="7610" y="1865"/>
                </a:lnTo>
                <a:lnTo>
                  <a:pt x="7609" y="1865"/>
                </a:lnTo>
                <a:lnTo>
                  <a:pt x="7608" y="1864"/>
                </a:lnTo>
                <a:lnTo>
                  <a:pt x="7607" y="1864"/>
                </a:lnTo>
                <a:lnTo>
                  <a:pt x="7606" y="1863"/>
                </a:lnTo>
                <a:lnTo>
                  <a:pt x="7605" y="1863"/>
                </a:lnTo>
                <a:lnTo>
                  <a:pt x="7604" y="1862"/>
                </a:lnTo>
                <a:lnTo>
                  <a:pt x="7603" y="1862"/>
                </a:lnTo>
                <a:lnTo>
                  <a:pt x="7602" y="1861"/>
                </a:lnTo>
                <a:lnTo>
                  <a:pt x="7601" y="1861"/>
                </a:lnTo>
                <a:lnTo>
                  <a:pt x="7601" y="1860"/>
                </a:lnTo>
                <a:lnTo>
                  <a:pt x="7600" y="1860"/>
                </a:lnTo>
                <a:lnTo>
                  <a:pt x="7599" y="1860"/>
                </a:lnTo>
                <a:lnTo>
                  <a:pt x="7598" y="1859"/>
                </a:lnTo>
                <a:lnTo>
                  <a:pt x="7597" y="1859"/>
                </a:lnTo>
                <a:lnTo>
                  <a:pt x="7596" y="1858"/>
                </a:lnTo>
                <a:lnTo>
                  <a:pt x="7595" y="1858"/>
                </a:lnTo>
                <a:lnTo>
                  <a:pt x="7595" y="1857"/>
                </a:lnTo>
                <a:lnTo>
                  <a:pt x="7594" y="1857"/>
                </a:lnTo>
                <a:lnTo>
                  <a:pt x="7593" y="1857"/>
                </a:lnTo>
                <a:lnTo>
                  <a:pt x="7593" y="1856"/>
                </a:lnTo>
                <a:lnTo>
                  <a:pt x="7592" y="1856"/>
                </a:lnTo>
                <a:lnTo>
                  <a:pt x="7591" y="1856"/>
                </a:lnTo>
                <a:lnTo>
                  <a:pt x="7591" y="1855"/>
                </a:lnTo>
                <a:lnTo>
                  <a:pt x="7590" y="1855"/>
                </a:lnTo>
                <a:lnTo>
                  <a:pt x="7589" y="1855"/>
                </a:lnTo>
                <a:lnTo>
                  <a:pt x="7589" y="1854"/>
                </a:lnTo>
                <a:lnTo>
                  <a:pt x="7588" y="1854"/>
                </a:lnTo>
                <a:lnTo>
                  <a:pt x="7587" y="1853"/>
                </a:lnTo>
                <a:lnTo>
                  <a:pt x="7586" y="1853"/>
                </a:lnTo>
                <a:lnTo>
                  <a:pt x="7585" y="1853"/>
                </a:lnTo>
                <a:lnTo>
                  <a:pt x="7585" y="1852"/>
                </a:lnTo>
                <a:lnTo>
                  <a:pt x="7584" y="1852"/>
                </a:lnTo>
                <a:lnTo>
                  <a:pt x="7583" y="1852"/>
                </a:lnTo>
                <a:lnTo>
                  <a:pt x="7583" y="1851"/>
                </a:lnTo>
                <a:lnTo>
                  <a:pt x="7582" y="1851"/>
                </a:lnTo>
                <a:lnTo>
                  <a:pt x="7581" y="1850"/>
                </a:lnTo>
                <a:lnTo>
                  <a:pt x="7580" y="1850"/>
                </a:lnTo>
                <a:lnTo>
                  <a:pt x="7579" y="1850"/>
                </a:lnTo>
                <a:lnTo>
                  <a:pt x="7579" y="1849"/>
                </a:lnTo>
                <a:lnTo>
                  <a:pt x="7578" y="1849"/>
                </a:lnTo>
                <a:lnTo>
                  <a:pt x="7577" y="1848"/>
                </a:lnTo>
                <a:lnTo>
                  <a:pt x="7576" y="1848"/>
                </a:lnTo>
                <a:lnTo>
                  <a:pt x="7575" y="1847"/>
                </a:lnTo>
                <a:lnTo>
                  <a:pt x="7574" y="1847"/>
                </a:lnTo>
                <a:lnTo>
                  <a:pt x="7573" y="1847"/>
                </a:lnTo>
                <a:lnTo>
                  <a:pt x="7573" y="1846"/>
                </a:lnTo>
                <a:lnTo>
                  <a:pt x="7572" y="1846"/>
                </a:lnTo>
                <a:lnTo>
                  <a:pt x="7571" y="1845"/>
                </a:lnTo>
                <a:lnTo>
                  <a:pt x="7570" y="1845"/>
                </a:lnTo>
                <a:lnTo>
                  <a:pt x="7569" y="1844"/>
                </a:lnTo>
                <a:lnTo>
                  <a:pt x="7568" y="1844"/>
                </a:lnTo>
                <a:lnTo>
                  <a:pt x="7568" y="1843"/>
                </a:lnTo>
                <a:lnTo>
                  <a:pt x="7567" y="1843"/>
                </a:lnTo>
                <a:lnTo>
                  <a:pt x="7566" y="1843"/>
                </a:lnTo>
                <a:lnTo>
                  <a:pt x="7565" y="1842"/>
                </a:lnTo>
                <a:lnTo>
                  <a:pt x="7564" y="1842"/>
                </a:lnTo>
                <a:lnTo>
                  <a:pt x="7564" y="1841"/>
                </a:lnTo>
                <a:lnTo>
                  <a:pt x="7563" y="1841"/>
                </a:lnTo>
                <a:lnTo>
                  <a:pt x="7562" y="1841"/>
                </a:lnTo>
                <a:lnTo>
                  <a:pt x="7562" y="1840"/>
                </a:lnTo>
                <a:lnTo>
                  <a:pt x="7561" y="1840"/>
                </a:lnTo>
                <a:lnTo>
                  <a:pt x="7560" y="1840"/>
                </a:lnTo>
                <a:lnTo>
                  <a:pt x="7559" y="1839"/>
                </a:lnTo>
                <a:lnTo>
                  <a:pt x="7558" y="1839"/>
                </a:lnTo>
                <a:lnTo>
                  <a:pt x="7558" y="1838"/>
                </a:lnTo>
                <a:lnTo>
                  <a:pt x="7557" y="1838"/>
                </a:lnTo>
                <a:lnTo>
                  <a:pt x="7556" y="1838"/>
                </a:lnTo>
                <a:lnTo>
                  <a:pt x="7556" y="1837"/>
                </a:lnTo>
                <a:lnTo>
                  <a:pt x="7555" y="1837"/>
                </a:lnTo>
                <a:lnTo>
                  <a:pt x="7554" y="1837"/>
                </a:lnTo>
                <a:lnTo>
                  <a:pt x="7554" y="1836"/>
                </a:lnTo>
                <a:lnTo>
                  <a:pt x="7553" y="1836"/>
                </a:lnTo>
                <a:lnTo>
                  <a:pt x="7552" y="1836"/>
                </a:lnTo>
                <a:lnTo>
                  <a:pt x="7552" y="1835"/>
                </a:lnTo>
                <a:lnTo>
                  <a:pt x="7551" y="1835"/>
                </a:lnTo>
                <a:lnTo>
                  <a:pt x="7550" y="1834"/>
                </a:lnTo>
                <a:lnTo>
                  <a:pt x="7549" y="1834"/>
                </a:lnTo>
                <a:lnTo>
                  <a:pt x="7548" y="1834"/>
                </a:lnTo>
                <a:lnTo>
                  <a:pt x="7548" y="1833"/>
                </a:lnTo>
                <a:lnTo>
                  <a:pt x="7547" y="1833"/>
                </a:lnTo>
                <a:lnTo>
                  <a:pt x="7546" y="1833"/>
                </a:lnTo>
                <a:lnTo>
                  <a:pt x="7546" y="1832"/>
                </a:lnTo>
                <a:lnTo>
                  <a:pt x="7545" y="1832"/>
                </a:lnTo>
                <a:lnTo>
                  <a:pt x="7544" y="1831"/>
                </a:lnTo>
                <a:lnTo>
                  <a:pt x="7543" y="1831"/>
                </a:lnTo>
                <a:lnTo>
                  <a:pt x="7542" y="1830"/>
                </a:lnTo>
                <a:lnTo>
                  <a:pt x="7541" y="1830"/>
                </a:lnTo>
                <a:lnTo>
                  <a:pt x="7540" y="1829"/>
                </a:lnTo>
                <a:lnTo>
                  <a:pt x="7539" y="1829"/>
                </a:lnTo>
                <a:lnTo>
                  <a:pt x="7538" y="1828"/>
                </a:lnTo>
                <a:lnTo>
                  <a:pt x="7537" y="1828"/>
                </a:lnTo>
                <a:lnTo>
                  <a:pt x="7536" y="1827"/>
                </a:lnTo>
                <a:lnTo>
                  <a:pt x="7535" y="1827"/>
                </a:lnTo>
                <a:lnTo>
                  <a:pt x="7534" y="1826"/>
                </a:lnTo>
                <a:lnTo>
                  <a:pt x="7533" y="1826"/>
                </a:lnTo>
                <a:lnTo>
                  <a:pt x="7532" y="1825"/>
                </a:lnTo>
                <a:lnTo>
                  <a:pt x="7531" y="1825"/>
                </a:lnTo>
                <a:lnTo>
                  <a:pt x="7531" y="1824"/>
                </a:lnTo>
                <a:lnTo>
                  <a:pt x="7530" y="1824"/>
                </a:lnTo>
                <a:lnTo>
                  <a:pt x="7529" y="1824"/>
                </a:lnTo>
                <a:lnTo>
                  <a:pt x="7528" y="1823"/>
                </a:lnTo>
                <a:lnTo>
                  <a:pt x="7527" y="1823"/>
                </a:lnTo>
                <a:lnTo>
                  <a:pt x="7526" y="1822"/>
                </a:lnTo>
                <a:lnTo>
                  <a:pt x="7525" y="1822"/>
                </a:lnTo>
                <a:lnTo>
                  <a:pt x="7525" y="1821"/>
                </a:lnTo>
                <a:lnTo>
                  <a:pt x="7524" y="1821"/>
                </a:lnTo>
                <a:lnTo>
                  <a:pt x="7523" y="1821"/>
                </a:lnTo>
                <a:lnTo>
                  <a:pt x="7522" y="1820"/>
                </a:lnTo>
                <a:lnTo>
                  <a:pt x="7521" y="1820"/>
                </a:lnTo>
                <a:lnTo>
                  <a:pt x="7521" y="1819"/>
                </a:lnTo>
                <a:lnTo>
                  <a:pt x="7520" y="1819"/>
                </a:lnTo>
                <a:lnTo>
                  <a:pt x="7519" y="1819"/>
                </a:lnTo>
                <a:lnTo>
                  <a:pt x="7519" y="1818"/>
                </a:lnTo>
                <a:lnTo>
                  <a:pt x="7518" y="1818"/>
                </a:lnTo>
                <a:lnTo>
                  <a:pt x="7517" y="1817"/>
                </a:lnTo>
                <a:lnTo>
                  <a:pt x="7516" y="1817"/>
                </a:lnTo>
                <a:lnTo>
                  <a:pt x="7515" y="1817"/>
                </a:lnTo>
                <a:lnTo>
                  <a:pt x="7515" y="1816"/>
                </a:lnTo>
                <a:lnTo>
                  <a:pt x="7514" y="1816"/>
                </a:lnTo>
                <a:lnTo>
                  <a:pt x="7513" y="1815"/>
                </a:lnTo>
                <a:lnTo>
                  <a:pt x="7512" y="1815"/>
                </a:lnTo>
                <a:lnTo>
                  <a:pt x="7511" y="1814"/>
                </a:lnTo>
                <a:lnTo>
                  <a:pt x="7510" y="1814"/>
                </a:lnTo>
                <a:lnTo>
                  <a:pt x="7509" y="1814"/>
                </a:lnTo>
                <a:lnTo>
                  <a:pt x="7509" y="1813"/>
                </a:lnTo>
                <a:lnTo>
                  <a:pt x="7508" y="1813"/>
                </a:lnTo>
                <a:lnTo>
                  <a:pt x="7507" y="1812"/>
                </a:lnTo>
                <a:lnTo>
                  <a:pt x="7506" y="1812"/>
                </a:lnTo>
                <a:lnTo>
                  <a:pt x="7505" y="1811"/>
                </a:lnTo>
                <a:lnTo>
                  <a:pt x="7504" y="1811"/>
                </a:lnTo>
                <a:lnTo>
                  <a:pt x="7503" y="1810"/>
                </a:lnTo>
                <a:lnTo>
                  <a:pt x="7502" y="1810"/>
                </a:lnTo>
                <a:lnTo>
                  <a:pt x="7501" y="1809"/>
                </a:lnTo>
                <a:lnTo>
                  <a:pt x="7500" y="1809"/>
                </a:lnTo>
                <a:lnTo>
                  <a:pt x="7499" y="1808"/>
                </a:lnTo>
                <a:lnTo>
                  <a:pt x="7498" y="1808"/>
                </a:lnTo>
                <a:lnTo>
                  <a:pt x="7497" y="1807"/>
                </a:lnTo>
                <a:lnTo>
                  <a:pt x="7496" y="1807"/>
                </a:lnTo>
                <a:lnTo>
                  <a:pt x="7495" y="1806"/>
                </a:lnTo>
                <a:lnTo>
                  <a:pt x="7494" y="1806"/>
                </a:lnTo>
                <a:lnTo>
                  <a:pt x="7494" y="1805"/>
                </a:lnTo>
                <a:lnTo>
                  <a:pt x="7493" y="1805"/>
                </a:lnTo>
                <a:lnTo>
                  <a:pt x="7492" y="1805"/>
                </a:lnTo>
                <a:lnTo>
                  <a:pt x="7491" y="1804"/>
                </a:lnTo>
                <a:lnTo>
                  <a:pt x="7490" y="1804"/>
                </a:lnTo>
                <a:lnTo>
                  <a:pt x="7489" y="1803"/>
                </a:lnTo>
                <a:lnTo>
                  <a:pt x="7488" y="1803"/>
                </a:lnTo>
                <a:lnTo>
                  <a:pt x="7488" y="1802"/>
                </a:lnTo>
                <a:lnTo>
                  <a:pt x="7487" y="1802"/>
                </a:lnTo>
                <a:lnTo>
                  <a:pt x="7486" y="1801"/>
                </a:lnTo>
                <a:lnTo>
                  <a:pt x="7485" y="1801"/>
                </a:lnTo>
                <a:lnTo>
                  <a:pt x="7484" y="1801"/>
                </a:lnTo>
                <a:lnTo>
                  <a:pt x="7484" y="1800"/>
                </a:lnTo>
                <a:lnTo>
                  <a:pt x="7483" y="1800"/>
                </a:lnTo>
                <a:lnTo>
                  <a:pt x="7482" y="1800"/>
                </a:lnTo>
                <a:lnTo>
                  <a:pt x="7482" y="1799"/>
                </a:lnTo>
                <a:lnTo>
                  <a:pt x="7481" y="1799"/>
                </a:lnTo>
                <a:lnTo>
                  <a:pt x="7480" y="1798"/>
                </a:lnTo>
                <a:lnTo>
                  <a:pt x="7479" y="1798"/>
                </a:lnTo>
                <a:lnTo>
                  <a:pt x="7478" y="1798"/>
                </a:lnTo>
                <a:lnTo>
                  <a:pt x="7478" y="1797"/>
                </a:lnTo>
                <a:lnTo>
                  <a:pt x="7477" y="1797"/>
                </a:lnTo>
                <a:lnTo>
                  <a:pt x="7476" y="1796"/>
                </a:lnTo>
                <a:lnTo>
                  <a:pt x="7475" y="1796"/>
                </a:lnTo>
                <a:lnTo>
                  <a:pt x="7474" y="1795"/>
                </a:lnTo>
                <a:lnTo>
                  <a:pt x="7473" y="1795"/>
                </a:lnTo>
                <a:lnTo>
                  <a:pt x="7472" y="1795"/>
                </a:lnTo>
                <a:lnTo>
                  <a:pt x="7472" y="1794"/>
                </a:lnTo>
                <a:lnTo>
                  <a:pt x="7471" y="1794"/>
                </a:lnTo>
                <a:lnTo>
                  <a:pt x="7470" y="1793"/>
                </a:lnTo>
                <a:lnTo>
                  <a:pt x="7469" y="1793"/>
                </a:lnTo>
                <a:lnTo>
                  <a:pt x="7468" y="1792"/>
                </a:lnTo>
                <a:lnTo>
                  <a:pt x="7467" y="1792"/>
                </a:lnTo>
                <a:lnTo>
                  <a:pt x="7466" y="1791"/>
                </a:lnTo>
                <a:lnTo>
                  <a:pt x="7465" y="1791"/>
                </a:lnTo>
                <a:lnTo>
                  <a:pt x="7464" y="1790"/>
                </a:lnTo>
                <a:lnTo>
                  <a:pt x="7463" y="1790"/>
                </a:lnTo>
                <a:lnTo>
                  <a:pt x="7462" y="1789"/>
                </a:lnTo>
                <a:lnTo>
                  <a:pt x="7461" y="1789"/>
                </a:lnTo>
                <a:lnTo>
                  <a:pt x="7461" y="1788"/>
                </a:lnTo>
                <a:lnTo>
                  <a:pt x="7460" y="1794"/>
                </a:lnTo>
                <a:lnTo>
                  <a:pt x="7459" y="1794"/>
                </a:lnTo>
                <a:lnTo>
                  <a:pt x="7458" y="1793"/>
                </a:lnTo>
                <a:lnTo>
                  <a:pt x="7457" y="1793"/>
                </a:lnTo>
                <a:lnTo>
                  <a:pt x="7456" y="1792"/>
                </a:lnTo>
                <a:lnTo>
                  <a:pt x="7455" y="1792"/>
                </a:lnTo>
                <a:lnTo>
                  <a:pt x="7454" y="1791"/>
                </a:lnTo>
                <a:lnTo>
                  <a:pt x="7453" y="1791"/>
                </a:lnTo>
                <a:lnTo>
                  <a:pt x="7452" y="1790"/>
                </a:lnTo>
                <a:lnTo>
                  <a:pt x="7451" y="1790"/>
                </a:lnTo>
                <a:lnTo>
                  <a:pt x="7450" y="1789"/>
                </a:lnTo>
                <a:lnTo>
                  <a:pt x="7449" y="1789"/>
                </a:lnTo>
                <a:lnTo>
                  <a:pt x="7448" y="1788"/>
                </a:lnTo>
                <a:lnTo>
                  <a:pt x="7447" y="1788"/>
                </a:lnTo>
                <a:lnTo>
                  <a:pt x="7447" y="1787"/>
                </a:lnTo>
                <a:lnTo>
                  <a:pt x="7446" y="1787"/>
                </a:lnTo>
                <a:lnTo>
                  <a:pt x="7445" y="1787"/>
                </a:lnTo>
                <a:lnTo>
                  <a:pt x="7444" y="1786"/>
                </a:lnTo>
                <a:lnTo>
                  <a:pt x="7443" y="1786"/>
                </a:lnTo>
                <a:lnTo>
                  <a:pt x="7442" y="1785"/>
                </a:lnTo>
                <a:lnTo>
                  <a:pt x="7441" y="1785"/>
                </a:lnTo>
                <a:lnTo>
                  <a:pt x="7441" y="1784"/>
                </a:lnTo>
                <a:lnTo>
                  <a:pt x="7440" y="1784"/>
                </a:lnTo>
                <a:lnTo>
                  <a:pt x="7439" y="1784"/>
                </a:lnTo>
                <a:lnTo>
                  <a:pt x="7438" y="1783"/>
                </a:lnTo>
                <a:lnTo>
                  <a:pt x="7437" y="1783"/>
                </a:lnTo>
                <a:lnTo>
                  <a:pt x="7437" y="1782"/>
                </a:lnTo>
                <a:lnTo>
                  <a:pt x="7436" y="1782"/>
                </a:lnTo>
                <a:lnTo>
                  <a:pt x="7435" y="1782"/>
                </a:lnTo>
                <a:lnTo>
                  <a:pt x="7435" y="1781"/>
                </a:lnTo>
                <a:lnTo>
                  <a:pt x="7434" y="1781"/>
                </a:lnTo>
                <a:lnTo>
                  <a:pt x="7433" y="1780"/>
                </a:lnTo>
                <a:lnTo>
                  <a:pt x="7432" y="1780"/>
                </a:lnTo>
                <a:lnTo>
                  <a:pt x="7431" y="1780"/>
                </a:lnTo>
                <a:lnTo>
                  <a:pt x="7431" y="1779"/>
                </a:lnTo>
                <a:lnTo>
                  <a:pt x="7430" y="1779"/>
                </a:lnTo>
                <a:lnTo>
                  <a:pt x="7429" y="1778"/>
                </a:lnTo>
                <a:lnTo>
                  <a:pt x="7428" y="1778"/>
                </a:lnTo>
                <a:lnTo>
                  <a:pt x="7427" y="1777"/>
                </a:lnTo>
                <a:lnTo>
                  <a:pt x="7426" y="1777"/>
                </a:lnTo>
                <a:lnTo>
                  <a:pt x="7425" y="1777"/>
                </a:lnTo>
                <a:lnTo>
                  <a:pt x="7425" y="1776"/>
                </a:lnTo>
                <a:lnTo>
                  <a:pt x="7424" y="1776"/>
                </a:lnTo>
                <a:lnTo>
                  <a:pt x="7423" y="1775"/>
                </a:lnTo>
                <a:lnTo>
                  <a:pt x="7422" y="1775"/>
                </a:lnTo>
                <a:lnTo>
                  <a:pt x="7421" y="1774"/>
                </a:lnTo>
                <a:lnTo>
                  <a:pt x="7420" y="1774"/>
                </a:lnTo>
                <a:lnTo>
                  <a:pt x="7419" y="1773"/>
                </a:lnTo>
                <a:lnTo>
                  <a:pt x="7418" y="1773"/>
                </a:lnTo>
                <a:lnTo>
                  <a:pt x="7417" y="1772"/>
                </a:lnTo>
                <a:lnTo>
                  <a:pt x="7416" y="1772"/>
                </a:lnTo>
                <a:lnTo>
                  <a:pt x="7415" y="1771"/>
                </a:lnTo>
                <a:lnTo>
                  <a:pt x="7414" y="1771"/>
                </a:lnTo>
                <a:lnTo>
                  <a:pt x="7414" y="1776"/>
                </a:lnTo>
                <a:lnTo>
                  <a:pt x="7413" y="1776"/>
                </a:lnTo>
                <a:lnTo>
                  <a:pt x="7412" y="1776"/>
                </a:lnTo>
                <a:lnTo>
                  <a:pt x="7411" y="1775"/>
                </a:lnTo>
                <a:lnTo>
                  <a:pt x="7410" y="1775"/>
                </a:lnTo>
                <a:lnTo>
                  <a:pt x="7410" y="1774"/>
                </a:lnTo>
                <a:lnTo>
                  <a:pt x="7409" y="1774"/>
                </a:lnTo>
                <a:lnTo>
                  <a:pt x="7408" y="1774"/>
                </a:lnTo>
                <a:lnTo>
                  <a:pt x="7408" y="1773"/>
                </a:lnTo>
                <a:lnTo>
                  <a:pt x="7407" y="1773"/>
                </a:lnTo>
                <a:lnTo>
                  <a:pt x="7406" y="1773"/>
                </a:lnTo>
                <a:lnTo>
                  <a:pt x="7405" y="1772"/>
                </a:lnTo>
                <a:lnTo>
                  <a:pt x="7404" y="1772"/>
                </a:lnTo>
                <a:lnTo>
                  <a:pt x="7404" y="1771"/>
                </a:lnTo>
                <a:lnTo>
                  <a:pt x="7403" y="1771"/>
                </a:lnTo>
                <a:lnTo>
                  <a:pt x="7402" y="1771"/>
                </a:lnTo>
                <a:lnTo>
                  <a:pt x="7402" y="1770"/>
                </a:lnTo>
                <a:lnTo>
                  <a:pt x="7401" y="1770"/>
                </a:lnTo>
                <a:lnTo>
                  <a:pt x="7400" y="1770"/>
                </a:lnTo>
                <a:lnTo>
                  <a:pt x="7400" y="1769"/>
                </a:lnTo>
                <a:lnTo>
                  <a:pt x="7399" y="1769"/>
                </a:lnTo>
                <a:lnTo>
                  <a:pt x="7398" y="1769"/>
                </a:lnTo>
                <a:lnTo>
                  <a:pt x="7398" y="1767"/>
                </a:lnTo>
                <a:lnTo>
                  <a:pt x="7397" y="1767"/>
                </a:lnTo>
                <a:lnTo>
                  <a:pt x="7396" y="1766"/>
                </a:lnTo>
                <a:lnTo>
                  <a:pt x="7395" y="1766"/>
                </a:lnTo>
                <a:lnTo>
                  <a:pt x="7394" y="1766"/>
                </a:lnTo>
                <a:lnTo>
                  <a:pt x="7394" y="1765"/>
                </a:lnTo>
                <a:lnTo>
                  <a:pt x="7393" y="1765"/>
                </a:lnTo>
                <a:lnTo>
                  <a:pt x="7392" y="1765"/>
                </a:lnTo>
                <a:lnTo>
                  <a:pt x="7392" y="1764"/>
                </a:lnTo>
                <a:lnTo>
                  <a:pt x="7391" y="1764"/>
                </a:lnTo>
                <a:lnTo>
                  <a:pt x="7390" y="1763"/>
                </a:lnTo>
                <a:lnTo>
                  <a:pt x="7389" y="1763"/>
                </a:lnTo>
                <a:lnTo>
                  <a:pt x="7388" y="1763"/>
                </a:lnTo>
                <a:lnTo>
                  <a:pt x="7388" y="1762"/>
                </a:lnTo>
                <a:lnTo>
                  <a:pt x="7387" y="1762"/>
                </a:lnTo>
                <a:lnTo>
                  <a:pt x="7386" y="1761"/>
                </a:lnTo>
                <a:lnTo>
                  <a:pt x="7385" y="1761"/>
                </a:lnTo>
                <a:lnTo>
                  <a:pt x="7384" y="1760"/>
                </a:lnTo>
                <a:lnTo>
                  <a:pt x="7383" y="1760"/>
                </a:lnTo>
                <a:lnTo>
                  <a:pt x="7382" y="1759"/>
                </a:lnTo>
                <a:lnTo>
                  <a:pt x="7381" y="1759"/>
                </a:lnTo>
                <a:lnTo>
                  <a:pt x="7380" y="1758"/>
                </a:lnTo>
                <a:lnTo>
                  <a:pt x="7379" y="1758"/>
                </a:lnTo>
                <a:lnTo>
                  <a:pt x="7378" y="1757"/>
                </a:lnTo>
                <a:lnTo>
                  <a:pt x="7377" y="1757"/>
                </a:lnTo>
                <a:lnTo>
                  <a:pt x="7377" y="1756"/>
                </a:lnTo>
                <a:lnTo>
                  <a:pt x="7376" y="1756"/>
                </a:lnTo>
                <a:lnTo>
                  <a:pt x="7375" y="1756"/>
                </a:lnTo>
                <a:lnTo>
                  <a:pt x="7374" y="1755"/>
                </a:lnTo>
                <a:lnTo>
                  <a:pt x="7373" y="1755"/>
                </a:lnTo>
                <a:lnTo>
                  <a:pt x="7373" y="1754"/>
                </a:lnTo>
                <a:lnTo>
                  <a:pt x="7372" y="1754"/>
                </a:lnTo>
                <a:lnTo>
                  <a:pt x="7371" y="1754"/>
                </a:lnTo>
                <a:lnTo>
                  <a:pt x="7371" y="1753"/>
                </a:lnTo>
                <a:lnTo>
                  <a:pt x="7370" y="1753"/>
                </a:lnTo>
                <a:lnTo>
                  <a:pt x="7369" y="1753"/>
                </a:lnTo>
                <a:lnTo>
                  <a:pt x="7368" y="1752"/>
                </a:lnTo>
                <a:lnTo>
                  <a:pt x="7367" y="1752"/>
                </a:lnTo>
                <a:lnTo>
                  <a:pt x="7367" y="1751"/>
                </a:lnTo>
                <a:lnTo>
                  <a:pt x="7366" y="1751"/>
                </a:lnTo>
                <a:lnTo>
                  <a:pt x="7365" y="1751"/>
                </a:lnTo>
                <a:lnTo>
                  <a:pt x="7365" y="1750"/>
                </a:lnTo>
                <a:lnTo>
                  <a:pt x="7364" y="1750"/>
                </a:lnTo>
                <a:lnTo>
                  <a:pt x="7363" y="1750"/>
                </a:lnTo>
                <a:lnTo>
                  <a:pt x="7363" y="1749"/>
                </a:lnTo>
                <a:lnTo>
                  <a:pt x="7362" y="1749"/>
                </a:lnTo>
                <a:lnTo>
                  <a:pt x="7361" y="1749"/>
                </a:lnTo>
                <a:lnTo>
                  <a:pt x="7361" y="1748"/>
                </a:lnTo>
                <a:lnTo>
                  <a:pt x="7360" y="1748"/>
                </a:lnTo>
                <a:lnTo>
                  <a:pt x="7359" y="1747"/>
                </a:lnTo>
                <a:lnTo>
                  <a:pt x="7358" y="1747"/>
                </a:lnTo>
                <a:lnTo>
                  <a:pt x="7357" y="1746"/>
                </a:lnTo>
                <a:lnTo>
                  <a:pt x="7356" y="1746"/>
                </a:lnTo>
                <a:lnTo>
                  <a:pt x="7355" y="1746"/>
                </a:lnTo>
                <a:lnTo>
                  <a:pt x="7355" y="1745"/>
                </a:lnTo>
                <a:lnTo>
                  <a:pt x="7354" y="1745"/>
                </a:lnTo>
                <a:lnTo>
                  <a:pt x="7353" y="1744"/>
                </a:lnTo>
                <a:lnTo>
                  <a:pt x="7352" y="1744"/>
                </a:lnTo>
                <a:lnTo>
                  <a:pt x="7351" y="1743"/>
                </a:lnTo>
                <a:lnTo>
                  <a:pt x="7350" y="1743"/>
                </a:lnTo>
                <a:lnTo>
                  <a:pt x="7349" y="1742"/>
                </a:lnTo>
                <a:lnTo>
                  <a:pt x="7348" y="1742"/>
                </a:lnTo>
                <a:lnTo>
                  <a:pt x="7347" y="1741"/>
                </a:lnTo>
                <a:lnTo>
                  <a:pt x="7346" y="1741"/>
                </a:lnTo>
                <a:lnTo>
                  <a:pt x="7345" y="1740"/>
                </a:lnTo>
                <a:lnTo>
                  <a:pt x="7344" y="1740"/>
                </a:lnTo>
                <a:lnTo>
                  <a:pt x="7343" y="1739"/>
                </a:lnTo>
                <a:lnTo>
                  <a:pt x="7342" y="1739"/>
                </a:lnTo>
                <a:lnTo>
                  <a:pt x="7341" y="1738"/>
                </a:lnTo>
                <a:lnTo>
                  <a:pt x="7340" y="1738"/>
                </a:lnTo>
                <a:lnTo>
                  <a:pt x="7340" y="1737"/>
                </a:lnTo>
                <a:lnTo>
                  <a:pt x="7339" y="1737"/>
                </a:lnTo>
                <a:lnTo>
                  <a:pt x="7338" y="1737"/>
                </a:lnTo>
                <a:lnTo>
                  <a:pt x="7337" y="1736"/>
                </a:lnTo>
                <a:lnTo>
                  <a:pt x="7336" y="1736"/>
                </a:lnTo>
                <a:lnTo>
                  <a:pt x="7335" y="1735"/>
                </a:lnTo>
                <a:lnTo>
                  <a:pt x="7334" y="1735"/>
                </a:lnTo>
                <a:lnTo>
                  <a:pt x="7334" y="1734"/>
                </a:lnTo>
                <a:lnTo>
                  <a:pt x="7333" y="1734"/>
                </a:lnTo>
                <a:lnTo>
                  <a:pt x="7332" y="1733"/>
                </a:lnTo>
                <a:lnTo>
                  <a:pt x="7331" y="1733"/>
                </a:lnTo>
                <a:lnTo>
                  <a:pt x="7330" y="1733"/>
                </a:lnTo>
                <a:lnTo>
                  <a:pt x="7330" y="1732"/>
                </a:lnTo>
                <a:lnTo>
                  <a:pt x="7329" y="1732"/>
                </a:lnTo>
                <a:lnTo>
                  <a:pt x="7328" y="1732"/>
                </a:lnTo>
                <a:lnTo>
                  <a:pt x="7328" y="1731"/>
                </a:lnTo>
                <a:lnTo>
                  <a:pt x="7327" y="1731"/>
                </a:lnTo>
                <a:lnTo>
                  <a:pt x="7326" y="1730"/>
                </a:lnTo>
                <a:lnTo>
                  <a:pt x="7325" y="1730"/>
                </a:lnTo>
                <a:lnTo>
                  <a:pt x="7324" y="1730"/>
                </a:lnTo>
                <a:lnTo>
                  <a:pt x="7324" y="1729"/>
                </a:lnTo>
                <a:lnTo>
                  <a:pt x="7323" y="1729"/>
                </a:lnTo>
                <a:lnTo>
                  <a:pt x="7322" y="1728"/>
                </a:lnTo>
                <a:lnTo>
                  <a:pt x="7321" y="1728"/>
                </a:lnTo>
                <a:lnTo>
                  <a:pt x="7320" y="1727"/>
                </a:lnTo>
                <a:lnTo>
                  <a:pt x="7319" y="1727"/>
                </a:lnTo>
                <a:lnTo>
                  <a:pt x="7318" y="1727"/>
                </a:lnTo>
                <a:lnTo>
                  <a:pt x="7318" y="1726"/>
                </a:lnTo>
                <a:lnTo>
                  <a:pt x="7317" y="1726"/>
                </a:lnTo>
                <a:lnTo>
                  <a:pt x="7316" y="1725"/>
                </a:lnTo>
                <a:lnTo>
                  <a:pt x="7315" y="1725"/>
                </a:lnTo>
                <a:lnTo>
                  <a:pt x="7314" y="1724"/>
                </a:lnTo>
                <a:lnTo>
                  <a:pt x="7313" y="1724"/>
                </a:lnTo>
                <a:lnTo>
                  <a:pt x="7312" y="1723"/>
                </a:lnTo>
                <a:lnTo>
                  <a:pt x="7311" y="1723"/>
                </a:lnTo>
                <a:lnTo>
                  <a:pt x="7310" y="1722"/>
                </a:lnTo>
                <a:lnTo>
                  <a:pt x="7309" y="1722"/>
                </a:lnTo>
                <a:lnTo>
                  <a:pt x="7308" y="1721"/>
                </a:lnTo>
                <a:lnTo>
                  <a:pt x="7307" y="1721"/>
                </a:lnTo>
                <a:lnTo>
                  <a:pt x="7307" y="1720"/>
                </a:lnTo>
                <a:lnTo>
                  <a:pt x="7306" y="1720"/>
                </a:lnTo>
                <a:lnTo>
                  <a:pt x="7305" y="1720"/>
                </a:lnTo>
                <a:lnTo>
                  <a:pt x="7304" y="1719"/>
                </a:lnTo>
                <a:lnTo>
                  <a:pt x="7303" y="1719"/>
                </a:lnTo>
                <a:lnTo>
                  <a:pt x="7303" y="1718"/>
                </a:lnTo>
                <a:lnTo>
                  <a:pt x="7302" y="1718"/>
                </a:lnTo>
                <a:lnTo>
                  <a:pt x="7301" y="1718"/>
                </a:lnTo>
                <a:lnTo>
                  <a:pt x="7301" y="1717"/>
                </a:lnTo>
                <a:lnTo>
                  <a:pt x="7300" y="1717"/>
                </a:lnTo>
                <a:lnTo>
                  <a:pt x="7299" y="1717"/>
                </a:lnTo>
                <a:lnTo>
                  <a:pt x="7298" y="1716"/>
                </a:lnTo>
                <a:lnTo>
                  <a:pt x="7297" y="1716"/>
                </a:lnTo>
                <a:lnTo>
                  <a:pt x="7297" y="1715"/>
                </a:lnTo>
                <a:lnTo>
                  <a:pt x="7296" y="1715"/>
                </a:lnTo>
                <a:lnTo>
                  <a:pt x="7295" y="1714"/>
                </a:lnTo>
                <a:lnTo>
                  <a:pt x="7294" y="1714"/>
                </a:lnTo>
                <a:lnTo>
                  <a:pt x="7293" y="1714"/>
                </a:lnTo>
                <a:lnTo>
                  <a:pt x="7293" y="1713"/>
                </a:lnTo>
                <a:lnTo>
                  <a:pt x="7292" y="1713"/>
                </a:lnTo>
                <a:lnTo>
                  <a:pt x="7291" y="1713"/>
                </a:lnTo>
                <a:lnTo>
                  <a:pt x="7291" y="1712"/>
                </a:lnTo>
                <a:lnTo>
                  <a:pt x="7290" y="1712"/>
                </a:lnTo>
                <a:lnTo>
                  <a:pt x="7289" y="1711"/>
                </a:lnTo>
                <a:lnTo>
                  <a:pt x="7288" y="1711"/>
                </a:lnTo>
                <a:lnTo>
                  <a:pt x="7287" y="1711"/>
                </a:lnTo>
                <a:lnTo>
                  <a:pt x="7287" y="1710"/>
                </a:lnTo>
                <a:lnTo>
                  <a:pt x="7286" y="1710"/>
                </a:lnTo>
                <a:lnTo>
                  <a:pt x="7285" y="1709"/>
                </a:lnTo>
                <a:lnTo>
                  <a:pt x="7284" y="1709"/>
                </a:lnTo>
                <a:lnTo>
                  <a:pt x="7283" y="1708"/>
                </a:lnTo>
                <a:lnTo>
                  <a:pt x="7282" y="1708"/>
                </a:lnTo>
                <a:lnTo>
                  <a:pt x="7281" y="1707"/>
                </a:lnTo>
                <a:lnTo>
                  <a:pt x="7280" y="1707"/>
                </a:lnTo>
                <a:lnTo>
                  <a:pt x="7279" y="1706"/>
                </a:lnTo>
                <a:lnTo>
                  <a:pt x="7278" y="1706"/>
                </a:lnTo>
                <a:lnTo>
                  <a:pt x="7277" y="1705"/>
                </a:lnTo>
                <a:lnTo>
                  <a:pt x="7276" y="1705"/>
                </a:lnTo>
                <a:lnTo>
                  <a:pt x="7276" y="1704"/>
                </a:lnTo>
                <a:lnTo>
                  <a:pt x="7275" y="1704"/>
                </a:lnTo>
                <a:lnTo>
                  <a:pt x="7274" y="1704"/>
                </a:lnTo>
                <a:lnTo>
                  <a:pt x="7273" y="1703"/>
                </a:lnTo>
                <a:lnTo>
                  <a:pt x="7272" y="1703"/>
                </a:lnTo>
                <a:lnTo>
                  <a:pt x="7271" y="1702"/>
                </a:lnTo>
                <a:lnTo>
                  <a:pt x="7270" y="1702"/>
                </a:lnTo>
                <a:lnTo>
                  <a:pt x="7270" y="1701"/>
                </a:lnTo>
                <a:lnTo>
                  <a:pt x="7269" y="1701"/>
                </a:lnTo>
                <a:lnTo>
                  <a:pt x="7268" y="1701"/>
                </a:lnTo>
                <a:lnTo>
                  <a:pt x="7267" y="1700"/>
                </a:lnTo>
                <a:lnTo>
                  <a:pt x="7266" y="1700"/>
                </a:lnTo>
                <a:lnTo>
                  <a:pt x="7266" y="1699"/>
                </a:lnTo>
                <a:lnTo>
                  <a:pt x="7265" y="1699"/>
                </a:lnTo>
                <a:lnTo>
                  <a:pt x="7264" y="1699"/>
                </a:lnTo>
                <a:lnTo>
                  <a:pt x="7264" y="1698"/>
                </a:lnTo>
                <a:lnTo>
                  <a:pt x="7263" y="1698"/>
                </a:lnTo>
                <a:lnTo>
                  <a:pt x="7262" y="1698"/>
                </a:lnTo>
                <a:lnTo>
                  <a:pt x="7261" y="1697"/>
                </a:lnTo>
                <a:lnTo>
                  <a:pt x="7260" y="1697"/>
                </a:lnTo>
                <a:lnTo>
                  <a:pt x="7260" y="1696"/>
                </a:lnTo>
                <a:lnTo>
                  <a:pt x="7259" y="1696"/>
                </a:lnTo>
                <a:lnTo>
                  <a:pt x="7258" y="1696"/>
                </a:lnTo>
                <a:lnTo>
                  <a:pt x="7258" y="1695"/>
                </a:lnTo>
                <a:lnTo>
                  <a:pt x="7257" y="1695"/>
                </a:lnTo>
                <a:lnTo>
                  <a:pt x="7256" y="1694"/>
                </a:lnTo>
                <a:lnTo>
                  <a:pt x="7255" y="1694"/>
                </a:lnTo>
                <a:lnTo>
                  <a:pt x="7254" y="1694"/>
                </a:lnTo>
                <a:lnTo>
                  <a:pt x="7254" y="1693"/>
                </a:lnTo>
                <a:lnTo>
                  <a:pt x="7253" y="1693"/>
                </a:lnTo>
                <a:lnTo>
                  <a:pt x="7252" y="1692"/>
                </a:lnTo>
                <a:lnTo>
                  <a:pt x="7251" y="1692"/>
                </a:lnTo>
                <a:lnTo>
                  <a:pt x="7250" y="1691"/>
                </a:lnTo>
                <a:lnTo>
                  <a:pt x="7249" y="1691"/>
                </a:lnTo>
                <a:lnTo>
                  <a:pt x="7248" y="1690"/>
                </a:lnTo>
                <a:lnTo>
                  <a:pt x="7247" y="1690"/>
                </a:lnTo>
                <a:lnTo>
                  <a:pt x="7246" y="1689"/>
                </a:lnTo>
                <a:lnTo>
                  <a:pt x="7245" y="1689"/>
                </a:lnTo>
                <a:lnTo>
                  <a:pt x="7244" y="1688"/>
                </a:lnTo>
                <a:lnTo>
                  <a:pt x="7243" y="1688"/>
                </a:lnTo>
                <a:lnTo>
                  <a:pt x="7242" y="1687"/>
                </a:lnTo>
                <a:lnTo>
                  <a:pt x="7241" y="1687"/>
                </a:lnTo>
                <a:lnTo>
                  <a:pt x="7240" y="1686"/>
                </a:lnTo>
                <a:lnTo>
                  <a:pt x="7239" y="1686"/>
                </a:lnTo>
                <a:lnTo>
                  <a:pt x="7239" y="1685"/>
                </a:lnTo>
                <a:lnTo>
                  <a:pt x="7238" y="1685"/>
                </a:lnTo>
                <a:lnTo>
                  <a:pt x="7237" y="1685"/>
                </a:lnTo>
                <a:lnTo>
                  <a:pt x="7236" y="1684"/>
                </a:lnTo>
                <a:lnTo>
                  <a:pt x="7235" y="1684"/>
                </a:lnTo>
                <a:lnTo>
                  <a:pt x="7234" y="1683"/>
                </a:lnTo>
                <a:lnTo>
                  <a:pt x="7233" y="1683"/>
                </a:lnTo>
                <a:lnTo>
                  <a:pt x="7233" y="1682"/>
                </a:lnTo>
                <a:lnTo>
                  <a:pt x="7232" y="1682"/>
                </a:lnTo>
                <a:lnTo>
                  <a:pt x="7231" y="1682"/>
                </a:lnTo>
                <a:lnTo>
                  <a:pt x="7231" y="1681"/>
                </a:lnTo>
                <a:lnTo>
                  <a:pt x="7230" y="1681"/>
                </a:lnTo>
                <a:lnTo>
                  <a:pt x="7229" y="1681"/>
                </a:lnTo>
                <a:lnTo>
                  <a:pt x="7229" y="1680"/>
                </a:lnTo>
                <a:lnTo>
                  <a:pt x="7228" y="1680"/>
                </a:lnTo>
                <a:lnTo>
                  <a:pt x="7227" y="1680"/>
                </a:lnTo>
                <a:lnTo>
                  <a:pt x="7227" y="1679"/>
                </a:lnTo>
                <a:lnTo>
                  <a:pt x="7226" y="1679"/>
                </a:lnTo>
                <a:lnTo>
                  <a:pt x="7225" y="1678"/>
                </a:lnTo>
                <a:lnTo>
                  <a:pt x="7224" y="1678"/>
                </a:lnTo>
                <a:lnTo>
                  <a:pt x="7223" y="1678"/>
                </a:lnTo>
                <a:lnTo>
                  <a:pt x="7223" y="1677"/>
                </a:lnTo>
                <a:lnTo>
                  <a:pt x="7222" y="1677"/>
                </a:lnTo>
                <a:lnTo>
                  <a:pt x="7221" y="1677"/>
                </a:lnTo>
                <a:lnTo>
                  <a:pt x="7221" y="1676"/>
                </a:lnTo>
                <a:lnTo>
                  <a:pt x="7220" y="1676"/>
                </a:lnTo>
                <a:lnTo>
                  <a:pt x="7219" y="1675"/>
                </a:lnTo>
                <a:lnTo>
                  <a:pt x="7218" y="1675"/>
                </a:lnTo>
                <a:lnTo>
                  <a:pt x="7217" y="1675"/>
                </a:lnTo>
                <a:lnTo>
                  <a:pt x="7217" y="1674"/>
                </a:lnTo>
                <a:lnTo>
                  <a:pt x="7216" y="1674"/>
                </a:lnTo>
                <a:lnTo>
                  <a:pt x="7215" y="1673"/>
                </a:lnTo>
                <a:lnTo>
                  <a:pt x="7214" y="1673"/>
                </a:lnTo>
                <a:lnTo>
                  <a:pt x="7213" y="1672"/>
                </a:lnTo>
                <a:lnTo>
                  <a:pt x="7212" y="1672"/>
                </a:lnTo>
                <a:lnTo>
                  <a:pt x="7211" y="1672"/>
                </a:lnTo>
                <a:lnTo>
                  <a:pt x="7211" y="1671"/>
                </a:lnTo>
                <a:lnTo>
                  <a:pt x="7210" y="1671"/>
                </a:lnTo>
                <a:lnTo>
                  <a:pt x="7209" y="1670"/>
                </a:lnTo>
                <a:lnTo>
                  <a:pt x="7208" y="1670"/>
                </a:lnTo>
                <a:lnTo>
                  <a:pt x="7207" y="1669"/>
                </a:lnTo>
                <a:lnTo>
                  <a:pt x="7206" y="1669"/>
                </a:lnTo>
                <a:lnTo>
                  <a:pt x="7206" y="1668"/>
                </a:lnTo>
                <a:lnTo>
                  <a:pt x="7205" y="1668"/>
                </a:lnTo>
                <a:lnTo>
                  <a:pt x="7204" y="1668"/>
                </a:lnTo>
                <a:lnTo>
                  <a:pt x="7203" y="1667"/>
                </a:lnTo>
                <a:lnTo>
                  <a:pt x="7202" y="1667"/>
                </a:lnTo>
                <a:lnTo>
                  <a:pt x="7201" y="1666"/>
                </a:lnTo>
                <a:lnTo>
                  <a:pt x="7200" y="1666"/>
                </a:lnTo>
                <a:lnTo>
                  <a:pt x="7200" y="1665"/>
                </a:lnTo>
                <a:lnTo>
                  <a:pt x="7199" y="1665"/>
                </a:lnTo>
                <a:lnTo>
                  <a:pt x="7198" y="1665"/>
                </a:lnTo>
                <a:lnTo>
                  <a:pt x="7197" y="1664"/>
                </a:lnTo>
                <a:lnTo>
                  <a:pt x="7196" y="1664"/>
                </a:lnTo>
                <a:lnTo>
                  <a:pt x="7196" y="1663"/>
                </a:lnTo>
                <a:lnTo>
                  <a:pt x="7195" y="1663"/>
                </a:lnTo>
                <a:lnTo>
                  <a:pt x="7194" y="1663"/>
                </a:lnTo>
                <a:lnTo>
                  <a:pt x="7194" y="1662"/>
                </a:lnTo>
                <a:lnTo>
                  <a:pt x="7193" y="1662"/>
                </a:lnTo>
                <a:lnTo>
                  <a:pt x="7192" y="1662"/>
                </a:lnTo>
                <a:lnTo>
                  <a:pt x="7192" y="1661"/>
                </a:lnTo>
                <a:lnTo>
                  <a:pt x="7191" y="1661"/>
                </a:lnTo>
                <a:lnTo>
                  <a:pt x="7190" y="1661"/>
                </a:lnTo>
                <a:lnTo>
                  <a:pt x="7190" y="1660"/>
                </a:lnTo>
                <a:lnTo>
                  <a:pt x="7189" y="1660"/>
                </a:lnTo>
                <a:lnTo>
                  <a:pt x="7188" y="1659"/>
                </a:lnTo>
                <a:lnTo>
                  <a:pt x="7187" y="1659"/>
                </a:lnTo>
                <a:lnTo>
                  <a:pt x="7186" y="1659"/>
                </a:lnTo>
                <a:lnTo>
                  <a:pt x="7186" y="1658"/>
                </a:lnTo>
                <a:lnTo>
                  <a:pt x="7185" y="1658"/>
                </a:lnTo>
                <a:lnTo>
                  <a:pt x="7184" y="1658"/>
                </a:lnTo>
                <a:lnTo>
                  <a:pt x="7184" y="1657"/>
                </a:lnTo>
                <a:lnTo>
                  <a:pt x="7183" y="1657"/>
                </a:lnTo>
                <a:lnTo>
                  <a:pt x="7182" y="1656"/>
                </a:lnTo>
                <a:lnTo>
                  <a:pt x="7181" y="1656"/>
                </a:lnTo>
                <a:lnTo>
                  <a:pt x="7180" y="1655"/>
                </a:lnTo>
                <a:lnTo>
                  <a:pt x="7179" y="1655"/>
                </a:lnTo>
                <a:lnTo>
                  <a:pt x="7178" y="1654"/>
                </a:lnTo>
                <a:lnTo>
                  <a:pt x="7177" y="1654"/>
                </a:lnTo>
                <a:lnTo>
                  <a:pt x="7176" y="1653"/>
                </a:lnTo>
                <a:lnTo>
                  <a:pt x="7175" y="1653"/>
                </a:lnTo>
                <a:lnTo>
                  <a:pt x="7174" y="1652"/>
                </a:lnTo>
                <a:lnTo>
                  <a:pt x="7173" y="1652"/>
                </a:lnTo>
                <a:lnTo>
                  <a:pt x="7172" y="1651"/>
                </a:lnTo>
                <a:lnTo>
                  <a:pt x="7171" y="1651"/>
                </a:lnTo>
                <a:lnTo>
                  <a:pt x="7170" y="1650"/>
                </a:lnTo>
                <a:lnTo>
                  <a:pt x="7169" y="1650"/>
                </a:lnTo>
                <a:lnTo>
                  <a:pt x="7169" y="1649"/>
                </a:lnTo>
                <a:lnTo>
                  <a:pt x="7168" y="1649"/>
                </a:lnTo>
                <a:lnTo>
                  <a:pt x="7167" y="1649"/>
                </a:lnTo>
                <a:lnTo>
                  <a:pt x="7166" y="1648"/>
                </a:lnTo>
                <a:lnTo>
                  <a:pt x="7165" y="1648"/>
                </a:lnTo>
                <a:lnTo>
                  <a:pt x="7164" y="1647"/>
                </a:lnTo>
                <a:lnTo>
                  <a:pt x="7163" y="1647"/>
                </a:lnTo>
                <a:lnTo>
                  <a:pt x="7163" y="1646"/>
                </a:lnTo>
                <a:lnTo>
                  <a:pt x="7162" y="1646"/>
                </a:lnTo>
                <a:lnTo>
                  <a:pt x="7161" y="1646"/>
                </a:lnTo>
                <a:lnTo>
                  <a:pt x="7160" y="1645"/>
                </a:lnTo>
                <a:lnTo>
                  <a:pt x="7159" y="1645"/>
                </a:lnTo>
                <a:lnTo>
                  <a:pt x="7159" y="1644"/>
                </a:lnTo>
                <a:lnTo>
                  <a:pt x="7158" y="1644"/>
                </a:lnTo>
                <a:lnTo>
                  <a:pt x="7157" y="1644"/>
                </a:lnTo>
                <a:lnTo>
                  <a:pt x="7157" y="1643"/>
                </a:lnTo>
                <a:lnTo>
                  <a:pt x="7156" y="1643"/>
                </a:lnTo>
                <a:lnTo>
                  <a:pt x="7155" y="1642"/>
                </a:lnTo>
                <a:lnTo>
                  <a:pt x="7154" y="1642"/>
                </a:lnTo>
                <a:lnTo>
                  <a:pt x="7153" y="1642"/>
                </a:lnTo>
                <a:lnTo>
                  <a:pt x="7153" y="1641"/>
                </a:lnTo>
                <a:lnTo>
                  <a:pt x="7152" y="1641"/>
                </a:lnTo>
                <a:lnTo>
                  <a:pt x="7151" y="1640"/>
                </a:lnTo>
                <a:lnTo>
                  <a:pt x="7150" y="1640"/>
                </a:lnTo>
                <a:lnTo>
                  <a:pt x="7149" y="1639"/>
                </a:lnTo>
                <a:lnTo>
                  <a:pt x="7148" y="1639"/>
                </a:lnTo>
                <a:lnTo>
                  <a:pt x="7147" y="1639"/>
                </a:lnTo>
                <a:lnTo>
                  <a:pt x="7147" y="1638"/>
                </a:lnTo>
                <a:lnTo>
                  <a:pt x="7146" y="1638"/>
                </a:lnTo>
                <a:lnTo>
                  <a:pt x="7145" y="1637"/>
                </a:lnTo>
                <a:lnTo>
                  <a:pt x="7144" y="1637"/>
                </a:lnTo>
                <a:lnTo>
                  <a:pt x="7143" y="1636"/>
                </a:lnTo>
                <a:lnTo>
                  <a:pt x="7142" y="1636"/>
                </a:lnTo>
                <a:lnTo>
                  <a:pt x="7141" y="1635"/>
                </a:lnTo>
                <a:lnTo>
                  <a:pt x="7140" y="1635"/>
                </a:lnTo>
                <a:lnTo>
                  <a:pt x="7139" y="1634"/>
                </a:lnTo>
                <a:lnTo>
                  <a:pt x="7138" y="1634"/>
                </a:lnTo>
                <a:lnTo>
                  <a:pt x="7137" y="1633"/>
                </a:lnTo>
                <a:lnTo>
                  <a:pt x="7136" y="1633"/>
                </a:lnTo>
                <a:lnTo>
                  <a:pt x="7135" y="1632"/>
                </a:lnTo>
                <a:lnTo>
                  <a:pt x="7134" y="1632"/>
                </a:lnTo>
                <a:lnTo>
                  <a:pt x="7133" y="1631"/>
                </a:lnTo>
                <a:lnTo>
                  <a:pt x="7132" y="1631"/>
                </a:lnTo>
                <a:lnTo>
                  <a:pt x="7132" y="1630"/>
                </a:lnTo>
                <a:lnTo>
                  <a:pt x="7131" y="1630"/>
                </a:lnTo>
                <a:lnTo>
                  <a:pt x="7130" y="1630"/>
                </a:lnTo>
                <a:lnTo>
                  <a:pt x="7130" y="1629"/>
                </a:lnTo>
                <a:lnTo>
                  <a:pt x="7129" y="1629"/>
                </a:lnTo>
                <a:lnTo>
                  <a:pt x="7128" y="1629"/>
                </a:lnTo>
                <a:lnTo>
                  <a:pt x="7127" y="1628"/>
                </a:lnTo>
                <a:lnTo>
                  <a:pt x="7126" y="1628"/>
                </a:lnTo>
                <a:lnTo>
                  <a:pt x="7126" y="1627"/>
                </a:lnTo>
                <a:lnTo>
                  <a:pt x="7125" y="1627"/>
                </a:lnTo>
                <a:lnTo>
                  <a:pt x="7124" y="1626"/>
                </a:lnTo>
                <a:lnTo>
                  <a:pt x="7123" y="1626"/>
                </a:lnTo>
                <a:lnTo>
                  <a:pt x="7122" y="1626"/>
                </a:lnTo>
                <a:lnTo>
                  <a:pt x="7122" y="1625"/>
                </a:lnTo>
                <a:lnTo>
                  <a:pt x="7121" y="1625"/>
                </a:lnTo>
                <a:lnTo>
                  <a:pt x="7120" y="1625"/>
                </a:lnTo>
                <a:lnTo>
                  <a:pt x="7120" y="1624"/>
                </a:lnTo>
                <a:lnTo>
                  <a:pt x="7119" y="1624"/>
                </a:lnTo>
                <a:lnTo>
                  <a:pt x="7118" y="1623"/>
                </a:lnTo>
                <a:lnTo>
                  <a:pt x="7117" y="1623"/>
                </a:lnTo>
                <a:lnTo>
                  <a:pt x="7116" y="1623"/>
                </a:lnTo>
                <a:lnTo>
                  <a:pt x="7116" y="1622"/>
                </a:lnTo>
                <a:lnTo>
                  <a:pt x="7115" y="1622"/>
                </a:lnTo>
                <a:lnTo>
                  <a:pt x="7114" y="1621"/>
                </a:lnTo>
                <a:lnTo>
                  <a:pt x="7113" y="1621"/>
                </a:lnTo>
                <a:lnTo>
                  <a:pt x="7112" y="1620"/>
                </a:lnTo>
                <a:lnTo>
                  <a:pt x="7111" y="1620"/>
                </a:lnTo>
                <a:lnTo>
                  <a:pt x="7110" y="1620"/>
                </a:lnTo>
                <a:lnTo>
                  <a:pt x="7110" y="1619"/>
                </a:lnTo>
                <a:lnTo>
                  <a:pt x="7109" y="1619"/>
                </a:lnTo>
                <a:lnTo>
                  <a:pt x="7108" y="1618"/>
                </a:lnTo>
                <a:lnTo>
                  <a:pt x="7107" y="1618"/>
                </a:lnTo>
                <a:lnTo>
                  <a:pt x="7106" y="1617"/>
                </a:lnTo>
                <a:lnTo>
                  <a:pt x="7105" y="1617"/>
                </a:lnTo>
                <a:lnTo>
                  <a:pt x="7105" y="1616"/>
                </a:lnTo>
                <a:lnTo>
                  <a:pt x="7104" y="1616"/>
                </a:lnTo>
                <a:lnTo>
                  <a:pt x="7103" y="1616"/>
                </a:lnTo>
                <a:lnTo>
                  <a:pt x="7102" y="1615"/>
                </a:lnTo>
                <a:lnTo>
                  <a:pt x="7101" y="1615"/>
                </a:lnTo>
                <a:lnTo>
                  <a:pt x="7100" y="1614"/>
                </a:lnTo>
                <a:lnTo>
                  <a:pt x="7099" y="1614"/>
                </a:lnTo>
                <a:lnTo>
                  <a:pt x="7099" y="1613"/>
                </a:lnTo>
                <a:lnTo>
                  <a:pt x="7098" y="1613"/>
                </a:lnTo>
                <a:lnTo>
                  <a:pt x="7097" y="1613"/>
                </a:lnTo>
                <a:lnTo>
                  <a:pt x="7096" y="1612"/>
                </a:lnTo>
                <a:lnTo>
                  <a:pt x="7095" y="1612"/>
                </a:lnTo>
                <a:lnTo>
                  <a:pt x="7095" y="1611"/>
                </a:lnTo>
                <a:lnTo>
                  <a:pt x="7094" y="1611"/>
                </a:lnTo>
                <a:lnTo>
                  <a:pt x="7093" y="1611"/>
                </a:lnTo>
                <a:lnTo>
                  <a:pt x="7093" y="1610"/>
                </a:lnTo>
                <a:lnTo>
                  <a:pt x="7092" y="1610"/>
                </a:lnTo>
                <a:lnTo>
                  <a:pt x="7091" y="1610"/>
                </a:lnTo>
                <a:lnTo>
                  <a:pt x="7090" y="1609"/>
                </a:lnTo>
                <a:lnTo>
                  <a:pt x="7089" y="1609"/>
                </a:lnTo>
                <a:lnTo>
                  <a:pt x="7089" y="1608"/>
                </a:lnTo>
                <a:lnTo>
                  <a:pt x="7088" y="1608"/>
                </a:lnTo>
                <a:lnTo>
                  <a:pt x="7087" y="1608"/>
                </a:lnTo>
                <a:lnTo>
                  <a:pt x="7087" y="1607"/>
                </a:lnTo>
                <a:lnTo>
                  <a:pt x="7086" y="1607"/>
                </a:lnTo>
                <a:lnTo>
                  <a:pt x="7085" y="1607"/>
                </a:lnTo>
                <a:lnTo>
                  <a:pt x="7085" y="1606"/>
                </a:lnTo>
                <a:lnTo>
                  <a:pt x="7084" y="1606"/>
                </a:lnTo>
                <a:lnTo>
                  <a:pt x="7083" y="1606"/>
                </a:lnTo>
                <a:lnTo>
                  <a:pt x="7083" y="1605"/>
                </a:lnTo>
                <a:lnTo>
                  <a:pt x="7082" y="1605"/>
                </a:lnTo>
                <a:lnTo>
                  <a:pt x="7081" y="1604"/>
                </a:lnTo>
                <a:lnTo>
                  <a:pt x="7080" y="1604"/>
                </a:lnTo>
                <a:lnTo>
                  <a:pt x="7079" y="1604"/>
                </a:lnTo>
                <a:lnTo>
                  <a:pt x="7079" y="1603"/>
                </a:lnTo>
                <a:lnTo>
                  <a:pt x="7078" y="1603"/>
                </a:lnTo>
                <a:lnTo>
                  <a:pt x="7077" y="1603"/>
                </a:lnTo>
                <a:lnTo>
                  <a:pt x="7077" y="1602"/>
                </a:lnTo>
                <a:lnTo>
                  <a:pt x="7076" y="1602"/>
                </a:lnTo>
                <a:lnTo>
                  <a:pt x="7075" y="1601"/>
                </a:lnTo>
                <a:lnTo>
                  <a:pt x="7074" y="1601"/>
                </a:lnTo>
                <a:lnTo>
                  <a:pt x="7073" y="1600"/>
                </a:lnTo>
                <a:lnTo>
                  <a:pt x="7072" y="1600"/>
                </a:lnTo>
                <a:lnTo>
                  <a:pt x="7071" y="1599"/>
                </a:lnTo>
                <a:lnTo>
                  <a:pt x="7070" y="1599"/>
                </a:lnTo>
                <a:lnTo>
                  <a:pt x="7069" y="1598"/>
                </a:lnTo>
                <a:lnTo>
                  <a:pt x="7068" y="1598"/>
                </a:lnTo>
                <a:lnTo>
                  <a:pt x="7067" y="1597"/>
                </a:lnTo>
                <a:lnTo>
                  <a:pt x="7066" y="1597"/>
                </a:lnTo>
                <a:lnTo>
                  <a:pt x="7065" y="1596"/>
                </a:lnTo>
                <a:lnTo>
                  <a:pt x="7064" y="1596"/>
                </a:lnTo>
                <a:lnTo>
                  <a:pt x="7063" y="1595"/>
                </a:lnTo>
                <a:lnTo>
                  <a:pt x="7062" y="1595"/>
                </a:lnTo>
                <a:lnTo>
                  <a:pt x="7062" y="1594"/>
                </a:lnTo>
                <a:lnTo>
                  <a:pt x="7061" y="1594"/>
                </a:lnTo>
                <a:lnTo>
                  <a:pt x="7060" y="1594"/>
                </a:lnTo>
                <a:lnTo>
                  <a:pt x="7059" y="1593"/>
                </a:lnTo>
                <a:lnTo>
                  <a:pt x="7058" y="1593"/>
                </a:lnTo>
                <a:lnTo>
                  <a:pt x="7058" y="1592"/>
                </a:lnTo>
                <a:lnTo>
                  <a:pt x="7057" y="1592"/>
                </a:lnTo>
                <a:lnTo>
                  <a:pt x="7056" y="1592"/>
                </a:lnTo>
                <a:lnTo>
                  <a:pt x="7056" y="1591"/>
                </a:lnTo>
                <a:lnTo>
                  <a:pt x="7055" y="1591"/>
                </a:lnTo>
                <a:lnTo>
                  <a:pt x="7054" y="1591"/>
                </a:lnTo>
                <a:lnTo>
                  <a:pt x="7053" y="1590"/>
                </a:lnTo>
                <a:lnTo>
                  <a:pt x="7052" y="1590"/>
                </a:lnTo>
                <a:lnTo>
                  <a:pt x="7052" y="1589"/>
                </a:lnTo>
                <a:lnTo>
                  <a:pt x="7051" y="1589"/>
                </a:lnTo>
                <a:lnTo>
                  <a:pt x="7050" y="1589"/>
                </a:lnTo>
                <a:lnTo>
                  <a:pt x="7050" y="1588"/>
                </a:lnTo>
                <a:lnTo>
                  <a:pt x="7049" y="1588"/>
                </a:lnTo>
                <a:lnTo>
                  <a:pt x="7048" y="1587"/>
                </a:lnTo>
                <a:lnTo>
                  <a:pt x="7047" y="1587"/>
                </a:lnTo>
                <a:lnTo>
                  <a:pt x="7046" y="1587"/>
                </a:lnTo>
                <a:lnTo>
                  <a:pt x="7046" y="1586"/>
                </a:lnTo>
                <a:lnTo>
                  <a:pt x="7045" y="1586"/>
                </a:lnTo>
                <a:lnTo>
                  <a:pt x="7044" y="1585"/>
                </a:lnTo>
                <a:lnTo>
                  <a:pt x="7043" y="1585"/>
                </a:lnTo>
                <a:lnTo>
                  <a:pt x="7042" y="1584"/>
                </a:lnTo>
                <a:lnTo>
                  <a:pt x="7041" y="1584"/>
                </a:lnTo>
                <a:lnTo>
                  <a:pt x="7040" y="1584"/>
                </a:lnTo>
                <a:lnTo>
                  <a:pt x="7040" y="1583"/>
                </a:lnTo>
                <a:lnTo>
                  <a:pt x="7039" y="1583"/>
                </a:lnTo>
                <a:lnTo>
                  <a:pt x="7038" y="1582"/>
                </a:lnTo>
                <a:lnTo>
                  <a:pt x="7037" y="1582"/>
                </a:lnTo>
                <a:lnTo>
                  <a:pt x="7036" y="1581"/>
                </a:lnTo>
                <a:lnTo>
                  <a:pt x="7035" y="1581"/>
                </a:lnTo>
                <a:lnTo>
                  <a:pt x="7034" y="1580"/>
                </a:lnTo>
                <a:lnTo>
                  <a:pt x="7033" y="1580"/>
                </a:lnTo>
                <a:lnTo>
                  <a:pt x="7032" y="1579"/>
                </a:lnTo>
                <a:lnTo>
                  <a:pt x="7031" y="1579"/>
                </a:lnTo>
                <a:lnTo>
                  <a:pt x="7030" y="1578"/>
                </a:lnTo>
                <a:lnTo>
                  <a:pt x="7029" y="1578"/>
                </a:lnTo>
                <a:lnTo>
                  <a:pt x="7028" y="1577"/>
                </a:lnTo>
                <a:lnTo>
                  <a:pt x="7027" y="1577"/>
                </a:lnTo>
                <a:lnTo>
                  <a:pt x="7026" y="1576"/>
                </a:lnTo>
                <a:lnTo>
                  <a:pt x="7025" y="1576"/>
                </a:lnTo>
                <a:lnTo>
                  <a:pt x="7025" y="1575"/>
                </a:lnTo>
                <a:lnTo>
                  <a:pt x="7024" y="1575"/>
                </a:lnTo>
                <a:lnTo>
                  <a:pt x="7023" y="1575"/>
                </a:lnTo>
                <a:lnTo>
                  <a:pt x="7023" y="1574"/>
                </a:lnTo>
                <a:lnTo>
                  <a:pt x="7022" y="1574"/>
                </a:lnTo>
                <a:lnTo>
                  <a:pt x="7021" y="1574"/>
                </a:lnTo>
                <a:lnTo>
                  <a:pt x="7020" y="1573"/>
                </a:lnTo>
                <a:lnTo>
                  <a:pt x="7019" y="1573"/>
                </a:lnTo>
                <a:lnTo>
                  <a:pt x="7019" y="1572"/>
                </a:lnTo>
                <a:lnTo>
                  <a:pt x="7018" y="1572"/>
                </a:lnTo>
                <a:lnTo>
                  <a:pt x="7017" y="1571"/>
                </a:lnTo>
                <a:lnTo>
                  <a:pt x="7016" y="1571"/>
                </a:lnTo>
                <a:lnTo>
                  <a:pt x="7015" y="1571"/>
                </a:lnTo>
                <a:lnTo>
                  <a:pt x="7015" y="1570"/>
                </a:lnTo>
                <a:lnTo>
                  <a:pt x="7014" y="1570"/>
                </a:lnTo>
                <a:lnTo>
                  <a:pt x="7013" y="1570"/>
                </a:lnTo>
                <a:lnTo>
                  <a:pt x="7013" y="1569"/>
                </a:lnTo>
                <a:lnTo>
                  <a:pt x="7012" y="1569"/>
                </a:lnTo>
                <a:lnTo>
                  <a:pt x="7011" y="1568"/>
                </a:lnTo>
                <a:lnTo>
                  <a:pt x="7010" y="1568"/>
                </a:lnTo>
                <a:lnTo>
                  <a:pt x="7009" y="1568"/>
                </a:lnTo>
                <a:lnTo>
                  <a:pt x="7009" y="1567"/>
                </a:lnTo>
                <a:lnTo>
                  <a:pt x="7008" y="1567"/>
                </a:lnTo>
                <a:lnTo>
                  <a:pt x="7008" y="1571"/>
                </a:lnTo>
                <a:lnTo>
                  <a:pt x="7007" y="1570"/>
                </a:lnTo>
                <a:lnTo>
                  <a:pt x="7006" y="1570"/>
                </a:lnTo>
                <a:lnTo>
                  <a:pt x="7005" y="1569"/>
                </a:lnTo>
                <a:lnTo>
                  <a:pt x="7004" y="1569"/>
                </a:lnTo>
                <a:lnTo>
                  <a:pt x="7003" y="1568"/>
                </a:lnTo>
                <a:lnTo>
                  <a:pt x="7002" y="1568"/>
                </a:lnTo>
                <a:lnTo>
                  <a:pt x="7001" y="1567"/>
                </a:lnTo>
                <a:lnTo>
                  <a:pt x="7000" y="1567"/>
                </a:lnTo>
                <a:lnTo>
                  <a:pt x="6999" y="1566"/>
                </a:lnTo>
                <a:lnTo>
                  <a:pt x="6998" y="1566"/>
                </a:lnTo>
                <a:lnTo>
                  <a:pt x="6998" y="1565"/>
                </a:lnTo>
                <a:lnTo>
                  <a:pt x="6997" y="1565"/>
                </a:lnTo>
                <a:lnTo>
                  <a:pt x="6996" y="1565"/>
                </a:lnTo>
                <a:lnTo>
                  <a:pt x="6995" y="1564"/>
                </a:lnTo>
                <a:lnTo>
                  <a:pt x="6994" y="1564"/>
                </a:lnTo>
                <a:lnTo>
                  <a:pt x="6993" y="1563"/>
                </a:lnTo>
                <a:lnTo>
                  <a:pt x="6992" y="1563"/>
                </a:lnTo>
                <a:lnTo>
                  <a:pt x="6992" y="1562"/>
                </a:lnTo>
                <a:lnTo>
                  <a:pt x="6991" y="1562"/>
                </a:lnTo>
                <a:lnTo>
                  <a:pt x="6990" y="1561"/>
                </a:lnTo>
                <a:lnTo>
                  <a:pt x="6989" y="1561"/>
                </a:lnTo>
                <a:lnTo>
                  <a:pt x="6988" y="1561"/>
                </a:lnTo>
                <a:lnTo>
                  <a:pt x="6988" y="1560"/>
                </a:lnTo>
                <a:lnTo>
                  <a:pt x="6987" y="1560"/>
                </a:lnTo>
                <a:lnTo>
                  <a:pt x="6986" y="1560"/>
                </a:lnTo>
                <a:lnTo>
                  <a:pt x="6986" y="1559"/>
                </a:lnTo>
                <a:lnTo>
                  <a:pt x="6985" y="1559"/>
                </a:lnTo>
                <a:lnTo>
                  <a:pt x="6984" y="1558"/>
                </a:lnTo>
                <a:lnTo>
                  <a:pt x="6983" y="1558"/>
                </a:lnTo>
                <a:lnTo>
                  <a:pt x="6982" y="1558"/>
                </a:lnTo>
                <a:lnTo>
                  <a:pt x="6982" y="1557"/>
                </a:lnTo>
                <a:lnTo>
                  <a:pt x="6981" y="1557"/>
                </a:lnTo>
                <a:lnTo>
                  <a:pt x="6980" y="1556"/>
                </a:lnTo>
                <a:lnTo>
                  <a:pt x="6979" y="1556"/>
                </a:lnTo>
                <a:lnTo>
                  <a:pt x="6978" y="1555"/>
                </a:lnTo>
                <a:lnTo>
                  <a:pt x="6977" y="1555"/>
                </a:lnTo>
                <a:lnTo>
                  <a:pt x="6976" y="1555"/>
                </a:lnTo>
                <a:lnTo>
                  <a:pt x="6976" y="1554"/>
                </a:lnTo>
                <a:lnTo>
                  <a:pt x="6975" y="1554"/>
                </a:lnTo>
                <a:lnTo>
                  <a:pt x="6974" y="1553"/>
                </a:lnTo>
                <a:lnTo>
                  <a:pt x="6973" y="1553"/>
                </a:lnTo>
                <a:lnTo>
                  <a:pt x="6972" y="1552"/>
                </a:lnTo>
                <a:lnTo>
                  <a:pt x="6971" y="1552"/>
                </a:lnTo>
                <a:lnTo>
                  <a:pt x="6970" y="1551"/>
                </a:lnTo>
                <a:lnTo>
                  <a:pt x="6969" y="1551"/>
                </a:lnTo>
                <a:lnTo>
                  <a:pt x="6968" y="1550"/>
                </a:lnTo>
                <a:lnTo>
                  <a:pt x="6967" y="1550"/>
                </a:lnTo>
                <a:lnTo>
                  <a:pt x="6966" y="1549"/>
                </a:lnTo>
                <a:lnTo>
                  <a:pt x="6965" y="1549"/>
                </a:lnTo>
                <a:lnTo>
                  <a:pt x="6965" y="1548"/>
                </a:lnTo>
                <a:lnTo>
                  <a:pt x="6964" y="1548"/>
                </a:lnTo>
                <a:lnTo>
                  <a:pt x="6963" y="1548"/>
                </a:lnTo>
                <a:lnTo>
                  <a:pt x="6962" y="1547"/>
                </a:lnTo>
                <a:lnTo>
                  <a:pt x="6961" y="1547"/>
                </a:lnTo>
                <a:lnTo>
                  <a:pt x="6961" y="1546"/>
                </a:lnTo>
                <a:lnTo>
                  <a:pt x="6960" y="1546"/>
                </a:lnTo>
                <a:lnTo>
                  <a:pt x="6959" y="1546"/>
                </a:lnTo>
                <a:lnTo>
                  <a:pt x="6959" y="1545"/>
                </a:lnTo>
                <a:lnTo>
                  <a:pt x="6958" y="1545"/>
                </a:lnTo>
                <a:lnTo>
                  <a:pt x="6957" y="1545"/>
                </a:lnTo>
                <a:lnTo>
                  <a:pt x="6956" y="1544"/>
                </a:lnTo>
                <a:lnTo>
                  <a:pt x="6955" y="1544"/>
                </a:lnTo>
                <a:lnTo>
                  <a:pt x="6955" y="1543"/>
                </a:lnTo>
                <a:lnTo>
                  <a:pt x="6954" y="1543"/>
                </a:lnTo>
                <a:lnTo>
                  <a:pt x="6953" y="1543"/>
                </a:lnTo>
                <a:lnTo>
                  <a:pt x="6953" y="1542"/>
                </a:lnTo>
                <a:lnTo>
                  <a:pt x="6952" y="1542"/>
                </a:lnTo>
                <a:lnTo>
                  <a:pt x="6951" y="1542"/>
                </a:lnTo>
                <a:lnTo>
                  <a:pt x="6951" y="1541"/>
                </a:lnTo>
                <a:lnTo>
                  <a:pt x="6950" y="1541"/>
                </a:lnTo>
                <a:lnTo>
                  <a:pt x="6949" y="1541"/>
                </a:lnTo>
                <a:lnTo>
                  <a:pt x="6949" y="1540"/>
                </a:lnTo>
                <a:lnTo>
                  <a:pt x="6948" y="1540"/>
                </a:lnTo>
                <a:lnTo>
                  <a:pt x="6947" y="1539"/>
                </a:lnTo>
                <a:lnTo>
                  <a:pt x="6946" y="1539"/>
                </a:lnTo>
                <a:lnTo>
                  <a:pt x="6945" y="1539"/>
                </a:lnTo>
                <a:lnTo>
                  <a:pt x="6945" y="1538"/>
                </a:lnTo>
                <a:lnTo>
                  <a:pt x="6944" y="1538"/>
                </a:lnTo>
                <a:lnTo>
                  <a:pt x="6943" y="1538"/>
                </a:lnTo>
                <a:lnTo>
                  <a:pt x="6943" y="1537"/>
                </a:lnTo>
                <a:lnTo>
                  <a:pt x="6942" y="1537"/>
                </a:lnTo>
                <a:lnTo>
                  <a:pt x="6941" y="1536"/>
                </a:lnTo>
                <a:lnTo>
                  <a:pt x="6940" y="1536"/>
                </a:lnTo>
                <a:lnTo>
                  <a:pt x="6939" y="1535"/>
                </a:lnTo>
                <a:lnTo>
                  <a:pt x="6938" y="1535"/>
                </a:lnTo>
                <a:lnTo>
                  <a:pt x="6937" y="1534"/>
                </a:lnTo>
                <a:lnTo>
                  <a:pt x="6936" y="1534"/>
                </a:lnTo>
                <a:lnTo>
                  <a:pt x="6935" y="1533"/>
                </a:lnTo>
                <a:lnTo>
                  <a:pt x="6934" y="1533"/>
                </a:lnTo>
                <a:lnTo>
                  <a:pt x="6934" y="1532"/>
                </a:lnTo>
                <a:lnTo>
                  <a:pt x="6933" y="1532"/>
                </a:lnTo>
                <a:lnTo>
                  <a:pt x="6932" y="1532"/>
                </a:lnTo>
                <a:lnTo>
                  <a:pt x="6931" y="1531"/>
                </a:lnTo>
                <a:lnTo>
                  <a:pt x="6930" y="1531"/>
                </a:lnTo>
                <a:lnTo>
                  <a:pt x="6929" y="1530"/>
                </a:lnTo>
                <a:lnTo>
                  <a:pt x="6928" y="1530"/>
                </a:lnTo>
                <a:lnTo>
                  <a:pt x="6928" y="1529"/>
                </a:lnTo>
                <a:lnTo>
                  <a:pt x="6927" y="1529"/>
                </a:lnTo>
                <a:lnTo>
                  <a:pt x="6926" y="1529"/>
                </a:lnTo>
                <a:lnTo>
                  <a:pt x="6925" y="1528"/>
                </a:lnTo>
                <a:lnTo>
                  <a:pt x="6924" y="1528"/>
                </a:lnTo>
                <a:lnTo>
                  <a:pt x="6924" y="1527"/>
                </a:lnTo>
                <a:lnTo>
                  <a:pt x="6923" y="1527"/>
                </a:lnTo>
                <a:lnTo>
                  <a:pt x="6922" y="1527"/>
                </a:lnTo>
                <a:lnTo>
                  <a:pt x="6922" y="1526"/>
                </a:lnTo>
                <a:lnTo>
                  <a:pt x="6921" y="1526"/>
                </a:lnTo>
                <a:lnTo>
                  <a:pt x="6920" y="1526"/>
                </a:lnTo>
                <a:lnTo>
                  <a:pt x="6919" y="1525"/>
                </a:lnTo>
                <a:lnTo>
                  <a:pt x="6918" y="1525"/>
                </a:lnTo>
                <a:lnTo>
                  <a:pt x="6918" y="1524"/>
                </a:lnTo>
                <a:lnTo>
                  <a:pt x="6917" y="1524"/>
                </a:lnTo>
                <a:lnTo>
                  <a:pt x="6916" y="1524"/>
                </a:lnTo>
                <a:lnTo>
                  <a:pt x="6916" y="1523"/>
                </a:lnTo>
                <a:lnTo>
                  <a:pt x="6915" y="1523"/>
                </a:lnTo>
                <a:lnTo>
                  <a:pt x="6914" y="1522"/>
                </a:lnTo>
                <a:lnTo>
                  <a:pt x="6913" y="1522"/>
                </a:lnTo>
                <a:lnTo>
                  <a:pt x="6912" y="1522"/>
                </a:lnTo>
                <a:lnTo>
                  <a:pt x="6912" y="1521"/>
                </a:lnTo>
                <a:lnTo>
                  <a:pt x="6911" y="1521"/>
                </a:lnTo>
                <a:lnTo>
                  <a:pt x="6910" y="1520"/>
                </a:lnTo>
                <a:lnTo>
                  <a:pt x="6909" y="1520"/>
                </a:lnTo>
                <a:lnTo>
                  <a:pt x="6908" y="1519"/>
                </a:lnTo>
                <a:lnTo>
                  <a:pt x="6907" y="1519"/>
                </a:lnTo>
                <a:lnTo>
                  <a:pt x="6906" y="1519"/>
                </a:lnTo>
                <a:lnTo>
                  <a:pt x="6906" y="1518"/>
                </a:lnTo>
                <a:lnTo>
                  <a:pt x="6905" y="1518"/>
                </a:lnTo>
                <a:lnTo>
                  <a:pt x="6904" y="1517"/>
                </a:lnTo>
                <a:lnTo>
                  <a:pt x="6903" y="1517"/>
                </a:lnTo>
                <a:lnTo>
                  <a:pt x="6902" y="1516"/>
                </a:lnTo>
                <a:lnTo>
                  <a:pt x="6901" y="1516"/>
                </a:lnTo>
                <a:lnTo>
                  <a:pt x="6900" y="1515"/>
                </a:lnTo>
                <a:lnTo>
                  <a:pt x="6899" y="1515"/>
                </a:lnTo>
                <a:lnTo>
                  <a:pt x="6898" y="1514"/>
                </a:lnTo>
                <a:lnTo>
                  <a:pt x="6897" y="1514"/>
                </a:lnTo>
                <a:lnTo>
                  <a:pt x="6896" y="1513"/>
                </a:lnTo>
                <a:lnTo>
                  <a:pt x="6895" y="1513"/>
                </a:lnTo>
                <a:lnTo>
                  <a:pt x="6894" y="1512"/>
                </a:lnTo>
                <a:lnTo>
                  <a:pt x="6893" y="1512"/>
                </a:lnTo>
                <a:lnTo>
                  <a:pt x="6892" y="1511"/>
                </a:lnTo>
                <a:lnTo>
                  <a:pt x="6891" y="1511"/>
                </a:lnTo>
                <a:lnTo>
                  <a:pt x="6891" y="1510"/>
                </a:lnTo>
                <a:lnTo>
                  <a:pt x="6890" y="1510"/>
                </a:lnTo>
                <a:lnTo>
                  <a:pt x="6889" y="1510"/>
                </a:lnTo>
                <a:lnTo>
                  <a:pt x="6888" y="1509"/>
                </a:lnTo>
                <a:lnTo>
                  <a:pt x="6887" y="1509"/>
                </a:lnTo>
                <a:lnTo>
                  <a:pt x="6886" y="1508"/>
                </a:lnTo>
                <a:lnTo>
                  <a:pt x="6885" y="1508"/>
                </a:lnTo>
                <a:lnTo>
                  <a:pt x="6885" y="1507"/>
                </a:lnTo>
                <a:lnTo>
                  <a:pt x="6884" y="1507"/>
                </a:lnTo>
                <a:lnTo>
                  <a:pt x="6883" y="1506"/>
                </a:lnTo>
                <a:lnTo>
                  <a:pt x="6882" y="1506"/>
                </a:lnTo>
                <a:lnTo>
                  <a:pt x="6881" y="1506"/>
                </a:lnTo>
                <a:lnTo>
                  <a:pt x="6881" y="1505"/>
                </a:lnTo>
                <a:lnTo>
                  <a:pt x="6880" y="1505"/>
                </a:lnTo>
                <a:lnTo>
                  <a:pt x="6879" y="1505"/>
                </a:lnTo>
                <a:lnTo>
                  <a:pt x="6879" y="1504"/>
                </a:lnTo>
                <a:lnTo>
                  <a:pt x="6878" y="1504"/>
                </a:lnTo>
                <a:lnTo>
                  <a:pt x="6877" y="1503"/>
                </a:lnTo>
                <a:lnTo>
                  <a:pt x="6876" y="1506"/>
                </a:lnTo>
                <a:lnTo>
                  <a:pt x="6875" y="1506"/>
                </a:lnTo>
                <a:lnTo>
                  <a:pt x="6875" y="1505"/>
                </a:lnTo>
                <a:lnTo>
                  <a:pt x="6874" y="1505"/>
                </a:lnTo>
                <a:lnTo>
                  <a:pt x="6873" y="1504"/>
                </a:lnTo>
                <a:lnTo>
                  <a:pt x="6872" y="1504"/>
                </a:lnTo>
                <a:lnTo>
                  <a:pt x="6871" y="1504"/>
                </a:lnTo>
                <a:lnTo>
                  <a:pt x="6871" y="1503"/>
                </a:lnTo>
                <a:lnTo>
                  <a:pt x="6870" y="1503"/>
                </a:lnTo>
                <a:lnTo>
                  <a:pt x="6869" y="1503"/>
                </a:lnTo>
                <a:lnTo>
                  <a:pt x="6869" y="1502"/>
                </a:lnTo>
                <a:lnTo>
                  <a:pt x="6868" y="1502"/>
                </a:lnTo>
                <a:lnTo>
                  <a:pt x="6867" y="1501"/>
                </a:lnTo>
                <a:lnTo>
                  <a:pt x="6866" y="1501"/>
                </a:lnTo>
                <a:lnTo>
                  <a:pt x="6865" y="1501"/>
                </a:lnTo>
                <a:lnTo>
                  <a:pt x="6865" y="1500"/>
                </a:lnTo>
                <a:lnTo>
                  <a:pt x="6864" y="1500"/>
                </a:lnTo>
                <a:lnTo>
                  <a:pt x="6863" y="1499"/>
                </a:lnTo>
                <a:lnTo>
                  <a:pt x="6862" y="1499"/>
                </a:lnTo>
                <a:lnTo>
                  <a:pt x="6861" y="1498"/>
                </a:lnTo>
                <a:lnTo>
                  <a:pt x="6860" y="1498"/>
                </a:lnTo>
                <a:lnTo>
                  <a:pt x="6859" y="1498"/>
                </a:lnTo>
                <a:lnTo>
                  <a:pt x="6859" y="1497"/>
                </a:lnTo>
                <a:lnTo>
                  <a:pt x="6858" y="1497"/>
                </a:lnTo>
                <a:lnTo>
                  <a:pt x="6857" y="1496"/>
                </a:lnTo>
                <a:lnTo>
                  <a:pt x="6856" y="1496"/>
                </a:lnTo>
                <a:lnTo>
                  <a:pt x="6855" y="1495"/>
                </a:lnTo>
                <a:lnTo>
                  <a:pt x="6854" y="1495"/>
                </a:lnTo>
                <a:lnTo>
                  <a:pt x="6853" y="1494"/>
                </a:lnTo>
                <a:lnTo>
                  <a:pt x="6852" y="1494"/>
                </a:lnTo>
                <a:lnTo>
                  <a:pt x="6851" y="1493"/>
                </a:lnTo>
                <a:lnTo>
                  <a:pt x="6850" y="1493"/>
                </a:lnTo>
                <a:lnTo>
                  <a:pt x="6849" y="1492"/>
                </a:lnTo>
                <a:lnTo>
                  <a:pt x="6848" y="1492"/>
                </a:lnTo>
                <a:lnTo>
                  <a:pt x="6847" y="1491"/>
                </a:lnTo>
                <a:lnTo>
                  <a:pt x="6846" y="1491"/>
                </a:lnTo>
                <a:lnTo>
                  <a:pt x="6845" y="1490"/>
                </a:lnTo>
                <a:lnTo>
                  <a:pt x="6844" y="1490"/>
                </a:lnTo>
                <a:lnTo>
                  <a:pt x="6844" y="1489"/>
                </a:lnTo>
                <a:lnTo>
                  <a:pt x="6843" y="1489"/>
                </a:lnTo>
                <a:lnTo>
                  <a:pt x="6842" y="1489"/>
                </a:lnTo>
                <a:lnTo>
                  <a:pt x="6842" y="1488"/>
                </a:lnTo>
                <a:lnTo>
                  <a:pt x="6841" y="1488"/>
                </a:lnTo>
                <a:lnTo>
                  <a:pt x="6840" y="1488"/>
                </a:lnTo>
                <a:lnTo>
                  <a:pt x="6839" y="1487"/>
                </a:lnTo>
                <a:lnTo>
                  <a:pt x="6838" y="1487"/>
                </a:lnTo>
                <a:lnTo>
                  <a:pt x="6838" y="1486"/>
                </a:lnTo>
                <a:lnTo>
                  <a:pt x="6837" y="1486"/>
                </a:lnTo>
                <a:lnTo>
                  <a:pt x="6836" y="1485"/>
                </a:lnTo>
                <a:lnTo>
                  <a:pt x="6835" y="1485"/>
                </a:lnTo>
                <a:lnTo>
                  <a:pt x="6834" y="1485"/>
                </a:lnTo>
                <a:lnTo>
                  <a:pt x="6834" y="1484"/>
                </a:lnTo>
                <a:lnTo>
                  <a:pt x="6833" y="1484"/>
                </a:lnTo>
                <a:lnTo>
                  <a:pt x="6832" y="1484"/>
                </a:lnTo>
                <a:lnTo>
                  <a:pt x="6832" y="1483"/>
                </a:lnTo>
                <a:lnTo>
                  <a:pt x="6831" y="1483"/>
                </a:lnTo>
                <a:lnTo>
                  <a:pt x="6830" y="1482"/>
                </a:lnTo>
                <a:lnTo>
                  <a:pt x="6829" y="1482"/>
                </a:lnTo>
                <a:lnTo>
                  <a:pt x="6828" y="1482"/>
                </a:lnTo>
                <a:lnTo>
                  <a:pt x="6828" y="1481"/>
                </a:lnTo>
                <a:lnTo>
                  <a:pt x="6827" y="1481"/>
                </a:lnTo>
                <a:lnTo>
                  <a:pt x="6826" y="1480"/>
                </a:lnTo>
                <a:lnTo>
                  <a:pt x="6825" y="1480"/>
                </a:lnTo>
                <a:lnTo>
                  <a:pt x="6824" y="1479"/>
                </a:lnTo>
                <a:lnTo>
                  <a:pt x="6823" y="1479"/>
                </a:lnTo>
                <a:lnTo>
                  <a:pt x="6822" y="1479"/>
                </a:lnTo>
                <a:lnTo>
                  <a:pt x="6822" y="1478"/>
                </a:lnTo>
                <a:lnTo>
                  <a:pt x="6821" y="1478"/>
                </a:lnTo>
                <a:lnTo>
                  <a:pt x="6820" y="1477"/>
                </a:lnTo>
                <a:lnTo>
                  <a:pt x="6819" y="1477"/>
                </a:lnTo>
                <a:lnTo>
                  <a:pt x="6818" y="1476"/>
                </a:lnTo>
                <a:lnTo>
                  <a:pt x="6817" y="1476"/>
                </a:lnTo>
                <a:lnTo>
                  <a:pt x="6817" y="1475"/>
                </a:lnTo>
                <a:lnTo>
                  <a:pt x="6816" y="1475"/>
                </a:lnTo>
                <a:lnTo>
                  <a:pt x="6815" y="1475"/>
                </a:lnTo>
                <a:lnTo>
                  <a:pt x="6814" y="1474"/>
                </a:lnTo>
                <a:lnTo>
                  <a:pt x="6813" y="1474"/>
                </a:lnTo>
                <a:lnTo>
                  <a:pt x="6812" y="1473"/>
                </a:lnTo>
                <a:lnTo>
                  <a:pt x="6811" y="1473"/>
                </a:lnTo>
                <a:lnTo>
                  <a:pt x="6811" y="1472"/>
                </a:lnTo>
                <a:lnTo>
                  <a:pt x="6810" y="1472"/>
                </a:lnTo>
                <a:lnTo>
                  <a:pt x="6809" y="1472"/>
                </a:lnTo>
                <a:lnTo>
                  <a:pt x="6808" y="1471"/>
                </a:lnTo>
                <a:lnTo>
                  <a:pt x="6807" y="1471"/>
                </a:lnTo>
                <a:lnTo>
                  <a:pt x="6807" y="1470"/>
                </a:lnTo>
                <a:lnTo>
                  <a:pt x="6806" y="1470"/>
                </a:lnTo>
                <a:lnTo>
                  <a:pt x="6805" y="1470"/>
                </a:lnTo>
                <a:lnTo>
                  <a:pt x="6805" y="1469"/>
                </a:lnTo>
                <a:lnTo>
                  <a:pt x="6804" y="1469"/>
                </a:lnTo>
                <a:lnTo>
                  <a:pt x="6803" y="1469"/>
                </a:lnTo>
                <a:lnTo>
                  <a:pt x="6802" y="1468"/>
                </a:lnTo>
                <a:lnTo>
                  <a:pt x="6801" y="1468"/>
                </a:lnTo>
                <a:lnTo>
                  <a:pt x="6801" y="1467"/>
                </a:lnTo>
                <a:lnTo>
                  <a:pt x="6800" y="1467"/>
                </a:lnTo>
                <a:lnTo>
                  <a:pt x="6799" y="1466"/>
                </a:lnTo>
                <a:lnTo>
                  <a:pt x="6798" y="1466"/>
                </a:lnTo>
                <a:lnTo>
                  <a:pt x="6797" y="1466"/>
                </a:lnTo>
                <a:lnTo>
                  <a:pt x="6797" y="1465"/>
                </a:lnTo>
                <a:lnTo>
                  <a:pt x="6796" y="1465"/>
                </a:lnTo>
                <a:lnTo>
                  <a:pt x="6795" y="1465"/>
                </a:lnTo>
                <a:lnTo>
                  <a:pt x="6795" y="1464"/>
                </a:lnTo>
                <a:lnTo>
                  <a:pt x="6794" y="1464"/>
                </a:lnTo>
                <a:lnTo>
                  <a:pt x="6793" y="1463"/>
                </a:lnTo>
                <a:lnTo>
                  <a:pt x="6792" y="1463"/>
                </a:lnTo>
                <a:lnTo>
                  <a:pt x="6791" y="1462"/>
                </a:lnTo>
                <a:lnTo>
                  <a:pt x="6790" y="1462"/>
                </a:lnTo>
                <a:lnTo>
                  <a:pt x="6789" y="1461"/>
                </a:lnTo>
                <a:lnTo>
                  <a:pt x="6788" y="1461"/>
                </a:lnTo>
                <a:lnTo>
                  <a:pt x="6787" y="1460"/>
                </a:lnTo>
                <a:lnTo>
                  <a:pt x="6786" y="1460"/>
                </a:lnTo>
                <a:lnTo>
                  <a:pt x="6785" y="1459"/>
                </a:lnTo>
                <a:lnTo>
                  <a:pt x="6784" y="1459"/>
                </a:lnTo>
                <a:lnTo>
                  <a:pt x="6783" y="1458"/>
                </a:lnTo>
                <a:lnTo>
                  <a:pt x="6782" y="1458"/>
                </a:lnTo>
                <a:lnTo>
                  <a:pt x="6781" y="1457"/>
                </a:lnTo>
                <a:lnTo>
                  <a:pt x="6780" y="1457"/>
                </a:lnTo>
                <a:lnTo>
                  <a:pt x="6780" y="1456"/>
                </a:lnTo>
                <a:lnTo>
                  <a:pt x="6779" y="1456"/>
                </a:lnTo>
                <a:lnTo>
                  <a:pt x="6778" y="1456"/>
                </a:lnTo>
                <a:lnTo>
                  <a:pt x="6777" y="1455"/>
                </a:lnTo>
                <a:lnTo>
                  <a:pt x="6776" y="1455"/>
                </a:lnTo>
                <a:lnTo>
                  <a:pt x="6775" y="1454"/>
                </a:lnTo>
                <a:lnTo>
                  <a:pt x="6774" y="1454"/>
                </a:lnTo>
                <a:lnTo>
                  <a:pt x="6774" y="1453"/>
                </a:lnTo>
                <a:lnTo>
                  <a:pt x="6773" y="1453"/>
                </a:lnTo>
                <a:lnTo>
                  <a:pt x="6772" y="1453"/>
                </a:lnTo>
                <a:lnTo>
                  <a:pt x="6771" y="1452"/>
                </a:lnTo>
                <a:lnTo>
                  <a:pt x="6770" y="1452"/>
                </a:lnTo>
                <a:lnTo>
                  <a:pt x="6770" y="1451"/>
                </a:lnTo>
                <a:lnTo>
                  <a:pt x="6769" y="1451"/>
                </a:lnTo>
                <a:lnTo>
                  <a:pt x="6768" y="1451"/>
                </a:lnTo>
                <a:lnTo>
                  <a:pt x="6768" y="1450"/>
                </a:lnTo>
                <a:lnTo>
                  <a:pt x="6767" y="1450"/>
                </a:lnTo>
                <a:lnTo>
                  <a:pt x="6766" y="1449"/>
                </a:lnTo>
                <a:lnTo>
                  <a:pt x="6765" y="1449"/>
                </a:lnTo>
                <a:lnTo>
                  <a:pt x="6764" y="1449"/>
                </a:lnTo>
                <a:lnTo>
                  <a:pt x="6764" y="1448"/>
                </a:lnTo>
                <a:lnTo>
                  <a:pt x="6763" y="1448"/>
                </a:lnTo>
                <a:lnTo>
                  <a:pt x="6762" y="1448"/>
                </a:lnTo>
                <a:lnTo>
                  <a:pt x="6762" y="1447"/>
                </a:lnTo>
                <a:lnTo>
                  <a:pt x="6761" y="1447"/>
                </a:lnTo>
                <a:lnTo>
                  <a:pt x="6760" y="1446"/>
                </a:lnTo>
                <a:lnTo>
                  <a:pt x="6759" y="1446"/>
                </a:lnTo>
                <a:lnTo>
                  <a:pt x="6758" y="1446"/>
                </a:lnTo>
                <a:lnTo>
                  <a:pt x="6758" y="1445"/>
                </a:lnTo>
                <a:lnTo>
                  <a:pt x="6757" y="1445"/>
                </a:lnTo>
                <a:lnTo>
                  <a:pt x="6756" y="1444"/>
                </a:lnTo>
                <a:lnTo>
                  <a:pt x="6755" y="1444"/>
                </a:lnTo>
                <a:lnTo>
                  <a:pt x="6754" y="1443"/>
                </a:lnTo>
                <a:lnTo>
                  <a:pt x="6753" y="1443"/>
                </a:lnTo>
                <a:lnTo>
                  <a:pt x="6752" y="1443"/>
                </a:lnTo>
                <a:lnTo>
                  <a:pt x="6752" y="1442"/>
                </a:lnTo>
                <a:lnTo>
                  <a:pt x="6751" y="1442"/>
                </a:lnTo>
                <a:lnTo>
                  <a:pt x="6750" y="1441"/>
                </a:lnTo>
                <a:lnTo>
                  <a:pt x="6749" y="1441"/>
                </a:lnTo>
                <a:lnTo>
                  <a:pt x="6748" y="1440"/>
                </a:lnTo>
                <a:lnTo>
                  <a:pt x="6747" y="1440"/>
                </a:lnTo>
                <a:lnTo>
                  <a:pt x="6746" y="1439"/>
                </a:lnTo>
                <a:lnTo>
                  <a:pt x="6745" y="1439"/>
                </a:lnTo>
                <a:lnTo>
                  <a:pt x="6744" y="1438"/>
                </a:lnTo>
                <a:lnTo>
                  <a:pt x="6743" y="1438"/>
                </a:lnTo>
                <a:lnTo>
                  <a:pt x="6743" y="1437"/>
                </a:lnTo>
                <a:lnTo>
                  <a:pt x="6742" y="1437"/>
                </a:lnTo>
                <a:lnTo>
                  <a:pt x="6741" y="1437"/>
                </a:lnTo>
                <a:lnTo>
                  <a:pt x="6741" y="1436"/>
                </a:lnTo>
                <a:lnTo>
                  <a:pt x="6740" y="1436"/>
                </a:lnTo>
                <a:lnTo>
                  <a:pt x="6739" y="1436"/>
                </a:lnTo>
                <a:lnTo>
                  <a:pt x="6738" y="1435"/>
                </a:lnTo>
                <a:lnTo>
                  <a:pt x="6737" y="1435"/>
                </a:lnTo>
                <a:lnTo>
                  <a:pt x="6737" y="1434"/>
                </a:lnTo>
                <a:lnTo>
                  <a:pt x="6736" y="1434"/>
                </a:lnTo>
                <a:lnTo>
                  <a:pt x="6735" y="1434"/>
                </a:lnTo>
                <a:lnTo>
                  <a:pt x="6735" y="1433"/>
                </a:lnTo>
                <a:lnTo>
                  <a:pt x="6734" y="1433"/>
                </a:lnTo>
                <a:lnTo>
                  <a:pt x="6733" y="1433"/>
                </a:lnTo>
                <a:lnTo>
                  <a:pt x="6733" y="1432"/>
                </a:lnTo>
                <a:lnTo>
                  <a:pt x="6732" y="1432"/>
                </a:lnTo>
                <a:lnTo>
                  <a:pt x="6731" y="1432"/>
                </a:lnTo>
                <a:lnTo>
                  <a:pt x="6731" y="1431"/>
                </a:lnTo>
                <a:lnTo>
                  <a:pt x="6730" y="1431"/>
                </a:lnTo>
                <a:lnTo>
                  <a:pt x="6729" y="1430"/>
                </a:lnTo>
                <a:lnTo>
                  <a:pt x="6728" y="1430"/>
                </a:lnTo>
                <a:lnTo>
                  <a:pt x="6727" y="1430"/>
                </a:lnTo>
                <a:lnTo>
                  <a:pt x="6727" y="1429"/>
                </a:lnTo>
                <a:lnTo>
                  <a:pt x="6726" y="1429"/>
                </a:lnTo>
                <a:lnTo>
                  <a:pt x="6725" y="1429"/>
                </a:lnTo>
                <a:lnTo>
                  <a:pt x="6725" y="1428"/>
                </a:lnTo>
                <a:lnTo>
                  <a:pt x="6724" y="1428"/>
                </a:lnTo>
                <a:lnTo>
                  <a:pt x="6723" y="1427"/>
                </a:lnTo>
                <a:lnTo>
                  <a:pt x="6722" y="1427"/>
                </a:lnTo>
                <a:lnTo>
                  <a:pt x="6721" y="1427"/>
                </a:lnTo>
                <a:lnTo>
                  <a:pt x="6721" y="1426"/>
                </a:lnTo>
                <a:lnTo>
                  <a:pt x="6720" y="1426"/>
                </a:lnTo>
                <a:lnTo>
                  <a:pt x="6719" y="1425"/>
                </a:lnTo>
                <a:lnTo>
                  <a:pt x="6718" y="1425"/>
                </a:lnTo>
                <a:lnTo>
                  <a:pt x="6717" y="1424"/>
                </a:lnTo>
                <a:lnTo>
                  <a:pt x="6716" y="1424"/>
                </a:lnTo>
                <a:lnTo>
                  <a:pt x="6715" y="1423"/>
                </a:lnTo>
                <a:lnTo>
                  <a:pt x="6714" y="1423"/>
                </a:lnTo>
                <a:lnTo>
                  <a:pt x="6713" y="1422"/>
                </a:lnTo>
                <a:lnTo>
                  <a:pt x="6712" y="1422"/>
                </a:lnTo>
                <a:lnTo>
                  <a:pt x="6711" y="1421"/>
                </a:lnTo>
                <a:lnTo>
                  <a:pt x="6710" y="1421"/>
                </a:lnTo>
                <a:lnTo>
                  <a:pt x="6710" y="1420"/>
                </a:lnTo>
                <a:lnTo>
                  <a:pt x="6709" y="1423"/>
                </a:lnTo>
                <a:lnTo>
                  <a:pt x="6708" y="1422"/>
                </a:lnTo>
                <a:lnTo>
                  <a:pt x="6707" y="1422"/>
                </a:lnTo>
                <a:lnTo>
                  <a:pt x="6707" y="1421"/>
                </a:lnTo>
                <a:lnTo>
                  <a:pt x="6706" y="1421"/>
                </a:lnTo>
                <a:lnTo>
                  <a:pt x="6705" y="1421"/>
                </a:lnTo>
                <a:lnTo>
                  <a:pt x="6705" y="1420"/>
                </a:lnTo>
                <a:lnTo>
                  <a:pt x="6704" y="1420"/>
                </a:lnTo>
                <a:lnTo>
                  <a:pt x="6703" y="1420"/>
                </a:lnTo>
                <a:lnTo>
                  <a:pt x="6703" y="1419"/>
                </a:lnTo>
                <a:lnTo>
                  <a:pt x="6702" y="1419"/>
                </a:lnTo>
                <a:lnTo>
                  <a:pt x="6701" y="1419"/>
                </a:lnTo>
                <a:lnTo>
                  <a:pt x="6701" y="1418"/>
                </a:lnTo>
                <a:lnTo>
                  <a:pt x="6700" y="1418"/>
                </a:lnTo>
                <a:lnTo>
                  <a:pt x="6699" y="1417"/>
                </a:lnTo>
                <a:lnTo>
                  <a:pt x="6698" y="1417"/>
                </a:lnTo>
                <a:lnTo>
                  <a:pt x="6697" y="1417"/>
                </a:lnTo>
                <a:lnTo>
                  <a:pt x="6697" y="1416"/>
                </a:lnTo>
                <a:lnTo>
                  <a:pt x="6696" y="1416"/>
                </a:lnTo>
                <a:lnTo>
                  <a:pt x="6695" y="1416"/>
                </a:lnTo>
                <a:lnTo>
                  <a:pt x="6695" y="1415"/>
                </a:lnTo>
                <a:lnTo>
                  <a:pt x="6694" y="1415"/>
                </a:lnTo>
                <a:lnTo>
                  <a:pt x="6693" y="1414"/>
                </a:lnTo>
                <a:lnTo>
                  <a:pt x="6692" y="1414"/>
                </a:lnTo>
                <a:lnTo>
                  <a:pt x="6691" y="1413"/>
                </a:lnTo>
                <a:lnTo>
                  <a:pt x="6690" y="1413"/>
                </a:lnTo>
                <a:lnTo>
                  <a:pt x="6689" y="1412"/>
                </a:lnTo>
                <a:lnTo>
                  <a:pt x="6688" y="1412"/>
                </a:lnTo>
                <a:lnTo>
                  <a:pt x="6687" y="1411"/>
                </a:lnTo>
                <a:lnTo>
                  <a:pt x="6686" y="1411"/>
                </a:lnTo>
                <a:lnTo>
                  <a:pt x="6686" y="1410"/>
                </a:lnTo>
                <a:lnTo>
                  <a:pt x="6685" y="1410"/>
                </a:lnTo>
                <a:lnTo>
                  <a:pt x="6684" y="1410"/>
                </a:lnTo>
                <a:lnTo>
                  <a:pt x="6683" y="1409"/>
                </a:lnTo>
                <a:lnTo>
                  <a:pt x="6682" y="1409"/>
                </a:lnTo>
                <a:lnTo>
                  <a:pt x="6681" y="1408"/>
                </a:lnTo>
                <a:lnTo>
                  <a:pt x="6680" y="1408"/>
                </a:lnTo>
                <a:lnTo>
                  <a:pt x="6680" y="1407"/>
                </a:lnTo>
                <a:lnTo>
                  <a:pt x="6679" y="1407"/>
                </a:lnTo>
                <a:lnTo>
                  <a:pt x="6678" y="1407"/>
                </a:lnTo>
                <a:lnTo>
                  <a:pt x="6677" y="1406"/>
                </a:lnTo>
                <a:lnTo>
                  <a:pt x="6676" y="1406"/>
                </a:lnTo>
                <a:lnTo>
                  <a:pt x="6676" y="1405"/>
                </a:lnTo>
                <a:lnTo>
                  <a:pt x="6675" y="1405"/>
                </a:lnTo>
                <a:lnTo>
                  <a:pt x="6674" y="1405"/>
                </a:lnTo>
                <a:lnTo>
                  <a:pt x="6674" y="1404"/>
                </a:lnTo>
                <a:lnTo>
                  <a:pt x="6673" y="1404"/>
                </a:lnTo>
                <a:lnTo>
                  <a:pt x="6672" y="1404"/>
                </a:lnTo>
                <a:lnTo>
                  <a:pt x="6671" y="1403"/>
                </a:lnTo>
                <a:lnTo>
                  <a:pt x="6670" y="1403"/>
                </a:lnTo>
                <a:lnTo>
                  <a:pt x="6670" y="1402"/>
                </a:lnTo>
                <a:lnTo>
                  <a:pt x="6669" y="1402"/>
                </a:lnTo>
                <a:lnTo>
                  <a:pt x="6668" y="1402"/>
                </a:lnTo>
                <a:lnTo>
                  <a:pt x="6668" y="1401"/>
                </a:lnTo>
                <a:lnTo>
                  <a:pt x="6667" y="1401"/>
                </a:lnTo>
                <a:lnTo>
                  <a:pt x="6666" y="1400"/>
                </a:lnTo>
                <a:lnTo>
                  <a:pt x="6665" y="1400"/>
                </a:lnTo>
                <a:lnTo>
                  <a:pt x="6664" y="1400"/>
                </a:lnTo>
                <a:lnTo>
                  <a:pt x="6664" y="1399"/>
                </a:lnTo>
                <a:lnTo>
                  <a:pt x="6663" y="1399"/>
                </a:lnTo>
                <a:lnTo>
                  <a:pt x="6662" y="1398"/>
                </a:lnTo>
                <a:lnTo>
                  <a:pt x="6661" y="1398"/>
                </a:lnTo>
                <a:lnTo>
                  <a:pt x="6660" y="1397"/>
                </a:lnTo>
                <a:lnTo>
                  <a:pt x="6659" y="1397"/>
                </a:lnTo>
                <a:lnTo>
                  <a:pt x="6658" y="1397"/>
                </a:lnTo>
                <a:lnTo>
                  <a:pt x="6658" y="1396"/>
                </a:lnTo>
                <a:lnTo>
                  <a:pt x="6657" y="1396"/>
                </a:lnTo>
                <a:lnTo>
                  <a:pt x="6656" y="1395"/>
                </a:lnTo>
                <a:lnTo>
                  <a:pt x="6655" y="1395"/>
                </a:lnTo>
                <a:lnTo>
                  <a:pt x="6654" y="1394"/>
                </a:lnTo>
                <a:lnTo>
                  <a:pt x="6654" y="1396"/>
                </a:lnTo>
                <a:lnTo>
                  <a:pt x="6653" y="1396"/>
                </a:lnTo>
                <a:lnTo>
                  <a:pt x="6652" y="1395"/>
                </a:lnTo>
                <a:lnTo>
                  <a:pt x="6651" y="1395"/>
                </a:lnTo>
                <a:lnTo>
                  <a:pt x="6650" y="1394"/>
                </a:lnTo>
                <a:lnTo>
                  <a:pt x="6649" y="1394"/>
                </a:lnTo>
                <a:lnTo>
                  <a:pt x="6648" y="1394"/>
                </a:lnTo>
                <a:lnTo>
                  <a:pt x="6648" y="1393"/>
                </a:lnTo>
                <a:lnTo>
                  <a:pt x="6647" y="1393"/>
                </a:lnTo>
                <a:lnTo>
                  <a:pt x="6646" y="1392"/>
                </a:lnTo>
                <a:lnTo>
                  <a:pt x="6645" y="1392"/>
                </a:lnTo>
                <a:lnTo>
                  <a:pt x="6644" y="1391"/>
                </a:lnTo>
                <a:lnTo>
                  <a:pt x="6643" y="1391"/>
                </a:lnTo>
                <a:lnTo>
                  <a:pt x="6642" y="1390"/>
                </a:lnTo>
                <a:lnTo>
                  <a:pt x="6641" y="1390"/>
                </a:lnTo>
                <a:lnTo>
                  <a:pt x="6640" y="1389"/>
                </a:lnTo>
                <a:lnTo>
                  <a:pt x="6639" y="1389"/>
                </a:lnTo>
                <a:lnTo>
                  <a:pt x="6638" y="1388"/>
                </a:lnTo>
                <a:lnTo>
                  <a:pt x="6637" y="1388"/>
                </a:lnTo>
                <a:lnTo>
                  <a:pt x="6636" y="1387"/>
                </a:lnTo>
                <a:lnTo>
                  <a:pt x="6635" y="1387"/>
                </a:lnTo>
                <a:lnTo>
                  <a:pt x="6634" y="1386"/>
                </a:lnTo>
                <a:lnTo>
                  <a:pt x="6633" y="1386"/>
                </a:lnTo>
                <a:lnTo>
                  <a:pt x="6633" y="1385"/>
                </a:lnTo>
                <a:lnTo>
                  <a:pt x="6632" y="1385"/>
                </a:lnTo>
                <a:lnTo>
                  <a:pt x="6631" y="1385"/>
                </a:lnTo>
                <a:lnTo>
                  <a:pt x="6631" y="1384"/>
                </a:lnTo>
                <a:lnTo>
                  <a:pt x="6630" y="1384"/>
                </a:lnTo>
                <a:lnTo>
                  <a:pt x="6629" y="1384"/>
                </a:lnTo>
                <a:lnTo>
                  <a:pt x="6628" y="1383"/>
                </a:lnTo>
                <a:lnTo>
                  <a:pt x="6627" y="1383"/>
                </a:lnTo>
                <a:lnTo>
                  <a:pt x="6627" y="1382"/>
                </a:lnTo>
                <a:lnTo>
                  <a:pt x="6626" y="1382"/>
                </a:lnTo>
                <a:lnTo>
                  <a:pt x="6625" y="1381"/>
                </a:lnTo>
                <a:lnTo>
                  <a:pt x="6624" y="1381"/>
                </a:lnTo>
                <a:lnTo>
                  <a:pt x="6623" y="1381"/>
                </a:lnTo>
                <a:lnTo>
                  <a:pt x="6623" y="1380"/>
                </a:lnTo>
                <a:lnTo>
                  <a:pt x="6622" y="1380"/>
                </a:lnTo>
                <a:lnTo>
                  <a:pt x="6621" y="1380"/>
                </a:lnTo>
                <a:lnTo>
                  <a:pt x="6621" y="1381"/>
                </a:lnTo>
                <a:lnTo>
                  <a:pt x="6620" y="1381"/>
                </a:lnTo>
                <a:lnTo>
                  <a:pt x="6619" y="1380"/>
                </a:lnTo>
                <a:lnTo>
                  <a:pt x="6618" y="1380"/>
                </a:lnTo>
                <a:lnTo>
                  <a:pt x="6617" y="1380"/>
                </a:lnTo>
                <a:lnTo>
                  <a:pt x="6617" y="1379"/>
                </a:lnTo>
                <a:lnTo>
                  <a:pt x="6616" y="1379"/>
                </a:lnTo>
                <a:lnTo>
                  <a:pt x="6615" y="1378"/>
                </a:lnTo>
                <a:lnTo>
                  <a:pt x="6614" y="1378"/>
                </a:lnTo>
                <a:lnTo>
                  <a:pt x="6613" y="1377"/>
                </a:lnTo>
                <a:lnTo>
                  <a:pt x="6612" y="1377"/>
                </a:lnTo>
                <a:lnTo>
                  <a:pt x="6611" y="1376"/>
                </a:lnTo>
                <a:lnTo>
                  <a:pt x="6610" y="1376"/>
                </a:lnTo>
                <a:lnTo>
                  <a:pt x="6609" y="1375"/>
                </a:lnTo>
                <a:lnTo>
                  <a:pt x="6608" y="1375"/>
                </a:lnTo>
                <a:lnTo>
                  <a:pt x="6607" y="1374"/>
                </a:lnTo>
                <a:lnTo>
                  <a:pt x="6606" y="1374"/>
                </a:lnTo>
                <a:lnTo>
                  <a:pt x="6606" y="1373"/>
                </a:lnTo>
                <a:lnTo>
                  <a:pt x="6605" y="1373"/>
                </a:lnTo>
                <a:lnTo>
                  <a:pt x="6604" y="1373"/>
                </a:lnTo>
                <a:lnTo>
                  <a:pt x="6603" y="1372"/>
                </a:lnTo>
                <a:lnTo>
                  <a:pt x="6602" y="1372"/>
                </a:lnTo>
                <a:lnTo>
                  <a:pt x="6601" y="1371"/>
                </a:lnTo>
                <a:lnTo>
                  <a:pt x="6600" y="1371"/>
                </a:lnTo>
                <a:lnTo>
                  <a:pt x="6600" y="1370"/>
                </a:lnTo>
                <a:lnTo>
                  <a:pt x="6599" y="1370"/>
                </a:lnTo>
                <a:lnTo>
                  <a:pt x="6598" y="1370"/>
                </a:lnTo>
                <a:lnTo>
                  <a:pt x="6597" y="1369"/>
                </a:lnTo>
                <a:lnTo>
                  <a:pt x="6596" y="1369"/>
                </a:lnTo>
                <a:lnTo>
                  <a:pt x="6596" y="1368"/>
                </a:lnTo>
                <a:lnTo>
                  <a:pt x="6595" y="1368"/>
                </a:lnTo>
                <a:lnTo>
                  <a:pt x="6594" y="1368"/>
                </a:lnTo>
                <a:lnTo>
                  <a:pt x="6594" y="1367"/>
                </a:lnTo>
                <a:lnTo>
                  <a:pt x="6593" y="1367"/>
                </a:lnTo>
                <a:lnTo>
                  <a:pt x="6592" y="1367"/>
                </a:lnTo>
                <a:lnTo>
                  <a:pt x="6591" y="1366"/>
                </a:lnTo>
                <a:lnTo>
                  <a:pt x="6590" y="1366"/>
                </a:lnTo>
                <a:lnTo>
                  <a:pt x="6590" y="1365"/>
                </a:lnTo>
                <a:lnTo>
                  <a:pt x="6589" y="1365"/>
                </a:lnTo>
                <a:lnTo>
                  <a:pt x="6588" y="1364"/>
                </a:lnTo>
                <a:lnTo>
                  <a:pt x="6587" y="1364"/>
                </a:lnTo>
                <a:lnTo>
                  <a:pt x="6586" y="1364"/>
                </a:lnTo>
                <a:lnTo>
                  <a:pt x="6586" y="1363"/>
                </a:lnTo>
                <a:lnTo>
                  <a:pt x="6585" y="1363"/>
                </a:lnTo>
                <a:lnTo>
                  <a:pt x="6584" y="1363"/>
                </a:lnTo>
                <a:lnTo>
                  <a:pt x="6584" y="1362"/>
                </a:lnTo>
                <a:lnTo>
                  <a:pt x="6583" y="1362"/>
                </a:lnTo>
                <a:lnTo>
                  <a:pt x="6582" y="1361"/>
                </a:lnTo>
                <a:lnTo>
                  <a:pt x="6581" y="1361"/>
                </a:lnTo>
                <a:lnTo>
                  <a:pt x="6580" y="1360"/>
                </a:lnTo>
                <a:lnTo>
                  <a:pt x="6579" y="1360"/>
                </a:lnTo>
                <a:lnTo>
                  <a:pt x="6578" y="1359"/>
                </a:lnTo>
                <a:lnTo>
                  <a:pt x="6577" y="1359"/>
                </a:lnTo>
                <a:lnTo>
                  <a:pt x="6576" y="1358"/>
                </a:lnTo>
                <a:lnTo>
                  <a:pt x="6575" y="1358"/>
                </a:lnTo>
                <a:lnTo>
                  <a:pt x="6574" y="1357"/>
                </a:lnTo>
                <a:lnTo>
                  <a:pt x="6573" y="1357"/>
                </a:lnTo>
                <a:lnTo>
                  <a:pt x="6572" y="1356"/>
                </a:lnTo>
                <a:lnTo>
                  <a:pt x="6571" y="1356"/>
                </a:lnTo>
                <a:lnTo>
                  <a:pt x="6570" y="1355"/>
                </a:lnTo>
                <a:lnTo>
                  <a:pt x="6569" y="1355"/>
                </a:lnTo>
                <a:lnTo>
                  <a:pt x="6569" y="1354"/>
                </a:lnTo>
                <a:lnTo>
                  <a:pt x="6568" y="1354"/>
                </a:lnTo>
                <a:lnTo>
                  <a:pt x="6567" y="1354"/>
                </a:lnTo>
                <a:lnTo>
                  <a:pt x="6566" y="1353"/>
                </a:lnTo>
                <a:lnTo>
                  <a:pt x="6565" y="1353"/>
                </a:lnTo>
                <a:lnTo>
                  <a:pt x="6564" y="1352"/>
                </a:lnTo>
                <a:lnTo>
                  <a:pt x="6563" y="1352"/>
                </a:lnTo>
                <a:lnTo>
                  <a:pt x="6563" y="1351"/>
                </a:lnTo>
                <a:lnTo>
                  <a:pt x="6562" y="1351"/>
                </a:lnTo>
                <a:lnTo>
                  <a:pt x="6561" y="1351"/>
                </a:lnTo>
                <a:lnTo>
                  <a:pt x="6560" y="1350"/>
                </a:lnTo>
                <a:lnTo>
                  <a:pt x="6559" y="1350"/>
                </a:lnTo>
                <a:lnTo>
                  <a:pt x="6559" y="1349"/>
                </a:lnTo>
                <a:lnTo>
                  <a:pt x="6558" y="1349"/>
                </a:lnTo>
                <a:lnTo>
                  <a:pt x="6557" y="1349"/>
                </a:lnTo>
                <a:lnTo>
                  <a:pt x="6557" y="1348"/>
                </a:lnTo>
                <a:lnTo>
                  <a:pt x="6556" y="1348"/>
                </a:lnTo>
                <a:lnTo>
                  <a:pt x="6555" y="1347"/>
                </a:lnTo>
                <a:lnTo>
                  <a:pt x="6554" y="1347"/>
                </a:lnTo>
                <a:lnTo>
                  <a:pt x="6553" y="1347"/>
                </a:lnTo>
                <a:lnTo>
                  <a:pt x="6553" y="1346"/>
                </a:lnTo>
                <a:lnTo>
                  <a:pt x="6552" y="1346"/>
                </a:lnTo>
                <a:lnTo>
                  <a:pt x="6551" y="1345"/>
                </a:lnTo>
                <a:lnTo>
                  <a:pt x="6550" y="1345"/>
                </a:lnTo>
                <a:lnTo>
                  <a:pt x="6549" y="1344"/>
                </a:lnTo>
                <a:lnTo>
                  <a:pt x="6548" y="1344"/>
                </a:lnTo>
                <a:lnTo>
                  <a:pt x="6547" y="1344"/>
                </a:lnTo>
                <a:lnTo>
                  <a:pt x="6547" y="1343"/>
                </a:lnTo>
                <a:lnTo>
                  <a:pt x="6546" y="1343"/>
                </a:lnTo>
                <a:lnTo>
                  <a:pt x="6545" y="1342"/>
                </a:lnTo>
                <a:lnTo>
                  <a:pt x="6544" y="1342"/>
                </a:lnTo>
                <a:lnTo>
                  <a:pt x="6543" y="1341"/>
                </a:lnTo>
                <a:lnTo>
                  <a:pt x="6542" y="1341"/>
                </a:lnTo>
                <a:lnTo>
                  <a:pt x="6541" y="1340"/>
                </a:lnTo>
                <a:lnTo>
                  <a:pt x="6540" y="1340"/>
                </a:lnTo>
                <a:lnTo>
                  <a:pt x="6539" y="1339"/>
                </a:lnTo>
                <a:lnTo>
                  <a:pt x="6538" y="1339"/>
                </a:lnTo>
                <a:lnTo>
                  <a:pt x="6537" y="1338"/>
                </a:lnTo>
                <a:lnTo>
                  <a:pt x="6536" y="1338"/>
                </a:lnTo>
                <a:lnTo>
                  <a:pt x="6535" y="1337"/>
                </a:lnTo>
                <a:lnTo>
                  <a:pt x="6534" y="1337"/>
                </a:lnTo>
                <a:lnTo>
                  <a:pt x="6533" y="1336"/>
                </a:lnTo>
                <a:lnTo>
                  <a:pt x="6532" y="1336"/>
                </a:lnTo>
                <a:lnTo>
                  <a:pt x="6532" y="1335"/>
                </a:lnTo>
                <a:lnTo>
                  <a:pt x="6531" y="1335"/>
                </a:lnTo>
                <a:lnTo>
                  <a:pt x="6530" y="1335"/>
                </a:lnTo>
                <a:lnTo>
                  <a:pt x="6530" y="1334"/>
                </a:lnTo>
                <a:lnTo>
                  <a:pt x="6529" y="1334"/>
                </a:lnTo>
                <a:lnTo>
                  <a:pt x="6528" y="1334"/>
                </a:lnTo>
                <a:lnTo>
                  <a:pt x="6527" y="1333"/>
                </a:lnTo>
                <a:lnTo>
                  <a:pt x="6526" y="1333"/>
                </a:lnTo>
                <a:lnTo>
                  <a:pt x="6526" y="1332"/>
                </a:lnTo>
                <a:lnTo>
                  <a:pt x="6525" y="1332"/>
                </a:lnTo>
                <a:lnTo>
                  <a:pt x="6524" y="1332"/>
                </a:lnTo>
                <a:lnTo>
                  <a:pt x="6524" y="1331"/>
                </a:lnTo>
                <a:lnTo>
                  <a:pt x="6523" y="1331"/>
                </a:lnTo>
                <a:lnTo>
                  <a:pt x="6522" y="1331"/>
                </a:lnTo>
                <a:lnTo>
                  <a:pt x="6522" y="1330"/>
                </a:lnTo>
                <a:lnTo>
                  <a:pt x="6521" y="1330"/>
                </a:lnTo>
                <a:lnTo>
                  <a:pt x="6520" y="1330"/>
                </a:lnTo>
                <a:lnTo>
                  <a:pt x="6520" y="1329"/>
                </a:lnTo>
                <a:lnTo>
                  <a:pt x="6519" y="1329"/>
                </a:lnTo>
                <a:lnTo>
                  <a:pt x="6518" y="1328"/>
                </a:lnTo>
                <a:lnTo>
                  <a:pt x="6517" y="1328"/>
                </a:lnTo>
                <a:lnTo>
                  <a:pt x="6516" y="1328"/>
                </a:lnTo>
                <a:lnTo>
                  <a:pt x="6516" y="1327"/>
                </a:lnTo>
                <a:lnTo>
                  <a:pt x="6515" y="1327"/>
                </a:lnTo>
                <a:lnTo>
                  <a:pt x="6514" y="1327"/>
                </a:lnTo>
                <a:lnTo>
                  <a:pt x="6514" y="1326"/>
                </a:lnTo>
                <a:lnTo>
                  <a:pt x="6513" y="1326"/>
                </a:lnTo>
                <a:lnTo>
                  <a:pt x="6512" y="1325"/>
                </a:lnTo>
                <a:lnTo>
                  <a:pt x="6511" y="1325"/>
                </a:lnTo>
                <a:lnTo>
                  <a:pt x="6510" y="1325"/>
                </a:lnTo>
                <a:lnTo>
                  <a:pt x="6510" y="1324"/>
                </a:lnTo>
                <a:lnTo>
                  <a:pt x="6509" y="1324"/>
                </a:lnTo>
                <a:lnTo>
                  <a:pt x="6508" y="1323"/>
                </a:lnTo>
                <a:lnTo>
                  <a:pt x="6507" y="1323"/>
                </a:lnTo>
                <a:lnTo>
                  <a:pt x="6506" y="1322"/>
                </a:lnTo>
                <a:lnTo>
                  <a:pt x="6505" y="1322"/>
                </a:lnTo>
                <a:lnTo>
                  <a:pt x="6504" y="1321"/>
                </a:lnTo>
                <a:lnTo>
                  <a:pt x="6503" y="1321"/>
                </a:lnTo>
                <a:lnTo>
                  <a:pt x="6502" y="1320"/>
                </a:lnTo>
                <a:lnTo>
                  <a:pt x="6501" y="1320"/>
                </a:lnTo>
                <a:lnTo>
                  <a:pt x="6500" y="1319"/>
                </a:lnTo>
                <a:lnTo>
                  <a:pt x="6499" y="1319"/>
                </a:lnTo>
                <a:lnTo>
                  <a:pt x="6499" y="1318"/>
                </a:lnTo>
                <a:lnTo>
                  <a:pt x="6498" y="1318"/>
                </a:lnTo>
                <a:lnTo>
                  <a:pt x="6497" y="1318"/>
                </a:lnTo>
                <a:lnTo>
                  <a:pt x="6496" y="1317"/>
                </a:lnTo>
                <a:lnTo>
                  <a:pt x="6495" y="1317"/>
                </a:lnTo>
                <a:lnTo>
                  <a:pt x="6495" y="1316"/>
                </a:lnTo>
                <a:lnTo>
                  <a:pt x="6494" y="1316"/>
                </a:lnTo>
                <a:lnTo>
                  <a:pt x="6493" y="1316"/>
                </a:lnTo>
                <a:lnTo>
                  <a:pt x="6493" y="1315"/>
                </a:lnTo>
                <a:lnTo>
                  <a:pt x="6492" y="1315"/>
                </a:lnTo>
                <a:lnTo>
                  <a:pt x="6491" y="1315"/>
                </a:lnTo>
                <a:lnTo>
                  <a:pt x="6490" y="1314"/>
                </a:lnTo>
                <a:lnTo>
                  <a:pt x="6489" y="1314"/>
                </a:lnTo>
                <a:lnTo>
                  <a:pt x="6489" y="1313"/>
                </a:lnTo>
                <a:lnTo>
                  <a:pt x="6488" y="1313"/>
                </a:lnTo>
                <a:lnTo>
                  <a:pt x="6487" y="1313"/>
                </a:lnTo>
                <a:lnTo>
                  <a:pt x="6487" y="1312"/>
                </a:lnTo>
                <a:lnTo>
                  <a:pt x="6486" y="1312"/>
                </a:lnTo>
                <a:lnTo>
                  <a:pt x="6485" y="1312"/>
                </a:lnTo>
                <a:lnTo>
                  <a:pt x="6485" y="1311"/>
                </a:lnTo>
                <a:lnTo>
                  <a:pt x="6484" y="1311"/>
                </a:lnTo>
                <a:lnTo>
                  <a:pt x="6483" y="1311"/>
                </a:lnTo>
                <a:lnTo>
                  <a:pt x="6483" y="1310"/>
                </a:lnTo>
                <a:lnTo>
                  <a:pt x="6482" y="1310"/>
                </a:lnTo>
                <a:lnTo>
                  <a:pt x="6481" y="1309"/>
                </a:lnTo>
                <a:lnTo>
                  <a:pt x="6480" y="1309"/>
                </a:lnTo>
                <a:lnTo>
                  <a:pt x="6479" y="1308"/>
                </a:lnTo>
                <a:lnTo>
                  <a:pt x="6478" y="1308"/>
                </a:lnTo>
                <a:lnTo>
                  <a:pt x="6477" y="1308"/>
                </a:lnTo>
                <a:lnTo>
                  <a:pt x="6477" y="1307"/>
                </a:lnTo>
                <a:lnTo>
                  <a:pt x="6476" y="1307"/>
                </a:lnTo>
                <a:lnTo>
                  <a:pt x="6475" y="1306"/>
                </a:lnTo>
                <a:lnTo>
                  <a:pt x="6474" y="1306"/>
                </a:lnTo>
                <a:lnTo>
                  <a:pt x="6473" y="1305"/>
                </a:lnTo>
                <a:lnTo>
                  <a:pt x="6472" y="1305"/>
                </a:lnTo>
                <a:lnTo>
                  <a:pt x="6471" y="1304"/>
                </a:lnTo>
                <a:lnTo>
                  <a:pt x="6470" y="1304"/>
                </a:lnTo>
                <a:lnTo>
                  <a:pt x="6469" y="1303"/>
                </a:lnTo>
                <a:lnTo>
                  <a:pt x="6468" y="1304"/>
                </a:lnTo>
                <a:lnTo>
                  <a:pt x="6467" y="1304"/>
                </a:lnTo>
                <a:lnTo>
                  <a:pt x="6467" y="1303"/>
                </a:lnTo>
                <a:lnTo>
                  <a:pt x="6466" y="1303"/>
                </a:lnTo>
                <a:lnTo>
                  <a:pt x="6465" y="1302"/>
                </a:lnTo>
                <a:lnTo>
                  <a:pt x="6464" y="1302"/>
                </a:lnTo>
                <a:lnTo>
                  <a:pt x="6463" y="1301"/>
                </a:lnTo>
                <a:lnTo>
                  <a:pt x="6462" y="1301"/>
                </a:lnTo>
                <a:lnTo>
                  <a:pt x="6461" y="1300"/>
                </a:lnTo>
                <a:lnTo>
                  <a:pt x="6460" y="1300"/>
                </a:lnTo>
                <a:lnTo>
                  <a:pt x="6459" y="1299"/>
                </a:lnTo>
                <a:lnTo>
                  <a:pt x="6458" y="1299"/>
                </a:lnTo>
                <a:lnTo>
                  <a:pt x="6457" y="1298"/>
                </a:lnTo>
                <a:lnTo>
                  <a:pt x="6456" y="1298"/>
                </a:lnTo>
                <a:lnTo>
                  <a:pt x="6455" y="1297"/>
                </a:lnTo>
                <a:lnTo>
                  <a:pt x="6454" y="1297"/>
                </a:lnTo>
                <a:lnTo>
                  <a:pt x="6453" y="1297"/>
                </a:lnTo>
                <a:lnTo>
                  <a:pt x="6452" y="1297"/>
                </a:lnTo>
                <a:lnTo>
                  <a:pt x="6451" y="1296"/>
                </a:lnTo>
                <a:lnTo>
                  <a:pt x="6450" y="1296"/>
                </a:lnTo>
                <a:lnTo>
                  <a:pt x="6449" y="1295"/>
                </a:lnTo>
                <a:lnTo>
                  <a:pt x="6448" y="1295"/>
                </a:lnTo>
                <a:lnTo>
                  <a:pt x="6447" y="1294"/>
                </a:lnTo>
                <a:lnTo>
                  <a:pt x="6446" y="1294"/>
                </a:lnTo>
                <a:lnTo>
                  <a:pt x="6445" y="1293"/>
                </a:lnTo>
                <a:lnTo>
                  <a:pt x="6444" y="1293"/>
                </a:lnTo>
                <a:lnTo>
                  <a:pt x="6443" y="1292"/>
                </a:lnTo>
                <a:lnTo>
                  <a:pt x="6442" y="1292"/>
                </a:lnTo>
                <a:lnTo>
                  <a:pt x="6442" y="1291"/>
                </a:lnTo>
                <a:lnTo>
                  <a:pt x="6441" y="1291"/>
                </a:lnTo>
                <a:lnTo>
                  <a:pt x="6440" y="1291"/>
                </a:lnTo>
                <a:lnTo>
                  <a:pt x="6439" y="1290"/>
                </a:lnTo>
                <a:lnTo>
                  <a:pt x="6438" y="1290"/>
                </a:lnTo>
                <a:lnTo>
                  <a:pt x="6437" y="1289"/>
                </a:lnTo>
                <a:lnTo>
                  <a:pt x="6436" y="1289"/>
                </a:lnTo>
                <a:lnTo>
                  <a:pt x="6436" y="1288"/>
                </a:lnTo>
                <a:lnTo>
                  <a:pt x="6435" y="1288"/>
                </a:lnTo>
                <a:lnTo>
                  <a:pt x="6434" y="1288"/>
                </a:lnTo>
                <a:lnTo>
                  <a:pt x="6433" y="1287"/>
                </a:lnTo>
                <a:lnTo>
                  <a:pt x="6432" y="1287"/>
                </a:lnTo>
                <a:lnTo>
                  <a:pt x="6432" y="1286"/>
                </a:lnTo>
                <a:lnTo>
                  <a:pt x="6431" y="1286"/>
                </a:lnTo>
                <a:lnTo>
                  <a:pt x="6430" y="1286"/>
                </a:lnTo>
                <a:lnTo>
                  <a:pt x="6430" y="1285"/>
                </a:lnTo>
                <a:lnTo>
                  <a:pt x="6429" y="1285"/>
                </a:lnTo>
                <a:lnTo>
                  <a:pt x="6428" y="1284"/>
                </a:lnTo>
                <a:lnTo>
                  <a:pt x="6427" y="1284"/>
                </a:lnTo>
                <a:lnTo>
                  <a:pt x="6426" y="1284"/>
                </a:lnTo>
                <a:lnTo>
                  <a:pt x="6426" y="1283"/>
                </a:lnTo>
                <a:lnTo>
                  <a:pt x="6425" y="1283"/>
                </a:lnTo>
                <a:lnTo>
                  <a:pt x="6424" y="1282"/>
                </a:lnTo>
                <a:lnTo>
                  <a:pt x="6423" y="1282"/>
                </a:lnTo>
                <a:lnTo>
                  <a:pt x="6422" y="1281"/>
                </a:lnTo>
                <a:lnTo>
                  <a:pt x="6421" y="1281"/>
                </a:lnTo>
                <a:lnTo>
                  <a:pt x="6420" y="1281"/>
                </a:lnTo>
                <a:lnTo>
                  <a:pt x="6420" y="1280"/>
                </a:lnTo>
                <a:lnTo>
                  <a:pt x="6419" y="1280"/>
                </a:lnTo>
                <a:lnTo>
                  <a:pt x="6418" y="1279"/>
                </a:lnTo>
                <a:lnTo>
                  <a:pt x="6417" y="1279"/>
                </a:lnTo>
                <a:lnTo>
                  <a:pt x="6416" y="1278"/>
                </a:lnTo>
                <a:lnTo>
                  <a:pt x="6415" y="1278"/>
                </a:lnTo>
                <a:lnTo>
                  <a:pt x="6414" y="1277"/>
                </a:lnTo>
                <a:lnTo>
                  <a:pt x="6413" y="1277"/>
                </a:lnTo>
                <a:lnTo>
                  <a:pt x="6412" y="1276"/>
                </a:lnTo>
                <a:lnTo>
                  <a:pt x="6411" y="1276"/>
                </a:lnTo>
                <a:lnTo>
                  <a:pt x="6410" y="1275"/>
                </a:lnTo>
                <a:lnTo>
                  <a:pt x="6409" y="1275"/>
                </a:lnTo>
                <a:lnTo>
                  <a:pt x="6408" y="1274"/>
                </a:lnTo>
                <a:lnTo>
                  <a:pt x="6407" y="1274"/>
                </a:lnTo>
                <a:lnTo>
                  <a:pt x="6406" y="1273"/>
                </a:lnTo>
                <a:lnTo>
                  <a:pt x="6405" y="1273"/>
                </a:lnTo>
                <a:lnTo>
                  <a:pt x="6405" y="1272"/>
                </a:lnTo>
                <a:lnTo>
                  <a:pt x="6404" y="1272"/>
                </a:lnTo>
                <a:lnTo>
                  <a:pt x="6403" y="1272"/>
                </a:lnTo>
                <a:lnTo>
                  <a:pt x="6402" y="1272"/>
                </a:lnTo>
                <a:lnTo>
                  <a:pt x="6401" y="1271"/>
                </a:lnTo>
                <a:lnTo>
                  <a:pt x="6400" y="1271"/>
                </a:lnTo>
                <a:lnTo>
                  <a:pt x="6399" y="1271"/>
                </a:lnTo>
                <a:lnTo>
                  <a:pt x="6399" y="1270"/>
                </a:lnTo>
                <a:lnTo>
                  <a:pt x="6398" y="1270"/>
                </a:lnTo>
                <a:lnTo>
                  <a:pt x="6397" y="1269"/>
                </a:lnTo>
                <a:lnTo>
                  <a:pt x="6396" y="1269"/>
                </a:lnTo>
                <a:lnTo>
                  <a:pt x="6395" y="1268"/>
                </a:lnTo>
                <a:lnTo>
                  <a:pt x="6394" y="1268"/>
                </a:lnTo>
                <a:lnTo>
                  <a:pt x="6393" y="1268"/>
                </a:lnTo>
                <a:lnTo>
                  <a:pt x="6393" y="1267"/>
                </a:lnTo>
                <a:lnTo>
                  <a:pt x="6392" y="1267"/>
                </a:lnTo>
                <a:lnTo>
                  <a:pt x="6391" y="1266"/>
                </a:lnTo>
                <a:lnTo>
                  <a:pt x="6390" y="1266"/>
                </a:lnTo>
                <a:lnTo>
                  <a:pt x="6389" y="1265"/>
                </a:lnTo>
                <a:lnTo>
                  <a:pt x="6388" y="1265"/>
                </a:lnTo>
                <a:lnTo>
                  <a:pt x="6387" y="1264"/>
                </a:lnTo>
                <a:lnTo>
                  <a:pt x="6386" y="1264"/>
                </a:lnTo>
                <a:lnTo>
                  <a:pt x="6385" y="1263"/>
                </a:lnTo>
                <a:lnTo>
                  <a:pt x="6384" y="1263"/>
                </a:lnTo>
                <a:lnTo>
                  <a:pt x="6383" y="1262"/>
                </a:lnTo>
                <a:lnTo>
                  <a:pt x="6382" y="1262"/>
                </a:lnTo>
                <a:lnTo>
                  <a:pt x="6382" y="1261"/>
                </a:lnTo>
                <a:lnTo>
                  <a:pt x="6381" y="1261"/>
                </a:lnTo>
                <a:lnTo>
                  <a:pt x="6380" y="1261"/>
                </a:lnTo>
                <a:lnTo>
                  <a:pt x="6379" y="1260"/>
                </a:lnTo>
                <a:lnTo>
                  <a:pt x="6378" y="1260"/>
                </a:lnTo>
                <a:lnTo>
                  <a:pt x="6378" y="1259"/>
                </a:lnTo>
                <a:lnTo>
                  <a:pt x="6377" y="1259"/>
                </a:lnTo>
                <a:lnTo>
                  <a:pt x="6376" y="1259"/>
                </a:lnTo>
                <a:lnTo>
                  <a:pt x="6376" y="1258"/>
                </a:lnTo>
                <a:lnTo>
                  <a:pt x="6375" y="1258"/>
                </a:lnTo>
                <a:lnTo>
                  <a:pt x="6374" y="1258"/>
                </a:lnTo>
                <a:lnTo>
                  <a:pt x="6373" y="1257"/>
                </a:lnTo>
                <a:lnTo>
                  <a:pt x="6372" y="1257"/>
                </a:lnTo>
                <a:lnTo>
                  <a:pt x="6372" y="1256"/>
                </a:lnTo>
                <a:lnTo>
                  <a:pt x="6371" y="1256"/>
                </a:lnTo>
                <a:lnTo>
                  <a:pt x="6370" y="1255"/>
                </a:lnTo>
                <a:lnTo>
                  <a:pt x="6369" y="1255"/>
                </a:lnTo>
                <a:lnTo>
                  <a:pt x="6368" y="1255"/>
                </a:lnTo>
                <a:lnTo>
                  <a:pt x="6368" y="1254"/>
                </a:lnTo>
                <a:lnTo>
                  <a:pt x="6367" y="1254"/>
                </a:lnTo>
                <a:lnTo>
                  <a:pt x="6366" y="1254"/>
                </a:lnTo>
                <a:lnTo>
                  <a:pt x="6366" y="1253"/>
                </a:lnTo>
                <a:lnTo>
                  <a:pt x="6365" y="1253"/>
                </a:lnTo>
                <a:lnTo>
                  <a:pt x="6364" y="1252"/>
                </a:lnTo>
                <a:lnTo>
                  <a:pt x="6363" y="1252"/>
                </a:lnTo>
                <a:lnTo>
                  <a:pt x="6362" y="1252"/>
                </a:lnTo>
                <a:lnTo>
                  <a:pt x="6362" y="1251"/>
                </a:lnTo>
                <a:lnTo>
                  <a:pt x="6361" y="1251"/>
                </a:lnTo>
                <a:lnTo>
                  <a:pt x="6360" y="1250"/>
                </a:lnTo>
                <a:lnTo>
                  <a:pt x="6359" y="1250"/>
                </a:lnTo>
                <a:lnTo>
                  <a:pt x="6358" y="1249"/>
                </a:lnTo>
                <a:lnTo>
                  <a:pt x="6357" y="1249"/>
                </a:lnTo>
                <a:lnTo>
                  <a:pt x="6356" y="1248"/>
                </a:lnTo>
                <a:lnTo>
                  <a:pt x="6355" y="1248"/>
                </a:lnTo>
                <a:lnTo>
                  <a:pt x="6354" y="1247"/>
                </a:lnTo>
                <a:lnTo>
                  <a:pt x="6353" y="1247"/>
                </a:lnTo>
                <a:lnTo>
                  <a:pt x="6352" y="1246"/>
                </a:lnTo>
                <a:lnTo>
                  <a:pt x="6351" y="1246"/>
                </a:lnTo>
                <a:lnTo>
                  <a:pt x="6351" y="1245"/>
                </a:lnTo>
                <a:lnTo>
                  <a:pt x="6350" y="1245"/>
                </a:lnTo>
                <a:lnTo>
                  <a:pt x="6349" y="1245"/>
                </a:lnTo>
                <a:lnTo>
                  <a:pt x="6348" y="1244"/>
                </a:lnTo>
                <a:lnTo>
                  <a:pt x="6347" y="1244"/>
                </a:lnTo>
                <a:lnTo>
                  <a:pt x="6346" y="1243"/>
                </a:lnTo>
                <a:lnTo>
                  <a:pt x="6345" y="1243"/>
                </a:lnTo>
                <a:lnTo>
                  <a:pt x="6345" y="1242"/>
                </a:lnTo>
                <a:lnTo>
                  <a:pt x="6344" y="1242"/>
                </a:lnTo>
                <a:lnTo>
                  <a:pt x="6343" y="1242"/>
                </a:lnTo>
                <a:lnTo>
                  <a:pt x="6342" y="1241"/>
                </a:lnTo>
                <a:lnTo>
                  <a:pt x="6341" y="1241"/>
                </a:lnTo>
                <a:lnTo>
                  <a:pt x="6341" y="1240"/>
                </a:lnTo>
                <a:lnTo>
                  <a:pt x="6340" y="1240"/>
                </a:lnTo>
                <a:lnTo>
                  <a:pt x="6339" y="1240"/>
                </a:lnTo>
                <a:lnTo>
                  <a:pt x="6339" y="1239"/>
                </a:lnTo>
                <a:lnTo>
                  <a:pt x="6338" y="1239"/>
                </a:lnTo>
                <a:lnTo>
                  <a:pt x="6337" y="1239"/>
                </a:lnTo>
                <a:lnTo>
                  <a:pt x="6336" y="1238"/>
                </a:lnTo>
                <a:lnTo>
                  <a:pt x="6335" y="1238"/>
                </a:lnTo>
                <a:lnTo>
                  <a:pt x="6335" y="1237"/>
                </a:lnTo>
                <a:lnTo>
                  <a:pt x="6334" y="1237"/>
                </a:lnTo>
                <a:lnTo>
                  <a:pt x="6333" y="1237"/>
                </a:lnTo>
                <a:lnTo>
                  <a:pt x="6333" y="1236"/>
                </a:lnTo>
                <a:lnTo>
                  <a:pt x="6332" y="1236"/>
                </a:lnTo>
                <a:lnTo>
                  <a:pt x="6331" y="1235"/>
                </a:lnTo>
                <a:lnTo>
                  <a:pt x="6330" y="1235"/>
                </a:lnTo>
                <a:lnTo>
                  <a:pt x="6329" y="1235"/>
                </a:lnTo>
                <a:lnTo>
                  <a:pt x="6329" y="1234"/>
                </a:lnTo>
                <a:lnTo>
                  <a:pt x="6328" y="1234"/>
                </a:lnTo>
                <a:lnTo>
                  <a:pt x="6327" y="1233"/>
                </a:lnTo>
                <a:lnTo>
                  <a:pt x="6326" y="1233"/>
                </a:lnTo>
                <a:lnTo>
                  <a:pt x="6325" y="1232"/>
                </a:lnTo>
                <a:lnTo>
                  <a:pt x="6324" y="1232"/>
                </a:lnTo>
                <a:lnTo>
                  <a:pt x="6323" y="1232"/>
                </a:lnTo>
                <a:lnTo>
                  <a:pt x="6323" y="1231"/>
                </a:lnTo>
                <a:lnTo>
                  <a:pt x="6322" y="1231"/>
                </a:lnTo>
                <a:lnTo>
                  <a:pt x="6321" y="1230"/>
                </a:lnTo>
                <a:lnTo>
                  <a:pt x="6320" y="1230"/>
                </a:lnTo>
                <a:lnTo>
                  <a:pt x="6319" y="1229"/>
                </a:lnTo>
                <a:lnTo>
                  <a:pt x="6318" y="1229"/>
                </a:lnTo>
                <a:lnTo>
                  <a:pt x="6317" y="1228"/>
                </a:lnTo>
                <a:lnTo>
                  <a:pt x="6316" y="1228"/>
                </a:lnTo>
                <a:lnTo>
                  <a:pt x="6315" y="1227"/>
                </a:lnTo>
                <a:lnTo>
                  <a:pt x="6314" y="1227"/>
                </a:lnTo>
                <a:lnTo>
                  <a:pt x="6313" y="1226"/>
                </a:lnTo>
                <a:lnTo>
                  <a:pt x="6312" y="1226"/>
                </a:lnTo>
                <a:lnTo>
                  <a:pt x="6311" y="1225"/>
                </a:lnTo>
                <a:lnTo>
                  <a:pt x="6310" y="1225"/>
                </a:lnTo>
                <a:lnTo>
                  <a:pt x="6309" y="1224"/>
                </a:lnTo>
                <a:lnTo>
                  <a:pt x="6308" y="1224"/>
                </a:lnTo>
                <a:lnTo>
                  <a:pt x="6308" y="1223"/>
                </a:lnTo>
                <a:lnTo>
                  <a:pt x="6307" y="1223"/>
                </a:lnTo>
                <a:lnTo>
                  <a:pt x="6306" y="1223"/>
                </a:lnTo>
                <a:lnTo>
                  <a:pt x="6306" y="1222"/>
                </a:lnTo>
                <a:lnTo>
                  <a:pt x="6305" y="1222"/>
                </a:lnTo>
                <a:lnTo>
                  <a:pt x="6304" y="1222"/>
                </a:lnTo>
                <a:lnTo>
                  <a:pt x="6304" y="1221"/>
                </a:lnTo>
                <a:lnTo>
                  <a:pt x="6303" y="1221"/>
                </a:lnTo>
                <a:lnTo>
                  <a:pt x="6302" y="1221"/>
                </a:lnTo>
                <a:lnTo>
                  <a:pt x="6302" y="1220"/>
                </a:lnTo>
                <a:lnTo>
                  <a:pt x="6301" y="1220"/>
                </a:lnTo>
                <a:lnTo>
                  <a:pt x="6300" y="1219"/>
                </a:lnTo>
                <a:lnTo>
                  <a:pt x="6299" y="1219"/>
                </a:lnTo>
                <a:lnTo>
                  <a:pt x="6298" y="1219"/>
                </a:lnTo>
                <a:lnTo>
                  <a:pt x="6298" y="1218"/>
                </a:lnTo>
                <a:lnTo>
                  <a:pt x="6297" y="1218"/>
                </a:lnTo>
                <a:lnTo>
                  <a:pt x="6296" y="1218"/>
                </a:lnTo>
                <a:lnTo>
                  <a:pt x="6296" y="1217"/>
                </a:lnTo>
                <a:lnTo>
                  <a:pt x="6295" y="1217"/>
                </a:lnTo>
                <a:lnTo>
                  <a:pt x="6294" y="1216"/>
                </a:lnTo>
                <a:lnTo>
                  <a:pt x="6293" y="1216"/>
                </a:lnTo>
                <a:lnTo>
                  <a:pt x="6292" y="1216"/>
                </a:lnTo>
                <a:lnTo>
                  <a:pt x="6292" y="1215"/>
                </a:lnTo>
                <a:lnTo>
                  <a:pt x="6291" y="1215"/>
                </a:lnTo>
                <a:lnTo>
                  <a:pt x="6290" y="1214"/>
                </a:lnTo>
                <a:lnTo>
                  <a:pt x="6289" y="1214"/>
                </a:lnTo>
                <a:lnTo>
                  <a:pt x="6288" y="1213"/>
                </a:lnTo>
                <a:lnTo>
                  <a:pt x="6287" y="1213"/>
                </a:lnTo>
                <a:lnTo>
                  <a:pt x="6286" y="1213"/>
                </a:lnTo>
                <a:lnTo>
                  <a:pt x="6286" y="1212"/>
                </a:lnTo>
                <a:lnTo>
                  <a:pt x="6285" y="1212"/>
                </a:lnTo>
                <a:lnTo>
                  <a:pt x="6284" y="1211"/>
                </a:lnTo>
                <a:lnTo>
                  <a:pt x="6283" y="1211"/>
                </a:lnTo>
                <a:lnTo>
                  <a:pt x="6282" y="1210"/>
                </a:lnTo>
                <a:lnTo>
                  <a:pt x="6281" y="1210"/>
                </a:lnTo>
                <a:lnTo>
                  <a:pt x="6281" y="1209"/>
                </a:lnTo>
                <a:lnTo>
                  <a:pt x="6280" y="1209"/>
                </a:lnTo>
                <a:lnTo>
                  <a:pt x="6279" y="1209"/>
                </a:lnTo>
                <a:lnTo>
                  <a:pt x="6278" y="1208"/>
                </a:lnTo>
                <a:lnTo>
                  <a:pt x="6277" y="1208"/>
                </a:lnTo>
                <a:lnTo>
                  <a:pt x="6276" y="1207"/>
                </a:lnTo>
                <a:lnTo>
                  <a:pt x="6275" y="1207"/>
                </a:lnTo>
                <a:lnTo>
                  <a:pt x="6275" y="1206"/>
                </a:lnTo>
                <a:lnTo>
                  <a:pt x="6274" y="1206"/>
                </a:lnTo>
                <a:lnTo>
                  <a:pt x="6273" y="1206"/>
                </a:lnTo>
                <a:lnTo>
                  <a:pt x="6272" y="1205"/>
                </a:lnTo>
                <a:lnTo>
                  <a:pt x="6271" y="1205"/>
                </a:lnTo>
                <a:lnTo>
                  <a:pt x="6271" y="1204"/>
                </a:lnTo>
                <a:lnTo>
                  <a:pt x="6270" y="1204"/>
                </a:lnTo>
                <a:lnTo>
                  <a:pt x="6269" y="1204"/>
                </a:lnTo>
                <a:lnTo>
                  <a:pt x="6269" y="1203"/>
                </a:lnTo>
                <a:lnTo>
                  <a:pt x="6268" y="1203"/>
                </a:lnTo>
                <a:lnTo>
                  <a:pt x="6267" y="1203"/>
                </a:lnTo>
                <a:lnTo>
                  <a:pt x="6266" y="1202"/>
                </a:lnTo>
                <a:lnTo>
                  <a:pt x="6265" y="1202"/>
                </a:lnTo>
                <a:lnTo>
                  <a:pt x="6265" y="1201"/>
                </a:lnTo>
                <a:lnTo>
                  <a:pt x="6264" y="1201"/>
                </a:lnTo>
                <a:lnTo>
                  <a:pt x="6263" y="1200"/>
                </a:lnTo>
                <a:lnTo>
                  <a:pt x="6262" y="1200"/>
                </a:lnTo>
                <a:lnTo>
                  <a:pt x="6261" y="1200"/>
                </a:lnTo>
                <a:lnTo>
                  <a:pt x="6261" y="1199"/>
                </a:lnTo>
                <a:lnTo>
                  <a:pt x="6260" y="1199"/>
                </a:lnTo>
                <a:lnTo>
                  <a:pt x="6259" y="1199"/>
                </a:lnTo>
                <a:lnTo>
                  <a:pt x="6259" y="1198"/>
                </a:lnTo>
                <a:lnTo>
                  <a:pt x="6258" y="1198"/>
                </a:lnTo>
                <a:lnTo>
                  <a:pt x="6257" y="1197"/>
                </a:lnTo>
                <a:lnTo>
                  <a:pt x="6256" y="1197"/>
                </a:lnTo>
                <a:lnTo>
                  <a:pt x="6255" y="1196"/>
                </a:lnTo>
                <a:lnTo>
                  <a:pt x="6254" y="1196"/>
                </a:lnTo>
                <a:lnTo>
                  <a:pt x="6253" y="1195"/>
                </a:lnTo>
                <a:lnTo>
                  <a:pt x="6252" y="1195"/>
                </a:lnTo>
                <a:lnTo>
                  <a:pt x="6251" y="1194"/>
                </a:lnTo>
                <a:lnTo>
                  <a:pt x="6250" y="1194"/>
                </a:lnTo>
                <a:lnTo>
                  <a:pt x="6249" y="1193"/>
                </a:lnTo>
                <a:lnTo>
                  <a:pt x="6248" y="1193"/>
                </a:lnTo>
                <a:lnTo>
                  <a:pt x="6247" y="1192"/>
                </a:lnTo>
                <a:lnTo>
                  <a:pt x="6246" y="1192"/>
                </a:lnTo>
                <a:lnTo>
                  <a:pt x="6245" y="1191"/>
                </a:lnTo>
                <a:lnTo>
                  <a:pt x="6244" y="1191"/>
                </a:lnTo>
                <a:lnTo>
                  <a:pt x="6244" y="1190"/>
                </a:lnTo>
                <a:lnTo>
                  <a:pt x="6243" y="1190"/>
                </a:lnTo>
                <a:lnTo>
                  <a:pt x="6242" y="1190"/>
                </a:lnTo>
                <a:lnTo>
                  <a:pt x="6241" y="1189"/>
                </a:lnTo>
                <a:lnTo>
                  <a:pt x="6240" y="1189"/>
                </a:lnTo>
                <a:lnTo>
                  <a:pt x="6239" y="1188"/>
                </a:lnTo>
                <a:lnTo>
                  <a:pt x="6238" y="1188"/>
                </a:lnTo>
                <a:lnTo>
                  <a:pt x="6238" y="1187"/>
                </a:lnTo>
                <a:lnTo>
                  <a:pt x="6237" y="1187"/>
                </a:lnTo>
                <a:lnTo>
                  <a:pt x="6236" y="1187"/>
                </a:lnTo>
                <a:lnTo>
                  <a:pt x="6235" y="1186"/>
                </a:lnTo>
                <a:lnTo>
                  <a:pt x="6234" y="1186"/>
                </a:lnTo>
                <a:lnTo>
                  <a:pt x="6234" y="1185"/>
                </a:lnTo>
                <a:lnTo>
                  <a:pt x="6233" y="1185"/>
                </a:lnTo>
                <a:lnTo>
                  <a:pt x="6232" y="1185"/>
                </a:lnTo>
                <a:lnTo>
                  <a:pt x="6232" y="1184"/>
                </a:lnTo>
                <a:lnTo>
                  <a:pt x="6231" y="1184"/>
                </a:lnTo>
                <a:lnTo>
                  <a:pt x="6230" y="1183"/>
                </a:lnTo>
                <a:lnTo>
                  <a:pt x="6229" y="1183"/>
                </a:lnTo>
                <a:lnTo>
                  <a:pt x="6228" y="1183"/>
                </a:lnTo>
                <a:lnTo>
                  <a:pt x="6228" y="1182"/>
                </a:lnTo>
                <a:lnTo>
                  <a:pt x="6227" y="1182"/>
                </a:lnTo>
                <a:lnTo>
                  <a:pt x="6226" y="1181"/>
                </a:lnTo>
                <a:lnTo>
                  <a:pt x="6225" y="1181"/>
                </a:lnTo>
                <a:lnTo>
                  <a:pt x="6224" y="1180"/>
                </a:lnTo>
                <a:lnTo>
                  <a:pt x="6223" y="1180"/>
                </a:lnTo>
                <a:lnTo>
                  <a:pt x="6222" y="1180"/>
                </a:lnTo>
                <a:lnTo>
                  <a:pt x="6222" y="1179"/>
                </a:lnTo>
                <a:lnTo>
                  <a:pt x="6221" y="1179"/>
                </a:lnTo>
                <a:lnTo>
                  <a:pt x="6220" y="1178"/>
                </a:lnTo>
                <a:lnTo>
                  <a:pt x="6219" y="1178"/>
                </a:lnTo>
                <a:lnTo>
                  <a:pt x="6218" y="1177"/>
                </a:lnTo>
                <a:lnTo>
                  <a:pt x="6217" y="1177"/>
                </a:lnTo>
                <a:lnTo>
                  <a:pt x="6216" y="1176"/>
                </a:lnTo>
                <a:lnTo>
                  <a:pt x="6215" y="1176"/>
                </a:lnTo>
                <a:lnTo>
                  <a:pt x="6214" y="1175"/>
                </a:lnTo>
                <a:lnTo>
                  <a:pt x="6213" y="1175"/>
                </a:lnTo>
                <a:lnTo>
                  <a:pt x="6212" y="1174"/>
                </a:lnTo>
                <a:lnTo>
                  <a:pt x="6211" y="1174"/>
                </a:lnTo>
                <a:lnTo>
                  <a:pt x="6210" y="1173"/>
                </a:lnTo>
                <a:lnTo>
                  <a:pt x="6209" y="1173"/>
                </a:lnTo>
                <a:lnTo>
                  <a:pt x="6208" y="1172"/>
                </a:lnTo>
                <a:lnTo>
                  <a:pt x="6207" y="1172"/>
                </a:lnTo>
                <a:lnTo>
                  <a:pt x="6207" y="1171"/>
                </a:lnTo>
                <a:lnTo>
                  <a:pt x="6206" y="1171"/>
                </a:lnTo>
                <a:lnTo>
                  <a:pt x="6205" y="1171"/>
                </a:lnTo>
                <a:lnTo>
                  <a:pt x="6205" y="1170"/>
                </a:lnTo>
                <a:lnTo>
                  <a:pt x="6204" y="1170"/>
                </a:lnTo>
                <a:lnTo>
                  <a:pt x="6203" y="1170"/>
                </a:lnTo>
                <a:lnTo>
                  <a:pt x="6202" y="1169"/>
                </a:lnTo>
                <a:lnTo>
                  <a:pt x="6201" y="1169"/>
                </a:lnTo>
                <a:lnTo>
                  <a:pt x="6201" y="1168"/>
                </a:lnTo>
                <a:lnTo>
                  <a:pt x="6200" y="1168"/>
                </a:lnTo>
                <a:lnTo>
                  <a:pt x="6199" y="1168"/>
                </a:lnTo>
                <a:lnTo>
                  <a:pt x="6199" y="1167"/>
                </a:lnTo>
                <a:lnTo>
                  <a:pt x="6198" y="1167"/>
                </a:lnTo>
                <a:lnTo>
                  <a:pt x="6197" y="1167"/>
                </a:lnTo>
                <a:lnTo>
                  <a:pt x="6197" y="1166"/>
                </a:lnTo>
                <a:lnTo>
                  <a:pt x="6196" y="1166"/>
                </a:lnTo>
                <a:lnTo>
                  <a:pt x="6195" y="1166"/>
                </a:lnTo>
                <a:lnTo>
                  <a:pt x="6195" y="1165"/>
                </a:lnTo>
                <a:lnTo>
                  <a:pt x="6194" y="1165"/>
                </a:lnTo>
                <a:lnTo>
                  <a:pt x="6193" y="1164"/>
                </a:lnTo>
                <a:lnTo>
                  <a:pt x="6192" y="1164"/>
                </a:lnTo>
                <a:lnTo>
                  <a:pt x="6191" y="1164"/>
                </a:lnTo>
                <a:lnTo>
                  <a:pt x="6191" y="1163"/>
                </a:lnTo>
                <a:lnTo>
                  <a:pt x="6190" y="1163"/>
                </a:lnTo>
                <a:lnTo>
                  <a:pt x="6189" y="1163"/>
                </a:lnTo>
                <a:lnTo>
                  <a:pt x="6189" y="1162"/>
                </a:lnTo>
                <a:lnTo>
                  <a:pt x="6188" y="1162"/>
                </a:lnTo>
                <a:lnTo>
                  <a:pt x="6187" y="1161"/>
                </a:lnTo>
                <a:lnTo>
                  <a:pt x="6186" y="1161"/>
                </a:lnTo>
                <a:lnTo>
                  <a:pt x="6185" y="1161"/>
                </a:lnTo>
                <a:lnTo>
                  <a:pt x="6185" y="1160"/>
                </a:lnTo>
                <a:lnTo>
                  <a:pt x="6184" y="1160"/>
                </a:lnTo>
                <a:lnTo>
                  <a:pt x="6183" y="1159"/>
                </a:lnTo>
                <a:lnTo>
                  <a:pt x="6182" y="1159"/>
                </a:lnTo>
                <a:lnTo>
                  <a:pt x="6181" y="1158"/>
                </a:lnTo>
                <a:lnTo>
                  <a:pt x="6180" y="1158"/>
                </a:lnTo>
                <a:lnTo>
                  <a:pt x="6179" y="1157"/>
                </a:lnTo>
                <a:lnTo>
                  <a:pt x="6178" y="1157"/>
                </a:lnTo>
                <a:lnTo>
                  <a:pt x="6177" y="1156"/>
                </a:lnTo>
                <a:lnTo>
                  <a:pt x="6176" y="1156"/>
                </a:lnTo>
                <a:lnTo>
                  <a:pt x="6175" y="1155"/>
                </a:lnTo>
                <a:lnTo>
                  <a:pt x="6174" y="1155"/>
                </a:lnTo>
                <a:lnTo>
                  <a:pt x="6174" y="1154"/>
                </a:lnTo>
                <a:lnTo>
                  <a:pt x="6173" y="1154"/>
                </a:lnTo>
                <a:lnTo>
                  <a:pt x="6172" y="1154"/>
                </a:lnTo>
                <a:lnTo>
                  <a:pt x="6171" y="1153"/>
                </a:lnTo>
                <a:lnTo>
                  <a:pt x="6170" y="1153"/>
                </a:lnTo>
                <a:lnTo>
                  <a:pt x="6170" y="1152"/>
                </a:lnTo>
                <a:lnTo>
                  <a:pt x="6169" y="1152"/>
                </a:lnTo>
                <a:lnTo>
                  <a:pt x="6168" y="1152"/>
                </a:lnTo>
                <a:lnTo>
                  <a:pt x="6168" y="1151"/>
                </a:lnTo>
                <a:lnTo>
                  <a:pt x="6167" y="1151"/>
                </a:lnTo>
                <a:lnTo>
                  <a:pt x="6166" y="1151"/>
                </a:lnTo>
                <a:lnTo>
                  <a:pt x="6165" y="1150"/>
                </a:lnTo>
                <a:lnTo>
                  <a:pt x="6164" y="1150"/>
                </a:lnTo>
                <a:lnTo>
                  <a:pt x="6164" y="1149"/>
                </a:lnTo>
                <a:lnTo>
                  <a:pt x="6163" y="1149"/>
                </a:lnTo>
                <a:lnTo>
                  <a:pt x="6162" y="1149"/>
                </a:lnTo>
                <a:lnTo>
                  <a:pt x="6162" y="1148"/>
                </a:lnTo>
                <a:lnTo>
                  <a:pt x="6161" y="1148"/>
                </a:lnTo>
                <a:lnTo>
                  <a:pt x="6160" y="1148"/>
                </a:lnTo>
                <a:lnTo>
                  <a:pt x="6160" y="1147"/>
                </a:lnTo>
                <a:lnTo>
                  <a:pt x="6159" y="1147"/>
                </a:lnTo>
                <a:lnTo>
                  <a:pt x="6158" y="1147"/>
                </a:lnTo>
                <a:lnTo>
                  <a:pt x="6158" y="1146"/>
                </a:lnTo>
                <a:lnTo>
                  <a:pt x="6157" y="1146"/>
                </a:lnTo>
                <a:lnTo>
                  <a:pt x="6156" y="1145"/>
                </a:lnTo>
                <a:lnTo>
                  <a:pt x="6155" y="1145"/>
                </a:lnTo>
                <a:lnTo>
                  <a:pt x="6154" y="1145"/>
                </a:lnTo>
                <a:lnTo>
                  <a:pt x="6154" y="1144"/>
                </a:lnTo>
                <a:lnTo>
                  <a:pt x="6153" y="1144"/>
                </a:lnTo>
                <a:lnTo>
                  <a:pt x="6152" y="1144"/>
                </a:lnTo>
                <a:lnTo>
                  <a:pt x="6152" y="1143"/>
                </a:lnTo>
                <a:lnTo>
                  <a:pt x="6151" y="1143"/>
                </a:lnTo>
                <a:lnTo>
                  <a:pt x="6150" y="1142"/>
                </a:lnTo>
                <a:lnTo>
                  <a:pt x="6149" y="1142"/>
                </a:lnTo>
                <a:lnTo>
                  <a:pt x="6148" y="1141"/>
                </a:lnTo>
                <a:lnTo>
                  <a:pt x="6147" y="1141"/>
                </a:lnTo>
                <a:lnTo>
                  <a:pt x="6146" y="1140"/>
                </a:lnTo>
                <a:lnTo>
                  <a:pt x="6145" y="1140"/>
                </a:lnTo>
                <a:lnTo>
                  <a:pt x="6144" y="1139"/>
                </a:lnTo>
                <a:lnTo>
                  <a:pt x="6143" y="1139"/>
                </a:lnTo>
                <a:lnTo>
                  <a:pt x="6142" y="1138"/>
                </a:lnTo>
                <a:lnTo>
                  <a:pt x="6141" y="1138"/>
                </a:lnTo>
                <a:lnTo>
                  <a:pt x="6140" y="1137"/>
                </a:lnTo>
                <a:lnTo>
                  <a:pt x="6139" y="1137"/>
                </a:lnTo>
                <a:lnTo>
                  <a:pt x="6138" y="1136"/>
                </a:lnTo>
                <a:lnTo>
                  <a:pt x="6137" y="1136"/>
                </a:lnTo>
                <a:lnTo>
                  <a:pt x="6137" y="1135"/>
                </a:lnTo>
                <a:lnTo>
                  <a:pt x="6136" y="1135"/>
                </a:lnTo>
                <a:lnTo>
                  <a:pt x="6135" y="1135"/>
                </a:lnTo>
                <a:lnTo>
                  <a:pt x="6134" y="1134"/>
                </a:lnTo>
                <a:lnTo>
                  <a:pt x="6133" y="1134"/>
                </a:lnTo>
                <a:lnTo>
                  <a:pt x="6132" y="1133"/>
                </a:lnTo>
                <a:lnTo>
                  <a:pt x="6131" y="1133"/>
                </a:lnTo>
                <a:lnTo>
                  <a:pt x="6131" y="1132"/>
                </a:lnTo>
                <a:lnTo>
                  <a:pt x="6130" y="1132"/>
                </a:lnTo>
                <a:lnTo>
                  <a:pt x="6129" y="1132"/>
                </a:lnTo>
                <a:lnTo>
                  <a:pt x="6128" y="1131"/>
                </a:lnTo>
                <a:lnTo>
                  <a:pt x="6127" y="1131"/>
                </a:lnTo>
                <a:lnTo>
                  <a:pt x="6127" y="1130"/>
                </a:lnTo>
                <a:lnTo>
                  <a:pt x="6126" y="1130"/>
                </a:lnTo>
                <a:lnTo>
                  <a:pt x="6125" y="1130"/>
                </a:lnTo>
                <a:lnTo>
                  <a:pt x="6125" y="1129"/>
                </a:lnTo>
                <a:lnTo>
                  <a:pt x="6124" y="1130"/>
                </a:lnTo>
                <a:lnTo>
                  <a:pt x="6123" y="1129"/>
                </a:lnTo>
                <a:lnTo>
                  <a:pt x="6122" y="1129"/>
                </a:lnTo>
                <a:lnTo>
                  <a:pt x="6121" y="1129"/>
                </a:lnTo>
                <a:lnTo>
                  <a:pt x="6121" y="1128"/>
                </a:lnTo>
                <a:lnTo>
                  <a:pt x="6120" y="1128"/>
                </a:lnTo>
                <a:lnTo>
                  <a:pt x="6119" y="1127"/>
                </a:lnTo>
                <a:lnTo>
                  <a:pt x="6118" y="1127"/>
                </a:lnTo>
                <a:lnTo>
                  <a:pt x="6117" y="1126"/>
                </a:lnTo>
                <a:lnTo>
                  <a:pt x="6116" y="1126"/>
                </a:lnTo>
                <a:lnTo>
                  <a:pt x="6115" y="1126"/>
                </a:lnTo>
                <a:lnTo>
                  <a:pt x="6115" y="1125"/>
                </a:lnTo>
                <a:lnTo>
                  <a:pt x="6114" y="1125"/>
                </a:lnTo>
                <a:lnTo>
                  <a:pt x="6113" y="1124"/>
                </a:lnTo>
                <a:lnTo>
                  <a:pt x="6112" y="1124"/>
                </a:lnTo>
                <a:lnTo>
                  <a:pt x="6111" y="1123"/>
                </a:lnTo>
                <a:lnTo>
                  <a:pt x="6110" y="1123"/>
                </a:lnTo>
                <a:lnTo>
                  <a:pt x="6109" y="1122"/>
                </a:lnTo>
                <a:lnTo>
                  <a:pt x="6108" y="1122"/>
                </a:lnTo>
                <a:lnTo>
                  <a:pt x="6107" y="1121"/>
                </a:lnTo>
                <a:lnTo>
                  <a:pt x="6106" y="1121"/>
                </a:lnTo>
                <a:lnTo>
                  <a:pt x="6105" y="1120"/>
                </a:lnTo>
                <a:lnTo>
                  <a:pt x="6104" y="1120"/>
                </a:lnTo>
                <a:lnTo>
                  <a:pt x="6104" y="1119"/>
                </a:lnTo>
                <a:lnTo>
                  <a:pt x="6103" y="1119"/>
                </a:lnTo>
                <a:lnTo>
                  <a:pt x="6102" y="1119"/>
                </a:lnTo>
                <a:lnTo>
                  <a:pt x="6101" y="1118"/>
                </a:lnTo>
                <a:lnTo>
                  <a:pt x="6100" y="1118"/>
                </a:lnTo>
                <a:lnTo>
                  <a:pt x="6100" y="1117"/>
                </a:lnTo>
                <a:lnTo>
                  <a:pt x="6099" y="1117"/>
                </a:lnTo>
                <a:lnTo>
                  <a:pt x="6098" y="1117"/>
                </a:lnTo>
                <a:lnTo>
                  <a:pt x="6098" y="1116"/>
                </a:lnTo>
                <a:lnTo>
                  <a:pt x="6097" y="1116"/>
                </a:lnTo>
                <a:lnTo>
                  <a:pt x="6096" y="1116"/>
                </a:lnTo>
                <a:lnTo>
                  <a:pt x="6095" y="1115"/>
                </a:lnTo>
                <a:lnTo>
                  <a:pt x="6094" y="1115"/>
                </a:lnTo>
                <a:lnTo>
                  <a:pt x="6094" y="1114"/>
                </a:lnTo>
                <a:lnTo>
                  <a:pt x="6093" y="1114"/>
                </a:lnTo>
                <a:lnTo>
                  <a:pt x="6092" y="1113"/>
                </a:lnTo>
                <a:lnTo>
                  <a:pt x="6091" y="1113"/>
                </a:lnTo>
                <a:lnTo>
                  <a:pt x="6090" y="1113"/>
                </a:lnTo>
                <a:lnTo>
                  <a:pt x="6090" y="1112"/>
                </a:lnTo>
                <a:lnTo>
                  <a:pt x="6089" y="1112"/>
                </a:lnTo>
                <a:lnTo>
                  <a:pt x="6088" y="1112"/>
                </a:lnTo>
                <a:lnTo>
                  <a:pt x="6088" y="1111"/>
                </a:lnTo>
                <a:lnTo>
                  <a:pt x="6087" y="1111"/>
                </a:lnTo>
                <a:lnTo>
                  <a:pt x="6086" y="1110"/>
                </a:lnTo>
                <a:lnTo>
                  <a:pt x="6085" y="1110"/>
                </a:lnTo>
                <a:lnTo>
                  <a:pt x="6084" y="1110"/>
                </a:lnTo>
                <a:lnTo>
                  <a:pt x="6084" y="1109"/>
                </a:lnTo>
                <a:lnTo>
                  <a:pt x="6083" y="1109"/>
                </a:lnTo>
                <a:lnTo>
                  <a:pt x="6082" y="1108"/>
                </a:lnTo>
                <a:lnTo>
                  <a:pt x="6081" y="1108"/>
                </a:lnTo>
                <a:lnTo>
                  <a:pt x="6080" y="1107"/>
                </a:lnTo>
                <a:lnTo>
                  <a:pt x="6079" y="1107"/>
                </a:lnTo>
                <a:lnTo>
                  <a:pt x="6078" y="1107"/>
                </a:lnTo>
                <a:lnTo>
                  <a:pt x="6078" y="1106"/>
                </a:lnTo>
                <a:lnTo>
                  <a:pt x="6077" y="1106"/>
                </a:lnTo>
                <a:lnTo>
                  <a:pt x="6076" y="1105"/>
                </a:lnTo>
                <a:lnTo>
                  <a:pt x="6075" y="1105"/>
                </a:lnTo>
                <a:lnTo>
                  <a:pt x="6074" y="1104"/>
                </a:lnTo>
                <a:lnTo>
                  <a:pt x="6073" y="1104"/>
                </a:lnTo>
                <a:lnTo>
                  <a:pt x="6073" y="1103"/>
                </a:lnTo>
                <a:lnTo>
                  <a:pt x="6072" y="1103"/>
                </a:lnTo>
                <a:lnTo>
                  <a:pt x="6071" y="1103"/>
                </a:lnTo>
                <a:lnTo>
                  <a:pt x="6070" y="1102"/>
                </a:lnTo>
                <a:lnTo>
                  <a:pt x="6069" y="1102"/>
                </a:lnTo>
                <a:lnTo>
                  <a:pt x="6068" y="1101"/>
                </a:lnTo>
                <a:lnTo>
                  <a:pt x="6067" y="1101"/>
                </a:lnTo>
                <a:lnTo>
                  <a:pt x="6067" y="1100"/>
                </a:lnTo>
                <a:lnTo>
                  <a:pt x="6066" y="1100"/>
                </a:lnTo>
                <a:lnTo>
                  <a:pt x="6065" y="1100"/>
                </a:lnTo>
                <a:lnTo>
                  <a:pt x="6064" y="1099"/>
                </a:lnTo>
                <a:lnTo>
                  <a:pt x="6063" y="1099"/>
                </a:lnTo>
                <a:lnTo>
                  <a:pt x="6063" y="1098"/>
                </a:lnTo>
                <a:lnTo>
                  <a:pt x="6062" y="1098"/>
                </a:lnTo>
                <a:lnTo>
                  <a:pt x="6061" y="1098"/>
                </a:lnTo>
                <a:lnTo>
                  <a:pt x="6061" y="1097"/>
                </a:lnTo>
                <a:lnTo>
                  <a:pt x="6060" y="1097"/>
                </a:lnTo>
                <a:lnTo>
                  <a:pt x="6059" y="1097"/>
                </a:lnTo>
                <a:lnTo>
                  <a:pt x="6058" y="1096"/>
                </a:lnTo>
                <a:lnTo>
                  <a:pt x="6057" y="1096"/>
                </a:lnTo>
                <a:lnTo>
                  <a:pt x="6057" y="1095"/>
                </a:lnTo>
                <a:lnTo>
                  <a:pt x="6056" y="1095"/>
                </a:lnTo>
                <a:lnTo>
                  <a:pt x="6055" y="1094"/>
                </a:lnTo>
                <a:lnTo>
                  <a:pt x="6054" y="1094"/>
                </a:lnTo>
                <a:lnTo>
                  <a:pt x="6053" y="1094"/>
                </a:lnTo>
                <a:lnTo>
                  <a:pt x="6053" y="1093"/>
                </a:lnTo>
                <a:lnTo>
                  <a:pt x="6052" y="1093"/>
                </a:lnTo>
                <a:lnTo>
                  <a:pt x="6051" y="1093"/>
                </a:lnTo>
                <a:lnTo>
                  <a:pt x="6051" y="1092"/>
                </a:lnTo>
                <a:lnTo>
                  <a:pt x="6050" y="1092"/>
                </a:lnTo>
                <a:lnTo>
                  <a:pt x="6049" y="1091"/>
                </a:lnTo>
                <a:lnTo>
                  <a:pt x="6048" y="1091"/>
                </a:lnTo>
                <a:lnTo>
                  <a:pt x="6047" y="1090"/>
                </a:lnTo>
                <a:lnTo>
                  <a:pt x="6046" y="1090"/>
                </a:lnTo>
                <a:lnTo>
                  <a:pt x="6045" y="1089"/>
                </a:lnTo>
                <a:lnTo>
                  <a:pt x="6044" y="1089"/>
                </a:lnTo>
                <a:lnTo>
                  <a:pt x="6043" y="1088"/>
                </a:lnTo>
                <a:lnTo>
                  <a:pt x="6042" y="1088"/>
                </a:lnTo>
                <a:lnTo>
                  <a:pt x="6041" y="1087"/>
                </a:lnTo>
                <a:lnTo>
                  <a:pt x="6040" y="1087"/>
                </a:lnTo>
                <a:lnTo>
                  <a:pt x="6039" y="1086"/>
                </a:lnTo>
                <a:lnTo>
                  <a:pt x="6038" y="1086"/>
                </a:lnTo>
                <a:lnTo>
                  <a:pt x="6037" y="1085"/>
                </a:lnTo>
                <a:lnTo>
                  <a:pt x="6036" y="1085"/>
                </a:lnTo>
                <a:lnTo>
                  <a:pt x="6036" y="1084"/>
                </a:lnTo>
                <a:lnTo>
                  <a:pt x="6035" y="1084"/>
                </a:lnTo>
                <a:lnTo>
                  <a:pt x="6034" y="1084"/>
                </a:lnTo>
                <a:lnTo>
                  <a:pt x="6033" y="1083"/>
                </a:lnTo>
                <a:lnTo>
                  <a:pt x="6032" y="1083"/>
                </a:lnTo>
                <a:lnTo>
                  <a:pt x="6031" y="1082"/>
                </a:lnTo>
                <a:lnTo>
                  <a:pt x="6030" y="1082"/>
                </a:lnTo>
                <a:lnTo>
                  <a:pt x="6030" y="1081"/>
                </a:lnTo>
                <a:lnTo>
                  <a:pt x="6029" y="1081"/>
                </a:lnTo>
                <a:lnTo>
                  <a:pt x="6028" y="1081"/>
                </a:lnTo>
                <a:lnTo>
                  <a:pt x="6027" y="1080"/>
                </a:lnTo>
                <a:lnTo>
                  <a:pt x="6026" y="1080"/>
                </a:lnTo>
                <a:lnTo>
                  <a:pt x="6026" y="1079"/>
                </a:lnTo>
                <a:lnTo>
                  <a:pt x="6025" y="1079"/>
                </a:lnTo>
                <a:lnTo>
                  <a:pt x="6024" y="1079"/>
                </a:lnTo>
                <a:lnTo>
                  <a:pt x="6024" y="1078"/>
                </a:lnTo>
                <a:lnTo>
                  <a:pt x="6023" y="1078"/>
                </a:lnTo>
                <a:lnTo>
                  <a:pt x="6022" y="1077"/>
                </a:lnTo>
                <a:lnTo>
                  <a:pt x="6021" y="1077"/>
                </a:lnTo>
                <a:lnTo>
                  <a:pt x="6020" y="1077"/>
                </a:lnTo>
                <a:lnTo>
                  <a:pt x="6020" y="1076"/>
                </a:lnTo>
                <a:lnTo>
                  <a:pt x="6019" y="1076"/>
                </a:lnTo>
                <a:lnTo>
                  <a:pt x="6018" y="1076"/>
                </a:lnTo>
                <a:lnTo>
                  <a:pt x="6018" y="1075"/>
                </a:lnTo>
                <a:lnTo>
                  <a:pt x="6017" y="1075"/>
                </a:lnTo>
                <a:lnTo>
                  <a:pt x="6016" y="1074"/>
                </a:lnTo>
                <a:lnTo>
                  <a:pt x="6015" y="1074"/>
                </a:lnTo>
                <a:lnTo>
                  <a:pt x="6014" y="1074"/>
                </a:lnTo>
                <a:lnTo>
                  <a:pt x="6014" y="1073"/>
                </a:lnTo>
                <a:lnTo>
                  <a:pt x="6013" y="1073"/>
                </a:lnTo>
                <a:lnTo>
                  <a:pt x="6012" y="1072"/>
                </a:lnTo>
                <a:lnTo>
                  <a:pt x="6011" y="1072"/>
                </a:lnTo>
                <a:lnTo>
                  <a:pt x="6010" y="1071"/>
                </a:lnTo>
                <a:lnTo>
                  <a:pt x="6009" y="1071"/>
                </a:lnTo>
                <a:lnTo>
                  <a:pt x="6008" y="1071"/>
                </a:lnTo>
                <a:lnTo>
                  <a:pt x="6008" y="1070"/>
                </a:lnTo>
                <a:lnTo>
                  <a:pt x="6007" y="1070"/>
                </a:lnTo>
                <a:lnTo>
                  <a:pt x="6006" y="1069"/>
                </a:lnTo>
                <a:lnTo>
                  <a:pt x="6005" y="1069"/>
                </a:lnTo>
                <a:lnTo>
                  <a:pt x="6004" y="1068"/>
                </a:lnTo>
                <a:lnTo>
                  <a:pt x="6003" y="1068"/>
                </a:lnTo>
                <a:lnTo>
                  <a:pt x="6002" y="1067"/>
                </a:lnTo>
                <a:lnTo>
                  <a:pt x="6001" y="1067"/>
                </a:lnTo>
                <a:lnTo>
                  <a:pt x="6000" y="1066"/>
                </a:lnTo>
                <a:lnTo>
                  <a:pt x="5999" y="1066"/>
                </a:lnTo>
                <a:lnTo>
                  <a:pt x="5998" y="1065"/>
                </a:lnTo>
                <a:lnTo>
                  <a:pt x="5997" y="1065"/>
                </a:lnTo>
                <a:lnTo>
                  <a:pt x="5997" y="1064"/>
                </a:lnTo>
                <a:lnTo>
                  <a:pt x="5996" y="1064"/>
                </a:lnTo>
                <a:lnTo>
                  <a:pt x="5995" y="1064"/>
                </a:lnTo>
                <a:lnTo>
                  <a:pt x="5994" y="1063"/>
                </a:lnTo>
                <a:lnTo>
                  <a:pt x="5993" y="1063"/>
                </a:lnTo>
                <a:lnTo>
                  <a:pt x="5993" y="1062"/>
                </a:lnTo>
                <a:lnTo>
                  <a:pt x="5992" y="1062"/>
                </a:lnTo>
                <a:lnTo>
                  <a:pt x="5991" y="1062"/>
                </a:lnTo>
                <a:lnTo>
                  <a:pt x="5991" y="1061"/>
                </a:lnTo>
                <a:lnTo>
                  <a:pt x="5990" y="1061"/>
                </a:lnTo>
                <a:lnTo>
                  <a:pt x="5989" y="1061"/>
                </a:lnTo>
                <a:lnTo>
                  <a:pt x="5989" y="1060"/>
                </a:lnTo>
                <a:lnTo>
                  <a:pt x="5988" y="1060"/>
                </a:lnTo>
                <a:lnTo>
                  <a:pt x="5987" y="1060"/>
                </a:lnTo>
                <a:lnTo>
                  <a:pt x="5987" y="1059"/>
                </a:lnTo>
                <a:lnTo>
                  <a:pt x="5986" y="1059"/>
                </a:lnTo>
                <a:lnTo>
                  <a:pt x="5985" y="1058"/>
                </a:lnTo>
                <a:lnTo>
                  <a:pt x="5984" y="1058"/>
                </a:lnTo>
                <a:lnTo>
                  <a:pt x="5983" y="1058"/>
                </a:lnTo>
                <a:lnTo>
                  <a:pt x="5983" y="1057"/>
                </a:lnTo>
                <a:lnTo>
                  <a:pt x="5982" y="1057"/>
                </a:lnTo>
                <a:lnTo>
                  <a:pt x="5981" y="1057"/>
                </a:lnTo>
                <a:lnTo>
                  <a:pt x="5981" y="1056"/>
                </a:lnTo>
                <a:lnTo>
                  <a:pt x="5980" y="1056"/>
                </a:lnTo>
                <a:lnTo>
                  <a:pt x="5979" y="1055"/>
                </a:lnTo>
                <a:lnTo>
                  <a:pt x="5978" y="1055"/>
                </a:lnTo>
                <a:lnTo>
                  <a:pt x="5977" y="1055"/>
                </a:lnTo>
                <a:lnTo>
                  <a:pt x="5977" y="1054"/>
                </a:lnTo>
                <a:lnTo>
                  <a:pt x="5976" y="1054"/>
                </a:lnTo>
                <a:lnTo>
                  <a:pt x="5975" y="1053"/>
                </a:lnTo>
                <a:lnTo>
                  <a:pt x="5974" y="1053"/>
                </a:lnTo>
                <a:lnTo>
                  <a:pt x="5973" y="1052"/>
                </a:lnTo>
                <a:lnTo>
                  <a:pt x="5972" y="1052"/>
                </a:lnTo>
                <a:lnTo>
                  <a:pt x="5971" y="1051"/>
                </a:lnTo>
                <a:lnTo>
                  <a:pt x="5970" y="1051"/>
                </a:lnTo>
                <a:lnTo>
                  <a:pt x="5969" y="1050"/>
                </a:lnTo>
                <a:lnTo>
                  <a:pt x="5968" y="1050"/>
                </a:lnTo>
                <a:lnTo>
                  <a:pt x="5967" y="1049"/>
                </a:lnTo>
                <a:lnTo>
                  <a:pt x="5966" y="1049"/>
                </a:lnTo>
                <a:lnTo>
                  <a:pt x="5966" y="1048"/>
                </a:lnTo>
                <a:lnTo>
                  <a:pt x="5965" y="1048"/>
                </a:lnTo>
                <a:lnTo>
                  <a:pt x="5964" y="1048"/>
                </a:lnTo>
                <a:lnTo>
                  <a:pt x="5963" y="1047"/>
                </a:lnTo>
                <a:lnTo>
                  <a:pt x="5962" y="1047"/>
                </a:lnTo>
                <a:lnTo>
                  <a:pt x="5961" y="1046"/>
                </a:lnTo>
                <a:lnTo>
                  <a:pt x="5960" y="1046"/>
                </a:lnTo>
                <a:lnTo>
                  <a:pt x="5960" y="1045"/>
                </a:lnTo>
                <a:lnTo>
                  <a:pt x="5959" y="1045"/>
                </a:lnTo>
                <a:lnTo>
                  <a:pt x="5958" y="1045"/>
                </a:lnTo>
                <a:lnTo>
                  <a:pt x="5957" y="1044"/>
                </a:lnTo>
                <a:lnTo>
                  <a:pt x="5956" y="1044"/>
                </a:lnTo>
                <a:lnTo>
                  <a:pt x="5956" y="1043"/>
                </a:lnTo>
                <a:lnTo>
                  <a:pt x="5955" y="1043"/>
                </a:lnTo>
                <a:lnTo>
                  <a:pt x="5954" y="1043"/>
                </a:lnTo>
                <a:lnTo>
                  <a:pt x="5954" y="1042"/>
                </a:lnTo>
                <a:lnTo>
                  <a:pt x="5953" y="1042"/>
                </a:lnTo>
                <a:lnTo>
                  <a:pt x="5952" y="1042"/>
                </a:lnTo>
                <a:lnTo>
                  <a:pt x="5951" y="1041"/>
                </a:lnTo>
                <a:lnTo>
                  <a:pt x="5950" y="1041"/>
                </a:lnTo>
                <a:lnTo>
                  <a:pt x="5950" y="1040"/>
                </a:lnTo>
                <a:lnTo>
                  <a:pt x="5949" y="1040"/>
                </a:lnTo>
                <a:lnTo>
                  <a:pt x="5948" y="1039"/>
                </a:lnTo>
                <a:lnTo>
                  <a:pt x="5947" y="1039"/>
                </a:lnTo>
                <a:lnTo>
                  <a:pt x="5946" y="1038"/>
                </a:lnTo>
                <a:lnTo>
                  <a:pt x="5945" y="1038"/>
                </a:lnTo>
                <a:lnTo>
                  <a:pt x="5944" y="1038"/>
                </a:lnTo>
                <a:lnTo>
                  <a:pt x="5944" y="1037"/>
                </a:lnTo>
                <a:lnTo>
                  <a:pt x="5943" y="1037"/>
                </a:lnTo>
                <a:lnTo>
                  <a:pt x="5942" y="1036"/>
                </a:lnTo>
                <a:lnTo>
                  <a:pt x="5941" y="1036"/>
                </a:lnTo>
                <a:lnTo>
                  <a:pt x="5940" y="1035"/>
                </a:lnTo>
                <a:lnTo>
                  <a:pt x="5939" y="1035"/>
                </a:lnTo>
                <a:lnTo>
                  <a:pt x="5938" y="1034"/>
                </a:lnTo>
                <a:lnTo>
                  <a:pt x="5937" y="1034"/>
                </a:lnTo>
                <a:lnTo>
                  <a:pt x="5936" y="1033"/>
                </a:lnTo>
                <a:lnTo>
                  <a:pt x="5935" y="1033"/>
                </a:lnTo>
                <a:lnTo>
                  <a:pt x="5934" y="1032"/>
                </a:lnTo>
                <a:lnTo>
                  <a:pt x="5933" y="1032"/>
                </a:lnTo>
                <a:lnTo>
                  <a:pt x="5932" y="1031"/>
                </a:lnTo>
                <a:lnTo>
                  <a:pt x="5931" y="1031"/>
                </a:lnTo>
                <a:lnTo>
                  <a:pt x="5930" y="1030"/>
                </a:lnTo>
                <a:lnTo>
                  <a:pt x="5929" y="1030"/>
                </a:lnTo>
                <a:lnTo>
                  <a:pt x="5929" y="1029"/>
                </a:lnTo>
                <a:lnTo>
                  <a:pt x="5928" y="1029"/>
                </a:lnTo>
                <a:lnTo>
                  <a:pt x="5927" y="1029"/>
                </a:lnTo>
                <a:lnTo>
                  <a:pt x="5926" y="1028"/>
                </a:lnTo>
                <a:lnTo>
                  <a:pt x="5925" y="1028"/>
                </a:lnTo>
                <a:lnTo>
                  <a:pt x="5924" y="1027"/>
                </a:lnTo>
                <a:lnTo>
                  <a:pt x="5923" y="1027"/>
                </a:lnTo>
                <a:lnTo>
                  <a:pt x="5923" y="1026"/>
                </a:lnTo>
                <a:lnTo>
                  <a:pt x="5922" y="1026"/>
                </a:lnTo>
                <a:lnTo>
                  <a:pt x="5921" y="1025"/>
                </a:lnTo>
                <a:lnTo>
                  <a:pt x="5920" y="1025"/>
                </a:lnTo>
                <a:lnTo>
                  <a:pt x="5919" y="1025"/>
                </a:lnTo>
                <a:lnTo>
                  <a:pt x="5919" y="1024"/>
                </a:lnTo>
                <a:lnTo>
                  <a:pt x="5918" y="1024"/>
                </a:lnTo>
                <a:lnTo>
                  <a:pt x="5917" y="1024"/>
                </a:lnTo>
                <a:lnTo>
                  <a:pt x="5917" y="1023"/>
                </a:lnTo>
                <a:lnTo>
                  <a:pt x="5916" y="1023"/>
                </a:lnTo>
                <a:lnTo>
                  <a:pt x="5915" y="1022"/>
                </a:lnTo>
                <a:lnTo>
                  <a:pt x="5914" y="1024"/>
                </a:lnTo>
                <a:lnTo>
                  <a:pt x="5913" y="1024"/>
                </a:lnTo>
                <a:lnTo>
                  <a:pt x="5913" y="1023"/>
                </a:lnTo>
                <a:lnTo>
                  <a:pt x="5912" y="1023"/>
                </a:lnTo>
                <a:lnTo>
                  <a:pt x="5911" y="1022"/>
                </a:lnTo>
                <a:lnTo>
                  <a:pt x="5910" y="1022"/>
                </a:lnTo>
                <a:lnTo>
                  <a:pt x="5909" y="1022"/>
                </a:lnTo>
                <a:lnTo>
                  <a:pt x="5909" y="1021"/>
                </a:lnTo>
                <a:lnTo>
                  <a:pt x="5908" y="1021"/>
                </a:lnTo>
                <a:lnTo>
                  <a:pt x="5907" y="1021"/>
                </a:lnTo>
                <a:lnTo>
                  <a:pt x="5907" y="1020"/>
                </a:lnTo>
                <a:lnTo>
                  <a:pt x="5906" y="1020"/>
                </a:lnTo>
                <a:lnTo>
                  <a:pt x="5905" y="1019"/>
                </a:lnTo>
                <a:lnTo>
                  <a:pt x="5904" y="1019"/>
                </a:lnTo>
                <a:lnTo>
                  <a:pt x="5903" y="1018"/>
                </a:lnTo>
                <a:lnTo>
                  <a:pt x="5902" y="1018"/>
                </a:lnTo>
                <a:lnTo>
                  <a:pt x="5901" y="1017"/>
                </a:lnTo>
                <a:lnTo>
                  <a:pt x="5900" y="1017"/>
                </a:lnTo>
                <a:lnTo>
                  <a:pt x="5899" y="1016"/>
                </a:lnTo>
                <a:lnTo>
                  <a:pt x="5898" y="1016"/>
                </a:lnTo>
                <a:lnTo>
                  <a:pt x="5897" y="1015"/>
                </a:lnTo>
                <a:lnTo>
                  <a:pt x="5896" y="1015"/>
                </a:lnTo>
                <a:lnTo>
                  <a:pt x="5895" y="1014"/>
                </a:lnTo>
                <a:lnTo>
                  <a:pt x="5894" y="1014"/>
                </a:lnTo>
                <a:lnTo>
                  <a:pt x="5893" y="1013"/>
                </a:lnTo>
                <a:lnTo>
                  <a:pt x="5892" y="1013"/>
                </a:lnTo>
                <a:lnTo>
                  <a:pt x="5892" y="1012"/>
                </a:lnTo>
                <a:lnTo>
                  <a:pt x="5891" y="1012"/>
                </a:lnTo>
                <a:lnTo>
                  <a:pt x="5890" y="1012"/>
                </a:lnTo>
                <a:lnTo>
                  <a:pt x="5889" y="1011"/>
                </a:lnTo>
                <a:lnTo>
                  <a:pt x="5888" y="1011"/>
                </a:lnTo>
                <a:lnTo>
                  <a:pt x="5887" y="1010"/>
                </a:lnTo>
                <a:lnTo>
                  <a:pt x="5886" y="1010"/>
                </a:lnTo>
                <a:lnTo>
                  <a:pt x="5886" y="1009"/>
                </a:lnTo>
                <a:lnTo>
                  <a:pt x="5885" y="1009"/>
                </a:lnTo>
                <a:lnTo>
                  <a:pt x="5884" y="1009"/>
                </a:lnTo>
                <a:lnTo>
                  <a:pt x="5883" y="1008"/>
                </a:lnTo>
                <a:lnTo>
                  <a:pt x="5882" y="1008"/>
                </a:lnTo>
                <a:lnTo>
                  <a:pt x="5882" y="1007"/>
                </a:lnTo>
                <a:lnTo>
                  <a:pt x="5881" y="1007"/>
                </a:lnTo>
                <a:lnTo>
                  <a:pt x="5880" y="1007"/>
                </a:lnTo>
                <a:lnTo>
                  <a:pt x="5880" y="1006"/>
                </a:lnTo>
                <a:lnTo>
                  <a:pt x="5879" y="1006"/>
                </a:lnTo>
                <a:lnTo>
                  <a:pt x="5878" y="1005"/>
                </a:lnTo>
                <a:lnTo>
                  <a:pt x="5877" y="1005"/>
                </a:lnTo>
                <a:lnTo>
                  <a:pt x="5876" y="1005"/>
                </a:lnTo>
                <a:lnTo>
                  <a:pt x="5876" y="1004"/>
                </a:lnTo>
                <a:lnTo>
                  <a:pt x="5875" y="1004"/>
                </a:lnTo>
                <a:lnTo>
                  <a:pt x="5874" y="1004"/>
                </a:lnTo>
                <a:lnTo>
                  <a:pt x="5874" y="1003"/>
                </a:lnTo>
                <a:lnTo>
                  <a:pt x="5873" y="1003"/>
                </a:lnTo>
                <a:lnTo>
                  <a:pt x="5872" y="1002"/>
                </a:lnTo>
                <a:lnTo>
                  <a:pt x="5871" y="1002"/>
                </a:lnTo>
                <a:lnTo>
                  <a:pt x="5870" y="1002"/>
                </a:lnTo>
                <a:lnTo>
                  <a:pt x="5870" y="1001"/>
                </a:lnTo>
                <a:lnTo>
                  <a:pt x="5869" y="1001"/>
                </a:lnTo>
                <a:lnTo>
                  <a:pt x="5868" y="1000"/>
                </a:lnTo>
                <a:lnTo>
                  <a:pt x="5867" y="1000"/>
                </a:lnTo>
                <a:lnTo>
                  <a:pt x="5866" y="999"/>
                </a:lnTo>
                <a:lnTo>
                  <a:pt x="5865" y="999"/>
                </a:lnTo>
                <a:lnTo>
                  <a:pt x="5864" y="998"/>
                </a:lnTo>
                <a:lnTo>
                  <a:pt x="5863" y="998"/>
                </a:lnTo>
                <a:lnTo>
                  <a:pt x="5862" y="997"/>
                </a:lnTo>
                <a:lnTo>
                  <a:pt x="5861" y="997"/>
                </a:lnTo>
                <a:lnTo>
                  <a:pt x="5860" y="996"/>
                </a:lnTo>
                <a:lnTo>
                  <a:pt x="5859" y="996"/>
                </a:lnTo>
                <a:lnTo>
                  <a:pt x="5858" y="995"/>
                </a:lnTo>
                <a:lnTo>
                  <a:pt x="5857" y="995"/>
                </a:lnTo>
                <a:lnTo>
                  <a:pt x="5856" y="994"/>
                </a:lnTo>
                <a:lnTo>
                  <a:pt x="5855" y="994"/>
                </a:lnTo>
                <a:lnTo>
                  <a:pt x="5855" y="993"/>
                </a:lnTo>
                <a:lnTo>
                  <a:pt x="5854" y="993"/>
                </a:lnTo>
                <a:lnTo>
                  <a:pt x="5853" y="993"/>
                </a:lnTo>
                <a:lnTo>
                  <a:pt x="5853" y="992"/>
                </a:lnTo>
                <a:lnTo>
                  <a:pt x="5852" y="992"/>
                </a:lnTo>
                <a:lnTo>
                  <a:pt x="5851" y="992"/>
                </a:lnTo>
                <a:lnTo>
                  <a:pt x="5850" y="991"/>
                </a:lnTo>
                <a:lnTo>
                  <a:pt x="5849" y="991"/>
                </a:lnTo>
                <a:lnTo>
                  <a:pt x="5849" y="990"/>
                </a:lnTo>
                <a:lnTo>
                  <a:pt x="5848" y="990"/>
                </a:lnTo>
                <a:lnTo>
                  <a:pt x="5847" y="990"/>
                </a:lnTo>
                <a:lnTo>
                  <a:pt x="5847" y="989"/>
                </a:lnTo>
                <a:lnTo>
                  <a:pt x="5846" y="989"/>
                </a:lnTo>
                <a:lnTo>
                  <a:pt x="5845" y="989"/>
                </a:lnTo>
                <a:lnTo>
                  <a:pt x="5845" y="988"/>
                </a:lnTo>
                <a:lnTo>
                  <a:pt x="5844" y="988"/>
                </a:lnTo>
                <a:lnTo>
                  <a:pt x="5843" y="988"/>
                </a:lnTo>
                <a:lnTo>
                  <a:pt x="5843" y="987"/>
                </a:lnTo>
                <a:lnTo>
                  <a:pt x="5842" y="987"/>
                </a:lnTo>
                <a:lnTo>
                  <a:pt x="5841" y="986"/>
                </a:lnTo>
                <a:lnTo>
                  <a:pt x="5840" y="986"/>
                </a:lnTo>
                <a:lnTo>
                  <a:pt x="5839" y="986"/>
                </a:lnTo>
                <a:lnTo>
                  <a:pt x="5839" y="985"/>
                </a:lnTo>
                <a:lnTo>
                  <a:pt x="5838" y="985"/>
                </a:lnTo>
                <a:lnTo>
                  <a:pt x="5837" y="985"/>
                </a:lnTo>
                <a:lnTo>
                  <a:pt x="5837" y="984"/>
                </a:lnTo>
                <a:lnTo>
                  <a:pt x="5836" y="984"/>
                </a:lnTo>
                <a:lnTo>
                  <a:pt x="5835" y="983"/>
                </a:lnTo>
                <a:lnTo>
                  <a:pt x="5834" y="983"/>
                </a:lnTo>
                <a:lnTo>
                  <a:pt x="5833" y="983"/>
                </a:lnTo>
                <a:lnTo>
                  <a:pt x="5833" y="982"/>
                </a:lnTo>
                <a:lnTo>
                  <a:pt x="5832" y="982"/>
                </a:lnTo>
                <a:lnTo>
                  <a:pt x="5831" y="981"/>
                </a:lnTo>
                <a:lnTo>
                  <a:pt x="5830" y="981"/>
                </a:lnTo>
                <a:lnTo>
                  <a:pt x="5829" y="980"/>
                </a:lnTo>
                <a:lnTo>
                  <a:pt x="5828" y="980"/>
                </a:lnTo>
                <a:lnTo>
                  <a:pt x="5827" y="979"/>
                </a:lnTo>
                <a:lnTo>
                  <a:pt x="5826" y="979"/>
                </a:lnTo>
                <a:lnTo>
                  <a:pt x="5825" y="978"/>
                </a:lnTo>
                <a:lnTo>
                  <a:pt x="5824" y="978"/>
                </a:lnTo>
                <a:lnTo>
                  <a:pt x="5823" y="977"/>
                </a:lnTo>
                <a:lnTo>
                  <a:pt x="5822" y="977"/>
                </a:lnTo>
                <a:lnTo>
                  <a:pt x="5822" y="976"/>
                </a:lnTo>
                <a:lnTo>
                  <a:pt x="5821" y="976"/>
                </a:lnTo>
                <a:lnTo>
                  <a:pt x="5820" y="976"/>
                </a:lnTo>
                <a:lnTo>
                  <a:pt x="5819" y="975"/>
                </a:lnTo>
                <a:lnTo>
                  <a:pt x="5818" y="975"/>
                </a:lnTo>
                <a:lnTo>
                  <a:pt x="5817" y="974"/>
                </a:lnTo>
                <a:lnTo>
                  <a:pt x="5816" y="974"/>
                </a:lnTo>
                <a:lnTo>
                  <a:pt x="5816" y="973"/>
                </a:lnTo>
                <a:lnTo>
                  <a:pt x="5815" y="973"/>
                </a:lnTo>
                <a:lnTo>
                  <a:pt x="5814" y="973"/>
                </a:lnTo>
                <a:lnTo>
                  <a:pt x="5813" y="972"/>
                </a:lnTo>
                <a:lnTo>
                  <a:pt x="5812" y="972"/>
                </a:lnTo>
                <a:lnTo>
                  <a:pt x="5812" y="971"/>
                </a:lnTo>
                <a:lnTo>
                  <a:pt x="5811" y="971"/>
                </a:lnTo>
                <a:lnTo>
                  <a:pt x="5810" y="971"/>
                </a:lnTo>
                <a:lnTo>
                  <a:pt x="5810" y="970"/>
                </a:lnTo>
                <a:lnTo>
                  <a:pt x="5809" y="970"/>
                </a:lnTo>
                <a:lnTo>
                  <a:pt x="5808" y="970"/>
                </a:lnTo>
                <a:lnTo>
                  <a:pt x="5807" y="969"/>
                </a:lnTo>
                <a:lnTo>
                  <a:pt x="5806" y="969"/>
                </a:lnTo>
                <a:lnTo>
                  <a:pt x="5806" y="968"/>
                </a:lnTo>
                <a:lnTo>
                  <a:pt x="5805" y="968"/>
                </a:lnTo>
                <a:lnTo>
                  <a:pt x="5804" y="967"/>
                </a:lnTo>
                <a:lnTo>
                  <a:pt x="5803" y="967"/>
                </a:lnTo>
                <a:lnTo>
                  <a:pt x="5802" y="966"/>
                </a:lnTo>
                <a:lnTo>
                  <a:pt x="5801" y="966"/>
                </a:lnTo>
                <a:lnTo>
                  <a:pt x="5800" y="966"/>
                </a:lnTo>
                <a:lnTo>
                  <a:pt x="5800" y="965"/>
                </a:lnTo>
                <a:lnTo>
                  <a:pt x="5799" y="965"/>
                </a:lnTo>
                <a:lnTo>
                  <a:pt x="5798" y="964"/>
                </a:lnTo>
                <a:lnTo>
                  <a:pt x="5797" y="964"/>
                </a:lnTo>
                <a:lnTo>
                  <a:pt x="5796" y="963"/>
                </a:lnTo>
                <a:lnTo>
                  <a:pt x="5795" y="963"/>
                </a:lnTo>
                <a:lnTo>
                  <a:pt x="5794" y="962"/>
                </a:lnTo>
                <a:lnTo>
                  <a:pt x="5793" y="962"/>
                </a:lnTo>
                <a:lnTo>
                  <a:pt x="5792" y="961"/>
                </a:lnTo>
                <a:lnTo>
                  <a:pt x="5791" y="961"/>
                </a:lnTo>
                <a:lnTo>
                  <a:pt x="5790" y="960"/>
                </a:lnTo>
                <a:lnTo>
                  <a:pt x="5789" y="960"/>
                </a:lnTo>
                <a:lnTo>
                  <a:pt x="5788" y="959"/>
                </a:lnTo>
                <a:lnTo>
                  <a:pt x="5787" y="959"/>
                </a:lnTo>
                <a:lnTo>
                  <a:pt x="5786" y="958"/>
                </a:lnTo>
                <a:lnTo>
                  <a:pt x="5785" y="958"/>
                </a:lnTo>
                <a:lnTo>
                  <a:pt x="5785" y="957"/>
                </a:lnTo>
                <a:lnTo>
                  <a:pt x="5784" y="957"/>
                </a:lnTo>
                <a:lnTo>
                  <a:pt x="5783" y="957"/>
                </a:lnTo>
                <a:lnTo>
                  <a:pt x="5782" y="956"/>
                </a:lnTo>
                <a:lnTo>
                  <a:pt x="5781" y="956"/>
                </a:lnTo>
                <a:lnTo>
                  <a:pt x="5780" y="955"/>
                </a:lnTo>
                <a:lnTo>
                  <a:pt x="5779" y="955"/>
                </a:lnTo>
                <a:lnTo>
                  <a:pt x="5779" y="954"/>
                </a:lnTo>
                <a:lnTo>
                  <a:pt x="5778" y="954"/>
                </a:lnTo>
                <a:lnTo>
                  <a:pt x="5777" y="953"/>
                </a:lnTo>
                <a:lnTo>
                  <a:pt x="5776" y="953"/>
                </a:lnTo>
                <a:lnTo>
                  <a:pt x="5775" y="953"/>
                </a:lnTo>
                <a:lnTo>
                  <a:pt x="5775" y="952"/>
                </a:lnTo>
                <a:lnTo>
                  <a:pt x="5774" y="952"/>
                </a:lnTo>
                <a:lnTo>
                  <a:pt x="5773" y="952"/>
                </a:lnTo>
                <a:lnTo>
                  <a:pt x="5773" y="951"/>
                </a:lnTo>
                <a:lnTo>
                  <a:pt x="5772" y="951"/>
                </a:lnTo>
                <a:lnTo>
                  <a:pt x="5771" y="950"/>
                </a:lnTo>
                <a:lnTo>
                  <a:pt x="5770" y="950"/>
                </a:lnTo>
                <a:lnTo>
                  <a:pt x="5769" y="950"/>
                </a:lnTo>
                <a:lnTo>
                  <a:pt x="5769" y="949"/>
                </a:lnTo>
                <a:lnTo>
                  <a:pt x="5768" y="949"/>
                </a:lnTo>
                <a:lnTo>
                  <a:pt x="5767" y="948"/>
                </a:lnTo>
                <a:lnTo>
                  <a:pt x="5766" y="948"/>
                </a:lnTo>
                <a:lnTo>
                  <a:pt x="5765" y="947"/>
                </a:lnTo>
                <a:lnTo>
                  <a:pt x="5764" y="947"/>
                </a:lnTo>
                <a:lnTo>
                  <a:pt x="5763" y="947"/>
                </a:lnTo>
                <a:lnTo>
                  <a:pt x="5763" y="946"/>
                </a:lnTo>
                <a:lnTo>
                  <a:pt x="5762" y="946"/>
                </a:lnTo>
                <a:lnTo>
                  <a:pt x="5761" y="945"/>
                </a:lnTo>
                <a:lnTo>
                  <a:pt x="5760" y="945"/>
                </a:lnTo>
                <a:lnTo>
                  <a:pt x="5759" y="944"/>
                </a:lnTo>
                <a:lnTo>
                  <a:pt x="5758" y="944"/>
                </a:lnTo>
                <a:lnTo>
                  <a:pt x="5757" y="943"/>
                </a:lnTo>
                <a:lnTo>
                  <a:pt x="5756" y="943"/>
                </a:lnTo>
                <a:lnTo>
                  <a:pt x="5755" y="942"/>
                </a:lnTo>
                <a:lnTo>
                  <a:pt x="5754" y="942"/>
                </a:lnTo>
                <a:lnTo>
                  <a:pt x="5753" y="941"/>
                </a:lnTo>
                <a:lnTo>
                  <a:pt x="5752" y="941"/>
                </a:lnTo>
                <a:lnTo>
                  <a:pt x="5751" y="940"/>
                </a:lnTo>
                <a:lnTo>
                  <a:pt x="5750" y="940"/>
                </a:lnTo>
                <a:lnTo>
                  <a:pt x="5749" y="939"/>
                </a:lnTo>
                <a:lnTo>
                  <a:pt x="5748" y="939"/>
                </a:lnTo>
                <a:lnTo>
                  <a:pt x="5748" y="938"/>
                </a:lnTo>
                <a:lnTo>
                  <a:pt x="5747" y="938"/>
                </a:lnTo>
                <a:lnTo>
                  <a:pt x="5746" y="938"/>
                </a:lnTo>
                <a:lnTo>
                  <a:pt x="5746" y="937"/>
                </a:lnTo>
                <a:lnTo>
                  <a:pt x="5745" y="937"/>
                </a:lnTo>
                <a:lnTo>
                  <a:pt x="5744" y="937"/>
                </a:lnTo>
                <a:lnTo>
                  <a:pt x="5743" y="936"/>
                </a:lnTo>
                <a:lnTo>
                  <a:pt x="5742" y="936"/>
                </a:lnTo>
                <a:lnTo>
                  <a:pt x="5742" y="935"/>
                </a:lnTo>
                <a:lnTo>
                  <a:pt x="5741" y="935"/>
                </a:lnTo>
                <a:lnTo>
                  <a:pt x="5740" y="934"/>
                </a:lnTo>
                <a:lnTo>
                  <a:pt x="5739" y="934"/>
                </a:lnTo>
                <a:lnTo>
                  <a:pt x="5738" y="934"/>
                </a:lnTo>
                <a:lnTo>
                  <a:pt x="5738" y="933"/>
                </a:lnTo>
                <a:lnTo>
                  <a:pt x="5737" y="933"/>
                </a:lnTo>
                <a:lnTo>
                  <a:pt x="5736" y="933"/>
                </a:lnTo>
                <a:lnTo>
                  <a:pt x="5736" y="932"/>
                </a:lnTo>
                <a:lnTo>
                  <a:pt x="5735" y="932"/>
                </a:lnTo>
                <a:lnTo>
                  <a:pt x="5734" y="931"/>
                </a:lnTo>
                <a:lnTo>
                  <a:pt x="5733" y="931"/>
                </a:lnTo>
                <a:lnTo>
                  <a:pt x="5732" y="931"/>
                </a:lnTo>
                <a:lnTo>
                  <a:pt x="5732" y="930"/>
                </a:lnTo>
                <a:lnTo>
                  <a:pt x="5731" y="930"/>
                </a:lnTo>
                <a:lnTo>
                  <a:pt x="5730" y="929"/>
                </a:lnTo>
                <a:lnTo>
                  <a:pt x="5729" y="929"/>
                </a:lnTo>
                <a:lnTo>
                  <a:pt x="5728" y="928"/>
                </a:lnTo>
                <a:lnTo>
                  <a:pt x="5727" y="928"/>
                </a:lnTo>
                <a:lnTo>
                  <a:pt x="5726" y="928"/>
                </a:lnTo>
                <a:lnTo>
                  <a:pt x="5726" y="927"/>
                </a:lnTo>
                <a:lnTo>
                  <a:pt x="5725" y="927"/>
                </a:lnTo>
                <a:lnTo>
                  <a:pt x="5724" y="926"/>
                </a:lnTo>
                <a:lnTo>
                  <a:pt x="5723" y="926"/>
                </a:lnTo>
                <a:lnTo>
                  <a:pt x="5722" y="925"/>
                </a:lnTo>
                <a:lnTo>
                  <a:pt x="5721" y="925"/>
                </a:lnTo>
                <a:lnTo>
                  <a:pt x="5721" y="924"/>
                </a:lnTo>
                <a:lnTo>
                  <a:pt x="5720" y="924"/>
                </a:lnTo>
                <a:lnTo>
                  <a:pt x="5719" y="924"/>
                </a:lnTo>
                <a:lnTo>
                  <a:pt x="5718" y="923"/>
                </a:lnTo>
                <a:lnTo>
                  <a:pt x="5717" y="923"/>
                </a:lnTo>
                <a:lnTo>
                  <a:pt x="5716" y="922"/>
                </a:lnTo>
                <a:lnTo>
                  <a:pt x="5715" y="922"/>
                </a:lnTo>
                <a:lnTo>
                  <a:pt x="5715" y="921"/>
                </a:lnTo>
                <a:lnTo>
                  <a:pt x="5714" y="921"/>
                </a:lnTo>
                <a:lnTo>
                  <a:pt x="5713" y="921"/>
                </a:lnTo>
                <a:lnTo>
                  <a:pt x="5712" y="920"/>
                </a:lnTo>
                <a:lnTo>
                  <a:pt x="5711" y="920"/>
                </a:lnTo>
                <a:lnTo>
                  <a:pt x="5711" y="919"/>
                </a:lnTo>
                <a:lnTo>
                  <a:pt x="5710" y="919"/>
                </a:lnTo>
                <a:lnTo>
                  <a:pt x="5709" y="919"/>
                </a:lnTo>
                <a:lnTo>
                  <a:pt x="5709" y="918"/>
                </a:lnTo>
                <a:lnTo>
                  <a:pt x="5708" y="918"/>
                </a:lnTo>
                <a:lnTo>
                  <a:pt x="5707" y="918"/>
                </a:lnTo>
                <a:lnTo>
                  <a:pt x="5706" y="917"/>
                </a:lnTo>
                <a:lnTo>
                  <a:pt x="5705" y="917"/>
                </a:lnTo>
                <a:lnTo>
                  <a:pt x="5705" y="916"/>
                </a:lnTo>
                <a:lnTo>
                  <a:pt x="5704" y="916"/>
                </a:lnTo>
                <a:lnTo>
                  <a:pt x="5703" y="916"/>
                </a:lnTo>
                <a:lnTo>
                  <a:pt x="5703" y="915"/>
                </a:lnTo>
                <a:lnTo>
                  <a:pt x="5702" y="915"/>
                </a:lnTo>
                <a:lnTo>
                  <a:pt x="5701" y="915"/>
                </a:lnTo>
                <a:lnTo>
                  <a:pt x="5701" y="914"/>
                </a:lnTo>
                <a:lnTo>
                  <a:pt x="5700" y="914"/>
                </a:lnTo>
                <a:lnTo>
                  <a:pt x="5699" y="914"/>
                </a:lnTo>
                <a:lnTo>
                  <a:pt x="5699" y="913"/>
                </a:lnTo>
                <a:lnTo>
                  <a:pt x="5698" y="913"/>
                </a:lnTo>
                <a:lnTo>
                  <a:pt x="5697" y="912"/>
                </a:lnTo>
                <a:lnTo>
                  <a:pt x="5696" y="912"/>
                </a:lnTo>
                <a:lnTo>
                  <a:pt x="5695" y="911"/>
                </a:lnTo>
                <a:lnTo>
                  <a:pt x="5694" y="911"/>
                </a:lnTo>
                <a:lnTo>
                  <a:pt x="5693" y="911"/>
                </a:lnTo>
                <a:lnTo>
                  <a:pt x="5693" y="910"/>
                </a:lnTo>
                <a:lnTo>
                  <a:pt x="5692" y="910"/>
                </a:lnTo>
                <a:lnTo>
                  <a:pt x="5691" y="909"/>
                </a:lnTo>
                <a:lnTo>
                  <a:pt x="5690" y="909"/>
                </a:lnTo>
                <a:lnTo>
                  <a:pt x="5689" y="908"/>
                </a:lnTo>
                <a:lnTo>
                  <a:pt x="5688" y="908"/>
                </a:lnTo>
                <a:lnTo>
                  <a:pt x="5687" y="907"/>
                </a:lnTo>
                <a:lnTo>
                  <a:pt x="5686" y="907"/>
                </a:lnTo>
                <a:lnTo>
                  <a:pt x="5685" y="906"/>
                </a:lnTo>
                <a:lnTo>
                  <a:pt x="5684" y="906"/>
                </a:lnTo>
                <a:lnTo>
                  <a:pt x="5683" y="905"/>
                </a:lnTo>
                <a:lnTo>
                  <a:pt x="5682" y="905"/>
                </a:lnTo>
                <a:lnTo>
                  <a:pt x="5681" y="904"/>
                </a:lnTo>
                <a:lnTo>
                  <a:pt x="5680" y="904"/>
                </a:lnTo>
                <a:lnTo>
                  <a:pt x="5679" y="903"/>
                </a:lnTo>
                <a:lnTo>
                  <a:pt x="5678" y="903"/>
                </a:lnTo>
                <a:lnTo>
                  <a:pt x="5678" y="902"/>
                </a:lnTo>
                <a:lnTo>
                  <a:pt x="5677" y="902"/>
                </a:lnTo>
                <a:lnTo>
                  <a:pt x="5676" y="902"/>
                </a:lnTo>
                <a:lnTo>
                  <a:pt x="5675" y="901"/>
                </a:lnTo>
                <a:lnTo>
                  <a:pt x="5674" y="901"/>
                </a:lnTo>
                <a:lnTo>
                  <a:pt x="5674" y="900"/>
                </a:lnTo>
                <a:lnTo>
                  <a:pt x="5673" y="900"/>
                </a:lnTo>
                <a:lnTo>
                  <a:pt x="5672" y="900"/>
                </a:lnTo>
                <a:lnTo>
                  <a:pt x="5672" y="899"/>
                </a:lnTo>
                <a:lnTo>
                  <a:pt x="5671" y="899"/>
                </a:lnTo>
                <a:lnTo>
                  <a:pt x="5670" y="898"/>
                </a:lnTo>
                <a:lnTo>
                  <a:pt x="5669" y="898"/>
                </a:lnTo>
                <a:lnTo>
                  <a:pt x="5668" y="898"/>
                </a:lnTo>
                <a:lnTo>
                  <a:pt x="5668" y="897"/>
                </a:lnTo>
                <a:lnTo>
                  <a:pt x="5667" y="897"/>
                </a:lnTo>
                <a:lnTo>
                  <a:pt x="5666" y="897"/>
                </a:lnTo>
                <a:lnTo>
                  <a:pt x="5666" y="896"/>
                </a:lnTo>
                <a:lnTo>
                  <a:pt x="5665" y="896"/>
                </a:lnTo>
                <a:lnTo>
                  <a:pt x="5664" y="895"/>
                </a:lnTo>
                <a:lnTo>
                  <a:pt x="5663" y="895"/>
                </a:lnTo>
                <a:lnTo>
                  <a:pt x="5662" y="895"/>
                </a:lnTo>
                <a:lnTo>
                  <a:pt x="5662" y="894"/>
                </a:lnTo>
                <a:lnTo>
                  <a:pt x="5661" y="894"/>
                </a:lnTo>
                <a:lnTo>
                  <a:pt x="5660" y="893"/>
                </a:lnTo>
                <a:lnTo>
                  <a:pt x="5659" y="893"/>
                </a:lnTo>
                <a:lnTo>
                  <a:pt x="5658" y="892"/>
                </a:lnTo>
                <a:lnTo>
                  <a:pt x="5657" y="892"/>
                </a:lnTo>
                <a:lnTo>
                  <a:pt x="5656" y="892"/>
                </a:lnTo>
                <a:lnTo>
                  <a:pt x="5656" y="891"/>
                </a:lnTo>
                <a:lnTo>
                  <a:pt x="5655" y="891"/>
                </a:lnTo>
                <a:lnTo>
                  <a:pt x="5654" y="890"/>
                </a:lnTo>
                <a:lnTo>
                  <a:pt x="5653" y="890"/>
                </a:lnTo>
                <a:lnTo>
                  <a:pt x="5652" y="889"/>
                </a:lnTo>
                <a:lnTo>
                  <a:pt x="5651" y="889"/>
                </a:lnTo>
                <a:lnTo>
                  <a:pt x="5650" y="888"/>
                </a:lnTo>
                <a:lnTo>
                  <a:pt x="5649" y="888"/>
                </a:lnTo>
                <a:lnTo>
                  <a:pt x="5648" y="887"/>
                </a:lnTo>
                <a:lnTo>
                  <a:pt x="5647" y="887"/>
                </a:lnTo>
                <a:lnTo>
                  <a:pt x="5646" y="886"/>
                </a:lnTo>
                <a:lnTo>
                  <a:pt x="5645" y="886"/>
                </a:lnTo>
                <a:lnTo>
                  <a:pt x="5645" y="885"/>
                </a:lnTo>
                <a:lnTo>
                  <a:pt x="5644" y="885"/>
                </a:lnTo>
                <a:lnTo>
                  <a:pt x="5643" y="885"/>
                </a:lnTo>
                <a:lnTo>
                  <a:pt x="5642" y="884"/>
                </a:lnTo>
                <a:lnTo>
                  <a:pt x="5641" y="884"/>
                </a:lnTo>
                <a:lnTo>
                  <a:pt x="5641" y="883"/>
                </a:lnTo>
                <a:lnTo>
                  <a:pt x="5640" y="883"/>
                </a:lnTo>
                <a:lnTo>
                  <a:pt x="5639" y="883"/>
                </a:lnTo>
                <a:lnTo>
                  <a:pt x="5639" y="882"/>
                </a:lnTo>
                <a:lnTo>
                  <a:pt x="5638" y="882"/>
                </a:lnTo>
                <a:lnTo>
                  <a:pt x="5637" y="882"/>
                </a:lnTo>
                <a:lnTo>
                  <a:pt x="5636" y="881"/>
                </a:lnTo>
                <a:lnTo>
                  <a:pt x="5635" y="881"/>
                </a:lnTo>
                <a:lnTo>
                  <a:pt x="5635" y="880"/>
                </a:lnTo>
                <a:lnTo>
                  <a:pt x="5634" y="880"/>
                </a:lnTo>
                <a:lnTo>
                  <a:pt x="5633" y="879"/>
                </a:lnTo>
                <a:lnTo>
                  <a:pt x="5632" y="879"/>
                </a:lnTo>
                <a:lnTo>
                  <a:pt x="5631" y="879"/>
                </a:lnTo>
                <a:lnTo>
                  <a:pt x="5631" y="878"/>
                </a:lnTo>
                <a:lnTo>
                  <a:pt x="5630" y="878"/>
                </a:lnTo>
                <a:lnTo>
                  <a:pt x="5629" y="878"/>
                </a:lnTo>
                <a:lnTo>
                  <a:pt x="5629" y="877"/>
                </a:lnTo>
                <a:lnTo>
                  <a:pt x="5628" y="877"/>
                </a:lnTo>
                <a:lnTo>
                  <a:pt x="5627" y="876"/>
                </a:lnTo>
                <a:lnTo>
                  <a:pt x="5626" y="876"/>
                </a:lnTo>
                <a:lnTo>
                  <a:pt x="5625" y="876"/>
                </a:lnTo>
                <a:lnTo>
                  <a:pt x="5625" y="875"/>
                </a:lnTo>
                <a:lnTo>
                  <a:pt x="5624" y="875"/>
                </a:lnTo>
                <a:lnTo>
                  <a:pt x="5623" y="874"/>
                </a:lnTo>
                <a:lnTo>
                  <a:pt x="5622" y="874"/>
                </a:lnTo>
                <a:lnTo>
                  <a:pt x="5621" y="873"/>
                </a:lnTo>
                <a:lnTo>
                  <a:pt x="5620" y="873"/>
                </a:lnTo>
                <a:lnTo>
                  <a:pt x="5619" y="872"/>
                </a:lnTo>
                <a:lnTo>
                  <a:pt x="5618" y="872"/>
                </a:lnTo>
                <a:lnTo>
                  <a:pt x="5617" y="871"/>
                </a:lnTo>
                <a:lnTo>
                  <a:pt x="5616" y="871"/>
                </a:lnTo>
                <a:lnTo>
                  <a:pt x="5615" y="870"/>
                </a:lnTo>
                <a:lnTo>
                  <a:pt x="5614" y="870"/>
                </a:lnTo>
                <a:lnTo>
                  <a:pt x="5614" y="869"/>
                </a:lnTo>
                <a:lnTo>
                  <a:pt x="5613" y="869"/>
                </a:lnTo>
                <a:lnTo>
                  <a:pt x="5612" y="869"/>
                </a:lnTo>
                <a:lnTo>
                  <a:pt x="5611" y="868"/>
                </a:lnTo>
                <a:lnTo>
                  <a:pt x="5610" y="868"/>
                </a:lnTo>
                <a:lnTo>
                  <a:pt x="5609" y="867"/>
                </a:lnTo>
                <a:lnTo>
                  <a:pt x="5608" y="867"/>
                </a:lnTo>
                <a:lnTo>
                  <a:pt x="5608" y="866"/>
                </a:lnTo>
                <a:lnTo>
                  <a:pt x="5607" y="866"/>
                </a:lnTo>
                <a:lnTo>
                  <a:pt x="5606" y="866"/>
                </a:lnTo>
                <a:lnTo>
                  <a:pt x="5605" y="865"/>
                </a:lnTo>
                <a:lnTo>
                  <a:pt x="5604" y="865"/>
                </a:lnTo>
                <a:lnTo>
                  <a:pt x="5604" y="864"/>
                </a:lnTo>
                <a:lnTo>
                  <a:pt x="5603" y="864"/>
                </a:lnTo>
                <a:lnTo>
                  <a:pt x="5602" y="864"/>
                </a:lnTo>
                <a:lnTo>
                  <a:pt x="5602" y="863"/>
                </a:lnTo>
                <a:lnTo>
                  <a:pt x="5601" y="863"/>
                </a:lnTo>
                <a:lnTo>
                  <a:pt x="5600" y="863"/>
                </a:lnTo>
                <a:lnTo>
                  <a:pt x="5599" y="862"/>
                </a:lnTo>
                <a:lnTo>
                  <a:pt x="5598" y="862"/>
                </a:lnTo>
                <a:lnTo>
                  <a:pt x="5598" y="861"/>
                </a:lnTo>
                <a:lnTo>
                  <a:pt x="5597" y="861"/>
                </a:lnTo>
                <a:lnTo>
                  <a:pt x="5596" y="860"/>
                </a:lnTo>
                <a:lnTo>
                  <a:pt x="5595" y="860"/>
                </a:lnTo>
                <a:lnTo>
                  <a:pt x="5594" y="859"/>
                </a:lnTo>
                <a:lnTo>
                  <a:pt x="5593" y="859"/>
                </a:lnTo>
                <a:lnTo>
                  <a:pt x="5592" y="859"/>
                </a:lnTo>
                <a:lnTo>
                  <a:pt x="5592" y="858"/>
                </a:lnTo>
                <a:lnTo>
                  <a:pt x="5591" y="858"/>
                </a:lnTo>
                <a:lnTo>
                  <a:pt x="5590" y="857"/>
                </a:lnTo>
                <a:lnTo>
                  <a:pt x="5589" y="857"/>
                </a:lnTo>
                <a:lnTo>
                  <a:pt x="5588" y="856"/>
                </a:lnTo>
                <a:lnTo>
                  <a:pt x="5587" y="856"/>
                </a:lnTo>
                <a:lnTo>
                  <a:pt x="5586" y="855"/>
                </a:lnTo>
                <a:lnTo>
                  <a:pt x="5585" y="855"/>
                </a:lnTo>
                <a:lnTo>
                  <a:pt x="5584" y="854"/>
                </a:lnTo>
                <a:lnTo>
                  <a:pt x="5583" y="854"/>
                </a:lnTo>
                <a:lnTo>
                  <a:pt x="5582" y="853"/>
                </a:lnTo>
                <a:lnTo>
                  <a:pt x="5581" y="853"/>
                </a:lnTo>
                <a:lnTo>
                  <a:pt x="5580" y="852"/>
                </a:lnTo>
                <a:lnTo>
                  <a:pt x="5579" y="852"/>
                </a:lnTo>
                <a:lnTo>
                  <a:pt x="5578" y="851"/>
                </a:lnTo>
                <a:lnTo>
                  <a:pt x="5577" y="851"/>
                </a:lnTo>
                <a:lnTo>
                  <a:pt x="5577" y="850"/>
                </a:lnTo>
                <a:lnTo>
                  <a:pt x="5576" y="850"/>
                </a:lnTo>
                <a:lnTo>
                  <a:pt x="5575" y="850"/>
                </a:lnTo>
                <a:lnTo>
                  <a:pt x="5574" y="849"/>
                </a:lnTo>
                <a:lnTo>
                  <a:pt x="5573" y="849"/>
                </a:lnTo>
                <a:lnTo>
                  <a:pt x="5572" y="848"/>
                </a:lnTo>
                <a:lnTo>
                  <a:pt x="5571" y="848"/>
                </a:lnTo>
                <a:lnTo>
                  <a:pt x="5571" y="847"/>
                </a:lnTo>
                <a:lnTo>
                  <a:pt x="5570" y="847"/>
                </a:lnTo>
                <a:lnTo>
                  <a:pt x="5569" y="847"/>
                </a:lnTo>
                <a:lnTo>
                  <a:pt x="5569" y="846"/>
                </a:lnTo>
                <a:lnTo>
                  <a:pt x="5568" y="846"/>
                </a:lnTo>
                <a:lnTo>
                  <a:pt x="5567" y="846"/>
                </a:lnTo>
                <a:lnTo>
                  <a:pt x="5567" y="845"/>
                </a:lnTo>
                <a:lnTo>
                  <a:pt x="5566" y="845"/>
                </a:lnTo>
                <a:lnTo>
                  <a:pt x="5565" y="845"/>
                </a:lnTo>
                <a:lnTo>
                  <a:pt x="5565" y="844"/>
                </a:lnTo>
                <a:lnTo>
                  <a:pt x="5564" y="844"/>
                </a:lnTo>
                <a:lnTo>
                  <a:pt x="5563" y="843"/>
                </a:lnTo>
                <a:lnTo>
                  <a:pt x="5562" y="843"/>
                </a:lnTo>
                <a:lnTo>
                  <a:pt x="5561" y="843"/>
                </a:lnTo>
                <a:lnTo>
                  <a:pt x="5561" y="842"/>
                </a:lnTo>
                <a:lnTo>
                  <a:pt x="5560" y="842"/>
                </a:lnTo>
                <a:lnTo>
                  <a:pt x="5559" y="842"/>
                </a:lnTo>
                <a:lnTo>
                  <a:pt x="5559" y="841"/>
                </a:lnTo>
                <a:lnTo>
                  <a:pt x="5558" y="841"/>
                </a:lnTo>
                <a:lnTo>
                  <a:pt x="5557" y="840"/>
                </a:lnTo>
                <a:lnTo>
                  <a:pt x="5556" y="840"/>
                </a:lnTo>
                <a:lnTo>
                  <a:pt x="5555" y="840"/>
                </a:lnTo>
                <a:lnTo>
                  <a:pt x="5555" y="839"/>
                </a:lnTo>
                <a:lnTo>
                  <a:pt x="5554" y="839"/>
                </a:lnTo>
                <a:lnTo>
                  <a:pt x="5553" y="838"/>
                </a:lnTo>
                <a:lnTo>
                  <a:pt x="5552" y="838"/>
                </a:lnTo>
                <a:lnTo>
                  <a:pt x="5551" y="837"/>
                </a:lnTo>
                <a:lnTo>
                  <a:pt x="5550" y="837"/>
                </a:lnTo>
                <a:lnTo>
                  <a:pt x="5549" y="836"/>
                </a:lnTo>
                <a:lnTo>
                  <a:pt x="5548" y="836"/>
                </a:lnTo>
                <a:lnTo>
                  <a:pt x="5547" y="835"/>
                </a:lnTo>
                <a:lnTo>
                  <a:pt x="5546" y="835"/>
                </a:lnTo>
                <a:lnTo>
                  <a:pt x="5545" y="834"/>
                </a:lnTo>
                <a:lnTo>
                  <a:pt x="5544" y="834"/>
                </a:lnTo>
                <a:lnTo>
                  <a:pt x="5544" y="833"/>
                </a:lnTo>
                <a:lnTo>
                  <a:pt x="5543" y="833"/>
                </a:lnTo>
                <a:lnTo>
                  <a:pt x="5542" y="833"/>
                </a:lnTo>
                <a:lnTo>
                  <a:pt x="5541" y="832"/>
                </a:lnTo>
                <a:lnTo>
                  <a:pt x="5540" y="832"/>
                </a:lnTo>
                <a:lnTo>
                  <a:pt x="5540" y="831"/>
                </a:lnTo>
                <a:lnTo>
                  <a:pt x="5539" y="831"/>
                </a:lnTo>
                <a:lnTo>
                  <a:pt x="5538" y="831"/>
                </a:lnTo>
                <a:lnTo>
                  <a:pt x="5538" y="830"/>
                </a:lnTo>
                <a:lnTo>
                  <a:pt x="5537" y="830"/>
                </a:lnTo>
                <a:lnTo>
                  <a:pt x="5536" y="830"/>
                </a:lnTo>
                <a:lnTo>
                  <a:pt x="5535" y="829"/>
                </a:lnTo>
                <a:lnTo>
                  <a:pt x="5534" y="829"/>
                </a:lnTo>
                <a:lnTo>
                  <a:pt x="5534" y="828"/>
                </a:lnTo>
                <a:lnTo>
                  <a:pt x="5533" y="832"/>
                </a:lnTo>
                <a:lnTo>
                  <a:pt x="5532" y="832"/>
                </a:lnTo>
                <a:lnTo>
                  <a:pt x="5532" y="831"/>
                </a:lnTo>
                <a:lnTo>
                  <a:pt x="5531" y="831"/>
                </a:lnTo>
                <a:lnTo>
                  <a:pt x="5530" y="831"/>
                </a:lnTo>
                <a:lnTo>
                  <a:pt x="5530" y="830"/>
                </a:lnTo>
                <a:lnTo>
                  <a:pt x="5529" y="830"/>
                </a:lnTo>
                <a:lnTo>
                  <a:pt x="5528" y="830"/>
                </a:lnTo>
                <a:lnTo>
                  <a:pt x="5528" y="829"/>
                </a:lnTo>
                <a:lnTo>
                  <a:pt x="5527" y="829"/>
                </a:lnTo>
                <a:lnTo>
                  <a:pt x="5526" y="828"/>
                </a:lnTo>
                <a:lnTo>
                  <a:pt x="5525" y="828"/>
                </a:lnTo>
                <a:lnTo>
                  <a:pt x="5524" y="828"/>
                </a:lnTo>
                <a:lnTo>
                  <a:pt x="5524" y="827"/>
                </a:lnTo>
                <a:lnTo>
                  <a:pt x="5523" y="827"/>
                </a:lnTo>
                <a:lnTo>
                  <a:pt x="5522" y="827"/>
                </a:lnTo>
                <a:lnTo>
                  <a:pt x="5522" y="826"/>
                </a:lnTo>
                <a:lnTo>
                  <a:pt x="5521" y="826"/>
                </a:lnTo>
                <a:lnTo>
                  <a:pt x="5520" y="825"/>
                </a:lnTo>
                <a:lnTo>
                  <a:pt x="5519" y="825"/>
                </a:lnTo>
                <a:lnTo>
                  <a:pt x="5518" y="825"/>
                </a:lnTo>
                <a:lnTo>
                  <a:pt x="5518" y="824"/>
                </a:lnTo>
                <a:lnTo>
                  <a:pt x="5517" y="824"/>
                </a:lnTo>
                <a:lnTo>
                  <a:pt x="5516" y="823"/>
                </a:lnTo>
                <a:lnTo>
                  <a:pt x="5515" y="823"/>
                </a:lnTo>
                <a:lnTo>
                  <a:pt x="5514" y="822"/>
                </a:lnTo>
                <a:lnTo>
                  <a:pt x="5513" y="826"/>
                </a:lnTo>
                <a:lnTo>
                  <a:pt x="5512" y="826"/>
                </a:lnTo>
                <a:lnTo>
                  <a:pt x="5512" y="825"/>
                </a:lnTo>
                <a:lnTo>
                  <a:pt x="5511" y="825"/>
                </a:lnTo>
                <a:lnTo>
                  <a:pt x="5510" y="824"/>
                </a:lnTo>
                <a:lnTo>
                  <a:pt x="5509" y="824"/>
                </a:lnTo>
                <a:lnTo>
                  <a:pt x="5508" y="824"/>
                </a:lnTo>
                <a:lnTo>
                  <a:pt x="5508" y="823"/>
                </a:lnTo>
                <a:lnTo>
                  <a:pt x="5507" y="823"/>
                </a:lnTo>
                <a:lnTo>
                  <a:pt x="5506" y="822"/>
                </a:lnTo>
                <a:lnTo>
                  <a:pt x="5505" y="822"/>
                </a:lnTo>
                <a:lnTo>
                  <a:pt x="5504" y="821"/>
                </a:lnTo>
                <a:lnTo>
                  <a:pt x="5503" y="821"/>
                </a:lnTo>
                <a:lnTo>
                  <a:pt x="5502" y="820"/>
                </a:lnTo>
                <a:lnTo>
                  <a:pt x="5501" y="820"/>
                </a:lnTo>
                <a:lnTo>
                  <a:pt x="5500" y="824"/>
                </a:lnTo>
                <a:lnTo>
                  <a:pt x="5500" y="823"/>
                </a:lnTo>
                <a:lnTo>
                  <a:pt x="5499" y="823"/>
                </a:lnTo>
                <a:lnTo>
                  <a:pt x="5498" y="823"/>
                </a:lnTo>
                <a:lnTo>
                  <a:pt x="5498" y="822"/>
                </a:lnTo>
                <a:lnTo>
                  <a:pt x="5497" y="822"/>
                </a:lnTo>
                <a:lnTo>
                  <a:pt x="5496" y="821"/>
                </a:lnTo>
                <a:lnTo>
                  <a:pt x="5495" y="821"/>
                </a:lnTo>
                <a:lnTo>
                  <a:pt x="5494" y="820"/>
                </a:lnTo>
                <a:lnTo>
                  <a:pt x="5493" y="820"/>
                </a:lnTo>
                <a:lnTo>
                  <a:pt x="5492" y="820"/>
                </a:lnTo>
                <a:lnTo>
                  <a:pt x="5492" y="819"/>
                </a:lnTo>
                <a:lnTo>
                  <a:pt x="5491" y="819"/>
                </a:lnTo>
                <a:lnTo>
                  <a:pt x="5490" y="818"/>
                </a:lnTo>
                <a:lnTo>
                  <a:pt x="5489" y="818"/>
                </a:lnTo>
                <a:lnTo>
                  <a:pt x="5488" y="817"/>
                </a:lnTo>
                <a:lnTo>
                  <a:pt x="5487" y="817"/>
                </a:lnTo>
                <a:lnTo>
                  <a:pt x="5486" y="816"/>
                </a:lnTo>
                <a:lnTo>
                  <a:pt x="5485" y="816"/>
                </a:lnTo>
                <a:lnTo>
                  <a:pt x="5484" y="815"/>
                </a:lnTo>
                <a:lnTo>
                  <a:pt x="5483" y="815"/>
                </a:lnTo>
                <a:lnTo>
                  <a:pt x="5483" y="814"/>
                </a:lnTo>
                <a:lnTo>
                  <a:pt x="5482" y="814"/>
                </a:lnTo>
                <a:lnTo>
                  <a:pt x="5481" y="814"/>
                </a:lnTo>
                <a:lnTo>
                  <a:pt x="5480" y="813"/>
                </a:lnTo>
                <a:lnTo>
                  <a:pt x="5479" y="813"/>
                </a:lnTo>
                <a:lnTo>
                  <a:pt x="5478" y="812"/>
                </a:lnTo>
                <a:lnTo>
                  <a:pt x="5477" y="812"/>
                </a:lnTo>
                <a:lnTo>
                  <a:pt x="5477" y="811"/>
                </a:lnTo>
                <a:lnTo>
                  <a:pt x="5476" y="811"/>
                </a:lnTo>
                <a:lnTo>
                  <a:pt x="5475" y="811"/>
                </a:lnTo>
                <a:lnTo>
                  <a:pt x="5474" y="810"/>
                </a:lnTo>
                <a:lnTo>
                  <a:pt x="5473" y="810"/>
                </a:lnTo>
                <a:lnTo>
                  <a:pt x="5473" y="809"/>
                </a:lnTo>
                <a:lnTo>
                  <a:pt x="5472" y="809"/>
                </a:lnTo>
                <a:lnTo>
                  <a:pt x="5471" y="809"/>
                </a:lnTo>
                <a:lnTo>
                  <a:pt x="5471" y="808"/>
                </a:lnTo>
                <a:lnTo>
                  <a:pt x="5470" y="808"/>
                </a:lnTo>
                <a:lnTo>
                  <a:pt x="5469" y="807"/>
                </a:lnTo>
                <a:lnTo>
                  <a:pt x="5468" y="807"/>
                </a:lnTo>
                <a:lnTo>
                  <a:pt x="5467" y="807"/>
                </a:lnTo>
                <a:lnTo>
                  <a:pt x="5467" y="806"/>
                </a:lnTo>
                <a:lnTo>
                  <a:pt x="5466" y="806"/>
                </a:lnTo>
                <a:lnTo>
                  <a:pt x="5465" y="806"/>
                </a:lnTo>
                <a:lnTo>
                  <a:pt x="5465" y="805"/>
                </a:lnTo>
                <a:lnTo>
                  <a:pt x="5464" y="805"/>
                </a:lnTo>
                <a:lnTo>
                  <a:pt x="5463" y="804"/>
                </a:lnTo>
                <a:lnTo>
                  <a:pt x="5462" y="804"/>
                </a:lnTo>
                <a:lnTo>
                  <a:pt x="5461" y="804"/>
                </a:lnTo>
                <a:lnTo>
                  <a:pt x="5461" y="803"/>
                </a:lnTo>
                <a:lnTo>
                  <a:pt x="5460" y="803"/>
                </a:lnTo>
                <a:lnTo>
                  <a:pt x="5459" y="802"/>
                </a:lnTo>
                <a:lnTo>
                  <a:pt x="5458" y="802"/>
                </a:lnTo>
                <a:lnTo>
                  <a:pt x="5457" y="801"/>
                </a:lnTo>
                <a:lnTo>
                  <a:pt x="5456" y="801"/>
                </a:lnTo>
                <a:lnTo>
                  <a:pt x="5455" y="801"/>
                </a:lnTo>
                <a:lnTo>
                  <a:pt x="5455" y="800"/>
                </a:lnTo>
                <a:lnTo>
                  <a:pt x="5454" y="800"/>
                </a:lnTo>
                <a:lnTo>
                  <a:pt x="5453" y="799"/>
                </a:lnTo>
                <a:lnTo>
                  <a:pt x="5452" y="799"/>
                </a:lnTo>
                <a:lnTo>
                  <a:pt x="5451" y="798"/>
                </a:lnTo>
                <a:lnTo>
                  <a:pt x="5450" y="798"/>
                </a:lnTo>
                <a:lnTo>
                  <a:pt x="5449" y="797"/>
                </a:lnTo>
                <a:lnTo>
                  <a:pt x="5448" y="797"/>
                </a:lnTo>
                <a:lnTo>
                  <a:pt x="5447" y="796"/>
                </a:lnTo>
                <a:lnTo>
                  <a:pt x="5446" y="796"/>
                </a:lnTo>
                <a:lnTo>
                  <a:pt x="5445" y="795"/>
                </a:lnTo>
                <a:lnTo>
                  <a:pt x="5444" y="795"/>
                </a:lnTo>
                <a:lnTo>
                  <a:pt x="5444" y="794"/>
                </a:lnTo>
                <a:lnTo>
                  <a:pt x="5443" y="794"/>
                </a:lnTo>
                <a:lnTo>
                  <a:pt x="5442" y="794"/>
                </a:lnTo>
                <a:lnTo>
                  <a:pt x="5441" y="793"/>
                </a:lnTo>
                <a:lnTo>
                  <a:pt x="5440" y="793"/>
                </a:lnTo>
                <a:lnTo>
                  <a:pt x="5440" y="792"/>
                </a:lnTo>
                <a:lnTo>
                  <a:pt x="5439" y="792"/>
                </a:lnTo>
                <a:lnTo>
                  <a:pt x="5438" y="792"/>
                </a:lnTo>
                <a:lnTo>
                  <a:pt x="5438" y="791"/>
                </a:lnTo>
                <a:lnTo>
                  <a:pt x="5437" y="791"/>
                </a:lnTo>
                <a:lnTo>
                  <a:pt x="5436" y="791"/>
                </a:lnTo>
                <a:lnTo>
                  <a:pt x="5435" y="790"/>
                </a:lnTo>
                <a:lnTo>
                  <a:pt x="5434" y="790"/>
                </a:lnTo>
                <a:lnTo>
                  <a:pt x="5434" y="789"/>
                </a:lnTo>
                <a:lnTo>
                  <a:pt x="5433" y="789"/>
                </a:lnTo>
                <a:lnTo>
                  <a:pt x="5432" y="788"/>
                </a:lnTo>
                <a:lnTo>
                  <a:pt x="5431" y="788"/>
                </a:lnTo>
                <a:lnTo>
                  <a:pt x="5430" y="788"/>
                </a:lnTo>
                <a:lnTo>
                  <a:pt x="5430" y="787"/>
                </a:lnTo>
                <a:lnTo>
                  <a:pt x="5429" y="787"/>
                </a:lnTo>
                <a:lnTo>
                  <a:pt x="5428" y="787"/>
                </a:lnTo>
                <a:lnTo>
                  <a:pt x="5428" y="786"/>
                </a:lnTo>
                <a:lnTo>
                  <a:pt x="5427" y="786"/>
                </a:lnTo>
                <a:lnTo>
                  <a:pt x="5426" y="785"/>
                </a:lnTo>
                <a:lnTo>
                  <a:pt x="5425" y="785"/>
                </a:lnTo>
                <a:lnTo>
                  <a:pt x="5424" y="785"/>
                </a:lnTo>
                <a:lnTo>
                  <a:pt x="5424" y="784"/>
                </a:lnTo>
                <a:lnTo>
                  <a:pt x="5423" y="784"/>
                </a:lnTo>
                <a:lnTo>
                  <a:pt x="5422" y="783"/>
                </a:lnTo>
                <a:lnTo>
                  <a:pt x="5421" y="783"/>
                </a:lnTo>
                <a:lnTo>
                  <a:pt x="5420" y="782"/>
                </a:lnTo>
                <a:lnTo>
                  <a:pt x="5419" y="782"/>
                </a:lnTo>
                <a:lnTo>
                  <a:pt x="5418" y="781"/>
                </a:lnTo>
                <a:lnTo>
                  <a:pt x="5417" y="781"/>
                </a:lnTo>
                <a:lnTo>
                  <a:pt x="5416" y="780"/>
                </a:lnTo>
                <a:lnTo>
                  <a:pt x="5415" y="780"/>
                </a:lnTo>
                <a:lnTo>
                  <a:pt x="5414" y="779"/>
                </a:lnTo>
                <a:lnTo>
                  <a:pt x="5413" y="779"/>
                </a:lnTo>
                <a:lnTo>
                  <a:pt x="5413" y="778"/>
                </a:lnTo>
                <a:lnTo>
                  <a:pt x="5412" y="778"/>
                </a:lnTo>
                <a:lnTo>
                  <a:pt x="5411" y="778"/>
                </a:lnTo>
                <a:lnTo>
                  <a:pt x="5410" y="777"/>
                </a:lnTo>
                <a:lnTo>
                  <a:pt x="5410" y="782"/>
                </a:lnTo>
                <a:lnTo>
                  <a:pt x="5409" y="781"/>
                </a:lnTo>
                <a:lnTo>
                  <a:pt x="5408" y="781"/>
                </a:lnTo>
                <a:lnTo>
                  <a:pt x="5407" y="780"/>
                </a:lnTo>
                <a:lnTo>
                  <a:pt x="5406" y="780"/>
                </a:lnTo>
                <a:lnTo>
                  <a:pt x="5405" y="779"/>
                </a:lnTo>
                <a:lnTo>
                  <a:pt x="5404" y="779"/>
                </a:lnTo>
                <a:lnTo>
                  <a:pt x="5403" y="778"/>
                </a:lnTo>
                <a:lnTo>
                  <a:pt x="5402" y="778"/>
                </a:lnTo>
                <a:lnTo>
                  <a:pt x="5401" y="777"/>
                </a:lnTo>
                <a:lnTo>
                  <a:pt x="5400" y="777"/>
                </a:lnTo>
                <a:lnTo>
                  <a:pt x="5399" y="776"/>
                </a:lnTo>
                <a:lnTo>
                  <a:pt x="5398" y="776"/>
                </a:lnTo>
                <a:lnTo>
                  <a:pt x="5397" y="775"/>
                </a:lnTo>
                <a:lnTo>
                  <a:pt x="5396" y="775"/>
                </a:lnTo>
                <a:lnTo>
                  <a:pt x="5396" y="774"/>
                </a:lnTo>
                <a:lnTo>
                  <a:pt x="5395" y="774"/>
                </a:lnTo>
                <a:lnTo>
                  <a:pt x="5394" y="774"/>
                </a:lnTo>
                <a:lnTo>
                  <a:pt x="5394" y="773"/>
                </a:lnTo>
                <a:lnTo>
                  <a:pt x="5393" y="773"/>
                </a:lnTo>
                <a:lnTo>
                  <a:pt x="5392" y="773"/>
                </a:lnTo>
                <a:lnTo>
                  <a:pt x="5391" y="772"/>
                </a:lnTo>
                <a:lnTo>
                  <a:pt x="5390" y="772"/>
                </a:lnTo>
                <a:lnTo>
                  <a:pt x="5390" y="771"/>
                </a:lnTo>
                <a:lnTo>
                  <a:pt x="5389" y="771"/>
                </a:lnTo>
                <a:lnTo>
                  <a:pt x="5388" y="771"/>
                </a:lnTo>
                <a:lnTo>
                  <a:pt x="5388" y="770"/>
                </a:lnTo>
                <a:lnTo>
                  <a:pt x="5387" y="770"/>
                </a:lnTo>
                <a:lnTo>
                  <a:pt x="5386" y="770"/>
                </a:lnTo>
                <a:lnTo>
                  <a:pt x="5386" y="769"/>
                </a:lnTo>
                <a:lnTo>
                  <a:pt x="5385" y="769"/>
                </a:lnTo>
                <a:lnTo>
                  <a:pt x="5384" y="769"/>
                </a:lnTo>
                <a:lnTo>
                  <a:pt x="5384" y="768"/>
                </a:lnTo>
                <a:lnTo>
                  <a:pt x="5383" y="768"/>
                </a:lnTo>
                <a:lnTo>
                  <a:pt x="5382" y="767"/>
                </a:lnTo>
                <a:lnTo>
                  <a:pt x="5381" y="767"/>
                </a:lnTo>
                <a:lnTo>
                  <a:pt x="5380" y="767"/>
                </a:lnTo>
                <a:lnTo>
                  <a:pt x="5380" y="766"/>
                </a:lnTo>
                <a:lnTo>
                  <a:pt x="5379" y="766"/>
                </a:lnTo>
                <a:lnTo>
                  <a:pt x="5378" y="766"/>
                </a:lnTo>
                <a:lnTo>
                  <a:pt x="5378" y="765"/>
                </a:lnTo>
                <a:lnTo>
                  <a:pt x="5377" y="765"/>
                </a:lnTo>
                <a:lnTo>
                  <a:pt x="5376" y="764"/>
                </a:lnTo>
                <a:lnTo>
                  <a:pt x="5375" y="764"/>
                </a:lnTo>
                <a:lnTo>
                  <a:pt x="5374" y="764"/>
                </a:lnTo>
                <a:lnTo>
                  <a:pt x="5374" y="763"/>
                </a:lnTo>
                <a:lnTo>
                  <a:pt x="5373" y="763"/>
                </a:lnTo>
                <a:lnTo>
                  <a:pt x="5372" y="762"/>
                </a:lnTo>
                <a:lnTo>
                  <a:pt x="5371" y="762"/>
                </a:lnTo>
                <a:lnTo>
                  <a:pt x="5370" y="761"/>
                </a:lnTo>
                <a:lnTo>
                  <a:pt x="5369" y="761"/>
                </a:lnTo>
                <a:lnTo>
                  <a:pt x="5368" y="760"/>
                </a:lnTo>
                <a:lnTo>
                  <a:pt x="5367" y="760"/>
                </a:lnTo>
                <a:lnTo>
                  <a:pt x="5366" y="759"/>
                </a:lnTo>
                <a:lnTo>
                  <a:pt x="5365" y="759"/>
                </a:lnTo>
                <a:lnTo>
                  <a:pt x="5364" y="758"/>
                </a:lnTo>
                <a:lnTo>
                  <a:pt x="5363" y="758"/>
                </a:lnTo>
                <a:lnTo>
                  <a:pt x="5363" y="757"/>
                </a:lnTo>
                <a:lnTo>
                  <a:pt x="5362" y="757"/>
                </a:lnTo>
                <a:lnTo>
                  <a:pt x="5361" y="757"/>
                </a:lnTo>
                <a:lnTo>
                  <a:pt x="5360" y="756"/>
                </a:lnTo>
                <a:lnTo>
                  <a:pt x="5359" y="756"/>
                </a:lnTo>
                <a:lnTo>
                  <a:pt x="5359" y="755"/>
                </a:lnTo>
                <a:lnTo>
                  <a:pt x="5358" y="755"/>
                </a:lnTo>
                <a:lnTo>
                  <a:pt x="5357" y="755"/>
                </a:lnTo>
                <a:lnTo>
                  <a:pt x="5357" y="754"/>
                </a:lnTo>
                <a:lnTo>
                  <a:pt x="5356" y="754"/>
                </a:lnTo>
                <a:lnTo>
                  <a:pt x="5355" y="754"/>
                </a:lnTo>
                <a:lnTo>
                  <a:pt x="5354" y="753"/>
                </a:lnTo>
                <a:lnTo>
                  <a:pt x="5353" y="753"/>
                </a:lnTo>
                <a:lnTo>
                  <a:pt x="5353" y="752"/>
                </a:lnTo>
                <a:lnTo>
                  <a:pt x="5352" y="752"/>
                </a:lnTo>
                <a:lnTo>
                  <a:pt x="5351" y="752"/>
                </a:lnTo>
                <a:lnTo>
                  <a:pt x="5351" y="751"/>
                </a:lnTo>
                <a:lnTo>
                  <a:pt x="5350" y="751"/>
                </a:lnTo>
                <a:lnTo>
                  <a:pt x="5349" y="751"/>
                </a:lnTo>
                <a:lnTo>
                  <a:pt x="5349" y="750"/>
                </a:lnTo>
                <a:lnTo>
                  <a:pt x="5348" y="750"/>
                </a:lnTo>
                <a:lnTo>
                  <a:pt x="5347" y="750"/>
                </a:lnTo>
                <a:lnTo>
                  <a:pt x="5347" y="749"/>
                </a:lnTo>
                <a:lnTo>
                  <a:pt x="5346" y="749"/>
                </a:lnTo>
                <a:lnTo>
                  <a:pt x="5345" y="748"/>
                </a:lnTo>
                <a:lnTo>
                  <a:pt x="5344" y="748"/>
                </a:lnTo>
                <a:lnTo>
                  <a:pt x="5343" y="747"/>
                </a:lnTo>
                <a:lnTo>
                  <a:pt x="5342" y="747"/>
                </a:lnTo>
                <a:lnTo>
                  <a:pt x="5341" y="747"/>
                </a:lnTo>
                <a:lnTo>
                  <a:pt x="5341" y="746"/>
                </a:lnTo>
                <a:lnTo>
                  <a:pt x="5340" y="746"/>
                </a:lnTo>
                <a:lnTo>
                  <a:pt x="5339" y="745"/>
                </a:lnTo>
                <a:lnTo>
                  <a:pt x="5338" y="745"/>
                </a:lnTo>
                <a:lnTo>
                  <a:pt x="5337" y="744"/>
                </a:lnTo>
                <a:lnTo>
                  <a:pt x="5336" y="744"/>
                </a:lnTo>
                <a:lnTo>
                  <a:pt x="5335" y="743"/>
                </a:lnTo>
                <a:lnTo>
                  <a:pt x="5334" y="743"/>
                </a:lnTo>
                <a:lnTo>
                  <a:pt x="5333" y="742"/>
                </a:lnTo>
                <a:lnTo>
                  <a:pt x="5332" y="742"/>
                </a:lnTo>
                <a:lnTo>
                  <a:pt x="5331" y="741"/>
                </a:lnTo>
                <a:lnTo>
                  <a:pt x="5330" y="741"/>
                </a:lnTo>
                <a:lnTo>
                  <a:pt x="5329" y="740"/>
                </a:lnTo>
                <a:lnTo>
                  <a:pt x="5328" y="740"/>
                </a:lnTo>
                <a:lnTo>
                  <a:pt x="5327" y="739"/>
                </a:lnTo>
                <a:lnTo>
                  <a:pt x="5326" y="739"/>
                </a:lnTo>
                <a:lnTo>
                  <a:pt x="5326" y="738"/>
                </a:lnTo>
                <a:lnTo>
                  <a:pt x="5325" y="738"/>
                </a:lnTo>
                <a:lnTo>
                  <a:pt x="5324" y="738"/>
                </a:lnTo>
                <a:lnTo>
                  <a:pt x="5323" y="737"/>
                </a:lnTo>
                <a:lnTo>
                  <a:pt x="5322" y="737"/>
                </a:lnTo>
                <a:lnTo>
                  <a:pt x="5321" y="736"/>
                </a:lnTo>
                <a:lnTo>
                  <a:pt x="5320" y="736"/>
                </a:lnTo>
                <a:lnTo>
                  <a:pt x="5320" y="735"/>
                </a:lnTo>
                <a:lnTo>
                  <a:pt x="5319" y="735"/>
                </a:lnTo>
                <a:lnTo>
                  <a:pt x="5318" y="734"/>
                </a:lnTo>
                <a:lnTo>
                  <a:pt x="5317" y="734"/>
                </a:lnTo>
                <a:lnTo>
                  <a:pt x="5316" y="734"/>
                </a:lnTo>
                <a:lnTo>
                  <a:pt x="5316" y="733"/>
                </a:lnTo>
                <a:lnTo>
                  <a:pt x="5315" y="733"/>
                </a:lnTo>
                <a:lnTo>
                  <a:pt x="5314" y="733"/>
                </a:lnTo>
                <a:lnTo>
                  <a:pt x="5314" y="732"/>
                </a:lnTo>
                <a:lnTo>
                  <a:pt x="5313" y="732"/>
                </a:lnTo>
                <a:lnTo>
                  <a:pt x="5312" y="731"/>
                </a:lnTo>
                <a:lnTo>
                  <a:pt x="5311" y="731"/>
                </a:lnTo>
                <a:lnTo>
                  <a:pt x="5310" y="731"/>
                </a:lnTo>
                <a:lnTo>
                  <a:pt x="5310" y="730"/>
                </a:lnTo>
                <a:lnTo>
                  <a:pt x="5309" y="730"/>
                </a:lnTo>
                <a:lnTo>
                  <a:pt x="5308" y="729"/>
                </a:lnTo>
                <a:lnTo>
                  <a:pt x="5307" y="729"/>
                </a:lnTo>
                <a:lnTo>
                  <a:pt x="5306" y="728"/>
                </a:lnTo>
                <a:lnTo>
                  <a:pt x="5305" y="728"/>
                </a:lnTo>
                <a:lnTo>
                  <a:pt x="5304" y="728"/>
                </a:lnTo>
                <a:lnTo>
                  <a:pt x="5304" y="727"/>
                </a:lnTo>
                <a:lnTo>
                  <a:pt x="5303" y="727"/>
                </a:lnTo>
                <a:lnTo>
                  <a:pt x="5302" y="726"/>
                </a:lnTo>
                <a:lnTo>
                  <a:pt x="5301" y="726"/>
                </a:lnTo>
                <a:lnTo>
                  <a:pt x="5300" y="725"/>
                </a:lnTo>
                <a:lnTo>
                  <a:pt x="5299" y="725"/>
                </a:lnTo>
                <a:lnTo>
                  <a:pt x="5298" y="724"/>
                </a:lnTo>
                <a:lnTo>
                  <a:pt x="5297" y="724"/>
                </a:lnTo>
                <a:lnTo>
                  <a:pt x="5296" y="723"/>
                </a:lnTo>
                <a:lnTo>
                  <a:pt x="5295" y="723"/>
                </a:lnTo>
                <a:lnTo>
                  <a:pt x="5294" y="722"/>
                </a:lnTo>
                <a:lnTo>
                  <a:pt x="5293" y="722"/>
                </a:lnTo>
                <a:lnTo>
                  <a:pt x="5292" y="721"/>
                </a:lnTo>
                <a:lnTo>
                  <a:pt x="5291" y="721"/>
                </a:lnTo>
                <a:lnTo>
                  <a:pt x="5290" y="720"/>
                </a:lnTo>
                <a:lnTo>
                  <a:pt x="5289" y="720"/>
                </a:lnTo>
                <a:lnTo>
                  <a:pt x="5289" y="719"/>
                </a:lnTo>
                <a:lnTo>
                  <a:pt x="5288" y="719"/>
                </a:lnTo>
                <a:lnTo>
                  <a:pt x="5287" y="719"/>
                </a:lnTo>
                <a:lnTo>
                  <a:pt x="5287" y="718"/>
                </a:lnTo>
                <a:lnTo>
                  <a:pt x="5286" y="718"/>
                </a:lnTo>
                <a:lnTo>
                  <a:pt x="5285" y="718"/>
                </a:lnTo>
                <a:lnTo>
                  <a:pt x="5284" y="717"/>
                </a:lnTo>
                <a:lnTo>
                  <a:pt x="5283" y="717"/>
                </a:lnTo>
                <a:lnTo>
                  <a:pt x="5283" y="716"/>
                </a:lnTo>
                <a:lnTo>
                  <a:pt x="5282" y="716"/>
                </a:lnTo>
                <a:lnTo>
                  <a:pt x="5281" y="715"/>
                </a:lnTo>
                <a:lnTo>
                  <a:pt x="5280" y="715"/>
                </a:lnTo>
                <a:lnTo>
                  <a:pt x="5279" y="715"/>
                </a:lnTo>
                <a:lnTo>
                  <a:pt x="5279" y="714"/>
                </a:lnTo>
                <a:lnTo>
                  <a:pt x="5278" y="714"/>
                </a:lnTo>
                <a:lnTo>
                  <a:pt x="5277" y="714"/>
                </a:lnTo>
                <a:lnTo>
                  <a:pt x="5277" y="713"/>
                </a:lnTo>
                <a:lnTo>
                  <a:pt x="5276" y="713"/>
                </a:lnTo>
                <a:lnTo>
                  <a:pt x="5275" y="712"/>
                </a:lnTo>
                <a:lnTo>
                  <a:pt x="5274" y="712"/>
                </a:lnTo>
                <a:lnTo>
                  <a:pt x="5273" y="712"/>
                </a:lnTo>
                <a:lnTo>
                  <a:pt x="5273" y="711"/>
                </a:lnTo>
                <a:lnTo>
                  <a:pt x="5272" y="711"/>
                </a:lnTo>
                <a:lnTo>
                  <a:pt x="5271" y="710"/>
                </a:lnTo>
                <a:lnTo>
                  <a:pt x="5270" y="710"/>
                </a:lnTo>
                <a:lnTo>
                  <a:pt x="5269" y="709"/>
                </a:lnTo>
                <a:lnTo>
                  <a:pt x="5268" y="709"/>
                </a:lnTo>
                <a:lnTo>
                  <a:pt x="5267" y="709"/>
                </a:lnTo>
                <a:lnTo>
                  <a:pt x="5267" y="708"/>
                </a:lnTo>
                <a:lnTo>
                  <a:pt x="5266" y="708"/>
                </a:lnTo>
                <a:lnTo>
                  <a:pt x="5265" y="707"/>
                </a:lnTo>
                <a:lnTo>
                  <a:pt x="5264" y="707"/>
                </a:lnTo>
                <a:lnTo>
                  <a:pt x="5263" y="706"/>
                </a:lnTo>
                <a:lnTo>
                  <a:pt x="5262" y="706"/>
                </a:lnTo>
                <a:lnTo>
                  <a:pt x="5262" y="705"/>
                </a:lnTo>
                <a:lnTo>
                  <a:pt x="5261" y="705"/>
                </a:lnTo>
                <a:lnTo>
                  <a:pt x="5260" y="705"/>
                </a:lnTo>
                <a:lnTo>
                  <a:pt x="5259" y="704"/>
                </a:lnTo>
                <a:lnTo>
                  <a:pt x="5258" y="704"/>
                </a:lnTo>
                <a:lnTo>
                  <a:pt x="5257" y="703"/>
                </a:lnTo>
                <a:lnTo>
                  <a:pt x="5256" y="703"/>
                </a:lnTo>
                <a:lnTo>
                  <a:pt x="5256" y="702"/>
                </a:lnTo>
                <a:lnTo>
                  <a:pt x="5255" y="702"/>
                </a:lnTo>
                <a:lnTo>
                  <a:pt x="5254" y="702"/>
                </a:lnTo>
                <a:lnTo>
                  <a:pt x="5253" y="701"/>
                </a:lnTo>
                <a:lnTo>
                  <a:pt x="5252" y="701"/>
                </a:lnTo>
                <a:lnTo>
                  <a:pt x="5252" y="700"/>
                </a:lnTo>
                <a:lnTo>
                  <a:pt x="5251" y="700"/>
                </a:lnTo>
                <a:lnTo>
                  <a:pt x="5250" y="700"/>
                </a:lnTo>
                <a:lnTo>
                  <a:pt x="5250" y="699"/>
                </a:lnTo>
                <a:lnTo>
                  <a:pt x="5249" y="699"/>
                </a:lnTo>
                <a:lnTo>
                  <a:pt x="5248" y="699"/>
                </a:lnTo>
                <a:lnTo>
                  <a:pt x="5247" y="698"/>
                </a:lnTo>
                <a:lnTo>
                  <a:pt x="5246" y="698"/>
                </a:lnTo>
                <a:lnTo>
                  <a:pt x="5246" y="697"/>
                </a:lnTo>
                <a:lnTo>
                  <a:pt x="5245" y="697"/>
                </a:lnTo>
                <a:lnTo>
                  <a:pt x="5244" y="697"/>
                </a:lnTo>
                <a:lnTo>
                  <a:pt x="5244" y="696"/>
                </a:lnTo>
                <a:lnTo>
                  <a:pt x="5243" y="696"/>
                </a:lnTo>
                <a:lnTo>
                  <a:pt x="5242" y="696"/>
                </a:lnTo>
                <a:lnTo>
                  <a:pt x="5242" y="695"/>
                </a:lnTo>
                <a:lnTo>
                  <a:pt x="5241" y="695"/>
                </a:lnTo>
                <a:lnTo>
                  <a:pt x="5240" y="695"/>
                </a:lnTo>
                <a:lnTo>
                  <a:pt x="5240" y="694"/>
                </a:lnTo>
                <a:lnTo>
                  <a:pt x="5239" y="694"/>
                </a:lnTo>
                <a:lnTo>
                  <a:pt x="5238" y="693"/>
                </a:lnTo>
                <a:lnTo>
                  <a:pt x="5237" y="693"/>
                </a:lnTo>
                <a:lnTo>
                  <a:pt x="5236" y="692"/>
                </a:lnTo>
                <a:lnTo>
                  <a:pt x="5235" y="692"/>
                </a:lnTo>
                <a:lnTo>
                  <a:pt x="5234" y="691"/>
                </a:lnTo>
                <a:lnTo>
                  <a:pt x="5233" y="691"/>
                </a:lnTo>
                <a:lnTo>
                  <a:pt x="5232" y="690"/>
                </a:lnTo>
                <a:lnTo>
                  <a:pt x="5231" y="690"/>
                </a:lnTo>
                <a:lnTo>
                  <a:pt x="5230" y="689"/>
                </a:lnTo>
                <a:lnTo>
                  <a:pt x="5229" y="689"/>
                </a:lnTo>
                <a:lnTo>
                  <a:pt x="5228" y="688"/>
                </a:lnTo>
                <a:lnTo>
                  <a:pt x="5227" y="688"/>
                </a:lnTo>
                <a:lnTo>
                  <a:pt x="5226" y="687"/>
                </a:lnTo>
                <a:lnTo>
                  <a:pt x="5225" y="687"/>
                </a:lnTo>
                <a:lnTo>
                  <a:pt x="5225" y="686"/>
                </a:lnTo>
                <a:lnTo>
                  <a:pt x="5224" y="686"/>
                </a:lnTo>
                <a:lnTo>
                  <a:pt x="5223" y="686"/>
                </a:lnTo>
                <a:lnTo>
                  <a:pt x="5222" y="685"/>
                </a:lnTo>
                <a:lnTo>
                  <a:pt x="5221" y="685"/>
                </a:lnTo>
                <a:lnTo>
                  <a:pt x="5220" y="684"/>
                </a:lnTo>
                <a:lnTo>
                  <a:pt x="5219" y="684"/>
                </a:lnTo>
                <a:lnTo>
                  <a:pt x="5219" y="683"/>
                </a:lnTo>
                <a:lnTo>
                  <a:pt x="5218" y="683"/>
                </a:lnTo>
                <a:lnTo>
                  <a:pt x="5217" y="683"/>
                </a:lnTo>
                <a:lnTo>
                  <a:pt x="5216" y="682"/>
                </a:lnTo>
                <a:lnTo>
                  <a:pt x="5215" y="682"/>
                </a:lnTo>
                <a:lnTo>
                  <a:pt x="5215" y="681"/>
                </a:lnTo>
                <a:lnTo>
                  <a:pt x="5214" y="681"/>
                </a:lnTo>
                <a:lnTo>
                  <a:pt x="5213" y="681"/>
                </a:lnTo>
                <a:lnTo>
                  <a:pt x="5213" y="680"/>
                </a:lnTo>
                <a:lnTo>
                  <a:pt x="5212" y="680"/>
                </a:lnTo>
                <a:lnTo>
                  <a:pt x="5211" y="679"/>
                </a:lnTo>
                <a:lnTo>
                  <a:pt x="5210" y="679"/>
                </a:lnTo>
                <a:lnTo>
                  <a:pt x="5209" y="679"/>
                </a:lnTo>
                <a:lnTo>
                  <a:pt x="5209" y="678"/>
                </a:lnTo>
                <a:lnTo>
                  <a:pt x="5208" y="678"/>
                </a:lnTo>
                <a:lnTo>
                  <a:pt x="5207" y="678"/>
                </a:lnTo>
                <a:lnTo>
                  <a:pt x="5207" y="677"/>
                </a:lnTo>
                <a:lnTo>
                  <a:pt x="5206" y="677"/>
                </a:lnTo>
                <a:lnTo>
                  <a:pt x="5205" y="676"/>
                </a:lnTo>
                <a:lnTo>
                  <a:pt x="5204" y="676"/>
                </a:lnTo>
                <a:lnTo>
                  <a:pt x="5203" y="676"/>
                </a:lnTo>
                <a:lnTo>
                  <a:pt x="5203" y="675"/>
                </a:lnTo>
                <a:lnTo>
                  <a:pt x="5202" y="675"/>
                </a:lnTo>
                <a:lnTo>
                  <a:pt x="5201" y="674"/>
                </a:lnTo>
                <a:lnTo>
                  <a:pt x="5200" y="674"/>
                </a:lnTo>
                <a:lnTo>
                  <a:pt x="5199" y="673"/>
                </a:lnTo>
                <a:lnTo>
                  <a:pt x="5198" y="673"/>
                </a:lnTo>
                <a:lnTo>
                  <a:pt x="5197" y="673"/>
                </a:lnTo>
                <a:lnTo>
                  <a:pt x="5197" y="672"/>
                </a:lnTo>
                <a:lnTo>
                  <a:pt x="5196" y="672"/>
                </a:lnTo>
                <a:lnTo>
                  <a:pt x="5195" y="671"/>
                </a:lnTo>
                <a:lnTo>
                  <a:pt x="5194" y="671"/>
                </a:lnTo>
                <a:lnTo>
                  <a:pt x="5193" y="670"/>
                </a:lnTo>
                <a:lnTo>
                  <a:pt x="5192" y="670"/>
                </a:lnTo>
                <a:lnTo>
                  <a:pt x="5191" y="669"/>
                </a:lnTo>
                <a:lnTo>
                  <a:pt x="5190" y="669"/>
                </a:lnTo>
                <a:lnTo>
                  <a:pt x="5189" y="668"/>
                </a:lnTo>
                <a:lnTo>
                  <a:pt x="5188" y="668"/>
                </a:lnTo>
                <a:lnTo>
                  <a:pt x="5187" y="667"/>
                </a:lnTo>
                <a:lnTo>
                  <a:pt x="5186" y="667"/>
                </a:lnTo>
                <a:lnTo>
                  <a:pt x="5186" y="666"/>
                </a:lnTo>
                <a:lnTo>
                  <a:pt x="5185" y="666"/>
                </a:lnTo>
                <a:lnTo>
                  <a:pt x="5184" y="666"/>
                </a:lnTo>
                <a:lnTo>
                  <a:pt x="5183" y="665"/>
                </a:lnTo>
                <a:lnTo>
                  <a:pt x="5182" y="665"/>
                </a:lnTo>
                <a:lnTo>
                  <a:pt x="5182" y="664"/>
                </a:lnTo>
                <a:lnTo>
                  <a:pt x="5181" y="664"/>
                </a:lnTo>
                <a:lnTo>
                  <a:pt x="5180" y="664"/>
                </a:lnTo>
                <a:lnTo>
                  <a:pt x="5180" y="663"/>
                </a:lnTo>
                <a:lnTo>
                  <a:pt x="5179" y="663"/>
                </a:lnTo>
                <a:lnTo>
                  <a:pt x="5178" y="663"/>
                </a:lnTo>
                <a:lnTo>
                  <a:pt x="5177" y="662"/>
                </a:lnTo>
                <a:lnTo>
                  <a:pt x="5176" y="662"/>
                </a:lnTo>
                <a:lnTo>
                  <a:pt x="5176" y="661"/>
                </a:lnTo>
                <a:lnTo>
                  <a:pt x="5175" y="661"/>
                </a:lnTo>
                <a:lnTo>
                  <a:pt x="5174" y="660"/>
                </a:lnTo>
                <a:lnTo>
                  <a:pt x="5173" y="660"/>
                </a:lnTo>
                <a:lnTo>
                  <a:pt x="5172" y="660"/>
                </a:lnTo>
                <a:lnTo>
                  <a:pt x="5172" y="659"/>
                </a:lnTo>
                <a:lnTo>
                  <a:pt x="5171" y="659"/>
                </a:lnTo>
                <a:lnTo>
                  <a:pt x="5170" y="659"/>
                </a:lnTo>
                <a:lnTo>
                  <a:pt x="5170" y="658"/>
                </a:lnTo>
                <a:lnTo>
                  <a:pt x="5169" y="658"/>
                </a:lnTo>
                <a:lnTo>
                  <a:pt x="5168" y="657"/>
                </a:lnTo>
                <a:lnTo>
                  <a:pt x="5167" y="657"/>
                </a:lnTo>
                <a:lnTo>
                  <a:pt x="5166" y="657"/>
                </a:lnTo>
                <a:lnTo>
                  <a:pt x="5166" y="656"/>
                </a:lnTo>
                <a:lnTo>
                  <a:pt x="5165" y="656"/>
                </a:lnTo>
                <a:lnTo>
                  <a:pt x="5164" y="655"/>
                </a:lnTo>
                <a:lnTo>
                  <a:pt x="5163" y="655"/>
                </a:lnTo>
                <a:lnTo>
                  <a:pt x="5162" y="654"/>
                </a:lnTo>
                <a:lnTo>
                  <a:pt x="5161" y="654"/>
                </a:lnTo>
                <a:lnTo>
                  <a:pt x="5160" y="653"/>
                </a:lnTo>
                <a:lnTo>
                  <a:pt x="5159" y="653"/>
                </a:lnTo>
                <a:lnTo>
                  <a:pt x="5158" y="652"/>
                </a:lnTo>
                <a:lnTo>
                  <a:pt x="5157" y="652"/>
                </a:lnTo>
                <a:lnTo>
                  <a:pt x="5156" y="651"/>
                </a:lnTo>
                <a:lnTo>
                  <a:pt x="5155" y="651"/>
                </a:lnTo>
                <a:lnTo>
                  <a:pt x="5155" y="650"/>
                </a:lnTo>
                <a:lnTo>
                  <a:pt x="5154" y="650"/>
                </a:lnTo>
                <a:lnTo>
                  <a:pt x="5153" y="650"/>
                </a:lnTo>
                <a:lnTo>
                  <a:pt x="5152" y="649"/>
                </a:lnTo>
                <a:lnTo>
                  <a:pt x="5151" y="649"/>
                </a:lnTo>
                <a:lnTo>
                  <a:pt x="5150" y="648"/>
                </a:lnTo>
                <a:lnTo>
                  <a:pt x="5149" y="648"/>
                </a:lnTo>
                <a:lnTo>
                  <a:pt x="5149" y="647"/>
                </a:lnTo>
                <a:lnTo>
                  <a:pt x="5148" y="647"/>
                </a:lnTo>
                <a:lnTo>
                  <a:pt x="5147" y="647"/>
                </a:lnTo>
                <a:lnTo>
                  <a:pt x="5146" y="646"/>
                </a:lnTo>
                <a:lnTo>
                  <a:pt x="5145" y="646"/>
                </a:lnTo>
                <a:lnTo>
                  <a:pt x="5145" y="645"/>
                </a:lnTo>
                <a:lnTo>
                  <a:pt x="5144" y="645"/>
                </a:lnTo>
                <a:lnTo>
                  <a:pt x="5143" y="645"/>
                </a:lnTo>
                <a:lnTo>
                  <a:pt x="5143" y="644"/>
                </a:lnTo>
                <a:lnTo>
                  <a:pt x="5142" y="644"/>
                </a:lnTo>
                <a:lnTo>
                  <a:pt x="5141" y="644"/>
                </a:lnTo>
                <a:lnTo>
                  <a:pt x="5140" y="643"/>
                </a:lnTo>
                <a:lnTo>
                  <a:pt x="5139" y="643"/>
                </a:lnTo>
                <a:lnTo>
                  <a:pt x="5139" y="642"/>
                </a:lnTo>
                <a:lnTo>
                  <a:pt x="5138" y="642"/>
                </a:lnTo>
                <a:lnTo>
                  <a:pt x="5137" y="641"/>
                </a:lnTo>
                <a:lnTo>
                  <a:pt x="5136" y="641"/>
                </a:lnTo>
                <a:lnTo>
                  <a:pt x="5135" y="640"/>
                </a:lnTo>
                <a:lnTo>
                  <a:pt x="5134" y="640"/>
                </a:lnTo>
                <a:lnTo>
                  <a:pt x="5133" y="640"/>
                </a:lnTo>
                <a:lnTo>
                  <a:pt x="5133" y="639"/>
                </a:lnTo>
                <a:lnTo>
                  <a:pt x="5132" y="639"/>
                </a:lnTo>
                <a:lnTo>
                  <a:pt x="5131" y="638"/>
                </a:lnTo>
                <a:lnTo>
                  <a:pt x="5130" y="638"/>
                </a:lnTo>
                <a:lnTo>
                  <a:pt x="5129" y="637"/>
                </a:lnTo>
                <a:lnTo>
                  <a:pt x="5128" y="637"/>
                </a:lnTo>
                <a:lnTo>
                  <a:pt x="5127" y="636"/>
                </a:lnTo>
                <a:lnTo>
                  <a:pt x="5126" y="636"/>
                </a:lnTo>
                <a:lnTo>
                  <a:pt x="5125" y="635"/>
                </a:lnTo>
                <a:lnTo>
                  <a:pt x="5124" y="635"/>
                </a:lnTo>
                <a:lnTo>
                  <a:pt x="5123" y="634"/>
                </a:lnTo>
                <a:lnTo>
                  <a:pt x="5122" y="634"/>
                </a:lnTo>
                <a:lnTo>
                  <a:pt x="5121" y="633"/>
                </a:lnTo>
                <a:lnTo>
                  <a:pt x="5120" y="633"/>
                </a:lnTo>
                <a:lnTo>
                  <a:pt x="5119" y="632"/>
                </a:lnTo>
                <a:lnTo>
                  <a:pt x="5118" y="632"/>
                </a:lnTo>
                <a:lnTo>
                  <a:pt x="5118" y="631"/>
                </a:lnTo>
                <a:lnTo>
                  <a:pt x="5117" y="631"/>
                </a:lnTo>
                <a:lnTo>
                  <a:pt x="5116" y="631"/>
                </a:lnTo>
                <a:lnTo>
                  <a:pt x="5115" y="630"/>
                </a:lnTo>
                <a:lnTo>
                  <a:pt x="5114" y="630"/>
                </a:lnTo>
                <a:lnTo>
                  <a:pt x="5113" y="629"/>
                </a:lnTo>
                <a:lnTo>
                  <a:pt x="5112" y="629"/>
                </a:lnTo>
                <a:lnTo>
                  <a:pt x="5112" y="628"/>
                </a:lnTo>
                <a:lnTo>
                  <a:pt x="5111" y="628"/>
                </a:lnTo>
                <a:lnTo>
                  <a:pt x="5110" y="627"/>
                </a:lnTo>
                <a:lnTo>
                  <a:pt x="5109" y="627"/>
                </a:lnTo>
                <a:lnTo>
                  <a:pt x="5108" y="627"/>
                </a:lnTo>
                <a:lnTo>
                  <a:pt x="5108" y="626"/>
                </a:lnTo>
                <a:lnTo>
                  <a:pt x="5107" y="626"/>
                </a:lnTo>
                <a:lnTo>
                  <a:pt x="5106" y="626"/>
                </a:lnTo>
                <a:lnTo>
                  <a:pt x="5106" y="625"/>
                </a:lnTo>
                <a:lnTo>
                  <a:pt x="5105" y="625"/>
                </a:lnTo>
                <a:lnTo>
                  <a:pt x="5104" y="624"/>
                </a:lnTo>
                <a:lnTo>
                  <a:pt x="5103" y="624"/>
                </a:lnTo>
                <a:lnTo>
                  <a:pt x="5102" y="624"/>
                </a:lnTo>
                <a:lnTo>
                  <a:pt x="5102" y="623"/>
                </a:lnTo>
                <a:lnTo>
                  <a:pt x="5101" y="623"/>
                </a:lnTo>
                <a:lnTo>
                  <a:pt x="5100" y="622"/>
                </a:lnTo>
                <a:lnTo>
                  <a:pt x="5099" y="622"/>
                </a:lnTo>
                <a:lnTo>
                  <a:pt x="5098" y="621"/>
                </a:lnTo>
                <a:lnTo>
                  <a:pt x="5097" y="621"/>
                </a:lnTo>
                <a:lnTo>
                  <a:pt x="5096" y="621"/>
                </a:lnTo>
                <a:lnTo>
                  <a:pt x="5096" y="620"/>
                </a:lnTo>
                <a:lnTo>
                  <a:pt x="5095" y="620"/>
                </a:lnTo>
                <a:lnTo>
                  <a:pt x="5094" y="619"/>
                </a:lnTo>
                <a:lnTo>
                  <a:pt x="5093" y="619"/>
                </a:lnTo>
                <a:lnTo>
                  <a:pt x="5092" y="618"/>
                </a:lnTo>
                <a:lnTo>
                  <a:pt x="5091" y="618"/>
                </a:lnTo>
                <a:lnTo>
                  <a:pt x="5090" y="617"/>
                </a:lnTo>
                <a:lnTo>
                  <a:pt x="5089" y="617"/>
                </a:lnTo>
                <a:lnTo>
                  <a:pt x="5088" y="616"/>
                </a:lnTo>
                <a:lnTo>
                  <a:pt x="5087" y="616"/>
                </a:lnTo>
                <a:lnTo>
                  <a:pt x="5086" y="615"/>
                </a:lnTo>
                <a:lnTo>
                  <a:pt x="5085" y="615"/>
                </a:lnTo>
                <a:lnTo>
                  <a:pt x="5085" y="614"/>
                </a:lnTo>
                <a:lnTo>
                  <a:pt x="5084" y="614"/>
                </a:lnTo>
                <a:lnTo>
                  <a:pt x="5083" y="614"/>
                </a:lnTo>
                <a:lnTo>
                  <a:pt x="5082" y="613"/>
                </a:lnTo>
                <a:lnTo>
                  <a:pt x="5081" y="613"/>
                </a:lnTo>
                <a:lnTo>
                  <a:pt x="5081" y="612"/>
                </a:lnTo>
                <a:lnTo>
                  <a:pt x="5080" y="612"/>
                </a:lnTo>
                <a:lnTo>
                  <a:pt x="5079" y="612"/>
                </a:lnTo>
                <a:lnTo>
                  <a:pt x="5079" y="611"/>
                </a:lnTo>
                <a:lnTo>
                  <a:pt x="5078" y="611"/>
                </a:lnTo>
                <a:lnTo>
                  <a:pt x="5077" y="611"/>
                </a:lnTo>
                <a:lnTo>
                  <a:pt x="5076" y="610"/>
                </a:lnTo>
                <a:lnTo>
                  <a:pt x="5075" y="610"/>
                </a:lnTo>
                <a:lnTo>
                  <a:pt x="5075" y="609"/>
                </a:lnTo>
                <a:lnTo>
                  <a:pt x="5074" y="609"/>
                </a:lnTo>
                <a:lnTo>
                  <a:pt x="5073" y="609"/>
                </a:lnTo>
                <a:lnTo>
                  <a:pt x="5073" y="608"/>
                </a:lnTo>
                <a:lnTo>
                  <a:pt x="5072" y="608"/>
                </a:lnTo>
                <a:lnTo>
                  <a:pt x="5071" y="608"/>
                </a:lnTo>
                <a:lnTo>
                  <a:pt x="5071" y="607"/>
                </a:lnTo>
                <a:lnTo>
                  <a:pt x="5070" y="607"/>
                </a:lnTo>
                <a:lnTo>
                  <a:pt x="5069" y="607"/>
                </a:lnTo>
                <a:lnTo>
                  <a:pt x="5069" y="606"/>
                </a:lnTo>
                <a:lnTo>
                  <a:pt x="5068" y="606"/>
                </a:lnTo>
                <a:lnTo>
                  <a:pt x="5067" y="605"/>
                </a:lnTo>
                <a:lnTo>
                  <a:pt x="5066" y="605"/>
                </a:lnTo>
                <a:lnTo>
                  <a:pt x="5065" y="605"/>
                </a:lnTo>
                <a:lnTo>
                  <a:pt x="5065" y="604"/>
                </a:lnTo>
                <a:lnTo>
                  <a:pt x="5064" y="604"/>
                </a:lnTo>
                <a:lnTo>
                  <a:pt x="5063" y="604"/>
                </a:lnTo>
                <a:lnTo>
                  <a:pt x="5063" y="603"/>
                </a:lnTo>
                <a:lnTo>
                  <a:pt x="5062" y="609"/>
                </a:lnTo>
                <a:lnTo>
                  <a:pt x="5061" y="609"/>
                </a:lnTo>
                <a:lnTo>
                  <a:pt x="5060" y="608"/>
                </a:lnTo>
                <a:lnTo>
                  <a:pt x="5059" y="608"/>
                </a:lnTo>
                <a:lnTo>
                  <a:pt x="5058" y="607"/>
                </a:lnTo>
                <a:lnTo>
                  <a:pt x="5057" y="607"/>
                </a:lnTo>
                <a:lnTo>
                  <a:pt x="5056" y="606"/>
                </a:lnTo>
                <a:lnTo>
                  <a:pt x="5055" y="606"/>
                </a:lnTo>
                <a:lnTo>
                  <a:pt x="5054" y="605"/>
                </a:lnTo>
                <a:lnTo>
                  <a:pt x="5053" y="605"/>
                </a:lnTo>
                <a:lnTo>
                  <a:pt x="5052" y="604"/>
                </a:lnTo>
                <a:lnTo>
                  <a:pt x="5051" y="604"/>
                </a:lnTo>
                <a:lnTo>
                  <a:pt x="5051" y="603"/>
                </a:lnTo>
                <a:lnTo>
                  <a:pt x="5050" y="603"/>
                </a:lnTo>
                <a:lnTo>
                  <a:pt x="5049" y="603"/>
                </a:lnTo>
                <a:lnTo>
                  <a:pt x="5048" y="602"/>
                </a:lnTo>
                <a:lnTo>
                  <a:pt x="5047" y="602"/>
                </a:lnTo>
                <a:lnTo>
                  <a:pt x="5046" y="601"/>
                </a:lnTo>
                <a:lnTo>
                  <a:pt x="5045" y="601"/>
                </a:lnTo>
                <a:lnTo>
                  <a:pt x="5045" y="600"/>
                </a:lnTo>
                <a:lnTo>
                  <a:pt x="5044" y="600"/>
                </a:lnTo>
                <a:lnTo>
                  <a:pt x="5043" y="600"/>
                </a:lnTo>
                <a:lnTo>
                  <a:pt x="5042" y="599"/>
                </a:lnTo>
                <a:lnTo>
                  <a:pt x="5041" y="599"/>
                </a:lnTo>
                <a:lnTo>
                  <a:pt x="5041" y="598"/>
                </a:lnTo>
                <a:lnTo>
                  <a:pt x="5040" y="598"/>
                </a:lnTo>
                <a:lnTo>
                  <a:pt x="5039" y="598"/>
                </a:lnTo>
                <a:lnTo>
                  <a:pt x="5039" y="597"/>
                </a:lnTo>
                <a:lnTo>
                  <a:pt x="5038" y="597"/>
                </a:lnTo>
                <a:lnTo>
                  <a:pt x="5037" y="597"/>
                </a:lnTo>
                <a:lnTo>
                  <a:pt x="5036" y="596"/>
                </a:lnTo>
                <a:lnTo>
                  <a:pt x="5035" y="596"/>
                </a:lnTo>
                <a:lnTo>
                  <a:pt x="5035" y="595"/>
                </a:lnTo>
                <a:lnTo>
                  <a:pt x="5034" y="595"/>
                </a:lnTo>
                <a:lnTo>
                  <a:pt x="5033" y="594"/>
                </a:lnTo>
                <a:lnTo>
                  <a:pt x="5032" y="594"/>
                </a:lnTo>
                <a:lnTo>
                  <a:pt x="5031" y="593"/>
                </a:lnTo>
                <a:lnTo>
                  <a:pt x="5030" y="593"/>
                </a:lnTo>
                <a:lnTo>
                  <a:pt x="5029" y="593"/>
                </a:lnTo>
                <a:lnTo>
                  <a:pt x="5029" y="592"/>
                </a:lnTo>
                <a:lnTo>
                  <a:pt x="5028" y="592"/>
                </a:lnTo>
                <a:lnTo>
                  <a:pt x="5027" y="591"/>
                </a:lnTo>
                <a:lnTo>
                  <a:pt x="5026" y="591"/>
                </a:lnTo>
                <a:lnTo>
                  <a:pt x="5025" y="590"/>
                </a:lnTo>
                <a:lnTo>
                  <a:pt x="5024" y="590"/>
                </a:lnTo>
                <a:lnTo>
                  <a:pt x="5023" y="589"/>
                </a:lnTo>
                <a:lnTo>
                  <a:pt x="5022" y="589"/>
                </a:lnTo>
                <a:lnTo>
                  <a:pt x="5021" y="588"/>
                </a:lnTo>
                <a:lnTo>
                  <a:pt x="5020" y="588"/>
                </a:lnTo>
                <a:lnTo>
                  <a:pt x="5019" y="587"/>
                </a:lnTo>
                <a:lnTo>
                  <a:pt x="5018" y="587"/>
                </a:lnTo>
                <a:lnTo>
                  <a:pt x="5017" y="586"/>
                </a:lnTo>
                <a:lnTo>
                  <a:pt x="5016" y="586"/>
                </a:lnTo>
                <a:lnTo>
                  <a:pt x="5015" y="585"/>
                </a:lnTo>
                <a:lnTo>
                  <a:pt x="5014" y="585"/>
                </a:lnTo>
                <a:lnTo>
                  <a:pt x="5014" y="584"/>
                </a:lnTo>
                <a:lnTo>
                  <a:pt x="5013" y="584"/>
                </a:lnTo>
                <a:lnTo>
                  <a:pt x="5012" y="584"/>
                </a:lnTo>
                <a:lnTo>
                  <a:pt x="5011" y="583"/>
                </a:lnTo>
                <a:lnTo>
                  <a:pt x="5010" y="583"/>
                </a:lnTo>
                <a:lnTo>
                  <a:pt x="5009" y="582"/>
                </a:lnTo>
                <a:lnTo>
                  <a:pt x="5008" y="582"/>
                </a:lnTo>
                <a:lnTo>
                  <a:pt x="5008" y="581"/>
                </a:lnTo>
                <a:lnTo>
                  <a:pt x="5007" y="581"/>
                </a:lnTo>
                <a:lnTo>
                  <a:pt x="5006" y="581"/>
                </a:lnTo>
                <a:lnTo>
                  <a:pt x="5006" y="580"/>
                </a:lnTo>
                <a:lnTo>
                  <a:pt x="5005" y="580"/>
                </a:lnTo>
                <a:lnTo>
                  <a:pt x="5004" y="580"/>
                </a:lnTo>
                <a:lnTo>
                  <a:pt x="5004" y="579"/>
                </a:lnTo>
                <a:lnTo>
                  <a:pt x="5003" y="579"/>
                </a:lnTo>
                <a:lnTo>
                  <a:pt x="5002" y="579"/>
                </a:lnTo>
                <a:lnTo>
                  <a:pt x="5002" y="578"/>
                </a:lnTo>
                <a:lnTo>
                  <a:pt x="5001" y="578"/>
                </a:lnTo>
                <a:lnTo>
                  <a:pt x="5000" y="577"/>
                </a:lnTo>
                <a:lnTo>
                  <a:pt x="4999" y="577"/>
                </a:lnTo>
                <a:lnTo>
                  <a:pt x="4998" y="577"/>
                </a:lnTo>
                <a:lnTo>
                  <a:pt x="4998" y="576"/>
                </a:lnTo>
                <a:lnTo>
                  <a:pt x="4997" y="576"/>
                </a:lnTo>
                <a:lnTo>
                  <a:pt x="4996" y="576"/>
                </a:lnTo>
                <a:lnTo>
                  <a:pt x="4996" y="575"/>
                </a:lnTo>
                <a:lnTo>
                  <a:pt x="4995" y="575"/>
                </a:lnTo>
                <a:lnTo>
                  <a:pt x="4994" y="574"/>
                </a:lnTo>
                <a:lnTo>
                  <a:pt x="4993" y="574"/>
                </a:lnTo>
                <a:lnTo>
                  <a:pt x="4992" y="574"/>
                </a:lnTo>
                <a:lnTo>
                  <a:pt x="4992" y="573"/>
                </a:lnTo>
                <a:lnTo>
                  <a:pt x="4991" y="573"/>
                </a:lnTo>
                <a:lnTo>
                  <a:pt x="4990" y="572"/>
                </a:lnTo>
                <a:lnTo>
                  <a:pt x="4989" y="572"/>
                </a:lnTo>
                <a:lnTo>
                  <a:pt x="4988" y="571"/>
                </a:lnTo>
                <a:lnTo>
                  <a:pt x="4988" y="578"/>
                </a:lnTo>
                <a:lnTo>
                  <a:pt x="4987" y="578"/>
                </a:lnTo>
                <a:lnTo>
                  <a:pt x="4987" y="577"/>
                </a:lnTo>
                <a:lnTo>
                  <a:pt x="4986" y="577"/>
                </a:lnTo>
                <a:lnTo>
                  <a:pt x="4985" y="577"/>
                </a:lnTo>
                <a:lnTo>
                  <a:pt x="4985" y="576"/>
                </a:lnTo>
                <a:lnTo>
                  <a:pt x="4984" y="576"/>
                </a:lnTo>
                <a:lnTo>
                  <a:pt x="4983" y="576"/>
                </a:lnTo>
                <a:lnTo>
                  <a:pt x="4982" y="575"/>
                </a:lnTo>
                <a:lnTo>
                  <a:pt x="4981" y="575"/>
                </a:lnTo>
                <a:lnTo>
                  <a:pt x="4981" y="574"/>
                </a:lnTo>
                <a:lnTo>
                  <a:pt x="4980" y="574"/>
                </a:lnTo>
                <a:lnTo>
                  <a:pt x="4979" y="574"/>
                </a:lnTo>
                <a:lnTo>
                  <a:pt x="4979" y="573"/>
                </a:lnTo>
                <a:lnTo>
                  <a:pt x="4978" y="573"/>
                </a:lnTo>
                <a:lnTo>
                  <a:pt x="4977" y="572"/>
                </a:lnTo>
                <a:lnTo>
                  <a:pt x="4976" y="572"/>
                </a:lnTo>
                <a:lnTo>
                  <a:pt x="4975" y="572"/>
                </a:lnTo>
                <a:lnTo>
                  <a:pt x="4975" y="571"/>
                </a:lnTo>
                <a:lnTo>
                  <a:pt x="4974" y="571"/>
                </a:lnTo>
                <a:lnTo>
                  <a:pt x="4973" y="570"/>
                </a:lnTo>
                <a:lnTo>
                  <a:pt x="4972" y="570"/>
                </a:lnTo>
                <a:lnTo>
                  <a:pt x="4971" y="569"/>
                </a:lnTo>
                <a:lnTo>
                  <a:pt x="4970" y="569"/>
                </a:lnTo>
                <a:lnTo>
                  <a:pt x="4969" y="569"/>
                </a:lnTo>
                <a:lnTo>
                  <a:pt x="4969" y="568"/>
                </a:lnTo>
                <a:lnTo>
                  <a:pt x="4968" y="568"/>
                </a:lnTo>
                <a:lnTo>
                  <a:pt x="4967" y="567"/>
                </a:lnTo>
                <a:lnTo>
                  <a:pt x="4966" y="567"/>
                </a:lnTo>
                <a:lnTo>
                  <a:pt x="4965" y="566"/>
                </a:lnTo>
                <a:lnTo>
                  <a:pt x="4964" y="566"/>
                </a:lnTo>
                <a:lnTo>
                  <a:pt x="4963" y="565"/>
                </a:lnTo>
                <a:lnTo>
                  <a:pt x="4962" y="565"/>
                </a:lnTo>
                <a:lnTo>
                  <a:pt x="4961" y="564"/>
                </a:lnTo>
                <a:lnTo>
                  <a:pt x="4960" y="564"/>
                </a:lnTo>
                <a:lnTo>
                  <a:pt x="4959" y="563"/>
                </a:lnTo>
                <a:lnTo>
                  <a:pt x="4958" y="563"/>
                </a:lnTo>
                <a:lnTo>
                  <a:pt x="4957" y="562"/>
                </a:lnTo>
                <a:lnTo>
                  <a:pt x="4956" y="562"/>
                </a:lnTo>
                <a:lnTo>
                  <a:pt x="4955" y="561"/>
                </a:lnTo>
                <a:lnTo>
                  <a:pt x="4954" y="561"/>
                </a:lnTo>
                <a:lnTo>
                  <a:pt x="4954" y="560"/>
                </a:lnTo>
                <a:lnTo>
                  <a:pt x="4953" y="560"/>
                </a:lnTo>
                <a:lnTo>
                  <a:pt x="4952" y="560"/>
                </a:lnTo>
                <a:lnTo>
                  <a:pt x="4951" y="559"/>
                </a:lnTo>
                <a:lnTo>
                  <a:pt x="4950" y="559"/>
                </a:lnTo>
                <a:lnTo>
                  <a:pt x="4949" y="558"/>
                </a:lnTo>
                <a:lnTo>
                  <a:pt x="4948" y="558"/>
                </a:lnTo>
                <a:lnTo>
                  <a:pt x="4948" y="557"/>
                </a:lnTo>
                <a:lnTo>
                  <a:pt x="4947" y="557"/>
                </a:lnTo>
                <a:lnTo>
                  <a:pt x="4946" y="556"/>
                </a:lnTo>
                <a:lnTo>
                  <a:pt x="4945" y="556"/>
                </a:lnTo>
                <a:lnTo>
                  <a:pt x="4944" y="556"/>
                </a:lnTo>
                <a:lnTo>
                  <a:pt x="4944" y="555"/>
                </a:lnTo>
                <a:lnTo>
                  <a:pt x="4943" y="555"/>
                </a:lnTo>
                <a:lnTo>
                  <a:pt x="4942" y="555"/>
                </a:lnTo>
                <a:lnTo>
                  <a:pt x="4942" y="554"/>
                </a:lnTo>
                <a:lnTo>
                  <a:pt x="4941" y="554"/>
                </a:lnTo>
                <a:lnTo>
                  <a:pt x="4940" y="553"/>
                </a:lnTo>
                <a:lnTo>
                  <a:pt x="4939" y="553"/>
                </a:lnTo>
                <a:lnTo>
                  <a:pt x="4938" y="553"/>
                </a:lnTo>
                <a:lnTo>
                  <a:pt x="4938" y="552"/>
                </a:lnTo>
                <a:lnTo>
                  <a:pt x="4937" y="552"/>
                </a:lnTo>
                <a:lnTo>
                  <a:pt x="4936" y="551"/>
                </a:lnTo>
                <a:lnTo>
                  <a:pt x="4935" y="551"/>
                </a:lnTo>
                <a:lnTo>
                  <a:pt x="4934" y="550"/>
                </a:lnTo>
                <a:lnTo>
                  <a:pt x="4933" y="550"/>
                </a:lnTo>
                <a:lnTo>
                  <a:pt x="4932" y="550"/>
                </a:lnTo>
                <a:lnTo>
                  <a:pt x="4932" y="549"/>
                </a:lnTo>
                <a:lnTo>
                  <a:pt x="4931" y="549"/>
                </a:lnTo>
                <a:lnTo>
                  <a:pt x="4930" y="548"/>
                </a:lnTo>
                <a:lnTo>
                  <a:pt x="4929" y="548"/>
                </a:lnTo>
                <a:lnTo>
                  <a:pt x="4928" y="547"/>
                </a:lnTo>
                <a:lnTo>
                  <a:pt x="4927" y="547"/>
                </a:lnTo>
                <a:lnTo>
                  <a:pt x="4926" y="546"/>
                </a:lnTo>
                <a:lnTo>
                  <a:pt x="4925" y="546"/>
                </a:lnTo>
                <a:lnTo>
                  <a:pt x="4924" y="545"/>
                </a:lnTo>
                <a:lnTo>
                  <a:pt x="4923" y="545"/>
                </a:lnTo>
                <a:lnTo>
                  <a:pt x="4922" y="544"/>
                </a:lnTo>
                <a:lnTo>
                  <a:pt x="4921" y="544"/>
                </a:lnTo>
                <a:lnTo>
                  <a:pt x="4921" y="551"/>
                </a:lnTo>
                <a:lnTo>
                  <a:pt x="4920" y="550"/>
                </a:lnTo>
                <a:lnTo>
                  <a:pt x="4919" y="550"/>
                </a:lnTo>
                <a:lnTo>
                  <a:pt x="4918" y="549"/>
                </a:lnTo>
                <a:lnTo>
                  <a:pt x="4917" y="549"/>
                </a:lnTo>
                <a:lnTo>
                  <a:pt x="4916" y="548"/>
                </a:lnTo>
                <a:lnTo>
                  <a:pt x="4915" y="548"/>
                </a:lnTo>
                <a:lnTo>
                  <a:pt x="4914" y="547"/>
                </a:lnTo>
                <a:lnTo>
                  <a:pt x="4913" y="547"/>
                </a:lnTo>
                <a:lnTo>
                  <a:pt x="4912" y="546"/>
                </a:lnTo>
                <a:lnTo>
                  <a:pt x="4911" y="546"/>
                </a:lnTo>
                <a:lnTo>
                  <a:pt x="4911" y="545"/>
                </a:lnTo>
                <a:lnTo>
                  <a:pt x="4910" y="545"/>
                </a:lnTo>
                <a:lnTo>
                  <a:pt x="4909" y="545"/>
                </a:lnTo>
                <a:lnTo>
                  <a:pt x="4908" y="544"/>
                </a:lnTo>
                <a:lnTo>
                  <a:pt x="4907" y="544"/>
                </a:lnTo>
                <a:lnTo>
                  <a:pt x="4907" y="551"/>
                </a:lnTo>
                <a:lnTo>
                  <a:pt x="4906" y="550"/>
                </a:lnTo>
                <a:lnTo>
                  <a:pt x="4905" y="550"/>
                </a:lnTo>
                <a:lnTo>
                  <a:pt x="4904" y="549"/>
                </a:lnTo>
                <a:lnTo>
                  <a:pt x="4903" y="549"/>
                </a:lnTo>
                <a:lnTo>
                  <a:pt x="4902" y="548"/>
                </a:lnTo>
                <a:lnTo>
                  <a:pt x="4901" y="548"/>
                </a:lnTo>
                <a:lnTo>
                  <a:pt x="4900" y="547"/>
                </a:lnTo>
                <a:lnTo>
                  <a:pt x="4899" y="547"/>
                </a:lnTo>
                <a:lnTo>
                  <a:pt x="4898" y="546"/>
                </a:lnTo>
                <a:lnTo>
                  <a:pt x="4897" y="546"/>
                </a:lnTo>
                <a:lnTo>
                  <a:pt x="4897" y="545"/>
                </a:lnTo>
                <a:lnTo>
                  <a:pt x="4896" y="545"/>
                </a:lnTo>
                <a:lnTo>
                  <a:pt x="4895" y="545"/>
                </a:lnTo>
                <a:lnTo>
                  <a:pt x="4894" y="544"/>
                </a:lnTo>
                <a:lnTo>
                  <a:pt x="4893" y="544"/>
                </a:lnTo>
                <a:lnTo>
                  <a:pt x="4892" y="543"/>
                </a:lnTo>
                <a:lnTo>
                  <a:pt x="4891" y="543"/>
                </a:lnTo>
                <a:lnTo>
                  <a:pt x="4891" y="542"/>
                </a:lnTo>
                <a:lnTo>
                  <a:pt x="4890" y="542"/>
                </a:lnTo>
                <a:lnTo>
                  <a:pt x="4889" y="542"/>
                </a:lnTo>
                <a:lnTo>
                  <a:pt x="4888" y="548"/>
                </a:lnTo>
                <a:lnTo>
                  <a:pt x="4887" y="548"/>
                </a:lnTo>
                <a:lnTo>
                  <a:pt x="4886" y="547"/>
                </a:lnTo>
                <a:lnTo>
                  <a:pt x="4885" y="547"/>
                </a:lnTo>
                <a:lnTo>
                  <a:pt x="4884" y="546"/>
                </a:lnTo>
                <a:lnTo>
                  <a:pt x="4883" y="546"/>
                </a:lnTo>
                <a:lnTo>
                  <a:pt x="4882" y="545"/>
                </a:lnTo>
                <a:lnTo>
                  <a:pt x="4881" y="545"/>
                </a:lnTo>
                <a:lnTo>
                  <a:pt x="4880" y="544"/>
                </a:lnTo>
                <a:lnTo>
                  <a:pt x="4879" y="544"/>
                </a:lnTo>
                <a:lnTo>
                  <a:pt x="4878" y="543"/>
                </a:lnTo>
                <a:lnTo>
                  <a:pt x="4877" y="543"/>
                </a:lnTo>
                <a:lnTo>
                  <a:pt x="4877" y="542"/>
                </a:lnTo>
                <a:lnTo>
                  <a:pt x="4876" y="542"/>
                </a:lnTo>
                <a:lnTo>
                  <a:pt x="4875" y="542"/>
                </a:lnTo>
                <a:lnTo>
                  <a:pt x="4874" y="541"/>
                </a:lnTo>
                <a:lnTo>
                  <a:pt x="4873" y="541"/>
                </a:lnTo>
                <a:lnTo>
                  <a:pt x="4872" y="540"/>
                </a:lnTo>
                <a:lnTo>
                  <a:pt x="4871" y="540"/>
                </a:lnTo>
                <a:lnTo>
                  <a:pt x="4871" y="539"/>
                </a:lnTo>
                <a:lnTo>
                  <a:pt x="4870" y="539"/>
                </a:lnTo>
                <a:lnTo>
                  <a:pt x="4869" y="538"/>
                </a:lnTo>
                <a:lnTo>
                  <a:pt x="4868" y="538"/>
                </a:lnTo>
                <a:lnTo>
                  <a:pt x="4867" y="538"/>
                </a:lnTo>
                <a:lnTo>
                  <a:pt x="4867" y="537"/>
                </a:lnTo>
                <a:lnTo>
                  <a:pt x="4866" y="537"/>
                </a:lnTo>
                <a:lnTo>
                  <a:pt x="4865" y="537"/>
                </a:lnTo>
                <a:lnTo>
                  <a:pt x="4865" y="536"/>
                </a:lnTo>
                <a:lnTo>
                  <a:pt x="4864" y="536"/>
                </a:lnTo>
                <a:lnTo>
                  <a:pt x="4863" y="535"/>
                </a:lnTo>
                <a:lnTo>
                  <a:pt x="4862" y="535"/>
                </a:lnTo>
                <a:lnTo>
                  <a:pt x="4861" y="535"/>
                </a:lnTo>
                <a:lnTo>
                  <a:pt x="4861" y="534"/>
                </a:lnTo>
                <a:lnTo>
                  <a:pt x="4860" y="534"/>
                </a:lnTo>
                <a:lnTo>
                  <a:pt x="4859" y="533"/>
                </a:lnTo>
                <a:lnTo>
                  <a:pt x="4858" y="533"/>
                </a:lnTo>
                <a:lnTo>
                  <a:pt x="4857" y="532"/>
                </a:lnTo>
                <a:lnTo>
                  <a:pt x="4856" y="532"/>
                </a:lnTo>
                <a:lnTo>
                  <a:pt x="4855" y="532"/>
                </a:lnTo>
                <a:lnTo>
                  <a:pt x="4855" y="531"/>
                </a:lnTo>
                <a:lnTo>
                  <a:pt x="4854" y="531"/>
                </a:lnTo>
                <a:lnTo>
                  <a:pt x="4853" y="530"/>
                </a:lnTo>
                <a:lnTo>
                  <a:pt x="4852" y="530"/>
                </a:lnTo>
                <a:lnTo>
                  <a:pt x="4851" y="529"/>
                </a:lnTo>
                <a:lnTo>
                  <a:pt x="4850" y="529"/>
                </a:lnTo>
                <a:lnTo>
                  <a:pt x="4849" y="528"/>
                </a:lnTo>
                <a:lnTo>
                  <a:pt x="4848" y="528"/>
                </a:lnTo>
                <a:lnTo>
                  <a:pt x="4847" y="527"/>
                </a:lnTo>
                <a:lnTo>
                  <a:pt x="4846" y="527"/>
                </a:lnTo>
                <a:lnTo>
                  <a:pt x="4845" y="526"/>
                </a:lnTo>
                <a:lnTo>
                  <a:pt x="4844" y="526"/>
                </a:lnTo>
                <a:lnTo>
                  <a:pt x="4844" y="525"/>
                </a:lnTo>
                <a:lnTo>
                  <a:pt x="4843" y="525"/>
                </a:lnTo>
                <a:lnTo>
                  <a:pt x="4842" y="525"/>
                </a:lnTo>
                <a:lnTo>
                  <a:pt x="4841" y="524"/>
                </a:lnTo>
                <a:lnTo>
                  <a:pt x="4840" y="524"/>
                </a:lnTo>
                <a:lnTo>
                  <a:pt x="4840" y="523"/>
                </a:lnTo>
                <a:lnTo>
                  <a:pt x="4839" y="523"/>
                </a:lnTo>
                <a:lnTo>
                  <a:pt x="4838" y="523"/>
                </a:lnTo>
                <a:lnTo>
                  <a:pt x="4838" y="522"/>
                </a:lnTo>
                <a:lnTo>
                  <a:pt x="4837" y="522"/>
                </a:lnTo>
                <a:lnTo>
                  <a:pt x="4836" y="522"/>
                </a:lnTo>
                <a:lnTo>
                  <a:pt x="4835" y="521"/>
                </a:lnTo>
                <a:lnTo>
                  <a:pt x="4834" y="521"/>
                </a:lnTo>
                <a:lnTo>
                  <a:pt x="4834" y="520"/>
                </a:lnTo>
                <a:lnTo>
                  <a:pt x="4833" y="520"/>
                </a:lnTo>
                <a:lnTo>
                  <a:pt x="4832" y="519"/>
                </a:lnTo>
                <a:lnTo>
                  <a:pt x="4831" y="519"/>
                </a:lnTo>
                <a:lnTo>
                  <a:pt x="4830" y="519"/>
                </a:lnTo>
                <a:lnTo>
                  <a:pt x="4830" y="518"/>
                </a:lnTo>
                <a:lnTo>
                  <a:pt x="4829" y="518"/>
                </a:lnTo>
                <a:lnTo>
                  <a:pt x="4828" y="518"/>
                </a:lnTo>
                <a:lnTo>
                  <a:pt x="4828" y="517"/>
                </a:lnTo>
                <a:lnTo>
                  <a:pt x="4827" y="517"/>
                </a:lnTo>
                <a:lnTo>
                  <a:pt x="4826" y="516"/>
                </a:lnTo>
                <a:lnTo>
                  <a:pt x="4825" y="516"/>
                </a:lnTo>
                <a:lnTo>
                  <a:pt x="4824" y="516"/>
                </a:lnTo>
                <a:lnTo>
                  <a:pt x="4824" y="515"/>
                </a:lnTo>
                <a:lnTo>
                  <a:pt x="4823" y="515"/>
                </a:lnTo>
                <a:lnTo>
                  <a:pt x="4822" y="514"/>
                </a:lnTo>
                <a:lnTo>
                  <a:pt x="4821" y="514"/>
                </a:lnTo>
                <a:lnTo>
                  <a:pt x="4820" y="513"/>
                </a:lnTo>
                <a:lnTo>
                  <a:pt x="4819" y="513"/>
                </a:lnTo>
                <a:lnTo>
                  <a:pt x="4818" y="513"/>
                </a:lnTo>
                <a:lnTo>
                  <a:pt x="4818" y="512"/>
                </a:lnTo>
                <a:lnTo>
                  <a:pt x="4817" y="512"/>
                </a:lnTo>
                <a:lnTo>
                  <a:pt x="4816" y="511"/>
                </a:lnTo>
                <a:lnTo>
                  <a:pt x="4815" y="511"/>
                </a:lnTo>
                <a:lnTo>
                  <a:pt x="4814" y="510"/>
                </a:lnTo>
                <a:lnTo>
                  <a:pt x="4813" y="510"/>
                </a:lnTo>
                <a:lnTo>
                  <a:pt x="4813" y="509"/>
                </a:lnTo>
                <a:lnTo>
                  <a:pt x="4812" y="509"/>
                </a:lnTo>
                <a:lnTo>
                  <a:pt x="4811" y="509"/>
                </a:lnTo>
                <a:lnTo>
                  <a:pt x="4810" y="508"/>
                </a:lnTo>
                <a:lnTo>
                  <a:pt x="4809" y="508"/>
                </a:lnTo>
                <a:lnTo>
                  <a:pt x="4808" y="507"/>
                </a:lnTo>
                <a:lnTo>
                  <a:pt x="4807" y="507"/>
                </a:lnTo>
                <a:lnTo>
                  <a:pt x="4807" y="506"/>
                </a:lnTo>
                <a:lnTo>
                  <a:pt x="4806" y="506"/>
                </a:lnTo>
                <a:lnTo>
                  <a:pt x="4805" y="506"/>
                </a:lnTo>
                <a:lnTo>
                  <a:pt x="4804" y="505"/>
                </a:lnTo>
                <a:lnTo>
                  <a:pt x="4803" y="505"/>
                </a:lnTo>
                <a:lnTo>
                  <a:pt x="4803" y="504"/>
                </a:lnTo>
                <a:lnTo>
                  <a:pt x="4802" y="504"/>
                </a:lnTo>
                <a:lnTo>
                  <a:pt x="4801" y="504"/>
                </a:lnTo>
                <a:lnTo>
                  <a:pt x="4801" y="503"/>
                </a:lnTo>
                <a:lnTo>
                  <a:pt x="4800" y="503"/>
                </a:lnTo>
                <a:lnTo>
                  <a:pt x="4799" y="503"/>
                </a:lnTo>
                <a:lnTo>
                  <a:pt x="4798" y="502"/>
                </a:lnTo>
                <a:lnTo>
                  <a:pt x="4797" y="502"/>
                </a:lnTo>
                <a:lnTo>
                  <a:pt x="4797" y="501"/>
                </a:lnTo>
                <a:lnTo>
                  <a:pt x="4796" y="501"/>
                </a:lnTo>
                <a:lnTo>
                  <a:pt x="4795" y="500"/>
                </a:lnTo>
                <a:lnTo>
                  <a:pt x="4794" y="500"/>
                </a:lnTo>
                <a:lnTo>
                  <a:pt x="4793" y="500"/>
                </a:lnTo>
                <a:lnTo>
                  <a:pt x="4793" y="499"/>
                </a:lnTo>
                <a:lnTo>
                  <a:pt x="4792" y="499"/>
                </a:lnTo>
                <a:lnTo>
                  <a:pt x="4791" y="499"/>
                </a:lnTo>
                <a:lnTo>
                  <a:pt x="4791" y="498"/>
                </a:lnTo>
                <a:lnTo>
                  <a:pt x="4790" y="498"/>
                </a:lnTo>
                <a:lnTo>
                  <a:pt x="4789" y="497"/>
                </a:lnTo>
                <a:lnTo>
                  <a:pt x="4788" y="497"/>
                </a:lnTo>
                <a:lnTo>
                  <a:pt x="4787" y="496"/>
                </a:lnTo>
                <a:lnTo>
                  <a:pt x="4786" y="496"/>
                </a:lnTo>
                <a:lnTo>
                  <a:pt x="4785" y="495"/>
                </a:lnTo>
                <a:lnTo>
                  <a:pt x="4784" y="495"/>
                </a:lnTo>
                <a:lnTo>
                  <a:pt x="4783" y="494"/>
                </a:lnTo>
                <a:lnTo>
                  <a:pt x="4782" y="494"/>
                </a:lnTo>
                <a:lnTo>
                  <a:pt x="4781" y="493"/>
                </a:lnTo>
                <a:lnTo>
                  <a:pt x="4780" y="493"/>
                </a:lnTo>
                <a:lnTo>
                  <a:pt x="4779" y="492"/>
                </a:lnTo>
                <a:lnTo>
                  <a:pt x="4778" y="492"/>
                </a:lnTo>
                <a:lnTo>
                  <a:pt x="4777" y="491"/>
                </a:lnTo>
                <a:lnTo>
                  <a:pt x="4776" y="491"/>
                </a:lnTo>
                <a:lnTo>
                  <a:pt x="4776" y="490"/>
                </a:lnTo>
                <a:lnTo>
                  <a:pt x="4775" y="490"/>
                </a:lnTo>
                <a:lnTo>
                  <a:pt x="4774" y="490"/>
                </a:lnTo>
                <a:lnTo>
                  <a:pt x="4773" y="489"/>
                </a:lnTo>
                <a:lnTo>
                  <a:pt x="4772" y="489"/>
                </a:lnTo>
                <a:lnTo>
                  <a:pt x="4771" y="488"/>
                </a:lnTo>
                <a:lnTo>
                  <a:pt x="4770" y="488"/>
                </a:lnTo>
                <a:lnTo>
                  <a:pt x="4770" y="487"/>
                </a:lnTo>
                <a:lnTo>
                  <a:pt x="4769" y="487"/>
                </a:lnTo>
                <a:lnTo>
                  <a:pt x="4768" y="487"/>
                </a:lnTo>
                <a:lnTo>
                  <a:pt x="4767" y="486"/>
                </a:lnTo>
                <a:lnTo>
                  <a:pt x="4766" y="486"/>
                </a:lnTo>
                <a:lnTo>
                  <a:pt x="4766" y="485"/>
                </a:lnTo>
                <a:lnTo>
                  <a:pt x="4765" y="485"/>
                </a:lnTo>
                <a:lnTo>
                  <a:pt x="4764" y="485"/>
                </a:lnTo>
                <a:lnTo>
                  <a:pt x="4764" y="484"/>
                </a:lnTo>
                <a:lnTo>
                  <a:pt x="4763" y="484"/>
                </a:lnTo>
                <a:lnTo>
                  <a:pt x="4762" y="483"/>
                </a:lnTo>
                <a:lnTo>
                  <a:pt x="4761" y="483"/>
                </a:lnTo>
                <a:lnTo>
                  <a:pt x="4760" y="483"/>
                </a:lnTo>
                <a:lnTo>
                  <a:pt x="4760" y="482"/>
                </a:lnTo>
                <a:lnTo>
                  <a:pt x="4759" y="482"/>
                </a:lnTo>
                <a:lnTo>
                  <a:pt x="4758" y="482"/>
                </a:lnTo>
                <a:lnTo>
                  <a:pt x="4758" y="481"/>
                </a:lnTo>
                <a:lnTo>
                  <a:pt x="4757" y="481"/>
                </a:lnTo>
                <a:lnTo>
                  <a:pt x="4756" y="480"/>
                </a:lnTo>
                <a:lnTo>
                  <a:pt x="4755" y="480"/>
                </a:lnTo>
                <a:lnTo>
                  <a:pt x="4754" y="480"/>
                </a:lnTo>
                <a:lnTo>
                  <a:pt x="4754" y="479"/>
                </a:lnTo>
                <a:lnTo>
                  <a:pt x="4753" y="479"/>
                </a:lnTo>
                <a:lnTo>
                  <a:pt x="4752" y="478"/>
                </a:lnTo>
                <a:lnTo>
                  <a:pt x="4751" y="478"/>
                </a:lnTo>
                <a:lnTo>
                  <a:pt x="4750" y="477"/>
                </a:lnTo>
                <a:lnTo>
                  <a:pt x="4749" y="477"/>
                </a:lnTo>
                <a:lnTo>
                  <a:pt x="4748" y="477"/>
                </a:lnTo>
                <a:lnTo>
                  <a:pt x="4748" y="476"/>
                </a:lnTo>
                <a:lnTo>
                  <a:pt x="4747" y="476"/>
                </a:lnTo>
                <a:lnTo>
                  <a:pt x="4746" y="475"/>
                </a:lnTo>
                <a:lnTo>
                  <a:pt x="4745" y="475"/>
                </a:lnTo>
                <a:lnTo>
                  <a:pt x="4744" y="474"/>
                </a:lnTo>
                <a:lnTo>
                  <a:pt x="4743" y="474"/>
                </a:lnTo>
                <a:lnTo>
                  <a:pt x="4742" y="473"/>
                </a:lnTo>
                <a:lnTo>
                  <a:pt x="4741" y="473"/>
                </a:lnTo>
                <a:lnTo>
                  <a:pt x="4740" y="472"/>
                </a:lnTo>
                <a:lnTo>
                  <a:pt x="4739" y="472"/>
                </a:lnTo>
                <a:lnTo>
                  <a:pt x="4738" y="471"/>
                </a:lnTo>
                <a:lnTo>
                  <a:pt x="4737" y="471"/>
                </a:lnTo>
                <a:lnTo>
                  <a:pt x="4737" y="470"/>
                </a:lnTo>
                <a:lnTo>
                  <a:pt x="4736" y="470"/>
                </a:lnTo>
                <a:lnTo>
                  <a:pt x="4735" y="470"/>
                </a:lnTo>
                <a:lnTo>
                  <a:pt x="4734" y="469"/>
                </a:lnTo>
                <a:lnTo>
                  <a:pt x="4733" y="469"/>
                </a:lnTo>
                <a:lnTo>
                  <a:pt x="4733" y="468"/>
                </a:lnTo>
                <a:lnTo>
                  <a:pt x="4732" y="468"/>
                </a:lnTo>
                <a:lnTo>
                  <a:pt x="4731" y="468"/>
                </a:lnTo>
                <a:lnTo>
                  <a:pt x="4731" y="467"/>
                </a:lnTo>
                <a:lnTo>
                  <a:pt x="4730" y="467"/>
                </a:lnTo>
                <a:lnTo>
                  <a:pt x="4729" y="467"/>
                </a:lnTo>
                <a:lnTo>
                  <a:pt x="4729" y="466"/>
                </a:lnTo>
                <a:lnTo>
                  <a:pt x="4728" y="466"/>
                </a:lnTo>
                <a:lnTo>
                  <a:pt x="4727" y="466"/>
                </a:lnTo>
                <a:lnTo>
                  <a:pt x="4727" y="465"/>
                </a:lnTo>
                <a:lnTo>
                  <a:pt x="4726" y="465"/>
                </a:lnTo>
                <a:lnTo>
                  <a:pt x="4725" y="464"/>
                </a:lnTo>
                <a:lnTo>
                  <a:pt x="4724" y="464"/>
                </a:lnTo>
                <a:lnTo>
                  <a:pt x="4723" y="464"/>
                </a:lnTo>
                <a:lnTo>
                  <a:pt x="4723" y="463"/>
                </a:lnTo>
                <a:lnTo>
                  <a:pt x="4722" y="463"/>
                </a:lnTo>
                <a:lnTo>
                  <a:pt x="4721" y="463"/>
                </a:lnTo>
                <a:lnTo>
                  <a:pt x="4721" y="462"/>
                </a:lnTo>
                <a:lnTo>
                  <a:pt x="4720" y="462"/>
                </a:lnTo>
                <a:lnTo>
                  <a:pt x="4719" y="461"/>
                </a:lnTo>
                <a:lnTo>
                  <a:pt x="4718" y="461"/>
                </a:lnTo>
                <a:lnTo>
                  <a:pt x="4717" y="461"/>
                </a:lnTo>
                <a:lnTo>
                  <a:pt x="4717" y="460"/>
                </a:lnTo>
                <a:lnTo>
                  <a:pt x="4716" y="460"/>
                </a:lnTo>
                <a:lnTo>
                  <a:pt x="4715" y="459"/>
                </a:lnTo>
                <a:lnTo>
                  <a:pt x="4714" y="459"/>
                </a:lnTo>
                <a:lnTo>
                  <a:pt x="4713" y="458"/>
                </a:lnTo>
                <a:lnTo>
                  <a:pt x="4712" y="458"/>
                </a:lnTo>
                <a:lnTo>
                  <a:pt x="4711" y="457"/>
                </a:lnTo>
                <a:lnTo>
                  <a:pt x="4710" y="457"/>
                </a:lnTo>
                <a:lnTo>
                  <a:pt x="4709" y="456"/>
                </a:lnTo>
                <a:lnTo>
                  <a:pt x="4708" y="456"/>
                </a:lnTo>
                <a:lnTo>
                  <a:pt x="4707" y="455"/>
                </a:lnTo>
                <a:lnTo>
                  <a:pt x="4706" y="455"/>
                </a:lnTo>
                <a:lnTo>
                  <a:pt x="4706" y="454"/>
                </a:lnTo>
                <a:lnTo>
                  <a:pt x="4705" y="454"/>
                </a:lnTo>
                <a:lnTo>
                  <a:pt x="4704" y="454"/>
                </a:lnTo>
                <a:lnTo>
                  <a:pt x="4703" y="453"/>
                </a:lnTo>
                <a:lnTo>
                  <a:pt x="4702" y="453"/>
                </a:lnTo>
                <a:lnTo>
                  <a:pt x="4701" y="452"/>
                </a:lnTo>
                <a:lnTo>
                  <a:pt x="4700" y="452"/>
                </a:lnTo>
                <a:lnTo>
                  <a:pt x="4700" y="451"/>
                </a:lnTo>
                <a:lnTo>
                  <a:pt x="4699" y="451"/>
                </a:lnTo>
                <a:lnTo>
                  <a:pt x="4698" y="451"/>
                </a:lnTo>
                <a:lnTo>
                  <a:pt x="4697" y="450"/>
                </a:lnTo>
                <a:lnTo>
                  <a:pt x="4696" y="450"/>
                </a:lnTo>
                <a:lnTo>
                  <a:pt x="4696" y="449"/>
                </a:lnTo>
                <a:lnTo>
                  <a:pt x="4695" y="449"/>
                </a:lnTo>
                <a:lnTo>
                  <a:pt x="4694" y="449"/>
                </a:lnTo>
                <a:lnTo>
                  <a:pt x="4694" y="448"/>
                </a:lnTo>
                <a:lnTo>
                  <a:pt x="4693" y="448"/>
                </a:lnTo>
                <a:lnTo>
                  <a:pt x="4692" y="448"/>
                </a:lnTo>
                <a:lnTo>
                  <a:pt x="4691" y="447"/>
                </a:lnTo>
                <a:lnTo>
                  <a:pt x="4690" y="447"/>
                </a:lnTo>
                <a:lnTo>
                  <a:pt x="4690" y="446"/>
                </a:lnTo>
                <a:lnTo>
                  <a:pt x="4689" y="446"/>
                </a:lnTo>
                <a:lnTo>
                  <a:pt x="4688" y="445"/>
                </a:lnTo>
                <a:lnTo>
                  <a:pt x="4687" y="445"/>
                </a:lnTo>
                <a:lnTo>
                  <a:pt x="4686" y="444"/>
                </a:lnTo>
                <a:lnTo>
                  <a:pt x="4685" y="444"/>
                </a:lnTo>
                <a:lnTo>
                  <a:pt x="4684" y="444"/>
                </a:lnTo>
                <a:lnTo>
                  <a:pt x="4684" y="443"/>
                </a:lnTo>
                <a:lnTo>
                  <a:pt x="4683" y="443"/>
                </a:lnTo>
                <a:lnTo>
                  <a:pt x="4682" y="442"/>
                </a:lnTo>
                <a:lnTo>
                  <a:pt x="4681" y="442"/>
                </a:lnTo>
                <a:lnTo>
                  <a:pt x="4680" y="441"/>
                </a:lnTo>
                <a:lnTo>
                  <a:pt x="4679" y="441"/>
                </a:lnTo>
                <a:lnTo>
                  <a:pt x="4678" y="440"/>
                </a:lnTo>
                <a:lnTo>
                  <a:pt x="4677" y="440"/>
                </a:lnTo>
                <a:lnTo>
                  <a:pt x="4676" y="439"/>
                </a:lnTo>
                <a:lnTo>
                  <a:pt x="4675" y="439"/>
                </a:lnTo>
                <a:lnTo>
                  <a:pt x="4674" y="438"/>
                </a:lnTo>
                <a:lnTo>
                  <a:pt x="4673" y="438"/>
                </a:lnTo>
                <a:lnTo>
                  <a:pt x="4672" y="437"/>
                </a:lnTo>
                <a:lnTo>
                  <a:pt x="4671" y="437"/>
                </a:lnTo>
                <a:lnTo>
                  <a:pt x="4670" y="436"/>
                </a:lnTo>
                <a:lnTo>
                  <a:pt x="4669" y="436"/>
                </a:lnTo>
                <a:lnTo>
                  <a:pt x="4669" y="435"/>
                </a:lnTo>
                <a:lnTo>
                  <a:pt x="4668" y="435"/>
                </a:lnTo>
                <a:lnTo>
                  <a:pt x="4667" y="435"/>
                </a:lnTo>
                <a:lnTo>
                  <a:pt x="4666" y="434"/>
                </a:lnTo>
                <a:lnTo>
                  <a:pt x="4665" y="434"/>
                </a:lnTo>
                <a:lnTo>
                  <a:pt x="4664" y="433"/>
                </a:lnTo>
                <a:lnTo>
                  <a:pt x="4663" y="433"/>
                </a:lnTo>
                <a:lnTo>
                  <a:pt x="4663" y="432"/>
                </a:lnTo>
                <a:lnTo>
                  <a:pt x="4662" y="432"/>
                </a:lnTo>
                <a:lnTo>
                  <a:pt x="4661" y="431"/>
                </a:lnTo>
                <a:lnTo>
                  <a:pt x="4660" y="431"/>
                </a:lnTo>
                <a:lnTo>
                  <a:pt x="4659" y="431"/>
                </a:lnTo>
                <a:lnTo>
                  <a:pt x="4659" y="430"/>
                </a:lnTo>
                <a:lnTo>
                  <a:pt x="4658" y="430"/>
                </a:lnTo>
                <a:lnTo>
                  <a:pt x="4657" y="430"/>
                </a:lnTo>
                <a:lnTo>
                  <a:pt x="4657" y="429"/>
                </a:lnTo>
                <a:lnTo>
                  <a:pt x="4656" y="429"/>
                </a:lnTo>
                <a:lnTo>
                  <a:pt x="4655" y="428"/>
                </a:lnTo>
                <a:lnTo>
                  <a:pt x="4654" y="428"/>
                </a:lnTo>
                <a:lnTo>
                  <a:pt x="4653" y="428"/>
                </a:lnTo>
                <a:lnTo>
                  <a:pt x="4653" y="427"/>
                </a:lnTo>
                <a:lnTo>
                  <a:pt x="4652" y="427"/>
                </a:lnTo>
                <a:lnTo>
                  <a:pt x="4651" y="426"/>
                </a:lnTo>
                <a:lnTo>
                  <a:pt x="4650" y="426"/>
                </a:lnTo>
                <a:lnTo>
                  <a:pt x="4649" y="425"/>
                </a:lnTo>
                <a:lnTo>
                  <a:pt x="4648" y="433"/>
                </a:lnTo>
                <a:lnTo>
                  <a:pt x="4647" y="433"/>
                </a:lnTo>
                <a:lnTo>
                  <a:pt x="4646" y="432"/>
                </a:lnTo>
                <a:lnTo>
                  <a:pt x="4645" y="432"/>
                </a:lnTo>
                <a:lnTo>
                  <a:pt x="4644" y="432"/>
                </a:lnTo>
                <a:lnTo>
                  <a:pt x="4644" y="431"/>
                </a:lnTo>
                <a:lnTo>
                  <a:pt x="4643" y="431"/>
                </a:lnTo>
                <a:lnTo>
                  <a:pt x="4642" y="430"/>
                </a:lnTo>
                <a:lnTo>
                  <a:pt x="4641" y="430"/>
                </a:lnTo>
                <a:lnTo>
                  <a:pt x="4640" y="429"/>
                </a:lnTo>
                <a:lnTo>
                  <a:pt x="4639" y="429"/>
                </a:lnTo>
                <a:lnTo>
                  <a:pt x="4638" y="428"/>
                </a:lnTo>
                <a:lnTo>
                  <a:pt x="4637" y="428"/>
                </a:lnTo>
                <a:lnTo>
                  <a:pt x="4636" y="427"/>
                </a:lnTo>
                <a:lnTo>
                  <a:pt x="4635" y="427"/>
                </a:lnTo>
                <a:lnTo>
                  <a:pt x="4634" y="426"/>
                </a:lnTo>
                <a:lnTo>
                  <a:pt x="4633" y="426"/>
                </a:lnTo>
                <a:lnTo>
                  <a:pt x="4633" y="425"/>
                </a:lnTo>
                <a:lnTo>
                  <a:pt x="4632" y="425"/>
                </a:lnTo>
                <a:lnTo>
                  <a:pt x="4631" y="425"/>
                </a:lnTo>
                <a:lnTo>
                  <a:pt x="4630" y="424"/>
                </a:lnTo>
                <a:lnTo>
                  <a:pt x="4629" y="424"/>
                </a:lnTo>
                <a:lnTo>
                  <a:pt x="4629" y="423"/>
                </a:lnTo>
                <a:lnTo>
                  <a:pt x="4628" y="423"/>
                </a:lnTo>
                <a:lnTo>
                  <a:pt x="4627" y="423"/>
                </a:lnTo>
                <a:lnTo>
                  <a:pt x="4627" y="422"/>
                </a:lnTo>
                <a:lnTo>
                  <a:pt x="4626" y="422"/>
                </a:lnTo>
                <a:lnTo>
                  <a:pt x="4625" y="422"/>
                </a:lnTo>
                <a:lnTo>
                  <a:pt x="4624" y="421"/>
                </a:lnTo>
                <a:lnTo>
                  <a:pt x="4623" y="421"/>
                </a:lnTo>
                <a:lnTo>
                  <a:pt x="4623" y="420"/>
                </a:lnTo>
                <a:lnTo>
                  <a:pt x="4622" y="420"/>
                </a:lnTo>
                <a:lnTo>
                  <a:pt x="4621" y="419"/>
                </a:lnTo>
                <a:lnTo>
                  <a:pt x="4620" y="419"/>
                </a:lnTo>
                <a:lnTo>
                  <a:pt x="4619" y="419"/>
                </a:lnTo>
                <a:lnTo>
                  <a:pt x="4619" y="418"/>
                </a:lnTo>
                <a:lnTo>
                  <a:pt x="4618" y="418"/>
                </a:lnTo>
                <a:lnTo>
                  <a:pt x="4617" y="418"/>
                </a:lnTo>
                <a:lnTo>
                  <a:pt x="4617" y="417"/>
                </a:lnTo>
                <a:lnTo>
                  <a:pt x="4616" y="417"/>
                </a:lnTo>
                <a:lnTo>
                  <a:pt x="4615" y="416"/>
                </a:lnTo>
                <a:lnTo>
                  <a:pt x="4614" y="416"/>
                </a:lnTo>
                <a:lnTo>
                  <a:pt x="4613" y="416"/>
                </a:lnTo>
                <a:lnTo>
                  <a:pt x="4613" y="415"/>
                </a:lnTo>
                <a:lnTo>
                  <a:pt x="4612" y="415"/>
                </a:lnTo>
                <a:lnTo>
                  <a:pt x="4611" y="414"/>
                </a:lnTo>
                <a:lnTo>
                  <a:pt x="4610" y="414"/>
                </a:lnTo>
                <a:lnTo>
                  <a:pt x="4609" y="413"/>
                </a:lnTo>
                <a:lnTo>
                  <a:pt x="4608" y="413"/>
                </a:lnTo>
                <a:lnTo>
                  <a:pt x="4607" y="412"/>
                </a:lnTo>
                <a:lnTo>
                  <a:pt x="4606" y="412"/>
                </a:lnTo>
                <a:lnTo>
                  <a:pt x="4605" y="411"/>
                </a:lnTo>
                <a:lnTo>
                  <a:pt x="4604" y="411"/>
                </a:lnTo>
                <a:lnTo>
                  <a:pt x="4603" y="410"/>
                </a:lnTo>
                <a:lnTo>
                  <a:pt x="4602" y="410"/>
                </a:lnTo>
                <a:lnTo>
                  <a:pt x="4602" y="409"/>
                </a:lnTo>
                <a:lnTo>
                  <a:pt x="4601" y="409"/>
                </a:lnTo>
                <a:lnTo>
                  <a:pt x="4600" y="409"/>
                </a:lnTo>
                <a:lnTo>
                  <a:pt x="4599" y="408"/>
                </a:lnTo>
                <a:lnTo>
                  <a:pt x="4598" y="408"/>
                </a:lnTo>
                <a:lnTo>
                  <a:pt x="4597" y="407"/>
                </a:lnTo>
                <a:lnTo>
                  <a:pt x="4596" y="407"/>
                </a:lnTo>
                <a:lnTo>
                  <a:pt x="4596" y="406"/>
                </a:lnTo>
                <a:lnTo>
                  <a:pt x="4595" y="406"/>
                </a:lnTo>
                <a:lnTo>
                  <a:pt x="4594" y="406"/>
                </a:lnTo>
                <a:lnTo>
                  <a:pt x="4593" y="405"/>
                </a:lnTo>
                <a:lnTo>
                  <a:pt x="4592" y="405"/>
                </a:lnTo>
                <a:lnTo>
                  <a:pt x="4592" y="404"/>
                </a:lnTo>
                <a:lnTo>
                  <a:pt x="4591" y="404"/>
                </a:lnTo>
                <a:lnTo>
                  <a:pt x="4590" y="404"/>
                </a:lnTo>
                <a:lnTo>
                  <a:pt x="4590" y="403"/>
                </a:lnTo>
                <a:lnTo>
                  <a:pt x="4589" y="403"/>
                </a:lnTo>
                <a:lnTo>
                  <a:pt x="4588" y="403"/>
                </a:lnTo>
                <a:lnTo>
                  <a:pt x="4587" y="402"/>
                </a:lnTo>
                <a:lnTo>
                  <a:pt x="4586" y="402"/>
                </a:lnTo>
                <a:lnTo>
                  <a:pt x="4586" y="401"/>
                </a:lnTo>
                <a:lnTo>
                  <a:pt x="4585" y="401"/>
                </a:lnTo>
                <a:lnTo>
                  <a:pt x="4584" y="400"/>
                </a:lnTo>
                <a:lnTo>
                  <a:pt x="4583" y="400"/>
                </a:lnTo>
                <a:lnTo>
                  <a:pt x="4582" y="399"/>
                </a:lnTo>
                <a:lnTo>
                  <a:pt x="4581" y="399"/>
                </a:lnTo>
                <a:lnTo>
                  <a:pt x="4580" y="399"/>
                </a:lnTo>
                <a:lnTo>
                  <a:pt x="4580" y="398"/>
                </a:lnTo>
                <a:lnTo>
                  <a:pt x="4579" y="398"/>
                </a:lnTo>
                <a:lnTo>
                  <a:pt x="4578" y="397"/>
                </a:lnTo>
                <a:lnTo>
                  <a:pt x="4577" y="397"/>
                </a:lnTo>
                <a:lnTo>
                  <a:pt x="4576" y="396"/>
                </a:lnTo>
                <a:lnTo>
                  <a:pt x="4575" y="396"/>
                </a:lnTo>
                <a:lnTo>
                  <a:pt x="4574" y="395"/>
                </a:lnTo>
                <a:lnTo>
                  <a:pt x="4573" y="395"/>
                </a:lnTo>
                <a:lnTo>
                  <a:pt x="4572" y="394"/>
                </a:lnTo>
                <a:lnTo>
                  <a:pt x="4571" y="394"/>
                </a:lnTo>
                <a:lnTo>
                  <a:pt x="4570" y="393"/>
                </a:lnTo>
                <a:lnTo>
                  <a:pt x="4569" y="393"/>
                </a:lnTo>
                <a:lnTo>
                  <a:pt x="4568" y="392"/>
                </a:lnTo>
                <a:lnTo>
                  <a:pt x="4567" y="392"/>
                </a:lnTo>
                <a:lnTo>
                  <a:pt x="4566" y="391"/>
                </a:lnTo>
                <a:lnTo>
                  <a:pt x="4565" y="391"/>
                </a:lnTo>
                <a:lnTo>
                  <a:pt x="4565" y="390"/>
                </a:lnTo>
                <a:lnTo>
                  <a:pt x="4564" y="390"/>
                </a:lnTo>
                <a:lnTo>
                  <a:pt x="4563" y="390"/>
                </a:lnTo>
                <a:lnTo>
                  <a:pt x="4562" y="389"/>
                </a:lnTo>
                <a:lnTo>
                  <a:pt x="4561" y="389"/>
                </a:lnTo>
                <a:lnTo>
                  <a:pt x="4560" y="388"/>
                </a:lnTo>
                <a:lnTo>
                  <a:pt x="4559" y="388"/>
                </a:lnTo>
                <a:lnTo>
                  <a:pt x="4559" y="387"/>
                </a:lnTo>
                <a:lnTo>
                  <a:pt x="4558" y="387"/>
                </a:lnTo>
                <a:lnTo>
                  <a:pt x="4557" y="387"/>
                </a:lnTo>
                <a:lnTo>
                  <a:pt x="4557" y="386"/>
                </a:lnTo>
                <a:lnTo>
                  <a:pt x="4556" y="386"/>
                </a:lnTo>
                <a:lnTo>
                  <a:pt x="4555" y="386"/>
                </a:lnTo>
                <a:lnTo>
                  <a:pt x="4555" y="385"/>
                </a:lnTo>
                <a:lnTo>
                  <a:pt x="4554" y="385"/>
                </a:lnTo>
                <a:lnTo>
                  <a:pt x="4553" y="385"/>
                </a:lnTo>
                <a:lnTo>
                  <a:pt x="4553" y="384"/>
                </a:lnTo>
                <a:lnTo>
                  <a:pt x="4552" y="384"/>
                </a:lnTo>
                <a:lnTo>
                  <a:pt x="4551" y="383"/>
                </a:lnTo>
                <a:lnTo>
                  <a:pt x="4550" y="383"/>
                </a:lnTo>
                <a:lnTo>
                  <a:pt x="4549" y="383"/>
                </a:lnTo>
                <a:lnTo>
                  <a:pt x="4549" y="382"/>
                </a:lnTo>
                <a:lnTo>
                  <a:pt x="4548" y="382"/>
                </a:lnTo>
                <a:lnTo>
                  <a:pt x="4547" y="382"/>
                </a:lnTo>
                <a:lnTo>
                  <a:pt x="4547" y="381"/>
                </a:lnTo>
                <a:lnTo>
                  <a:pt x="4546" y="381"/>
                </a:lnTo>
                <a:lnTo>
                  <a:pt x="4545" y="380"/>
                </a:lnTo>
                <a:lnTo>
                  <a:pt x="4544" y="380"/>
                </a:lnTo>
                <a:lnTo>
                  <a:pt x="4543" y="380"/>
                </a:lnTo>
                <a:lnTo>
                  <a:pt x="4543" y="379"/>
                </a:lnTo>
                <a:lnTo>
                  <a:pt x="4542" y="379"/>
                </a:lnTo>
                <a:lnTo>
                  <a:pt x="4541" y="378"/>
                </a:lnTo>
                <a:lnTo>
                  <a:pt x="4540" y="378"/>
                </a:lnTo>
                <a:lnTo>
                  <a:pt x="4539" y="377"/>
                </a:lnTo>
                <a:lnTo>
                  <a:pt x="4538" y="377"/>
                </a:lnTo>
                <a:lnTo>
                  <a:pt x="4537" y="376"/>
                </a:lnTo>
                <a:lnTo>
                  <a:pt x="4536" y="376"/>
                </a:lnTo>
                <a:lnTo>
                  <a:pt x="4535" y="375"/>
                </a:lnTo>
                <a:lnTo>
                  <a:pt x="4534" y="375"/>
                </a:lnTo>
                <a:lnTo>
                  <a:pt x="4533" y="374"/>
                </a:lnTo>
                <a:lnTo>
                  <a:pt x="4532" y="374"/>
                </a:lnTo>
                <a:lnTo>
                  <a:pt x="4532" y="373"/>
                </a:lnTo>
                <a:lnTo>
                  <a:pt x="4531" y="373"/>
                </a:lnTo>
                <a:lnTo>
                  <a:pt x="4530" y="373"/>
                </a:lnTo>
                <a:lnTo>
                  <a:pt x="4529" y="372"/>
                </a:lnTo>
                <a:lnTo>
                  <a:pt x="4528" y="372"/>
                </a:lnTo>
                <a:lnTo>
                  <a:pt x="4528" y="371"/>
                </a:lnTo>
                <a:lnTo>
                  <a:pt x="4527" y="371"/>
                </a:lnTo>
                <a:lnTo>
                  <a:pt x="4526" y="371"/>
                </a:lnTo>
                <a:lnTo>
                  <a:pt x="4526" y="370"/>
                </a:lnTo>
                <a:lnTo>
                  <a:pt x="4525" y="370"/>
                </a:lnTo>
                <a:lnTo>
                  <a:pt x="4524" y="370"/>
                </a:lnTo>
                <a:lnTo>
                  <a:pt x="4523" y="369"/>
                </a:lnTo>
                <a:lnTo>
                  <a:pt x="4522" y="369"/>
                </a:lnTo>
                <a:lnTo>
                  <a:pt x="4522" y="368"/>
                </a:lnTo>
                <a:lnTo>
                  <a:pt x="4521" y="368"/>
                </a:lnTo>
                <a:lnTo>
                  <a:pt x="4520" y="368"/>
                </a:lnTo>
                <a:lnTo>
                  <a:pt x="4520" y="367"/>
                </a:lnTo>
                <a:lnTo>
                  <a:pt x="4519" y="367"/>
                </a:lnTo>
                <a:lnTo>
                  <a:pt x="4518" y="367"/>
                </a:lnTo>
                <a:lnTo>
                  <a:pt x="4518" y="366"/>
                </a:lnTo>
                <a:lnTo>
                  <a:pt x="4517" y="366"/>
                </a:lnTo>
                <a:lnTo>
                  <a:pt x="4516" y="366"/>
                </a:lnTo>
                <a:lnTo>
                  <a:pt x="4516" y="365"/>
                </a:lnTo>
                <a:lnTo>
                  <a:pt x="4515" y="365"/>
                </a:lnTo>
                <a:lnTo>
                  <a:pt x="4514" y="364"/>
                </a:lnTo>
                <a:lnTo>
                  <a:pt x="4513" y="364"/>
                </a:lnTo>
                <a:lnTo>
                  <a:pt x="4512" y="364"/>
                </a:lnTo>
                <a:lnTo>
                  <a:pt x="4512" y="363"/>
                </a:lnTo>
                <a:lnTo>
                  <a:pt x="4511" y="363"/>
                </a:lnTo>
                <a:lnTo>
                  <a:pt x="4510" y="363"/>
                </a:lnTo>
                <a:lnTo>
                  <a:pt x="4510" y="362"/>
                </a:lnTo>
                <a:lnTo>
                  <a:pt x="4509" y="362"/>
                </a:lnTo>
                <a:lnTo>
                  <a:pt x="4508" y="361"/>
                </a:lnTo>
                <a:lnTo>
                  <a:pt x="4507" y="361"/>
                </a:lnTo>
                <a:lnTo>
                  <a:pt x="4506" y="360"/>
                </a:lnTo>
                <a:lnTo>
                  <a:pt x="4505" y="360"/>
                </a:lnTo>
                <a:lnTo>
                  <a:pt x="4504" y="369"/>
                </a:lnTo>
                <a:lnTo>
                  <a:pt x="4503" y="368"/>
                </a:lnTo>
                <a:lnTo>
                  <a:pt x="4502" y="368"/>
                </a:lnTo>
                <a:lnTo>
                  <a:pt x="4502" y="367"/>
                </a:lnTo>
                <a:lnTo>
                  <a:pt x="4501" y="367"/>
                </a:lnTo>
                <a:lnTo>
                  <a:pt x="4500" y="367"/>
                </a:lnTo>
                <a:lnTo>
                  <a:pt x="4500" y="366"/>
                </a:lnTo>
                <a:lnTo>
                  <a:pt x="4499" y="366"/>
                </a:lnTo>
                <a:lnTo>
                  <a:pt x="4498" y="366"/>
                </a:lnTo>
                <a:lnTo>
                  <a:pt x="4498" y="365"/>
                </a:lnTo>
                <a:lnTo>
                  <a:pt x="4497" y="365"/>
                </a:lnTo>
                <a:lnTo>
                  <a:pt x="4496" y="365"/>
                </a:lnTo>
                <a:lnTo>
                  <a:pt x="4496" y="364"/>
                </a:lnTo>
                <a:lnTo>
                  <a:pt x="4495" y="364"/>
                </a:lnTo>
                <a:lnTo>
                  <a:pt x="4494" y="363"/>
                </a:lnTo>
                <a:lnTo>
                  <a:pt x="4493" y="363"/>
                </a:lnTo>
                <a:lnTo>
                  <a:pt x="4492" y="363"/>
                </a:lnTo>
                <a:lnTo>
                  <a:pt x="4492" y="362"/>
                </a:lnTo>
                <a:lnTo>
                  <a:pt x="4491" y="362"/>
                </a:lnTo>
                <a:lnTo>
                  <a:pt x="4490" y="362"/>
                </a:lnTo>
                <a:lnTo>
                  <a:pt x="4490" y="361"/>
                </a:lnTo>
                <a:lnTo>
                  <a:pt x="4489" y="361"/>
                </a:lnTo>
                <a:lnTo>
                  <a:pt x="4488" y="360"/>
                </a:lnTo>
                <a:lnTo>
                  <a:pt x="4487" y="360"/>
                </a:lnTo>
                <a:lnTo>
                  <a:pt x="4486" y="360"/>
                </a:lnTo>
                <a:lnTo>
                  <a:pt x="4486" y="359"/>
                </a:lnTo>
                <a:lnTo>
                  <a:pt x="4485" y="359"/>
                </a:lnTo>
                <a:lnTo>
                  <a:pt x="4484" y="358"/>
                </a:lnTo>
                <a:lnTo>
                  <a:pt x="4483" y="358"/>
                </a:lnTo>
                <a:lnTo>
                  <a:pt x="4482" y="357"/>
                </a:lnTo>
                <a:lnTo>
                  <a:pt x="4481" y="357"/>
                </a:lnTo>
                <a:lnTo>
                  <a:pt x="4480" y="356"/>
                </a:lnTo>
                <a:lnTo>
                  <a:pt x="4479" y="356"/>
                </a:lnTo>
                <a:lnTo>
                  <a:pt x="4478" y="355"/>
                </a:lnTo>
                <a:lnTo>
                  <a:pt x="4477" y="355"/>
                </a:lnTo>
                <a:lnTo>
                  <a:pt x="4476" y="354"/>
                </a:lnTo>
                <a:lnTo>
                  <a:pt x="4475" y="354"/>
                </a:lnTo>
                <a:lnTo>
                  <a:pt x="4475" y="363"/>
                </a:lnTo>
                <a:lnTo>
                  <a:pt x="4474" y="363"/>
                </a:lnTo>
                <a:lnTo>
                  <a:pt x="4473" y="362"/>
                </a:lnTo>
                <a:lnTo>
                  <a:pt x="4472" y="362"/>
                </a:lnTo>
                <a:lnTo>
                  <a:pt x="4472" y="361"/>
                </a:lnTo>
                <a:lnTo>
                  <a:pt x="4471" y="361"/>
                </a:lnTo>
                <a:lnTo>
                  <a:pt x="4470" y="361"/>
                </a:lnTo>
                <a:lnTo>
                  <a:pt x="4469" y="360"/>
                </a:lnTo>
                <a:lnTo>
                  <a:pt x="4468" y="360"/>
                </a:lnTo>
                <a:lnTo>
                  <a:pt x="4468" y="359"/>
                </a:lnTo>
                <a:lnTo>
                  <a:pt x="4467" y="359"/>
                </a:lnTo>
                <a:lnTo>
                  <a:pt x="4466" y="368"/>
                </a:lnTo>
                <a:lnTo>
                  <a:pt x="4465" y="368"/>
                </a:lnTo>
                <a:lnTo>
                  <a:pt x="4465" y="367"/>
                </a:lnTo>
                <a:lnTo>
                  <a:pt x="4464" y="367"/>
                </a:lnTo>
                <a:lnTo>
                  <a:pt x="4463" y="367"/>
                </a:lnTo>
                <a:lnTo>
                  <a:pt x="4462" y="366"/>
                </a:lnTo>
                <a:lnTo>
                  <a:pt x="4461" y="366"/>
                </a:lnTo>
                <a:lnTo>
                  <a:pt x="4461" y="365"/>
                </a:lnTo>
                <a:lnTo>
                  <a:pt x="4460" y="365"/>
                </a:lnTo>
                <a:lnTo>
                  <a:pt x="4459" y="365"/>
                </a:lnTo>
                <a:lnTo>
                  <a:pt x="4459" y="364"/>
                </a:lnTo>
                <a:lnTo>
                  <a:pt x="4458" y="364"/>
                </a:lnTo>
                <a:lnTo>
                  <a:pt x="4457" y="364"/>
                </a:lnTo>
                <a:lnTo>
                  <a:pt x="4456" y="363"/>
                </a:lnTo>
                <a:lnTo>
                  <a:pt x="4455" y="363"/>
                </a:lnTo>
                <a:lnTo>
                  <a:pt x="4455" y="362"/>
                </a:lnTo>
                <a:lnTo>
                  <a:pt x="4454" y="362"/>
                </a:lnTo>
                <a:lnTo>
                  <a:pt x="4453" y="362"/>
                </a:lnTo>
                <a:lnTo>
                  <a:pt x="4453" y="361"/>
                </a:lnTo>
                <a:lnTo>
                  <a:pt x="4452" y="361"/>
                </a:lnTo>
                <a:lnTo>
                  <a:pt x="4451" y="360"/>
                </a:lnTo>
                <a:lnTo>
                  <a:pt x="4450" y="360"/>
                </a:lnTo>
                <a:lnTo>
                  <a:pt x="4449" y="360"/>
                </a:lnTo>
                <a:lnTo>
                  <a:pt x="4449" y="359"/>
                </a:lnTo>
                <a:lnTo>
                  <a:pt x="4448" y="359"/>
                </a:lnTo>
                <a:lnTo>
                  <a:pt x="4447" y="358"/>
                </a:lnTo>
                <a:lnTo>
                  <a:pt x="4446" y="358"/>
                </a:lnTo>
                <a:lnTo>
                  <a:pt x="4445" y="357"/>
                </a:lnTo>
                <a:lnTo>
                  <a:pt x="4444" y="357"/>
                </a:lnTo>
                <a:lnTo>
                  <a:pt x="4443" y="357"/>
                </a:lnTo>
                <a:lnTo>
                  <a:pt x="4443" y="356"/>
                </a:lnTo>
                <a:lnTo>
                  <a:pt x="4442" y="356"/>
                </a:lnTo>
                <a:lnTo>
                  <a:pt x="4441" y="355"/>
                </a:lnTo>
                <a:lnTo>
                  <a:pt x="4440" y="355"/>
                </a:lnTo>
                <a:lnTo>
                  <a:pt x="4439" y="354"/>
                </a:lnTo>
                <a:lnTo>
                  <a:pt x="4438" y="354"/>
                </a:lnTo>
                <a:lnTo>
                  <a:pt x="4437" y="353"/>
                </a:lnTo>
                <a:lnTo>
                  <a:pt x="4436" y="353"/>
                </a:lnTo>
                <a:lnTo>
                  <a:pt x="4435" y="352"/>
                </a:lnTo>
                <a:lnTo>
                  <a:pt x="4434" y="352"/>
                </a:lnTo>
                <a:lnTo>
                  <a:pt x="4433" y="351"/>
                </a:lnTo>
                <a:lnTo>
                  <a:pt x="4432" y="351"/>
                </a:lnTo>
                <a:lnTo>
                  <a:pt x="4431" y="360"/>
                </a:lnTo>
                <a:lnTo>
                  <a:pt x="4430" y="359"/>
                </a:lnTo>
                <a:lnTo>
                  <a:pt x="4429" y="359"/>
                </a:lnTo>
                <a:lnTo>
                  <a:pt x="4428" y="358"/>
                </a:lnTo>
                <a:lnTo>
                  <a:pt x="4427" y="358"/>
                </a:lnTo>
                <a:lnTo>
                  <a:pt x="4426" y="358"/>
                </a:lnTo>
                <a:lnTo>
                  <a:pt x="4426" y="357"/>
                </a:lnTo>
                <a:lnTo>
                  <a:pt x="4425" y="357"/>
                </a:lnTo>
                <a:lnTo>
                  <a:pt x="4424" y="356"/>
                </a:lnTo>
                <a:lnTo>
                  <a:pt x="4423" y="356"/>
                </a:lnTo>
                <a:lnTo>
                  <a:pt x="4422" y="355"/>
                </a:lnTo>
                <a:lnTo>
                  <a:pt x="4421" y="355"/>
                </a:lnTo>
                <a:lnTo>
                  <a:pt x="4420" y="354"/>
                </a:lnTo>
                <a:lnTo>
                  <a:pt x="4419" y="354"/>
                </a:lnTo>
                <a:lnTo>
                  <a:pt x="4418" y="353"/>
                </a:lnTo>
                <a:lnTo>
                  <a:pt x="4417" y="353"/>
                </a:lnTo>
                <a:lnTo>
                  <a:pt x="4416" y="352"/>
                </a:lnTo>
                <a:lnTo>
                  <a:pt x="4415" y="352"/>
                </a:lnTo>
                <a:lnTo>
                  <a:pt x="4414" y="351"/>
                </a:lnTo>
                <a:lnTo>
                  <a:pt x="4413" y="351"/>
                </a:lnTo>
                <a:lnTo>
                  <a:pt x="4412" y="350"/>
                </a:lnTo>
                <a:lnTo>
                  <a:pt x="4411" y="350"/>
                </a:lnTo>
                <a:lnTo>
                  <a:pt x="4411" y="349"/>
                </a:lnTo>
                <a:lnTo>
                  <a:pt x="4410" y="349"/>
                </a:lnTo>
                <a:lnTo>
                  <a:pt x="4409" y="349"/>
                </a:lnTo>
                <a:lnTo>
                  <a:pt x="4408" y="348"/>
                </a:lnTo>
                <a:lnTo>
                  <a:pt x="4407" y="348"/>
                </a:lnTo>
                <a:lnTo>
                  <a:pt x="4406" y="347"/>
                </a:lnTo>
                <a:lnTo>
                  <a:pt x="4405" y="347"/>
                </a:lnTo>
                <a:lnTo>
                  <a:pt x="4405" y="346"/>
                </a:lnTo>
                <a:lnTo>
                  <a:pt x="4404" y="346"/>
                </a:lnTo>
                <a:lnTo>
                  <a:pt x="4403" y="345"/>
                </a:lnTo>
                <a:lnTo>
                  <a:pt x="4402" y="345"/>
                </a:lnTo>
                <a:lnTo>
                  <a:pt x="4401" y="345"/>
                </a:lnTo>
                <a:lnTo>
                  <a:pt x="4401" y="344"/>
                </a:lnTo>
                <a:lnTo>
                  <a:pt x="4400" y="344"/>
                </a:lnTo>
                <a:lnTo>
                  <a:pt x="4399" y="344"/>
                </a:lnTo>
                <a:lnTo>
                  <a:pt x="4399" y="343"/>
                </a:lnTo>
                <a:lnTo>
                  <a:pt x="4398" y="343"/>
                </a:lnTo>
                <a:lnTo>
                  <a:pt x="4397" y="342"/>
                </a:lnTo>
                <a:lnTo>
                  <a:pt x="4396" y="342"/>
                </a:lnTo>
                <a:lnTo>
                  <a:pt x="4395" y="342"/>
                </a:lnTo>
                <a:lnTo>
                  <a:pt x="4395" y="341"/>
                </a:lnTo>
                <a:lnTo>
                  <a:pt x="4394" y="341"/>
                </a:lnTo>
                <a:lnTo>
                  <a:pt x="4393" y="340"/>
                </a:lnTo>
                <a:lnTo>
                  <a:pt x="4392" y="340"/>
                </a:lnTo>
                <a:lnTo>
                  <a:pt x="4391" y="339"/>
                </a:lnTo>
                <a:lnTo>
                  <a:pt x="4390" y="339"/>
                </a:lnTo>
                <a:lnTo>
                  <a:pt x="4389" y="339"/>
                </a:lnTo>
                <a:lnTo>
                  <a:pt x="4389" y="338"/>
                </a:lnTo>
                <a:lnTo>
                  <a:pt x="4388" y="338"/>
                </a:lnTo>
                <a:lnTo>
                  <a:pt x="4387" y="337"/>
                </a:lnTo>
                <a:lnTo>
                  <a:pt x="4386" y="337"/>
                </a:lnTo>
                <a:lnTo>
                  <a:pt x="4385" y="336"/>
                </a:lnTo>
                <a:lnTo>
                  <a:pt x="4384" y="336"/>
                </a:lnTo>
                <a:lnTo>
                  <a:pt x="4383" y="335"/>
                </a:lnTo>
                <a:lnTo>
                  <a:pt x="4382" y="335"/>
                </a:lnTo>
                <a:lnTo>
                  <a:pt x="4381" y="334"/>
                </a:lnTo>
                <a:lnTo>
                  <a:pt x="4380" y="334"/>
                </a:lnTo>
                <a:lnTo>
                  <a:pt x="4379" y="333"/>
                </a:lnTo>
                <a:lnTo>
                  <a:pt x="4378" y="333"/>
                </a:lnTo>
                <a:lnTo>
                  <a:pt x="4377" y="332"/>
                </a:lnTo>
                <a:lnTo>
                  <a:pt x="4376" y="332"/>
                </a:lnTo>
                <a:lnTo>
                  <a:pt x="4375" y="331"/>
                </a:lnTo>
                <a:lnTo>
                  <a:pt x="4374" y="331"/>
                </a:lnTo>
                <a:lnTo>
                  <a:pt x="4374" y="330"/>
                </a:lnTo>
                <a:lnTo>
                  <a:pt x="4373" y="330"/>
                </a:lnTo>
                <a:lnTo>
                  <a:pt x="4372" y="330"/>
                </a:lnTo>
                <a:lnTo>
                  <a:pt x="4372" y="329"/>
                </a:lnTo>
                <a:lnTo>
                  <a:pt x="4371" y="329"/>
                </a:lnTo>
                <a:lnTo>
                  <a:pt x="4370" y="329"/>
                </a:lnTo>
                <a:lnTo>
                  <a:pt x="4369" y="328"/>
                </a:lnTo>
                <a:lnTo>
                  <a:pt x="4368" y="328"/>
                </a:lnTo>
                <a:lnTo>
                  <a:pt x="4368" y="327"/>
                </a:lnTo>
                <a:lnTo>
                  <a:pt x="4367" y="327"/>
                </a:lnTo>
                <a:lnTo>
                  <a:pt x="4366" y="327"/>
                </a:lnTo>
                <a:lnTo>
                  <a:pt x="4366" y="326"/>
                </a:lnTo>
                <a:lnTo>
                  <a:pt x="4365" y="326"/>
                </a:lnTo>
                <a:lnTo>
                  <a:pt x="4364" y="326"/>
                </a:lnTo>
                <a:lnTo>
                  <a:pt x="4364" y="325"/>
                </a:lnTo>
                <a:lnTo>
                  <a:pt x="4363" y="325"/>
                </a:lnTo>
                <a:lnTo>
                  <a:pt x="4362" y="325"/>
                </a:lnTo>
                <a:lnTo>
                  <a:pt x="4362" y="324"/>
                </a:lnTo>
                <a:lnTo>
                  <a:pt x="4361" y="324"/>
                </a:lnTo>
                <a:lnTo>
                  <a:pt x="4360" y="323"/>
                </a:lnTo>
                <a:lnTo>
                  <a:pt x="4359" y="323"/>
                </a:lnTo>
                <a:lnTo>
                  <a:pt x="4358" y="323"/>
                </a:lnTo>
                <a:lnTo>
                  <a:pt x="4358" y="322"/>
                </a:lnTo>
                <a:lnTo>
                  <a:pt x="4357" y="322"/>
                </a:lnTo>
                <a:lnTo>
                  <a:pt x="4356" y="321"/>
                </a:lnTo>
                <a:lnTo>
                  <a:pt x="4355" y="321"/>
                </a:lnTo>
                <a:lnTo>
                  <a:pt x="4354" y="320"/>
                </a:lnTo>
                <a:lnTo>
                  <a:pt x="4353" y="320"/>
                </a:lnTo>
                <a:lnTo>
                  <a:pt x="4352" y="320"/>
                </a:lnTo>
                <a:lnTo>
                  <a:pt x="4352" y="319"/>
                </a:lnTo>
                <a:lnTo>
                  <a:pt x="4351" y="319"/>
                </a:lnTo>
                <a:lnTo>
                  <a:pt x="4350" y="318"/>
                </a:lnTo>
                <a:lnTo>
                  <a:pt x="4349" y="318"/>
                </a:lnTo>
                <a:lnTo>
                  <a:pt x="4348" y="317"/>
                </a:lnTo>
                <a:lnTo>
                  <a:pt x="4347" y="317"/>
                </a:lnTo>
                <a:lnTo>
                  <a:pt x="4347" y="316"/>
                </a:lnTo>
                <a:lnTo>
                  <a:pt x="4346" y="316"/>
                </a:lnTo>
                <a:lnTo>
                  <a:pt x="4345" y="316"/>
                </a:lnTo>
                <a:lnTo>
                  <a:pt x="4344" y="315"/>
                </a:lnTo>
                <a:lnTo>
                  <a:pt x="4343" y="315"/>
                </a:lnTo>
                <a:lnTo>
                  <a:pt x="4342" y="314"/>
                </a:lnTo>
                <a:lnTo>
                  <a:pt x="4341" y="314"/>
                </a:lnTo>
                <a:lnTo>
                  <a:pt x="4341" y="313"/>
                </a:lnTo>
                <a:lnTo>
                  <a:pt x="4340" y="313"/>
                </a:lnTo>
                <a:lnTo>
                  <a:pt x="4339" y="313"/>
                </a:lnTo>
                <a:lnTo>
                  <a:pt x="4338" y="312"/>
                </a:lnTo>
                <a:lnTo>
                  <a:pt x="4337" y="312"/>
                </a:lnTo>
                <a:lnTo>
                  <a:pt x="4337" y="311"/>
                </a:lnTo>
                <a:lnTo>
                  <a:pt x="4336" y="311"/>
                </a:lnTo>
                <a:lnTo>
                  <a:pt x="4335" y="311"/>
                </a:lnTo>
                <a:lnTo>
                  <a:pt x="4335" y="310"/>
                </a:lnTo>
                <a:lnTo>
                  <a:pt x="4334" y="310"/>
                </a:lnTo>
                <a:lnTo>
                  <a:pt x="4333" y="310"/>
                </a:lnTo>
                <a:lnTo>
                  <a:pt x="4332" y="309"/>
                </a:lnTo>
                <a:lnTo>
                  <a:pt x="4331" y="309"/>
                </a:lnTo>
                <a:lnTo>
                  <a:pt x="4331" y="308"/>
                </a:lnTo>
                <a:lnTo>
                  <a:pt x="4330" y="308"/>
                </a:lnTo>
                <a:lnTo>
                  <a:pt x="4329" y="308"/>
                </a:lnTo>
                <a:lnTo>
                  <a:pt x="4329" y="307"/>
                </a:lnTo>
                <a:lnTo>
                  <a:pt x="4328" y="307"/>
                </a:lnTo>
                <a:lnTo>
                  <a:pt x="4327" y="307"/>
                </a:lnTo>
                <a:lnTo>
                  <a:pt x="4327" y="306"/>
                </a:lnTo>
                <a:lnTo>
                  <a:pt x="4326" y="306"/>
                </a:lnTo>
                <a:lnTo>
                  <a:pt x="4325" y="306"/>
                </a:lnTo>
                <a:lnTo>
                  <a:pt x="4325" y="305"/>
                </a:lnTo>
                <a:lnTo>
                  <a:pt x="4324" y="305"/>
                </a:lnTo>
                <a:lnTo>
                  <a:pt x="4323" y="304"/>
                </a:lnTo>
                <a:lnTo>
                  <a:pt x="4322" y="304"/>
                </a:lnTo>
                <a:lnTo>
                  <a:pt x="4321" y="303"/>
                </a:lnTo>
                <a:lnTo>
                  <a:pt x="4320" y="303"/>
                </a:lnTo>
                <a:lnTo>
                  <a:pt x="4319" y="303"/>
                </a:lnTo>
                <a:lnTo>
                  <a:pt x="4319" y="302"/>
                </a:lnTo>
                <a:lnTo>
                  <a:pt x="4318" y="302"/>
                </a:lnTo>
                <a:lnTo>
                  <a:pt x="4317" y="301"/>
                </a:lnTo>
                <a:lnTo>
                  <a:pt x="4316" y="301"/>
                </a:lnTo>
                <a:lnTo>
                  <a:pt x="4315" y="300"/>
                </a:lnTo>
                <a:lnTo>
                  <a:pt x="4314" y="300"/>
                </a:lnTo>
                <a:lnTo>
                  <a:pt x="4313" y="299"/>
                </a:lnTo>
                <a:lnTo>
                  <a:pt x="4312" y="299"/>
                </a:lnTo>
                <a:lnTo>
                  <a:pt x="4311" y="298"/>
                </a:lnTo>
                <a:lnTo>
                  <a:pt x="4310" y="298"/>
                </a:lnTo>
                <a:lnTo>
                  <a:pt x="4309" y="297"/>
                </a:lnTo>
                <a:lnTo>
                  <a:pt x="4308" y="297"/>
                </a:lnTo>
                <a:lnTo>
                  <a:pt x="4307" y="296"/>
                </a:lnTo>
                <a:lnTo>
                  <a:pt x="4306" y="296"/>
                </a:lnTo>
                <a:lnTo>
                  <a:pt x="4305" y="295"/>
                </a:lnTo>
                <a:lnTo>
                  <a:pt x="4304" y="295"/>
                </a:lnTo>
                <a:lnTo>
                  <a:pt x="4304" y="294"/>
                </a:lnTo>
                <a:lnTo>
                  <a:pt x="4303" y="294"/>
                </a:lnTo>
                <a:lnTo>
                  <a:pt x="4302" y="294"/>
                </a:lnTo>
                <a:lnTo>
                  <a:pt x="4301" y="293"/>
                </a:lnTo>
                <a:lnTo>
                  <a:pt x="4300" y="293"/>
                </a:lnTo>
                <a:lnTo>
                  <a:pt x="4299" y="292"/>
                </a:lnTo>
                <a:lnTo>
                  <a:pt x="4298" y="292"/>
                </a:lnTo>
                <a:lnTo>
                  <a:pt x="4298" y="291"/>
                </a:lnTo>
                <a:lnTo>
                  <a:pt x="4297" y="291"/>
                </a:lnTo>
                <a:lnTo>
                  <a:pt x="4296" y="290"/>
                </a:lnTo>
                <a:lnTo>
                  <a:pt x="4295" y="290"/>
                </a:lnTo>
                <a:lnTo>
                  <a:pt x="4294" y="290"/>
                </a:lnTo>
                <a:lnTo>
                  <a:pt x="4294" y="289"/>
                </a:lnTo>
                <a:lnTo>
                  <a:pt x="4293" y="289"/>
                </a:lnTo>
                <a:lnTo>
                  <a:pt x="4292" y="289"/>
                </a:lnTo>
                <a:lnTo>
                  <a:pt x="4292" y="288"/>
                </a:lnTo>
                <a:lnTo>
                  <a:pt x="4291" y="288"/>
                </a:lnTo>
                <a:lnTo>
                  <a:pt x="4290" y="287"/>
                </a:lnTo>
                <a:lnTo>
                  <a:pt x="4289" y="287"/>
                </a:lnTo>
                <a:lnTo>
                  <a:pt x="4288" y="287"/>
                </a:lnTo>
                <a:lnTo>
                  <a:pt x="4288" y="286"/>
                </a:lnTo>
                <a:lnTo>
                  <a:pt x="4287" y="286"/>
                </a:lnTo>
                <a:lnTo>
                  <a:pt x="4286" y="285"/>
                </a:lnTo>
                <a:lnTo>
                  <a:pt x="4285" y="285"/>
                </a:lnTo>
                <a:lnTo>
                  <a:pt x="4284" y="284"/>
                </a:lnTo>
                <a:lnTo>
                  <a:pt x="4283" y="284"/>
                </a:lnTo>
                <a:lnTo>
                  <a:pt x="4282" y="284"/>
                </a:lnTo>
                <a:lnTo>
                  <a:pt x="4282" y="283"/>
                </a:lnTo>
                <a:lnTo>
                  <a:pt x="4281" y="283"/>
                </a:lnTo>
                <a:lnTo>
                  <a:pt x="4280" y="282"/>
                </a:lnTo>
                <a:lnTo>
                  <a:pt x="4279" y="282"/>
                </a:lnTo>
                <a:lnTo>
                  <a:pt x="4278" y="281"/>
                </a:lnTo>
                <a:lnTo>
                  <a:pt x="4277" y="281"/>
                </a:lnTo>
                <a:lnTo>
                  <a:pt x="4276" y="280"/>
                </a:lnTo>
                <a:lnTo>
                  <a:pt x="4275" y="280"/>
                </a:lnTo>
                <a:lnTo>
                  <a:pt x="4274" y="279"/>
                </a:lnTo>
                <a:lnTo>
                  <a:pt x="4273" y="279"/>
                </a:lnTo>
                <a:lnTo>
                  <a:pt x="4272" y="278"/>
                </a:lnTo>
                <a:lnTo>
                  <a:pt x="4271" y="278"/>
                </a:lnTo>
                <a:lnTo>
                  <a:pt x="4271" y="277"/>
                </a:lnTo>
                <a:lnTo>
                  <a:pt x="4270" y="277"/>
                </a:lnTo>
                <a:lnTo>
                  <a:pt x="4269" y="277"/>
                </a:lnTo>
                <a:lnTo>
                  <a:pt x="4268" y="276"/>
                </a:lnTo>
                <a:lnTo>
                  <a:pt x="4267" y="276"/>
                </a:lnTo>
                <a:lnTo>
                  <a:pt x="4267" y="275"/>
                </a:lnTo>
                <a:lnTo>
                  <a:pt x="4266" y="275"/>
                </a:lnTo>
                <a:lnTo>
                  <a:pt x="4265" y="275"/>
                </a:lnTo>
                <a:lnTo>
                  <a:pt x="4265" y="274"/>
                </a:lnTo>
                <a:lnTo>
                  <a:pt x="4264" y="274"/>
                </a:lnTo>
                <a:lnTo>
                  <a:pt x="4263" y="274"/>
                </a:lnTo>
                <a:lnTo>
                  <a:pt x="4262" y="273"/>
                </a:lnTo>
                <a:lnTo>
                  <a:pt x="4261" y="273"/>
                </a:lnTo>
                <a:lnTo>
                  <a:pt x="4261" y="272"/>
                </a:lnTo>
                <a:lnTo>
                  <a:pt x="4260" y="272"/>
                </a:lnTo>
                <a:lnTo>
                  <a:pt x="4259" y="271"/>
                </a:lnTo>
                <a:lnTo>
                  <a:pt x="4258" y="271"/>
                </a:lnTo>
                <a:lnTo>
                  <a:pt x="4257" y="271"/>
                </a:lnTo>
                <a:lnTo>
                  <a:pt x="4257" y="270"/>
                </a:lnTo>
                <a:lnTo>
                  <a:pt x="4256" y="270"/>
                </a:lnTo>
                <a:lnTo>
                  <a:pt x="4255" y="270"/>
                </a:lnTo>
                <a:lnTo>
                  <a:pt x="4255" y="269"/>
                </a:lnTo>
                <a:lnTo>
                  <a:pt x="4254" y="269"/>
                </a:lnTo>
                <a:lnTo>
                  <a:pt x="4253" y="268"/>
                </a:lnTo>
                <a:lnTo>
                  <a:pt x="4252" y="268"/>
                </a:lnTo>
                <a:lnTo>
                  <a:pt x="4251" y="268"/>
                </a:lnTo>
                <a:lnTo>
                  <a:pt x="4251" y="267"/>
                </a:lnTo>
                <a:lnTo>
                  <a:pt x="4250" y="267"/>
                </a:lnTo>
                <a:lnTo>
                  <a:pt x="4249" y="266"/>
                </a:lnTo>
                <a:lnTo>
                  <a:pt x="4248" y="266"/>
                </a:lnTo>
                <a:lnTo>
                  <a:pt x="4247" y="265"/>
                </a:lnTo>
                <a:lnTo>
                  <a:pt x="4246" y="265"/>
                </a:lnTo>
                <a:lnTo>
                  <a:pt x="4245" y="264"/>
                </a:lnTo>
                <a:lnTo>
                  <a:pt x="4244" y="264"/>
                </a:lnTo>
                <a:lnTo>
                  <a:pt x="4243" y="263"/>
                </a:lnTo>
                <a:lnTo>
                  <a:pt x="4242" y="263"/>
                </a:lnTo>
                <a:lnTo>
                  <a:pt x="4241" y="262"/>
                </a:lnTo>
                <a:lnTo>
                  <a:pt x="4240" y="262"/>
                </a:lnTo>
                <a:lnTo>
                  <a:pt x="4240" y="261"/>
                </a:lnTo>
                <a:lnTo>
                  <a:pt x="4239" y="261"/>
                </a:lnTo>
                <a:lnTo>
                  <a:pt x="4238" y="261"/>
                </a:lnTo>
                <a:lnTo>
                  <a:pt x="4237" y="260"/>
                </a:lnTo>
                <a:lnTo>
                  <a:pt x="4236" y="260"/>
                </a:lnTo>
                <a:lnTo>
                  <a:pt x="4235" y="259"/>
                </a:lnTo>
                <a:lnTo>
                  <a:pt x="4234" y="259"/>
                </a:lnTo>
                <a:lnTo>
                  <a:pt x="4234" y="258"/>
                </a:lnTo>
                <a:lnTo>
                  <a:pt x="4233" y="258"/>
                </a:lnTo>
                <a:lnTo>
                  <a:pt x="4232" y="258"/>
                </a:lnTo>
                <a:lnTo>
                  <a:pt x="4231" y="257"/>
                </a:lnTo>
                <a:lnTo>
                  <a:pt x="4230" y="257"/>
                </a:lnTo>
                <a:lnTo>
                  <a:pt x="4230" y="256"/>
                </a:lnTo>
                <a:lnTo>
                  <a:pt x="4229" y="256"/>
                </a:lnTo>
                <a:lnTo>
                  <a:pt x="4228" y="256"/>
                </a:lnTo>
                <a:lnTo>
                  <a:pt x="4228" y="255"/>
                </a:lnTo>
                <a:lnTo>
                  <a:pt x="4227" y="255"/>
                </a:lnTo>
                <a:lnTo>
                  <a:pt x="4226" y="255"/>
                </a:lnTo>
                <a:lnTo>
                  <a:pt x="4225" y="254"/>
                </a:lnTo>
                <a:lnTo>
                  <a:pt x="4224" y="254"/>
                </a:lnTo>
                <a:lnTo>
                  <a:pt x="4224" y="253"/>
                </a:lnTo>
                <a:lnTo>
                  <a:pt x="4223" y="253"/>
                </a:lnTo>
                <a:lnTo>
                  <a:pt x="4222" y="252"/>
                </a:lnTo>
                <a:lnTo>
                  <a:pt x="4221" y="252"/>
                </a:lnTo>
                <a:lnTo>
                  <a:pt x="4220" y="251"/>
                </a:lnTo>
                <a:lnTo>
                  <a:pt x="4219" y="251"/>
                </a:lnTo>
                <a:lnTo>
                  <a:pt x="4218" y="251"/>
                </a:lnTo>
                <a:lnTo>
                  <a:pt x="4218" y="250"/>
                </a:lnTo>
                <a:lnTo>
                  <a:pt x="4217" y="250"/>
                </a:lnTo>
                <a:lnTo>
                  <a:pt x="4216" y="249"/>
                </a:lnTo>
                <a:lnTo>
                  <a:pt x="4215" y="249"/>
                </a:lnTo>
                <a:lnTo>
                  <a:pt x="4214" y="248"/>
                </a:lnTo>
                <a:lnTo>
                  <a:pt x="4213" y="248"/>
                </a:lnTo>
                <a:lnTo>
                  <a:pt x="4212" y="247"/>
                </a:lnTo>
                <a:lnTo>
                  <a:pt x="4211" y="247"/>
                </a:lnTo>
                <a:lnTo>
                  <a:pt x="4210" y="246"/>
                </a:lnTo>
                <a:lnTo>
                  <a:pt x="4209" y="246"/>
                </a:lnTo>
                <a:lnTo>
                  <a:pt x="4208" y="245"/>
                </a:lnTo>
                <a:lnTo>
                  <a:pt x="4207" y="245"/>
                </a:lnTo>
                <a:lnTo>
                  <a:pt x="4206" y="244"/>
                </a:lnTo>
                <a:lnTo>
                  <a:pt x="4205" y="244"/>
                </a:lnTo>
                <a:lnTo>
                  <a:pt x="4204" y="243"/>
                </a:lnTo>
                <a:lnTo>
                  <a:pt x="4204" y="254"/>
                </a:lnTo>
                <a:lnTo>
                  <a:pt x="4203" y="254"/>
                </a:lnTo>
                <a:lnTo>
                  <a:pt x="4203" y="253"/>
                </a:lnTo>
                <a:lnTo>
                  <a:pt x="4202" y="253"/>
                </a:lnTo>
                <a:lnTo>
                  <a:pt x="4201" y="253"/>
                </a:lnTo>
                <a:lnTo>
                  <a:pt x="4200" y="252"/>
                </a:lnTo>
                <a:lnTo>
                  <a:pt x="4199" y="252"/>
                </a:lnTo>
                <a:lnTo>
                  <a:pt x="4198" y="251"/>
                </a:lnTo>
                <a:lnTo>
                  <a:pt x="4197" y="251"/>
                </a:lnTo>
                <a:lnTo>
                  <a:pt x="4197" y="250"/>
                </a:lnTo>
                <a:lnTo>
                  <a:pt x="4196" y="250"/>
                </a:lnTo>
                <a:lnTo>
                  <a:pt x="4195" y="250"/>
                </a:lnTo>
                <a:lnTo>
                  <a:pt x="4194" y="249"/>
                </a:lnTo>
                <a:lnTo>
                  <a:pt x="4193" y="249"/>
                </a:lnTo>
                <a:lnTo>
                  <a:pt x="4193" y="248"/>
                </a:lnTo>
                <a:lnTo>
                  <a:pt x="4192" y="248"/>
                </a:lnTo>
                <a:lnTo>
                  <a:pt x="4191" y="248"/>
                </a:lnTo>
                <a:lnTo>
                  <a:pt x="4191" y="247"/>
                </a:lnTo>
                <a:lnTo>
                  <a:pt x="4190" y="247"/>
                </a:lnTo>
                <a:lnTo>
                  <a:pt x="4189" y="247"/>
                </a:lnTo>
                <a:lnTo>
                  <a:pt x="4188" y="246"/>
                </a:lnTo>
                <a:lnTo>
                  <a:pt x="4187" y="246"/>
                </a:lnTo>
                <a:lnTo>
                  <a:pt x="4187" y="245"/>
                </a:lnTo>
                <a:lnTo>
                  <a:pt x="4186" y="245"/>
                </a:lnTo>
                <a:lnTo>
                  <a:pt x="4185" y="245"/>
                </a:lnTo>
                <a:lnTo>
                  <a:pt x="4185" y="244"/>
                </a:lnTo>
                <a:lnTo>
                  <a:pt x="4184" y="244"/>
                </a:lnTo>
                <a:lnTo>
                  <a:pt x="4183" y="244"/>
                </a:lnTo>
                <a:lnTo>
                  <a:pt x="4183" y="243"/>
                </a:lnTo>
                <a:lnTo>
                  <a:pt x="4182" y="243"/>
                </a:lnTo>
                <a:lnTo>
                  <a:pt x="4181" y="243"/>
                </a:lnTo>
                <a:lnTo>
                  <a:pt x="4181" y="242"/>
                </a:lnTo>
                <a:lnTo>
                  <a:pt x="4180" y="242"/>
                </a:lnTo>
                <a:lnTo>
                  <a:pt x="4179" y="241"/>
                </a:lnTo>
                <a:lnTo>
                  <a:pt x="4178" y="241"/>
                </a:lnTo>
                <a:lnTo>
                  <a:pt x="4177" y="240"/>
                </a:lnTo>
                <a:lnTo>
                  <a:pt x="4176" y="240"/>
                </a:lnTo>
                <a:lnTo>
                  <a:pt x="4175" y="240"/>
                </a:lnTo>
                <a:lnTo>
                  <a:pt x="4175" y="239"/>
                </a:lnTo>
                <a:lnTo>
                  <a:pt x="4174" y="250"/>
                </a:lnTo>
                <a:lnTo>
                  <a:pt x="4173" y="250"/>
                </a:lnTo>
                <a:lnTo>
                  <a:pt x="4173" y="249"/>
                </a:lnTo>
                <a:lnTo>
                  <a:pt x="4172" y="249"/>
                </a:lnTo>
                <a:lnTo>
                  <a:pt x="4171" y="249"/>
                </a:lnTo>
                <a:lnTo>
                  <a:pt x="4171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68" y="247"/>
                </a:lnTo>
                <a:lnTo>
                  <a:pt x="4167" y="247"/>
                </a:lnTo>
                <a:lnTo>
                  <a:pt x="4167" y="246"/>
                </a:lnTo>
                <a:lnTo>
                  <a:pt x="4166" y="246"/>
                </a:lnTo>
                <a:lnTo>
                  <a:pt x="4165" y="245"/>
                </a:lnTo>
                <a:lnTo>
                  <a:pt x="4164" y="245"/>
                </a:lnTo>
                <a:lnTo>
                  <a:pt x="4163" y="244"/>
                </a:lnTo>
                <a:lnTo>
                  <a:pt x="4162" y="244"/>
                </a:lnTo>
                <a:lnTo>
                  <a:pt x="4161" y="244"/>
                </a:lnTo>
                <a:lnTo>
                  <a:pt x="4161" y="243"/>
                </a:lnTo>
                <a:lnTo>
                  <a:pt x="4160" y="243"/>
                </a:lnTo>
                <a:lnTo>
                  <a:pt x="4159" y="242"/>
                </a:lnTo>
                <a:lnTo>
                  <a:pt x="4158" y="242"/>
                </a:lnTo>
                <a:lnTo>
                  <a:pt x="4157" y="241"/>
                </a:lnTo>
                <a:lnTo>
                  <a:pt x="4156" y="241"/>
                </a:lnTo>
                <a:lnTo>
                  <a:pt x="4155" y="240"/>
                </a:lnTo>
                <a:lnTo>
                  <a:pt x="4154" y="240"/>
                </a:lnTo>
                <a:lnTo>
                  <a:pt x="4153" y="239"/>
                </a:lnTo>
                <a:lnTo>
                  <a:pt x="4152" y="239"/>
                </a:lnTo>
                <a:lnTo>
                  <a:pt x="4151" y="238"/>
                </a:lnTo>
                <a:lnTo>
                  <a:pt x="4150" y="238"/>
                </a:lnTo>
                <a:lnTo>
                  <a:pt x="4149" y="237"/>
                </a:lnTo>
                <a:lnTo>
                  <a:pt x="4148" y="237"/>
                </a:lnTo>
                <a:lnTo>
                  <a:pt x="4147" y="236"/>
                </a:lnTo>
                <a:lnTo>
                  <a:pt x="4146" y="236"/>
                </a:lnTo>
                <a:lnTo>
                  <a:pt x="4146" y="235"/>
                </a:lnTo>
                <a:lnTo>
                  <a:pt x="4145" y="235"/>
                </a:lnTo>
                <a:lnTo>
                  <a:pt x="4144" y="235"/>
                </a:lnTo>
                <a:lnTo>
                  <a:pt x="4144" y="234"/>
                </a:lnTo>
                <a:lnTo>
                  <a:pt x="4143" y="234"/>
                </a:lnTo>
                <a:lnTo>
                  <a:pt x="4142" y="234"/>
                </a:lnTo>
                <a:lnTo>
                  <a:pt x="4141" y="233"/>
                </a:lnTo>
                <a:lnTo>
                  <a:pt x="4140" y="233"/>
                </a:lnTo>
                <a:lnTo>
                  <a:pt x="4140" y="232"/>
                </a:lnTo>
                <a:lnTo>
                  <a:pt x="4139" y="232"/>
                </a:lnTo>
                <a:lnTo>
                  <a:pt x="4138" y="232"/>
                </a:lnTo>
                <a:lnTo>
                  <a:pt x="4138" y="231"/>
                </a:lnTo>
                <a:lnTo>
                  <a:pt x="4137" y="231"/>
                </a:lnTo>
                <a:lnTo>
                  <a:pt x="4136" y="231"/>
                </a:lnTo>
                <a:lnTo>
                  <a:pt x="4136" y="230"/>
                </a:lnTo>
                <a:lnTo>
                  <a:pt x="4135" y="230"/>
                </a:lnTo>
                <a:lnTo>
                  <a:pt x="4134" y="230"/>
                </a:lnTo>
                <a:lnTo>
                  <a:pt x="4134" y="229"/>
                </a:lnTo>
                <a:lnTo>
                  <a:pt x="4133" y="229"/>
                </a:lnTo>
                <a:lnTo>
                  <a:pt x="4132" y="228"/>
                </a:lnTo>
                <a:lnTo>
                  <a:pt x="4131" y="228"/>
                </a:lnTo>
                <a:lnTo>
                  <a:pt x="4130" y="228"/>
                </a:lnTo>
                <a:lnTo>
                  <a:pt x="4130" y="227"/>
                </a:lnTo>
                <a:lnTo>
                  <a:pt x="4129" y="227"/>
                </a:lnTo>
                <a:lnTo>
                  <a:pt x="4128" y="227"/>
                </a:lnTo>
                <a:lnTo>
                  <a:pt x="4128" y="226"/>
                </a:lnTo>
                <a:lnTo>
                  <a:pt x="4127" y="226"/>
                </a:lnTo>
                <a:lnTo>
                  <a:pt x="4126" y="225"/>
                </a:lnTo>
                <a:lnTo>
                  <a:pt x="4125" y="225"/>
                </a:lnTo>
                <a:lnTo>
                  <a:pt x="4124" y="225"/>
                </a:lnTo>
                <a:lnTo>
                  <a:pt x="4124" y="224"/>
                </a:lnTo>
                <a:lnTo>
                  <a:pt x="4123" y="224"/>
                </a:lnTo>
                <a:lnTo>
                  <a:pt x="4122" y="223"/>
                </a:lnTo>
                <a:lnTo>
                  <a:pt x="4121" y="223"/>
                </a:lnTo>
                <a:lnTo>
                  <a:pt x="4120" y="222"/>
                </a:lnTo>
                <a:lnTo>
                  <a:pt x="4119" y="222"/>
                </a:lnTo>
                <a:lnTo>
                  <a:pt x="4118" y="221"/>
                </a:lnTo>
                <a:lnTo>
                  <a:pt x="4117" y="221"/>
                </a:lnTo>
                <a:lnTo>
                  <a:pt x="4116" y="220"/>
                </a:lnTo>
                <a:lnTo>
                  <a:pt x="4115" y="220"/>
                </a:lnTo>
                <a:lnTo>
                  <a:pt x="4114" y="219"/>
                </a:lnTo>
                <a:lnTo>
                  <a:pt x="4113" y="219"/>
                </a:lnTo>
                <a:lnTo>
                  <a:pt x="4113" y="218"/>
                </a:lnTo>
                <a:lnTo>
                  <a:pt x="4112" y="218"/>
                </a:lnTo>
                <a:lnTo>
                  <a:pt x="4111" y="218"/>
                </a:lnTo>
                <a:lnTo>
                  <a:pt x="4110" y="217"/>
                </a:lnTo>
                <a:lnTo>
                  <a:pt x="4109" y="217"/>
                </a:lnTo>
                <a:lnTo>
                  <a:pt x="4108" y="216"/>
                </a:lnTo>
                <a:lnTo>
                  <a:pt x="4107" y="216"/>
                </a:lnTo>
                <a:lnTo>
                  <a:pt x="4107" y="215"/>
                </a:lnTo>
                <a:lnTo>
                  <a:pt x="4106" y="215"/>
                </a:lnTo>
                <a:lnTo>
                  <a:pt x="4105" y="215"/>
                </a:lnTo>
                <a:lnTo>
                  <a:pt x="4104" y="214"/>
                </a:lnTo>
                <a:lnTo>
                  <a:pt x="4103" y="214"/>
                </a:lnTo>
                <a:lnTo>
                  <a:pt x="4103" y="213"/>
                </a:lnTo>
                <a:lnTo>
                  <a:pt x="4102" y="213"/>
                </a:lnTo>
                <a:lnTo>
                  <a:pt x="4101" y="213"/>
                </a:lnTo>
                <a:lnTo>
                  <a:pt x="4101" y="212"/>
                </a:lnTo>
                <a:lnTo>
                  <a:pt x="4100" y="212"/>
                </a:lnTo>
                <a:lnTo>
                  <a:pt x="4099" y="223"/>
                </a:lnTo>
                <a:lnTo>
                  <a:pt x="4098" y="223"/>
                </a:lnTo>
                <a:lnTo>
                  <a:pt x="4097" y="222"/>
                </a:lnTo>
                <a:lnTo>
                  <a:pt x="4096" y="222"/>
                </a:lnTo>
                <a:lnTo>
                  <a:pt x="4096" y="221"/>
                </a:lnTo>
                <a:lnTo>
                  <a:pt x="4095" y="221"/>
                </a:lnTo>
                <a:lnTo>
                  <a:pt x="4094" y="221"/>
                </a:lnTo>
                <a:lnTo>
                  <a:pt x="4094" y="220"/>
                </a:lnTo>
                <a:lnTo>
                  <a:pt x="4093" y="220"/>
                </a:lnTo>
                <a:lnTo>
                  <a:pt x="4092" y="220"/>
                </a:lnTo>
                <a:lnTo>
                  <a:pt x="4091" y="219"/>
                </a:lnTo>
                <a:lnTo>
                  <a:pt x="4090" y="219"/>
                </a:lnTo>
                <a:lnTo>
                  <a:pt x="4090" y="218"/>
                </a:lnTo>
                <a:lnTo>
                  <a:pt x="4089" y="218"/>
                </a:lnTo>
                <a:lnTo>
                  <a:pt x="4088" y="217"/>
                </a:lnTo>
                <a:lnTo>
                  <a:pt x="4087" y="217"/>
                </a:lnTo>
                <a:lnTo>
                  <a:pt x="4086" y="217"/>
                </a:lnTo>
                <a:lnTo>
                  <a:pt x="4086" y="216"/>
                </a:lnTo>
                <a:lnTo>
                  <a:pt x="4085" y="216"/>
                </a:lnTo>
                <a:lnTo>
                  <a:pt x="4084" y="216"/>
                </a:lnTo>
                <a:lnTo>
                  <a:pt x="4084" y="215"/>
                </a:lnTo>
                <a:lnTo>
                  <a:pt x="4083" y="215"/>
                </a:lnTo>
                <a:lnTo>
                  <a:pt x="4082" y="214"/>
                </a:lnTo>
                <a:lnTo>
                  <a:pt x="4081" y="214"/>
                </a:lnTo>
                <a:lnTo>
                  <a:pt x="4080" y="214"/>
                </a:lnTo>
                <a:lnTo>
                  <a:pt x="4080" y="213"/>
                </a:lnTo>
                <a:lnTo>
                  <a:pt x="4079" y="213"/>
                </a:lnTo>
                <a:lnTo>
                  <a:pt x="4078" y="212"/>
                </a:lnTo>
                <a:lnTo>
                  <a:pt x="4077" y="212"/>
                </a:lnTo>
                <a:lnTo>
                  <a:pt x="4077" y="224"/>
                </a:lnTo>
                <a:lnTo>
                  <a:pt x="4076" y="223"/>
                </a:lnTo>
                <a:lnTo>
                  <a:pt x="4075" y="223"/>
                </a:lnTo>
                <a:lnTo>
                  <a:pt x="4074" y="222"/>
                </a:lnTo>
                <a:lnTo>
                  <a:pt x="4073" y="222"/>
                </a:lnTo>
                <a:lnTo>
                  <a:pt x="4073" y="221"/>
                </a:lnTo>
                <a:lnTo>
                  <a:pt x="4072" y="221"/>
                </a:lnTo>
                <a:lnTo>
                  <a:pt x="4071" y="221"/>
                </a:lnTo>
                <a:lnTo>
                  <a:pt x="4071" y="220"/>
                </a:lnTo>
                <a:lnTo>
                  <a:pt x="4070" y="220"/>
                </a:lnTo>
                <a:lnTo>
                  <a:pt x="4069" y="220"/>
                </a:lnTo>
                <a:lnTo>
                  <a:pt x="4069" y="219"/>
                </a:lnTo>
                <a:lnTo>
                  <a:pt x="4068" y="219"/>
                </a:lnTo>
                <a:lnTo>
                  <a:pt x="4067" y="219"/>
                </a:lnTo>
                <a:lnTo>
                  <a:pt x="4067" y="218"/>
                </a:lnTo>
                <a:lnTo>
                  <a:pt x="4066" y="218"/>
                </a:lnTo>
                <a:lnTo>
                  <a:pt x="4065" y="217"/>
                </a:lnTo>
                <a:lnTo>
                  <a:pt x="4064" y="217"/>
                </a:lnTo>
                <a:lnTo>
                  <a:pt x="4063" y="217"/>
                </a:lnTo>
                <a:lnTo>
                  <a:pt x="4063" y="216"/>
                </a:lnTo>
                <a:lnTo>
                  <a:pt x="4062" y="216"/>
                </a:lnTo>
                <a:lnTo>
                  <a:pt x="4061" y="216"/>
                </a:lnTo>
                <a:lnTo>
                  <a:pt x="4061" y="215"/>
                </a:lnTo>
                <a:lnTo>
                  <a:pt x="4060" y="215"/>
                </a:lnTo>
                <a:lnTo>
                  <a:pt x="4059" y="214"/>
                </a:lnTo>
                <a:lnTo>
                  <a:pt x="4058" y="214"/>
                </a:lnTo>
                <a:lnTo>
                  <a:pt x="4057" y="214"/>
                </a:lnTo>
                <a:lnTo>
                  <a:pt x="4057" y="213"/>
                </a:lnTo>
                <a:lnTo>
                  <a:pt x="4056" y="213"/>
                </a:lnTo>
                <a:lnTo>
                  <a:pt x="4055" y="212"/>
                </a:lnTo>
                <a:lnTo>
                  <a:pt x="4054" y="212"/>
                </a:lnTo>
                <a:lnTo>
                  <a:pt x="4053" y="211"/>
                </a:lnTo>
                <a:lnTo>
                  <a:pt x="4052" y="211"/>
                </a:lnTo>
                <a:lnTo>
                  <a:pt x="4051" y="211"/>
                </a:lnTo>
                <a:lnTo>
                  <a:pt x="4051" y="210"/>
                </a:lnTo>
                <a:lnTo>
                  <a:pt x="4050" y="210"/>
                </a:lnTo>
                <a:lnTo>
                  <a:pt x="4049" y="209"/>
                </a:lnTo>
                <a:lnTo>
                  <a:pt x="4048" y="209"/>
                </a:lnTo>
                <a:lnTo>
                  <a:pt x="4047" y="208"/>
                </a:lnTo>
                <a:lnTo>
                  <a:pt x="4046" y="208"/>
                </a:lnTo>
                <a:lnTo>
                  <a:pt x="4046" y="207"/>
                </a:lnTo>
                <a:lnTo>
                  <a:pt x="4045" y="207"/>
                </a:lnTo>
                <a:lnTo>
                  <a:pt x="4044" y="207"/>
                </a:lnTo>
                <a:lnTo>
                  <a:pt x="4043" y="206"/>
                </a:lnTo>
                <a:lnTo>
                  <a:pt x="4042" y="206"/>
                </a:lnTo>
                <a:lnTo>
                  <a:pt x="4042" y="205"/>
                </a:lnTo>
                <a:lnTo>
                  <a:pt x="4041" y="205"/>
                </a:lnTo>
                <a:lnTo>
                  <a:pt x="4040" y="205"/>
                </a:lnTo>
                <a:lnTo>
                  <a:pt x="4040" y="204"/>
                </a:lnTo>
                <a:lnTo>
                  <a:pt x="4039" y="204"/>
                </a:lnTo>
                <a:lnTo>
                  <a:pt x="4038" y="204"/>
                </a:lnTo>
                <a:lnTo>
                  <a:pt x="4037" y="203"/>
                </a:lnTo>
                <a:lnTo>
                  <a:pt x="4036" y="203"/>
                </a:lnTo>
                <a:lnTo>
                  <a:pt x="4036" y="214"/>
                </a:lnTo>
                <a:lnTo>
                  <a:pt x="4035" y="214"/>
                </a:lnTo>
                <a:lnTo>
                  <a:pt x="4034" y="214"/>
                </a:lnTo>
                <a:lnTo>
                  <a:pt x="4033" y="213"/>
                </a:lnTo>
                <a:lnTo>
                  <a:pt x="4032" y="213"/>
                </a:lnTo>
                <a:lnTo>
                  <a:pt x="4032" y="212"/>
                </a:lnTo>
                <a:lnTo>
                  <a:pt x="4031" y="212"/>
                </a:lnTo>
                <a:lnTo>
                  <a:pt x="4030" y="212"/>
                </a:lnTo>
                <a:lnTo>
                  <a:pt x="4030" y="211"/>
                </a:lnTo>
                <a:lnTo>
                  <a:pt x="4029" y="211"/>
                </a:lnTo>
                <a:lnTo>
                  <a:pt x="4028" y="210"/>
                </a:lnTo>
                <a:lnTo>
                  <a:pt x="4027" y="210"/>
                </a:lnTo>
                <a:lnTo>
                  <a:pt x="4026" y="210"/>
                </a:lnTo>
                <a:lnTo>
                  <a:pt x="4026" y="209"/>
                </a:lnTo>
                <a:lnTo>
                  <a:pt x="4025" y="209"/>
                </a:lnTo>
                <a:lnTo>
                  <a:pt x="4024" y="209"/>
                </a:lnTo>
                <a:lnTo>
                  <a:pt x="4024" y="208"/>
                </a:lnTo>
                <a:lnTo>
                  <a:pt x="4023" y="208"/>
                </a:lnTo>
                <a:lnTo>
                  <a:pt x="4022" y="207"/>
                </a:lnTo>
                <a:lnTo>
                  <a:pt x="4021" y="207"/>
                </a:lnTo>
                <a:lnTo>
                  <a:pt x="4020" y="207"/>
                </a:lnTo>
                <a:lnTo>
                  <a:pt x="4020" y="206"/>
                </a:lnTo>
                <a:lnTo>
                  <a:pt x="4019" y="206"/>
                </a:lnTo>
                <a:lnTo>
                  <a:pt x="4018" y="205"/>
                </a:lnTo>
                <a:lnTo>
                  <a:pt x="4017" y="205"/>
                </a:lnTo>
                <a:lnTo>
                  <a:pt x="4016" y="204"/>
                </a:lnTo>
                <a:lnTo>
                  <a:pt x="4015" y="204"/>
                </a:lnTo>
                <a:lnTo>
                  <a:pt x="4014" y="204"/>
                </a:lnTo>
                <a:lnTo>
                  <a:pt x="4014" y="203"/>
                </a:lnTo>
                <a:lnTo>
                  <a:pt x="4013" y="203"/>
                </a:lnTo>
                <a:lnTo>
                  <a:pt x="4012" y="202"/>
                </a:lnTo>
                <a:lnTo>
                  <a:pt x="4011" y="202"/>
                </a:lnTo>
                <a:lnTo>
                  <a:pt x="4010" y="201"/>
                </a:lnTo>
                <a:lnTo>
                  <a:pt x="4009" y="201"/>
                </a:lnTo>
                <a:lnTo>
                  <a:pt x="4008" y="200"/>
                </a:lnTo>
                <a:lnTo>
                  <a:pt x="4007" y="200"/>
                </a:lnTo>
                <a:lnTo>
                  <a:pt x="4006" y="199"/>
                </a:lnTo>
                <a:lnTo>
                  <a:pt x="4005" y="199"/>
                </a:lnTo>
                <a:lnTo>
                  <a:pt x="4004" y="198"/>
                </a:lnTo>
                <a:lnTo>
                  <a:pt x="4003" y="198"/>
                </a:lnTo>
                <a:lnTo>
                  <a:pt x="4003" y="197"/>
                </a:lnTo>
                <a:lnTo>
                  <a:pt x="4002" y="197"/>
                </a:lnTo>
                <a:lnTo>
                  <a:pt x="4001" y="197"/>
                </a:lnTo>
                <a:lnTo>
                  <a:pt x="4000" y="196"/>
                </a:lnTo>
                <a:lnTo>
                  <a:pt x="3999" y="196"/>
                </a:lnTo>
                <a:lnTo>
                  <a:pt x="3999" y="195"/>
                </a:lnTo>
                <a:lnTo>
                  <a:pt x="3998" y="195"/>
                </a:lnTo>
                <a:lnTo>
                  <a:pt x="3997" y="195"/>
                </a:lnTo>
                <a:lnTo>
                  <a:pt x="3997" y="194"/>
                </a:lnTo>
                <a:lnTo>
                  <a:pt x="3996" y="194"/>
                </a:lnTo>
                <a:lnTo>
                  <a:pt x="3995" y="194"/>
                </a:lnTo>
                <a:lnTo>
                  <a:pt x="3994" y="193"/>
                </a:lnTo>
                <a:lnTo>
                  <a:pt x="3993" y="193"/>
                </a:lnTo>
                <a:lnTo>
                  <a:pt x="3993" y="192"/>
                </a:lnTo>
                <a:lnTo>
                  <a:pt x="3992" y="192"/>
                </a:lnTo>
                <a:lnTo>
                  <a:pt x="3991" y="191"/>
                </a:lnTo>
                <a:lnTo>
                  <a:pt x="3990" y="191"/>
                </a:lnTo>
                <a:lnTo>
                  <a:pt x="3989" y="191"/>
                </a:lnTo>
                <a:lnTo>
                  <a:pt x="3989" y="190"/>
                </a:lnTo>
                <a:lnTo>
                  <a:pt x="3988" y="190"/>
                </a:lnTo>
                <a:lnTo>
                  <a:pt x="3987" y="190"/>
                </a:lnTo>
                <a:lnTo>
                  <a:pt x="3987" y="189"/>
                </a:lnTo>
                <a:lnTo>
                  <a:pt x="3986" y="189"/>
                </a:lnTo>
                <a:lnTo>
                  <a:pt x="3985" y="188"/>
                </a:lnTo>
                <a:lnTo>
                  <a:pt x="3984" y="188"/>
                </a:lnTo>
                <a:lnTo>
                  <a:pt x="3983" y="188"/>
                </a:lnTo>
                <a:lnTo>
                  <a:pt x="3983" y="187"/>
                </a:lnTo>
                <a:lnTo>
                  <a:pt x="3982" y="187"/>
                </a:lnTo>
                <a:lnTo>
                  <a:pt x="3981" y="186"/>
                </a:lnTo>
                <a:lnTo>
                  <a:pt x="3980" y="186"/>
                </a:lnTo>
                <a:lnTo>
                  <a:pt x="3979" y="185"/>
                </a:lnTo>
                <a:lnTo>
                  <a:pt x="3978" y="185"/>
                </a:lnTo>
                <a:lnTo>
                  <a:pt x="3977" y="184"/>
                </a:lnTo>
                <a:lnTo>
                  <a:pt x="3976" y="184"/>
                </a:lnTo>
                <a:lnTo>
                  <a:pt x="3975" y="183"/>
                </a:lnTo>
                <a:lnTo>
                  <a:pt x="3974" y="183"/>
                </a:lnTo>
                <a:lnTo>
                  <a:pt x="3973" y="182"/>
                </a:lnTo>
                <a:lnTo>
                  <a:pt x="3972" y="182"/>
                </a:lnTo>
                <a:lnTo>
                  <a:pt x="3972" y="181"/>
                </a:lnTo>
                <a:lnTo>
                  <a:pt x="3971" y="181"/>
                </a:lnTo>
                <a:lnTo>
                  <a:pt x="3970" y="181"/>
                </a:lnTo>
                <a:lnTo>
                  <a:pt x="3969" y="180"/>
                </a:lnTo>
                <a:lnTo>
                  <a:pt x="3968" y="180"/>
                </a:lnTo>
                <a:lnTo>
                  <a:pt x="3967" y="179"/>
                </a:lnTo>
                <a:lnTo>
                  <a:pt x="3966" y="179"/>
                </a:lnTo>
                <a:lnTo>
                  <a:pt x="3966" y="178"/>
                </a:lnTo>
                <a:lnTo>
                  <a:pt x="3965" y="178"/>
                </a:lnTo>
                <a:lnTo>
                  <a:pt x="3964" y="178"/>
                </a:lnTo>
                <a:lnTo>
                  <a:pt x="3963" y="177"/>
                </a:lnTo>
                <a:lnTo>
                  <a:pt x="3962" y="177"/>
                </a:lnTo>
                <a:lnTo>
                  <a:pt x="3962" y="176"/>
                </a:lnTo>
                <a:lnTo>
                  <a:pt x="3961" y="176"/>
                </a:lnTo>
                <a:lnTo>
                  <a:pt x="3960" y="176"/>
                </a:lnTo>
                <a:lnTo>
                  <a:pt x="3960" y="175"/>
                </a:lnTo>
                <a:lnTo>
                  <a:pt x="3959" y="175"/>
                </a:lnTo>
                <a:lnTo>
                  <a:pt x="3958" y="175"/>
                </a:lnTo>
                <a:lnTo>
                  <a:pt x="3957" y="174"/>
                </a:lnTo>
                <a:lnTo>
                  <a:pt x="3956" y="174"/>
                </a:lnTo>
                <a:lnTo>
                  <a:pt x="3956" y="173"/>
                </a:lnTo>
                <a:lnTo>
                  <a:pt x="3955" y="173"/>
                </a:lnTo>
                <a:lnTo>
                  <a:pt x="3954" y="172"/>
                </a:lnTo>
                <a:lnTo>
                  <a:pt x="3953" y="172"/>
                </a:lnTo>
                <a:lnTo>
                  <a:pt x="3952" y="172"/>
                </a:lnTo>
                <a:lnTo>
                  <a:pt x="3952" y="171"/>
                </a:lnTo>
                <a:lnTo>
                  <a:pt x="3951" y="171"/>
                </a:lnTo>
                <a:lnTo>
                  <a:pt x="3950" y="171"/>
                </a:lnTo>
                <a:lnTo>
                  <a:pt x="3950" y="170"/>
                </a:lnTo>
                <a:lnTo>
                  <a:pt x="3949" y="170"/>
                </a:lnTo>
                <a:lnTo>
                  <a:pt x="3948" y="169"/>
                </a:lnTo>
                <a:lnTo>
                  <a:pt x="3947" y="169"/>
                </a:lnTo>
                <a:lnTo>
                  <a:pt x="3946" y="168"/>
                </a:lnTo>
                <a:lnTo>
                  <a:pt x="3945" y="168"/>
                </a:lnTo>
                <a:lnTo>
                  <a:pt x="3944" y="167"/>
                </a:lnTo>
                <a:lnTo>
                  <a:pt x="3943" y="167"/>
                </a:lnTo>
                <a:lnTo>
                  <a:pt x="3942" y="166"/>
                </a:lnTo>
                <a:lnTo>
                  <a:pt x="3941" y="166"/>
                </a:lnTo>
                <a:lnTo>
                  <a:pt x="3940" y="165"/>
                </a:lnTo>
                <a:lnTo>
                  <a:pt x="3939" y="165"/>
                </a:lnTo>
                <a:lnTo>
                  <a:pt x="3938" y="164"/>
                </a:lnTo>
                <a:lnTo>
                  <a:pt x="3937" y="164"/>
                </a:lnTo>
                <a:lnTo>
                  <a:pt x="3936" y="163"/>
                </a:lnTo>
                <a:lnTo>
                  <a:pt x="3935" y="163"/>
                </a:lnTo>
                <a:lnTo>
                  <a:pt x="3935" y="162"/>
                </a:lnTo>
                <a:lnTo>
                  <a:pt x="3934" y="162"/>
                </a:lnTo>
                <a:lnTo>
                  <a:pt x="3933" y="162"/>
                </a:lnTo>
                <a:lnTo>
                  <a:pt x="3932" y="161"/>
                </a:lnTo>
                <a:lnTo>
                  <a:pt x="3931" y="161"/>
                </a:lnTo>
                <a:lnTo>
                  <a:pt x="3930" y="160"/>
                </a:lnTo>
                <a:lnTo>
                  <a:pt x="3929" y="160"/>
                </a:lnTo>
                <a:lnTo>
                  <a:pt x="3929" y="159"/>
                </a:lnTo>
                <a:lnTo>
                  <a:pt x="3928" y="159"/>
                </a:lnTo>
                <a:lnTo>
                  <a:pt x="3927" y="159"/>
                </a:lnTo>
                <a:lnTo>
                  <a:pt x="3926" y="158"/>
                </a:lnTo>
                <a:lnTo>
                  <a:pt x="3925" y="158"/>
                </a:lnTo>
                <a:lnTo>
                  <a:pt x="3925" y="157"/>
                </a:lnTo>
                <a:lnTo>
                  <a:pt x="3924" y="157"/>
                </a:lnTo>
                <a:lnTo>
                  <a:pt x="3923" y="157"/>
                </a:lnTo>
                <a:lnTo>
                  <a:pt x="3923" y="156"/>
                </a:lnTo>
                <a:lnTo>
                  <a:pt x="3922" y="156"/>
                </a:lnTo>
                <a:lnTo>
                  <a:pt x="3921" y="155"/>
                </a:lnTo>
                <a:lnTo>
                  <a:pt x="3920" y="155"/>
                </a:lnTo>
                <a:lnTo>
                  <a:pt x="3919" y="155"/>
                </a:lnTo>
                <a:lnTo>
                  <a:pt x="3919" y="154"/>
                </a:lnTo>
                <a:lnTo>
                  <a:pt x="3918" y="154"/>
                </a:lnTo>
                <a:lnTo>
                  <a:pt x="3917" y="154"/>
                </a:lnTo>
                <a:lnTo>
                  <a:pt x="3917" y="153"/>
                </a:lnTo>
                <a:lnTo>
                  <a:pt x="3916" y="153"/>
                </a:lnTo>
                <a:lnTo>
                  <a:pt x="3915" y="152"/>
                </a:lnTo>
                <a:lnTo>
                  <a:pt x="3914" y="152"/>
                </a:lnTo>
                <a:lnTo>
                  <a:pt x="3913" y="152"/>
                </a:lnTo>
                <a:lnTo>
                  <a:pt x="3913" y="151"/>
                </a:lnTo>
                <a:lnTo>
                  <a:pt x="3912" y="151"/>
                </a:lnTo>
                <a:lnTo>
                  <a:pt x="3911" y="150"/>
                </a:lnTo>
                <a:lnTo>
                  <a:pt x="3910" y="150"/>
                </a:lnTo>
                <a:lnTo>
                  <a:pt x="3909" y="149"/>
                </a:lnTo>
                <a:lnTo>
                  <a:pt x="3908" y="149"/>
                </a:lnTo>
                <a:lnTo>
                  <a:pt x="3907" y="148"/>
                </a:lnTo>
                <a:lnTo>
                  <a:pt x="3906" y="148"/>
                </a:lnTo>
                <a:lnTo>
                  <a:pt x="3905" y="147"/>
                </a:lnTo>
                <a:lnTo>
                  <a:pt x="3904" y="147"/>
                </a:lnTo>
                <a:lnTo>
                  <a:pt x="3903" y="146"/>
                </a:lnTo>
                <a:lnTo>
                  <a:pt x="3902" y="146"/>
                </a:lnTo>
                <a:lnTo>
                  <a:pt x="3901" y="145"/>
                </a:lnTo>
                <a:lnTo>
                  <a:pt x="3900" y="145"/>
                </a:lnTo>
                <a:lnTo>
                  <a:pt x="3899" y="144"/>
                </a:lnTo>
                <a:lnTo>
                  <a:pt x="3898" y="144"/>
                </a:lnTo>
                <a:lnTo>
                  <a:pt x="3898" y="143"/>
                </a:lnTo>
                <a:lnTo>
                  <a:pt x="3897" y="143"/>
                </a:lnTo>
                <a:lnTo>
                  <a:pt x="3896" y="143"/>
                </a:lnTo>
                <a:lnTo>
                  <a:pt x="3896" y="142"/>
                </a:lnTo>
                <a:lnTo>
                  <a:pt x="3895" y="142"/>
                </a:lnTo>
                <a:lnTo>
                  <a:pt x="3894" y="142"/>
                </a:lnTo>
                <a:lnTo>
                  <a:pt x="3893" y="141"/>
                </a:lnTo>
                <a:lnTo>
                  <a:pt x="3892" y="141"/>
                </a:lnTo>
                <a:lnTo>
                  <a:pt x="3892" y="140"/>
                </a:lnTo>
                <a:lnTo>
                  <a:pt x="3891" y="140"/>
                </a:lnTo>
                <a:lnTo>
                  <a:pt x="3890" y="140"/>
                </a:lnTo>
                <a:lnTo>
                  <a:pt x="3890" y="139"/>
                </a:lnTo>
                <a:lnTo>
                  <a:pt x="3889" y="139"/>
                </a:lnTo>
                <a:lnTo>
                  <a:pt x="3888" y="139"/>
                </a:lnTo>
                <a:lnTo>
                  <a:pt x="3888" y="138"/>
                </a:lnTo>
                <a:lnTo>
                  <a:pt x="3887" y="138"/>
                </a:lnTo>
                <a:lnTo>
                  <a:pt x="3886" y="138"/>
                </a:lnTo>
                <a:lnTo>
                  <a:pt x="3886" y="137"/>
                </a:lnTo>
                <a:lnTo>
                  <a:pt x="3885" y="137"/>
                </a:lnTo>
                <a:lnTo>
                  <a:pt x="3884" y="136"/>
                </a:lnTo>
                <a:lnTo>
                  <a:pt x="3883" y="136"/>
                </a:lnTo>
                <a:lnTo>
                  <a:pt x="3882" y="136"/>
                </a:lnTo>
                <a:lnTo>
                  <a:pt x="3882" y="135"/>
                </a:lnTo>
                <a:lnTo>
                  <a:pt x="3881" y="135"/>
                </a:lnTo>
                <a:lnTo>
                  <a:pt x="3880" y="135"/>
                </a:lnTo>
                <a:lnTo>
                  <a:pt x="3880" y="134"/>
                </a:lnTo>
                <a:lnTo>
                  <a:pt x="3879" y="134"/>
                </a:lnTo>
                <a:lnTo>
                  <a:pt x="3878" y="133"/>
                </a:lnTo>
                <a:lnTo>
                  <a:pt x="3877" y="133"/>
                </a:lnTo>
                <a:lnTo>
                  <a:pt x="3876" y="133"/>
                </a:lnTo>
                <a:lnTo>
                  <a:pt x="3876" y="132"/>
                </a:lnTo>
                <a:lnTo>
                  <a:pt x="3875" y="132"/>
                </a:lnTo>
                <a:lnTo>
                  <a:pt x="3874" y="131"/>
                </a:lnTo>
                <a:lnTo>
                  <a:pt x="3873" y="131"/>
                </a:lnTo>
                <a:lnTo>
                  <a:pt x="3872" y="130"/>
                </a:lnTo>
                <a:lnTo>
                  <a:pt x="3871" y="130"/>
                </a:lnTo>
                <a:lnTo>
                  <a:pt x="3870" y="129"/>
                </a:lnTo>
                <a:lnTo>
                  <a:pt x="3869" y="129"/>
                </a:lnTo>
                <a:lnTo>
                  <a:pt x="3868" y="128"/>
                </a:lnTo>
                <a:lnTo>
                  <a:pt x="3867" y="128"/>
                </a:lnTo>
                <a:lnTo>
                  <a:pt x="3866" y="127"/>
                </a:lnTo>
                <a:lnTo>
                  <a:pt x="3865" y="127"/>
                </a:lnTo>
                <a:lnTo>
                  <a:pt x="3865" y="126"/>
                </a:lnTo>
                <a:lnTo>
                  <a:pt x="3864" y="126"/>
                </a:lnTo>
                <a:lnTo>
                  <a:pt x="3863" y="126"/>
                </a:lnTo>
                <a:lnTo>
                  <a:pt x="3862" y="125"/>
                </a:lnTo>
                <a:lnTo>
                  <a:pt x="3861" y="125"/>
                </a:lnTo>
                <a:lnTo>
                  <a:pt x="3860" y="124"/>
                </a:lnTo>
                <a:lnTo>
                  <a:pt x="3859" y="124"/>
                </a:lnTo>
                <a:lnTo>
                  <a:pt x="3859" y="123"/>
                </a:lnTo>
                <a:lnTo>
                  <a:pt x="3858" y="123"/>
                </a:lnTo>
                <a:lnTo>
                  <a:pt x="3857" y="136"/>
                </a:lnTo>
                <a:lnTo>
                  <a:pt x="3856" y="135"/>
                </a:lnTo>
                <a:lnTo>
                  <a:pt x="3855" y="135"/>
                </a:lnTo>
                <a:lnTo>
                  <a:pt x="3855" y="134"/>
                </a:lnTo>
                <a:lnTo>
                  <a:pt x="3854" y="134"/>
                </a:lnTo>
                <a:lnTo>
                  <a:pt x="3853" y="134"/>
                </a:lnTo>
                <a:lnTo>
                  <a:pt x="3853" y="133"/>
                </a:lnTo>
                <a:lnTo>
                  <a:pt x="3852" y="133"/>
                </a:lnTo>
                <a:lnTo>
                  <a:pt x="3851" y="133"/>
                </a:lnTo>
                <a:lnTo>
                  <a:pt x="3851" y="132"/>
                </a:lnTo>
                <a:lnTo>
                  <a:pt x="3850" y="132"/>
                </a:lnTo>
                <a:lnTo>
                  <a:pt x="3849" y="132"/>
                </a:lnTo>
                <a:lnTo>
                  <a:pt x="3849" y="131"/>
                </a:lnTo>
                <a:lnTo>
                  <a:pt x="3848" y="131"/>
                </a:lnTo>
                <a:lnTo>
                  <a:pt x="3848" y="144"/>
                </a:lnTo>
                <a:lnTo>
                  <a:pt x="3847" y="144"/>
                </a:lnTo>
                <a:lnTo>
                  <a:pt x="3846" y="143"/>
                </a:lnTo>
                <a:lnTo>
                  <a:pt x="3845" y="143"/>
                </a:lnTo>
                <a:lnTo>
                  <a:pt x="3845" y="142"/>
                </a:lnTo>
                <a:lnTo>
                  <a:pt x="3844" y="142"/>
                </a:lnTo>
                <a:lnTo>
                  <a:pt x="3843" y="142"/>
                </a:lnTo>
                <a:lnTo>
                  <a:pt x="3843" y="141"/>
                </a:lnTo>
                <a:lnTo>
                  <a:pt x="3842" y="141"/>
                </a:lnTo>
                <a:lnTo>
                  <a:pt x="3841" y="141"/>
                </a:lnTo>
                <a:lnTo>
                  <a:pt x="3841" y="140"/>
                </a:lnTo>
                <a:lnTo>
                  <a:pt x="3840" y="140"/>
                </a:lnTo>
                <a:lnTo>
                  <a:pt x="3839" y="140"/>
                </a:lnTo>
                <a:lnTo>
                  <a:pt x="3839" y="139"/>
                </a:lnTo>
                <a:lnTo>
                  <a:pt x="3838" y="139"/>
                </a:lnTo>
                <a:lnTo>
                  <a:pt x="3837" y="138"/>
                </a:lnTo>
                <a:lnTo>
                  <a:pt x="3836" y="138"/>
                </a:lnTo>
                <a:lnTo>
                  <a:pt x="3835" y="138"/>
                </a:lnTo>
                <a:lnTo>
                  <a:pt x="3835" y="137"/>
                </a:lnTo>
                <a:lnTo>
                  <a:pt x="3834" y="137"/>
                </a:lnTo>
                <a:lnTo>
                  <a:pt x="3833" y="137"/>
                </a:lnTo>
                <a:lnTo>
                  <a:pt x="3833" y="136"/>
                </a:lnTo>
                <a:lnTo>
                  <a:pt x="3832" y="136"/>
                </a:lnTo>
                <a:lnTo>
                  <a:pt x="3831" y="135"/>
                </a:lnTo>
                <a:lnTo>
                  <a:pt x="3830" y="135"/>
                </a:lnTo>
                <a:lnTo>
                  <a:pt x="3829" y="134"/>
                </a:lnTo>
                <a:lnTo>
                  <a:pt x="3828" y="134"/>
                </a:lnTo>
                <a:lnTo>
                  <a:pt x="3827" y="133"/>
                </a:lnTo>
                <a:lnTo>
                  <a:pt x="3826" y="133"/>
                </a:lnTo>
                <a:lnTo>
                  <a:pt x="3825" y="132"/>
                </a:lnTo>
                <a:lnTo>
                  <a:pt x="3824" y="132"/>
                </a:lnTo>
                <a:lnTo>
                  <a:pt x="3823" y="131"/>
                </a:lnTo>
                <a:lnTo>
                  <a:pt x="3822" y="131"/>
                </a:lnTo>
                <a:lnTo>
                  <a:pt x="3821" y="130"/>
                </a:lnTo>
                <a:lnTo>
                  <a:pt x="3820" y="130"/>
                </a:lnTo>
                <a:lnTo>
                  <a:pt x="3819" y="129"/>
                </a:lnTo>
                <a:lnTo>
                  <a:pt x="3818" y="129"/>
                </a:lnTo>
                <a:lnTo>
                  <a:pt x="3818" y="128"/>
                </a:lnTo>
                <a:lnTo>
                  <a:pt x="3817" y="128"/>
                </a:lnTo>
                <a:lnTo>
                  <a:pt x="3816" y="128"/>
                </a:lnTo>
                <a:lnTo>
                  <a:pt x="3815" y="127"/>
                </a:lnTo>
                <a:lnTo>
                  <a:pt x="3814" y="127"/>
                </a:lnTo>
                <a:lnTo>
                  <a:pt x="3813" y="126"/>
                </a:lnTo>
                <a:lnTo>
                  <a:pt x="3812" y="126"/>
                </a:lnTo>
                <a:lnTo>
                  <a:pt x="3812" y="125"/>
                </a:lnTo>
                <a:lnTo>
                  <a:pt x="3811" y="125"/>
                </a:lnTo>
                <a:lnTo>
                  <a:pt x="3810" y="125"/>
                </a:lnTo>
                <a:lnTo>
                  <a:pt x="3809" y="124"/>
                </a:lnTo>
                <a:lnTo>
                  <a:pt x="3808" y="124"/>
                </a:lnTo>
                <a:lnTo>
                  <a:pt x="3808" y="123"/>
                </a:lnTo>
                <a:lnTo>
                  <a:pt x="3807" y="123"/>
                </a:lnTo>
                <a:lnTo>
                  <a:pt x="3806" y="123"/>
                </a:lnTo>
                <a:lnTo>
                  <a:pt x="3806" y="122"/>
                </a:lnTo>
                <a:lnTo>
                  <a:pt x="3805" y="122"/>
                </a:lnTo>
                <a:lnTo>
                  <a:pt x="3804" y="121"/>
                </a:lnTo>
                <a:lnTo>
                  <a:pt x="3803" y="121"/>
                </a:lnTo>
                <a:lnTo>
                  <a:pt x="3802" y="121"/>
                </a:lnTo>
                <a:lnTo>
                  <a:pt x="3802" y="120"/>
                </a:lnTo>
                <a:lnTo>
                  <a:pt x="3801" y="120"/>
                </a:lnTo>
                <a:lnTo>
                  <a:pt x="3800" y="119"/>
                </a:lnTo>
                <a:lnTo>
                  <a:pt x="3799" y="119"/>
                </a:lnTo>
                <a:lnTo>
                  <a:pt x="3798" y="118"/>
                </a:lnTo>
                <a:lnTo>
                  <a:pt x="3797" y="118"/>
                </a:lnTo>
                <a:lnTo>
                  <a:pt x="3796" y="118"/>
                </a:lnTo>
                <a:lnTo>
                  <a:pt x="3796" y="117"/>
                </a:lnTo>
                <a:lnTo>
                  <a:pt x="3795" y="117"/>
                </a:lnTo>
                <a:lnTo>
                  <a:pt x="3794" y="116"/>
                </a:lnTo>
                <a:lnTo>
                  <a:pt x="3793" y="116"/>
                </a:lnTo>
                <a:lnTo>
                  <a:pt x="3792" y="115"/>
                </a:lnTo>
                <a:lnTo>
                  <a:pt x="3791" y="115"/>
                </a:lnTo>
                <a:lnTo>
                  <a:pt x="3790" y="114"/>
                </a:lnTo>
                <a:lnTo>
                  <a:pt x="3789" y="114"/>
                </a:lnTo>
                <a:lnTo>
                  <a:pt x="3788" y="113"/>
                </a:lnTo>
                <a:lnTo>
                  <a:pt x="3787" y="113"/>
                </a:lnTo>
                <a:lnTo>
                  <a:pt x="3786" y="112"/>
                </a:lnTo>
                <a:lnTo>
                  <a:pt x="3785" y="112"/>
                </a:lnTo>
                <a:lnTo>
                  <a:pt x="3784" y="111"/>
                </a:lnTo>
                <a:lnTo>
                  <a:pt x="3783" y="111"/>
                </a:lnTo>
                <a:lnTo>
                  <a:pt x="3782" y="110"/>
                </a:lnTo>
                <a:lnTo>
                  <a:pt x="3781" y="110"/>
                </a:lnTo>
                <a:lnTo>
                  <a:pt x="3781" y="109"/>
                </a:lnTo>
                <a:lnTo>
                  <a:pt x="3780" y="109"/>
                </a:lnTo>
                <a:lnTo>
                  <a:pt x="3779" y="109"/>
                </a:lnTo>
                <a:lnTo>
                  <a:pt x="3779" y="108"/>
                </a:lnTo>
                <a:lnTo>
                  <a:pt x="3778" y="108"/>
                </a:lnTo>
                <a:lnTo>
                  <a:pt x="3777" y="121"/>
                </a:lnTo>
                <a:lnTo>
                  <a:pt x="3776" y="121"/>
                </a:lnTo>
                <a:lnTo>
                  <a:pt x="3775" y="120"/>
                </a:lnTo>
                <a:lnTo>
                  <a:pt x="3774" y="120"/>
                </a:lnTo>
                <a:lnTo>
                  <a:pt x="3774" y="119"/>
                </a:lnTo>
                <a:lnTo>
                  <a:pt x="3773" y="119"/>
                </a:lnTo>
                <a:lnTo>
                  <a:pt x="3772" y="119"/>
                </a:lnTo>
                <a:lnTo>
                  <a:pt x="3772" y="118"/>
                </a:lnTo>
                <a:lnTo>
                  <a:pt x="3771" y="118"/>
                </a:lnTo>
                <a:lnTo>
                  <a:pt x="3770" y="118"/>
                </a:lnTo>
                <a:lnTo>
                  <a:pt x="3769" y="117"/>
                </a:lnTo>
                <a:lnTo>
                  <a:pt x="3768" y="117"/>
                </a:lnTo>
                <a:lnTo>
                  <a:pt x="3768" y="116"/>
                </a:lnTo>
                <a:lnTo>
                  <a:pt x="3767" y="116"/>
                </a:lnTo>
                <a:lnTo>
                  <a:pt x="3766" y="116"/>
                </a:lnTo>
                <a:lnTo>
                  <a:pt x="3766" y="115"/>
                </a:lnTo>
                <a:lnTo>
                  <a:pt x="3765" y="115"/>
                </a:lnTo>
                <a:lnTo>
                  <a:pt x="3764" y="115"/>
                </a:lnTo>
                <a:lnTo>
                  <a:pt x="3764" y="114"/>
                </a:lnTo>
                <a:lnTo>
                  <a:pt x="3763" y="114"/>
                </a:lnTo>
                <a:lnTo>
                  <a:pt x="3762" y="114"/>
                </a:lnTo>
                <a:lnTo>
                  <a:pt x="3762" y="113"/>
                </a:lnTo>
                <a:lnTo>
                  <a:pt x="3761" y="113"/>
                </a:lnTo>
                <a:lnTo>
                  <a:pt x="3760" y="112"/>
                </a:lnTo>
                <a:lnTo>
                  <a:pt x="3759" y="112"/>
                </a:lnTo>
                <a:lnTo>
                  <a:pt x="3758" y="112"/>
                </a:lnTo>
                <a:lnTo>
                  <a:pt x="3758" y="111"/>
                </a:lnTo>
                <a:lnTo>
                  <a:pt x="3757" y="111"/>
                </a:lnTo>
                <a:lnTo>
                  <a:pt x="3756" y="111"/>
                </a:lnTo>
                <a:lnTo>
                  <a:pt x="3756" y="110"/>
                </a:lnTo>
                <a:lnTo>
                  <a:pt x="3755" y="110"/>
                </a:lnTo>
                <a:lnTo>
                  <a:pt x="3754" y="109"/>
                </a:lnTo>
                <a:lnTo>
                  <a:pt x="3753" y="109"/>
                </a:lnTo>
                <a:lnTo>
                  <a:pt x="3752" y="108"/>
                </a:lnTo>
                <a:lnTo>
                  <a:pt x="3751" y="108"/>
                </a:lnTo>
                <a:lnTo>
                  <a:pt x="3750" y="107"/>
                </a:lnTo>
                <a:lnTo>
                  <a:pt x="3749" y="107"/>
                </a:lnTo>
                <a:lnTo>
                  <a:pt x="3748" y="106"/>
                </a:lnTo>
                <a:lnTo>
                  <a:pt x="3747" y="120"/>
                </a:lnTo>
                <a:lnTo>
                  <a:pt x="3746" y="119"/>
                </a:lnTo>
                <a:lnTo>
                  <a:pt x="3745" y="119"/>
                </a:lnTo>
                <a:lnTo>
                  <a:pt x="3745" y="118"/>
                </a:lnTo>
                <a:lnTo>
                  <a:pt x="3744" y="118"/>
                </a:lnTo>
                <a:lnTo>
                  <a:pt x="3743" y="117"/>
                </a:lnTo>
                <a:lnTo>
                  <a:pt x="3742" y="117"/>
                </a:lnTo>
                <a:lnTo>
                  <a:pt x="3741" y="117"/>
                </a:lnTo>
                <a:lnTo>
                  <a:pt x="3741" y="116"/>
                </a:lnTo>
                <a:lnTo>
                  <a:pt x="3740" y="116"/>
                </a:lnTo>
                <a:lnTo>
                  <a:pt x="3739" y="116"/>
                </a:lnTo>
                <a:lnTo>
                  <a:pt x="3739" y="115"/>
                </a:lnTo>
                <a:lnTo>
                  <a:pt x="3738" y="115"/>
                </a:lnTo>
                <a:lnTo>
                  <a:pt x="3737" y="114"/>
                </a:lnTo>
                <a:lnTo>
                  <a:pt x="3736" y="114"/>
                </a:lnTo>
                <a:lnTo>
                  <a:pt x="3735" y="114"/>
                </a:lnTo>
                <a:lnTo>
                  <a:pt x="3735" y="113"/>
                </a:lnTo>
                <a:lnTo>
                  <a:pt x="3734" y="113"/>
                </a:lnTo>
                <a:lnTo>
                  <a:pt x="3733" y="112"/>
                </a:lnTo>
                <a:lnTo>
                  <a:pt x="3732" y="112"/>
                </a:lnTo>
                <a:lnTo>
                  <a:pt x="3731" y="111"/>
                </a:lnTo>
                <a:lnTo>
                  <a:pt x="3730" y="111"/>
                </a:lnTo>
                <a:lnTo>
                  <a:pt x="3729" y="110"/>
                </a:lnTo>
                <a:lnTo>
                  <a:pt x="3728" y="110"/>
                </a:lnTo>
                <a:lnTo>
                  <a:pt x="3727" y="109"/>
                </a:lnTo>
                <a:lnTo>
                  <a:pt x="3726" y="109"/>
                </a:lnTo>
                <a:lnTo>
                  <a:pt x="3725" y="108"/>
                </a:lnTo>
                <a:lnTo>
                  <a:pt x="3724" y="108"/>
                </a:lnTo>
                <a:lnTo>
                  <a:pt x="3724" y="107"/>
                </a:lnTo>
                <a:lnTo>
                  <a:pt x="3723" y="107"/>
                </a:lnTo>
                <a:lnTo>
                  <a:pt x="3722" y="107"/>
                </a:lnTo>
                <a:lnTo>
                  <a:pt x="3721" y="106"/>
                </a:lnTo>
                <a:lnTo>
                  <a:pt x="3720" y="106"/>
                </a:lnTo>
                <a:lnTo>
                  <a:pt x="3719" y="105"/>
                </a:lnTo>
                <a:lnTo>
                  <a:pt x="3718" y="105"/>
                </a:lnTo>
                <a:lnTo>
                  <a:pt x="3718" y="104"/>
                </a:lnTo>
                <a:lnTo>
                  <a:pt x="3717" y="104"/>
                </a:lnTo>
                <a:lnTo>
                  <a:pt x="3716" y="118"/>
                </a:lnTo>
                <a:lnTo>
                  <a:pt x="3715" y="117"/>
                </a:lnTo>
                <a:lnTo>
                  <a:pt x="3714" y="117"/>
                </a:lnTo>
                <a:lnTo>
                  <a:pt x="3714" y="116"/>
                </a:lnTo>
                <a:lnTo>
                  <a:pt x="3713" y="116"/>
                </a:lnTo>
                <a:lnTo>
                  <a:pt x="3712" y="116"/>
                </a:lnTo>
                <a:lnTo>
                  <a:pt x="3712" y="115"/>
                </a:lnTo>
                <a:lnTo>
                  <a:pt x="3711" y="115"/>
                </a:lnTo>
                <a:lnTo>
                  <a:pt x="3710" y="115"/>
                </a:lnTo>
                <a:lnTo>
                  <a:pt x="3709" y="114"/>
                </a:lnTo>
                <a:lnTo>
                  <a:pt x="3708" y="114"/>
                </a:lnTo>
                <a:lnTo>
                  <a:pt x="3708" y="113"/>
                </a:lnTo>
                <a:lnTo>
                  <a:pt x="3707" y="113"/>
                </a:lnTo>
                <a:lnTo>
                  <a:pt x="3706" y="112"/>
                </a:lnTo>
                <a:lnTo>
                  <a:pt x="3705" y="112"/>
                </a:lnTo>
                <a:lnTo>
                  <a:pt x="3704" y="111"/>
                </a:lnTo>
                <a:lnTo>
                  <a:pt x="3703" y="111"/>
                </a:lnTo>
                <a:lnTo>
                  <a:pt x="3702" y="111"/>
                </a:lnTo>
                <a:lnTo>
                  <a:pt x="3702" y="110"/>
                </a:lnTo>
                <a:lnTo>
                  <a:pt x="3701" y="110"/>
                </a:lnTo>
                <a:lnTo>
                  <a:pt x="3700" y="109"/>
                </a:lnTo>
                <a:lnTo>
                  <a:pt x="3699" y="109"/>
                </a:lnTo>
                <a:lnTo>
                  <a:pt x="3698" y="108"/>
                </a:lnTo>
                <a:lnTo>
                  <a:pt x="3697" y="108"/>
                </a:lnTo>
                <a:lnTo>
                  <a:pt x="3696" y="107"/>
                </a:lnTo>
                <a:lnTo>
                  <a:pt x="3695" y="107"/>
                </a:lnTo>
                <a:lnTo>
                  <a:pt x="3694" y="106"/>
                </a:lnTo>
                <a:lnTo>
                  <a:pt x="3693" y="106"/>
                </a:lnTo>
                <a:lnTo>
                  <a:pt x="3692" y="105"/>
                </a:lnTo>
                <a:lnTo>
                  <a:pt x="3691" y="105"/>
                </a:lnTo>
                <a:lnTo>
                  <a:pt x="3690" y="104"/>
                </a:lnTo>
                <a:lnTo>
                  <a:pt x="3689" y="118"/>
                </a:lnTo>
                <a:lnTo>
                  <a:pt x="3688" y="118"/>
                </a:lnTo>
                <a:lnTo>
                  <a:pt x="3688" y="117"/>
                </a:lnTo>
                <a:lnTo>
                  <a:pt x="3687" y="117"/>
                </a:lnTo>
                <a:lnTo>
                  <a:pt x="3686" y="116"/>
                </a:lnTo>
                <a:lnTo>
                  <a:pt x="3685" y="130"/>
                </a:lnTo>
                <a:lnTo>
                  <a:pt x="3684" y="130"/>
                </a:lnTo>
                <a:lnTo>
                  <a:pt x="3684" y="129"/>
                </a:lnTo>
                <a:lnTo>
                  <a:pt x="3683" y="129"/>
                </a:lnTo>
                <a:lnTo>
                  <a:pt x="3682" y="129"/>
                </a:lnTo>
                <a:lnTo>
                  <a:pt x="3682" y="128"/>
                </a:lnTo>
                <a:lnTo>
                  <a:pt x="3681" y="128"/>
                </a:lnTo>
                <a:lnTo>
                  <a:pt x="3680" y="128"/>
                </a:lnTo>
                <a:lnTo>
                  <a:pt x="3679" y="127"/>
                </a:lnTo>
                <a:lnTo>
                  <a:pt x="3678" y="127"/>
                </a:lnTo>
                <a:lnTo>
                  <a:pt x="3678" y="126"/>
                </a:lnTo>
                <a:lnTo>
                  <a:pt x="3677" y="126"/>
                </a:lnTo>
                <a:lnTo>
                  <a:pt x="3676" y="125"/>
                </a:lnTo>
                <a:lnTo>
                  <a:pt x="3675" y="125"/>
                </a:lnTo>
                <a:lnTo>
                  <a:pt x="3674" y="124"/>
                </a:lnTo>
                <a:lnTo>
                  <a:pt x="3673" y="124"/>
                </a:lnTo>
                <a:lnTo>
                  <a:pt x="3672" y="124"/>
                </a:lnTo>
                <a:lnTo>
                  <a:pt x="3672" y="123"/>
                </a:lnTo>
                <a:lnTo>
                  <a:pt x="3671" y="123"/>
                </a:lnTo>
                <a:lnTo>
                  <a:pt x="3670" y="122"/>
                </a:lnTo>
                <a:lnTo>
                  <a:pt x="3669" y="122"/>
                </a:lnTo>
                <a:lnTo>
                  <a:pt x="3668" y="121"/>
                </a:lnTo>
                <a:lnTo>
                  <a:pt x="3667" y="121"/>
                </a:lnTo>
                <a:lnTo>
                  <a:pt x="3666" y="120"/>
                </a:lnTo>
                <a:lnTo>
                  <a:pt x="3665" y="120"/>
                </a:lnTo>
                <a:lnTo>
                  <a:pt x="3664" y="119"/>
                </a:lnTo>
                <a:lnTo>
                  <a:pt x="3663" y="119"/>
                </a:lnTo>
                <a:lnTo>
                  <a:pt x="3662" y="118"/>
                </a:lnTo>
                <a:lnTo>
                  <a:pt x="3661" y="118"/>
                </a:lnTo>
                <a:lnTo>
                  <a:pt x="3660" y="117"/>
                </a:lnTo>
                <a:lnTo>
                  <a:pt x="3659" y="117"/>
                </a:lnTo>
                <a:lnTo>
                  <a:pt x="3658" y="116"/>
                </a:lnTo>
                <a:lnTo>
                  <a:pt x="3657" y="116"/>
                </a:lnTo>
                <a:lnTo>
                  <a:pt x="3657" y="115"/>
                </a:lnTo>
                <a:lnTo>
                  <a:pt x="3656" y="115"/>
                </a:lnTo>
                <a:lnTo>
                  <a:pt x="3655" y="115"/>
                </a:lnTo>
                <a:lnTo>
                  <a:pt x="3654" y="114"/>
                </a:lnTo>
                <a:lnTo>
                  <a:pt x="3653" y="114"/>
                </a:lnTo>
                <a:lnTo>
                  <a:pt x="3652" y="113"/>
                </a:lnTo>
                <a:lnTo>
                  <a:pt x="3651" y="113"/>
                </a:lnTo>
                <a:lnTo>
                  <a:pt x="3651" y="112"/>
                </a:lnTo>
                <a:lnTo>
                  <a:pt x="3650" y="112"/>
                </a:lnTo>
                <a:lnTo>
                  <a:pt x="3649" y="111"/>
                </a:lnTo>
                <a:lnTo>
                  <a:pt x="3648" y="111"/>
                </a:lnTo>
                <a:lnTo>
                  <a:pt x="3647" y="111"/>
                </a:lnTo>
                <a:lnTo>
                  <a:pt x="3647" y="110"/>
                </a:lnTo>
                <a:lnTo>
                  <a:pt x="3646" y="110"/>
                </a:lnTo>
                <a:lnTo>
                  <a:pt x="3645" y="110"/>
                </a:lnTo>
                <a:lnTo>
                  <a:pt x="3645" y="109"/>
                </a:lnTo>
                <a:lnTo>
                  <a:pt x="3644" y="109"/>
                </a:lnTo>
                <a:lnTo>
                  <a:pt x="3643" y="108"/>
                </a:lnTo>
                <a:lnTo>
                  <a:pt x="3642" y="108"/>
                </a:lnTo>
                <a:lnTo>
                  <a:pt x="3641" y="108"/>
                </a:lnTo>
                <a:lnTo>
                  <a:pt x="3641" y="107"/>
                </a:lnTo>
                <a:lnTo>
                  <a:pt x="3640" y="107"/>
                </a:lnTo>
                <a:lnTo>
                  <a:pt x="3639" y="106"/>
                </a:lnTo>
                <a:lnTo>
                  <a:pt x="3638" y="106"/>
                </a:lnTo>
                <a:lnTo>
                  <a:pt x="3637" y="105"/>
                </a:lnTo>
                <a:lnTo>
                  <a:pt x="3636" y="119"/>
                </a:lnTo>
                <a:lnTo>
                  <a:pt x="3635" y="119"/>
                </a:lnTo>
                <a:lnTo>
                  <a:pt x="3634" y="119"/>
                </a:lnTo>
                <a:lnTo>
                  <a:pt x="3634" y="118"/>
                </a:lnTo>
                <a:lnTo>
                  <a:pt x="3633" y="118"/>
                </a:lnTo>
                <a:lnTo>
                  <a:pt x="3632" y="118"/>
                </a:lnTo>
                <a:lnTo>
                  <a:pt x="3632" y="117"/>
                </a:lnTo>
                <a:lnTo>
                  <a:pt x="3631" y="117"/>
                </a:lnTo>
                <a:lnTo>
                  <a:pt x="3630" y="116"/>
                </a:lnTo>
                <a:lnTo>
                  <a:pt x="3629" y="116"/>
                </a:lnTo>
                <a:lnTo>
                  <a:pt x="3628" y="116"/>
                </a:lnTo>
                <a:lnTo>
                  <a:pt x="3628" y="115"/>
                </a:lnTo>
                <a:lnTo>
                  <a:pt x="3627" y="115"/>
                </a:lnTo>
                <a:lnTo>
                  <a:pt x="3626" y="114"/>
                </a:lnTo>
                <a:lnTo>
                  <a:pt x="3625" y="114"/>
                </a:lnTo>
                <a:lnTo>
                  <a:pt x="3624" y="113"/>
                </a:lnTo>
                <a:lnTo>
                  <a:pt x="3623" y="113"/>
                </a:lnTo>
                <a:lnTo>
                  <a:pt x="3622" y="112"/>
                </a:lnTo>
                <a:lnTo>
                  <a:pt x="3621" y="112"/>
                </a:lnTo>
                <a:lnTo>
                  <a:pt x="3620" y="111"/>
                </a:lnTo>
                <a:lnTo>
                  <a:pt x="3619" y="111"/>
                </a:lnTo>
                <a:lnTo>
                  <a:pt x="3618" y="110"/>
                </a:lnTo>
                <a:lnTo>
                  <a:pt x="3617" y="110"/>
                </a:lnTo>
                <a:lnTo>
                  <a:pt x="3617" y="109"/>
                </a:lnTo>
                <a:lnTo>
                  <a:pt x="3616" y="109"/>
                </a:lnTo>
                <a:lnTo>
                  <a:pt x="3615" y="109"/>
                </a:lnTo>
                <a:lnTo>
                  <a:pt x="3614" y="108"/>
                </a:lnTo>
                <a:lnTo>
                  <a:pt x="3613" y="108"/>
                </a:lnTo>
                <a:lnTo>
                  <a:pt x="3612" y="107"/>
                </a:lnTo>
                <a:lnTo>
                  <a:pt x="3611" y="107"/>
                </a:lnTo>
                <a:lnTo>
                  <a:pt x="3611" y="106"/>
                </a:lnTo>
                <a:lnTo>
                  <a:pt x="3610" y="106"/>
                </a:lnTo>
                <a:lnTo>
                  <a:pt x="3609" y="106"/>
                </a:lnTo>
                <a:lnTo>
                  <a:pt x="3608" y="105"/>
                </a:lnTo>
                <a:lnTo>
                  <a:pt x="3607" y="105"/>
                </a:lnTo>
                <a:lnTo>
                  <a:pt x="3607" y="104"/>
                </a:lnTo>
                <a:lnTo>
                  <a:pt x="3606" y="104"/>
                </a:lnTo>
                <a:lnTo>
                  <a:pt x="3605" y="104"/>
                </a:lnTo>
                <a:lnTo>
                  <a:pt x="3605" y="103"/>
                </a:lnTo>
                <a:lnTo>
                  <a:pt x="3604" y="103"/>
                </a:lnTo>
                <a:lnTo>
                  <a:pt x="3603" y="103"/>
                </a:lnTo>
                <a:lnTo>
                  <a:pt x="3602" y="102"/>
                </a:lnTo>
                <a:lnTo>
                  <a:pt x="3601" y="102"/>
                </a:lnTo>
                <a:lnTo>
                  <a:pt x="3601" y="101"/>
                </a:lnTo>
                <a:lnTo>
                  <a:pt x="3600" y="101"/>
                </a:lnTo>
                <a:lnTo>
                  <a:pt x="3599" y="100"/>
                </a:lnTo>
                <a:lnTo>
                  <a:pt x="3598" y="100"/>
                </a:lnTo>
                <a:lnTo>
                  <a:pt x="3597" y="99"/>
                </a:lnTo>
                <a:lnTo>
                  <a:pt x="3596" y="99"/>
                </a:lnTo>
                <a:lnTo>
                  <a:pt x="3595" y="99"/>
                </a:lnTo>
                <a:lnTo>
                  <a:pt x="3595" y="98"/>
                </a:lnTo>
                <a:lnTo>
                  <a:pt x="3594" y="98"/>
                </a:lnTo>
                <a:lnTo>
                  <a:pt x="3593" y="97"/>
                </a:lnTo>
                <a:lnTo>
                  <a:pt x="3592" y="97"/>
                </a:lnTo>
                <a:lnTo>
                  <a:pt x="3591" y="96"/>
                </a:lnTo>
                <a:lnTo>
                  <a:pt x="3590" y="96"/>
                </a:lnTo>
                <a:lnTo>
                  <a:pt x="3589" y="95"/>
                </a:lnTo>
                <a:lnTo>
                  <a:pt x="3588" y="95"/>
                </a:lnTo>
                <a:lnTo>
                  <a:pt x="3587" y="94"/>
                </a:lnTo>
                <a:lnTo>
                  <a:pt x="3586" y="94"/>
                </a:lnTo>
                <a:lnTo>
                  <a:pt x="3585" y="93"/>
                </a:lnTo>
                <a:lnTo>
                  <a:pt x="3584" y="93"/>
                </a:lnTo>
                <a:lnTo>
                  <a:pt x="3583" y="92"/>
                </a:lnTo>
                <a:lnTo>
                  <a:pt x="3582" y="92"/>
                </a:lnTo>
                <a:lnTo>
                  <a:pt x="3581" y="91"/>
                </a:lnTo>
                <a:lnTo>
                  <a:pt x="3580" y="91"/>
                </a:lnTo>
                <a:lnTo>
                  <a:pt x="3580" y="90"/>
                </a:lnTo>
                <a:lnTo>
                  <a:pt x="3579" y="90"/>
                </a:lnTo>
                <a:lnTo>
                  <a:pt x="3578" y="90"/>
                </a:lnTo>
                <a:lnTo>
                  <a:pt x="3577" y="89"/>
                </a:lnTo>
                <a:lnTo>
                  <a:pt x="3576" y="89"/>
                </a:lnTo>
                <a:lnTo>
                  <a:pt x="3575" y="88"/>
                </a:lnTo>
                <a:lnTo>
                  <a:pt x="3574" y="88"/>
                </a:lnTo>
                <a:lnTo>
                  <a:pt x="3574" y="87"/>
                </a:lnTo>
                <a:lnTo>
                  <a:pt x="3573" y="87"/>
                </a:lnTo>
                <a:lnTo>
                  <a:pt x="3572" y="87"/>
                </a:lnTo>
                <a:lnTo>
                  <a:pt x="3571" y="86"/>
                </a:lnTo>
                <a:lnTo>
                  <a:pt x="3570" y="86"/>
                </a:lnTo>
                <a:lnTo>
                  <a:pt x="3570" y="85"/>
                </a:lnTo>
                <a:lnTo>
                  <a:pt x="3569" y="85"/>
                </a:lnTo>
                <a:lnTo>
                  <a:pt x="3568" y="85"/>
                </a:lnTo>
                <a:lnTo>
                  <a:pt x="3568" y="84"/>
                </a:lnTo>
                <a:lnTo>
                  <a:pt x="3567" y="84"/>
                </a:lnTo>
                <a:lnTo>
                  <a:pt x="3566" y="83"/>
                </a:lnTo>
                <a:lnTo>
                  <a:pt x="3565" y="83"/>
                </a:lnTo>
                <a:lnTo>
                  <a:pt x="3564" y="83"/>
                </a:lnTo>
                <a:lnTo>
                  <a:pt x="3564" y="82"/>
                </a:lnTo>
                <a:lnTo>
                  <a:pt x="3563" y="82"/>
                </a:lnTo>
                <a:lnTo>
                  <a:pt x="3562" y="81"/>
                </a:lnTo>
                <a:lnTo>
                  <a:pt x="3561" y="81"/>
                </a:lnTo>
                <a:lnTo>
                  <a:pt x="3560" y="80"/>
                </a:lnTo>
                <a:lnTo>
                  <a:pt x="3559" y="80"/>
                </a:lnTo>
                <a:lnTo>
                  <a:pt x="3558" y="80"/>
                </a:lnTo>
                <a:lnTo>
                  <a:pt x="3558" y="79"/>
                </a:lnTo>
                <a:lnTo>
                  <a:pt x="3557" y="79"/>
                </a:lnTo>
                <a:lnTo>
                  <a:pt x="3556" y="78"/>
                </a:lnTo>
                <a:lnTo>
                  <a:pt x="3555" y="78"/>
                </a:lnTo>
                <a:lnTo>
                  <a:pt x="3554" y="77"/>
                </a:lnTo>
                <a:lnTo>
                  <a:pt x="3553" y="92"/>
                </a:lnTo>
                <a:lnTo>
                  <a:pt x="3552" y="91"/>
                </a:lnTo>
                <a:lnTo>
                  <a:pt x="3551" y="91"/>
                </a:lnTo>
                <a:lnTo>
                  <a:pt x="3550" y="90"/>
                </a:lnTo>
                <a:lnTo>
                  <a:pt x="3549" y="90"/>
                </a:lnTo>
                <a:lnTo>
                  <a:pt x="3548" y="90"/>
                </a:lnTo>
                <a:lnTo>
                  <a:pt x="3548" y="89"/>
                </a:lnTo>
                <a:lnTo>
                  <a:pt x="3547" y="89"/>
                </a:lnTo>
                <a:lnTo>
                  <a:pt x="3546" y="88"/>
                </a:lnTo>
                <a:lnTo>
                  <a:pt x="3545" y="88"/>
                </a:lnTo>
                <a:lnTo>
                  <a:pt x="3544" y="87"/>
                </a:lnTo>
                <a:lnTo>
                  <a:pt x="3543" y="87"/>
                </a:lnTo>
                <a:lnTo>
                  <a:pt x="3542" y="86"/>
                </a:lnTo>
                <a:lnTo>
                  <a:pt x="3541" y="86"/>
                </a:lnTo>
                <a:lnTo>
                  <a:pt x="3540" y="85"/>
                </a:lnTo>
                <a:lnTo>
                  <a:pt x="3539" y="85"/>
                </a:lnTo>
                <a:lnTo>
                  <a:pt x="3538" y="84"/>
                </a:lnTo>
                <a:lnTo>
                  <a:pt x="3537" y="84"/>
                </a:lnTo>
                <a:lnTo>
                  <a:pt x="3537" y="83"/>
                </a:lnTo>
                <a:lnTo>
                  <a:pt x="3536" y="83"/>
                </a:lnTo>
                <a:lnTo>
                  <a:pt x="3535" y="83"/>
                </a:lnTo>
                <a:lnTo>
                  <a:pt x="3534" y="82"/>
                </a:lnTo>
                <a:lnTo>
                  <a:pt x="3533" y="82"/>
                </a:lnTo>
                <a:lnTo>
                  <a:pt x="3533" y="81"/>
                </a:lnTo>
                <a:lnTo>
                  <a:pt x="3532" y="81"/>
                </a:lnTo>
                <a:lnTo>
                  <a:pt x="3531" y="81"/>
                </a:lnTo>
                <a:lnTo>
                  <a:pt x="3531" y="80"/>
                </a:lnTo>
                <a:lnTo>
                  <a:pt x="3530" y="80"/>
                </a:lnTo>
                <a:lnTo>
                  <a:pt x="3529" y="80"/>
                </a:lnTo>
                <a:lnTo>
                  <a:pt x="3528" y="79"/>
                </a:lnTo>
                <a:lnTo>
                  <a:pt x="3527" y="79"/>
                </a:lnTo>
                <a:lnTo>
                  <a:pt x="3527" y="78"/>
                </a:lnTo>
                <a:lnTo>
                  <a:pt x="3526" y="78"/>
                </a:lnTo>
                <a:lnTo>
                  <a:pt x="3525" y="77"/>
                </a:lnTo>
                <a:lnTo>
                  <a:pt x="3524" y="77"/>
                </a:lnTo>
                <a:lnTo>
                  <a:pt x="3523" y="77"/>
                </a:lnTo>
                <a:lnTo>
                  <a:pt x="3523" y="76"/>
                </a:lnTo>
                <a:lnTo>
                  <a:pt x="3522" y="76"/>
                </a:lnTo>
                <a:lnTo>
                  <a:pt x="3521" y="76"/>
                </a:lnTo>
                <a:lnTo>
                  <a:pt x="3521" y="75"/>
                </a:lnTo>
                <a:lnTo>
                  <a:pt x="3520" y="75"/>
                </a:lnTo>
                <a:lnTo>
                  <a:pt x="3519" y="74"/>
                </a:lnTo>
                <a:lnTo>
                  <a:pt x="3518" y="74"/>
                </a:lnTo>
                <a:lnTo>
                  <a:pt x="3517" y="74"/>
                </a:lnTo>
                <a:lnTo>
                  <a:pt x="3517" y="73"/>
                </a:lnTo>
                <a:lnTo>
                  <a:pt x="3516" y="73"/>
                </a:lnTo>
                <a:lnTo>
                  <a:pt x="3515" y="88"/>
                </a:lnTo>
                <a:lnTo>
                  <a:pt x="3514" y="87"/>
                </a:lnTo>
                <a:lnTo>
                  <a:pt x="3513" y="87"/>
                </a:lnTo>
                <a:lnTo>
                  <a:pt x="3512" y="86"/>
                </a:lnTo>
                <a:lnTo>
                  <a:pt x="3511" y="86"/>
                </a:lnTo>
                <a:lnTo>
                  <a:pt x="3510" y="85"/>
                </a:lnTo>
                <a:lnTo>
                  <a:pt x="3509" y="85"/>
                </a:lnTo>
                <a:lnTo>
                  <a:pt x="3508" y="84"/>
                </a:lnTo>
                <a:lnTo>
                  <a:pt x="3507" y="84"/>
                </a:lnTo>
                <a:lnTo>
                  <a:pt x="3507" y="83"/>
                </a:lnTo>
                <a:lnTo>
                  <a:pt x="3506" y="83"/>
                </a:lnTo>
                <a:lnTo>
                  <a:pt x="3505" y="83"/>
                </a:lnTo>
                <a:lnTo>
                  <a:pt x="3504" y="82"/>
                </a:lnTo>
                <a:lnTo>
                  <a:pt x="3503" y="82"/>
                </a:lnTo>
                <a:lnTo>
                  <a:pt x="3503" y="81"/>
                </a:lnTo>
                <a:lnTo>
                  <a:pt x="3502" y="81"/>
                </a:lnTo>
                <a:lnTo>
                  <a:pt x="3501" y="81"/>
                </a:lnTo>
                <a:lnTo>
                  <a:pt x="3501" y="80"/>
                </a:lnTo>
                <a:lnTo>
                  <a:pt x="3500" y="80"/>
                </a:lnTo>
                <a:lnTo>
                  <a:pt x="3499" y="80"/>
                </a:lnTo>
                <a:lnTo>
                  <a:pt x="3498" y="79"/>
                </a:lnTo>
                <a:lnTo>
                  <a:pt x="3497" y="79"/>
                </a:lnTo>
                <a:lnTo>
                  <a:pt x="3497" y="78"/>
                </a:lnTo>
                <a:lnTo>
                  <a:pt x="3496" y="78"/>
                </a:lnTo>
                <a:lnTo>
                  <a:pt x="3495" y="77"/>
                </a:lnTo>
                <a:lnTo>
                  <a:pt x="3494" y="77"/>
                </a:lnTo>
                <a:lnTo>
                  <a:pt x="3493" y="77"/>
                </a:lnTo>
                <a:lnTo>
                  <a:pt x="3493" y="76"/>
                </a:lnTo>
                <a:lnTo>
                  <a:pt x="3492" y="76"/>
                </a:lnTo>
                <a:lnTo>
                  <a:pt x="3491" y="76"/>
                </a:lnTo>
                <a:lnTo>
                  <a:pt x="3491" y="75"/>
                </a:lnTo>
                <a:lnTo>
                  <a:pt x="3490" y="75"/>
                </a:lnTo>
                <a:lnTo>
                  <a:pt x="3489" y="90"/>
                </a:lnTo>
                <a:lnTo>
                  <a:pt x="3488" y="90"/>
                </a:lnTo>
                <a:lnTo>
                  <a:pt x="3488" y="89"/>
                </a:lnTo>
                <a:lnTo>
                  <a:pt x="3487" y="89"/>
                </a:lnTo>
                <a:lnTo>
                  <a:pt x="3486" y="89"/>
                </a:lnTo>
                <a:lnTo>
                  <a:pt x="3486" y="88"/>
                </a:lnTo>
                <a:lnTo>
                  <a:pt x="3485" y="88"/>
                </a:lnTo>
                <a:lnTo>
                  <a:pt x="3484" y="88"/>
                </a:lnTo>
                <a:lnTo>
                  <a:pt x="3484" y="87"/>
                </a:lnTo>
                <a:lnTo>
                  <a:pt x="3483" y="87"/>
                </a:lnTo>
                <a:lnTo>
                  <a:pt x="3482" y="86"/>
                </a:lnTo>
                <a:lnTo>
                  <a:pt x="3481" y="86"/>
                </a:lnTo>
                <a:lnTo>
                  <a:pt x="3480" y="85"/>
                </a:lnTo>
                <a:lnTo>
                  <a:pt x="3479" y="85"/>
                </a:lnTo>
                <a:lnTo>
                  <a:pt x="3478" y="85"/>
                </a:lnTo>
                <a:lnTo>
                  <a:pt x="3478" y="84"/>
                </a:lnTo>
                <a:lnTo>
                  <a:pt x="3477" y="84"/>
                </a:lnTo>
                <a:lnTo>
                  <a:pt x="3476" y="83"/>
                </a:lnTo>
                <a:lnTo>
                  <a:pt x="3475" y="83"/>
                </a:lnTo>
                <a:lnTo>
                  <a:pt x="3474" y="82"/>
                </a:lnTo>
                <a:lnTo>
                  <a:pt x="3473" y="82"/>
                </a:lnTo>
                <a:lnTo>
                  <a:pt x="3472" y="81"/>
                </a:lnTo>
                <a:lnTo>
                  <a:pt x="3471" y="81"/>
                </a:lnTo>
                <a:lnTo>
                  <a:pt x="3470" y="80"/>
                </a:lnTo>
                <a:lnTo>
                  <a:pt x="3469" y="80"/>
                </a:lnTo>
                <a:lnTo>
                  <a:pt x="3469" y="79"/>
                </a:lnTo>
                <a:lnTo>
                  <a:pt x="3468" y="79"/>
                </a:lnTo>
                <a:lnTo>
                  <a:pt x="3467" y="79"/>
                </a:lnTo>
                <a:lnTo>
                  <a:pt x="3466" y="78"/>
                </a:lnTo>
                <a:lnTo>
                  <a:pt x="3465" y="78"/>
                </a:lnTo>
                <a:lnTo>
                  <a:pt x="3464" y="77"/>
                </a:lnTo>
                <a:lnTo>
                  <a:pt x="3463" y="77"/>
                </a:lnTo>
                <a:lnTo>
                  <a:pt x="3463" y="76"/>
                </a:lnTo>
                <a:lnTo>
                  <a:pt x="3462" y="76"/>
                </a:lnTo>
                <a:lnTo>
                  <a:pt x="3461" y="76"/>
                </a:lnTo>
                <a:lnTo>
                  <a:pt x="3460" y="75"/>
                </a:lnTo>
                <a:lnTo>
                  <a:pt x="3459" y="75"/>
                </a:lnTo>
                <a:lnTo>
                  <a:pt x="3459" y="74"/>
                </a:lnTo>
                <a:lnTo>
                  <a:pt x="3458" y="74"/>
                </a:lnTo>
                <a:lnTo>
                  <a:pt x="3457" y="74"/>
                </a:lnTo>
                <a:lnTo>
                  <a:pt x="3457" y="73"/>
                </a:lnTo>
                <a:lnTo>
                  <a:pt x="3456" y="73"/>
                </a:lnTo>
                <a:lnTo>
                  <a:pt x="3455" y="72"/>
                </a:lnTo>
                <a:lnTo>
                  <a:pt x="3454" y="72"/>
                </a:lnTo>
                <a:lnTo>
                  <a:pt x="3453" y="72"/>
                </a:lnTo>
                <a:lnTo>
                  <a:pt x="3453" y="71"/>
                </a:lnTo>
                <a:lnTo>
                  <a:pt x="3452" y="71"/>
                </a:lnTo>
                <a:lnTo>
                  <a:pt x="3451" y="71"/>
                </a:lnTo>
                <a:lnTo>
                  <a:pt x="3451" y="70"/>
                </a:lnTo>
                <a:lnTo>
                  <a:pt x="3450" y="70"/>
                </a:lnTo>
                <a:lnTo>
                  <a:pt x="3449" y="69"/>
                </a:lnTo>
                <a:lnTo>
                  <a:pt x="3448" y="69"/>
                </a:lnTo>
                <a:lnTo>
                  <a:pt x="3447" y="69"/>
                </a:lnTo>
                <a:lnTo>
                  <a:pt x="3447" y="68"/>
                </a:lnTo>
                <a:lnTo>
                  <a:pt x="3446" y="68"/>
                </a:lnTo>
                <a:lnTo>
                  <a:pt x="3445" y="67"/>
                </a:lnTo>
                <a:lnTo>
                  <a:pt x="3444" y="67"/>
                </a:lnTo>
                <a:lnTo>
                  <a:pt x="3443" y="66"/>
                </a:lnTo>
                <a:lnTo>
                  <a:pt x="3442" y="82"/>
                </a:lnTo>
                <a:lnTo>
                  <a:pt x="3441" y="81"/>
                </a:lnTo>
                <a:lnTo>
                  <a:pt x="3440" y="81"/>
                </a:lnTo>
                <a:lnTo>
                  <a:pt x="3439" y="80"/>
                </a:lnTo>
                <a:lnTo>
                  <a:pt x="3438" y="80"/>
                </a:lnTo>
                <a:lnTo>
                  <a:pt x="3437" y="79"/>
                </a:lnTo>
                <a:lnTo>
                  <a:pt x="3436" y="79"/>
                </a:lnTo>
                <a:lnTo>
                  <a:pt x="3436" y="78"/>
                </a:lnTo>
                <a:lnTo>
                  <a:pt x="3435" y="78"/>
                </a:lnTo>
                <a:lnTo>
                  <a:pt x="3434" y="78"/>
                </a:lnTo>
                <a:lnTo>
                  <a:pt x="3433" y="77"/>
                </a:lnTo>
                <a:lnTo>
                  <a:pt x="3432" y="77"/>
                </a:lnTo>
                <a:lnTo>
                  <a:pt x="3431" y="76"/>
                </a:lnTo>
                <a:lnTo>
                  <a:pt x="3430" y="76"/>
                </a:lnTo>
                <a:lnTo>
                  <a:pt x="3430" y="75"/>
                </a:lnTo>
                <a:lnTo>
                  <a:pt x="3429" y="75"/>
                </a:lnTo>
                <a:lnTo>
                  <a:pt x="3428" y="74"/>
                </a:lnTo>
                <a:lnTo>
                  <a:pt x="3427" y="74"/>
                </a:lnTo>
                <a:lnTo>
                  <a:pt x="3426" y="74"/>
                </a:lnTo>
                <a:lnTo>
                  <a:pt x="3426" y="73"/>
                </a:lnTo>
                <a:lnTo>
                  <a:pt x="3425" y="73"/>
                </a:lnTo>
                <a:lnTo>
                  <a:pt x="3424" y="73"/>
                </a:lnTo>
                <a:lnTo>
                  <a:pt x="3424" y="72"/>
                </a:lnTo>
                <a:lnTo>
                  <a:pt x="3423" y="72"/>
                </a:lnTo>
                <a:lnTo>
                  <a:pt x="3422" y="71"/>
                </a:lnTo>
                <a:lnTo>
                  <a:pt x="3421" y="71"/>
                </a:lnTo>
                <a:lnTo>
                  <a:pt x="3420" y="71"/>
                </a:lnTo>
                <a:lnTo>
                  <a:pt x="3420" y="70"/>
                </a:lnTo>
                <a:lnTo>
                  <a:pt x="3419" y="70"/>
                </a:lnTo>
                <a:lnTo>
                  <a:pt x="3418" y="69"/>
                </a:lnTo>
                <a:lnTo>
                  <a:pt x="3417" y="69"/>
                </a:lnTo>
                <a:lnTo>
                  <a:pt x="3416" y="85"/>
                </a:lnTo>
                <a:lnTo>
                  <a:pt x="3416" y="84"/>
                </a:lnTo>
                <a:lnTo>
                  <a:pt x="3415" y="84"/>
                </a:lnTo>
                <a:lnTo>
                  <a:pt x="3414" y="84"/>
                </a:lnTo>
                <a:lnTo>
                  <a:pt x="3414" y="83"/>
                </a:lnTo>
                <a:lnTo>
                  <a:pt x="3413" y="83"/>
                </a:lnTo>
                <a:lnTo>
                  <a:pt x="3412" y="82"/>
                </a:lnTo>
                <a:lnTo>
                  <a:pt x="3411" y="82"/>
                </a:lnTo>
                <a:lnTo>
                  <a:pt x="3410" y="82"/>
                </a:lnTo>
                <a:lnTo>
                  <a:pt x="3410" y="81"/>
                </a:lnTo>
                <a:lnTo>
                  <a:pt x="3409" y="81"/>
                </a:lnTo>
                <a:lnTo>
                  <a:pt x="3408" y="80"/>
                </a:lnTo>
                <a:lnTo>
                  <a:pt x="3407" y="80"/>
                </a:lnTo>
                <a:lnTo>
                  <a:pt x="3406" y="79"/>
                </a:lnTo>
                <a:lnTo>
                  <a:pt x="3405" y="79"/>
                </a:lnTo>
                <a:lnTo>
                  <a:pt x="3404" y="78"/>
                </a:lnTo>
                <a:lnTo>
                  <a:pt x="3403" y="78"/>
                </a:lnTo>
                <a:lnTo>
                  <a:pt x="3402" y="77"/>
                </a:lnTo>
                <a:lnTo>
                  <a:pt x="3401" y="77"/>
                </a:lnTo>
                <a:lnTo>
                  <a:pt x="3400" y="76"/>
                </a:lnTo>
                <a:lnTo>
                  <a:pt x="3399" y="76"/>
                </a:lnTo>
                <a:lnTo>
                  <a:pt x="3399" y="75"/>
                </a:lnTo>
                <a:lnTo>
                  <a:pt x="3398" y="75"/>
                </a:lnTo>
                <a:lnTo>
                  <a:pt x="3397" y="75"/>
                </a:lnTo>
                <a:lnTo>
                  <a:pt x="3396" y="74"/>
                </a:lnTo>
                <a:lnTo>
                  <a:pt x="3395" y="74"/>
                </a:lnTo>
                <a:lnTo>
                  <a:pt x="3394" y="73"/>
                </a:lnTo>
                <a:lnTo>
                  <a:pt x="3393" y="73"/>
                </a:lnTo>
                <a:lnTo>
                  <a:pt x="3393" y="72"/>
                </a:lnTo>
                <a:lnTo>
                  <a:pt x="3392" y="72"/>
                </a:lnTo>
                <a:lnTo>
                  <a:pt x="3391" y="72"/>
                </a:lnTo>
                <a:lnTo>
                  <a:pt x="3390" y="71"/>
                </a:lnTo>
                <a:lnTo>
                  <a:pt x="3389" y="71"/>
                </a:lnTo>
                <a:lnTo>
                  <a:pt x="3389" y="70"/>
                </a:lnTo>
                <a:lnTo>
                  <a:pt x="3388" y="70"/>
                </a:lnTo>
                <a:lnTo>
                  <a:pt x="3387" y="70"/>
                </a:lnTo>
                <a:lnTo>
                  <a:pt x="3387" y="69"/>
                </a:lnTo>
                <a:lnTo>
                  <a:pt x="3386" y="69"/>
                </a:lnTo>
                <a:lnTo>
                  <a:pt x="3385" y="69"/>
                </a:lnTo>
                <a:lnTo>
                  <a:pt x="3384" y="68"/>
                </a:lnTo>
                <a:lnTo>
                  <a:pt x="3383" y="68"/>
                </a:lnTo>
                <a:lnTo>
                  <a:pt x="3383" y="84"/>
                </a:lnTo>
                <a:lnTo>
                  <a:pt x="3382" y="83"/>
                </a:lnTo>
                <a:lnTo>
                  <a:pt x="3381" y="83"/>
                </a:lnTo>
                <a:lnTo>
                  <a:pt x="3380" y="82"/>
                </a:lnTo>
                <a:lnTo>
                  <a:pt x="3379" y="82"/>
                </a:lnTo>
                <a:lnTo>
                  <a:pt x="3379" y="81"/>
                </a:lnTo>
                <a:lnTo>
                  <a:pt x="3378" y="81"/>
                </a:lnTo>
                <a:lnTo>
                  <a:pt x="3377" y="81"/>
                </a:lnTo>
                <a:lnTo>
                  <a:pt x="3376" y="80"/>
                </a:lnTo>
                <a:lnTo>
                  <a:pt x="3375" y="80"/>
                </a:lnTo>
                <a:lnTo>
                  <a:pt x="3374" y="79"/>
                </a:lnTo>
                <a:lnTo>
                  <a:pt x="3373" y="79"/>
                </a:lnTo>
                <a:lnTo>
                  <a:pt x="3373" y="78"/>
                </a:lnTo>
                <a:lnTo>
                  <a:pt x="3372" y="78"/>
                </a:lnTo>
                <a:lnTo>
                  <a:pt x="3371" y="78"/>
                </a:lnTo>
                <a:lnTo>
                  <a:pt x="3370" y="77"/>
                </a:lnTo>
                <a:lnTo>
                  <a:pt x="3369" y="77"/>
                </a:lnTo>
                <a:lnTo>
                  <a:pt x="3369" y="76"/>
                </a:lnTo>
                <a:lnTo>
                  <a:pt x="3368" y="76"/>
                </a:lnTo>
                <a:lnTo>
                  <a:pt x="3367" y="76"/>
                </a:lnTo>
                <a:lnTo>
                  <a:pt x="3367" y="75"/>
                </a:lnTo>
                <a:lnTo>
                  <a:pt x="3366" y="75"/>
                </a:lnTo>
                <a:lnTo>
                  <a:pt x="3365" y="75"/>
                </a:lnTo>
                <a:lnTo>
                  <a:pt x="3364" y="74"/>
                </a:lnTo>
                <a:lnTo>
                  <a:pt x="3363" y="74"/>
                </a:lnTo>
                <a:lnTo>
                  <a:pt x="3363" y="73"/>
                </a:lnTo>
                <a:lnTo>
                  <a:pt x="3362" y="73"/>
                </a:lnTo>
                <a:lnTo>
                  <a:pt x="3361" y="72"/>
                </a:lnTo>
                <a:lnTo>
                  <a:pt x="3360" y="72"/>
                </a:lnTo>
                <a:lnTo>
                  <a:pt x="3359" y="72"/>
                </a:lnTo>
                <a:lnTo>
                  <a:pt x="3359" y="71"/>
                </a:lnTo>
                <a:lnTo>
                  <a:pt x="3358" y="71"/>
                </a:lnTo>
                <a:lnTo>
                  <a:pt x="3357" y="71"/>
                </a:lnTo>
                <a:lnTo>
                  <a:pt x="3357" y="70"/>
                </a:lnTo>
                <a:lnTo>
                  <a:pt x="3356" y="70"/>
                </a:lnTo>
                <a:lnTo>
                  <a:pt x="3355" y="69"/>
                </a:lnTo>
                <a:lnTo>
                  <a:pt x="3354" y="69"/>
                </a:lnTo>
                <a:lnTo>
                  <a:pt x="3353" y="68"/>
                </a:lnTo>
                <a:lnTo>
                  <a:pt x="3352" y="68"/>
                </a:lnTo>
                <a:lnTo>
                  <a:pt x="3351" y="67"/>
                </a:lnTo>
                <a:lnTo>
                  <a:pt x="3350" y="67"/>
                </a:lnTo>
                <a:lnTo>
                  <a:pt x="3349" y="66"/>
                </a:lnTo>
                <a:lnTo>
                  <a:pt x="3348" y="66"/>
                </a:lnTo>
                <a:lnTo>
                  <a:pt x="3347" y="65"/>
                </a:lnTo>
                <a:lnTo>
                  <a:pt x="3346" y="65"/>
                </a:lnTo>
                <a:lnTo>
                  <a:pt x="3345" y="64"/>
                </a:lnTo>
                <a:lnTo>
                  <a:pt x="3344" y="64"/>
                </a:lnTo>
                <a:lnTo>
                  <a:pt x="3343" y="63"/>
                </a:lnTo>
                <a:lnTo>
                  <a:pt x="3342" y="63"/>
                </a:lnTo>
                <a:lnTo>
                  <a:pt x="3342" y="62"/>
                </a:lnTo>
                <a:lnTo>
                  <a:pt x="3341" y="62"/>
                </a:lnTo>
                <a:lnTo>
                  <a:pt x="3340" y="62"/>
                </a:lnTo>
                <a:lnTo>
                  <a:pt x="3339" y="61"/>
                </a:lnTo>
                <a:lnTo>
                  <a:pt x="3338" y="61"/>
                </a:lnTo>
                <a:lnTo>
                  <a:pt x="3337" y="60"/>
                </a:lnTo>
                <a:lnTo>
                  <a:pt x="3336" y="60"/>
                </a:lnTo>
                <a:lnTo>
                  <a:pt x="3336" y="59"/>
                </a:lnTo>
                <a:lnTo>
                  <a:pt x="3335" y="59"/>
                </a:lnTo>
                <a:lnTo>
                  <a:pt x="3334" y="59"/>
                </a:lnTo>
                <a:lnTo>
                  <a:pt x="3333" y="58"/>
                </a:lnTo>
                <a:lnTo>
                  <a:pt x="3332" y="58"/>
                </a:lnTo>
                <a:lnTo>
                  <a:pt x="3332" y="57"/>
                </a:lnTo>
                <a:lnTo>
                  <a:pt x="3331" y="57"/>
                </a:lnTo>
                <a:lnTo>
                  <a:pt x="3330" y="57"/>
                </a:lnTo>
                <a:lnTo>
                  <a:pt x="3330" y="56"/>
                </a:lnTo>
                <a:lnTo>
                  <a:pt x="3329" y="56"/>
                </a:lnTo>
                <a:lnTo>
                  <a:pt x="3328" y="55"/>
                </a:lnTo>
                <a:lnTo>
                  <a:pt x="3327" y="55"/>
                </a:lnTo>
                <a:lnTo>
                  <a:pt x="3326" y="55"/>
                </a:lnTo>
                <a:lnTo>
                  <a:pt x="3326" y="54"/>
                </a:lnTo>
                <a:lnTo>
                  <a:pt x="3325" y="54"/>
                </a:lnTo>
                <a:lnTo>
                  <a:pt x="3324" y="53"/>
                </a:lnTo>
                <a:lnTo>
                  <a:pt x="3323" y="53"/>
                </a:lnTo>
                <a:lnTo>
                  <a:pt x="3322" y="52"/>
                </a:lnTo>
                <a:lnTo>
                  <a:pt x="3321" y="52"/>
                </a:lnTo>
                <a:lnTo>
                  <a:pt x="3320" y="52"/>
                </a:lnTo>
                <a:lnTo>
                  <a:pt x="3320" y="51"/>
                </a:lnTo>
                <a:lnTo>
                  <a:pt x="3319" y="51"/>
                </a:lnTo>
                <a:lnTo>
                  <a:pt x="3318" y="50"/>
                </a:lnTo>
                <a:lnTo>
                  <a:pt x="3317" y="50"/>
                </a:lnTo>
                <a:lnTo>
                  <a:pt x="3316" y="49"/>
                </a:lnTo>
                <a:lnTo>
                  <a:pt x="3315" y="49"/>
                </a:lnTo>
                <a:lnTo>
                  <a:pt x="3314" y="48"/>
                </a:lnTo>
                <a:lnTo>
                  <a:pt x="3313" y="48"/>
                </a:lnTo>
                <a:lnTo>
                  <a:pt x="3312" y="47"/>
                </a:lnTo>
                <a:lnTo>
                  <a:pt x="3311" y="47"/>
                </a:lnTo>
                <a:lnTo>
                  <a:pt x="3310" y="46"/>
                </a:lnTo>
                <a:lnTo>
                  <a:pt x="3309" y="46"/>
                </a:lnTo>
                <a:lnTo>
                  <a:pt x="3308" y="45"/>
                </a:lnTo>
                <a:lnTo>
                  <a:pt x="3307" y="45"/>
                </a:lnTo>
                <a:lnTo>
                  <a:pt x="3306" y="44"/>
                </a:lnTo>
                <a:lnTo>
                  <a:pt x="3305" y="44"/>
                </a:lnTo>
                <a:lnTo>
                  <a:pt x="3305" y="43"/>
                </a:lnTo>
                <a:lnTo>
                  <a:pt x="3304" y="43"/>
                </a:lnTo>
                <a:lnTo>
                  <a:pt x="3303" y="43"/>
                </a:lnTo>
                <a:lnTo>
                  <a:pt x="3303" y="42"/>
                </a:lnTo>
                <a:lnTo>
                  <a:pt x="3302" y="42"/>
                </a:lnTo>
                <a:lnTo>
                  <a:pt x="3301" y="42"/>
                </a:lnTo>
                <a:lnTo>
                  <a:pt x="3300" y="41"/>
                </a:lnTo>
                <a:lnTo>
                  <a:pt x="3299" y="41"/>
                </a:lnTo>
                <a:lnTo>
                  <a:pt x="3299" y="40"/>
                </a:lnTo>
                <a:lnTo>
                  <a:pt x="3298" y="40"/>
                </a:lnTo>
                <a:lnTo>
                  <a:pt x="3297" y="40"/>
                </a:lnTo>
                <a:lnTo>
                  <a:pt x="3297" y="39"/>
                </a:lnTo>
                <a:lnTo>
                  <a:pt x="3296" y="39"/>
                </a:lnTo>
                <a:lnTo>
                  <a:pt x="3295" y="39"/>
                </a:lnTo>
                <a:lnTo>
                  <a:pt x="3295" y="38"/>
                </a:lnTo>
                <a:lnTo>
                  <a:pt x="3294" y="38"/>
                </a:lnTo>
                <a:lnTo>
                  <a:pt x="3293" y="38"/>
                </a:lnTo>
                <a:lnTo>
                  <a:pt x="3293" y="37"/>
                </a:lnTo>
                <a:lnTo>
                  <a:pt x="3292" y="37"/>
                </a:lnTo>
                <a:lnTo>
                  <a:pt x="3291" y="36"/>
                </a:lnTo>
                <a:lnTo>
                  <a:pt x="3290" y="36"/>
                </a:lnTo>
                <a:lnTo>
                  <a:pt x="3289" y="36"/>
                </a:lnTo>
                <a:lnTo>
                  <a:pt x="3289" y="35"/>
                </a:lnTo>
                <a:lnTo>
                  <a:pt x="3288" y="35"/>
                </a:lnTo>
                <a:lnTo>
                  <a:pt x="3287" y="35"/>
                </a:lnTo>
                <a:lnTo>
                  <a:pt x="3287" y="34"/>
                </a:lnTo>
                <a:lnTo>
                  <a:pt x="3286" y="34"/>
                </a:lnTo>
                <a:lnTo>
                  <a:pt x="3285" y="33"/>
                </a:lnTo>
                <a:lnTo>
                  <a:pt x="3284" y="33"/>
                </a:lnTo>
                <a:lnTo>
                  <a:pt x="3283" y="33"/>
                </a:lnTo>
                <a:lnTo>
                  <a:pt x="3283" y="32"/>
                </a:lnTo>
                <a:lnTo>
                  <a:pt x="3282" y="32"/>
                </a:lnTo>
                <a:lnTo>
                  <a:pt x="3281" y="31"/>
                </a:lnTo>
                <a:lnTo>
                  <a:pt x="3280" y="31"/>
                </a:lnTo>
                <a:lnTo>
                  <a:pt x="3279" y="30"/>
                </a:lnTo>
                <a:lnTo>
                  <a:pt x="3278" y="30"/>
                </a:lnTo>
                <a:lnTo>
                  <a:pt x="3278" y="29"/>
                </a:lnTo>
                <a:lnTo>
                  <a:pt x="3277" y="29"/>
                </a:lnTo>
                <a:lnTo>
                  <a:pt x="3276" y="29"/>
                </a:lnTo>
                <a:lnTo>
                  <a:pt x="3275" y="28"/>
                </a:lnTo>
                <a:lnTo>
                  <a:pt x="3274" y="28"/>
                </a:lnTo>
                <a:lnTo>
                  <a:pt x="3273" y="27"/>
                </a:lnTo>
                <a:lnTo>
                  <a:pt x="3272" y="27"/>
                </a:lnTo>
                <a:lnTo>
                  <a:pt x="3272" y="26"/>
                </a:lnTo>
                <a:lnTo>
                  <a:pt x="3271" y="26"/>
                </a:lnTo>
                <a:lnTo>
                  <a:pt x="3270" y="43"/>
                </a:lnTo>
                <a:lnTo>
                  <a:pt x="3269" y="42"/>
                </a:lnTo>
                <a:lnTo>
                  <a:pt x="3268" y="42"/>
                </a:lnTo>
                <a:lnTo>
                  <a:pt x="3268" y="41"/>
                </a:lnTo>
                <a:lnTo>
                  <a:pt x="3267" y="41"/>
                </a:lnTo>
                <a:lnTo>
                  <a:pt x="3266" y="41"/>
                </a:lnTo>
                <a:lnTo>
                  <a:pt x="3265" y="40"/>
                </a:lnTo>
                <a:lnTo>
                  <a:pt x="3264" y="40"/>
                </a:lnTo>
                <a:lnTo>
                  <a:pt x="3263" y="39"/>
                </a:lnTo>
                <a:lnTo>
                  <a:pt x="3262" y="39"/>
                </a:lnTo>
                <a:lnTo>
                  <a:pt x="3262" y="38"/>
                </a:lnTo>
                <a:lnTo>
                  <a:pt x="3261" y="38"/>
                </a:lnTo>
                <a:lnTo>
                  <a:pt x="3260" y="38"/>
                </a:lnTo>
                <a:lnTo>
                  <a:pt x="3259" y="37"/>
                </a:lnTo>
                <a:lnTo>
                  <a:pt x="3258" y="37"/>
                </a:lnTo>
                <a:lnTo>
                  <a:pt x="3258" y="36"/>
                </a:lnTo>
                <a:lnTo>
                  <a:pt x="3257" y="36"/>
                </a:lnTo>
                <a:lnTo>
                  <a:pt x="3256" y="36"/>
                </a:lnTo>
                <a:lnTo>
                  <a:pt x="3256" y="35"/>
                </a:lnTo>
                <a:lnTo>
                  <a:pt x="3255" y="35"/>
                </a:lnTo>
                <a:lnTo>
                  <a:pt x="3254" y="35"/>
                </a:lnTo>
                <a:lnTo>
                  <a:pt x="3253" y="34"/>
                </a:lnTo>
                <a:lnTo>
                  <a:pt x="3252" y="34"/>
                </a:lnTo>
                <a:lnTo>
                  <a:pt x="3252" y="33"/>
                </a:lnTo>
                <a:lnTo>
                  <a:pt x="3251" y="33"/>
                </a:lnTo>
                <a:lnTo>
                  <a:pt x="3250" y="50"/>
                </a:lnTo>
                <a:lnTo>
                  <a:pt x="3249" y="49"/>
                </a:lnTo>
                <a:lnTo>
                  <a:pt x="3248" y="49"/>
                </a:lnTo>
                <a:lnTo>
                  <a:pt x="3248" y="48"/>
                </a:lnTo>
                <a:lnTo>
                  <a:pt x="3247" y="48"/>
                </a:lnTo>
                <a:lnTo>
                  <a:pt x="3246" y="48"/>
                </a:lnTo>
                <a:lnTo>
                  <a:pt x="3245" y="47"/>
                </a:lnTo>
                <a:lnTo>
                  <a:pt x="3244" y="47"/>
                </a:lnTo>
                <a:lnTo>
                  <a:pt x="3243" y="46"/>
                </a:lnTo>
                <a:lnTo>
                  <a:pt x="3242" y="46"/>
                </a:lnTo>
                <a:lnTo>
                  <a:pt x="3242" y="45"/>
                </a:lnTo>
                <a:lnTo>
                  <a:pt x="3241" y="45"/>
                </a:lnTo>
                <a:lnTo>
                  <a:pt x="3240" y="45"/>
                </a:lnTo>
                <a:lnTo>
                  <a:pt x="3239" y="44"/>
                </a:lnTo>
                <a:lnTo>
                  <a:pt x="3238" y="44"/>
                </a:lnTo>
                <a:lnTo>
                  <a:pt x="3238" y="43"/>
                </a:lnTo>
                <a:lnTo>
                  <a:pt x="3237" y="43"/>
                </a:lnTo>
                <a:lnTo>
                  <a:pt x="3236" y="43"/>
                </a:lnTo>
                <a:lnTo>
                  <a:pt x="3236" y="42"/>
                </a:lnTo>
                <a:lnTo>
                  <a:pt x="3235" y="42"/>
                </a:lnTo>
                <a:lnTo>
                  <a:pt x="3234" y="42"/>
                </a:lnTo>
                <a:lnTo>
                  <a:pt x="3233" y="41"/>
                </a:lnTo>
                <a:lnTo>
                  <a:pt x="3232" y="41"/>
                </a:lnTo>
                <a:lnTo>
                  <a:pt x="3232" y="40"/>
                </a:lnTo>
                <a:lnTo>
                  <a:pt x="3231" y="40"/>
                </a:lnTo>
                <a:lnTo>
                  <a:pt x="3230" y="40"/>
                </a:lnTo>
                <a:lnTo>
                  <a:pt x="3230" y="39"/>
                </a:lnTo>
                <a:lnTo>
                  <a:pt x="3229" y="39"/>
                </a:lnTo>
                <a:lnTo>
                  <a:pt x="3228" y="39"/>
                </a:lnTo>
                <a:lnTo>
                  <a:pt x="3228" y="38"/>
                </a:lnTo>
                <a:lnTo>
                  <a:pt x="3227" y="38"/>
                </a:lnTo>
                <a:lnTo>
                  <a:pt x="3226" y="38"/>
                </a:lnTo>
                <a:lnTo>
                  <a:pt x="3226" y="37"/>
                </a:lnTo>
                <a:lnTo>
                  <a:pt x="3225" y="37"/>
                </a:lnTo>
                <a:lnTo>
                  <a:pt x="3224" y="36"/>
                </a:lnTo>
                <a:lnTo>
                  <a:pt x="3223" y="36"/>
                </a:lnTo>
                <a:lnTo>
                  <a:pt x="3222" y="35"/>
                </a:lnTo>
                <a:lnTo>
                  <a:pt x="3221" y="35"/>
                </a:lnTo>
                <a:lnTo>
                  <a:pt x="3220" y="34"/>
                </a:lnTo>
                <a:lnTo>
                  <a:pt x="3219" y="34"/>
                </a:lnTo>
                <a:lnTo>
                  <a:pt x="3218" y="33"/>
                </a:lnTo>
                <a:lnTo>
                  <a:pt x="3217" y="33"/>
                </a:lnTo>
                <a:lnTo>
                  <a:pt x="3216" y="32"/>
                </a:lnTo>
                <a:lnTo>
                  <a:pt x="3215" y="32"/>
                </a:lnTo>
                <a:lnTo>
                  <a:pt x="3214" y="31"/>
                </a:lnTo>
                <a:lnTo>
                  <a:pt x="3213" y="31"/>
                </a:lnTo>
                <a:lnTo>
                  <a:pt x="3212" y="30"/>
                </a:lnTo>
                <a:lnTo>
                  <a:pt x="3211" y="30"/>
                </a:lnTo>
                <a:lnTo>
                  <a:pt x="3211" y="29"/>
                </a:lnTo>
                <a:lnTo>
                  <a:pt x="3210" y="29"/>
                </a:lnTo>
                <a:lnTo>
                  <a:pt x="3209" y="29"/>
                </a:lnTo>
                <a:lnTo>
                  <a:pt x="3208" y="28"/>
                </a:lnTo>
                <a:lnTo>
                  <a:pt x="3207" y="28"/>
                </a:lnTo>
                <a:lnTo>
                  <a:pt x="3206" y="27"/>
                </a:lnTo>
                <a:lnTo>
                  <a:pt x="3205" y="27"/>
                </a:lnTo>
                <a:lnTo>
                  <a:pt x="3205" y="26"/>
                </a:lnTo>
                <a:lnTo>
                  <a:pt x="3204" y="26"/>
                </a:lnTo>
                <a:lnTo>
                  <a:pt x="3203" y="26"/>
                </a:lnTo>
                <a:lnTo>
                  <a:pt x="3202" y="25"/>
                </a:lnTo>
                <a:lnTo>
                  <a:pt x="3201" y="25"/>
                </a:lnTo>
                <a:lnTo>
                  <a:pt x="3201" y="24"/>
                </a:lnTo>
                <a:lnTo>
                  <a:pt x="3200" y="24"/>
                </a:lnTo>
                <a:lnTo>
                  <a:pt x="3199" y="24"/>
                </a:lnTo>
                <a:lnTo>
                  <a:pt x="3199" y="23"/>
                </a:lnTo>
                <a:lnTo>
                  <a:pt x="3198" y="23"/>
                </a:lnTo>
                <a:lnTo>
                  <a:pt x="3197" y="22"/>
                </a:lnTo>
                <a:lnTo>
                  <a:pt x="3196" y="22"/>
                </a:lnTo>
                <a:lnTo>
                  <a:pt x="3195" y="22"/>
                </a:lnTo>
                <a:lnTo>
                  <a:pt x="3195" y="21"/>
                </a:lnTo>
                <a:lnTo>
                  <a:pt x="3194" y="21"/>
                </a:lnTo>
                <a:lnTo>
                  <a:pt x="3193" y="21"/>
                </a:lnTo>
                <a:lnTo>
                  <a:pt x="3193" y="20"/>
                </a:lnTo>
                <a:lnTo>
                  <a:pt x="3192" y="20"/>
                </a:lnTo>
                <a:lnTo>
                  <a:pt x="3191" y="19"/>
                </a:lnTo>
                <a:lnTo>
                  <a:pt x="3190" y="37"/>
                </a:lnTo>
                <a:lnTo>
                  <a:pt x="3189" y="36"/>
                </a:lnTo>
                <a:lnTo>
                  <a:pt x="3188" y="36"/>
                </a:lnTo>
                <a:lnTo>
                  <a:pt x="3188" y="35"/>
                </a:lnTo>
                <a:lnTo>
                  <a:pt x="3187" y="35"/>
                </a:lnTo>
                <a:lnTo>
                  <a:pt x="3186" y="35"/>
                </a:lnTo>
                <a:lnTo>
                  <a:pt x="3186" y="34"/>
                </a:lnTo>
                <a:lnTo>
                  <a:pt x="3185" y="34"/>
                </a:lnTo>
                <a:lnTo>
                  <a:pt x="3184" y="34"/>
                </a:lnTo>
                <a:lnTo>
                  <a:pt x="3183" y="33"/>
                </a:lnTo>
                <a:lnTo>
                  <a:pt x="3182" y="33"/>
                </a:lnTo>
                <a:lnTo>
                  <a:pt x="3182" y="32"/>
                </a:lnTo>
                <a:lnTo>
                  <a:pt x="3181" y="32"/>
                </a:lnTo>
                <a:lnTo>
                  <a:pt x="3180" y="31"/>
                </a:lnTo>
                <a:lnTo>
                  <a:pt x="3179" y="31"/>
                </a:lnTo>
                <a:lnTo>
                  <a:pt x="3178" y="31"/>
                </a:lnTo>
                <a:lnTo>
                  <a:pt x="3178" y="30"/>
                </a:lnTo>
                <a:lnTo>
                  <a:pt x="3177" y="30"/>
                </a:lnTo>
                <a:lnTo>
                  <a:pt x="3176" y="30"/>
                </a:lnTo>
                <a:lnTo>
                  <a:pt x="3176" y="29"/>
                </a:lnTo>
                <a:lnTo>
                  <a:pt x="3175" y="29"/>
                </a:lnTo>
                <a:lnTo>
                  <a:pt x="3174" y="28"/>
                </a:lnTo>
                <a:lnTo>
                  <a:pt x="3173" y="28"/>
                </a:lnTo>
                <a:lnTo>
                  <a:pt x="3172" y="28"/>
                </a:lnTo>
                <a:lnTo>
                  <a:pt x="3172" y="27"/>
                </a:lnTo>
                <a:lnTo>
                  <a:pt x="3171" y="27"/>
                </a:lnTo>
                <a:lnTo>
                  <a:pt x="3170" y="26"/>
                </a:lnTo>
                <a:lnTo>
                  <a:pt x="3169" y="26"/>
                </a:lnTo>
                <a:lnTo>
                  <a:pt x="3168" y="25"/>
                </a:lnTo>
                <a:lnTo>
                  <a:pt x="3167" y="25"/>
                </a:lnTo>
                <a:lnTo>
                  <a:pt x="3166" y="24"/>
                </a:lnTo>
                <a:lnTo>
                  <a:pt x="3165" y="24"/>
                </a:lnTo>
                <a:lnTo>
                  <a:pt x="3164" y="23"/>
                </a:lnTo>
                <a:lnTo>
                  <a:pt x="3163" y="23"/>
                </a:lnTo>
                <a:lnTo>
                  <a:pt x="3162" y="22"/>
                </a:lnTo>
                <a:lnTo>
                  <a:pt x="3161" y="22"/>
                </a:lnTo>
                <a:lnTo>
                  <a:pt x="3161" y="21"/>
                </a:lnTo>
                <a:lnTo>
                  <a:pt x="3160" y="21"/>
                </a:lnTo>
                <a:lnTo>
                  <a:pt x="3159" y="21"/>
                </a:lnTo>
                <a:lnTo>
                  <a:pt x="3158" y="20"/>
                </a:lnTo>
                <a:lnTo>
                  <a:pt x="3157" y="20"/>
                </a:lnTo>
                <a:lnTo>
                  <a:pt x="3156" y="19"/>
                </a:lnTo>
                <a:lnTo>
                  <a:pt x="3155" y="19"/>
                </a:lnTo>
                <a:lnTo>
                  <a:pt x="3155" y="18"/>
                </a:lnTo>
                <a:lnTo>
                  <a:pt x="3154" y="18"/>
                </a:lnTo>
                <a:lnTo>
                  <a:pt x="3153" y="18"/>
                </a:lnTo>
                <a:lnTo>
                  <a:pt x="3152" y="17"/>
                </a:lnTo>
                <a:lnTo>
                  <a:pt x="3151" y="17"/>
                </a:lnTo>
                <a:lnTo>
                  <a:pt x="3151" y="16"/>
                </a:lnTo>
                <a:lnTo>
                  <a:pt x="3150" y="16"/>
                </a:lnTo>
                <a:lnTo>
                  <a:pt x="3149" y="34"/>
                </a:lnTo>
                <a:lnTo>
                  <a:pt x="3149" y="33"/>
                </a:lnTo>
                <a:lnTo>
                  <a:pt x="3148" y="33"/>
                </a:lnTo>
                <a:lnTo>
                  <a:pt x="3147" y="32"/>
                </a:lnTo>
                <a:lnTo>
                  <a:pt x="3146" y="32"/>
                </a:lnTo>
                <a:lnTo>
                  <a:pt x="3145" y="32"/>
                </a:lnTo>
                <a:lnTo>
                  <a:pt x="3145" y="31"/>
                </a:lnTo>
                <a:lnTo>
                  <a:pt x="3144" y="31"/>
                </a:lnTo>
                <a:lnTo>
                  <a:pt x="3143" y="30"/>
                </a:lnTo>
                <a:lnTo>
                  <a:pt x="3142" y="30"/>
                </a:lnTo>
                <a:lnTo>
                  <a:pt x="3141" y="29"/>
                </a:lnTo>
                <a:lnTo>
                  <a:pt x="3140" y="29"/>
                </a:lnTo>
                <a:lnTo>
                  <a:pt x="3139" y="29"/>
                </a:lnTo>
                <a:lnTo>
                  <a:pt x="3139" y="28"/>
                </a:lnTo>
                <a:lnTo>
                  <a:pt x="3138" y="28"/>
                </a:lnTo>
                <a:lnTo>
                  <a:pt x="3137" y="27"/>
                </a:lnTo>
                <a:lnTo>
                  <a:pt x="3136" y="27"/>
                </a:lnTo>
                <a:lnTo>
                  <a:pt x="3135" y="26"/>
                </a:lnTo>
                <a:lnTo>
                  <a:pt x="3134" y="26"/>
                </a:lnTo>
                <a:lnTo>
                  <a:pt x="3133" y="25"/>
                </a:lnTo>
                <a:lnTo>
                  <a:pt x="3132" y="25"/>
                </a:lnTo>
                <a:lnTo>
                  <a:pt x="3131" y="24"/>
                </a:lnTo>
                <a:lnTo>
                  <a:pt x="3130" y="24"/>
                </a:lnTo>
                <a:lnTo>
                  <a:pt x="3129" y="23"/>
                </a:lnTo>
                <a:lnTo>
                  <a:pt x="3128" y="23"/>
                </a:lnTo>
                <a:lnTo>
                  <a:pt x="3127" y="22"/>
                </a:lnTo>
                <a:lnTo>
                  <a:pt x="3126" y="22"/>
                </a:lnTo>
                <a:lnTo>
                  <a:pt x="3125" y="21"/>
                </a:lnTo>
                <a:lnTo>
                  <a:pt x="3124" y="21"/>
                </a:lnTo>
                <a:lnTo>
                  <a:pt x="3124" y="20"/>
                </a:lnTo>
                <a:lnTo>
                  <a:pt x="3123" y="20"/>
                </a:lnTo>
                <a:lnTo>
                  <a:pt x="3122" y="20"/>
                </a:lnTo>
                <a:lnTo>
                  <a:pt x="3122" y="19"/>
                </a:lnTo>
                <a:lnTo>
                  <a:pt x="3121" y="19"/>
                </a:lnTo>
                <a:lnTo>
                  <a:pt x="3120" y="19"/>
                </a:lnTo>
                <a:lnTo>
                  <a:pt x="3119" y="18"/>
                </a:lnTo>
                <a:lnTo>
                  <a:pt x="3118" y="18"/>
                </a:lnTo>
                <a:lnTo>
                  <a:pt x="3118" y="17"/>
                </a:lnTo>
                <a:lnTo>
                  <a:pt x="3117" y="17"/>
                </a:lnTo>
                <a:lnTo>
                  <a:pt x="3116" y="17"/>
                </a:lnTo>
                <a:lnTo>
                  <a:pt x="3116" y="16"/>
                </a:lnTo>
                <a:lnTo>
                  <a:pt x="3115" y="16"/>
                </a:lnTo>
                <a:lnTo>
                  <a:pt x="3114" y="16"/>
                </a:lnTo>
                <a:lnTo>
                  <a:pt x="3114" y="15"/>
                </a:lnTo>
                <a:lnTo>
                  <a:pt x="3113" y="15"/>
                </a:lnTo>
                <a:lnTo>
                  <a:pt x="3112" y="15"/>
                </a:lnTo>
                <a:lnTo>
                  <a:pt x="3112" y="14"/>
                </a:lnTo>
                <a:lnTo>
                  <a:pt x="3111" y="14"/>
                </a:lnTo>
                <a:lnTo>
                  <a:pt x="3110" y="13"/>
                </a:lnTo>
                <a:lnTo>
                  <a:pt x="3109" y="13"/>
                </a:lnTo>
                <a:lnTo>
                  <a:pt x="3108" y="13"/>
                </a:lnTo>
                <a:lnTo>
                  <a:pt x="3108" y="12"/>
                </a:lnTo>
                <a:lnTo>
                  <a:pt x="3107" y="12"/>
                </a:lnTo>
                <a:lnTo>
                  <a:pt x="3106" y="12"/>
                </a:lnTo>
                <a:lnTo>
                  <a:pt x="3106" y="11"/>
                </a:lnTo>
                <a:lnTo>
                  <a:pt x="3105" y="11"/>
                </a:lnTo>
                <a:lnTo>
                  <a:pt x="3104" y="10"/>
                </a:lnTo>
                <a:lnTo>
                  <a:pt x="3103" y="10"/>
                </a:lnTo>
                <a:lnTo>
                  <a:pt x="3102" y="10"/>
                </a:lnTo>
                <a:lnTo>
                  <a:pt x="3102" y="9"/>
                </a:lnTo>
                <a:lnTo>
                  <a:pt x="3101" y="9"/>
                </a:lnTo>
                <a:lnTo>
                  <a:pt x="3100" y="8"/>
                </a:lnTo>
                <a:lnTo>
                  <a:pt x="3099" y="8"/>
                </a:lnTo>
                <a:lnTo>
                  <a:pt x="3098" y="7"/>
                </a:lnTo>
                <a:lnTo>
                  <a:pt x="3097" y="7"/>
                </a:lnTo>
                <a:lnTo>
                  <a:pt x="3096" y="6"/>
                </a:lnTo>
                <a:lnTo>
                  <a:pt x="3095" y="6"/>
                </a:lnTo>
                <a:lnTo>
                  <a:pt x="3094" y="5"/>
                </a:lnTo>
                <a:lnTo>
                  <a:pt x="3093" y="5"/>
                </a:lnTo>
                <a:lnTo>
                  <a:pt x="3092" y="4"/>
                </a:lnTo>
                <a:lnTo>
                  <a:pt x="3091" y="4"/>
                </a:lnTo>
                <a:lnTo>
                  <a:pt x="3091" y="3"/>
                </a:lnTo>
                <a:lnTo>
                  <a:pt x="3090" y="3"/>
                </a:lnTo>
                <a:lnTo>
                  <a:pt x="3089" y="3"/>
                </a:lnTo>
                <a:lnTo>
                  <a:pt x="3088" y="2"/>
                </a:lnTo>
                <a:lnTo>
                  <a:pt x="3087" y="2"/>
                </a:lnTo>
                <a:lnTo>
                  <a:pt x="3087" y="1"/>
                </a:lnTo>
                <a:lnTo>
                  <a:pt x="3086" y="1"/>
                </a:lnTo>
                <a:lnTo>
                  <a:pt x="3085" y="1"/>
                </a:lnTo>
                <a:lnTo>
                  <a:pt x="3085" y="0"/>
                </a:lnTo>
                <a:lnTo>
                  <a:pt x="3084" y="0"/>
                </a:lnTo>
                <a:lnTo>
                  <a:pt x="3084" y="18"/>
                </a:lnTo>
                <a:lnTo>
                  <a:pt x="3083" y="18"/>
                </a:lnTo>
                <a:lnTo>
                  <a:pt x="3082" y="18"/>
                </a:lnTo>
                <a:lnTo>
                  <a:pt x="3082" y="17"/>
                </a:lnTo>
                <a:lnTo>
                  <a:pt x="3081" y="17"/>
                </a:lnTo>
                <a:lnTo>
                  <a:pt x="3080" y="16"/>
                </a:lnTo>
                <a:lnTo>
                  <a:pt x="3079" y="16"/>
                </a:lnTo>
                <a:lnTo>
                  <a:pt x="3078" y="16"/>
                </a:lnTo>
                <a:lnTo>
                  <a:pt x="3078" y="15"/>
                </a:lnTo>
                <a:lnTo>
                  <a:pt x="3077" y="15"/>
                </a:lnTo>
                <a:lnTo>
                  <a:pt x="3076" y="14"/>
                </a:lnTo>
                <a:lnTo>
                  <a:pt x="3075" y="14"/>
                </a:lnTo>
                <a:lnTo>
                  <a:pt x="3074" y="13"/>
                </a:lnTo>
                <a:lnTo>
                  <a:pt x="3073" y="13"/>
                </a:lnTo>
                <a:lnTo>
                  <a:pt x="3072" y="13"/>
                </a:lnTo>
                <a:lnTo>
                  <a:pt x="3072" y="12"/>
                </a:lnTo>
                <a:lnTo>
                  <a:pt x="3071" y="12"/>
                </a:lnTo>
                <a:lnTo>
                  <a:pt x="3070" y="11"/>
                </a:lnTo>
                <a:lnTo>
                  <a:pt x="3069" y="11"/>
                </a:lnTo>
                <a:lnTo>
                  <a:pt x="3068" y="10"/>
                </a:lnTo>
                <a:lnTo>
                  <a:pt x="3067" y="10"/>
                </a:lnTo>
                <a:lnTo>
                  <a:pt x="3067" y="9"/>
                </a:lnTo>
                <a:lnTo>
                  <a:pt x="3066" y="9"/>
                </a:lnTo>
                <a:lnTo>
                  <a:pt x="3065" y="9"/>
                </a:lnTo>
                <a:lnTo>
                  <a:pt x="3064" y="8"/>
                </a:lnTo>
                <a:lnTo>
                  <a:pt x="3063" y="8"/>
                </a:lnTo>
                <a:lnTo>
                  <a:pt x="3062" y="7"/>
                </a:lnTo>
                <a:lnTo>
                  <a:pt x="3061" y="7"/>
                </a:lnTo>
                <a:lnTo>
                  <a:pt x="3061" y="6"/>
                </a:lnTo>
                <a:lnTo>
                  <a:pt x="3060" y="6"/>
                </a:lnTo>
                <a:lnTo>
                  <a:pt x="3059" y="6"/>
                </a:lnTo>
                <a:lnTo>
                  <a:pt x="3058" y="5"/>
                </a:lnTo>
                <a:lnTo>
                  <a:pt x="3057" y="5"/>
                </a:lnTo>
                <a:lnTo>
                  <a:pt x="3057" y="4"/>
                </a:lnTo>
                <a:lnTo>
                  <a:pt x="3056" y="4"/>
                </a:lnTo>
                <a:lnTo>
                  <a:pt x="3055" y="4"/>
                </a:lnTo>
                <a:lnTo>
                  <a:pt x="3055" y="3"/>
                </a:lnTo>
                <a:lnTo>
                  <a:pt x="3054" y="3"/>
                </a:lnTo>
                <a:lnTo>
                  <a:pt x="3053" y="3"/>
                </a:lnTo>
                <a:lnTo>
                  <a:pt x="3052" y="21"/>
                </a:lnTo>
                <a:lnTo>
                  <a:pt x="3051" y="20"/>
                </a:lnTo>
                <a:lnTo>
                  <a:pt x="3050" y="20"/>
                </a:lnTo>
                <a:lnTo>
                  <a:pt x="3049" y="19"/>
                </a:lnTo>
                <a:lnTo>
                  <a:pt x="3048" y="19"/>
                </a:lnTo>
                <a:lnTo>
                  <a:pt x="3047" y="18"/>
                </a:lnTo>
                <a:lnTo>
                  <a:pt x="3046" y="18"/>
                </a:lnTo>
                <a:lnTo>
                  <a:pt x="3045" y="17"/>
                </a:lnTo>
                <a:lnTo>
                  <a:pt x="3044" y="17"/>
                </a:lnTo>
                <a:lnTo>
                  <a:pt x="3044" y="16"/>
                </a:lnTo>
                <a:lnTo>
                  <a:pt x="3043" y="16"/>
                </a:lnTo>
                <a:lnTo>
                  <a:pt x="3042" y="16"/>
                </a:lnTo>
                <a:lnTo>
                  <a:pt x="3041" y="15"/>
                </a:lnTo>
                <a:lnTo>
                  <a:pt x="3040" y="15"/>
                </a:lnTo>
                <a:lnTo>
                  <a:pt x="3039" y="14"/>
                </a:lnTo>
                <a:lnTo>
                  <a:pt x="3038" y="14"/>
                </a:lnTo>
                <a:lnTo>
                  <a:pt x="3038" y="13"/>
                </a:lnTo>
                <a:lnTo>
                  <a:pt x="3037" y="13"/>
                </a:lnTo>
                <a:lnTo>
                  <a:pt x="3037" y="32"/>
                </a:lnTo>
                <a:lnTo>
                  <a:pt x="3036" y="31"/>
                </a:lnTo>
                <a:lnTo>
                  <a:pt x="3035" y="31"/>
                </a:lnTo>
                <a:lnTo>
                  <a:pt x="3034" y="30"/>
                </a:lnTo>
                <a:lnTo>
                  <a:pt x="3033" y="30"/>
                </a:lnTo>
                <a:lnTo>
                  <a:pt x="3032" y="29"/>
                </a:lnTo>
                <a:lnTo>
                  <a:pt x="3031" y="29"/>
                </a:lnTo>
                <a:lnTo>
                  <a:pt x="3030" y="28"/>
                </a:lnTo>
                <a:lnTo>
                  <a:pt x="3029" y="28"/>
                </a:lnTo>
                <a:lnTo>
                  <a:pt x="3028" y="27"/>
                </a:lnTo>
                <a:lnTo>
                  <a:pt x="3027" y="27"/>
                </a:lnTo>
                <a:lnTo>
                  <a:pt x="3027" y="45"/>
                </a:lnTo>
                <a:lnTo>
                  <a:pt x="3026" y="45"/>
                </a:lnTo>
                <a:lnTo>
                  <a:pt x="3025" y="45"/>
                </a:lnTo>
                <a:lnTo>
                  <a:pt x="3025" y="44"/>
                </a:lnTo>
                <a:lnTo>
                  <a:pt x="3024" y="44"/>
                </a:lnTo>
                <a:lnTo>
                  <a:pt x="3023" y="44"/>
                </a:lnTo>
                <a:lnTo>
                  <a:pt x="3022" y="43"/>
                </a:lnTo>
                <a:lnTo>
                  <a:pt x="3021" y="43"/>
                </a:lnTo>
                <a:lnTo>
                  <a:pt x="3021" y="42"/>
                </a:lnTo>
                <a:lnTo>
                  <a:pt x="3020" y="42"/>
                </a:lnTo>
                <a:lnTo>
                  <a:pt x="3019" y="41"/>
                </a:lnTo>
                <a:lnTo>
                  <a:pt x="3018" y="41"/>
                </a:lnTo>
                <a:lnTo>
                  <a:pt x="3017" y="41"/>
                </a:lnTo>
                <a:lnTo>
                  <a:pt x="3017" y="40"/>
                </a:lnTo>
                <a:lnTo>
                  <a:pt x="3016" y="40"/>
                </a:lnTo>
                <a:lnTo>
                  <a:pt x="3015" y="40"/>
                </a:lnTo>
                <a:lnTo>
                  <a:pt x="3015" y="39"/>
                </a:lnTo>
                <a:lnTo>
                  <a:pt x="3014" y="39"/>
                </a:lnTo>
                <a:lnTo>
                  <a:pt x="3013" y="38"/>
                </a:lnTo>
                <a:lnTo>
                  <a:pt x="3012" y="38"/>
                </a:lnTo>
                <a:lnTo>
                  <a:pt x="3011" y="38"/>
                </a:lnTo>
                <a:lnTo>
                  <a:pt x="3011" y="37"/>
                </a:lnTo>
                <a:lnTo>
                  <a:pt x="3010" y="37"/>
                </a:lnTo>
                <a:lnTo>
                  <a:pt x="3009" y="36"/>
                </a:lnTo>
                <a:lnTo>
                  <a:pt x="3008" y="36"/>
                </a:lnTo>
                <a:lnTo>
                  <a:pt x="3007" y="35"/>
                </a:lnTo>
                <a:lnTo>
                  <a:pt x="3006" y="35"/>
                </a:lnTo>
                <a:lnTo>
                  <a:pt x="3005" y="35"/>
                </a:lnTo>
                <a:lnTo>
                  <a:pt x="3005" y="34"/>
                </a:lnTo>
                <a:lnTo>
                  <a:pt x="3004" y="34"/>
                </a:lnTo>
                <a:lnTo>
                  <a:pt x="3003" y="33"/>
                </a:lnTo>
                <a:lnTo>
                  <a:pt x="3002" y="33"/>
                </a:lnTo>
                <a:lnTo>
                  <a:pt x="3001" y="32"/>
                </a:lnTo>
                <a:lnTo>
                  <a:pt x="3000" y="32"/>
                </a:lnTo>
                <a:lnTo>
                  <a:pt x="3000" y="31"/>
                </a:lnTo>
                <a:lnTo>
                  <a:pt x="2999" y="31"/>
                </a:lnTo>
                <a:lnTo>
                  <a:pt x="2998" y="31"/>
                </a:lnTo>
                <a:lnTo>
                  <a:pt x="2997" y="30"/>
                </a:lnTo>
                <a:lnTo>
                  <a:pt x="2996" y="30"/>
                </a:lnTo>
                <a:lnTo>
                  <a:pt x="2995" y="29"/>
                </a:lnTo>
                <a:lnTo>
                  <a:pt x="2994" y="29"/>
                </a:lnTo>
                <a:lnTo>
                  <a:pt x="2994" y="28"/>
                </a:lnTo>
                <a:lnTo>
                  <a:pt x="2993" y="28"/>
                </a:lnTo>
                <a:lnTo>
                  <a:pt x="2992" y="28"/>
                </a:lnTo>
                <a:lnTo>
                  <a:pt x="2991" y="27"/>
                </a:lnTo>
                <a:lnTo>
                  <a:pt x="2990" y="27"/>
                </a:lnTo>
                <a:lnTo>
                  <a:pt x="2990" y="26"/>
                </a:lnTo>
                <a:lnTo>
                  <a:pt x="2989" y="26"/>
                </a:lnTo>
                <a:lnTo>
                  <a:pt x="2988" y="26"/>
                </a:lnTo>
                <a:lnTo>
                  <a:pt x="2988" y="25"/>
                </a:lnTo>
                <a:lnTo>
                  <a:pt x="2987" y="25"/>
                </a:lnTo>
                <a:lnTo>
                  <a:pt x="2986" y="25"/>
                </a:lnTo>
                <a:lnTo>
                  <a:pt x="2985" y="24"/>
                </a:lnTo>
                <a:lnTo>
                  <a:pt x="2984" y="24"/>
                </a:lnTo>
                <a:lnTo>
                  <a:pt x="2984" y="23"/>
                </a:lnTo>
                <a:lnTo>
                  <a:pt x="2983" y="23"/>
                </a:lnTo>
                <a:lnTo>
                  <a:pt x="2982" y="23"/>
                </a:lnTo>
                <a:lnTo>
                  <a:pt x="2982" y="42"/>
                </a:lnTo>
                <a:lnTo>
                  <a:pt x="2981" y="41"/>
                </a:lnTo>
                <a:lnTo>
                  <a:pt x="2980" y="41"/>
                </a:lnTo>
                <a:lnTo>
                  <a:pt x="2979" y="40"/>
                </a:lnTo>
                <a:lnTo>
                  <a:pt x="2978" y="40"/>
                </a:lnTo>
                <a:lnTo>
                  <a:pt x="2977" y="39"/>
                </a:lnTo>
                <a:lnTo>
                  <a:pt x="2976" y="39"/>
                </a:lnTo>
                <a:lnTo>
                  <a:pt x="2975" y="38"/>
                </a:lnTo>
                <a:lnTo>
                  <a:pt x="2974" y="38"/>
                </a:lnTo>
                <a:lnTo>
                  <a:pt x="2973" y="37"/>
                </a:lnTo>
                <a:lnTo>
                  <a:pt x="2972" y="37"/>
                </a:lnTo>
                <a:lnTo>
                  <a:pt x="2971" y="36"/>
                </a:lnTo>
                <a:lnTo>
                  <a:pt x="2970" y="36"/>
                </a:lnTo>
                <a:lnTo>
                  <a:pt x="2970" y="35"/>
                </a:lnTo>
                <a:lnTo>
                  <a:pt x="2969" y="35"/>
                </a:lnTo>
                <a:lnTo>
                  <a:pt x="2968" y="35"/>
                </a:lnTo>
                <a:lnTo>
                  <a:pt x="2968" y="34"/>
                </a:lnTo>
                <a:lnTo>
                  <a:pt x="2967" y="34"/>
                </a:lnTo>
                <a:lnTo>
                  <a:pt x="2966" y="34"/>
                </a:lnTo>
                <a:lnTo>
                  <a:pt x="2965" y="33"/>
                </a:lnTo>
                <a:lnTo>
                  <a:pt x="2964" y="33"/>
                </a:lnTo>
                <a:lnTo>
                  <a:pt x="2964" y="32"/>
                </a:lnTo>
                <a:lnTo>
                  <a:pt x="2963" y="32"/>
                </a:lnTo>
                <a:lnTo>
                  <a:pt x="2962" y="31"/>
                </a:lnTo>
                <a:lnTo>
                  <a:pt x="2961" y="31"/>
                </a:lnTo>
                <a:lnTo>
                  <a:pt x="2960" y="31"/>
                </a:lnTo>
                <a:lnTo>
                  <a:pt x="2960" y="30"/>
                </a:lnTo>
                <a:lnTo>
                  <a:pt x="2959" y="30"/>
                </a:lnTo>
                <a:lnTo>
                  <a:pt x="2958" y="30"/>
                </a:lnTo>
                <a:lnTo>
                  <a:pt x="2958" y="29"/>
                </a:lnTo>
                <a:lnTo>
                  <a:pt x="2957" y="29"/>
                </a:lnTo>
                <a:lnTo>
                  <a:pt x="2956" y="28"/>
                </a:lnTo>
                <a:lnTo>
                  <a:pt x="2955" y="28"/>
                </a:lnTo>
                <a:lnTo>
                  <a:pt x="2954" y="28"/>
                </a:lnTo>
                <a:lnTo>
                  <a:pt x="2954" y="27"/>
                </a:lnTo>
                <a:lnTo>
                  <a:pt x="2953" y="27"/>
                </a:lnTo>
                <a:lnTo>
                  <a:pt x="2952" y="26"/>
                </a:lnTo>
                <a:lnTo>
                  <a:pt x="2951" y="26"/>
                </a:lnTo>
                <a:lnTo>
                  <a:pt x="2950" y="25"/>
                </a:lnTo>
                <a:lnTo>
                  <a:pt x="2949" y="25"/>
                </a:lnTo>
                <a:lnTo>
                  <a:pt x="2948" y="25"/>
                </a:lnTo>
                <a:lnTo>
                  <a:pt x="2948" y="24"/>
                </a:lnTo>
                <a:lnTo>
                  <a:pt x="2947" y="24"/>
                </a:lnTo>
                <a:lnTo>
                  <a:pt x="2946" y="23"/>
                </a:lnTo>
                <a:lnTo>
                  <a:pt x="2945" y="23"/>
                </a:lnTo>
                <a:lnTo>
                  <a:pt x="2944" y="22"/>
                </a:lnTo>
                <a:lnTo>
                  <a:pt x="2943" y="22"/>
                </a:lnTo>
                <a:lnTo>
                  <a:pt x="2943" y="21"/>
                </a:lnTo>
                <a:lnTo>
                  <a:pt x="2942" y="21"/>
                </a:lnTo>
                <a:lnTo>
                  <a:pt x="2941" y="21"/>
                </a:lnTo>
                <a:lnTo>
                  <a:pt x="2940" y="20"/>
                </a:lnTo>
                <a:lnTo>
                  <a:pt x="2939" y="20"/>
                </a:lnTo>
                <a:lnTo>
                  <a:pt x="2938" y="19"/>
                </a:lnTo>
                <a:lnTo>
                  <a:pt x="2937" y="19"/>
                </a:lnTo>
                <a:lnTo>
                  <a:pt x="2937" y="18"/>
                </a:lnTo>
                <a:lnTo>
                  <a:pt x="2936" y="18"/>
                </a:lnTo>
                <a:lnTo>
                  <a:pt x="2935" y="18"/>
                </a:lnTo>
                <a:lnTo>
                  <a:pt x="2934" y="17"/>
                </a:lnTo>
                <a:lnTo>
                  <a:pt x="2933" y="17"/>
                </a:lnTo>
                <a:lnTo>
                  <a:pt x="2933" y="16"/>
                </a:lnTo>
                <a:lnTo>
                  <a:pt x="2932" y="16"/>
                </a:lnTo>
                <a:lnTo>
                  <a:pt x="2931" y="16"/>
                </a:lnTo>
                <a:lnTo>
                  <a:pt x="2931" y="15"/>
                </a:lnTo>
                <a:lnTo>
                  <a:pt x="2930" y="15"/>
                </a:lnTo>
                <a:lnTo>
                  <a:pt x="2929" y="15"/>
                </a:lnTo>
                <a:lnTo>
                  <a:pt x="2928" y="14"/>
                </a:lnTo>
                <a:lnTo>
                  <a:pt x="2927" y="14"/>
                </a:lnTo>
                <a:lnTo>
                  <a:pt x="2927" y="13"/>
                </a:lnTo>
                <a:lnTo>
                  <a:pt x="2926" y="13"/>
                </a:lnTo>
                <a:lnTo>
                  <a:pt x="2925" y="13"/>
                </a:lnTo>
                <a:lnTo>
                  <a:pt x="2925" y="12"/>
                </a:lnTo>
                <a:lnTo>
                  <a:pt x="2924" y="12"/>
                </a:lnTo>
                <a:lnTo>
                  <a:pt x="2923" y="12"/>
                </a:lnTo>
                <a:lnTo>
                  <a:pt x="2923" y="11"/>
                </a:lnTo>
                <a:lnTo>
                  <a:pt x="2922" y="11"/>
                </a:lnTo>
                <a:lnTo>
                  <a:pt x="2921" y="11"/>
                </a:lnTo>
                <a:lnTo>
                  <a:pt x="2921" y="10"/>
                </a:lnTo>
                <a:lnTo>
                  <a:pt x="2920" y="10"/>
                </a:lnTo>
                <a:lnTo>
                  <a:pt x="2919" y="9"/>
                </a:lnTo>
                <a:lnTo>
                  <a:pt x="2918" y="9"/>
                </a:lnTo>
                <a:lnTo>
                  <a:pt x="2917" y="8"/>
                </a:lnTo>
                <a:lnTo>
                  <a:pt x="2916" y="8"/>
                </a:lnTo>
                <a:lnTo>
                  <a:pt x="2915" y="8"/>
                </a:lnTo>
                <a:lnTo>
                  <a:pt x="2915" y="7"/>
                </a:lnTo>
                <a:lnTo>
                  <a:pt x="2914" y="7"/>
                </a:lnTo>
                <a:lnTo>
                  <a:pt x="2913" y="6"/>
                </a:lnTo>
                <a:lnTo>
                  <a:pt x="2912" y="6"/>
                </a:lnTo>
                <a:lnTo>
                  <a:pt x="2911" y="26"/>
                </a:lnTo>
                <a:lnTo>
                  <a:pt x="2911" y="25"/>
                </a:lnTo>
                <a:lnTo>
                  <a:pt x="2910" y="25"/>
                </a:lnTo>
                <a:lnTo>
                  <a:pt x="2909" y="24"/>
                </a:lnTo>
                <a:lnTo>
                  <a:pt x="2908" y="24"/>
                </a:lnTo>
                <a:lnTo>
                  <a:pt x="2907" y="23"/>
                </a:lnTo>
                <a:lnTo>
                  <a:pt x="2906" y="23"/>
                </a:lnTo>
                <a:lnTo>
                  <a:pt x="2905" y="22"/>
                </a:lnTo>
                <a:lnTo>
                  <a:pt x="2904" y="22"/>
                </a:lnTo>
                <a:lnTo>
                  <a:pt x="2903" y="21"/>
                </a:lnTo>
                <a:lnTo>
                  <a:pt x="2902" y="21"/>
                </a:lnTo>
                <a:lnTo>
                  <a:pt x="2901" y="20"/>
                </a:lnTo>
                <a:lnTo>
                  <a:pt x="2900" y="20"/>
                </a:lnTo>
                <a:lnTo>
                  <a:pt x="2900" y="40"/>
                </a:lnTo>
                <a:lnTo>
                  <a:pt x="2899" y="39"/>
                </a:lnTo>
                <a:lnTo>
                  <a:pt x="2898" y="39"/>
                </a:lnTo>
                <a:lnTo>
                  <a:pt x="2897" y="39"/>
                </a:lnTo>
                <a:lnTo>
                  <a:pt x="2897" y="38"/>
                </a:lnTo>
                <a:lnTo>
                  <a:pt x="2896" y="38"/>
                </a:lnTo>
                <a:lnTo>
                  <a:pt x="2895" y="37"/>
                </a:lnTo>
                <a:lnTo>
                  <a:pt x="2894" y="37"/>
                </a:lnTo>
                <a:lnTo>
                  <a:pt x="2893" y="36"/>
                </a:lnTo>
                <a:lnTo>
                  <a:pt x="2892" y="36"/>
                </a:lnTo>
                <a:lnTo>
                  <a:pt x="2891" y="35"/>
                </a:lnTo>
                <a:lnTo>
                  <a:pt x="2890" y="35"/>
                </a:lnTo>
                <a:lnTo>
                  <a:pt x="2889" y="34"/>
                </a:lnTo>
                <a:lnTo>
                  <a:pt x="2888" y="34"/>
                </a:lnTo>
                <a:lnTo>
                  <a:pt x="2887" y="33"/>
                </a:lnTo>
                <a:lnTo>
                  <a:pt x="2886" y="33"/>
                </a:lnTo>
                <a:lnTo>
                  <a:pt x="2886" y="32"/>
                </a:lnTo>
                <a:lnTo>
                  <a:pt x="2885" y="53"/>
                </a:lnTo>
                <a:lnTo>
                  <a:pt x="2884" y="52"/>
                </a:lnTo>
                <a:lnTo>
                  <a:pt x="2883" y="52"/>
                </a:lnTo>
                <a:lnTo>
                  <a:pt x="2883" y="51"/>
                </a:lnTo>
                <a:lnTo>
                  <a:pt x="2882" y="51"/>
                </a:lnTo>
                <a:lnTo>
                  <a:pt x="2881" y="51"/>
                </a:lnTo>
                <a:lnTo>
                  <a:pt x="2881" y="50"/>
                </a:lnTo>
                <a:lnTo>
                  <a:pt x="2880" y="50"/>
                </a:lnTo>
                <a:lnTo>
                  <a:pt x="2879" y="50"/>
                </a:lnTo>
                <a:lnTo>
                  <a:pt x="2878" y="49"/>
                </a:lnTo>
                <a:lnTo>
                  <a:pt x="2877" y="49"/>
                </a:lnTo>
                <a:lnTo>
                  <a:pt x="2877" y="48"/>
                </a:lnTo>
                <a:lnTo>
                  <a:pt x="2876" y="48"/>
                </a:lnTo>
                <a:lnTo>
                  <a:pt x="2875" y="68"/>
                </a:lnTo>
                <a:lnTo>
                  <a:pt x="2874" y="68"/>
                </a:lnTo>
                <a:lnTo>
                  <a:pt x="2874" y="67"/>
                </a:lnTo>
                <a:lnTo>
                  <a:pt x="2873" y="67"/>
                </a:lnTo>
                <a:lnTo>
                  <a:pt x="2872" y="66"/>
                </a:lnTo>
                <a:lnTo>
                  <a:pt x="2871" y="66"/>
                </a:lnTo>
                <a:lnTo>
                  <a:pt x="2870" y="65"/>
                </a:lnTo>
                <a:lnTo>
                  <a:pt x="2869" y="65"/>
                </a:lnTo>
                <a:lnTo>
                  <a:pt x="2868" y="65"/>
                </a:lnTo>
                <a:lnTo>
                  <a:pt x="2868" y="64"/>
                </a:lnTo>
                <a:lnTo>
                  <a:pt x="2867" y="64"/>
                </a:lnTo>
                <a:lnTo>
                  <a:pt x="2866" y="63"/>
                </a:lnTo>
                <a:lnTo>
                  <a:pt x="2865" y="63"/>
                </a:lnTo>
                <a:lnTo>
                  <a:pt x="2864" y="62"/>
                </a:lnTo>
                <a:lnTo>
                  <a:pt x="2863" y="62"/>
                </a:lnTo>
                <a:lnTo>
                  <a:pt x="2862" y="61"/>
                </a:lnTo>
                <a:lnTo>
                  <a:pt x="2861" y="61"/>
                </a:lnTo>
                <a:lnTo>
                  <a:pt x="2860" y="60"/>
                </a:lnTo>
                <a:lnTo>
                  <a:pt x="2859" y="60"/>
                </a:lnTo>
                <a:lnTo>
                  <a:pt x="2858" y="59"/>
                </a:lnTo>
                <a:lnTo>
                  <a:pt x="2857" y="59"/>
                </a:lnTo>
                <a:lnTo>
                  <a:pt x="2856" y="58"/>
                </a:lnTo>
                <a:lnTo>
                  <a:pt x="2855" y="58"/>
                </a:lnTo>
                <a:lnTo>
                  <a:pt x="2854" y="57"/>
                </a:lnTo>
                <a:lnTo>
                  <a:pt x="2853" y="57"/>
                </a:lnTo>
                <a:lnTo>
                  <a:pt x="2853" y="56"/>
                </a:lnTo>
                <a:lnTo>
                  <a:pt x="2852" y="56"/>
                </a:lnTo>
                <a:lnTo>
                  <a:pt x="2851" y="56"/>
                </a:lnTo>
                <a:lnTo>
                  <a:pt x="2850" y="55"/>
                </a:lnTo>
                <a:lnTo>
                  <a:pt x="2849" y="55"/>
                </a:lnTo>
                <a:lnTo>
                  <a:pt x="2848" y="54"/>
                </a:lnTo>
                <a:lnTo>
                  <a:pt x="2847" y="54"/>
                </a:lnTo>
                <a:lnTo>
                  <a:pt x="2847" y="53"/>
                </a:lnTo>
                <a:lnTo>
                  <a:pt x="2846" y="53"/>
                </a:lnTo>
                <a:lnTo>
                  <a:pt x="2845" y="52"/>
                </a:lnTo>
                <a:lnTo>
                  <a:pt x="2844" y="52"/>
                </a:lnTo>
                <a:lnTo>
                  <a:pt x="2843" y="52"/>
                </a:lnTo>
                <a:lnTo>
                  <a:pt x="2843" y="51"/>
                </a:lnTo>
                <a:lnTo>
                  <a:pt x="2842" y="51"/>
                </a:lnTo>
                <a:lnTo>
                  <a:pt x="2841" y="51"/>
                </a:lnTo>
                <a:lnTo>
                  <a:pt x="2841" y="50"/>
                </a:lnTo>
                <a:lnTo>
                  <a:pt x="2840" y="50"/>
                </a:lnTo>
                <a:lnTo>
                  <a:pt x="2839" y="49"/>
                </a:lnTo>
                <a:lnTo>
                  <a:pt x="2838" y="49"/>
                </a:lnTo>
                <a:lnTo>
                  <a:pt x="2837" y="49"/>
                </a:lnTo>
                <a:lnTo>
                  <a:pt x="2837" y="48"/>
                </a:lnTo>
                <a:lnTo>
                  <a:pt x="2836" y="48"/>
                </a:lnTo>
                <a:lnTo>
                  <a:pt x="2835" y="47"/>
                </a:lnTo>
                <a:lnTo>
                  <a:pt x="2834" y="47"/>
                </a:lnTo>
                <a:lnTo>
                  <a:pt x="2834" y="68"/>
                </a:lnTo>
                <a:lnTo>
                  <a:pt x="2833" y="67"/>
                </a:lnTo>
                <a:lnTo>
                  <a:pt x="2832" y="67"/>
                </a:lnTo>
                <a:lnTo>
                  <a:pt x="2831" y="66"/>
                </a:lnTo>
                <a:lnTo>
                  <a:pt x="2830" y="66"/>
                </a:lnTo>
                <a:lnTo>
                  <a:pt x="2830" y="65"/>
                </a:lnTo>
                <a:lnTo>
                  <a:pt x="2829" y="65"/>
                </a:lnTo>
                <a:lnTo>
                  <a:pt x="2828" y="65"/>
                </a:lnTo>
                <a:lnTo>
                  <a:pt x="2827" y="64"/>
                </a:lnTo>
                <a:lnTo>
                  <a:pt x="2826" y="64"/>
                </a:lnTo>
                <a:lnTo>
                  <a:pt x="2826" y="63"/>
                </a:lnTo>
                <a:lnTo>
                  <a:pt x="2825" y="63"/>
                </a:lnTo>
                <a:lnTo>
                  <a:pt x="2824" y="63"/>
                </a:lnTo>
                <a:lnTo>
                  <a:pt x="2824" y="62"/>
                </a:lnTo>
                <a:lnTo>
                  <a:pt x="2823" y="62"/>
                </a:lnTo>
                <a:lnTo>
                  <a:pt x="2822" y="61"/>
                </a:lnTo>
                <a:lnTo>
                  <a:pt x="2821" y="61"/>
                </a:lnTo>
                <a:lnTo>
                  <a:pt x="2820" y="61"/>
                </a:lnTo>
                <a:lnTo>
                  <a:pt x="2820" y="60"/>
                </a:lnTo>
                <a:lnTo>
                  <a:pt x="2819" y="60"/>
                </a:lnTo>
                <a:lnTo>
                  <a:pt x="2819" y="81"/>
                </a:lnTo>
                <a:lnTo>
                  <a:pt x="2818" y="80"/>
                </a:lnTo>
                <a:lnTo>
                  <a:pt x="2817" y="80"/>
                </a:lnTo>
                <a:lnTo>
                  <a:pt x="2816" y="79"/>
                </a:lnTo>
                <a:lnTo>
                  <a:pt x="2815" y="79"/>
                </a:lnTo>
                <a:lnTo>
                  <a:pt x="2814" y="78"/>
                </a:lnTo>
                <a:lnTo>
                  <a:pt x="2813" y="78"/>
                </a:lnTo>
                <a:lnTo>
                  <a:pt x="2812" y="77"/>
                </a:lnTo>
                <a:lnTo>
                  <a:pt x="2811" y="98"/>
                </a:lnTo>
                <a:lnTo>
                  <a:pt x="2810" y="97"/>
                </a:lnTo>
                <a:lnTo>
                  <a:pt x="2809" y="97"/>
                </a:lnTo>
                <a:lnTo>
                  <a:pt x="2809" y="96"/>
                </a:lnTo>
                <a:lnTo>
                  <a:pt x="2808" y="96"/>
                </a:lnTo>
                <a:lnTo>
                  <a:pt x="2807" y="96"/>
                </a:lnTo>
                <a:lnTo>
                  <a:pt x="2806" y="95"/>
                </a:lnTo>
                <a:lnTo>
                  <a:pt x="2805" y="95"/>
                </a:lnTo>
                <a:lnTo>
                  <a:pt x="2804" y="94"/>
                </a:lnTo>
                <a:lnTo>
                  <a:pt x="2803" y="94"/>
                </a:lnTo>
                <a:lnTo>
                  <a:pt x="2803" y="93"/>
                </a:lnTo>
                <a:lnTo>
                  <a:pt x="2802" y="93"/>
                </a:lnTo>
                <a:lnTo>
                  <a:pt x="2801" y="93"/>
                </a:lnTo>
                <a:lnTo>
                  <a:pt x="2801" y="92"/>
                </a:lnTo>
                <a:lnTo>
                  <a:pt x="2800" y="92"/>
                </a:lnTo>
                <a:lnTo>
                  <a:pt x="2799" y="92"/>
                </a:lnTo>
                <a:lnTo>
                  <a:pt x="2799" y="91"/>
                </a:lnTo>
                <a:lnTo>
                  <a:pt x="2798" y="91"/>
                </a:lnTo>
                <a:lnTo>
                  <a:pt x="2797" y="91"/>
                </a:lnTo>
                <a:lnTo>
                  <a:pt x="2797" y="90"/>
                </a:lnTo>
                <a:lnTo>
                  <a:pt x="2796" y="90"/>
                </a:lnTo>
                <a:lnTo>
                  <a:pt x="2795" y="89"/>
                </a:lnTo>
                <a:lnTo>
                  <a:pt x="2794" y="89"/>
                </a:lnTo>
                <a:lnTo>
                  <a:pt x="2793" y="89"/>
                </a:lnTo>
                <a:lnTo>
                  <a:pt x="2793" y="88"/>
                </a:lnTo>
                <a:lnTo>
                  <a:pt x="2792" y="88"/>
                </a:lnTo>
                <a:lnTo>
                  <a:pt x="2791" y="88"/>
                </a:lnTo>
                <a:lnTo>
                  <a:pt x="2791" y="87"/>
                </a:lnTo>
                <a:lnTo>
                  <a:pt x="2790" y="87"/>
                </a:lnTo>
                <a:lnTo>
                  <a:pt x="2789" y="86"/>
                </a:lnTo>
                <a:lnTo>
                  <a:pt x="2788" y="86"/>
                </a:lnTo>
                <a:lnTo>
                  <a:pt x="2787" y="86"/>
                </a:lnTo>
                <a:lnTo>
                  <a:pt x="2787" y="85"/>
                </a:lnTo>
                <a:lnTo>
                  <a:pt x="2786" y="85"/>
                </a:lnTo>
                <a:lnTo>
                  <a:pt x="2785" y="84"/>
                </a:lnTo>
                <a:lnTo>
                  <a:pt x="2784" y="84"/>
                </a:lnTo>
                <a:lnTo>
                  <a:pt x="2783" y="83"/>
                </a:lnTo>
                <a:lnTo>
                  <a:pt x="2782" y="83"/>
                </a:lnTo>
                <a:lnTo>
                  <a:pt x="2781" y="83"/>
                </a:lnTo>
                <a:lnTo>
                  <a:pt x="2781" y="82"/>
                </a:lnTo>
                <a:lnTo>
                  <a:pt x="2780" y="82"/>
                </a:lnTo>
                <a:lnTo>
                  <a:pt x="2779" y="81"/>
                </a:lnTo>
                <a:lnTo>
                  <a:pt x="2778" y="81"/>
                </a:lnTo>
                <a:lnTo>
                  <a:pt x="2777" y="80"/>
                </a:lnTo>
                <a:lnTo>
                  <a:pt x="2776" y="80"/>
                </a:lnTo>
                <a:lnTo>
                  <a:pt x="2776" y="79"/>
                </a:lnTo>
                <a:lnTo>
                  <a:pt x="2775" y="79"/>
                </a:lnTo>
                <a:lnTo>
                  <a:pt x="2774" y="79"/>
                </a:lnTo>
                <a:lnTo>
                  <a:pt x="2773" y="78"/>
                </a:lnTo>
                <a:lnTo>
                  <a:pt x="2772" y="78"/>
                </a:lnTo>
                <a:lnTo>
                  <a:pt x="2772" y="77"/>
                </a:lnTo>
                <a:lnTo>
                  <a:pt x="2771" y="77"/>
                </a:lnTo>
                <a:lnTo>
                  <a:pt x="2770" y="77"/>
                </a:lnTo>
                <a:lnTo>
                  <a:pt x="2770" y="76"/>
                </a:lnTo>
                <a:lnTo>
                  <a:pt x="2769" y="76"/>
                </a:lnTo>
                <a:lnTo>
                  <a:pt x="2768" y="76"/>
                </a:lnTo>
                <a:lnTo>
                  <a:pt x="2767" y="75"/>
                </a:lnTo>
                <a:lnTo>
                  <a:pt x="2766" y="75"/>
                </a:lnTo>
                <a:lnTo>
                  <a:pt x="2766" y="74"/>
                </a:lnTo>
                <a:lnTo>
                  <a:pt x="2765" y="74"/>
                </a:lnTo>
                <a:lnTo>
                  <a:pt x="2764" y="74"/>
                </a:lnTo>
                <a:lnTo>
                  <a:pt x="2764" y="95"/>
                </a:lnTo>
                <a:lnTo>
                  <a:pt x="2763" y="95"/>
                </a:lnTo>
                <a:lnTo>
                  <a:pt x="2763" y="94"/>
                </a:lnTo>
                <a:lnTo>
                  <a:pt x="2762" y="94"/>
                </a:lnTo>
                <a:lnTo>
                  <a:pt x="2761" y="93"/>
                </a:lnTo>
                <a:lnTo>
                  <a:pt x="2760" y="93"/>
                </a:lnTo>
                <a:lnTo>
                  <a:pt x="2759" y="92"/>
                </a:lnTo>
                <a:lnTo>
                  <a:pt x="2758" y="113"/>
                </a:lnTo>
                <a:lnTo>
                  <a:pt x="2757" y="113"/>
                </a:lnTo>
                <a:lnTo>
                  <a:pt x="2756" y="112"/>
                </a:lnTo>
                <a:lnTo>
                  <a:pt x="2755" y="112"/>
                </a:lnTo>
                <a:lnTo>
                  <a:pt x="2754" y="111"/>
                </a:lnTo>
                <a:lnTo>
                  <a:pt x="2753" y="111"/>
                </a:lnTo>
                <a:lnTo>
                  <a:pt x="2752" y="110"/>
                </a:lnTo>
                <a:lnTo>
                  <a:pt x="2751" y="110"/>
                </a:lnTo>
                <a:lnTo>
                  <a:pt x="2750" y="109"/>
                </a:lnTo>
                <a:lnTo>
                  <a:pt x="2749" y="130"/>
                </a:lnTo>
                <a:lnTo>
                  <a:pt x="2749" y="151"/>
                </a:lnTo>
                <a:lnTo>
                  <a:pt x="2748" y="151"/>
                </a:lnTo>
                <a:lnTo>
                  <a:pt x="2747" y="151"/>
                </a:lnTo>
                <a:lnTo>
                  <a:pt x="2746" y="150"/>
                </a:lnTo>
                <a:lnTo>
                  <a:pt x="2745" y="150"/>
                </a:lnTo>
                <a:lnTo>
                  <a:pt x="2744" y="149"/>
                </a:lnTo>
                <a:lnTo>
                  <a:pt x="2743" y="149"/>
                </a:lnTo>
                <a:lnTo>
                  <a:pt x="2743" y="148"/>
                </a:lnTo>
                <a:lnTo>
                  <a:pt x="2742" y="148"/>
                </a:lnTo>
                <a:lnTo>
                  <a:pt x="2741" y="147"/>
                </a:lnTo>
                <a:lnTo>
                  <a:pt x="2740" y="147"/>
                </a:lnTo>
                <a:lnTo>
                  <a:pt x="2739" y="147"/>
                </a:lnTo>
                <a:lnTo>
                  <a:pt x="2739" y="168"/>
                </a:lnTo>
                <a:lnTo>
                  <a:pt x="2738" y="168"/>
                </a:lnTo>
                <a:lnTo>
                  <a:pt x="2737" y="167"/>
                </a:lnTo>
                <a:lnTo>
                  <a:pt x="2736" y="167"/>
                </a:lnTo>
                <a:lnTo>
                  <a:pt x="2736" y="166"/>
                </a:lnTo>
                <a:lnTo>
                  <a:pt x="2735" y="166"/>
                </a:lnTo>
                <a:lnTo>
                  <a:pt x="2734" y="166"/>
                </a:lnTo>
                <a:lnTo>
                  <a:pt x="2734" y="165"/>
                </a:lnTo>
                <a:lnTo>
                  <a:pt x="2733" y="165"/>
                </a:lnTo>
                <a:lnTo>
                  <a:pt x="2732" y="165"/>
                </a:lnTo>
                <a:lnTo>
                  <a:pt x="2732" y="164"/>
                </a:lnTo>
                <a:lnTo>
                  <a:pt x="2731" y="164"/>
                </a:lnTo>
                <a:lnTo>
                  <a:pt x="2730" y="164"/>
                </a:lnTo>
                <a:lnTo>
                  <a:pt x="2730" y="163"/>
                </a:lnTo>
                <a:lnTo>
                  <a:pt x="2729" y="163"/>
                </a:lnTo>
                <a:lnTo>
                  <a:pt x="2728" y="162"/>
                </a:lnTo>
                <a:lnTo>
                  <a:pt x="2727" y="162"/>
                </a:lnTo>
                <a:lnTo>
                  <a:pt x="2726" y="161"/>
                </a:lnTo>
                <a:lnTo>
                  <a:pt x="2725" y="161"/>
                </a:lnTo>
                <a:lnTo>
                  <a:pt x="2724" y="161"/>
                </a:lnTo>
                <a:lnTo>
                  <a:pt x="2724" y="160"/>
                </a:lnTo>
                <a:lnTo>
                  <a:pt x="2723" y="160"/>
                </a:lnTo>
                <a:lnTo>
                  <a:pt x="2722" y="159"/>
                </a:lnTo>
                <a:lnTo>
                  <a:pt x="2721" y="180"/>
                </a:lnTo>
                <a:lnTo>
                  <a:pt x="2720" y="180"/>
                </a:lnTo>
                <a:lnTo>
                  <a:pt x="2719" y="180"/>
                </a:lnTo>
                <a:lnTo>
                  <a:pt x="2719" y="179"/>
                </a:lnTo>
                <a:lnTo>
                  <a:pt x="2718" y="179"/>
                </a:lnTo>
                <a:lnTo>
                  <a:pt x="2717" y="179"/>
                </a:lnTo>
                <a:lnTo>
                  <a:pt x="2717" y="178"/>
                </a:lnTo>
                <a:lnTo>
                  <a:pt x="2716" y="178"/>
                </a:lnTo>
                <a:lnTo>
                  <a:pt x="2715" y="177"/>
                </a:lnTo>
                <a:lnTo>
                  <a:pt x="2714" y="177"/>
                </a:lnTo>
                <a:lnTo>
                  <a:pt x="2713" y="177"/>
                </a:lnTo>
                <a:lnTo>
                  <a:pt x="2713" y="176"/>
                </a:lnTo>
                <a:lnTo>
                  <a:pt x="2712" y="176"/>
                </a:lnTo>
                <a:lnTo>
                  <a:pt x="2711" y="175"/>
                </a:lnTo>
                <a:lnTo>
                  <a:pt x="2710" y="175"/>
                </a:lnTo>
                <a:lnTo>
                  <a:pt x="2709" y="174"/>
                </a:lnTo>
                <a:lnTo>
                  <a:pt x="2708" y="174"/>
                </a:lnTo>
                <a:lnTo>
                  <a:pt x="2707" y="174"/>
                </a:lnTo>
                <a:lnTo>
                  <a:pt x="2707" y="173"/>
                </a:lnTo>
                <a:lnTo>
                  <a:pt x="2706" y="173"/>
                </a:lnTo>
                <a:lnTo>
                  <a:pt x="2705" y="172"/>
                </a:lnTo>
                <a:lnTo>
                  <a:pt x="2704" y="172"/>
                </a:lnTo>
                <a:lnTo>
                  <a:pt x="2703" y="171"/>
                </a:lnTo>
                <a:lnTo>
                  <a:pt x="2702" y="171"/>
                </a:lnTo>
                <a:lnTo>
                  <a:pt x="2701" y="170"/>
                </a:lnTo>
                <a:lnTo>
                  <a:pt x="2700" y="170"/>
                </a:lnTo>
                <a:lnTo>
                  <a:pt x="2699" y="169"/>
                </a:lnTo>
                <a:lnTo>
                  <a:pt x="2698" y="169"/>
                </a:lnTo>
                <a:lnTo>
                  <a:pt x="2697" y="168"/>
                </a:lnTo>
                <a:lnTo>
                  <a:pt x="2696" y="168"/>
                </a:lnTo>
                <a:lnTo>
                  <a:pt x="2696" y="167"/>
                </a:lnTo>
                <a:lnTo>
                  <a:pt x="2695" y="167"/>
                </a:lnTo>
                <a:lnTo>
                  <a:pt x="2694" y="167"/>
                </a:lnTo>
                <a:lnTo>
                  <a:pt x="2693" y="166"/>
                </a:lnTo>
                <a:lnTo>
                  <a:pt x="2692" y="166"/>
                </a:lnTo>
                <a:lnTo>
                  <a:pt x="2692" y="165"/>
                </a:lnTo>
                <a:lnTo>
                  <a:pt x="2691" y="165"/>
                </a:lnTo>
                <a:lnTo>
                  <a:pt x="2690" y="165"/>
                </a:lnTo>
                <a:lnTo>
                  <a:pt x="2690" y="164"/>
                </a:lnTo>
                <a:lnTo>
                  <a:pt x="2689" y="164"/>
                </a:lnTo>
                <a:lnTo>
                  <a:pt x="2688" y="164"/>
                </a:lnTo>
                <a:lnTo>
                  <a:pt x="2687" y="163"/>
                </a:lnTo>
                <a:lnTo>
                  <a:pt x="2686" y="163"/>
                </a:lnTo>
                <a:lnTo>
                  <a:pt x="2686" y="162"/>
                </a:lnTo>
                <a:lnTo>
                  <a:pt x="2685" y="162"/>
                </a:lnTo>
                <a:lnTo>
                  <a:pt x="2684" y="161"/>
                </a:lnTo>
                <a:lnTo>
                  <a:pt x="2683" y="161"/>
                </a:lnTo>
                <a:lnTo>
                  <a:pt x="2682" y="161"/>
                </a:lnTo>
                <a:lnTo>
                  <a:pt x="2682" y="160"/>
                </a:lnTo>
                <a:lnTo>
                  <a:pt x="2681" y="160"/>
                </a:lnTo>
                <a:lnTo>
                  <a:pt x="2680" y="160"/>
                </a:lnTo>
                <a:lnTo>
                  <a:pt x="2680" y="159"/>
                </a:lnTo>
                <a:lnTo>
                  <a:pt x="2679" y="159"/>
                </a:lnTo>
                <a:lnTo>
                  <a:pt x="2678" y="158"/>
                </a:lnTo>
                <a:lnTo>
                  <a:pt x="2677" y="158"/>
                </a:lnTo>
                <a:lnTo>
                  <a:pt x="2676" y="158"/>
                </a:lnTo>
                <a:lnTo>
                  <a:pt x="2676" y="157"/>
                </a:lnTo>
                <a:lnTo>
                  <a:pt x="2675" y="157"/>
                </a:lnTo>
                <a:lnTo>
                  <a:pt x="2674" y="156"/>
                </a:lnTo>
                <a:lnTo>
                  <a:pt x="2673" y="156"/>
                </a:lnTo>
                <a:lnTo>
                  <a:pt x="2672" y="155"/>
                </a:lnTo>
                <a:lnTo>
                  <a:pt x="2671" y="155"/>
                </a:lnTo>
                <a:lnTo>
                  <a:pt x="2670" y="154"/>
                </a:lnTo>
                <a:lnTo>
                  <a:pt x="2669" y="154"/>
                </a:lnTo>
                <a:lnTo>
                  <a:pt x="2668" y="153"/>
                </a:lnTo>
                <a:lnTo>
                  <a:pt x="2667" y="153"/>
                </a:lnTo>
                <a:lnTo>
                  <a:pt x="2666" y="152"/>
                </a:lnTo>
                <a:lnTo>
                  <a:pt x="2665" y="152"/>
                </a:lnTo>
                <a:lnTo>
                  <a:pt x="2665" y="151"/>
                </a:lnTo>
                <a:lnTo>
                  <a:pt x="2664" y="151"/>
                </a:lnTo>
                <a:lnTo>
                  <a:pt x="2663" y="151"/>
                </a:lnTo>
                <a:lnTo>
                  <a:pt x="2662" y="150"/>
                </a:lnTo>
                <a:lnTo>
                  <a:pt x="2661" y="150"/>
                </a:lnTo>
                <a:lnTo>
                  <a:pt x="2660" y="149"/>
                </a:lnTo>
                <a:lnTo>
                  <a:pt x="2659" y="149"/>
                </a:lnTo>
                <a:lnTo>
                  <a:pt x="2659" y="148"/>
                </a:lnTo>
                <a:lnTo>
                  <a:pt x="2658" y="148"/>
                </a:lnTo>
                <a:lnTo>
                  <a:pt x="2657" y="148"/>
                </a:lnTo>
                <a:lnTo>
                  <a:pt x="2656" y="147"/>
                </a:lnTo>
                <a:lnTo>
                  <a:pt x="2655" y="147"/>
                </a:lnTo>
                <a:lnTo>
                  <a:pt x="2655" y="146"/>
                </a:lnTo>
                <a:lnTo>
                  <a:pt x="2654" y="146"/>
                </a:lnTo>
                <a:lnTo>
                  <a:pt x="2653" y="146"/>
                </a:lnTo>
                <a:lnTo>
                  <a:pt x="2653" y="145"/>
                </a:lnTo>
                <a:lnTo>
                  <a:pt x="2652" y="145"/>
                </a:lnTo>
                <a:lnTo>
                  <a:pt x="2651" y="145"/>
                </a:lnTo>
                <a:lnTo>
                  <a:pt x="2650" y="144"/>
                </a:lnTo>
                <a:lnTo>
                  <a:pt x="2649" y="144"/>
                </a:lnTo>
                <a:lnTo>
                  <a:pt x="2649" y="143"/>
                </a:lnTo>
                <a:lnTo>
                  <a:pt x="2648" y="143"/>
                </a:lnTo>
                <a:lnTo>
                  <a:pt x="2647" y="142"/>
                </a:lnTo>
                <a:lnTo>
                  <a:pt x="2646" y="142"/>
                </a:lnTo>
                <a:lnTo>
                  <a:pt x="2645" y="141"/>
                </a:lnTo>
                <a:lnTo>
                  <a:pt x="2644" y="141"/>
                </a:lnTo>
                <a:lnTo>
                  <a:pt x="2643" y="141"/>
                </a:lnTo>
                <a:lnTo>
                  <a:pt x="2643" y="140"/>
                </a:lnTo>
                <a:lnTo>
                  <a:pt x="2642" y="140"/>
                </a:lnTo>
                <a:lnTo>
                  <a:pt x="2641" y="139"/>
                </a:lnTo>
                <a:lnTo>
                  <a:pt x="2640" y="139"/>
                </a:lnTo>
                <a:lnTo>
                  <a:pt x="2639" y="138"/>
                </a:lnTo>
                <a:lnTo>
                  <a:pt x="2638" y="138"/>
                </a:lnTo>
                <a:lnTo>
                  <a:pt x="2637" y="137"/>
                </a:lnTo>
                <a:lnTo>
                  <a:pt x="2636" y="137"/>
                </a:lnTo>
                <a:lnTo>
                  <a:pt x="2635" y="136"/>
                </a:lnTo>
                <a:lnTo>
                  <a:pt x="2634" y="136"/>
                </a:lnTo>
                <a:lnTo>
                  <a:pt x="2633" y="135"/>
                </a:lnTo>
                <a:lnTo>
                  <a:pt x="2632" y="135"/>
                </a:lnTo>
                <a:lnTo>
                  <a:pt x="2632" y="157"/>
                </a:lnTo>
                <a:lnTo>
                  <a:pt x="2631" y="157"/>
                </a:lnTo>
                <a:lnTo>
                  <a:pt x="2630" y="156"/>
                </a:lnTo>
                <a:lnTo>
                  <a:pt x="2629" y="156"/>
                </a:lnTo>
                <a:lnTo>
                  <a:pt x="2628" y="155"/>
                </a:lnTo>
                <a:lnTo>
                  <a:pt x="2627" y="155"/>
                </a:lnTo>
                <a:lnTo>
                  <a:pt x="2626" y="154"/>
                </a:lnTo>
                <a:lnTo>
                  <a:pt x="2625" y="154"/>
                </a:lnTo>
                <a:lnTo>
                  <a:pt x="2625" y="153"/>
                </a:lnTo>
                <a:lnTo>
                  <a:pt x="2624" y="153"/>
                </a:lnTo>
                <a:lnTo>
                  <a:pt x="2623" y="153"/>
                </a:lnTo>
                <a:lnTo>
                  <a:pt x="2622" y="152"/>
                </a:lnTo>
                <a:lnTo>
                  <a:pt x="2621" y="152"/>
                </a:lnTo>
                <a:lnTo>
                  <a:pt x="2620" y="174"/>
                </a:lnTo>
                <a:lnTo>
                  <a:pt x="2619" y="173"/>
                </a:lnTo>
                <a:lnTo>
                  <a:pt x="2618" y="173"/>
                </a:lnTo>
                <a:lnTo>
                  <a:pt x="2618" y="172"/>
                </a:lnTo>
                <a:lnTo>
                  <a:pt x="2617" y="172"/>
                </a:lnTo>
                <a:lnTo>
                  <a:pt x="2616" y="172"/>
                </a:lnTo>
                <a:lnTo>
                  <a:pt x="2615" y="171"/>
                </a:lnTo>
                <a:lnTo>
                  <a:pt x="2614" y="171"/>
                </a:lnTo>
                <a:lnTo>
                  <a:pt x="2613" y="170"/>
                </a:lnTo>
                <a:lnTo>
                  <a:pt x="2612" y="170"/>
                </a:lnTo>
                <a:lnTo>
                  <a:pt x="2612" y="169"/>
                </a:lnTo>
                <a:lnTo>
                  <a:pt x="2611" y="169"/>
                </a:lnTo>
                <a:lnTo>
                  <a:pt x="2610" y="169"/>
                </a:lnTo>
                <a:lnTo>
                  <a:pt x="2609" y="168"/>
                </a:lnTo>
                <a:lnTo>
                  <a:pt x="2608" y="168"/>
                </a:lnTo>
                <a:lnTo>
                  <a:pt x="2608" y="167"/>
                </a:lnTo>
                <a:lnTo>
                  <a:pt x="2607" y="167"/>
                </a:lnTo>
                <a:lnTo>
                  <a:pt x="2606" y="167"/>
                </a:lnTo>
                <a:lnTo>
                  <a:pt x="2606" y="166"/>
                </a:lnTo>
                <a:lnTo>
                  <a:pt x="2605" y="166"/>
                </a:lnTo>
                <a:lnTo>
                  <a:pt x="2604" y="166"/>
                </a:lnTo>
                <a:lnTo>
                  <a:pt x="2603" y="165"/>
                </a:lnTo>
                <a:lnTo>
                  <a:pt x="2602" y="165"/>
                </a:lnTo>
                <a:lnTo>
                  <a:pt x="2602" y="164"/>
                </a:lnTo>
                <a:lnTo>
                  <a:pt x="2601" y="164"/>
                </a:lnTo>
                <a:lnTo>
                  <a:pt x="2600" y="164"/>
                </a:lnTo>
                <a:lnTo>
                  <a:pt x="2600" y="163"/>
                </a:lnTo>
                <a:lnTo>
                  <a:pt x="2599" y="163"/>
                </a:lnTo>
                <a:lnTo>
                  <a:pt x="2598" y="162"/>
                </a:lnTo>
                <a:lnTo>
                  <a:pt x="2597" y="162"/>
                </a:lnTo>
                <a:lnTo>
                  <a:pt x="2596" y="162"/>
                </a:lnTo>
                <a:lnTo>
                  <a:pt x="2596" y="184"/>
                </a:lnTo>
                <a:lnTo>
                  <a:pt x="2595" y="184"/>
                </a:lnTo>
                <a:lnTo>
                  <a:pt x="2594" y="183"/>
                </a:lnTo>
                <a:lnTo>
                  <a:pt x="2593" y="183"/>
                </a:lnTo>
                <a:lnTo>
                  <a:pt x="2592" y="182"/>
                </a:lnTo>
                <a:lnTo>
                  <a:pt x="2591" y="182"/>
                </a:lnTo>
                <a:lnTo>
                  <a:pt x="2591" y="181"/>
                </a:lnTo>
                <a:lnTo>
                  <a:pt x="2590" y="181"/>
                </a:lnTo>
                <a:lnTo>
                  <a:pt x="2589" y="181"/>
                </a:lnTo>
                <a:lnTo>
                  <a:pt x="2589" y="180"/>
                </a:lnTo>
                <a:lnTo>
                  <a:pt x="2588" y="180"/>
                </a:lnTo>
                <a:lnTo>
                  <a:pt x="2587" y="180"/>
                </a:lnTo>
                <a:lnTo>
                  <a:pt x="2586" y="179"/>
                </a:lnTo>
                <a:lnTo>
                  <a:pt x="2585" y="179"/>
                </a:lnTo>
                <a:lnTo>
                  <a:pt x="2585" y="178"/>
                </a:lnTo>
                <a:lnTo>
                  <a:pt x="2584" y="178"/>
                </a:lnTo>
                <a:lnTo>
                  <a:pt x="2583" y="178"/>
                </a:lnTo>
                <a:lnTo>
                  <a:pt x="2583" y="177"/>
                </a:lnTo>
                <a:lnTo>
                  <a:pt x="2582" y="177"/>
                </a:lnTo>
                <a:lnTo>
                  <a:pt x="2581" y="177"/>
                </a:lnTo>
                <a:lnTo>
                  <a:pt x="2581" y="176"/>
                </a:lnTo>
                <a:lnTo>
                  <a:pt x="2580" y="176"/>
                </a:lnTo>
                <a:lnTo>
                  <a:pt x="2579" y="199"/>
                </a:lnTo>
                <a:lnTo>
                  <a:pt x="2579" y="198"/>
                </a:lnTo>
                <a:lnTo>
                  <a:pt x="2578" y="198"/>
                </a:lnTo>
                <a:lnTo>
                  <a:pt x="2577" y="197"/>
                </a:lnTo>
                <a:lnTo>
                  <a:pt x="2576" y="197"/>
                </a:lnTo>
                <a:lnTo>
                  <a:pt x="2575" y="197"/>
                </a:lnTo>
                <a:lnTo>
                  <a:pt x="2575" y="196"/>
                </a:lnTo>
                <a:lnTo>
                  <a:pt x="2574" y="196"/>
                </a:lnTo>
                <a:lnTo>
                  <a:pt x="2573" y="196"/>
                </a:lnTo>
                <a:lnTo>
                  <a:pt x="2573" y="195"/>
                </a:lnTo>
                <a:lnTo>
                  <a:pt x="2572" y="195"/>
                </a:lnTo>
                <a:lnTo>
                  <a:pt x="2571" y="194"/>
                </a:lnTo>
                <a:lnTo>
                  <a:pt x="2570" y="194"/>
                </a:lnTo>
                <a:lnTo>
                  <a:pt x="2569" y="194"/>
                </a:lnTo>
                <a:lnTo>
                  <a:pt x="2569" y="193"/>
                </a:lnTo>
                <a:lnTo>
                  <a:pt x="2568" y="193"/>
                </a:lnTo>
                <a:lnTo>
                  <a:pt x="2567" y="192"/>
                </a:lnTo>
                <a:lnTo>
                  <a:pt x="2566" y="192"/>
                </a:lnTo>
                <a:lnTo>
                  <a:pt x="2565" y="191"/>
                </a:lnTo>
                <a:lnTo>
                  <a:pt x="2564" y="191"/>
                </a:lnTo>
                <a:lnTo>
                  <a:pt x="2563" y="191"/>
                </a:lnTo>
                <a:lnTo>
                  <a:pt x="2563" y="190"/>
                </a:lnTo>
                <a:lnTo>
                  <a:pt x="2562" y="190"/>
                </a:lnTo>
                <a:lnTo>
                  <a:pt x="2561" y="189"/>
                </a:lnTo>
                <a:lnTo>
                  <a:pt x="2560" y="189"/>
                </a:lnTo>
                <a:lnTo>
                  <a:pt x="2559" y="188"/>
                </a:lnTo>
                <a:lnTo>
                  <a:pt x="2558" y="188"/>
                </a:lnTo>
                <a:lnTo>
                  <a:pt x="2558" y="187"/>
                </a:lnTo>
                <a:lnTo>
                  <a:pt x="2557" y="187"/>
                </a:lnTo>
                <a:lnTo>
                  <a:pt x="2556" y="187"/>
                </a:lnTo>
                <a:lnTo>
                  <a:pt x="2555" y="186"/>
                </a:lnTo>
                <a:lnTo>
                  <a:pt x="2554" y="186"/>
                </a:lnTo>
                <a:lnTo>
                  <a:pt x="2553" y="185"/>
                </a:lnTo>
                <a:lnTo>
                  <a:pt x="2552" y="185"/>
                </a:lnTo>
                <a:lnTo>
                  <a:pt x="2552" y="184"/>
                </a:lnTo>
                <a:lnTo>
                  <a:pt x="2551" y="184"/>
                </a:lnTo>
                <a:lnTo>
                  <a:pt x="2550" y="184"/>
                </a:lnTo>
                <a:lnTo>
                  <a:pt x="2549" y="183"/>
                </a:lnTo>
                <a:lnTo>
                  <a:pt x="2548" y="183"/>
                </a:lnTo>
                <a:lnTo>
                  <a:pt x="2548" y="182"/>
                </a:lnTo>
                <a:lnTo>
                  <a:pt x="2547" y="182"/>
                </a:lnTo>
                <a:lnTo>
                  <a:pt x="2546" y="182"/>
                </a:lnTo>
                <a:lnTo>
                  <a:pt x="2546" y="181"/>
                </a:lnTo>
                <a:lnTo>
                  <a:pt x="2545" y="181"/>
                </a:lnTo>
                <a:lnTo>
                  <a:pt x="2544" y="204"/>
                </a:lnTo>
                <a:lnTo>
                  <a:pt x="2543" y="204"/>
                </a:lnTo>
                <a:lnTo>
                  <a:pt x="2543" y="203"/>
                </a:lnTo>
                <a:lnTo>
                  <a:pt x="2542" y="203"/>
                </a:lnTo>
                <a:lnTo>
                  <a:pt x="2541" y="202"/>
                </a:lnTo>
                <a:lnTo>
                  <a:pt x="2540" y="202"/>
                </a:lnTo>
                <a:lnTo>
                  <a:pt x="2539" y="201"/>
                </a:lnTo>
                <a:lnTo>
                  <a:pt x="2538" y="224"/>
                </a:lnTo>
                <a:lnTo>
                  <a:pt x="2537" y="224"/>
                </a:lnTo>
                <a:lnTo>
                  <a:pt x="2536" y="223"/>
                </a:lnTo>
                <a:lnTo>
                  <a:pt x="2535" y="223"/>
                </a:lnTo>
                <a:lnTo>
                  <a:pt x="2535" y="222"/>
                </a:lnTo>
                <a:lnTo>
                  <a:pt x="2534" y="222"/>
                </a:lnTo>
                <a:lnTo>
                  <a:pt x="2533" y="222"/>
                </a:lnTo>
                <a:lnTo>
                  <a:pt x="2532" y="221"/>
                </a:lnTo>
                <a:lnTo>
                  <a:pt x="2531" y="221"/>
                </a:lnTo>
                <a:lnTo>
                  <a:pt x="2531" y="220"/>
                </a:lnTo>
                <a:lnTo>
                  <a:pt x="2530" y="220"/>
                </a:lnTo>
                <a:lnTo>
                  <a:pt x="2529" y="220"/>
                </a:lnTo>
                <a:lnTo>
                  <a:pt x="2529" y="219"/>
                </a:lnTo>
                <a:lnTo>
                  <a:pt x="2528" y="219"/>
                </a:lnTo>
                <a:lnTo>
                  <a:pt x="2527" y="219"/>
                </a:lnTo>
                <a:lnTo>
                  <a:pt x="2526" y="218"/>
                </a:lnTo>
                <a:lnTo>
                  <a:pt x="2525" y="218"/>
                </a:lnTo>
                <a:lnTo>
                  <a:pt x="2525" y="217"/>
                </a:lnTo>
                <a:lnTo>
                  <a:pt x="2524" y="217"/>
                </a:lnTo>
                <a:lnTo>
                  <a:pt x="2523" y="216"/>
                </a:lnTo>
                <a:lnTo>
                  <a:pt x="2522" y="216"/>
                </a:lnTo>
                <a:lnTo>
                  <a:pt x="2521" y="215"/>
                </a:lnTo>
                <a:lnTo>
                  <a:pt x="2520" y="215"/>
                </a:lnTo>
                <a:lnTo>
                  <a:pt x="2519" y="215"/>
                </a:lnTo>
                <a:lnTo>
                  <a:pt x="2519" y="214"/>
                </a:lnTo>
                <a:lnTo>
                  <a:pt x="2518" y="214"/>
                </a:lnTo>
                <a:lnTo>
                  <a:pt x="2517" y="213"/>
                </a:lnTo>
                <a:lnTo>
                  <a:pt x="2516" y="213"/>
                </a:lnTo>
                <a:lnTo>
                  <a:pt x="2515" y="212"/>
                </a:lnTo>
                <a:lnTo>
                  <a:pt x="2514" y="212"/>
                </a:lnTo>
                <a:lnTo>
                  <a:pt x="2513" y="211"/>
                </a:lnTo>
                <a:lnTo>
                  <a:pt x="2512" y="211"/>
                </a:lnTo>
                <a:lnTo>
                  <a:pt x="2511" y="210"/>
                </a:lnTo>
                <a:lnTo>
                  <a:pt x="2510" y="210"/>
                </a:lnTo>
                <a:lnTo>
                  <a:pt x="2509" y="209"/>
                </a:lnTo>
                <a:lnTo>
                  <a:pt x="2508" y="209"/>
                </a:lnTo>
                <a:lnTo>
                  <a:pt x="2507" y="208"/>
                </a:lnTo>
                <a:lnTo>
                  <a:pt x="2506" y="208"/>
                </a:lnTo>
                <a:lnTo>
                  <a:pt x="2505" y="207"/>
                </a:lnTo>
                <a:lnTo>
                  <a:pt x="2504" y="207"/>
                </a:lnTo>
                <a:lnTo>
                  <a:pt x="2504" y="206"/>
                </a:lnTo>
                <a:lnTo>
                  <a:pt x="2503" y="206"/>
                </a:lnTo>
                <a:lnTo>
                  <a:pt x="2502" y="230"/>
                </a:lnTo>
                <a:lnTo>
                  <a:pt x="2502" y="229"/>
                </a:lnTo>
                <a:lnTo>
                  <a:pt x="2501" y="229"/>
                </a:lnTo>
                <a:lnTo>
                  <a:pt x="2500" y="228"/>
                </a:lnTo>
                <a:lnTo>
                  <a:pt x="2499" y="228"/>
                </a:lnTo>
                <a:lnTo>
                  <a:pt x="2498" y="228"/>
                </a:lnTo>
                <a:lnTo>
                  <a:pt x="2498" y="227"/>
                </a:lnTo>
                <a:lnTo>
                  <a:pt x="2497" y="227"/>
                </a:lnTo>
                <a:lnTo>
                  <a:pt x="2496" y="227"/>
                </a:lnTo>
                <a:lnTo>
                  <a:pt x="2496" y="226"/>
                </a:lnTo>
                <a:lnTo>
                  <a:pt x="2495" y="226"/>
                </a:lnTo>
                <a:lnTo>
                  <a:pt x="2494" y="225"/>
                </a:lnTo>
                <a:lnTo>
                  <a:pt x="2493" y="225"/>
                </a:lnTo>
                <a:lnTo>
                  <a:pt x="2492" y="225"/>
                </a:lnTo>
                <a:lnTo>
                  <a:pt x="2492" y="224"/>
                </a:lnTo>
                <a:lnTo>
                  <a:pt x="2491" y="224"/>
                </a:lnTo>
                <a:lnTo>
                  <a:pt x="2490" y="223"/>
                </a:lnTo>
                <a:lnTo>
                  <a:pt x="2489" y="223"/>
                </a:lnTo>
                <a:lnTo>
                  <a:pt x="2488" y="222"/>
                </a:lnTo>
                <a:lnTo>
                  <a:pt x="2487" y="222"/>
                </a:lnTo>
                <a:lnTo>
                  <a:pt x="2486" y="221"/>
                </a:lnTo>
                <a:lnTo>
                  <a:pt x="2485" y="221"/>
                </a:lnTo>
                <a:lnTo>
                  <a:pt x="2484" y="220"/>
                </a:lnTo>
                <a:lnTo>
                  <a:pt x="2483" y="220"/>
                </a:lnTo>
                <a:lnTo>
                  <a:pt x="2482" y="219"/>
                </a:lnTo>
                <a:lnTo>
                  <a:pt x="2481" y="219"/>
                </a:lnTo>
                <a:lnTo>
                  <a:pt x="2481" y="218"/>
                </a:lnTo>
                <a:lnTo>
                  <a:pt x="2480" y="218"/>
                </a:lnTo>
                <a:lnTo>
                  <a:pt x="2479" y="218"/>
                </a:lnTo>
                <a:lnTo>
                  <a:pt x="2478" y="217"/>
                </a:lnTo>
                <a:lnTo>
                  <a:pt x="2477" y="217"/>
                </a:lnTo>
                <a:lnTo>
                  <a:pt x="2476" y="216"/>
                </a:lnTo>
                <a:lnTo>
                  <a:pt x="2475" y="216"/>
                </a:lnTo>
                <a:lnTo>
                  <a:pt x="2475" y="215"/>
                </a:lnTo>
                <a:lnTo>
                  <a:pt x="2474" y="215"/>
                </a:lnTo>
                <a:lnTo>
                  <a:pt x="2473" y="215"/>
                </a:lnTo>
                <a:lnTo>
                  <a:pt x="2472" y="214"/>
                </a:lnTo>
                <a:lnTo>
                  <a:pt x="2471" y="214"/>
                </a:lnTo>
                <a:lnTo>
                  <a:pt x="2471" y="213"/>
                </a:lnTo>
                <a:lnTo>
                  <a:pt x="2470" y="213"/>
                </a:lnTo>
                <a:lnTo>
                  <a:pt x="2469" y="213"/>
                </a:lnTo>
                <a:lnTo>
                  <a:pt x="2469" y="212"/>
                </a:lnTo>
                <a:lnTo>
                  <a:pt x="2468" y="212"/>
                </a:lnTo>
                <a:lnTo>
                  <a:pt x="2467" y="212"/>
                </a:lnTo>
                <a:lnTo>
                  <a:pt x="2466" y="211"/>
                </a:lnTo>
                <a:lnTo>
                  <a:pt x="2465" y="211"/>
                </a:lnTo>
                <a:lnTo>
                  <a:pt x="2465" y="210"/>
                </a:lnTo>
                <a:lnTo>
                  <a:pt x="2464" y="210"/>
                </a:lnTo>
                <a:lnTo>
                  <a:pt x="2463" y="209"/>
                </a:lnTo>
                <a:lnTo>
                  <a:pt x="2462" y="209"/>
                </a:lnTo>
                <a:lnTo>
                  <a:pt x="2461" y="208"/>
                </a:lnTo>
                <a:lnTo>
                  <a:pt x="2460" y="208"/>
                </a:lnTo>
                <a:lnTo>
                  <a:pt x="2459" y="208"/>
                </a:lnTo>
                <a:lnTo>
                  <a:pt x="2459" y="207"/>
                </a:lnTo>
                <a:lnTo>
                  <a:pt x="2458" y="207"/>
                </a:lnTo>
                <a:lnTo>
                  <a:pt x="2457" y="206"/>
                </a:lnTo>
                <a:lnTo>
                  <a:pt x="2456" y="206"/>
                </a:lnTo>
                <a:lnTo>
                  <a:pt x="2455" y="205"/>
                </a:lnTo>
                <a:lnTo>
                  <a:pt x="2454" y="205"/>
                </a:lnTo>
                <a:lnTo>
                  <a:pt x="2453" y="204"/>
                </a:lnTo>
                <a:lnTo>
                  <a:pt x="2452" y="204"/>
                </a:lnTo>
                <a:lnTo>
                  <a:pt x="2451" y="203"/>
                </a:lnTo>
                <a:lnTo>
                  <a:pt x="2450" y="203"/>
                </a:lnTo>
                <a:lnTo>
                  <a:pt x="2449" y="202"/>
                </a:lnTo>
                <a:lnTo>
                  <a:pt x="2448" y="202"/>
                </a:lnTo>
                <a:lnTo>
                  <a:pt x="2447" y="201"/>
                </a:lnTo>
                <a:lnTo>
                  <a:pt x="2446" y="201"/>
                </a:lnTo>
                <a:lnTo>
                  <a:pt x="2445" y="200"/>
                </a:lnTo>
                <a:lnTo>
                  <a:pt x="2444" y="200"/>
                </a:lnTo>
                <a:lnTo>
                  <a:pt x="2444" y="199"/>
                </a:lnTo>
                <a:lnTo>
                  <a:pt x="2443" y="199"/>
                </a:lnTo>
                <a:lnTo>
                  <a:pt x="2442" y="199"/>
                </a:lnTo>
                <a:lnTo>
                  <a:pt x="2441" y="198"/>
                </a:lnTo>
                <a:lnTo>
                  <a:pt x="2440" y="198"/>
                </a:lnTo>
                <a:lnTo>
                  <a:pt x="2439" y="197"/>
                </a:lnTo>
                <a:lnTo>
                  <a:pt x="2438" y="197"/>
                </a:lnTo>
                <a:lnTo>
                  <a:pt x="2438" y="196"/>
                </a:lnTo>
                <a:lnTo>
                  <a:pt x="2437" y="196"/>
                </a:lnTo>
                <a:lnTo>
                  <a:pt x="2436" y="195"/>
                </a:lnTo>
                <a:lnTo>
                  <a:pt x="2435" y="195"/>
                </a:lnTo>
                <a:lnTo>
                  <a:pt x="2434" y="195"/>
                </a:lnTo>
                <a:lnTo>
                  <a:pt x="2434" y="194"/>
                </a:lnTo>
                <a:lnTo>
                  <a:pt x="2433" y="194"/>
                </a:lnTo>
                <a:lnTo>
                  <a:pt x="2432" y="194"/>
                </a:lnTo>
                <a:lnTo>
                  <a:pt x="2432" y="193"/>
                </a:lnTo>
                <a:lnTo>
                  <a:pt x="2431" y="193"/>
                </a:lnTo>
                <a:lnTo>
                  <a:pt x="2430" y="192"/>
                </a:lnTo>
                <a:lnTo>
                  <a:pt x="2429" y="192"/>
                </a:lnTo>
                <a:lnTo>
                  <a:pt x="2428" y="192"/>
                </a:lnTo>
                <a:lnTo>
                  <a:pt x="2428" y="191"/>
                </a:lnTo>
                <a:lnTo>
                  <a:pt x="2427" y="191"/>
                </a:lnTo>
                <a:lnTo>
                  <a:pt x="2426" y="190"/>
                </a:lnTo>
                <a:lnTo>
                  <a:pt x="2425" y="190"/>
                </a:lnTo>
                <a:lnTo>
                  <a:pt x="2424" y="189"/>
                </a:lnTo>
                <a:lnTo>
                  <a:pt x="2423" y="189"/>
                </a:lnTo>
                <a:lnTo>
                  <a:pt x="2422" y="189"/>
                </a:lnTo>
                <a:lnTo>
                  <a:pt x="2422" y="188"/>
                </a:lnTo>
                <a:lnTo>
                  <a:pt x="2421" y="188"/>
                </a:lnTo>
                <a:lnTo>
                  <a:pt x="2420" y="187"/>
                </a:lnTo>
                <a:lnTo>
                  <a:pt x="2419" y="187"/>
                </a:lnTo>
                <a:lnTo>
                  <a:pt x="2418" y="186"/>
                </a:lnTo>
                <a:lnTo>
                  <a:pt x="2417" y="186"/>
                </a:lnTo>
                <a:lnTo>
                  <a:pt x="2416" y="185"/>
                </a:lnTo>
                <a:lnTo>
                  <a:pt x="2415" y="185"/>
                </a:lnTo>
                <a:lnTo>
                  <a:pt x="2414" y="184"/>
                </a:lnTo>
                <a:lnTo>
                  <a:pt x="2413" y="184"/>
                </a:lnTo>
                <a:lnTo>
                  <a:pt x="2412" y="183"/>
                </a:lnTo>
                <a:lnTo>
                  <a:pt x="2411" y="183"/>
                </a:lnTo>
                <a:lnTo>
                  <a:pt x="2411" y="182"/>
                </a:lnTo>
                <a:lnTo>
                  <a:pt x="2410" y="182"/>
                </a:lnTo>
                <a:lnTo>
                  <a:pt x="2409" y="182"/>
                </a:lnTo>
                <a:lnTo>
                  <a:pt x="2408" y="181"/>
                </a:lnTo>
                <a:lnTo>
                  <a:pt x="2408" y="206"/>
                </a:lnTo>
                <a:lnTo>
                  <a:pt x="2407" y="205"/>
                </a:lnTo>
                <a:lnTo>
                  <a:pt x="2406" y="205"/>
                </a:lnTo>
                <a:lnTo>
                  <a:pt x="2405" y="205"/>
                </a:lnTo>
                <a:lnTo>
                  <a:pt x="2405" y="204"/>
                </a:lnTo>
                <a:lnTo>
                  <a:pt x="2404" y="204"/>
                </a:lnTo>
                <a:lnTo>
                  <a:pt x="2403" y="203"/>
                </a:lnTo>
                <a:lnTo>
                  <a:pt x="2402" y="203"/>
                </a:lnTo>
                <a:lnTo>
                  <a:pt x="2401" y="202"/>
                </a:lnTo>
                <a:lnTo>
                  <a:pt x="2400" y="202"/>
                </a:lnTo>
                <a:lnTo>
                  <a:pt x="2399" y="201"/>
                </a:lnTo>
                <a:lnTo>
                  <a:pt x="2398" y="201"/>
                </a:lnTo>
                <a:lnTo>
                  <a:pt x="2397" y="200"/>
                </a:lnTo>
                <a:lnTo>
                  <a:pt x="2396" y="200"/>
                </a:lnTo>
                <a:lnTo>
                  <a:pt x="2395" y="199"/>
                </a:lnTo>
                <a:lnTo>
                  <a:pt x="2394" y="199"/>
                </a:lnTo>
                <a:lnTo>
                  <a:pt x="2394" y="198"/>
                </a:lnTo>
                <a:lnTo>
                  <a:pt x="2393" y="198"/>
                </a:lnTo>
                <a:lnTo>
                  <a:pt x="2392" y="198"/>
                </a:lnTo>
                <a:lnTo>
                  <a:pt x="2391" y="197"/>
                </a:lnTo>
                <a:lnTo>
                  <a:pt x="2390" y="197"/>
                </a:lnTo>
                <a:lnTo>
                  <a:pt x="2390" y="196"/>
                </a:lnTo>
                <a:lnTo>
                  <a:pt x="2389" y="196"/>
                </a:lnTo>
                <a:lnTo>
                  <a:pt x="2388" y="196"/>
                </a:lnTo>
                <a:lnTo>
                  <a:pt x="2388" y="195"/>
                </a:lnTo>
                <a:lnTo>
                  <a:pt x="2387" y="195"/>
                </a:lnTo>
                <a:lnTo>
                  <a:pt x="2386" y="195"/>
                </a:lnTo>
                <a:lnTo>
                  <a:pt x="2385" y="194"/>
                </a:lnTo>
                <a:lnTo>
                  <a:pt x="2384" y="194"/>
                </a:lnTo>
                <a:lnTo>
                  <a:pt x="2384" y="193"/>
                </a:lnTo>
                <a:lnTo>
                  <a:pt x="2383" y="193"/>
                </a:lnTo>
                <a:lnTo>
                  <a:pt x="2382" y="193"/>
                </a:lnTo>
                <a:lnTo>
                  <a:pt x="2382" y="192"/>
                </a:lnTo>
                <a:lnTo>
                  <a:pt x="2381" y="192"/>
                </a:lnTo>
                <a:lnTo>
                  <a:pt x="2380" y="192"/>
                </a:lnTo>
                <a:lnTo>
                  <a:pt x="2380" y="191"/>
                </a:lnTo>
                <a:lnTo>
                  <a:pt x="2379" y="191"/>
                </a:lnTo>
                <a:lnTo>
                  <a:pt x="2378" y="191"/>
                </a:lnTo>
                <a:lnTo>
                  <a:pt x="2378" y="190"/>
                </a:lnTo>
                <a:lnTo>
                  <a:pt x="2377" y="190"/>
                </a:lnTo>
                <a:lnTo>
                  <a:pt x="2376" y="189"/>
                </a:lnTo>
                <a:lnTo>
                  <a:pt x="2375" y="189"/>
                </a:lnTo>
                <a:lnTo>
                  <a:pt x="2375" y="214"/>
                </a:lnTo>
                <a:lnTo>
                  <a:pt x="2374" y="214"/>
                </a:lnTo>
                <a:lnTo>
                  <a:pt x="2374" y="213"/>
                </a:lnTo>
                <a:lnTo>
                  <a:pt x="2373" y="213"/>
                </a:lnTo>
                <a:lnTo>
                  <a:pt x="2372" y="213"/>
                </a:lnTo>
                <a:lnTo>
                  <a:pt x="2372" y="212"/>
                </a:lnTo>
                <a:lnTo>
                  <a:pt x="2371" y="212"/>
                </a:lnTo>
                <a:lnTo>
                  <a:pt x="2370" y="211"/>
                </a:lnTo>
                <a:lnTo>
                  <a:pt x="2369" y="211"/>
                </a:lnTo>
                <a:lnTo>
                  <a:pt x="2368" y="211"/>
                </a:lnTo>
                <a:lnTo>
                  <a:pt x="2368" y="210"/>
                </a:lnTo>
                <a:lnTo>
                  <a:pt x="2367" y="210"/>
                </a:lnTo>
                <a:lnTo>
                  <a:pt x="2366" y="209"/>
                </a:lnTo>
                <a:lnTo>
                  <a:pt x="2365" y="209"/>
                </a:lnTo>
                <a:lnTo>
                  <a:pt x="2364" y="208"/>
                </a:lnTo>
                <a:lnTo>
                  <a:pt x="2363" y="208"/>
                </a:lnTo>
                <a:lnTo>
                  <a:pt x="2362" y="208"/>
                </a:lnTo>
                <a:lnTo>
                  <a:pt x="2362" y="207"/>
                </a:lnTo>
                <a:lnTo>
                  <a:pt x="2361" y="207"/>
                </a:lnTo>
                <a:lnTo>
                  <a:pt x="2360" y="206"/>
                </a:lnTo>
                <a:lnTo>
                  <a:pt x="2359" y="206"/>
                </a:lnTo>
                <a:lnTo>
                  <a:pt x="2358" y="205"/>
                </a:lnTo>
                <a:lnTo>
                  <a:pt x="2357" y="205"/>
                </a:lnTo>
                <a:lnTo>
                  <a:pt x="2356" y="204"/>
                </a:lnTo>
                <a:lnTo>
                  <a:pt x="2355" y="204"/>
                </a:lnTo>
                <a:lnTo>
                  <a:pt x="2354" y="203"/>
                </a:lnTo>
                <a:lnTo>
                  <a:pt x="2353" y="203"/>
                </a:lnTo>
                <a:lnTo>
                  <a:pt x="2352" y="202"/>
                </a:lnTo>
                <a:lnTo>
                  <a:pt x="2351" y="202"/>
                </a:lnTo>
                <a:lnTo>
                  <a:pt x="2351" y="201"/>
                </a:lnTo>
                <a:lnTo>
                  <a:pt x="2350" y="201"/>
                </a:lnTo>
                <a:lnTo>
                  <a:pt x="2349" y="201"/>
                </a:lnTo>
                <a:lnTo>
                  <a:pt x="2348" y="200"/>
                </a:lnTo>
                <a:lnTo>
                  <a:pt x="2347" y="200"/>
                </a:lnTo>
                <a:lnTo>
                  <a:pt x="2347" y="199"/>
                </a:lnTo>
                <a:lnTo>
                  <a:pt x="2346" y="199"/>
                </a:lnTo>
                <a:lnTo>
                  <a:pt x="2345" y="199"/>
                </a:lnTo>
                <a:lnTo>
                  <a:pt x="2345" y="198"/>
                </a:lnTo>
                <a:lnTo>
                  <a:pt x="2344" y="198"/>
                </a:lnTo>
                <a:lnTo>
                  <a:pt x="2343" y="198"/>
                </a:lnTo>
                <a:lnTo>
                  <a:pt x="2342" y="197"/>
                </a:lnTo>
                <a:lnTo>
                  <a:pt x="2341" y="197"/>
                </a:lnTo>
                <a:lnTo>
                  <a:pt x="2341" y="196"/>
                </a:lnTo>
                <a:lnTo>
                  <a:pt x="2340" y="196"/>
                </a:lnTo>
                <a:lnTo>
                  <a:pt x="2339" y="195"/>
                </a:lnTo>
                <a:lnTo>
                  <a:pt x="2338" y="195"/>
                </a:lnTo>
                <a:lnTo>
                  <a:pt x="2337" y="195"/>
                </a:lnTo>
                <a:lnTo>
                  <a:pt x="2337" y="194"/>
                </a:lnTo>
                <a:lnTo>
                  <a:pt x="2336" y="194"/>
                </a:lnTo>
                <a:lnTo>
                  <a:pt x="2335" y="194"/>
                </a:lnTo>
                <a:lnTo>
                  <a:pt x="2335" y="193"/>
                </a:lnTo>
                <a:lnTo>
                  <a:pt x="2334" y="193"/>
                </a:lnTo>
                <a:lnTo>
                  <a:pt x="2333" y="192"/>
                </a:lnTo>
                <a:lnTo>
                  <a:pt x="2332" y="192"/>
                </a:lnTo>
                <a:lnTo>
                  <a:pt x="2331" y="192"/>
                </a:lnTo>
                <a:lnTo>
                  <a:pt x="2331" y="191"/>
                </a:lnTo>
                <a:lnTo>
                  <a:pt x="2330" y="191"/>
                </a:lnTo>
                <a:lnTo>
                  <a:pt x="2329" y="190"/>
                </a:lnTo>
                <a:lnTo>
                  <a:pt x="2328" y="190"/>
                </a:lnTo>
                <a:lnTo>
                  <a:pt x="2327" y="189"/>
                </a:lnTo>
                <a:lnTo>
                  <a:pt x="2326" y="189"/>
                </a:lnTo>
                <a:lnTo>
                  <a:pt x="2325" y="189"/>
                </a:lnTo>
                <a:lnTo>
                  <a:pt x="2325" y="188"/>
                </a:lnTo>
                <a:lnTo>
                  <a:pt x="2324" y="188"/>
                </a:lnTo>
                <a:lnTo>
                  <a:pt x="2323" y="187"/>
                </a:lnTo>
                <a:lnTo>
                  <a:pt x="2322" y="187"/>
                </a:lnTo>
                <a:lnTo>
                  <a:pt x="2321" y="186"/>
                </a:lnTo>
                <a:lnTo>
                  <a:pt x="2320" y="186"/>
                </a:lnTo>
                <a:lnTo>
                  <a:pt x="2320" y="185"/>
                </a:lnTo>
                <a:lnTo>
                  <a:pt x="2319" y="185"/>
                </a:lnTo>
                <a:lnTo>
                  <a:pt x="2318" y="185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3"/>
                </a:lnTo>
                <a:lnTo>
                  <a:pt x="2314" y="183"/>
                </a:lnTo>
                <a:lnTo>
                  <a:pt x="2314" y="182"/>
                </a:lnTo>
                <a:lnTo>
                  <a:pt x="2313" y="182"/>
                </a:lnTo>
                <a:lnTo>
                  <a:pt x="2312" y="182"/>
                </a:lnTo>
                <a:lnTo>
                  <a:pt x="2311" y="181"/>
                </a:lnTo>
                <a:lnTo>
                  <a:pt x="2310" y="181"/>
                </a:lnTo>
                <a:lnTo>
                  <a:pt x="2310" y="180"/>
                </a:lnTo>
                <a:lnTo>
                  <a:pt x="2309" y="180"/>
                </a:lnTo>
                <a:lnTo>
                  <a:pt x="2308" y="180"/>
                </a:lnTo>
                <a:lnTo>
                  <a:pt x="2308" y="179"/>
                </a:lnTo>
                <a:lnTo>
                  <a:pt x="2307" y="179"/>
                </a:lnTo>
                <a:lnTo>
                  <a:pt x="2306" y="179"/>
                </a:lnTo>
                <a:lnTo>
                  <a:pt x="2305" y="178"/>
                </a:lnTo>
                <a:lnTo>
                  <a:pt x="2304" y="178"/>
                </a:lnTo>
                <a:lnTo>
                  <a:pt x="2304" y="177"/>
                </a:lnTo>
                <a:lnTo>
                  <a:pt x="2303" y="177"/>
                </a:lnTo>
                <a:lnTo>
                  <a:pt x="2302" y="176"/>
                </a:lnTo>
                <a:lnTo>
                  <a:pt x="2301" y="176"/>
                </a:lnTo>
                <a:lnTo>
                  <a:pt x="2300" y="176"/>
                </a:lnTo>
                <a:lnTo>
                  <a:pt x="2300" y="175"/>
                </a:lnTo>
                <a:lnTo>
                  <a:pt x="2299" y="175"/>
                </a:lnTo>
                <a:lnTo>
                  <a:pt x="2298" y="175"/>
                </a:lnTo>
                <a:lnTo>
                  <a:pt x="2298" y="174"/>
                </a:lnTo>
                <a:lnTo>
                  <a:pt x="2297" y="174"/>
                </a:lnTo>
                <a:lnTo>
                  <a:pt x="2296" y="173"/>
                </a:lnTo>
                <a:lnTo>
                  <a:pt x="2295" y="173"/>
                </a:lnTo>
                <a:lnTo>
                  <a:pt x="2294" y="172"/>
                </a:lnTo>
                <a:lnTo>
                  <a:pt x="2293" y="172"/>
                </a:lnTo>
                <a:lnTo>
                  <a:pt x="2292" y="171"/>
                </a:lnTo>
                <a:lnTo>
                  <a:pt x="2291" y="171"/>
                </a:lnTo>
                <a:lnTo>
                  <a:pt x="2290" y="196"/>
                </a:lnTo>
                <a:lnTo>
                  <a:pt x="2289" y="196"/>
                </a:lnTo>
                <a:lnTo>
                  <a:pt x="2288" y="195"/>
                </a:lnTo>
                <a:lnTo>
                  <a:pt x="2287" y="195"/>
                </a:lnTo>
                <a:lnTo>
                  <a:pt x="2286" y="194"/>
                </a:lnTo>
                <a:lnTo>
                  <a:pt x="2285" y="194"/>
                </a:lnTo>
                <a:lnTo>
                  <a:pt x="2284" y="193"/>
                </a:lnTo>
                <a:lnTo>
                  <a:pt x="2283" y="193"/>
                </a:lnTo>
                <a:lnTo>
                  <a:pt x="2283" y="192"/>
                </a:lnTo>
                <a:lnTo>
                  <a:pt x="2282" y="192"/>
                </a:lnTo>
                <a:lnTo>
                  <a:pt x="2281" y="192"/>
                </a:lnTo>
                <a:lnTo>
                  <a:pt x="2281" y="191"/>
                </a:lnTo>
                <a:lnTo>
                  <a:pt x="2280" y="191"/>
                </a:lnTo>
                <a:lnTo>
                  <a:pt x="2279" y="191"/>
                </a:lnTo>
                <a:lnTo>
                  <a:pt x="2278" y="190"/>
                </a:lnTo>
                <a:lnTo>
                  <a:pt x="2277" y="190"/>
                </a:lnTo>
                <a:lnTo>
                  <a:pt x="2277" y="189"/>
                </a:lnTo>
                <a:lnTo>
                  <a:pt x="2276" y="189"/>
                </a:lnTo>
                <a:lnTo>
                  <a:pt x="2275" y="188"/>
                </a:lnTo>
                <a:lnTo>
                  <a:pt x="2274" y="188"/>
                </a:lnTo>
                <a:lnTo>
                  <a:pt x="2273" y="188"/>
                </a:lnTo>
                <a:lnTo>
                  <a:pt x="2273" y="187"/>
                </a:lnTo>
                <a:lnTo>
                  <a:pt x="2272" y="187"/>
                </a:lnTo>
                <a:lnTo>
                  <a:pt x="2271" y="187"/>
                </a:lnTo>
                <a:lnTo>
                  <a:pt x="2271" y="186"/>
                </a:lnTo>
                <a:lnTo>
                  <a:pt x="2270" y="186"/>
                </a:lnTo>
                <a:lnTo>
                  <a:pt x="2269" y="185"/>
                </a:lnTo>
                <a:lnTo>
                  <a:pt x="2268" y="185"/>
                </a:lnTo>
                <a:lnTo>
                  <a:pt x="2267" y="185"/>
                </a:lnTo>
                <a:lnTo>
                  <a:pt x="2267" y="184"/>
                </a:lnTo>
                <a:lnTo>
                  <a:pt x="2266" y="184"/>
                </a:lnTo>
                <a:lnTo>
                  <a:pt x="2265" y="183"/>
                </a:lnTo>
                <a:lnTo>
                  <a:pt x="2264" y="183"/>
                </a:lnTo>
                <a:lnTo>
                  <a:pt x="2263" y="182"/>
                </a:lnTo>
                <a:lnTo>
                  <a:pt x="2262" y="182"/>
                </a:lnTo>
                <a:lnTo>
                  <a:pt x="2261" y="182"/>
                </a:lnTo>
                <a:lnTo>
                  <a:pt x="2261" y="181"/>
                </a:lnTo>
                <a:lnTo>
                  <a:pt x="2260" y="181"/>
                </a:lnTo>
                <a:lnTo>
                  <a:pt x="2259" y="180"/>
                </a:lnTo>
                <a:lnTo>
                  <a:pt x="2258" y="180"/>
                </a:lnTo>
                <a:lnTo>
                  <a:pt x="2257" y="179"/>
                </a:lnTo>
                <a:lnTo>
                  <a:pt x="2256" y="179"/>
                </a:lnTo>
                <a:lnTo>
                  <a:pt x="2256" y="178"/>
                </a:lnTo>
                <a:lnTo>
                  <a:pt x="2255" y="178"/>
                </a:lnTo>
                <a:lnTo>
                  <a:pt x="2254" y="178"/>
                </a:lnTo>
                <a:lnTo>
                  <a:pt x="2253" y="177"/>
                </a:lnTo>
                <a:lnTo>
                  <a:pt x="2252" y="177"/>
                </a:lnTo>
                <a:lnTo>
                  <a:pt x="2251" y="176"/>
                </a:lnTo>
                <a:lnTo>
                  <a:pt x="2250" y="176"/>
                </a:lnTo>
                <a:lnTo>
                  <a:pt x="2250" y="202"/>
                </a:lnTo>
                <a:lnTo>
                  <a:pt x="2249" y="202"/>
                </a:lnTo>
                <a:lnTo>
                  <a:pt x="2248" y="201"/>
                </a:lnTo>
                <a:lnTo>
                  <a:pt x="2247" y="201"/>
                </a:lnTo>
                <a:lnTo>
                  <a:pt x="2247" y="200"/>
                </a:lnTo>
                <a:lnTo>
                  <a:pt x="2246" y="200"/>
                </a:lnTo>
                <a:lnTo>
                  <a:pt x="2245" y="199"/>
                </a:lnTo>
                <a:lnTo>
                  <a:pt x="2244" y="199"/>
                </a:lnTo>
                <a:lnTo>
                  <a:pt x="2243" y="198"/>
                </a:lnTo>
                <a:lnTo>
                  <a:pt x="2242" y="198"/>
                </a:lnTo>
                <a:lnTo>
                  <a:pt x="2241" y="198"/>
                </a:lnTo>
                <a:lnTo>
                  <a:pt x="2241" y="197"/>
                </a:lnTo>
                <a:lnTo>
                  <a:pt x="2240" y="197"/>
                </a:lnTo>
                <a:lnTo>
                  <a:pt x="2239" y="196"/>
                </a:lnTo>
                <a:lnTo>
                  <a:pt x="2238" y="196"/>
                </a:lnTo>
                <a:lnTo>
                  <a:pt x="2237" y="195"/>
                </a:lnTo>
                <a:lnTo>
                  <a:pt x="2236" y="195"/>
                </a:lnTo>
                <a:lnTo>
                  <a:pt x="2235" y="194"/>
                </a:lnTo>
                <a:lnTo>
                  <a:pt x="2234" y="220"/>
                </a:lnTo>
                <a:lnTo>
                  <a:pt x="2233" y="220"/>
                </a:lnTo>
                <a:lnTo>
                  <a:pt x="2232" y="219"/>
                </a:lnTo>
                <a:lnTo>
                  <a:pt x="2231" y="219"/>
                </a:lnTo>
                <a:lnTo>
                  <a:pt x="2230" y="218"/>
                </a:lnTo>
                <a:lnTo>
                  <a:pt x="2229" y="218"/>
                </a:lnTo>
                <a:lnTo>
                  <a:pt x="2228" y="244"/>
                </a:lnTo>
                <a:lnTo>
                  <a:pt x="2227" y="243"/>
                </a:lnTo>
                <a:lnTo>
                  <a:pt x="2226" y="243"/>
                </a:lnTo>
                <a:lnTo>
                  <a:pt x="2226" y="242"/>
                </a:lnTo>
                <a:lnTo>
                  <a:pt x="2225" y="242"/>
                </a:lnTo>
                <a:lnTo>
                  <a:pt x="2224" y="242"/>
                </a:lnTo>
                <a:lnTo>
                  <a:pt x="2223" y="268"/>
                </a:lnTo>
                <a:lnTo>
                  <a:pt x="2222" y="267"/>
                </a:lnTo>
                <a:lnTo>
                  <a:pt x="2221" y="267"/>
                </a:lnTo>
                <a:lnTo>
                  <a:pt x="2220" y="266"/>
                </a:lnTo>
                <a:lnTo>
                  <a:pt x="2219" y="266"/>
                </a:lnTo>
                <a:lnTo>
                  <a:pt x="2218" y="266"/>
                </a:lnTo>
                <a:lnTo>
                  <a:pt x="2218" y="265"/>
                </a:lnTo>
                <a:lnTo>
                  <a:pt x="2217" y="265"/>
                </a:lnTo>
                <a:lnTo>
                  <a:pt x="2216" y="264"/>
                </a:lnTo>
                <a:lnTo>
                  <a:pt x="2215" y="264"/>
                </a:lnTo>
                <a:lnTo>
                  <a:pt x="2214" y="263"/>
                </a:lnTo>
                <a:lnTo>
                  <a:pt x="2213" y="263"/>
                </a:lnTo>
                <a:lnTo>
                  <a:pt x="2212" y="262"/>
                </a:lnTo>
                <a:lnTo>
                  <a:pt x="2211" y="262"/>
                </a:lnTo>
                <a:lnTo>
                  <a:pt x="2210" y="261"/>
                </a:lnTo>
                <a:lnTo>
                  <a:pt x="2209" y="261"/>
                </a:lnTo>
                <a:lnTo>
                  <a:pt x="2209" y="260"/>
                </a:lnTo>
                <a:lnTo>
                  <a:pt x="2208" y="260"/>
                </a:lnTo>
                <a:lnTo>
                  <a:pt x="2207" y="260"/>
                </a:lnTo>
                <a:lnTo>
                  <a:pt x="2207" y="259"/>
                </a:lnTo>
                <a:lnTo>
                  <a:pt x="2206" y="259"/>
                </a:lnTo>
                <a:lnTo>
                  <a:pt x="2205" y="259"/>
                </a:lnTo>
                <a:lnTo>
                  <a:pt x="2204" y="258"/>
                </a:lnTo>
                <a:lnTo>
                  <a:pt x="2203" y="258"/>
                </a:lnTo>
                <a:lnTo>
                  <a:pt x="2203" y="257"/>
                </a:lnTo>
                <a:lnTo>
                  <a:pt x="2202" y="257"/>
                </a:lnTo>
                <a:lnTo>
                  <a:pt x="2201" y="257"/>
                </a:lnTo>
                <a:lnTo>
                  <a:pt x="2201" y="256"/>
                </a:lnTo>
                <a:lnTo>
                  <a:pt x="2200" y="256"/>
                </a:lnTo>
                <a:lnTo>
                  <a:pt x="2199" y="256"/>
                </a:lnTo>
                <a:lnTo>
                  <a:pt x="2199" y="255"/>
                </a:lnTo>
                <a:lnTo>
                  <a:pt x="2198" y="255"/>
                </a:lnTo>
                <a:lnTo>
                  <a:pt x="2197" y="255"/>
                </a:lnTo>
                <a:lnTo>
                  <a:pt x="2197" y="254"/>
                </a:lnTo>
                <a:lnTo>
                  <a:pt x="2196" y="254"/>
                </a:lnTo>
                <a:lnTo>
                  <a:pt x="2195" y="253"/>
                </a:lnTo>
                <a:lnTo>
                  <a:pt x="2194" y="253"/>
                </a:lnTo>
                <a:lnTo>
                  <a:pt x="2193" y="253"/>
                </a:lnTo>
                <a:lnTo>
                  <a:pt x="2193" y="252"/>
                </a:lnTo>
                <a:lnTo>
                  <a:pt x="2192" y="252"/>
                </a:lnTo>
                <a:lnTo>
                  <a:pt x="2191" y="252"/>
                </a:lnTo>
                <a:lnTo>
                  <a:pt x="2191" y="251"/>
                </a:lnTo>
                <a:lnTo>
                  <a:pt x="2190" y="251"/>
                </a:lnTo>
                <a:lnTo>
                  <a:pt x="2189" y="250"/>
                </a:lnTo>
                <a:lnTo>
                  <a:pt x="2188" y="250"/>
                </a:lnTo>
                <a:lnTo>
                  <a:pt x="2187" y="250"/>
                </a:lnTo>
                <a:lnTo>
                  <a:pt x="2187" y="249"/>
                </a:lnTo>
                <a:lnTo>
                  <a:pt x="2186" y="249"/>
                </a:lnTo>
                <a:lnTo>
                  <a:pt x="2185" y="248"/>
                </a:lnTo>
                <a:lnTo>
                  <a:pt x="2184" y="248"/>
                </a:lnTo>
                <a:lnTo>
                  <a:pt x="2183" y="247"/>
                </a:lnTo>
                <a:lnTo>
                  <a:pt x="2182" y="247"/>
                </a:lnTo>
                <a:lnTo>
                  <a:pt x="2181" y="246"/>
                </a:lnTo>
                <a:lnTo>
                  <a:pt x="2180" y="246"/>
                </a:lnTo>
                <a:lnTo>
                  <a:pt x="2179" y="245"/>
                </a:lnTo>
                <a:lnTo>
                  <a:pt x="2178" y="245"/>
                </a:lnTo>
                <a:lnTo>
                  <a:pt x="2177" y="244"/>
                </a:lnTo>
                <a:lnTo>
                  <a:pt x="2176" y="244"/>
                </a:lnTo>
                <a:lnTo>
                  <a:pt x="2176" y="243"/>
                </a:lnTo>
                <a:lnTo>
                  <a:pt x="2175" y="243"/>
                </a:lnTo>
                <a:lnTo>
                  <a:pt x="2174" y="243"/>
                </a:lnTo>
                <a:lnTo>
                  <a:pt x="2173" y="242"/>
                </a:lnTo>
                <a:lnTo>
                  <a:pt x="2172" y="242"/>
                </a:lnTo>
                <a:lnTo>
                  <a:pt x="2171" y="241"/>
                </a:lnTo>
                <a:lnTo>
                  <a:pt x="2170" y="241"/>
                </a:lnTo>
                <a:lnTo>
                  <a:pt x="2170" y="240"/>
                </a:lnTo>
                <a:lnTo>
                  <a:pt x="2169" y="240"/>
                </a:lnTo>
                <a:lnTo>
                  <a:pt x="2168" y="240"/>
                </a:lnTo>
                <a:lnTo>
                  <a:pt x="2167" y="239"/>
                </a:lnTo>
                <a:lnTo>
                  <a:pt x="2166" y="239"/>
                </a:lnTo>
                <a:lnTo>
                  <a:pt x="2166" y="238"/>
                </a:lnTo>
                <a:lnTo>
                  <a:pt x="2165" y="238"/>
                </a:lnTo>
                <a:lnTo>
                  <a:pt x="2164" y="238"/>
                </a:lnTo>
                <a:lnTo>
                  <a:pt x="2164" y="237"/>
                </a:lnTo>
                <a:lnTo>
                  <a:pt x="2163" y="237"/>
                </a:lnTo>
                <a:lnTo>
                  <a:pt x="2162" y="237"/>
                </a:lnTo>
                <a:lnTo>
                  <a:pt x="2161" y="236"/>
                </a:lnTo>
                <a:lnTo>
                  <a:pt x="2160" y="236"/>
                </a:lnTo>
                <a:lnTo>
                  <a:pt x="2160" y="235"/>
                </a:lnTo>
                <a:lnTo>
                  <a:pt x="2159" y="235"/>
                </a:lnTo>
                <a:lnTo>
                  <a:pt x="2158" y="234"/>
                </a:lnTo>
                <a:lnTo>
                  <a:pt x="2157" y="234"/>
                </a:lnTo>
                <a:lnTo>
                  <a:pt x="2156" y="233"/>
                </a:lnTo>
                <a:lnTo>
                  <a:pt x="2155" y="233"/>
                </a:lnTo>
                <a:lnTo>
                  <a:pt x="2154" y="233"/>
                </a:lnTo>
                <a:lnTo>
                  <a:pt x="2154" y="232"/>
                </a:lnTo>
                <a:lnTo>
                  <a:pt x="2153" y="232"/>
                </a:lnTo>
                <a:lnTo>
                  <a:pt x="2152" y="231"/>
                </a:lnTo>
                <a:lnTo>
                  <a:pt x="2151" y="231"/>
                </a:lnTo>
                <a:lnTo>
                  <a:pt x="2150" y="230"/>
                </a:lnTo>
                <a:lnTo>
                  <a:pt x="2149" y="230"/>
                </a:lnTo>
                <a:lnTo>
                  <a:pt x="2148" y="229"/>
                </a:lnTo>
                <a:lnTo>
                  <a:pt x="2147" y="229"/>
                </a:lnTo>
                <a:lnTo>
                  <a:pt x="2146" y="228"/>
                </a:lnTo>
                <a:lnTo>
                  <a:pt x="2145" y="228"/>
                </a:lnTo>
                <a:lnTo>
                  <a:pt x="2144" y="227"/>
                </a:lnTo>
                <a:lnTo>
                  <a:pt x="2143" y="227"/>
                </a:lnTo>
                <a:lnTo>
                  <a:pt x="2142" y="226"/>
                </a:lnTo>
                <a:lnTo>
                  <a:pt x="2141" y="226"/>
                </a:lnTo>
                <a:lnTo>
                  <a:pt x="2140" y="225"/>
                </a:lnTo>
                <a:lnTo>
                  <a:pt x="2139" y="225"/>
                </a:lnTo>
                <a:lnTo>
                  <a:pt x="2139" y="224"/>
                </a:lnTo>
                <a:lnTo>
                  <a:pt x="2138" y="224"/>
                </a:lnTo>
                <a:lnTo>
                  <a:pt x="2137" y="224"/>
                </a:lnTo>
                <a:lnTo>
                  <a:pt x="2136" y="223"/>
                </a:lnTo>
                <a:lnTo>
                  <a:pt x="2135" y="223"/>
                </a:lnTo>
                <a:lnTo>
                  <a:pt x="2134" y="222"/>
                </a:lnTo>
                <a:lnTo>
                  <a:pt x="2133" y="222"/>
                </a:lnTo>
                <a:lnTo>
                  <a:pt x="2133" y="221"/>
                </a:lnTo>
                <a:lnTo>
                  <a:pt x="2132" y="221"/>
                </a:lnTo>
                <a:lnTo>
                  <a:pt x="2131" y="248"/>
                </a:lnTo>
                <a:lnTo>
                  <a:pt x="2130" y="248"/>
                </a:lnTo>
                <a:lnTo>
                  <a:pt x="2129" y="247"/>
                </a:lnTo>
                <a:lnTo>
                  <a:pt x="2128" y="247"/>
                </a:lnTo>
                <a:lnTo>
                  <a:pt x="2127" y="246"/>
                </a:lnTo>
                <a:lnTo>
                  <a:pt x="2126" y="246"/>
                </a:lnTo>
                <a:lnTo>
                  <a:pt x="2125" y="245"/>
                </a:lnTo>
                <a:lnTo>
                  <a:pt x="2124" y="245"/>
                </a:lnTo>
                <a:lnTo>
                  <a:pt x="2123" y="244"/>
                </a:lnTo>
                <a:lnTo>
                  <a:pt x="2122" y="244"/>
                </a:lnTo>
                <a:lnTo>
                  <a:pt x="2122" y="243"/>
                </a:lnTo>
                <a:lnTo>
                  <a:pt x="2121" y="243"/>
                </a:lnTo>
                <a:lnTo>
                  <a:pt x="2120" y="243"/>
                </a:lnTo>
                <a:lnTo>
                  <a:pt x="2120" y="242"/>
                </a:lnTo>
                <a:lnTo>
                  <a:pt x="2119" y="242"/>
                </a:lnTo>
                <a:lnTo>
                  <a:pt x="2118" y="242"/>
                </a:lnTo>
                <a:lnTo>
                  <a:pt x="2117" y="241"/>
                </a:lnTo>
                <a:lnTo>
                  <a:pt x="2116" y="241"/>
                </a:lnTo>
                <a:lnTo>
                  <a:pt x="2116" y="240"/>
                </a:lnTo>
                <a:lnTo>
                  <a:pt x="2115" y="240"/>
                </a:lnTo>
                <a:lnTo>
                  <a:pt x="2114" y="240"/>
                </a:lnTo>
                <a:lnTo>
                  <a:pt x="2114" y="239"/>
                </a:lnTo>
                <a:lnTo>
                  <a:pt x="2113" y="239"/>
                </a:lnTo>
                <a:lnTo>
                  <a:pt x="2112" y="239"/>
                </a:lnTo>
                <a:lnTo>
                  <a:pt x="2112" y="238"/>
                </a:lnTo>
                <a:lnTo>
                  <a:pt x="2111" y="238"/>
                </a:lnTo>
                <a:lnTo>
                  <a:pt x="2110" y="238"/>
                </a:lnTo>
                <a:lnTo>
                  <a:pt x="2110" y="237"/>
                </a:lnTo>
                <a:lnTo>
                  <a:pt x="2109" y="237"/>
                </a:lnTo>
                <a:lnTo>
                  <a:pt x="2108" y="236"/>
                </a:lnTo>
                <a:lnTo>
                  <a:pt x="2107" y="236"/>
                </a:lnTo>
                <a:lnTo>
                  <a:pt x="2106" y="236"/>
                </a:lnTo>
                <a:lnTo>
                  <a:pt x="2106" y="235"/>
                </a:lnTo>
                <a:lnTo>
                  <a:pt x="2105" y="235"/>
                </a:lnTo>
                <a:lnTo>
                  <a:pt x="2104" y="263"/>
                </a:lnTo>
                <a:lnTo>
                  <a:pt x="2104" y="262"/>
                </a:lnTo>
                <a:lnTo>
                  <a:pt x="2103" y="262"/>
                </a:lnTo>
                <a:lnTo>
                  <a:pt x="2102" y="261"/>
                </a:lnTo>
                <a:lnTo>
                  <a:pt x="2101" y="261"/>
                </a:lnTo>
                <a:lnTo>
                  <a:pt x="2100" y="261"/>
                </a:lnTo>
                <a:lnTo>
                  <a:pt x="2100" y="260"/>
                </a:lnTo>
                <a:lnTo>
                  <a:pt x="2099" y="260"/>
                </a:lnTo>
                <a:lnTo>
                  <a:pt x="2098" y="259"/>
                </a:lnTo>
                <a:lnTo>
                  <a:pt x="2097" y="259"/>
                </a:lnTo>
                <a:lnTo>
                  <a:pt x="2096" y="258"/>
                </a:lnTo>
                <a:lnTo>
                  <a:pt x="2095" y="258"/>
                </a:lnTo>
                <a:lnTo>
                  <a:pt x="2094" y="258"/>
                </a:lnTo>
                <a:lnTo>
                  <a:pt x="2094" y="257"/>
                </a:lnTo>
                <a:lnTo>
                  <a:pt x="2093" y="257"/>
                </a:lnTo>
                <a:lnTo>
                  <a:pt x="2092" y="256"/>
                </a:lnTo>
                <a:lnTo>
                  <a:pt x="2091" y="256"/>
                </a:lnTo>
                <a:lnTo>
                  <a:pt x="2090" y="255"/>
                </a:lnTo>
                <a:lnTo>
                  <a:pt x="2089" y="255"/>
                </a:lnTo>
                <a:lnTo>
                  <a:pt x="2088" y="254"/>
                </a:lnTo>
                <a:lnTo>
                  <a:pt x="2087" y="254"/>
                </a:lnTo>
                <a:lnTo>
                  <a:pt x="2086" y="253"/>
                </a:lnTo>
                <a:lnTo>
                  <a:pt x="2085" y="253"/>
                </a:lnTo>
                <a:lnTo>
                  <a:pt x="2085" y="252"/>
                </a:lnTo>
                <a:lnTo>
                  <a:pt x="2084" y="252"/>
                </a:lnTo>
                <a:lnTo>
                  <a:pt x="2083" y="252"/>
                </a:lnTo>
                <a:lnTo>
                  <a:pt x="2082" y="251"/>
                </a:lnTo>
                <a:lnTo>
                  <a:pt x="2081" y="251"/>
                </a:lnTo>
                <a:lnTo>
                  <a:pt x="2080" y="250"/>
                </a:lnTo>
                <a:lnTo>
                  <a:pt x="2079" y="250"/>
                </a:lnTo>
                <a:lnTo>
                  <a:pt x="2079" y="249"/>
                </a:lnTo>
                <a:lnTo>
                  <a:pt x="2078" y="249"/>
                </a:lnTo>
                <a:lnTo>
                  <a:pt x="2077" y="249"/>
                </a:lnTo>
                <a:lnTo>
                  <a:pt x="2077" y="248"/>
                </a:lnTo>
                <a:lnTo>
                  <a:pt x="2076" y="248"/>
                </a:lnTo>
                <a:lnTo>
                  <a:pt x="2075" y="248"/>
                </a:lnTo>
                <a:lnTo>
                  <a:pt x="2075" y="247"/>
                </a:lnTo>
                <a:lnTo>
                  <a:pt x="2074" y="247"/>
                </a:lnTo>
                <a:lnTo>
                  <a:pt x="2073" y="247"/>
                </a:lnTo>
                <a:lnTo>
                  <a:pt x="2073" y="246"/>
                </a:lnTo>
                <a:lnTo>
                  <a:pt x="2072" y="246"/>
                </a:lnTo>
                <a:lnTo>
                  <a:pt x="2071" y="245"/>
                </a:lnTo>
                <a:lnTo>
                  <a:pt x="2070" y="245"/>
                </a:lnTo>
                <a:lnTo>
                  <a:pt x="2069" y="245"/>
                </a:lnTo>
                <a:lnTo>
                  <a:pt x="2069" y="244"/>
                </a:lnTo>
                <a:lnTo>
                  <a:pt x="2068" y="244"/>
                </a:lnTo>
                <a:lnTo>
                  <a:pt x="2067" y="244"/>
                </a:lnTo>
                <a:lnTo>
                  <a:pt x="2067" y="243"/>
                </a:lnTo>
                <a:lnTo>
                  <a:pt x="2066" y="243"/>
                </a:lnTo>
                <a:lnTo>
                  <a:pt x="2065" y="242"/>
                </a:lnTo>
                <a:lnTo>
                  <a:pt x="2064" y="242"/>
                </a:lnTo>
                <a:lnTo>
                  <a:pt x="2063" y="242"/>
                </a:lnTo>
                <a:lnTo>
                  <a:pt x="2063" y="241"/>
                </a:lnTo>
                <a:lnTo>
                  <a:pt x="2062" y="241"/>
                </a:lnTo>
                <a:lnTo>
                  <a:pt x="2061" y="240"/>
                </a:lnTo>
                <a:lnTo>
                  <a:pt x="2060" y="240"/>
                </a:lnTo>
                <a:lnTo>
                  <a:pt x="2059" y="239"/>
                </a:lnTo>
                <a:lnTo>
                  <a:pt x="2058" y="239"/>
                </a:lnTo>
                <a:lnTo>
                  <a:pt x="2057" y="239"/>
                </a:lnTo>
                <a:lnTo>
                  <a:pt x="2057" y="238"/>
                </a:lnTo>
                <a:lnTo>
                  <a:pt x="2056" y="238"/>
                </a:lnTo>
                <a:lnTo>
                  <a:pt x="2055" y="237"/>
                </a:lnTo>
                <a:lnTo>
                  <a:pt x="2054" y="237"/>
                </a:lnTo>
                <a:lnTo>
                  <a:pt x="2053" y="236"/>
                </a:lnTo>
                <a:lnTo>
                  <a:pt x="2053" y="265"/>
                </a:lnTo>
                <a:lnTo>
                  <a:pt x="2052" y="264"/>
                </a:lnTo>
                <a:lnTo>
                  <a:pt x="2051" y="264"/>
                </a:lnTo>
                <a:lnTo>
                  <a:pt x="2050" y="264"/>
                </a:lnTo>
                <a:lnTo>
                  <a:pt x="2050" y="263"/>
                </a:lnTo>
                <a:lnTo>
                  <a:pt x="2049" y="263"/>
                </a:lnTo>
                <a:lnTo>
                  <a:pt x="2048" y="262"/>
                </a:lnTo>
                <a:lnTo>
                  <a:pt x="2047" y="262"/>
                </a:lnTo>
                <a:lnTo>
                  <a:pt x="2046" y="261"/>
                </a:lnTo>
                <a:lnTo>
                  <a:pt x="2045" y="261"/>
                </a:lnTo>
                <a:lnTo>
                  <a:pt x="2044" y="260"/>
                </a:lnTo>
                <a:lnTo>
                  <a:pt x="2043" y="260"/>
                </a:lnTo>
                <a:lnTo>
                  <a:pt x="2042" y="259"/>
                </a:lnTo>
                <a:lnTo>
                  <a:pt x="2041" y="259"/>
                </a:lnTo>
                <a:lnTo>
                  <a:pt x="2040" y="258"/>
                </a:lnTo>
                <a:lnTo>
                  <a:pt x="2039" y="258"/>
                </a:lnTo>
                <a:lnTo>
                  <a:pt x="2039" y="257"/>
                </a:lnTo>
                <a:lnTo>
                  <a:pt x="2038" y="257"/>
                </a:lnTo>
                <a:lnTo>
                  <a:pt x="2037" y="257"/>
                </a:lnTo>
                <a:lnTo>
                  <a:pt x="2036" y="256"/>
                </a:lnTo>
                <a:lnTo>
                  <a:pt x="2035" y="256"/>
                </a:lnTo>
                <a:lnTo>
                  <a:pt x="2035" y="255"/>
                </a:lnTo>
                <a:lnTo>
                  <a:pt x="2034" y="255"/>
                </a:lnTo>
                <a:lnTo>
                  <a:pt x="2033" y="255"/>
                </a:lnTo>
                <a:lnTo>
                  <a:pt x="2033" y="254"/>
                </a:lnTo>
                <a:lnTo>
                  <a:pt x="2032" y="254"/>
                </a:lnTo>
                <a:lnTo>
                  <a:pt x="2031" y="254"/>
                </a:lnTo>
                <a:lnTo>
                  <a:pt x="2030" y="253"/>
                </a:lnTo>
                <a:lnTo>
                  <a:pt x="2029" y="253"/>
                </a:lnTo>
                <a:lnTo>
                  <a:pt x="2029" y="252"/>
                </a:lnTo>
                <a:lnTo>
                  <a:pt x="2028" y="252"/>
                </a:lnTo>
                <a:lnTo>
                  <a:pt x="2027" y="252"/>
                </a:lnTo>
                <a:lnTo>
                  <a:pt x="2027" y="251"/>
                </a:lnTo>
                <a:lnTo>
                  <a:pt x="2026" y="251"/>
                </a:lnTo>
                <a:lnTo>
                  <a:pt x="2025" y="251"/>
                </a:lnTo>
                <a:lnTo>
                  <a:pt x="2025" y="250"/>
                </a:lnTo>
                <a:lnTo>
                  <a:pt x="2024" y="250"/>
                </a:lnTo>
                <a:lnTo>
                  <a:pt x="2023" y="250"/>
                </a:lnTo>
                <a:lnTo>
                  <a:pt x="2023" y="249"/>
                </a:lnTo>
                <a:lnTo>
                  <a:pt x="2022" y="249"/>
                </a:lnTo>
                <a:lnTo>
                  <a:pt x="2021" y="248"/>
                </a:lnTo>
                <a:lnTo>
                  <a:pt x="2020" y="248"/>
                </a:lnTo>
                <a:lnTo>
                  <a:pt x="2019" y="248"/>
                </a:lnTo>
                <a:lnTo>
                  <a:pt x="2019" y="247"/>
                </a:lnTo>
                <a:lnTo>
                  <a:pt x="2018" y="247"/>
                </a:lnTo>
                <a:lnTo>
                  <a:pt x="2017" y="246"/>
                </a:lnTo>
                <a:lnTo>
                  <a:pt x="2016" y="246"/>
                </a:lnTo>
                <a:lnTo>
                  <a:pt x="2015" y="245"/>
                </a:lnTo>
                <a:lnTo>
                  <a:pt x="2014" y="245"/>
                </a:lnTo>
                <a:lnTo>
                  <a:pt x="2013" y="244"/>
                </a:lnTo>
                <a:lnTo>
                  <a:pt x="2012" y="244"/>
                </a:lnTo>
                <a:lnTo>
                  <a:pt x="2011" y="243"/>
                </a:lnTo>
                <a:lnTo>
                  <a:pt x="2010" y="243"/>
                </a:lnTo>
                <a:lnTo>
                  <a:pt x="2009" y="242"/>
                </a:lnTo>
                <a:lnTo>
                  <a:pt x="2008" y="242"/>
                </a:lnTo>
                <a:lnTo>
                  <a:pt x="2008" y="271"/>
                </a:lnTo>
                <a:lnTo>
                  <a:pt x="2007" y="270"/>
                </a:lnTo>
                <a:lnTo>
                  <a:pt x="2006" y="270"/>
                </a:lnTo>
                <a:lnTo>
                  <a:pt x="2005" y="270"/>
                </a:lnTo>
                <a:lnTo>
                  <a:pt x="2005" y="269"/>
                </a:lnTo>
                <a:lnTo>
                  <a:pt x="2004" y="269"/>
                </a:lnTo>
                <a:lnTo>
                  <a:pt x="2003" y="269"/>
                </a:lnTo>
                <a:lnTo>
                  <a:pt x="2003" y="268"/>
                </a:lnTo>
                <a:lnTo>
                  <a:pt x="2002" y="268"/>
                </a:lnTo>
                <a:lnTo>
                  <a:pt x="2001" y="267"/>
                </a:lnTo>
                <a:lnTo>
                  <a:pt x="2000" y="267"/>
                </a:lnTo>
                <a:lnTo>
                  <a:pt x="1999" y="267"/>
                </a:lnTo>
                <a:lnTo>
                  <a:pt x="1999" y="266"/>
                </a:lnTo>
                <a:lnTo>
                  <a:pt x="1998" y="266"/>
                </a:lnTo>
                <a:lnTo>
                  <a:pt x="1997" y="265"/>
                </a:lnTo>
                <a:lnTo>
                  <a:pt x="1996" y="265"/>
                </a:lnTo>
                <a:lnTo>
                  <a:pt x="1995" y="264"/>
                </a:lnTo>
                <a:lnTo>
                  <a:pt x="1994" y="264"/>
                </a:lnTo>
                <a:lnTo>
                  <a:pt x="1993" y="263"/>
                </a:lnTo>
                <a:lnTo>
                  <a:pt x="1992" y="263"/>
                </a:lnTo>
                <a:lnTo>
                  <a:pt x="1991" y="262"/>
                </a:lnTo>
                <a:lnTo>
                  <a:pt x="1990" y="262"/>
                </a:lnTo>
                <a:lnTo>
                  <a:pt x="1989" y="261"/>
                </a:lnTo>
                <a:lnTo>
                  <a:pt x="1988" y="261"/>
                </a:lnTo>
                <a:lnTo>
                  <a:pt x="1988" y="260"/>
                </a:lnTo>
                <a:lnTo>
                  <a:pt x="1987" y="260"/>
                </a:lnTo>
                <a:lnTo>
                  <a:pt x="1986" y="260"/>
                </a:lnTo>
                <a:lnTo>
                  <a:pt x="1985" y="289"/>
                </a:lnTo>
                <a:lnTo>
                  <a:pt x="1984" y="288"/>
                </a:lnTo>
                <a:lnTo>
                  <a:pt x="1983" y="318"/>
                </a:lnTo>
                <a:lnTo>
                  <a:pt x="1983" y="317"/>
                </a:lnTo>
                <a:lnTo>
                  <a:pt x="1982" y="317"/>
                </a:lnTo>
                <a:lnTo>
                  <a:pt x="1981" y="316"/>
                </a:lnTo>
                <a:lnTo>
                  <a:pt x="1980" y="316"/>
                </a:lnTo>
                <a:lnTo>
                  <a:pt x="1979" y="315"/>
                </a:lnTo>
                <a:lnTo>
                  <a:pt x="1978" y="315"/>
                </a:lnTo>
                <a:lnTo>
                  <a:pt x="1977" y="314"/>
                </a:lnTo>
                <a:lnTo>
                  <a:pt x="1976" y="314"/>
                </a:lnTo>
                <a:lnTo>
                  <a:pt x="1975" y="313"/>
                </a:lnTo>
                <a:lnTo>
                  <a:pt x="1974" y="313"/>
                </a:lnTo>
                <a:lnTo>
                  <a:pt x="1973" y="312"/>
                </a:lnTo>
                <a:lnTo>
                  <a:pt x="1972" y="312"/>
                </a:lnTo>
                <a:lnTo>
                  <a:pt x="1971" y="311"/>
                </a:lnTo>
                <a:lnTo>
                  <a:pt x="1970" y="311"/>
                </a:lnTo>
                <a:lnTo>
                  <a:pt x="1969" y="310"/>
                </a:lnTo>
                <a:lnTo>
                  <a:pt x="1968" y="310"/>
                </a:lnTo>
                <a:lnTo>
                  <a:pt x="1968" y="309"/>
                </a:lnTo>
                <a:lnTo>
                  <a:pt x="1967" y="309"/>
                </a:lnTo>
                <a:lnTo>
                  <a:pt x="1966" y="309"/>
                </a:lnTo>
                <a:lnTo>
                  <a:pt x="1965" y="308"/>
                </a:lnTo>
                <a:lnTo>
                  <a:pt x="1964" y="308"/>
                </a:lnTo>
                <a:lnTo>
                  <a:pt x="1963" y="307"/>
                </a:lnTo>
                <a:lnTo>
                  <a:pt x="1962" y="307"/>
                </a:lnTo>
                <a:lnTo>
                  <a:pt x="1962" y="306"/>
                </a:lnTo>
                <a:lnTo>
                  <a:pt x="1961" y="306"/>
                </a:lnTo>
                <a:lnTo>
                  <a:pt x="1960" y="306"/>
                </a:lnTo>
                <a:lnTo>
                  <a:pt x="1959" y="305"/>
                </a:lnTo>
                <a:lnTo>
                  <a:pt x="1958" y="305"/>
                </a:lnTo>
                <a:lnTo>
                  <a:pt x="1958" y="304"/>
                </a:lnTo>
                <a:lnTo>
                  <a:pt x="1957" y="304"/>
                </a:lnTo>
                <a:lnTo>
                  <a:pt x="1956" y="304"/>
                </a:lnTo>
                <a:lnTo>
                  <a:pt x="1956" y="303"/>
                </a:lnTo>
                <a:lnTo>
                  <a:pt x="1955" y="303"/>
                </a:lnTo>
                <a:lnTo>
                  <a:pt x="1954" y="302"/>
                </a:lnTo>
                <a:lnTo>
                  <a:pt x="1953" y="302"/>
                </a:lnTo>
                <a:lnTo>
                  <a:pt x="1952" y="302"/>
                </a:lnTo>
                <a:lnTo>
                  <a:pt x="1952" y="301"/>
                </a:lnTo>
                <a:lnTo>
                  <a:pt x="1951" y="301"/>
                </a:lnTo>
                <a:lnTo>
                  <a:pt x="1950" y="300"/>
                </a:lnTo>
                <a:lnTo>
                  <a:pt x="1949" y="300"/>
                </a:lnTo>
                <a:lnTo>
                  <a:pt x="1948" y="299"/>
                </a:lnTo>
                <a:lnTo>
                  <a:pt x="1947" y="299"/>
                </a:lnTo>
                <a:lnTo>
                  <a:pt x="1946" y="299"/>
                </a:lnTo>
                <a:lnTo>
                  <a:pt x="1946" y="298"/>
                </a:lnTo>
                <a:lnTo>
                  <a:pt x="1945" y="298"/>
                </a:lnTo>
                <a:lnTo>
                  <a:pt x="1944" y="297"/>
                </a:lnTo>
                <a:lnTo>
                  <a:pt x="1943" y="297"/>
                </a:lnTo>
                <a:lnTo>
                  <a:pt x="1942" y="296"/>
                </a:lnTo>
                <a:lnTo>
                  <a:pt x="1941" y="296"/>
                </a:lnTo>
                <a:lnTo>
                  <a:pt x="1940" y="295"/>
                </a:lnTo>
                <a:lnTo>
                  <a:pt x="1939" y="295"/>
                </a:lnTo>
                <a:lnTo>
                  <a:pt x="1938" y="294"/>
                </a:lnTo>
                <a:lnTo>
                  <a:pt x="1937" y="294"/>
                </a:lnTo>
                <a:lnTo>
                  <a:pt x="1936" y="293"/>
                </a:lnTo>
                <a:lnTo>
                  <a:pt x="1935" y="293"/>
                </a:lnTo>
                <a:lnTo>
                  <a:pt x="1934" y="292"/>
                </a:lnTo>
                <a:lnTo>
                  <a:pt x="1933" y="292"/>
                </a:lnTo>
                <a:lnTo>
                  <a:pt x="1932" y="291"/>
                </a:lnTo>
                <a:lnTo>
                  <a:pt x="1931" y="291"/>
                </a:lnTo>
                <a:lnTo>
                  <a:pt x="1931" y="290"/>
                </a:lnTo>
                <a:lnTo>
                  <a:pt x="1930" y="290"/>
                </a:lnTo>
                <a:lnTo>
                  <a:pt x="1929" y="290"/>
                </a:lnTo>
                <a:lnTo>
                  <a:pt x="1929" y="289"/>
                </a:lnTo>
                <a:lnTo>
                  <a:pt x="1928" y="289"/>
                </a:lnTo>
                <a:lnTo>
                  <a:pt x="1927" y="289"/>
                </a:lnTo>
                <a:lnTo>
                  <a:pt x="1926" y="288"/>
                </a:lnTo>
                <a:lnTo>
                  <a:pt x="1925" y="288"/>
                </a:lnTo>
                <a:lnTo>
                  <a:pt x="1925" y="287"/>
                </a:lnTo>
                <a:lnTo>
                  <a:pt x="1924" y="287"/>
                </a:lnTo>
                <a:lnTo>
                  <a:pt x="1923" y="287"/>
                </a:lnTo>
                <a:lnTo>
                  <a:pt x="1923" y="286"/>
                </a:lnTo>
                <a:lnTo>
                  <a:pt x="1922" y="286"/>
                </a:lnTo>
                <a:lnTo>
                  <a:pt x="1921" y="286"/>
                </a:lnTo>
                <a:lnTo>
                  <a:pt x="1921" y="285"/>
                </a:lnTo>
                <a:lnTo>
                  <a:pt x="1920" y="285"/>
                </a:lnTo>
                <a:lnTo>
                  <a:pt x="1919" y="285"/>
                </a:lnTo>
                <a:lnTo>
                  <a:pt x="1919" y="284"/>
                </a:lnTo>
                <a:lnTo>
                  <a:pt x="1918" y="284"/>
                </a:lnTo>
                <a:lnTo>
                  <a:pt x="1917" y="283"/>
                </a:lnTo>
                <a:lnTo>
                  <a:pt x="1916" y="283"/>
                </a:lnTo>
                <a:lnTo>
                  <a:pt x="1915" y="283"/>
                </a:lnTo>
                <a:lnTo>
                  <a:pt x="1915" y="282"/>
                </a:lnTo>
                <a:lnTo>
                  <a:pt x="1914" y="282"/>
                </a:lnTo>
                <a:lnTo>
                  <a:pt x="1913" y="282"/>
                </a:lnTo>
                <a:lnTo>
                  <a:pt x="1913" y="281"/>
                </a:lnTo>
                <a:lnTo>
                  <a:pt x="1912" y="281"/>
                </a:lnTo>
                <a:lnTo>
                  <a:pt x="1911" y="280"/>
                </a:lnTo>
                <a:lnTo>
                  <a:pt x="1910" y="280"/>
                </a:lnTo>
                <a:lnTo>
                  <a:pt x="1909" y="280"/>
                </a:lnTo>
                <a:lnTo>
                  <a:pt x="1909" y="279"/>
                </a:lnTo>
                <a:lnTo>
                  <a:pt x="1908" y="279"/>
                </a:lnTo>
                <a:lnTo>
                  <a:pt x="1907" y="278"/>
                </a:lnTo>
                <a:lnTo>
                  <a:pt x="1906" y="278"/>
                </a:lnTo>
                <a:lnTo>
                  <a:pt x="1905" y="277"/>
                </a:lnTo>
                <a:lnTo>
                  <a:pt x="1904" y="277"/>
                </a:lnTo>
                <a:lnTo>
                  <a:pt x="1903" y="276"/>
                </a:lnTo>
                <a:lnTo>
                  <a:pt x="1902" y="276"/>
                </a:lnTo>
                <a:lnTo>
                  <a:pt x="1901" y="275"/>
                </a:lnTo>
                <a:lnTo>
                  <a:pt x="1900" y="305"/>
                </a:lnTo>
                <a:lnTo>
                  <a:pt x="1899" y="305"/>
                </a:lnTo>
                <a:lnTo>
                  <a:pt x="1898" y="305"/>
                </a:lnTo>
                <a:lnTo>
                  <a:pt x="1898" y="304"/>
                </a:lnTo>
                <a:lnTo>
                  <a:pt x="1897" y="304"/>
                </a:lnTo>
                <a:lnTo>
                  <a:pt x="1896" y="304"/>
                </a:lnTo>
                <a:lnTo>
                  <a:pt x="1896" y="303"/>
                </a:lnTo>
                <a:lnTo>
                  <a:pt x="1895" y="303"/>
                </a:lnTo>
                <a:lnTo>
                  <a:pt x="1894" y="302"/>
                </a:lnTo>
                <a:lnTo>
                  <a:pt x="1893" y="302"/>
                </a:lnTo>
                <a:lnTo>
                  <a:pt x="1892" y="302"/>
                </a:lnTo>
                <a:lnTo>
                  <a:pt x="1892" y="301"/>
                </a:lnTo>
                <a:lnTo>
                  <a:pt x="1891" y="301"/>
                </a:lnTo>
                <a:lnTo>
                  <a:pt x="1890" y="300"/>
                </a:lnTo>
                <a:lnTo>
                  <a:pt x="1889" y="300"/>
                </a:lnTo>
                <a:lnTo>
                  <a:pt x="1888" y="299"/>
                </a:lnTo>
                <a:lnTo>
                  <a:pt x="1887" y="299"/>
                </a:lnTo>
                <a:lnTo>
                  <a:pt x="1886" y="299"/>
                </a:lnTo>
                <a:lnTo>
                  <a:pt x="1886" y="298"/>
                </a:lnTo>
                <a:lnTo>
                  <a:pt x="1885" y="298"/>
                </a:lnTo>
                <a:lnTo>
                  <a:pt x="1884" y="297"/>
                </a:lnTo>
                <a:lnTo>
                  <a:pt x="1883" y="297"/>
                </a:lnTo>
                <a:lnTo>
                  <a:pt x="1882" y="296"/>
                </a:lnTo>
                <a:lnTo>
                  <a:pt x="1881" y="296"/>
                </a:lnTo>
                <a:lnTo>
                  <a:pt x="1881" y="295"/>
                </a:lnTo>
                <a:lnTo>
                  <a:pt x="1880" y="295"/>
                </a:lnTo>
                <a:lnTo>
                  <a:pt x="1879" y="295"/>
                </a:lnTo>
                <a:lnTo>
                  <a:pt x="1878" y="294"/>
                </a:lnTo>
                <a:lnTo>
                  <a:pt x="1877" y="294"/>
                </a:lnTo>
                <a:lnTo>
                  <a:pt x="1876" y="293"/>
                </a:lnTo>
                <a:lnTo>
                  <a:pt x="1875" y="293"/>
                </a:lnTo>
                <a:lnTo>
                  <a:pt x="1875" y="292"/>
                </a:lnTo>
                <a:lnTo>
                  <a:pt x="1874" y="292"/>
                </a:lnTo>
                <a:lnTo>
                  <a:pt x="1873" y="292"/>
                </a:lnTo>
                <a:lnTo>
                  <a:pt x="1872" y="291"/>
                </a:lnTo>
                <a:lnTo>
                  <a:pt x="1871" y="291"/>
                </a:lnTo>
                <a:lnTo>
                  <a:pt x="1871" y="290"/>
                </a:lnTo>
                <a:lnTo>
                  <a:pt x="1870" y="290"/>
                </a:lnTo>
                <a:lnTo>
                  <a:pt x="1869" y="290"/>
                </a:lnTo>
                <a:lnTo>
                  <a:pt x="1869" y="289"/>
                </a:lnTo>
                <a:lnTo>
                  <a:pt x="1868" y="289"/>
                </a:lnTo>
                <a:lnTo>
                  <a:pt x="1867" y="289"/>
                </a:lnTo>
                <a:lnTo>
                  <a:pt x="1866" y="288"/>
                </a:lnTo>
                <a:lnTo>
                  <a:pt x="1865" y="288"/>
                </a:lnTo>
                <a:lnTo>
                  <a:pt x="1865" y="287"/>
                </a:lnTo>
                <a:lnTo>
                  <a:pt x="1864" y="287"/>
                </a:lnTo>
                <a:lnTo>
                  <a:pt x="1863" y="286"/>
                </a:lnTo>
                <a:lnTo>
                  <a:pt x="1862" y="286"/>
                </a:lnTo>
                <a:lnTo>
                  <a:pt x="1861" y="317"/>
                </a:lnTo>
                <a:lnTo>
                  <a:pt x="1860" y="316"/>
                </a:lnTo>
                <a:lnTo>
                  <a:pt x="1859" y="316"/>
                </a:lnTo>
                <a:lnTo>
                  <a:pt x="1858" y="316"/>
                </a:lnTo>
                <a:lnTo>
                  <a:pt x="1858" y="315"/>
                </a:lnTo>
                <a:lnTo>
                  <a:pt x="1857" y="315"/>
                </a:lnTo>
                <a:lnTo>
                  <a:pt x="1856" y="315"/>
                </a:lnTo>
                <a:lnTo>
                  <a:pt x="1856" y="314"/>
                </a:lnTo>
                <a:lnTo>
                  <a:pt x="1855" y="314"/>
                </a:lnTo>
                <a:lnTo>
                  <a:pt x="1854" y="313"/>
                </a:lnTo>
                <a:lnTo>
                  <a:pt x="1853" y="313"/>
                </a:lnTo>
                <a:lnTo>
                  <a:pt x="1852" y="312"/>
                </a:lnTo>
                <a:lnTo>
                  <a:pt x="1851" y="312"/>
                </a:lnTo>
                <a:lnTo>
                  <a:pt x="1850" y="311"/>
                </a:lnTo>
                <a:lnTo>
                  <a:pt x="1849" y="311"/>
                </a:lnTo>
                <a:lnTo>
                  <a:pt x="1848" y="310"/>
                </a:lnTo>
                <a:lnTo>
                  <a:pt x="1847" y="310"/>
                </a:lnTo>
                <a:lnTo>
                  <a:pt x="1846" y="309"/>
                </a:lnTo>
                <a:lnTo>
                  <a:pt x="1845" y="309"/>
                </a:lnTo>
                <a:lnTo>
                  <a:pt x="1844" y="308"/>
                </a:lnTo>
                <a:lnTo>
                  <a:pt x="1843" y="308"/>
                </a:lnTo>
                <a:lnTo>
                  <a:pt x="1842" y="339"/>
                </a:lnTo>
                <a:lnTo>
                  <a:pt x="1841" y="339"/>
                </a:lnTo>
                <a:lnTo>
                  <a:pt x="1841" y="338"/>
                </a:lnTo>
                <a:lnTo>
                  <a:pt x="1840" y="338"/>
                </a:lnTo>
                <a:lnTo>
                  <a:pt x="1839" y="338"/>
                </a:lnTo>
                <a:lnTo>
                  <a:pt x="1839" y="337"/>
                </a:lnTo>
                <a:lnTo>
                  <a:pt x="1838" y="337"/>
                </a:lnTo>
                <a:lnTo>
                  <a:pt x="1837" y="336"/>
                </a:lnTo>
                <a:lnTo>
                  <a:pt x="1836" y="336"/>
                </a:lnTo>
                <a:lnTo>
                  <a:pt x="1835" y="335"/>
                </a:lnTo>
                <a:lnTo>
                  <a:pt x="1834" y="335"/>
                </a:lnTo>
                <a:lnTo>
                  <a:pt x="1833" y="334"/>
                </a:lnTo>
                <a:lnTo>
                  <a:pt x="1832" y="334"/>
                </a:lnTo>
                <a:lnTo>
                  <a:pt x="1831" y="333"/>
                </a:lnTo>
                <a:lnTo>
                  <a:pt x="1830" y="333"/>
                </a:lnTo>
                <a:lnTo>
                  <a:pt x="1829" y="332"/>
                </a:lnTo>
                <a:lnTo>
                  <a:pt x="1828" y="332"/>
                </a:lnTo>
                <a:lnTo>
                  <a:pt x="1827" y="331"/>
                </a:lnTo>
                <a:lnTo>
                  <a:pt x="1826" y="331"/>
                </a:lnTo>
                <a:lnTo>
                  <a:pt x="1825" y="330"/>
                </a:lnTo>
                <a:lnTo>
                  <a:pt x="1824" y="330"/>
                </a:lnTo>
                <a:lnTo>
                  <a:pt x="1824" y="329"/>
                </a:lnTo>
                <a:lnTo>
                  <a:pt x="1823" y="329"/>
                </a:lnTo>
                <a:lnTo>
                  <a:pt x="1822" y="329"/>
                </a:lnTo>
                <a:lnTo>
                  <a:pt x="1821" y="328"/>
                </a:lnTo>
                <a:lnTo>
                  <a:pt x="1820" y="328"/>
                </a:lnTo>
                <a:lnTo>
                  <a:pt x="1819" y="327"/>
                </a:lnTo>
                <a:lnTo>
                  <a:pt x="1818" y="327"/>
                </a:lnTo>
                <a:lnTo>
                  <a:pt x="1818" y="326"/>
                </a:lnTo>
                <a:lnTo>
                  <a:pt x="1817" y="326"/>
                </a:lnTo>
                <a:lnTo>
                  <a:pt x="1816" y="326"/>
                </a:lnTo>
                <a:lnTo>
                  <a:pt x="1815" y="325"/>
                </a:lnTo>
                <a:lnTo>
                  <a:pt x="1815" y="357"/>
                </a:lnTo>
                <a:lnTo>
                  <a:pt x="1814" y="357"/>
                </a:lnTo>
                <a:lnTo>
                  <a:pt x="1814" y="356"/>
                </a:lnTo>
                <a:lnTo>
                  <a:pt x="1813" y="356"/>
                </a:lnTo>
                <a:lnTo>
                  <a:pt x="1812" y="356"/>
                </a:lnTo>
                <a:lnTo>
                  <a:pt x="1811" y="355"/>
                </a:lnTo>
                <a:lnTo>
                  <a:pt x="1810" y="355"/>
                </a:lnTo>
                <a:lnTo>
                  <a:pt x="1809" y="354"/>
                </a:lnTo>
                <a:lnTo>
                  <a:pt x="1808" y="354"/>
                </a:lnTo>
                <a:lnTo>
                  <a:pt x="1808" y="353"/>
                </a:lnTo>
                <a:lnTo>
                  <a:pt x="1807" y="353"/>
                </a:lnTo>
                <a:lnTo>
                  <a:pt x="1806" y="353"/>
                </a:lnTo>
                <a:lnTo>
                  <a:pt x="1805" y="352"/>
                </a:lnTo>
                <a:lnTo>
                  <a:pt x="1804" y="352"/>
                </a:lnTo>
                <a:lnTo>
                  <a:pt x="1804" y="351"/>
                </a:lnTo>
                <a:lnTo>
                  <a:pt x="1803" y="351"/>
                </a:lnTo>
                <a:lnTo>
                  <a:pt x="1802" y="351"/>
                </a:lnTo>
                <a:lnTo>
                  <a:pt x="1802" y="350"/>
                </a:lnTo>
                <a:lnTo>
                  <a:pt x="1801" y="350"/>
                </a:lnTo>
                <a:lnTo>
                  <a:pt x="1800" y="350"/>
                </a:lnTo>
                <a:lnTo>
                  <a:pt x="1799" y="349"/>
                </a:lnTo>
                <a:lnTo>
                  <a:pt x="1798" y="349"/>
                </a:lnTo>
                <a:lnTo>
                  <a:pt x="1798" y="348"/>
                </a:lnTo>
                <a:lnTo>
                  <a:pt x="1797" y="348"/>
                </a:lnTo>
                <a:lnTo>
                  <a:pt x="1796" y="347"/>
                </a:lnTo>
                <a:lnTo>
                  <a:pt x="1795" y="347"/>
                </a:lnTo>
                <a:lnTo>
                  <a:pt x="1794" y="347"/>
                </a:lnTo>
                <a:lnTo>
                  <a:pt x="1794" y="346"/>
                </a:lnTo>
                <a:lnTo>
                  <a:pt x="1793" y="346"/>
                </a:lnTo>
                <a:lnTo>
                  <a:pt x="1792" y="346"/>
                </a:lnTo>
                <a:lnTo>
                  <a:pt x="1792" y="345"/>
                </a:lnTo>
                <a:lnTo>
                  <a:pt x="1791" y="345"/>
                </a:lnTo>
                <a:lnTo>
                  <a:pt x="1790" y="344"/>
                </a:lnTo>
                <a:lnTo>
                  <a:pt x="1789" y="344"/>
                </a:lnTo>
                <a:lnTo>
                  <a:pt x="1788" y="343"/>
                </a:lnTo>
                <a:lnTo>
                  <a:pt x="1787" y="343"/>
                </a:lnTo>
                <a:lnTo>
                  <a:pt x="1786" y="342"/>
                </a:lnTo>
                <a:lnTo>
                  <a:pt x="1785" y="342"/>
                </a:lnTo>
                <a:lnTo>
                  <a:pt x="1785" y="374"/>
                </a:lnTo>
                <a:lnTo>
                  <a:pt x="1784" y="374"/>
                </a:lnTo>
                <a:lnTo>
                  <a:pt x="1783" y="374"/>
                </a:lnTo>
                <a:lnTo>
                  <a:pt x="1782" y="373"/>
                </a:lnTo>
                <a:lnTo>
                  <a:pt x="1781" y="405"/>
                </a:lnTo>
                <a:lnTo>
                  <a:pt x="1780" y="405"/>
                </a:lnTo>
                <a:lnTo>
                  <a:pt x="1779" y="405"/>
                </a:lnTo>
                <a:lnTo>
                  <a:pt x="1779" y="404"/>
                </a:lnTo>
                <a:lnTo>
                  <a:pt x="1778" y="404"/>
                </a:lnTo>
                <a:lnTo>
                  <a:pt x="1777" y="403"/>
                </a:lnTo>
                <a:lnTo>
                  <a:pt x="1776" y="403"/>
                </a:lnTo>
                <a:lnTo>
                  <a:pt x="1775" y="402"/>
                </a:lnTo>
                <a:lnTo>
                  <a:pt x="1774" y="402"/>
                </a:lnTo>
                <a:lnTo>
                  <a:pt x="1773" y="401"/>
                </a:lnTo>
                <a:lnTo>
                  <a:pt x="1772" y="401"/>
                </a:lnTo>
                <a:lnTo>
                  <a:pt x="1771" y="400"/>
                </a:lnTo>
                <a:lnTo>
                  <a:pt x="1770" y="400"/>
                </a:lnTo>
                <a:lnTo>
                  <a:pt x="1770" y="399"/>
                </a:lnTo>
                <a:lnTo>
                  <a:pt x="1769" y="399"/>
                </a:lnTo>
                <a:lnTo>
                  <a:pt x="1768" y="399"/>
                </a:lnTo>
                <a:lnTo>
                  <a:pt x="1767" y="398"/>
                </a:lnTo>
                <a:lnTo>
                  <a:pt x="1766" y="398"/>
                </a:lnTo>
                <a:lnTo>
                  <a:pt x="1765" y="397"/>
                </a:lnTo>
                <a:lnTo>
                  <a:pt x="1764" y="397"/>
                </a:lnTo>
                <a:lnTo>
                  <a:pt x="1764" y="396"/>
                </a:lnTo>
                <a:lnTo>
                  <a:pt x="1763" y="396"/>
                </a:lnTo>
                <a:lnTo>
                  <a:pt x="1762" y="396"/>
                </a:lnTo>
                <a:lnTo>
                  <a:pt x="1762" y="395"/>
                </a:lnTo>
                <a:lnTo>
                  <a:pt x="1761" y="395"/>
                </a:lnTo>
                <a:lnTo>
                  <a:pt x="1760" y="395"/>
                </a:lnTo>
                <a:lnTo>
                  <a:pt x="1760" y="394"/>
                </a:lnTo>
                <a:lnTo>
                  <a:pt x="1759" y="394"/>
                </a:lnTo>
                <a:lnTo>
                  <a:pt x="1758" y="394"/>
                </a:lnTo>
                <a:lnTo>
                  <a:pt x="1758" y="393"/>
                </a:lnTo>
                <a:lnTo>
                  <a:pt x="1757" y="393"/>
                </a:lnTo>
                <a:lnTo>
                  <a:pt x="1756" y="392"/>
                </a:lnTo>
                <a:lnTo>
                  <a:pt x="1755" y="392"/>
                </a:lnTo>
                <a:lnTo>
                  <a:pt x="1754" y="392"/>
                </a:lnTo>
                <a:lnTo>
                  <a:pt x="1754" y="391"/>
                </a:lnTo>
                <a:lnTo>
                  <a:pt x="1753" y="391"/>
                </a:lnTo>
                <a:lnTo>
                  <a:pt x="1752" y="391"/>
                </a:lnTo>
                <a:lnTo>
                  <a:pt x="1752" y="390"/>
                </a:lnTo>
                <a:lnTo>
                  <a:pt x="1751" y="390"/>
                </a:lnTo>
                <a:lnTo>
                  <a:pt x="1750" y="389"/>
                </a:lnTo>
                <a:lnTo>
                  <a:pt x="1749" y="389"/>
                </a:lnTo>
                <a:lnTo>
                  <a:pt x="1748" y="389"/>
                </a:lnTo>
                <a:lnTo>
                  <a:pt x="1748" y="388"/>
                </a:lnTo>
                <a:lnTo>
                  <a:pt x="1747" y="388"/>
                </a:lnTo>
                <a:lnTo>
                  <a:pt x="1746" y="387"/>
                </a:lnTo>
                <a:lnTo>
                  <a:pt x="1745" y="387"/>
                </a:lnTo>
                <a:lnTo>
                  <a:pt x="1744" y="386"/>
                </a:lnTo>
                <a:lnTo>
                  <a:pt x="1743" y="386"/>
                </a:lnTo>
                <a:lnTo>
                  <a:pt x="1742" y="386"/>
                </a:lnTo>
                <a:lnTo>
                  <a:pt x="1742" y="385"/>
                </a:lnTo>
                <a:lnTo>
                  <a:pt x="1741" y="385"/>
                </a:lnTo>
                <a:lnTo>
                  <a:pt x="1740" y="384"/>
                </a:lnTo>
                <a:lnTo>
                  <a:pt x="1739" y="384"/>
                </a:lnTo>
                <a:lnTo>
                  <a:pt x="1738" y="383"/>
                </a:lnTo>
                <a:lnTo>
                  <a:pt x="1737" y="383"/>
                </a:lnTo>
                <a:lnTo>
                  <a:pt x="1737" y="382"/>
                </a:lnTo>
                <a:lnTo>
                  <a:pt x="1736" y="382"/>
                </a:lnTo>
                <a:lnTo>
                  <a:pt x="1735" y="382"/>
                </a:lnTo>
                <a:lnTo>
                  <a:pt x="1734" y="381"/>
                </a:lnTo>
                <a:lnTo>
                  <a:pt x="1733" y="381"/>
                </a:lnTo>
                <a:lnTo>
                  <a:pt x="1732" y="380"/>
                </a:lnTo>
                <a:lnTo>
                  <a:pt x="1731" y="380"/>
                </a:lnTo>
                <a:lnTo>
                  <a:pt x="1731" y="379"/>
                </a:lnTo>
                <a:lnTo>
                  <a:pt x="1730" y="379"/>
                </a:lnTo>
                <a:lnTo>
                  <a:pt x="1729" y="379"/>
                </a:lnTo>
                <a:lnTo>
                  <a:pt x="1728" y="378"/>
                </a:lnTo>
                <a:lnTo>
                  <a:pt x="1727" y="378"/>
                </a:lnTo>
                <a:lnTo>
                  <a:pt x="1727" y="377"/>
                </a:lnTo>
                <a:lnTo>
                  <a:pt x="1726" y="377"/>
                </a:lnTo>
                <a:lnTo>
                  <a:pt x="1725" y="377"/>
                </a:lnTo>
                <a:lnTo>
                  <a:pt x="1725" y="376"/>
                </a:lnTo>
                <a:lnTo>
                  <a:pt x="1724" y="376"/>
                </a:lnTo>
                <a:lnTo>
                  <a:pt x="1723" y="376"/>
                </a:lnTo>
                <a:lnTo>
                  <a:pt x="1722" y="375"/>
                </a:lnTo>
                <a:lnTo>
                  <a:pt x="1721" y="375"/>
                </a:lnTo>
                <a:lnTo>
                  <a:pt x="1721" y="374"/>
                </a:lnTo>
                <a:lnTo>
                  <a:pt x="1720" y="374"/>
                </a:lnTo>
                <a:lnTo>
                  <a:pt x="1719" y="373"/>
                </a:lnTo>
                <a:lnTo>
                  <a:pt x="1718" y="373"/>
                </a:lnTo>
                <a:lnTo>
                  <a:pt x="1717" y="406"/>
                </a:lnTo>
                <a:lnTo>
                  <a:pt x="1716" y="406"/>
                </a:lnTo>
                <a:lnTo>
                  <a:pt x="1715" y="405"/>
                </a:lnTo>
                <a:lnTo>
                  <a:pt x="1714" y="405"/>
                </a:lnTo>
                <a:lnTo>
                  <a:pt x="1714" y="404"/>
                </a:lnTo>
                <a:lnTo>
                  <a:pt x="1713" y="404"/>
                </a:lnTo>
                <a:lnTo>
                  <a:pt x="1712" y="404"/>
                </a:lnTo>
                <a:lnTo>
                  <a:pt x="1712" y="403"/>
                </a:lnTo>
                <a:lnTo>
                  <a:pt x="1711" y="403"/>
                </a:lnTo>
                <a:lnTo>
                  <a:pt x="1710" y="403"/>
                </a:lnTo>
                <a:lnTo>
                  <a:pt x="1710" y="402"/>
                </a:lnTo>
                <a:lnTo>
                  <a:pt x="1709" y="402"/>
                </a:lnTo>
                <a:lnTo>
                  <a:pt x="1708" y="402"/>
                </a:lnTo>
                <a:lnTo>
                  <a:pt x="1708" y="401"/>
                </a:lnTo>
                <a:lnTo>
                  <a:pt x="1707" y="401"/>
                </a:lnTo>
                <a:lnTo>
                  <a:pt x="1707" y="435"/>
                </a:lnTo>
                <a:lnTo>
                  <a:pt x="1706" y="434"/>
                </a:lnTo>
                <a:lnTo>
                  <a:pt x="1705" y="434"/>
                </a:lnTo>
                <a:lnTo>
                  <a:pt x="1704" y="433"/>
                </a:lnTo>
                <a:lnTo>
                  <a:pt x="1703" y="433"/>
                </a:lnTo>
                <a:lnTo>
                  <a:pt x="1702" y="432"/>
                </a:lnTo>
                <a:lnTo>
                  <a:pt x="1701" y="432"/>
                </a:lnTo>
                <a:lnTo>
                  <a:pt x="1700" y="431"/>
                </a:lnTo>
                <a:lnTo>
                  <a:pt x="1699" y="431"/>
                </a:lnTo>
                <a:lnTo>
                  <a:pt x="1698" y="430"/>
                </a:lnTo>
                <a:lnTo>
                  <a:pt x="1697" y="430"/>
                </a:lnTo>
                <a:lnTo>
                  <a:pt x="1697" y="429"/>
                </a:lnTo>
                <a:lnTo>
                  <a:pt x="1696" y="429"/>
                </a:lnTo>
                <a:lnTo>
                  <a:pt x="1695" y="429"/>
                </a:lnTo>
                <a:lnTo>
                  <a:pt x="1694" y="428"/>
                </a:lnTo>
                <a:lnTo>
                  <a:pt x="1693" y="428"/>
                </a:lnTo>
                <a:lnTo>
                  <a:pt x="1693" y="427"/>
                </a:lnTo>
                <a:lnTo>
                  <a:pt x="1692" y="427"/>
                </a:lnTo>
                <a:lnTo>
                  <a:pt x="1691" y="427"/>
                </a:lnTo>
                <a:lnTo>
                  <a:pt x="1691" y="426"/>
                </a:lnTo>
                <a:lnTo>
                  <a:pt x="1690" y="426"/>
                </a:lnTo>
                <a:lnTo>
                  <a:pt x="1689" y="426"/>
                </a:lnTo>
                <a:lnTo>
                  <a:pt x="1688" y="425"/>
                </a:lnTo>
                <a:lnTo>
                  <a:pt x="1687" y="425"/>
                </a:lnTo>
                <a:lnTo>
                  <a:pt x="1687" y="424"/>
                </a:lnTo>
                <a:lnTo>
                  <a:pt x="1686" y="424"/>
                </a:lnTo>
                <a:lnTo>
                  <a:pt x="1685" y="424"/>
                </a:lnTo>
                <a:lnTo>
                  <a:pt x="1685" y="423"/>
                </a:lnTo>
                <a:lnTo>
                  <a:pt x="1684" y="423"/>
                </a:lnTo>
                <a:lnTo>
                  <a:pt x="1683" y="423"/>
                </a:lnTo>
                <a:lnTo>
                  <a:pt x="1683" y="422"/>
                </a:lnTo>
                <a:lnTo>
                  <a:pt x="1682" y="422"/>
                </a:lnTo>
                <a:lnTo>
                  <a:pt x="1681" y="422"/>
                </a:lnTo>
                <a:lnTo>
                  <a:pt x="1681" y="456"/>
                </a:lnTo>
                <a:lnTo>
                  <a:pt x="1680" y="455"/>
                </a:lnTo>
                <a:lnTo>
                  <a:pt x="1679" y="455"/>
                </a:lnTo>
                <a:lnTo>
                  <a:pt x="1678" y="454"/>
                </a:lnTo>
                <a:lnTo>
                  <a:pt x="1677" y="454"/>
                </a:lnTo>
                <a:lnTo>
                  <a:pt x="1677" y="453"/>
                </a:lnTo>
                <a:lnTo>
                  <a:pt x="1676" y="453"/>
                </a:lnTo>
                <a:lnTo>
                  <a:pt x="1675" y="453"/>
                </a:lnTo>
                <a:lnTo>
                  <a:pt x="1674" y="452"/>
                </a:lnTo>
                <a:lnTo>
                  <a:pt x="1673" y="452"/>
                </a:lnTo>
                <a:lnTo>
                  <a:pt x="1673" y="451"/>
                </a:lnTo>
                <a:lnTo>
                  <a:pt x="1672" y="451"/>
                </a:lnTo>
                <a:lnTo>
                  <a:pt x="1671" y="451"/>
                </a:lnTo>
                <a:lnTo>
                  <a:pt x="1671" y="450"/>
                </a:lnTo>
                <a:lnTo>
                  <a:pt x="1670" y="450"/>
                </a:lnTo>
                <a:lnTo>
                  <a:pt x="1669" y="450"/>
                </a:lnTo>
                <a:lnTo>
                  <a:pt x="1668" y="449"/>
                </a:lnTo>
                <a:lnTo>
                  <a:pt x="1667" y="449"/>
                </a:lnTo>
                <a:lnTo>
                  <a:pt x="1667" y="448"/>
                </a:lnTo>
                <a:lnTo>
                  <a:pt x="1666" y="448"/>
                </a:lnTo>
                <a:lnTo>
                  <a:pt x="1665" y="448"/>
                </a:lnTo>
                <a:lnTo>
                  <a:pt x="1665" y="447"/>
                </a:lnTo>
                <a:lnTo>
                  <a:pt x="1664" y="447"/>
                </a:lnTo>
                <a:lnTo>
                  <a:pt x="1663" y="446"/>
                </a:lnTo>
                <a:lnTo>
                  <a:pt x="1662" y="446"/>
                </a:lnTo>
                <a:lnTo>
                  <a:pt x="1661" y="446"/>
                </a:lnTo>
                <a:lnTo>
                  <a:pt x="1661" y="445"/>
                </a:lnTo>
                <a:lnTo>
                  <a:pt x="1660" y="445"/>
                </a:lnTo>
                <a:lnTo>
                  <a:pt x="1659" y="444"/>
                </a:lnTo>
                <a:lnTo>
                  <a:pt x="1658" y="444"/>
                </a:lnTo>
                <a:lnTo>
                  <a:pt x="1657" y="443"/>
                </a:lnTo>
                <a:lnTo>
                  <a:pt x="1656" y="443"/>
                </a:lnTo>
                <a:lnTo>
                  <a:pt x="1655" y="443"/>
                </a:lnTo>
                <a:lnTo>
                  <a:pt x="1655" y="442"/>
                </a:lnTo>
                <a:lnTo>
                  <a:pt x="1654" y="442"/>
                </a:lnTo>
                <a:lnTo>
                  <a:pt x="1653" y="441"/>
                </a:lnTo>
                <a:lnTo>
                  <a:pt x="1652" y="441"/>
                </a:lnTo>
                <a:lnTo>
                  <a:pt x="1651" y="440"/>
                </a:lnTo>
                <a:lnTo>
                  <a:pt x="1650" y="475"/>
                </a:lnTo>
                <a:lnTo>
                  <a:pt x="1650" y="474"/>
                </a:lnTo>
                <a:lnTo>
                  <a:pt x="1649" y="474"/>
                </a:lnTo>
                <a:lnTo>
                  <a:pt x="1648" y="474"/>
                </a:lnTo>
                <a:lnTo>
                  <a:pt x="1648" y="473"/>
                </a:lnTo>
                <a:lnTo>
                  <a:pt x="1647" y="473"/>
                </a:lnTo>
                <a:lnTo>
                  <a:pt x="1646" y="472"/>
                </a:lnTo>
                <a:lnTo>
                  <a:pt x="1645" y="472"/>
                </a:lnTo>
                <a:lnTo>
                  <a:pt x="1644" y="472"/>
                </a:lnTo>
                <a:lnTo>
                  <a:pt x="1644" y="471"/>
                </a:lnTo>
                <a:lnTo>
                  <a:pt x="1643" y="471"/>
                </a:lnTo>
                <a:lnTo>
                  <a:pt x="1642" y="470"/>
                </a:lnTo>
                <a:lnTo>
                  <a:pt x="1641" y="470"/>
                </a:lnTo>
                <a:lnTo>
                  <a:pt x="1640" y="469"/>
                </a:lnTo>
                <a:lnTo>
                  <a:pt x="1639" y="469"/>
                </a:lnTo>
                <a:lnTo>
                  <a:pt x="1638" y="469"/>
                </a:lnTo>
                <a:lnTo>
                  <a:pt x="1638" y="468"/>
                </a:lnTo>
                <a:lnTo>
                  <a:pt x="1637" y="468"/>
                </a:lnTo>
                <a:lnTo>
                  <a:pt x="1637" y="503"/>
                </a:lnTo>
                <a:lnTo>
                  <a:pt x="1636" y="502"/>
                </a:lnTo>
                <a:lnTo>
                  <a:pt x="1635" y="502"/>
                </a:lnTo>
                <a:lnTo>
                  <a:pt x="1634" y="501"/>
                </a:lnTo>
                <a:lnTo>
                  <a:pt x="1633" y="501"/>
                </a:lnTo>
                <a:lnTo>
                  <a:pt x="1632" y="500"/>
                </a:lnTo>
                <a:lnTo>
                  <a:pt x="1631" y="500"/>
                </a:lnTo>
                <a:lnTo>
                  <a:pt x="1630" y="499"/>
                </a:lnTo>
                <a:lnTo>
                  <a:pt x="1629" y="499"/>
                </a:lnTo>
                <a:lnTo>
                  <a:pt x="1628" y="534"/>
                </a:lnTo>
                <a:lnTo>
                  <a:pt x="1628" y="568"/>
                </a:lnTo>
                <a:lnTo>
                  <a:pt x="1627" y="568"/>
                </a:lnTo>
                <a:lnTo>
                  <a:pt x="1626" y="568"/>
                </a:lnTo>
                <a:lnTo>
                  <a:pt x="1626" y="567"/>
                </a:lnTo>
                <a:lnTo>
                  <a:pt x="1625" y="567"/>
                </a:lnTo>
                <a:lnTo>
                  <a:pt x="1624" y="567"/>
                </a:lnTo>
                <a:lnTo>
                  <a:pt x="1624" y="566"/>
                </a:lnTo>
                <a:lnTo>
                  <a:pt x="1623" y="566"/>
                </a:lnTo>
                <a:lnTo>
                  <a:pt x="1622" y="565"/>
                </a:lnTo>
                <a:lnTo>
                  <a:pt x="1621" y="600"/>
                </a:lnTo>
                <a:lnTo>
                  <a:pt x="1620" y="600"/>
                </a:lnTo>
                <a:lnTo>
                  <a:pt x="1620" y="599"/>
                </a:lnTo>
                <a:lnTo>
                  <a:pt x="1619" y="599"/>
                </a:lnTo>
                <a:lnTo>
                  <a:pt x="1618" y="634"/>
                </a:lnTo>
                <a:lnTo>
                  <a:pt x="1617" y="634"/>
                </a:lnTo>
                <a:lnTo>
                  <a:pt x="1617" y="633"/>
                </a:lnTo>
                <a:lnTo>
                  <a:pt x="1616" y="633"/>
                </a:lnTo>
                <a:lnTo>
                  <a:pt x="1615" y="632"/>
                </a:lnTo>
                <a:lnTo>
                  <a:pt x="1614" y="632"/>
                </a:lnTo>
                <a:lnTo>
                  <a:pt x="1613" y="631"/>
                </a:lnTo>
                <a:lnTo>
                  <a:pt x="1612" y="631"/>
                </a:lnTo>
                <a:lnTo>
                  <a:pt x="1611" y="631"/>
                </a:lnTo>
                <a:lnTo>
                  <a:pt x="1611" y="630"/>
                </a:lnTo>
                <a:lnTo>
                  <a:pt x="1610" y="665"/>
                </a:lnTo>
                <a:lnTo>
                  <a:pt x="1609" y="665"/>
                </a:lnTo>
                <a:lnTo>
                  <a:pt x="1608" y="665"/>
                </a:lnTo>
                <a:lnTo>
                  <a:pt x="1608" y="664"/>
                </a:lnTo>
                <a:lnTo>
                  <a:pt x="1607" y="664"/>
                </a:lnTo>
                <a:lnTo>
                  <a:pt x="1606" y="663"/>
                </a:lnTo>
                <a:lnTo>
                  <a:pt x="1605" y="663"/>
                </a:lnTo>
                <a:lnTo>
                  <a:pt x="1604" y="662"/>
                </a:lnTo>
                <a:lnTo>
                  <a:pt x="1603" y="662"/>
                </a:lnTo>
                <a:lnTo>
                  <a:pt x="1602" y="661"/>
                </a:lnTo>
                <a:lnTo>
                  <a:pt x="1601" y="661"/>
                </a:lnTo>
                <a:lnTo>
                  <a:pt x="1600" y="696"/>
                </a:lnTo>
                <a:lnTo>
                  <a:pt x="1599" y="695"/>
                </a:lnTo>
                <a:lnTo>
                  <a:pt x="1598" y="695"/>
                </a:lnTo>
                <a:lnTo>
                  <a:pt x="1597" y="694"/>
                </a:lnTo>
                <a:lnTo>
                  <a:pt x="1596" y="694"/>
                </a:lnTo>
                <a:lnTo>
                  <a:pt x="1595" y="693"/>
                </a:lnTo>
                <a:lnTo>
                  <a:pt x="1594" y="693"/>
                </a:lnTo>
                <a:lnTo>
                  <a:pt x="1593" y="692"/>
                </a:lnTo>
                <a:lnTo>
                  <a:pt x="1592" y="692"/>
                </a:lnTo>
                <a:lnTo>
                  <a:pt x="1591" y="727"/>
                </a:lnTo>
                <a:lnTo>
                  <a:pt x="1591" y="763"/>
                </a:lnTo>
                <a:lnTo>
                  <a:pt x="1590" y="762"/>
                </a:lnTo>
                <a:lnTo>
                  <a:pt x="1589" y="762"/>
                </a:lnTo>
                <a:lnTo>
                  <a:pt x="1588" y="762"/>
                </a:lnTo>
                <a:lnTo>
                  <a:pt x="1588" y="761"/>
                </a:lnTo>
                <a:lnTo>
                  <a:pt x="1587" y="761"/>
                </a:lnTo>
                <a:lnTo>
                  <a:pt x="1586" y="760"/>
                </a:lnTo>
                <a:lnTo>
                  <a:pt x="1585" y="760"/>
                </a:lnTo>
                <a:lnTo>
                  <a:pt x="1584" y="759"/>
                </a:lnTo>
                <a:lnTo>
                  <a:pt x="1583" y="759"/>
                </a:lnTo>
                <a:lnTo>
                  <a:pt x="1582" y="758"/>
                </a:lnTo>
                <a:lnTo>
                  <a:pt x="1581" y="758"/>
                </a:lnTo>
                <a:lnTo>
                  <a:pt x="1580" y="757"/>
                </a:lnTo>
                <a:lnTo>
                  <a:pt x="1579" y="757"/>
                </a:lnTo>
                <a:lnTo>
                  <a:pt x="1579" y="756"/>
                </a:lnTo>
                <a:lnTo>
                  <a:pt x="1578" y="756"/>
                </a:lnTo>
                <a:lnTo>
                  <a:pt x="1577" y="756"/>
                </a:lnTo>
                <a:lnTo>
                  <a:pt x="1576" y="755"/>
                </a:lnTo>
                <a:lnTo>
                  <a:pt x="1575" y="755"/>
                </a:lnTo>
                <a:lnTo>
                  <a:pt x="1574" y="754"/>
                </a:lnTo>
                <a:lnTo>
                  <a:pt x="1573" y="754"/>
                </a:lnTo>
                <a:lnTo>
                  <a:pt x="1573" y="753"/>
                </a:lnTo>
                <a:lnTo>
                  <a:pt x="1572" y="753"/>
                </a:lnTo>
                <a:lnTo>
                  <a:pt x="1571" y="753"/>
                </a:lnTo>
                <a:lnTo>
                  <a:pt x="1570" y="752"/>
                </a:lnTo>
                <a:lnTo>
                  <a:pt x="1569" y="752"/>
                </a:lnTo>
                <a:lnTo>
                  <a:pt x="1569" y="751"/>
                </a:lnTo>
                <a:lnTo>
                  <a:pt x="1568" y="751"/>
                </a:lnTo>
                <a:lnTo>
                  <a:pt x="1567" y="751"/>
                </a:lnTo>
                <a:lnTo>
                  <a:pt x="1567" y="750"/>
                </a:lnTo>
                <a:lnTo>
                  <a:pt x="1566" y="750"/>
                </a:lnTo>
                <a:lnTo>
                  <a:pt x="1565" y="749"/>
                </a:lnTo>
                <a:lnTo>
                  <a:pt x="1564" y="749"/>
                </a:lnTo>
                <a:lnTo>
                  <a:pt x="1563" y="749"/>
                </a:lnTo>
                <a:lnTo>
                  <a:pt x="1563" y="748"/>
                </a:lnTo>
                <a:lnTo>
                  <a:pt x="1562" y="748"/>
                </a:lnTo>
                <a:lnTo>
                  <a:pt x="1561" y="748"/>
                </a:lnTo>
                <a:lnTo>
                  <a:pt x="1561" y="747"/>
                </a:lnTo>
                <a:lnTo>
                  <a:pt x="1560" y="747"/>
                </a:lnTo>
                <a:lnTo>
                  <a:pt x="1559" y="746"/>
                </a:lnTo>
                <a:lnTo>
                  <a:pt x="1558" y="746"/>
                </a:lnTo>
                <a:lnTo>
                  <a:pt x="1557" y="746"/>
                </a:lnTo>
                <a:lnTo>
                  <a:pt x="1557" y="745"/>
                </a:lnTo>
                <a:lnTo>
                  <a:pt x="1556" y="745"/>
                </a:lnTo>
                <a:lnTo>
                  <a:pt x="1555" y="744"/>
                </a:lnTo>
                <a:lnTo>
                  <a:pt x="1554" y="744"/>
                </a:lnTo>
                <a:lnTo>
                  <a:pt x="1553" y="743"/>
                </a:lnTo>
                <a:lnTo>
                  <a:pt x="1552" y="743"/>
                </a:lnTo>
                <a:lnTo>
                  <a:pt x="1551" y="743"/>
                </a:lnTo>
                <a:lnTo>
                  <a:pt x="1551" y="742"/>
                </a:lnTo>
                <a:lnTo>
                  <a:pt x="1550" y="742"/>
                </a:lnTo>
                <a:lnTo>
                  <a:pt x="1549" y="741"/>
                </a:lnTo>
                <a:lnTo>
                  <a:pt x="1548" y="741"/>
                </a:lnTo>
                <a:lnTo>
                  <a:pt x="1547" y="740"/>
                </a:lnTo>
                <a:lnTo>
                  <a:pt x="1546" y="740"/>
                </a:lnTo>
                <a:lnTo>
                  <a:pt x="1545" y="739"/>
                </a:lnTo>
                <a:lnTo>
                  <a:pt x="1544" y="776"/>
                </a:lnTo>
                <a:lnTo>
                  <a:pt x="1544" y="775"/>
                </a:lnTo>
                <a:lnTo>
                  <a:pt x="1543" y="775"/>
                </a:lnTo>
                <a:lnTo>
                  <a:pt x="1542" y="774"/>
                </a:lnTo>
                <a:lnTo>
                  <a:pt x="1541" y="774"/>
                </a:lnTo>
                <a:lnTo>
                  <a:pt x="1540" y="773"/>
                </a:lnTo>
                <a:lnTo>
                  <a:pt x="1539" y="773"/>
                </a:lnTo>
                <a:lnTo>
                  <a:pt x="1538" y="772"/>
                </a:lnTo>
                <a:lnTo>
                  <a:pt x="1537" y="772"/>
                </a:lnTo>
                <a:lnTo>
                  <a:pt x="1536" y="771"/>
                </a:lnTo>
                <a:lnTo>
                  <a:pt x="1535" y="771"/>
                </a:lnTo>
                <a:lnTo>
                  <a:pt x="1534" y="770"/>
                </a:lnTo>
                <a:lnTo>
                  <a:pt x="1533" y="770"/>
                </a:lnTo>
                <a:lnTo>
                  <a:pt x="1532" y="769"/>
                </a:lnTo>
                <a:lnTo>
                  <a:pt x="1531" y="769"/>
                </a:lnTo>
                <a:lnTo>
                  <a:pt x="1530" y="768"/>
                </a:lnTo>
                <a:lnTo>
                  <a:pt x="1529" y="768"/>
                </a:lnTo>
                <a:lnTo>
                  <a:pt x="1529" y="767"/>
                </a:lnTo>
                <a:lnTo>
                  <a:pt x="1528" y="767"/>
                </a:lnTo>
                <a:lnTo>
                  <a:pt x="1527" y="767"/>
                </a:lnTo>
                <a:lnTo>
                  <a:pt x="1526" y="766"/>
                </a:lnTo>
                <a:lnTo>
                  <a:pt x="1525" y="766"/>
                </a:lnTo>
                <a:lnTo>
                  <a:pt x="1524" y="765"/>
                </a:lnTo>
                <a:lnTo>
                  <a:pt x="1523" y="765"/>
                </a:lnTo>
                <a:lnTo>
                  <a:pt x="1523" y="764"/>
                </a:lnTo>
                <a:lnTo>
                  <a:pt x="1522" y="764"/>
                </a:lnTo>
                <a:lnTo>
                  <a:pt x="1521" y="764"/>
                </a:lnTo>
                <a:lnTo>
                  <a:pt x="1520" y="763"/>
                </a:lnTo>
                <a:lnTo>
                  <a:pt x="1519" y="763"/>
                </a:lnTo>
                <a:lnTo>
                  <a:pt x="1519" y="762"/>
                </a:lnTo>
                <a:lnTo>
                  <a:pt x="1518" y="762"/>
                </a:lnTo>
                <a:lnTo>
                  <a:pt x="1517" y="762"/>
                </a:lnTo>
                <a:lnTo>
                  <a:pt x="1517" y="761"/>
                </a:lnTo>
                <a:lnTo>
                  <a:pt x="1516" y="761"/>
                </a:lnTo>
                <a:lnTo>
                  <a:pt x="1515" y="760"/>
                </a:lnTo>
                <a:lnTo>
                  <a:pt x="1514" y="760"/>
                </a:lnTo>
                <a:lnTo>
                  <a:pt x="1513" y="760"/>
                </a:lnTo>
                <a:lnTo>
                  <a:pt x="1513" y="759"/>
                </a:lnTo>
                <a:lnTo>
                  <a:pt x="1512" y="759"/>
                </a:lnTo>
                <a:lnTo>
                  <a:pt x="1511" y="758"/>
                </a:lnTo>
                <a:lnTo>
                  <a:pt x="1510" y="758"/>
                </a:lnTo>
                <a:lnTo>
                  <a:pt x="1509" y="757"/>
                </a:lnTo>
                <a:lnTo>
                  <a:pt x="1508" y="757"/>
                </a:lnTo>
                <a:lnTo>
                  <a:pt x="1507" y="757"/>
                </a:lnTo>
                <a:lnTo>
                  <a:pt x="1507" y="756"/>
                </a:lnTo>
                <a:lnTo>
                  <a:pt x="1506" y="756"/>
                </a:lnTo>
                <a:lnTo>
                  <a:pt x="1505" y="755"/>
                </a:lnTo>
                <a:lnTo>
                  <a:pt x="1504" y="755"/>
                </a:lnTo>
                <a:lnTo>
                  <a:pt x="1503" y="754"/>
                </a:lnTo>
                <a:lnTo>
                  <a:pt x="1502" y="754"/>
                </a:lnTo>
                <a:lnTo>
                  <a:pt x="1501" y="753"/>
                </a:lnTo>
                <a:lnTo>
                  <a:pt x="1500" y="753"/>
                </a:lnTo>
                <a:lnTo>
                  <a:pt x="1499" y="752"/>
                </a:lnTo>
                <a:lnTo>
                  <a:pt x="1498" y="752"/>
                </a:lnTo>
                <a:lnTo>
                  <a:pt x="1497" y="751"/>
                </a:lnTo>
                <a:lnTo>
                  <a:pt x="1496" y="751"/>
                </a:lnTo>
                <a:lnTo>
                  <a:pt x="1495" y="750"/>
                </a:lnTo>
                <a:lnTo>
                  <a:pt x="1494" y="788"/>
                </a:lnTo>
                <a:lnTo>
                  <a:pt x="1494" y="825"/>
                </a:lnTo>
                <a:lnTo>
                  <a:pt x="1493" y="825"/>
                </a:lnTo>
                <a:lnTo>
                  <a:pt x="1493" y="824"/>
                </a:lnTo>
                <a:lnTo>
                  <a:pt x="1492" y="824"/>
                </a:lnTo>
                <a:lnTo>
                  <a:pt x="1492" y="861"/>
                </a:lnTo>
                <a:lnTo>
                  <a:pt x="1491" y="861"/>
                </a:lnTo>
                <a:lnTo>
                  <a:pt x="1490" y="861"/>
                </a:lnTo>
                <a:lnTo>
                  <a:pt x="1490" y="860"/>
                </a:lnTo>
                <a:lnTo>
                  <a:pt x="1489" y="860"/>
                </a:lnTo>
                <a:lnTo>
                  <a:pt x="1488" y="860"/>
                </a:lnTo>
                <a:lnTo>
                  <a:pt x="1487" y="859"/>
                </a:lnTo>
                <a:lnTo>
                  <a:pt x="1486" y="859"/>
                </a:lnTo>
                <a:lnTo>
                  <a:pt x="1486" y="858"/>
                </a:lnTo>
                <a:lnTo>
                  <a:pt x="1485" y="858"/>
                </a:lnTo>
                <a:lnTo>
                  <a:pt x="1484" y="858"/>
                </a:lnTo>
                <a:lnTo>
                  <a:pt x="1484" y="857"/>
                </a:lnTo>
                <a:lnTo>
                  <a:pt x="1483" y="857"/>
                </a:lnTo>
                <a:lnTo>
                  <a:pt x="1482" y="857"/>
                </a:lnTo>
                <a:lnTo>
                  <a:pt x="1482" y="856"/>
                </a:lnTo>
                <a:lnTo>
                  <a:pt x="1481" y="856"/>
                </a:lnTo>
                <a:lnTo>
                  <a:pt x="1480" y="856"/>
                </a:lnTo>
                <a:lnTo>
                  <a:pt x="1480" y="855"/>
                </a:lnTo>
                <a:lnTo>
                  <a:pt x="1479" y="855"/>
                </a:lnTo>
                <a:lnTo>
                  <a:pt x="1478" y="854"/>
                </a:lnTo>
                <a:lnTo>
                  <a:pt x="1477" y="854"/>
                </a:lnTo>
                <a:lnTo>
                  <a:pt x="1476" y="853"/>
                </a:lnTo>
                <a:lnTo>
                  <a:pt x="1475" y="853"/>
                </a:lnTo>
                <a:lnTo>
                  <a:pt x="1474" y="853"/>
                </a:lnTo>
                <a:lnTo>
                  <a:pt x="1474" y="852"/>
                </a:lnTo>
                <a:lnTo>
                  <a:pt x="1473" y="852"/>
                </a:lnTo>
                <a:lnTo>
                  <a:pt x="1472" y="851"/>
                </a:lnTo>
                <a:lnTo>
                  <a:pt x="1471" y="851"/>
                </a:lnTo>
                <a:lnTo>
                  <a:pt x="1470" y="850"/>
                </a:lnTo>
                <a:lnTo>
                  <a:pt x="1469" y="850"/>
                </a:lnTo>
                <a:lnTo>
                  <a:pt x="1468" y="849"/>
                </a:lnTo>
                <a:lnTo>
                  <a:pt x="1467" y="849"/>
                </a:lnTo>
                <a:lnTo>
                  <a:pt x="1466" y="848"/>
                </a:lnTo>
                <a:lnTo>
                  <a:pt x="1465" y="848"/>
                </a:lnTo>
                <a:lnTo>
                  <a:pt x="1464" y="847"/>
                </a:lnTo>
                <a:lnTo>
                  <a:pt x="1463" y="847"/>
                </a:lnTo>
                <a:lnTo>
                  <a:pt x="1462" y="846"/>
                </a:lnTo>
                <a:lnTo>
                  <a:pt x="1461" y="846"/>
                </a:lnTo>
                <a:lnTo>
                  <a:pt x="1460" y="845"/>
                </a:lnTo>
                <a:lnTo>
                  <a:pt x="1459" y="845"/>
                </a:lnTo>
                <a:lnTo>
                  <a:pt x="1459" y="844"/>
                </a:lnTo>
                <a:lnTo>
                  <a:pt x="1458" y="844"/>
                </a:lnTo>
                <a:lnTo>
                  <a:pt x="1457" y="844"/>
                </a:lnTo>
                <a:lnTo>
                  <a:pt x="1456" y="843"/>
                </a:lnTo>
                <a:lnTo>
                  <a:pt x="1455" y="843"/>
                </a:lnTo>
                <a:lnTo>
                  <a:pt x="1455" y="842"/>
                </a:lnTo>
                <a:lnTo>
                  <a:pt x="1454" y="842"/>
                </a:lnTo>
                <a:lnTo>
                  <a:pt x="1453" y="842"/>
                </a:lnTo>
                <a:lnTo>
                  <a:pt x="1453" y="841"/>
                </a:lnTo>
                <a:lnTo>
                  <a:pt x="1452" y="841"/>
                </a:lnTo>
                <a:lnTo>
                  <a:pt x="1451" y="840"/>
                </a:lnTo>
                <a:lnTo>
                  <a:pt x="1450" y="840"/>
                </a:lnTo>
                <a:lnTo>
                  <a:pt x="1449" y="840"/>
                </a:lnTo>
                <a:lnTo>
                  <a:pt x="1449" y="839"/>
                </a:lnTo>
                <a:lnTo>
                  <a:pt x="1448" y="839"/>
                </a:lnTo>
                <a:lnTo>
                  <a:pt x="1447" y="839"/>
                </a:lnTo>
                <a:lnTo>
                  <a:pt x="1447" y="838"/>
                </a:lnTo>
                <a:lnTo>
                  <a:pt x="1446" y="838"/>
                </a:lnTo>
                <a:lnTo>
                  <a:pt x="1445" y="837"/>
                </a:lnTo>
                <a:lnTo>
                  <a:pt x="1444" y="837"/>
                </a:lnTo>
                <a:lnTo>
                  <a:pt x="1443" y="837"/>
                </a:lnTo>
                <a:lnTo>
                  <a:pt x="1443" y="836"/>
                </a:lnTo>
                <a:lnTo>
                  <a:pt x="1442" y="836"/>
                </a:lnTo>
                <a:lnTo>
                  <a:pt x="1441" y="835"/>
                </a:lnTo>
                <a:lnTo>
                  <a:pt x="1440" y="835"/>
                </a:lnTo>
                <a:lnTo>
                  <a:pt x="1439" y="834"/>
                </a:lnTo>
                <a:lnTo>
                  <a:pt x="1438" y="834"/>
                </a:lnTo>
                <a:lnTo>
                  <a:pt x="1437" y="834"/>
                </a:lnTo>
                <a:lnTo>
                  <a:pt x="1437" y="872"/>
                </a:lnTo>
                <a:lnTo>
                  <a:pt x="1436" y="872"/>
                </a:lnTo>
                <a:lnTo>
                  <a:pt x="1436" y="871"/>
                </a:lnTo>
                <a:lnTo>
                  <a:pt x="1435" y="871"/>
                </a:lnTo>
                <a:lnTo>
                  <a:pt x="1434" y="870"/>
                </a:lnTo>
                <a:lnTo>
                  <a:pt x="1433" y="870"/>
                </a:lnTo>
                <a:lnTo>
                  <a:pt x="1432" y="870"/>
                </a:lnTo>
                <a:lnTo>
                  <a:pt x="1432" y="869"/>
                </a:lnTo>
                <a:lnTo>
                  <a:pt x="1431" y="869"/>
                </a:lnTo>
                <a:lnTo>
                  <a:pt x="1430" y="869"/>
                </a:lnTo>
                <a:lnTo>
                  <a:pt x="1430" y="868"/>
                </a:lnTo>
                <a:lnTo>
                  <a:pt x="1429" y="868"/>
                </a:lnTo>
                <a:lnTo>
                  <a:pt x="1428" y="867"/>
                </a:lnTo>
                <a:lnTo>
                  <a:pt x="1427" y="867"/>
                </a:lnTo>
                <a:lnTo>
                  <a:pt x="1426" y="867"/>
                </a:lnTo>
                <a:lnTo>
                  <a:pt x="1426" y="866"/>
                </a:lnTo>
                <a:lnTo>
                  <a:pt x="1425" y="866"/>
                </a:lnTo>
                <a:lnTo>
                  <a:pt x="1424" y="865"/>
                </a:lnTo>
                <a:lnTo>
                  <a:pt x="1423" y="865"/>
                </a:lnTo>
                <a:lnTo>
                  <a:pt x="1422" y="864"/>
                </a:lnTo>
                <a:lnTo>
                  <a:pt x="1421" y="864"/>
                </a:lnTo>
                <a:lnTo>
                  <a:pt x="1420" y="863"/>
                </a:lnTo>
                <a:lnTo>
                  <a:pt x="1419" y="863"/>
                </a:lnTo>
                <a:lnTo>
                  <a:pt x="1418" y="862"/>
                </a:lnTo>
                <a:lnTo>
                  <a:pt x="1417" y="862"/>
                </a:lnTo>
                <a:lnTo>
                  <a:pt x="1416" y="861"/>
                </a:lnTo>
                <a:lnTo>
                  <a:pt x="1415" y="861"/>
                </a:lnTo>
                <a:lnTo>
                  <a:pt x="1415" y="860"/>
                </a:lnTo>
                <a:lnTo>
                  <a:pt x="1414" y="860"/>
                </a:lnTo>
                <a:lnTo>
                  <a:pt x="1413" y="860"/>
                </a:lnTo>
                <a:lnTo>
                  <a:pt x="1412" y="859"/>
                </a:lnTo>
                <a:lnTo>
                  <a:pt x="1411" y="859"/>
                </a:lnTo>
                <a:lnTo>
                  <a:pt x="1410" y="858"/>
                </a:lnTo>
                <a:lnTo>
                  <a:pt x="1409" y="858"/>
                </a:lnTo>
                <a:lnTo>
                  <a:pt x="1409" y="857"/>
                </a:lnTo>
                <a:lnTo>
                  <a:pt x="1408" y="857"/>
                </a:lnTo>
                <a:lnTo>
                  <a:pt x="1407" y="857"/>
                </a:lnTo>
                <a:lnTo>
                  <a:pt x="1406" y="856"/>
                </a:lnTo>
                <a:lnTo>
                  <a:pt x="1405" y="856"/>
                </a:lnTo>
                <a:lnTo>
                  <a:pt x="1405" y="855"/>
                </a:lnTo>
                <a:lnTo>
                  <a:pt x="1404" y="855"/>
                </a:lnTo>
                <a:lnTo>
                  <a:pt x="1403" y="855"/>
                </a:lnTo>
                <a:lnTo>
                  <a:pt x="1403" y="854"/>
                </a:lnTo>
                <a:lnTo>
                  <a:pt x="1402" y="854"/>
                </a:lnTo>
                <a:lnTo>
                  <a:pt x="1401" y="854"/>
                </a:lnTo>
                <a:lnTo>
                  <a:pt x="1400" y="853"/>
                </a:lnTo>
                <a:lnTo>
                  <a:pt x="1399" y="853"/>
                </a:lnTo>
                <a:lnTo>
                  <a:pt x="1399" y="852"/>
                </a:lnTo>
                <a:lnTo>
                  <a:pt x="1398" y="852"/>
                </a:lnTo>
                <a:lnTo>
                  <a:pt x="1397" y="852"/>
                </a:lnTo>
                <a:lnTo>
                  <a:pt x="1397" y="851"/>
                </a:lnTo>
                <a:lnTo>
                  <a:pt x="1396" y="851"/>
                </a:lnTo>
                <a:lnTo>
                  <a:pt x="1396" y="890"/>
                </a:lnTo>
                <a:lnTo>
                  <a:pt x="1395" y="890"/>
                </a:lnTo>
                <a:lnTo>
                  <a:pt x="1394" y="889"/>
                </a:lnTo>
                <a:lnTo>
                  <a:pt x="1393" y="889"/>
                </a:lnTo>
                <a:lnTo>
                  <a:pt x="1392" y="889"/>
                </a:lnTo>
                <a:lnTo>
                  <a:pt x="1392" y="888"/>
                </a:lnTo>
                <a:lnTo>
                  <a:pt x="1391" y="888"/>
                </a:lnTo>
                <a:lnTo>
                  <a:pt x="1390" y="888"/>
                </a:lnTo>
                <a:lnTo>
                  <a:pt x="1390" y="887"/>
                </a:lnTo>
                <a:lnTo>
                  <a:pt x="1389" y="887"/>
                </a:lnTo>
                <a:lnTo>
                  <a:pt x="1388" y="886"/>
                </a:lnTo>
                <a:lnTo>
                  <a:pt x="1387" y="886"/>
                </a:lnTo>
                <a:lnTo>
                  <a:pt x="1386" y="886"/>
                </a:lnTo>
                <a:lnTo>
                  <a:pt x="1386" y="885"/>
                </a:lnTo>
                <a:lnTo>
                  <a:pt x="1385" y="885"/>
                </a:lnTo>
                <a:lnTo>
                  <a:pt x="1384" y="884"/>
                </a:lnTo>
                <a:lnTo>
                  <a:pt x="1383" y="884"/>
                </a:lnTo>
                <a:lnTo>
                  <a:pt x="1382" y="883"/>
                </a:lnTo>
                <a:lnTo>
                  <a:pt x="1381" y="883"/>
                </a:lnTo>
                <a:lnTo>
                  <a:pt x="1380" y="883"/>
                </a:lnTo>
                <a:lnTo>
                  <a:pt x="1380" y="882"/>
                </a:lnTo>
                <a:lnTo>
                  <a:pt x="1379" y="882"/>
                </a:lnTo>
                <a:lnTo>
                  <a:pt x="1378" y="881"/>
                </a:lnTo>
                <a:lnTo>
                  <a:pt x="1377" y="881"/>
                </a:lnTo>
                <a:lnTo>
                  <a:pt x="1376" y="880"/>
                </a:lnTo>
                <a:lnTo>
                  <a:pt x="1375" y="880"/>
                </a:lnTo>
                <a:lnTo>
                  <a:pt x="1375" y="879"/>
                </a:lnTo>
                <a:lnTo>
                  <a:pt x="1374" y="879"/>
                </a:lnTo>
                <a:lnTo>
                  <a:pt x="1373" y="879"/>
                </a:lnTo>
                <a:lnTo>
                  <a:pt x="1372" y="878"/>
                </a:lnTo>
                <a:lnTo>
                  <a:pt x="1371" y="878"/>
                </a:lnTo>
                <a:lnTo>
                  <a:pt x="1370" y="877"/>
                </a:lnTo>
                <a:lnTo>
                  <a:pt x="1369" y="877"/>
                </a:lnTo>
                <a:lnTo>
                  <a:pt x="1369" y="876"/>
                </a:lnTo>
                <a:lnTo>
                  <a:pt x="1368" y="876"/>
                </a:lnTo>
                <a:lnTo>
                  <a:pt x="1367" y="876"/>
                </a:lnTo>
                <a:lnTo>
                  <a:pt x="1366" y="875"/>
                </a:lnTo>
                <a:lnTo>
                  <a:pt x="1365" y="915"/>
                </a:lnTo>
                <a:lnTo>
                  <a:pt x="1364" y="914"/>
                </a:lnTo>
                <a:lnTo>
                  <a:pt x="1363" y="914"/>
                </a:lnTo>
                <a:lnTo>
                  <a:pt x="1362" y="913"/>
                </a:lnTo>
                <a:lnTo>
                  <a:pt x="1361" y="913"/>
                </a:lnTo>
                <a:lnTo>
                  <a:pt x="1360" y="913"/>
                </a:lnTo>
                <a:lnTo>
                  <a:pt x="1360" y="912"/>
                </a:lnTo>
                <a:lnTo>
                  <a:pt x="1359" y="912"/>
                </a:lnTo>
                <a:lnTo>
                  <a:pt x="1358" y="911"/>
                </a:lnTo>
                <a:lnTo>
                  <a:pt x="1357" y="911"/>
                </a:lnTo>
                <a:lnTo>
                  <a:pt x="1356" y="910"/>
                </a:lnTo>
                <a:lnTo>
                  <a:pt x="1355" y="910"/>
                </a:lnTo>
                <a:lnTo>
                  <a:pt x="1355" y="909"/>
                </a:lnTo>
                <a:lnTo>
                  <a:pt x="1354" y="909"/>
                </a:lnTo>
                <a:lnTo>
                  <a:pt x="1353" y="909"/>
                </a:lnTo>
                <a:lnTo>
                  <a:pt x="1352" y="908"/>
                </a:lnTo>
                <a:lnTo>
                  <a:pt x="1351" y="908"/>
                </a:lnTo>
                <a:lnTo>
                  <a:pt x="1350" y="907"/>
                </a:lnTo>
                <a:lnTo>
                  <a:pt x="1349" y="907"/>
                </a:lnTo>
                <a:lnTo>
                  <a:pt x="1349" y="906"/>
                </a:lnTo>
                <a:lnTo>
                  <a:pt x="1348" y="906"/>
                </a:lnTo>
                <a:lnTo>
                  <a:pt x="1347" y="906"/>
                </a:lnTo>
                <a:lnTo>
                  <a:pt x="1346" y="905"/>
                </a:lnTo>
                <a:lnTo>
                  <a:pt x="1345" y="905"/>
                </a:lnTo>
                <a:lnTo>
                  <a:pt x="1345" y="904"/>
                </a:lnTo>
                <a:lnTo>
                  <a:pt x="1344" y="904"/>
                </a:lnTo>
                <a:lnTo>
                  <a:pt x="1343" y="904"/>
                </a:lnTo>
                <a:lnTo>
                  <a:pt x="1343" y="903"/>
                </a:lnTo>
                <a:lnTo>
                  <a:pt x="1342" y="903"/>
                </a:lnTo>
                <a:lnTo>
                  <a:pt x="1341" y="903"/>
                </a:lnTo>
                <a:lnTo>
                  <a:pt x="1340" y="902"/>
                </a:lnTo>
                <a:lnTo>
                  <a:pt x="1339" y="943"/>
                </a:lnTo>
                <a:lnTo>
                  <a:pt x="1339" y="942"/>
                </a:lnTo>
                <a:lnTo>
                  <a:pt x="1338" y="942"/>
                </a:lnTo>
                <a:lnTo>
                  <a:pt x="1337" y="941"/>
                </a:lnTo>
                <a:lnTo>
                  <a:pt x="1336" y="941"/>
                </a:lnTo>
                <a:lnTo>
                  <a:pt x="1335" y="940"/>
                </a:lnTo>
                <a:lnTo>
                  <a:pt x="1334" y="981"/>
                </a:lnTo>
                <a:lnTo>
                  <a:pt x="1333" y="981"/>
                </a:lnTo>
                <a:lnTo>
                  <a:pt x="1333" y="980"/>
                </a:lnTo>
                <a:lnTo>
                  <a:pt x="1332" y="980"/>
                </a:lnTo>
                <a:lnTo>
                  <a:pt x="1331" y="979"/>
                </a:lnTo>
                <a:lnTo>
                  <a:pt x="1330" y="979"/>
                </a:lnTo>
                <a:lnTo>
                  <a:pt x="1329" y="979"/>
                </a:lnTo>
                <a:lnTo>
                  <a:pt x="1329" y="978"/>
                </a:lnTo>
                <a:lnTo>
                  <a:pt x="1328" y="978"/>
                </a:lnTo>
                <a:lnTo>
                  <a:pt x="1327" y="977"/>
                </a:lnTo>
                <a:lnTo>
                  <a:pt x="1326" y="977"/>
                </a:lnTo>
                <a:lnTo>
                  <a:pt x="1325" y="976"/>
                </a:lnTo>
                <a:lnTo>
                  <a:pt x="1324" y="976"/>
                </a:lnTo>
                <a:lnTo>
                  <a:pt x="1323" y="976"/>
                </a:lnTo>
                <a:lnTo>
                  <a:pt x="1323" y="975"/>
                </a:lnTo>
                <a:lnTo>
                  <a:pt x="1322" y="975"/>
                </a:lnTo>
                <a:lnTo>
                  <a:pt x="1321" y="974"/>
                </a:lnTo>
                <a:lnTo>
                  <a:pt x="1320" y="974"/>
                </a:lnTo>
                <a:lnTo>
                  <a:pt x="1319" y="973"/>
                </a:lnTo>
                <a:lnTo>
                  <a:pt x="1318" y="973"/>
                </a:lnTo>
                <a:lnTo>
                  <a:pt x="1318" y="1014"/>
                </a:lnTo>
                <a:lnTo>
                  <a:pt x="1317" y="1014"/>
                </a:lnTo>
                <a:lnTo>
                  <a:pt x="1316" y="1013"/>
                </a:lnTo>
                <a:lnTo>
                  <a:pt x="1315" y="1054"/>
                </a:lnTo>
                <a:lnTo>
                  <a:pt x="1314" y="1054"/>
                </a:lnTo>
                <a:lnTo>
                  <a:pt x="1313" y="1053"/>
                </a:lnTo>
                <a:lnTo>
                  <a:pt x="1312" y="1053"/>
                </a:lnTo>
                <a:lnTo>
                  <a:pt x="1312" y="1052"/>
                </a:lnTo>
                <a:lnTo>
                  <a:pt x="1311" y="1052"/>
                </a:lnTo>
                <a:lnTo>
                  <a:pt x="1310" y="1052"/>
                </a:lnTo>
                <a:lnTo>
                  <a:pt x="1309" y="1051"/>
                </a:lnTo>
                <a:lnTo>
                  <a:pt x="1308" y="1051"/>
                </a:lnTo>
                <a:lnTo>
                  <a:pt x="1308" y="1050"/>
                </a:lnTo>
                <a:lnTo>
                  <a:pt x="1307" y="1050"/>
                </a:lnTo>
                <a:lnTo>
                  <a:pt x="1306" y="1050"/>
                </a:lnTo>
                <a:lnTo>
                  <a:pt x="1306" y="1049"/>
                </a:lnTo>
                <a:lnTo>
                  <a:pt x="1305" y="1049"/>
                </a:lnTo>
                <a:lnTo>
                  <a:pt x="1304" y="1049"/>
                </a:lnTo>
                <a:lnTo>
                  <a:pt x="1303" y="1048"/>
                </a:lnTo>
                <a:lnTo>
                  <a:pt x="1302" y="1048"/>
                </a:lnTo>
                <a:lnTo>
                  <a:pt x="1302" y="1047"/>
                </a:lnTo>
                <a:lnTo>
                  <a:pt x="1301" y="1047"/>
                </a:lnTo>
                <a:lnTo>
                  <a:pt x="1300" y="1046"/>
                </a:lnTo>
                <a:lnTo>
                  <a:pt x="1299" y="1046"/>
                </a:lnTo>
                <a:lnTo>
                  <a:pt x="1298" y="1046"/>
                </a:lnTo>
                <a:lnTo>
                  <a:pt x="1298" y="1045"/>
                </a:lnTo>
                <a:lnTo>
                  <a:pt x="1297" y="1045"/>
                </a:lnTo>
                <a:lnTo>
                  <a:pt x="1296" y="1045"/>
                </a:lnTo>
                <a:lnTo>
                  <a:pt x="1296" y="1044"/>
                </a:lnTo>
                <a:lnTo>
                  <a:pt x="1295" y="1044"/>
                </a:lnTo>
                <a:lnTo>
                  <a:pt x="1294" y="1043"/>
                </a:lnTo>
                <a:lnTo>
                  <a:pt x="1293" y="1043"/>
                </a:lnTo>
                <a:lnTo>
                  <a:pt x="1292" y="1043"/>
                </a:lnTo>
                <a:lnTo>
                  <a:pt x="1292" y="1042"/>
                </a:lnTo>
                <a:lnTo>
                  <a:pt x="1291" y="1042"/>
                </a:lnTo>
                <a:lnTo>
                  <a:pt x="1290" y="1041"/>
                </a:lnTo>
                <a:lnTo>
                  <a:pt x="1289" y="1041"/>
                </a:lnTo>
                <a:lnTo>
                  <a:pt x="1288" y="1040"/>
                </a:lnTo>
                <a:lnTo>
                  <a:pt x="1287" y="1040"/>
                </a:lnTo>
                <a:lnTo>
                  <a:pt x="1286" y="1039"/>
                </a:lnTo>
                <a:lnTo>
                  <a:pt x="1285" y="1039"/>
                </a:lnTo>
                <a:lnTo>
                  <a:pt x="1284" y="1038"/>
                </a:lnTo>
                <a:lnTo>
                  <a:pt x="1283" y="1038"/>
                </a:lnTo>
                <a:lnTo>
                  <a:pt x="1282" y="1037"/>
                </a:lnTo>
                <a:lnTo>
                  <a:pt x="1281" y="1037"/>
                </a:lnTo>
                <a:lnTo>
                  <a:pt x="1281" y="1036"/>
                </a:lnTo>
                <a:lnTo>
                  <a:pt x="1280" y="1036"/>
                </a:lnTo>
                <a:lnTo>
                  <a:pt x="1279" y="1036"/>
                </a:lnTo>
                <a:lnTo>
                  <a:pt x="1278" y="1035"/>
                </a:lnTo>
                <a:lnTo>
                  <a:pt x="1277" y="1035"/>
                </a:lnTo>
                <a:lnTo>
                  <a:pt x="1276" y="1034"/>
                </a:lnTo>
                <a:lnTo>
                  <a:pt x="1275" y="1034"/>
                </a:lnTo>
                <a:lnTo>
                  <a:pt x="1275" y="1033"/>
                </a:lnTo>
                <a:lnTo>
                  <a:pt x="1274" y="1033"/>
                </a:lnTo>
                <a:lnTo>
                  <a:pt x="1273" y="1033"/>
                </a:lnTo>
                <a:lnTo>
                  <a:pt x="1273" y="1075"/>
                </a:lnTo>
                <a:lnTo>
                  <a:pt x="1272" y="1075"/>
                </a:lnTo>
                <a:lnTo>
                  <a:pt x="1271" y="1074"/>
                </a:lnTo>
                <a:lnTo>
                  <a:pt x="1270" y="1074"/>
                </a:lnTo>
                <a:lnTo>
                  <a:pt x="1269" y="1074"/>
                </a:lnTo>
                <a:lnTo>
                  <a:pt x="1269" y="1073"/>
                </a:lnTo>
                <a:lnTo>
                  <a:pt x="1268" y="1073"/>
                </a:lnTo>
                <a:lnTo>
                  <a:pt x="1267" y="1072"/>
                </a:lnTo>
                <a:lnTo>
                  <a:pt x="1266" y="1072"/>
                </a:lnTo>
                <a:lnTo>
                  <a:pt x="1265" y="1071"/>
                </a:lnTo>
                <a:lnTo>
                  <a:pt x="1265" y="1114"/>
                </a:lnTo>
                <a:lnTo>
                  <a:pt x="1264" y="1114"/>
                </a:lnTo>
                <a:lnTo>
                  <a:pt x="1263" y="1113"/>
                </a:lnTo>
                <a:lnTo>
                  <a:pt x="1262" y="1113"/>
                </a:lnTo>
                <a:lnTo>
                  <a:pt x="1261" y="1112"/>
                </a:lnTo>
                <a:lnTo>
                  <a:pt x="1260" y="1112"/>
                </a:lnTo>
                <a:lnTo>
                  <a:pt x="1259" y="1112"/>
                </a:lnTo>
                <a:lnTo>
                  <a:pt x="1259" y="1111"/>
                </a:lnTo>
                <a:lnTo>
                  <a:pt x="1258" y="1111"/>
                </a:lnTo>
                <a:lnTo>
                  <a:pt x="1257" y="1110"/>
                </a:lnTo>
                <a:lnTo>
                  <a:pt x="1256" y="1110"/>
                </a:lnTo>
                <a:lnTo>
                  <a:pt x="1255" y="1153"/>
                </a:lnTo>
                <a:lnTo>
                  <a:pt x="1255" y="1152"/>
                </a:lnTo>
                <a:lnTo>
                  <a:pt x="1254" y="1152"/>
                </a:lnTo>
                <a:lnTo>
                  <a:pt x="1253" y="1152"/>
                </a:lnTo>
                <a:lnTo>
                  <a:pt x="1252" y="1195"/>
                </a:lnTo>
                <a:lnTo>
                  <a:pt x="1252" y="1194"/>
                </a:lnTo>
                <a:lnTo>
                  <a:pt x="1251" y="1237"/>
                </a:lnTo>
                <a:lnTo>
                  <a:pt x="1250" y="1237"/>
                </a:lnTo>
                <a:lnTo>
                  <a:pt x="1249" y="1236"/>
                </a:lnTo>
                <a:lnTo>
                  <a:pt x="1248" y="1236"/>
                </a:lnTo>
                <a:lnTo>
                  <a:pt x="1247" y="1235"/>
                </a:lnTo>
                <a:lnTo>
                  <a:pt x="1246" y="1235"/>
                </a:lnTo>
                <a:lnTo>
                  <a:pt x="1245" y="1234"/>
                </a:lnTo>
                <a:lnTo>
                  <a:pt x="1244" y="1234"/>
                </a:lnTo>
                <a:lnTo>
                  <a:pt x="1244" y="1233"/>
                </a:lnTo>
                <a:lnTo>
                  <a:pt x="1243" y="1233"/>
                </a:lnTo>
                <a:lnTo>
                  <a:pt x="1242" y="1233"/>
                </a:lnTo>
                <a:lnTo>
                  <a:pt x="1242" y="1232"/>
                </a:lnTo>
                <a:lnTo>
                  <a:pt x="1241" y="1232"/>
                </a:lnTo>
                <a:lnTo>
                  <a:pt x="1240" y="1232"/>
                </a:lnTo>
                <a:lnTo>
                  <a:pt x="1239" y="1231"/>
                </a:lnTo>
                <a:lnTo>
                  <a:pt x="1238" y="1231"/>
                </a:lnTo>
                <a:lnTo>
                  <a:pt x="1238" y="1230"/>
                </a:lnTo>
                <a:lnTo>
                  <a:pt x="1237" y="1230"/>
                </a:lnTo>
                <a:lnTo>
                  <a:pt x="1236" y="1230"/>
                </a:lnTo>
                <a:lnTo>
                  <a:pt x="1236" y="1229"/>
                </a:lnTo>
                <a:lnTo>
                  <a:pt x="1235" y="1229"/>
                </a:lnTo>
                <a:lnTo>
                  <a:pt x="1234" y="1229"/>
                </a:lnTo>
                <a:lnTo>
                  <a:pt x="1234" y="1228"/>
                </a:lnTo>
                <a:lnTo>
                  <a:pt x="1233" y="1228"/>
                </a:lnTo>
                <a:lnTo>
                  <a:pt x="1232" y="1228"/>
                </a:lnTo>
                <a:lnTo>
                  <a:pt x="1232" y="1227"/>
                </a:lnTo>
                <a:lnTo>
                  <a:pt x="1231" y="1227"/>
                </a:lnTo>
                <a:lnTo>
                  <a:pt x="1230" y="1226"/>
                </a:lnTo>
                <a:lnTo>
                  <a:pt x="1229" y="1270"/>
                </a:lnTo>
                <a:lnTo>
                  <a:pt x="1228" y="1270"/>
                </a:lnTo>
                <a:lnTo>
                  <a:pt x="1228" y="1269"/>
                </a:lnTo>
                <a:lnTo>
                  <a:pt x="1227" y="1269"/>
                </a:lnTo>
                <a:lnTo>
                  <a:pt x="1226" y="1269"/>
                </a:lnTo>
                <a:lnTo>
                  <a:pt x="1226" y="1268"/>
                </a:lnTo>
                <a:lnTo>
                  <a:pt x="1225" y="1268"/>
                </a:lnTo>
                <a:lnTo>
                  <a:pt x="1224" y="1268"/>
                </a:lnTo>
                <a:lnTo>
                  <a:pt x="1224" y="1267"/>
                </a:lnTo>
                <a:lnTo>
                  <a:pt x="1223" y="1267"/>
                </a:lnTo>
                <a:lnTo>
                  <a:pt x="1222" y="1267"/>
                </a:lnTo>
                <a:lnTo>
                  <a:pt x="1222" y="1266"/>
                </a:lnTo>
                <a:lnTo>
                  <a:pt x="1221" y="1266"/>
                </a:lnTo>
                <a:lnTo>
                  <a:pt x="1220" y="1265"/>
                </a:lnTo>
                <a:lnTo>
                  <a:pt x="1219" y="1265"/>
                </a:lnTo>
                <a:lnTo>
                  <a:pt x="1218" y="1265"/>
                </a:lnTo>
                <a:lnTo>
                  <a:pt x="1218" y="1264"/>
                </a:lnTo>
                <a:lnTo>
                  <a:pt x="1217" y="1308"/>
                </a:lnTo>
                <a:lnTo>
                  <a:pt x="1216" y="1308"/>
                </a:lnTo>
                <a:lnTo>
                  <a:pt x="1215" y="1307"/>
                </a:lnTo>
                <a:lnTo>
                  <a:pt x="1214" y="1307"/>
                </a:lnTo>
                <a:lnTo>
                  <a:pt x="1213" y="1306"/>
                </a:lnTo>
                <a:lnTo>
                  <a:pt x="1212" y="1306"/>
                </a:lnTo>
                <a:lnTo>
                  <a:pt x="1211" y="1305"/>
                </a:lnTo>
                <a:lnTo>
                  <a:pt x="1210" y="1305"/>
                </a:lnTo>
                <a:lnTo>
                  <a:pt x="1209" y="1304"/>
                </a:lnTo>
                <a:lnTo>
                  <a:pt x="1208" y="1304"/>
                </a:lnTo>
                <a:lnTo>
                  <a:pt x="1207" y="1303"/>
                </a:lnTo>
                <a:lnTo>
                  <a:pt x="1206" y="1348"/>
                </a:lnTo>
                <a:lnTo>
                  <a:pt x="1206" y="1347"/>
                </a:lnTo>
                <a:lnTo>
                  <a:pt x="1205" y="1347"/>
                </a:lnTo>
                <a:lnTo>
                  <a:pt x="1204" y="1347"/>
                </a:lnTo>
                <a:lnTo>
                  <a:pt x="1204" y="1346"/>
                </a:lnTo>
                <a:lnTo>
                  <a:pt x="1203" y="1346"/>
                </a:lnTo>
                <a:lnTo>
                  <a:pt x="1202" y="1346"/>
                </a:lnTo>
                <a:lnTo>
                  <a:pt x="1202" y="1345"/>
                </a:lnTo>
                <a:lnTo>
                  <a:pt x="1201" y="1345"/>
                </a:lnTo>
                <a:lnTo>
                  <a:pt x="1200" y="1344"/>
                </a:lnTo>
                <a:lnTo>
                  <a:pt x="1199" y="1344"/>
                </a:lnTo>
                <a:lnTo>
                  <a:pt x="1198" y="1344"/>
                </a:lnTo>
                <a:lnTo>
                  <a:pt x="1198" y="1343"/>
                </a:lnTo>
                <a:lnTo>
                  <a:pt x="1197" y="1343"/>
                </a:lnTo>
                <a:lnTo>
                  <a:pt x="1196" y="1342"/>
                </a:lnTo>
                <a:lnTo>
                  <a:pt x="1195" y="1342"/>
                </a:lnTo>
                <a:lnTo>
                  <a:pt x="1194" y="1341"/>
                </a:lnTo>
                <a:lnTo>
                  <a:pt x="1193" y="1341"/>
                </a:lnTo>
                <a:lnTo>
                  <a:pt x="1192" y="1341"/>
                </a:lnTo>
                <a:lnTo>
                  <a:pt x="1192" y="1340"/>
                </a:lnTo>
                <a:lnTo>
                  <a:pt x="1191" y="1340"/>
                </a:lnTo>
                <a:lnTo>
                  <a:pt x="1190" y="1339"/>
                </a:lnTo>
                <a:lnTo>
                  <a:pt x="1189" y="1384"/>
                </a:lnTo>
                <a:lnTo>
                  <a:pt x="1188" y="1384"/>
                </a:lnTo>
                <a:lnTo>
                  <a:pt x="1187" y="1383"/>
                </a:lnTo>
                <a:lnTo>
                  <a:pt x="1186" y="1383"/>
                </a:lnTo>
                <a:lnTo>
                  <a:pt x="1185" y="1382"/>
                </a:lnTo>
                <a:lnTo>
                  <a:pt x="1184" y="1382"/>
                </a:lnTo>
                <a:lnTo>
                  <a:pt x="1184" y="1381"/>
                </a:lnTo>
                <a:lnTo>
                  <a:pt x="1183" y="1381"/>
                </a:lnTo>
                <a:lnTo>
                  <a:pt x="1182" y="1381"/>
                </a:lnTo>
                <a:lnTo>
                  <a:pt x="1182" y="1380"/>
                </a:lnTo>
                <a:lnTo>
                  <a:pt x="1181" y="1380"/>
                </a:lnTo>
                <a:lnTo>
                  <a:pt x="1180" y="1380"/>
                </a:lnTo>
                <a:lnTo>
                  <a:pt x="1179" y="1379"/>
                </a:lnTo>
                <a:lnTo>
                  <a:pt x="1178" y="1379"/>
                </a:lnTo>
                <a:lnTo>
                  <a:pt x="1178" y="1378"/>
                </a:lnTo>
                <a:lnTo>
                  <a:pt x="1177" y="1378"/>
                </a:lnTo>
                <a:lnTo>
                  <a:pt x="1176" y="1377"/>
                </a:lnTo>
                <a:lnTo>
                  <a:pt x="1175" y="1377"/>
                </a:lnTo>
                <a:lnTo>
                  <a:pt x="1174" y="1377"/>
                </a:lnTo>
                <a:lnTo>
                  <a:pt x="1174" y="1376"/>
                </a:lnTo>
                <a:lnTo>
                  <a:pt x="1173" y="1376"/>
                </a:lnTo>
                <a:lnTo>
                  <a:pt x="1172" y="1376"/>
                </a:lnTo>
                <a:lnTo>
                  <a:pt x="1172" y="1375"/>
                </a:lnTo>
                <a:lnTo>
                  <a:pt x="1171" y="1375"/>
                </a:lnTo>
                <a:lnTo>
                  <a:pt x="1170" y="1374"/>
                </a:lnTo>
                <a:lnTo>
                  <a:pt x="1169" y="1374"/>
                </a:lnTo>
                <a:lnTo>
                  <a:pt x="1168" y="1374"/>
                </a:lnTo>
                <a:lnTo>
                  <a:pt x="1168" y="1373"/>
                </a:lnTo>
                <a:lnTo>
                  <a:pt x="1167" y="1373"/>
                </a:lnTo>
                <a:lnTo>
                  <a:pt x="1166" y="1372"/>
                </a:lnTo>
                <a:lnTo>
                  <a:pt x="1165" y="1372"/>
                </a:lnTo>
                <a:lnTo>
                  <a:pt x="1164" y="1371"/>
                </a:lnTo>
                <a:lnTo>
                  <a:pt x="1163" y="1371"/>
                </a:lnTo>
                <a:lnTo>
                  <a:pt x="1162" y="1371"/>
                </a:lnTo>
                <a:lnTo>
                  <a:pt x="1162" y="1370"/>
                </a:lnTo>
                <a:lnTo>
                  <a:pt x="1161" y="1370"/>
                </a:lnTo>
                <a:lnTo>
                  <a:pt x="1160" y="1369"/>
                </a:lnTo>
                <a:lnTo>
                  <a:pt x="1159" y="1369"/>
                </a:lnTo>
                <a:lnTo>
                  <a:pt x="1158" y="1368"/>
                </a:lnTo>
                <a:lnTo>
                  <a:pt x="1157" y="1368"/>
                </a:lnTo>
                <a:lnTo>
                  <a:pt x="1157" y="1367"/>
                </a:lnTo>
                <a:lnTo>
                  <a:pt x="1156" y="1367"/>
                </a:lnTo>
                <a:lnTo>
                  <a:pt x="1155" y="1367"/>
                </a:lnTo>
                <a:lnTo>
                  <a:pt x="1154" y="1366"/>
                </a:lnTo>
                <a:lnTo>
                  <a:pt x="1153" y="1366"/>
                </a:lnTo>
                <a:lnTo>
                  <a:pt x="1152" y="1365"/>
                </a:lnTo>
                <a:lnTo>
                  <a:pt x="1152" y="1412"/>
                </a:lnTo>
                <a:lnTo>
                  <a:pt x="1151" y="1411"/>
                </a:lnTo>
                <a:lnTo>
                  <a:pt x="1150" y="1411"/>
                </a:lnTo>
                <a:lnTo>
                  <a:pt x="1149" y="1410"/>
                </a:lnTo>
                <a:lnTo>
                  <a:pt x="1148" y="1410"/>
                </a:lnTo>
                <a:lnTo>
                  <a:pt x="1148" y="1409"/>
                </a:lnTo>
                <a:lnTo>
                  <a:pt x="1147" y="1409"/>
                </a:lnTo>
                <a:lnTo>
                  <a:pt x="1146" y="1409"/>
                </a:lnTo>
                <a:lnTo>
                  <a:pt x="1145" y="1408"/>
                </a:lnTo>
                <a:lnTo>
                  <a:pt x="1144" y="1408"/>
                </a:lnTo>
                <a:lnTo>
                  <a:pt x="1144" y="1407"/>
                </a:lnTo>
                <a:lnTo>
                  <a:pt x="1142" y="1407"/>
                </a:lnTo>
                <a:lnTo>
                  <a:pt x="1141" y="1453"/>
                </a:lnTo>
                <a:lnTo>
                  <a:pt x="1140" y="1453"/>
                </a:lnTo>
                <a:lnTo>
                  <a:pt x="1139" y="1452"/>
                </a:lnTo>
                <a:lnTo>
                  <a:pt x="1138" y="1452"/>
                </a:lnTo>
                <a:lnTo>
                  <a:pt x="1137" y="1451"/>
                </a:lnTo>
                <a:lnTo>
                  <a:pt x="1136" y="1451"/>
                </a:lnTo>
                <a:lnTo>
                  <a:pt x="1136" y="1450"/>
                </a:lnTo>
                <a:lnTo>
                  <a:pt x="1135" y="1450"/>
                </a:lnTo>
                <a:lnTo>
                  <a:pt x="1134" y="1450"/>
                </a:lnTo>
                <a:lnTo>
                  <a:pt x="1133" y="1449"/>
                </a:lnTo>
                <a:lnTo>
                  <a:pt x="1132" y="1449"/>
                </a:lnTo>
                <a:lnTo>
                  <a:pt x="1131" y="1448"/>
                </a:lnTo>
                <a:lnTo>
                  <a:pt x="1130" y="1448"/>
                </a:lnTo>
                <a:lnTo>
                  <a:pt x="1130" y="1447"/>
                </a:lnTo>
                <a:lnTo>
                  <a:pt x="1129" y="1447"/>
                </a:lnTo>
                <a:lnTo>
                  <a:pt x="1128" y="1446"/>
                </a:lnTo>
                <a:lnTo>
                  <a:pt x="1127" y="1446"/>
                </a:lnTo>
                <a:lnTo>
                  <a:pt x="1126" y="1446"/>
                </a:lnTo>
                <a:lnTo>
                  <a:pt x="1126" y="1445"/>
                </a:lnTo>
                <a:lnTo>
                  <a:pt x="1125" y="1445"/>
                </a:lnTo>
                <a:lnTo>
                  <a:pt x="1124" y="1445"/>
                </a:lnTo>
                <a:lnTo>
                  <a:pt x="1124" y="1444"/>
                </a:lnTo>
                <a:lnTo>
                  <a:pt x="1123" y="1444"/>
                </a:lnTo>
                <a:lnTo>
                  <a:pt x="1122" y="1443"/>
                </a:lnTo>
                <a:lnTo>
                  <a:pt x="1121" y="1443"/>
                </a:lnTo>
                <a:lnTo>
                  <a:pt x="1120" y="1443"/>
                </a:lnTo>
                <a:lnTo>
                  <a:pt x="1120" y="1442"/>
                </a:lnTo>
                <a:lnTo>
                  <a:pt x="1119" y="1442"/>
                </a:lnTo>
                <a:lnTo>
                  <a:pt x="1118" y="1441"/>
                </a:lnTo>
                <a:lnTo>
                  <a:pt x="1117" y="1441"/>
                </a:lnTo>
                <a:lnTo>
                  <a:pt x="1116" y="1440"/>
                </a:lnTo>
                <a:lnTo>
                  <a:pt x="1115" y="1440"/>
                </a:lnTo>
                <a:lnTo>
                  <a:pt x="1114" y="1440"/>
                </a:lnTo>
                <a:lnTo>
                  <a:pt x="1114" y="1439"/>
                </a:lnTo>
                <a:lnTo>
                  <a:pt x="1113" y="1439"/>
                </a:lnTo>
                <a:lnTo>
                  <a:pt x="1112" y="1438"/>
                </a:lnTo>
                <a:lnTo>
                  <a:pt x="1111" y="1438"/>
                </a:lnTo>
                <a:lnTo>
                  <a:pt x="1110" y="1437"/>
                </a:lnTo>
                <a:lnTo>
                  <a:pt x="1109" y="1437"/>
                </a:lnTo>
                <a:lnTo>
                  <a:pt x="1108" y="1436"/>
                </a:lnTo>
                <a:lnTo>
                  <a:pt x="1107" y="1436"/>
                </a:lnTo>
                <a:lnTo>
                  <a:pt x="1106" y="1435"/>
                </a:lnTo>
                <a:lnTo>
                  <a:pt x="1105" y="1435"/>
                </a:lnTo>
                <a:lnTo>
                  <a:pt x="1104" y="1434"/>
                </a:lnTo>
                <a:lnTo>
                  <a:pt x="1103" y="1434"/>
                </a:lnTo>
                <a:lnTo>
                  <a:pt x="1103" y="1433"/>
                </a:lnTo>
                <a:lnTo>
                  <a:pt x="1102" y="1433"/>
                </a:lnTo>
                <a:lnTo>
                  <a:pt x="1101" y="1433"/>
                </a:lnTo>
                <a:lnTo>
                  <a:pt x="1100" y="1432"/>
                </a:lnTo>
                <a:lnTo>
                  <a:pt x="1099" y="1432"/>
                </a:lnTo>
                <a:lnTo>
                  <a:pt x="1099" y="1431"/>
                </a:lnTo>
                <a:lnTo>
                  <a:pt x="1098" y="1431"/>
                </a:lnTo>
                <a:lnTo>
                  <a:pt x="1097" y="1431"/>
                </a:lnTo>
                <a:lnTo>
                  <a:pt x="1097" y="1430"/>
                </a:lnTo>
                <a:lnTo>
                  <a:pt x="1096" y="1430"/>
                </a:lnTo>
                <a:lnTo>
                  <a:pt x="1095" y="1430"/>
                </a:lnTo>
                <a:lnTo>
                  <a:pt x="1094" y="1429"/>
                </a:lnTo>
                <a:lnTo>
                  <a:pt x="1093" y="1429"/>
                </a:lnTo>
                <a:lnTo>
                  <a:pt x="1093" y="1428"/>
                </a:lnTo>
                <a:lnTo>
                  <a:pt x="1092" y="1428"/>
                </a:lnTo>
                <a:lnTo>
                  <a:pt x="1091" y="1428"/>
                </a:lnTo>
                <a:lnTo>
                  <a:pt x="1091" y="1427"/>
                </a:lnTo>
                <a:lnTo>
                  <a:pt x="1090" y="1427"/>
                </a:lnTo>
                <a:lnTo>
                  <a:pt x="1089" y="1427"/>
                </a:lnTo>
                <a:lnTo>
                  <a:pt x="1089" y="1426"/>
                </a:lnTo>
                <a:lnTo>
                  <a:pt x="1088" y="1426"/>
                </a:lnTo>
                <a:lnTo>
                  <a:pt x="1087" y="1426"/>
                </a:lnTo>
                <a:lnTo>
                  <a:pt x="1087" y="1425"/>
                </a:lnTo>
                <a:lnTo>
                  <a:pt x="1086" y="1425"/>
                </a:lnTo>
                <a:lnTo>
                  <a:pt x="1085" y="1424"/>
                </a:lnTo>
                <a:lnTo>
                  <a:pt x="1084" y="1473"/>
                </a:lnTo>
                <a:lnTo>
                  <a:pt x="1084" y="1472"/>
                </a:lnTo>
                <a:lnTo>
                  <a:pt x="1083" y="1472"/>
                </a:lnTo>
                <a:lnTo>
                  <a:pt x="1082" y="1471"/>
                </a:lnTo>
                <a:lnTo>
                  <a:pt x="1081" y="1471"/>
                </a:lnTo>
                <a:lnTo>
                  <a:pt x="1080" y="1470"/>
                </a:lnTo>
                <a:lnTo>
                  <a:pt x="1079" y="1470"/>
                </a:lnTo>
                <a:lnTo>
                  <a:pt x="1078" y="1469"/>
                </a:lnTo>
                <a:lnTo>
                  <a:pt x="1077" y="1469"/>
                </a:lnTo>
                <a:lnTo>
                  <a:pt x="1076" y="1468"/>
                </a:lnTo>
                <a:lnTo>
                  <a:pt x="1075" y="1468"/>
                </a:lnTo>
                <a:lnTo>
                  <a:pt x="1074" y="1467"/>
                </a:lnTo>
                <a:lnTo>
                  <a:pt x="1073" y="1467"/>
                </a:lnTo>
                <a:lnTo>
                  <a:pt x="1072" y="1466"/>
                </a:lnTo>
                <a:lnTo>
                  <a:pt x="1071" y="1466"/>
                </a:lnTo>
                <a:lnTo>
                  <a:pt x="1070" y="1465"/>
                </a:lnTo>
                <a:lnTo>
                  <a:pt x="1069" y="1465"/>
                </a:lnTo>
                <a:lnTo>
                  <a:pt x="1069" y="1464"/>
                </a:lnTo>
                <a:lnTo>
                  <a:pt x="1068" y="1464"/>
                </a:lnTo>
                <a:lnTo>
                  <a:pt x="1067" y="1464"/>
                </a:lnTo>
                <a:lnTo>
                  <a:pt x="1066" y="1463"/>
                </a:lnTo>
                <a:lnTo>
                  <a:pt x="1065" y="1463"/>
                </a:lnTo>
                <a:lnTo>
                  <a:pt x="1064" y="1462"/>
                </a:lnTo>
                <a:lnTo>
                  <a:pt x="1063" y="1462"/>
                </a:lnTo>
                <a:lnTo>
                  <a:pt x="1063" y="1461"/>
                </a:lnTo>
                <a:lnTo>
                  <a:pt x="1062" y="1461"/>
                </a:lnTo>
                <a:lnTo>
                  <a:pt x="1061" y="1461"/>
                </a:lnTo>
                <a:lnTo>
                  <a:pt x="1060" y="1460"/>
                </a:lnTo>
                <a:lnTo>
                  <a:pt x="1059" y="1460"/>
                </a:lnTo>
                <a:lnTo>
                  <a:pt x="1059" y="1459"/>
                </a:lnTo>
                <a:lnTo>
                  <a:pt x="1058" y="1459"/>
                </a:lnTo>
                <a:lnTo>
                  <a:pt x="1057" y="1459"/>
                </a:lnTo>
                <a:lnTo>
                  <a:pt x="1057" y="1508"/>
                </a:lnTo>
                <a:lnTo>
                  <a:pt x="1056" y="1508"/>
                </a:lnTo>
                <a:lnTo>
                  <a:pt x="1056" y="1507"/>
                </a:lnTo>
                <a:lnTo>
                  <a:pt x="1055" y="1507"/>
                </a:lnTo>
                <a:lnTo>
                  <a:pt x="1054" y="1507"/>
                </a:lnTo>
                <a:lnTo>
                  <a:pt x="1053" y="1506"/>
                </a:lnTo>
                <a:lnTo>
                  <a:pt x="1052" y="1506"/>
                </a:lnTo>
                <a:lnTo>
                  <a:pt x="1052" y="1505"/>
                </a:lnTo>
                <a:lnTo>
                  <a:pt x="1051" y="1505"/>
                </a:lnTo>
                <a:lnTo>
                  <a:pt x="1050" y="1505"/>
                </a:lnTo>
                <a:lnTo>
                  <a:pt x="1050" y="1554"/>
                </a:lnTo>
                <a:lnTo>
                  <a:pt x="1049" y="1554"/>
                </a:lnTo>
                <a:lnTo>
                  <a:pt x="1048" y="1553"/>
                </a:lnTo>
                <a:lnTo>
                  <a:pt x="1047" y="1553"/>
                </a:lnTo>
                <a:lnTo>
                  <a:pt x="1046" y="1553"/>
                </a:lnTo>
                <a:lnTo>
                  <a:pt x="1046" y="1552"/>
                </a:lnTo>
                <a:lnTo>
                  <a:pt x="1045" y="1552"/>
                </a:lnTo>
                <a:lnTo>
                  <a:pt x="1044" y="1552"/>
                </a:lnTo>
                <a:lnTo>
                  <a:pt x="1044" y="1551"/>
                </a:lnTo>
                <a:lnTo>
                  <a:pt x="1043" y="1551"/>
                </a:lnTo>
                <a:lnTo>
                  <a:pt x="1042" y="1550"/>
                </a:lnTo>
                <a:lnTo>
                  <a:pt x="1041" y="1550"/>
                </a:lnTo>
                <a:lnTo>
                  <a:pt x="1040" y="1550"/>
                </a:lnTo>
                <a:lnTo>
                  <a:pt x="1040" y="1549"/>
                </a:lnTo>
                <a:lnTo>
                  <a:pt x="1039" y="1549"/>
                </a:lnTo>
                <a:lnTo>
                  <a:pt x="1038" y="1548"/>
                </a:lnTo>
                <a:lnTo>
                  <a:pt x="1037" y="1548"/>
                </a:lnTo>
                <a:lnTo>
                  <a:pt x="1036" y="1598"/>
                </a:lnTo>
                <a:lnTo>
                  <a:pt x="1036" y="1597"/>
                </a:lnTo>
                <a:lnTo>
                  <a:pt x="1035" y="1597"/>
                </a:lnTo>
                <a:lnTo>
                  <a:pt x="1034" y="1597"/>
                </a:lnTo>
                <a:lnTo>
                  <a:pt x="1033" y="1596"/>
                </a:lnTo>
                <a:lnTo>
                  <a:pt x="1033" y="1646"/>
                </a:lnTo>
                <a:lnTo>
                  <a:pt x="1032" y="1646"/>
                </a:lnTo>
                <a:lnTo>
                  <a:pt x="1031" y="1646"/>
                </a:lnTo>
                <a:lnTo>
                  <a:pt x="1030" y="1645"/>
                </a:lnTo>
                <a:lnTo>
                  <a:pt x="1029" y="1645"/>
                </a:lnTo>
                <a:lnTo>
                  <a:pt x="1029" y="1644"/>
                </a:lnTo>
                <a:lnTo>
                  <a:pt x="1028" y="1644"/>
                </a:lnTo>
                <a:lnTo>
                  <a:pt x="1027" y="1644"/>
                </a:lnTo>
                <a:lnTo>
                  <a:pt x="1027" y="1643"/>
                </a:lnTo>
                <a:lnTo>
                  <a:pt x="1026" y="1643"/>
                </a:lnTo>
                <a:lnTo>
                  <a:pt x="1025" y="1643"/>
                </a:lnTo>
                <a:lnTo>
                  <a:pt x="1024" y="1642"/>
                </a:lnTo>
                <a:lnTo>
                  <a:pt x="1023" y="1642"/>
                </a:lnTo>
                <a:lnTo>
                  <a:pt x="1023" y="1641"/>
                </a:lnTo>
                <a:lnTo>
                  <a:pt x="1022" y="1641"/>
                </a:lnTo>
                <a:lnTo>
                  <a:pt x="1021" y="1640"/>
                </a:lnTo>
                <a:lnTo>
                  <a:pt x="1020" y="1640"/>
                </a:lnTo>
                <a:lnTo>
                  <a:pt x="1019" y="1640"/>
                </a:lnTo>
                <a:lnTo>
                  <a:pt x="1019" y="1690"/>
                </a:lnTo>
                <a:lnTo>
                  <a:pt x="1018" y="1690"/>
                </a:lnTo>
                <a:lnTo>
                  <a:pt x="1017" y="1690"/>
                </a:lnTo>
                <a:lnTo>
                  <a:pt x="1017" y="1689"/>
                </a:lnTo>
                <a:lnTo>
                  <a:pt x="1016" y="1689"/>
                </a:lnTo>
                <a:lnTo>
                  <a:pt x="1015" y="1688"/>
                </a:lnTo>
                <a:lnTo>
                  <a:pt x="1014" y="1688"/>
                </a:lnTo>
                <a:lnTo>
                  <a:pt x="1013" y="1687"/>
                </a:lnTo>
                <a:lnTo>
                  <a:pt x="1012" y="1687"/>
                </a:lnTo>
                <a:lnTo>
                  <a:pt x="1011" y="1686"/>
                </a:lnTo>
                <a:lnTo>
                  <a:pt x="1010" y="1686"/>
                </a:lnTo>
                <a:lnTo>
                  <a:pt x="1009" y="1685"/>
                </a:lnTo>
                <a:lnTo>
                  <a:pt x="1008" y="1685"/>
                </a:lnTo>
                <a:lnTo>
                  <a:pt x="1007" y="1684"/>
                </a:lnTo>
                <a:lnTo>
                  <a:pt x="1006" y="1684"/>
                </a:lnTo>
                <a:lnTo>
                  <a:pt x="1006" y="1735"/>
                </a:lnTo>
                <a:lnTo>
                  <a:pt x="1005" y="1787"/>
                </a:lnTo>
                <a:lnTo>
                  <a:pt x="1005" y="1786"/>
                </a:lnTo>
                <a:lnTo>
                  <a:pt x="1004" y="1786"/>
                </a:lnTo>
                <a:lnTo>
                  <a:pt x="1003" y="1786"/>
                </a:lnTo>
                <a:lnTo>
                  <a:pt x="1002" y="1785"/>
                </a:lnTo>
                <a:lnTo>
                  <a:pt x="1001" y="1785"/>
                </a:lnTo>
                <a:lnTo>
                  <a:pt x="1000" y="1784"/>
                </a:lnTo>
                <a:lnTo>
                  <a:pt x="999" y="1784"/>
                </a:lnTo>
                <a:lnTo>
                  <a:pt x="999" y="1783"/>
                </a:lnTo>
                <a:lnTo>
                  <a:pt x="998" y="1783"/>
                </a:lnTo>
                <a:lnTo>
                  <a:pt x="997" y="1783"/>
                </a:lnTo>
                <a:lnTo>
                  <a:pt x="996" y="1782"/>
                </a:lnTo>
                <a:lnTo>
                  <a:pt x="995" y="1782"/>
                </a:lnTo>
                <a:lnTo>
                  <a:pt x="995" y="1781"/>
                </a:lnTo>
                <a:lnTo>
                  <a:pt x="994" y="1781"/>
                </a:lnTo>
                <a:lnTo>
                  <a:pt x="993" y="1781"/>
                </a:lnTo>
                <a:lnTo>
                  <a:pt x="993" y="1780"/>
                </a:lnTo>
                <a:lnTo>
                  <a:pt x="992" y="1780"/>
                </a:lnTo>
                <a:lnTo>
                  <a:pt x="991" y="1780"/>
                </a:lnTo>
                <a:lnTo>
                  <a:pt x="990" y="1831"/>
                </a:lnTo>
                <a:lnTo>
                  <a:pt x="989" y="1830"/>
                </a:lnTo>
                <a:lnTo>
                  <a:pt x="988" y="1830"/>
                </a:lnTo>
                <a:lnTo>
                  <a:pt x="987" y="1829"/>
                </a:lnTo>
                <a:lnTo>
                  <a:pt x="986" y="1829"/>
                </a:lnTo>
                <a:lnTo>
                  <a:pt x="985" y="1828"/>
                </a:lnTo>
                <a:lnTo>
                  <a:pt x="984" y="1828"/>
                </a:lnTo>
                <a:lnTo>
                  <a:pt x="983" y="1827"/>
                </a:lnTo>
                <a:lnTo>
                  <a:pt x="982" y="1827"/>
                </a:lnTo>
                <a:lnTo>
                  <a:pt x="982" y="1826"/>
                </a:lnTo>
                <a:lnTo>
                  <a:pt x="981" y="1826"/>
                </a:lnTo>
                <a:lnTo>
                  <a:pt x="980" y="1826"/>
                </a:lnTo>
                <a:lnTo>
                  <a:pt x="979" y="1825"/>
                </a:lnTo>
                <a:lnTo>
                  <a:pt x="978" y="1877"/>
                </a:lnTo>
                <a:lnTo>
                  <a:pt x="977" y="1877"/>
                </a:lnTo>
                <a:lnTo>
                  <a:pt x="977" y="1876"/>
                </a:lnTo>
                <a:lnTo>
                  <a:pt x="976" y="1929"/>
                </a:lnTo>
                <a:lnTo>
                  <a:pt x="976" y="1928"/>
                </a:lnTo>
                <a:lnTo>
                  <a:pt x="975" y="1928"/>
                </a:lnTo>
                <a:lnTo>
                  <a:pt x="974" y="1927"/>
                </a:lnTo>
                <a:lnTo>
                  <a:pt x="973" y="1927"/>
                </a:lnTo>
                <a:lnTo>
                  <a:pt x="972" y="1927"/>
                </a:lnTo>
                <a:lnTo>
                  <a:pt x="972" y="1926"/>
                </a:lnTo>
                <a:lnTo>
                  <a:pt x="971" y="1926"/>
                </a:lnTo>
                <a:lnTo>
                  <a:pt x="970" y="1926"/>
                </a:lnTo>
                <a:lnTo>
                  <a:pt x="970" y="1925"/>
                </a:lnTo>
                <a:lnTo>
                  <a:pt x="969" y="1925"/>
                </a:lnTo>
                <a:lnTo>
                  <a:pt x="968" y="1924"/>
                </a:lnTo>
                <a:lnTo>
                  <a:pt x="967" y="1924"/>
                </a:lnTo>
                <a:lnTo>
                  <a:pt x="966" y="1924"/>
                </a:lnTo>
                <a:lnTo>
                  <a:pt x="966" y="1923"/>
                </a:lnTo>
                <a:lnTo>
                  <a:pt x="965" y="1923"/>
                </a:lnTo>
                <a:lnTo>
                  <a:pt x="964" y="1922"/>
                </a:lnTo>
                <a:lnTo>
                  <a:pt x="963" y="1922"/>
                </a:lnTo>
                <a:lnTo>
                  <a:pt x="962" y="1921"/>
                </a:lnTo>
                <a:lnTo>
                  <a:pt x="961" y="1921"/>
                </a:lnTo>
                <a:lnTo>
                  <a:pt x="960" y="1920"/>
                </a:lnTo>
                <a:lnTo>
                  <a:pt x="959" y="1920"/>
                </a:lnTo>
                <a:lnTo>
                  <a:pt x="958" y="1919"/>
                </a:lnTo>
                <a:lnTo>
                  <a:pt x="957" y="1919"/>
                </a:lnTo>
                <a:lnTo>
                  <a:pt x="956" y="1918"/>
                </a:lnTo>
                <a:lnTo>
                  <a:pt x="955" y="1918"/>
                </a:lnTo>
                <a:lnTo>
                  <a:pt x="955" y="1917"/>
                </a:lnTo>
                <a:lnTo>
                  <a:pt x="954" y="1917"/>
                </a:lnTo>
                <a:lnTo>
                  <a:pt x="953" y="1917"/>
                </a:lnTo>
                <a:lnTo>
                  <a:pt x="952" y="1916"/>
                </a:lnTo>
                <a:lnTo>
                  <a:pt x="952" y="1969"/>
                </a:lnTo>
                <a:lnTo>
                  <a:pt x="951" y="1969"/>
                </a:lnTo>
                <a:lnTo>
                  <a:pt x="950" y="1969"/>
                </a:lnTo>
                <a:lnTo>
                  <a:pt x="950" y="1968"/>
                </a:lnTo>
                <a:lnTo>
                  <a:pt x="949" y="1968"/>
                </a:lnTo>
                <a:lnTo>
                  <a:pt x="948" y="1968"/>
                </a:lnTo>
                <a:lnTo>
                  <a:pt x="948" y="1967"/>
                </a:lnTo>
                <a:lnTo>
                  <a:pt x="947" y="1967"/>
                </a:lnTo>
                <a:lnTo>
                  <a:pt x="946" y="1967"/>
                </a:lnTo>
                <a:lnTo>
                  <a:pt x="946" y="1966"/>
                </a:lnTo>
                <a:lnTo>
                  <a:pt x="945" y="1966"/>
                </a:lnTo>
                <a:lnTo>
                  <a:pt x="944" y="1965"/>
                </a:lnTo>
                <a:lnTo>
                  <a:pt x="943" y="1965"/>
                </a:lnTo>
                <a:lnTo>
                  <a:pt x="942" y="1965"/>
                </a:lnTo>
                <a:lnTo>
                  <a:pt x="942" y="1964"/>
                </a:lnTo>
                <a:lnTo>
                  <a:pt x="941" y="1964"/>
                </a:lnTo>
                <a:lnTo>
                  <a:pt x="940" y="1964"/>
                </a:lnTo>
                <a:lnTo>
                  <a:pt x="940" y="1963"/>
                </a:lnTo>
                <a:lnTo>
                  <a:pt x="939" y="1963"/>
                </a:lnTo>
                <a:lnTo>
                  <a:pt x="938" y="1962"/>
                </a:lnTo>
                <a:lnTo>
                  <a:pt x="937" y="1962"/>
                </a:lnTo>
                <a:lnTo>
                  <a:pt x="936" y="1961"/>
                </a:lnTo>
                <a:lnTo>
                  <a:pt x="935" y="1961"/>
                </a:lnTo>
                <a:lnTo>
                  <a:pt x="934" y="1960"/>
                </a:lnTo>
                <a:lnTo>
                  <a:pt x="933" y="1960"/>
                </a:lnTo>
                <a:lnTo>
                  <a:pt x="932" y="1959"/>
                </a:lnTo>
                <a:lnTo>
                  <a:pt x="931" y="1959"/>
                </a:lnTo>
                <a:lnTo>
                  <a:pt x="930" y="1958"/>
                </a:lnTo>
                <a:lnTo>
                  <a:pt x="929" y="2012"/>
                </a:lnTo>
                <a:lnTo>
                  <a:pt x="929" y="2011"/>
                </a:lnTo>
                <a:lnTo>
                  <a:pt x="928" y="2011"/>
                </a:lnTo>
                <a:lnTo>
                  <a:pt x="927" y="2010"/>
                </a:lnTo>
                <a:lnTo>
                  <a:pt x="926" y="2010"/>
                </a:lnTo>
                <a:lnTo>
                  <a:pt x="925" y="2010"/>
                </a:lnTo>
                <a:lnTo>
                  <a:pt x="925" y="2009"/>
                </a:lnTo>
                <a:lnTo>
                  <a:pt x="924" y="2009"/>
                </a:lnTo>
                <a:lnTo>
                  <a:pt x="923" y="2009"/>
                </a:lnTo>
                <a:lnTo>
                  <a:pt x="923" y="2008"/>
                </a:lnTo>
                <a:lnTo>
                  <a:pt x="922" y="2008"/>
                </a:lnTo>
                <a:lnTo>
                  <a:pt x="921" y="2007"/>
                </a:lnTo>
                <a:lnTo>
                  <a:pt x="920" y="2007"/>
                </a:lnTo>
                <a:lnTo>
                  <a:pt x="919" y="2007"/>
                </a:lnTo>
                <a:lnTo>
                  <a:pt x="919" y="2006"/>
                </a:lnTo>
                <a:lnTo>
                  <a:pt x="918" y="2006"/>
                </a:lnTo>
                <a:lnTo>
                  <a:pt x="917" y="2005"/>
                </a:lnTo>
                <a:lnTo>
                  <a:pt x="916" y="2005"/>
                </a:lnTo>
                <a:lnTo>
                  <a:pt x="915" y="2004"/>
                </a:lnTo>
                <a:lnTo>
                  <a:pt x="914" y="2004"/>
                </a:lnTo>
                <a:lnTo>
                  <a:pt x="913" y="2004"/>
                </a:lnTo>
                <a:lnTo>
                  <a:pt x="913" y="2003"/>
                </a:lnTo>
                <a:lnTo>
                  <a:pt x="912" y="2003"/>
                </a:lnTo>
                <a:lnTo>
                  <a:pt x="911" y="2057"/>
                </a:lnTo>
                <a:lnTo>
                  <a:pt x="910" y="2057"/>
                </a:lnTo>
                <a:lnTo>
                  <a:pt x="910" y="2056"/>
                </a:lnTo>
                <a:lnTo>
                  <a:pt x="909" y="2056"/>
                </a:lnTo>
                <a:lnTo>
                  <a:pt x="908" y="2056"/>
                </a:lnTo>
                <a:lnTo>
                  <a:pt x="908" y="2055"/>
                </a:lnTo>
                <a:lnTo>
                  <a:pt x="907" y="2055"/>
                </a:lnTo>
                <a:lnTo>
                  <a:pt x="906" y="2055"/>
                </a:lnTo>
                <a:lnTo>
                  <a:pt x="906" y="2054"/>
                </a:lnTo>
                <a:lnTo>
                  <a:pt x="905" y="2109"/>
                </a:lnTo>
                <a:lnTo>
                  <a:pt x="904" y="2108"/>
                </a:lnTo>
                <a:lnTo>
                  <a:pt x="903" y="2108"/>
                </a:lnTo>
                <a:lnTo>
                  <a:pt x="902" y="2107"/>
                </a:lnTo>
                <a:lnTo>
                  <a:pt x="901" y="2107"/>
                </a:lnTo>
                <a:lnTo>
                  <a:pt x="900" y="2107"/>
                </a:lnTo>
                <a:lnTo>
                  <a:pt x="900" y="2106"/>
                </a:lnTo>
                <a:lnTo>
                  <a:pt x="899" y="2106"/>
                </a:lnTo>
                <a:lnTo>
                  <a:pt x="898" y="2105"/>
                </a:lnTo>
                <a:lnTo>
                  <a:pt x="897" y="2105"/>
                </a:lnTo>
                <a:lnTo>
                  <a:pt x="896" y="2104"/>
                </a:lnTo>
                <a:lnTo>
                  <a:pt x="895" y="2104"/>
                </a:lnTo>
                <a:lnTo>
                  <a:pt x="895" y="2159"/>
                </a:lnTo>
                <a:lnTo>
                  <a:pt x="894" y="2158"/>
                </a:lnTo>
                <a:lnTo>
                  <a:pt x="893" y="2158"/>
                </a:lnTo>
                <a:lnTo>
                  <a:pt x="892" y="2158"/>
                </a:lnTo>
                <a:lnTo>
                  <a:pt x="892" y="2157"/>
                </a:lnTo>
                <a:lnTo>
                  <a:pt x="891" y="2157"/>
                </a:lnTo>
                <a:lnTo>
                  <a:pt x="890" y="2157"/>
                </a:lnTo>
                <a:lnTo>
                  <a:pt x="890" y="2156"/>
                </a:lnTo>
                <a:lnTo>
                  <a:pt x="889" y="2156"/>
                </a:lnTo>
                <a:lnTo>
                  <a:pt x="888" y="2155"/>
                </a:lnTo>
                <a:lnTo>
                  <a:pt x="887" y="2155"/>
                </a:lnTo>
                <a:lnTo>
                  <a:pt x="886" y="2155"/>
                </a:lnTo>
                <a:lnTo>
                  <a:pt x="886" y="2154"/>
                </a:lnTo>
                <a:lnTo>
                  <a:pt x="885" y="2154"/>
                </a:lnTo>
                <a:lnTo>
                  <a:pt x="884" y="2153"/>
                </a:lnTo>
                <a:lnTo>
                  <a:pt x="883" y="2153"/>
                </a:lnTo>
                <a:lnTo>
                  <a:pt x="882" y="2208"/>
                </a:lnTo>
                <a:lnTo>
                  <a:pt x="881" y="2208"/>
                </a:lnTo>
                <a:lnTo>
                  <a:pt x="881" y="2207"/>
                </a:lnTo>
                <a:lnTo>
                  <a:pt x="880" y="2207"/>
                </a:lnTo>
                <a:lnTo>
                  <a:pt x="879" y="2207"/>
                </a:lnTo>
                <a:lnTo>
                  <a:pt x="879" y="2206"/>
                </a:lnTo>
                <a:lnTo>
                  <a:pt x="878" y="2206"/>
                </a:lnTo>
                <a:lnTo>
                  <a:pt x="877" y="2206"/>
                </a:lnTo>
                <a:lnTo>
                  <a:pt x="876" y="2205"/>
                </a:lnTo>
                <a:lnTo>
                  <a:pt x="875" y="2205"/>
                </a:lnTo>
                <a:lnTo>
                  <a:pt x="875" y="2204"/>
                </a:lnTo>
                <a:lnTo>
                  <a:pt x="874" y="2204"/>
                </a:lnTo>
                <a:lnTo>
                  <a:pt x="873" y="2204"/>
                </a:lnTo>
                <a:lnTo>
                  <a:pt x="873" y="2203"/>
                </a:lnTo>
                <a:lnTo>
                  <a:pt x="872" y="2203"/>
                </a:lnTo>
                <a:lnTo>
                  <a:pt x="871" y="2203"/>
                </a:lnTo>
                <a:lnTo>
                  <a:pt x="871" y="2202"/>
                </a:lnTo>
                <a:lnTo>
                  <a:pt x="870" y="2202"/>
                </a:lnTo>
                <a:lnTo>
                  <a:pt x="869" y="2202"/>
                </a:lnTo>
                <a:lnTo>
                  <a:pt x="869" y="2201"/>
                </a:lnTo>
                <a:lnTo>
                  <a:pt x="868" y="2201"/>
                </a:lnTo>
                <a:lnTo>
                  <a:pt x="867" y="2200"/>
                </a:lnTo>
                <a:lnTo>
                  <a:pt x="866" y="2200"/>
                </a:lnTo>
                <a:lnTo>
                  <a:pt x="865" y="2200"/>
                </a:lnTo>
                <a:lnTo>
                  <a:pt x="865" y="2199"/>
                </a:lnTo>
                <a:lnTo>
                  <a:pt x="864" y="2199"/>
                </a:lnTo>
                <a:lnTo>
                  <a:pt x="863" y="2199"/>
                </a:lnTo>
                <a:lnTo>
                  <a:pt x="863" y="2255"/>
                </a:lnTo>
                <a:lnTo>
                  <a:pt x="862" y="2255"/>
                </a:lnTo>
                <a:lnTo>
                  <a:pt x="862" y="2254"/>
                </a:lnTo>
                <a:lnTo>
                  <a:pt x="861" y="2254"/>
                </a:lnTo>
                <a:lnTo>
                  <a:pt x="861" y="2311"/>
                </a:lnTo>
                <a:lnTo>
                  <a:pt x="860" y="2310"/>
                </a:lnTo>
                <a:lnTo>
                  <a:pt x="859" y="2310"/>
                </a:lnTo>
                <a:lnTo>
                  <a:pt x="858" y="2309"/>
                </a:lnTo>
                <a:lnTo>
                  <a:pt x="857" y="2309"/>
                </a:lnTo>
                <a:lnTo>
                  <a:pt x="856" y="2308"/>
                </a:lnTo>
                <a:lnTo>
                  <a:pt x="855" y="2308"/>
                </a:lnTo>
                <a:lnTo>
                  <a:pt x="854" y="2307"/>
                </a:lnTo>
                <a:lnTo>
                  <a:pt x="853" y="2307"/>
                </a:lnTo>
                <a:lnTo>
                  <a:pt x="853" y="2364"/>
                </a:lnTo>
                <a:lnTo>
                  <a:pt x="852" y="2364"/>
                </a:lnTo>
                <a:lnTo>
                  <a:pt x="852" y="2363"/>
                </a:lnTo>
                <a:lnTo>
                  <a:pt x="851" y="2363"/>
                </a:lnTo>
                <a:lnTo>
                  <a:pt x="850" y="2362"/>
                </a:lnTo>
                <a:lnTo>
                  <a:pt x="849" y="2362"/>
                </a:lnTo>
                <a:lnTo>
                  <a:pt x="848" y="2361"/>
                </a:lnTo>
                <a:lnTo>
                  <a:pt x="847" y="2361"/>
                </a:lnTo>
                <a:lnTo>
                  <a:pt x="846" y="2361"/>
                </a:lnTo>
                <a:lnTo>
                  <a:pt x="846" y="2360"/>
                </a:lnTo>
                <a:lnTo>
                  <a:pt x="845" y="2360"/>
                </a:lnTo>
                <a:lnTo>
                  <a:pt x="844" y="2359"/>
                </a:lnTo>
                <a:lnTo>
                  <a:pt x="843" y="2359"/>
                </a:lnTo>
                <a:lnTo>
                  <a:pt x="842" y="2358"/>
                </a:lnTo>
                <a:lnTo>
                  <a:pt x="841" y="2358"/>
                </a:lnTo>
                <a:lnTo>
                  <a:pt x="840" y="2357"/>
                </a:lnTo>
                <a:lnTo>
                  <a:pt x="839" y="2357"/>
                </a:lnTo>
                <a:lnTo>
                  <a:pt x="838" y="2356"/>
                </a:lnTo>
                <a:lnTo>
                  <a:pt x="837" y="2356"/>
                </a:lnTo>
                <a:lnTo>
                  <a:pt x="836" y="2355"/>
                </a:lnTo>
                <a:lnTo>
                  <a:pt x="835" y="2355"/>
                </a:lnTo>
                <a:lnTo>
                  <a:pt x="834" y="2354"/>
                </a:lnTo>
                <a:lnTo>
                  <a:pt x="833" y="2354"/>
                </a:lnTo>
                <a:lnTo>
                  <a:pt x="832" y="2353"/>
                </a:lnTo>
                <a:lnTo>
                  <a:pt x="831" y="2353"/>
                </a:lnTo>
                <a:lnTo>
                  <a:pt x="831" y="2352"/>
                </a:lnTo>
                <a:lnTo>
                  <a:pt x="830" y="2352"/>
                </a:lnTo>
                <a:lnTo>
                  <a:pt x="829" y="2352"/>
                </a:lnTo>
                <a:lnTo>
                  <a:pt x="829" y="2351"/>
                </a:lnTo>
                <a:lnTo>
                  <a:pt x="828" y="2351"/>
                </a:lnTo>
                <a:lnTo>
                  <a:pt x="827" y="2351"/>
                </a:lnTo>
                <a:lnTo>
                  <a:pt x="826" y="2350"/>
                </a:lnTo>
                <a:lnTo>
                  <a:pt x="826" y="2408"/>
                </a:lnTo>
                <a:lnTo>
                  <a:pt x="825" y="2408"/>
                </a:lnTo>
                <a:lnTo>
                  <a:pt x="824" y="2466"/>
                </a:lnTo>
                <a:lnTo>
                  <a:pt x="823" y="2465"/>
                </a:lnTo>
                <a:lnTo>
                  <a:pt x="822" y="2465"/>
                </a:lnTo>
                <a:lnTo>
                  <a:pt x="821" y="2464"/>
                </a:lnTo>
                <a:lnTo>
                  <a:pt x="820" y="2464"/>
                </a:lnTo>
                <a:lnTo>
                  <a:pt x="819" y="2463"/>
                </a:lnTo>
                <a:lnTo>
                  <a:pt x="818" y="2463"/>
                </a:lnTo>
                <a:lnTo>
                  <a:pt x="817" y="2462"/>
                </a:lnTo>
                <a:lnTo>
                  <a:pt x="816" y="2462"/>
                </a:lnTo>
                <a:lnTo>
                  <a:pt x="815" y="2461"/>
                </a:lnTo>
                <a:lnTo>
                  <a:pt x="815" y="2520"/>
                </a:lnTo>
                <a:lnTo>
                  <a:pt x="814" y="2520"/>
                </a:lnTo>
                <a:lnTo>
                  <a:pt x="813" y="2519"/>
                </a:lnTo>
                <a:lnTo>
                  <a:pt x="812" y="2519"/>
                </a:lnTo>
                <a:lnTo>
                  <a:pt x="811" y="2518"/>
                </a:lnTo>
                <a:lnTo>
                  <a:pt x="810" y="2518"/>
                </a:lnTo>
                <a:lnTo>
                  <a:pt x="809" y="2517"/>
                </a:lnTo>
                <a:lnTo>
                  <a:pt x="809" y="2577"/>
                </a:lnTo>
                <a:lnTo>
                  <a:pt x="808" y="2576"/>
                </a:lnTo>
                <a:lnTo>
                  <a:pt x="807" y="2576"/>
                </a:lnTo>
                <a:lnTo>
                  <a:pt x="806" y="2575"/>
                </a:lnTo>
                <a:lnTo>
                  <a:pt x="805" y="2575"/>
                </a:lnTo>
                <a:lnTo>
                  <a:pt x="805" y="2574"/>
                </a:lnTo>
                <a:lnTo>
                  <a:pt x="804" y="2574"/>
                </a:lnTo>
                <a:lnTo>
                  <a:pt x="803" y="2574"/>
                </a:lnTo>
                <a:lnTo>
                  <a:pt x="802" y="2633"/>
                </a:lnTo>
                <a:lnTo>
                  <a:pt x="801" y="2632"/>
                </a:lnTo>
                <a:lnTo>
                  <a:pt x="800" y="2632"/>
                </a:lnTo>
                <a:lnTo>
                  <a:pt x="799" y="2631"/>
                </a:lnTo>
                <a:lnTo>
                  <a:pt x="798" y="2631"/>
                </a:lnTo>
                <a:lnTo>
                  <a:pt x="798" y="2630"/>
                </a:lnTo>
                <a:lnTo>
                  <a:pt x="797" y="2630"/>
                </a:lnTo>
                <a:lnTo>
                  <a:pt x="796" y="2630"/>
                </a:lnTo>
                <a:lnTo>
                  <a:pt x="795" y="2629"/>
                </a:lnTo>
                <a:lnTo>
                  <a:pt x="794" y="2629"/>
                </a:lnTo>
                <a:lnTo>
                  <a:pt x="794" y="2628"/>
                </a:lnTo>
                <a:lnTo>
                  <a:pt x="793" y="2628"/>
                </a:lnTo>
                <a:lnTo>
                  <a:pt x="792" y="2628"/>
                </a:lnTo>
                <a:lnTo>
                  <a:pt x="792" y="2627"/>
                </a:lnTo>
                <a:lnTo>
                  <a:pt x="791" y="2627"/>
                </a:lnTo>
                <a:lnTo>
                  <a:pt x="790" y="2627"/>
                </a:lnTo>
                <a:lnTo>
                  <a:pt x="789" y="2626"/>
                </a:lnTo>
                <a:lnTo>
                  <a:pt x="788" y="2626"/>
                </a:lnTo>
                <a:lnTo>
                  <a:pt x="788" y="2625"/>
                </a:lnTo>
                <a:lnTo>
                  <a:pt x="787" y="2686"/>
                </a:lnTo>
                <a:lnTo>
                  <a:pt x="786" y="2685"/>
                </a:lnTo>
                <a:lnTo>
                  <a:pt x="785" y="2685"/>
                </a:lnTo>
                <a:lnTo>
                  <a:pt x="785" y="2684"/>
                </a:lnTo>
                <a:lnTo>
                  <a:pt x="784" y="2684"/>
                </a:lnTo>
                <a:lnTo>
                  <a:pt x="783" y="2683"/>
                </a:lnTo>
                <a:lnTo>
                  <a:pt x="782" y="2683"/>
                </a:lnTo>
                <a:lnTo>
                  <a:pt x="781" y="2683"/>
                </a:lnTo>
                <a:lnTo>
                  <a:pt x="781" y="2682"/>
                </a:lnTo>
                <a:lnTo>
                  <a:pt x="780" y="2682"/>
                </a:lnTo>
                <a:lnTo>
                  <a:pt x="779" y="2682"/>
                </a:lnTo>
                <a:lnTo>
                  <a:pt x="779" y="2681"/>
                </a:lnTo>
                <a:lnTo>
                  <a:pt x="778" y="2681"/>
                </a:lnTo>
                <a:lnTo>
                  <a:pt x="777" y="2680"/>
                </a:lnTo>
                <a:lnTo>
                  <a:pt x="776" y="2680"/>
                </a:lnTo>
                <a:lnTo>
                  <a:pt x="775" y="2680"/>
                </a:lnTo>
                <a:lnTo>
                  <a:pt x="775" y="2679"/>
                </a:lnTo>
                <a:lnTo>
                  <a:pt x="774" y="2679"/>
                </a:lnTo>
                <a:lnTo>
                  <a:pt x="773" y="2678"/>
                </a:lnTo>
                <a:lnTo>
                  <a:pt x="772" y="2678"/>
                </a:lnTo>
                <a:lnTo>
                  <a:pt x="771" y="2677"/>
                </a:lnTo>
                <a:lnTo>
                  <a:pt x="770" y="2677"/>
                </a:lnTo>
                <a:lnTo>
                  <a:pt x="769" y="2677"/>
                </a:lnTo>
                <a:lnTo>
                  <a:pt x="769" y="2676"/>
                </a:lnTo>
                <a:lnTo>
                  <a:pt x="768" y="2676"/>
                </a:lnTo>
                <a:lnTo>
                  <a:pt x="767" y="2675"/>
                </a:lnTo>
                <a:lnTo>
                  <a:pt x="766" y="2675"/>
                </a:lnTo>
                <a:lnTo>
                  <a:pt x="765" y="2674"/>
                </a:lnTo>
                <a:lnTo>
                  <a:pt x="764" y="2674"/>
                </a:lnTo>
                <a:lnTo>
                  <a:pt x="764" y="2673"/>
                </a:lnTo>
                <a:lnTo>
                  <a:pt x="763" y="2673"/>
                </a:lnTo>
                <a:lnTo>
                  <a:pt x="762" y="2673"/>
                </a:lnTo>
                <a:lnTo>
                  <a:pt x="761" y="2672"/>
                </a:lnTo>
                <a:lnTo>
                  <a:pt x="760" y="2672"/>
                </a:lnTo>
                <a:lnTo>
                  <a:pt x="759" y="2671"/>
                </a:lnTo>
                <a:lnTo>
                  <a:pt x="758" y="2671"/>
                </a:lnTo>
                <a:lnTo>
                  <a:pt x="758" y="2670"/>
                </a:lnTo>
                <a:lnTo>
                  <a:pt x="757" y="2670"/>
                </a:lnTo>
                <a:lnTo>
                  <a:pt x="756" y="2670"/>
                </a:lnTo>
                <a:lnTo>
                  <a:pt x="755" y="2669"/>
                </a:lnTo>
                <a:lnTo>
                  <a:pt x="754" y="2669"/>
                </a:lnTo>
                <a:lnTo>
                  <a:pt x="754" y="2668"/>
                </a:lnTo>
                <a:lnTo>
                  <a:pt x="753" y="2668"/>
                </a:lnTo>
                <a:lnTo>
                  <a:pt x="752" y="2668"/>
                </a:lnTo>
                <a:lnTo>
                  <a:pt x="752" y="2667"/>
                </a:lnTo>
                <a:lnTo>
                  <a:pt x="751" y="2667"/>
                </a:lnTo>
                <a:lnTo>
                  <a:pt x="750" y="2729"/>
                </a:lnTo>
                <a:lnTo>
                  <a:pt x="749" y="2729"/>
                </a:lnTo>
                <a:lnTo>
                  <a:pt x="749" y="2728"/>
                </a:lnTo>
                <a:lnTo>
                  <a:pt x="748" y="2728"/>
                </a:lnTo>
                <a:lnTo>
                  <a:pt x="747" y="2727"/>
                </a:lnTo>
                <a:lnTo>
                  <a:pt x="746" y="2727"/>
                </a:lnTo>
                <a:lnTo>
                  <a:pt x="745" y="2727"/>
                </a:lnTo>
                <a:lnTo>
                  <a:pt x="745" y="2726"/>
                </a:lnTo>
                <a:lnTo>
                  <a:pt x="744" y="2726"/>
                </a:lnTo>
                <a:lnTo>
                  <a:pt x="743" y="2725"/>
                </a:lnTo>
                <a:lnTo>
                  <a:pt x="742" y="2725"/>
                </a:lnTo>
                <a:lnTo>
                  <a:pt x="741" y="2724"/>
                </a:lnTo>
                <a:lnTo>
                  <a:pt x="740" y="2724"/>
                </a:lnTo>
                <a:lnTo>
                  <a:pt x="739" y="2724"/>
                </a:lnTo>
                <a:lnTo>
                  <a:pt x="739" y="2723"/>
                </a:lnTo>
                <a:lnTo>
                  <a:pt x="738" y="2723"/>
                </a:lnTo>
                <a:lnTo>
                  <a:pt x="737" y="2722"/>
                </a:lnTo>
                <a:lnTo>
                  <a:pt x="736" y="2722"/>
                </a:lnTo>
                <a:lnTo>
                  <a:pt x="735" y="2721"/>
                </a:lnTo>
                <a:lnTo>
                  <a:pt x="735" y="2784"/>
                </a:lnTo>
                <a:lnTo>
                  <a:pt x="734" y="2784"/>
                </a:lnTo>
                <a:lnTo>
                  <a:pt x="733" y="2783"/>
                </a:lnTo>
                <a:lnTo>
                  <a:pt x="732" y="2783"/>
                </a:lnTo>
                <a:lnTo>
                  <a:pt x="731" y="2782"/>
                </a:lnTo>
                <a:lnTo>
                  <a:pt x="730" y="2782"/>
                </a:lnTo>
                <a:lnTo>
                  <a:pt x="729" y="2781"/>
                </a:lnTo>
                <a:lnTo>
                  <a:pt x="728" y="2781"/>
                </a:lnTo>
                <a:lnTo>
                  <a:pt x="727" y="2780"/>
                </a:lnTo>
                <a:lnTo>
                  <a:pt x="726" y="2780"/>
                </a:lnTo>
                <a:lnTo>
                  <a:pt x="725" y="2779"/>
                </a:lnTo>
                <a:lnTo>
                  <a:pt x="724" y="2779"/>
                </a:lnTo>
                <a:lnTo>
                  <a:pt x="724" y="2778"/>
                </a:lnTo>
                <a:lnTo>
                  <a:pt x="723" y="2778"/>
                </a:lnTo>
                <a:lnTo>
                  <a:pt x="722" y="2778"/>
                </a:lnTo>
                <a:lnTo>
                  <a:pt x="721" y="2841"/>
                </a:lnTo>
                <a:lnTo>
                  <a:pt x="721" y="2840"/>
                </a:lnTo>
                <a:lnTo>
                  <a:pt x="720" y="2840"/>
                </a:lnTo>
                <a:lnTo>
                  <a:pt x="719" y="2840"/>
                </a:lnTo>
                <a:lnTo>
                  <a:pt x="719" y="2839"/>
                </a:lnTo>
                <a:lnTo>
                  <a:pt x="718" y="2839"/>
                </a:lnTo>
                <a:lnTo>
                  <a:pt x="717" y="2839"/>
                </a:lnTo>
                <a:lnTo>
                  <a:pt x="717" y="2838"/>
                </a:lnTo>
                <a:lnTo>
                  <a:pt x="716" y="2838"/>
                </a:lnTo>
                <a:lnTo>
                  <a:pt x="715" y="2838"/>
                </a:lnTo>
                <a:lnTo>
                  <a:pt x="715" y="2837"/>
                </a:lnTo>
                <a:lnTo>
                  <a:pt x="714" y="2901"/>
                </a:lnTo>
                <a:lnTo>
                  <a:pt x="713" y="2900"/>
                </a:lnTo>
                <a:lnTo>
                  <a:pt x="712" y="2900"/>
                </a:lnTo>
                <a:lnTo>
                  <a:pt x="711" y="2900"/>
                </a:lnTo>
                <a:lnTo>
                  <a:pt x="711" y="2899"/>
                </a:lnTo>
                <a:lnTo>
                  <a:pt x="710" y="2899"/>
                </a:lnTo>
                <a:lnTo>
                  <a:pt x="709" y="2899"/>
                </a:lnTo>
                <a:lnTo>
                  <a:pt x="709" y="2898"/>
                </a:lnTo>
                <a:lnTo>
                  <a:pt x="708" y="2898"/>
                </a:lnTo>
                <a:lnTo>
                  <a:pt x="707" y="2897"/>
                </a:lnTo>
                <a:lnTo>
                  <a:pt x="706" y="2897"/>
                </a:lnTo>
                <a:lnTo>
                  <a:pt x="705" y="2897"/>
                </a:lnTo>
                <a:lnTo>
                  <a:pt x="705" y="2896"/>
                </a:lnTo>
                <a:lnTo>
                  <a:pt x="704" y="2896"/>
                </a:lnTo>
                <a:lnTo>
                  <a:pt x="703" y="2895"/>
                </a:lnTo>
                <a:lnTo>
                  <a:pt x="702" y="2895"/>
                </a:lnTo>
                <a:lnTo>
                  <a:pt x="701" y="2894"/>
                </a:lnTo>
                <a:lnTo>
                  <a:pt x="700" y="2894"/>
                </a:lnTo>
                <a:lnTo>
                  <a:pt x="699" y="2893"/>
                </a:lnTo>
                <a:lnTo>
                  <a:pt x="698" y="2893"/>
                </a:lnTo>
                <a:lnTo>
                  <a:pt x="697" y="2892"/>
                </a:lnTo>
                <a:lnTo>
                  <a:pt x="696" y="2892"/>
                </a:lnTo>
                <a:lnTo>
                  <a:pt x="695" y="2891"/>
                </a:lnTo>
                <a:lnTo>
                  <a:pt x="694" y="2891"/>
                </a:lnTo>
                <a:lnTo>
                  <a:pt x="694" y="2890"/>
                </a:lnTo>
                <a:lnTo>
                  <a:pt x="693" y="2890"/>
                </a:lnTo>
                <a:lnTo>
                  <a:pt x="692" y="2890"/>
                </a:lnTo>
                <a:lnTo>
                  <a:pt x="691" y="2889"/>
                </a:lnTo>
                <a:lnTo>
                  <a:pt x="690" y="2889"/>
                </a:lnTo>
                <a:lnTo>
                  <a:pt x="690" y="2888"/>
                </a:lnTo>
                <a:lnTo>
                  <a:pt x="689" y="2888"/>
                </a:lnTo>
                <a:lnTo>
                  <a:pt x="688" y="2888"/>
                </a:lnTo>
                <a:lnTo>
                  <a:pt x="688" y="2887"/>
                </a:lnTo>
                <a:lnTo>
                  <a:pt x="687" y="2887"/>
                </a:lnTo>
                <a:lnTo>
                  <a:pt x="686" y="2887"/>
                </a:lnTo>
                <a:lnTo>
                  <a:pt x="685" y="2886"/>
                </a:lnTo>
                <a:lnTo>
                  <a:pt x="685" y="2952"/>
                </a:lnTo>
                <a:lnTo>
                  <a:pt x="684" y="2951"/>
                </a:lnTo>
                <a:lnTo>
                  <a:pt x="683" y="2951"/>
                </a:lnTo>
                <a:lnTo>
                  <a:pt x="682" y="3017"/>
                </a:lnTo>
                <a:lnTo>
                  <a:pt x="682" y="3016"/>
                </a:lnTo>
                <a:lnTo>
                  <a:pt x="681" y="3016"/>
                </a:lnTo>
                <a:lnTo>
                  <a:pt x="680" y="3015"/>
                </a:lnTo>
                <a:lnTo>
                  <a:pt x="679" y="3015"/>
                </a:lnTo>
                <a:lnTo>
                  <a:pt x="678" y="3014"/>
                </a:lnTo>
                <a:lnTo>
                  <a:pt x="677" y="3014"/>
                </a:lnTo>
                <a:lnTo>
                  <a:pt x="676" y="3013"/>
                </a:lnTo>
                <a:lnTo>
                  <a:pt x="675" y="3013"/>
                </a:lnTo>
                <a:lnTo>
                  <a:pt x="674" y="3012"/>
                </a:lnTo>
                <a:lnTo>
                  <a:pt x="673" y="3012"/>
                </a:lnTo>
                <a:lnTo>
                  <a:pt x="672" y="3011"/>
                </a:lnTo>
                <a:lnTo>
                  <a:pt x="671" y="3011"/>
                </a:lnTo>
                <a:lnTo>
                  <a:pt x="671" y="3010"/>
                </a:lnTo>
                <a:lnTo>
                  <a:pt x="670" y="3010"/>
                </a:lnTo>
                <a:lnTo>
                  <a:pt x="669" y="3010"/>
                </a:lnTo>
                <a:lnTo>
                  <a:pt x="668" y="3009"/>
                </a:lnTo>
                <a:lnTo>
                  <a:pt x="667" y="3009"/>
                </a:lnTo>
                <a:lnTo>
                  <a:pt x="667" y="3008"/>
                </a:lnTo>
                <a:lnTo>
                  <a:pt x="666" y="3008"/>
                </a:lnTo>
                <a:lnTo>
                  <a:pt x="665" y="3008"/>
                </a:lnTo>
                <a:lnTo>
                  <a:pt x="665" y="3007"/>
                </a:lnTo>
                <a:lnTo>
                  <a:pt x="664" y="3074"/>
                </a:lnTo>
                <a:lnTo>
                  <a:pt x="663" y="3073"/>
                </a:lnTo>
                <a:lnTo>
                  <a:pt x="662" y="3073"/>
                </a:lnTo>
                <a:lnTo>
                  <a:pt x="661" y="3139"/>
                </a:lnTo>
                <a:lnTo>
                  <a:pt x="660" y="3138"/>
                </a:lnTo>
                <a:lnTo>
                  <a:pt x="659" y="3138"/>
                </a:lnTo>
                <a:lnTo>
                  <a:pt x="658" y="3138"/>
                </a:lnTo>
                <a:lnTo>
                  <a:pt x="658" y="3137"/>
                </a:lnTo>
                <a:lnTo>
                  <a:pt x="657" y="3204"/>
                </a:lnTo>
                <a:lnTo>
                  <a:pt x="656" y="3203"/>
                </a:lnTo>
                <a:lnTo>
                  <a:pt x="655" y="3203"/>
                </a:lnTo>
                <a:lnTo>
                  <a:pt x="654" y="3203"/>
                </a:lnTo>
                <a:lnTo>
                  <a:pt x="654" y="3202"/>
                </a:lnTo>
                <a:lnTo>
                  <a:pt x="653" y="3202"/>
                </a:lnTo>
                <a:lnTo>
                  <a:pt x="652" y="3202"/>
                </a:lnTo>
                <a:lnTo>
                  <a:pt x="652" y="3201"/>
                </a:lnTo>
                <a:lnTo>
                  <a:pt x="651" y="3201"/>
                </a:lnTo>
                <a:lnTo>
                  <a:pt x="650" y="3200"/>
                </a:lnTo>
                <a:lnTo>
                  <a:pt x="649" y="3200"/>
                </a:lnTo>
                <a:lnTo>
                  <a:pt x="648" y="3199"/>
                </a:lnTo>
                <a:lnTo>
                  <a:pt x="647" y="3199"/>
                </a:lnTo>
                <a:lnTo>
                  <a:pt x="646" y="3266"/>
                </a:lnTo>
                <a:lnTo>
                  <a:pt x="645" y="3266"/>
                </a:lnTo>
                <a:lnTo>
                  <a:pt x="645" y="3265"/>
                </a:lnTo>
                <a:lnTo>
                  <a:pt x="644" y="3265"/>
                </a:lnTo>
                <a:lnTo>
                  <a:pt x="643" y="3264"/>
                </a:lnTo>
                <a:lnTo>
                  <a:pt x="642" y="3264"/>
                </a:lnTo>
                <a:lnTo>
                  <a:pt x="641" y="3264"/>
                </a:lnTo>
                <a:lnTo>
                  <a:pt x="641" y="3263"/>
                </a:lnTo>
                <a:lnTo>
                  <a:pt x="640" y="3263"/>
                </a:lnTo>
                <a:lnTo>
                  <a:pt x="639" y="3262"/>
                </a:lnTo>
                <a:lnTo>
                  <a:pt x="638" y="3262"/>
                </a:lnTo>
                <a:lnTo>
                  <a:pt x="637" y="3261"/>
                </a:lnTo>
                <a:lnTo>
                  <a:pt x="636" y="3261"/>
                </a:lnTo>
                <a:lnTo>
                  <a:pt x="635" y="3261"/>
                </a:lnTo>
                <a:lnTo>
                  <a:pt x="635" y="3260"/>
                </a:lnTo>
                <a:lnTo>
                  <a:pt x="634" y="3260"/>
                </a:lnTo>
                <a:lnTo>
                  <a:pt x="633" y="3259"/>
                </a:lnTo>
                <a:lnTo>
                  <a:pt x="632" y="3259"/>
                </a:lnTo>
                <a:lnTo>
                  <a:pt x="631" y="3327"/>
                </a:lnTo>
                <a:lnTo>
                  <a:pt x="631" y="3395"/>
                </a:lnTo>
                <a:lnTo>
                  <a:pt x="630" y="3395"/>
                </a:lnTo>
                <a:lnTo>
                  <a:pt x="629" y="3395"/>
                </a:lnTo>
                <a:lnTo>
                  <a:pt x="628" y="3394"/>
                </a:lnTo>
                <a:lnTo>
                  <a:pt x="627" y="3394"/>
                </a:lnTo>
                <a:lnTo>
                  <a:pt x="627" y="3393"/>
                </a:lnTo>
                <a:lnTo>
                  <a:pt x="626" y="3393"/>
                </a:lnTo>
                <a:lnTo>
                  <a:pt x="625" y="3393"/>
                </a:lnTo>
                <a:lnTo>
                  <a:pt x="625" y="3392"/>
                </a:lnTo>
                <a:lnTo>
                  <a:pt x="624" y="3392"/>
                </a:lnTo>
                <a:lnTo>
                  <a:pt x="623" y="3392"/>
                </a:lnTo>
                <a:lnTo>
                  <a:pt x="623" y="3391"/>
                </a:lnTo>
                <a:lnTo>
                  <a:pt x="622" y="3391"/>
                </a:lnTo>
                <a:lnTo>
                  <a:pt x="621" y="3391"/>
                </a:lnTo>
                <a:lnTo>
                  <a:pt x="621" y="3390"/>
                </a:lnTo>
                <a:lnTo>
                  <a:pt x="620" y="3390"/>
                </a:lnTo>
                <a:lnTo>
                  <a:pt x="619" y="3389"/>
                </a:lnTo>
                <a:lnTo>
                  <a:pt x="618" y="3389"/>
                </a:lnTo>
                <a:lnTo>
                  <a:pt x="618" y="3458"/>
                </a:lnTo>
                <a:lnTo>
                  <a:pt x="617" y="3458"/>
                </a:lnTo>
                <a:lnTo>
                  <a:pt x="616" y="3457"/>
                </a:lnTo>
                <a:lnTo>
                  <a:pt x="615" y="3457"/>
                </a:lnTo>
                <a:lnTo>
                  <a:pt x="614" y="3457"/>
                </a:lnTo>
                <a:lnTo>
                  <a:pt x="614" y="3456"/>
                </a:lnTo>
                <a:lnTo>
                  <a:pt x="613" y="3456"/>
                </a:lnTo>
                <a:lnTo>
                  <a:pt x="612" y="3455"/>
                </a:lnTo>
                <a:lnTo>
                  <a:pt x="611" y="3455"/>
                </a:lnTo>
                <a:lnTo>
                  <a:pt x="610" y="3525"/>
                </a:lnTo>
                <a:lnTo>
                  <a:pt x="609" y="3524"/>
                </a:lnTo>
                <a:lnTo>
                  <a:pt x="608" y="3524"/>
                </a:lnTo>
                <a:lnTo>
                  <a:pt x="607" y="3523"/>
                </a:lnTo>
                <a:lnTo>
                  <a:pt x="606" y="3523"/>
                </a:lnTo>
                <a:lnTo>
                  <a:pt x="605" y="3522"/>
                </a:lnTo>
                <a:lnTo>
                  <a:pt x="604" y="3522"/>
                </a:lnTo>
                <a:lnTo>
                  <a:pt x="603" y="3521"/>
                </a:lnTo>
                <a:lnTo>
                  <a:pt x="602" y="3521"/>
                </a:lnTo>
                <a:lnTo>
                  <a:pt x="601" y="3520"/>
                </a:lnTo>
                <a:lnTo>
                  <a:pt x="600" y="3520"/>
                </a:lnTo>
                <a:lnTo>
                  <a:pt x="600" y="3519"/>
                </a:lnTo>
                <a:lnTo>
                  <a:pt x="599" y="3519"/>
                </a:lnTo>
                <a:lnTo>
                  <a:pt x="598" y="3519"/>
                </a:lnTo>
                <a:lnTo>
                  <a:pt x="598" y="3518"/>
                </a:lnTo>
                <a:lnTo>
                  <a:pt x="597" y="3518"/>
                </a:lnTo>
                <a:lnTo>
                  <a:pt x="596" y="3518"/>
                </a:lnTo>
                <a:lnTo>
                  <a:pt x="595" y="3517"/>
                </a:lnTo>
                <a:lnTo>
                  <a:pt x="594" y="3517"/>
                </a:lnTo>
                <a:lnTo>
                  <a:pt x="594" y="3516"/>
                </a:lnTo>
                <a:lnTo>
                  <a:pt x="593" y="3516"/>
                </a:lnTo>
                <a:lnTo>
                  <a:pt x="592" y="3515"/>
                </a:lnTo>
                <a:lnTo>
                  <a:pt x="591" y="3515"/>
                </a:lnTo>
                <a:lnTo>
                  <a:pt x="590" y="3515"/>
                </a:lnTo>
                <a:lnTo>
                  <a:pt x="590" y="3514"/>
                </a:lnTo>
                <a:lnTo>
                  <a:pt x="589" y="3514"/>
                </a:lnTo>
                <a:lnTo>
                  <a:pt x="588" y="3514"/>
                </a:lnTo>
                <a:lnTo>
                  <a:pt x="588" y="3513"/>
                </a:lnTo>
                <a:lnTo>
                  <a:pt x="587" y="3513"/>
                </a:lnTo>
                <a:lnTo>
                  <a:pt x="586" y="3512"/>
                </a:lnTo>
                <a:lnTo>
                  <a:pt x="585" y="3512"/>
                </a:lnTo>
                <a:lnTo>
                  <a:pt x="584" y="3512"/>
                </a:lnTo>
                <a:lnTo>
                  <a:pt x="584" y="3511"/>
                </a:lnTo>
                <a:lnTo>
                  <a:pt x="583" y="3511"/>
                </a:lnTo>
                <a:lnTo>
                  <a:pt x="582" y="3510"/>
                </a:lnTo>
                <a:lnTo>
                  <a:pt x="581" y="3510"/>
                </a:lnTo>
                <a:lnTo>
                  <a:pt x="580" y="3509"/>
                </a:lnTo>
                <a:lnTo>
                  <a:pt x="579" y="3509"/>
                </a:lnTo>
                <a:lnTo>
                  <a:pt x="578" y="3509"/>
                </a:lnTo>
                <a:lnTo>
                  <a:pt x="578" y="3508"/>
                </a:lnTo>
                <a:lnTo>
                  <a:pt x="577" y="3581"/>
                </a:lnTo>
                <a:lnTo>
                  <a:pt x="577" y="3580"/>
                </a:lnTo>
                <a:lnTo>
                  <a:pt x="576" y="3580"/>
                </a:lnTo>
                <a:lnTo>
                  <a:pt x="575" y="3580"/>
                </a:lnTo>
                <a:lnTo>
                  <a:pt x="575" y="3579"/>
                </a:lnTo>
                <a:lnTo>
                  <a:pt x="574" y="3579"/>
                </a:lnTo>
                <a:lnTo>
                  <a:pt x="573" y="3579"/>
                </a:lnTo>
                <a:lnTo>
                  <a:pt x="573" y="3578"/>
                </a:lnTo>
                <a:lnTo>
                  <a:pt x="572" y="3578"/>
                </a:lnTo>
                <a:lnTo>
                  <a:pt x="571" y="3578"/>
                </a:lnTo>
                <a:lnTo>
                  <a:pt x="571" y="3577"/>
                </a:lnTo>
                <a:lnTo>
                  <a:pt x="570" y="3650"/>
                </a:lnTo>
                <a:lnTo>
                  <a:pt x="569" y="3650"/>
                </a:lnTo>
                <a:lnTo>
                  <a:pt x="568" y="3650"/>
                </a:lnTo>
                <a:lnTo>
                  <a:pt x="568" y="3649"/>
                </a:lnTo>
                <a:lnTo>
                  <a:pt x="567" y="3649"/>
                </a:lnTo>
                <a:lnTo>
                  <a:pt x="566" y="3648"/>
                </a:lnTo>
                <a:lnTo>
                  <a:pt x="565" y="3648"/>
                </a:lnTo>
                <a:lnTo>
                  <a:pt x="564" y="3647"/>
                </a:lnTo>
                <a:lnTo>
                  <a:pt x="563" y="3647"/>
                </a:lnTo>
                <a:lnTo>
                  <a:pt x="563" y="3646"/>
                </a:lnTo>
                <a:lnTo>
                  <a:pt x="562" y="3646"/>
                </a:lnTo>
                <a:lnTo>
                  <a:pt x="561" y="3646"/>
                </a:lnTo>
                <a:lnTo>
                  <a:pt x="560" y="3719"/>
                </a:lnTo>
                <a:lnTo>
                  <a:pt x="559" y="3719"/>
                </a:lnTo>
                <a:lnTo>
                  <a:pt x="558" y="3718"/>
                </a:lnTo>
                <a:lnTo>
                  <a:pt x="557" y="3718"/>
                </a:lnTo>
                <a:lnTo>
                  <a:pt x="556" y="3717"/>
                </a:lnTo>
                <a:lnTo>
                  <a:pt x="555" y="3717"/>
                </a:lnTo>
                <a:lnTo>
                  <a:pt x="554" y="3716"/>
                </a:lnTo>
                <a:lnTo>
                  <a:pt x="554" y="3791"/>
                </a:lnTo>
                <a:lnTo>
                  <a:pt x="553" y="3790"/>
                </a:lnTo>
                <a:lnTo>
                  <a:pt x="552" y="3790"/>
                </a:lnTo>
                <a:lnTo>
                  <a:pt x="551" y="3790"/>
                </a:lnTo>
                <a:lnTo>
                  <a:pt x="551" y="3789"/>
                </a:lnTo>
                <a:lnTo>
                  <a:pt x="550" y="3789"/>
                </a:lnTo>
                <a:lnTo>
                  <a:pt x="549" y="3863"/>
                </a:lnTo>
                <a:lnTo>
                  <a:pt x="548" y="3863"/>
                </a:lnTo>
                <a:lnTo>
                  <a:pt x="547" y="3937"/>
                </a:lnTo>
                <a:lnTo>
                  <a:pt x="546" y="3936"/>
                </a:lnTo>
                <a:lnTo>
                  <a:pt x="545" y="3936"/>
                </a:lnTo>
                <a:lnTo>
                  <a:pt x="544" y="3936"/>
                </a:lnTo>
                <a:lnTo>
                  <a:pt x="544" y="3935"/>
                </a:lnTo>
                <a:lnTo>
                  <a:pt x="543" y="3935"/>
                </a:lnTo>
                <a:lnTo>
                  <a:pt x="542" y="4010"/>
                </a:lnTo>
                <a:lnTo>
                  <a:pt x="541" y="4009"/>
                </a:lnTo>
                <a:lnTo>
                  <a:pt x="540" y="4009"/>
                </a:lnTo>
                <a:lnTo>
                  <a:pt x="540" y="4008"/>
                </a:lnTo>
                <a:lnTo>
                  <a:pt x="539" y="4008"/>
                </a:lnTo>
                <a:lnTo>
                  <a:pt x="538" y="4008"/>
                </a:lnTo>
                <a:lnTo>
                  <a:pt x="537" y="4007"/>
                </a:lnTo>
                <a:lnTo>
                  <a:pt x="536" y="4007"/>
                </a:lnTo>
                <a:lnTo>
                  <a:pt x="536" y="4006"/>
                </a:lnTo>
                <a:lnTo>
                  <a:pt x="535" y="4006"/>
                </a:lnTo>
                <a:lnTo>
                  <a:pt x="534" y="4006"/>
                </a:lnTo>
                <a:lnTo>
                  <a:pt x="534" y="4005"/>
                </a:lnTo>
                <a:lnTo>
                  <a:pt x="533" y="4005"/>
                </a:lnTo>
                <a:lnTo>
                  <a:pt x="532" y="4081"/>
                </a:lnTo>
                <a:lnTo>
                  <a:pt x="531" y="4080"/>
                </a:lnTo>
                <a:lnTo>
                  <a:pt x="530" y="4080"/>
                </a:lnTo>
                <a:lnTo>
                  <a:pt x="529" y="4079"/>
                </a:lnTo>
                <a:lnTo>
                  <a:pt x="528" y="4079"/>
                </a:lnTo>
                <a:lnTo>
                  <a:pt x="527" y="4078"/>
                </a:lnTo>
                <a:lnTo>
                  <a:pt x="526" y="4078"/>
                </a:lnTo>
                <a:lnTo>
                  <a:pt x="526" y="4077"/>
                </a:lnTo>
                <a:lnTo>
                  <a:pt x="525" y="4077"/>
                </a:lnTo>
                <a:lnTo>
                  <a:pt x="524" y="4077"/>
                </a:lnTo>
                <a:lnTo>
                  <a:pt x="523" y="4076"/>
                </a:lnTo>
                <a:lnTo>
                  <a:pt x="522" y="4076"/>
                </a:lnTo>
                <a:lnTo>
                  <a:pt x="521" y="4075"/>
                </a:lnTo>
                <a:lnTo>
                  <a:pt x="520" y="4075"/>
                </a:lnTo>
                <a:lnTo>
                  <a:pt x="520" y="4074"/>
                </a:lnTo>
                <a:lnTo>
                  <a:pt x="519" y="4074"/>
                </a:lnTo>
                <a:lnTo>
                  <a:pt x="518" y="4074"/>
                </a:lnTo>
                <a:lnTo>
                  <a:pt x="518" y="4073"/>
                </a:lnTo>
                <a:lnTo>
                  <a:pt x="517" y="4073"/>
                </a:lnTo>
                <a:lnTo>
                  <a:pt x="516" y="4073"/>
                </a:lnTo>
                <a:lnTo>
                  <a:pt x="516" y="4072"/>
                </a:lnTo>
                <a:lnTo>
                  <a:pt x="515" y="4072"/>
                </a:lnTo>
                <a:lnTo>
                  <a:pt x="514" y="4072"/>
                </a:lnTo>
                <a:lnTo>
                  <a:pt x="514" y="4071"/>
                </a:lnTo>
                <a:lnTo>
                  <a:pt x="513" y="4071"/>
                </a:lnTo>
                <a:lnTo>
                  <a:pt x="512" y="4070"/>
                </a:lnTo>
                <a:lnTo>
                  <a:pt x="511" y="4070"/>
                </a:lnTo>
                <a:lnTo>
                  <a:pt x="510" y="4070"/>
                </a:lnTo>
                <a:lnTo>
                  <a:pt x="510" y="4069"/>
                </a:lnTo>
                <a:lnTo>
                  <a:pt x="509" y="4069"/>
                </a:lnTo>
                <a:lnTo>
                  <a:pt x="508" y="4068"/>
                </a:lnTo>
                <a:lnTo>
                  <a:pt x="507" y="4068"/>
                </a:lnTo>
                <a:lnTo>
                  <a:pt x="506" y="4067"/>
                </a:lnTo>
                <a:lnTo>
                  <a:pt x="505" y="4067"/>
                </a:lnTo>
                <a:lnTo>
                  <a:pt x="504" y="4067"/>
                </a:lnTo>
                <a:lnTo>
                  <a:pt x="504" y="4066"/>
                </a:lnTo>
                <a:lnTo>
                  <a:pt x="503" y="4066"/>
                </a:lnTo>
                <a:lnTo>
                  <a:pt x="502" y="4065"/>
                </a:lnTo>
                <a:lnTo>
                  <a:pt x="501" y="4065"/>
                </a:lnTo>
                <a:lnTo>
                  <a:pt x="500" y="4064"/>
                </a:lnTo>
                <a:lnTo>
                  <a:pt x="499" y="4064"/>
                </a:lnTo>
                <a:lnTo>
                  <a:pt x="498" y="4063"/>
                </a:lnTo>
                <a:lnTo>
                  <a:pt x="497" y="4063"/>
                </a:lnTo>
                <a:lnTo>
                  <a:pt x="496" y="4062"/>
                </a:lnTo>
                <a:lnTo>
                  <a:pt x="495" y="4062"/>
                </a:lnTo>
                <a:lnTo>
                  <a:pt x="494" y="4061"/>
                </a:lnTo>
                <a:lnTo>
                  <a:pt x="493" y="4061"/>
                </a:lnTo>
                <a:lnTo>
                  <a:pt x="493" y="4060"/>
                </a:lnTo>
                <a:lnTo>
                  <a:pt x="492" y="4060"/>
                </a:lnTo>
                <a:lnTo>
                  <a:pt x="491" y="4060"/>
                </a:lnTo>
                <a:lnTo>
                  <a:pt x="490" y="4059"/>
                </a:lnTo>
                <a:lnTo>
                  <a:pt x="489" y="4059"/>
                </a:lnTo>
                <a:lnTo>
                  <a:pt x="489" y="4058"/>
                </a:lnTo>
                <a:lnTo>
                  <a:pt x="488" y="4058"/>
                </a:lnTo>
                <a:lnTo>
                  <a:pt x="487" y="4058"/>
                </a:lnTo>
                <a:lnTo>
                  <a:pt x="487" y="4057"/>
                </a:lnTo>
                <a:lnTo>
                  <a:pt x="486" y="4057"/>
                </a:lnTo>
                <a:lnTo>
                  <a:pt x="485" y="4057"/>
                </a:lnTo>
                <a:lnTo>
                  <a:pt x="484" y="4056"/>
                </a:lnTo>
                <a:lnTo>
                  <a:pt x="483" y="4056"/>
                </a:lnTo>
                <a:lnTo>
                  <a:pt x="483" y="4055"/>
                </a:lnTo>
                <a:lnTo>
                  <a:pt x="482" y="4055"/>
                </a:lnTo>
                <a:lnTo>
                  <a:pt x="481" y="4055"/>
                </a:lnTo>
                <a:lnTo>
                  <a:pt x="481" y="4054"/>
                </a:lnTo>
                <a:lnTo>
                  <a:pt x="480" y="4054"/>
                </a:lnTo>
                <a:lnTo>
                  <a:pt x="479" y="4136"/>
                </a:lnTo>
                <a:lnTo>
                  <a:pt x="479" y="4135"/>
                </a:lnTo>
                <a:lnTo>
                  <a:pt x="478" y="4135"/>
                </a:lnTo>
                <a:lnTo>
                  <a:pt x="477" y="4135"/>
                </a:lnTo>
                <a:lnTo>
                  <a:pt x="477" y="4134"/>
                </a:lnTo>
                <a:lnTo>
                  <a:pt x="476" y="4134"/>
                </a:lnTo>
                <a:lnTo>
                  <a:pt x="475" y="4133"/>
                </a:lnTo>
                <a:lnTo>
                  <a:pt x="474" y="4133"/>
                </a:lnTo>
                <a:lnTo>
                  <a:pt x="473" y="4132"/>
                </a:lnTo>
                <a:lnTo>
                  <a:pt x="472" y="4132"/>
                </a:lnTo>
                <a:lnTo>
                  <a:pt x="471" y="4132"/>
                </a:lnTo>
                <a:lnTo>
                  <a:pt x="471" y="4131"/>
                </a:lnTo>
                <a:lnTo>
                  <a:pt x="470" y="4131"/>
                </a:lnTo>
                <a:lnTo>
                  <a:pt x="469" y="4130"/>
                </a:lnTo>
                <a:lnTo>
                  <a:pt x="468" y="4130"/>
                </a:lnTo>
                <a:lnTo>
                  <a:pt x="467" y="4212"/>
                </a:lnTo>
                <a:lnTo>
                  <a:pt x="466" y="4212"/>
                </a:lnTo>
                <a:lnTo>
                  <a:pt x="466" y="4211"/>
                </a:lnTo>
                <a:lnTo>
                  <a:pt x="465" y="4211"/>
                </a:lnTo>
                <a:lnTo>
                  <a:pt x="464" y="4211"/>
                </a:lnTo>
                <a:lnTo>
                  <a:pt x="464" y="4294"/>
                </a:lnTo>
                <a:lnTo>
                  <a:pt x="463" y="4293"/>
                </a:lnTo>
                <a:lnTo>
                  <a:pt x="462" y="4293"/>
                </a:lnTo>
                <a:lnTo>
                  <a:pt x="461" y="4292"/>
                </a:lnTo>
                <a:lnTo>
                  <a:pt x="460" y="4292"/>
                </a:lnTo>
                <a:lnTo>
                  <a:pt x="459" y="4291"/>
                </a:lnTo>
                <a:lnTo>
                  <a:pt x="458" y="4291"/>
                </a:lnTo>
                <a:lnTo>
                  <a:pt x="457" y="4290"/>
                </a:lnTo>
                <a:lnTo>
                  <a:pt x="456" y="4290"/>
                </a:lnTo>
                <a:lnTo>
                  <a:pt x="456" y="4289"/>
                </a:lnTo>
                <a:lnTo>
                  <a:pt x="455" y="4289"/>
                </a:lnTo>
                <a:lnTo>
                  <a:pt x="454" y="4289"/>
                </a:lnTo>
                <a:lnTo>
                  <a:pt x="453" y="4373"/>
                </a:lnTo>
                <a:lnTo>
                  <a:pt x="453" y="4372"/>
                </a:lnTo>
                <a:lnTo>
                  <a:pt x="452" y="4372"/>
                </a:lnTo>
                <a:lnTo>
                  <a:pt x="451" y="4372"/>
                </a:lnTo>
                <a:lnTo>
                  <a:pt x="451" y="4371"/>
                </a:lnTo>
                <a:lnTo>
                  <a:pt x="450" y="4371"/>
                </a:lnTo>
                <a:lnTo>
                  <a:pt x="449" y="4370"/>
                </a:lnTo>
                <a:lnTo>
                  <a:pt x="448" y="4370"/>
                </a:lnTo>
                <a:lnTo>
                  <a:pt x="447" y="4370"/>
                </a:lnTo>
                <a:lnTo>
                  <a:pt x="447" y="4369"/>
                </a:lnTo>
                <a:lnTo>
                  <a:pt x="446" y="4369"/>
                </a:lnTo>
                <a:lnTo>
                  <a:pt x="445" y="4454"/>
                </a:lnTo>
                <a:lnTo>
                  <a:pt x="444" y="4453"/>
                </a:lnTo>
                <a:lnTo>
                  <a:pt x="443" y="4453"/>
                </a:lnTo>
                <a:lnTo>
                  <a:pt x="443" y="4452"/>
                </a:lnTo>
                <a:lnTo>
                  <a:pt x="442" y="4452"/>
                </a:lnTo>
                <a:lnTo>
                  <a:pt x="441" y="4452"/>
                </a:lnTo>
                <a:lnTo>
                  <a:pt x="440" y="4451"/>
                </a:lnTo>
                <a:lnTo>
                  <a:pt x="439" y="4451"/>
                </a:lnTo>
                <a:lnTo>
                  <a:pt x="439" y="4450"/>
                </a:lnTo>
                <a:lnTo>
                  <a:pt x="438" y="4450"/>
                </a:lnTo>
                <a:lnTo>
                  <a:pt x="437" y="4450"/>
                </a:lnTo>
                <a:lnTo>
                  <a:pt x="437" y="4449"/>
                </a:lnTo>
                <a:lnTo>
                  <a:pt x="436" y="4449"/>
                </a:lnTo>
                <a:lnTo>
                  <a:pt x="435" y="4449"/>
                </a:lnTo>
                <a:lnTo>
                  <a:pt x="434" y="4448"/>
                </a:lnTo>
                <a:lnTo>
                  <a:pt x="433" y="4448"/>
                </a:lnTo>
                <a:lnTo>
                  <a:pt x="433" y="4447"/>
                </a:lnTo>
                <a:lnTo>
                  <a:pt x="432" y="4447"/>
                </a:lnTo>
                <a:lnTo>
                  <a:pt x="431" y="4446"/>
                </a:lnTo>
                <a:lnTo>
                  <a:pt x="430" y="4446"/>
                </a:lnTo>
                <a:lnTo>
                  <a:pt x="429" y="4446"/>
                </a:lnTo>
                <a:lnTo>
                  <a:pt x="429" y="4445"/>
                </a:lnTo>
                <a:lnTo>
                  <a:pt x="428" y="4445"/>
                </a:lnTo>
                <a:lnTo>
                  <a:pt x="427" y="4445"/>
                </a:lnTo>
                <a:lnTo>
                  <a:pt x="427" y="4444"/>
                </a:lnTo>
                <a:lnTo>
                  <a:pt x="426" y="4444"/>
                </a:lnTo>
                <a:lnTo>
                  <a:pt x="425" y="4443"/>
                </a:lnTo>
                <a:lnTo>
                  <a:pt x="424" y="4443"/>
                </a:lnTo>
                <a:lnTo>
                  <a:pt x="423" y="4442"/>
                </a:lnTo>
                <a:lnTo>
                  <a:pt x="422" y="4442"/>
                </a:lnTo>
                <a:lnTo>
                  <a:pt x="421" y="4441"/>
                </a:lnTo>
                <a:lnTo>
                  <a:pt x="420" y="4441"/>
                </a:lnTo>
                <a:lnTo>
                  <a:pt x="419" y="4440"/>
                </a:lnTo>
                <a:lnTo>
                  <a:pt x="418" y="4440"/>
                </a:lnTo>
                <a:lnTo>
                  <a:pt x="417" y="4439"/>
                </a:lnTo>
                <a:lnTo>
                  <a:pt x="416" y="4439"/>
                </a:lnTo>
                <a:lnTo>
                  <a:pt x="415" y="4438"/>
                </a:lnTo>
                <a:lnTo>
                  <a:pt x="414" y="4438"/>
                </a:lnTo>
                <a:lnTo>
                  <a:pt x="413" y="4437"/>
                </a:lnTo>
                <a:lnTo>
                  <a:pt x="412" y="4437"/>
                </a:lnTo>
                <a:lnTo>
                  <a:pt x="412" y="4436"/>
                </a:lnTo>
                <a:lnTo>
                  <a:pt x="411" y="4436"/>
                </a:lnTo>
                <a:lnTo>
                  <a:pt x="410" y="4436"/>
                </a:lnTo>
                <a:lnTo>
                  <a:pt x="409" y="4435"/>
                </a:lnTo>
                <a:lnTo>
                  <a:pt x="408" y="4435"/>
                </a:lnTo>
                <a:lnTo>
                  <a:pt x="407" y="4434"/>
                </a:lnTo>
                <a:lnTo>
                  <a:pt x="406" y="4434"/>
                </a:lnTo>
                <a:lnTo>
                  <a:pt x="406" y="4433"/>
                </a:lnTo>
                <a:lnTo>
                  <a:pt x="405" y="4433"/>
                </a:lnTo>
                <a:lnTo>
                  <a:pt x="404" y="4433"/>
                </a:lnTo>
                <a:lnTo>
                  <a:pt x="403" y="4432"/>
                </a:lnTo>
                <a:lnTo>
                  <a:pt x="402" y="4432"/>
                </a:lnTo>
                <a:lnTo>
                  <a:pt x="402" y="4431"/>
                </a:lnTo>
                <a:lnTo>
                  <a:pt x="401" y="4431"/>
                </a:lnTo>
                <a:lnTo>
                  <a:pt x="400" y="4431"/>
                </a:lnTo>
                <a:lnTo>
                  <a:pt x="400" y="4430"/>
                </a:lnTo>
                <a:lnTo>
                  <a:pt x="399" y="4430"/>
                </a:lnTo>
                <a:lnTo>
                  <a:pt x="398" y="4429"/>
                </a:lnTo>
                <a:lnTo>
                  <a:pt x="397" y="4429"/>
                </a:lnTo>
                <a:lnTo>
                  <a:pt x="396" y="4429"/>
                </a:lnTo>
                <a:lnTo>
                  <a:pt x="396" y="4428"/>
                </a:lnTo>
                <a:lnTo>
                  <a:pt x="395" y="4428"/>
                </a:lnTo>
                <a:lnTo>
                  <a:pt x="394" y="4428"/>
                </a:lnTo>
                <a:lnTo>
                  <a:pt x="394" y="4427"/>
                </a:lnTo>
                <a:lnTo>
                  <a:pt x="393" y="4427"/>
                </a:lnTo>
                <a:lnTo>
                  <a:pt x="392" y="4426"/>
                </a:lnTo>
                <a:lnTo>
                  <a:pt x="391" y="4426"/>
                </a:lnTo>
                <a:lnTo>
                  <a:pt x="390" y="4426"/>
                </a:lnTo>
                <a:lnTo>
                  <a:pt x="390" y="4425"/>
                </a:lnTo>
                <a:lnTo>
                  <a:pt x="389" y="4425"/>
                </a:lnTo>
                <a:lnTo>
                  <a:pt x="388" y="4424"/>
                </a:lnTo>
                <a:lnTo>
                  <a:pt x="387" y="4424"/>
                </a:lnTo>
                <a:lnTo>
                  <a:pt x="386" y="4423"/>
                </a:lnTo>
                <a:lnTo>
                  <a:pt x="385" y="4423"/>
                </a:lnTo>
                <a:lnTo>
                  <a:pt x="384" y="4422"/>
                </a:lnTo>
                <a:lnTo>
                  <a:pt x="383" y="4422"/>
                </a:lnTo>
                <a:lnTo>
                  <a:pt x="382" y="4421"/>
                </a:lnTo>
                <a:lnTo>
                  <a:pt x="381" y="4421"/>
                </a:lnTo>
                <a:lnTo>
                  <a:pt x="380" y="4420"/>
                </a:lnTo>
                <a:lnTo>
                  <a:pt x="379" y="4420"/>
                </a:lnTo>
                <a:lnTo>
                  <a:pt x="378" y="4419"/>
                </a:lnTo>
                <a:lnTo>
                  <a:pt x="377" y="4419"/>
                </a:lnTo>
                <a:lnTo>
                  <a:pt x="376" y="4418"/>
                </a:lnTo>
                <a:lnTo>
                  <a:pt x="375" y="4418"/>
                </a:lnTo>
                <a:lnTo>
                  <a:pt x="375" y="4417"/>
                </a:lnTo>
                <a:lnTo>
                  <a:pt x="374" y="4417"/>
                </a:lnTo>
                <a:lnTo>
                  <a:pt x="373" y="4417"/>
                </a:lnTo>
                <a:lnTo>
                  <a:pt x="373" y="4416"/>
                </a:lnTo>
                <a:lnTo>
                  <a:pt x="372" y="4416"/>
                </a:lnTo>
                <a:lnTo>
                  <a:pt x="371" y="4416"/>
                </a:lnTo>
                <a:lnTo>
                  <a:pt x="370" y="4415"/>
                </a:lnTo>
                <a:lnTo>
                  <a:pt x="369" y="4415"/>
                </a:lnTo>
                <a:lnTo>
                  <a:pt x="369" y="4414"/>
                </a:lnTo>
                <a:lnTo>
                  <a:pt x="368" y="4414"/>
                </a:lnTo>
                <a:lnTo>
                  <a:pt x="367" y="4414"/>
                </a:lnTo>
                <a:lnTo>
                  <a:pt x="367" y="4413"/>
                </a:lnTo>
                <a:lnTo>
                  <a:pt x="366" y="4413"/>
                </a:lnTo>
                <a:lnTo>
                  <a:pt x="365" y="4413"/>
                </a:lnTo>
                <a:lnTo>
                  <a:pt x="365" y="4412"/>
                </a:lnTo>
                <a:lnTo>
                  <a:pt x="364" y="4412"/>
                </a:lnTo>
                <a:lnTo>
                  <a:pt x="363" y="4412"/>
                </a:lnTo>
                <a:lnTo>
                  <a:pt x="363" y="4411"/>
                </a:lnTo>
                <a:lnTo>
                  <a:pt x="362" y="4411"/>
                </a:lnTo>
                <a:lnTo>
                  <a:pt x="361" y="4410"/>
                </a:lnTo>
                <a:lnTo>
                  <a:pt x="360" y="4410"/>
                </a:lnTo>
                <a:lnTo>
                  <a:pt x="359" y="4410"/>
                </a:lnTo>
                <a:lnTo>
                  <a:pt x="359" y="4409"/>
                </a:lnTo>
                <a:lnTo>
                  <a:pt x="358" y="4409"/>
                </a:lnTo>
                <a:lnTo>
                  <a:pt x="357" y="4409"/>
                </a:lnTo>
                <a:lnTo>
                  <a:pt x="357" y="4408"/>
                </a:lnTo>
                <a:lnTo>
                  <a:pt x="356" y="4408"/>
                </a:lnTo>
                <a:lnTo>
                  <a:pt x="355" y="4407"/>
                </a:lnTo>
                <a:lnTo>
                  <a:pt x="354" y="4407"/>
                </a:lnTo>
                <a:lnTo>
                  <a:pt x="353" y="4407"/>
                </a:lnTo>
                <a:lnTo>
                  <a:pt x="353" y="4406"/>
                </a:lnTo>
                <a:lnTo>
                  <a:pt x="352" y="4406"/>
                </a:lnTo>
                <a:lnTo>
                  <a:pt x="351" y="4405"/>
                </a:lnTo>
                <a:lnTo>
                  <a:pt x="350" y="4405"/>
                </a:lnTo>
                <a:lnTo>
                  <a:pt x="349" y="4404"/>
                </a:lnTo>
                <a:lnTo>
                  <a:pt x="348" y="4404"/>
                </a:lnTo>
                <a:lnTo>
                  <a:pt x="347" y="4403"/>
                </a:lnTo>
                <a:lnTo>
                  <a:pt x="346" y="4403"/>
                </a:lnTo>
                <a:lnTo>
                  <a:pt x="345" y="4402"/>
                </a:lnTo>
                <a:lnTo>
                  <a:pt x="344" y="4402"/>
                </a:lnTo>
                <a:lnTo>
                  <a:pt x="343" y="4401"/>
                </a:lnTo>
                <a:lnTo>
                  <a:pt x="342" y="4401"/>
                </a:lnTo>
                <a:lnTo>
                  <a:pt x="342" y="4400"/>
                </a:lnTo>
                <a:lnTo>
                  <a:pt x="341" y="4400"/>
                </a:lnTo>
                <a:lnTo>
                  <a:pt x="340" y="4400"/>
                </a:lnTo>
                <a:lnTo>
                  <a:pt x="339" y="4399"/>
                </a:lnTo>
                <a:lnTo>
                  <a:pt x="338" y="4399"/>
                </a:lnTo>
                <a:lnTo>
                  <a:pt x="337" y="4398"/>
                </a:lnTo>
                <a:lnTo>
                  <a:pt x="336" y="4398"/>
                </a:lnTo>
                <a:lnTo>
                  <a:pt x="336" y="4397"/>
                </a:lnTo>
                <a:lnTo>
                  <a:pt x="335" y="4397"/>
                </a:lnTo>
                <a:lnTo>
                  <a:pt x="334" y="4397"/>
                </a:lnTo>
                <a:lnTo>
                  <a:pt x="333" y="4396"/>
                </a:lnTo>
                <a:lnTo>
                  <a:pt x="332" y="4396"/>
                </a:lnTo>
                <a:lnTo>
                  <a:pt x="332" y="4395"/>
                </a:lnTo>
                <a:lnTo>
                  <a:pt x="331" y="4395"/>
                </a:lnTo>
                <a:lnTo>
                  <a:pt x="330" y="4395"/>
                </a:lnTo>
                <a:lnTo>
                  <a:pt x="330" y="4394"/>
                </a:lnTo>
                <a:lnTo>
                  <a:pt x="329" y="4394"/>
                </a:lnTo>
                <a:lnTo>
                  <a:pt x="328" y="4394"/>
                </a:lnTo>
                <a:lnTo>
                  <a:pt x="327" y="4393"/>
                </a:lnTo>
                <a:lnTo>
                  <a:pt x="326" y="4393"/>
                </a:lnTo>
                <a:lnTo>
                  <a:pt x="326" y="4392"/>
                </a:lnTo>
                <a:lnTo>
                  <a:pt x="325" y="4392"/>
                </a:lnTo>
                <a:lnTo>
                  <a:pt x="324" y="4391"/>
                </a:lnTo>
                <a:lnTo>
                  <a:pt x="323" y="4391"/>
                </a:lnTo>
                <a:lnTo>
                  <a:pt x="323" y="4494"/>
                </a:lnTo>
                <a:lnTo>
                  <a:pt x="322" y="4494"/>
                </a:lnTo>
                <a:lnTo>
                  <a:pt x="321" y="4493"/>
                </a:lnTo>
                <a:lnTo>
                  <a:pt x="320" y="4493"/>
                </a:lnTo>
                <a:lnTo>
                  <a:pt x="319" y="4492"/>
                </a:lnTo>
                <a:lnTo>
                  <a:pt x="318" y="4492"/>
                </a:lnTo>
                <a:lnTo>
                  <a:pt x="318" y="4491"/>
                </a:lnTo>
                <a:lnTo>
                  <a:pt x="317" y="4491"/>
                </a:lnTo>
                <a:lnTo>
                  <a:pt x="316" y="4491"/>
                </a:lnTo>
                <a:lnTo>
                  <a:pt x="316" y="4490"/>
                </a:lnTo>
                <a:lnTo>
                  <a:pt x="315" y="4490"/>
                </a:lnTo>
                <a:lnTo>
                  <a:pt x="314" y="4490"/>
                </a:lnTo>
                <a:lnTo>
                  <a:pt x="313" y="4489"/>
                </a:lnTo>
                <a:lnTo>
                  <a:pt x="312" y="4489"/>
                </a:lnTo>
                <a:lnTo>
                  <a:pt x="312" y="4488"/>
                </a:lnTo>
                <a:lnTo>
                  <a:pt x="311" y="4488"/>
                </a:lnTo>
                <a:lnTo>
                  <a:pt x="310" y="4488"/>
                </a:lnTo>
                <a:lnTo>
                  <a:pt x="310" y="4487"/>
                </a:lnTo>
                <a:lnTo>
                  <a:pt x="309" y="4487"/>
                </a:lnTo>
                <a:lnTo>
                  <a:pt x="308" y="4487"/>
                </a:lnTo>
                <a:lnTo>
                  <a:pt x="308" y="4486"/>
                </a:lnTo>
                <a:lnTo>
                  <a:pt x="307" y="4486"/>
                </a:lnTo>
                <a:lnTo>
                  <a:pt x="306" y="4486"/>
                </a:lnTo>
                <a:lnTo>
                  <a:pt x="306" y="4485"/>
                </a:lnTo>
                <a:lnTo>
                  <a:pt x="305" y="4485"/>
                </a:lnTo>
                <a:lnTo>
                  <a:pt x="304" y="4484"/>
                </a:lnTo>
                <a:lnTo>
                  <a:pt x="303" y="4484"/>
                </a:lnTo>
                <a:lnTo>
                  <a:pt x="302" y="4484"/>
                </a:lnTo>
                <a:lnTo>
                  <a:pt x="302" y="4483"/>
                </a:lnTo>
                <a:lnTo>
                  <a:pt x="301" y="4483"/>
                </a:lnTo>
                <a:lnTo>
                  <a:pt x="300" y="4483"/>
                </a:lnTo>
                <a:lnTo>
                  <a:pt x="300" y="4482"/>
                </a:lnTo>
                <a:lnTo>
                  <a:pt x="299" y="4482"/>
                </a:lnTo>
                <a:lnTo>
                  <a:pt x="298" y="4481"/>
                </a:lnTo>
                <a:lnTo>
                  <a:pt x="297" y="4481"/>
                </a:lnTo>
                <a:lnTo>
                  <a:pt x="296" y="4481"/>
                </a:lnTo>
                <a:lnTo>
                  <a:pt x="296" y="4480"/>
                </a:lnTo>
                <a:lnTo>
                  <a:pt x="295" y="4480"/>
                </a:lnTo>
                <a:lnTo>
                  <a:pt x="294" y="4479"/>
                </a:lnTo>
                <a:lnTo>
                  <a:pt x="293" y="4479"/>
                </a:lnTo>
                <a:lnTo>
                  <a:pt x="292" y="4478"/>
                </a:lnTo>
                <a:lnTo>
                  <a:pt x="291" y="4478"/>
                </a:lnTo>
                <a:lnTo>
                  <a:pt x="290" y="4477"/>
                </a:lnTo>
                <a:lnTo>
                  <a:pt x="289" y="4477"/>
                </a:lnTo>
                <a:lnTo>
                  <a:pt x="288" y="4476"/>
                </a:lnTo>
                <a:lnTo>
                  <a:pt x="287" y="4476"/>
                </a:lnTo>
                <a:lnTo>
                  <a:pt x="286" y="4475"/>
                </a:lnTo>
                <a:lnTo>
                  <a:pt x="285" y="4475"/>
                </a:lnTo>
                <a:lnTo>
                  <a:pt x="285" y="4474"/>
                </a:lnTo>
                <a:lnTo>
                  <a:pt x="284" y="4474"/>
                </a:lnTo>
                <a:lnTo>
                  <a:pt x="283" y="4474"/>
                </a:lnTo>
                <a:lnTo>
                  <a:pt x="282" y="4473"/>
                </a:lnTo>
                <a:lnTo>
                  <a:pt x="281" y="4473"/>
                </a:lnTo>
                <a:lnTo>
                  <a:pt x="280" y="4472"/>
                </a:lnTo>
                <a:lnTo>
                  <a:pt x="279" y="4472"/>
                </a:lnTo>
                <a:lnTo>
                  <a:pt x="279" y="4471"/>
                </a:lnTo>
                <a:lnTo>
                  <a:pt x="278" y="4471"/>
                </a:lnTo>
                <a:lnTo>
                  <a:pt x="277" y="4471"/>
                </a:lnTo>
                <a:lnTo>
                  <a:pt x="276" y="4470"/>
                </a:lnTo>
                <a:lnTo>
                  <a:pt x="275" y="4470"/>
                </a:lnTo>
                <a:lnTo>
                  <a:pt x="275" y="4469"/>
                </a:lnTo>
                <a:lnTo>
                  <a:pt x="274" y="4469"/>
                </a:lnTo>
                <a:lnTo>
                  <a:pt x="273" y="4469"/>
                </a:lnTo>
                <a:lnTo>
                  <a:pt x="273" y="4468"/>
                </a:lnTo>
                <a:lnTo>
                  <a:pt x="272" y="4468"/>
                </a:lnTo>
                <a:lnTo>
                  <a:pt x="271" y="4468"/>
                </a:lnTo>
                <a:lnTo>
                  <a:pt x="270" y="4467"/>
                </a:lnTo>
                <a:lnTo>
                  <a:pt x="269" y="4467"/>
                </a:lnTo>
                <a:lnTo>
                  <a:pt x="269" y="4466"/>
                </a:lnTo>
                <a:lnTo>
                  <a:pt x="268" y="4466"/>
                </a:lnTo>
                <a:lnTo>
                  <a:pt x="267" y="4465"/>
                </a:lnTo>
                <a:lnTo>
                  <a:pt x="266" y="4465"/>
                </a:lnTo>
                <a:lnTo>
                  <a:pt x="265" y="4464"/>
                </a:lnTo>
                <a:lnTo>
                  <a:pt x="264" y="4464"/>
                </a:lnTo>
                <a:lnTo>
                  <a:pt x="263" y="4464"/>
                </a:lnTo>
                <a:lnTo>
                  <a:pt x="263" y="4463"/>
                </a:lnTo>
                <a:lnTo>
                  <a:pt x="262" y="4463"/>
                </a:lnTo>
                <a:lnTo>
                  <a:pt x="261" y="4462"/>
                </a:lnTo>
                <a:lnTo>
                  <a:pt x="260" y="4462"/>
                </a:lnTo>
                <a:lnTo>
                  <a:pt x="259" y="4461"/>
                </a:lnTo>
                <a:lnTo>
                  <a:pt x="258" y="4461"/>
                </a:lnTo>
                <a:lnTo>
                  <a:pt x="257" y="4460"/>
                </a:lnTo>
                <a:lnTo>
                  <a:pt x="256" y="4460"/>
                </a:lnTo>
                <a:lnTo>
                  <a:pt x="255" y="4459"/>
                </a:lnTo>
                <a:lnTo>
                  <a:pt x="254" y="4459"/>
                </a:lnTo>
                <a:lnTo>
                  <a:pt x="253" y="4458"/>
                </a:lnTo>
                <a:lnTo>
                  <a:pt x="252" y="4458"/>
                </a:lnTo>
                <a:lnTo>
                  <a:pt x="251" y="4457"/>
                </a:lnTo>
                <a:lnTo>
                  <a:pt x="250" y="4457"/>
                </a:lnTo>
                <a:lnTo>
                  <a:pt x="249" y="4456"/>
                </a:lnTo>
                <a:lnTo>
                  <a:pt x="248" y="4456"/>
                </a:lnTo>
                <a:lnTo>
                  <a:pt x="248" y="4455"/>
                </a:lnTo>
                <a:lnTo>
                  <a:pt x="247" y="4455"/>
                </a:lnTo>
                <a:lnTo>
                  <a:pt x="246" y="4455"/>
                </a:lnTo>
                <a:lnTo>
                  <a:pt x="245" y="4454"/>
                </a:lnTo>
                <a:lnTo>
                  <a:pt x="244" y="4454"/>
                </a:lnTo>
                <a:lnTo>
                  <a:pt x="243" y="4453"/>
                </a:lnTo>
                <a:lnTo>
                  <a:pt x="242" y="4453"/>
                </a:lnTo>
                <a:lnTo>
                  <a:pt x="242" y="4452"/>
                </a:lnTo>
                <a:lnTo>
                  <a:pt x="241" y="4452"/>
                </a:lnTo>
                <a:lnTo>
                  <a:pt x="240" y="4451"/>
                </a:lnTo>
                <a:lnTo>
                  <a:pt x="239" y="4451"/>
                </a:lnTo>
                <a:lnTo>
                  <a:pt x="238" y="4451"/>
                </a:lnTo>
                <a:lnTo>
                  <a:pt x="238" y="4450"/>
                </a:lnTo>
                <a:lnTo>
                  <a:pt x="237" y="4450"/>
                </a:lnTo>
                <a:lnTo>
                  <a:pt x="236" y="4450"/>
                </a:lnTo>
                <a:lnTo>
                  <a:pt x="236" y="4449"/>
                </a:lnTo>
                <a:lnTo>
                  <a:pt x="235" y="4449"/>
                </a:lnTo>
                <a:lnTo>
                  <a:pt x="234" y="4448"/>
                </a:lnTo>
                <a:lnTo>
                  <a:pt x="233" y="4448"/>
                </a:lnTo>
                <a:lnTo>
                  <a:pt x="232" y="4448"/>
                </a:lnTo>
                <a:lnTo>
                  <a:pt x="232" y="4447"/>
                </a:lnTo>
                <a:lnTo>
                  <a:pt x="231" y="4447"/>
                </a:lnTo>
                <a:lnTo>
                  <a:pt x="230" y="4446"/>
                </a:lnTo>
                <a:lnTo>
                  <a:pt x="229" y="4446"/>
                </a:lnTo>
                <a:lnTo>
                  <a:pt x="228" y="4445"/>
                </a:lnTo>
                <a:lnTo>
                  <a:pt x="227" y="4445"/>
                </a:lnTo>
                <a:lnTo>
                  <a:pt x="226" y="4445"/>
                </a:lnTo>
                <a:lnTo>
                  <a:pt x="226" y="4444"/>
                </a:lnTo>
                <a:lnTo>
                  <a:pt x="225" y="4444"/>
                </a:lnTo>
                <a:lnTo>
                  <a:pt x="224" y="4443"/>
                </a:lnTo>
                <a:lnTo>
                  <a:pt x="223" y="4443"/>
                </a:lnTo>
                <a:lnTo>
                  <a:pt x="222" y="4442"/>
                </a:lnTo>
                <a:lnTo>
                  <a:pt x="221" y="4442"/>
                </a:lnTo>
                <a:lnTo>
                  <a:pt x="220" y="4441"/>
                </a:lnTo>
                <a:lnTo>
                  <a:pt x="219" y="4441"/>
                </a:lnTo>
                <a:lnTo>
                  <a:pt x="218" y="4440"/>
                </a:lnTo>
                <a:lnTo>
                  <a:pt x="217" y="4440"/>
                </a:lnTo>
                <a:lnTo>
                  <a:pt x="216" y="4439"/>
                </a:lnTo>
                <a:lnTo>
                  <a:pt x="215" y="4439"/>
                </a:lnTo>
                <a:lnTo>
                  <a:pt x="215" y="4438"/>
                </a:lnTo>
                <a:lnTo>
                  <a:pt x="214" y="4438"/>
                </a:lnTo>
                <a:lnTo>
                  <a:pt x="213" y="4438"/>
                </a:lnTo>
                <a:lnTo>
                  <a:pt x="212" y="4437"/>
                </a:lnTo>
                <a:lnTo>
                  <a:pt x="211" y="4437"/>
                </a:lnTo>
                <a:lnTo>
                  <a:pt x="211" y="4436"/>
                </a:lnTo>
                <a:lnTo>
                  <a:pt x="210" y="4436"/>
                </a:lnTo>
                <a:lnTo>
                  <a:pt x="209" y="4436"/>
                </a:lnTo>
                <a:lnTo>
                  <a:pt x="209" y="4435"/>
                </a:lnTo>
                <a:lnTo>
                  <a:pt x="208" y="4435"/>
                </a:lnTo>
                <a:lnTo>
                  <a:pt x="207" y="4435"/>
                </a:lnTo>
                <a:lnTo>
                  <a:pt x="206" y="4434"/>
                </a:lnTo>
                <a:lnTo>
                  <a:pt x="205" y="4434"/>
                </a:lnTo>
                <a:lnTo>
                  <a:pt x="205" y="4433"/>
                </a:lnTo>
                <a:lnTo>
                  <a:pt x="204" y="4433"/>
                </a:lnTo>
                <a:lnTo>
                  <a:pt x="203" y="4433"/>
                </a:lnTo>
                <a:lnTo>
                  <a:pt x="203" y="4432"/>
                </a:lnTo>
                <a:lnTo>
                  <a:pt x="202" y="4432"/>
                </a:lnTo>
                <a:lnTo>
                  <a:pt x="201" y="4432"/>
                </a:lnTo>
                <a:lnTo>
                  <a:pt x="201" y="4431"/>
                </a:lnTo>
                <a:lnTo>
                  <a:pt x="200" y="4431"/>
                </a:lnTo>
                <a:lnTo>
                  <a:pt x="199" y="4431"/>
                </a:lnTo>
                <a:lnTo>
                  <a:pt x="199" y="4430"/>
                </a:lnTo>
                <a:lnTo>
                  <a:pt x="198" y="4430"/>
                </a:lnTo>
                <a:lnTo>
                  <a:pt x="197" y="4429"/>
                </a:lnTo>
                <a:lnTo>
                  <a:pt x="196" y="4429"/>
                </a:lnTo>
                <a:lnTo>
                  <a:pt x="195" y="4429"/>
                </a:lnTo>
                <a:lnTo>
                  <a:pt x="195" y="4428"/>
                </a:lnTo>
                <a:lnTo>
                  <a:pt x="194" y="4428"/>
                </a:lnTo>
                <a:lnTo>
                  <a:pt x="193" y="4427"/>
                </a:lnTo>
                <a:lnTo>
                  <a:pt x="192" y="4427"/>
                </a:lnTo>
                <a:lnTo>
                  <a:pt x="191" y="4426"/>
                </a:lnTo>
                <a:lnTo>
                  <a:pt x="190" y="4426"/>
                </a:lnTo>
                <a:lnTo>
                  <a:pt x="189" y="4425"/>
                </a:lnTo>
                <a:lnTo>
                  <a:pt x="188" y="4425"/>
                </a:lnTo>
                <a:lnTo>
                  <a:pt x="187" y="4424"/>
                </a:lnTo>
                <a:lnTo>
                  <a:pt x="186" y="4424"/>
                </a:lnTo>
                <a:lnTo>
                  <a:pt x="185" y="4423"/>
                </a:lnTo>
                <a:lnTo>
                  <a:pt x="184" y="4423"/>
                </a:lnTo>
                <a:lnTo>
                  <a:pt x="184" y="4422"/>
                </a:lnTo>
                <a:lnTo>
                  <a:pt x="183" y="4422"/>
                </a:lnTo>
                <a:lnTo>
                  <a:pt x="182" y="4422"/>
                </a:lnTo>
                <a:lnTo>
                  <a:pt x="181" y="4421"/>
                </a:lnTo>
                <a:lnTo>
                  <a:pt x="180" y="4421"/>
                </a:lnTo>
                <a:lnTo>
                  <a:pt x="179" y="4420"/>
                </a:lnTo>
                <a:lnTo>
                  <a:pt x="178" y="4420"/>
                </a:lnTo>
                <a:lnTo>
                  <a:pt x="178" y="4419"/>
                </a:lnTo>
                <a:lnTo>
                  <a:pt x="177" y="4419"/>
                </a:lnTo>
                <a:lnTo>
                  <a:pt x="176" y="4419"/>
                </a:lnTo>
                <a:lnTo>
                  <a:pt x="175" y="4418"/>
                </a:lnTo>
                <a:lnTo>
                  <a:pt x="174" y="4418"/>
                </a:lnTo>
                <a:lnTo>
                  <a:pt x="174" y="4417"/>
                </a:lnTo>
                <a:lnTo>
                  <a:pt x="173" y="4417"/>
                </a:lnTo>
                <a:lnTo>
                  <a:pt x="172" y="4417"/>
                </a:lnTo>
                <a:lnTo>
                  <a:pt x="172" y="4416"/>
                </a:lnTo>
                <a:lnTo>
                  <a:pt x="171" y="4416"/>
                </a:lnTo>
                <a:lnTo>
                  <a:pt x="170" y="4416"/>
                </a:lnTo>
                <a:lnTo>
                  <a:pt x="169" y="4415"/>
                </a:lnTo>
                <a:lnTo>
                  <a:pt x="168" y="4415"/>
                </a:lnTo>
                <a:lnTo>
                  <a:pt x="168" y="4414"/>
                </a:lnTo>
                <a:lnTo>
                  <a:pt x="167" y="4414"/>
                </a:lnTo>
                <a:lnTo>
                  <a:pt x="166" y="4414"/>
                </a:lnTo>
                <a:lnTo>
                  <a:pt x="166" y="4413"/>
                </a:lnTo>
                <a:lnTo>
                  <a:pt x="165" y="4413"/>
                </a:lnTo>
                <a:lnTo>
                  <a:pt x="164" y="4413"/>
                </a:lnTo>
                <a:lnTo>
                  <a:pt x="164" y="4412"/>
                </a:lnTo>
                <a:lnTo>
                  <a:pt x="163" y="4412"/>
                </a:lnTo>
                <a:lnTo>
                  <a:pt x="162" y="4412"/>
                </a:lnTo>
                <a:lnTo>
                  <a:pt x="162" y="4411"/>
                </a:lnTo>
                <a:lnTo>
                  <a:pt x="161" y="4411"/>
                </a:lnTo>
                <a:lnTo>
                  <a:pt x="160" y="4410"/>
                </a:lnTo>
                <a:lnTo>
                  <a:pt x="159" y="4410"/>
                </a:lnTo>
                <a:lnTo>
                  <a:pt x="158" y="4409"/>
                </a:lnTo>
                <a:lnTo>
                  <a:pt x="157" y="4409"/>
                </a:lnTo>
                <a:lnTo>
                  <a:pt x="156" y="4409"/>
                </a:lnTo>
                <a:lnTo>
                  <a:pt x="156" y="4408"/>
                </a:lnTo>
                <a:lnTo>
                  <a:pt x="155" y="4408"/>
                </a:lnTo>
                <a:lnTo>
                  <a:pt x="154" y="4407"/>
                </a:lnTo>
                <a:lnTo>
                  <a:pt x="153" y="4407"/>
                </a:lnTo>
                <a:lnTo>
                  <a:pt x="152" y="4406"/>
                </a:lnTo>
                <a:lnTo>
                  <a:pt x="151" y="4406"/>
                </a:lnTo>
                <a:lnTo>
                  <a:pt x="150" y="4405"/>
                </a:lnTo>
                <a:lnTo>
                  <a:pt x="149" y="4405"/>
                </a:lnTo>
                <a:lnTo>
                  <a:pt x="148" y="4404"/>
                </a:lnTo>
                <a:lnTo>
                  <a:pt x="147" y="4404"/>
                </a:lnTo>
                <a:lnTo>
                  <a:pt x="146" y="4403"/>
                </a:lnTo>
                <a:lnTo>
                  <a:pt x="145" y="4403"/>
                </a:lnTo>
                <a:lnTo>
                  <a:pt x="144" y="4402"/>
                </a:lnTo>
                <a:lnTo>
                  <a:pt x="143" y="4402"/>
                </a:lnTo>
                <a:lnTo>
                  <a:pt x="142" y="4401"/>
                </a:lnTo>
                <a:lnTo>
                  <a:pt x="141" y="4401"/>
                </a:lnTo>
                <a:lnTo>
                  <a:pt x="141" y="4400"/>
                </a:lnTo>
                <a:lnTo>
                  <a:pt x="140" y="4400"/>
                </a:lnTo>
                <a:lnTo>
                  <a:pt x="139" y="4400"/>
                </a:lnTo>
                <a:lnTo>
                  <a:pt x="138" y="4399"/>
                </a:lnTo>
                <a:lnTo>
                  <a:pt x="137" y="4399"/>
                </a:lnTo>
                <a:lnTo>
                  <a:pt x="136" y="4398"/>
                </a:lnTo>
                <a:lnTo>
                  <a:pt x="135" y="4398"/>
                </a:lnTo>
                <a:lnTo>
                  <a:pt x="135" y="4397"/>
                </a:lnTo>
                <a:lnTo>
                  <a:pt x="134" y="4397"/>
                </a:lnTo>
                <a:lnTo>
                  <a:pt x="133" y="4396"/>
                </a:lnTo>
                <a:lnTo>
                  <a:pt x="132" y="4396"/>
                </a:lnTo>
                <a:lnTo>
                  <a:pt x="131" y="4396"/>
                </a:lnTo>
                <a:lnTo>
                  <a:pt x="131" y="4395"/>
                </a:lnTo>
                <a:lnTo>
                  <a:pt x="130" y="4395"/>
                </a:lnTo>
                <a:lnTo>
                  <a:pt x="129" y="4395"/>
                </a:lnTo>
                <a:lnTo>
                  <a:pt x="129" y="4394"/>
                </a:lnTo>
                <a:lnTo>
                  <a:pt x="128" y="4394"/>
                </a:lnTo>
                <a:lnTo>
                  <a:pt x="127" y="4393"/>
                </a:lnTo>
                <a:lnTo>
                  <a:pt x="126" y="4393"/>
                </a:lnTo>
                <a:lnTo>
                  <a:pt x="125" y="4393"/>
                </a:lnTo>
                <a:lnTo>
                  <a:pt x="125" y="4392"/>
                </a:lnTo>
                <a:lnTo>
                  <a:pt x="124" y="4392"/>
                </a:lnTo>
                <a:lnTo>
                  <a:pt x="123" y="4391"/>
                </a:lnTo>
                <a:lnTo>
                  <a:pt x="122" y="4391"/>
                </a:lnTo>
                <a:lnTo>
                  <a:pt x="121" y="4390"/>
                </a:lnTo>
                <a:lnTo>
                  <a:pt x="120" y="4390"/>
                </a:lnTo>
                <a:lnTo>
                  <a:pt x="119" y="4390"/>
                </a:lnTo>
                <a:lnTo>
                  <a:pt x="119" y="4389"/>
                </a:lnTo>
                <a:lnTo>
                  <a:pt x="118" y="4389"/>
                </a:lnTo>
                <a:lnTo>
                  <a:pt x="117" y="4388"/>
                </a:lnTo>
                <a:lnTo>
                  <a:pt x="116" y="4388"/>
                </a:lnTo>
                <a:lnTo>
                  <a:pt x="115" y="4387"/>
                </a:lnTo>
                <a:lnTo>
                  <a:pt x="114" y="4387"/>
                </a:lnTo>
                <a:lnTo>
                  <a:pt x="113" y="4386"/>
                </a:lnTo>
                <a:lnTo>
                  <a:pt x="112" y="4386"/>
                </a:lnTo>
                <a:lnTo>
                  <a:pt x="111" y="4385"/>
                </a:lnTo>
                <a:lnTo>
                  <a:pt x="110" y="4385"/>
                </a:lnTo>
                <a:lnTo>
                  <a:pt x="109" y="4384"/>
                </a:lnTo>
                <a:lnTo>
                  <a:pt x="108" y="4384"/>
                </a:lnTo>
                <a:lnTo>
                  <a:pt x="108" y="4383"/>
                </a:lnTo>
                <a:lnTo>
                  <a:pt x="107" y="4383"/>
                </a:lnTo>
                <a:lnTo>
                  <a:pt x="106" y="4383"/>
                </a:lnTo>
                <a:lnTo>
                  <a:pt x="105" y="4382"/>
                </a:lnTo>
                <a:lnTo>
                  <a:pt x="104" y="4382"/>
                </a:lnTo>
                <a:lnTo>
                  <a:pt x="104" y="4381"/>
                </a:lnTo>
                <a:lnTo>
                  <a:pt x="103" y="4381"/>
                </a:lnTo>
                <a:lnTo>
                  <a:pt x="102" y="4381"/>
                </a:lnTo>
                <a:lnTo>
                  <a:pt x="102" y="4380"/>
                </a:lnTo>
                <a:lnTo>
                  <a:pt x="101" y="4380"/>
                </a:lnTo>
                <a:lnTo>
                  <a:pt x="100" y="4380"/>
                </a:lnTo>
                <a:lnTo>
                  <a:pt x="99" y="4379"/>
                </a:lnTo>
                <a:lnTo>
                  <a:pt x="98" y="4379"/>
                </a:lnTo>
                <a:lnTo>
                  <a:pt x="98" y="4378"/>
                </a:lnTo>
                <a:lnTo>
                  <a:pt x="97" y="4378"/>
                </a:lnTo>
                <a:lnTo>
                  <a:pt x="96" y="4377"/>
                </a:lnTo>
                <a:lnTo>
                  <a:pt x="95" y="4377"/>
                </a:lnTo>
                <a:lnTo>
                  <a:pt x="94" y="4377"/>
                </a:lnTo>
                <a:lnTo>
                  <a:pt x="94" y="4376"/>
                </a:lnTo>
                <a:lnTo>
                  <a:pt x="93" y="4376"/>
                </a:lnTo>
                <a:lnTo>
                  <a:pt x="92" y="4376"/>
                </a:lnTo>
                <a:lnTo>
                  <a:pt x="92" y="4375"/>
                </a:lnTo>
                <a:lnTo>
                  <a:pt x="91" y="4375"/>
                </a:lnTo>
                <a:lnTo>
                  <a:pt x="90" y="4374"/>
                </a:lnTo>
                <a:lnTo>
                  <a:pt x="89" y="4374"/>
                </a:lnTo>
                <a:lnTo>
                  <a:pt x="88" y="4374"/>
                </a:lnTo>
                <a:lnTo>
                  <a:pt x="88" y="4373"/>
                </a:lnTo>
                <a:lnTo>
                  <a:pt x="87" y="4373"/>
                </a:lnTo>
                <a:lnTo>
                  <a:pt x="86" y="4372"/>
                </a:lnTo>
                <a:lnTo>
                  <a:pt x="85" y="4372"/>
                </a:lnTo>
                <a:lnTo>
                  <a:pt x="84" y="4371"/>
                </a:lnTo>
                <a:lnTo>
                  <a:pt x="83" y="4371"/>
                </a:lnTo>
                <a:lnTo>
                  <a:pt x="82" y="4370"/>
                </a:lnTo>
                <a:lnTo>
                  <a:pt x="81" y="4370"/>
                </a:lnTo>
                <a:lnTo>
                  <a:pt x="80" y="4369"/>
                </a:lnTo>
                <a:lnTo>
                  <a:pt x="79" y="4369"/>
                </a:lnTo>
                <a:lnTo>
                  <a:pt x="78" y="4368"/>
                </a:lnTo>
                <a:lnTo>
                  <a:pt x="77" y="4368"/>
                </a:lnTo>
                <a:lnTo>
                  <a:pt x="77" y="4367"/>
                </a:lnTo>
                <a:lnTo>
                  <a:pt x="76" y="4367"/>
                </a:lnTo>
                <a:lnTo>
                  <a:pt x="75" y="4367"/>
                </a:lnTo>
                <a:lnTo>
                  <a:pt x="74" y="4366"/>
                </a:lnTo>
                <a:lnTo>
                  <a:pt x="73" y="4366"/>
                </a:lnTo>
                <a:lnTo>
                  <a:pt x="72" y="4365"/>
                </a:lnTo>
                <a:lnTo>
                  <a:pt x="71" y="4365"/>
                </a:lnTo>
                <a:lnTo>
                  <a:pt x="71" y="4364"/>
                </a:lnTo>
                <a:lnTo>
                  <a:pt x="70" y="4364"/>
                </a:lnTo>
                <a:lnTo>
                  <a:pt x="69" y="4364"/>
                </a:lnTo>
                <a:lnTo>
                  <a:pt x="68" y="4363"/>
                </a:lnTo>
                <a:lnTo>
                  <a:pt x="67" y="4363"/>
                </a:lnTo>
                <a:lnTo>
                  <a:pt x="67" y="4362"/>
                </a:lnTo>
                <a:lnTo>
                  <a:pt x="66" y="4362"/>
                </a:lnTo>
                <a:lnTo>
                  <a:pt x="65" y="4362"/>
                </a:lnTo>
                <a:lnTo>
                  <a:pt x="65" y="4361"/>
                </a:lnTo>
                <a:lnTo>
                  <a:pt x="64" y="4361"/>
                </a:lnTo>
                <a:lnTo>
                  <a:pt x="63" y="4361"/>
                </a:lnTo>
                <a:lnTo>
                  <a:pt x="62" y="4360"/>
                </a:lnTo>
                <a:lnTo>
                  <a:pt x="61" y="4360"/>
                </a:lnTo>
                <a:lnTo>
                  <a:pt x="61" y="4359"/>
                </a:lnTo>
                <a:lnTo>
                  <a:pt x="60" y="4359"/>
                </a:lnTo>
                <a:lnTo>
                  <a:pt x="59" y="4358"/>
                </a:lnTo>
                <a:lnTo>
                  <a:pt x="58" y="4358"/>
                </a:lnTo>
                <a:lnTo>
                  <a:pt x="57" y="4357"/>
                </a:lnTo>
                <a:lnTo>
                  <a:pt x="56" y="4357"/>
                </a:lnTo>
                <a:lnTo>
                  <a:pt x="55" y="4357"/>
                </a:lnTo>
                <a:lnTo>
                  <a:pt x="55" y="4356"/>
                </a:lnTo>
                <a:lnTo>
                  <a:pt x="54" y="4356"/>
                </a:lnTo>
                <a:lnTo>
                  <a:pt x="53" y="4355"/>
                </a:lnTo>
                <a:lnTo>
                  <a:pt x="52" y="4355"/>
                </a:lnTo>
                <a:lnTo>
                  <a:pt x="51" y="4354"/>
                </a:lnTo>
                <a:lnTo>
                  <a:pt x="50" y="4354"/>
                </a:lnTo>
                <a:lnTo>
                  <a:pt x="49" y="4353"/>
                </a:lnTo>
                <a:lnTo>
                  <a:pt x="48" y="4353"/>
                </a:lnTo>
                <a:lnTo>
                  <a:pt x="47" y="4352"/>
                </a:lnTo>
                <a:lnTo>
                  <a:pt x="46" y="4352"/>
                </a:lnTo>
                <a:lnTo>
                  <a:pt x="45" y="4351"/>
                </a:lnTo>
                <a:lnTo>
                  <a:pt x="44" y="4351"/>
                </a:lnTo>
                <a:lnTo>
                  <a:pt x="43" y="4350"/>
                </a:lnTo>
                <a:lnTo>
                  <a:pt x="42" y="4350"/>
                </a:lnTo>
                <a:lnTo>
                  <a:pt x="41" y="4349"/>
                </a:lnTo>
                <a:lnTo>
                  <a:pt x="40" y="4349"/>
                </a:lnTo>
                <a:lnTo>
                  <a:pt x="40" y="4348"/>
                </a:lnTo>
                <a:lnTo>
                  <a:pt x="39" y="4348"/>
                </a:lnTo>
                <a:lnTo>
                  <a:pt x="38" y="4348"/>
                </a:lnTo>
                <a:lnTo>
                  <a:pt x="37" y="4347"/>
                </a:lnTo>
                <a:lnTo>
                  <a:pt x="36" y="4347"/>
                </a:lnTo>
                <a:lnTo>
                  <a:pt x="35" y="4346"/>
                </a:lnTo>
                <a:lnTo>
                  <a:pt x="34" y="4346"/>
                </a:lnTo>
                <a:lnTo>
                  <a:pt x="34" y="4345"/>
                </a:lnTo>
                <a:lnTo>
                  <a:pt x="33" y="4345"/>
                </a:lnTo>
                <a:lnTo>
                  <a:pt x="32" y="4345"/>
                </a:lnTo>
                <a:lnTo>
                  <a:pt x="32" y="4344"/>
                </a:lnTo>
                <a:lnTo>
                  <a:pt x="31" y="4344"/>
                </a:lnTo>
                <a:lnTo>
                  <a:pt x="30" y="4344"/>
                </a:lnTo>
                <a:lnTo>
                  <a:pt x="30" y="4343"/>
                </a:lnTo>
                <a:lnTo>
                  <a:pt x="29" y="4343"/>
                </a:lnTo>
                <a:lnTo>
                  <a:pt x="28" y="4343"/>
                </a:lnTo>
                <a:lnTo>
                  <a:pt x="28" y="4342"/>
                </a:lnTo>
                <a:lnTo>
                  <a:pt x="27" y="4342"/>
                </a:lnTo>
                <a:lnTo>
                  <a:pt x="26" y="4341"/>
                </a:lnTo>
                <a:lnTo>
                  <a:pt x="25" y="4341"/>
                </a:lnTo>
                <a:lnTo>
                  <a:pt x="24" y="4341"/>
                </a:lnTo>
                <a:lnTo>
                  <a:pt x="24" y="4340"/>
                </a:lnTo>
                <a:lnTo>
                  <a:pt x="23" y="4340"/>
                </a:lnTo>
                <a:lnTo>
                  <a:pt x="22" y="4340"/>
                </a:lnTo>
                <a:lnTo>
                  <a:pt x="22" y="4339"/>
                </a:lnTo>
                <a:lnTo>
                  <a:pt x="21" y="4339"/>
                </a:lnTo>
                <a:lnTo>
                  <a:pt x="20" y="4338"/>
                </a:lnTo>
                <a:lnTo>
                  <a:pt x="19" y="4338"/>
                </a:lnTo>
                <a:lnTo>
                  <a:pt x="18" y="4338"/>
                </a:lnTo>
                <a:lnTo>
                  <a:pt x="18" y="4337"/>
                </a:lnTo>
                <a:lnTo>
                  <a:pt x="17" y="4337"/>
                </a:lnTo>
                <a:lnTo>
                  <a:pt x="16" y="4336"/>
                </a:lnTo>
                <a:lnTo>
                  <a:pt x="15" y="4336"/>
                </a:lnTo>
                <a:lnTo>
                  <a:pt x="14" y="4335"/>
                </a:lnTo>
                <a:lnTo>
                  <a:pt x="13" y="4335"/>
                </a:lnTo>
                <a:lnTo>
                  <a:pt x="12" y="4335"/>
                </a:lnTo>
                <a:lnTo>
                  <a:pt x="12" y="4334"/>
                </a:lnTo>
                <a:lnTo>
                  <a:pt x="11" y="4334"/>
                </a:lnTo>
                <a:lnTo>
                  <a:pt x="10" y="4333"/>
                </a:lnTo>
                <a:lnTo>
                  <a:pt x="9" y="4333"/>
                </a:lnTo>
                <a:lnTo>
                  <a:pt x="8" y="4332"/>
                </a:lnTo>
                <a:lnTo>
                  <a:pt x="7" y="4332"/>
                </a:lnTo>
                <a:lnTo>
                  <a:pt x="7" y="4331"/>
                </a:lnTo>
                <a:lnTo>
                  <a:pt x="6" y="4331"/>
                </a:lnTo>
                <a:lnTo>
                  <a:pt x="5" y="4331"/>
                </a:lnTo>
                <a:lnTo>
                  <a:pt x="4" y="4330"/>
                </a:lnTo>
                <a:lnTo>
                  <a:pt x="3" y="4330"/>
                </a:lnTo>
                <a:lnTo>
                  <a:pt x="3" y="4329"/>
                </a:lnTo>
                <a:lnTo>
                  <a:pt x="2" y="4329"/>
                </a:lnTo>
                <a:lnTo>
                  <a:pt x="1" y="4329"/>
                </a:lnTo>
                <a:lnTo>
                  <a:pt x="1" y="4328"/>
                </a:lnTo>
                <a:lnTo>
                  <a:pt x="0" y="4328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324" name=""/>
          <p:cNvSpPr/>
          <p:nvPr/>
        </p:nvSpPr>
        <p:spPr>
          <a:xfrm>
            <a:off x="6836040" y="172080"/>
            <a:ext cx="4831920" cy="1617840"/>
          </a:xfrm>
          <a:custGeom>
            <a:avLst/>
            <a:gdLst/>
            <a:ahLst/>
            <a:rect l="0" t="0" r="r" b="b"/>
            <a:pathLst>
              <a:path fill="none" w="13422" h="4494">
                <a:moveTo>
                  <a:pt x="0" y="4328"/>
                </a:moveTo>
                <a:lnTo>
                  <a:pt x="323" y="4494"/>
                </a:lnTo>
                <a:lnTo>
                  <a:pt x="323" y="4391"/>
                </a:lnTo>
                <a:lnTo>
                  <a:pt x="327" y="4393"/>
                </a:lnTo>
                <a:lnTo>
                  <a:pt x="445" y="4454"/>
                </a:lnTo>
                <a:lnTo>
                  <a:pt x="446" y="4369"/>
                </a:lnTo>
                <a:lnTo>
                  <a:pt x="449" y="4370"/>
                </a:lnTo>
                <a:lnTo>
                  <a:pt x="453" y="4373"/>
                </a:lnTo>
                <a:lnTo>
                  <a:pt x="454" y="4289"/>
                </a:lnTo>
                <a:lnTo>
                  <a:pt x="457" y="4290"/>
                </a:lnTo>
                <a:lnTo>
                  <a:pt x="464" y="4294"/>
                </a:lnTo>
                <a:lnTo>
                  <a:pt x="468" y="4130"/>
                </a:lnTo>
                <a:lnTo>
                  <a:pt x="469" y="4130"/>
                </a:lnTo>
                <a:lnTo>
                  <a:pt x="479" y="4136"/>
                </a:lnTo>
                <a:lnTo>
                  <a:pt x="480" y="4054"/>
                </a:lnTo>
                <a:lnTo>
                  <a:pt x="483" y="4056"/>
                </a:lnTo>
                <a:lnTo>
                  <a:pt x="532" y="4081"/>
                </a:lnTo>
                <a:lnTo>
                  <a:pt x="533" y="4005"/>
                </a:lnTo>
                <a:lnTo>
                  <a:pt x="536" y="4007"/>
                </a:lnTo>
                <a:lnTo>
                  <a:pt x="542" y="4010"/>
                </a:lnTo>
                <a:lnTo>
                  <a:pt x="543" y="3935"/>
                </a:lnTo>
                <a:lnTo>
                  <a:pt x="546" y="3936"/>
                </a:lnTo>
                <a:lnTo>
                  <a:pt x="547" y="3937"/>
                </a:lnTo>
                <a:lnTo>
                  <a:pt x="550" y="3789"/>
                </a:lnTo>
                <a:lnTo>
                  <a:pt x="552" y="3790"/>
                </a:lnTo>
                <a:lnTo>
                  <a:pt x="554" y="3791"/>
                </a:lnTo>
                <a:lnTo>
                  <a:pt x="554" y="3716"/>
                </a:lnTo>
                <a:lnTo>
                  <a:pt x="558" y="3718"/>
                </a:lnTo>
                <a:lnTo>
                  <a:pt x="560" y="3719"/>
                </a:lnTo>
                <a:lnTo>
                  <a:pt x="561" y="3646"/>
                </a:lnTo>
                <a:lnTo>
                  <a:pt x="564" y="3647"/>
                </a:lnTo>
                <a:lnTo>
                  <a:pt x="570" y="3650"/>
                </a:lnTo>
                <a:lnTo>
                  <a:pt x="571" y="3577"/>
                </a:lnTo>
                <a:lnTo>
                  <a:pt x="574" y="3579"/>
                </a:lnTo>
                <a:lnTo>
                  <a:pt x="577" y="3581"/>
                </a:lnTo>
                <a:lnTo>
                  <a:pt x="578" y="3508"/>
                </a:lnTo>
                <a:lnTo>
                  <a:pt x="581" y="3510"/>
                </a:lnTo>
                <a:lnTo>
                  <a:pt x="610" y="3525"/>
                </a:lnTo>
                <a:lnTo>
                  <a:pt x="611" y="3455"/>
                </a:lnTo>
                <a:lnTo>
                  <a:pt x="614" y="3457"/>
                </a:lnTo>
                <a:lnTo>
                  <a:pt x="618" y="3458"/>
                </a:lnTo>
                <a:lnTo>
                  <a:pt x="618" y="3389"/>
                </a:lnTo>
                <a:lnTo>
                  <a:pt x="622" y="3391"/>
                </a:lnTo>
                <a:lnTo>
                  <a:pt x="631" y="3395"/>
                </a:lnTo>
                <a:lnTo>
                  <a:pt x="632" y="3259"/>
                </a:lnTo>
                <a:lnTo>
                  <a:pt x="635" y="3261"/>
                </a:lnTo>
                <a:lnTo>
                  <a:pt x="646" y="3266"/>
                </a:lnTo>
                <a:lnTo>
                  <a:pt x="647" y="3199"/>
                </a:lnTo>
                <a:lnTo>
                  <a:pt x="650" y="3200"/>
                </a:lnTo>
                <a:lnTo>
                  <a:pt x="657" y="3204"/>
                </a:lnTo>
                <a:lnTo>
                  <a:pt x="662" y="3073"/>
                </a:lnTo>
                <a:lnTo>
                  <a:pt x="664" y="3074"/>
                </a:lnTo>
                <a:lnTo>
                  <a:pt x="665" y="3007"/>
                </a:lnTo>
                <a:lnTo>
                  <a:pt x="668" y="3009"/>
                </a:lnTo>
                <a:lnTo>
                  <a:pt x="682" y="3017"/>
                </a:lnTo>
                <a:lnTo>
                  <a:pt x="685" y="2886"/>
                </a:lnTo>
                <a:lnTo>
                  <a:pt x="687" y="2887"/>
                </a:lnTo>
                <a:lnTo>
                  <a:pt x="714" y="2901"/>
                </a:lnTo>
                <a:lnTo>
                  <a:pt x="715" y="2837"/>
                </a:lnTo>
                <a:lnTo>
                  <a:pt x="718" y="2839"/>
                </a:lnTo>
                <a:lnTo>
                  <a:pt x="721" y="2841"/>
                </a:lnTo>
                <a:lnTo>
                  <a:pt x="722" y="2778"/>
                </a:lnTo>
                <a:lnTo>
                  <a:pt x="725" y="2779"/>
                </a:lnTo>
                <a:lnTo>
                  <a:pt x="735" y="2784"/>
                </a:lnTo>
                <a:lnTo>
                  <a:pt x="735" y="2721"/>
                </a:lnTo>
                <a:lnTo>
                  <a:pt x="739" y="2723"/>
                </a:lnTo>
                <a:lnTo>
                  <a:pt x="750" y="2729"/>
                </a:lnTo>
                <a:lnTo>
                  <a:pt x="751" y="2667"/>
                </a:lnTo>
                <a:lnTo>
                  <a:pt x="754" y="2669"/>
                </a:lnTo>
                <a:lnTo>
                  <a:pt x="787" y="2686"/>
                </a:lnTo>
                <a:lnTo>
                  <a:pt x="788" y="2625"/>
                </a:lnTo>
                <a:lnTo>
                  <a:pt x="791" y="2627"/>
                </a:lnTo>
                <a:lnTo>
                  <a:pt x="802" y="2633"/>
                </a:lnTo>
                <a:lnTo>
                  <a:pt x="803" y="2574"/>
                </a:lnTo>
                <a:lnTo>
                  <a:pt x="806" y="2575"/>
                </a:lnTo>
                <a:lnTo>
                  <a:pt x="809" y="2577"/>
                </a:lnTo>
                <a:lnTo>
                  <a:pt x="809" y="2517"/>
                </a:lnTo>
                <a:lnTo>
                  <a:pt x="813" y="2519"/>
                </a:lnTo>
                <a:lnTo>
                  <a:pt x="815" y="2520"/>
                </a:lnTo>
                <a:lnTo>
                  <a:pt x="815" y="2461"/>
                </a:lnTo>
                <a:lnTo>
                  <a:pt x="819" y="2463"/>
                </a:lnTo>
                <a:lnTo>
                  <a:pt x="824" y="2466"/>
                </a:lnTo>
                <a:lnTo>
                  <a:pt x="826" y="2350"/>
                </a:lnTo>
                <a:lnTo>
                  <a:pt x="829" y="2351"/>
                </a:lnTo>
                <a:lnTo>
                  <a:pt x="853" y="2364"/>
                </a:lnTo>
                <a:lnTo>
                  <a:pt x="853" y="2307"/>
                </a:lnTo>
                <a:lnTo>
                  <a:pt x="857" y="2309"/>
                </a:lnTo>
                <a:lnTo>
                  <a:pt x="861" y="2311"/>
                </a:lnTo>
                <a:lnTo>
                  <a:pt x="863" y="2199"/>
                </a:lnTo>
                <a:lnTo>
                  <a:pt x="865" y="2200"/>
                </a:lnTo>
                <a:lnTo>
                  <a:pt x="882" y="2208"/>
                </a:lnTo>
                <a:lnTo>
                  <a:pt x="883" y="2153"/>
                </a:lnTo>
                <a:lnTo>
                  <a:pt x="886" y="2155"/>
                </a:lnTo>
                <a:lnTo>
                  <a:pt x="895" y="2159"/>
                </a:lnTo>
                <a:lnTo>
                  <a:pt x="895" y="2104"/>
                </a:lnTo>
                <a:lnTo>
                  <a:pt x="899" y="2106"/>
                </a:lnTo>
                <a:lnTo>
                  <a:pt x="905" y="2109"/>
                </a:lnTo>
                <a:lnTo>
                  <a:pt x="906" y="2054"/>
                </a:lnTo>
                <a:lnTo>
                  <a:pt x="909" y="2056"/>
                </a:lnTo>
                <a:lnTo>
                  <a:pt x="911" y="2057"/>
                </a:lnTo>
                <a:lnTo>
                  <a:pt x="912" y="2003"/>
                </a:lnTo>
                <a:lnTo>
                  <a:pt x="915" y="2004"/>
                </a:lnTo>
                <a:lnTo>
                  <a:pt x="929" y="2012"/>
                </a:lnTo>
                <a:lnTo>
                  <a:pt x="930" y="1958"/>
                </a:lnTo>
                <a:lnTo>
                  <a:pt x="933" y="1960"/>
                </a:lnTo>
                <a:lnTo>
                  <a:pt x="952" y="1969"/>
                </a:lnTo>
                <a:lnTo>
                  <a:pt x="952" y="1916"/>
                </a:lnTo>
                <a:lnTo>
                  <a:pt x="956" y="1918"/>
                </a:lnTo>
                <a:lnTo>
                  <a:pt x="976" y="1929"/>
                </a:lnTo>
                <a:lnTo>
                  <a:pt x="979" y="1825"/>
                </a:lnTo>
                <a:lnTo>
                  <a:pt x="981" y="1826"/>
                </a:lnTo>
                <a:lnTo>
                  <a:pt x="990" y="1831"/>
                </a:lnTo>
                <a:lnTo>
                  <a:pt x="991" y="1780"/>
                </a:lnTo>
                <a:lnTo>
                  <a:pt x="995" y="1781"/>
                </a:lnTo>
                <a:lnTo>
                  <a:pt x="1005" y="1787"/>
                </a:lnTo>
                <a:lnTo>
                  <a:pt x="1006" y="1684"/>
                </a:lnTo>
                <a:lnTo>
                  <a:pt x="1010" y="1686"/>
                </a:lnTo>
                <a:lnTo>
                  <a:pt x="1019" y="1690"/>
                </a:lnTo>
                <a:lnTo>
                  <a:pt x="1019" y="1640"/>
                </a:lnTo>
                <a:lnTo>
                  <a:pt x="1023" y="1641"/>
                </a:lnTo>
                <a:lnTo>
                  <a:pt x="1033" y="1646"/>
                </a:lnTo>
                <a:lnTo>
                  <a:pt x="1037" y="1548"/>
                </a:lnTo>
                <a:lnTo>
                  <a:pt x="1050" y="1554"/>
                </a:lnTo>
                <a:lnTo>
                  <a:pt x="1050" y="1505"/>
                </a:lnTo>
                <a:lnTo>
                  <a:pt x="1054" y="1507"/>
                </a:lnTo>
                <a:lnTo>
                  <a:pt x="1057" y="1508"/>
                </a:lnTo>
                <a:lnTo>
                  <a:pt x="1057" y="1459"/>
                </a:lnTo>
                <a:lnTo>
                  <a:pt x="1061" y="1461"/>
                </a:lnTo>
                <a:lnTo>
                  <a:pt x="1084" y="1473"/>
                </a:lnTo>
                <a:lnTo>
                  <a:pt x="1085" y="1424"/>
                </a:lnTo>
                <a:lnTo>
                  <a:pt x="1089" y="1426"/>
                </a:lnTo>
                <a:lnTo>
                  <a:pt x="1141" y="1453"/>
                </a:lnTo>
                <a:lnTo>
                  <a:pt x="1142" y="1407"/>
                </a:lnTo>
                <a:lnTo>
                  <a:pt x="1147" y="1409"/>
                </a:lnTo>
                <a:lnTo>
                  <a:pt x="1152" y="1412"/>
                </a:lnTo>
                <a:lnTo>
                  <a:pt x="1152" y="1365"/>
                </a:lnTo>
                <a:lnTo>
                  <a:pt x="1156" y="1367"/>
                </a:lnTo>
                <a:lnTo>
                  <a:pt x="1189" y="1384"/>
                </a:lnTo>
                <a:lnTo>
                  <a:pt x="1190" y="1339"/>
                </a:lnTo>
                <a:lnTo>
                  <a:pt x="1194" y="1341"/>
                </a:lnTo>
                <a:lnTo>
                  <a:pt x="1206" y="1348"/>
                </a:lnTo>
                <a:lnTo>
                  <a:pt x="1207" y="1303"/>
                </a:lnTo>
                <a:lnTo>
                  <a:pt x="1211" y="1305"/>
                </a:lnTo>
                <a:lnTo>
                  <a:pt x="1217" y="1308"/>
                </a:lnTo>
                <a:lnTo>
                  <a:pt x="1218" y="1264"/>
                </a:lnTo>
                <a:lnTo>
                  <a:pt x="1221" y="1266"/>
                </a:lnTo>
                <a:lnTo>
                  <a:pt x="1229" y="1270"/>
                </a:lnTo>
                <a:lnTo>
                  <a:pt x="1230" y="1226"/>
                </a:lnTo>
                <a:lnTo>
                  <a:pt x="1234" y="1228"/>
                </a:lnTo>
                <a:lnTo>
                  <a:pt x="1251" y="1237"/>
                </a:lnTo>
                <a:lnTo>
                  <a:pt x="1256" y="1110"/>
                </a:lnTo>
                <a:lnTo>
                  <a:pt x="1265" y="1114"/>
                </a:lnTo>
                <a:lnTo>
                  <a:pt x="1265" y="1071"/>
                </a:lnTo>
                <a:lnTo>
                  <a:pt x="1269" y="1073"/>
                </a:lnTo>
                <a:lnTo>
                  <a:pt x="1273" y="1075"/>
                </a:lnTo>
                <a:lnTo>
                  <a:pt x="1273" y="1033"/>
                </a:lnTo>
                <a:lnTo>
                  <a:pt x="1277" y="1035"/>
                </a:lnTo>
                <a:lnTo>
                  <a:pt x="1315" y="1054"/>
                </a:lnTo>
                <a:lnTo>
                  <a:pt x="1318" y="973"/>
                </a:lnTo>
                <a:lnTo>
                  <a:pt x="1320" y="974"/>
                </a:lnTo>
                <a:lnTo>
                  <a:pt x="1334" y="981"/>
                </a:lnTo>
                <a:lnTo>
                  <a:pt x="1335" y="940"/>
                </a:lnTo>
                <a:lnTo>
                  <a:pt x="1338" y="942"/>
                </a:lnTo>
                <a:lnTo>
                  <a:pt x="1339" y="943"/>
                </a:lnTo>
                <a:lnTo>
                  <a:pt x="1340" y="902"/>
                </a:lnTo>
                <a:lnTo>
                  <a:pt x="1343" y="904"/>
                </a:lnTo>
                <a:lnTo>
                  <a:pt x="1365" y="915"/>
                </a:lnTo>
                <a:lnTo>
                  <a:pt x="1366" y="875"/>
                </a:lnTo>
                <a:lnTo>
                  <a:pt x="1369" y="877"/>
                </a:lnTo>
                <a:lnTo>
                  <a:pt x="1396" y="890"/>
                </a:lnTo>
                <a:lnTo>
                  <a:pt x="1396" y="851"/>
                </a:lnTo>
                <a:lnTo>
                  <a:pt x="1400" y="853"/>
                </a:lnTo>
                <a:lnTo>
                  <a:pt x="1437" y="872"/>
                </a:lnTo>
                <a:lnTo>
                  <a:pt x="1437" y="834"/>
                </a:lnTo>
                <a:lnTo>
                  <a:pt x="1441" y="835"/>
                </a:lnTo>
                <a:lnTo>
                  <a:pt x="1492" y="861"/>
                </a:lnTo>
                <a:lnTo>
                  <a:pt x="1495" y="750"/>
                </a:lnTo>
                <a:lnTo>
                  <a:pt x="1497" y="751"/>
                </a:lnTo>
                <a:lnTo>
                  <a:pt x="1544" y="776"/>
                </a:lnTo>
                <a:lnTo>
                  <a:pt x="1545" y="739"/>
                </a:lnTo>
                <a:lnTo>
                  <a:pt x="1549" y="741"/>
                </a:lnTo>
                <a:lnTo>
                  <a:pt x="1591" y="763"/>
                </a:lnTo>
                <a:lnTo>
                  <a:pt x="1592" y="692"/>
                </a:lnTo>
                <a:lnTo>
                  <a:pt x="1596" y="694"/>
                </a:lnTo>
                <a:lnTo>
                  <a:pt x="1600" y="696"/>
                </a:lnTo>
                <a:lnTo>
                  <a:pt x="1601" y="661"/>
                </a:lnTo>
                <a:lnTo>
                  <a:pt x="1604" y="662"/>
                </a:lnTo>
                <a:lnTo>
                  <a:pt x="1610" y="665"/>
                </a:lnTo>
                <a:lnTo>
                  <a:pt x="1611" y="630"/>
                </a:lnTo>
                <a:lnTo>
                  <a:pt x="1614" y="632"/>
                </a:lnTo>
                <a:lnTo>
                  <a:pt x="1618" y="634"/>
                </a:lnTo>
                <a:lnTo>
                  <a:pt x="1622" y="565"/>
                </a:lnTo>
                <a:lnTo>
                  <a:pt x="1623" y="566"/>
                </a:lnTo>
                <a:lnTo>
                  <a:pt x="1628" y="568"/>
                </a:lnTo>
                <a:lnTo>
                  <a:pt x="1629" y="499"/>
                </a:lnTo>
                <a:lnTo>
                  <a:pt x="1633" y="501"/>
                </a:lnTo>
                <a:lnTo>
                  <a:pt x="1637" y="503"/>
                </a:lnTo>
                <a:lnTo>
                  <a:pt x="1637" y="468"/>
                </a:lnTo>
                <a:lnTo>
                  <a:pt x="1641" y="470"/>
                </a:lnTo>
                <a:lnTo>
                  <a:pt x="1650" y="475"/>
                </a:lnTo>
                <a:lnTo>
                  <a:pt x="1651" y="440"/>
                </a:lnTo>
                <a:lnTo>
                  <a:pt x="1654" y="442"/>
                </a:lnTo>
                <a:lnTo>
                  <a:pt x="1681" y="456"/>
                </a:lnTo>
                <a:lnTo>
                  <a:pt x="1681" y="422"/>
                </a:lnTo>
                <a:lnTo>
                  <a:pt x="1685" y="423"/>
                </a:lnTo>
                <a:lnTo>
                  <a:pt x="1707" y="435"/>
                </a:lnTo>
                <a:lnTo>
                  <a:pt x="1707" y="401"/>
                </a:lnTo>
                <a:lnTo>
                  <a:pt x="1711" y="403"/>
                </a:lnTo>
                <a:lnTo>
                  <a:pt x="1717" y="406"/>
                </a:lnTo>
                <a:lnTo>
                  <a:pt x="1718" y="373"/>
                </a:lnTo>
                <a:lnTo>
                  <a:pt x="1721" y="375"/>
                </a:lnTo>
                <a:lnTo>
                  <a:pt x="1781" y="405"/>
                </a:lnTo>
                <a:lnTo>
                  <a:pt x="1785" y="342"/>
                </a:lnTo>
                <a:lnTo>
                  <a:pt x="1786" y="342"/>
                </a:lnTo>
                <a:lnTo>
                  <a:pt x="1815" y="357"/>
                </a:lnTo>
                <a:lnTo>
                  <a:pt x="1815" y="325"/>
                </a:lnTo>
                <a:lnTo>
                  <a:pt x="1819" y="327"/>
                </a:lnTo>
                <a:lnTo>
                  <a:pt x="1842" y="339"/>
                </a:lnTo>
                <a:lnTo>
                  <a:pt x="1843" y="308"/>
                </a:lnTo>
                <a:lnTo>
                  <a:pt x="1846" y="309"/>
                </a:lnTo>
                <a:lnTo>
                  <a:pt x="1861" y="317"/>
                </a:lnTo>
                <a:lnTo>
                  <a:pt x="1862" y="286"/>
                </a:lnTo>
                <a:lnTo>
                  <a:pt x="1865" y="288"/>
                </a:lnTo>
                <a:lnTo>
                  <a:pt x="1900" y="305"/>
                </a:lnTo>
                <a:lnTo>
                  <a:pt x="1901" y="275"/>
                </a:lnTo>
                <a:lnTo>
                  <a:pt x="1904" y="277"/>
                </a:lnTo>
                <a:lnTo>
                  <a:pt x="1983" y="318"/>
                </a:lnTo>
                <a:lnTo>
                  <a:pt x="1986" y="260"/>
                </a:lnTo>
                <a:lnTo>
                  <a:pt x="1988" y="261"/>
                </a:lnTo>
                <a:lnTo>
                  <a:pt x="2008" y="271"/>
                </a:lnTo>
                <a:lnTo>
                  <a:pt x="2008" y="242"/>
                </a:lnTo>
                <a:lnTo>
                  <a:pt x="2012" y="244"/>
                </a:lnTo>
                <a:lnTo>
                  <a:pt x="2053" y="265"/>
                </a:lnTo>
                <a:lnTo>
                  <a:pt x="2053" y="236"/>
                </a:lnTo>
                <a:lnTo>
                  <a:pt x="2057" y="238"/>
                </a:lnTo>
                <a:lnTo>
                  <a:pt x="2104" y="263"/>
                </a:lnTo>
                <a:lnTo>
                  <a:pt x="2105" y="235"/>
                </a:lnTo>
                <a:lnTo>
                  <a:pt x="2109" y="237"/>
                </a:lnTo>
                <a:lnTo>
                  <a:pt x="2131" y="248"/>
                </a:lnTo>
                <a:lnTo>
                  <a:pt x="2132" y="221"/>
                </a:lnTo>
                <a:lnTo>
                  <a:pt x="2135" y="223"/>
                </a:lnTo>
                <a:lnTo>
                  <a:pt x="2223" y="268"/>
                </a:lnTo>
                <a:lnTo>
                  <a:pt x="2224" y="242"/>
                </a:lnTo>
                <a:lnTo>
                  <a:pt x="2227" y="243"/>
                </a:lnTo>
                <a:lnTo>
                  <a:pt x="2228" y="244"/>
                </a:lnTo>
                <a:lnTo>
                  <a:pt x="2229" y="218"/>
                </a:lnTo>
                <a:lnTo>
                  <a:pt x="2233" y="220"/>
                </a:lnTo>
                <a:lnTo>
                  <a:pt x="2234" y="220"/>
                </a:lnTo>
                <a:lnTo>
                  <a:pt x="2235" y="194"/>
                </a:lnTo>
                <a:lnTo>
                  <a:pt x="2238" y="196"/>
                </a:lnTo>
                <a:lnTo>
                  <a:pt x="2250" y="202"/>
                </a:lnTo>
                <a:lnTo>
                  <a:pt x="2250" y="176"/>
                </a:lnTo>
                <a:lnTo>
                  <a:pt x="2254" y="178"/>
                </a:lnTo>
                <a:lnTo>
                  <a:pt x="2290" y="196"/>
                </a:lnTo>
                <a:lnTo>
                  <a:pt x="2291" y="171"/>
                </a:lnTo>
                <a:lnTo>
                  <a:pt x="2294" y="172"/>
                </a:lnTo>
                <a:lnTo>
                  <a:pt x="2375" y="214"/>
                </a:lnTo>
                <a:lnTo>
                  <a:pt x="2375" y="189"/>
                </a:lnTo>
                <a:lnTo>
                  <a:pt x="2379" y="191"/>
                </a:lnTo>
                <a:lnTo>
                  <a:pt x="2408" y="206"/>
                </a:lnTo>
                <a:lnTo>
                  <a:pt x="2408" y="181"/>
                </a:lnTo>
                <a:lnTo>
                  <a:pt x="2412" y="183"/>
                </a:lnTo>
                <a:lnTo>
                  <a:pt x="2502" y="230"/>
                </a:lnTo>
                <a:lnTo>
                  <a:pt x="2503" y="206"/>
                </a:lnTo>
                <a:lnTo>
                  <a:pt x="2506" y="208"/>
                </a:lnTo>
                <a:lnTo>
                  <a:pt x="2538" y="224"/>
                </a:lnTo>
                <a:lnTo>
                  <a:pt x="2539" y="201"/>
                </a:lnTo>
                <a:lnTo>
                  <a:pt x="2542" y="203"/>
                </a:lnTo>
                <a:lnTo>
                  <a:pt x="2544" y="204"/>
                </a:lnTo>
                <a:lnTo>
                  <a:pt x="2545" y="181"/>
                </a:lnTo>
                <a:lnTo>
                  <a:pt x="2548" y="183"/>
                </a:lnTo>
                <a:lnTo>
                  <a:pt x="2579" y="199"/>
                </a:lnTo>
                <a:lnTo>
                  <a:pt x="2580" y="176"/>
                </a:lnTo>
                <a:lnTo>
                  <a:pt x="2583" y="178"/>
                </a:lnTo>
                <a:lnTo>
                  <a:pt x="2596" y="184"/>
                </a:lnTo>
                <a:lnTo>
                  <a:pt x="2596" y="162"/>
                </a:lnTo>
                <a:lnTo>
                  <a:pt x="2600" y="163"/>
                </a:lnTo>
                <a:lnTo>
                  <a:pt x="2620" y="174"/>
                </a:lnTo>
                <a:lnTo>
                  <a:pt x="2621" y="152"/>
                </a:lnTo>
                <a:lnTo>
                  <a:pt x="2625" y="153"/>
                </a:lnTo>
                <a:lnTo>
                  <a:pt x="2632" y="157"/>
                </a:lnTo>
                <a:lnTo>
                  <a:pt x="2632" y="135"/>
                </a:lnTo>
                <a:lnTo>
                  <a:pt x="2636" y="137"/>
                </a:lnTo>
                <a:lnTo>
                  <a:pt x="2721" y="180"/>
                </a:lnTo>
                <a:lnTo>
                  <a:pt x="2722" y="159"/>
                </a:lnTo>
                <a:lnTo>
                  <a:pt x="2725" y="161"/>
                </a:lnTo>
                <a:lnTo>
                  <a:pt x="2739" y="168"/>
                </a:lnTo>
                <a:lnTo>
                  <a:pt x="2739" y="147"/>
                </a:lnTo>
                <a:lnTo>
                  <a:pt x="2743" y="148"/>
                </a:lnTo>
                <a:lnTo>
                  <a:pt x="2749" y="151"/>
                </a:lnTo>
                <a:lnTo>
                  <a:pt x="2750" y="109"/>
                </a:lnTo>
                <a:lnTo>
                  <a:pt x="2753" y="111"/>
                </a:lnTo>
                <a:lnTo>
                  <a:pt x="2758" y="113"/>
                </a:lnTo>
                <a:lnTo>
                  <a:pt x="2759" y="92"/>
                </a:lnTo>
                <a:lnTo>
                  <a:pt x="2762" y="94"/>
                </a:lnTo>
                <a:lnTo>
                  <a:pt x="2764" y="95"/>
                </a:lnTo>
                <a:lnTo>
                  <a:pt x="2764" y="74"/>
                </a:lnTo>
                <a:lnTo>
                  <a:pt x="2768" y="76"/>
                </a:lnTo>
                <a:lnTo>
                  <a:pt x="2811" y="98"/>
                </a:lnTo>
                <a:lnTo>
                  <a:pt x="2812" y="77"/>
                </a:lnTo>
                <a:lnTo>
                  <a:pt x="2816" y="79"/>
                </a:lnTo>
                <a:lnTo>
                  <a:pt x="2819" y="81"/>
                </a:lnTo>
                <a:lnTo>
                  <a:pt x="2819" y="60"/>
                </a:lnTo>
                <a:lnTo>
                  <a:pt x="2823" y="62"/>
                </a:lnTo>
                <a:lnTo>
                  <a:pt x="2834" y="68"/>
                </a:lnTo>
                <a:lnTo>
                  <a:pt x="2834" y="47"/>
                </a:lnTo>
                <a:lnTo>
                  <a:pt x="2838" y="49"/>
                </a:lnTo>
                <a:lnTo>
                  <a:pt x="2875" y="68"/>
                </a:lnTo>
                <a:lnTo>
                  <a:pt x="2876" y="48"/>
                </a:lnTo>
                <a:lnTo>
                  <a:pt x="2879" y="50"/>
                </a:lnTo>
                <a:lnTo>
                  <a:pt x="2885" y="53"/>
                </a:lnTo>
                <a:lnTo>
                  <a:pt x="2886" y="32"/>
                </a:lnTo>
                <a:lnTo>
                  <a:pt x="2889" y="34"/>
                </a:lnTo>
                <a:lnTo>
                  <a:pt x="2900" y="40"/>
                </a:lnTo>
                <a:lnTo>
                  <a:pt x="2900" y="20"/>
                </a:lnTo>
                <a:lnTo>
                  <a:pt x="2904" y="22"/>
                </a:lnTo>
                <a:lnTo>
                  <a:pt x="2911" y="26"/>
                </a:lnTo>
                <a:lnTo>
                  <a:pt x="2912" y="6"/>
                </a:lnTo>
                <a:lnTo>
                  <a:pt x="2915" y="8"/>
                </a:lnTo>
                <a:lnTo>
                  <a:pt x="2982" y="42"/>
                </a:lnTo>
                <a:lnTo>
                  <a:pt x="2982" y="23"/>
                </a:lnTo>
                <a:lnTo>
                  <a:pt x="2986" y="25"/>
                </a:lnTo>
                <a:lnTo>
                  <a:pt x="3027" y="45"/>
                </a:lnTo>
                <a:lnTo>
                  <a:pt x="3027" y="27"/>
                </a:lnTo>
                <a:lnTo>
                  <a:pt x="3031" y="29"/>
                </a:lnTo>
                <a:lnTo>
                  <a:pt x="3037" y="32"/>
                </a:lnTo>
                <a:lnTo>
                  <a:pt x="3037" y="13"/>
                </a:lnTo>
                <a:lnTo>
                  <a:pt x="3041" y="15"/>
                </a:lnTo>
                <a:lnTo>
                  <a:pt x="3052" y="21"/>
                </a:lnTo>
                <a:lnTo>
                  <a:pt x="3053" y="3"/>
                </a:lnTo>
                <a:lnTo>
                  <a:pt x="3057" y="4"/>
                </a:lnTo>
                <a:lnTo>
                  <a:pt x="3084" y="18"/>
                </a:lnTo>
                <a:lnTo>
                  <a:pt x="3084" y="0"/>
                </a:lnTo>
                <a:lnTo>
                  <a:pt x="3088" y="2"/>
                </a:lnTo>
                <a:lnTo>
                  <a:pt x="3149" y="34"/>
                </a:lnTo>
                <a:lnTo>
                  <a:pt x="3150" y="16"/>
                </a:lnTo>
                <a:lnTo>
                  <a:pt x="3154" y="18"/>
                </a:lnTo>
                <a:lnTo>
                  <a:pt x="3190" y="37"/>
                </a:lnTo>
                <a:lnTo>
                  <a:pt x="3191" y="19"/>
                </a:lnTo>
                <a:lnTo>
                  <a:pt x="3194" y="21"/>
                </a:lnTo>
                <a:lnTo>
                  <a:pt x="3250" y="50"/>
                </a:lnTo>
                <a:lnTo>
                  <a:pt x="3251" y="33"/>
                </a:lnTo>
                <a:lnTo>
                  <a:pt x="3255" y="35"/>
                </a:lnTo>
                <a:lnTo>
                  <a:pt x="3270" y="43"/>
                </a:lnTo>
                <a:lnTo>
                  <a:pt x="3271" y="26"/>
                </a:lnTo>
                <a:lnTo>
                  <a:pt x="3275" y="28"/>
                </a:lnTo>
                <a:lnTo>
                  <a:pt x="3383" y="84"/>
                </a:lnTo>
                <a:lnTo>
                  <a:pt x="3383" y="68"/>
                </a:lnTo>
                <a:lnTo>
                  <a:pt x="3387" y="69"/>
                </a:lnTo>
                <a:lnTo>
                  <a:pt x="3416" y="85"/>
                </a:lnTo>
                <a:lnTo>
                  <a:pt x="3417" y="69"/>
                </a:lnTo>
                <a:lnTo>
                  <a:pt x="3420" y="71"/>
                </a:lnTo>
                <a:lnTo>
                  <a:pt x="3442" y="82"/>
                </a:lnTo>
                <a:lnTo>
                  <a:pt x="3443" y="66"/>
                </a:lnTo>
                <a:lnTo>
                  <a:pt x="3446" y="68"/>
                </a:lnTo>
                <a:lnTo>
                  <a:pt x="3489" y="90"/>
                </a:lnTo>
                <a:lnTo>
                  <a:pt x="3490" y="75"/>
                </a:lnTo>
                <a:lnTo>
                  <a:pt x="3493" y="77"/>
                </a:lnTo>
                <a:lnTo>
                  <a:pt x="3515" y="88"/>
                </a:lnTo>
                <a:lnTo>
                  <a:pt x="3516" y="73"/>
                </a:lnTo>
                <a:lnTo>
                  <a:pt x="3519" y="74"/>
                </a:lnTo>
                <a:lnTo>
                  <a:pt x="3553" y="92"/>
                </a:lnTo>
                <a:lnTo>
                  <a:pt x="3554" y="77"/>
                </a:lnTo>
                <a:lnTo>
                  <a:pt x="3557" y="79"/>
                </a:lnTo>
                <a:lnTo>
                  <a:pt x="3636" y="119"/>
                </a:lnTo>
                <a:lnTo>
                  <a:pt x="3637" y="105"/>
                </a:lnTo>
                <a:lnTo>
                  <a:pt x="3640" y="107"/>
                </a:lnTo>
                <a:lnTo>
                  <a:pt x="3685" y="130"/>
                </a:lnTo>
                <a:lnTo>
                  <a:pt x="3690" y="104"/>
                </a:lnTo>
                <a:lnTo>
                  <a:pt x="3716" y="118"/>
                </a:lnTo>
                <a:lnTo>
                  <a:pt x="3717" y="104"/>
                </a:lnTo>
                <a:lnTo>
                  <a:pt x="3720" y="106"/>
                </a:lnTo>
                <a:lnTo>
                  <a:pt x="3747" y="120"/>
                </a:lnTo>
                <a:lnTo>
                  <a:pt x="3748" y="106"/>
                </a:lnTo>
                <a:lnTo>
                  <a:pt x="3751" y="108"/>
                </a:lnTo>
                <a:lnTo>
                  <a:pt x="3777" y="121"/>
                </a:lnTo>
                <a:lnTo>
                  <a:pt x="3778" y="108"/>
                </a:lnTo>
                <a:lnTo>
                  <a:pt x="3781" y="110"/>
                </a:lnTo>
                <a:lnTo>
                  <a:pt x="3848" y="144"/>
                </a:lnTo>
                <a:lnTo>
                  <a:pt x="3848" y="131"/>
                </a:lnTo>
                <a:lnTo>
                  <a:pt x="3852" y="133"/>
                </a:lnTo>
                <a:lnTo>
                  <a:pt x="3857" y="136"/>
                </a:lnTo>
                <a:lnTo>
                  <a:pt x="3858" y="123"/>
                </a:lnTo>
                <a:lnTo>
                  <a:pt x="3861" y="125"/>
                </a:lnTo>
                <a:lnTo>
                  <a:pt x="4036" y="214"/>
                </a:lnTo>
                <a:lnTo>
                  <a:pt x="4036" y="203"/>
                </a:lnTo>
                <a:lnTo>
                  <a:pt x="4040" y="204"/>
                </a:lnTo>
                <a:lnTo>
                  <a:pt x="4077" y="224"/>
                </a:lnTo>
                <a:lnTo>
                  <a:pt x="4077" y="212"/>
                </a:lnTo>
                <a:lnTo>
                  <a:pt x="4081" y="214"/>
                </a:lnTo>
                <a:lnTo>
                  <a:pt x="4099" y="223"/>
                </a:lnTo>
                <a:lnTo>
                  <a:pt x="4100" y="212"/>
                </a:lnTo>
                <a:lnTo>
                  <a:pt x="4103" y="214"/>
                </a:lnTo>
                <a:lnTo>
                  <a:pt x="4174" y="250"/>
                </a:lnTo>
                <a:lnTo>
                  <a:pt x="4175" y="239"/>
                </a:lnTo>
                <a:lnTo>
                  <a:pt x="4178" y="241"/>
                </a:lnTo>
                <a:lnTo>
                  <a:pt x="4204" y="254"/>
                </a:lnTo>
                <a:lnTo>
                  <a:pt x="4204" y="243"/>
                </a:lnTo>
                <a:lnTo>
                  <a:pt x="4208" y="245"/>
                </a:lnTo>
                <a:lnTo>
                  <a:pt x="4431" y="360"/>
                </a:lnTo>
                <a:lnTo>
                  <a:pt x="4432" y="351"/>
                </a:lnTo>
                <a:lnTo>
                  <a:pt x="4435" y="352"/>
                </a:lnTo>
                <a:lnTo>
                  <a:pt x="4466" y="368"/>
                </a:lnTo>
                <a:lnTo>
                  <a:pt x="4467" y="359"/>
                </a:lnTo>
                <a:lnTo>
                  <a:pt x="4471" y="361"/>
                </a:lnTo>
                <a:lnTo>
                  <a:pt x="4475" y="363"/>
                </a:lnTo>
                <a:lnTo>
                  <a:pt x="4475" y="354"/>
                </a:lnTo>
                <a:lnTo>
                  <a:pt x="4479" y="356"/>
                </a:lnTo>
                <a:lnTo>
                  <a:pt x="4504" y="369"/>
                </a:lnTo>
                <a:lnTo>
                  <a:pt x="4505" y="360"/>
                </a:lnTo>
                <a:lnTo>
                  <a:pt x="4508" y="361"/>
                </a:lnTo>
                <a:lnTo>
                  <a:pt x="4648" y="433"/>
                </a:lnTo>
                <a:lnTo>
                  <a:pt x="4649" y="425"/>
                </a:lnTo>
                <a:lnTo>
                  <a:pt x="4652" y="427"/>
                </a:lnTo>
                <a:lnTo>
                  <a:pt x="4888" y="548"/>
                </a:lnTo>
                <a:lnTo>
                  <a:pt x="4889" y="542"/>
                </a:lnTo>
                <a:lnTo>
                  <a:pt x="4892" y="543"/>
                </a:lnTo>
                <a:lnTo>
                  <a:pt x="4907" y="551"/>
                </a:lnTo>
                <a:lnTo>
                  <a:pt x="4907" y="544"/>
                </a:lnTo>
                <a:lnTo>
                  <a:pt x="4911" y="545"/>
                </a:lnTo>
                <a:lnTo>
                  <a:pt x="4921" y="551"/>
                </a:lnTo>
                <a:lnTo>
                  <a:pt x="4921" y="544"/>
                </a:lnTo>
                <a:lnTo>
                  <a:pt x="4925" y="546"/>
                </a:lnTo>
                <a:lnTo>
                  <a:pt x="4988" y="578"/>
                </a:lnTo>
                <a:lnTo>
                  <a:pt x="4988" y="571"/>
                </a:lnTo>
                <a:lnTo>
                  <a:pt x="4992" y="573"/>
                </a:lnTo>
                <a:lnTo>
                  <a:pt x="5062" y="609"/>
                </a:lnTo>
                <a:lnTo>
                  <a:pt x="5063" y="603"/>
                </a:lnTo>
                <a:lnTo>
                  <a:pt x="5066" y="605"/>
                </a:lnTo>
                <a:lnTo>
                  <a:pt x="5410" y="782"/>
                </a:lnTo>
                <a:lnTo>
                  <a:pt x="5410" y="777"/>
                </a:lnTo>
                <a:lnTo>
                  <a:pt x="5414" y="779"/>
                </a:lnTo>
                <a:lnTo>
                  <a:pt x="5513" y="826"/>
                </a:lnTo>
                <a:lnTo>
                  <a:pt x="5514" y="822"/>
                </a:lnTo>
                <a:lnTo>
                  <a:pt x="5517" y="824"/>
                </a:lnTo>
                <a:lnTo>
                  <a:pt x="5914" y="1024"/>
                </a:lnTo>
                <a:lnTo>
                  <a:pt x="5915" y="1022"/>
                </a:lnTo>
                <a:lnTo>
                  <a:pt x="5919" y="1024"/>
                </a:lnTo>
                <a:lnTo>
                  <a:pt x="6621" y="1381"/>
                </a:lnTo>
                <a:lnTo>
                  <a:pt x="6621" y="1380"/>
                </a:lnTo>
                <a:lnTo>
                  <a:pt x="6624" y="1381"/>
                </a:lnTo>
                <a:lnTo>
                  <a:pt x="6709" y="1423"/>
                </a:lnTo>
                <a:lnTo>
                  <a:pt x="6710" y="1420"/>
                </a:lnTo>
                <a:lnTo>
                  <a:pt x="6713" y="1422"/>
                </a:lnTo>
                <a:lnTo>
                  <a:pt x="7008" y="1571"/>
                </a:lnTo>
                <a:lnTo>
                  <a:pt x="7008" y="1567"/>
                </a:lnTo>
                <a:lnTo>
                  <a:pt x="7012" y="1569"/>
                </a:lnTo>
                <a:lnTo>
                  <a:pt x="7414" y="1776"/>
                </a:lnTo>
                <a:lnTo>
                  <a:pt x="7414" y="1771"/>
                </a:lnTo>
                <a:lnTo>
                  <a:pt x="7418" y="1773"/>
                </a:lnTo>
                <a:lnTo>
                  <a:pt x="7460" y="1794"/>
                </a:lnTo>
                <a:lnTo>
                  <a:pt x="7461" y="1788"/>
                </a:lnTo>
                <a:lnTo>
                  <a:pt x="7464" y="1790"/>
                </a:lnTo>
                <a:lnTo>
                  <a:pt x="8164" y="2150"/>
                </a:lnTo>
                <a:lnTo>
                  <a:pt x="8164" y="2140"/>
                </a:lnTo>
                <a:lnTo>
                  <a:pt x="8168" y="2142"/>
                </a:lnTo>
                <a:lnTo>
                  <a:pt x="8266" y="2193"/>
                </a:lnTo>
                <a:lnTo>
                  <a:pt x="8267" y="2183"/>
                </a:lnTo>
                <a:lnTo>
                  <a:pt x="8270" y="2184"/>
                </a:lnTo>
                <a:lnTo>
                  <a:pt x="8372" y="2237"/>
                </a:lnTo>
                <a:lnTo>
                  <a:pt x="8373" y="2226"/>
                </a:lnTo>
                <a:lnTo>
                  <a:pt x="8376" y="2228"/>
                </a:lnTo>
                <a:lnTo>
                  <a:pt x="8742" y="2416"/>
                </a:lnTo>
                <a:lnTo>
                  <a:pt x="8743" y="2403"/>
                </a:lnTo>
                <a:lnTo>
                  <a:pt x="8747" y="2405"/>
                </a:lnTo>
                <a:lnTo>
                  <a:pt x="8946" y="2507"/>
                </a:lnTo>
                <a:lnTo>
                  <a:pt x="8946" y="2493"/>
                </a:lnTo>
                <a:lnTo>
                  <a:pt x="8950" y="2495"/>
                </a:lnTo>
                <a:lnTo>
                  <a:pt x="9011" y="2526"/>
                </a:lnTo>
                <a:lnTo>
                  <a:pt x="9012" y="2511"/>
                </a:lnTo>
                <a:lnTo>
                  <a:pt x="9015" y="2513"/>
                </a:lnTo>
                <a:lnTo>
                  <a:pt x="9204" y="2610"/>
                </a:lnTo>
                <a:lnTo>
                  <a:pt x="9204" y="2594"/>
                </a:lnTo>
                <a:lnTo>
                  <a:pt x="9208" y="2596"/>
                </a:lnTo>
                <a:lnTo>
                  <a:pt x="9349" y="2668"/>
                </a:lnTo>
                <a:lnTo>
                  <a:pt x="9349" y="2651"/>
                </a:lnTo>
                <a:lnTo>
                  <a:pt x="9353" y="2653"/>
                </a:lnTo>
                <a:lnTo>
                  <a:pt x="10007" y="2989"/>
                </a:lnTo>
                <a:lnTo>
                  <a:pt x="10008" y="2966"/>
                </a:lnTo>
                <a:lnTo>
                  <a:pt x="10011" y="2968"/>
                </a:lnTo>
                <a:lnTo>
                  <a:pt x="10105" y="3016"/>
                </a:lnTo>
                <a:lnTo>
                  <a:pt x="10106" y="2992"/>
                </a:lnTo>
                <a:lnTo>
                  <a:pt x="10109" y="2994"/>
                </a:lnTo>
                <a:lnTo>
                  <a:pt x="10166" y="3023"/>
                </a:lnTo>
                <a:lnTo>
                  <a:pt x="10166" y="2999"/>
                </a:lnTo>
                <a:lnTo>
                  <a:pt x="10170" y="3001"/>
                </a:lnTo>
                <a:lnTo>
                  <a:pt x="11156" y="3508"/>
                </a:lnTo>
                <a:lnTo>
                  <a:pt x="11157" y="3470"/>
                </a:lnTo>
                <a:lnTo>
                  <a:pt x="11160" y="3472"/>
                </a:lnTo>
                <a:lnTo>
                  <a:pt x="11637" y="3717"/>
                </a:lnTo>
                <a:lnTo>
                  <a:pt x="11638" y="3671"/>
                </a:lnTo>
                <a:lnTo>
                  <a:pt x="11641" y="3673"/>
                </a:lnTo>
                <a:lnTo>
                  <a:pt x="11706" y="3706"/>
                </a:lnTo>
                <a:lnTo>
                  <a:pt x="11707" y="3658"/>
                </a:lnTo>
                <a:lnTo>
                  <a:pt x="11710" y="3660"/>
                </a:lnTo>
                <a:lnTo>
                  <a:pt x="12941" y="4293"/>
                </a:lnTo>
                <a:lnTo>
                  <a:pt x="12941" y="4190"/>
                </a:lnTo>
                <a:lnTo>
                  <a:pt x="12945" y="4192"/>
                </a:lnTo>
                <a:lnTo>
                  <a:pt x="12994" y="4217"/>
                </a:lnTo>
                <a:lnTo>
                  <a:pt x="12994" y="4108"/>
                </a:lnTo>
                <a:lnTo>
                  <a:pt x="12998" y="4110"/>
                </a:lnTo>
                <a:lnTo>
                  <a:pt x="13422" y="4328"/>
                </a:lnTo>
              </a:path>
            </a:pathLst>
          </a:custGeom>
          <a:ln cap="sq" w="32760">
            <a:solidFill>
              <a:srgbClr val="0a7d6e"/>
            </a:solidFill>
            <a:round/>
          </a:ln>
        </p:spPr>
      </p:sp>
      <p:sp>
        <p:nvSpPr>
          <p:cNvPr id="325" name=""/>
          <p:cNvSpPr/>
          <p:nvPr/>
        </p:nvSpPr>
        <p:spPr>
          <a:xfrm>
            <a:off x="6836040" y="1729800"/>
            <a:ext cx="4831560" cy="0"/>
          </a:xfrm>
          <a:prstGeom prst="line">
            <a:avLst/>
          </a:prstGeom>
          <a:ln cap="sq" w="75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6" name=""/>
          <p:cNvSpPr/>
          <p:nvPr/>
        </p:nvSpPr>
        <p:spPr>
          <a:xfrm flipV="1">
            <a:off x="6836040" y="91440"/>
            <a:ext cx="0" cy="17791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27" name=""/>
          <p:cNvSpPr/>
          <p:nvPr/>
        </p:nvSpPr>
        <p:spPr>
          <a:xfrm>
            <a:off x="6836040" y="1870560"/>
            <a:ext cx="4831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28" name=""/>
          <p:cNvSpPr/>
          <p:nvPr/>
        </p:nvSpPr>
        <p:spPr>
          <a:xfrm>
            <a:off x="6876720" y="106560"/>
            <a:ext cx="1374480" cy="247320"/>
          </a:xfrm>
          <a:custGeom>
            <a:avLst/>
            <a:gdLst/>
            <a:ahLst/>
            <a:rect l="0" t="0" r="r" b="b"/>
            <a:pathLst>
              <a:path w="3818" h="687">
                <a:moveTo>
                  <a:pt x="155" y="687"/>
                </a:moveTo>
                <a:lnTo>
                  <a:pt x="3663" y="687"/>
                </a:lnTo>
                <a:cubicBezTo>
                  <a:pt x="3766" y="687"/>
                  <a:pt x="3818" y="635"/>
                  <a:pt x="3818" y="532"/>
                </a:cubicBezTo>
                <a:lnTo>
                  <a:pt x="3818" y="156"/>
                </a:lnTo>
                <a:cubicBezTo>
                  <a:pt x="3818" y="53"/>
                  <a:pt x="3766" y="0"/>
                  <a:pt x="3663" y="0"/>
                </a:cubicBezTo>
                <a:lnTo>
                  <a:pt x="155" y="0"/>
                </a:lnTo>
                <a:cubicBezTo>
                  <a:pt x="52" y="0"/>
                  <a:pt x="0" y="53"/>
                  <a:pt x="0" y="156"/>
                </a:cubicBezTo>
                <a:lnTo>
                  <a:pt x="0" y="532"/>
                </a:lnTo>
                <a:cubicBezTo>
                  <a:pt x="0" y="635"/>
                  <a:pt x="52" y="687"/>
                  <a:pt x="155" y="687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 w="12600">
            <a:solidFill>
              <a:srgbClr val="0a7d6e">
                <a:alpha val="92000"/>
              </a:srgbClr>
            </a:solidFill>
            <a:miter/>
          </a:ln>
        </p:spPr>
      </p:sp>
      <p:sp>
        <p:nvSpPr>
          <p:cNvPr id="329" name=""/>
          <p:cNvSpPr txBox="1"/>
          <p:nvPr/>
        </p:nvSpPr>
        <p:spPr>
          <a:xfrm rot="16200000">
            <a:off x="6360840" y="906480"/>
            <a:ext cx="1789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30" name=""/>
          <p:cNvSpPr txBox="1"/>
          <p:nvPr/>
        </p:nvSpPr>
        <p:spPr>
          <a:xfrm>
            <a:off x="6932520" y="138960"/>
            <a:ext cx="12686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G2M checkpoint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331" name=""/>
          <p:cNvSpPr txBox="1"/>
          <p:nvPr/>
        </p:nvSpPr>
        <p:spPr>
          <a:xfrm>
            <a:off x="10672200" y="1513080"/>
            <a:ext cx="900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a7d6e"/>
                </a:solidFill>
                <a:latin typeface="DejaVuSans"/>
              </a:rPr>
              <a:t>NES = +2.46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32" name=""/>
          <p:cNvSpPr/>
          <p:nvPr/>
        </p:nvSpPr>
        <p:spPr>
          <a:xfrm>
            <a:off x="7879320" y="10548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6" y="371"/>
                </a:moveTo>
                <a:cubicBezTo>
                  <a:pt x="235" y="371"/>
                  <a:pt x="282" y="352"/>
                  <a:pt x="317" y="317"/>
                </a:cubicBezTo>
                <a:cubicBezTo>
                  <a:pt x="352" y="282"/>
                  <a:pt x="371" y="234"/>
                  <a:pt x="371" y="185"/>
                </a:cubicBezTo>
                <a:cubicBezTo>
                  <a:pt x="371" y="136"/>
                  <a:pt x="352" y="89"/>
                  <a:pt x="317" y="54"/>
                </a:cubicBezTo>
                <a:cubicBezTo>
                  <a:pt x="282" y="20"/>
                  <a:pt x="235" y="0"/>
                  <a:pt x="186" y="0"/>
                </a:cubicBezTo>
                <a:cubicBezTo>
                  <a:pt x="137" y="0"/>
                  <a:pt x="90" y="20"/>
                  <a:pt x="54" y="54"/>
                </a:cubicBezTo>
                <a:cubicBezTo>
                  <a:pt x="20" y="89"/>
                  <a:pt x="0" y="136"/>
                  <a:pt x="0" y="185"/>
                </a:cubicBezTo>
                <a:cubicBezTo>
                  <a:pt x="0" y="234"/>
                  <a:pt x="20" y="282"/>
                  <a:pt x="54" y="317"/>
                </a:cubicBezTo>
                <a:cubicBezTo>
                  <a:pt x="90" y="352"/>
                  <a:pt x="137" y="371"/>
                  <a:pt x="186" y="371"/>
                </a:cubicBezTo>
                <a:close/>
              </a:path>
            </a:pathLst>
          </a:custGeom>
          <a:solidFill>
            <a:srgbClr val="0a7d6e"/>
          </a:solidFill>
          <a:ln w="22680">
            <a:solidFill>
              <a:srgbClr val="ffffff"/>
            </a:solidFill>
            <a:round/>
          </a:ln>
        </p:spPr>
      </p:sp>
      <p:sp>
        <p:nvSpPr>
          <p:cNvPr id="333" name=""/>
          <p:cNvSpPr/>
          <p:nvPr/>
        </p:nvSpPr>
        <p:spPr>
          <a:xfrm>
            <a:off x="6836040" y="1961640"/>
            <a:ext cx="4831920" cy="190080"/>
          </a:xfrm>
          <a:custGeom>
            <a:avLst/>
            <a:gdLst/>
            <a:ahLst/>
            <a:rect l="0" t="0" r="r" b="b"/>
            <a:pathLst>
              <a:path w="13422" h="528">
                <a:moveTo>
                  <a:pt x="0" y="528"/>
                </a:moveTo>
                <a:lnTo>
                  <a:pt x="13422" y="528"/>
                </a:lnTo>
                <a:lnTo>
                  <a:pt x="13422" y="0"/>
                </a:lnTo>
                <a:lnTo>
                  <a:pt x="0" y="0"/>
                </a:lnTo>
                <a:lnTo>
                  <a:pt x="0" y="52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34" name=""/>
          <p:cNvSpPr/>
          <p:nvPr/>
        </p:nvSpPr>
        <p:spPr>
          <a:xfrm flipV="1">
            <a:off x="6952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5" name=""/>
          <p:cNvSpPr/>
          <p:nvPr/>
        </p:nvSpPr>
        <p:spPr>
          <a:xfrm flipV="1">
            <a:off x="6996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6" name=""/>
          <p:cNvSpPr/>
          <p:nvPr/>
        </p:nvSpPr>
        <p:spPr>
          <a:xfrm flipV="1">
            <a:off x="6999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7" name=""/>
          <p:cNvSpPr/>
          <p:nvPr/>
        </p:nvSpPr>
        <p:spPr>
          <a:xfrm flipV="1">
            <a:off x="7003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8" name=""/>
          <p:cNvSpPr/>
          <p:nvPr/>
        </p:nvSpPr>
        <p:spPr>
          <a:xfrm flipV="1">
            <a:off x="7004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9" name=""/>
          <p:cNvSpPr/>
          <p:nvPr/>
        </p:nvSpPr>
        <p:spPr>
          <a:xfrm flipV="1">
            <a:off x="7008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0" name=""/>
          <p:cNvSpPr/>
          <p:nvPr/>
        </p:nvSpPr>
        <p:spPr>
          <a:xfrm flipV="1">
            <a:off x="7027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1" name=""/>
          <p:cNvSpPr/>
          <p:nvPr/>
        </p:nvSpPr>
        <p:spPr>
          <a:xfrm flipV="1">
            <a:off x="7031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2" name=""/>
          <p:cNvSpPr/>
          <p:nvPr/>
        </p:nvSpPr>
        <p:spPr>
          <a:xfrm flipV="1">
            <a:off x="7033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3" name=""/>
          <p:cNvSpPr/>
          <p:nvPr/>
        </p:nvSpPr>
        <p:spPr>
          <a:xfrm flipV="1">
            <a:off x="7034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4" name=""/>
          <p:cNvSpPr/>
          <p:nvPr/>
        </p:nvSpPr>
        <p:spPr>
          <a:xfrm flipV="1">
            <a:off x="7035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5" name=""/>
          <p:cNvSpPr/>
          <p:nvPr/>
        </p:nvSpPr>
        <p:spPr>
          <a:xfrm flipV="1">
            <a:off x="7038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6" name=""/>
          <p:cNvSpPr/>
          <p:nvPr/>
        </p:nvSpPr>
        <p:spPr>
          <a:xfrm flipV="1">
            <a:off x="7041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7" name=""/>
          <p:cNvSpPr/>
          <p:nvPr/>
        </p:nvSpPr>
        <p:spPr>
          <a:xfrm flipV="1">
            <a:off x="7044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8" name=""/>
          <p:cNvSpPr/>
          <p:nvPr/>
        </p:nvSpPr>
        <p:spPr>
          <a:xfrm flipV="1">
            <a:off x="7056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9" name=""/>
          <p:cNvSpPr/>
          <p:nvPr/>
        </p:nvSpPr>
        <p:spPr>
          <a:xfrm flipV="1">
            <a:off x="7058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0" name=""/>
          <p:cNvSpPr/>
          <p:nvPr/>
        </p:nvSpPr>
        <p:spPr>
          <a:xfrm flipV="1">
            <a:off x="7063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1" name=""/>
          <p:cNvSpPr/>
          <p:nvPr/>
        </p:nvSpPr>
        <p:spPr>
          <a:xfrm flipV="1">
            <a:off x="7063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2" name=""/>
          <p:cNvSpPr/>
          <p:nvPr/>
        </p:nvSpPr>
        <p:spPr>
          <a:xfrm flipV="1">
            <a:off x="7068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3" name=""/>
          <p:cNvSpPr/>
          <p:nvPr/>
        </p:nvSpPr>
        <p:spPr>
          <a:xfrm flipV="1">
            <a:off x="7072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4" name=""/>
          <p:cNvSpPr/>
          <p:nvPr/>
        </p:nvSpPr>
        <p:spPr>
          <a:xfrm flipV="1">
            <a:off x="7074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5" name=""/>
          <p:cNvSpPr/>
          <p:nvPr/>
        </p:nvSpPr>
        <p:spPr>
          <a:xfrm flipV="1">
            <a:off x="7075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6" name=""/>
          <p:cNvSpPr/>
          <p:nvPr/>
        </p:nvSpPr>
        <p:spPr>
          <a:xfrm flipV="1">
            <a:off x="7081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7" name=""/>
          <p:cNvSpPr/>
          <p:nvPr/>
        </p:nvSpPr>
        <p:spPr>
          <a:xfrm flipV="1">
            <a:off x="7082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8" name=""/>
          <p:cNvSpPr/>
          <p:nvPr/>
        </p:nvSpPr>
        <p:spPr>
          <a:xfrm flipV="1">
            <a:off x="7093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9" name=""/>
          <p:cNvSpPr/>
          <p:nvPr/>
        </p:nvSpPr>
        <p:spPr>
          <a:xfrm flipV="1">
            <a:off x="7095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0" name=""/>
          <p:cNvSpPr/>
          <p:nvPr/>
        </p:nvSpPr>
        <p:spPr>
          <a:xfrm flipV="1">
            <a:off x="7100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1" name=""/>
          <p:cNvSpPr/>
          <p:nvPr/>
        </p:nvSpPr>
        <p:spPr>
          <a:xfrm flipV="1">
            <a:off x="7106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2" name=""/>
          <p:cNvSpPr/>
          <p:nvPr/>
        </p:nvSpPr>
        <p:spPr>
          <a:xfrm flipV="1">
            <a:off x="7119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3" name=""/>
          <p:cNvSpPr/>
          <p:nvPr/>
        </p:nvSpPr>
        <p:spPr>
          <a:xfrm flipV="1">
            <a:off x="7125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4" name=""/>
          <p:cNvSpPr/>
          <p:nvPr/>
        </p:nvSpPr>
        <p:spPr>
          <a:xfrm flipV="1">
            <a:off x="7127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5" name=""/>
          <p:cNvSpPr/>
          <p:nvPr/>
        </p:nvSpPr>
        <p:spPr>
          <a:xfrm flipV="1">
            <a:off x="7129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6" name=""/>
          <p:cNvSpPr/>
          <p:nvPr/>
        </p:nvSpPr>
        <p:spPr>
          <a:xfrm flipV="1">
            <a:off x="7133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7" name=""/>
          <p:cNvSpPr/>
          <p:nvPr/>
        </p:nvSpPr>
        <p:spPr>
          <a:xfrm flipV="1">
            <a:off x="7133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8" name=""/>
          <p:cNvSpPr/>
          <p:nvPr/>
        </p:nvSpPr>
        <p:spPr>
          <a:xfrm flipV="1">
            <a:off x="7143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9" name=""/>
          <p:cNvSpPr/>
          <p:nvPr/>
        </p:nvSpPr>
        <p:spPr>
          <a:xfrm flipV="1">
            <a:off x="7146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0" name=""/>
          <p:cNvSpPr/>
          <p:nvPr/>
        </p:nvSpPr>
        <p:spPr>
          <a:xfrm flipV="1">
            <a:off x="7146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1" name=""/>
          <p:cNvSpPr/>
          <p:nvPr/>
        </p:nvSpPr>
        <p:spPr>
          <a:xfrm flipV="1">
            <a:off x="7153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2" name=""/>
          <p:cNvSpPr/>
          <p:nvPr/>
        </p:nvSpPr>
        <p:spPr>
          <a:xfrm flipV="1">
            <a:off x="7158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3" name=""/>
          <p:cNvSpPr/>
          <p:nvPr/>
        </p:nvSpPr>
        <p:spPr>
          <a:xfrm flipV="1">
            <a:off x="7162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4" name=""/>
          <p:cNvSpPr/>
          <p:nvPr/>
        </p:nvSpPr>
        <p:spPr>
          <a:xfrm flipV="1">
            <a:off x="7164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5" name=""/>
          <p:cNvSpPr/>
          <p:nvPr/>
        </p:nvSpPr>
        <p:spPr>
          <a:xfrm flipV="1">
            <a:off x="7170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6" name=""/>
          <p:cNvSpPr/>
          <p:nvPr/>
        </p:nvSpPr>
        <p:spPr>
          <a:xfrm flipV="1">
            <a:off x="7178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7" name=""/>
          <p:cNvSpPr/>
          <p:nvPr/>
        </p:nvSpPr>
        <p:spPr>
          <a:xfrm flipV="1">
            <a:off x="7187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8" name=""/>
          <p:cNvSpPr/>
          <p:nvPr/>
        </p:nvSpPr>
        <p:spPr>
          <a:xfrm flipV="1">
            <a:off x="7188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9" name=""/>
          <p:cNvSpPr/>
          <p:nvPr/>
        </p:nvSpPr>
        <p:spPr>
          <a:xfrm flipV="1">
            <a:off x="7192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0" name=""/>
          <p:cNvSpPr/>
          <p:nvPr/>
        </p:nvSpPr>
        <p:spPr>
          <a:xfrm flipV="1">
            <a:off x="7198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1" name=""/>
          <p:cNvSpPr/>
          <p:nvPr/>
        </p:nvSpPr>
        <p:spPr>
          <a:xfrm flipV="1">
            <a:off x="7198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2" name=""/>
          <p:cNvSpPr/>
          <p:nvPr/>
        </p:nvSpPr>
        <p:spPr>
          <a:xfrm flipV="1">
            <a:off x="7202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3" name=""/>
          <p:cNvSpPr/>
          <p:nvPr/>
        </p:nvSpPr>
        <p:spPr>
          <a:xfrm flipV="1">
            <a:off x="7207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4" name=""/>
          <p:cNvSpPr/>
          <p:nvPr/>
        </p:nvSpPr>
        <p:spPr>
          <a:xfrm flipV="1">
            <a:off x="7209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5" name=""/>
          <p:cNvSpPr/>
          <p:nvPr/>
        </p:nvSpPr>
        <p:spPr>
          <a:xfrm flipV="1">
            <a:off x="7214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6" name=""/>
          <p:cNvSpPr/>
          <p:nvPr/>
        </p:nvSpPr>
        <p:spPr>
          <a:xfrm flipV="1">
            <a:off x="7216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7" name=""/>
          <p:cNvSpPr/>
          <p:nvPr/>
        </p:nvSpPr>
        <p:spPr>
          <a:xfrm flipV="1">
            <a:off x="7226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8" name=""/>
          <p:cNvSpPr/>
          <p:nvPr/>
        </p:nvSpPr>
        <p:spPr>
          <a:xfrm flipV="1">
            <a:off x="7247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9" name=""/>
          <p:cNvSpPr/>
          <p:nvPr/>
        </p:nvSpPr>
        <p:spPr>
          <a:xfrm flipV="1">
            <a:off x="7250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0" name=""/>
          <p:cNvSpPr/>
          <p:nvPr/>
        </p:nvSpPr>
        <p:spPr>
          <a:xfrm flipV="1">
            <a:off x="7264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1" name=""/>
          <p:cNvSpPr/>
          <p:nvPr/>
        </p:nvSpPr>
        <p:spPr>
          <a:xfrm flipV="1">
            <a:off x="7270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2" name=""/>
          <p:cNvSpPr/>
          <p:nvPr/>
        </p:nvSpPr>
        <p:spPr>
          <a:xfrm flipV="1">
            <a:off x="7274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3" name=""/>
          <p:cNvSpPr/>
          <p:nvPr/>
        </p:nvSpPr>
        <p:spPr>
          <a:xfrm flipV="1">
            <a:off x="7278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4" name=""/>
          <p:cNvSpPr/>
          <p:nvPr/>
        </p:nvSpPr>
        <p:spPr>
          <a:xfrm flipV="1">
            <a:off x="7286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5" name=""/>
          <p:cNvSpPr/>
          <p:nvPr/>
        </p:nvSpPr>
        <p:spPr>
          <a:xfrm flipV="1">
            <a:off x="7286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6" name=""/>
          <p:cNvSpPr/>
          <p:nvPr/>
        </p:nvSpPr>
        <p:spPr>
          <a:xfrm flipV="1">
            <a:off x="7287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7" name=""/>
          <p:cNvSpPr/>
          <p:nvPr/>
        </p:nvSpPr>
        <p:spPr>
          <a:xfrm flipV="1">
            <a:off x="7291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8" name=""/>
          <p:cNvSpPr/>
          <p:nvPr/>
        </p:nvSpPr>
        <p:spPr>
          <a:xfrm flipV="1">
            <a:off x="7293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9" name=""/>
          <p:cNvSpPr/>
          <p:nvPr/>
        </p:nvSpPr>
        <p:spPr>
          <a:xfrm flipV="1">
            <a:off x="7309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0" name=""/>
          <p:cNvSpPr/>
          <p:nvPr/>
        </p:nvSpPr>
        <p:spPr>
          <a:xfrm flipV="1">
            <a:off x="7310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1" name=""/>
          <p:cNvSpPr/>
          <p:nvPr/>
        </p:nvSpPr>
        <p:spPr>
          <a:xfrm flipV="1">
            <a:off x="7316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2" name=""/>
          <p:cNvSpPr/>
          <p:nvPr/>
        </p:nvSpPr>
        <p:spPr>
          <a:xfrm flipV="1">
            <a:off x="7318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3" name=""/>
          <p:cNvSpPr/>
          <p:nvPr/>
        </p:nvSpPr>
        <p:spPr>
          <a:xfrm flipV="1">
            <a:off x="7327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4" name=""/>
          <p:cNvSpPr/>
          <p:nvPr/>
        </p:nvSpPr>
        <p:spPr>
          <a:xfrm flipV="1">
            <a:off x="7338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5" name=""/>
          <p:cNvSpPr/>
          <p:nvPr/>
        </p:nvSpPr>
        <p:spPr>
          <a:xfrm flipV="1">
            <a:off x="7353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6" name=""/>
          <p:cNvSpPr/>
          <p:nvPr/>
        </p:nvSpPr>
        <p:spPr>
          <a:xfrm flipV="1">
            <a:off x="7372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7" name=""/>
          <p:cNvSpPr/>
          <p:nvPr/>
        </p:nvSpPr>
        <p:spPr>
          <a:xfrm flipV="1">
            <a:off x="7373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8" name=""/>
          <p:cNvSpPr/>
          <p:nvPr/>
        </p:nvSpPr>
        <p:spPr>
          <a:xfrm flipV="1">
            <a:off x="7373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9" name=""/>
          <p:cNvSpPr/>
          <p:nvPr/>
        </p:nvSpPr>
        <p:spPr>
          <a:xfrm flipV="1">
            <a:off x="7391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0" name=""/>
          <p:cNvSpPr/>
          <p:nvPr/>
        </p:nvSpPr>
        <p:spPr>
          <a:xfrm flipV="1">
            <a:off x="7408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1" name=""/>
          <p:cNvSpPr/>
          <p:nvPr/>
        </p:nvSpPr>
        <p:spPr>
          <a:xfrm flipV="1">
            <a:off x="7408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2" name=""/>
          <p:cNvSpPr/>
          <p:nvPr/>
        </p:nvSpPr>
        <p:spPr>
          <a:xfrm flipV="1">
            <a:off x="7412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3" name=""/>
          <p:cNvSpPr/>
          <p:nvPr/>
        </p:nvSpPr>
        <p:spPr>
          <a:xfrm flipV="1">
            <a:off x="7415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4" name=""/>
          <p:cNvSpPr/>
          <p:nvPr/>
        </p:nvSpPr>
        <p:spPr>
          <a:xfrm flipV="1">
            <a:off x="7418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5" name=""/>
          <p:cNvSpPr/>
          <p:nvPr/>
        </p:nvSpPr>
        <p:spPr>
          <a:xfrm flipV="1">
            <a:off x="7419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6" name=""/>
          <p:cNvSpPr/>
          <p:nvPr/>
        </p:nvSpPr>
        <p:spPr>
          <a:xfrm flipV="1">
            <a:off x="7421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7" name=""/>
          <p:cNvSpPr/>
          <p:nvPr/>
        </p:nvSpPr>
        <p:spPr>
          <a:xfrm flipV="1">
            <a:off x="7422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8" name=""/>
          <p:cNvSpPr/>
          <p:nvPr/>
        </p:nvSpPr>
        <p:spPr>
          <a:xfrm flipV="1">
            <a:off x="7425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9" name=""/>
          <p:cNvSpPr/>
          <p:nvPr/>
        </p:nvSpPr>
        <p:spPr>
          <a:xfrm flipV="1">
            <a:off x="7430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0" name=""/>
          <p:cNvSpPr/>
          <p:nvPr/>
        </p:nvSpPr>
        <p:spPr>
          <a:xfrm flipV="1">
            <a:off x="7440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1" name=""/>
          <p:cNvSpPr/>
          <p:nvPr/>
        </p:nvSpPr>
        <p:spPr>
          <a:xfrm flipV="1">
            <a:off x="7450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2" name=""/>
          <p:cNvSpPr/>
          <p:nvPr/>
        </p:nvSpPr>
        <p:spPr>
          <a:xfrm flipV="1">
            <a:off x="7454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3" name=""/>
          <p:cNvSpPr/>
          <p:nvPr/>
        </p:nvSpPr>
        <p:spPr>
          <a:xfrm flipV="1">
            <a:off x="7477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4" name=""/>
          <p:cNvSpPr/>
          <p:nvPr/>
        </p:nvSpPr>
        <p:spPr>
          <a:xfrm flipV="1">
            <a:off x="7478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5" name=""/>
          <p:cNvSpPr/>
          <p:nvPr/>
        </p:nvSpPr>
        <p:spPr>
          <a:xfrm flipV="1">
            <a:off x="7489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6" name=""/>
          <p:cNvSpPr/>
          <p:nvPr/>
        </p:nvSpPr>
        <p:spPr>
          <a:xfrm flipV="1">
            <a:off x="7499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7" name=""/>
          <p:cNvSpPr/>
          <p:nvPr/>
        </p:nvSpPr>
        <p:spPr>
          <a:xfrm flipV="1">
            <a:off x="7506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8" name=""/>
          <p:cNvSpPr/>
          <p:nvPr/>
        </p:nvSpPr>
        <p:spPr>
          <a:xfrm flipV="1">
            <a:off x="7520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9" name=""/>
          <p:cNvSpPr/>
          <p:nvPr/>
        </p:nvSpPr>
        <p:spPr>
          <a:xfrm flipV="1">
            <a:off x="7549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0" name=""/>
          <p:cNvSpPr/>
          <p:nvPr/>
        </p:nvSpPr>
        <p:spPr>
          <a:xfrm flipV="1">
            <a:off x="7550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1" name=""/>
          <p:cNvSpPr/>
          <p:nvPr/>
        </p:nvSpPr>
        <p:spPr>
          <a:xfrm flipV="1">
            <a:off x="7558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2" name=""/>
          <p:cNvSpPr/>
          <p:nvPr/>
        </p:nvSpPr>
        <p:spPr>
          <a:xfrm flipV="1">
            <a:off x="7574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3" name=""/>
          <p:cNvSpPr/>
          <p:nvPr/>
        </p:nvSpPr>
        <p:spPr>
          <a:xfrm flipV="1">
            <a:off x="7593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4" name=""/>
          <p:cNvSpPr/>
          <p:nvPr/>
        </p:nvSpPr>
        <p:spPr>
          <a:xfrm flipV="1">
            <a:off x="7603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5" name=""/>
          <p:cNvSpPr/>
          <p:nvPr/>
        </p:nvSpPr>
        <p:spPr>
          <a:xfrm flipV="1">
            <a:off x="7636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6" name=""/>
          <p:cNvSpPr/>
          <p:nvPr/>
        </p:nvSpPr>
        <p:spPr>
          <a:xfrm flipV="1">
            <a:off x="7638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7" name=""/>
          <p:cNvSpPr/>
          <p:nvPr/>
        </p:nvSpPr>
        <p:spPr>
          <a:xfrm flipV="1">
            <a:off x="7640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8" name=""/>
          <p:cNvSpPr/>
          <p:nvPr/>
        </p:nvSpPr>
        <p:spPr>
          <a:xfrm flipV="1">
            <a:off x="7645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9" name=""/>
          <p:cNvSpPr/>
          <p:nvPr/>
        </p:nvSpPr>
        <p:spPr>
          <a:xfrm flipV="1">
            <a:off x="7660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0" name=""/>
          <p:cNvSpPr/>
          <p:nvPr/>
        </p:nvSpPr>
        <p:spPr>
          <a:xfrm flipV="1">
            <a:off x="7690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1" name=""/>
          <p:cNvSpPr/>
          <p:nvPr/>
        </p:nvSpPr>
        <p:spPr>
          <a:xfrm flipV="1">
            <a:off x="7702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2" name=""/>
          <p:cNvSpPr/>
          <p:nvPr/>
        </p:nvSpPr>
        <p:spPr>
          <a:xfrm flipV="1">
            <a:off x="7736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3" name=""/>
          <p:cNvSpPr/>
          <p:nvPr/>
        </p:nvSpPr>
        <p:spPr>
          <a:xfrm flipV="1">
            <a:off x="7749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4" name=""/>
          <p:cNvSpPr/>
          <p:nvPr/>
        </p:nvSpPr>
        <p:spPr>
          <a:xfrm flipV="1">
            <a:off x="77518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5" name=""/>
          <p:cNvSpPr/>
          <p:nvPr/>
        </p:nvSpPr>
        <p:spPr>
          <a:xfrm flipV="1">
            <a:off x="7764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6" name=""/>
          <p:cNvSpPr/>
          <p:nvPr/>
        </p:nvSpPr>
        <p:spPr>
          <a:xfrm flipV="1">
            <a:off x="7770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7" name=""/>
          <p:cNvSpPr/>
          <p:nvPr/>
        </p:nvSpPr>
        <p:spPr>
          <a:xfrm flipV="1">
            <a:off x="7779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8" name=""/>
          <p:cNvSpPr/>
          <p:nvPr/>
        </p:nvSpPr>
        <p:spPr>
          <a:xfrm flipV="1">
            <a:off x="7783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9" name=""/>
          <p:cNvSpPr/>
          <p:nvPr/>
        </p:nvSpPr>
        <p:spPr>
          <a:xfrm flipV="1">
            <a:off x="78156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0" name=""/>
          <p:cNvSpPr/>
          <p:nvPr/>
        </p:nvSpPr>
        <p:spPr>
          <a:xfrm flipV="1">
            <a:off x="7821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1" name=""/>
          <p:cNvSpPr/>
          <p:nvPr/>
        </p:nvSpPr>
        <p:spPr>
          <a:xfrm flipV="1">
            <a:off x="7825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2" name=""/>
          <p:cNvSpPr/>
          <p:nvPr/>
        </p:nvSpPr>
        <p:spPr>
          <a:xfrm flipV="1">
            <a:off x="7825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3" name=""/>
          <p:cNvSpPr/>
          <p:nvPr/>
        </p:nvSpPr>
        <p:spPr>
          <a:xfrm flipV="1">
            <a:off x="7828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4" name=""/>
          <p:cNvSpPr/>
          <p:nvPr/>
        </p:nvSpPr>
        <p:spPr>
          <a:xfrm flipV="1">
            <a:off x="7830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5" name=""/>
          <p:cNvSpPr/>
          <p:nvPr/>
        </p:nvSpPr>
        <p:spPr>
          <a:xfrm flipV="1">
            <a:off x="7848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6" name=""/>
          <p:cNvSpPr/>
          <p:nvPr/>
        </p:nvSpPr>
        <p:spPr>
          <a:xfrm flipV="1">
            <a:off x="7850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7" name=""/>
          <p:cNvSpPr/>
          <p:nvPr/>
        </p:nvSpPr>
        <p:spPr>
          <a:xfrm flipV="1">
            <a:off x="7855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8" name=""/>
          <p:cNvSpPr/>
          <p:nvPr/>
        </p:nvSpPr>
        <p:spPr>
          <a:xfrm flipV="1">
            <a:off x="7871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9" name=""/>
          <p:cNvSpPr/>
          <p:nvPr/>
        </p:nvSpPr>
        <p:spPr>
          <a:xfrm flipV="1">
            <a:off x="7874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0" name=""/>
          <p:cNvSpPr/>
          <p:nvPr/>
        </p:nvSpPr>
        <p:spPr>
          <a:xfrm flipV="1">
            <a:off x="7879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1" name=""/>
          <p:cNvSpPr/>
          <p:nvPr/>
        </p:nvSpPr>
        <p:spPr>
          <a:xfrm flipV="1">
            <a:off x="7884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2" name=""/>
          <p:cNvSpPr/>
          <p:nvPr/>
        </p:nvSpPr>
        <p:spPr>
          <a:xfrm flipV="1">
            <a:off x="7909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3" name=""/>
          <p:cNvSpPr/>
          <p:nvPr/>
        </p:nvSpPr>
        <p:spPr>
          <a:xfrm flipV="1">
            <a:off x="7925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4" name=""/>
          <p:cNvSpPr/>
          <p:nvPr/>
        </p:nvSpPr>
        <p:spPr>
          <a:xfrm flipV="1">
            <a:off x="7929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5" name=""/>
          <p:cNvSpPr/>
          <p:nvPr/>
        </p:nvSpPr>
        <p:spPr>
          <a:xfrm flipV="1">
            <a:off x="7934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6" name=""/>
          <p:cNvSpPr/>
          <p:nvPr/>
        </p:nvSpPr>
        <p:spPr>
          <a:xfrm flipV="1">
            <a:off x="7945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7" name=""/>
          <p:cNvSpPr/>
          <p:nvPr/>
        </p:nvSpPr>
        <p:spPr>
          <a:xfrm flipV="1">
            <a:off x="7969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8" name=""/>
          <p:cNvSpPr/>
          <p:nvPr/>
        </p:nvSpPr>
        <p:spPr>
          <a:xfrm flipV="1">
            <a:off x="7984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9" name=""/>
          <p:cNvSpPr/>
          <p:nvPr/>
        </p:nvSpPr>
        <p:spPr>
          <a:xfrm flipV="1">
            <a:off x="8006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0" name=""/>
          <p:cNvSpPr/>
          <p:nvPr/>
        </p:nvSpPr>
        <p:spPr>
          <a:xfrm flipV="1">
            <a:off x="8013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1" name=""/>
          <p:cNvSpPr/>
          <p:nvPr/>
        </p:nvSpPr>
        <p:spPr>
          <a:xfrm flipV="1">
            <a:off x="8053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2" name=""/>
          <p:cNvSpPr/>
          <p:nvPr/>
        </p:nvSpPr>
        <p:spPr>
          <a:xfrm flipV="1">
            <a:off x="8065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3" name=""/>
          <p:cNvSpPr/>
          <p:nvPr/>
        </p:nvSpPr>
        <p:spPr>
          <a:xfrm flipV="1">
            <a:off x="8075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4" name=""/>
          <p:cNvSpPr/>
          <p:nvPr/>
        </p:nvSpPr>
        <p:spPr>
          <a:xfrm flipV="1">
            <a:off x="8092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5" name=""/>
          <p:cNvSpPr/>
          <p:nvPr/>
        </p:nvSpPr>
        <p:spPr>
          <a:xfrm flipV="1">
            <a:off x="8101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6" name=""/>
          <p:cNvSpPr/>
          <p:nvPr/>
        </p:nvSpPr>
        <p:spPr>
          <a:xfrm flipV="1">
            <a:off x="8115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7" name=""/>
          <p:cNvSpPr/>
          <p:nvPr/>
        </p:nvSpPr>
        <p:spPr>
          <a:xfrm flipV="1">
            <a:off x="8145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8" name=""/>
          <p:cNvSpPr/>
          <p:nvPr/>
        </p:nvSpPr>
        <p:spPr>
          <a:xfrm flipV="1">
            <a:off x="8162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9" name=""/>
          <p:cNvSpPr/>
          <p:nvPr/>
        </p:nvSpPr>
        <p:spPr>
          <a:xfrm flipV="1">
            <a:off x="8164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0" name=""/>
          <p:cNvSpPr/>
          <p:nvPr/>
        </p:nvSpPr>
        <p:spPr>
          <a:xfrm flipV="1">
            <a:off x="8173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1" name=""/>
          <p:cNvSpPr/>
          <p:nvPr/>
        </p:nvSpPr>
        <p:spPr>
          <a:xfrm flipV="1">
            <a:off x="8184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2" name=""/>
          <p:cNvSpPr/>
          <p:nvPr/>
        </p:nvSpPr>
        <p:spPr>
          <a:xfrm flipV="1">
            <a:off x="8195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3" name=""/>
          <p:cNvSpPr/>
          <p:nvPr/>
        </p:nvSpPr>
        <p:spPr>
          <a:xfrm flipV="1">
            <a:off x="8220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4" name=""/>
          <p:cNvSpPr/>
          <p:nvPr/>
        </p:nvSpPr>
        <p:spPr>
          <a:xfrm flipV="1">
            <a:off x="8224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5" name=""/>
          <p:cNvSpPr/>
          <p:nvPr/>
        </p:nvSpPr>
        <p:spPr>
          <a:xfrm flipV="1">
            <a:off x="8288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6" name=""/>
          <p:cNvSpPr/>
          <p:nvPr/>
        </p:nvSpPr>
        <p:spPr>
          <a:xfrm flipV="1">
            <a:off x="8303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7" name=""/>
          <p:cNvSpPr/>
          <p:nvPr/>
        </p:nvSpPr>
        <p:spPr>
          <a:xfrm flipV="1">
            <a:off x="8311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8" name=""/>
          <p:cNvSpPr/>
          <p:nvPr/>
        </p:nvSpPr>
        <p:spPr>
          <a:xfrm flipV="1">
            <a:off x="8338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9" name=""/>
          <p:cNvSpPr/>
          <p:nvPr/>
        </p:nvSpPr>
        <p:spPr>
          <a:xfrm flipV="1">
            <a:off x="8349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0" name=""/>
          <p:cNvSpPr/>
          <p:nvPr/>
        </p:nvSpPr>
        <p:spPr>
          <a:xfrm flipV="1">
            <a:off x="8431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1" name=""/>
          <p:cNvSpPr/>
          <p:nvPr/>
        </p:nvSpPr>
        <p:spPr>
          <a:xfrm flipV="1">
            <a:off x="8443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2" name=""/>
          <p:cNvSpPr/>
          <p:nvPr/>
        </p:nvSpPr>
        <p:spPr>
          <a:xfrm flipV="1">
            <a:off x="8446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3" name=""/>
          <p:cNvSpPr/>
          <p:nvPr/>
        </p:nvSpPr>
        <p:spPr>
          <a:xfrm flipV="1">
            <a:off x="84574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4" name=""/>
          <p:cNvSpPr/>
          <p:nvPr/>
        </p:nvSpPr>
        <p:spPr>
          <a:xfrm flipV="1">
            <a:off x="8509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5" name=""/>
          <p:cNvSpPr/>
          <p:nvPr/>
        </p:nvSpPr>
        <p:spPr>
          <a:xfrm flipV="1">
            <a:off x="8595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6" name=""/>
          <p:cNvSpPr/>
          <p:nvPr/>
        </p:nvSpPr>
        <p:spPr>
          <a:xfrm flipV="1">
            <a:off x="8602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7" name=""/>
          <p:cNvSpPr/>
          <p:nvPr/>
        </p:nvSpPr>
        <p:spPr>
          <a:xfrm flipV="1">
            <a:off x="8607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8" name=""/>
          <p:cNvSpPr/>
          <p:nvPr/>
        </p:nvSpPr>
        <p:spPr>
          <a:xfrm flipV="1">
            <a:off x="8631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9" name=""/>
          <p:cNvSpPr/>
          <p:nvPr/>
        </p:nvSpPr>
        <p:spPr>
          <a:xfrm flipV="1">
            <a:off x="8658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0" name=""/>
          <p:cNvSpPr/>
          <p:nvPr/>
        </p:nvSpPr>
        <p:spPr>
          <a:xfrm flipV="1">
            <a:off x="8783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1" name=""/>
          <p:cNvSpPr/>
          <p:nvPr/>
        </p:nvSpPr>
        <p:spPr>
          <a:xfrm flipV="1">
            <a:off x="88160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2" name=""/>
          <p:cNvSpPr/>
          <p:nvPr/>
        </p:nvSpPr>
        <p:spPr>
          <a:xfrm flipV="1">
            <a:off x="8820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3" name=""/>
          <p:cNvSpPr/>
          <p:nvPr/>
        </p:nvSpPr>
        <p:spPr>
          <a:xfrm flipV="1">
            <a:off x="88279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4" name=""/>
          <p:cNvSpPr/>
          <p:nvPr/>
        </p:nvSpPr>
        <p:spPr>
          <a:xfrm flipV="1">
            <a:off x="89650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5" name=""/>
          <p:cNvSpPr/>
          <p:nvPr/>
        </p:nvSpPr>
        <p:spPr>
          <a:xfrm flipV="1">
            <a:off x="90406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6" name=""/>
          <p:cNvSpPr/>
          <p:nvPr/>
        </p:nvSpPr>
        <p:spPr>
          <a:xfrm flipV="1">
            <a:off x="91407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7" name=""/>
          <p:cNvSpPr/>
          <p:nvPr/>
        </p:nvSpPr>
        <p:spPr>
          <a:xfrm flipV="1">
            <a:off x="9159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8" name=""/>
          <p:cNvSpPr/>
          <p:nvPr/>
        </p:nvSpPr>
        <p:spPr>
          <a:xfrm flipV="1">
            <a:off x="9164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9" name=""/>
          <p:cNvSpPr/>
          <p:nvPr/>
        </p:nvSpPr>
        <p:spPr>
          <a:xfrm flipV="1">
            <a:off x="9219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0" name=""/>
          <p:cNvSpPr/>
          <p:nvPr/>
        </p:nvSpPr>
        <p:spPr>
          <a:xfrm flipV="1">
            <a:off x="9231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1" name=""/>
          <p:cNvSpPr/>
          <p:nvPr/>
        </p:nvSpPr>
        <p:spPr>
          <a:xfrm flipV="1">
            <a:off x="925128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2" name=""/>
          <p:cNvSpPr/>
          <p:nvPr/>
        </p:nvSpPr>
        <p:spPr>
          <a:xfrm flipV="1">
            <a:off x="93114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3" name=""/>
          <p:cNvSpPr/>
          <p:nvPr/>
        </p:nvSpPr>
        <p:spPr>
          <a:xfrm flipV="1">
            <a:off x="9358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4" name=""/>
          <p:cNvSpPr/>
          <p:nvPr/>
        </p:nvSpPr>
        <p:spPr>
          <a:xfrm flipV="1">
            <a:off x="9504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5" name=""/>
          <p:cNvSpPr/>
          <p:nvPr/>
        </p:nvSpPr>
        <p:spPr>
          <a:xfrm flipV="1">
            <a:off x="95216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6" name=""/>
          <p:cNvSpPr/>
          <p:nvPr/>
        </p:nvSpPr>
        <p:spPr>
          <a:xfrm flipV="1">
            <a:off x="97747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7" name=""/>
          <p:cNvSpPr/>
          <p:nvPr/>
        </p:nvSpPr>
        <p:spPr>
          <a:xfrm flipV="1">
            <a:off x="98118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8" name=""/>
          <p:cNvSpPr/>
          <p:nvPr/>
        </p:nvSpPr>
        <p:spPr>
          <a:xfrm flipV="1">
            <a:off x="98499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9" name=""/>
          <p:cNvSpPr/>
          <p:nvPr/>
        </p:nvSpPr>
        <p:spPr>
          <a:xfrm flipV="1">
            <a:off x="99831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0" name=""/>
          <p:cNvSpPr/>
          <p:nvPr/>
        </p:nvSpPr>
        <p:spPr>
          <a:xfrm flipV="1">
            <a:off x="100562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1" name=""/>
          <p:cNvSpPr/>
          <p:nvPr/>
        </p:nvSpPr>
        <p:spPr>
          <a:xfrm flipV="1">
            <a:off x="100800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2" name=""/>
          <p:cNvSpPr/>
          <p:nvPr/>
        </p:nvSpPr>
        <p:spPr>
          <a:xfrm flipV="1">
            <a:off x="101491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3" name=""/>
          <p:cNvSpPr/>
          <p:nvPr/>
        </p:nvSpPr>
        <p:spPr>
          <a:xfrm flipV="1">
            <a:off x="102013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4" name=""/>
          <p:cNvSpPr/>
          <p:nvPr/>
        </p:nvSpPr>
        <p:spPr>
          <a:xfrm flipV="1">
            <a:off x="104385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5" name=""/>
          <p:cNvSpPr/>
          <p:nvPr/>
        </p:nvSpPr>
        <p:spPr>
          <a:xfrm flipV="1">
            <a:off x="104738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6" name=""/>
          <p:cNvSpPr/>
          <p:nvPr/>
        </p:nvSpPr>
        <p:spPr>
          <a:xfrm flipV="1">
            <a:off x="10495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7" name=""/>
          <p:cNvSpPr/>
          <p:nvPr/>
        </p:nvSpPr>
        <p:spPr>
          <a:xfrm flipV="1">
            <a:off x="10852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8" name=""/>
          <p:cNvSpPr/>
          <p:nvPr/>
        </p:nvSpPr>
        <p:spPr>
          <a:xfrm flipV="1">
            <a:off x="1102536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9" name=""/>
          <p:cNvSpPr/>
          <p:nvPr/>
        </p:nvSpPr>
        <p:spPr>
          <a:xfrm flipV="1">
            <a:off x="1105020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0" name=""/>
          <p:cNvSpPr/>
          <p:nvPr/>
        </p:nvSpPr>
        <p:spPr>
          <a:xfrm flipV="1">
            <a:off x="1149444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1" name=""/>
          <p:cNvSpPr/>
          <p:nvPr/>
        </p:nvSpPr>
        <p:spPr>
          <a:xfrm flipV="1">
            <a:off x="11513520" y="19616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2" name=""/>
          <p:cNvSpPr txBox="1"/>
          <p:nvPr/>
        </p:nvSpPr>
        <p:spPr>
          <a:xfrm>
            <a:off x="10745280" y="1655280"/>
            <a:ext cx="825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a7d6e"/>
                </a:solidFill>
                <a:latin typeface="DejaVuSans"/>
              </a:rPr>
              <a:t>p = 1.7e-15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33" name=""/>
          <p:cNvSpPr txBox="1"/>
          <p:nvPr/>
        </p:nvSpPr>
        <p:spPr>
          <a:xfrm>
            <a:off x="6385320" y="1923840"/>
            <a:ext cx="432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Leading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34" name=""/>
          <p:cNvSpPr/>
          <p:nvPr/>
        </p:nvSpPr>
        <p:spPr>
          <a:xfrm>
            <a:off x="6836040" y="2242440"/>
            <a:ext cx="4831920" cy="949320"/>
          </a:xfrm>
          <a:custGeom>
            <a:avLst/>
            <a:gdLst/>
            <a:ahLst/>
            <a:rect l="0" t="0" r="r" b="b"/>
            <a:pathLst>
              <a:path w="13422" h="2637">
                <a:moveTo>
                  <a:pt x="0" y="2637"/>
                </a:moveTo>
                <a:lnTo>
                  <a:pt x="13422" y="2637"/>
                </a:lnTo>
                <a:lnTo>
                  <a:pt x="13422" y="0"/>
                </a:lnTo>
                <a:lnTo>
                  <a:pt x="0" y="0"/>
                </a:lnTo>
                <a:lnTo>
                  <a:pt x="0" y="263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535" name="" descr=""/>
          <p:cNvPicPr/>
          <p:nvPr/>
        </p:nvPicPr>
        <p:blipFill>
          <a:blip r:embed="rId3"/>
          <a:stretch/>
        </p:blipFill>
        <p:spPr>
          <a:xfrm>
            <a:off x="6836040" y="2240640"/>
            <a:ext cx="4833720" cy="950760"/>
          </a:xfrm>
          <a:prstGeom prst="rect">
            <a:avLst/>
          </a:prstGeom>
          <a:ln w="0">
            <a:noFill/>
          </a:ln>
        </p:spPr>
      </p:pic>
      <p:sp>
        <p:nvSpPr>
          <p:cNvPr id="536" name=""/>
          <p:cNvSpPr/>
          <p:nvPr/>
        </p:nvSpPr>
        <p:spPr>
          <a:xfrm>
            <a:off x="11693160" y="226620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537" name=""/>
          <p:cNvSpPr txBox="1"/>
          <p:nvPr/>
        </p:nvSpPr>
        <p:spPr>
          <a:xfrm>
            <a:off x="6541920" y="2052000"/>
            <a:ext cx="272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edge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38" name=""/>
          <p:cNvSpPr/>
          <p:nvPr/>
        </p:nvSpPr>
        <p:spPr>
          <a:xfrm>
            <a:off x="11693160" y="231372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539" name=""/>
          <p:cNvSpPr txBox="1"/>
          <p:nvPr/>
        </p:nvSpPr>
        <p:spPr>
          <a:xfrm>
            <a:off x="11814120" y="2199960"/>
            <a:ext cx="2246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EGF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40" name=""/>
          <p:cNvSpPr/>
          <p:nvPr/>
        </p:nvSpPr>
        <p:spPr>
          <a:xfrm>
            <a:off x="11693160" y="236124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541" name=""/>
          <p:cNvSpPr txBox="1"/>
          <p:nvPr/>
        </p:nvSpPr>
        <p:spPr>
          <a:xfrm>
            <a:off x="11814120" y="2247480"/>
            <a:ext cx="375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CENPF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42" name=""/>
          <p:cNvSpPr txBox="1"/>
          <p:nvPr/>
        </p:nvSpPr>
        <p:spPr>
          <a:xfrm>
            <a:off x="11814120" y="2295000"/>
            <a:ext cx="363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MKI67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43" name=""/>
          <p:cNvSpPr txBox="1"/>
          <p:nvPr/>
        </p:nvSpPr>
        <p:spPr>
          <a:xfrm>
            <a:off x="5889600" y="2584440"/>
            <a:ext cx="947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Top leading-edge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44" name=""/>
          <p:cNvSpPr/>
          <p:nvPr/>
        </p:nvSpPr>
        <p:spPr>
          <a:xfrm>
            <a:off x="6836040" y="3282480"/>
            <a:ext cx="4831920" cy="118800"/>
          </a:xfrm>
          <a:custGeom>
            <a:avLst/>
            <a:gdLst/>
            <a:ahLst/>
            <a:rect l="0" t="0" r="r" b="b"/>
            <a:pathLst>
              <a:path w="13422" h="330">
                <a:moveTo>
                  <a:pt x="0" y="330"/>
                </a:moveTo>
                <a:lnTo>
                  <a:pt x="13422" y="330"/>
                </a:lnTo>
                <a:lnTo>
                  <a:pt x="13422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545" name=""/>
          <p:cNvSpPr txBox="1"/>
          <p:nvPr/>
        </p:nvSpPr>
        <p:spPr>
          <a:xfrm>
            <a:off x="6071040" y="2712600"/>
            <a:ext cx="744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genes (n=20)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46" name=""/>
          <p:cNvSpPr/>
          <p:nvPr/>
        </p:nvSpPr>
        <p:spPr>
          <a:xfrm>
            <a:off x="683604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47" name=""/>
          <p:cNvSpPr/>
          <p:nvPr/>
        </p:nvSpPr>
        <p:spPr>
          <a:xfrm>
            <a:off x="69822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48" name=""/>
          <p:cNvSpPr/>
          <p:nvPr/>
        </p:nvSpPr>
        <p:spPr>
          <a:xfrm>
            <a:off x="71287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49" name=""/>
          <p:cNvSpPr/>
          <p:nvPr/>
        </p:nvSpPr>
        <p:spPr>
          <a:xfrm>
            <a:off x="727524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0" name=""/>
          <p:cNvSpPr/>
          <p:nvPr/>
        </p:nvSpPr>
        <p:spPr>
          <a:xfrm>
            <a:off x="74214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1" name=""/>
          <p:cNvSpPr/>
          <p:nvPr/>
        </p:nvSpPr>
        <p:spPr>
          <a:xfrm>
            <a:off x="75679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2" name=""/>
          <p:cNvSpPr/>
          <p:nvPr/>
        </p:nvSpPr>
        <p:spPr>
          <a:xfrm>
            <a:off x="77144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3" name=""/>
          <p:cNvSpPr/>
          <p:nvPr/>
        </p:nvSpPr>
        <p:spPr>
          <a:xfrm>
            <a:off x="786096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4" name=""/>
          <p:cNvSpPr/>
          <p:nvPr/>
        </p:nvSpPr>
        <p:spPr>
          <a:xfrm>
            <a:off x="80071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5" name=""/>
          <p:cNvSpPr/>
          <p:nvPr/>
        </p:nvSpPr>
        <p:spPr>
          <a:xfrm>
            <a:off x="81536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6" name=""/>
          <p:cNvSpPr/>
          <p:nvPr/>
        </p:nvSpPr>
        <p:spPr>
          <a:xfrm>
            <a:off x="830016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7" name=""/>
          <p:cNvSpPr/>
          <p:nvPr/>
        </p:nvSpPr>
        <p:spPr>
          <a:xfrm>
            <a:off x="844632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8" name=""/>
          <p:cNvSpPr/>
          <p:nvPr/>
        </p:nvSpPr>
        <p:spPr>
          <a:xfrm>
            <a:off x="85928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59" name=""/>
          <p:cNvSpPr/>
          <p:nvPr/>
        </p:nvSpPr>
        <p:spPr>
          <a:xfrm>
            <a:off x="87393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60" name=""/>
          <p:cNvSpPr/>
          <p:nvPr/>
        </p:nvSpPr>
        <p:spPr>
          <a:xfrm>
            <a:off x="888588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61" name=""/>
          <p:cNvSpPr/>
          <p:nvPr/>
        </p:nvSpPr>
        <p:spPr>
          <a:xfrm>
            <a:off x="90320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62" name=""/>
          <p:cNvSpPr/>
          <p:nvPr/>
        </p:nvSpPr>
        <p:spPr>
          <a:xfrm>
            <a:off x="91785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563" name=""/>
          <p:cNvSpPr/>
          <p:nvPr/>
        </p:nvSpPr>
        <p:spPr>
          <a:xfrm>
            <a:off x="932508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64" name=""/>
          <p:cNvSpPr/>
          <p:nvPr/>
        </p:nvSpPr>
        <p:spPr>
          <a:xfrm>
            <a:off x="947124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65" name=""/>
          <p:cNvSpPr/>
          <p:nvPr/>
        </p:nvSpPr>
        <p:spPr>
          <a:xfrm>
            <a:off x="96177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66" name=""/>
          <p:cNvSpPr/>
          <p:nvPr/>
        </p:nvSpPr>
        <p:spPr>
          <a:xfrm>
            <a:off x="97642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67" name=""/>
          <p:cNvSpPr/>
          <p:nvPr/>
        </p:nvSpPr>
        <p:spPr>
          <a:xfrm>
            <a:off x="991080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68" name=""/>
          <p:cNvSpPr/>
          <p:nvPr/>
        </p:nvSpPr>
        <p:spPr>
          <a:xfrm>
            <a:off x="100569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69" name=""/>
          <p:cNvSpPr/>
          <p:nvPr/>
        </p:nvSpPr>
        <p:spPr>
          <a:xfrm>
            <a:off x="102034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0" name=""/>
          <p:cNvSpPr/>
          <p:nvPr/>
        </p:nvSpPr>
        <p:spPr>
          <a:xfrm>
            <a:off x="1035000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1" name=""/>
          <p:cNvSpPr/>
          <p:nvPr/>
        </p:nvSpPr>
        <p:spPr>
          <a:xfrm>
            <a:off x="1049616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2" name=""/>
          <p:cNvSpPr/>
          <p:nvPr/>
        </p:nvSpPr>
        <p:spPr>
          <a:xfrm>
            <a:off x="106426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3" name=""/>
          <p:cNvSpPr/>
          <p:nvPr/>
        </p:nvSpPr>
        <p:spPr>
          <a:xfrm>
            <a:off x="107892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4" name=""/>
          <p:cNvSpPr/>
          <p:nvPr/>
        </p:nvSpPr>
        <p:spPr>
          <a:xfrm>
            <a:off x="1093572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5" name=""/>
          <p:cNvSpPr/>
          <p:nvPr/>
        </p:nvSpPr>
        <p:spPr>
          <a:xfrm>
            <a:off x="110818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6" name=""/>
          <p:cNvSpPr/>
          <p:nvPr/>
        </p:nvSpPr>
        <p:spPr>
          <a:xfrm>
            <a:off x="1122840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7" name=""/>
          <p:cNvSpPr/>
          <p:nvPr/>
        </p:nvSpPr>
        <p:spPr>
          <a:xfrm>
            <a:off x="11374920" y="32824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8" name=""/>
          <p:cNvSpPr/>
          <p:nvPr/>
        </p:nvSpPr>
        <p:spPr>
          <a:xfrm>
            <a:off x="11521080" y="32824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579" name=""/>
          <p:cNvSpPr txBox="1"/>
          <p:nvPr/>
        </p:nvSpPr>
        <p:spPr>
          <a:xfrm>
            <a:off x="8113320" y="3407400"/>
            <a:ext cx="2288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Pre-treatment samples (good ← → poor)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0" name=""/>
          <p:cNvSpPr/>
          <p:nvPr/>
        </p:nvSpPr>
        <p:spPr>
          <a:xfrm>
            <a:off x="1037880" y="4526280"/>
            <a:ext cx="4831920" cy="1779840"/>
          </a:xfrm>
          <a:custGeom>
            <a:avLst/>
            <a:gdLst/>
            <a:ahLst/>
            <a:rect l="0" t="0" r="r" b="b"/>
            <a:pathLst>
              <a:path w="13422" h="4944">
                <a:moveTo>
                  <a:pt x="0" y="4944"/>
                </a:moveTo>
                <a:lnTo>
                  <a:pt x="13422" y="4944"/>
                </a:lnTo>
                <a:lnTo>
                  <a:pt x="13422" y="0"/>
                </a:lnTo>
                <a:lnTo>
                  <a:pt x="0" y="0"/>
                </a:lnTo>
                <a:lnTo>
                  <a:pt x="0" y="494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581" name=""/>
          <p:cNvSpPr/>
          <p:nvPr/>
        </p:nvSpPr>
        <p:spPr>
          <a:xfrm>
            <a:off x="999720" y="6134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82" name=""/>
          <p:cNvSpPr/>
          <p:nvPr/>
        </p:nvSpPr>
        <p:spPr>
          <a:xfrm flipH="1">
            <a:off x="999720" y="6134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3" name=""/>
          <p:cNvSpPr txBox="1"/>
          <p:nvPr/>
        </p:nvSpPr>
        <p:spPr>
          <a:xfrm>
            <a:off x="6293520" y="3273480"/>
            <a:ext cx="52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84" name=""/>
          <p:cNvSpPr/>
          <p:nvPr/>
        </p:nvSpPr>
        <p:spPr>
          <a:xfrm>
            <a:off x="999720" y="5632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85" name=""/>
          <p:cNvSpPr/>
          <p:nvPr/>
        </p:nvSpPr>
        <p:spPr>
          <a:xfrm flipH="1">
            <a:off x="999720" y="5632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6" name=""/>
          <p:cNvSpPr txBox="1"/>
          <p:nvPr/>
        </p:nvSpPr>
        <p:spPr>
          <a:xfrm>
            <a:off x="773280" y="60717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7" name=""/>
          <p:cNvSpPr/>
          <p:nvPr/>
        </p:nvSpPr>
        <p:spPr>
          <a:xfrm>
            <a:off x="999720" y="5130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88" name=""/>
          <p:cNvSpPr/>
          <p:nvPr/>
        </p:nvSpPr>
        <p:spPr>
          <a:xfrm flipH="1">
            <a:off x="999720" y="5130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9" name=""/>
          <p:cNvSpPr txBox="1"/>
          <p:nvPr/>
        </p:nvSpPr>
        <p:spPr>
          <a:xfrm>
            <a:off x="773280" y="55699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0" name=""/>
          <p:cNvSpPr/>
          <p:nvPr/>
        </p:nvSpPr>
        <p:spPr>
          <a:xfrm>
            <a:off x="999720" y="4628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1" name=""/>
          <p:cNvSpPr/>
          <p:nvPr/>
        </p:nvSpPr>
        <p:spPr>
          <a:xfrm flipH="1">
            <a:off x="999720" y="4628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92" name=""/>
          <p:cNvSpPr txBox="1"/>
          <p:nvPr/>
        </p:nvSpPr>
        <p:spPr>
          <a:xfrm>
            <a:off x="773280" y="50684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3" name=""/>
          <p:cNvSpPr txBox="1"/>
          <p:nvPr/>
        </p:nvSpPr>
        <p:spPr>
          <a:xfrm>
            <a:off x="773280" y="45666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4" name=""/>
          <p:cNvSpPr/>
          <p:nvPr/>
        </p:nvSpPr>
        <p:spPr>
          <a:xfrm>
            <a:off x="1037880" y="4607280"/>
            <a:ext cx="4831920" cy="1617840"/>
          </a:xfrm>
          <a:custGeom>
            <a:avLst/>
            <a:gdLst/>
            <a:ahLst/>
            <a:rect l="0" t="0" r="r" b="b"/>
            <a:pathLst>
              <a:path w="13422" h="4494">
                <a:moveTo>
                  <a:pt x="0" y="4243"/>
                </a:moveTo>
                <a:lnTo>
                  <a:pt x="0" y="4242"/>
                </a:lnTo>
                <a:lnTo>
                  <a:pt x="1" y="4242"/>
                </a:lnTo>
                <a:lnTo>
                  <a:pt x="2" y="4242"/>
                </a:lnTo>
                <a:lnTo>
                  <a:pt x="3" y="4242"/>
                </a:lnTo>
                <a:lnTo>
                  <a:pt x="4" y="4242"/>
                </a:lnTo>
                <a:lnTo>
                  <a:pt x="5" y="4242"/>
                </a:lnTo>
                <a:lnTo>
                  <a:pt x="6" y="4242"/>
                </a:lnTo>
                <a:lnTo>
                  <a:pt x="7" y="4242"/>
                </a:lnTo>
                <a:lnTo>
                  <a:pt x="8" y="4242"/>
                </a:lnTo>
                <a:lnTo>
                  <a:pt x="9" y="4242"/>
                </a:lnTo>
                <a:lnTo>
                  <a:pt x="10" y="4242"/>
                </a:lnTo>
                <a:lnTo>
                  <a:pt x="11" y="4242"/>
                </a:lnTo>
                <a:lnTo>
                  <a:pt x="12" y="4242"/>
                </a:lnTo>
                <a:lnTo>
                  <a:pt x="13" y="4242"/>
                </a:lnTo>
                <a:lnTo>
                  <a:pt x="14" y="4242"/>
                </a:lnTo>
                <a:lnTo>
                  <a:pt x="15" y="4242"/>
                </a:lnTo>
                <a:lnTo>
                  <a:pt x="16" y="4242"/>
                </a:lnTo>
                <a:lnTo>
                  <a:pt x="17" y="4242"/>
                </a:lnTo>
                <a:lnTo>
                  <a:pt x="18" y="4242"/>
                </a:lnTo>
                <a:lnTo>
                  <a:pt x="19" y="4242"/>
                </a:lnTo>
                <a:lnTo>
                  <a:pt x="20" y="4242"/>
                </a:lnTo>
                <a:lnTo>
                  <a:pt x="21" y="4242"/>
                </a:lnTo>
                <a:lnTo>
                  <a:pt x="22" y="4242"/>
                </a:lnTo>
                <a:lnTo>
                  <a:pt x="23" y="4242"/>
                </a:lnTo>
                <a:lnTo>
                  <a:pt x="24" y="4242"/>
                </a:lnTo>
                <a:lnTo>
                  <a:pt x="25" y="4242"/>
                </a:lnTo>
                <a:lnTo>
                  <a:pt x="26" y="4242"/>
                </a:lnTo>
                <a:lnTo>
                  <a:pt x="27" y="4242"/>
                </a:lnTo>
                <a:lnTo>
                  <a:pt x="28" y="4242"/>
                </a:lnTo>
                <a:lnTo>
                  <a:pt x="29" y="4242"/>
                </a:lnTo>
                <a:lnTo>
                  <a:pt x="30" y="4242"/>
                </a:lnTo>
                <a:lnTo>
                  <a:pt x="31" y="4242"/>
                </a:lnTo>
                <a:lnTo>
                  <a:pt x="32" y="4242"/>
                </a:lnTo>
                <a:lnTo>
                  <a:pt x="33" y="4242"/>
                </a:lnTo>
                <a:lnTo>
                  <a:pt x="34" y="4242"/>
                </a:lnTo>
                <a:lnTo>
                  <a:pt x="35" y="4242"/>
                </a:lnTo>
                <a:lnTo>
                  <a:pt x="36" y="4242"/>
                </a:lnTo>
                <a:lnTo>
                  <a:pt x="37" y="4242"/>
                </a:lnTo>
                <a:lnTo>
                  <a:pt x="38" y="4242"/>
                </a:lnTo>
                <a:lnTo>
                  <a:pt x="39" y="4242"/>
                </a:lnTo>
                <a:lnTo>
                  <a:pt x="40" y="4242"/>
                </a:lnTo>
                <a:lnTo>
                  <a:pt x="41" y="4242"/>
                </a:lnTo>
                <a:lnTo>
                  <a:pt x="42" y="4242"/>
                </a:lnTo>
                <a:lnTo>
                  <a:pt x="43" y="4242"/>
                </a:lnTo>
                <a:lnTo>
                  <a:pt x="44" y="4242"/>
                </a:lnTo>
                <a:lnTo>
                  <a:pt x="45" y="4242"/>
                </a:lnTo>
                <a:lnTo>
                  <a:pt x="46" y="4242"/>
                </a:lnTo>
                <a:lnTo>
                  <a:pt x="47" y="4242"/>
                </a:lnTo>
                <a:lnTo>
                  <a:pt x="48" y="4242"/>
                </a:lnTo>
                <a:lnTo>
                  <a:pt x="49" y="4242"/>
                </a:lnTo>
                <a:lnTo>
                  <a:pt x="50" y="4242"/>
                </a:lnTo>
                <a:lnTo>
                  <a:pt x="51" y="4242"/>
                </a:lnTo>
                <a:lnTo>
                  <a:pt x="52" y="4242"/>
                </a:lnTo>
                <a:lnTo>
                  <a:pt x="53" y="4242"/>
                </a:lnTo>
                <a:lnTo>
                  <a:pt x="54" y="4242"/>
                </a:lnTo>
                <a:lnTo>
                  <a:pt x="55" y="4242"/>
                </a:lnTo>
                <a:lnTo>
                  <a:pt x="56" y="4242"/>
                </a:lnTo>
                <a:lnTo>
                  <a:pt x="57" y="4242"/>
                </a:lnTo>
                <a:lnTo>
                  <a:pt x="58" y="4242"/>
                </a:lnTo>
                <a:lnTo>
                  <a:pt x="59" y="4242"/>
                </a:lnTo>
                <a:lnTo>
                  <a:pt x="60" y="4242"/>
                </a:lnTo>
                <a:lnTo>
                  <a:pt x="61" y="4242"/>
                </a:lnTo>
                <a:lnTo>
                  <a:pt x="62" y="4242"/>
                </a:lnTo>
                <a:lnTo>
                  <a:pt x="63" y="4242"/>
                </a:lnTo>
                <a:lnTo>
                  <a:pt x="64" y="4242"/>
                </a:lnTo>
                <a:lnTo>
                  <a:pt x="65" y="4242"/>
                </a:lnTo>
                <a:lnTo>
                  <a:pt x="66" y="4242"/>
                </a:lnTo>
                <a:lnTo>
                  <a:pt x="67" y="4242"/>
                </a:lnTo>
                <a:lnTo>
                  <a:pt x="68" y="4242"/>
                </a:lnTo>
                <a:lnTo>
                  <a:pt x="69" y="4242"/>
                </a:lnTo>
                <a:lnTo>
                  <a:pt x="70" y="4242"/>
                </a:lnTo>
                <a:lnTo>
                  <a:pt x="71" y="4242"/>
                </a:lnTo>
                <a:lnTo>
                  <a:pt x="72" y="4242"/>
                </a:lnTo>
                <a:lnTo>
                  <a:pt x="73" y="4242"/>
                </a:lnTo>
                <a:lnTo>
                  <a:pt x="74" y="4242"/>
                </a:lnTo>
                <a:lnTo>
                  <a:pt x="75" y="4242"/>
                </a:lnTo>
                <a:lnTo>
                  <a:pt x="76" y="4242"/>
                </a:lnTo>
                <a:lnTo>
                  <a:pt x="77" y="4242"/>
                </a:lnTo>
                <a:lnTo>
                  <a:pt x="78" y="4242"/>
                </a:lnTo>
                <a:lnTo>
                  <a:pt x="79" y="4242"/>
                </a:lnTo>
                <a:lnTo>
                  <a:pt x="80" y="4242"/>
                </a:lnTo>
                <a:lnTo>
                  <a:pt x="81" y="4242"/>
                </a:lnTo>
                <a:lnTo>
                  <a:pt x="82" y="4242"/>
                </a:lnTo>
                <a:lnTo>
                  <a:pt x="83" y="4242"/>
                </a:lnTo>
                <a:lnTo>
                  <a:pt x="84" y="4242"/>
                </a:lnTo>
                <a:lnTo>
                  <a:pt x="85" y="4242"/>
                </a:lnTo>
                <a:lnTo>
                  <a:pt x="86" y="4242"/>
                </a:lnTo>
                <a:lnTo>
                  <a:pt x="87" y="4242"/>
                </a:lnTo>
                <a:lnTo>
                  <a:pt x="88" y="4242"/>
                </a:lnTo>
                <a:lnTo>
                  <a:pt x="89" y="4242"/>
                </a:lnTo>
                <a:lnTo>
                  <a:pt x="90" y="4242"/>
                </a:lnTo>
                <a:lnTo>
                  <a:pt x="91" y="4242"/>
                </a:lnTo>
                <a:lnTo>
                  <a:pt x="92" y="4242"/>
                </a:lnTo>
                <a:lnTo>
                  <a:pt x="93" y="4242"/>
                </a:lnTo>
                <a:lnTo>
                  <a:pt x="94" y="4242"/>
                </a:lnTo>
                <a:lnTo>
                  <a:pt x="95" y="4242"/>
                </a:lnTo>
                <a:lnTo>
                  <a:pt x="96" y="4242"/>
                </a:lnTo>
                <a:lnTo>
                  <a:pt x="97" y="4242"/>
                </a:lnTo>
                <a:lnTo>
                  <a:pt x="98" y="4242"/>
                </a:lnTo>
                <a:lnTo>
                  <a:pt x="99" y="4242"/>
                </a:lnTo>
                <a:lnTo>
                  <a:pt x="100" y="4242"/>
                </a:lnTo>
                <a:lnTo>
                  <a:pt x="101" y="4242"/>
                </a:lnTo>
                <a:lnTo>
                  <a:pt x="102" y="4242"/>
                </a:lnTo>
                <a:lnTo>
                  <a:pt x="103" y="4242"/>
                </a:lnTo>
                <a:lnTo>
                  <a:pt x="104" y="4242"/>
                </a:lnTo>
                <a:lnTo>
                  <a:pt x="105" y="4242"/>
                </a:lnTo>
                <a:lnTo>
                  <a:pt x="106" y="4242"/>
                </a:lnTo>
                <a:lnTo>
                  <a:pt x="107" y="4242"/>
                </a:lnTo>
                <a:lnTo>
                  <a:pt x="108" y="4242"/>
                </a:lnTo>
                <a:lnTo>
                  <a:pt x="109" y="4242"/>
                </a:lnTo>
                <a:lnTo>
                  <a:pt x="110" y="4242"/>
                </a:lnTo>
                <a:lnTo>
                  <a:pt x="111" y="4242"/>
                </a:lnTo>
                <a:lnTo>
                  <a:pt x="112" y="4242"/>
                </a:lnTo>
                <a:lnTo>
                  <a:pt x="113" y="4242"/>
                </a:lnTo>
                <a:lnTo>
                  <a:pt x="114" y="4242"/>
                </a:lnTo>
                <a:lnTo>
                  <a:pt x="115" y="4242"/>
                </a:lnTo>
                <a:lnTo>
                  <a:pt x="116" y="4242"/>
                </a:lnTo>
                <a:lnTo>
                  <a:pt x="117" y="4242"/>
                </a:lnTo>
                <a:lnTo>
                  <a:pt x="118" y="4242"/>
                </a:lnTo>
                <a:lnTo>
                  <a:pt x="119" y="4242"/>
                </a:lnTo>
                <a:lnTo>
                  <a:pt x="120" y="4242"/>
                </a:lnTo>
                <a:lnTo>
                  <a:pt x="121" y="4242"/>
                </a:lnTo>
                <a:lnTo>
                  <a:pt x="122" y="4242"/>
                </a:lnTo>
                <a:lnTo>
                  <a:pt x="123" y="4242"/>
                </a:lnTo>
                <a:lnTo>
                  <a:pt x="124" y="4242"/>
                </a:lnTo>
                <a:lnTo>
                  <a:pt x="125" y="4242"/>
                </a:lnTo>
                <a:lnTo>
                  <a:pt x="126" y="4242"/>
                </a:lnTo>
                <a:lnTo>
                  <a:pt x="127" y="4242"/>
                </a:lnTo>
                <a:lnTo>
                  <a:pt x="128" y="4242"/>
                </a:lnTo>
                <a:lnTo>
                  <a:pt x="129" y="4242"/>
                </a:lnTo>
                <a:lnTo>
                  <a:pt x="130" y="4242"/>
                </a:lnTo>
                <a:lnTo>
                  <a:pt x="131" y="4242"/>
                </a:lnTo>
                <a:lnTo>
                  <a:pt x="132" y="4242"/>
                </a:lnTo>
                <a:lnTo>
                  <a:pt x="133" y="4242"/>
                </a:lnTo>
                <a:lnTo>
                  <a:pt x="134" y="4242"/>
                </a:lnTo>
                <a:lnTo>
                  <a:pt x="135" y="4242"/>
                </a:lnTo>
                <a:lnTo>
                  <a:pt x="136" y="4242"/>
                </a:lnTo>
                <a:lnTo>
                  <a:pt x="137" y="4242"/>
                </a:lnTo>
                <a:lnTo>
                  <a:pt x="138" y="4242"/>
                </a:lnTo>
                <a:lnTo>
                  <a:pt x="139" y="4242"/>
                </a:lnTo>
                <a:lnTo>
                  <a:pt x="140" y="4242"/>
                </a:lnTo>
                <a:lnTo>
                  <a:pt x="141" y="4242"/>
                </a:lnTo>
                <a:lnTo>
                  <a:pt x="142" y="4242"/>
                </a:lnTo>
                <a:lnTo>
                  <a:pt x="143" y="4242"/>
                </a:lnTo>
                <a:lnTo>
                  <a:pt x="144" y="4242"/>
                </a:lnTo>
                <a:lnTo>
                  <a:pt x="145" y="4242"/>
                </a:lnTo>
                <a:lnTo>
                  <a:pt x="146" y="4242"/>
                </a:lnTo>
                <a:lnTo>
                  <a:pt x="147" y="4242"/>
                </a:lnTo>
                <a:lnTo>
                  <a:pt x="148" y="4242"/>
                </a:lnTo>
                <a:lnTo>
                  <a:pt x="149" y="4242"/>
                </a:lnTo>
                <a:lnTo>
                  <a:pt x="150" y="4242"/>
                </a:lnTo>
                <a:lnTo>
                  <a:pt x="151" y="4242"/>
                </a:lnTo>
                <a:lnTo>
                  <a:pt x="152" y="4242"/>
                </a:lnTo>
                <a:lnTo>
                  <a:pt x="153" y="4242"/>
                </a:lnTo>
                <a:lnTo>
                  <a:pt x="154" y="4242"/>
                </a:lnTo>
                <a:lnTo>
                  <a:pt x="155" y="4242"/>
                </a:lnTo>
                <a:lnTo>
                  <a:pt x="156" y="4242"/>
                </a:lnTo>
                <a:lnTo>
                  <a:pt x="157" y="4242"/>
                </a:lnTo>
                <a:lnTo>
                  <a:pt x="158" y="4242"/>
                </a:lnTo>
                <a:lnTo>
                  <a:pt x="159" y="4242"/>
                </a:lnTo>
                <a:lnTo>
                  <a:pt x="160" y="4242"/>
                </a:lnTo>
                <a:lnTo>
                  <a:pt x="161" y="4242"/>
                </a:lnTo>
                <a:lnTo>
                  <a:pt x="162" y="4242"/>
                </a:lnTo>
                <a:lnTo>
                  <a:pt x="163" y="4242"/>
                </a:lnTo>
                <a:lnTo>
                  <a:pt x="164" y="4242"/>
                </a:lnTo>
                <a:lnTo>
                  <a:pt x="165" y="4242"/>
                </a:lnTo>
                <a:lnTo>
                  <a:pt x="166" y="4242"/>
                </a:lnTo>
                <a:lnTo>
                  <a:pt x="167" y="4242"/>
                </a:lnTo>
                <a:lnTo>
                  <a:pt x="168" y="4242"/>
                </a:lnTo>
                <a:lnTo>
                  <a:pt x="169" y="4242"/>
                </a:lnTo>
                <a:lnTo>
                  <a:pt x="170" y="4242"/>
                </a:lnTo>
                <a:lnTo>
                  <a:pt x="171" y="4242"/>
                </a:lnTo>
                <a:lnTo>
                  <a:pt x="172" y="4242"/>
                </a:lnTo>
                <a:lnTo>
                  <a:pt x="173" y="4242"/>
                </a:lnTo>
                <a:lnTo>
                  <a:pt x="174" y="4242"/>
                </a:lnTo>
                <a:lnTo>
                  <a:pt x="175" y="4242"/>
                </a:lnTo>
                <a:lnTo>
                  <a:pt x="176" y="4242"/>
                </a:lnTo>
                <a:lnTo>
                  <a:pt x="177" y="4242"/>
                </a:lnTo>
                <a:lnTo>
                  <a:pt x="178" y="4242"/>
                </a:lnTo>
                <a:lnTo>
                  <a:pt x="179" y="4242"/>
                </a:lnTo>
                <a:lnTo>
                  <a:pt x="180" y="4242"/>
                </a:lnTo>
                <a:lnTo>
                  <a:pt x="181" y="4242"/>
                </a:lnTo>
                <a:lnTo>
                  <a:pt x="182" y="4242"/>
                </a:lnTo>
                <a:lnTo>
                  <a:pt x="183" y="4242"/>
                </a:lnTo>
                <a:lnTo>
                  <a:pt x="184" y="4242"/>
                </a:lnTo>
                <a:lnTo>
                  <a:pt x="185" y="4242"/>
                </a:lnTo>
                <a:lnTo>
                  <a:pt x="186" y="4242"/>
                </a:lnTo>
                <a:lnTo>
                  <a:pt x="187" y="4242"/>
                </a:lnTo>
                <a:lnTo>
                  <a:pt x="188" y="4242"/>
                </a:lnTo>
                <a:lnTo>
                  <a:pt x="189" y="4242"/>
                </a:lnTo>
                <a:lnTo>
                  <a:pt x="190" y="4242"/>
                </a:lnTo>
                <a:lnTo>
                  <a:pt x="191" y="4242"/>
                </a:lnTo>
                <a:lnTo>
                  <a:pt x="192" y="4242"/>
                </a:lnTo>
                <a:lnTo>
                  <a:pt x="193" y="4242"/>
                </a:lnTo>
                <a:lnTo>
                  <a:pt x="194" y="4242"/>
                </a:lnTo>
                <a:lnTo>
                  <a:pt x="195" y="4242"/>
                </a:lnTo>
                <a:lnTo>
                  <a:pt x="196" y="4242"/>
                </a:lnTo>
                <a:lnTo>
                  <a:pt x="197" y="4242"/>
                </a:lnTo>
                <a:lnTo>
                  <a:pt x="198" y="4242"/>
                </a:lnTo>
                <a:lnTo>
                  <a:pt x="199" y="4242"/>
                </a:lnTo>
                <a:lnTo>
                  <a:pt x="200" y="4242"/>
                </a:lnTo>
                <a:lnTo>
                  <a:pt x="201" y="4242"/>
                </a:lnTo>
                <a:lnTo>
                  <a:pt x="202" y="4242"/>
                </a:lnTo>
                <a:lnTo>
                  <a:pt x="203" y="4242"/>
                </a:lnTo>
                <a:lnTo>
                  <a:pt x="204" y="4242"/>
                </a:lnTo>
                <a:lnTo>
                  <a:pt x="205" y="4242"/>
                </a:lnTo>
                <a:lnTo>
                  <a:pt x="206" y="4242"/>
                </a:lnTo>
                <a:lnTo>
                  <a:pt x="207" y="4242"/>
                </a:lnTo>
                <a:lnTo>
                  <a:pt x="208" y="4242"/>
                </a:lnTo>
                <a:lnTo>
                  <a:pt x="209" y="4242"/>
                </a:lnTo>
                <a:lnTo>
                  <a:pt x="210" y="4242"/>
                </a:lnTo>
                <a:lnTo>
                  <a:pt x="211" y="4242"/>
                </a:lnTo>
                <a:lnTo>
                  <a:pt x="212" y="4242"/>
                </a:lnTo>
                <a:lnTo>
                  <a:pt x="213" y="4242"/>
                </a:lnTo>
                <a:lnTo>
                  <a:pt x="214" y="4242"/>
                </a:lnTo>
                <a:lnTo>
                  <a:pt x="215" y="4242"/>
                </a:lnTo>
                <a:lnTo>
                  <a:pt x="216" y="4242"/>
                </a:lnTo>
                <a:lnTo>
                  <a:pt x="217" y="4242"/>
                </a:lnTo>
                <a:lnTo>
                  <a:pt x="218" y="4242"/>
                </a:lnTo>
                <a:lnTo>
                  <a:pt x="219" y="4242"/>
                </a:lnTo>
                <a:lnTo>
                  <a:pt x="220" y="4242"/>
                </a:lnTo>
                <a:lnTo>
                  <a:pt x="221" y="4242"/>
                </a:lnTo>
                <a:lnTo>
                  <a:pt x="222" y="4242"/>
                </a:lnTo>
                <a:lnTo>
                  <a:pt x="223" y="4242"/>
                </a:lnTo>
                <a:lnTo>
                  <a:pt x="224" y="4242"/>
                </a:lnTo>
                <a:lnTo>
                  <a:pt x="225" y="4242"/>
                </a:lnTo>
                <a:lnTo>
                  <a:pt x="226" y="4242"/>
                </a:lnTo>
                <a:lnTo>
                  <a:pt x="227" y="4242"/>
                </a:lnTo>
                <a:lnTo>
                  <a:pt x="228" y="4242"/>
                </a:lnTo>
                <a:lnTo>
                  <a:pt x="229" y="4242"/>
                </a:lnTo>
                <a:lnTo>
                  <a:pt x="230" y="4242"/>
                </a:lnTo>
                <a:lnTo>
                  <a:pt x="231" y="4242"/>
                </a:lnTo>
                <a:lnTo>
                  <a:pt x="232" y="4242"/>
                </a:lnTo>
                <a:lnTo>
                  <a:pt x="233" y="4242"/>
                </a:lnTo>
                <a:lnTo>
                  <a:pt x="234" y="4242"/>
                </a:lnTo>
                <a:lnTo>
                  <a:pt x="235" y="4242"/>
                </a:lnTo>
                <a:lnTo>
                  <a:pt x="236" y="4242"/>
                </a:lnTo>
                <a:lnTo>
                  <a:pt x="237" y="4242"/>
                </a:lnTo>
                <a:lnTo>
                  <a:pt x="238" y="4242"/>
                </a:lnTo>
                <a:lnTo>
                  <a:pt x="239" y="4242"/>
                </a:lnTo>
                <a:lnTo>
                  <a:pt x="240" y="4242"/>
                </a:lnTo>
                <a:lnTo>
                  <a:pt x="241" y="4242"/>
                </a:lnTo>
                <a:lnTo>
                  <a:pt x="242" y="4242"/>
                </a:lnTo>
                <a:lnTo>
                  <a:pt x="243" y="4242"/>
                </a:lnTo>
                <a:lnTo>
                  <a:pt x="244" y="4242"/>
                </a:lnTo>
                <a:lnTo>
                  <a:pt x="245" y="4242"/>
                </a:lnTo>
                <a:lnTo>
                  <a:pt x="246" y="4242"/>
                </a:lnTo>
                <a:lnTo>
                  <a:pt x="247" y="4242"/>
                </a:lnTo>
                <a:lnTo>
                  <a:pt x="248" y="4242"/>
                </a:lnTo>
                <a:lnTo>
                  <a:pt x="249" y="4242"/>
                </a:lnTo>
                <a:lnTo>
                  <a:pt x="250" y="4242"/>
                </a:lnTo>
                <a:lnTo>
                  <a:pt x="251" y="4242"/>
                </a:lnTo>
                <a:lnTo>
                  <a:pt x="252" y="4242"/>
                </a:lnTo>
                <a:lnTo>
                  <a:pt x="253" y="4242"/>
                </a:lnTo>
                <a:lnTo>
                  <a:pt x="254" y="4242"/>
                </a:lnTo>
                <a:lnTo>
                  <a:pt x="255" y="4242"/>
                </a:lnTo>
                <a:lnTo>
                  <a:pt x="256" y="4242"/>
                </a:lnTo>
                <a:lnTo>
                  <a:pt x="257" y="4242"/>
                </a:lnTo>
                <a:lnTo>
                  <a:pt x="258" y="4242"/>
                </a:lnTo>
                <a:lnTo>
                  <a:pt x="259" y="4242"/>
                </a:lnTo>
                <a:lnTo>
                  <a:pt x="260" y="4242"/>
                </a:lnTo>
                <a:lnTo>
                  <a:pt x="261" y="4242"/>
                </a:lnTo>
                <a:lnTo>
                  <a:pt x="262" y="4242"/>
                </a:lnTo>
                <a:lnTo>
                  <a:pt x="263" y="4242"/>
                </a:lnTo>
                <a:lnTo>
                  <a:pt x="264" y="4242"/>
                </a:lnTo>
                <a:lnTo>
                  <a:pt x="265" y="4242"/>
                </a:lnTo>
                <a:lnTo>
                  <a:pt x="266" y="4242"/>
                </a:lnTo>
                <a:lnTo>
                  <a:pt x="267" y="4242"/>
                </a:lnTo>
                <a:lnTo>
                  <a:pt x="268" y="4242"/>
                </a:lnTo>
                <a:lnTo>
                  <a:pt x="269" y="4242"/>
                </a:lnTo>
                <a:lnTo>
                  <a:pt x="270" y="4242"/>
                </a:lnTo>
                <a:lnTo>
                  <a:pt x="271" y="4242"/>
                </a:lnTo>
                <a:lnTo>
                  <a:pt x="272" y="4242"/>
                </a:lnTo>
                <a:lnTo>
                  <a:pt x="273" y="4242"/>
                </a:lnTo>
                <a:lnTo>
                  <a:pt x="274" y="4242"/>
                </a:lnTo>
                <a:lnTo>
                  <a:pt x="275" y="4242"/>
                </a:lnTo>
                <a:lnTo>
                  <a:pt x="276" y="4242"/>
                </a:lnTo>
                <a:lnTo>
                  <a:pt x="277" y="4242"/>
                </a:lnTo>
                <a:lnTo>
                  <a:pt x="278" y="4242"/>
                </a:lnTo>
                <a:lnTo>
                  <a:pt x="279" y="4242"/>
                </a:lnTo>
                <a:lnTo>
                  <a:pt x="280" y="4242"/>
                </a:lnTo>
                <a:lnTo>
                  <a:pt x="281" y="4242"/>
                </a:lnTo>
                <a:lnTo>
                  <a:pt x="282" y="4242"/>
                </a:lnTo>
                <a:lnTo>
                  <a:pt x="283" y="4242"/>
                </a:lnTo>
                <a:lnTo>
                  <a:pt x="284" y="4242"/>
                </a:lnTo>
                <a:lnTo>
                  <a:pt x="285" y="4242"/>
                </a:lnTo>
                <a:lnTo>
                  <a:pt x="286" y="4242"/>
                </a:lnTo>
                <a:lnTo>
                  <a:pt x="287" y="4242"/>
                </a:lnTo>
                <a:lnTo>
                  <a:pt x="288" y="4242"/>
                </a:lnTo>
                <a:lnTo>
                  <a:pt x="289" y="4242"/>
                </a:lnTo>
                <a:lnTo>
                  <a:pt x="290" y="4242"/>
                </a:lnTo>
                <a:lnTo>
                  <a:pt x="291" y="4242"/>
                </a:lnTo>
                <a:lnTo>
                  <a:pt x="292" y="4242"/>
                </a:lnTo>
                <a:lnTo>
                  <a:pt x="293" y="4242"/>
                </a:lnTo>
                <a:lnTo>
                  <a:pt x="294" y="4242"/>
                </a:lnTo>
                <a:lnTo>
                  <a:pt x="295" y="4242"/>
                </a:lnTo>
                <a:lnTo>
                  <a:pt x="296" y="4242"/>
                </a:lnTo>
                <a:lnTo>
                  <a:pt x="297" y="4242"/>
                </a:lnTo>
                <a:lnTo>
                  <a:pt x="298" y="4242"/>
                </a:lnTo>
                <a:lnTo>
                  <a:pt x="299" y="4242"/>
                </a:lnTo>
                <a:lnTo>
                  <a:pt x="300" y="4242"/>
                </a:lnTo>
                <a:lnTo>
                  <a:pt x="301" y="4242"/>
                </a:lnTo>
                <a:lnTo>
                  <a:pt x="302" y="4242"/>
                </a:lnTo>
                <a:lnTo>
                  <a:pt x="303" y="4242"/>
                </a:lnTo>
                <a:lnTo>
                  <a:pt x="304" y="4242"/>
                </a:lnTo>
                <a:lnTo>
                  <a:pt x="305" y="4242"/>
                </a:lnTo>
                <a:lnTo>
                  <a:pt x="306" y="4242"/>
                </a:lnTo>
                <a:lnTo>
                  <a:pt x="307" y="4242"/>
                </a:lnTo>
                <a:lnTo>
                  <a:pt x="308" y="4242"/>
                </a:lnTo>
                <a:lnTo>
                  <a:pt x="309" y="4242"/>
                </a:lnTo>
                <a:lnTo>
                  <a:pt x="310" y="4242"/>
                </a:lnTo>
                <a:lnTo>
                  <a:pt x="311" y="4242"/>
                </a:lnTo>
                <a:lnTo>
                  <a:pt x="312" y="4242"/>
                </a:lnTo>
                <a:lnTo>
                  <a:pt x="313" y="4242"/>
                </a:lnTo>
                <a:lnTo>
                  <a:pt x="314" y="4242"/>
                </a:lnTo>
                <a:lnTo>
                  <a:pt x="315" y="4242"/>
                </a:lnTo>
                <a:lnTo>
                  <a:pt x="316" y="4242"/>
                </a:lnTo>
                <a:lnTo>
                  <a:pt x="317" y="4242"/>
                </a:lnTo>
                <a:lnTo>
                  <a:pt x="318" y="4242"/>
                </a:lnTo>
                <a:lnTo>
                  <a:pt x="319" y="4242"/>
                </a:lnTo>
                <a:lnTo>
                  <a:pt x="320" y="4242"/>
                </a:lnTo>
                <a:lnTo>
                  <a:pt x="321" y="4242"/>
                </a:lnTo>
                <a:lnTo>
                  <a:pt x="322" y="4242"/>
                </a:lnTo>
                <a:lnTo>
                  <a:pt x="323" y="4242"/>
                </a:lnTo>
                <a:lnTo>
                  <a:pt x="324" y="4242"/>
                </a:lnTo>
                <a:lnTo>
                  <a:pt x="325" y="4242"/>
                </a:lnTo>
                <a:lnTo>
                  <a:pt x="326" y="4242"/>
                </a:lnTo>
                <a:lnTo>
                  <a:pt x="327" y="4242"/>
                </a:lnTo>
                <a:lnTo>
                  <a:pt x="328" y="4242"/>
                </a:lnTo>
                <a:lnTo>
                  <a:pt x="329" y="4242"/>
                </a:lnTo>
                <a:lnTo>
                  <a:pt x="330" y="4242"/>
                </a:lnTo>
                <a:lnTo>
                  <a:pt x="331" y="4242"/>
                </a:lnTo>
                <a:lnTo>
                  <a:pt x="332" y="4242"/>
                </a:lnTo>
                <a:lnTo>
                  <a:pt x="333" y="4242"/>
                </a:lnTo>
                <a:lnTo>
                  <a:pt x="334" y="4242"/>
                </a:lnTo>
                <a:lnTo>
                  <a:pt x="335" y="4242"/>
                </a:lnTo>
                <a:lnTo>
                  <a:pt x="336" y="4242"/>
                </a:lnTo>
                <a:lnTo>
                  <a:pt x="337" y="4242"/>
                </a:lnTo>
                <a:lnTo>
                  <a:pt x="338" y="4242"/>
                </a:lnTo>
                <a:lnTo>
                  <a:pt x="339" y="4242"/>
                </a:lnTo>
                <a:lnTo>
                  <a:pt x="340" y="4242"/>
                </a:lnTo>
                <a:lnTo>
                  <a:pt x="341" y="4242"/>
                </a:lnTo>
                <a:lnTo>
                  <a:pt x="342" y="4242"/>
                </a:lnTo>
                <a:lnTo>
                  <a:pt x="343" y="4242"/>
                </a:lnTo>
                <a:lnTo>
                  <a:pt x="344" y="4242"/>
                </a:lnTo>
                <a:lnTo>
                  <a:pt x="345" y="4242"/>
                </a:lnTo>
                <a:lnTo>
                  <a:pt x="346" y="4242"/>
                </a:lnTo>
                <a:lnTo>
                  <a:pt x="347" y="4242"/>
                </a:lnTo>
                <a:lnTo>
                  <a:pt x="348" y="4242"/>
                </a:lnTo>
                <a:lnTo>
                  <a:pt x="349" y="4242"/>
                </a:lnTo>
                <a:lnTo>
                  <a:pt x="350" y="4242"/>
                </a:lnTo>
                <a:lnTo>
                  <a:pt x="351" y="4242"/>
                </a:lnTo>
                <a:lnTo>
                  <a:pt x="352" y="4242"/>
                </a:lnTo>
                <a:lnTo>
                  <a:pt x="353" y="4242"/>
                </a:lnTo>
                <a:lnTo>
                  <a:pt x="354" y="4242"/>
                </a:lnTo>
                <a:lnTo>
                  <a:pt x="355" y="4242"/>
                </a:lnTo>
                <a:lnTo>
                  <a:pt x="356" y="4242"/>
                </a:lnTo>
                <a:lnTo>
                  <a:pt x="357" y="4242"/>
                </a:lnTo>
                <a:lnTo>
                  <a:pt x="358" y="4242"/>
                </a:lnTo>
                <a:lnTo>
                  <a:pt x="359" y="4242"/>
                </a:lnTo>
                <a:lnTo>
                  <a:pt x="360" y="4242"/>
                </a:lnTo>
                <a:lnTo>
                  <a:pt x="361" y="4242"/>
                </a:lnTo>
                <a:lnTo>
                  <a:pt x="362" y="4242"/>
                </a:lnTo>
                <a:lnTo>
                  <a:pt x="363" y="4242"/>
                </a:lnTo>
                <a:lnTo>
                  <a:pt x="364" y="4242"/>
                </a:lnTo>
                <a:lnTo>
                  <a:pt x="365" y="4242"/>
                </a:lnTo>
                <a:lnTo>
                  <a:pt x="366" y="4242"/>
                </a:lnTo>
                <a:lnTo>
                  <a:pt x="367" y="4242"/>
                </a:lnTo>
                <a:lnTo>
                  <a:pt x="368" y="4242"/>
                </a:lnTo>
                <a:lnTo>
                  <a:pt x="369" y="4242"/>
                </a:lnTo>
                <a:lnTo>
                  <a:pt x="370" y="4242"/>
                </a:lnTo>
                <a:lnTo>
                  <a:pt x="371" y="4242"/>
                </a:lnTo>
                <a:lnTo>
                  <a:pt x="372" y="4242"/>
                </a:lnTo>
                <a:lnTo>
                  <a:pt x="373" y="4242"/>
                </a:lnTo>
                <a:lnTo>
                  <a:pt x="374" y="4242"/>
                </a:lnTo>
                <a:lnTo>
                  <a:pt x="375" y="4242"/>
                </a:lnTo>
                <a:lnTo>
                  <a:pt x="376" y="4242"/>
                </a:lnTo>
                <a:lnTo>
                  <a:pt x="377" y="4242"/>
                </a:lnTo>
                <a:lnTo>
                  <a:pt x="378" y="4242"/>
                </a:lnTo>
                <a:lnTo>
                  <a:pt x="379" y="4242"/>
                </a:lnTo>
                <a:lnTo>
                  <a:pt x="380" y="4242"/>
                </a:lnTo>
                <a:lnTo>
                  <a:pt x="381" y="4242"/>
                </a:lnTo>
                <a:lnTo>
                  <a:pt x="382" y="4242"/>
                </a:lnTo>
                <a:lnTo>
                  <a:pt x="383" y="4242"/>
                </a:lnTo>
                <a:lnTo>
                  <a:pt x="384" y="4242"/>
                </a:lnTo>
                <a:lnTo>
                  <a:pt x="385" y="4242"/>
                </a:lnTo>
                <a:lnTo>
                  <a:pt x="386" y="4242"/>
                </a:lnTo>
                <a:lnTo>
                  <a:pt x="387" y="4242"/>
                </a:lnTo>
                <a:lnTo>
                  <a:pt x="388" y="4242"/>
                </a:lnTo>
                <a:lnTo>
                  <a:pt x="389" y="4242"/>
                </a:lnTo>
                <a:lnTo>
                  <a:pt x="390" y="4242"/>
                </a:lnTo>
                <a:lnTo>
                  <a:pt x="391" y="4242"/>
                </a:lnTo>
                <a:lnTo>
                  <a:pt x="392" y="4242"/>
                </a:lnTo>
                <a:lnTo>
                  <a:pt x="393" y="4242"/>
                </a:lnTo>
                <a:lnTo>
                  <a:pt x="394" y="4242"/>
                </a:lnTo>
                <a:lnTo>
                  <a:pt x="395" y="4242"/>
                </a:lnTo>
                <a:lnTo>
                  <a:pt x="396" y="4242"/>
                </a:lnTo>
                <a:lnTo>
                  <a:pt x="397" y="4242"/>
                </a:lnTo>
                <a:lnTo>
                  <a:pt x="398" y="4242"/>
                </a:lnTo>
                <a:lnTo>
                  <a:pt x="399" y="4242"/>
                </a:lnTo>
                <a:lnTo>
                  <a:pt x="400" y="4242"/>
                </a:lnTo>
                <a:lnTo>
                  <a:pt x="401" y="4242"/>
                </a:lnTo>
                <a:lnTo>
                  <a:pt x="402" y="4242"/>
                </a:lnTo>
                <a:lnTo>
                  <a:pt x="403" y="4242"/>
                </a:lnTo>
                <a:lnTo>
                  <a:pt x="404" y="4242"/>
                </a:lnTo>
                <a:lnTo>
                  <a:pt x="405" y="4242"/>
                </a:lnTo>
                <a:lnTo>
                  <a:pt x="406" y="4242"/>
                </a:lnTo>
                <a:lnTo>
                  <a:pt x="407" y="4242"/>
                </a:lnTo>
                <a:lnTo>
                  <a:pt x="408" y="4242"/>
                </a:lnTo>
                <a:lnTo>
                  <a:pt x="409" y="4242"/>
                </a:lnTo>
                <a:lnTo>
                  <a:pt x="410" y="4242"/>
                </a:lnTo>
                <a:lnTo>
                  <a:pt x="411" y="4242"/>
                </a:lnTo>
                <a:lnTo>
                  <a:pt x="412" y="4242"/>
                </a:lnTo>
                <a:lnTo>
                  <a:pt x="413" y="4242"/>
                </a:lnTo>
                <a:lnTo>
                  <a:pt x="414" y="4242"/>
                </a:lnTo>
                <a:lnTo>
                  <a:pt x="415" y="4242"/>
                </a:lnTo>
                <a:lnTo>
                  <a:pt x="416" y="4242"/>
                </a:lnTo>
                <a:lnTo>
                  <a:pt x="417" y="4242"/>
                </a:lnTo>
                <a:lnTo>
                  <a:pt x="418" y="4242"/>
                </a:lnTo>
                <a:lnTo>
                  <a:pt x="419" y="4242"/>
                </a:lnTo>
                <a:lnTo>
                  <a:pt x="420" y="4242"/>
                </a:lnTo>
                <a:lnTo>
                  <a:pt x="421" y="4242"/>
                </a:lnTo>
                <a:lnTo>
                  <a:pt x="422" y="4242"/>
                </a:lnTo>
                <a:lnTo>
                  <a:pt x="423" y="4242"/>
                </a:lnTo>
                <a:lnTo>
                  <a:pt x="424" y="4242"/>
                </a:lnTo>
                <a:lnTo>
                  <a:pt x="425" y="4242"/>
                </a:lnTo>
                <a:lnTo>
                  <a:pt x="426" y="4242"/>
                </a:lnTo>
                <a:lnTo>
                  <a:pt x="427" y="4242"/>
                </a:lnTo>
                <a:lnTo>
                  <a:pt x="428" y="4242"/>
                </a:lnTo>
                <a:lnTo>
                  <a:pt x="429" y="4242"/>
                </a:lnTo>
                <a:lnTo>
                  <a:pt x="430" y="4242"/>
                </a:lnTo>
                <a:lnTo>
                  <a:pt x="431" y="4242"/>
                </a:lnTo>
                <a:lnTo>
                  <a:pt x="432" y="4242"/>
                </a:lnTo>
                <a:lnTo>
                  <a:pt x="433" y="4242"/>
                </a:lnTo>
                <a:lnTo>
                  <a:pt x="434" y="4242"/>
                </a:lnTo>
                <a:lnTo>
                  <a:pt x="435" y="4242"/>
                </a:lnTo>
                <a:lnTo>
                  <a:pt x="436" y="4242"/>
                </a:lnTo>
                <a:lnTo>
                  <a:pt x="437" y="4242"/>
                </a:lnTo>
                <a:lnTo>
                  <a:pt x="438" y="4242"/>
                </a:lnTo>
                <a:lnTo>
                  <a:pt x="439" y="4242"/>
                </a:lnTo>
                <a:lnTo>
                  <a:pt x="440" y="4242"/>
                </a:lnTo>
                <a:lnTo>
                  <a:pt x="441" y="4242"/>
                </a:lnTo>
                <a:lnTo>
                  <a:pt x="442" y="4242"/>
                </a:lnTo>
                <a:lnTo>
                  <a:pt x="443" y="4242"/>
                </a:lnTo>
                <a:lnTo>
                  <a:pt x="444" y="4242"/>
                </a:lnTo>
                <a:lnTo>
                  <a:pt x="445" y="4242"/>
                </a:lnTo>
                <a:lnTo>
                  <a:pt x="446" y="4242"/>
                </a:lnTo>
                <a:lnTo>
                  <a:pt x="447" y="4242"/>
                </a:lnTo>
                <a:lnTo>
                  <a:pt x="448" y="4242"/>
                </a:lnTo>
                <a:lnTo>
                  <a:pt x="449" y="4242"/>
                </a:lnTo>
                <a:lnTo>
                  <a:pt x="450" y="4242"/>
                </a:lnTo>
                <a:lnTo>
                  <a:pt x="451" y="4242"/>
                </a:lnTo>
                <a:lnTo>
                  <a:pt x="452" y="4242"/>
                </a:lnTo>
                <a:lnTo>
                  <a:pt x="453" y="4242"/>
                </a:lnTo>
                <a:lnTo>
                  <a:pt x="454" y="4242"/>
                </a:lnTo>
                <a:lnTo>
                  <a:pt x="455" y="4242"/>
                </a:lnTo>
                <a:lnTo>
                  <a:pt x="456" y="4242"/>
                </a:lnTo>
                <a:lnTo>
                  <a:pt x="457" y="4242"/>
                </a:lnTo>
                <a:lnTo>
                  <a:pt x="458" y="4242"/>
                </a:lnTo>
                <a:lnTo>
                  <a:pt x="459" y="4242"/>
                </a:lnTo>
                <a:lnTo>
                  <a:pt x="460" y="4242"/>
                </a:lnTo>
                <a:lnTo>
                  <a:pt x="461" y="4242"/>
                </a:lnTo>
                <a:lnTo>
                  <a:pt x="462" y="4242"/>
                </a:lnTo>
                <a:lnTo>
                  <a:pt x="463" y="4242"/>
                </a:lnTo>
                <a:lnTo>
                  <a:pt x="464" y="4242"/>
                </a:lnTo>
                <a:lnTo>
                  <a:pt x="465" y="4242"/>
                </a:lnTo>
                <a:lnTo>
                  <a:pt x="466" y="4242"/>
                </a:lnTo>
                <a:lnTo>
                  <a:pt x="467" y="4242"/>
                </a:lnTo>
                <a:lnTo>
                  <a:pt x="468" y="4242"/>
                </a:lnTo>
                <a:lnTo>
                  <a:pt x="469" y="4242"/>
                </a:lnTo>
                <a:lnTo>
                  <a:pt x="470" y="4242"/>
                </a:lnTo>
                <a:lnTo>
                  <a:pt x="471" y="4242"/>
                </a:lnTo>
                <a:lnTo>
                  <a:pt x="472" y="4242"/>
                </a:lnTo>
                <a:lnTo>
                  <a:pt x="473" y="4242"/>
                </a:lnTo>
                <a:lnTo>
                  <a:pt x="474" y="4242"/>
                </a:lnTo>
                <a:lnTo>
                  <a:pt x="475" y="4242"/>
                </a:lnTo>
                <a:lnTo>
                  <a:pt x="476" y="4242"/>
                </a:lnTo>
                <a:lnTo>
                  <a:pt x="477" y="4242"/>
                </a:lnTo>
                <a:lnTo>
                  <a:pt x="478" y="4242"/>
                </a:lnTo>
                <a:lnTo>
                  <a:pt x="479" y="4242"/>
                </a:lnTo>
                <a:lnTo>
                  <a:pt x="480" y="4242"/>
                </a:lnTo>
                <a:lnTo>
                  <a:pt x="481" y="4242"/>
                </a:lnTo>
                <a:lnTo>
                  <a:pt x="482" y="4242"/>
                </a:lnTo>
                <a:lnTo>
                  <a:pt x="483" y="4242"/>
                </a:lnTo>
                <a:lnTo>
                  <a:pt x="484" y="4242"/>
                </a:lnTo>
                <a:lnTo>
                  <a:pt x="485" y="4242"/>
                </a:lnTo>
                <a:lnTo>
                  <a:pt x="486" y="4242"/>
                </a:lnTo>
                <a:lnTo>
                  <a:pt x="487" y="4242"/>
                </a:lnTo>
                <a:lnTo>
                  <a:pt x="488" y="4242"/>
                </a:lnTo>
                <a:lnTo>
                  <a:pt x="489" y="4242"/>
                </a:lnTo>
                <a:lnTo>
                  <a:pt x="490" y="4242"/>
                </a:lnTo>
                <a:lnTo>
                  <a:pt x="491" y="4242"/>
                </a:lnTo>
                <a:lnTo>
                  <a:pt x="492" y="4242"/>
                </a:lnTo>
                <a:lnTo>
                  <a:pt x="493" y="4242"/>
                </a:lnTo>
                <a:lnTo>
                  <a:pt x="494" y="4242"/>
                </a:lnTo>
                <a:lnTo>
                  <a:pt x="495" y="4242"/>
                </a:lnTo>
                <a:lnTo>
                  <a:pt x="496" y="4242"/>
                </a:lnTo>
                <a:lnTo>
                  <a:pt x="497" y="4242"/>
                </a:lnTo>
                <a:lnTo>
                  <a:pt x="498" y="4242"/>
                </a:lnTo>
                <a:lnTo>
                  <a:pt x="499" y="4242"/>
                </a:lnTo>
                <a:lnTo>
                  <a:pt x="500" y="4242"/>
                </a:lnTo>
                <a:lnTo>
                  <a:pt x="501" y="4242"/>
                </a:lnTo>
                <a:lnTo>
                  <a:pt x="502" y="4242"/>
                </a:lnTo>
                <a:lnTo>
                  <a:pt x="503" y="4242"/>
                </a:lnTo>
                <a:lnTo>
                  <a:pt x="504" y="4242"/>
                </a:lnTo>
                <a:lnTo>
                  <a:pt x="505" y="4242"/>
                </a:lnTo>
                <a:lnTo>
                  <a:pt x="506" y="4242"/>
                </a:lnTo>
                <a:lnTo>
                  <a:pt x="507" y="4242"/>
                </a:lnTo>
                <a:lnTo>
                  <a:pt x="508" y="4242"/>
                </a:lnTo>
                <a:lnTo>
                  <a:pt x="509" y="4242"/>
                </a:lnTo>
                <a:lnTo>
                  <a:pt x="510" y="4242"/>
                </a:lnTo>
                <a:lnTo>
                  <a:pt x="511" y="4242"/>
                </a:lnTo>
                <a:lnTo>
                  <a:pt x="512" y="4242"/>
                </a:lnTo>
                <a:lnTo>
                  <a:pt x="513" y="4242"/>
                </a:lnTo>
                <a:lnTo>
                  <a:pt x="514" y="4242"/>
                </a:lnTo>
                <a:lnTo>
                  <a:pt x="515" y="4242"/>
                </a:lnTo>
                <a:lnTo>
                  <a:pt x="516" y="4242"/>
                </a:lnTo>
                <a:lnTo>
                  <a:pt x="517" y="4242"/>
                </a:lnTo>
                <a:lnTo>
                  <a:pt x="518" y="4242"/>
                </a:lnTo>
                <a:lnTo>
                  <a:pt x="519" y="4242"/>
                </a:lnTo>
                <a:lnTo>
                  <a:pt x="520" y="4242"/>
                </a:lnTo>
                <a:lnTo>
                  <a:pt x="521" y="4242"/>
                </a:lnTo>
                <a:lnTo>
                  <a:pt x="522" y="4242"/>
                </a:lnTo>
                <a:lnTo>
                  <a:pt x="523" y="4242"/>
                </a:lnTo>
                <a:lnTo>
                  <a:pt x="524" y="4242"/>
                </a:lnTo>
                <a:lnTo>
                  <a:pt x="525" y="4242"/>
                </a:lnTo>
                <a:lnTo>
                  <a:pt x="526" y="4242"/>
                </a:lnTo>
                <a:lnTo>
                  <a:pt x="527" y="4242"/>
                </a:lnTo>
                <a:lnTo>
                  <a:pt x="528" y="4242"/>
                </a:lnTo>
                <a:lnTo>
                  <a:pt x="529" y="4242"/>
                </a:lnTo>
                <a:lnTo>
                  <a:pt x="530" y="4242"/>
                </a:lnTo>
                <a:lnTo>
                  <a:pt x="531" y="4242"/>
                </a:lnTo>
                <a:lnTo>
                  <a:pt x="532" y="4242"/>
                </a:lnTo>
                <a:lnTo>
                  <a:pt x="533" y="4242"/>
                </a:lnTo>
                <a:lnTo>
                  <a:pt x="534" y="4242"/>
                </a:lnTo>
                <a:lnTo>
                  <a:pt x="535" y="4242"/>
                </a:lnTo>
                <a:lnTo>
                  <a:pt x="536" y="4242"/>
                </a:lnTo>
                <a:lnTo>
                  <a:pt x="537" y="4242"/>
                </a:lnTo>
                <a:lnTo>
                  <a:pt x="538" y="4242"/>
                </a:lnTo>
                <a:lnTo>
                  <a:pt x="539" y="4242"/>
                </a:lnTo>
                <a:lnTo>
                  <a:pt x="540" y="4242"/>
                </a:lnTo>
                <a:lnTo>
                  <a:pt x="541" y="4242"/>
                </a:lnTo>
                <a:lnTo>
                  <a:pt x="542" y="4242"/>
                </a:lnTo>
                <a:lnTo>
                  <a:pt x="543" y="4242"/>
                </a:lnTo>
                <a:lnTo>
                  <a:pt x="544" y="4242"/>
                </a:lnTo>
                <a:lnTo>
                  <a:pt x="545" y="4242"/>
                </a:lnTo>
                <a:lnTo>
                  <a:pt x="546" y="4242"/>
                </a:lnTo>
                <a:lnTo>
                  <a:pt x="547" y="4242"/>
                </a:lnTo>
                <a:lnTo>
                  <a:pt x="548" y="4242"/>
                </a:lnTo>
                <a:lnTo>
                  <a:pt x="549" y="4242"/>
                </a:lnTo>
                <a:lnTo>
                  <a:pt x="550" y="4242"/>
                </a:lnTo>
                <a:lnTo>
                  <a:pt x="551" y="4242"/>
                </a:lnTo>
                <a:lnTo>
                  <a:pt x="552" y="4242"/>
                </a:lnTo>
                <a:lnTo>
                  <a:pt x="553" y="4242"/>
                </a:lnTo>
                <a:lnTo>
                  <a:pt x="554" y="4242"/>
                </a:lnTo>
                <a:lnTo>
                  <a:pt x="555" y="4242"/>
                </a:lnTo>
                <a:lnTo>
                  <a:pt x="556" y="4242"/>
                </a:lnTo>
                <a:lnTo>
                  <a:pt x="557" y="4242"/>
                </a:lnTo>
                <a:lnTo>
                  <a:pt x="558" y="4242"/>
                </a:lnTo>
                <a:lnTo>
                  <a:pt x="559" y="4242"/>
                </a:lnTo>
                <a:lnTo>
                  <a:pt x="560" y="4242"/>
                </a:lnTo>
                <a:lnTo>
                  <a:pt x="561" y="4242"/>
                </a:lnTo>
                <a:lnTo>
                  <a:pt x="562" y="4242"/>
                </a:lnTo>
                <a:lnTo>
                  <a:pt x="563" y="4242"/>
                </a:lnTo>
                <a:lnTo>
                  <a:pt x="564" y="4242"/>
                </a:lnTo>
                <a:lnTo>
                  <a:pt x="565" y="4242"/>
                </a:lnTo>
                <a:lnTo>
                  <a:pt x="566" y="4242"/>
                </a:lnTo>
                <a:lnTo>
                  <a:pt x="567" y="4242"/>
                </a:lnTo>
                <a:lnTo>
                  <a:pt x="568" y="4242"/>
                </a:lnTo>
                <a:lnTo>
                  <a:pt x="569" y="4242"/>
                </a:lnTo>
                <a:lnTo>
                  <a:pt x="570" y="4242"/>
                </a:lnTo>
                <a:lnTo>
                  <a:pt x="571" y="4242"/>
                </a:lnTo>
                <a:lnTo>
                  <a:pt x="572" y="4242"/>
                </a:lnTo>
                <a:lnTo>
                  <a:pt x="573" y="4242"/>
                </a:lnTo>
                <a:lnTo>
                  <a:pt x="574" y="4242"/>
                </a:lnTo>
                <a:lnTo>
                  <a:pt x="575" y="4242"/>
                </a:lnTo>
                <a:lnTo>
                  <a:pt x="576" y="4242"/>
                </a:lnTo>
                <a:lnTo>
                  <a:pt x="577" y="4242"/>
                </a:lnTo>
                <a:lnTo>
                  <a:pt x="578" y="4242"/>
                </a:lnTo>
                <a:lnTo>
                  <a:pt x="579" y="4242"/>
                </a:lnTo>
                <a:lnTo>
                  <a:pt x="580" y="4242"/>
                </a:lnTo>
                <a:lnTo>
                  <a:pt x="581" y="4242"/>
                </a:lnTo>
                <a:lnTo>
                  <a:pt x="582" y="4242"/>
                </a:lnTo>
                <a:lnTo>
                  <a:pt x="583" y="4242"/>
                </a:lnTo>
                <a:lnTo>
                  <a:pt x="584" y="4242"/>
                </a:lnTo>
                <a:lnTo>
                  <a:pt x="585" y="4242"/>
                </a:lnTo>
                <a:lnTo>
                  <a:pt x="586" y="4242"/>
                </a:lnTo>
                <a:lnTo>
                  <a:pt x="587" y="4242"/>
                </a:lnTo>
                <a:lnTo>
                  <a:pt x="588" y="4242"/>
                </a:lnTo>
                <a:lnTo>
                  <a:pt x="589" y="4242"/>
                </a:lnTo>
                <a:lnTo>
                  <a:pt x="590" y="4242"/>
                </a:lnTo>
                <a:lnTo>
                  <a:pt x="591" y="4242"/>
                </a:lnTo>
                <a:lnTo>
                  <a:pt x="592" y="4242"/>
                </a:lnTo>
                <a:lnTo>
                  <a:pt x="593" y="4242"/>
                </a:lnTo>
                <a:lnTo>
                  <a:pt x="594" y="4242"/>
                </a:lnTo>
                <a:lnTo>
                  <a:pt x="595" y="4242"/>
                </a:lnTo>
                <a:lnTo>
                  <a:pt x="596" y="4242"/>
                </a:lnTo>
                <a:lnTo>
                  <a:pt x="597" y="4242"/>
                </a:lnTo>
                <a:lnTo>
                  <a:pt x="598" y="4242"/>
                </a:lnTo>
                <a:lnTo>
                  <a:pt x="599" y="4242"/>
                </a:lnTo>
                <a:lnTo>
                  <a:pt x="600" y="4242"/>
                </a:lnTo>
                <a:lnTo>
                  <a:pt x="601" y="4242"/>
                </a:lnTo>
                <a:lnTo>
                  <a:pt x="602" y="4242"/>
                </a:lnTo>
                <a:lnTo>
                  <a:pt x="603" y="4242"/>
                </a:lnTo>
                <a:lnTo>
                  <a:pt x="604" y="4242"/>
                </a:lnTo>
                <a:lnTo>
                  <a:pt x="605" y="4242"/>
                </a:lnTo>
                <a:lnTo>
                  <a:pt x="606" y="4242"/>
                </a:lnTo>
                <a:lnTo>
                  <a:pt x="607" y="4242"/>
                </a:lnTo>
                <a:lnTo>
                  <a:pt x="608" y="4242"/>
                </a:lnTo>
                <a:lnTo>
                  <a:pt x="609" y="4242"/>
                </a:lnTo>
                <a:lnTo>
                  <a:pt x="610" y="4242"/>
                </a:lnTo>
                <a:lnTo>
                  <a:pt x="611" y="4242"/>
                </a:lnTo>
                <a:lnTo>
                  <a:pt x="612" y="4242"/>
                </a:lnTo>
                <a:lnTo>
                  <a:pt x="613" y="4242"/>
                </a:lnTo>
                <a:lnTo>
                  <a:pt x="614" y="4242"/>
                </a:lnTo>
                <a:lnTo>
                  <a:pt x="615" y="4242"/>
                </a:lnTo>
                <a:lnTo>
                  <a:pt x="616" y="4242"/>
                </a:lnTo>
                <a:lnTo>
                  <a:pt x="617" y="4242"/>
                </a:lnTo>
                <a:lnTo>
                  <a:pt x="618" y="4242"/>
                </a:lnTo>
                <a:lnTo>
                  <a:pt x="619" y="4242"/>
                </a:lnTo>
                <a:lnTo>
                  <a:pt x="620" y="4242"/>
                </a:lnTo>
                <a:lnTo>
                  <a:pt x="621" y="4242"/>
                </a:lnTo>
                <a:lnTo>
                  <a:pt x="622" y="4242"/>
                </a:lnTo>
                <a:lnTo>
                  <a:pt x="623" y="4242"/>
                </a:lnTo>
                <a:lnTo>
                  <a:pt x="624" y="4242"/>
                </a:lnTo>
                <a:lnTo>
                  <a:pt x="625" y="4242"/>
                </a:lnTo>
                <a:lnTo>
                  <a:pt x="626" y="4242"/>
                </a:lnTo>
                <a:lnTo>
                  <a:pt x="627" y="4242"/>
                </a:lnTo>
                <a:lnTo>
                  <a:pt x="628" y="4242"/>
                </a:lnTo>
                <a:lnTo>
                  <a:pt x="629" y="4242"/>
                </a:lnTo>
                <a:lnTo>
                  <a:pt x="630" y="4242"/>
                </a:lnTo>
                <a:lnTo>
                  <a:pt x="631" y="4242"/>
                </a:lnTo>
                <a:lnTo>
                  <a:pt x="632" y="4242"/>
                </a:lnTo>
                <a:lnTo>
                  <a:pt x="633" y="4242"/>
                </a:lnTo>
                <a:lnTo>
                  <a:pt x="634" y="4242"/>
                </a:lnTo>
                <a:lnTo>
                  <a:pt x="635" y="4242"/>
                </a:lnTo>
                <a:lnTo>
                  <a:pt x="636" y="4242"/>
                </a:lnTo>
                <a:lnTo>
                  <a:pt x="637" y="4242"/>
                </a:lnTo>
                <a:lnTo>
                  <a:pt x="638" y="4242"/>
                </a:lnTo>
                <a:lnTo>
                  <a:pt x="639" y="4242"/>
                </a:lnTo>
                <a:lnTo>
                  <a:pt x="640" y="4242"/>
                </a:lnTo>
                <a:lnTo>
                  <a:pt x="641" y="4242"/>
                </a:lnTo>
                <a:lnTo>
                  <a:pt x="642" y="4242"/>
                </a:lnTo>
                <a:lnTo>
                  <a:pt x="643" y="4242"/>
                </a:lnTo>
                <a:lnTo>
                  <a:pt x="644" y="4242"/>
                </a:lnTo>
                <a:lnTo>
                  <a:pt x="645" y="4242"/>
                </a:lnTo>
                <a:lnTo>
                  <a:pt x="646" y="4242"/>
                </a:lnTo>
                <a:lnTo>
                  <a:pt x="647" y="4242"/>
                </a:lnTo>
                <a:lnTo>
                  <a:pt x="648" y="4242"/>
                </a:lnTo>
                <a:lnTo>
                  <a:pt x="649" y="4242"/>
                </a:lnTo>
                <a:lnTo>
                  <a:pt x="650" y="4242"/>
                </a:lnTo>
                <a:lnTo>
                  <a:pt x="651" y="4242"/>
                </a:lnTo>
                <a:lnTo>
                  <a:pt x="652" y="4242"/>
                </a:lnTo>
                <a:lnTo>
                  <a:pt x="653" y="4242"/>
                </a:lnTo>
                <a:lnTo>
                  <a:pt x="654" y="4242"/>
                </a:lnTo>
                <a:lnTo>
                  <a:pt x="655" y="4242"/>
                </a:lnTo>
                <a:lnTo>
                  <a:pt x="656" y="4242"/>
                </a:lnTo>
                <a:lnTo>
                  <a:pt x="657" y="4242"/>
                </a:lnTo>
                <a:lnTo>
                  <a:pt x="658" y="4242"/>
                </a:lnTo>
                <a:lnTo>
                  <a:pt x="659" y="4242"/>
                </a:lnTo>
                <a:lnTo>
                  <a:pt x="660" y="4242"/>
                </a:lnTo>
                <a:lnTo>
                  <a:pt x="661" y="4242"/>
                </a:lnTo>
                <a:lnTo>
                  <a:pt x="662" y="4242"/>
                </a:lnTo>
                <a:lnTo>
                  <a:pt x="663" y="4242"/>
                </a:lnTo>
                <a:lnTo>
                  <a:pt x="664" y="4242"/>
                </a:lnTo>
                <a:lnTo>
                  <a:pt x="665" y="4242"/>
                </a:lnTo>
                <a:lnTo>
                  <a:pt x="666" y="4242"/>
                </a:lnTo>
                <a:lnTo>
                  <a:pt x="667" y="4242"/>
                </a:lnTo>
                <a:lnTo>
                  <a:pt x="668" y="4242"/>
                </a:lnTo>
                <a:lnTo>
                  <a:pt x="669" y="4242"/>
                </a:lnTo>
                <a:lnTo>
                  <a:pt x="670" y="4242"/>
                </a:lnTo>
                <a:lnTo>
                  <a:pt x="671" y="4242"/>
                </a:lnTo>
                <a:lnTo>
                  <a:pt x="672" y="4242"/>
                </a:lnTo>
                <a:lnTo>
                  <a:pt x="673" y="4242"/>
                </a:lnTo>
                <a:lnTo>
                  <a:pt x="674" y="4242"/>
                </a:lnTo>
                <a:lnTo>
                  <a:pt x="675" y="4242"/>
                </a:lnTo>
                <a:lnTo>
                  <a:pt x="676" y="4242"/>
                </a:lnTo>
                <a:lnTo>
                  <a:pt x="677" y="4242"/>
                </a:lnTo>
                <a:lnTo>
                  <a:pt x="678" y="4242"/>
                </a:lnTo>
                <a:lnTo>
                  <a:pt x="679" y="4242"/>
                </a:lnTo>
                <a:lnTo>
                  <a:pt x="680" y="4242"/>
                </a:lnTo>
                <a:lnTo>
                  <a:pt x="681" y="4242"/>
                </a:lnTo>
                <a:lnTo>
                  <a:pt x="682" y="4242"/>
                </a:lnTo>
                <a:lnTo>
                  <a:pt x="683" y="4242"/>
                </a:lnTo>
                <a:lnTo>
                  <a:pt x="684" y="4242"/>
                </a:lnTo>
                <a:lnTo>
                  <a:pt x="685" y="4242"/>
                </a:lnTo>
                <a:lnTo>
                  <a:pt x="686" y="4242"/>
                </a:lnTo>
                <a:lnTo>
                  <a:pt x="687" y="4242"/>
                </a:lnTo>
                <a:lnTo>
                  <a:pt x="688" y="4242"/>
                </a:lnTo>
                <a:lnTo>
                  <a:pt x="689" y="4242"/>
                </a:lnTo>
                <a:lnTo>
                  <a:pt x="690" y="4242"/>
                </a:lnTo>
                <a:lnTo>
                  <a:pt x="691" y="4242"/>
                </a:lnTo>
                <a:lnTo>
                  <a:pt x="692" y="4242"/>
                </a:lnTo>
                <a:lnTo>
                  <a:pt x="693" y="4242"/>
                </a:lnTo>
                <a:lnTo>
                  <a:pt x="694" y="4242"/>
                </a:lnTo>
                <a:lnTo>
                  <a:pt x="695" y="4242"/>
                </a:lnTo>
                <a:lnTo>
                  <a:pt x="696" y="4242"/>
                </a:lnTo>
                <a:lnTo>
                  <a:pt x="697" y="4242"/>
                </a:lnTo>
                <a:lnTo>
                  <a:pt x="698" y="4242"/>
                </a:lnTo>
                <a:lnTo>
                  <a:pt x="699" y="4242"/>
                </a:lnTo>
                <a:lnTo>
                  <a:pt x="700" y="4242"/>
                </a:lnTo>
                <a:lnTo>
                  <a:pt x="701" y="4242"/>
                </a:lnTo>
                <a:lnTo>
                  <a:pt x="702" y="4242"/>
                </a:lnTo>
                <a:lnTo>
                  <a:pt x="703" y="4242"/>
                </a:lnTo>
                <a:lnTo>
                  <a:pt x="704" y="4242"/>
                </a:lnTo>
                <a:lnTo>
                  <a:pt x="705" y="4242"/>
                </a:lnTo>
                <a:lnTo>
                  <a:pt x="706" y="4242"/>
                </a:lnTo>
                <a:lnTo>
                  <a:pt x="707" y="4242"/>
                </a:lnTo>
                <a:lnTo>
                  <a:pt x="708" y="4242"/>
                </a:lnTo>
                <a:lnTo>
                  <a:pt x="709" y="4242"/>
                </a:lnTo>
                <a:lnTo>
                  <a:pt x="710" y="4242"/>
                </a:lnTo>
                <a:lnTo>
                  <a:pt x="711" y="4242"/>
                </a:lnTo>
                <a:lnTo>
                  <a:pt x="712" y="4242"/>
                </a:lnTo>
                <a:lnTo>
                  <a:pt x="713" y="4242"/>
                </a:lnTo>
                <a:lnTo>
                  <a:pt x="714" y="4242"/>
                </a:lnTo>
                <a:lnTo>
                  <a:pt x="715" y="4242"/>
                </a:lnTo>
                <a:lnTo>
                  <a:pt x="716" y="4242"/>
                </a:lnTo>
                <a:lnTo>
                  <a:pt x="717" y="4242"/>
                </a:lnTo>
                <a:lnTo>
                  <a:pt x="718" y="4242"/>
                </a:lnTo>
                <a:lnTo>
                  <a:pt x="719" y="4242"/>
                </a:lnTo>
                <a:lnTo>
                  <a:pt x="720" y="4242"/>
                </a:lnTo>
                <a:lnTo>
                  <a:pt x="721" y="4242"/>
                </a:lnTo>
                <a:lnTo>
                  <a:pt x="722" y="4242"/>
                </a:lnTo>
                <a:lnTo>
                  <a:pt x="723" y="4242"/>
                </a:lnTo>
                <a:lnTo>
                  <a:pt x="724" y="4242"/>
                </a:lnTo>
                <a:lnTo>
                  <a:pt x="725" y="4242"/>
                </a:lnTo>
                <a:lnTo>
                  <a:pt x="726" y="4242"/>
                </a:lnTo>
                <a:lnTo>
                  <a:pt x="727" y="4242"/>
                </a:lnTo>
                <a:lnTo>
                  <a:pt x="728" y="4242"/>
                </a:lnTo>
                <a:lnTo>
                  <a:pt x="729" y="4242"/>
                </a:lnTo>
                <a:lnTo>
                  <a:pt x="730" y="4242"/>
                </a:lnTo>
                <a:lnTo>
                  <a:pt x="731" y="4242"/>
                </a:lnTo>
                <a:lnTo>
                  <a:pt x="732" y="4242"/>
                </a:lnTo>
                <a:lnTo>
                  <a:pt x="733" y="4242"/>
                </a:lnTo>
                <a:lnTo>
                  <a:pt x="734" y="4242"/>
                </a:lnTo>
                <a:lnTo>
                  <a:pt x="735" y="4242"/>
                </a:lnTo>
                <a:lnTo>
                  <a:pt x="736" y="4242"/>
                </a:lnTo>
                <a:lnTo>
                  <a:pt x="737" y="4242"/>
                </a:lnTo>
                <a:lnTo>
                  <a:pt x="738" y="4242"/>
                </a:lnTo>
                <a:lnTo>
                  <a:pt x="739" y="4242"/>
                </a:lnTo>
                <a:lnTo>
                  <a:pt x="740" y="4242"/>
                </a:lnTo>
                <a:lnTo>
                  <a:pt x="741" y="4242"/>
                </a:lnTo>
                <a:lnTo>
                  <a:pt x="742" y="4242"/>
                </a:lnTo>
                <a:lnTo>
                  <a:pt x="743" y="4242"/>
                </a:lnTo>
                <a:lnTo>
                  <a:pt x="744" y="4242"/>
                </a:lnTo>
                <a:lnTo>
                  <a:pt x="745" y="4242"/>
                </a:lnTo>
                <a:lnTo>
                  <a:pt x="746" y="4242"/>
                </a:lnTo>
                <a:lnTo>
                  <a:pt x="747" y="4242"/>
                </a:lnTo>
                <a:lnTo>
                  <a:pt x="748" y="4242"/>
                </a:lnTo>
                <a:lnTo>
                  <a:pt x="749" y="4242"/>
                </a:lnTo>
                <a:lnTo>
                  <a:pt x="750" y="4242"/>
                </a:lnTo>
                <a:lnTo>
                  <a:pt x="751" y="4242"/>
                </a:lnTo>
                <a:lnTo>
                  <a:pt x="752" y="4242"/>
                </a:lnTo>
                <a:lnTo>
                  <a:pt x="753" y="4242"/>
                </a:lnTo>
                <a:lnTo>
                  <a:pt x="754" y="4242"/>
                </a:lnTo>
                <a:lnTo>
                  <a:pt x="755" y="4242"/>
                </a:lnTo>
                <a:lnTo>
                  <a:pt x="756" y="4242"/>
                </a:lnTo>
                <a:lnTo>
                  <a:pt x="757" y="4242"/>
                </a:lnTo>
                <a:lnTo>
                  <a:pt x="758" y="4242"/>
                </a:lnTo>
                <a:lnTo>
                  <a:pt x="759" y="4242"/>
                </a:lnTo>
                <a:lnTo>
                  <a:pt x="760" y="4242"/>
                </a:lnTo>
                <a:lnTo>
                  <a:pt x="761" y="4242"/>
                </a:lnTo>
                <a:lnTo>
                  <a:pt x="762" y="4242"/>
                </a:lnTo>
                <a:lnTo>
                  <a:pt x="763" y="4242"/>
                </a:lnTo>
                <a:lnTo>
                  <a:pt x="764" y="4242"/>
                </a:lnTo>
                <a:lnTo>
                  <a:pt x="765" y="4242"/>
                </a:lnTo>
                <a:lnTo>
                  <a:pt x="766" y="4242"/>
                </a:lnTo>
                <a:lnTo>
                  <a:pt x="767" y="4242"/>
                </a:lnTo>
                <a:lnTo>
                  <a:pt x="768" y="4242"/>
                </a:lnTo>
                <a:lnTo>
                  <a:pt x="769" y="4242"/>
                </a:lnTo>
                <a:lnTo>
                  <a:pt x="770" y="4242"/>
                </a:lnTo>
                <a:lnTo>
                  <a:pt x="771" y="4242"/>
                </a:lnTo>
                <a:lnTo>
                  <a:pt x="772" y="4242"/>
                </a:lnTo>
                <a:lnTo>
                  <a:pt x="773" y="4242"/>
                </a:lnTo>
                <a:lnTo>
                  <a:pt x="774" y="4242"/>
                </a:lnTo>
                <a:lnTo>
                  <a:pt x="775" y="4242"/>
                </a:lnTo>
                <a:lnTo>
                  <a:pt x="776" y="4242"/>
                </a:lnTo>
                <a:lnTo>
                  <a:pt x="777" y="4242"/>
                </a:lnTo>
                <a:lnTo>
                  <a:pt x="778" y="4242"/>
                </a:lnTo>
                <a:lnTo>
                  <a:pt x="779" y="4242"/>
                </a:lnTo>
                <a:lnTo>
                  <a:pt x="780" y="4242"/>
                </a:lnTo>
                <a:lnTo>
                  <a:pt x="781" y="4242"/>
                </a:lnTo>
                <a:lnTo>
                  <a:pt x="782" y="4242"/>
                </a:lnTo>
                <a:lnTo>
                  <a:pt x="783" y="4242"/>
                </a:lnTo>
                <a:lnTo>
                  <a:pt x="784" y="4242"/>
                </a:lnTo>
                <a:lnTo>
                  <a:pt x="785" y="4242"/>
                </a:lnTo>
                <a:lnTo>
                  <a:pt x="786" y="4242"/>
                </a:lnTo>
                <a:lnTo>
                  <a:pt x="787" y="4242"/>
                </a:lnTo>
                <a:lnTo>
                  <a:pt x="788" y="4242"/>
                </a:lnTo>
                <a:lnTo>
                  <a:pt x="789" y="4242"/>
                </a:lnTo>
                <a:lnTo>
                  <a:pt x="790" y="4242"/>
                </a:lnTo>
                <a:lnTo>
                  <a:pt x="791" y="4242"/>
                </a:lnTo>
                <a:lnTo>
                  <a:pt x="792" y="4242"/>
                </a:lnTo>
                <a:lnTo>
                  <a:pt x="793" y="4242"/>
                </a:lnTo>
                <a:lnTo>
                  <a:pt x="794" y="4242"/>
                </a:lnTo>
                <a:lnTo>
                  <a:pt x="795" y="4242"/>
                </a:lnTo>
                <a:lnTo>
                  <a:pt x="796" y="4242"/>
                </a:lnTo>
                <a:lnTo>
                  <a:pt x="797" y="4242"/>
                </a:lnTo>
                <a:lnTo>
                  <a:pt x="798" y="4242"/>
                </a:lnTo>
                <a:lnTo>
                  <a:pt x="799" y="4242"/>
                </a:lnTo>
                <a:lnTo>
                  <a:pt x="800" y="4242"/>
                </a:lnTo>
                <a:lnTo>
                  <a:pt x="801" y="4242"/>
                </a:lnTo>
                <a:lnTo>
                  <a:pt x="802" y="4242"/>
                </a:lnTo>
                <a:lnTo>
                  <a:pt x="803" y="4242"/>
                </a:lnTo>
                <a:lnTo>
                  <a:pt x="804" y="4242"/>
                </a:lnTo>
                <a:lnTo>
                  <a:pt x="805" y="4242"/>
                </a:lnTo>
                <a:lnTo>
                  <a:pt x="806" y="4242"/>
                </a:lnTo>
                <a:lnTo>
                  <a:pt x="807" y="4242"/>
                </a:lnTo>
                <a:lnTo>
                  <a:pt x="808" y="4242"/>
                </a:lnTo>
                <a:lnTo>
                  <a:pt x="809" y="4242"/>
                </a:lnTo>
                <a:lnTo>
                  <a:pt x="810" y="4242"/>
                </a:lnTo>
                <a:lnTo>
                  <a:pt x="811" y="4242"/>
                </a:lnTo>
                <a:lnTo>
                  <a:pt x="812" y="4242"/>
                </a:lnTo>
                <a:lnTo>
                  <a:pt x="813" y="4242"/>
                </a:lnTo>
                <a:lnTo>
                  <a:pt x="814" y="4242"/>
                </a:lnTo>
                <a:lnTo>
                  <a:pt x="815" y="4242"/>
                </a:lnTo>
                <a:lnTo>
                  <a:pt x="816" y="4242"/>
                </a:lnTo>
                <a:lnTo>
                  <a:pt x="817" y="4242"/>
                </a:lnTo>
                <a:lnTo>
                  <a:pt x="818" y="4242"/>
                </a:lnTo>
                <a:lnTo>
                  <a:pt x="819" y="4242"/>
                </a:lnTo>
                <a:lnTo>
                  <a:pt x="820" y="4242"/>
                </a:lnTo>
                <a:lnTo>
                  <a:pt x="821" y="4242"/>
                </a:lnTo>
                <a:lnTo>
                  <a:pt x="822" y="4242"/>
                </a:lnTo>
                <a:lnTo>
                  <a:pt x="823" y="4242"/>
                </a:lnTo>
                <a:lnTo>
                  <a:pt x="824" y="4242"/>
                </a:lnTo>
                <a:lnTo>
                  <a:pt x="825" y="4242"/>
                </a:lnTo>
                <a:lnTo>
                  <a:pt x="826" y="4242"/>
                </a:lnTo>
                <a:lnTo>
                  <a:pt x="827" y="4242"/>
                </a:lnTo>
                <a:lnTo>
                  <a:pt x="828" y="4242"/>
                </a:lnTo>
                <a:lnTo>
                  <a:pt x="829" y="4242"/>
                </a:lnTo>
                <a:lnTo>
                  <a:pt x="830" y="4242"/>
                </a:lnTo>
                <a:lnTo>
                  <a:pt x="831" y="4242"/>
                </a:lnTo>
                <a:lnTo>
                  <a:pt x="832" y="4242"/>
                </a:lnTo>
                <a:lnTo>
                  <a:pt x="833" y="4242"/>
                </a:lnTo>
                <a:lnTo>
                  <a:pt x="834" y="4242"/>
                </a:lnTo>
                <a:lnTo>
                  <a:pt x="835" y="4242"/>
                </a:lnTo>
                <a:lnTo>
                  <a:pt x="836" y="4242"/>
                </a:lnTo>
                <a:lnTo>
                  <a:pt x="837" y="4242"/>
                </a:lnTo>
                <a:lnTo>
                  <a:pt x="838" y="4242"/>
                </a:lnTo>
                <a:lnTo>
                  <a:pt x="839" y="4242"/>
                </a:lnTo>
                <a:lnTo>
                  <a:pt x="840" y="4242"/>
                </a:lnTo>
                <a:lnTo>
                  <a:pt x="841" y="4242"/>
                </a:lnTo>
                <a:lnTo>
                  <a:pt x="842" y="4242"/>
                </a:lnTo>
                <a:lnTo>
                  <a:pt x="843" y="4242"/>
                </a:lnTo>
                <a:lnTo>
                  <a:pt x="844" y="4242"/>
                </a:lnTo>
                <a:lnTo>
                  <a:pt x="845" y="4242"/>
                </a:lnTo>
                <a:lnTo>
                  <a:pt x="846" y="4242"/>
                </a:lnTo>
                <a:lnTo>
                  <a:pt x="847" y="4242"/>
                </a:lnTo>
                <a:lnTo>
                  <a:pt x="848" y="4242"/>
                </a:lnTo>
                <a:lnTo>
                  <a:pt x="849" y="4242"/>
                </a:lnTo>
                <a:lnTo>
                  <a:pt x="850" y="4242"/>
                </a:lnTo>
                <a:lnTo>
                  <a:pt x="851" y="4242"/>
                </a:lnTo>
                <a:lnTo>
                  <a:pt x="852" y="4242"/>
                </a:lnTo>
                <a:lnTo>
                  <a:pt x="853" y="4242"/>
                </a:lnTo>
                <a:lnTo>
                  <a:pt x="854" y="4242"/>
                </a:lnTo>
                <a:lnTo>
                  <a:pt x="855" y="4242"/>
                </a:lnTo>
                <a:lnTo>
                  <a:pt x="856" y="4242"/>
                </a:lnTo>
                <a:lnTo>
                  <a:pt x="857" y="4242"/>
                </a:lnTo>
                <a:lnTo>
                  <a:pt x="858" y="4242"/>
                </a:lnTo>
                <a:lnTo>
                  <a:pt x="859" y="4242"/>
                </a:lnTo>
                <a:lnTo>
                  <a:pt x="860" y="4242"/>
                </a:lnTo>
                <a:lnTo>
                  <a:pt x="861" y="4242"/>
                </a:lnTo>
                <a:lnTo>
                  <a:pt x="862" y="4242"/>
                </a:lnTo>
                <a:lnTo>
                  <a:pt x="863" y="4242"/>
                </a:lnTo>
                <a:lnTo>
                  <a:pt x="864" y="4242"/>
                </a:lnTo>
                <a:lnTo>
                  <a:pt x="865" y="4242"/>
                </a:lnTo>
                <a:lnTo>
                  <a:pt x="866" y="4242"/>
                </a:lnTo>
                <a:lnTo>
                  <a:pt x="867" y="4242"/>
                </a:lnTo>
                <a:lnTo>
                  <a:pt x="868" y="4242"/>
                </a:lnTo>
                <a:lnTo>
                  <a:pt x="869" y="4242"/>
                </a:lnTo>
                <a:lnTo>
                  <a:pt x="870" y="4242"/>
                </a:lnTo>
                <a:lnTo>
                  <a:pt x="871" y="4242"/>
                </a:lnTo>
                <a:lnTo>
                  <a:pt x="872" y="4242"/>
                </a:lnTo>
                <a:lnTo>
                  <a:pt x="873" y="4242"/>
                </a:lnTo>
                <a:lnTo>
                  <a:pt x="874" y="4242"/>
                </a:lnTo>
                <a:lnTo>
                  <a:pt x="875" y="4242"/>
                </a:lnTo>
                <a:lnTo>
                  <a:pt x="876" y="4242"/>
                </a:lnTo>
                <a:lnTo>
                  <a:pt x="877" y="4242"/>
                </a:lnTo>
                <a:lnTo>
                  <a:pt x="878" y="4242"/>
                </a:lnTo>
                <a:lnTo>
                  <a:pt x="879" y="4242"/>
                </a:lnTo>
                <a:lnTo>
                  <a:pt x="880" y="4242"/>
                </a:lnTo>
                <a:lnTo>
                  <a:pt x="881" y="4242"/>
                </a:lnTo>
                <a:lnTo>
                  <a:pt x="882" y="4242"/>
                </a:lnTo>
                <a:lnTo>
                  <a:pt x="883" y="4242"/>
                </a:lnTo>
                <a:lnTo>
                  <a:pt x="884" y="4242"/>
                </a:lnTo>
                <a:lnTo>
                  <a:pt x="885" y="4242"/>
                </a:lnTo>
                <a:lnTo>
                  <a:pt x="886" y="4242"/>
                </a:lnTo>
                <a:lnTo>
                  <a:pt x="887" y="4242"/>
                </a:lnTo>
                <a:lnTo>
                  <a:pt x="888" y="4242"/>
                </a:lnTo>
                <a:lnTo>
                  <a:pt x="889" y="4242"/>
                </a:lnTo>
                <a:lnTo>
                  <a:pt x="890" y="4242"/>
                </a:lnTo>
                <a:lnTo>
                  <a:pt x="891" y="4242"/>
                </a:lnTo>
                <a:lnTo>
                  <a:pt x="892" y="4242"/>
                </a:lnTo>
                <a:lnTo>
                  <a:pt x="893" y="4242"/>
                </a:lnTo>
                <a:lnTo>
                  <a:pt x="894" y="4242"/>
                </a:lnTo>
                <a:lnTo>
                  <a:pt x="895" y="4242"/>
                </a:lnTo>
                <a:lnTo>
                  <a:pt x="896" y="4242"/>
                </a:lnTo>
                <a:lnTo>
                  <a:pt x="897" y="4242"/>
                </a:lnTo>
                <a:lnTo>
                  <a:pt x="898" y="4242"/>
                </a:lnTo>
                <a:lnTo>
                  <a:pt x="899" y="4242"/>
                </a:lnTo>
                <a:lnTo>
                  <a:pt x="900" y="4242"/>
                </a:lnTo>
                <a:lnTo>
                  <a:pt x="901" y="4242"/>
                </a:lnTo>
                <a:lnTo>
                  <a:pt x="902" y="4242"/>
                </a:lnTo>
                <a:lnTo>
                  <a:pt x="903" y="4242"/>
                </a:lnTo>
                <a:lnTo>
                  <a:pt x="904" y="4242"/>
                </a:lnTo>
                <a:lnTo>
                  <a:pt x="905" y="4242"/>
                </a:lnTo>
                <a:lnTo>
                  <a:pt x="906" y="4242"/>
                </a:lnTo>
                <a:lnTo>
                  <a:pt x="907" y="4242"/>
                </a:lnTo>
                <a:lnTo>
                  <a:pt x="908" y="4242"/>
                </a:lnTo>
                <a:lnTo>
                  <a:pt x="909" y="4242"/>
                </a:lnTo>
                <a:lnTo>
                  <a:pt x="910" y="4242"/>
                </a:lnTo>
                <a:lnTo>
                  <a:pt x="911" y="4242"/>
                </a:lnTo>
                <a:lnTo>
                  <a:pt x="912" y="4242"/>
                </a:lnTo>
                <a:lnTo>
                  <a:pt x="913" y="4242"/>
                </a:lnTo>
                <a:lnTo>
                  <a:pt x="914" y="4242"/>
                </a:lnTo>
                <a:lnTo>
                  <a:pt x="915" y="4242"/>
                </a:lnTo>
                <a:lnTo>
                  <a:pt x="916" y="4242"/>
                </a:lnTo>
                <a:lnTo>
                  <a:pt x="917" y="4242"/>
                </a:lnTo>
                <a:lnTo>
                  <a:pt x="918" y="4242"/>
                </a:lnTo>
                <a:lnTo>
                  <a:pt x="919" y="4242"/>
                </a:lnTo>
                <a:lnTo>
                  <a:pt x="920" y="4242"/>
                </a:lnTo>
                <a:lnTo>
                  <a:pt x="921" y="4242"/>
                </a:lnTo>
                <a:lnTo>
                  <a:pt x="922" y="4242"/>
                </a:lnTo>
                <a:lnTo>
                  <a:pt x="923" y="4242"/>
                </a:lnTo>
                <a:lnTo>
                  <a:pt x="924" y="4242"/>
                </a:lnTo>
                <a:lnTo>
                  <a:pt x="925" y="4242"/>
                </a:lnTo>
                <a:lnTo>
                  <a:pt x="926" y="4242"/>
                </a:lnTo>
                <a:lnTo>
                  <a:pt x="927" y="4242"/>
                </a:lnTo>
                <a:lnTo>
                  <a:pt x="928" y="4242"/>
                </a:lnTo>
                <a:lnTo>
                  <a:pt x="929" y="4242"/>
                </a:lnTo>
                <a:lnTo>
                  <a:pt x="930" y="4242"/>
                </a:lnTo>
                <a:lnTo>
                  <a:pt x="931" y="4242"/>
                </a:lnTo>
                <a:lnTo>
                  <a:pt x="932" y="4242"/>
                </a:lnTo>
                <a:lnTo>
                  <a:pt x="933" y="4242"/>
                </a:lnTo>
                <a:lnTo>
                  <a:pt x="934" y="4242"/>
                </a:lnTo>
                <a:lnTo>
                  <a:pt x="935" y="4242"/>
                </a:lnTo>
                <a:lnTo>
                  <a:pt x="936" y="4242"/>
                </a:lnTo>
                <a:lnTo>
                  <a:pt x="937" y="4242"/>
                </a:lnTo>
                <a:lnTo>
                  <a:pt x="938" y="4242"/>
                </a:lnTo>
                <a:lnTo>
                  <a:pt x="939" y="4242"/>
                </a:lnTo>
                <a:lnTo>
                  <a:pt x="940" y="4242"/>
                </a:lnTo>
                <a:lnTo>
                  <a:pt x="941" y="4242"/>
                </a:lnTo>
                <a:lnTo>
                  <a:pt x="942" y="4242"/>
                </a:lnTo>
                <a:lnTo>
                  <a:pt x="943" y="4242"/>
                </a:lnTo>
                <a:lnTo>
                  <a:pt x="944" y="4242"/>
                </a:lnTo>
                <a:lnTo>
                  <a:pt x="945" y="4242"/>
                </a:lnTo>
                <a:lnTo>
                  <a:pt x="946" y="4242"/>
                </a:lnTo>
                <a:lnTo>
                  <a:pt x="947" y="4242"/>
                </a:lnTo>
                <a:lnTo>
                  <a:pt x="948" y="4242"/>
                </a:lnTo>
                <a:lnTo>
                  <a:pt x="949" y="4242"/>
                </a:lnTo>
                <a:lnTo>
                  <a:pt x="950" y="4242"/>
                </a:lnTo>
                <a:lnTo>
                  <a:pt x="951" y="4242"/>
                </a:lnTo>
                <a:lnTo>
                  <a:pt x="952" y="4242"/>
                </a:lnTo>
                <a:lnTo>
                  <a:pt x="953" y="4242"/>
                </a:lnTo>
                <a:lnTo>
                  <a:pt x="954" y="4242"/>
                </a:lnTo>
                <a:lnTo>
                  <a:pt x="955" y="4242"/>
                </a:lnTo>
                <a:lnTo>
                  <a:pt x="956" y="4242"/>
                </a:lnTo>
                <a:lnTo>
                  <a:pt x="957" y="4242"/>
                </a:lnTo>
                <a:lnTo>
                  <a:pt x="958" y="4242"/>
                </a:lnTo>
                <a:lnTo>
                  <a:pt x="959" y="4242"/>
                </a:lnTo>
                <a:lnTo>
                  <a:pt x="960" y="4242"/>
                </a:lnTo>
                <a:lnTo>
                  <a:pt x="961" y="4242"/>
                </a:lnTo>
                <a:lnTo>
                  <a:pt x="962" y="4242"/>
                </a:lnTo>
                <a:lnTo>
                  <a:pt x="963" y="4242"/>
                </a:lnTo>
                <a:lnTo>
                  <a:pt x="964" y="4242"/>
                </a:lnTo>
                <a:lnTo>
                  <a:pt x="965" y="4242"/>
                </a:lnTo>
                <a:lnTo>
                  <a:pt x="966" y="4242"/>
                </a:lnTo>
                <a:lnTo>
                  <a:pt x="967" y="4242"/>
                </a:lnTo>
                <a:lnTo>
                  <a:pt x="968" y="4242"/>
                </a:lnTo>
                <a:lnTo>
                  <a:pt x="969" y="4242"/>
                </a:lnTo>
                <a:lnTo>
                  <a:pt x="970" y="4242"/>
                </a:lnTo>
                <a:lnTo>
                  <a:pt x="971" y="4242"/>
                </a:lnTo>
                <a:lnTo>
                  <a:pt x="972" y="4242"/>
                </a:lnTo>
                <a:lnTo>
                  <a:pt x="973" y="4242"/>
                </a:lnTo>
                <a:lnTo>
                  <a:pt x="974" y="4242"/>
                </a:lnTo>
                <a:lnTo>
                  <a:pt x="975" y="4242"/>
                </a:lnTo>
                <a:lnTo>
                  <a:pt x="976" y="4242"/>
                </a:lnTo>
                <a:lnTo>
                  <a:pt x="977" y="4242"/>
                </a:lnTo>
                <a:lnTo>
                  <a:pt x="978" y="4242"/>
                </a:lnTo>
                <a:lnTo>
                  <a:pt x="979" y="4242"/>
                </a:lnTo>
                <a:lnTo>
                  <a:pt x="980" y="4242"/>
                </a:lnTo>
                <a:lnTo>
                  <a:pt x="981" y="4242"/>
                </a:lnTo>
                <a:lnTo>
                  <a:pt x="982" y="4242"/>
                </a:lnTo>
                <a:lnTo>
                  <a:pt x="983" y="4242"/>
                </a:lnTo>
                <a:lnTo>
                  <a:pt x="984" y="4242"/>
                </a:lnTo>
                <a:lnTo>
                  <a:pt x="985" y="4242"/>
                </a:lnTo>
                <a:lnTo>
                  <a:pt x="986" y="4242"/>
                </a:lnTo>
                <a:lnTo>
                  <a:pt x="987" y="4242"/>
                </a:lnTo>
                <a:lnTo>
                  <a:pt x="988" y="4242"/>
                </a:lnTo>
                <a:lnTo>
                  <a:pt x="989" y="4242"/>
                </a:lnTo>
                <a:lnTo>
                  <a:pt x="990" y="4242"/>
                </a:lnTo>
                <a:lnTo>
                  <a:pt x="991" y="4242"/>
                </a:lnTo>
                <a:lnTo>
                  <a:pt x="992" y="4242"/>
                </a:lnTo>
                <a:lnTo>
                  <a:pt x="993" y="4242"/>
                </a:lnTo>
                <a:lnTo>
                  <a:pt x="994" y="4242"/>
                </a:lnTo>
                <a:lnTo>
                  <a:pt x="995" y="4242"/>
                </a:lnTo>
                <a:lnTo>
                  <a:pt x="996" y="4242"/>
                </a:lnTo>
                <a:lnTo>
                  <a:pt x="997" y="4242"/>
                </a:lnTo>
                <a:lnTo>
                  <a:pt x="998" y="4242"/>
                </a:lnTo>
                <a:lnTo>
                  <a:pt x="999" y="4242"/>
                </a:lnTo>
                <a:lnTo>
                  <a:pt x="1000" y="4242"/>
                </a:lnTo>
                <a:lnTo>
                  <a:pt x="1001" y="4242"/>
                </a:lnTo>
                <a:lnTo>
                  <a:pt x="1002" y="4242"/>
                </a:lnTo>
                <a:lnTo>
                  <a:pt x="1003" y="4242"/>
                </a:lnTo>
                <a:lnTo>
                  <a:pt x="1004" y="4242"/>
                </a:lnTo>
                <a:lnTo>
                  <a:pt x="1005" y="4242"/>
                </a:lnTo>
                <a:lnTo>
                  <a:pt x="1006" y="4242"/>
                </a:lnTo>
                <a:lnTo>
                  <a:pt x="1007" y="4242"/>
                </a:lnTo>
                <a:lnTo>
                  <a:pt x="1008" y="4242"/>
                </a:lnTo>
                <a:lnTo>
                  <a:pt x="1009" y="4242"/>
                </a:lnTo>
                <a:lnTo>
                  <a:pt x="1010" y="4242"/>
                </a:lnTo>
                <a:lnTo>
                  <a:pt x="1011" y="4242"/>
                </a:lnTo>
                <a:lnTo>
                  <a:pt x="1012" y="4242"/>
                </a:lnTo>
                <a:lnTo>
                  <a:pt x="1013" y="4242"/>
                </a:lnTo>
                <a:lnTo>
                  <a:pt x="1014" y="4242"/>
                </a:lnTo>
                <a:lnTo>
                  <a:pt x="1015" y="4242"/>
                </a:lnTo>
                <a:lnTo>
                  <a:pt x="1016" y="4242"/>
                </a:lnTo>
                <a:lnTo>
                  <a:pt x="1017" y="4242"/>
                </a:lnTo>
                <a:lnTo>
                  <a:pt x="1018" y="4242"/>
                </a:lnTo>
                <a:lnTo>
                  <a:pt x="1019" y="4242"/>
                </a:lnTo>
                <a:lnTo>
                  <a:pt x="1020" y="4242"/>
                </a:lnTo>
                <a:lnTo>
                  <a:pt x="1021" y="4242"/>
                </a:lnTo>
                <a:lnTo>
                  <a:pt x="1022" y="4242"/>
                </a:lnTo>
                <a:lnTo>
                  <a:pt x="1023" y="4242"/>
                </a:lnTo>
                <a:lnTo>
                  <a:pt x="1024" y="4242"/>
                </a:lnTo>
                <a:lnTo>
                  <a:pt x="1025" y="4242"/>
                </a:lnTo>
                <a:lnTo>
                  <a:pt x="1026" y="4242"/>
                </a:lnTo>
                <a:lnTo>
                  <a:pt x="1027" y="4242"/>
                </a:lnTo>
                <a:lnTo>
                  <a:pt x="1028" y="4242"/>
                </a:lnTo>
                <a:lnTo>
                  <a:pt x="1029" y="4242"/>
                </a:lnTo>
                <a:lnTo>
                  <a:pt x="1030" y="4242"/>
                </a:lnTo>
                <a:lnTo>
                  <a:pt x="1031" y="4242"/>
                </a:lnTo>
                <a:lnTo>
                  <a:pt x="1032" y="4242"/>
                </a:lnTo>
                <a:lnTo>
                  <a:pt x="1033" y="4242"/>
                </a:lnTo>
                <a:lnTo>
                  <a:pt x="1034" y="4242"/>
                </a:lnTo>
                <a:lnTo>
                  <a:pt x="1035" y="4242"/>
                </a:lnTo>
                <a:lnTo>
                  <a:pt x="1036" y="4242"/>
                </a:lnTo>
                <a:lnTo>
                  <a:pt x="1037" y="4242"/>
                </a:lnTo>
                <a:lnTo>
                  <a:pt x="1038" y="4242"/>
                </a:lnTo>
                <a:lnTo>
                  <a:pt x="1039" y="4242"/>
                </a:lnTo>
                <a:lnTo>
                  <a:pt x="1040" y="4242"/>
                </a:lnTo>
                <a:lnTo>
                  <a:pt x="1041" y="4242"/>
                </a:lnTo>
                <a:lnTo>
                  <a:pt x="1042" y="4242"/>
                </a:lnTo>
                <a:lnTo>
                  <a:pt x="1043" y="4242"/>
                </a:lnTo>
                <a:lnTo>
                  <a:pt x="1044" y="4242"/>
                </a:lnTo>
                <a:lnTo>
                  <a:pt x="1045" y="4242"/>
                </a:lnTo>
                <a:lnTo>
                  <a:pt x="1046" y="4242"/>
                </a:lnTo>
                <a:lnTo>
                  <a:pt x="1047" y="4242"/>
                </a:lnTo>
                <a:lnTo>
                  <a:pt x="1048" y="4242"/>
                </a:lnTo>
                <a:lnTo>
                  <a:pt x="1049" y="4242"/>
                </a:lnTo>
                <a:lnTo>
                  <a:pt x="1050" y="4242"/>
                </a:lnTo>
                <a:lnTo>
                  <a:pt x="1051" y="4242"/>
                </a:lnTo>
                <a:lnTo>
                  <a:pt x="1052" y="4242"/>
                </a:lnTo>
                <a:lnTo>
                  <a:pt x="1053" y="4242"/>
                </a:lnTo>
                <a:lnTo>
                  <a:pt x="1054" y="4242"/>
                </a:lnTo>
                <a:lnTo>
                  <a:pt x="1055" y="4242"/>
                </a:lnTo>
                <a:lnTo>
                  <a:pt x="1056" y="4242"/>
                </a:lnTo>
                <a:lnTo>
                  <a:pt x="1057" y="4242"/>
                </a:lnTo>
                <a:lnTo>
                  <a:pt x="1058" y="4242"/>
                </a:lnTo>
                <a:lnTo>
                  <a:pt x="1059" y="4242"/>
                </a:lnTo>
                <a:lnTo>
                  <a:pt x="1060" y="4242"/>
                </a:lnTo>
                <a:lnTo>
                  <a:pt x="1061" y="4242"/>
                </a:lnTo>
                <a:lnTo>
                  <a:pt x="1062" y="4242"/>
                </a:lnTo>
                <a:lnTo>
                  <a:pt x="1063" y="4242"/>
                </a:lnTo>
                <a:lnTo>
                  <a:pt x="1064" y="4242"/>
                </a:lnTo>
                <a:lnTo>
                  <a:pt x="1065" y="4242"/>
                </a:lnTo>
                <a:lnTo>
                  <a:pt x="1066" y="4242"/>
                </a:lnTo>
                <a:lnTo>
                  <a:pt x="1067" y="4242"/>
                </a:lnTo>
                <a:lnTo>
                  <a:pt x="1068" y="4242"/>
                </a:lnTo>
                <a:lnTo>
                  <a:pt x="1069" y="4242"/>
                </a:lnTo>
                <a:lnTo>
                  <a:pt x="1070" y="4242"/>
                </a:lnTo>
                <a:lnTo>
                  <a:pt x="1071" y="4242"/>
                </a:lnTo>
                <a:lnTo>
                  <a:pt x="1072" y="4242"/>
                </a:lnTo>
                <a:lnTo>
                  <a:pt x="1073" y="4242"/>
                </a:lnTo>
                <a:lnTo>
                  <a:pt x="1074" y="4242"/>
                </a:lnTo>
                <a:lnTo>
                  <a:pt x="1075" y="4242"/>
                </a:lnTo>
                <a:lnTo>
                  <a:pt x="1076" y="4242"/>
                </a:lnTo>
                <a:lnTo>
                  <a:pt x="1077" y="4242"/>
                </a:lnTo>
                <a:lnTo>
                  <a:pt x="1078" y="4242"/>
                </a:lnTo>
                <a:lnTo>
                  <a:pt x="1079" y="4242"/>
                </a:lnTo>
                <a:lnTo>
                  <a:pt x="1080" y="4242"/>
                </a:lnTo>
                <a:lnTo>
                  <a:pt x="1081" y="4242"/>
                </a:lnTo>
                <a:lnTo>
                  <a:pt x="1082" y="4242"/>
                </a:lnTo>
                <a:lnTo>
                  <a:pt x="1083" y="4242"/>
                </a:lnTo>
                <a:lnTo>
                  <a:pt x="1084" y="4242"/>
                </a:lnTo>
                <a:lnTo>
                  <a:pt x="1085" y="4242"/>
                </a:lnTo>
                <a:lnTo>
                  <a:pt x="1086" y="4242"/>
                </a:lnTo>
                <a:lnTo>
                  <a:pt x="1087" y="4242"/>
                </a:lnTo>
                <a:lnTo>
                  <a:pt x="1088" y="4242"/>
                </a:lnTo>
                <a:lnTo>
                  <a:pt x="1089" y="4242"/>
                </a:lnTo>
                <a:lnTo>
                  <a:pt x="1090" y="4242"/>
                </a:lnTo>
                <a:lnTo>
                  <a:pt x="1091" y="4242"/>
                </a:lnTo>
                <a:lnTo>
                  <a:pt x="1092" y="4242"/>
                </a:lnTo>
                <a:lnTo>
                  <a:pt x="1093" y="4242"/>
                </a:lnTo>
                <a:lnTo>
                  <a:pt x="1094" y="4242"/>
                </a:lnTo>
                <a:lnTo>
                  <a:pt x="1095" y="4242"/>
                </a:lnTo>
                <a:lnTo>
                  <a:pt x="1096" y="4242"/>
                </a:lnTo>
                <a:lnTo>
                  <a:pt x="1097" y="4242"/>
                </a:lnTo>
                <a:lnTo>
                  <a:pt x="1098" y="4242"/>
                </a:lnTo>
                <a:lnTo>
                  <a:pt x="1099" y="4242"/>
                </a:lnTo>
                <a:lnTo>
                  <a:pt x="1100" y="4242"/>
                </a:lnTo>
                <a:lnTo>
                  <a:pt x="1101" y="4242"/>
                </a:lnTo>
                <a:lnTo>
                  <a:pt x="1102" y="4242"/>
                </a:lnTo>
                <a:lnTo>
                  <a:pt x="1103" y="4242"/>
                </a:lnTo>
                <a:lnTo>
                  <a:pt x="1104" y="4242"/>
                </a:lnTo>
                <a:lnTo>
                  <a:pt x="1105" y="4242"/>
                </a:lnTo>
                <a:lnTo>
                  <a:pt x="1106" y="4242"/>
                </a:lnTo>
                <a:lnTo>
                  <a:pt x="1107" y="4242"/>
                </a:lnTo>
                <a:lnTo>
                  <a:pt x="1108" y="4242"/>
                </a:lnTo>
                <a:lnTo>
                  <a:pt x="1109" y="4242"/>
                </a:lnTo>
                <a:lnTo>
                  <a:pt x="1110" y="4242"/>
                </a:lnTo>
                <a:lnTo>
                  <a:pt x="1111" y="4242"/>
                </a:lnTo>
                <a:lnTo>
                  <a:pt x="1112" y="4242"/>
                </a:lnTo>
                <a:lnTo>
                  <a:pt x="1113" y="4242"/>
                </a:lnTo>
                <a:lnTo>
                  <a:pt x="1114" y="4242"/>
                </a:lnTo>
                <a:lnTo>
                  <a:pt x="1115" y="4242"/>
                </a:lnTo>
                <a:lnTo>
                  <a:pt x="1116" y="4242"/>
                </a:lnTo>
                <a:lnTo>
                  <a:pt x="1117" y="4242"/>
                </a:lnTo>
                <a:lnTo>
                  <a:pt x="1118" y="4242"/>
                </a:lnTo>
                <a:lnTo>
                  <a:pt x="1119" y="4242"/>
                </a:lnTo>
                <a:lnTo>
                  <a:pt x="1120" y="4242"/>
                </a:lnTo>
                <a:lnTo>
                  <a:pt x="1121" y="4242"/>
                </a:lnTo>
                <a:lnTo>
                  <a:pt x="1122" y="4242"/>
                </a:lnTo>
                <a:lnTo>
                  <a:pt x="1123" y="4242"/>
                </a:lnTo>
                <a:lnTo>
                  <a:pt x="1124" y="4242"/>
                </a:lnTo>
                <a:lnTo>
                  <a:pt x="1125" y="4242"/>
                </a:lnTo>
                <a:lnTo>
                  <a:pt x="1126" y="4242"/>
                </a:lnTo>
                <a:lnTo>
                  <a:pt x="1127" y="4242"/>
                </a:lnTo>
                <a:lnTo>
                  <a:pt x="1128" y="4242"/>
                </a:lnTo>
                <a:lnTo>
                  <a:pt x="1129" y="4242"/>
                </a:lnTo>
                <a:lnTo>
                  <a:pt x="1130" y="4242"/>
                </a:lnTo>
                <a:lnTo>
                  <a:pt x="1131" y="4242"/>
                </a:lnTo>
                <a:lnTo>
                  <a:pt x="1132" y="4242"/>
                </a:lnTo>
                <a:lnTo>
                  <a:pt x="1133" y="4242"/>
                </a:lnTo>
                <a:lnTo>
                  <a:pt x="1134" y="4242"/>
                </a:lnTo>
                <a:lnTo>
                  <a:pt x="1135" y="4242"/>
                </a:lnTo>
                <a:lnTo>
                  <a:pt x="1136" y="4242"/>
                </a:lnTo>
                <a:lnTo>
                  <a:pt x="1137" y="4242"/>
                </a:lnTo>
                <a:lnTo>
                  <a:pt x="1138" y="4242"/>
                </a:lnTo>
                <a:lnTo>
                  <a:pt x="1139" y="4242"/>
                </a:lnTo>
                <a:lnTo>
                  <a:pt x="1140" y="4242"/>
                </a:lnTo>
                <a:lnTo>
                  <a:pt x="1141" y="4242"/>
                </a:lnTo>
                <a:lnTo>
                  <a:pt x="1142" y="4242"/>
                </a:lnTo>
                <a:lnTo>
                  <a:pt x="1143" y="4242"/>
                </a:lnTo>
                <a:lnTo>
                  <a:pt x="1144" y="4242"/>
                </a:lnTo>
                <a:lnTo>
                  <a:pt x="1145" y="4242"/>
                </a:lnTo>
                <a:lnTo>
                  <a:pt x="1146" y="4242"/>
                </a:lnTo>
                <a:lnTo>
                  <a:pt x="1147" y="4242"/>
                </a:lnTo>
                <a:lnTo>
                  <a:pt x="1148" y="4242"/>
                </a:lnTo>
                <a:lnTo>
                  <a:pt x="1149" y="4242"/>
                </a:lnTo>
                <a:lnTo>
                  <a:pt x="1150" y="4242"/>
                </a:lnTo>
                <a:lnTo>
                  <a:pt x="1151" y="4242"/>
                </a:lnTo>
                <a:lnTo>
                  <a:pt x="1152" y="4242"/>
                </a:lnTo>
                <a:lnTo>
                  <a:pt x="1153" y="4242"/>
                </a:lnTo>
                <a:lnTo>
                  <a:pt x="1154" y="4242"/>
                </a:lnTo>
                <a:lnTo>
                  <a:pt x="1155" y="4242"/>
                </a:lnTo>
                <a:lnTo>
                  <a:pt x="1156" y="4242"/>
                </a:lnTo>
                <a:lnTo>
                  <a:pt x="1157" y="4242"/>
                </a:lnTo>
                <a:lnTo>
                  <a:pt x="1158" y="4242"/>
                </a:lnTo>
                <a:lnTo>
                  <a:pt x="1159" y="4242"/>
                </a:lnTo>
                <a:lnTo>
                  <a:pt x="1160" y="4242"/>
                </a:lnTo>
                <a:lnTo>
                  <a:pt x="1161" y="4242"/>
                </a:lnTo>
                <a:lnTo>
                  <a:pt x="1162" y="4242"/>
                </a:lnTo>
                <a:lnTo>
                  <a:pt x="1163" y="4242"/>
                </a:lnTo>
                <a:lnTo>
                  <a:pt x="1164" y="4242"/>
                </a:lnTo>
                <a:lnTo>
                  <a:pt x="1165" y="4242"/>
                </a:lnTo>
                <a:lnTo>
                  <a:pt x="1166" y="4242"/>
                </a:lnTo>
                <a:lnTo>
                  <a:pt x="1167" y="4242"/>
                </a:lnTo>
                <a:lnTo>
                  <a:pt x="1168" y="4242"/>
                </a:lnTo>
                <a:lnTo>
                  <a:pt x="1169" y="4242"/>
                </a:lnTo>
                <a:lnTo>
                  <a:pt x="1170" y="4242"/>
                </a:lnTo>
                <a:lnTo>
                  <a:pt x="1171" y="4242"/>
                </a:lnTo>
                <a:lnTo>
                  <a:pt x="1172" y="4242"/>
                </a:lnTo>
                <a:lnTo>
                  <a:pt x="1173" y="4242"/>
                </a:lnTo>
                <a:lnTo>
                  <a:pt x="1174" y="4242"/>
                </a:lnTo>
                <a:lnTo>
                  <a:pt x="1175" y="4242"/>
                </a:lnTo>
                <a:lnTo>
                  <a:pt x="1176" y="4242"/>
                </a:lnTo>
                <a:lnTo>
                  <a:pt x="1177" y="4242"/>
                </a:lnTo>
                <a:lnTo>
                  <a:pt x="1178" y="4242"/>
                </a:lnTo>
                <a:lnTo>
                  <a:pt x="1179" y="4242"/>
                </a:lnTo>
                <a:lnTo>
                  <a:pt x="1180" y="4242"/>
                </a:lnTo>
                <a:lnTo>
                  <a:pt x="1181" y="4242"/>
                </a:lnTo>
                <a:lnTo>
                  <a:pt x="1182" y="4242"/>
                </a:lnTo>
                <a:lnTo>
                  <a:pt x="1183" y="4242"/>
                </a:lnTo>
                <a:lnTo>
                  <a:pt x="1184" y="4242"/>
                </a:lnTo>
                <a:lnTo>
                  <a:pt x="1185" y="4242"/>
                </a:lnTo>
                <a:lnTo>
                  <a:pt x="1186" y="4242"/>
                </a:lnTo>
                <a:lnTo>
                  <a:pt x="1187" y="4242"/>
                </a:lnTo>
                <a:lnTo>
                  <a:pt x="1188" y="4242"/>
                </a:lnTo>
                <a:lnTo>
                  <a:pt x="1189" y="4242"/>
                </a:lnTo>
                <a:lnTo>
                  <a:pt x="1190" y="4242"/>
                </a:lnTo>
                <a:lnTo>
                  <a:pt x="1191" y="4242"/>
                </a:lnTo>
                <a:lnTo>
                  <a:pt x="1192" y="4242"/>
                </a:lnTo>
                <a:lnTo>
                  <a:pt x="1193" y="4242"/>
                </a:lnTo>
                <a:lnTo>
                  <a:pt x="1194" y="4242"/>
                </a:lnTo>
                <a:lnTo>
                  <a:pt x="1195" y="4242"/>
                </a:lnTo>
                <a:lnTo>
                  <a:pt x="1196" y="4242"/>
                </a:lnTo>
                <a:lnTo>
                  <a:pt x="1197" y="4242"/>
                </a:lnTo>
                <a:lnTo>
                  <a:pt x="1198" y="4242"/>
                </a:lnTo>
                <a:lnTo>
                  <a:pt x="1199" y="4242"/>
                </a:lnTo>
                <a:lnTo>
                  <a:pt x="1200" y="4242"/>
                </a:lnTo>
                <a:lnTo>
                  <a:pt x="1201" y="4242"/>
                </a:lnTo>
                <a:lnTo>
                  <a:pt x="1202" y="4242"/>
                </a:lnTo>
                <a:lnTo>
                  <a:pt x="1203" y="4242"/>
                </a:lnTo>
                <a:lnTo>
                  <a:pt x="1204" y="4242"/>
                </a:lnTo>
                <a:lnTo>
                  <a:pt x="1205" y="4242"/>
                </a:lnTo>
                <a:lnTo>
                  <a:pt x="1206" y="4242"/>
                </a:lnTo>
                <a:lnTo>
                  <a:pt x="1207" y="4242"/>
                </a:lnTo>
                <a:lnTo>
                  <a:pt x="1208" y="4242"/>
                </a:lnTo>
                <a:lnTo>
                  <a:pt x="1209" y="4242"/>
                </a:lnTo>
                <a:lnTo>
                  <a:pt x="1210" y="4242"/>
                </a:lnTo>
                <a:lnTo>
                  <a:pt x="1211" y="4242"/>
                </a:lnTo>
                <a:lnTo>
                  <a:pt x="1212" y="4242"/>
                </a:lnTo>
                <a:lnTo>
                  <a:pt x="1213" y="4242"/>
                </a:lnTo>
                <a:lnTo>
                  <a:pt x="1214" y="4242"/>
                </a:lnTo>
                <a:lnTo>
                  <a:pt x="1215" y="4242"/>
                </a:lnTo>
                <a:lnTo>
                  <a:pt x="1216" y="4242"/>
                </a:lnTo>
                <a:lnTo>
                  <a:pt x="1217" y="4242"/>
                </a:lnTo>
                <a:lnTo>
                  <a:pt x="1218" y="4242"/>
                </a:lnTo>
                <a:lnTo>
                  <a:pt x="1219" y="4242"/>
                </a:lnTo>
                <a:lnTo>
                  <a:pt x="1220" y="4242"/>
                </a:lnTo>
                <a:lnTo>
                  <a:pt x="1221" y="4242"/>
                </a:lnTo>
                <a:lnTo>
                  <a:pt x="1222" y="4242"/>
                </a:lnTo>
                <a:lnTo>
                  <a:pt x="1223" y="4242"/>
                </a:lnTo>
                <a:lnTo>
                  <a:pt x="1224" y="4242"/>
                </a:lnTo>
                <a:lnTo>
                  <a:pt x="1225" y="4242"/>
                </a:lnTo>
                <a:lnTo>
                  <a:pt x="1226" y="4242"/>
                </a:lnTo>
                <a:lnTo>
                  <a:pt x="1227" y="4242"/>
                </a:lnTo>
                <a:lnTo>
                  <a:pt x="1228" y="4242"/>
                </a:lnTo>
                <a:lnTo>
                  <a:pt x="1229" y="4242"/>
                </a:lnTo>
                <a:lnTo>
                  <a:pt x="1230" y="4242"/>
                </a:lnTo>
                <a:lnTo>
                  <a:pt x="1231" y="4242"/>
                </a:lnTo>
                <a:lnTo>
                  <a:pt x="1232" y="4242"/>
                </a:lnTo>
                <a:lnTo>
                  <a:pt x="1233" y="4242"/>
                </a:lnTo>
                <a:lnTo>
                  <a:pt x="1234" y="4242"/>
                </a:lnTo>
                <a:lnTo>
                  <a:pt x="1235" y="4242"/>
                </a:lnTo>
                <a:lnTo>
                  <a:pt x="1236" y="4242"/>
                </a:lnTo>
                <a:lnTo>
                  <a:pt x="1237" y="4242"/>
                </a:lnTo>
                <a:lnTo>
                  <a:pt x="1238" y="4242"/>
                </a:lnTo>
                <a:lnTo>
                  <a:pt x="1239" y="4242"/>
                </a:lnTo>
                <a:lnTo>
                  <a:pt x="1240" y="4242"/>
                </a:lnTo>
                <a:lnTo>
                  <a:pt x="1241" y="4242"/>
                </a:lnTo>
                <a:lnTo>
                  <a:pt x="1242" y="4242"/>
                </a:lnTo>
                <a:lnTo>
                  <a:pt x="1243" y="4242"/>
                </a:lnTo>
                <a:lnTo>
                  <a:pt x="1244" y="4242"/>
                </a:lnTo>
                <a:lnTo>
                  <a:pt x="1245" y="4242"/>
                </a:lnTo>
                <a:lnTo>
                  <a:pt x="1246" y="4242"/>
                </a:lnTo>
                <a:lnTo>
                  <a:pt x="1247" y="4242"/>
                </a:lnTo>
                <a:lnTo>
                  <a:pt x="1248" y="4242"/>
                </a:lnTo>
                <a:lnTo>
                  <a:pt x="1249" y="4242"/>
                </a:lnTo>
                <a:lnTo>
                  <a:pt x="1250" y="4242"/>
                </a:lnTo>
                <a:lnTo>
                  <a:pt x="1251" y="4242"/>
                </a:lnTo>
                <a:lnTo>
                  <a:pt x="1252" y="4242"/>
                </a:lnTo>
                <a:lnTo>
                  <a:pt x="1253" y="4242"/>
                </a:lnTo>
                <a:lnTo>
                  <a:pt x="1254" y="4242"/>
                </a:lnTo>
                <a:lnTo>
                  <a:pt x="1255" y="4242"/>
                </a:lnTo>
                <a:lnTo>
                  <a:pt x="1256" y="4242"/>
                </a:lnTo>
                <a:lnTo>
                  <a:pt x="1257" y="4242"/>
                </a:lnTo>
                <a:lnTo>
                  <a:pt x="1258" y="4242"/>
                </a:lnTo>
                <a:lnTo>
                  <a:pt x="1259" y="4242"/>
                </a:lnTo>
                <a:lnTo>
                  <a:pt x="1260" y="4242"/>
                </a:lnTo>
                <a:lnTo>
                  <a:pt x="1261" y="4242"/>
                </a:lnTo>
                <a:lnTo>
                  <a:pt x="1262" y="4242"/>
                </a:lnTo>
                <a:lnTo>
                  <a:pt x="1263" y="4242"/>
                </a:lnTo>
                <a:lnTo>
                  <a:pt x="1264" y="4242"/>
                </a:lnTo>
                <a:lnTo>
                  <a:pt x="1265" y="4242"/>
                </a:lnTo>
                <a:lnTo>
                  <a:pt x="1266" y="4242"/>
                </a:lnTo>
                <a:lnTo>
                  <a:pt x="1267" y="4242"/>
                </a:lnTo>
                <a:lnTo>
                  <a:pt x="1268" y="4242"/>
                </a:lnTo>
                <a:lnTo>
                  <a:pt x="1269" y="4242"/>
                </a:lnTo>
                <a:lnTo>
                  <a:pt x="1270" y="4242"/>
                </a:lnTo>
                <a:lnTo>
                  <a:pt x="1271" y="4242"/>
                </a:lnTo>
                <a:lnTo>
                  <a:pt x="1272" y="4242"/>
                </a:lnTo>
                <a:lnTo>
                  <a:pt x="1273" y="4242"/>
                </a:lnTo>
                <a:lnTo>
                  <a:pt x="1274" y="4242"/>
                </a:lnTo>
                <a:lnTo>
                  <a:pt x="1275" y="4242"/>
                </a:lnTo>
                <a:lnTo>
                  <a:pt x="1276" y="4242"/>
                </a:lnTo>
                <a:lnTo>
                  <a:pt x="1277" y="4242"/>
                </a:lnTo>
                <a:lnTo>
                  <a:pt x="1278" y="4242"/>
                </a:lnTo>
                <a:lnTo>
                  <a:pt x="1279" y="4242"/>
                </a:lnTo>
                <a:lnTo>
                  <a:pt x="1280" y="4242"/>
                </a:lnTo>
                <a:lnTo>
                  <a:pt x="1281" y="4242"/>
                </a:lnTo>
                <a:lnTo>
                  <a:pt x="1282" y="4242"/>
                </a:lnTo>
                <a:lnTo>
                  <a:pt x="1283" y="4242"/>
                </a:lnTo>
                <a:lnTo>
                  <a:pt x="1284" y="4242"/>
                </a:lnTo>
                <a:lnTo>
                  <a:pt x="1285" y="4242"/>
                </a:lnTo>
                <a:lnTo>
                  <a:pt x="1286" y="4242"/>
                </a:lnTo>
                <a:lnTo>
                  <a:pt x="1287" y="4242"/>
                </a:lnTo>
                <a:lnTo>
                  <a:pt x="1288" y="4242"/>
                </a:lnTo>
                <a:lnTo>
                  <a:pt x="1289" y="4242"/>
                </a:lnTo>
                <a:lnTo>
                  <a:pt x="1290" y="4242"/>
                </a:lnTo>
                <a:lnTo>
                  <a:pt x="1291" y="4242"/>
                </a:lnTo>
                <a:lnTo>
                  <a:pt x="1292" y="4242"/>
                </a:lnTo>
                <a:lnTo>
                  <a:pt x="1293" y="4242"/>
                </a:lnTo>
                <a:lnTo>
                  <a:pt x="1294" y="4242"/>
                </a:lnTo>
                <a:lnTo>
                  <a:pt x="1295" y="4242"/>
                </a:lnTo>
                <a:lnTo>
                  <a:pt x="1296" y="4242"/>
                </a:lnTo>
                <a:lnTo>
                  <a:pt x="1297" y="4242"/>
                </a:lnTo>
                <a:lnTo>
                  <a:pt x="1298" y="4242"/>
                </a:lnTo>
                <a:lnTo>
                  <a:pt x="1299" y="4242"/>
                </a:lnTo>
                <a:lnTo>
                  <a:pt x="1300" y="4242"/>
                </a:lnTo>
                <a:lnTo>
                  <a:pt x="1301" y="4242"/>
                </a:lnTo>
                <a:lnTo>
                  <a:pt x="1302" y="4242"/>
                </a:lnTo>
                <a:lnTo>
                  <a:pt x="1303" y="4242"/>
                </a:lnTo>
                <a:lnTo>
                  <a:pt x="1304" y="4242"/>
                </a:lnTo>
                <a:lnTo>
                  <a:pt x="1305" y="4242"/>
                </a:lnTo>
                <a:lnTo>
                  <a:pt x="1306" y="4242"/>
                </a:lnTo>
                <a:lnTo>
                  <a:pt x="1307" y="4242"/>
                </a:lnTo>
                <a:lnTo>
                  <a:pt x="1308" y="4242"/>
                </a:lnTo>
                <a:lnTo>
                  <a:pt x="1309" y="4242"/>
                </a:lnTo>
                <a:lnTo>
                  <a:pt x="1310" y="4242"/>
                </a:lnTo>
                <a:lnTo>
                  <a:pt x="1311" y="4242"/>
                </a:lnTo>
                <a:lnTo>
                  <a:pt x="1312" y="4242"/>
                </a:lnTo>
                <a:lnTo>
                  <a:pt x="1313" y="4242"/>
                </a:lnTo>
                <a:lnTo>
                  <a:pt x="1314" y="4242"/>
                </a:lnTo>
                <a:lnTo>
                  <a:pt x="1315" y="4242"/>
                </a:lnTo>
                <a:lnTo>
                  <a:pt x="1316" y="4242"/>
                </a:lnTo>
                <a:lnTo>
                  <a:pt x="1317" y="4242"/>
                </a:lnTo>
                <a:lnTo>
                  <a:pt x="1318" y="4242"/>
                </a:lnTo>
                <a:lnTo>
                  <a:pt x="1319" y="4242"/>
                </a:lnTo>
                <a:lnTo>
                  <a:pt x="1320" y="4242"/>
                </a:lnTo>
                <a:lnTo>
                  <a:pt x="1321" y="4242"/>
                </a:lnTo>
                <a:lnTo>
                  <a:pt x="1322" y="4242"/>
                </a:lnTo>
                <a:lnTo>
                  <a:pt x="1323" y="4242"/>
                </a:lnTo>
                <a:lnTo>
                  <a:pt x="1324" y="4242"/>
                </a:lnTo>
                <a:lnTo>
                  <a:pt x="1325" y="4242"/>
                </a:lnTo>
                <a:lnTo>
                  <a:pt x="1326" y="4242"/>
                </a:lnTo>
                <a:lnTo>
                  <a:pt x="1327" y="4242"/>
                </a:lnTo>
                <a:lnTo>
                  <a:pt x="1328" y="4242"/>
                </a:lnTo>
                <a:lnTo>
                  <a:pt x="1329" y="4242"/>
                </a:lnTo>
                <a:lnTo>
                  <a:pt x="1330" y="4242"/>
                </a:lnTo>
                <a:lnTo>
                  <a:pt x="1331" y="4242"/>
                </a:lnTo>
                <a:lnTo>
                  <a:pt x="1332" y="4242"/>
                </a:lnTo>
                <a:lnTo>
                  <a:pt x="1333" y="4242"/>
                </a:lnTo>
                <a:lnTo>
                  <a:pt x="1334" y="4242"/>
                </a:lnTo>
                <a:lnTo>
                  <a:pt x="1335" y="4242"/>
                </a:lnTo>
                <a:lnTo>
                  <a:pt x="1336" y="4242"/>
                </a:lnTo>
                <a:lnTo>
                  <a:pt x="1337" y="4242"/>
                </a:lnTo>
                <a:lnTo>
                  <a:pt x="1338" y="4242"/>
                </a:lnTo>
                <a:lnTo>
                  <a:pt x="1339" y="4242"/>
                </a:lnTo>
                <a:lnTo>
                  <a:pt x="1340" y="4242"/>
                </a:lnTo>
                <a:lnTo>
                  <a:pt x="1341" y="4242"/>
                </a:lnTo>
                <a:lnTo>
                  <a:pt x="1342" y="4242"/>
                </a:lnTo>
                <a:lnTo>
                  <a:pt x="1343" y="4242"/>
                </a:lnTo>
                <a:lnTo>
                  <a:pt x="1344" y="4242"/>
                </a:lnTo>
                <a:lnTo>
                  <a:pt x="1345" y="4242"/>
                </a:lnTo>
                <a:lnTo>
                  <a:pt x="1346" y="4242"/>
                </a:lnTo>
                <a:lnTo>
                  <a:pt x="1347" y="4242"/>
                </a:lnTo>
                <a:lnTo>
                  <a:pt x="1348" y="4242"/>
                </a:lnTo>
                <a:lnTo>
                  <a:pt x="1349" y="4242"/>
                </a:lnTo>
                <a:lnTo>
                  <a:pt x="1350" y="4242"/>
                </a:lnTo>
                <a:lnTo>
                  <a:pt x="1351" y="4242"/>
                </a:lnTo>
                <a:lnTo>
                  <a:pt x="1352" y="4242"/>
                </a:lnTo>
                <a:lnTo>
                  <a:pt x="1353" y="4242"/>
                </a:lnTo>
                <a:lnTo>
                  <a:pt x="1354" y="4242"/>
                </a:lnTo>
                <a:lnTo>
                  <a:pt x="1355" y="4242"/>
                </a:lnTo>
                <a:lnTo>
                  <a:pt x="1356" y="4242"/>
                </a:lnTo>
                <a:lnTo>
                  <a:pt x="1357" y="4242"/>
                </a:lnTo>
                <a:lnTo>
                  <a:pt x="1358" y="4242"/>
                </a:lnTo>
                <a:lnTo>
                  <a:pt x="1359" y="4242"/>
                </a:lnTo>
                <a:lnTo>
                  <a:pt x="1360" y="4242"/>
                </a:lnTo>
                <a:lnTo>
                  <a:pt x="1361" y="4242"/>
                </a:lnTo>
                <a:lnTo>
                  <a:pt x="1362" y="4242"/>
                </a:lnTo>
                <a:lnTo>
                  <a:pt x="1363" y="4242"/>
                </a:lnTo>
                <a:lnTo>
                  <a:pt x="1364" y="4242"/>
                </a:lnTo>
                <a:lnTo>
                  <a:pt x="1365" y="4242"/>
                </a:lnTo>
                <a:lnTo>
                  <a:pt x="1366" y="4242"/>
                </a:lnTo>
                <a:lnTo>
                  <a:pt x="1367" y="4242"/>
                </a:lnTo>
                <a:lnTo>
                  <a:pt x="1368" y="4242"/>
                </a:lnTo>
                <a:lnTo>
                  <a:pt x="1369" y="4242"/>
                </a:lnTo>
                <a:lnTo>
                  <a:pt x="1370" y="4242"/>
                </a:lnTo>
                <a:lnTo>
                  <a:pt x="1371" y="4242"/>
                </a:lnTo>
                <a:lnTo>
                  <a:pt x="1372" y="4242"/>
                </a:lnTo>
                <a:lnTo>
                  <a:pt x="1373" y="4242"/>
                </a:lnTo>
                <a:lnTo>
                  <a:pt x="1374" y="4242"/>
                </a:lnTo>
                <a:lnTo>
                  <a:pt x="1375" y="4242"/>
                </a:lnTo>
                <a:lnTo>
                  <a:pt x="1376" y="4242"/>
                </a:lnTo>
                <a:lnTo>
                  <a:pt x="1377" y="4242"/>
                </a:lnTo>
                <a:lnTo>
                  <a:pt x="1378" y="4242"/>
                </a:lnTo>
                <a:lnTo>
                  <a:pt x="1379" y="4242"/>
                </a:lnTo>
                <a:lnTo>
                  <a:pt x="1380" y="4242"/>
                </a:lnTo>
                <a:lnTo>
                  <a:pt x="1381" y="4242"/>
                </a:lnTo>
                <a:lnTo>
                  <a:pt x="1382" y="4242"/>
                </a:lnTo>
                <a:lnTo>
                  <a:pt x="1383" y="4242"/>
                </a:lnTo>
                <a:lnTo>
                  <a:pt x="1384" y="4242"/>
                </a:lnTo>
                <a:lnTo>
                  <a:pt x="1385" y="4242"/>
                </a:lnTo>
                <a:lnTo>
                  <a:pt x="1386" y="4242"/>
                </a:lnTo>
                <a:lnTo>
                  <a:pt x="1387" y="4242"/>
                </a:lnTo>
                <a:lnTo>
                  <a:pt x="1388" y="4242"/>
                </a:lnTo>
                <a:lnTo>
                  <a:pt x="1389" y="4242"/>
                </a:lnTo>
                <a:lnTo>
                  <a:pt x="1390" y="4242"/>
                </a:lnTo>
                <a:lnTo>
                  <a:pt x="1391" y="4242"/>
                </a:lnTo>
                <a:lnTo>
                  <a:pt x="1392" y="4242"/>
                </a:lnTo>
                <a:lnTo>
                  <a:pt x="1393" y="4242"/>
                </a:lnTo>
                <a:lnTo>
                  <a:pt x="1394" y="4242"/>
                </a:lnTo>
                <a:lnTo>
                  <a:pt x="1395" y="4242"/>
                </a:lnTo>
                <a:lnTo>
                  <a:pt x="1396" y="4242"/>
                </a:lnTo>
                <a:lnTo>
                  <a:pt x="1397" y="4242"/>
                </a:lnTo>
                <a:lnTo>
                  <a:pt x="1398" y="4242"/>
                </a:lnTo>
                <a:lnTo>
                  <a:pt x="1399" y="4242"/>
                </a:lnTo>
                <a:lnTo>
                  <a:pt x="1400" y="4242"/>
                </a:lnTo>
                <a:lnTo>
                  <a:pt x="1401" y="4242"/>
                </a:lnTo>
                <a:lnTo>
                  <a:pt x="1402" y="4242"/>
                </a:lnTo>
                <a:lnTo>
                  <a:pt x="1403" y="4242"/>
                </a:lnTo>
                <a:lnTo>
                  <a:pt x="1404" y="4242"/>
                </a:lnTo>
                <a:lnTo>
                  <a:pt x="1405" y="4242"/>
                </a:lnTo>
                <a:lnTo>
                  <a:pt x="1406" y="4242"/>
                </a:lnTo>
                <a:lnTo>
                  <a:pt x="1407" y="4242"/>
                </a:lnTo>
                <a:lnTo>
                  <a:pt x="1408" y="4242"/>
                </a:lnTo>
                <a:lnTo>
                  <a:pt x="1409" y="4242"/>
                </a:lnTo>
                <a:lnTo>
                  <a:pt x="1410" y="4242"/>
                </a:lnTo>
                <a:lnTo>
                  <a:pt x="1411" y="4242"/>
                </a:lnTo>
                <a:lnTo>
                  <a:pt x="1412" y="4242"/>
                </a:lnTo>
                <a:lnTo>
                  <a:pt x="1413" y="4242"/>
                </a:lnTo>
                <a:lnTo>
                  <a:pt x="1414" y="4242"/>
                </a:lnTo>
                <a:lnTo>
                  <a:pt x="1415" y="4242"/>
                </a:lnTo>
                <a:lnTo>
                  <a:pt x="1416" y="4242"/>
                </a:lnTo>
                <a:lnTo>
                  <a:pt x="1417" y="4242"/>
                </a:lnTo>
                <a:lnTo>
                  <a:pt x="1418" y="4242"/>
                </a:lnTo>
                <a:lnTo>
                  <a:pt x="1419" y="4242"/>
                </a:lnTo>
                <a:lnTo>
                  <a:pt x="1420" y="4242"/>
                </a:lnTo>
                <a:lnTo>
                  <a:pt x="1421" y="4242"/>
                </a:lnTo>
                <a:lnTo>
                  <a:pt x="1422" y="4242"/>
                </a:lnTo>
                <a:lnTo>
                  <a:pt x="1423" y="4242"/>
                </a:lnTo>
                <a:lnTo>
                  <a:pt x="1424" y="4242"/>
                </a:lnTo>
                <a:lnTo>
                  <a:pt x="1425" y="4242"/>
                </a:lnTo>
                <a:lnTo>
                  <a:pt x="1426" y="4242"/>
                </a:lnTo>
                <a:lnTo>
                  <a:pt x="1427" y="4242"/>
                </a:lnTo>
                <a:lnTo>
                  <a:pt x="1428" y="4242"/>
                </a:lnTo>
                <a:lnTo>
                  <a:pt x="1429" y="4242"/>
                </a:lnTo>
                <a:lnTo>
                  <a:pt x="1430" y="4242"/>
                </a:lnTo>
                <a:lnTo>
                  <a:pt x="1431" y="4242"/>
                </a:lnTo>
                <a:lnTo>
                  <a:pt x="1432" y="4242"/>
                </a:lnTo>
                <a:lnTo>
                  <a:pt x="1433" y="4242"/>
                </a:lnTo>
                <a:lnTo>
                  <a:pt x="1434" y="4242"/>
                </a:lnTo>
                <a:lnTo>
                  <a:pt x="1435" y="4242"/>
                </a:lnTo>
                <a:lnTo>
                  <a:pt x="1436" y="4242"/>
                </a:lnTo>
                <a:lnTo>
                  <a:pt x="1437" y="4242"/>
                </a:lnTo>
                <a:lnTo>
                  <a:pt x="1438" y="4242"/>
                </a:lnTo>
                <a:lnTo>
                  <a:pt x="1439" y="4242"/>
                </a:lnTo>
                <a:lnTo>
                  <a:pt x="1440" y="4242"/>
                </a:lnTo>
                <a:lnTo>
                  <a:pt x="1441" y="4242"/>
                </a:lnTo>
                <a:lnTo>
                  <a:pt x="1442" y="4242"/>
                </a:lnTo>
                <a:lnTo>
                  <a:pt x="1443" y="4242"/>
                </a:lnTo>
                <a:lnTo>
                  <a:pt x="1444" y="4242"/>
                </a:lnTo>
                <a:lnTo>
                  <a:pt x="1445" y="4242"/>
                </a:lnTo>
                <a:lnTo>
                  <a:pt x="1446" y="4242"/>
                </a:lnTo>
                <a:lnTo>
                  <a:pt x="1447" y="4242"/>
                </a:lnTo>
                <a:lnTo>
                  <a:pt x="1448" y="4242"/>
                </a:lnTo>
                <a:lnTo>
                  <a:pt x="1449" y="4242"/>
                </a:lnTo>
                <a:lnTo>
                  <a:pt x="1450" y="4242"/>
                </a:lnTo>
                <a:lnTo>
                  <a:pt x="1451" y="4242"/>
                </a:lnTo>
                <a:lnTo>
                  <a:pt x="1452" y="4242"/>
                </a:lnTo>
                <a:lnTo>
                  <a:pt x="1453" y="4242"/>
                </a:lnTo>
                <a:lnTo>
                  <a:pt x="1454" y="4242"/>
                </a:lnTo>
                <a:lnTo>
                  <a:pt x="1455" y="4242"/>
                </a:lnTo>
                <a:lnTo>
                  <a:pt x="1456" y="4242"/>
                </a:lnTo>
                <a:lnTo>
                  <a:pt x="1457" y="4242"/>
                </a:lnTo>
                <a:lnTo>
                  <a:pt x="1458" y="4242"/>
                </a:lnTo>
                <a:lnTo>
                  <a:pt x="1459" y="4242"/>
                </a:lnTo>
                <a:lnTo>
                  <a:pt x="1460" y="4242"/>
                </a:lnTo>
                <a:lnTo>
                  <a:pt x="1461" y="4242"/>
                </a:lnTo>
                <a:lnTo>
                  <a:pt x="1462" y="4242"/>
                </a:lnTo>
                <a:lnTo>
                  <a:pt x="1463" y="4242"/>
                </a:lnTo>
                <a:lnTo>
                  <a:pt x="1464" y="4242"/>
                </a:lnTo>
                <a:lnTo>
                  <a:pt x="1465" y="4242"/>
                </a:lnTo>
                <a:lnTo>
                  <a:pt x="1466" y="4242"/>
                </a:lnTo>
                <a:lnTo>
                  <a:pt x="1467" y="4242"/>
                </a:lnTo>
                <a:lnTo>
                  <a:pt x="1468" y="4242"/>
                </a:lnTo>
                <a:lnTo>
                  <a:pt x="1469" y="4242"/>
                </a:lnTo>
                <a:lnTo>
                  <a:pt x="1470" y="4242"/>
                </a:lnTo>
                <a:lnTo>
                  <a:pt x="1471" y="4242"/>
                </a:lnTo>
                <a:lnTo>
                  <a:pt x="1472" y="4242"/>
                </a:lnTo>
                <a:lnTo>
                  <a:pt x="1473" y="4242"/>
                </a:lnTo>
                <a:lnTo>
                  <a:pt x="1474" y="4242"/>
                </a:lnTo>
                <a:lnTo>
                  <a:pt x="1475" y="4242"/>
                </a:lnTo>
                <a:lnTo>
                  <a:pt x="1476" y="4242"/>
                </a:lnTo>
                <a:lnTo>
                  <a:pt x="1477" y="4242"/>
                </a:lnTo>
                <a:lnTo>
                  <a:pt x="1478" y="4242"/>
                </a:lnTo>
                <a:lnTo>
                  <a:pt x="1479" y="4242"/>
                </a:lnTo>
                <a:lnTo>
                  <a:pt x="1480" y="4242"/>
                </a:lnTo>
                <a:lnTo>
                  <a:pt x="1481" y="4242"/>
                </a:lnTo>
                <a:lnTo>
                  <a:pt x="1482" y="4242"/>
                </a:lnTo>
                <a:lnTo>
                  <a:pt x="1483" y="4242"/>
                </a:lnTo>
                <a:lnTo>
                  <a:pt x="1484" y="4242"/>
                </a:lnTo>
                <a:lnTo>
                  <a:pt x="1485" y="4242"/>
                </a:lnTo>
                <a:lnTo>
                  <a:pt x="1486" y="4242"/>
                </a:lnTo>
                <a:lnTo>
                  <a:pt x="1487" y="4242"/>
                </a:lnTo>
                <a:lnTo>
                  <a:pt x="1488" y="4242"/>
                </a:lnTo>
                <a:lnTo>
                  <a:pt x="1489" y="4242"/>
                </a:lnTo>
                <a:lnTo>
                  <a:pt x="1490" y="4242"/>
                </a:lnTo>
                <a:lnTo>
                  <a:pt x="1491" y="4242"/>
                </a:lnTo>
                <a:lnTo>
                  <a:pt x="1492" y="4242"/>
                </a:lnTo>
                <a:lnTo>
                  <a:pt x="1493" y="4242"/>
                </a:lnTo>
                <a:lnTo>
                  <a:pt x="1494" y="4242"/>
                </a:lnTo>
                <a:lnTo>
                  <a:pt x="1495" y="4242"/>
                </a:lnTo>
                <a:lnTo>
                  <a:pt x="1496" y="4242"/>
                </a:lnTo>
                <a:lnTo>
                  <a:pt x="1497" y="4242"/>
                </a:lnTo>
                <a:lnTo>
                  <a:pt x="1498" y="4242"/>
                </a:lnTo>
                <a:lnTo>
                  <a:pt x="1499" y="4242"/>
                </a:lnTo>
                <a:lnTo>
                  <a:pt x="1500" y="4242"/>
                </a:lnTo>
                <a:lnTo>
                  <a:pt x="1501" y="4242"/>
                </a:lnTo>
                <a:lnTo>
                  <a:pt x="1502" y="4242"/>
                </a:lnTo>
                <a:lnTo>
                  <a:pt x="1503" y="4242"/>
                </a:lnTo>
                <a:lnTo>
                  <a:pt x="1504" y="4242"/>
                </a:lnTo>
                <a:lnTo>
                  <a:pt x="1505" y="4242"/>
                </a:lnTo>
                <a:lnTo>
                  <a:pt x="1506" y="4242"/>
                </a:lnTo>
                <a:lnTo>
                  <a:pt x="1507" y="4242"/>
                </a:lnTo>
                <a:lnTo>
                  <a:pt x="1508" y="4242"/>
                </a:lnTo>
                <a:lnTo>
                  <a:pt x="1509" y="4242"/>
                </a:lnTo>
                <a:lnTo>
                  <a:pt x="1510" y="4242"/>
                </a:lnTo>
                <a:lnTo>
                  <a:pt x="1511" y="4242"/>
                </a:lnTo>
                <a:lnTo>
                  <a:pt x="1512" y="4242"/>
                </a:lnTo>
                <a:lnTo>
                  <a:pt x="1513" y="4242"/>
                </a:lnTo>
                <a:lnTo>
                  <a:pt x="1514" y="4242"/>
                </a:lnTo>
                <a:lnTo>
                  <a:pt x="1515" y="4242"/>
                </a:lnTo>
                <a:lnTo>
                  <a:pt x="1516" y="4242"/>
                </a:lnTo>
                <a:lnTo>
                  <a:pt x="1517" y="4242"/>
                </a:lnTo>
                <a:lnTo>
                  <a:pt x="1518" y="4242"/>
                </a:lnTo>
                <a:lnTo>
                  <a:pt x="1519" y="4242"/>
                </a:lnTo>
                <a:lnTo>
                  <a:pt x="1520" y="4242"/>
                </a:lnTo>
                <a:lnTo>
                  <a:pt x="1521" y="4242"/>
                </a:lnTo>
                <a:lnTo>
                  <a:pt x="1522" y="4242"/>
                </a:lnTo>
                <a:lnTo>
                  <a:pt x="1523" y="4242"/>
                </a:lnTo>
                <a:lnTo>
                  <a:pt x="1524" y="4242"/>
                </a:lnTo>
                <a:lnTo>
                  <a:pt x="1525" y="4242"/>
                </a:lnTo>
                <a:lnTo>
                  <a:pt x="1526" y="4242"/>
                </a:lnTo>
                <a:lnTo>
                  <a:pt x="1527" y="4242"/>
                </a:lnTo>
                <a:lnTo>
                  <a:pt x="1528" y="4242"/>
                </a:lnTo>
                <a:lnTo>
                  <a:pt x="1529" y="4242"/>
                </a:lnTo>
                <a:lnTo>
                  <a:pt x="1530" y="4242"/>
                </a:lnTo>
                <a:lnTo>
                  <a:pt x="1531" y="4242"/>
                </a:lnTo>
                <a:lnTo>
                  <a:pt x="1532" y="4242"/>
                </a:lnTo>
                <a:lnTo>
                  <a:pt x="1533" y="4242"/>
                </a:lnTo>
                <a:lnTo>
                  <a:pt x="1534" y="4242"/>
                </a:lnTo>
                <a:lnTo>
                  <a:pt x="1535" y="4242"/>
                </a:lnTo>
                <a:lnTo>
                  <a:pt x="1536" y="4242"/>
                </a:lnTo>
                <a:lnTo>
                  <a:pt x="1537" y="4242"/>
                </a:lnTo>
                <a:lnTo>
                  <a:pt x="1538" y="4242"/>
                </a:lnTo>
                <a:lnTo>
                  <a:pt x="1539" y="4242"/>
                </a:lnTo>
                <a:lnTo>
                  <a:pt x="1540" y="4242"/>
                </a:lnTo>
                <a:lnTo>
                  <a:pt x="1541" y="4242"/>
                </a:lnTo>
                <a:lnTo>
                  <a:pt x="1542" y="4242"/>
                </a:lnTo>
                <a:lnTo>
                  <a:pt x="1543" y="4242"/>
                </a:lnTo>
                <a:lnTo>
                  <a:pt x="1544" y="4242"/>
                </a:lnTo>
                <a:lnTo>
                  <a:pt x="1545" y="4242"/>
                </a:lnTo>
                <a:lnTo>
                  <a:pt x="1546" y="4242"/>
                </a:lnTo>
                <a:lnTo>
                  <a:pt x="1547" y="4242"/>
                </a:lnTo>
                <a:lnTo>
                  <a:pt x="1548" y="4242"/>
                </a:lnTo>
                <a:lnTo>
                  <a:pt x="1549" y="4242"/>
                </a:lnTo>
                <a:lnTo>
                  <a:pt x="1550" y="4242"/>
                </a:lnTo>
                <a:lnTo>
                  <a:pt x="1551" y="4242"/>
                </a:lnTo>
                <a:lnTo>
                  <a:pt x="1552" y="4242"/>
                </a:lnTo>
                <a:lnTo>
                  <a:pt x="1553" y="4242"/>
                </a:lnTo>
                <a:lnTo>
                  <a:pt x="1554" y="4242"/>
                </a:lnTo>
                <a:lnTo>
                  <a:pt x="1555" y="4242"/>
                </a:lnTo>
                <a:lnTo>
                  <a:pt x="1556" y="4242"/>
                </a:lnTo>
                <a:lnTo>
                  <a:pt x="1557" y="4242"/>
                </a:lnTo>
                <a:lnTo>
                  <a:pt x="1558" y="4242"/>
                </a:lnTo>
                <a:lnTo>
                  <a:pt x="1559" y="4242"/>
                </a:lnTo>
                <a:lnTo>
                  <a:pt x="1560" y="4242"/>
                </a:lnTo>
                <a:lnTo>
                  <a:pt x="1561" y="4242"/>
                </a:lnTo>
                <a:lnTo>
                  <a:pt x="1562" y="4242"/>
                </a:lnTo>
                <a:lnTo>
                  <a:pt x="1563" y="4242"/>
                </a:lnTo>
                <a:lnTo>
                  <a:pt x="1564" y="4242"/>
                </a:lnTo>
                <a:lnTo>
                  <a:pt x="1565" y="4242"/>
                </a:lnTo>
                <a:lnTo>
                  <a:pt x="1566" y="4242"/>
                </a:lnTo>
                <a:lnTo>
                  <a:pt x="1567" y="4242"/>
                </a:lnTo>
                <a:lnTo>
                  <a:pt x="1568" y="4242"/>
                </a:lnTo>
                <a:lnTo>
                  <a:pt x="1569" y="4242"/>
                </a:lnTo>
                <a:lnTo>
                  <a:pt x="1570" y="4242"/>
                </a:lnTo>
                <a:lnTo>
                  <a:pt x="1571" y="4242"/>
                </a:lnTo>
                <a:lnTo>
                  <a:pt x="1572" y="4242"/>
                </a:lnTo>
                <a:lnTo>
                  <a:pt x="1573" y="4242"/>
                </a:lnTo>
                <a:lnTo>
                  <a:pt x="1574" y="4242"/>
                </a:lnTo>
                <a:lnTo>
                  <a:pt x="1575" y="4242"/>
                </a:lnTo>
                <a:lnTo>
                  <a:pt x="1576" y="4242"/>
                </a:lnTo>
                <a:lnTo>
                  <a:pt x="1577" y="4242"/>
                </a:lnTo>
                <a:lnTo>
                  <a:pt x="1578" y="4242"/>
                </a:lnTo>
                <a:lnTo>
                  <a:pt x="1579" y="4242"/>
                </a:lnTo>
                <a:lnTo>
                  <a:pt x="1580" y="4242"/>
                </a:lnTo>
                <a:lnTo>
                  <a:pt x="1581" y="4242"/>
                </a:lnTo>
                <a:lnTo>
                  <a:pt x="1582" y="4242"/>
                </a:lnTo>
                <a:lnTo>
                  <a:pt x="1583" y="4242"/>
                </a:lnTo>
                <a:lnTo>
                  <a:pt x="1584" y="4242"/>
                </a:lnTo>
                <a:lnTo>
                  <a:pt x="1585" y="4242"/>
                </a:lnTo>
                <a:lnTo>
                  <a:pt x="1586" y="4242"/>
                </a:lnTo>
                <a:lnTo>
                  <a:pt x="1587" y="4242"/>
                </a:lnTo>
                <a:lnTo>
                  <a:pt x="1588" y="4242"/>
                </a:lnTo>
                <a:lnTo>
                  <a:pt x="1589" y="4242"/>
                </a:lnTo>
                <a:lnTo>
                  <a:pt x="1590" y="4242"/>
                </a:lnTo>
                <a:lnTo>
                  <a:pt x="1591" y="4242"/>
                </a:lnTo>
                <a:lnTo>
                  <a:pt x="1592" y="4242"/>
                </a:lnTo>
                <a:lnTo>
                  <a:pt x="1593" y="4242"/>
                </a:lnTo>
                <a:lnTo>
                  <a:pt x="1594" y="4242"/>
                </a:lnTo>
                <a:lnTo>
                  <a:pt x="1595" y="4242"/>
                </a:lnTo>
                <a:lnTo>
                  <a:pt x="1596" y="4242"/>
                </a:lnTo>
                <a:lnTo>
                  <a:pt x="1597" y="4242"/>
                </a:lnTo>
                <a:lnTo>
                  <a:pt x="1598" y="4242"/>
                </a:lnTo>
                <a:lnTo>
                  <a:pt x="1599" y="4242"/>
                </a:lnTo>
                <a:lnTo>
                  <a:pt x="1600" y="4242"/>
                </a:lnTo>
                <a:lnTo>
                  <a:pt x="1601" y="4242"/>
                </a:lnTo>
                <a:lnTo>
                  <a:pt x="1602" y="4242"/>
                </a:lnTo>
                <a:lnTo>
                  <a:pt x="1603" y="4242"/>
                </a:lnTo>
                <a:lnTo>
                  <a:pt x="1604" y="4242"/>
                </a:lnTo>
                <a:lnTo>
                  <a:pt x="1605" y="4242"/>
                </a:lnTo>
                <a:lnTo>
                  <a:pt x="1606" y="4242"/>
                </a:lnTo>
                <a:lnTo>
                  <a:pt x="1607" y="4242"/>
                </a:lnTo>
                <a:lnTo>
                  <a:pt x="1608" y="4242"/>
                </a:lnTo>
                <a:lnTo>
                  <a:pt x="1609" y="4242"/>
                </a:lnTo>
                <a:lnTo>
                  <a:pt x="1610" y="4242"/>
                </a:lnTo>
                <a:lnTo>
                  <a:pt x="1611" y="4242"/>
                </a:lnTo>
                <a:lnTo>
                  <a:pt x="1612" y="4242"/>
                </a:lnTo>
                <a:lnTo>
                  <a:pt x="1613" y="4242"/>
                </a:lnTo>
                <a:lnTo>
                  <a:pt x="1614" y="4242"/>
                </a:lnTo>
                <a:lnTo>
                  <a:pt x="1615" y="4242"/>
                </a:lnTo>
                <a:lnTo>
                  <a:pt x="1616" y="4242"/>
                </a:lnTo>
                <a:lnTo>
                  <a:pt x="1617" y="4242"/>
                </a:lnTo>
                <a:lnTo>
                  <a:pt x="1618" y="4242"/>
                </a:lnTo>
                <a:lnTo>
                  <a:pt x="1619" y="4242"/>
                </a:lnTo>
                <a:lnTo>
                  <a:pt x="1620" y="4242"/>
                </a:lnTo>
                <a:lnTo>
                  <a:pt x="1621" y="4242"/>
                </a:lnTo>
                <a:lnTo>
                  <a:pt x="1622" y="4242"/>
                </a:lnTo>
                <a:lnTo>
                  <a:pt x="1623" y="4242"/>
                </a:lnTo>
                <a:lnTo>
                  <a:pt x="1624" y="4242"/>
                </a:lnTo>
                <a:lnTo>
                  <a:pt x="1625" y="4242"/>
                </a:lnTo>
                <a:lnTo>
                  <a:pt x="1626" y="4242"/>
                </a:lnTo>
                <a:lnTo>
                  <a:pt x="1627" y="4242"/>
                </a:lnTo>
                <a:lnTo>
                  <a:pt x="1628" y="4242"/>
                </a:lnTo>
                <a:lnTo>
                  <a:pt x="1629" y="4242"/>
                </a:lnTo>
                <a:lnTo>
                  <a:pt x="1630" y="4242"/>
                </a:lnTo>
                <a:lnTo>
                  <a:pt x="1631" y="4242"/>
                </a:lnTo>
                <a:lnTo>
                  <a:pt x="1632" y="4242"/>
                </a:lnTo>
                <a:lnTo>
                  <a:pt x="1633" y="4242"/>
                </a:lnTo>
                <a:lnTo>
                  <a:pt x="1634" y="4242"/>
                </a:lnTo>
                <a:lnTo>
                  <a:pt x="1635" y="4242"/>
                </a:lnTo>
                <a:lnTo>
                  <a:pt x="1636" y="4242"/>
                </a:lnTo>
                <a:lnTo>
                  <a:pt x="1637" y="4242"/>
                </a:lnTo>
                <a:lnTo>
                  <a:pt x="1638" y="4242"/>
                </a:lnTo>
                <a:lnTo>
                  <a:pt x="1639" y="4242"/>
                </a:lnTo>
                <a:lnTo>
                  <a:pt x="1640" y="4242"/>
                </a:lnTo>
                <a:lnTo>
                  <a:pt x="1641" y="4242"/>
                </a:lnTo>
                <a:lnTo>
                  <a:pt x="1642" y="4242"/>
                </a:lnTo>
                <a:lnTo>
                  <a:pt x="1643" y="4242"/>
                </a:lnTo>
                <a:lnTo>
                  <a:pt x="1644" y="4242"/>
                </a:lnTo>
                <a:lnTo>
                  <a:pt x="1645" y="4242"/>
                </a:lnTo>
                <a:lnTo>
                  <a:pt x="1646" y="4242"/>
                </a:lnTo>
                <a:lnTo>
                  <a:pt x="1647" y="4242"/>
                </a:lnTo>
                <a:lnTo>
                  <a:pt x="1648" y="4242"/>
                </a:lnTo>
                <a:lnTo>
                  <a:pt x="1649" y="4242"/>
                </a:lnTo>
                <a:lnTo>
                  <a:pt x="1650" y="4242"/>
                </a:lnTo>
                <a:lnTo>
                  <a:pt x="1651" y="4242"/>
                </a:lnTo>
                <a:lnTo>
                  <a:pt x="1652" y="4242"/>
                </a:lnTo>
                <a:lnTo>
                  <a:pt x="1653" y="4242"/>
                </a:lnTo>
                <a:lnTo>
                  <a:pt x="1654" y="4242"/>
                </a:lnTo>
                <a:lnTo>
                  <a:pt x="1655" y="4242"/>
                </a:lnTo>
                <a:lnTo>
                  <a:pt x="1656" y="4242"/>
                </a:lnTo>
                <a:lnTo>
                  <a:pt x="1657" y="4242"/>
                </a:lnTo>
                <a:lnTo>
                  <a:pt x="1658" y="4242"/>
                </a:lnTo>
                <a:lnTo>
                  <a:pt x="1659" y="4242"/>
                </a:lnTo>
                <a:lnTo>
                  <a:pt x="1660" y="4242"/>
                </a:lnTo>
                <a:lnTo>
                  <a:pt x="1661" y="4242"/>
                </a:lnTo>
                <a:lnTo>
                  <a:pt x="1662" y="4242"/>
                </a:lnTo>
                <a:lnTo>
                  <a:pt x="1663" y="4242"/>
                </a:lnTo>
                <a:lnTo>
                  <a:pt x="1664" y="4242"/>
                </a:lnTo>
                <a:lnTo>
                  <a:pt x="1665" y="4242"/>
                </a:lnTo>
                <a:lnTo>
                  <a:pt x="1666" y="4242"/>
                </a:lnTo>
                <a:lnTo>
                  <a:pt x="1667" y="4242"/>
                </a:lnTo>
                <a:lnTo>
                  <a:pt x="1668" y="4242"/>
                </a:lnTo>
                <a:lnTo>
                  <a:pt x="1669" y="4242"/>
                </a:lnTo>
                <a:lnTo>
                  <a:pt x="1670" y="4242"/>
                </a:lnTo>
                <a:lnTo>
                  <a:pt x="1671" y="4242"/>
                </a:lnTo>
                <a:lnTo>
                  <a:pt x="1672" y="4242"/>
                </a:lnTo>
                <a:lnTo>
                  <a:pt x="1673" y="4242"/>
                </a:lnTo>
                <a:lnTo>
                  <a:pt x="1674" y="4242"/>
                </a:lnTo>
                <a:lnTo>
                  <a:pt x="1675" y="4242"/>
                </a:lnTo>
                <a:lnTo>
                  <a:pt x="1676" y="4242"/>
                </a:lnTo>
                <a:lnTo>
                  <a:pt x="1677" y="4242"/>
                </a:lnTo>
                <a:lnTo>
                  <a:pt x="1678" y="4242"/>
                </a:lnTo>
                <a:lnTo>
                  <a:pt x="1679" y="4242"/>
                </a:lnTo>
                <a:lnTo>
                  <a:pt x="1680" y="4242"/>
                </a:lnTo>
                <a:lnTo>
                  <a:pt x="1681" y="4242"/>
                </a:lnTo>
                <a:lnTo>
                  <a:pt x="1682" y="4242"/>
                </a:lnTo>
                <a:lnTo>
                  <a:pt x="1683" y="4242"/>
                </a:lnTo>
                <a:lnTo>
                  <a:pt x="1684" y="4242"/>
                </a:lnTo>
                <a:lnTo>
                  <a:pt x="1685" y="4242"/>
                </a:lnTo>
                <a:lnTo>
                  <a:pt x="1686" y="4242"/>
                </a:lnTo>
                <a:lnTo>
                  <a:pt x="1687" y="4242"/>
                </a:lnTo>
                <a:lnTo>
                  <a:pt x="1688" y="4242"/>
                </a:lnTo>
                <a:lnTo>
                  <a:pt x="1689" y="4242"/>
                </a:lnTo>
                <a:lnTo>
                  <a:pt x="1690" y="4242"/>
                </a:lnTo>
                <a:lnTo>
                  <a:pt x="1691" y="4242"/>
                </a:lnTo>
                <a:lnTo>
                  <a:pt x="1692" y="4242"/>
                </a:lnTo>
                <a:lnTo>
                  <a:pt x="1693" y="4242"/>
                </a:lnTo>
                <a:lnTo>
                  <a:pt x="1694" y="4242"/>
                </a:lnTo>
                <a:lnTo>
                  <a:pt x="1695" y="4242"/>
                </a:lnTo>
                <a:lnTo>
                  <a:pt x="1696" y="4242"/>
                </a:lnTo>
                <a:lnTo>
                  <a:pt x="1697" y="4242"/>
                </a:lnTo>
                <a:lnTo>
                  <a:pt x="1698" y="4242"/>
                </a:lnTo>
                <a:lnTo>
                  <a:pt x="1699" y="4242"/>
                </a:lnTo>
                <a:lnTo>
                  <a:pt x="1700" y="4242"/>
                </a:lnTo>
                <a:lnTo>
                  <a:pt x="1701" y="4242"/>
                </a:lnTo>
                <a:lnTo>
                  <a:pt x="1702" y="4242"/>
                </a:lnTo>
                <a:lnTo>
                  <a:pt x="1703" y="4242"/>
                </a:lnTo>
                <a:lnTo>
                  <a:pt x="1704" y="4242"/>
                </a:lnTo>
                <a:lnTo>
                  <a:pt x="1705" y="4242"/>
                </a:lnTo>
                <a:lnTo>
                  <a:pt x="1706" y="4242"/>
                </a:lnTo>
                <a:lnTo>
                  <a:pt x="1707" y="4242"/>
                </a:lnTo>
                <a:lnTo>
                  <a:pt x="1708" y="4242"/>
                </a:lnTo>
                <a:lnTo>
                  <a:pt x="1709" y="4242"/>
                </a:lnTo>
                <a:lnTo>
                  <a:pt x="1710" y="4242"/>
                </a:lnTo>
                <a:lnTo>
                  <a:pt x="1711" y="4242"/>
                </a:lnTo>
                <a:lnTo>
                  <a:pt x="1712" y="4242"/>
                </a:lnTo>
                <a:lnTo>
                  <a:pt x="1713" y="4242"/>
                </a:lnTo>
                <a:lnTo>
                  <a:pt x="1714" y="4242"/>
                </a:lnTo>
                <a:lnTo>
                  <a:pt x="1715" y="4242"/>
                </a:lnTo>
                <a:lnTo>
                  <a:pt x="1716" y="4242"/>
                </a:lnTo>
                <a:lnTo>
                  <a:pt x="1717" y="4242"/>
                </a:lnTo>
                <a:lnTo>
                  <a:pt x="1718" y="4242"/>
                </a:lnTo>
                <a:lnTo>
                  <a:pt x="1719" y="4242"/>
                </a:lnTo>
                <a:lnTo>
                  <a:pt x="1720" y="4242"/>
                </a:lnTo>
                <a:lnTo>
                  <a:pt x="1721" y="4242"/>
                </a:lnTo>
                <a:lnTo>
                  <a:pt x="1722" y="4242"/>
                </a:lnTo>
                <a:lnTo>
                  <a:pt x="1723" y="4242"/>
                </a:lnTo>
                <a:lnTo>
                  <a:pt x="1724" y="4242"/>
                </a:lnTo>
                <a:lnTo>
                  <a:pt x="1725" y="4242"/>
                </a:lnTo>
                <a:lnTo>
                  <a:pt x="1726" y="4242"/>
                </a:lnTo>
                <a:lnTo>
                  <a:pt x="1727" y="4242"/>
                </a:lnTo>
                <a:lnTo>
                  <a:pt x="1728" y="4242"/>
                </a:lnTo>
                <a:lnTo>
                  <a:pt x="1729" y="4242"/>
                </a:lnTo>
                <a:lnTo>
                  <a:pt x="1730" y="4242"/>
                </a:lnTo>
                <a:lnTo>
                  <a:pt x="1731" y="4242"/>
                </a:lnTo>
                <a:lnTo>
                  <a:pt x="1732" y="4242"/>
                </a:lnTo>
                <a:lnTo>
                  <a:pt x="1733" y="4242"/>
                </a:lnTo>
                <a:lnTo>
                  <a:pt x="1734" y="4242"/>
                </a:lnTo>
                <a:lnTo>
                  <a:pt x="1735" y="4242"/>
                </a:lnTo>
                <a:lnTo>
                  <a:pt x="1736" y="4242"/>
                </a:lnTo>
                <a:lnTo>
                  <a:pt x="1737" y="4242"/>
                </a:lnTo>
                <a:lnTo>
                  <a:pt x="1738" y="4242"/>
                </a:lnTo>
                <a:lnTo>
                  <a:pt x="1739" y="4242"/>
                </a:lnTo>
                <a:lnTo>
                  <a:pt x="1740" y="4242"/>
                </a:lnTo>
                <a:lnTo>
                  <a:pt x="1741" y="4242"/>
                </a:lnTo>
                <a:lnTo>
                  <a:pt x="1742" y="4242"/>
                </a:lnTo>
                <a:lnTo>
                  <a:pt x="1743" y="4242"/>
                </a:lnTo>
                <a:lnTo>
                  <a:pt x="1744" y="4242"/>
                </a:lnTo>
                <a:lnTo>
                  <a:pt x="1745" y="4242"/>
                </a:lnTo>
                <a:lnTo>
                  <a:pt x="1746" y="4242"/>
                </a:lnTo>
                <a:lnTo>
                  <a:pt x="1747" y="4242"/>
                </a:lnTo>
                <a:lnTo>
                  <a:pt x="1748" y="4242"/>
                </a:lnTo>
                <a:lnTo>
                  <a:pt x="1749" y="4242"/>
                </a:lnTo>
                <a:lnTo>
                  <a:pt x="1750" y="4242"/>
                </a:lnTo>
                <a:lnTo>
                  <a:pt x="1751" y="4242"/>
                </a:lnTo>
                <a:lnTo>
                  <a:pt x="1752" y="4242"/>
                </a:lnTo>
                <a:lnTo>
                  <a:pt x="1753" y="4242"/>
                </a:lnTo>
                <a:lnTo>
                  <a:pt x="1754" y="4242"/>
                </a:lnTo>
                <a:lnTo>
                  <a:pt x="1755" y="4242"/>
                </a:lnTo>
                <a:lnTo>
                  <a:pt x="1756" y="4242"/>
                </a:lnTo>
                <a:lnTo>
                  <a:pt x="1757" y="4242"/>
                </a:lnTo>
                <a:lnTo>
                  <a:pt x="1758" y="4242"/>
                </a:lnTo>
                <a:lnTo>
                  <a:pt x="1759" y="4242"/>
                </a:lnTo>
                <a:lnTo>
                  <a:pt x="1760" y="4242"/>
                </a:lnTo>
                <a:lnTo>
                  <a:pt x="1761" y="4242"/>
                </a:lnTo>
                <a:lnTo>
                  <a:pt x="1762" y="4242"/>
                </a:lnTo>
                <a:lnTo>
                  <a:pt x="1763" y="4242"/>
                </a:lnTo>
                <a:lnTo>
                  <a:pt x="1764" y="4242"/>
                </a:lnTo>
                <a:lnTo>
                  <a:pt x="1765" y="4242"/>
                </a:lnTo>
                <a:lnTo>
                  <a:pt x="1766" y="4242"/>
                </a:lnTo>
                <a:lnTo>
                  <a:pt x="1767" y="4242"/>
                </a:lnTo>
                <a:lnTo>
                  <a:pt x="1768" y="4242"/>
                </a:lnTo>
                <a:lnTo>
                  <a:pt x="1769" y="4242"/>
                </a:lnTo>
                <a:lnTo>
                  <a:pt x="1770" y="4242"/>
                </a:lnTo>
                <a:lnTo>
                  <a:pt x="1771" y="4242"/>
                </a:lnTo>
                <a:lnTo>
                  <a:pt x="1772" y="4242"/>
                </a:lnTo>
                <a:lnTo>
                  <a:pt x="1773" y="4242"/>
                </a:lnTo>
                <a:lnTo>
                  <a:pt x="1774" y="4242"/>
                </a:lnTo>
                <a:lnTo>
                  <a:pt x="1775" y="4242"/>
                </a:lnTo>
                <a:lnTo>
                  <a:pt x="1776" y="4242"/>
                </a:lnTo>
                <a:lnTo>
                  <a:pt x="1777" y="4242"/>
                </a:lnTo>
                <a:lnTo>
                  <a:pt x="1778" y="4242"/>
                </a:lnTo>
                <a:lnTo>
                  <a:pt x="1779" y="4242"/>
                </a:lnTo>
                <a:lnTo>
                  <a:pt x="1780" y="4242"/>
                </a:lnTo>
                <a:lnTo>
                  <a:pt x="1781" y="4242"/>
                </a:lnTo>
                <a:lnTo>
                  <a:pt x="1782" y="4242"/>
                </a:lnTo>
                <a:lnTo>
                  <a:pt x="1783" y="4242"/>
                </a:lnTo>
                <a:lnTo>
                  <a:pt x="1784" y="4242"/>
                </a:lnTo>
                <a:lnTo>
                  <a:pt x="1785" y="4242"/>
                </a:lnTo>
                <a:lnTo>
                  <a:pt x="1786" y="4242"/>
                </a:lnTo>
                <a:lnTo>
                  <a:pt x="1787" y="4242"/>
                </a:lnTo>
                <a:lnTo>
                  <a:pt x="1788" y="4242"/>
                </a:lnTo>
                <a:lnTo>
                  <a:pt x="1789" y="4242"/>
                </a:lnTo>
                <a:lnTo>
                  <a:pt x="1790" y="4242"/>
                </a:lnTo>
                <a:lnTo>
                  <a:pt x="1791" y="4242"/>
                </a:lnTo>
                <a:lnTo>
                  <a:pt x="1792" y="4242"/>
                </a:lnTo>
                <a:lnTo>
                  <a:pt x="1793" y="4242"/>
                </a:lnTo>
                <a:lnTo>
                  <a:pt x="1794" y="4242"/>
                </a:lnTo>
                <a:lnTo>
                  <a:pt x="1795" y="4242"/>
                </a:lnTo>
                <a:lnTo>
                  <a:pt x="1796" y="4242"/>
                </a:lnTo>
                <a:lnTo>
                  <a:pt x="1797" y="4242"/>
                </a:lnTo>
                <a:lnTo>
                  <a:pt x="1798" y="4242"/>
                </a:lnTo>
                <a:lnTo>
                  <a:pt x="1799" y="4242"/>
                </a:lnTo>
                <a:lnTo>
                  <a:pt x="1800" y="4242"/>
                </a:lnTo>
                <a:lnTo>
                  <a:pt x="1801" y="4242"/>
                </a:lnTo>
                <a:lnTo>
                  <a:pt x="1802" y="4242"/>
                </a:lnTo>
                <a:lnTo>
                  <a:pt x="1803" y="4242"/>
                </a:lnTo>
                <a:lnTo>
                  <a:pt x="1804" y="4242"/>
                </a:lnTo>
                <a:lnTo>
                  <a:pt x="1805" y="4242"/>
                </a:lnTo>
                <a:lnTo>
                  <a:pt x="1806" y="4242"/>
                </a:lnTo>
                <a:lnTo>
                  <a:pt x="1807" y="4242"/>
                </a:lnTo>
                <a:lnTo>
                  <a:pt x="1808" y="4242"/>
                </a:lnTo>
                <a:lnTo>
                  <a:pt x="1809" y="4242"/>
                </a:lnTo>
                <a:lnTo>
                  <a:pt x="1810" y="4242"/>
                </a:lnTo>
                <a:lnTo>
                  <a:pt x="1811" y="4242"/>
                </a:lnTo>
                <a:lnTo>
                  <a:pt x="1812" y="4242"/>
                </a:lnTo>
                <a:lnTo>
                  <a:pt x="1813" y="4242"/>
                </a:lnTo>
                <a:lnTo>
                  <a:pt x="1814" y="4242"/>
                </a:lnTo>
                <a:lnTo>
                  <a:pt x="1815" y="4242"/>
                </a:lnTo>
                <a:lnTo>
                  <a:pt x="1816" y="4242"/>
                </a:lnTo>
                <a:lnTo>
                  <a:pt x="1817" y="4242"/>
                </a:lnTo>
                <a:lnTo>
                  <a:pt x="1818" y="4242"/>
                </a:lnTo>
                <a:lnTo>
                  <a:pt x="1819" y="4242"/>
                </a:lnTo>
                <a:lnTo>
                  <a:pt x="1820" y="4242"/>
                </a:lnTo>
                <a:lnTo>
                  <a:pt x="1821" y="4242"/>
                </a:lnTo>
                <a:lnTo>
                  <a:pt x="1822" y="4242"/>
                </a:lnTo>
                <a:lnTo>
                  <a:pt x="1823" y="4242"/>
                </a:lnTo>
                <a:lnTo>
                  <a:pt x="1824" y="4242"/>
                </a:lnTo>
                <a:lnTo>
                  <a:pt x="1825" y="4242"/>
                </a:lnTo>
                <a:lnTo>
                  <a:pt x="1826" y="4242"/>
                </a:lnTo>
                <a:lnTo>
                  <a:pt x="1827" y="4242"/>
                </a:lnTo>
                <a:lnTo>
                  <a:pt x="1828" y="4242"/>
                </a:lnTo>
                <a:lnTo>
                  <a:pt x="1829" y="4242"/>
                </a:lnTo>
                <a:lnTo>
                  <a:pt x="1830" y="4242"/>
                </a:lnTo>
                <a:lnTo>
                  <a:pt x="1831" y="4242"/>
                </a:lnTo>
                <a:lnTo>
                  <a:pt x="1832" y="4242"/>
                </a:lnTo>
                <a:lnTo>
                  <a:pt x="1833" y="4242"/>
                </a:lnTo>
                <a:lnTo>
                  <a:pt x="1834" y="4242"/>
                </a:lnTo>
                <a:lnTo>
                  <a:pt x="1835" y="4242"/>
                </a:lnTo>
                <a:lnTo>
                  <a:pt x="1836" y="4242"/>
                </a:lnTo>
                <a:lnTo>
                  <a:pt x="1837" y="4242"/>
                </a:lnTo>
                <a:lnTo>
                  <a:pt x="1838" y="4242"/>
                </a:lnTo>
                <a:lnTo>
                  <a:pt x="1839" y="4242"/>
                </a:lnTo>
                <a:lnTo>
                  <a:pt x="1840" y="4242"/>
                </a:lnTo>
                <a:lnTo>
                  <a:pt x="1841" y="4242"/>
                </a:lnTo>
                <a:lnTo>
                  <a:pt x="1842" y="4242"/>
                </a:lnTo>
                <a:lnTo>
                  <a:pt x="1843" y="4242"/>
                </a:lnTo>
                <a:lnTo>
                  <a:pt x="1844" y="4242"/>
                </a:lnTo>
                <a:lnTo>
                  <a:pt x="1845" y="4242"/>
                </a:lnTo>
                <a:lnTo>
                  <a:pt x="1846" y="4242"/>
                </a:lnTo>
                <a:lnTo>
                  <a:pt x="1847" y="4242"/>
                </a:lnTo>
                <a:lnTo>
                  <a:pt x="1848" y="4242"/>
                </a:lnTo>
                <a:lnTo>
                  <a:pt x="1849" y="4242"/>
                </a:lnTo>
                <a:lnTo>
                  <a:pt x="1850" y="4242"/>
                </a:lnTo>
                <a:lnTo>
                  <a:pt x="1851" y="4242"/>
                </a:lnTo>
                <a:lnTo>
                  <a:pt x="1852" y="4242"/>
                </a:lnTo>
                <a:lnTo>
                  <a:pt x="1853" y="4242"/>
                </a:lnTo>
                <a:lnTo>
                  <a:pt x="1854" y="4242"/>
                </a:lnTo>
                <a:lnTo>
                  <a:pt x="1855" y="4242"/>
                </a:lnTo>
                <a:lnTo>
                  <a:pt x="1856" y="4242"/>
                </a:lnTo>
                <a:lnTo>
                  <a:pt x="1857" y="4242"/>
                </a:lnTo>
                <a:lnTo>
                  <a:pt x="1858" y="4242"/>
                </a:lnTo>
                <a:lnTo>
                  <a:pt x="1859" y="4242"/>
                </a:lnTo>
                <a:lnTo>
                  <a:pt x="1860" y="4242"/>
                </a:lnTo>
                <a:lnTo>
                  <a:pt x="1861" y="4242"/>
                </a:lnTo>
                <a:lnTo>
                  <a:pt x="1862" y="4242"/>
                </a:lnTo>
                <a:lnTo>
                  <a:pt x="1863" y="4242"/>
                </a:lnTo>
                <a:lnTo>
                  <a:pt x="1864" y="4242"/>
                </a:lnTo>
                <a:lnTo>
                  <a:pt x="1865" y="4242"/>
                </a:lnTo>
                <a:lnTo>
                  <a:pt x="1866" y="4242"/>
                </a:lnTo>
                <a:lnTo>
                  <a:pt x="1867" y="4242"/>
                </a:lnTo>
                <a:lnTo>
                  <a:pt x="1868" y="4242"/>
                </a:lnTo>
                <a:lnTo>
                  <a:pt x="1869" y="4242"/>
                </a:lnTo>
                <a:lnTo>
                  <a:pt x="1870" y="4242"/>
                </a:lnTo>
                <a:lnTo>
                  <a:pt x="1871" y="4242"/>
                </a:lnTo>
                <a:lnTo>
                  <a:pt x="1872" y="4242"/>
                </a:lnTo>
                <a:lnTo>
                  <a:pt x="1873" y="4242"/>
                </a:lnTo>
                <a:lnTo>
                  <a:pt x="1874" y="4242"/>
                </a:lnTo>
                <a:lnTo>
                  <a:pt x="1875" y="4242"/>
                </a:lnTo>
                <a:lnTo>
                  <a:pt x="1876" y="4242"/>
                </a:lnTo>
                <a:lnTo>
                  <a:pt x="1877" y="4242"/>
                </a:lnTo>
                <a:lnTo>
                  <a:pt x="1878" y="4242"/>
                </a:lnTo>
                <a:lnTo>
                  <a:pt x="1879" y="4242"/>
                </a:lnTo>
                <a:lnTo>
                  <a:pt x="1880" y="4242"/>
                </a:lnTo>
                <a:lnTo>
                  <a:pt x="1881" y="4242"/>
                </a:lnTo>
                <a:lnTo>
                  <a:pt x="1882" y="4242"/>
                </a:lnTo>
                <a:lnTo>
                  <a:pt x="1883" y="4242"/>
                </a:lnTo>
                <a:lnTo>
                  <a:pt x="1884" y="4242"/>
                </a:lnTo>
                <a:lnTo>
                  <a:pt x="1885" y="4242"/>
                </a:lnTo>
                <a:lnTo>
                  <a:pt x="1886" y="4242"/>
                </a:lnTo>
                <a:lnTo>
                  <a:pt x="1887" y="4242"/>
                </a:lnTo>
                <a:lnTo>
                  <a:pt x="1888" y="4242"/>
                </a:lnTo>
                <a:lnTo>
                  <a:pt x="1889" y="4242"/>
                </a:lnTo>
                <a:lnTo>
                  <a:pt x="1890" y="4242"/>
                </a:lnTo>
                <a:lnTo>
                  <a:pt x="1891" y="4242"/>
                </a:lnTo>
                <a:lnTo>
                  <a:pt x="1892" y="4242"/>
                </a:lnTo>
                <a:lnTo>
                  <a:pt x="1893" y="4242"/>
                </a:lnTo>
                <a:lnTo>
                  <a:pt x="1894" y="4242"/>
                </a:lnTo>
                <a:lnTo>
                  <a:pt x="1895" y="4242"/>
                </a:lnTo>
                <a:lnTo>
                  <a:pt x="1896" y="4242"/>
                </a:lnTo>
                <a:lnTo>
                  <a:pt x="1897" y="4242"/>
                </a:lnTo>
                <a:lnTo>
                  <a:pt x="1898" y="4242"/>
                </a:lnTo>
                <a:lnTo>
                  <a:pt x="1899" y="4242"/>
                </a:lnTo>
                <a:lnTo>
                  <a:pt x="1900" y="4242"/>
                </a:lnTo>
                <a:lnTo>
                  <a:pt x="1901" y="4242"/>
                </a:lnTo>
                <a:lnTo>
                  <a:pt x="1902" y="4242"/>
                </a:lnTo>
                <a:lnTo>
                  <a:pt x="1903" y="4242"/>
                </a:lnTo>
                <a:lnTo>
                  <a:pt x="1904" y="4242"/>
                </a:lnTo>
                <a:lnTo>
                  <a:pt x="1905" y="4242"/>
                </a:lnTo>
                <a:lnTo>
                  <a:pt x="1906" y="4242"/>
                </a:lnTo>
                <a:lnTo>
                  <a:pt x="1907" y="4242"/>
                </a:lnTo>
                <a:lnTo>
                  <a:pt x="1908" y="4242"/>
                </a:lnTo>
                <a:lnTo>
                  <a:pt x="1909" y="4242"/>
                </a:lnTo>
                <a:lnTo>
                  <a:pt x="1910" y="4242"/>
                </a:lnTo>
                <a:lnTo>
                  <a:pt x="1911" y="4242"/>
                </a:lnTo>
                <a:lnTo>
                  <a:pt x="1912" y="4242"/>
                </a:lnTo>
                <a:lnTo>
                  <a:pt x="1913" y="4242"/>
                </a:lnTo>
                <a:lnTo>
                  <a:pt x="1914" y="4242"/>
                </a:lnTo>
                <a:lnTo>
                  <a:pt x="1915" y="4242"/>
                </a:lnTo>
                <a:lnTo>
                  <a:pt x="1916" y="4242"/>
                </a:lnTo>
                <a:lnTo>
                  <a:pt x="1917" y="4242"/>
                </a:lnTo>
                <a:lnTo>
                  <a:pt x="1918" y="4242"/>
                </a:lnTo>
                <a:lnTo>
                  <a:pt x="1919" y="4242"/>
                </a:lnTo>
                <a:lnTo>
                  <a:pt x="1920" y="4242"/>
                </a:lnTo>
                <a:lnTo>
                  <a:pt x="1921" y="4242"/>
                </a:lnTo>
                <a:lnTo>
                  <a:pt x="1922" y="4242"/>
                </a:lnTo>
                <a:lnTo>
                  <a:pt x="1923" y="4242"/>
                </a:lnTo>
                <a:lnTo>
                  <a:pt x="1924" y="4242"/>
                </a:lnTo>
                <a:lnTo>
                  <a:pt x="1925" y="4242"/>
                </a:lnTo>
                <a:lnTo>
                  <a:pt x="1926" y="4242"/>
                </a:lnTo>
                <a:lnTo>
                  <a:pt x="1927" y="4242"/>
                </a:lnTo>
                <a:lnTo>
                  <a:pt x="1928" y="4242"/>
                </a:lnTo>
                <a:lnTo>
                  <a:pt x="1929" y="4242"/>
                </a:lnTo>
                <a:lnTo>
                  <a:pt x="1930" y="4242"/>
                </a:lnTo>
                <a:lnTo>
                  <a:pt x="1931" y="4242"/>
                </a:lnTo>
                <a:lnTo>
                  <a:pt x="1932" y="4242"/>
                </a:lnTo>
                <a:lnTo>
                  <a:pt x="1933" y="4242"/>
                </a:lnTo>
                <a:lnTo>
                  <a:pt x="1934" y="4242"/>
                </a:lnTo>
                <a:lnTo>
                  <a:pt x="1935" y="4242"/>
                </a:lnTo>
                <a:lnTo>
                  <a:pt x="1936" y="4242"/>
                </a:lnTo>
                <a:lnTo>
                  <a:pt x="1937" y="4242"/>
                </a:lnTo>
                <a:lnTo>
                  <a:pt x="1938" y="4242"/>
                </a:lnTo>
                <a:lnTo>
                  <a:pt x="1939" y="4242"/>
                </a:lnTo>
                <a:lnTo>
                  <a:pt x="1940" y="4242"/>
                </a:lnTo>
                <a:lnTo>
                  <a:pt x="1941" y="4242"/>
                </a:lnTo>
                <a:lnTo>
                  <a:pt x="1942" y="4242"/>
                </a:lnTo>
                <a:lnTo>
                  <a:pt x="1943" y="4242"/>
                </a:lnTo>
                <a:lnTo>
                  <a:pt x="1944" y="4242"/>
                </a:lnTo>
                <a:lnTo>
                  <a:pt x="1945" y="4242"/>
                </a:lnTo>
                <a:lnTo>
                  <a:pt x="1946" y="4242"/>
                </a:lnTo>
                <a:lnTo>
                  <a:pt x="1947" y="4242"/>
                </a:lnTo>
                <a:lnTo>
                  <a:pt x="1948" y="4242"/>
                </a:lnTo>
                <a:lnTo>
                  <a:pt x="1949" y="4242"/>
                </a:lnTo>
                <a:lnTo>
                  <a:pt x="1950" y="4242"/>
                </a:lnTo>
                <a:lnTo>
                  <a:pt x="1951" y="4242"/>
                </a:lnTo>
                <a:lnTo>
                  <a:pt x="1952" y="4242"/>
                </a:lnTo>
                <a:lnTo>
                  <a:pt x="1953" y="4242"/>
                </a:lnTo>
                <a:lnTo>
                  <a:pt x="1954" y="4242"/>
                </a:lnTo>
                <a:lnTo>
                  <a:pt x="1955" y="4242"/>
                </a:lnTo>
                <a:lnTo>
                  <a:pt x="1956" y="4242"/>
                </a:lnTo>
                <a:lnTo>
                  <a:pt x="1957" y="4242"/>
                </a:lnTo>
                <a:lnTo>
                  <a:pt x="1958" y="4242"/>
                </a:lnTo>
                <a:lnTo>
                  <a:pt x="1959" y="4242"/>
                </a:lnTo>
                <a:lnTo>
                  <a:pt x="1960" y="4242"/>
                </a:lnTo>
                <a:lnTo>
                  <a:pt x="1961" y="4242"/>
                </a:lnTo>
                <a:lnTo>
                  <a:pt x="1962" y="4242"/>
                </a:lnTo>
                <a:lnTo>
                  <a:pt x="1963" y="4242"/>
                </a:lnTo>
                <a:lnTo>
                  <a:pt x="1964" y="4242"/>
                </a:lnTo>
                <a:lnTo>
                  <a:pt x="1965" y="4242"/>
                </a:lnTo>
                <a:lnTo>
                  <a:pt x="1966" y="4242"/>
                </a:lnTo>
                <a:lnTo>
                  <a:pt x="1967" y="4242"/>
                </a:lnTo>
                <a:lnTo>
                  <a:pt x="1968" y="4242"/>
                </a:lnTo>
                <a:lnTo>
                  <a:pt x="1969" y="4242"/>
                </a:lnTo>
                <a:lnTo>
                  <a:pt x="1970" y="4242"/>
                </a:lnTo>
                <a:lnTo>
                  <a:pt x="1971" y="4242"/>
                </a:lnTo>
                <a:lnTo>
                  <a:pt x="1972" y="4242"/>
                </a:lnTo>
                <a:lnTo>
                  <a:pt x="1973" y="4242"/>
                </a:lnTo>
                <a:lnTo>
                  <a:pt x="1974" y="4242"/>
                </a:lnTo>
                <a:lnTo>
                  <a:pt x="1975" y="4242"/>
                </a:lnTo>
                <a:lnTo>
                  <a:pt x="1976" y="4242"/>
                </a:lnTo>
                <a:lnTo>
                  <a:pt x="1977" y="4242"/>
                </a:lnTo>
                <a:lnTo>
                  <a:pt x="1978" y="4242"/>
                </a:lnTo>
                <a:lnTo>
                  <a:pt x="1979" y="4242"/>
                </a:lnTo>
                <a:lnTo>
                  <a:pt x="1980" y="4242"/>
                </a:lnTo>
                <a:lnTo>
                  <a:pt x="1981" y="4242"/>
                </a:lnTo>
                <a:lnTo>
                  <a:pt x="1982" y="4242"/>
                </a:lnTo>
                <a:lnTo>
                  <a:pt x="1983" y="4242"/>
                </a:lnTo>
                <a:lnTo>
                  <a:pt x="1984" y="4242"/>
                </a:lnTo>
                <a:lnTo>
                  <a:pt x="1985" y="4242"/>
                </a:lnTo>
                <a:lnTo>
                  <a:pt x="1986" y="4242"/>
                </a:lnTo>
                <a:lnTo>
                  <a:pt x="1987" y="4242"/>
                </a:lnTo>
                <a:lnTo>
                  <a:pt x="1988" y="4242"/>
                </a:lnTo>
                <a:lnTo>
                  <a:pt x="1989" y="4242"/>
                </a:lnTo>
                <a:lnTo>
                  <a:pt x="1990" y="4242"/>
                </a:lnTo>
                <a:lnTo>
                  <a:pt x="1991" y="4242"/>
                </a:lnTo>
                <a:lnTo>
                  <a:pt x="1992" y="4242"/>
                </a:lnTo>
                <a:lnTo>
                  <a:pt x="1993" y="4242"/>
                </a:lnTo>
                <a:lnTo>
                  <a:pt x="1994" y="4242"/>
                </a:lnTo>
                <a:lnTo>
                  <a:pt x="1995" y="4242"/>
                </a:lnTo>
                <a:lnTo>
                  <a:pt x="1996" y="4242"/>
                </a:lnTo>
                <a:lnTo>
                  <a:pt x="1997" y="4242"/>
                </a:lnTo>
                <a:lnTo>
                  <a:pt x="1998" y="4242"/>
                </a:lnTo>
                <a:lnTo>
                  <a:pt x="1999" y="4242"/>
                </a:lnTo>
                <a:lnTo>
                  <a:pt x="2000" y="4242"/>
                </a:lnTo>
                <a:lnTo>
                  <a:pt x="2001" y="4242"/>
                </a:lnTo>
                <a:lnTo>
                  <a:pt x="2002" y="4242"/>
                </a:lnTo>
                <a:lnTo>
                  <a:pt x="2003" y="4242"/>
                </a:lnTo>
                <a:lnTo>
                  <a:pt x="2004" y="4242"/>
                </a:lnTo>
                <a:lnTo>
                  <a:pt x="2005" y="4242"/>
                </a:lnTo>
                <a:lnTo>
                  <a:pt x="2006" y="4242"/>
                </a:lnTo>
                <a:lnTo>
                  <a:pt x="2007" y="4242"/>
                </a:lnTo>
                <a:lnTo>
                  <a:pt x="2008" y="4242"/>
                </a:lnTo>
                <a:lnTo>
                  <a:pt x="2009" y="4242"/>
                </a:lnTo>
                <a:lnTo>
                  <a:pt x="2010" y="4242"/>
                </a:lnTo>
                <a:lnTo>
                  <a:pt x="2011" y="4242"/>
                </a:lnTo>
                <a:lnTo>
                  <a:pt x="2012" y="4242"/>
                </a:lnTo>
                <a:lnTo>
                  <a:pt x="2013" y="4242"/>
                </a:lnTo>
                <a:lnTo>
                  <a:pt x="2014" y="4242"/>
                </a:lnTo>
                <a:lnTo>
                  <a:pt x="2015" y="4242"/>
                </a:lnTo>
                <a:lnTo>
                  <a:pt x="2016" y="4242"/>
                </a:lnTo>
                <a:lnTo>
                  <a:pt x="2017" y="4242"/>
                </a:lnTo>
                <a:lnTo>
                  <a:pt x="2018" y="4242"/>
                </a:lnTo>
                <a:lnTo>
                  <a:pt x="2019" y="4242"/>
                </a:lnTo>
                <a:lnTo>
                  <a:pt x="2020" y="4242"/>
                </a:lnTo>
                <a:lnTo>
                  <a:pt x="2021" y="4242"/>
                </a:lnTo>
                <a:lnTo>
                  <a:pt x="2022" y="4242"/>
                </a:lnTo>
                <a:lnTo>
                  <a:pt x="2023" y="4242"/>
                </a:lnTo>
                <a:lnTo>
                  <a:pt x="2024" y="4242"/>
                </a:lnTo>
                <a:lnTo>
                  <a:pt x="2025" y="4242"/>
                </a:lnTo>
                <a:lnTo>
                  <a:pt x="2026" y="4242"/>
                </a:lnTo>
                <a:lnTo>
                  <a:pt x="2027" y="4242"/>
                </a:lnTo>
                <a:lnTo>
                  <a:pt x="2028" y="4242"/>
                </a:lnTo>
                <a:lnTo>
                  <a:pt x="2029" y="4242"/>
                </a:lnTo>
                <a:lnTo>
                  <a:pt x="2030" y="4242"/>
                </a:lnTo>
                <a:lnTo>
                  <a:pt x="2031" y="4242"/>
                </a:lnTo>
                <a:lnTo>
                  <a:pt x="2032" y="4242"/>
                </a:lnTo>
                <a:lnTo>
                  <a:pt x="2033" y="4242"/>
                </a:lnTo>
                <a:lnTo>
                  <a:pt x="2034" y="4242"/>
                </a:lnTo>
                <a:lnTo>
                  <a:pt x="2035" y="4242"/>
                </a:lnTo>
                <a:lnTo>
                  <a:pt x="2036" y="4242"/>
                </a:lnTo>
                <a:lnTo>
                  <a:pt x="2037" y="4242"/>
                </a:lnTo>
                <a:lnTo>
                  <a:pt x="2038" y="4242"/>
                </a:lnTo>
                <a:lnTo>
                  <a:pt x="2039" y="4242"/>
                </a:lnTo>
                <a:lnTo>
                  <a:pt x="2040" y="4242"/>
                </a:lnTo>
                <a:lnTo>
                  <a:pt x="2041" y="4242"/>
                </a:lnTo>
                <a:lnTo>
                  <a:pt x="2042" y="4242"/>
                </a:lnTo>
                <a:lnTo>
                  <a:pt x="2043" y="4242"/>
                </a:lnTo>
                <a:lnTo>
                  <a:pt x="2044" y="4242"/>
                </a:lnTo>
                <a:lnTo>
                  <a:pt x="2045" y="4242"/>
                </a:lnTo>
                <a:lnTo>
                  <a:pt x="2046" y="4242"/>
                </a:lnTo>
                <a:lnTo>
                  <a:pt x="2047" y="4242"/>
                </a:lnTo>
                <a:lnTo>
                  <a:pt x="2048" y="4242"/>
                </a:lnTo>
                <a:lnTo>
                  <a:pt x="2049" y="4242"/>
                </a:lnTo>
                <a:lnTo>
                  <a:pt x="2050" y="4242"/>
                </a:lnTo>
                <a:lnTo>
                  <a:pt x="2051" y="4242"/>
                </a:lnTo>
                <a:lnTo>
                  <a:pt x="2052" y="4242"/>
                </a:lnTo>
                <a:lnTo>
                  <a:pt x="2053" y="4242"/>
                </a:lnTo>
                <a:lnTo>
                  <a:pt x="2054" y="4242"/>
                </a:lnTo>
                <a:lnTo>
                  <a:pt x="2055" y="4242"/>
                </a:lnTo>
                <a:lnTo>
                  <a:pt x="2056" y="4242"/>
                </a:lnTo>
                <a:lnTo>
                  <a:pt x="2057" y="4242"/>
                </a:lnTo>
                <a:lnTo>
                  <a:pt x="2058" y="4242"/>
                </a:lnTo>
                <a:lnTo>
                  <a:pt x="2059" y="4242"/>
                </a:lnTo>
                <a:lnTo>
                  <a:pt x="2060" y="4242"/>
                </a:lnTo>
                <a:lnTo>
                  <a:pt x="2061" y="4242"/>
                </a:lnTo>
                <a:lnTo>
                  <a:pt x="2062" y="4242"/>
                </a:lnTo>
                <a:lnTo>
                  <a:pt x="2063" y="4242"/>
                </a:lnTo>
                <a:lnTo>
                  <a:pt x="2064" y="4242"/>
                </a:lnTo>
                <a:lnTo>
                  <a:pt x="2065" y="4242"/>
                </a:lnTo>
                <a:lnTo>
                  <a:pt x="2066" y="4242"/>
                </a:lnTo>
                <a:lnTo>
                  <a:pt x="2067" y="4242"/>
                </a:lnTo>
                <a:lnTo>
                  <a:pt x="2068" y="4242"/>
                </a:lnTo>
                <a:lnTo>
                  <a:pt x="2069" y="4242"/>
                </a:lnTo>
                <a:lnTo>
                  <a:pt x="2070" y="4242"/>
                </a:lnTo>
                <a:lnTo>
                  <a:pt x="2071" y="4242"/>
                </a:lnTo>
                <a:lnTo>
                  <a:pt x="2072" y="4242"/>
                </a:lnTo>
                <a:lnTo>
                  <a:pt x="2073" y="4242"/>
                </a:lnTo>
                <a:lnTo>
                  <a:pt x="2074" y="4242"/>
                </a:lnTo>
                <a:lnTo>
                  <a:pt x="2075" y="4242"/>
                </a:lnTo>
                <a:lnTo>
                  <a:pt x="2076" y="4242"/>
                </a:lnTo>
                <a:lnTo>
                  <a:pt x="2077" y="4242"/>
                </a:lnTo>
                <a:lnTo>
                  <a:pt x="2078" y="4242"/>
                </a:lnTo>
                <a:lnTo>
                  <a:pt x="2079" y="4242"/>
                </a:lnTo>
                <a:lnTo>
                  <a:pt x="2080" y="4242"/>
                </a:lnTo>
                <a:lnTo>
                  <a:pt x="2081" y="4242"/>
                </a:lnTo>
                <a:lnTo>
                  <a:pt x="2082" y="4242"/>
                </a:lnTo>
                <a:lnTo>
                  <a:pt x="2083" y="4242"/>
                </a:lnTo>
                <a:lnTo>
                  <a:pt x="2084" y="4242"/>
                </a:lnTo>
                <a:lnTo>
                  <a:pt x="2085" y="4242"/>
                </a:lnTo>
                <a:lnTo>
                  <a:pt x="2086" y="4242"/>
                </a:lnTo>
                <a:lnTo>
                  <a:pt x="2087" y="4242"/>
                </a:lnTo>
                <a:lnTo>
                  <a:pt x="2088" y="4242"/>
                </a:lnTo>
                <a:lnTo>
                  <a:pt x="2089" y="4242"/>
                </a:lnTo>
                <a:lnTo>
                  <a:pt x="2090" y="4242"/>
                </a:lnTo>
                <a:lnTo>
                  <a:pt x="2091" y="4242"/>
                </a:lnTo>
                <a:lnTo>
                  <a:pt x="2092" y="4242"/>
                </a:lnTo>
                <a:lnTo>
                  <a:pt x="2093" y="4242"/>
                </a:lnTo>
                <a:lnTo>
                  <a:pt x="2094" y="4242"/>
                </a:lnTo>
                <a:lnTo>
                  <a:pt x="2095" y="4242"/>
                </a:lnTo>
                <a:lnTo>
                  <a:pt x="2096" y="4242"/>
                </a:lnTo>
                <a:lnTo>
                  <a:pt x="2097" y="4242"/>
                </a:lnTo>
                <a:lnTo>
                  <a:pt x="2098" y="4242"/>
                </a:lnTo>
                <a:lnTo>
                  <a:pt x="2099" y="4242"/>
                </a:lnTo>
                <a:lnTo>
                  <a:pt x="2100" y="4242"/>
                </a:lnTo>
                <a:lnTo>
                  <a:pt x="2101" y="4242"/>
                </a:lnTo>
                <a:lnTo>
                  <a:pt x="2102" y="4242"/>
                </a:lnTo>
                <a:lnTo>
                  <a:pt x="2103" y="4242"/>
                </a:lnTo>
                <a:lnTo>
                  <a:pt x="2104" y="4242"/>
                </a:lnTo>
                <a:lnTo>
                  <a:pt x="2105" y="4242"/>
                </a:lnTo>
                <a:lnTo>
                  <a:pt x="2106" y="4242"/>
                </a:lnTo>
                <a:lnTo>
                  <a:pt x="2107" y="4242"/>
                </a:lnTo>
                <a:lnTo>
                  <a:pt x="2108" y="4242"/>
                </a:lnTo>
                <a:lnTo>
                  <a:pt x="2109" y="4242"/>
                </a:lnTo>
                <a:lnTo>
                  <a:pt x="2110" y="4242"/>
                </a:lnTo>
                <a:lnTo>
                  <a:pt x="2111" y="4242"/>
                </a:lnTo>
                <a:lnTo>
                  <a:pt x="2112" y="4242"/>
                </a:lnTo>
                <a:lnTo>
                  <a:pt x="2113" y="4242"/>
                </a:lnTo>
                <a:lnTo>
                  <a:pt x="2114" y="4242"/>
                </a:lnTo>
                <a:lnTo>
                  <a:pt x="2115" y="4242"/>
                </a:lnTo>
                <a:lnTo>
                  <a:pt x="2116" y="4242"/>
                </a:lnTo>
                <a:lnTo>
                  <a:pt x="2117" y="4242"/>
                </a:lnTo>
                <a:lnTo>
                  <a:pt x="2118" y="4242"/>
                </a:lnTo>
                <a:lnTo>
                  <a:pt x="2119" y="4242"/>
                </a:lnTo>
                <a:lnTo>
                  <a:pt x="2120" y="4242"/>
                </a:lnTo>
                <a:lnTo>
                  <a:pt x="2121" y="4242"/>
                </a:lnTo>
                <a:lnTo>
                  <a:pt x="2122" y="4242"/>
                </a:lnTo>
                <a:lnTo>
                  <a:pt x="2123" y="4242"/>
                </a:lnTo>
                <a:lnTo>
                  <a:pt x="2124" y="4242"/>
                </a:lnTo>
                <a:lnTo>
                  <a:pt x="2125" y="4242"/>
                </a:lnTo>
                <a:lnTo>
                  <a:pt x="2126" y="4242"/>
                </a:lnTo>
                <a:lnTo>
                  <a:pt x="2127" y="4242"/>
                </a:lnTo>
                <a:lnTo>
                  <a:pt x="2128" y="4242"/>
                </a:lnTo>
                <a:lnTo>
                  <a:pt x="2129" y="4242"/>
                </a:lnTo>
                <a:lnTo>
                  <a:pt x="2130" y="4242"/>
                </a:lnTo>
                <a:lnTo>
                  <a:pt x="2131" y="4242"/>
                </a:lnTo>
                <a:lnTo>
                  <a:pt x="2132" y="4242"/>
                </a:lnTo>
                <a:lnTo>
                  <a:pt x="2133" y="4242"/>
                </a:lnTo>
                <a:lnTo>
                  <a:pt x="2134" y="4242"/>
                </a:lnTo>
                <a:lnTo>
                  <a:pt x="2135" y="4242"/>
                </a:lnTo>
                <a:lnTo>
                  <a:pt x="2136" y="4242"/>
                </a:lnTo>
                <a:lnTo>
                  <a:pt x="2137" y="4242"/>
                </a:lnTo>
                <a:lnTo>
                  <a:pt x="2138" y="4242"/>
                </a:lnTo>
                <a:lnTo>
                  <a:pt x="2139" y="4242"/>
                </a:lnTo>
                <a:lnTo>
                  <a:pt x="2140" y="4242"/>
                </a:lnTo>
                <a:lnTo>
                  <a:pt x="2141" y="4242"/>
                </a:lnTo>
                <a:lnTo>
                  <a:pt x="2142" y="4242"/>
                </a:lnTo>
                <a:lnTo>
                  <a:pt x="2143" y="4242"/>
                </a:lnTo>
                <a:lnTo>
                  <a:pt x="2144" y="4242"/>
                </a:lnTo>
                <a:lnTo>
                  <a:pt x="2145" y="4242"/>
                </a:lnTo>
                <a:lnTo>
                  <a:pt x="2146" y="4242"/>
                </a:lnTo>
                <a:lnTo>
                  <a:pt x="2147" y="4242"/>
                </a:lnTo>
                <a:lnTo>
                  <a:pt x="2148" y="4242"/>
                </a:lnTo>
                <a:lnTo>
                  <a:pt x="2149" y="4242"/>
                </a:lnTo>
                <a:lnTo>
                  <a:pt x="2150" y="4242"/>
                </a:lnTo>
                <a:lnTo>
                  <a:pt x="2151" y="4242"/>
                </a:lnTo>
                <a:lnTo>
                  <a:pt x="2152" y="4242"/>
                </a:lnTo>
                <a:lnTo>
                  <a:pt x="2153" y="4242"/>
                </a:lnTo>
                <a:lnTo>
                  <a:pt x="2154" y="4242"/>
                </a:lnTo>
                <a:lnTo>
                  <a:pt x="2155" y="4242"/>
                </a:lnTo>
                <a:lnTo>
                  <a:pt x="2156" y="4242"/>
                </a:lnTo>
                <a:lnTo>
                  <a:pt x="2157" y="4242"/>
                </a:lnTo>
                <a:lnTo>
                  <a:pt x="2158" y="4242"/>
                </a:lnTo>
                <a:lnTo>
                  <a:pt x="2159" y="4242"/>
                </a:lnTo>
                <a:lnTo>
                  <a:pt x="2160" y="4242"/>
                </a:lnTo>
                <a:lnTo>
                  <a:pt x="2161" y="4242"/>
                </a:lnTo>
                <a:lnTo>
                  <a:pt x="2162" y="4242"/>
                </a:lnTo>
                <a:lnTo>
                  <a:pt x="2163" y="4242"/>
                </a:lnTo>
                <a:lnTo>
                  <a:pt x="2164" y="4242"/>
                </a:lnTo>
                <a:lnTo>
                  <a:pt x="2165" y="4242"/>
                </a:lnTo>
                <a:lnTo>
                  <a:pt x="2166" y="4242"/>
                </a:lnTo>
                <a:lnTo>
                  <a:pt x="2167" y="4242"/>
                </a:lnTo>
                <a:lnTo>
                  <a:pt x="2168" y="4242"/>
                </a:lnTo>
                <a:lnTo>
                  <a:pt x="2169" y="4242"/>
                </a:lnTo>
                <a:lnTo>
                  <a:pt x="2170" y="4242"/>
                </a:lnTo>
                <a:lnTo>
                  <a:pt x="2171" y="4242"/>
                </a:lnTo>
                <a:lnTo>
                  <a:pt x="2172" y="4242"/>
                </a:lnTo>
                <a:lnTo>
                  <a:pt x="2173" y="4242"/>
                </a:lnTo>
                <a:lnTo>
                  <a:pt x="2174" y="4242"/>
                </a:lnTo>
                <a:lnTo>
                  <a:pt x="2175" y="4242"/>
                </a:lnTo>
                <a:lnTo>
                  <a:pt x="2176" y="4242"/>
                </a:lnTo>
                <a:lnTo>
                  <a:pt x="2177" y="4242"/>
                </a:lnTo>
                <a:lnTo>
                  <a:pt x="2178" y="4242"/>
                </a:lnTo>
                <a:lnTo>
                  <a:pt x="2179" y="4242"/>
                </a:lnTo>
                <a:lnTo>
                  <a:pt x="2180" y="4242"/>
                </a:lnTo>
                <a:lnTo>
                  <a:pt x="2181" y="4242"/>
                </a:lnTo>
                <a:lnTo>
                  <a:pt x="2182" y="4242"/>
                </a:lnTo>
                <a:lnTo>
                  <a:pt x="2183" y="4242"/>
                </a:lnTo>
                <a:lnTo>
                  <a:pt x="2184" y="4242"/>
                </a:lnTo>
                <a:lnTo>
                  <a:pt x="2185" y="4242"/>
                </a:lnTo>
                <a:lnTo>
                  <a:pt x="2186" y="4242"/>
                </a:lnTo>
                <a:lnTo>
                  <a:pt x="2187" y="4242"/>
                </a:lnTo>
                <a:lnTo>
                  <a:pt x="2188" y="4242"/>
                </a:lnTo>
                <a:lnTo>
                  <a:pt x="2189" y="4242"/>
                </a:lnTo>
                <a:lnTo>
                  <a:pt x="2190" y="4242"/>
                </a:lnTo>
                <a:lnTo>
                  <a:pt x="2191" y="4242"/>
                </a:lnTo>
                <a:lnTo>
                  <a:pt x="2192" y="4242"/>
                </a:lnTo>
                <a:lnTo>
                  <a:pt x="2193" y="4242"/>
                </a:lnTo>
                <a:lnTo>
                  <a:pt x="2194" y="4242"/>
                </a:lnTo>
                <a:lnTo>
                  <a:pt x="2195" y="4242"/>
                </a:lnTo>
                <a:lnTo>
                  <a:pt x="2196" y="4242"/>
                </a:lnTo>
                <a:lnTo>
                  <a:pt x="2197" y="4242"/>
                </a:lnTo>
                <a:lnTo>
                  <a:pt x="2198" y="4242"/>
                </a:lnTo>
                <a:lnTo>
                  <a:pt x="2199" y="4242"/>
                </a:lnTo>
                <a:lnTo>
                  <a:pt x="2200" y="4242"/>
                </a:lnTo>
                <a:lnTo>
                  <a:pt x="2201" y="4242"/>
                </a:lnTo>
                <a:lnTo>
                  <a:pt x="2202" y="4242"/>
                </a:lnTo>
                <a:lnTo>
                  <a:pt x="2203" y="4242"/>
                </a:lnTo>
                <a:lnTo>
                  <a:pt x="2204" y="4242"/>
                </a:lnTo>
                <a:lnTo>
                  <a:pt x="2205" y="4242"/>
                </a:lnTo>
                <a:lnTo>
                  <a:pt x="2206" y="4242"/>
                </a:lnTo>
                <a:lnTo>
                  <a:pt x="2207" y="4242"/>
                </a:lnTo>
                <a:lnTo>
                  <a:pt x="2208" y="4242"/>
                </a:lnTo>
                <a:lnTo>
                  <a:pt x="2209" y="4242"/>
                </a:lnTo>
                <a:lnTo>
                  <a:pt x="2210" y="4242"/>
                </a:lnTo>
                <a:lnTo>
                  <a:pt x="2211" y="4242"/>
                </a:lnTo>
                <a:lnTo>
                  <a:pt x="2212" y="4242"/>
                </a:lnTo>
                <a:lnTo>
                  <a:pt x="2213" y="4242"/>
                </a:lnTo>
                <a:lnTo>
                  <a:pt x="2214" y="4242"/>
                </a:lnTo>
                <a:lnTo>
                  <a:pt x="2215" y="4242"/>
                </a:lnTo>
                <a:lnTo>
                  <a:pt x="2216" y="4242"/>
                </a:lnTo>
                <a:lnTo>
                  <a:pt x="2217" y="4242"/>
                </a:lnTo>
                <a:lnTo>
                  <a:pt x="2218" y="4242"/>
                </a:lnTo>
                <a:lnTo>
                  <a:pt x="2219" y="4242"/>
                </a:lnTo>
                <a:lnTo>
                  <a:pt x="2220" y="4242"/>
                </a:lnTo>
                <a:lnTo>
                  <a:pt x="2221" y="4242"/>
                </a:lnTo>
                <a:lnTo>
                  <a:pt x="2222" y="4242"/>
                </a:lnTo>
                <a:lnTo>
                  <a:pt x="2223" y="4242"/>
                </a:lnTo>
                <a:lnTo>
                  <a:pt x="2224" y="4242"/>
                </a:lnTo>
                <a:lnTo>
                  <a:pt x="2225" y="4242"/>
                </a:lnTo>
                <a:lnTo>
                  <a:pt x="2226" y="4242"/>
                </a:lnTo>
                <a:lnTo>
                  <a:pt x="2227" y="4242"/>
                </a:lnTo>
                <a:lnTo>
                  <a:pt x="2228" y="4242"/>
                </a:lnTo>
                <a:lnTo>
                  <a:pt x="2229" y="4242"/>
                </a:lnTo>
                <a:lnTo>
                  <a:pt x="2230" y="4242"/>
                </a:lnTo>
                <a:lnTo>
                  <a:pt x="2231" y="4242"/>
                </a:lnTo>
                <a:lnTo>
                  <a:pt x="2232" y="4242"/>
                </a:lnTo>
                <a:lnTo>
                  <a:pt x="2233" y="4242"/>
                </a:lnTo>
                <a:lnTo>
                  <a:pt x="2234" y="4242"/>
                </a:lnTo>
                <a:lnTo>
                  <a:pt x="2235" y="4242"/>
                </a:lnTo>
                <a:lnTo>
                  <a:pt x="2236" y="4242"/>
                </a:lnTo>
                <a:lnTo>
                  <a:pt x="2237" y="4242"/>
                </a:lnTo>
                <a:lnTo>
                  <a:pt x="2238" y="4242"/>
                </a:lnTo>
                <a:lnTo>
                  <a:pt x="2239" y="4242"/>
                </a:lnTo>
                <a:lnTo>
                  <a:pt x="2240" y="4242"/>
                </a:lnTo>
                <a:lnTo>
                  <a:pt x="2241" y="4242"/>
                </a:lnTo>
                <a:lnTo>
                  <a:pt x="2242" y="4242"/>
                </a:lnTo>
                <a:lnTo>
                  <a:pt x="2243" y="4242"/>
                </a:lnTo>
                <a:lnTo>
                  <a:pt x="2244" y="4242"/>
                </a:lnTo>
                <a:lnTo>
                  <a:pt x="2245" y="4242"/>
                </a:lnTo>
                <a:lnTo>
                  <a:pt x="2246" y="4242"/>
                </a:lnTo>
                <a:lnTo>
                  <a:pt x="2247" y="4242"/>
                </a:lnTo>
                <a:lnTo>
                  <a:pt x="2248" y="4242"/>
                </a:lnTo>
                <a:lnTo>
                  <a:pt x="2249" y="4242"/>
                </a:lnTo>
                <a:lnTo>
                  <a:pt x="2250" y="4242"/>
                </a:lnTo>
                <a:lnTo>
                  <a:pt x="2251" y="4242"/>
                </a:lnTo>
                <a:lnTo>
                  <a:pt x="2252" y="4242"/>
                </a:lnTo>
                <a:lnTo>
                  <a:pt x="2253" y="4242"/>
                </a:lnTo>
                <a:lnTo>
                  <a:pt x="2254" y="4242"/>
                </a:lnTo>
                <a:lnTo>
                  <a:pt x="2255" y="4242"/>
                </a:lnTo>
                <a:lnTo>
                  <a:pt x="2256" y="4242"/>
                </a:lnTo>
                <a:lnTo>
                  <a:pt x="2257" y="4242"/>
                </a:lnTo>
                <a:lnTo>
                  <a:pt x="2258" y="4242"/>
                </a:lnTo>
                <a:lnTo>
                  <a:pt x="2259" y="4242"/>
                </a:lnTo>
                <a:lnTo>
                  <a:pt x="2260" y="4242"/>
                </a:lnTo>
                <a:lnTo>
                  <a:pt x="2261" y="4242"/>
                </a:lnTo>
                <a:lnTo>
                  <a:pt x="2262" y="4242"/>
                </a:lnTo>
                <a:lnTo>
                  <a:pt x="2263" y="4242"/>
                </a:lnTo>
                <a:lnTo>
                  <a:pt x="2264" y="4242"/>
                </a:lnTo>
                <a:lnTo>
                  <a:pt x="2265" y="4242"/>
                </a:lnTo>
                <a:lnTo>
                  <a:pt x="2266" y="4242"/>
                </a:lnTo>
                <a:lnTo>
                  <a:pt x="2267" y="4242"/>
                </a:lnTo>
                <a:lnTo>
                  <a:pt x="2268" y="4242"/>
                </a:lnTo>
                <a:lnTo>
                  <a:pt x="2269" y="4242"/>
                </a:lnTo>
                <a:lnTo>
                  <a:pt x="2270" y="4242"/>
                </a:lnTo>
                <a:lnTo>
                  <a:pt x="2271" y="4242"/>
                </a:lnTo>
                <a:lnTo>
                  <a:pt x="2272" y="4242"/>
                </a:lnTo>
                <a:lnTo>
                  <a:pt x="2273" y="4242"/>
                </a:lnTo>
                <a:lnTo>
                  <a:pt x="2274" y="4242"/>
                </a:lnTo>
                <a:lnTo>
                  <a:pt x="2275" y="4242"/>
                </a:lnTo>
                <a:lnTo>
                  <a:pt x="2276" y="4242"/>
                </a:lnTo>
                <a:lnTo>
                  <a:pt x="2277" y="4242"/>
                </a:lnTo>
                <a:lnTo>
                  <a:pt x="2278" y="4242"/>
                </a:lnTo>
                <a:lnTo>
                  <a:pt x="2279" y="4242"/>
                </a:lnTo>
                <a:lnTo>
                  <a:pt x="2280" y="4242"/>
                </a:lnTo>
                <a:lnTo>
                  <a:pt x="2281" y="4242"/>
                </a:lnTo>
                <a:lnTo>
                  <a:pt x="2282" y="4242"/>
                </a:lnTo>
                <a:lnTo>
                  <a:pt x="2283" y="4242"/>
                </a:lnTo>
                <a:lnTo>
                  <a:pt x="2284" y="4242"/>
                </a:lnTo>
                <a:lnTo>
                  <a:pt x="2285" y="4242"/>
                </a:lnTo>
                <a:lnTo>
                  <a:pt x="2286" y="4242"/>
                </a:lnTo>
                <a:lnTo>
                  <a:pt x="2287" y="4242"/>
                </a:lnTo>
                <a:lnTo>
                  <a:pt x="2288" y="4242"/>
                </a:lnTo>
                <a:lnTo>
                  <a:pt x="2289" y="4242"/>
                </a:lnTo>
                <a:lnTo>
                  <a:pt x="2290" y="4242"/>
                </a:lnTo>
                <a:lnTo>
                  <a:pt x="2291" y="4242"/>
                </a:lnTo>
                <a:lnTo>
                  <a:pt x="2292" y="4242"/>
                </a:lnTo>
                <a:lnTo>
                  <a:pt x="2293" y="4242"/>
                </a:lnTo>
                <a:lnTo>
                  <a:pt x="2294" y="4242"/>
                </a:lnTo>
                <a:lnTo>
                  <a:pt x="2295" y="4242"/>
                </a:lnTo>
                <a:lnTo>
                  <a:pt x="2296" y="4242"/>
                </a:lnTo>
                <a:lnTo>
                  <a:pt x="2297" y="4242"/>
                </a:lnTo>
                <a:lnTo>
                  <a:pt x="2298" y="4242"/>
                </a:lnTo>
                <a:lnTo>
                  <a:pt x="2299" y="4242"/>
                </a:lnTo>
                <a:lnTo>
                  <a:pt x="2300" y="4242"/>
                </a:lnTo>
                <a:lnTo>
                  <a:pt x="2301" y="4242"/>
                </a:lnTo>
                <a:lnTo>
                  <a:pt x="2302" y="4242"/>
                </a:lnTo>
                <a:lnTo>
                  <a:pt x="2303" y="4242"/>
                </a:lnTo>
                <a:lnTo>
                  <a:pt x="2304" y="4242"/>
                </a:lnTo>
                <a:lnTo>
                  <a:pt x="2305" y="4242"/>
                </a:lnTo>
                <a:lnTo>
                  <a:pt x="2306" y="4242"/>
                </a:lnTo>
                <a:lnTo>
                  <a:pt x="2307" y="4242"/>
                </a:lnTo>
                <a:lnTo>
                  <a:pt x="2308" y="4242"/>
                </a:lnTo>
                <a:lnTo>
                  <a:pt x="2309" y="4242"/>
                </a:lnTo>
                <a:lnTo>
                  <a:pt x="2310" y="4242"/>
                </a:lnTo>
                <a:lnTo>
                  <a:pt x="2311" y="4242"/>
                </a:lnTo>
                <a:lnTo>
                  <a:pt x="2312" y="4242"/>
                </a:lnTo>
                <a:lnTo>
                  <a:pt x="2313" y="4242"/>
                </a:lnTo>
                <a:lnTo>
                  <a:pt x="2314" y="4242"/>
                </a:lnTo>
                <a:lnTo>
                  <a:pt x="2315" y="4242"/>
                </a:lnTo>
                <a:lnTo>
                  <a:pt x="2316" y="4242"/>
                </a:lnTo>
                <a:lnTo>
                  <a:pt x="2317" y="4242"/>
                </a:lnTo>
                <a:lnTo>
                  <a:pt x="2318" y="4242"/>
                </a:lnTo>
                <a:lnTo>
                  <a:pt x="2319" y="4242"/>
                </a:lnTo>
                <a:lnTo>
                  <a:pt x="2320" y="4242"/>
                </a:lnTo>
                <a:lnTo>
                  <a:pt x="2321" y="4242"/>
                </a:lnTo>
                <a:lnTo>
                  <a:pt x="2322" y="4242"/>
                </a:lnTo>
                <a:lnTo>
                  <a:pt x="2323" y="4242"/>
                </a:lnTo>
                <a:lnTo>
                  <a:pt x="2324" y="4242"/>
                </a:lnTo>
                <a:lnTo>
                  <a:pt x="2325" y="4242"/>
                </a:lnTo>
                <a:lnTo>
                  <a:pt x="2326" y="4242"/>
                </a:lnTo>
                <a:lnTo>
                  <a:pt x="2327" y="4242"/>
                </a:lnTo>
                <a:lnTo>
                  <a:pt x="2328" y="4242"/>
                </a:lnTo>
                <a:lnTo>
                  <a:pt x="2329" y="4242"/>
                </a:lnTo>
                <a:lnTo>
                  <a:pt x="2330" y="4242"/>
                </a:lnTo>
                <a:lnTo>
                  <a:pt x="2331" y="4242"/>
                </a:lnTo>
                <a:lnTo>
                  <a:pt x="2332" y="4242"/>
                </a:lnTo>
                <a:lnTo>
                  <a:pt x="2333" y="4242"/>
                </a:lnTo>
                <a:lnTo>
                  <a:pt x="2334" y="4242"/>
                </a:lnTo>
                <a:lnTo>
                  <a:pt x="2335" y="4242"/>
                </a:lnTo>
                <a:lnTo>
                  <a:pt x="2336" y="4242"/>
                </a:lnTo>
                <a:lnTo>
                  <a:pt x="2337" y="4242"/>
                </a:lnTo>
                <a:lnTo>
                  <a:pt x="2338" y="4242"/>
                </a:lnTo>
                <a:lnTo>
                  <a:pt x="2339" y="4242"/>
                </a:lnTo>
                <a:lnTo>
                  <a:pt x="2340" y="4242"/>
                </a:lnTo>
                <a:lnTo>
                  <a:pt x="2341" y="4242"/>
                </a:lnTo>
                <a:lnTo>
                  <a:pt x="2342" y="4242"/>
                </a:lnTo>
                <a:lnTo>
                  <a:pt x="2343" y="4242"/>
                </a:lnTo>
                <a:lnTo>
                  <a:pt x="2344" y="4242"/>
                </a:lnTo>
                <a:lnTo>
                  <a:pt x="2345" y="4242"/>
                </a:lnTo>
                <a:lnTo>
                  <a:pt x="2346" y="4242"/>
                </a:lnTo>
                <a:lnTo>
                  <a:pt x="2347" y="4242"/>
                </a:lnTo>
                <a:lnTo>
                  <a:pt x="2348" y="4242"/>
                </a:lnTo>
                <a:lnTo>
                  <a:pt x="2349" y="4242"/>
                </a:lnTo>
                <a:lnTo>
                  <a:pt x="2350" y="4242"/>
                </a:lnTo>
                <a:lnTo>
                  <a:pt x="2351" y="4242"/>
                </a:lnTo>
                <a:lnTo>
                  <a:pt x="2352" y="4242"/>
                </a:lnTo>
                <a:lnTo>
                  <a:pt x="2353" y="4242"/>
                </a:lnTo>
                <a:lnTo>
                  <a:pt x="2354" y="4242"/>
                </a:lnTo>
                <a:lnTo>
                  <a:pt x="2355" y="4242"/>
                </a:lnTo>
                <a:lnTo>
                  <a:pt x="2356" y="4242"/>
                </a:lnTo>
                <a:lnTo>
                  <a:pt x="2357" y="4242"/>
                </a:lnTo>
                <a:lnTo>
                  <a:pt x="2358" y="4242"/>
                </a:lnTo>
                <a:lnTo>
                  <a:pt x="2359" y="4242"/>
                </a:lnTo>
                <a:lnTo>
                  <a:pt x="2360" y="4242"/>
                </a:lnTo>
                <a:lnTo>
                  <a:pt x="2361" y="4242"/>
                </a:lnTo>
                <a:lnTo>
                  <a:pt x="2362" y="4242"/>
                </a:lnTo>
                <a:lnTo>
                  <a:pt x="2363" y="4242"/>
                </a:lnTo>
                <a:lnTo>
                  <a:pt x="2364" y="4242"/>
                </a:lnTo>
                <a:lnTo>
                  <a:pt x="2365" y="4242"/>
                </a:lnTo>
                <a:lnTo>
                  <a:pt x="2366" y="4242"/>
                </a:lnTo>
                <a:lnTo>
                  <a:pt x="2367" y="4242"/>
                </a:lnTo>
                <a:lnTo>
                  <a:pt x="2368" y="4242"/>
                </a:lnTo>
                <a:lnTo>
                  <a:pt x="2369" y="4242"/>
                </a:lnTo>
                <a:lnTo>
                  <a:pt x="2370" y="4242"/>
                </a:lnTo>
                <a:lnTo>
                  <a:pt x="2371" y="4242"/>
                </a:lnTo>
                <a:lnTo>
                  <a:pt x="2372" y="4242"/>
                </a:lnTo>
                <a:lnTo>
                  <a:pt x="2373" y="4242"/>
                </a:lnTo>
                <a:lnTo>
                  <a:pt x="2374" y="4242"/>
                </a:lnTo>
                <a:lnTo>
                  <a:pt x="2375" y="4242"/>
                </a:lnTo>
                <a:lnTo>
                  <a:pt x="2376" y="4242"/>
                </a:lnTo>
                <a:lnTo>
                  <a:pt x="2377" y="4242"/>
                </a:lnTo>
                <a:lnTo>
                  <a:pt x="2378" y="4242"/>
                </a:lnTo>
                <a:lnTo>
                  <a:pt x="2379" y="4242"/>
                </a:lnTo>
                <a:lnTo>
                  <a:pt x="2380" y="4242"/>
                </a:lnTo>
                <a:lnTo>
                  <a:pt x="2381" y="4242"/>
                </a:lnTo>
                <a:lnTo>
                  <a:pt x="2382" y="4242"/>
                </a:lnTo>
                <a:lnTo>
                  <a:pt x="2383" y="4242"/>
                </a:lnTo>
                <a:lnTo>
                  <a:pt x="2384" y="4242"/>
                </a:lnTo>
                <a:lnTo>
                  <a:pt x="2385" y="4242"/>
                </a:lnTo>
                <a:lnTo>
                  <a:pt x="2386" y="4242"/>
                </a:lnTo>
                <a:lnTo>
                  <a:pt x="2387" y="4242"/>
                </a:lnTo>
                <a:lnTo>
                  <a:pt x="2388" y="4242"/>
                </a:lnTo>
                <a:lnTo>
                  <a:pt x="2389" y="4242"/>
                </a:lnTo>
                <a:lnTo>
                  <a:pt x="2390" y="4242"/>
                </a:lnTo>
                <a:lnTo>
                  <a:pt x="2391" y="4242"/>
                </a:lnTo>
                <a:lnTo>
                  <a:pt x="2392" y="4242"/>
                </a:lnTo>
                <a:lnTo>
                  <a:pt x="2393" y="4242"/>
                </a:lnTo>
                <a:lnTo>
                  <a:pt x="2394" y="4242"/>
                </a:lnTo>
                <a:lnTo>
                  <a:pt x="2395" y="4242"/>
                </a:lnTo>
                <a:lnTo>
                  <a:pt x="2396" y="4242"/>
                </a:lnTo>
                <a:lnTo>
                  <a:pt x="2397" y="4242"/>
                </a:lnTo>
                <a:lnTo>
                  <a:pt x="2398" y="4242"/>
                </a:lnTo>
                <a:lnTo>
                  <a:pt x="2399" y="4242"/>
                </a:lnTo>
                <a:lnTo>
                  <a:pt x="2400" y="4242"/>
                </a:lnTo>
                <a:lnTo>
                  <a:pt x="2401" y="4242"/>
                </a:lnTo>
                <a:lnTo>
                  <a:pt x="2402" y="4242"/>
                </a:lnTo>
                <a:lnTo>
                  <a:pt x="2403" y="4242"/>
                </a:lnTo>
                <a:lnTo>
                  <a:pt x="2404" y="4242"/>
                </a:lnTo>
                <a:lnTo>
                  <a:pt x="2405" y="4242"/>
                </a:lnTo>
                <a:lnTo>
                  <a:pt x="2406" y="4242"/>
                </a:lnTo>
                <a:lnTo>
                  <a:pt x="2407" y="4242"/>
                </a:lnTo>
                <a:lnTo>
                  <a:pt x="2408" y="4242"/>
                </a:lnTo>
                <a:lnTo>
                  <a:pt x="2409" y="4242"/>
                </a:lnTo>
                <a:lnTo>
                  <a:pt x="2410" y="4242"/>
                </a:lnTo>
                <a:lnTo>
                  <a:pt x="2411" y="4242"/>
                </a:lnTo>
                <a:lnTo>
                  <a:pt x="2412" y="4242"/>
                </a:lnTo>
                <a:lnTo>
                  <a:pt x="2413" y="4242"/>
                </a:lnTo>
                <a:lnTo>
                  <a:pt x="2414" y="4242"/>
                </a:lnTo>
                <a:lnTo>
                  <a:pt x="2415" y="4242"/>
                </a:lnTo>
                <a:lnTo>
                  <a:pt x="2416" y="4242"/>
                </a:lnTo>
                <a:lnTo>
                  <a:pt x="2417" y="4242"/>
                </a:lnTo>
                <a:lnTo>
                  <a:pt x="2418" y="4242"/>
                </a:lnTo>
                <a:lnTo>
                  <a:pt x="2419" y="4242"/>
                </a:lnTo>
                <a:lnTo>
                  <a:pt x="2420" y="4242"/>
                </a:lnTo>
                <a:lnTo>
                  <a:pt x="2421" y="4242"/>
                </a:lnTo>
                <a:lnTo>
                  <a:pt x="2422" y="4242"/>
                </a:lnTo>
                <a:lnTo>
                  <a:pt x="2423" y="4242"/>
                </a:lnTo>
                <a:lnTo>
                  <a:pt x="2424" y="4242"/>
                </a:lnTo>
                <a:lnTo>
                  <a:pt x="2425" y="4242"/>
                </a:lnTo>
                <a:lnTo>
                  <a:pt x="2426" y="4242"/>
                </a:lnTo>
                <a:lnTo>
                  <a:pt x="2427" y="4242"/>
                </a:lnTo>
                <a:lnTo>
                  <a:pt x="2428" y="4242"/>
                </a:lnTo>
                <a:lnTo>
                  <a:pt x="2429" y="4242"/>
                </a:lnTo>
                <a:lnTo>
                  <a:pt x="2430" y="4242"/>
                </a:lnTo>
                <a:lnTo>
                  <a:pt x="2431" y="4242"/>
                </a:lnTo>
                <a:lnTo>
                  <a:pt x="2432" y="4242"/>
                </a:lnTo>
                <a:lnTo>
                  <a:pt x="2433" y="4242"/>
                </a:lnTo>
                <a:lnTo>
                  <a:pt x="2434" y="4242"/>
                </a:lnTo>
                <a:lnTo>
                  <a:pt x="2435" y="4242"/>
                </a:lnTo>
                <a:lnTo>
                  <a:pt x="2436" y="4242"/>
                </a:lnTo>
                <a:lnTo>
                  <a:pt x="2437" y="4242"/>
                </a:lnTo>
                <a:lnTo>
                  <a:pt x="2438" y="4242"/>
                </a:lnTo>
                <a:lnTo>
                  <a:pt x="2439" y="4242"/>
                </a:lnTo>
                <a:lnTo>
                  <a:pt x="2440" y="4242"/>
                </a:lnTo>
                <a:lnTo>
                  <a:pt x="2441" y="4242"/>
                </a:lnTo>
                <a:lnTo>
                  <a:pt x="2442" y="4242"/>
                </a:lnTo>
                <a:lnTo>
                  <a:pt x="2443" y="4242"/>
                </a:lnTo>
                <a:lnTo>
                  <a:pt x="2444" y="4242"/>
                </a:lnTo>
                <a:lnTo>
                  <a:pt x="2445" y="4242"/>
                </a:lnTo>
                <a:lnTo>
                  <a:pt x="2446" y="4242"/>
                </a:lnTo>
                <a:lnTo>
                  <a:pt x="2447" y="4242"/>
                </a:lnTo>
                <a:lnTo>
                  <a:pt x="2448" y="4242"/>
                </a:lnTo>
                <a:lnTo>
                  <a:pt x="2449" y="4242"/>
                </a:lnTo>
                <a:lnTo>
                  <a:pt x="2450" y="4242"/>
                </a:lnTo>
                <a:lnTo>
                  <a:pt x="2451" y="4242"/>
                </a:lnTo>
                <a:lnTo>
                  <a:pt x="2452" y="4242"/>
                </a:lnTo>
                <a:lnTo>
                  <a:pt x="2453" y="4242"/>
                </a:lnTo>
                <a:lnTo>
                  <a:pt x="2454" y="4242"/>
                </a:lnTo>
                <a:lnTo>
                  <a:pt x="2455" y="4242"/>
                </a:lnTo>
                <a:lnTo>
                  <a:pt x="2456" y="4242"/>
                </a:lnTo>
                <a:lnTo>
                  <a:pt x="2457" y="4242"/>
                </a:lnTo>
                <a:lnTo>
                  <a:pt x="2458" y="4242"/>
                </a:lnTo>
                <a:lnTo>
                  <a:pt x="2459" y="4242"/>
                </a:lnTo>
                <a:lnTo>
                  <a:pt x="2460" y="4242"/>
                </a:lnTo>
                <a:lnTo>
                  <a:pt x="2461" y="4242"/>
                </a:lnTo>
                <a:lnTo>
                  <a:pt x="2462" y="4242"/>
                </a:lnTo>
                <a:lnTo>
                  <a:pt x="2463" y="4242"/>
                </a:lnTo>
                <a:lnTo>
                  <a:pt x="2464" y="4242"/>
                </a:lnTo>
                <a:lnTo>
                  <a:pt x="2465" y="4242"/>
                </a:lnTo>
                <a:lnTo>
                  <a:pt x="2466" y="4242"/>
                </a:lnTo>
                <a:lnTo>
                  <a:pt x="2467" y="4242"/>
                </a:lnTo>
                <a:lnTo>
                  <a:pt x="2468" y="4242"/>
                </a:lnTo>
                <a:lnTo>
                  <a:pt x="2469" y="4242"/>
                </a:lnTo>
                <a:lnTo>
                  <a:pt x="2470" y="4242"/>
                </a:lnTo>
                <a:lnTo>
                  <a:pt x="2471" y="4242"/>
                </a:lnTo>
                <a:lnTo>
                  <a:pt x="2472" y="4242"/>
                </a:lnTo>
                <a:lnTo>
                  <a:pt x="2473" y="4242"/>
                </a:lnTo>
                <a:lnTo>
                  <a:pt x="2474" y="4242"/>
                </a:lnTo>
                <a:lnTo>
                  <a:pt x="2475" y="4242"/>
                </a:lnTo>
                <a:lnTo>
                  <a:pt x="2476" y="4242"/>
                </a:lnTo>
                <a:lnTo>
                  <a:pt x="2477" y="4242"/>
                </a:lnTo>
                <a:lnTo>
                  <a:pt x="2478" y="4242"/>
                </a:lnTo>
                <a:lnTo>
                  <a:pt x="2479" y="4242"/>
                </a:lnTo>
                <a:lnTo>
                  <a:pt x="2480" y="4242"/>
                </a:lnTo>
                <a:lnTo>
                  <a:pt x="2481" y="4242"/>
                </a:lnTo>
                <a:lnTo>
                  <a:pt x="2482" y="4242"/>
                </a:lnTo>
                <a:lnTo>
                  <a:pt x="2483" y="4242"/>
                </a:lnTo>
                <a:lnTo>
                  <a:pt x="2484" y="4242"/>
                </a:lnTo>
                <a:lnTo>
                  <a:pt x="2485" y="4242"/>
                </a:lnTo>
                <a:lnTo>
                  <a:pt x="2486" y="4242"/>
                </a:lnTo>
                <a:lnTo>
                  <a:pt x="2487" y="4242"/>
                </a:lnTo>
                <a:lnTo>
                  <a:pt x="2488" y="4242"/>
                </a:lnTo>
                <a:lnTo>
                  <a:pt x="2489" y="4242"/>
                </a:lnTo>
                <a:lnTo>
                  <a:pt x="2490" y="4242"/>
                </a:lnTo>
                <a:lnTo>
                  <a:pt x="2491" y="4242"/>
                </a:lnTo>
                <a:lnTo>
                  <a:pt x="2492" y="4242"/>
                </a:lnTo>
                <a:lnTo>
                  <a:pt x="2493" y="4242"/>
                </a:lnTo>
                <a:lnTo>
                  <a:pt x="2494" y="4242"/>
                </a:lnTo>
                <a:lnTo>
                  <a:pt x="2495" y="4242"/>
                </a:lnTo>
                <a:lnTo>
                  <a:pt x="2496" y="4242"/>
                </a:lnTo>
                <a:lnTo>
                  <a:pt x="2497" y="4242"/>
                </a:lnTo>
                <a:lnTo>
                  <a:pt x="2498" y="4242"/>
                </a:lnTo>
                <a:lnTo>
                  <a:pt x="2499" y="4242"/>
                </a:lnTo>
                <a:lnTo>
                  <a:pt x="2500" y="4242"/>
                </a:lnTo>
                <a:lnTo>
                  <a:pt x="2501" y="4242"/>
                </a:lnTo>
                <a:lnTo>
                  <a:pt x="2502" y="4242"/>
                </a:lnTo>
                <a:lnTo>
                  <a:pt x="2503" y="4242"/>
                </a:lnTo>
                <a:lnTo>
                  <a:pt x="2504" y="4242"/>
                </a:lnTo>
                <a:lnTo>
                  <a:pt x="2505" y="4242"/>
                </a:lnTo>
                <a:lnTo>
                  <a:pt x="2506" y="4242"/>
                </a:lnTo>
                <a:lnTo>
                  <a:pt x="2507" y="4242"/>
                </a:lnTo>
                <a:lnTo>
                  <a:pt x="2508" y="4242"/>
                </a:lnTo>
                <a:lnTo>
                  <a:pt x="2509" y="4242"/>
                </a:lnTo>
                <a:lnTo>
                  <a:pt x="2510" y="4242"/>
                </a:lnTo>
                <a:lnTo>
                  <a:pt x="2511" y="4242"/>
                </a:lnTo>
                <a:lnTo>
                  <a:pt x="2512" y="4242"/>
                </a:lnTo>
                <a:lnTo>
                  <a:pt x="2513" y="4242"/>
                </a:lnTo>
                <a:lnTo>
                  <a:pt x="2514" y="4242"/>
                </a:lnTo>
                <a:lnTo>
                  <a:pt x="2515" y="4242"/>
                </a:lnTo>
                <a:lnTo>
                  <a:pt x="2516" y="4242"/>
                </a:lnTo>
                <a:lnTo>
                  <a:pt x="2517" y="4242"/>
                </a:lnTo>
                <a:lnTo>
                  <a:pt x="2518" y="4242"/>
                </a:lnTo>
                <a:lnTo>
                  <a:pt x="2519" y="4242"/>
                </a:lnTo>
                <a:lnTo>
                  <a:pt x="2520" y="4242"/>
                </a:lnTo>
                <a:lnTo>
                  <a:pt x="2521" y="4242"/>
                </a:lnTo>
                <a:lnTo>
                  <a:pt x="2522" y="4242"/>
                </a:lnTo>
                <a:lnTo>
                  <a:pt x="2523" y="4242"/>
                </a:lnTo>
                <a:lnTo>
                  <a:pt x="2524" y="4242"/>
                </a:lnTo>
                <a:lnTo>
                  <a:pt x="2525" y="4242"/>
                </a:lnTo>
                <a:lnTo>
                  <a:pt x="2526" y="4242"/>
                </a:lnTo>
                <a:lnTo>
                  <a:pt x="2527" y="4242"/>
                </a:lnTo>
                <a:lnTo>
                  <a:pt x="2528" y="4242"/>
                </a:lnTo>
                <a:lnTo>
                  <a:pt x="2529" y="4242"/>
                </a:lnTo>
                <a:lnTo>
                  <a:pt x="2530" y="4242"/>
                </a:lnTo>
                <a:lnTo>
                  <a:pt x="2531" y="4242"/>
                </a:lnTo>
                <a:lnTo>
                  <a:pt x="2532" y="4242"/>
                </a:lnTo>
                <a:lnTo>
                  <a:pt x="2533" y="4242"/>
                </a:lnTo>
                <a:lnTo>
                  <a:pt x="2534" y="4242"/>
                </a:lnTo>
                <a:lnTo>
                  <a:pt x="2535" y="4242"/>
                </a:lnTo>
                <a:lnTo>
                  <a:pt x="2536" y="4242"/>
                </a:lnTo>
                <a:lnTo>
                  <a:pt x="2537" y="4242"/>
                </a:lnTo>
                <a:lnTo>
                  <a:pt x="2538" y="4242"/>
                </a:lnTo>
                <a:lnTo>
                  <a:pt x="2539" y="4242"/>
                </a:lnTo>
                <a:lnTo>
                  <a:pt x="2540" y="4242"/>
                </a:lnTo>
                <a:lnTo>
                  <a:pt x="2541" y="4242"/>
                </a:lnTo>
                <a:lnTo>
                  <a:pt x="2542" y="4242"/>
                </a:lnTo>
                <a:lnTo>
                  <a:pt x="2543" y="4242"/>
                </a:lnTo>
                <a:lnTo>
                  <a:pt x="2544" y="4242"/>
                </a:lnTo>
                <a:lnTo>
                  <a:pt x="2545" y="4242"/>
                </a:lnTo>
                <a:lnTo>
                  <a:pt x="2546" y="4242"/>
                </a:lnTo>
                <a:lnTo>
                  <a:pt x="2547" y="4242"/>
                </a:lnTo>
                <a:lnTo>
                  <a:pt x="2548" y="4242"/>
                </a:lnTo>
                <a:lnTo>
                  <a:pt x="2549" y="4242"/>
                </a:lnTo>
                <a:lnTo>
                  <a:pt x="2550" y="4242"/>
                </a:lnTo>
                <a:lnTo>
                  <a:pt x="2551" y="4242"/>
                </a:lnTo>
                <a:lnTo>
                  <a:pt x="2552" y="4242"/>
                </a:lnTo>
                <a:lnTo>
                  <a:pt x="2553" y="4242"/>
                </a:lnTo>
                <a:lnTo>
                  <a:pt x="2554" y="4242"/>
                </a:lnTo>
                <a:lnTo>
                  <a:pt x="2555" y="4242"/>
                </a:lnTo>
                <a:lnTo>
                  <a:pt x="2556" y="4242"/>
                </a:lnTo>
                <a:lnTo>
                  <a:pt x="2557" y="4242"/>
                </a:lnTo>
                <a:lnTo>
                  <a:pt x="2558" y="4242"/>
                </a:lnTo>
                <a:lnTo>
                  <a:pt x="2559" y="4242"/>
                </a:lnTo>
                <a:lnTo>
                  <a:pt x="2560" y="4242"/>
                </a:lnTo>
                <a:lnTo>
                  <a:pt x="2561" y="4242"/>
                </a:lnTo>
                <a:lnTo>
                  <a:pt x="2562" y="4242"/>
                </a:lnTo>
                <a:lnTo>
                  <a:pt x="2563" y="4242"/>
                </a:lnTo>
                <a:lnTo>
                  <a:pt x="2564" y="4242"/>
                </a:lnTo>
                <a:lnTo>
                  <a:pt x="2565" y="4242"/>
                </a:lnTo>
                <a:lnTo>
                  <a:pt x="2566" y="4242"/>
                </a:lnTo>
                <a:lnTo>
                  <a:pt x="2567" y="4242"/>
                </a:lnTo>
                <a:lnTo>
                  <a:pt x="2568" y="4242"/>
                </a:lnTo>
                <a:lnTo>
                  <a:pt x="2569" y="4242"/>
                </a:lnTo>
                <a:lnTo>
                  <a:pt x="2570" y="4242"/>
                </a:lnTo>
                <a:lnTo>
                  <a:pt x="2571" y="4242"/>
                </a:lnTo>
                <a:lnTo>
                  <a:pt x="2572" y="4242"/>
                </a:lnTo>
                <a:lnTo>
                  <a:pt x="2573" y="4242"/>
                </a:lnTo>
                <a:lnTo>
                  <a:pt x="2574" y="4242"/>
                </a:lnTo>
                <a:lnTo>
                  <a:pt x="2575" y="4242"/>
                </a:lnTo>
                <a:lnTo>
                  <a:pt x="2576" y="4242"/>
                </a:lnTo>
                <a:lnTo>
                  <a:pt x="2577" y="4242"/>
                </a:lnTo>
                <a:lnTo>
                  <a:pt x="2578" y="4242"/>
                </a:lnTo>
                <a:lnTo>
                  <a:pt x="2579" y="4242"/>
                </a:lnTo>
                <a:lnTo>
                  <a:pt x="2580" y="4242"/>
                </a:lnTo>
                <a:lnTo>
                  <a:pt x="2581" y="4242"/>
                </a:lnTo>
                <a:lnTo>
                  <a:pt x="2582" y="4242"/>
                </a:lnTo>
                <a:lnTo>
                  <a:pt x="2583" y="4242"/>
                </a:lnTo>
                <a:lnTo>
                  <a:pt x="2584" y="4242"/>
                </a:lnTo>
                <a:lnTo>
                  <a:pt x="2585" y="4242"/>
                </a:lnTo>
                <a:lnTo>
                  <a:pt x="2586" y="4242"/>
                </a:lnTo>
                <a:lnTo>
                  <a:pt x="2587" y="4242"/>
                </a:lnTo>
                <a:lnTo>
                  <a:pt x="2588" y="4242"/>
                </a:lnTo>
                <a:lnTo>
                  <a:pt x="2589" y="4242"/>
                </a:lnTo>
                <a:lnTo>
                  <a:pt x="2590" y="4242"/>
                </a:lnTo>
                <a:lnTo>
                  <a:pt x="2591" y="4242"/>
                </a:lnTo>
                <a:lnTo>
                  <a:pt x="2592" y="4242"/>
                </a:lnTo>
                <a:lnTo>
                  <a:pt x="2593" y="4242"/>
                </a:lnTo>
                <a:lnTo>
                  <a:pt x="2594" y="4242"/>
                </a:lnTo>
                <a:lnTo>
                  <a:pt x="2595" y="4242"/>
                </a:lnTo>
                <a:lnTo>
                  <a:pt x="2596" y="4242"/>
                </a:lnTo>
                <a:lnTo>
                  <a:pt x="2597" y="4242"/>
                </a:lnTo>
                <a:lnTo>
                  <a:pt x="2598" y="4242"/>
                </a:lnTo>
                <a:lnTo>
                  <a:pt x="2599" y="4242"/>
                </a:lnTo>
                <a:lnTo>
                  <a:pt x="2600" y="4242"/>
                </a:lnTo>
                <a:lnTo>
                  <a:pt x="2601" y="4242"/>
                </a:lnTo>
                <a:lnTo>
                  <a:pt x="2602" y="4242"/>
                </a:lnTo>
                <a:lnTo>
                  <a:pt x="2603" y="4242"/>
                </a:lnTo>
                <a:lnTo>
                  <a:pt x="2604" y="4242"/>
                </a:lnTo>
                <a:lnTo>
                  <a:pt x="2605" y="4242"/>
                </a:lnTo>
                <a:lnTo>
                  <a:pt x="2606" y="4242"/>
                </a:lnTo>
                <a:lnTo>
                  <a:pt x="2607" y="4242"/>
                </a:lnTo>
                <a:lnTo>
                  <a:pt x="2608" y="4242"/>
                </a:lnTo>
                <a:lnTo>
                  <a:pt x="2609" y="4242"/>
                </a:lnTo>
                <a:lnTo>
                  <a:pt x="2610" y="4242"/>
                </a:lnTo>
                <a:lnTo>
                  <a:pt x="2611" y="4242"/>
                </a:lnTo>
                <a:lnTo>
                  <a:pt x="2612" y="4242"/>
                </a:lnTo>
                <a:lnTo>
                  <a:pt x="2613" y="4242"/>
                </a:lnTo>
                <a:lnTo>
                  <a:pt x="2614" y="4242"/>
                </a:lnTo>
                <a:lnTo>
                  <a:pt x="2615" y="4242"/>
                </a:lnTo>
                <a:lnTo>
                  <a:pt x="2616" y="4242"/>
                </a:lnTo>
                <a:lnTo>
                  <a:pt x="2617" y="4242"/>
                </a:lnTo>
                <a:lnTo>
                  <a:pt x="2618" y="4242"/>
                </a:lnTo>
                <a:lnTo>
                  <a:pt x="2619" y="4242"/>
                </a:lnTo>
                <a:lnTo>
                  <a:pt x="2620" y="4242"/>
                </a:lnTo>
                <a:lnTo>
                  <a:pt x="2621" y="4242"/>
                </a:lnTo>
                <a:lnTo>
                  <a:pt x="2622" y="4242"/>
                </a:lnTo>
                <a:lnTo>
                  <a:pt x="2623" y="4242"/>
                </a:lnTo>
                <a:lnTo>
                  <a:pt x="2624" y="4242"/>
                </a:lnTo>
                <a:lnTo>
                  <a:pt x="2625" y="4242"/>
                </a:lnTo>
                <a:lnTo>
                  <a:pt x="2626" y="4242"/>
                </a:lnTo>
                <a:lnTo>
                  <a:pt x="2627" y="4242"/>
                </a:lnTo>
                <a:lnTo>
                  <a:pt x="2628" y="4242"/>
                </a:lnTo>
                <a:lnTo>
                  <a:pt x="2629" y="4242"/>
                </a:lnTo>
                <a:lnTo>
                  <a:pt x="2630" y="4242"/>
                </a:lnTo>
                <a:lnTo>
                  <a:pt x="2631" y="4242"/>
                </a:lnTo>
                <a:lnTo>
                  <a:pt x="2632" y="4242"/>
                </a:lnTo>
                <a:lnTo>
                  <a:pt x="2633" y="4242"/>
                </a:lnTo>
                <a:lnTo>
                  <a:pt x="2634" y="4242"/>
                </a:lnTo>
                <a:lnTo>
                  <a:pt x="2635" y="4242"/>
                </a:lnTo>
                <a:lnTo>
                  <a:pt x="2636" y="4242"/>
                </a:lnTo>
                <a:lnTo>
                  <a:pt x="2637" y="4242"/>
                </a:lnTo>
                <a:lnTo>
                  <a:pt x="2638" y="4242"/>
                </a:lnTo>
                <a:lnTo>
                  <a:pt x="2639" y="4242"/>
                </a:lnTo>
                <a:lnTo>
                  <a:pt x="2640" y="4242"/>
                </a:lnTo>
                <a:lnTo>
                  <a:pt x="2641" y="4242"/>
                </a:lnTo>
                <a:lnTo>
                  <a:pt x="2642" y="4242"/>
                </a:lnTo>
                <a:lnTo>
                  <a:pt x="2643" y="4242"/>
                </a:lnTo>
                <a:lnTo>
                  <a:pt x="2644" y="4242"/>
                </a:lnTo>
                <a:lnTo>
                  <a:pt x="2645" y="4242"/>
                </a:lnTo>
                <a:lnTo>
                  <a:pt x="2646" y="4242"/>
                </a:lnTo>
                <a:lnTo>
                  <a:pt x="2647" y="4242"/>
                </a:lnTo>
                <a:lnTo>
                  <a:pt x="2648" y="4242"/>
                </a:lnTo>
                <a:lnTo>
                  <a:pt x="2649" y="4242"/>
                </a:lnTo>
                <a:lnTo>
                  <a:pt x="2650" y="4242"/>
                </a:lnTo>
                <a:lnTo>
                  <a:pt x="2651" y="4242"/>
                </a:lnTo>
                <a:lnTo>
                  <a:pt x="2652" y="4242"/>
                </a:lnTo>
                <a:lnTo>
                  <a:pt x="2653" y="4242"/>
                </a:lnTo>
                <a:lnTo>
                  <a:pt x="2654" y="4242"/>
                </a:lnTo>
                <a:lnTo>
                  <a:pt x="2655" y="4242"/>
                </a:lnTo>
                <a:lnTo>
                  <a:pt x="2656" y="4242"/>
                </a:lnTo>
                <a:lnTo>
                  <a:pt x="2657" y="4242"/>
                </a:lnTo>
                <a:lnTo>
                  <a:pt x="2658" y="4242"/>
                </a:lnTo>
                <a:lnTo>
                  <a:pt x="2659" y="4242"/>
                </a:lnTo>
                <a:lnTo>
                  <a:pt x="2660" y="4242"/>
                </a:lnTo>
                <a:lnTo>
                  <a:pt x="2661" y="4242"/>
                </a:lnTo>
                <a:lnTo>
                  <a:pt x="2662" y="4242"/>
                </a:lnTo>
                <a:lnTo>
                  <a:pt x="2663" y="4242"/>
                </a:lnTo>
                <a:lnTo>
                  <a:pt x="2664" y="4242"/>
                </a:lnTo>
                <a:lnTo>
                  <a:pt x="2665" y="4242"/>
                </a:lnTo>
                <a:lnTo>
                  <a:pt x="2666" y="4242"/>
                </a:lnTo>
                <a:lnTo>
                  <a:pt x="2667" y="4242"/>
                </a:lnTo>
                <a:lnTo>
                  <a:pt x="2668" y="4242"/>
                </a:lnTo>
                <a:lnTo>
                  <a:pt x="2669" y="4242"/>
                </a:lnTo>
                <a:lnTo>
                  <a:pt x="2670" y="4242"/>
                </a:lnTo>
                <a:lnTo>
                  <a:pt x="2671" y="4242"/>
                </a:lnTo>
                <a:lnTo>
                  <a:pt x="2672" y="4242"/>
                </a:lnTo>
                <a:lnTo>
                  <a:pt x="2673" y="4242"/>
                </a:lnTo>
                <a:lnTo>
                  <a:pt x="2674" y="4242"/>
                </a:lnTo>
                <a:lnTo>
                  <a:pt x="2675" y="4242"/>
                </a:lnTo>
                <a:lnTo>
                  <a:pt x="2676" y="4242"/>
                </a:lnTo>
                <a:lnTo>
                  <a:pt x="2677" y="4242"/>
                </a:lnTo>
                <a:lnTo>
                  <a:pt x="2678" y="4242"/>
                </a:lnTo>
                <a:lnTo>
                  <a:pt x="2679" y="4242"/>
                </a:lnTo>
                <a:lnTo>
                  <a:pt x="2680" y="4242"/>
                </a:lnTo>
                <a:lnTo>
                  <a:pt x="2681" y="4242"/>
                </a:lnTo>
                <a:lnTo>
                  <a:pt x="2682" y="4242"/>
                </a:lnTo>
                <a:lnTo>
                  <a:pt x="2683" y="4242"/>
                </a:lnTo>
                <a:lnTo>
                  <a:pt x="2684" y="4242"/>
                </a:lnTo>
                <a:lnTo>
                  <a:pt x="2685" y="4242"/>
                </a:lnTo>
                <a:lnTo>
                  <a:pt x="2686" y="4242"/>
                </a:lnTo>
                <a:lnTo>
                  <a:pt x="2687" y="4242"/>
                </a:lnTo>
                <a:lnTo>
                  <a:pt x="2688" y="4242"/>
                </a:lnTo>
                <a:lnTo>
                  <a:pt x="2689" y="4242"/>
                </a:lnTo>
                <a:lnTo>
                  <a:pt x="2690" y="4242"/>
                </a:lnTo>
                <a:lnTo>
                  <a:pt x="2691" y="4242"/>
                </a:lnTo>
                <a:lnTo>
                  <a:pt x="2692" y="4242"/>
                </a:lnTo>
                <a:lnTo>
                  <a:pt x="2693" y="4242"/>
                </a:lnTo>
                <a:lnTo>
                  <a:pt x="2694" y="4242"/>
                </a:lnTo>
                <a:lnTo>
                  <a:pt x="2695" y="4242"/>
                </a:lnTo>
                <a:lnTo>
                  <a:pt x="2696" y="4242"/>
                </a:lnTo>
                <a:lnTo>
                  <a:pt x="2697" y="4242"/>
                </a:lnTo>
                <a:lnTo>
                  <a:pt x="2698" y="4242"/>
                </a:lnTo>
                <a:lnTo>
                  <a:pt x="2699" y="4242"/>
                </a:lnTo>
                <a:lnTo>
                  <a:pt x="2700" y="4242"/>
                </a:lnTo>
                <a:lnTo>
                  <a:pt x="2701" y="4242"/>
                </a:lnTo>
                <a:lnTo>
                  <a:pt x="2702" y="4242"/>
                </a:lnTo>
                <a:lnTo>
                  <a:pt x="2703" y="4242"/>
                </a:lnTo>
                <a:lnTo>
                  <a:pt x="2704" y="4242"/>
                </a:lnTo>
                <a:lnTo>
                  <a:pt x="2705" y="4242"/>
                </a:lnTo>
                <a:lnTo>
                  <a:pt x="2706" y="4242"/>
                </a:lnTo>
                <a:lnTo>
                  <a:pt x="2707" y="4242"/>
                </a:lnTo>
                <a:lnTo>
                  <a:pt x="2708" y="4242"/>
                </a:lnTo>
                <a:lnTo>
                  <a:pt x="2709" y="4242"/>
                </a:lnTo>
                <a:lnTo>
                  <a:pt x="2710" y="4242"/>
                </a:lnTo>
                <a:lnTo>
                  <a:pt x="2711" y="4242"/>
                </a:lnTo>
                <a:lnTo>
                  <a:pt x="2712" y="4242"/>
                </a:lnTo>
                <a:lnTo>
                  <a:pt x="2713" y="4242"/>
                </a:lnTo>
                <a:lnTo>
                  <a:pt x="2714" y="4242"/>
                </a:lnTo>
                <a:lnTo>
                  <a:pt x="2715" y="4242"/>
                </a:lnTo>
                <a:lnTo>
                  <a:pt x="2716" y="4242"/>
                </a:lnTo>
                <a:lnTo>
                  <a:pt x="2717" y="4242"/>
                </a:lnTo>
                <a:lnTo>
                  <a:pt x="2718" y="4242"/>
                </a:lnTo>
                <a:lnTo>
                  <a:pt x="2719" y="4242"/>
                </a:lnTo>
                <a:lnTo>
                  <a:pt x="2720" y="4242"/>
                </a:lnTo>
                <a:lnTo>
                  <a:pt x="2721" y="4242"/>
                </a:lnTo>
                <a:lnTo>
                  <a:pt x="2722" y="4242"/>
                </a:lnTo>
                <a:lnTo>
                  <a:pt x="2723" y="4242"/>
                </a:lnTo>
                <a:lnTo>
                  <a:pt x="2724" y="4242"/>
                </a:lnTo>
                <a:lnTo>
                  <a:pt x="2725" y="4242"/>
                </a:lnTo>
                <a:lnTo>
                  <a:pt x="2726" y="4242"/>
                </a:lnTo>
                <a:lnTo>
                  <a:pt x="2727" y="4242"/>
                </a:lnTo>
                <a:lnTo>
                  <a:pt x="2728" y="4242"/>
                </a:lnTo>
                <a:lnTo>
                  <a:pt x="2729" y="4242"/>
                </a:lnTo>
                <a:lnTo>
                  <a:pt x="2730" y="4242"/>
                </a:lnTo>
                <a:lnTo>
                  <a:pt x="2731" y="4242"/>
                </a:lnTo>
                <a:lnTo>
                  <a:pt x="2732" y="4242"/>
                </a:lnTo>
                <a:lnTo>
                  <a:pt x="2733" y="4242"/>
                </a:lnTo>
                <a:lnTo>
                  <a:pt x="2734" y="4242"/>
                </a:lnTo>
                <a:lnTo>
                  <a:pt x="2735" y="4242"/>
                </a:lnTo>
                <a:lnTo>
                  <a:pt x="2736" y="4242"/>
                </a:lnTo>
                <a:lnTo>
                  <a:pt x="2737" y="4242"/>
                </a:lnTo>
                <a:lnTo>
                  <a:pt x="2738" y="4242"/>
                </a:lnTo>
                <a:lnTo>
                  <a:pt x="2739" y="4242"/>
                </a:lnTo>
                <a:lnTo>
                  <a:pt x="2740" y="4242"/>
                </a:lnTo>
                <a:lnTo>
                  <a:pt x="2741" y="4242"/>
                </a:lnTo>
                <a:lnTo>
                  <a:pt x="2742" y="4242"/>
                </a:lnTo>
                <a:lnTo>
                  <a:pt x="2743" y="4242"/>
                </a:lnTo>
                <a:lnTo>
                  <a:pt x="2744" y="4242"/>
                </a:lnTo>
                <a:lnTo>
                  <a:pt x="2745" y="4242"/>
                </a:lnTo>
                <a:lnTo>
                  <a:pt x="2746" y="4242"/>
                </a:lnTo>
                <a:lnTo>
                  <a:pt x="2747" y="4242"/>
                </a:lnTo>
                <a:lnTo>
                  <a:pt x="2748" y="4242"/>
                </a:lnTo>
                <a:lnTo>
                  <a:pt x="2749" y="4242"/>
                </a:lnTo>
                <a:lnTo>
                  <a:pt x="2750" y="4242"/>
                </a:lnTo>
                <a:lnTo>
                  <a:pt x="2751" y="4242"/>
                </a:lnTo>
                <a:lnTo>
                  <a:pt x="2752" y="4242"/>
                </a:lnTo>
                <a:lnTo>
                  <a:pt x="2753" y="4242"/>
                </a:lnTo>
                <a:lnTo>
                  <a:pt x="2754" y="4242"/>
                </a:lnTo>
                <a:lnTo>
                  <a:pt x="2755" y="4242"/>
                </a:lnTo>
                <a:lnTo>
                  <a:pt x="2756" y="4242"/>
                </a:lnTo>
                <a:lnTo>
                  <a:pt x="2757" y="4242"/>
                </a:lnTo>
                <a:lnTo>
                  <a:pt x="2758" y="4242"/>
                </a:lnTo>
                <a:lnTo>
                  <a:pt x="2759" y="4242"/>
                </a:lnTo>
                <a:lnTo>
                  <a:pt x="2760" y="4242"/>
                </a:lnTo>
                <a:lnTo>
                  <a:pt x="2761" y="4242"/>
                </a:lnTo>
                <a:lnTo>
                  <a:pt x="2762" y="4242"/>
                </a:lnTo>
                <a:lnTo>
                  <a:pt x="2763" y="4242"/>
                </a:lnTo>
                <a:lnTo>
                  <a:pt x="2764" y="4242"/>
                </a:lnTo>
                <a:lnTo>
                  <a:pt x="2765" y="4242"/>
                </a:lnTo>
                <a:lnTo>
                  <a:pt x="2766" y="4242"/>
                </a:lnTo>
                <a:lnTo>
                  <a:pt x="2767" y="4242"/>
                </a:lnTo>
                <a:lnTo>
                  <a:pt x="2768" y="4242"/>
                </a:lnTo>
                <a:lnTo>
                  <a:pt x="2769" y="4242"/>
                </a:lnTo>
                <a:lnTo>
                  <a:pt x="2770" y="4242"/>
                </a:lnTo>
                <a:lnTo>
                  <a:pt x="2771" y="4242"/>
                </a:lnTo>
                <a:lnTo>
                  <a:pt x="2772" y="4242"/>
                </a:lnTo>
                <a:lnTo>
                  <a:pt x="2773" y="4242"/>
                </a:lnTo>
                <a:lnTo>
                  <a:pt x="2774" y="4242"/>
                </a:lnTo>
                <a:lnTo>
                  <a:pt x="2775" y="4242"/>
                </a:lnTo>
                <a:lnTo>
                  <a:pt x="2776" y="4242"/>
                </a:lnTo>
                <a:lnTo>
                  <a:pt x="2777" y="4242"/>
                </a:lnTo>
                <a:lnTo>
                  <a:pt x="2778" y="4242"/>
                </a:lnTo>
                <a:lnTo>
                  <a:pt x="2779" y="4242"/>
                </a:lnTo>
                <a:lnTo>
                  <a:pt x="2780" y="4242"/>
                </a:lnTo>
                <a:lnTo>
                  <a:pt x="2781" y="4242"/>
                </a:lnTo>
                <a:lnTo>
                  <a:pt x="2782" y="4242"/>
                </a:lnTo>
                <a:lnTo>
                  <a:pt x="2783" y="4242"/>
                </a:lnTo>
                <a:lnTo>
                  <a:pt x="2784" y="4242"/>
                </a:lnTo>
                <a:lnTo>
                  <a:pt x="2785" y="4242"/>
                </a:lnTo>
                <a:lnTo>
                  <a:pt x="2786" y="4242"/>
                </a:lnTo>
                <a:lnTo>
                  <a:pt x="2787" y="4242"/>
                </a:lnTo>
                <a:lnTo>
                  <a:pt x="2788" y="4242"/>
                </a:lnTo>
                <a:lnTo>
                  <a:pt x="2789" y="4242"/>
                </a:lnTo>
                <a:lnTo>
                  <a:pt x="2790" y="4242"/>
                </a:lnTo>
                <a:lnTo>
                  <a:pt x="2791" y="4242"/>
                </a:lnTo>
                <a:lnTo>
                  <a:pt x="2792" y="4242"/>
                </a:lnTo>
                <a:lnTo>
                  <a:pt x="2793" y="4242"/>
                </a:lnTo>
                <a:lnTo>
                  <a:pt x="2794" y="4242"/>
                </a:lnTo>
                <a:lnTo>
                  <a:pt x="2795" y="4242"/>
                </a:lnTo>
                <a:lnTo>
                  <a:pt x="2796" y="4242"/>
                </a:lnTo>
                <a:lnTo>
                  <a:pt x="2797" y="4242"/>
                </a:lnTo>
                <a:lnTo>
                  <a:pt x="2798" y="4242"/>
                </a:lnTo>
                <a:lnTo>
                  <a:pt x="2799" y="4242"/>
                </a:lnTo>
                <a:lnTo>
                  <a:pt x="2800" y="4242"/>
                </a:lnTo>
                <a:lnTo>
                  <a:pt x="2801" y="4242"/>
                </a:lnTo>
                <a:lnTo>
                  <a:pt x="2802" y="4242"/>
                </a:lnTo>
                <a:lnTo>
                  <a:pt x="2803" y="4242"/>
                </a:lnTo>
                <a:lnTo>
                  <a:pt x="2804" y="4242"/>
                </a:lnTo>
                <a:lnTo>
                  <a:pt x="2805" y="4242"/>
                </a:lnTo>
                <a:lnTo>
                  <a:pt x="2806" y="4242"/>
                </a:lnTo>
                <a:lnTo>
                  <a:pt x="2807" y="4242"/>
                </a:lnTo>
                <a:lnTo>
                  <a:pt x="2808" y="4242"/>
                </a:lnTo>
                <a:lnTo>
                  <a:pt x="2809" y="4242"/>
                </a:lnTo>
                <a:lnTo>
                  <a:pt x="2810" y="4242"/>
                </a:lnTo>
                <a:lnTo>
                  <a:pt x="2811" y="4242"/>
                </a:lnTo>
                <a:lnTo>
                  <a:pt x="2812" y="4242"/>
                </a:lnTo>
                <a:lnTo>
                  <a:pt x="2813" y="4242"/>
                </a:lnTo>
                <a:lnTo>
                  <a:pt x="2814" y="4242"/>
                </a:lnTo>
                <a:lnTo>
                  <a:pt x="2815" y="4242"/>
                </a:lnTo>
                <a:lnTo>
                  <a:pt x="2816" y="4242"/>
                </a:lnTo>
                <a:lnTo>
                  <a:pt x="2817" y="4242"/>
                </a:lnTo>
                <a:lnTo>
                  <a:pt x="2818" y="4242"/>
                </a:lnTo>
                <a:lnTo>
                  <a:pt x="2819" y="4242"/>
                </a:lnTo>
                <a:lnTo>
                  <a:pt x="2820" y="4242"/>
                </a:lnTo>
                <a:lnTo>
                  <a:pt x="2821" y="4242"/>
                </a:lnTo>
                <a:lnTo>
                  <a:pt x="2822" y="4242"/>
                </a:lnTo>
                <a:lnTo>
                  <a:pt x="2823" y="4242"/>
                </a:lnTo>
                <a:lnTo>
                  <a:pt x="2824" y="4242"/>
                </a:lnTo>
                <a:lnTo>
                  <a:pt x="2825" y="4242"/>
                </a:lnTo>
                <a:lnTo>
                  <a:pt x="2826" y="4242"/>
                </a:lnTo>
                <a:lnTo>
                  <a:pt x="2827" y="4242"/>
                </a:lnTo>
                <a:lnTo>
                  <a:pt x="2828" y="4242"/>
                </a:lnTo>
                <a:lnTo>
                  <a:pt x="2829" y="4242"/>
                </a:lnTo>
                <a:lnTo>
                  <a:pt x="2830" y="4242"/>
                </a:lnTo>
                <a:lnTo>
                  <a:pt x="2831" y="4242"/>
                </a:lnTo>
                <a:lnTo>
                  <a:pt x="2832" y="4242"/>
                </a:lnTo>
                <a:lnTo>
                  <a:pt x="2833" y="4242"/>
                </a:lnTo>
                <a:lnTo>
                  <a:pt x="2834" y="4242"/>
                </a:lnTo>
                <a:lnTo>
                  <a:pt x="2835" y="4242"/>
                </a:lnTo>
                <a:lnTo>
                  <a:pt x="2836" y="4242"/>
                </a:lnTo>
                <a:lnTo>
                  <a:pt x="2837" y="4242"/>
                </a:lnTo>
                <a:lnTo>
                  <a:pt x="2838" y="4242"/>
                </a:lnTo>
                <a:lnTo>
                  <a:pt x="2839" y="4242"/>
                </a:lnTo>
                <a:lnTo>
                  <a:pt x="2840" y="4242"/>
                </a:lnTo>
                <a:lnTo>
                  <a:pt x="2841" y="4242"/>
                </a:lnTo>
                <a:lnTo>
                  <a:pt x="2842" y="4242"/>
                </a:lnTo>
                <a:lnTo>
                  <a:pt x="2843" y="4242"/>
                </a:lnTo>
                <a:lnTo>
                  <a:pt x="2844" y="4242"/>
                </a:lnTo>
                <a:lnTo>
                  <a:pt x="2845" y="4242"/>
                </a:lnTo>
                <a:lnTo>
                  <a:pt x="2846" y="4242"/>
                </a:lnTo>
                <a:lnTo>
                  <a:pt x="2847" y="4242"/>
                </a:lnTo>
                <a:lnTo>
                  <a:pt x="2848" y="4242"/>
                </a:lnTo>
                <a:lnTo>
                  <a:pt x="2849" y="4242"/>
                </a:lnTo>
                <a:lnTo>
                  <a:pt x="2850" y="4242"/>
                </a:lnTo>
                <a:lnTo>
                  <a:pt x="2851" y="4242"/>
                </a:lnTo>
                <a:lnTo>
                  <a:pt x="2852" y="4242"/>
                </a:lnTo>
                <a:lnTo>
                  <a:pt x="2853" y="4242"/>
                </a:lnTo>
                <a:lnTo>
                  <a:pt x="2854" y="4242"/>
                </a:lnTo>
                <a:lnTo>
                  <a:pt x="2855" y="4242"/>
                </a:lnTo>
                <a:lnTo>
                  <a:pt x="2856" y="4242"/>
                </a:lnTo>
                <a:lnTo>
                  <a:pt x="2857" y="4242"/>
                </a:lnTo>
                <a:lnTo>
                  <a:pt x="2858" y="4242"/>
                </a:lnTo>
                <a:lnTo>
                  <a:pt x="2859" y="4242"/>
                </a:lnTo>
                <a:lnTo>
                  <a:pt x="2860" y="4242"/>
                </a:lnTo>
                <a:lnTo>
                  <a:pt x="2861" y="4242"/>
                </a:lnTo>
                <a:lnTo>
                  <a:pt x="2862" y="4242"/>
                </a:lnTo>
                <a:lnTo>
                  <a:pt x="2863" y="4242"/>
                </a:lnTo>
                <a:lnTo>
                  <a:pt x="2864" y="4242"/>
                </a:lnTo>
                <a:lnTo>
                  <a:pt x="2865" y="4242"/>
                </a:lnTo>
                <a:lnTo>
                  <a:pt x="2866" y="4242"/>
                </a:lnTo>
                <a:lnTo>
                  <a:pt x="2867" y="4242"/>
                </a:lnTo>
                <a:lnTo>
                  <a:pt x="2868" y="4242"/>
                </a:lnTo>
                <a:lnTo>
                  <a:pt x="2869" y="4242"/>
                </a:lnTo>
                <a:lnTo>
                  <a:pt x="2870" y="4242"/>
                </a:lnTo>
                <a:lnTo>
                  <a:pt x="2871" y="4242"/>
                </a:lnTo>
                <a:lnTo>
                  <a:pt x="2872" y="4242"/>
                </a:lnTo>
                <a:lnTo>
                  <a:pt x="2873" y="4242"/>
                </a:lnTo>
                <a:lnTo>
                  <a:pt x="2874" y="4242"/>
                </a:lnTo>
                <a:lnTo>
                  <a:pt x="2875" y="4242"/>
                </a:lnTo>
                <a:lnTo>
                  <a:pt x="2876" y="4242"/>
                </a:lnTo>
                <a:lnTo>
                  <a:pt x="2877" y="4242"/>
                </a:lnTo>
                <a:lnTo>
                  <a:pt x="2878" y="4242"/>
                </a:lnTo>
                <a:lnTo>
                  <a:pt x="2879" y="4242"/>
                </a:lnTo>
                <a:lnTo>
                  <a:pt x="2880" y="4242"/>
                </a:lnTo>
                <a:lnTo>
                  <a:pt x="2881" y="4242"/>
                </a:lnTo>
                <a:lnTo>
                  <a:pt x="2882" y="4242"/>
                </a:lnTo>
                <a:lnTo>
                  <a:pt x="2883" y="4242"/>
                </a:lnTo>
                <a:lnTo>
                  <a:pt x="2884" y="4242"/>
                </a:lnTo>
                <a:lnTo>
                  <a:pt x="2885" y="4242"/>
                </a:lnTo>
                <a:lnTo>
                  <a:pt x="2886" y="4242"/>
                </a:lnTo>
                <a:lnTo>
                  <a:pt x="2887" y="4242"/>
                </a:lnTo>
                <a:lnTo>
                  <a:pt x="2888" y="4242"/>
                </a:lnTo>
                <a:lnTo>
                  <a:pt x="2889" y="4242"/>
                </a:lnTo>
                <a:lnTo>
                  <a:pt x="2890" y="4242"/>
                </a:lnTo>
                <a:lnTo>
                  <a:pt x="2891" y="4242"/>
                </a:lnTo>
                <a:lnTo>
                  <a:pt x="2892" y="4242"/>
                </a:lnTo>
                <a:lnTo>
                  <a:pt x="2893" y="4242"/>
                </a:lnTo>
                <a:lnTo>
                  <a:pt x="2894" y="4242"/>
                </a:lnTo>
                <a:lnTo>
                  <a:pt x="2895" y="4242"/>
                </a:lnTo>
                <a:lnTo>
                  <a:pt x="2896" y="4242"/>
                </a:lnTo>
                <a:lnTo>
                  <a:pt x="2897" y="4242"/>
                </a:lnTo>
                <a:lnTo>
                  <a:pt x="2898" y="4242"/>
                </a:lnTo>
                <a:lnTo>
                  <a:pt x="2899" y="4242"/>
                </a:lnTo>
                <a:lnTo>
                  <a:pt x="2900" y="4242"/>
                </a:lnTo>
                <a:lnTo>
                  <a:pt x="2901" y="4242"/>
                </a:lnTo>
                <a:lnTo>
                  <a:pt x="2902" y="4242"/>
                </a:lnTo>
                <a:lnTo>
                  <a:pt x="2903" y="4242"/>
                </a:lnTo>
                <a:lnTo>
                  <a:pt x="2904" y="4242"/>
                </a:lnTo>
                <a:lnTo>
                  <a:pt x="2905" y="4242"/>
                </a:lnTo>
                <a:lnTo>
                  <a:pt x="2906" y="4242"/>
                </a:lnTo>
                <a:lnTo>
                  <a:pt x="2907" y="4242"/>
                </a:lnTo>
                <a:lnTo>
                  <a:pt x="2908" y="4242"/>
                </a:lnTo>
                <a:lnTo>
                  <a:pt x="2909" y="4242"/>
                </a:lnTo>
                <a:lnTo>
                  <a:pt x="2910" y="4242"/>
                </a:lnTo>
                <a:lnTo>
                  <a:pt x="2911" y="4242"/>
                </a:lnTo>
                <a:lnTo>
                  <a:pt x="2912" y="4242"/>
                </a:lnTo>
                <a:lnTo>
                  <a:pt x="2913" y="4242"/>
                </a:lnTo>
                <a:lnTo>
                  <a:pt x="2914" y="4242"/>
                </a:lnTo>
                <a:lnTo>
                  <a:pt x="2915" y="4242"/>
                </a:lnTo>
                <a:lnTo>
                  <a:pt x="2916" y="4242"/>
                </a:lnTo>
                <a:lnTo>
                  <a:pt x="2917" y="4242"/>
                </a:lnTo>
                <a:lnTo>
                  <a:pt x="2918" y="4242"/>
                </a:lnTo>
                <a:lnTo>
                  <a:pt x="2919" y="4242"/>
                </a:lnTo>
                <a:lnTo>
                  <a:pt x="2920" y="4242"/>
                </a:lnTo>
                <a:lnTo>
                  <a:pt x="2921" y="4242"/>
                </a:lnTo>
                <a:lnTo>
                  <a:pt x="2922" y="4242"/>
                </a:lnTo>
                <a:lnTo>
                  <a:pt x="2923" y="4242"/>
                </a:lnTo>
                <a:lnTo>
                  <a:pt x="2924" y="4242"/>
                </a:lnTo>
                <a:lnTo>
                  <a:pt x="2925" y="4242"/>
                </a:lnTo>
                <a:lnTo>
                  <a:pt x="2926" y="4242"/>
                </a:lnTo>
                <a:lnTo>
                  <a:pt x="2927" y="4242"/>
                </a:lnTo>
                <a:lnTo>
                  <a:pt x="2928" y="4242"/>
                </a:lnTo>
                <a:lnTo>
                  <a:pt x="2929" y="4242"/>
                </a:lnTo>
                <a:lnTo>
                  <a:pt x="2930" y="4242"/>
                </a:lnTo>
                <a:lnTo>
                  <a:pt x="2931" y="4242"/>
                </a:lnTo>
                <a:lnTo>
                  <a:pt x="2932" y="4242"/>
                </a:lnTo>
                <a:lnTo>
                  <a:pt x="2933" y="4242"/>
                </a:lnTo>
                <a:lnTo>
                  <a:pt x="2934" y="4242"/>
                </a:lnTo>
                <a:lnTo>
                  <a:pt x="2935" y="4242"/>
                </a:lnTo>
                <a:lnTo>
                  <a:pt x="2936" y="4242"/>
                </a:lnTo>
                <a:lnTo>
                  <a:pt x="2937" y="4242"/>
                </a:lnTo>
                <a:lnTo>
                  <a:pt x="2938" y="4242"/>
                </a:lnTo>
                <a:lnTo>
                  <a:pt x="2939" y="4242"/>
                </a:lnTo>
                <a:lnTo>
                  <a:pt x="2940" y="4242"/>
                </a:lnTo>
                <a:lnTo>
                  <a:pt x="2941" y="4242"/>
                </a:lnTo>
                <a:lnTo>
                  <a:pt x="2942" y="4242"/>
                </a:lnTo>
                <a:lnTo>
                  <a:pt x="2943" y="4242"/>
                </a:lnTo>
                <a:lnTo>
                  <a:pt x="2944" y="4242"/>
                </a:lnTo>
                <a:lnTo>
                  <a:pt x="2945" y="4242"/>
                </a:lnTo>
                <a:lnTo>
                  <a:pt x="2946" y="4242"/>
                </a:lnTo>
                <a:lnTo>
                  <a:pt x="2947" y="4242"/>
                </a:lnTo>
                <a:lnTo>
                  <a:pt x="2948" y="4242"/>
                </a:lnTo>
                <a:lnTo>
                  <a:pt x="2949" y="4242"/>
                </a:lnTo>
                <a:lnTo>
                  <a:pt x="2950" y="4242"/>
                </a:lnTo>
                <a:lnTo>
                  <a:pt x="2951" y="4242"/>
                </a:lnTo>
                <a:lnTo>
                  <a:pt x="2952" y="4242"/>
                </a:lnTo>
                <a:lnTo>
                  <a:pt x="2953" y="4242"/>
                </a:lnTo>
                <a:lnTo>
                  <a:pt x="2954" y="4242"/>
                </a:lnTo>
                <a:lnTo>
                  <a:pt x="2955" y="4242"/>
                </a:lnTo>
                <a:lnTo>
                  <a:pt x="2956" y="4242"/>
                </a:lnTo>
                <a:lnTo>
                  <a:pt x="2957" y="4242"/>
                </a:lnTo>
                <a:lnTo>
                  <a:pt x="2958" y="4242"/>
                </a:lnTo>
                <a:lnTo>
                  <a:pt x="2959" y="4242"/>
                </a:lnTo>
                <a:lnTo>
                  <a:pt x="2960" y="4242"/>
                </a:lnTo>
                <a:lnTo>
                  <a:pt x="2961" y="4242"/>
                </a:lnTo>
                <a:lnTo>
                  <a:pt x="2962" y="4242"/>
                </a:lnTo>
                <a:lnTo>
                  <a:pt x="2963" y="4242"/>
                </a:lnTo>
                <a:lnTo>
                  <a:pt x="2964" y="4242"/>
                </a:lnTo>
                <a:lnTo>
                  <a:pt x="2965" y="4242"/>
                </a:lnTo>
                <a:lnTo>
                  <a:pt x="2966" y="4242"/>
                </a:lnTo>
                <a:lnTo>
                  <a:pt x="2967" y="4242"/>
                </a:lnTo>
                <a:lnTo>
                  <a:pt x="2968" y="4242"/>
                </a:lnTo>
                <a:lnTo>
                  <a:pt x="2969" y="4242"/>
                </a:lnTo>
                <a:lnTo>
                  <a:pt x="2970" y="4242"/>
                </a:lnTo>
                <a:lnTo>
                  <a:pt x="2971" y="4242"/>
                </a:lnTo>
                <a:lnTo>
                  <a:pt x="2972" y="4242"/>
                </a:lnTo>
                <a:lnTo>
                  <a:pt x="2973" y="4242"/>
                </a:lnTo>
                <a:lnTo>
                  <a:pt x="2974" y="4242"/>
                </a:lnTo>
                <a:lnTo>
                  <a:pt x="2975" y="4242"/>
                </a:lnTo>
                <a:lnTo>
                  <a:pt x="2976" y="4242"/>
                </a:lnTo>
                <a:lnTo>
                  <a:pt x="2977" y="4242"/>
                </a:lnTo>
                <a:lnTo>
                  <a:pt x="2978" y="4242"/>
                </a:lnTo>
                <a:lnTo>
                  <a:pt x="2979" y="4242"/>
                </a:lnTo>
                <a:lnTo>
                  <a:pt x="2980" y="4242"/>
                </a:lnTo>
                <a:lnTo>
                  <a:pt x="2981" y="4242"/>
                </a:lnTo>
                <a:lnTo>
                  <a:pt x="2982" y="4242"/>
                </a:lnTo>
                <a:lnTo>
                  <a:pt x="2983" y="4242"/>
                </a:lnTo>
                <a:lnTo>
                  <a:pt x="2984" y="4242"/>
                </a:lnTo>
                <a:lnTo>
                  <a:pt x="2985" y="4242"/>
                </a:lnTo>
                <a:lnTo>
                  <a:pt x="2986" y="4242"/>
                </a:lnTo>
                <a:lnTo>
                  <a:pt x="2987" y="4242"/>
                </a:lnTo>
                <a:lnTo>
                  <a:pt x="2988" y="4242"/>
                </a:lnTo>
                <a:lnTo>
                  <a:pt x="2989" y="4242"/>
                </a:lnTo>
                <a:lnTo>
                  <a:pt x="2990" y="4242"/>
                </a:lnTo>
                <a:lnTo>
                  <a:pt x="2991" y="4242"/>
                </a:lnTo>
                <a:lnTo>
                  <a:pt x="2992" y="4242"/>
                </a:lnTo>
                <a:lnTo>
                  <a:pt x="2993" y="4242"/>
                </a:lnTo>
                <a:lnTo>
                  <a:pt x="2994" y="4242"/>
                </a:lnTo>
                <a:lnTo>
                  <a:pt x="2995" y="4242"/>
                </a:lnTo>
                <a:lnTo>
                  <a:pt x="2996" y="4242"/>
                </a:lnTo>
                <a:lnTo>
                  <a:pt x="2997" y="4242"/>
                </a:lnTo>
                <a:lnTo>
                  <a:pt x="2998" y="4242"/>
                </a:lnTo>
                <a:lnTo>
                  <a:pt x="2999" y="4242"/>
                </a:lnTo>
                <a:lnTo>
                  <a:pt x="3000" y="4242"/>
                </a:lnTo>
                <a:lnTo>
                  <a:pt x="3001" y="4242"/>
                </a:lnTo>
                <a:lnTo>
                  <a:pt x="3002" y="4242"/>
                </a:lnTo>
                <a:lnTo>
                  <a:pt x="3003" y="4242"/>
                </a:lnTo>
                <a:lnTo>
                  <a:pt x="3004" y="4242"/>
                </a:lnTo>
                <a:lnTo>
                  <a:pt x="3005" y="4242"/>
                </a:lnTo>
                <a:lnTo>
                  <a:pt x="3006" y="4242"/>
                </a:lnTo>
                <a:lnTo>
                  <a:pt x="3007" y="4242"/>
                </a:lnTo>
                <a:lnTo>
                  <a:pt x="3008" y="4242"/>
                </a:lnTo>
                <a:lnTo>
                  <a:pt x="3009" y="4242"/>
                </a:lnTo>
                <a:lnTo>
                  <a:pt x="3010" y="4242"/>
                </a:lnTo>
                <a:lnTo>
                  <a:pt x="3011" y="4242"/>
                </a:lnTo>
                <a:lnTo>
                  <a:pt x="3012" y="4242"/>
                </a:lnTo>
                <a:lnTo>
                  <a:pt x="3013" y="4242"/>
                </a:lnTo>
                <a:lnTo>
                  <a:pt x="3014" y="4242"/>
                </a:lnTo>
                <a:lnTo>
                  <a:pt x="3015" y="4242"/>
                </a:lnTo>
                <a:lnTo>
                  <a:pt x="3016" y="4242"/>
                </a:lnTo>
                <a:lnTo>
                  <a:pt x="3017" y="4242"/>
                </a:lnTo>
                <a:lnTo>
                  <a:pt x="3018" y="4242"/>
                </a:lnTo>
                <a:lnTo>
                  <a:pt x="3019" y="4242"/>
                </a:lnTo>
                <a:lnTo>
                  <a:pt x="3020" y="4242"/>
                </a:lnTo>
                <a:lnTo>
                  <a:pt x="3021" y="4242"/>
                </a:lnTo>
                <a:lnTo>
                  <a:pt x="3022" y="4242"/>
                </a:lnTo>
                <a:lnTo>
                  <a:pt x="3023" y="4242"/>
                </a:lnTo>
                <a:lnTo>
                  <a:pt x="3024" y="4242"/>
                </a:lnTo>
                <a:lnTo>
                  <a:pt x="3025" y="4242"/>
                </a:lnTo>
                <a:lnTo>
                  <a:pt x="3026" y="4242"/>
                </a:lnTo>
                <a:lnTo>
                  <a:pt x="3027" y="4242"/>
                </a:lnTo>
                <a:lnTo>
                  <a:pt x="3028" y="4242"/>
                </a:lnTo>
                <a:lnTo>
                  <a:pt x="3029" y="4242"/>
                </a:lnTo>
                <a:lnTo>
                  <a:pt x="3030" y="4242"/>
                </a:lnTo>
                <a:lnTo>
                  <a:pt x="3031" y="4242"/>
                </a:lnTo>
                <a:lnTo>
                  <a:pt x="3032" y="4242"/>
                </a:lnTo>
                <a:lnTo>
                  <a:pt x="3033" y="4242"/>
                </a:lnTo>
                <a:lnTo>
                  <a:pt x="3034" y="4242"/>
                </a:lnTo>
                <a:lnTo>
                  <a:pt x="3035" y="4242"/>
                </a:lnTo>
                <a:lnTo>
                  <a:pt x="3036" y="4242"/>
                </a:lnTo>
                <a:lnTo>
                  <a:pt x="3037" y="4242"/>
                </a:lnTo>
                <a:lnTo>
                  <a:pt x="3038" y="4242"/>
                </a:lnTo>
                <a:lnTo>
                  <a:pt x="3039" y="4242"/>
                </a:lnTo>
                <a:lnTo>
                  <a:pt x="3040" y="4242"/>
                </a:lnTo>
                <a:lnTo>
                  <a:pt x="3041" y="4242"/>
                </a:lnTo>
                <a:lnTo>
                  <a:pt x="3042" y="4242"/>
                </a:lnTo>
                <a:lnTo>
                  <a:pt x="3043" y="4242"/>
                </a:lnTo>
                <a:lnTo>
                  <a:pt x="3044" y="4242"/>
                </a:lnTo>
                <a:lnTo>
                  <a:pt x="3045" y="4242"/>
                </a:lnTo>
                <a:lnTo>
                  <a:pt x="3046" y="4242"/>
                </a:lnTo>
                <a:lnTo>
                  <a:pt x="3047" y="4242"/>
                </a:lnTo>
                <a:lnTo>
                  <a:pt x="3048" y="4242"/>
                </a:lnTo>
                <a:lnTo>
                  <a:pt x="3049" y="4242"/>
                </a:lnTo>
                <a:lnTo>
                  <a:pt x="3050" y="4242"/>
                </a:lnTo>
                <a:lnTo>
                  <a:pt x="3051" y="4242"/>
                </a:lnTo>
                <a:lnTo>
                  <a:pt x="3052" y="4242"/>
                </a:lnTo>
                <a:lnTo>
                  <a:pt x="3053" y="4242"/>
                </a:lnTo>
                <a:lnTo>
                  <a:pt x="3054" y="4242"/>
                </a:lnTo>
                <a:lnTo>
                  <a:pt x="3055" y="4242"/>
                </a:lnTo>
                <a:lnTo>
                  <a:pt x="3056" y="4242"/>
                </a:lnTo>
                <a:lnTo>
                  <a:pt x="3057" y="4242"/>
                </a:lnTo>
                <a:lnTo>
                  <a:pt x="3058" y="4242"/>
                </a:lnTo>
                <a:lnTo>
                  <a:pt x="3059" y="4242"/>
                </a:lnTo>
                <a:lnTo>
                  <a:pt x="3060" y="4242"/>
                </a:lnTo>
                <a:lnTo>
                  <a:pt x="3061" y="4242"/>
                </a:lnTo>
                <a:lnTo>
                  <a:pt x="3062" y="4242"/>
                </a:lnTo>
                <a:lnTo>
                  <a:pt x="3063" y="4242"/>
                </a:lnTo>
                <a:lnTo>
                  <a:pt x="3064" y="4242"/>
                </a:lnTo>
                <a:lnTo>
                  <a:pt x="3065" y="4242"/>
                </a:lnTo>
                <a:lnTo>
                  <a:pt x="3066" y="4242"/>
                </a:lnTo>
                <a:lnTo>
                  <a:pt x="3067" y="4242"/>
                </a:lnTo>
                <a:lnTo>
                  <a:pt x="3068" y="4242"/>
                </a:lnTo>
                <a:lnTo>
                  <a:pt x="3069" y="4242"/>
                </a:lnTo>
                <a:lnTo>
                  <a:pt x="3070" y="4242"/>
                </a:lnTo>
                <a:lnTo>
                  <a:pt x="3071" y="4242"/>
                </a:lnTo>
                <a:lnTo>
                  <a:pt x="3072" y="4242"/>
                </a:lnTo>
                <a:lnTo>
                  <a:pt x="3073" y="4242"/>
                </a:lnTo>
                <a:lnTo>
                  <a:pt x="3074" y="4242"/>
                </a:lnTo>
                <a:lnTo>
                  <a:pt x="3075" y="4242"/>
                </a:lnTo>
                <a:lnTo>
                  <a:pt x="3076" y="4242"/>
                </a:lnTo>
                <a:lnTo>
                  <a:pt x="3077" y="4242"/>
                </a:lnTo>
                <a:lnTo>
                  <a:pt x="3078" y="4242"/>
                </a:lnTo>
                <a:lnTo>
                  <a:pt x="3079" y="4242"/>
                </a:lnTo>
                <a:lnTo>
                  <a:pt x="3080" y="4242"/>
                </a:lnTo>
                <a:lnTo>
                  <a:pt x="3081" y="4242"/>
                </a:lnTo>
                <a:lnTo>
                  <a:pt x="3082" y="4242"/>
                </a:lnTo>
                <a:lnTo>
                  <a:pt x="3083" y="4242"/>
                </a:lnTo>
                <a:lnTo>
                  <a:pt x="3084" y="4242"/>
                </a:lnTo>
                <a:lnTo>
                  <a:pt x="3085" y="4242"/>
                </a:lnTo>
                <a:lnTo>
                  <a:pt x="3086" y="4242"/>
                </a:lnTo>
                <a:lnTo>
                  <a:pt x="3087" y="4242"/>
                </a:lnTo>
                <a:lnTo>
                  <a:pt x="3088" y="4242"/>
                </a:lnTo>
                <a:lnTo>
                  <a:pt x="3089" y="4242"/>
                </a:lnTo>
                <a:lnTo>
                  <a:pt x="3090" y="4242"/>
                </a:lnTo>
                <a:lnTo>
                  <a:pt x="3091" y="4242"/>
                </a:lnTo>
                <a:lnTo>
                  <a:pt x="3092" y="4242"/>
                </a:lnTo>
                <a:lnTo>
                  <a:pt x="3093" y="4242"/>
                </a:lnTo>
                <a:lnTo>
                  <a:pt x="3094" y="4242"/>
                </a:lnTo>
                <a:lnTo>
                  <a:pt x="3095" y="4242"/>
                </a:lnTo>
                <a:lnTo>
                  <a:pt x="3096" y="4242"/>
                </a:lnTo>
                <a:lnTo>
                  <a:pt x="3097" y="4242"/>
                </a:lnTo>
                <a:lnTo>
                  <a:pt x="3098" y="4242"/>
                </a:lnTo>
                <a:lnTo>
                  <a:pt x="3099" y="4242"/>
                </a:lnTo>
                <a:lnTo>
                  <a:pt x="3100" y="4242"/>
                </a:lnTo>
                <a:lnTo>
                  <a:pt x="3101" y="4242"/>
                </a:lnTo>
                <a:lnTo>
                  <a:pt x="3102" y="4242"/>
                </a:lnTo>
                <a:lnTo>
                  <a:pt x="3103" y="4242"/>
                </a:lnTo>
                <a:lnTo>
                  <a:pt x="3104" y="4242"/>
                </a:lnTo>
                <a:lnTo>
                  <a:pt x="3105" y="4242"/>
                </a:lnTo>
                <a:lnTo>
                  <a:pt x="3106" y="4242"/>
                </a:lnTo>
                <a:lnTo>
                  <a:pt x="3107" y="4242"/>
                </a:lnTo>
                <a:lnTo>
                  <a:pt x="3108" y="4242"/>
                </a:lnTo>
                <a:lnTo>
                  <a:pt x="3109" y="4242"/>
                </a:lnTo>
                <a:lnTo>
                  <a:pt x="3110" y="4242"/>
                </a:lnTo>
                <a:lnTo>
                  <a:pt x="3111" y="4242"/>
                </a:lnTo>
                <a:lnTo>
                  <a:pt x="3112" y="4242"/>
                </a:lnTo>
                <a:lnTo>
                  <a:pt x="3113" y="4242"/>
                </a:lnTo>
                <a:lnTo>
                  <a:pt x="3114" y="4242"/>
                </a:lnTo>
                <a:lnTo>
                  <a:pt x="3115" y="4242"/>
                </a:lnTo>
                <a:lnTo>
                  <a:pt x="3116" y="4242"/>
                </a:lnTo>
                <a:lnTo>
                  <a:pt x="3117" y="4242"/>
                </a:lnTo>
                <a:lnTo>
                  <a:pt x="3118" y="4242"/>
                </a:lnTo>
                <a:lnTo>
                  <a:pt x="3119" y="4242"/>
                </a:lnTo>
                <a:lnTo>
                  <a:pt x="3120" y="4242"/>
                </a:lnTo>
                <a:lnTo>
                  <a:pt x="3121" y="4242"/>
                </a:lnTo>
                <a:lnTo>
                  <a:pt x="3122" y="4242"/>
                </a:lnTo>
                <a:lnTo>
                  <a:pt x="3123" y="4242"/>
                </a:lnTo>
                <a:lnTo>
                  <a:pt x="3124" y="4242"/>
                </a:lnTo>
                <a:lnTo>
                  <a:pt x="3125" y="4242"/>
                </a:lnTo>
                <a:lnTo>
                  <a:pt x="3126" y="4242"/>
                </a:lnTo>
                <a:lnTo>
                  <a:pt x="3127" y="4242"/>
                </a:lnTo>
                <a:lnTo>
                  <a:pt x="3128" y="4242"/>
                </a:lnTo>
                <a:lnTo>
                  <a:pt x="3129" y="4242"/>
                </a:lnTo>
                <a:lnTo>
                  <a:pt x="3130" y="4242"/>
                </a:lnTo>
                <a:lnTo>
                  <a:pt x="3131" y="4242"/>
                </a:lnTo>
                <a:lnTo>
                  <a:pt x="3132" y="4242"/>
                </a:lnTo>
                <a:lnTo>
                  <a:pt x="3133" y="4242"/>
                </a:lnTo>
                <a:lnTo>
                  <a:pt x="3134" y="4242"/>
                </a:lnTo>
                <a:lnTo>
                  <a:pt x="3135" y="4242"/>
                </a:lnTo>
                <a:lnTo>
                  <a:pt x="3136" y="4242"/>
                </a:lnTo>
                <a:lnTo>
                  <a:pt x="3137" y="4242"/>
                </a:lnTo>
                <a:lnTo>
                  <a:pt x="3138" y="4242"/>
                </a:lnTo>
                <a:lnTo>
                  <a:pt x="3139" y="4242"/>
                </a:lnTo>
                <a:lnTo>
                  <a:pt x="3140" y="4242"/>
                </a:lnTo>
                <a:lnTo>
                  <a:pt x="3141" y="4242"/>
                </a:lnTo>
                <a:lnTo>
                  <a:pt x="3142" y="4242"/>
                </a:lnTo>
                <a:lnTo>
                  <a:pt x="3143" y="4242"/>
                </a:lnTo>
                <a:lnTo>
                  <a:pt x="3144" y="4242"/>
                </a:lnTo>
                <a:lnTo>
                  <a:pt x="3145" y="4242"/>
                </a:lnTo>
                <a:lnTo>
                  <a:pt x="3146" y="4242"/>
                </a:lnTo>
                <a:lnTo>
                  <a:pt x="3147" y="4242"/>
                </a:lnTo>
                <a:lnTo>
                  <a:pt x="3148" y="4242"/>
                </a:lnTo>
                <a:lnTo>
                  <a:pt x="3149" y="4242"/>
                </a:lnTo>
                <a:lnTo>
                  <a:pt x="3150" y="4242"/>
                </a:lnTo>
                <a:lnTo>
                  <a:pt x="3151" y="4242"/>
                </a:lnTo>
                <a:lnTo>
                  <a:pt x="3152" y="4242"/>
                </a:lnTo>
                <a:lnTo>
                  <a:pt x="3153" y="4242"/>
                </a:lnTo>
                <a:lnTo>
                  <a:pt x="3154" y="4242"/>
                </a:lnTo>
                <a:lnTo>
                  <a:pt x="3155" y="4242"/>
                </a:lnTo>
                <a:lnTo>
                  <a:pt x="3156" y="4242"/>
                </a:lnTo>
                <a:lnTo>
                  <a:pt x="3157" y="4242"/>
                </a:lnTo>
                <a:lnTo>
                  <a:pt x="3158" y="4242"/>
                </a:lnTo>
                <a:lnTo>
                  <a:pt x="3159" y="4242"/>
                </a:lnTo>
                <a:lnTo>
                  <a:pt x="3160" y="4242"/>
                </a:lnTo>
                <a:lnTo>
                  <a:pt x="3161" y="4242"/>
                </a:lnTo>
                <a:lnTo>
                  <a:pt x="3162" y="4242"/>
                </a:lnTo>
                <a:lnTo>
                  <a:pt x="3163" y="4242"/>
                </a:lnTo>
                <a:lnTo>
                  <a:pt x="3164" y="4242"/>
                </a:lnTo>
                <a:lnTo>
                  <a:pt x="3165" y="4242"/>
                </a:lnTo>
                <a:lnTo>
                  <a:pt x="3166" y="4242"/>
                </a:lnTo>
                <a:lnTo>
                  <a:pt x="3167" y="4242"/>
                </a:lnTo>
                <a:lnTo>
                  <a:pt x="3168" y="4242"/>
                </a:lnTo>
                <a:lnTo>
                  <a:pt x="3169" y="4242"/>
                </a:lnTo>
                <a:lnTo>
                  <a:pt x="3170" y="4242"/>
                </a:lnTo>
                <a:lnTo>
                  <a:pt x="3171" y="4242"/>
                </a:lnTo>
                <a:lnTo>
                  <a:pt x="3172" y="4242"/>
                </a:lnTo>
                <a:lnTo>
                  <a:pt x="3173" y="4242"/>
                </a:lnTo>
                <a:lnTo>
                  <a:pt x="3174" y="4242"/>
                </a:lnTo>
                <a:lnTo>
                  <a:pt x="3175" y="4242"/>
                </a:lnTo>
                <a:lnTo>
                  <a:pt x="3176" y="4242"/>
                </a:lnTo>
                <a:lnTo>
                  <a:pt x="3177" y="4242"/>
                </a:lnTo>
                <a:lnTo>
                  <a:pt x="3178" y="4242"/>
                </a:lnTo>
                <a:lnTo>
                  <a:pt x="3179" y="4242"/>
                </a:lnTo>
                <a:lnTo>
                  <a:pt x="3180" y="4242"/>
                </a:lnTo>
                <a:lnTo>
                  <a:pt x="3181" y="4242"/>
                </a:lnTo>
                <a:lnTo>
                  <a:pt x="3182" y="4242"/>
                </a:lnTo>
                <a:lnTo>
                  <a:pt x="3183" y="4242"/>
                </a:lnTo>
                <a:lnTo>
                  <a:pt x="3184" y="4242"/>
                </a:lnTo>
                <a:lnTo>
                  <a:pt x="3185" y="4242"/>
                </a:lnTo>
                <a:lnTo>
                  <a:pt x="3186" y="4242"/>
                </a:lnTo>
                <a:lnTo>
                  <a:pt x="3187" y="4242"/>
                </a:lnTo>
                <a:lnTo>
                  <a:pt x="3188" y="4242"/>
                </a:lnTo>
                <a:lnTo>
                  <a:pt x="3189" y="4242"/>
                </a:lnTo>
                <a:lnTo>
                  <a:pt x="3190" y="4242"/>
                </a:lnTo>
                <a:lnTo>
                  <a:pt x="3191" y="4242"/>
                </a:lnTo>
                <a:lnTo>
                  <a:pt x="3192" y="4242"/>
                </a:lnTo>
                <a:lnTo>
                  <a:pt x="3193" y="4242"/>
                </a:lnTo>
                <a:lnTo>
                  <a:pt x="3194" y="4242"/>
                </a:lnTo>
                <a:lnTo>
                  <a:pt x="3195" y="4242"/>
                </a:lnTo>
                <a:lnTo>
                  <a:pt x="3196" y="4242"/>
                </a:lnTo>
                <a:lnTo>
                  <a:pt x="3197" y="4242"/>
                </a:lnTo>
                <a:lnTo>
                  <a:pt x="3198" y="4242"/>
                </a:lnTo>
                <a:lnTo>
                  <a:pt x="3199" y="4242"/>
                </a:lnTo>
                <a:lnTo>
                  <a:pt x="3200" y="4242"/>
                </a:lnTo>
                <a:lnTo>
                  <a:pt x="3201" y="4242"/>
                </a:lnTo>
                <a:lnTo>
                  <a:pt x="3202" y="4242"/>
                </a:lnTo>
                <a:lnTo>
                  <a:pt x="3203" y="4242"/>
                </a:lnTo>
                <a:lnTo>
                  <a:pt x="3204" y="4242"/>
                </a:lnTo>
                <a:lnTo>
                  <a:pt x="3205" y="4242"/>
                </a:lnTo>
                <a:lnTo>
                  <a:pt x="3206" y="4242"/>
                </a:lnTo>
                <a:lnTo>
                  <a:pt x="3207" y="4242"/>
                </a:lnTo>
                <a:lnTo>
                  <a:pt x="3208" y="4242"/>
                </a:lnTo>
                <a:lnTo>
                  <a:pt x="3209" y="4242"/>
                </a:lnTo>
                <a:lnTo>
                  <a:pt x="3210" y="4242"/>
                </a:lnTo>
                <a:lnTo>
                  <a:pt x="3211" y="4242"/>
                </a:lnTo>
                <a:lnTo>
                  <a:pt x="3212" y="4242"/>
                </a:lnTo>
                <a:lnTo>
                  <a:pt x="3213" y="4242"/>
                </a:lnTo>
                <a:lnTo>
                  <a:pt x="3214" y="4242"/>
                </a:lnTo>
                <a:lnTo>
                  <a:pt x="3215" y="4242"/>
                </a:lnTo>
                <a:lnTo>
                  <a:pt x="3216" y="4242"/>
                </a:lnTo>
                <a:lnTo>
                  <a:pt x="3217" y="4242"/>
                </a:lnTo>
                <a:lnTo>
                  <a:pt x="3218" y="4242"/>
                </a:lnTo>
                <a:lnTo>
                  <a:pt x="3219" y="4242"/>
                </a:lnTo>
                <a:lnTo>
                  <a:pt x="3220" y="4242"/>
                </a:lnTo>
                <a:lnTo>
                  <a:pt x="3221" y="4242"/>
                </a:lnTo>
                <a:lnTo>
                  <a:pt x="3222" y="4242"/>
                </a:lnTo>
                <a:lnTo>
                  <a:pt x="3223" y="4242"/>
                </a:lnTo>
                <a:lnTo>
                  <a:pt x="3224" y="4242"/>
                </a:lnTo>
                <a:lnTo>
                  <a:pt x="3225" y="4242"/>
                </a:lnTo>
                <a:lnTo>
                  <a:pt x="3226" y="4242"/>
                </a:lnTo>
                <a:lnTo>
                  <a:pt x="3227" y="4242"/>
                </a:lnTo>
                <a:lnTo>
                  <a:pt x="3228" y="4242"/>
                </a:lnTo>
                <a:lnTo>
                  <a:pt x="3229" y="4242"/>
                </a:lnTo>
                <a:lnTo>
                  <a:pt x="3230" y="4242"/>
                </a:lnTo>
                <a:lnTo>
                  <a:pt x="3231" y="4242"/>
                </a:lnTo>
                <a:lnTo>
                  <a:pt x="3232" y="4242"/>
                </a:lnTo>
                <a:lnTo>
                  <a:pt x="3233" y="4242"/>
                </a:lnTo>
                <a:lnTo>
                  <a:pt x="3234" y="4242"/>
                </a:lnTo>
                <a:lnTo>
                  <a:pt x="3235" y="4242"/>
                </a:lnTo>
                <a:lnTo>
                  <a:pt x="3236" y="4242"/>
                </a:lnTo>
                <a:lnTo>
                  <a:pt x="3237" y="4242"/>
                </a:lnTo>
                <a:lnTo>
                  <a:pt x="3238" y="4242"/>
                </a:lnTo>
                <a:lnTo>
                  <a:pt x="3239" y="4242"/>
                </a:lnTo>
                <a:lnTo>
                  <a:pt x="3240" y="4242"/>
                </a:lnTo>
                <a:lnTo>
                  <a:pt x="3241" y="4242"/>
                </a:lnTo>
                <a:lnTo>
                  <a:pt x="3242" y="4242"/>
                </a:lnTo>
                <a:lnTo>
                  <a:pt x="3243" y="4242"/>
                </a:lnTo>
                <a:lnTo>
                  <a:pt x="3244" y="4242"/>
                </a:lnTo>
                <a:lnTo>
                  <a:pt x="3245" y="4242"/>
                </a:lnTo>
                <a:lnTo>
                  <a:pt x="3246" y="4242"/>
                </a:lnTo>
                <a:lnTo>
                  <a:pt x="3247" y="4242"/>
                </a:lnTo>
                <a:lnTo>
                  <a:pt x="3248" y="4242"/>
                </a:lnTo>
                <a:lnTo>
                  <a:pt x="3249" y="4242"/>
                </a:lnTo>
                <a:lnTo>
                  <a:pt x="3250" y="4242"/>
                </a:lnTo>
                <a:lnTo>
                  <a:pt x="3251" y="4242"/>
                </a:lnTo>
                <a:lnTo>
                  <a:pt x="3252" y="4242"/>
                </a:lnTo>
                <a:lnTo>
                  <a:pt x="3253" y="4242"/>
                </a:lnTo>
                <a:lnTo>
                  <a:pt x="3254" y="4242"/>
                </a:lnTo>
                <a:lnTo>
                  <a:pt x="3255" y="4242"/>
                </a:lnTo>
                <a:lnTo>
                  <a:pt x="3256" y="4242"/>
                </a:lnTo>
                <a:lnTo>
                  <a:pt x="3257" y="4242"/>
                </a:lnTo>
                <a:lnTo>
                  <a:pt x="3258" y="4242"/>
                </a:lnTo>
                <a:lnTo>
                  <a:pt x="3259" y="4242"/>
                </a:lnTo>
                <a:lnTo>
                  <a:pt x="3260" y="4242"/>
                </a:lnTo>
                <a:lnTo>
                  <a:pt x="3261" y="4242"/>
                </a:lnTo>
                <a:lnTo>
                  <a:pt x="3262" y="4242"/>
                </a:lnTo>
                <a:lnTo>
                  <a:pt x="3263" y="4242"/>
                </a:lnTo>
                <a:lnTo>
                  <a:pt x="3264" y="4242"/>
                </a:lnTo>
                <a:lnTo>
                  <a:pt x="3265" y="4242"/>
                </a:lnTo>
                <a:lnTo>
                  <a:pt x="3266" y="4242"/>
                </a:lnTo>
                <a:lnTo>
                  <a:pt x="3267" y="4242"/>
                </a:lnTo>
                <a:lnTo>
                  <a:pt x="3268" y="4242"/>
                </a:lnTo>
                <a:lnTo>
                  <a:pt x="3269" y="4242"/>
                </a:lnTo>
                <a:lnTo>
                  <a:pt x="3270" y="4242"/>
                </a:lnTo>
                <a:lnTo>
                  <a:pt x="3271" y="4242"/>
                </a:lnTo>
                <a:lnTo>
                  <a:pt x="3272" y="4242"/>
                </a:lnTo>
                <a:lnTo>
                  <a:pt x="3273" y="4242"/>
                </a:lnTo>
                <a:lnTo>
                  <a:pt x="3274" y="4242"/>
                </a:lnTo>
                <a:lnTo>
                  <a:pt x="3275" y="4242"/>
                </a:lnTo>
                <a:lnTo>
                  <a:pt x="3276" y="4242"/>
                </a:lnTo>
                <a:lnTo>
                  <a:pt x="3277" y="4242"/>
                </a:lnTo>
                <a:lnTo>
                  <a:pt x="3278" y="4242"/>
                </a:lnTo>
                <a:lnTo>
                  <a:pt x="3279" y="4242"/>
                </a:lnTo>
                <a:lnTo>
                  <a:pt x="3280" y="4242"/>
                </a:lnTo>
                <a:lnTo>
                  <a:pt x="3281" y="4242"/>
                </a:lnTo>
                <a:lnTo>
                  <a:pt x="3282" y="4242"/>
                </a:lnTo>
                <a:lnTo>
                  <a:pt x="3283" y="4242"/>
                </a:lnTo>
                <a:lnTo>
                  <a:pt x="3284" y="4242"/>
                </a:lnTo>
                <a:lnTo>
                  <a:pt x="3285" y="4242"/>
                </a:lnTo>
                <a:lnTo>
                  <a:pt x="3286" y="4242"/>
                </a:lnTo>
                <a:lnTo>
                  <a:pt x="3287" y="4242"/>
                </a:lnTo>
                <a:lnTo>
                  <a:pt x="3288" y="4242"/>
                </a:lnTo>
                <a:lnTo>
                  <a:pt x="3289" y="4242"/>
                </a:lnTo>
                <a:lnTo>
                  <a:pt x="3290" y="4242"/>
                </a:lnTo>
                <a:lnTo>
                  <a:pt x="3291" y="4242"/>
                </a:lnTo>
                <a:lnTo>
                  <a:pt x="3292" y="4242"/>
                </a:lnTo>
                <a:lnTo>
                  <a:pt x="3293" y="4242"/>
                </a:lnTo>
                <a:lnTo>
                  <a:pt x="3294" y="4242"/>
                </a:lnTo>
                <a:lnTo>
                  <a:pt x="3295" y="4242"/>
                </a:lnTo>
                <a:lnTo>
                  <a:pt x="3296" y="4242"/>
                </a:lnTo>
                <a:lnTo>
                  <a:pt x="3297" y="4242"/>
                </a:lnTo>
                <a:lnTo>
                  <a:pt x="3298" y="4242"/>
                </a:lnTo>
                <a:lnTo>
                  <a:pt x="3299" y="4242"/>
                </a:lnTo>
                <a:lnTo>
                  <a:pt x="3300" y="4242"/>
                </a:lnTo>
                <a:lnTo>
                  <a:pt x="3301" y="4242"/>
                </a:lnTo>
                <a:lnTo>
                  <a:pt x="3302" y="4242"/>
                </a:lnTo>
                <a:lnTo>
                  <a:pt x="3303" y="4242"/>
                </a:lnTo>
                <a:lnTo>
                  <a:pt x="3304" y="4242"/>
                </a:lnTo>
                <a:lnTo>
                  <a:pt x="3305" y="4242"/>
                </a:lnTo>
                <a:lnTo>
                  <a:pt x="3306" y="4242"/>
                </a:lnTo>
                <a:lnTo>
                  <a:pt x="3307" y="4242"/>
                </a:lnTo>
                <a:lnTo>
                  <a:pt x="3308" y="4242"/>
                </a:lnTo>
                <a:lnTo>
                  <a:pt x="3309" y="4242"/>
                </a:lnTo>
                <a:lnTo>
                  <a:pt x="3310" y="4242"/>
                </a:lnTo>
                <a:lnTo>
                  <a:pt x="3311" y="4242"/>
                </a:lnTo>
                <a:lnTo>
                  <a:pt x="3312" y="4242"/>
                </a:lnTo>
                <a:lnTo>
                  <a:pt x="3313" y="4242"/>
                </a:lnTo>
                <a:lnTo>
                  <a:pt x="3314" y="4242"/>
                </a:lnTo>
                <a:lnTo>
                  <a:pt x="3315" y="4242"/>
                </a:lnTo>
                <a:lnTo>
                  <a:pt x="3316" y="4242"/>
                </a:lnTo>
                <a:lnTo>
                  <a:pt x="3317" y="4242"/>
                </a:lnTo>
                <a:lnTo>
                  <a:pt x="3318" y="4242"/>
                </a:lnTo>
                <a:lnTo>
                  <a:pt x="3319" y="4242"/>
                </a:lnTo>
                <a:lnTo>
                  <a:pt x="3320" y="4242"/>
                </a:lnTo>
                <a:lnTo>
                  <a:pt x="3321" y="4242"/>
                </a:lnTo>
                <a:lnTo>
                  <a:pt x="3322" y="4242"/>
                </a:lnTo>
                <a:lnTo>
                  <a:pt x="3323" y="4242"/>
                </a:lnTo>
                <a:lnTo>
                  <a:pt x="3324" y="4242"/>
                </a:lnTo>
                <a:lnTo>
                  <a:pt x="3325" y="4242"/>
                </a:lnTo>
                <a:lnTo>
                  <a:pt x="3326" y="4242"/>
                </a:lnTo>
                <a:lnTo>
                  <a:pt x="3327" y="4242"/>
                </a:lnTo>
                <a:lnTo>
                  <a:pt x="3328" y="4242"/>
                </a:lnTo>
                <a:lnTo>
                  <a:pt x="3329" y="4242"/>
                </a:lnTo>
                <a:lnTo>
                  <a:pt x="3330" y="4242"/>
                </a:lnTo>
                <a:lnTo>
                  <a:pt x="3331" y="4242"/>
                </a:lnTo>
                <a:lnTo>
                  <a:pt x="3332" y="4242"/>
                </a:lnTo>
                <a:lnTo>
                  <a:pt x="3333" y="4242"/>
                </a:lnTo>
                <a:lnTo>
                  <a:pt x="3334" y="4242"/>
                </a:lnTo>
                <a:lnTo>
                  <a:pt x="3335" y="4242"/>
                </a:lnTo>
                <a:lnTo>
                  <a:pt x="3336" y="4242"/>
                </a:lnTo>
                <a:lnTo>
                  <a:pt x="3337" y="4242"/>
                </a:lnTo>
                <a:lnTo>
                  <a:pt x="3338" y="4242"/>
                </a:lnTo>
                <a:lnTo>
                  <a:pt x="3339" y="4242"/>
                </a:lnTo>
                <a:lnTo>
                  <a:pt x="3340" y="4242"/>
                </a:lnTo>
                <a:lnTo>
                  <a:pt x="3341" y="4242"/>
                </a:lnTo>
                <a:lnTo>
                  <a:pt x="3342" y="4242"/>
                </a:lnTo>
                <a:lnTo>
                  <a:pt x="3343" y="4242"/>
                </a:lnTo>
                <a:lnTo>
                  <a:pt x="3344" y="4242"/>
                </a:lnTo>
                <a:lnTo>
                  <a:pt x="3345" y="4242"/>
                </a:lnTo>
                <a:lnTo>
                  <a:pt x="3346" y="4242"/>
                </a:lnTo>
                <a:lnTo>
                  <a:pt x="3347" y="4242"/>
                </a:lnTo>
                <a:lnTo>
                  <a:pt x="3348" y="4242"/>
                </a:lnTo>
                <a:lnTo>
                  <a:pt x="3349" y="4242"/>
                </a:lnTo>
                <a:lnTo>
                  <a:pt x="3350" y="4242"/>
                </a:lnTo>
                <a:lnTo>
                  <a:pt x="3351" y="4242"/>
                </a:lnTo>
                <a:lnTo>
                  <a:pt x="3352" y="4242"/>
                </a:lnTo>
                <a:lnTo>
                  <a:pt x="3353" y="4242"/>
                </a:lnTo>
                <a:lnTo>
                  <a:pt x="3354" y="4242"/>
                </a:lnTo>
                <a:lnTo>
                  <a:pt x="3355" y="4242"/>
                </a:lnTo>
                <a:lnTo>
                  <a:pt x="3356" y="4242"/>
                </a:lnTo>
                <a:lnTo>
                  <a:pt x="3357" y="4242"/>
                </a:lnTo>
                <a:lnTo>
                  <a:pt x="3358" y="4242"/>
                </a:lnTo>
                <a:lnTo>
                  <a:pt x="3359" y="4242"/>
                </a:lnTo>
                <a:lnTo>
                  <a:pt x="3360" y="4242"/>
                </a:lnTo>
                <a:lnTo>
                  <a:pt x="3361" y="4242"/>
                </a:lnTo>
                <a:lnTo>
                  <a:pt x="3362" y="4242"/>
                </a:lnTo>
                <a:lnTo>
                  <a:pt x="3363" y="4242"/>
                </a:lnTo>
                <a:lnTo>
                  <a:pt x="3364" y="4242"/>
                </a:lnTo>
                <a:lnTo>
                  <a:pt x="3365" y="4242"/>
                </a:lnTo>
                <a:lnTo>
                  <a:pt x="3366" y="4242"/>
                </a:lnTo>
                <a:lnTo>
                  <a:pt x="3367" y="4242"/>
                </a:lnTo>
                <a:lnTo>
                  <a:pt x="3368" y="4242"/>
                </a:lnTo>
                <a:lnTo>
                  <a:pt x="3369" y="4242"/>
                </a:lnTo>
                <a:lnTo>
                  <a:pt x="3370" y="4242"/>
                </a:lnTo>
                <a:lnTo>
                  <a:pt x="3371" y="4242"/>
                </a:lnTo>
                <a:lnTo>
                  <a:pt x="3372" y="4242"/>
                </a:lnTo>
                <a:lnTo>
                  <a:pt x="3373" y="4242"/>
                </a:lnTo>
                <a:lnTo>
                  <a:pt x="3374" y="4242"/>
                </a:lnTo>
                <a:lnTo>
                  <a:pt x="3375" y="4242"/>
                </a:lnTo>
                <a:lnTo>
                  <a:pt x="3376" y="4242"/>
                </a:lnTo>
                <a:lnTo>
                  <a:pt x="3377" y="4242"/>
                </a:lnTo>
                <a:lnTo>
                  <a:pt x="3378" y="4242"/>
                </a:lnTo>
                <a:lnTo>
                  <a:pt x="3379" y="4242"/>
                </a:lnTo>
                <a:lnTo>
                  <a:pt x="3380" y="4242"/>
                </a:lnTo>
                <a:lnTo>
                  <a:pt x="3381" y="4242"/>
                </a:lnTo>
                <a:lnTo>
                  <a:pt x="3382" y="4242"/>
                </a:lnTo>
                <a:lnTo>
                  <a:pt x="3383" y="4242"/>
                </a:lnTo>
                <a:lnTo>
                  <a:pt x="3384" y="4242"/>
                </a:lnTo>
                <a:lnTo>
                  <a:pt x="3385" y="4242"/>
                </a:lnTo>
                <a:lnTo>
                  <a:pt x="3386" y="4242"/>
                </a:lnTo>
                <a:lnTo>
                  <a:pt x="3387" y="4242"/>
                </a:lnTo>
                <a:lnTo>
                  <a:pt x="3388" y="4242"/>
                </a:lnTo>
                <a:lnTo>
                  <a:pt x="3389" y="4242"/>
                </a:lnTo>
                <a:lnTo>
                  <a:pt x="3390" y="4242"/>
                </a:lnTo>
                <a:lnTo>
                  <a:pt x="3391" y="4242"/>
                </a:lnTo>
                <a:lnTo>
                  <a:pt x="3392" y="4242"/>
                </a:lnTo>
                <a:lnTo>
                  <a:pt x="3393" y="4242"/>
                </a:lnTo>
                <a:lnTo>
                  <a:pt x="3394" y="4242"/>
                </a:lnTo>
                <a:lnTo>
                  <a:pt x="3395" y="4242"/>
                </a:lnTo>
                <a:lnTo>
                  <a:pt x="3396" y="4242"/>
                </a:lnTo>
                <a:lnTo>
                  <a:pt x="3397" y="4242"/>
                </a:lnTo>
                <a:lnTo>
                  <a:pt x="3398" y="4242"/>
                </a:lnTo>
                <a:lnTo>
                  <a:pt x="3399" y="4242"/>
                </a:lnTo>
                <a:lnTo>
                  <a:pt x="3400" y="4242"/>
                </a:lnTo>
                <a:lnTo>
                  <a:pt x="3401" y="4242"/>
                </a:lnTo>
                <a:lnTo>
                  <a:pt x="3402" y="4242"/>
                </a:lnTo>
                <a:lnTo>
                  <a:pt x="3403" y="4242"/>
                </a:lnTo>
                <a:lnTo>
                  <a:pt x="3404" y="4242"/>
                </a:lnTo>
                <a:lnTo>
                  <a:pt x="3405" y="4242"/>
                </a:lnTo>
                <a:lnTo>
                  <a:pt x="3406" y="4242"/>
                </a:lnTo>
                <a:lnTo>
                  <a:pt x="3407" y="4242"/>
                </a:lnTo>
                <a:lnTo>
                  <a:pt x="3408" y="4242"/>
                </a:lnTo>
                <a:lnTo>
                  <a:pt x="3409" y="4242"/>
                </a:lnTo>
                <a:lnTo>
                  <a:pt x="3410" y="4242"/>
                </a:lnTo>
                <a:lnTo>
                  <a:pt x="3411" y="4242"/>
                </a:lnTo>
                <a:lnTo>
                  <a:pt x="3412" y="4242"/>
                </a:lnTo>
                <a:lnTo>
                  <a:pt x="3413" y="4242"/>
                </a:lnTo>
                <a:lnTo>
                  <a:pt x="3414" y="4242"/>
                </a:lnTo>
                <a:lnTo>
                  <a:pt x="3415" y="4242"/>
                </a:lnTo>
                <a:lnTo>
                  <a:pt x="3416" y="4242"/>
                </a:lnTo>
                <a:lnTo>
                  <a:pt x="3417" y="4242"/>
                </a:lnTo>
                <a:lnTo>
                  <a:pt x="3418" y="4242"/>
                </a:lnTo>
                <a:lnTo>
                  <a:pt x="3419" y="4242"/>
                </a:lnTo>
                <a:lnTo>
                  <a:pt x="3420" y="4242"/>
                </a:lnTo>
                <a:lnTo>
                  <a:pt x="3421" y="4242"/>
                </a:lnTo>
                <a:lnTo>
                  <a:pt x="3422" y="4242"/>
                </a:lnTo>
                <a:lnTo>
                  <a:pt x="3423" y="4242"/>
                </a:lnTo>
                <a:lnTo>
                  <a:pt x="3424" y="4242"/>
                </a:lnTo>
                <a:lnTo>
                  <a:pt x="3425" y="4242"/>
                </a:lnTo>
                <a:lnTo>
                  <a:pt x="3426" y="4242"/>
                </a:lnTo>
                <a:lnTo>
                  <a:pt x="3427" y="4242"/>
                </a:lnTo>
                <a:lnTo>
                  <a:pt x="3428" y="4242"/>
                </a:lnTo>
                <a:lnTo>
                  <a:pt x="3429" y="4242"/>
                </a:lnTo>
                <a:lnTo>
                  <a:pt x="3430" y="4242"/>
                </a:lnTo>
                <a:lnTo>
                  <a:pt x="3431" y="4242"/>
                </a:lnTo>
                <a:lnTo>
                  <a:pt x="3432" y="4242"/>
                </a:lnTo>
                <a:lnTo>
                  <a:pt x="3433" y="4242"/>
                </a:lnTo>
                <a:lnTo>
                  <a:pt x="3434" y="4242"/>
                </a:lnTo>
                <a:lnTo>
                  <a:pt x="3435" y="4242"/>
                </a:lnTo>
                <a:lnTo>
                  <a:pt x="3436" y="4242"/>
                </a:lnTo>
                <a:lnTo>
                  <a:pt x="3437" y="4242"/>
                </a:lnTo>
                <a:lnTo>
                  <a:pt x="3438" y="4242"/>
                </a:lnTo>
                <a:lnTo>
                  <a:pt x="3439" y="4242"/>
                </a:lnTo>
                <a:lnTo>
                  <a:pt x="3440" y="4242"/>
                </a:lnTo>
                <a:lnTo>
                  <a:pt x="3441" y="4242"/>
                </a:lnTo>
                <a:lnTo>
                  <a:pt x="3442" y="4242"/>
                </a:lnTo>
                <a:lnTo>
                  <a:pt x="3443" y="4242"/>
                </a:lnTo>
                <a:lnTo>
                  <a:pt x="3444" y="4242"/>
                </a:lnTo>
                <a:lnTo>
                  <a:pt x="3445" y="4242"/>
                </a:lnTo>
                <a:lnTo>
                  <a:pt x="3446" y="4242"/>
                </a:lnTo>
                <a:lnTo>
                  <a:pt x="3447" y="4242"/>
                </a:lnTo>
                <a:lnTo>
                  <a:pt x="3448" y="4242"/>
                </a:lnTo>
                <a:lnTo>
                  <a:pt x="3449" y="4242"/>
                </a:lnTo>
                <a:lnTo>
                  <a:pt x="3450" y="4242"/>
                </a:lnTo>
                <a:lnTo>
                  <a:pt x="3451" y="4242"/>
                </a:lnTo>
                <a:lnTo>
                  <a:pt x="3452" y="4242"/>
                </a:lnTo>
                <a:lnTo>
                  <a:pt x="3453" y="4242"/>
                </a:lnTo>
                <a:lnTo>
                  <a:pt x="3454" y="4242"/>
                </a:lnTo>
                <a:lnTo>
                  <a:pt x="3455" y="4242"/>
                </a:lnTo>
                <a:lnTo>
                  <a:pt x="3456" y="4242"/>
                </a:lnTo>
                <a:lnTo>
                  <a:pt x="3457" y="4242"/>
                </a:lnTo>
                <a:lnTo>
                  <a:pt x="3458" y="4242"/>
                </a:lnTo>
                <a:lnTo>
                  <a:pt x="3459" y="4242"/>
                </a:lnTo>
                <a:lnTo>
                  <a:pt x="3460" y="4242"/>
                </a:lnTo>
                <a:lnTo>
                  <a:pt x="3461" y="4242"/>
                </a:lnTo>
                <a:lnTo>
                  <a:pt x="3462" y="4242"/>
                </a:lnTo>
                <a:lnTo>
                  <a:pt x="3463" y="4242"/>
                </a:lnTo>
                <a:lnTo>
                  <a:pt x="3464" y="4242"/>
                </a:lnTo>
                <a:lnTo>
                  <a:pt x="3465" y="4242"/>
                </a:lnTo>
                <a:lnTo>
                  <a:pt x="3466" y="4242"/>
                </a:lnTo>
                <a:lnTo>
                  <a:pt x="3467" y="4242"/>
                </a:lnTo>
                <a:lnTo>
                  <a:pt x="3468" y="4242"/>
                </a:lnTo>
                <a:lnTo>
                  <a:pt x="3469" y="4242"/>
                </a:lnTo>
                <a:lnTo>
                  <a:pt x="3470" y="4242"/>
                </a:lnTo>
                <a:lnTo>
                  <a:pt x="3471" y="4242"/>
                </a:lnTo>
                <a:lnTo>
                  <a:pt x="3472" y="4242"/>
                </a:lnTo>
                <a:lnTo>
                  <a:pt x="3473" y="4242"/>
                </a:lnTo>
                <a:lnTo>
                  <a:pt x="3474" y="4242"/>
                </a:lnTo>
                <a:lnTo>
                  <a:pt x="3475" y="4242"/>
                </a:lnTo>
                <a:lnTo>
                  <a:pt x="3476" y="4242"/>
                </a:lnTo>
                <a:lnTo>
                  <a:pt x="3477" y="4242"/>
                </a:lnTo>
                <a:lnTo>
                  <a:pt x="3478" y="4242"/>
                </a:lnTo>
                <a:lnTo>
                  <a:pt x="3479" y="4242"/>
                </a:lnTo>
                <a:lnTo>
                  <a:pt x="3480" y="4242"/>
                </a:lnTo>
                <a:lnTo>
                  <a:pt x="3481" y="4242"/>
                </a:lnTo>
                <a:lnTo>
                  <a:pt x="3482" y="4242"/>
                </a:lnTo>
                <a:lnTo>
                  <a:pt x="3483" y="4242"/>
                </a:lnTo>
                <a:lnTo>
                  <a:pt x="3484" y="4242"/>
                </a:lnTo>
                <a:lnTo>
                  <a:pt x="3485" y="4242"/>
                </a:lnTo>
                <a:lnTo>
                  <a:pt x="3486" y="4242"/>
                </a:lnTo>
                <a:lnTo>
                  <a:pt x="3487" y="4242"/>
                </a:lnTo>
                <a:lnTo>
                  <a:pt x="3488" y="4242"/>
                </a:lnTo>
                <a:lnTo>
                  <a:pt x="3489" y="4242"/>
                </a:lnTo>
                <a:lnTo>
                  <a:pt x="3490" y="4242"/>
                </a:lnTo>
                <a:lnTo>
                  <a:pt x="3491" y="4242"/>
                </a:lnTo>
                <a:lnTo>
                  <a:pt x="3492" y="4242"/>
                </a:lnTo>
                <a:lnTo>
                  <a:pt x="3493" y="4242"/>
                </a:lnTo>
                <a:lnTo>
                  <a:pt x="3494" y="4242"/>
                </a:lnTo>
                <a:lnTo>
                  <a:pt x="3495" y="4242"/>
                </a:lnTo>
                <a:lnTo>
                  <a:pt x="3496" y="4242"/>
                </a:lnTo>
                <a:lnTo>
                  <a:pt x="3497" y="4242"/>
                </a:lnTo>
                <a:lnTo>
                  <a:pt x="3498" y="4242"/>
                </a:lnTo>
                <a:lnTo>
                  <a:pt x="3499" y="4242"/>
                </a:lnTo>
                <a:lnTo>
                  <a:pt x="3500" y="4242"/>
                </a:lnTo>
                <a:lnTo>
                  <a:pt x="3501" y="4242"/>
                </a:lnTo>
                <a:lnTo>
                  <a:pt x="3502" y="4242"/>
                </a:lnTo>
                <a:lnTo>
                  <a:pt x="3503" y="4242"/>
                </a:lnTo>
                <a:lnTo>
                  <a:pt x="3504" y="4242"/>
                </a:lnTo>
                <a:lnTo>
                  <a:pt x="3505" y="4242"/>
                </a:lnTo>
                <a:lnTo>
                  <a:pt x="3506" y="4242"/>
                </a:lnTo>
                <a:lnTo>
                  <a:pt x="3507" y="4242"/>
                </a:lnTo>
                <a:lnTo>
                  <a:pt x="3508" y="4242"/>
                </a:lnTo>
                <a:lnTo>
                  <a:pt x="3509" y="4242"/>
                </a:lnTo>
                <a:lnTo>
                  <a:pt x="3510" y="4242"/>
                </a:lnTo>
                <a:lnTo>
                  <a:pt x="3511" y="4242"/>
                </a:lnTo>
                <a:lnTo>
                  <a:pt x="3512" y="4242"/>
                </a:lnTo>
                <a:lnTo>
                  <a:pt x="3513" y="4242"/>
                </a:lnTo>
                <a:lnTo>
                  <a:pt x="3514" y="4242"/>
                </a:lnTo>
                <a:lnTo>
                  <a:pt x="3515" y="4242"/>
                </a:lnTo>
                <a:lnTo>
                  <a:pt x="3516" y="4242"/>
                </a:lnTo>
                <a:lnTo>
                  <a:pt x="3517" y="4242"/>
                </a:lnTo>
                <a:lnTo>
                  <a:pt x="3518" y="4242"/>
                </a:lnTo>
                <a:lnTo>
                  <a:pt x="3519" y="4242"/>
                </a:lnTo>
                <a:lnTo>
                  <a:pt x="3520" y="4242"/>
                </a:lnTo>
                <a:lnTo>
                  <a:pt x="3521" y="4242"/>
                </a:lnTo>
                <a:lnTo>
                  <a:pt x="3522" y="4242"/>
                </a:lnTo>
                <a:lnTo>
                  <a:pt x="3523" y="4242"/>
                </a:lnTo>
                <a:lnTo>
                  <a:pt x="3524" y="4242"/>
                </a:lnTo>
                <a:lnTo>
                  <a:pt x="3525" y="4242"/>
                </a:lnTo>
                <a:lnTo>
                  <a:pt x="3526" y="4242"/>
                </a:lnTo>
                <a:lnTo>
                  <a:pt x="3527" y="4242"/>
                </a:lnTo>
                <a:lnTo>
                  <a:pt x="3528" y="4242"/>
                </a:lnTo>
                <a:lnTo>
                  <a:pt x="3529" y="4242"/>
                </a:lnTo>
                <a:lnTo>
                  <a:pt x="3530" y="4242"/>
                </a:lnTo>
                <a:lnTo>
                  <a:pt x="3531" y="4242"/>
                </a:lnTo>
                <a:lnTo>
                  <a:pt x="3532" y="4242"/>
                </a:lnTo>
                <a:lnTo>
                  <a:pt x="3533" y="4242"/>
                </a:lnTo>
                <a:lnTo>
                  <a:pt x="3534" y="4242"/>
                </a:lnTo>
                <a:lnTo>
                  <a:pt x="3535" y="4242"/>
                </a:lnTo>
                <a:lnTo>
                  <a:pt x="3536" y="4242"/>
                </a:lnTo>
                <a:lnTo>
                  <a:pt x="3537" y="4242"/>
                </a:lnTo>
                <a:lnTo>
                  <a:pt x="3538" y="4242"/>
                </a:lnTo>
                <a:lnTo>
                  <a:pt x="3539" y="4242"/>
                </a:lnTo>
                <a:lnTo>
                  <a:pt x="3540" y="4242"/>
                </a:lnTo>
                <a:lnTo>
                  <a:pt x="3541" y="4242"/>
                </a:lnTo>
                <a:lnTo>
                  <a:pt x="3542" y="4242"/>
                </a:lnTo>
                <a:lnTo>
                  <a:pt x="3543" y="4242"/>
                </a:lnTo>
                <a:lnTo>
                  <a:pt x="3544" y="4242"/>
                </a:lnTo>
                <a:lnTo>
                  <a:pt x="3545" y="4242"/>
                </a:lnTo>
                <a:lnTo>
                  <a:pt x="3546" y="4242"/>
                </a:lnTo>
                <a:lnTo>
                  <a:pt x="3547" y="4242"/>
                </a:lnTo>
                <a:lnTo>
                  <a:pt x="3548" y="4242"/>
                </a:lnTo>
                <a:lnTo>
                  <a:pt x="3549" y="4242"/>
                </a:lnTo>
                <a:lnTo>
                  <a:pt x="3550" y="4242"/>
                </a:lnTo>
                <a:lnTo>
                  <a:pt x="3551" y="4242"/>
                </a:lnTo>
                <a:lnTo>
                  <a:pt x="3552" y="4242"/>
                </a:lnTo>
                <a:lnTo>
                  <a:pt x="3553" y="4242"/>
                </a:lnTo>
                <a:lnTo>
                  <a:pt x="3554" y="4242"/>
                </a:lnTo>
                <a:lnTo>
                  <a:pt x="3555" y="4242"/>
                </a:lnTo>
                <a:lnTo>
                  <a:pt x="3556" y="4242"/>
                </a:lnTo>
                <a:lnTo>
                  <a:pt x="3557" y="4242"/>
                </a:lnTo>
                <a:lnTo>
                  <a:pt x="3558" y="4242"/>
                </a:lnTo>
                <a:lnTo>
                  <a:pt x="3559" y="4242"/>
                </a:lnTo>
                <a:lnTo>
                  <a:pt x="3560" y="4242"/>
                </a:lnTo>
                <a:lnTo>
                  <a:pt x="3561" y="4242"/>
                </a:lnTo>
                <a:lnTo>
                  <a:pt x="3562" y="4242"/>
                </a:lnTo>
                <a:lnTo>
                  <a:pt x="3563" y="4242"/>
                </a:lnTo>
                <a:lnTo>
                  <a:pt x="3564" y="4242"/>
                </a:lnTo>
                <a:lnTo>
                  <a:pt x="3565" y="4242"/>
                </a:lnTo>
                <a:lnTo>
                  <a:pt x="3566" y="4242"/>
                </a:lnTo>
                <a:lnTo>
                  <a:pt x="3567" y="4242"/>
                </a:lnTo>
                <a:lnTo>
                  <a:pt x="3568" y="4242"/>
                </a:lnTo>
                <a:lnTo>
                  <a:pt x="3569" y="4242"/>
                </a:lnTo>
                <a:lnTo>
                  <a:pt x="3570" y="4242"/>
                </a:lnTo>
                <a:lnTo>
                  <a:pt x="3571" y="4242"/>
                </a:lnTo>
                <a:lnTo>
                  <a:pt x="3572" y="4242"/>
                </a:lnTo>
                <a:lnTo>
                  <a:pt x="3573" y="4242"/>
                </a:lnTo>
                <a:lnTo>
                  <a:pt x="3574" y="4242"/>
                </a:lnTo>
                <a:lnTo>
                  <a:pt x="3575" y="4242"/>
                </a:lnTo>
                <a:lnTo>
                  <a:pt x="3576" y="4242"/>
                </a:lnTo>
                <a:lnTo>
                  <a:pt x="3577" y="4242"/>
                </a:lnTo>
                <a:lnTo>
                  <a:pt x="3578" y="4242"/>
                </a:lnTo>
                <a:lnTo>
                  <a:pt x="3579" y="4242"/>
                </a:lnTo>
                <a:lnTo>
                  <a:pt x="3580" y="4242"/>
                </a:lnTo>
                <a:lnTo>
                  <a:pt x="3581" y="4242"/>
                </a:lnTo>
                <a:lnTo>
                  <a:pt x="3582" y="4242"/>
                </a:lnTo>
                <a:lnTo>
                  <a:pt x="3583" y="4242"/>
                </a:lnTo>
                <a:lnTo>
                  <a:pt x="3584" y="4242"/>
                </a:lnTo>
                <a:lnTo>
                  <a:pt x="3585" y="4242"/>
                </a:lnTo>
                <a:lnTo>
                  <a:pt x="3586" y="4242"/>
                </a:lnTo>
                <a:lnTo>
                  <a:pt x="3587" y="4242"/>
                </a:lnTo>
                <a:lnTo>
                  <a:pt x="3588" y="4242"/>
                </a:lnTo>
                <a:lnTo>
                  <a:pt x="3589" y="4242"/>
                </a:lnTo>
                <a:lnTo>
                  <a:pt x="3590" y="4242"/>
                </a:lnTo>
                <a:lnTo>
                  <a:pt x="3591" y="4242"/>
                </a:lnTo>
                <a:lnTo>
                  <a:pt x="3592" y="4242"/>
                </a:lnTo>
                <a:lnTo>
                  <a:pt x="3593" y="4242"/>
                </a:lnTo>
                <a:lnTo>
                  <a:pt x="3594" y="4242"/>
                </a:lnTo>
                <a:lnTo>
                  <a:pt x="3595" y="4242"/>
                </a:lnTo>
                <a:lnTo>
                  <a:pt x="3596" y="4242"/>
                </a:lnTo>
                <a:lnTo>
                  <a:pt x="3597" y="4242"/>
                </a:lnTo>
                <a:lnTo>
                  <a:pt x="3598" y="4242"/>
                </a:lnTo>
                <a:lnTo>
                  <a:pt x="3599" y="4242"/>
                </a:lnTo>
                <a:lnTo>
                  <a:pt x="3600" y="4242"/>
                </a:lnTo>
                <a:lnTo>
                  <a:pt x="3601" y="4242"/>
                </a:lnTo>
                <a:lnTo>
                  <a:pt x="3602" y="4242"/>
                </a:lnTo>
                <a:lnTo>
                  <a:pt x="3603" y="4242"/>
                </a:lnTo>
                <a:lnTo>
                  <a:pt x="3604" y="4242"/>
                </a:lnTo>
                <a:lnTo>
                  <a:pt x="3605" y="4242"/>
                </a:lnTo>
                <a:lnTo>
                  <a:pt x="3606" y="4242"/>
                </a:lnTo>
                <a:lnTo>
                  <a:pt x="3607" y="4242"/>
                </a:lnTo>
                <a:lnTo>
                  <a:pt x="3608" y="4242"/>
                </a:lnTo>
                <a:lnTo>
                  <a:pt x="3609" y="4242"/>
                </a:lnTo>
                <a:lnTo>
                  <a:pt x="3610" y="4242"/>
                </a:lnTo>
                <a:lnTo>
                  <a:pt x="3611" y="4242"/>
                </a:lnTo>
                <a:lnTo>
                  <a:pt x="3612" y="4242"/>
                </a:lnTo>
                <a:lnTo>
                  <a:pt x="3613" y="4242"/>
                </a:lnTo>
                <a:lnTo>
                  <a:pt x="3614" y="4242"/>
                </a:lnTo>
                <a:lnTo>
                  <a:pt x="3615" y="4242"/>
                </a:lnTo>
                <a:lnTo>
                  <a:pt x="3616" y="4242"/>
                </a:lnTo>
                <a:lnTo>
                  <a:pt x="3617" y="4242"/>
                </a:lnTo>
                <a:lnTo>
                  <a:pt x="3618" y="4242"/>
                </a:lnTo>
                <a:lnTo>
                  <a:pt x="3619" y="4242"/>
                </a:lnTo>
                <a:lnTo>
                  <a:pt x="3620" y="4242"/>
                </a:lnTo>
                <a:lnTo>
                  <a:pt x="3621" y="4242"/>
                </a:lnTo>
                <a:lnTo>
                  <a:pt x="3622" y="4242"/>
                </a:lnTo>
                <a:lnTo>
                  <a:pt x="3623" y="4242"/>
                </a:lnTo>
                <a:lnTo>
                  <a:pt x="3624" y="4242"/>
                </a:lnTo>
                <a:lnTo>
                  <a:pt x="3625" y="4242"/>
                </a:lnTo>
                <a:lnTo>
                  <a:pt x="3626" y="4242"/>
                </a:lnTo>
                <a:lnTo>
                  <a:pt x="3627" y="4242"/>
                </a:lnTo>
                <a:lnTo>
                  <a:pt x="3628" y="4242"/>
                </a:lnTo>
                <a:lnTo>
                  <a:pt x="3629" y="4242"/>
                </a:lnTo>
                <a:lnTo>
                  <a:pt x="3630" y="4242"/>
                </a:lnTo>
                <a:lnTo>
                  <a:pt x="3631" y="4242"/>
                </a:lnTo>
                <a:lnTo>
                  <a:pt x="3632" y="4242"/>
                </a:lnTo>
                <a:lnTo>
                  <a:pt x="3633" y="4242"/>
                </a:lnTo>
                <a:lnTo>
                  <a:pt x="3634" y="4242"/>
                </a:lnTo>
                <a:lnTo>
                  <a:pt x="3635" y="4242"/>
                </a:lnTo>
                <a:lnTo>
                  <a:pt x="3636" y="4242"/>
                </a:lnTo>
                <a:lnTo>
                  <a:pt x="3637" y="4242"/>
                </a:lnTo>
                <a:lnTo>
                  <a:pt x="3638" y="4242"/>
                </a:lnTo>
                <a:lnTo>
                  <a:pt x="3639" y="4242"/>
                </a:lnTo>
                <a:lnTo>
                  <a:pt x="3640" y="4242"/>
                </a:lnTo>
                <a:lnTo>
                  <a:pt x="3641" y="4242"/>
                </a:lnTo>
                <a:lnTo>
                  <a:pt x="3642" y="4242"/>
                </a:lnTo>
                <a:lnTo>
                  <a:pt x="3643" y="4242"/>
                </a:lnTo>
                <a:lnTo>
                  <a:pt x="3644" y="4242"/>
                </a:lnTo>
                <a:lnTo>
                  <a:pt x="3645" y="4242"/>
                </a:lnTo>
                <a:lnTo>
                  <a:pt x="3646" y="4242"/>
                </a:lnTo>
                <a:lnTo>
                  <a:pt x="3647" y="4242"/>
                </a:lnTo>
                <a:lnTo>
                  <a:pt x="3648" y="4242"/>
                </a:lnTo>
                <a:lnTo>
                  <a:pt x="3649" y="4242"/>
                </a:lnTo>
                <a:lnTo>
                  <a:pt x="3650" y="4242"/>
                </a:lnTo>
                <a:lnTo>
                  <a:pt x="3651" y="4242"/>
                </a:lnTo>
                <a:lnTo>
                  <a:pt x="3652" y="4242"/>
                </a:lnTo>
                <a:lnTo>
                  <a:pt x="3653" y="4242"/>
                </a:lnTo>
                <a:lnTo>
                  <a:pt x="3654" y="4242"/>
                </a:lnTo>
                <a:lnTo>
                  <a:pt x="3655" y="4242"/>
                </a:lnTo>
                <a:lnTo>
                  <a:pt x="3656" y="4242"/>
                </a:lnTo>
                <a:lnTo>
                  <a:pt x="3657" y="4242"/>
                </a:lnTo>
                <a:lnTo>
                  <a:pt x="3658" y="4242"/>
                </a:lnTo>
                <a:lnTo>
                  <a:pt x="3659" y="4242"/>
                </a:lnTo>
                <a:lnTo>
                  <a:pt x="3660" y="4242"/>
                </a:lnTo>
                <a:lnTo>
                  <a:pt x="3661" y="4242"/>
                </a:lnTo>
                <a:lnTo>
                  <a:pt x="3662" y="4242"/>
                </a:lnTo>
                <a:lnTo>
                  <a:pt x="3663" y="4242"/>
                </a:lnTo>
                <a:lnTo>
                  <a:pt x="3664" y="4242"/>
                </a:lnTo>
                <a:lnTo>
                  <a:pt x="3665" y="4242"/>
                </a:lnTo>
                <a:lnTo>
                  <a:pt x="3666" y="4242"/>
                </a:lnTo>
                <a:lnTo>
                  <a:pt x="3667" y="4242"/>
                </a:lnTo>
                <a:lnTo>
                  <a:pt x="3668" y="4242"/>
                </a:lnTo>
                <a:lnTo>
                  <a:pt x="3669" y="4242"/>
                </a:lnTo>
                <a:lnTo>
                  <a:pt x="3670" y="4242"/>
                </a:lnTo>
                <a:lnTo>
                  <a:pt x="3671" y="4242"/>
                </a:lnTo>
                <a:lnTo>
                  <a:pt x="3672" y="4242"/>
                </a:lnTo>
                <a:lnTo>
                  <a:pt x="3673" y="4242"/>
                </a:lnTo>
                <a:lnTo>
                  <a:pt x="3674" y="4242"/>
                </a:lnTo>
                <a:lnTo>
                  <a:pt x="3675" y="4242"/>
                </a:lnTo>
                <a:lnTo>
                  <a:pt x="3676" y="4242"/>
                </a:lnTo>
                <a:lnTo>
                  <a:pt x="3677" y="4242"/>
                </a:lnTo>
                <a:lnTo>
                  <a:pt x="3678" y="4242"/>
                </a:lnTo>
                <a:lnTo>
                  <a:pt x="3679" y="4242"/>
                </a:lnTo>
                <a:lnTo>
                  <a:pt x="3680" y="4242"/>
                </a:lnTo>
                <a:lnTo>
                  <a:pt x="3681" y="4242"/>
                </a:lnTo>
                <a:lnTo>
                  <a:pt x="3682" y="4242"/>
                </a:lnTo>
                <a:lnTo>
                  <a:pt x="3683" y="4242"/>
                </a:lnTo>
                <a:lnTo>
                  <a:pt x="3684" y="4242"/>
                </a:lnTo>
                <a:lnTo>
                  <a:pt x="3685" y="4242"/>
                </a:lnTo>
                <a:lnTo>
                  <a:pt x="3686" y="4242"/>
                </a:lnTo>
                <a:lnTo>
                  <a:pt x="3687" y="4242"/>
                </a:lnTo>
                <a:lnTo>
                  <a:pt x="3688" y="4242"/>
                </a:lnTo>
                <a:lnTo>
                  <a:pt x="3689" y="4242"/>
                </a:lnTo>
                <a:lnTo>
                  <a:pt x="3690" y="4242"/>
                </a:lnTo>
                <a:lnTo>
                  <a:pt x="3691" y="4242"/>
                </a:lnTo>
                <a:lnTo>
                  <a:pt x="3692" y="4242"/>
                </a:lnTo>
                <a:lnTo>
                  <a:pt x="3693" y="4242"/>
                </a:lnTo>
                <a:lnTo>
                  <a:pt x="3694" y="4242"/>
                </a:lnTo>
                <a:lnTo>
                  <a:pt x="3695" y="4242"/>
                </a:lnTo>
                <a:lnTo>
                  <a:pt x="3696" y="4242"/>
                </a:lnTo>
                <a:lnTo>
                  <a:pt x="3697" y="4242"/>
                </a:lnTo>
                <a:lnTo>
                  <a:pt x="3698" y="4242"/>
                </a:lnTo>
                <a:lnTo>
                  <a:pt x="3699" y="4242"/>
                </a:lnTo>
                <a:lnTo>
                  <a:pt x="3700" y="4242"/>
                </a:lnTo>
                <a:lnTo>
                  <a:pt x="3701" y="4242"/>
                </a:lnTo>
                <a:lnTo>
                  <a:pt x="3702" y="4242"/>
                </a:lnTo>
                <a:lnTo>
                  <a:pt x="3703" y="4242"/>
                </a:lnTo>
                <a:lnTo>
                  <a:pt x="3704" y="4242"/>
                </a:lnTo>
                <a:lnTo>
                  <a:pt x="3705" y="4242"/>
                </a:lnTo>
                <a:lnTo>
                  <a:pt x="3706" y="4242"/>
                </a:lnTo>
                <a:lnTo>
                  <a:pt x="3707" y="4242"/>
                </a:lnTo>
                <a:lnTo>
                  <a:pt x="3708" y="4242"/>
                </a:lnTo>
                <a:lnTo>
                  <a:pt x="3709" y="4242"/>
                </a:lnTo>
                <a:lnTo>
                  <a:pt x="3710" y="4242"/>
                </a:lnTo>
                <a:lnTo>
                  <a:pt x="3711" y="4242"/>
                </a:lnTo>
                <a:lnTo>
                  <a:pt x="3712" y="4242"/>
                </a:lnTo>
                <a:lnTo>
                  <a:pt x="3713" y="4242"/>
                </a:lnTo>
                <a:lnTo>
                  <a:pt x="3714" y="4242"/>
                </a:lnTo>
                <a:lnTo>
                  <a:pt x="3715" y="4242"/>
                </a:lnTo>
                <a:lnTo>
                  <a:pt x="3716" y="4242"/>
                </a:lnTo>
                <a:lnTo>
                  <a:pt x="3717" y="4242"/>
                </a:lnTo>
                <a:lnTo>
                  <a:pt x="3718" y="4242"/>
                </a:lnTo>
                <a:lnTo>
                  <a:pt x="3719" y="4242"/>
                </a:lnTo>
                <a:lnTo>
                  <a:pt x="3720" y="4242"/>
                </a:lnTo>
                <a:lnTo>
                  <a:pt x="3721" y="4242"/>
                </a:lnTo>
                <a:lnTo>
                  <a:pt x="3722" y="4242"/>
                </a:lnTo>
                <a:lnTo>
                  <a:pt x="3723" y="4242"/>
                </a:lnTo>
                <a:lnTo>
                  <a:pt x="3724" y="4242"/>
                </a:lnTo>
                <a:lnTo>
                  <a:pt x="3725" y="4242"/>
                </a:lnTo>
                <a:lnTo>
                  <a:pt x="3726" y="4242"/>
                </a:lnTo>
                <a:lnTo>
                  <a:pt x="3727" y="4242"/>
                </a:lnTo>
                <a:lnTo>
                  <a:pt x="3728" y="4242"/>
                </a:lnTo>
                <a:lnTo>
                  <a:pt x="3729" y="4242"/>
                </a:lnTo>
                <a:lnTo>
                  <a:pt x="3730" y="4242"/>
                </a:lnTo>
                <a:lnTo>
                  <a:pt x="3731" y="4242"/>
                </a:lnTo>
                <a:lnTo>
                  <a:pt x="3732" y="4242"/>
                </a:lnTo>
                <a:lnTo>
                  <a:pt x="3733" y="4242"/>
                </a:lnTo>
                <a:lnTo>
                  <a:pt x="3734" y="4242"/>
                </a:lnTo>
                <a:lnTo>
                  <a:pt x="3735" y="4242"/>
                </a:lnTo>
                <a:lnTo>
                  <a:pt x="3736" y="4242"/>
                </a:lnTo>
                <a:lnTo>
                  <a:pt x="3737" y="4242"/>
                </a:lnTo>
                <a:lnTo>
                  <a:pt x="3738" y="4242"/>
                </a:lnTo>
                <a:lnTo>
                  <a:pt x="3739" y="4242"/>
                </a:lnTo>
                <a:lnTo>
                  <a:pt x="3740" y="4242"/>
                </a:lnTo>
                <a:lnTo>
                  <a:pt x="3741" y="4242"/>
                </a:lnTo>
                <a:lnTo>
                  <a:pt x="3742" y="4242"/>
                </a:lnTo>
                <a:lnTo>
                  <a:pt x="3743" y="4242"/>
                </a:lnTo>
                <a:lnTo>
                  <a:pt x="3744" y="4242"/>
                </a:lnTo>
                <a:lnTo>
                  <a:pt x="3745" y="4242"/>
                </a:lnTo>
                <a:lnTo>
                  <a:pt x="3746" y="4242"/>
                </a:lnTo>
                <a:lnTo>
                  <a:pt x="3747" y="4242"/>
                </a:lnTo>
                <a:lnTo>
                  <a:pt x="3748" y="4242"/>
                </a:lnTo>
                <a:lnTo>
                  <a:pt x="3749" y="4242"/>
                </a:lnTo>
                <a:lnTo>
                  <a:pt x="3750" y="4242"/>
                </a:lnTo>
                <a:lnTo>
                  <a:pt x="3751" y="4242"/>
                </a:lnTo>
                <a:lnTo>
                  <a:pt x="3752" y="4242"/>
                </a:lnTo>
                <a:lnTo>
                  <a:pt x="3753" y="4242"/>
                </a:lnTo>
                <a:lnTo>
                  <a:pt x="3754" y="4242"/>
                </a:lnTo>
                <a:lnTo>
                  <a:pt x="3755" y="4242"/>
                </a:lnTo>
                <a:lnTo>
                  <a:pt x="3756" y="4242"/>
                </a:lnTo>
                <a:lnTo>
                  <a:pt x="3757" y="4242"/>
                </a:lnTo>
                <a:lnTo>
                  <a:pt x="3758" y="4242"/>
                </a:lnTo>
                <a:lnTo>
                  <a:pt x="3759" y="4242"/>
                </a:lnTo>
                <a:lnTo>
                  <a:pt x="3760" y="4242"/>
                </a:lnTo>
                <a:lnTo>
                  <a:pt x="3761" y="4242"/>
                </a:lnTo>
                <a:lnTo>
                  <a:pt x="3762" y="4242"/>
                </a:lnTo>
                <a:lnTo>
                  <a:pt x="3763" y="4242"/>
                </a:lnTo>
                <a:lnTo>
                  <a:pt x="3764" y="4242"/>
                </a:lnTo>
                <a:lnTo>
                  <a:pt x="3765" y="4242"/>
                </a:lnTo>
                <a:lnTo>
                  <a:pt x="3766" y="4242"/>
                </a:lnTo>
                <a:lnTo>
                  <a:pt x="3767" y="4242"/>
                </a:lnTo>
                <a:lnTo>
                  <a:pt x="3768" y="4242"/>
                </a:lnTo>
                <a:lnTo>
                  <a:pt x="3769" y="4242"/>
                </a:lnTo>
                <a:lnTo>
                  <a:pt x="3770" y="4242"/>
                </a:lnTo>
                <a:lnTo>
                  <a:pt x="3771" y="4242"/>
                </a:lnTo>
                <a:lnTo>
                  <a:pt x="3772" y="4242"/>
                </a:lnTo>
                <a:lnTo>
                  <a:pt x="3773" y="4242"/>
                </a:lnTo>
                <a:lnTo>
                  <a:pt x="3774" y="4242"/>
                </a:lnTo>
                <a:lnTo>
                  <a:pt x="3775" y="4242"/>
                </a:lnTo>
                <a:lnTo>
                  <a:pt x="3776" y="4242"/>
                </a:lnTo>
                <a:lnTo>
                  <a:pt x="3777" y="4242"/>
                </a:lnTo>
                <a:lnTo>
                  <a:pt x="3778" y="4242"/>
                </a:lnTo>
                <a:lnTo>
                  <a:pt x="3779" y="4242"/>
                </a:lnTo>
                <a:lnTo>
                  <a:pt x="3780" y="4242"/>
                </a:lnTo>
                <a:lnTo>
                  <a:pt x="3781" y="4242"/>
                </a:lnTo>
                <a:lnTo>
                  <a:pt x="3782" y="4242"/>
                </a:lnTo>
                <a:lnTo>
                  <a:pt x="3783" y="4242"/>
                </a:lnTo>
                <a:lnTo>
                  <a:pt x="3784" y="4242"/>
                </a:lnTo>
                <a:lnTo>
                  <a:pt x="3785" y="4242"/>
                </a:lnTo>
                <a:lnTo>
                  <a:pt x="3786" y="4242"/>
                </a:lnTo>
                <a:lnTo>
                  <a:pt x="3787" y="4242"/>
                </a:lnTo>
                <a:lnTo>
                  <a:pt x="3788" y="4242"/>
                </a:lnTo>
                <a:lnTo>
                  <a:pt x="3789" y="4242"/>
                </a:lnTo>
                <a:lnTo>
                  <a:pt x="3790" y="4242"/>
                </a:lnTo>
                <a:lnTo>
                  <a:pt x="3791" y="4242"/>
                </a:lnTo>
                <a:lnTo>
                  <a:pt x="3792" y="4242"/>
                </a:lnTo>
                <a:lnTo>
                  <a:pt x="3793" y="4242"/>
                </a:lnTo>
                <a:lnTo>
                  <a:pt x="3794" y="4242"/>
                </a:lnTo>
                <a:lnTo>
                  <a:pt x="3795" y="4242"/>
                </a:lnTo>
                <a:lnTo>
                  <a:pt x="3796" y="4242"/>
                </a:lnTo>
                <a:lnTo>
                  <a:pt x="3797" y="4242"/>
                </a:lnTo>
                <a:lnTo>
                  <a:pt x="3798" y="4242"/>
                </a:lnTo>
                <a:lnTo>
                  <a:pt x="3799" y="4242"/>
                </a:lnTo>
                <a:lnTo>
                  <a:pt x="3800" y="4242"/>
                </a:lnTo>
                <a:lnTo>
                  <a:pt x="3801" y="4242"/>
                </a:lnTo>
                <a:lnTo>
                  <a:pt x="3802" y="4242"/>
                </a:lnTo>
                <a:lnTo>
                  <a:pt x="3803" y="4242"/>
                </a:lnTo>
                <a:lnTo>
                  <a:pt x="3804" y="4242"/>
                </a:lnTo>
                <a:lnTo>
                  <a:pt x="3805" y="4242"/>
                </a:lnTo>
                <a:lnTo>
                  <a:pt x="3806" y="4242"/>
                </a:lnTo>
                <a:lnTo>
                  <a:pt x="3807" y="4242"/>
                </a:lnTo>
                <a:lnTo>
                  <a:pt x="3808" y="4242"/>
                </a:lnTo>
                <a:lnTo>
                  <a:pt x="3809" y="4242"/>
                </a:lnTo>
                <a:lnTo>
                  <a:pt x="3810" y="4242"/>
                </a:lnTo>
                <a:lnTo>
                  <a:pt x="3811" y="4242"/>
                </a:lnTo>
                <a:lnTo>
                  <a:pt x="3812" y="4242"/>
                </a:lnTo>
                <a:lnTo>
                  <a:pt x="3813" y="4242"/>
                </a:lnTo>
                <a:lnTo>
                  <a:pt x="3814" y="4242"/>
                </a:lnTo>
                <a:lnTo>
                  <a:pt x="3815" y="4242"/>
                </a:lnTo>
                <a:lnTo>
                  <a:pt x="3816" y="4242"/>
                </a:lnTo>
                <a:lnTo>
                  <a:pt x="3817" y="4242"/>
                </a:lnTo>
                <a:lnTo>
                  <a:pt x="3818" y="4242"/>
                </a:lnTo>
                <a:lnTo>
                  <a:pt x="3819" y="4242"/>
                </a:lnTo>
                <a:lnTo>
                  <a:pt x="3820" y="4242"/>
                </a:lnTo>
                <a:lnTo>
                  <a:pt x="3821" y="4242"/>
                </a:lnTo>
                <a:lnTo>
                  <a:pt x="3822" y="4242"/>
                </a:lnTo>
                <a:lnTo>
                  <a:pt x="3823" y="4242"/>
                </a:lnTo>
                <a:lnTo>
                  <a:pt x="3824" y="4242"/>
                </a:lnTo>
                <a:lnTo>
                  <a:pt x="3825" y="4242"/>
                </a:lnTo>
                <a:lnTo>
                  <a:pt x="3826" y="4242"/>
                </a:lnTo>
                <a:lnTo>
                  <a:pt x="3827" y="4242"/>
                </a:lnTo>
                <a:lnTo>
                  <a:pt x="3829" y="4242"/>
                </a:lnTo>
                <a:lnTo>
                  <a:pt x="3830" y="4242"/>
                </a:lnTo>
                <a:lnTo>
                  <a:pt x="3831" y="4242"/>
                </a:lnTo>
                <a:lnTo>
                  <a:pt x="3832" y="4242"/>
                </a:lnTo>
                <a:lnTo>
                  <a:pt x="3833" y="4242"/>
                </a:lnTo>
                <a:lnTo>
                  <a:pt x="3834" y="4242"/>
                </a:lnTo>
                <a:lnTo>
                  <a:pt x="3835" y="4242"/>
                </a:lnTo>
                <a:lnTo>
                  <a:pt x="3836" y="4242"/>
                </a:lnTo>
                <a:lnTo>
                  <a:pt x="3837" y="4242"/>
                </a:lnTo>
                <a:lnTo>
                  <a:pt x="3838" y="4242"/>
                </a:lnTo>
                <a:lnTo>
                  <a:pt x="3839" y="4242"/>
                </a:lnTo>
                <a:lnTo>
                  <a:pt x="3840" y="4242"/>
                </a:lnTo>
                <a:lnTo>
                  <a:pt x="3841" y="4242"/>
                </a:lnTo>
                <a:lnTo>
                  <a:pt x="3842" y="4242"/>
                </a:lnTo>
                <a:lnTo>
                  <a:pt x="3843" y="4242"/>
                </a:lnTo>
                <a:lnTo>
                  <a:pt x="3844" y="4242"/>
                </a:lnTo>
                <a:lnTo>
                  <a:pt x="3845" y="4242"/>
                </a:lnTo>
                <a:lnTo>
                  <a:pt x="3846" y="4242"/>
                </a:lnTo>
                <a:lnTo>
                  <a:pt x="3847" y="4242"/>
                </a:lnTo>
                <a:lnTo>
                  <a:pt x="3848" y="4242"/>
                </a:lnTo>
                <a:lnTo>
                  <a:pt x="3849" y="4242"/>
                </a:lnTo>
                <a:lnTo>
                  <a:pt x="3850" y="4242"/>
                </a:lnTo>
                <a:lnTo>
                  <a:pt x="3851" y="4242"/>
                </a:lnTo>
                <a:lnTo>
                  <a:pt x="3852" y="4242"/>
                </a:lnTo>
                <a:lnTo>
                  <a:pt x="3853" y="4242"/>
                </a:lnTo>
                <a:lnTo>
                  <a:pt x="3854" y="4242"/>
                </a:lnTo>
                <a:lnTo>
                  <a:pt x="3855" y="4242"/>
                </a:lnTo>
                <a:lnTo>
                  <a:pt x="3856" y="4242"/>
                </a:lnTo>
                <a:lnTo>
                  <a:pt x="3857" y="4242"/>
                </a:lnTo>
                <a:lnTo>
                  <a:pt x="3858" y="4242"/>
                </a:lnTo>
                <a:lnTo>
                  <a:pt x="3859" y="4242"/>
                </a:lnTo>
                <a:lnTo>
                  <a:pt x="3860" y="4242"/>
                </a:lnTo>
                <a:lnTo>
                  <a:pt x="3861" y="4242"/>
                </a:lnTo>
                <a:lnTo>
                  <a:pt x="3862" y="4242"/>
                </a:lnTo>
                <a:lnTo>
                  <a:pt x="3863" y="4242"/>
                </a:lnTo>
                <a:lnTo>
                  <a:pt x="3864" y="4242"/>
                </a:lnTo>
                <a:lnTo>
                  <a:pt x="3865" y="4242"/>
                </a:lnTo>
                <a:lnTo>
                  <a:pt x="3866" y="4242"/>
                </a:lnTo>
                <a:lnTo>
                  <a:pt x="3867" y="4242"/>
                </a:lnTo>
                <a:lnTo>
                  <a:pt x="3868" y="4242"/>
                </a:lnTo>
                <a:lnTo>
                  <a:pt x="3869" y="4242"/>
                </a:lnTo>
                <a:lnTo>
                  <a:pt x="3870" y="4242"/>
                </a:lnTo>
                <a:lnTo>
                  <a:pt x="3871" y="4242"/>
                </a:lnTo>
                <a:lnTo>
                  <a:pt x="3872" y="4242"/>
                </a:lnTo>
                <a:lnTo>
                  <a:pt x="3873" y="4242"/>
                </a:lnTo>
                <a:lnTo>
                  <a:pt x="3874" y="4242"/>
                </a:lnTo>
                <a:lnTo>
                  <a:pt x="3875" y="4242"/>
                </a:lnTo>
                <a:lnTo>
                  <a:pt x="3876" y="4242"/>
                </a:lnTo>
                <a:lnTo>
                  <a:pt x="3877" y="4242"/>
                </a:lnTo>
                <a:lnTo>
                  <a:pt x="3878" y="4242"/>
                </a:lnTo>
                <a:lnTo>
                  <a:pt x="3879" y="4242"/>
                </a:lnTo>
                <a:lnTo>
                  <a:pt x="3880" y="4242"/>
                </a:lnTo>
                <a:lnTo>
                  <a:pt x="3881" y="4242"/>
                </a:lnTo>
                <a:lnTo>
                  <a:pt x="3882" y="4242"/>
                </a:lnTo>
                <a:lnTo>
                  <a:pt x="3883" y="4242"/>
                </a:lnTo>
                <a:lnTo>
                  <a:pt x="3884" y="4242"/>
                </a:lnTo>
                <a:lnTo>
                  <a:pt x="3885" y="4242"/>
                </a:lnTo>
                <a:lnTo>
                  <a:pt x="3886" y="4242"/>
                </a:lnTo>
                <a:lnTo>
                  <a:pt x="3887" y="4242"/>
                </a:lnTo>
                <a:lnTo>
                  <a:pt x="3888" y="4242"/>
                </a:lnTo>
                <a:lnTo>
                  <a:pt x="3889" y="4242"/>
                </a:lnTo>
                <a:lnTo>
                  <a:pt x="3890" y="4242"/>
                </a:lnTo>
                <a:lnTo>
                  <a:pt x="3891" y="4242"/>
                </a:lnTo>
                <a:lnTo>
                  <a:pt x="3892" y="4242"/>
                </a:lnTo>
                <a:lnTo>
                  <a:pt x="3893" y="4242"/>
                </a:lnTo>
                <a:lnTo>
                  <a:pt x="3894" y="4242"/>
                </a:lnTo>
                <a:lnTo>
                  <a:pt x="3895" y="4242"/>
                </a:lnTo>
                <a:lnTo>
                  <a:pt x="3896" y="4242"/>
                </a:lnTo>
                <a:lnTo>
                  <a:pt x="3897" y="4242"/>
                </a:lnTo>
                <a:lnTo>
                  <a:pt x="3898" y="4242"/>
                </a:lnTo>
                <a:lnTo>
                  <a:pt x="3899" y="4242"/>
                </a:lnTo>
                <a:lnTo>
                  <a:pt x="3900" y="4242"/>
                </a:lnTo>
                <a:lnTo>
                  <a:pt x="3901" y="4242"/>
                </a:lnTo>
                <a:lnTo>
                  <a:pt x="3902" y="4242"/>
                </a:lnTo>
                <a:lnTo>
                  <a:pt x="3903" y="4242"/>
                </a:lnTo>
                <a:lnTo>
                  <a:pt x="3904" y="4242"/>
                </a:lnTo>
                <a:lnTo>
                  <a:pt x="3905" y="4242"/>
                </a:lnTo>
                <a:lnTo>
                  <a:pt x="3906" y="4242"/>
                </a:lnTo>
                <a:lnTo>
                  <a:pt x="3907" y="4242"/>
                </a:lnTo>
                <a:lnTo>
                  <a:pt x="3908" y="4242"/>
                </a:lnTo>
                <a:lnTo>
                  <a:pt x="3909" y="4242"/>
                </a:lnTo>
                <a:lnTo>
                  <a:pt x="3910" y="4242"/>
                </a:lnTo>
                <a:lnTo>
                  <a:pt x="3911" y="4242"/>
                </a:lnTo>
                <a:lnTo>
                  <a:pt x="3912" y="4242"/>
                </a:lnTo>
                <a:lnTo>
                  <a:pt x="3913" y="4242"/>
                </a:lnTo>
                <a:lnTo>
                  <a:pt x="3914" y="4242"/>
                </a:lnTo>
                <a:lnTo>
                  <a:pt x="3915" y="4242"/>
                </a:lnTo>
                <a:lnTo>
                  <a:pt x="3916" y="4242"/>
                </a:lnTo>
                <a:lnTo>
                  <a:pt x="3917" y="4242"/>
                </a:lnTo>
                <a:lnTo>
                  <a:pt x="3918" y="4242"/>
                </a:lnTo>
                <a:lnTo>
                  <a:pt x="3919" y="4242"/>
                </a:lnTo>
                <a:lnTo>
                  <a:pt x="3920" y="4242"/>
                </a:lnTo>
                <a:lnTo>
                  <a:pt x="3921" y="4242"/>
                </a:lnTo>
                <a:lnTo>
                  <a:pt x="3922" y="4242"/>
                </a:lnTo>
                <a:lnTo>
                  <a:pt x="3923" y="4242"/>
                </a:lnTo>
                <a:lnTo>
                  <a:pt x="3924" y="4242"/>
                </a:lnTo>
                <a:lnTo>
                  <a:pt x="3925" y="4242"/>
                </a:lnTo>
                <a:lnTo>
                  <a:pt x="3926" y="4242"/>
                </a:lnTo>
                <a:lnTo>
                  <a:pt x="3927" y="4242"/>
                </a:lnTo>
                <a:lnTo>
                  <a:pt x="3928" y="4242"/>
                </a:lnTo>
                <a:lnTo>
                  <a:pt x="3929" y="4242"/>
                </a:lnTo>
                <a:lnTo>
                  <a:pt x="3930" y="4242"/>
                </a:lnTo>
                <a:lnTo>
                  <a:pt x="3931" y="4242"/>
                </a:lnTo>
                <a:lnTo>
                  <a:pt x="3932" y="4242"/>
                </a:lnTo>
                <a:lnTo>
                  <a:pt x="3933" y="4242"/>
                </a:lnTo>
                <a:lnTo>
                  <a:pt x="3934" y="4242"/>
                </a:lnTo>
                <a:lnTo>
                  <a:pt x="3935" y="4242"/>
                </a:lnTo>
                <a:lnTo>
                  <a:pt x="3936" y="4242"/>
                </a:lnTo>
                <a:lnTo>
                  <a:pt x="3937" y="4242"/>
                </a:lnTo>
                <a:lnTo>
                  <a:pt x="3938" y="4242"/>
                </a:lnTo>
                <a:lnTo>
                  <a:pt x="3939" y="4242"/>
                </a:lnTo>
                <a:lnTo>
                  <a:pt x="3940" y="4242"/>
                </a:lnTo>
                <a:lnTo>
                  <a:pt x="3941" y="4242"/>
                </a:lnTo>
                <a:lnTo>
                  <a:pt x="3942" y="4242"/>
                </a:lnTo>
                <a:lnTo>
                  <a:pt x="3943" y="4242"/>
                </a:lnTo>
                <a:lnTo>
                  <a:pt x="3944" y="4242"/>
                </a:lnTo>
                <a:lnTo>
                  <a:pt x="3945" y="4242"/>
                </a:lnTo>
                <a:lnTo>
                  <a:pt x="3946" y="4242"/>
                </a:lnTo>
                <a:lnTo>
                  <a:pt x="3947" y="4242"/>
                </a:lnTo>
                <a:lnTo>
                  <a:pt x="3948" y="4242"/>
                </a:lnTo>
                <a:lnTo>
                  <a:pt x="3949" y="4242"/>
                </a:lnTo>
                <a:lnTo>
                  <a:pt x="3950" y="4242"/>
                </a:lnTo>
                <a:lnTo>
                  <a:pt x="3951" y="4242"/>
                </a:lnTo>
                <a:lnTo>
                  <a:pt x="3952" y="4242"/>
                </a:lnTo>
                <a:lnTo>
                  <a:pt x="3953" y="4242"/>
                </a:lnTo>
                <a:lnTo>
                  <a:pt x="3954" y="4242"/>
                </a:lnTo>
                <a:lnTo>
                  <a:pt x="3955" y="4242"/>
                </a:lnTo>
                <a:lnTo>
                  <a:pt x="3956" y="4242"/>
                </a:lnTo>
                <a:lnTo>
                  <a:pt x="3957" y="4242"/>
                </a:lnTo>
                <a:lnTo>
                  <a:pt x="3958" y="4242"/>
                </a:lnTo>
                <a:lnTo>
                  <a:pt x="3959" y="4242"/>
                </a:lnTo>
                <a:lnTo>
                  <a:pt x="3960" y="4242"/>
                </a:lnTo>
                <a:lnTo>
                  <a:pt x="3961" y="4242"/>
                </a:lnTo>
                <a:lnTo>
                  <a:pt x="3962" y="4242"/>
                </a:lnTo>
                <a:lnTo>
                  <a:pt x="3963" y="4242"/>
                </a:lnTo>
                <a:lnTo>
                  <a:pt x="3964" y="4242"/>
                </a:lnTo>
                <a:lnTo>
                  <a:pt x="3965" y="4242"/>
                </a:lnTo>
                <a:lnTo>
                  <a:pt x="3966" y="4242"/>
                </a:lnTo>
                <a:lnTo>
                  <a:pt x="3967" y="4242"/>
                </a:lnTo>
                <a:lnTo>
                  <a:pt x="3968" y="4242"/>
                </a:lnTo>
                <a:lnTo>
                  <a:pt x="3969" y="4242"/>
                </a:lnTo>
                <a:lnTo>
                  <a:pt x="3970" y="4242"/>
                </a:lnTo>
                <a:lnTo>
                  <a:pt x="3971" y="4242"/>
                </a:lnTo>
                <a:lnTo>
                  <a:pt x="3972" y="4242"/>
                </a:lnTo>
                <a:lnTo>
                  <a:pt x="3973" y="4242"/>
                </a:lnTo>
                <a:lnTo>
                  <a:pt x="3974" y="4242"/>
                </a:lnTo>
                <a:lnTo>
                  <a:pt x="3975" y="4242"/>
                </a:lnTo>
                <a:lnTo>
                  <a:pt x="3976" y="4242"/>
                </a:lnTo>
                <a:lnTo>
                  <a:pt x="3977" y="4242"/>
                </a:lnTo>
                <a:lnTo>
                  <a:pt x="3978" y="4242"/>
                </a:lnTo>
                <a:lnTo>
                  <a:pt x="3979" y="4242"/>
                </a:lnTo>
                <a:lnTo>
                  <a:pt x="3980" y="4242"/>
                </a:lnTo>
                <a:lnTo>
                  <a:pt x="3981" y="4242"/>
                </a:lnTo>
                <a:lnTo>
                  <a:pt x="3982" y="4242"/>
                </a:lnTo>
                <a:lnTo>
                  <a:pt x="3983" y="4242"/>
                </a:lnTo>
                <a:lnTo>
                  <a:pt x="3984" y="4242"/>
                </a:lnTo>
                <a:lnTo>
                  <a:pt x="3985" y="4242"/>
                </a:lnTo>
                <a:lnTo>
                  <a:pt x="3986" y="4242"/>
                </a:lnTo>
                <a:lnTo>
                  <a:pt x="3987" y="4242"/>
                </a:lnTo>
                <a:lnTo>
                  <a:pt x="3988" y="4242"/>
                </a:lnTo>
                <a:lnTo>
                  <a:pt x="3989" y="4242"/>
                </a:lnTo>
                <a:lnTo>
                  <a:pt x="3990" y="4242"/>
                </a:lnTo>
                <a:lnTo>
                  <a:pt x="3991" y="4242"/>
                </a:lnTo>
                <a:lnTo>
                  <a:pt x="3992" y="4242"/>
                </a:lnTo>
                <a:lnTo>
                  <a:pt x="3993" y="4242"/>
                </a:lnTo>
                <a:lnTo>
                  <a:pt x="3994" y="4242"/>
                </a:lnTo>
                <a:lnTo>
                  <a:pt x="3995" y="4242"/>
                </a:lnTo>
                <a:lnTo>
                  <a:pt x="3996" y="4242"/>
                </a:lnTo>
                <a:lnTo>
                  <a:pt x="3997" y="4242"/>
                </a:lnTo>
                <a:lnTo>
                  <a:pt x="3998" y="4242"/>
                </a:lnTo>
                <a:lnTo>
                  <a:pt x="3999" y="4242"/>
                </a:lnTo>
                <a:lnTo>
                  <a:pt x="4000" y="4242"/>
                </a:lnTo>
                <a:lnTo>
                  <a:pt x="4001" y="4242"/>
                </a:lnTo>
                <a:lnTo>
                  <a:pt x="4002" y="4242"/>
                </a:lnTo>
                <a:lnTo>
                  <a:pt x="4003" y="4242"/>
                </a:lnTo>
                <a:lnTo>
                  <a:pt x="4004" y="4242"/>
                </a:lnTo>
                <a:lnTo>
                  <a:pt x="4005" y="4242"/>
                </a:lnTo>
                <a:lnTo>
                  <a:pt x="4006" y="4242"/>
                </a:lnTo>
                <a:lnTo>
                  <a:pt x="4007" y="4242"/>
                </a:lnTo>
                <a:lnTo>
                  <a:pt x="4008" y="4242"/>
                </a:lnTo>
                <a:lnTo>
                  <a:pt x="4009" y="4242"/>
                </a:lnTo>
                <a:lnTo>
                  <a:pt x="4010" y="4242"/>
                </a:lnTo>
                <a:lnTo>
                  <a:pt x="4011" y="4242"/>
                </a:lnTo>
                <a:lnTo>
                  <a:pt x="4012" y="4242"/>
                </a:lnTo>
                <a:lnTo>
                  <a:pt x="4013" y="4242"/>
                </a:lnTo>
                <a:lnTo>
                  <a:pt x="4014" y="4242"/>
                </a:lnTo>
                <a:lnTo>
                  <a:pt x="4015" y="4242"/>
                </a:lnTo>
                <a:lnTo>
                  <a:pt x="4016" y="4242"/>
                </a:lnTo>
                <a:lnTo>
                  <a:pt x="4017" y="4242"/>
                </a:lnTo>
                <a:lnTo>
                  <a:pt x="4018" y="4242"/>
                </a:lnTo>
                <a:lnTo>
                  <a:pt x="4019" y="4242"/>
                </a:lnTo>
                <a:lnTo>
                  <a:pt x="4020" y="4242"/>
                </a:lnTo>
                <a:lnTo>
                  <a:pt x="4021" y="4242"/>
                </a:lnTo>
                <a:lnTo>
                  <a:pt x="4022" y="4242"/>
                </a:lnTo>
                <a:lnTo>
                  <a:pt x="4023" y="4242"/>
                </a:lnTo>
                <a:lnTo>
                  <a:pt x="4024" y="4242"/>
                </a:lnTo>
                <a:lnTo>
                  <a:pt x="4025" y="4242"/>
                </a:lnTo>
                <a:lnTo>
                  <a:pt x="4026" y="4242"/>
                </a:lnTo>
                <a:lnTo>
                  <a:pt x="4027" y="4242"/>
                </a:lnTo>
                <a:lnTo>
                  <a:pt x="4028" y="4242"/>
                </a:lnTo>
                <a:lnTo>
                  <a:pt x="4029" y="4242"/>
                </a:lnTo>
                <a:lnTo>
                  <a:pt x="4030" y="4242"/>
                </a:lnTo>
                <a:lnTo>
                  <a:pt x="4031" y="4242"/>
                </a:lnTo>
                <a:lnTo>
                  <a:pt x="4032" y="4242"/>
                </a:lnTo>
                <a:lnTo>
                  <a:pt x="4033" y="4242"/>
                </a:lnTo>
                <a:lnTo>
                  <a:pt x="4034" y="4242"/>
                </a:lnTo>
                <a:lnTo>
                  <a:pt x="4035" y="4242"/>
                </a:lnTo>
                <a:lnTo>
                  <a:pt x="4036" y="4242"/>
                </a:lnTo>
                <a:lnTo>
                  <a:pt x="4037" y="4242"/>
                </a:lnTo>
                <a:lnTo>
                  <a:pt x="4038" y="4242"/>
                </a:lnTo>
                <a:lnTo>
                  <a:pt x="4039" y="4242"/>
                </a:lnTo>
                <a:lnTo>
                  <a:pt x="4040" y="4242"/>
                </a:lnTo>
                <a:lnTo>
                  <a:pt x="4041" y="4242"/>
                </a:lnTo>
                <a:lnTo>
                  <a:pt x="4042" y="4242"/>
                </a:lnTo>
                <a:lnTo>
                  <a:pt x="4043" y="4242"/>
                </a:lnTo>
                <a:lnTo>
                  <a:pt x="4044" y="4242"/>
                </a:lnTo>
                <a:lnTo>
                  <a:pt x="4045" y="4242"/>
                </a:lnTo>
                <a:lnTo>
                  <a:pt x="4046" y="4242"/>
                </a:lnTo>
                <a:lnTo>
                  <a:pt x="4047" y="4242"/>
                </a:lnTo>
                <a:lnTo>
                  <a:pt x="4048" y="4242"/>
                </a:lnTo>
                <a:lnTo>
                  <a:pt x="4049" y="4242"/>
                </a:lnTo>
                <a:lnTo>
                  <a:pt x="4050" y="4242"/>
                </a:lnTo>
                <a:lnTo>
                  <a:pt x="4051" y="4242"/>
                </a:lnTo>
                <a:lnTo>
                  <a:pt x="4052" y="4242"/>
                </a:lnTo>
                <a:lnTo>
                  <a:pt x="4053" y="4242"/>
                </a:lnTo>
                <a:lnTo>
                  <a:pt x="4054" y="4242"/>
                </a:lnTo>
                <a:lnTo>
                  <a:pt x="4055" y="4242"/>
                </a:lnTo>
                <a:lnTo>
                  <a:pt x="4056" y="4242"/>
                </a:lnTo>
                <a:lnTo>
                  <a:pt x="4057" y="4242"/>
                </a:lnTo>
                <a:lnTo>
                  <a:pt x="4058" y="4242"/>
                </a:lnTo>
                <a:lnTo>
                  <a:pt x="4059" y="4242"/>
                </a:lnTo>
                <a:lnTo>
                  <a:pt x="4060" y="4242"/>
                </a:lnTo>
                <a:lnTo>
                  <a:pt x="4061" y="4242"/>
                </a:lnTo>
                <a:lnTo>
                  <a:pt x="4062" y="4242"/>
                </a:lnTo>
                <a:lnTo>
                  <a:pt x="4063" y="4242"/>
                </a:lnTo>
                <a:lnTo>
                  <a:pt x="4064" y="4242"/>
                </a:lnTo>
                <a:lnTo>
                  <a:pt x="4065" y="4242"/>
                </a:lnTo>
                <a:lnTo>
                  <a:pt x="4066" y="4242"/>
                </a:lnTo>
                <a:lnTo>
                  <a:pt x="4067" y="4242"/>
                </a:lnTo>
                <a:lnTo>
                  <a:pt x="4068" y="4242"/>
                </a:lnTo>
                <a:lnTo>
                  <a:pt x="4069" y="4242"/>
                </a:lnTo>
                <a:lnTo>
                  <a:pt x="4070" y="4242"/>
                </a:lnTo>
                <a:lnTo>
                  <a:pt x="4071" y="4242"/>
                </a:lnTo>
                <a:lnTo>
                  <a:pt x="4072" y="4242"/>
                </a:lnTo>
                <a:lnTo>
                  <a:pt x="4073" y="4242"/>
                </a:lnTo>
                <a:lnTo>
                  <a:pt x="4074" y="4242"/>
                </a:lnTo>
                <a:lnTo>
                  <a:pt x="4075" y="4242"/>
                </a:lnTo>
                <a:lnTo>
                  <a:pt x="4076" y="4242"/>
                </a:lnTo>
                <a:lnTo>
                  <a:pt x="4077" y="4242"/>
                </a:lnTo>
                <a:lnTo>
                  <a:pt x="4078" y="4242"/>
                </a:lnTo>
                <a:lnTo>
                  <a:pt x="4079" y="4242"/>
                </a:lnTo>
                <a:lnTo>
                  <a:pt x="4080" y="4242"/>
                </a:lnTo>
                <a:lnTo>
                  <a:pt x="4081" y="4242"/>
                </a:lnTo>
                <a:lnTo>
                  <a:pt x="4082" y="4242"/>
                </a:lnTo>
                <a:lnTo>
                  <a:pt x="4083" y="4242"/>
                </a:lnTo>
                <a:lnTo>
                  <a:pt x="4084" y="4242"/>
                </a:lnTo>
                <a:lnTo>
                  <a:pt x="4085" y="4242"/>
                </a:lnTo>
                <a:lnTo>
                  <a:pt x="4086" y="4242"/>
                </a:lnTo>
                <a:lnTo>
                  <a:pt x="4087" y="4242"/>
                </a:lnTo>
                <a:lnTo>
                  <a:pt x="4088" y="4242"/>
                </a:lnTo>
                <a:lnTo>
                  <a:pt x="4089" y="4242"/>
                </a:lnTo>
                <a:lnTo>
                  <a:pt x="4090" y="4242"/>
                </a:lnTo>
                <a:lnTo>
                  <a:pt x="4091" y="4242"/>
                </a:lnTo>
                <a:lnTo>
                  <a:pt x="4092" y="4242"/>
                </a:lnTo>
                <a:lnTo>
                  <a:pt x="4093" y="4242"/>
                </a:lnTo>
                <a:lnTo>
                  <a:pt x="4094" y="4242"/>
                </a:lnTo>
                <a:lnTo>
                  <a:pt x="4095" y="4242"/>
                </a:lnTo>
                <a:lnTo>
                  <a:pt x="4096" y="4242"/>
                </a:lnTo>
                <a:lnTo>
                  <a:pt x="4097" y="4242"/>
                </a:lnTo>
                <a:lnTo>
                  <a:pt x="4098" y="4242"/>
                </a:lnTo>
                <a:lnTo>
                  <a:pt x="4099" y="4242"/>
                </a:lnTo>
                <a:lnTo>
                  <a:pt x="4100" y="4242"/>
                </a:lnTo>
                <a:lnTo>
                  <a:pt x="4101" y="4242"/>
                </a:lnTo>
                <a:lnTo>
                  <a:pt x="4102" y="4242"/>
                </a:lnTo>
                <a:lnTo>
                  <a:pt x="4103" y="4242"/>
                </a:lnTo>
                <a:lnTo>
                  <a:pt x="4104" y="4242"/>
                </a:lnTo>
                <a:lnTo>
                  <a:pt x="4105" y="4242"/>
                </a:lnTo>
                <a:lnTo>
                  <a:pt x="4106" y="4242"/>
                </a:lnTo>
                <a:lnTo>
                  <a:pt x="4107" y="4242"/>
                </a:lnTo>
                <a:lnTo>
                  <a:pt x="4108" y="4242"/>
                </a:lnTo>
                <a:lnTo>
                  <a:pt x="4109" y="4242"/>
                </a:lnTo>
                <a:lnTo>
                  <a:pt x="4110" y="4242"/>
                </a:lnTo>
                <a:lnTo>
                  <a:pt x="4111" y="4242"/>
                </a:lnTo>
                <a:lnTo>
                  <a:pt x="4112" y="4242"/>
                </a:lnTo>
                <a:lnTo>
                  <a:pt x="4113" y="4242"/>
                </a:lnTo>
                <a:lnTo>
                  <a:pt x="4114" y="4242"/>
                </a:lnTo>
                <a:lnTo>
                  <a:pt x="4115" y="4242"/>
                </a:lnTo>
                <a:lnTo>
                  <a:pt x="4116" y="4242"/>
                </a:lnTo>
                <a:lnTo>
                  <a:pt x="4117" y="4242"/>
                </a:lnTo>
                <a:lnTo>
                  <a:pt x="4118" y="4242"/>
                </a:lnTo>
                <a:lnTo>
                  <a:pt x="4119" y="4242"/>
                </a:lnTo>
                <a:lnTo>
                  <a:pt x="4120" y="4242"/>
                </a:lnTo>
                <a:lnTo>
                  <a:pt x="4121" y="4242"/>
                </a:lnTo>
                <a:lnTo>
                  <a:pt x="4122" y="4242"/>
                </a:lnTo>
                <a:lnTo>
                  <a:pt x="4123" y="4242"/>
                </a:lnTo>
                <a:lnTo>
                  <a:pt x="4124" y="4242"/>
                </a:lnTo>
                <a:lnTo>
                  <a:pt x="4125" y="4242"/>
                </a:lnTo>
                <a:lnTo>
                  <a:pt x="4126" y="4242"/>
                </a:lnTo>
                <a:lnTo>
                  <a:pt x="4127" y="4242"/>
                </a:lnTo>
                <a:lnTo>
                  <a:pt x="4128" y="4242"/>
                </a:lnTo>
                <a:lnTo>
                  <a:pt x="4129" y="4242"/>
                </a:lnTo>
                <a:lnTo>
                  <a:pt x="4130" y="4242"/>
                </a:lnTo>
                <a:lnTo>
                  <a:pt x="4131" y="4242"/>
                </a:lnTo>
                <a:lnTo>
                  <a:pt x="4132" y="4242"/>
                </a:lnTo>
                <a:lnTo>
                  <a:pt x="4133" y="4242"/>
                </a:lnTo>
                <a:lnTo>
                  <a:pt x="4134" y="4242"/>
                </a:lnTo>
                <a:lnTo>
                  <a:pt x="4135" y="4242"/>
                </a:lnTo>
                <a:lnTo>
                  <a:pt x="4136" y="4242"/>
                </a:lnTo>
                <a:lnTo>
                  <a:pt x="4137" y="4242"/>
                </a:lnTo>
                <a:lnTo>
                  <a:pt x="4138" y="4242"/>
                </a:lnTo>
                <a:lnTo>
                  <a:pt x="4139" y="4242"/>
                </a:lnTo>
                <a:lnTo>
                  <a:pt x="4140" y="4242"/>
                </a:lnTo>
                <a:lnTo>
                  <a:pt x="4141" y="4242"/>
                </a:lnTo>
                <a:lnTo>
                  <a:pt x="4142" y="4242"/>
                </a:lnTo>
                <a:lnTo>
                  <a:pt x="4143" y="4242"/>
                </a:lnTo>
                <a:lnTo>
                  <a:pt x="4144" y="4242"/>
                </a:lnTo>
                <a:lnTo>
                  <a:pt x="4145" y="4242"/>
                </a:lnTo>
                <a:lnTo>
                  <a:pt x="4146" y="4242"/>
                </a:lnTo>
                <a:lnTo>
                  <a:pt x="4147" y="4242"/>
                </a:lnTo>
                <a:lnTo>
                  <a:pt x="4148" y="4242"/>
                </a:lnTo>
                <a:lnTo>
                  <a:pt x="4149" y="4242"/>
                </a:lnTo>
                <a:lnTo>
                  <a:pt x="4150" y="4242"/>
                </a:lnTo>
                <a:lnTo>
                  <a:pt x="4151" y="4242"/>
                </a:lnTo>
                <a:lnTo>
                  <a:pt x="4152" y="4242"/>
                </a:lnTo>
                <a:lnTo>
                  <a:pt x="4153" y="4242"/>
                </a:lnTo>
                <a:lnTo>
                  <a:pt x="4154" y="4242"/>
                </a:lnTo>
                <a:lnTo>
                  <a:pt x="4155" y="4242"/>
                </a:lnTo>
                <a:lnTo>
                  <a:pt x="4156" y="4242"/>
                </a:lnTo>
                <a:lnTo>
                  <a:pt x="4157" y="4242"/>
                </a:lnTo>
                <a:lnTo>
                  <a:pt x="4158" y="4242"/>
                </a:lnTo>
                <a:lnTo>
                  <a:pt x="4159" y="4242"/>
                </a:lnTo>
                <a:lnTo>
                  <a:pt x="4160" y="4242"/>
                </a:lnTo>
                <a:lnTo>
                  <a:pt x="4161" y="4242"/>
                </a:lnTo>
                <a:lnTo>
                  <a:pt x="4162" y="4242"/>
                </a:lnTo>
                <a:lnTo>
                  <a:pt x="4163" y="4242"/>
                </a:lnTo>
                <a:lnTo>
                  <a:pt x="4164" y="4242"/>
                </a:lnTo>
                <a:lnTo>
                  <a:pt x="4165" y="4242"/>
                </a:lnTo>
                <a:lnTo>
                  <a:pt x="4166" y="4242"/>
                </a:lnTo>
                <a:lnTo>
                  <a:pt x="4167" y="4242"/>
                </a:lnTo>
                <a:lnTo>
                  <a:pt x="4168" y="4242"/>
                </a:lnTo>
                <a:lnTo>
                  <a:pt x="4169" y="4242"/>
                </a:lnTo>
                <a:lnTo>
                  <a:pt x="4170" y="4242"/>
                </a:lnTo>
                <a:lnTo>
                  <a:pt x="4171" y="4242"/>
                </a:lnTo>
                <a:lnTo>
                  <a:pt x="4172" y="4242"/>
                </a:lnTo>
                <a:lnTo>
                  <a:pt x="4173" y="4242"/>
                </a:lnTo>
                <a:lnTo>
                  <a:pt x="4174" y="4242"/>
                </a:lnTo>
                <a:lnTo>
                  <a:pt x="4175" y="4242"/>
                </a:lnTo>
                <a:lnTo>
                  <a:pt x="4176" y="4242"/>
                </a:lnTo>
                <a:lnTo>
                  <a:pt x="4177" y="4242"/>
                </a:lnTo>
                <a:lnTo>
                  <a:pt x="4178" y="4242"/>
                </a:lnTo>
                <a:lnTo>
                  <a:pt x="4179" y="4242"/>
                </a:lnTo>
                <a:lnTo>
                  <a:pt x="4180" y="4242"/>
                </a:lnTo>
                <a:lnTo>
                  <a:pt x="4181" y="4242"/>
                </a:lnTo>
                <a:lnTo>
                  <a:pt x="4182" y="4242"/>
                </a:lnTo>
                <a:lnTo>
                  <a:pt x="4183" y="4242"/>
                </a:lnTo>
                <a:lnTo>
                  <a:pt x="4184" y="4242"/>
                </a:lnTo>
                <a:lnTo>
                  <a:pt x="4185" y="4242"/>
                </a:lnTo>
                <a:lnTo>
                  <a:pt x="4186" y="4242"/>
                </a:lnTo>
                <a:lnTo>
                  <a:pt x="4187" y="4242"/>
                </a:lnTo>
                <a:lnTo>
                  <a:pt x="4188" y="4242"/>
                </a:lnTo>
                <a:lnTo>
                  <a:pt x="4189" y="4242"/>
                </a:lnTo>
                <a:lnTo>
                  <a:pt x="4190" y="4242"/>
                </a:lnTo>
                <a:lnTo>
                  <a:pt x="4191" y="4242"/>
                </a:lnTo>
                <a:lnTo>
                  <a:pt x="4192" y="4242"/>
                </a:lnTo>
                <a:lnTo>
                  <a:pt x="4193" y="4242"/>
                </a:lnTo>
                <a:lnTo>
                  <a:pt x="4194" y="4242"/>
                </a:lnTo>
                <a:lnTo>
                  <a:pt x="4195" y="4242"/>
                </a:lnTo>
                <a:lnTo>
                  <a:pt x="4196" y="4242"/>
                </a:lnTo>
                <a:lnTo>
                  <a:pt x="4197" y="4242"/>
                </a:lnTo>
                <a:lnTo>
                  <a:pt x="4198" y="4242"/>
                </a:lnTo>
                <a:lnTo>
                  <a:pt x="4199" y="4242"/>
                </a:lnTo>
                <a:lnTo>
                  <a:pt x="4200" y="4242"/>
                </a:lnTo>
                <a:lnTo>
                  <a:pt x="4201" y="4242"/>
                </a:lnTo>
                <a:lnTo>
                  <a:pt x="4202" y="4242"/>
                </a:lnTo>
                <a:lnTo>
                  <a:pt x="4203" y="4242"/>
                </a:lnTo>
                <a:lnTo>
                  <a:pt x="4204" y="4242"/>
                </a:lnTo>
                <a:lnTo>
                  <a:pt x="4205" y="4242"/>
                </a:lnTo>
                <a:lnTo>
                  <a:pt x="4206" y="4242"/>
                </a:lnTo>
                <a:lnTo>
                  <a:pt x="4207" y="4242"/>
                </a:lnTo>
                <a:lnTo>
                  <a:pt x="4208" y="4242"/>
                </a:lnTo>
                <a:lnTo>
                  <a:pt x="4209" y="4242"/>
                </a:lnTo>
                <a:lnTo>
                  <a:pt x="4210" y="4242"/>
                </a:lnTo>
                <a:lnTo>
                  <a:pt x="4211" y="4242"/>
                </a:lnTo>
                <a:lnTo>
                  <a:pt x="4212" y="4242"/>
                </a:lnTo>
                <a:lnTo>
                  <a:pt x="4213" y="4242"/>
                </a:lnTo>
                <a:lnTo>
                  <a:pt x="4214" y="4242"/>
                </a:lnTo>
                <a:lnTo>
                  <a:pt x="4215" y="4242"/>
                </a:lnTo>
                <a:lnTo>
                  <a:pt x="4216" y="4242"/>
                </a:lnTo>
                <a:lnTo>
                  <a:pt x="4217" y="4242"/>
                </a:lnTo>
                <a:lnTo>
                  <a:pt x="4218" y="4242"/>
                </a:lnTo>
                <a:lnTo>
                  <a:pt x="4219" y="4242"/>
                </a:lnTo>
                <a:lnTo>
                  <a:pt x="4220" y="4242"/>
                </a:lnTo>
                <a:lnTo>
                  <a:pt x="4221" y="4242"/>
                </a:lnTo>
                <a:lnTo>
                  <a:pt x="4222" y="4242"/>
                </a:lnTo>
                <a:lnTo>
                  <a:pt x="4223" y="4242"/>
                </a:lnTo>
                <a:lnTo>
                  <a:pt x="4224" y="4242"/>
                </a:lnTo>
                <a:lnTo>
                  <a:pt x="4225" y="4242"/>
                </a:lnTo>
                <a:lnTo>
                  <a:pt x="4226" y="4242"/>
                </a:lnTo>
                <a:lnTo>
                  <a:pt x="4227" y="4242"/>
                </a:lnTo>
                <a:lnTo>
                  <a:pt x="4228" y="4242"/>
                </a:lnTo>
                <a:lnTo>
                  <a:pt x="4229" y="4242"/>
                </a:lnTo>
                <a:lnTo>
                  <a:pt x="4230" y="4242"/>
                </a:lnTo>
                <a:lnTo>
                  <a:pt x="4231" y="4242"/>
                </a:lnTo>
                <a:lnTo>
                  <a:pt x="4232" y="4242"/>
                </a:lnTo>
                <a:lnTo>
                  <a:pt x="4233" y="4242"/>
                </a:lnTo>
                <a:lnTo>
                  <a:pt x="4234" y="4242"/>
                </a:lnTo>
                <a:lnTo>
                  <a:pt x="4235" y="4242"/>
                </a:lnTo>
                <a:lnTo>
                  <a:pt x="4236" y="4242"/>
                </a:lnTo>
                <a:lnTo>
                  <a:pt x="4237" y="4242"/>
                </a:lnTo>
                <a:lnTo>
                  <a:pt x="4238" y="4242"/>
                </a:lnTo>
                <a:lnTo>
                  <a:pt x="4239" y="4242"/>
                </a:lnTo>
                <a:lnTo>
                  <a:pt x="4240" y="4242"/>
                </a:lnTo>
                <a:lnTo>
                  <a:pt x="4241" y="4242"/>
                </a:lnTo>
                <a:lnTo>
                  <a:pt x="4242" y="4242"/>
                </a:lnTo>
                <a:lnTo>
                  <a:pt x="4243" y="4242"/>
                </a:lnTo>
                <a:lnTo>
                  <a:pt x="4244" y="4242"/>
                </a:lnTo>
                <a:lnTo>
                  <a:pt x="4245" y="4242"/>
                </a:lnTo>
                <a:lnTo>
                  <a:pt x="4246" y="4242"/>
                </a:lnTo>
                <a:lnTo>
                  <a:pt x="4247" y="4242"/>
                </a:lnTo>
                <a:lnTo>
                  <a:pt x="4248" y="4242"/>
                </a:lnTo>
                <a:lnTo>
                  <a:pt x="4249" y="4242"/>
                </a:lnTo>
                <a:lnTo>
                  <a:pt x="4250" y="4242"/>
                </a:lnTo>
                <a:lnTo>
                  <a:pt x="4251" y="4242"/>
                </a:lnTo>
                <a:lnTo>
                  <a:pt x="4252" y="4242"/>
                </a:lnTo>
                <a:lnTo>
                  <a:pt x="4253" y="4242"/>
                </a:lnTo>
                <a:lnTo>
                  <a:pt x="4254" y="4242"/>
                </a:lnTo>
                <a:lnTo>
                  <a:pt x="4255" y="4242"/>
                </a:lnTo>
                <a:lnTo>
                  <a:pt x="4256" y="4242"/>
                </a:lnTo>
                <a:lnTo>
                  <a:pt x="4257" y="4242"/>
                </a:lnTo>
                <a:lnTo>
                  <a:pt x="4258" y="4242"/>
                </a:lnTo>
                <a:lnTo>
                  <a:pt x="4259" y="4242"/>
                </a:lnTo>
                <a:lnTo>
                  <a:pt x="4260" y="4242"/>
                </a:lnTo>
                <a:lnTo>
                  <a:pt x="4261" y="4242"/>
                </a:lnTo>
                <a:lnTo>
                  <a:pt x="4262" y="4242"/>
                </a:lnTo>
                <a:lnTo>
                  <a:pt x="4263" y="4242"/>
                </a:lnTo>
                <a:lnTo>
                  <a:pt x="4264" y="4242"/>
                </a:lnTo>
                <a:lnTo>
                  <a:pt x="4265" y="4242"/>
                </a:lnTo>
                <a:lnTo>
                  <a:pt x="4266" y="4242"/>
                </a:lnTo>
                <a:lnTo>
                  <a:pt x="4267" y="4242"/>
                </a:lnTo>
                <a:lnTo>
                  <a:pt x="4268" y="4242"/>
                </a:lnTo>
                <a:lnTo>
                  <a:pt x="4269" y="4242"/>
                </a:lnTo>
                <a:lnTo>
                  <a:pt x="4270" y="4242"/>
                </a:lnTo>
                <a:lnTo>
                  <a:pt x="4271" y="4242"/>
                </a:lnTo>
                <a:lnTo>
                  <a:pt x="4272" y="4242"/>
                </a:lnTo>
                <a:lnTo>
                  <a:pt x="4273" y="4242"/>
                </a:lnTo>
                <a:lnTo>
                  <a:pt x="4274" y="4242"/>
                </a:lnTo>
                <a:lnTo>
                  <a:pt x="4275" y="4242"/>
                </a:lnTo>
                <a:lnTo>
                  <a:pt x="4276" y="4242"/>
                </a:lnTo>
                <a:lnTo>
                  <a:pt x="4277" y="4242"/>
                </a:lnTo>
                <a:lnTo>
                  <a:pt x="4278" y="4242"/>
                </a:lnTo>
                <a:lnTo>
                  <a:pt x="4279" y="4242"/>
                </a:lnTo>
                <a:lnTo>
                  <a:pt x="4280" y="4242"/>
                </a:lnTo>
                <a:lnTo>
                  <a:pt x="4281" y="4242"/>
                </a:lnTo>
                <a:lnTo>
                  <a:pt x="4282" y="4242"/>
                </a:lnTo>
                <a:lnTo>
                  <a:pt x="4283" y="4242"/>
                </a:lnTo>
                <a:lnTo>
                  <a:pt x="4284" y="4242"/>
                </a:lnTo>
                <a:lnTo>
                  <a:pt x="4285" y="4242"/>
                </a:lnTo>
                <a:lnTo>
                  <a:pt x="4286" y="4242"/>
                </a:lnTo>
                <a:lnTo>
                  <a:pt x="4287" y="4242"/>
                </a:lnTo>
                <a:lnTo>
                  <a:pt x="4288" y="4242"/>
                </a:lnTo>
                <a:lnTo>
                  <a:pt x="4289" y="4242"/>
                </a:lnTo>
                <a:lnTo>
                  <a:pt x="4290" y="4242"/>
                </a:lnTo>
                <a:lnTo>
                  <a:pt x="4291" y="4242"/>
                </a:lnTo>
                <a:lnTo>
                  <a:pt x="4292" y="4242"/>
                </a:lnTo>
                <a:lnTo>
                  <a:pt x="4293" y="4242"/>
                </a:lnTo>
                <a:lnTo>
                  <a:pt x="4294" y="4242"/>
                </a:lnTo>
                <a:lnTo>
                  <a:pt x="4295" y="4242"/>
                </a:lnTo>
                <a:lnTo>
                  <a:pt x="4296" y="4242"/>
                </a:lnTo>
                <a:lnTo>
                  <a:pt x="4297" y="4242"/>
                </a:lnTo>
                <a:lnTo>
                  <a:pt x="4298" y="4242"/>
                </a:lnTo>
                <a:lnTo>
                  <a:pt x="4299" y="4242"/>
                </a:lnTo>
                <a:lnTo>
                  <a:pt x="4300" y="4242"/>
                </a:lnTo>
                <a:lnTo>
                  <a:pt x="4301" y="4242"/>
                </a:lnTo>
                <a:lnTo>
                  <a:pt x="4302" y="4242"/>
                </a:lnTo>
                <a:lnTo>
                  <a:pt x="4303" y="4242"/>
                </a:lnTo>
                <a:lnTo>
                  <a:pt x="4304" y="4242"/>
                </a:lnTo>
                <a:lnTo>
                  <a:pt x="4305" y="4242"/>
                </a:lnTo>
                <a:lnTo>
                  <a:pt x="4306" y="4242"/>
                </a:lnTo>
                <a:lnTo>
                  <a:pt x="4307" y="4242"/>
                </a:lnTo>
                <a:lnTo>
                  <a:pt x="4308" y="4242"/>
                </a:lnTo>
                <a:lnTo>
                  <a:pt x="4309" y="4242"/>
                </a:lnTo>
                <a:lnTo>
                  <a:pt x="4310" y="4242"/>
                </a:lnTo>
                <a:lnTo>
                  <a:pt x="4311" y="4242"/>
                </a:lnTo>
                <a:lnTo>
                  <a:pt x="4312" y="4242"/>
                </a:lnTo>
                <a:lnTo>
                  <a:pt x="4313" y="4242"/>
                </a:lnTo>
                <a:lnTo>
                  <a:pt x="4314" y="4242"/>
                </a:lnTo>
                <a:lnTo>
                  <a:pt x="4315" y="4242"/>
                </a:lnTo>
                <a:lnTo>
                  <a:pt x="4316" y="4242"/>
                </a:lnTo>
                <a:lnTo>
                  <a:pt x="4317" y="4242"/>
                </a:lnTo>
                <a:lnTo>
                  <a:pt x="4318" y="4242"/>
                </a:lnTo>
                <a:lnTo>
                  <a:pt x="4319" y="4242"/>
                </a:lnTo>
                <a:lnTo>
                  <a:pt x="4320" y="4242"/>
                </a:lnTo>
                <a:lnTo>
                  <a:pt x="4321" y="4242"/>
                </a:lnTo>
                <a:lnTo>
                  <a:pt x="4322" y="4242"/>
                </a:lnTo>
                <a:lnTo>
                  <a:pt x="4323" y="4242"/>
                </a:lnTo>
                <a:lnTo>
                  <a:pt x="4324" y="4242"/>
                </a:lnTo>
                <a:lnTo>
                  <a:pt x="4325" y="4242"/>
                </a:lnTo>
                <a:lnTo>
                  <a:pt x="4326" y="4242"/>
                </a:lnTo>
                <a:lnTo>
                  <a:pt x="4327" y="4242"/>
                </a:lnTo>
                <a:lnTo>
                  <a:pt x="4328" y="4242"/>
                </a:lnTo>
                <a:lnTo>
                  <a:pt x="4329" y="4242"/>
                </a:lnTo>
                <a:lnTo>
                  <a:pt x="4330" y="4242"/>
                </a:lnTo>
                <a:lnTo>
                  <a:pt x="4331" y="4242"/>
                </a:lnTo>
                <a:lnTo>
                  <a:pt x="4332" y="4242"/>
                </a:lnTo>
                <a:lnTo>
                  <a:pt x="4333" y="4242"/>
                </a:lnTo>
                <a:lnTo>
                  <a:pt x="4334" y="4242"/>
                </a:lnTo>
                <a:lnTo>
                  <a:pt x="4335" y="4242"/>
                </a:lnTo>
                <a:lnTo>
                  <a:pt x="4336" y="4242"/>
                </a:lnTo>
                <a:lnTo>
                  <a:pt x="4337" y="4242"/>
                </a:lnTo>
                <a:lnTo>
                  <a:pt x="4338" y="4242"/>
                </a:lnTo>
                <a:lnTo>
                  <a:pt x="4339" y="4242"/>
                </a:lnTo>
                <a:lnTo>
                  <a:pt x="4340" y="4242"/>
                </a:lnTo>
                <a:lnTo>
                  <a:pt x="4341" y="4242"/>
                </a:lnTo>
                <a:lnTo>
                  <a:pt x="4342" y="4242"/>
                </a:lnTo>
                <a:lnTo>
                  <a:pt x="4343" y="4242"/>
                </a:lnTo>
                <a:lnTo>
                  <a:pt x="4344" y="4242"/>
                </a:lnTo>
                <a:lnTo>
                  <a:pt x="4345" y="4242"/>
                </a:lnTo>
                <a:lnTo>
                  <a:pt x="4346" y="4242"/>
                </a:lnTo>
                <a:lnTo>
                  <a:pt x="4347" y="4242"/>
                </a:lnTo>
                <a:lnTo>
                  <a:pt x="4348" y="4242"/>
                </a:lnTo>
                <a:lnTo>
                  <a:pt x="4349" y="4242"/>
                </a:lnTo>
                <a:lnTo>
                  <a:pt x="4350" y="4242"/>
                </a:lnTo>
                <a:lnTo>
                  <a:pt x="4351" y="4242"/>
                </a:lnTo>
                <a:lnTo>
                  <a:pt x="4352" y="4242"/>
                </a:lnTo>
                <a:lnTo>
                  <a:pt x="4353" y="4242"/>
                </a:lnTo>
                <a:lnTo>
                  <a:pt x="4354" y="4242"/>
                </a:lnTo>
                <a:lnTo>
                  <a:pt x="4355" y="4242"/>
                </a:lnTo>
                <a:lnTo>
                  <a:pt x="4356" y="4242"/>
                </a:lnTo>
                <a:lnTo>
                  <a:pt x="4357" y="4242"/>
                </a:lnTo>
                <a:lnTo>
                  <a:pt x="4358" y="4242"/>
                </a:lnTo>
                <a:lnTo>
                  <a:pt x="4359" y="4242"/>
                </a:lnTo>
                <a:lnTo>
                  <a:pt x="4360" y="4242"/>
                </a:lnTo>
                <a:lnTo>
                  <a:pt x="4361" y="4242"/>
                </a:lnTo>
                <a:lnTo>
                  <a:pt x="4362" y="4242"/>
                </a:lnTo>
                <a:lnTo>
                  <a:pt x="4363" y="4242"/>
                </a:lnTo>
                <a:lnTo>
                  <a:pt x="4364" y="4242"/>
                </a:lnTo>
                <a:lnTo>
                  <a:pt x="4365" y="4242"/>
                </a:lnTo>
                <a:lnTo>
                  <a:pt x="4366" y="4242"/>
                </a:lnTo>
                <a:lnTo>
                  <a:pt x="4367" y="4242"/>
                </a:lnTo>
                <a:lnTo>
                  <a:pt x="4368" y="4242"/>
                </a:lnTo>
                <a:lnTo>
                  <a:pt x="4369" y="4242"/>
                </a:lnTo>
                <a:lnTo>
                  <a:pt x="4370" y="4242"/>
                </a:lnTo>
                <a:lnTo>
                  <a:pt x="4371" y="4242"/>
                </a:lnTo>
                <a:lnTo>
                  <a:pt x="4372" y="4242"/>
                </a:lnTo>
                <a:lnTo>
                  <a:pt x="4373" y="4242"/>
                </a:lnTo>
                <a:lnTo>
                  <a:pt x="4374" y="4242"/>
                </a:lnTo>
                <a:lnTo>
                  <a:pt x="4375" y="4242"/>
                </a:lnTo>
                <a:lnTo>
                  <a:pt x="4376" y="4242"/>
                </a:lnTo>
                <a:lnTo>
                  <a:pt x="4377" y="4242"/>
                </a:lnTo>
                <a:lnTo>
                  <a:pt x="4378" y="4242"/>
                </a:lnTo>
                <a:lnTo>
                  <a:pt x="4379" y="4242"/>
                </a:lnTo>
                <a:lnTo>
                  <a:pt x="4380" y="4242"/>
                </a:lnTo>
                <a:lnTo>
                  <a:pt x="4381" y="4242"/>
                </a:lnTo>
                <a:lnTo>
                  <a:pt x="4382" y="4242"/>
                </a:lnTo>
                <a:lnTo>
                  <a:pt x="4383" y="4242"/>
                </a:lnTo>
                <a:lnTo>
                  <a:pt x="4384" y="4242"/>
                </a:lnTo>
                <a:lnTo>
                  <a:pt x="4385" y="4242"/>
                </a:lnTo>
                <a:lnTo>
                  <a:pt x="4386" y="4242"/>
                </a:lnTo>
                <a:lnTo>
                  <a:pt x="4387" y="4242"/>
                </a:lnTo>
                <a:lnTo>
                  <a:pt x="4388" y="4242"/>
                </a:lnTo>
                <a:lnTo>
                  <a:pt x="4389" y="4242"/>
                </a:lnTo>
                <a:lnTo>
                  <a:pt x="4390" y="4242"/>
                </a:lnTo>
                <a:lnTo>
                  <a:pt x="4391" y="4242"/>
                </a:lnTo>
                <a:lnTo>
                  <a:pt x="4392" y="4242"/>
                </a:lnTo>
                <a:lnTo>
                  <a:pt x="4393" y="4242"/>
                </a:lnTo>
                <a:lnTo>
                  <a:pt x="4394" y="4242"/>
                </a:lnTo>
                <a:lnTo>
                  <a:pt x="4395" y="4242"/>
                </a:lnTo>
                <a:lnTo>
                  <a:pt x="4396" y="4242"/>
                </a:lnTo>
                <a:lnTo>
                  <a:pt x="4397" y="4242"/>
                </a:lnTo>
                <a:lnTo>
                  <a:pt x="4398" y="4242"/>
                </a:lnTo>
                <a:lnTo>
                  <a:pt x="4399" y="4242"/>
                </a:lnTo>
                <a:lnTo>
                  <a:pt x="4400" y="4242"/>
                </a:lnTo>
                <a:lnTo>
                  <a:pt x="4401" y="4242"/>
                </a:lnTo>
                <a:lnTo>
                  <a:pt x="4402" y="4242"/>
                </a:lnTo>
                <a:lnTo>
                  <a:pt x="4403" y="4242"/>
                </a:lnTo>
                <a:lnTo>
                  <a:pt x="4404" y="4242"/>
                </a:lnTo>
                <a:lnTo>
                  <a:pt x="4405" y="4242"/>
                </a:lnTo>
                <a:lnTo>
                  <a:pt x="4406" y="4242"/>
                </a:lnTo>
                <a:lnTo>
                  <a:pt x="4407" y="4242"/>
                </a:lnTo>
                <a:lnTo>
                  <a:pt x="4408" y="4242"/>
                </a:lnTo>
                <a:lnTo>
                  <a:pt x="4409" y="4242"/>
                </a:lnTo>
                <a:lnTo>
                  <a:pt x="4410" y="4242"/>
                </a:lnTo>
                <a:lnTo>
                  <a:pt x="4411" y="4242"/>
                </a:lnTo>
                <a:lnTo>
                  <a:pt x="4412" y="4242"/>
                </a:lnTo>
                <a:lnTo>
                  <a:pt x="4413" y="4242"/>
                </a:lnTo>
                <a:lnTo>
                  <a:pt x="4414" y="4242"/>
                </a:lnTo>
                <a:lnTo>
                  <a:pt x="4415" y="4242"/>
                </a:lnTo>
                <a:lnTo>
                  <a:pt x="4416" y="4242"/>
                </a:lnTo>
                <a:lnTo>
                  <a:pt x="4417" y="4242"/>
                </a:lnTo>
                <a:lnTo>
                  <a:pt x="4418" y="4242"/>
                </a:lnTo>
                <a:lnTo>
                  <a:pt x="4419" y="4242"/>
                </a:lnTo>
                <a:lnTo>
                  <a:pt x="4420" y="4242"/>
                </a:lnTo>
                <a:lnTo>
                  <a:pt x="4421" y="4242"/>
                </a:lnTo>
                <a:lnTo>
                  <a:pt x="4422" y="4242"/>
                </a:lnTo>
                <a:lnTo>
                  <a:pt x="4423" y="4242"/>
                </a:lnTo>
                <a:lnTo>
                  <a:pt x="4424" y="4242"/>
                </a:lnTo>
                <a:lnTo>
                  <a:pt x="4425" y="4242"/>
                </a:lnTo>
                <a:lnTo>
                  <a:pt x="4426" y="4242"/>
                </a:lnTo>
                <a:lnTo>
                  <a:pt x="4427" y="4242"/>
                </a:lnTo>
                <a:lnTo>
                  <a:pt x="4428" y="4242"/>
                </a:lnTo>
                <a:lnTo>
                  <a:pt x="4429" y="4242"/>
                </a:lnTo>
                <a:lnTo>
                  <a:pt x="4430" y="4242"/>
                </a:lnTo>
                <a:lnTo>
                  <a:pt x="4431" y="4242"/>
                </a:lnTo>
                <a:lnTo>
                  <a:pt x="4432" y="4242"/>
                </a:lnTo>
                <a:lnTo>
                  <a:pt x="4433" y="4242"/>
                </a:lnTo>
                <a:lnTo>
                  <a:pt x="4434" y="4242"/>
                </a:lnTo>
                <a:lnTo>
                  <a:pt x="4435" y="4242"/>
                </a:lnTo>
                <a:lnTo>
                  <a:pt x="4436" y="4242"/>
                </a:lnTo>
                <a:lnTo>
                  <a:pt x="4437" y="4242"/>
                </a:lnTo>
                <a:lnTo>
                  <a:pt x="4438" y="4242"/>
                </a:lnTo>
                <a:lnTo>
                  <a:pt x="4439" y="4242"/>
                </a:lnTo>
                <a:lnTo>
                  <a:pt x="4440" y="4242"/>
                </a:lnTo>
                <a:lnTo>
                  <a:pt x="4441" y="4242"/>
                </a:lnTo>
                <a:lnTo>
                  <a:pt x="4442" y="4242"/>
                </a:lnTo>
                <a:lnTo>
                  <a:pt x="4443" y="4242"/>
                </a:lnTo>
                <a:lnTo>
                  <a:pt x="4444" y="4242"/>
                </a:lnTo>
                <a:lnTo>
                  <a:pt x="4445" y="4242"/>
                </a:lnTo>
                <a:lnTo>
                  <a:pt x="4446" y="4242"/>
                </a:lnTo>
                <a:lnTo>
                  <a:pt x="4447" y="4242"/>
                </a:lnTo>
                <a:lnTo>
                  <a:pt x="4448" y="4242"/>
                </a:lnTo>
                <a:lnTo>
                  <a:pt x="4449" y="4242"/>
                </a:lnTo>
                <a:lnTo>
                  <a:pt x="4450" y="4242"/>
                </a:lnTo>
                <a:lnTo>
                  <a:pt x="4451" y="4242"/>
                </a:lnTo>
                <a:lnTo>
                  <a:pt x="4452" y="4242"/>
                </a:lnTo>
                <a:lnTo>
                  <a:pt x="4453" y="4242"/>
                </a:lnTo>
                <a:lnTo>
                  <a:pt x="4454" y="4242"/>
                </a:lnTo>
                <a:lnTo>
                  <a:pt x="4455" y="4242"/>
                </a:lnTo>
                <a:lnTo>
                  <a:pt x="4456" y="4242"/>
                </a:lnTo>
                <a:lnTo>
                  <a:pt x="4457" y="4242"/>
                </a:lnTo>
                <a:lnTo>
                  <a:pt x="4458" y="4242"/>
                </a:lnTo>
                <a:lnTo>
                  <a:pt x="4459" y="4242"/>
                </a:lnTo>
                <a:lnTo>
                  <a:pt x="4460" y="4242"/>
                </a:lnTo>
                <a:lnTo>
                  <a:pt x="4461" y="4242"/>
                </a:lnTo>
                <a:lnTo>
                  <a:pt x="4462" y="4242"/>
                </a:lnTo>
                <a:lnTo>
                  <a:pt x="4463" y="4242"/>
                </a:lnTo>
                <a:lnTo>
                  <a:pt x="4464" y="4242"/>
                </a:lnTo>
                <a:lnTo>
                  <a:pt x="4465" y="4242"/>
                </a:lnTo>
                <a:lnTo>
                  <a:pt x="4466" y="4242"/>
                </a:lnTo>
                <a:lnTo>
                  <a:pt x="4467" y="4242"/>
                </a:lnTo>
                <a:lnTo>
                  <a:pt x="4468" y="4242"/>
                </a:lnTo>
                <a:lnTo>
                  <a:pt x="4469" y="4242"/>
                </a:lnTo>
                <a:lnTo>
                  <a:pt x="4470" y="4242"/>
                </a:lnTo>
                <a:lnTo>
                  <a:pt x="4471" y="4242"/>
                </a:lnTo>
                <a:lnTo>
                  <a:pt x="4472" y="4242"/>
                </a:lnTo>
                <a:lnTo>
                  <a:pt x="4473" y="4242"/>
                </a:lnTo>
                <a:lnTo>
                  <a:pt x="4474" y="4242"/>
                </a:lnTo>
                <a:lnTo>
                  <a:pt x="4475" y="4242"/>
                </a:lnTo>
                <a:lnTo>
                  <a:pt x="4476" y="4242"/>
                </a:lnTo>
                <a:lnTo>
                  <a:pt x="4477" y="4242"/>
                </a:lnTo>
                <a:lnTo>
                  <a:pt x="4478" y="4242"/>
                </a:lnTo>
                <a:lnTo>
                  <a:pt x="4479" y="4242"/>
                </a:lnTo>
                <a:lnTo>
                  <a:pt x="4480" y="4242"/>
                </a:lnTo>
                <a:lnTo>
                  <a:pt x="4481" y="4242"/>
                </a:lnTo>
                <a:lnTo>
                  <a:pt x="4482" y="4242"/>
                </a:lnTo>
                <a:lnTo>
                  <a:pt x="4483" y="4242"/>
                </a:lnTo>
                <a:lnTo>
                  <a:pt x="4484" y="4242"/>
                </a:lnTo>
                <a:lnTo>
                  <a:pt x="4485" y="4242"/>
                </a:lnTo>
                <a:lnTo>
                  <a:pt x="4486" y="4242"/>
                </a:lnTo>
                <a:lnTo>
                  <a:pt x="4487" y="4242"/>
                </a:lnTo>
                <a:lnTo>
                  <a:pt x="4488" y="4242"/>
                </a:lnTo>
                <a:lnTo>
                  <a:pt x="4489" y="4242"/>
                </a:lnTo>
                <a:lnTo>
                  <a:pt x="4490" y="4242"/>
                </a:lnTo>
                <a:lnTo>
                  <a:pt x="4491" y="4242"/>
                </a:lnTo>
                <a:lnTo>
                  <a:pt x="4492" y="4242"/>
                </a:lnTo>
                <a:lnTo>
                  <a:pt x="4493" y="4242"/>
                </a:lnTo>
                <a:lnTo>
                  <a:pt x="4494" y="4242"/>
                </a:lnTo>
                <a:lnTo>
                  <a:pt x="4495" y="4242"/>
                </a:lnTo>
                <a:lnTo>
                  <a:pt x="4496" y="4242"/>
                </a:lnTo>
                <a:lnTo>
                  <a:pt x="4497" y="4242"/>
                </a:lnTo>
                <a:lnTo>
                  <a:pt x="4498" y="4242"/>
                </a:lnTo>
                <a:lnTo>
                  <a:pt x="4499" y="4242"/>
                </a:lnTo>
                <a:lnTo>
                  <a:pt x="4500" y="4242"/>
                </a:lnTo>
                <a:lnTo>
                  <a:pt x="4501" y="4242"/>
                </a:lnTo>
                <a:lnTo>
                  <a:pt x="4502" y="4242"/>
                </a:lnTo>
                <a:lnTo>
                  <a:pt x="4503" y="4242"/>
                </a:lnTo>
                <a:lnTo>
                  <a:pt x="4504" y="4242"/>
                </a:lnTo>
                <a:lnTo>
                  <a:pt x="4505" y="4242"/>
                </a:lnTo>
                <a:lnTo>
                  <a:pt x="4506" y="4242"/>
                </a:lnTo>
                <a:lnTo>
                  <a:pt x="4507" y="4242"/>
                </a:lnTo>
                <a:lnTo>
                  <a:pt x="4508" y="4242"/>
                </a:lnTo>
                <a:lnTo>
                  <a:pt x="4509" y="4242"/>
                </a:lnTo>
                <a:lnTo>
                  <a:pt x="4510" y="4242"/>
                </a:lnTo>
                <a:lnTo>
                  <a:pt x="4511" y="4242"/>
                </a:lnTo>
                <a:lnTo>
                  <a:pt x="4512" y="4242"/>
                </a:lnTo>
                <a:lnTo>
                  <a:pt x="4513" y="4242"/>
                </a:lnTo>
                <a:lnTo>
                  <a:pt x="4514" y="4242"/>
                </a:lnTo>
                <a:lnTo>
                  <a:pt x="4515" y="4242"/>
                </a:lnTo>
                <a:lnTo>
                  <a:pt x="4516" y="4242"/>
                </a:lnTo>
                <a:lnTo>
                  <a:pt x="4517" y="4242"/>
                </a:lnTo>
                <a:lnTo>
                  <a:pt x="4518" y="4242"/>
                </a:lnTo>
                <a:lnTo>
                  <a:pt x="4519" y="4242"/>
                </a:lnTo>
                <a:lnTo>
                  <a:pt x="4520" y="4242"/>
                </a:lnTo>
                <a:lnTo>
                  <a:pt x="4521" y="4242"/>
                </a:lnTo>
                <a:lnTo>
                  <a:pt x="4522" y="4242"/>
                </a:lnTo>
                <a:lnTo>
                  <a:pt x="4523" y="4242"/>
                </a:lnTo>
                <a:lnTo>
                  <a:pt x="4524" y="4242"/>
                </a:lnTo>
                <a:lnTo>
                  <a:pt x="4525" y="4242"/>
                </a:lnTo>
                <a:lnTo>
                  <a:pt x="4526" y="4242"/>
                </a:lnTo>
                <a:lnTo>
                  <a:pt x="4527" y="4242"/>
                </a:lnTo>
                <a:lnTo>
                  <a:pt x="4528" y="4242"/>
                </a:lnTo>
                <a:lnTo>
                  <a:pt x="4529" y="4242"/>
                </a:lnTo>
                <a:lnTo>
                  <a:pt x="4530" y="4242"/>
                </a:lnTo>
                <a:lnTo>
                  <a:pt x="4531" y="4242"/>
                </a:lnTo>
                <a:lnTo>
                  <a:pt x="4532" y="4242"/>
                </a:lnTo>
                <a:lnTo>
                  <a:pt x="4533" y="4242"/>
                </a:lnTo>
                <a:lnTo>
                  <a:pt x="4534" y="4242"/>
                </a:lnTo>
                <a:lnTo>
                  <a:pt x="4535" y="4242"/>
                </a:lnTo>
                <a:lnTo>
                  <a:pt x="4536" y="4242"/>
                </a:lnTo>
                <a:lnTo>
                  <a:pt x="4537" y="4242"/>
                </a:lnTo>
                <a:lnTo>
                  <a:pt x="4538" y="4242"/>
                </a:lnTo>
                <a:lnTo>
                  <a:pt x="4539" y="4242"/>
                </a:lnTo>
                <a:lnTo>
                  <a:pt x="4540" y="4242"/>
                </a:lnTo>
                <a:lnTo>
                  <a:pt x="4541" y="4242"/>
                </a:lnTo>
                <a:lnTo>
                  <a:pt x="4542" y="4242"/>
                </a:lnTo>
                <a:lnTo>
                  <a:pt x="4543" y="4242"/>
                </a:lnTo>
                <a:lnTo>
                  <a:pt x="4544" y="4242"/>
                </a:lnTo>
                <a:lnTo>
                  <a:pt x="4545" y="4242"/>
                </a:lnTo>
                <a:lnTo>
                  <a:pt x="4546" y="4242"/>
                </a:lnTo>
                <a:lnTo>
                  <a:pt x="4547" y="4242"/>
                </a:lnTo>
                <a:lnTo>
                  <a:pt x="4548" y="4242"/>
                </a:lnTo>
                <a:lnTo>
                  <a:pt x="4549" y="4242"/>
                </a:lnTo>
                <a:lnTo>
                  <a:pt x="4550" y="4242"/>
                </a:lnTo>
                <a:lnTo>
                  <a:pt x="4551" y="4242"/>
                </a:lnTo>
                <a:lnTo>
                  <a:pt x="4552" y="4242"/>
                </a:lnTo>
                <a:lnTo>
                  <a:pt x="4553" y="4242"/>
                </a:lnTo>
                <a:lnTo>
                  <a:pt x="4554" y="4242"/>
                </a:lnTo>
                <a:lnTo>
                  <a:pt x="4555" y="4242"/>
                </a:lnTo>
                <a:lnTo>
                  <a:pt x="4556" y="4242"/>
                </a:lnTo>
                <a:lnTo>
                  <a:pt x="4557" y="4242"/>
                </a:lnTo>
                <a:lnTo>
                  <a:pt x="4558" y="4242"/>
                </a:lnTo>
                <a:lnTo>
                  <a:pt x="4559" y="4242"/>
                </a:lnTo>
                <a:lnTo>
                  <a:pt x="4560" y="4242"/>
                </a:lnTo>
                <a:lnTo>
                  <a:pt x="4561" y="4242"/>
                </a:lnTo>
                <a:lnTo>
                  <a:pt x="4562" y="4242"/>
                </a:lnTo>
                <a:lnTo>
                  <a:pt x="4563" y="4242"/>
                </a:lnTo>
                <a:lnTo>
                  <a:pt x="4564" y="4242"/>
                </a:lnTo>
                <a:lnTo>
                  <a:pt x="4565" y="4242"/>
                </a:lnTo>
                <a:lnTo>
                  <a:pt x="4566" y="4242"/>
                </a:lnTo>
                <a:lnTo>
                  <a:pt x="4567" y="4242"/>
                </a:lnTo>
                <a:lnTo>
                  <a:pt x="4568" y="4242"/>
                </a:lnTo>
                <a:lnTo>
                  <a:pt x="4569" y="4242"/>
                </a:lnTo>
                <a:lnTo>
                  <a:pt x="4570" y="4242"/>
                </a:lnTo>
                <a:lnTo>
                  <a:pt x="4571" y="4242"/>
                </a:lnTo>
                <a:lnTo>
                  <a:pt x="4572" y="4242"/>
                </a:lnTo>
                <a:lnTo>
                  <a:pt x="4573" y="4242"/>
                </a:lnTo>
                <a:lnTo>
                  <a:pt x="4574" y="4242"/>
                </a:lnTo>
                <a:lnTo>
                  <a:pt x="4575" y="4242"/>
                </a:lnTo>
                <a:lnTo>
                  <a:pt x="4576" y="4242"/>
                </a:lnTo>
                <a:lnTo>
                  <a:pt x="4577" y="4242"/>
                </a:lnTo>
                <a:lnTo>
                  <a:pt x="4578" y="4242"/>
                </a:lnTo>
                <a:lnTo>
                  <a:pt x="4579" y="4242"/>
                </a:lnTo>
                <a:lnTo>
                  <a:pt x="4580" y="4242"/>
                </a:lnTo>
                <a:lnTo>
                  <a:pt x="4581" y="4242"/>
                </a:lnTo>
                <a:lnTo>
                  <a:pt x="4582" y="4242"/>
                </a:lnTo>
                <a:lnTo>
                  <a:pt x="4583" y="4242"/>
                </a:lnTo>
                <a:lnTo>
                  <a:pt x="4584" y="4242"/>
                </a:lnTo>
                <a:lnTo>
                  <a:pt x="4585" y="4242"/>
                </a:lnTo>
                <a:lnTo>
                  <a:pt x="4586" y="4242"/>
                </a:lnTo>
                <a:lnTo>
                  <a:pt x="4587" y="4242"/>
                </a:lnTo>
                <a:lnTo>
                  <a:pt x="4588" y="4242"/>
                </a:lnTo>
                <a:lnTo>
                  <a:pt x="4589" y="4242"/>
                </a:lnTo>
                <a:lnTo>
                  <a:pt x="4590" y="4242"/>
                </a:lnTo>
                <a:lnTo>
                  <a:pt x="4591" y="4242"/>
                </a:lnTo>
                <a:lnTo>
                  <a:pt x="4592" y="4242"/>
                </a:lnTo>
                <a:lnTo>
                  <a:pt x="4593" y="4242"/>
                </a:lnTo>
                <a:lnTo>
                  <a:pt x="4594" y="4242"/>
                </a:lnTo>
                <a:lnTo>
                  <a:pt x="4595" y="4242"/>
                </a:lnTo>
                <a:lnTo>
                  <a:pt x="4596" y="4242"/>
                </a:lnTo>
                <a:lnTo>
                  <a:pt x="4597" y="4242"/>
                </a:lnTo>
                <a:lnTo>
                  <a:pt x="4598" y="4242"/>
                </a:lnTo>
                <a:lnTo>
                  <a:pt x="4599" y="4242"/>
                </a:lnTo>
                <a:lnTo>
                  <a:pt x="4600" y="4242"/>
                </a:lnTo>
                <a:lnTo>
                  <a:pt x="4601" y="4242"/>
                </a:lnTo>
                <a:lnTo>
                  <a:pt x="4602" y="4242"/>
                </a:lnTo>
                <a:lnTo>
                  <a:pt x="4603" y="4242"/>
                </a:lnTo>
                <a:lnTo>
                  <a:pt x="4604" y="4242"/>
                </a:lnTo>
                <a:lnTo>
                  <a:pt x="4605" y="4242"/>
                </a:lnTo>
                <a:lnTo>
                  <a:pt x="4606" y="4242"/>
                </a:lnTo>
                <a:lnTo>
                  <a:pt x="4607" y="4242"/>
                </a:lnTo>
                <a:lnTo>
                  <a:pt x="4608" y="4242"/>
                </a:lnTo>
                <a:lnTo>
                  <a:pt x="4609" y="4242"/>
                </a:lnTo>
                <a:lnTo>
                  <a:pt x="4610" y="4242"/>
                </a:lnTo>
                <a:lnTo>
                  <a:pt x="4611" y="4242"/>
                </a:lnTo>
                <a:lnTo>
                  <a:pt x="4612" y="4242"/>
                </a:lnTo>
                <a:lnTo>
                  <a:pt x="4613" y="4242"/>
                </a:lnTo>
                <a:lnTo>
                  <a:pt x="4614" y="4242"/>
                </a:lnTo>
                <a:lnTo>
                  <a:pt x="4615" y="4242"/>
                </a:lnTo>
                <a:lnTo>
                  <a:pt x="4616" y="4242"/>
                </a:lnTo>
                <a:lnTo>
                  <a:pt x="4617" y="4242"/>
                </a:lnTo>
                <a:lnTo>
                  <a:pt x="4618" y="4242"/>
                </a:lnTo>
                <a:lnTo>
                  <a:pt x="4619" y="4242"/>
                </a:lnTo>
                <a:lnTo>
                  <a:pt x="4620" y="4242"/>
                </a:lnTo>
                <a:lnTo>
                  <a:pt x="4621" y="4242"/>
                </a:lnTo>
                <a:lnTo>
                  <a:pt x="4622" y="4242"/>
                </a:lnTo>
                <a:lnTo>
                  <a:pt x="4623" y="4242"/>
                </a:lnTo>
                <a:lnTo>
                  <a:pt x="4624" y="4242"/>
                </a:lnTo>
                <a:lnTo>
                  <a:pt x="4625" y="4242"/>
                </a:lnTo>
                <a:lnTo>
                  <a:pt x="4626" y="4242"/>
                </a:lnTo>
                <a:lnTo>
                  <a:pt x="4627" y="4242"/>
                </a:lnTo>
                <a:lnTo>
                  <a:pt x="4628" y="4242"/>
                </a:lnTo>
                <a:lnTo>
                  <a:pt x="4629" y="4242"/>
                </a:lnTo>
                <a:lnTo>
                  <a:pt x="4630" y="4242"/>
                </a:lnTo>
                <a:lnTo>
                  <a:pt x="4631" y="4242"/>
                </a:lnTo>
                <a:lnTo>
                  <a:pt x="4632" y="4242"/>
                </a:lnTo>
                <a:lnTo>
                  <a:pt x="4633" y="4242"/>
                </a:lnTo>
                <a:lnTo>
                  <a:pt x="4634" y="4242"/>
                </a:lnTo>
                <a:lnTo>
                  <a:pt x="4635" y="4242"/>
                </a:lnTo>
                <a:lnTo>
                  <a:pt x="4636" y="4242"/>
                </a:lnTo>
                <a:lnTo>
                  <a:pt x="4637" y="4242"/>
                </a:lnTo>
                <a:lnTo>
                  <a:pt x="4638" y="4242"/>
                </a:lnTo>
                <a:lnTo>
                  <a:pt x="4639" y="4242"/>
                </a:lnTo>
                <a:lnTo>
                  <a:pt x="4640" y="4242"/>
                </a:lnTo>
                <a:lnTo>
                  <a:pt x="4641" y="4242"/>
                </a:lnTo>
                <a:lnTo>
                  <a:pt x="4642" y="4242"/>
                </a:lnTo>
                <a:lnTo>
                  <a:pt x="4643" y="4242"/>
                </a:lnTo>
                <a:lnTo>
                  <a:pt x="4644" y="4242"/>
                </a:lnTo>
                <a:lnTo>
                  <a:pt x="4645" y="4242"/>
                </a:lnTo>
                <a:lnTo>
                  <a:pt x="4646" y="4242"/>
                </a:lnTo>
                <a:lnTo>
                  <a:pt x="4647" y="4242"/>
                </a:lnTo>
                <a:lnTo>
                  <a:pt x="4648" y="4242"/>
                </a:lnTo>
                <a:lnTo>
                  <a:pt x="4649" y="4242"/>
                </a:lnTo>
                <a:lnTo>
                  <a:pt x="4650" y="4242"/>
                </a:lnTo>
                <a:lnTo>
                  <a:pt x="4651" y="4242"/>
                </a:lnTo>
                <a:lnTo>
                  <a:pt x="4652" y="4242"/>
                </a:lnTo>
                <a:lnTo>
                  <a:pt x="4653" y="4242"/>
                </a:lnTo>
                <a:lnTo>
                  <a:pt x="4654" y="4242"/>
                </a:lnTo>
                <a:lnTo>
                  <a:pt x="4655" y="4242"/>
                </a:lnTo>
                <a:lnTo>
                  <a:pt x="4656" y="4242"/>
                </a:lnTo>
                <a:lnTo>
                  <a:pt x="4657" y="4242"/>
                </a:lnTo>
                <a:lnTo>
                  <a:pt x="4658" y="4242"/>
                </a:lnTo>
                <a:lnTo>
                  <a:pt x="4659" y="4242"/>
                </a:lnTo>
                <a:lnTo>
                  <a:pt x="4660" y="4242"/>
                </a:lnTo>
                <a:lnTo>
                  <a:pt x="4661" y="4242"/>
                </a:lnTo>
                <a:lnTo>
                  <a:pt x="4662" y="4242"/>
                </a:lnTo>
                <a:lnTo>
                  <a:pt x="4663" y="4242"/>
                </a:lnTo>
                <a:lnTo>
                  <a:pt x="4664" y="4242"/>
                </a:lnTo>
                <a:lnTo>
                  <a:pt x="4665" y="4242"/>
                </a:lnTo>
                <a:lnTo>
                  <a:pt x="4666" y="4242"/>
                </a:lnTo>
                <a:lnTo>
                  <a:pt x="4667" y="4242"/>
                </a:lnTo>
                <a:lnTo>
                  <a:pt x="4668" y="4242"/>
                </a:lnTo>
                <a:lnTo>
                  <a:pt x="4669" y="4242"/>
                </a:lnTo>
                <a:lnTo>
                  <a:pt x="4670" y="4242"/>
                </a:lnTo>
                <a:lnTo>
                  <a:pt x="4671" y="4242"/>
                </a:lnTo>
                <a:lnTo>
                  <a:pt x="4672" y="4242"/>
                </a:lnTo>
                <a:lnTo>
                  <a:pt x="4673" y="4242"/>
                </a:lnTo>
                <a:lnTo>
                  <a:pt x="4674" y="4242"/>
                </a:lnTo>
                <a:lnTo>
                  <a:pt x="4675" y="4242"/>
                </a:lnTo>
                <a:lnTo>
                  <a:pt x="4676" y="4242"/>
                </a:lnTo>
                <a:lnTo>
                  <a:pt x="4677" y="4242"/>
                </a:lnTo>
                <a:lnTo>
                  <a:pt x="4678" y="4242"/>
                </a:lnTo>
                <a:lnTo>
                  <a:pt x="4679" y="4242"/>
                </a:lnTo>
                <a:lnTo>
                  <a:pt x="4680" y="4242"/>
                </a:lnTo>
                <a:lnTo>
                  <a:pt x="4681" y="4242"/>
                </a:lnTo>
                <a:lnTo>
                  <a:pt x="4682" y="4242"/>
                </a:lnTo>
                <a:lnTo>
                  <a:pt x="4683" y="4242"/>
                </a:lnTo>
                <a:lnTo>
                  <a:pt x="4684" y="4242"/>
                </a:lnTo>
                <a:lnTo>
                  <a:pt x="4685" y="4242"/>
                </a:lnTo>
                <a:lnTo>
                  <a:pt x="4686" y="4242"/>
                </a:lnTo>
                <a:lnTo>
                  <a:pt x="4687" y="4242"/>
                </a:lnTo>
                <a:lnTo>
                  <a:pt x="4688" y="4242"/>
                </a:lnTo>
                <a:lnTo>
                  <a:pt x="4689" y="4242"/>
                </a:lnTo>
                <a:lnTo>
                  <a:pt x="4690" y="4242"/>
                </a:lnTo>
                <a:lnTo>
                  <a:pt x="4691" y="4242"/>
                </a:lnTo>
                <a:lnTo>
                  <a:pt x="4692" y="4242"/>
                </a:lnTo>
                <a:lnTo>
                  <a:pt x="4693" y="4242"/>
                </a:lnTo>
                <a:lnTo>
                  <a:pt x="4694" y="4242"/>
                </a:lnTo>
                <a:lnTo>
                  <a:pt x="4695" y="4242"/>
                </a:lnTo>
                <a:lnTo>
                  <a:pt x="4696" y="4242"/>
                </a:lnTo>
                <a:lnTo>
                  <a:pt x="4697" y="4242"/>
                </a:lnTo>
                <a:lnTo>
                  <a:pt x="4698" y="4242"/>
                </a:lnTo>
                <a:lnTo>
                  <a:pt x="4699" y="4242"/>
                </a:lnTo>
                <a:lnTo>
                  <a:pt x="4700" y="4242"/>
                </a:lnTo>
                <a:lnTo>
                  <a:pt x="4701" y="4242"/>
                </a:lnTo>
                <a:lnTo>
                  <a:pt x="4702" y="4242"/>
                </a:lnTo>
                <a:lnTo>
                  <a:pt x="4703" y="4242"/>
                </a:lnTo>
                <a:lnTo>
                  <a:pt x="4704" y="4242"/>
                </a:lnTo>
                <a:lnTo>
                  <a:pt x="4705" y="4242"/>
                </a:lnTo>
                <a:lnTo>
                  <a:pt x="4706" y="4242"/>
                </a:lnTo>
                <a:lnTo>
                  <a:pt x="4707" y="4242"/>
                </a:lnTo>
                <a:lnTo>
                  <a:pt x="4708" y="4242"/>
                </a:lnTo>
                <a:lnTo>
                  <a:pt x="4709" y="4242"/>
                </a:lnTo>
                <a:lnTo>
                  <a:pt x="4710" y="4242"/>
                </a:lnTo>
                <a:lnTo>
                  <a:pt x="4711" y="4242"/>
                </a:lnTo>
                <a:lnTo>
                  <a:pt x="4712" y="4242"/>
                </a:lnTo>
                <a:lnTo>
                  <a:pt x="4713" y="4242"/>
                </a:lnTo>
                <a:lnTo>
                  <a:pt x="4714" y="4242"/>
                </a:lnTo>
                <a:lnTo>
                  <a:pt x="4715" y="4242"/>
                </a:lnTo>
                <a:lnTo>
                  <a:pt x="4716" y="4242"/>
                </a:lnTo>
                <a:lnTo>
                  <a:pt x="4717" y="4242"/>
                </a:lnTo>
                <a:lnTo>
                  <a:pt x="4718" y="4242"/>
                </a:lnTo>
                <a:lnTo>
                  <a:pt x="4719" y="4242"/>
                </a:lnTo>
                <a:lnTo>
                  <a:pt x="4720" y="4242"/>
                </a:lnTo>
                <a:lnTo>
                  <a:pt x="4721" y="4242"/>
                </a:lnTo>
                <a:lnTo>
                  <a:pt x="4722" y="4242"/>
                </a:lnTo>
                <a:lnTo>
                  <a:pt x="4723" y="4242"/>
                </a:lnTo>
                <a:lnTo>
                  <a:pt x="4724" y="4242"/>
                </a:lnTo>
                <a:lnTo>
                  <a:pt x="4725" y="4242"/>
                </a:lnTo>
                <a:lnTo>
                  <a:pt x="4726" y="4242"/>
                </a:lnTo>
                <a:lnTo>
                  <a:pt x="4727" y="4242"/>
                </a:lnTo>
                <a:lnTo>
                  <a:pt x="4728" y="4242"/>
                </a:lnTo>
                <a:lnTo>
                  <a:pt x="4729" y="4242"/>
                </a:lnTo>
                <a:lnTo>
                  <a:pt x="4730" y="4242"/>
                </a:lnTo>
                <a:lnTo>
                  <a:pt x="4731" y="4242"/>
                </a:lnTo>
                <a:lnTo>
                  <a:pt x="4732" y="4242"/>
                </a:lnTo>
                <a:lnTo>
                  <a:pt x="4733" y="4242"/>
                </a:lnTo>
                <a:lnTo>
                  <a:pt x="4734" y="4242"/>
                </a:lnTo>
                <a:lnTo>
                  <a:pt x="4735" y="4242"/>
                </a:lnTo>
                <a:lnTo>
                  <a:pt x="4736" y="4242"/>
                </a:lnTo>
                <a:lnTo>
                  <a:pt x="4737" y="4242"/>
                </a:lnTo>
                <a:lnTo>
                  <a:pt x="4738" y="4242"/>
                </a:lnTo>
                <a:lnTo>
                  <a:pt x="4739" y="4242"/>
                </a:lnTo>
                <a:lnTo>
                  <a:pt x="4740" y="4242"/>
                </a:lnTo>
                <a:lnTo>
                  <a:pt x="4741" y="4242"/>
                </a:lnTo>
                <a:lnTo>
                  <a:pt x="4742" y="4242"/>
                </a:lnTo>
                <a:lnTo>
                  <a:pt x="4743" y="4242"/>
                </a:lnTo>
                <a:lnTo>
                  <a:pt x="4744" y="4242"/>
                </a:lnTo>
                <a:lnTo>
                  <a:pt x="4745" y="4242"/>
                </a:lnTo>
                <a:lnTo>
                  <a:pt x="4746" y="4242"/>
                </a:lnTo>
                <a:lnTo>
                  <a:pt x="4747" y="4242"/>
                </a:lnTo>
                <a:lnTo>
                  <a:pt x="4748" y="4242"/>
                </a:lnTo>
                <a:lnTo>
                  <a:pt x="4749" y="4242"/>
                </a:lnTo>
                <a:lnTo>
                  <a:pt x="4750" y="4242"/>
                </a:lnTo>
                <a:lnTo>
                  <a:pt x="4751" y="4242"/>
                </a:lnTo>
                <a:lnTo>
                  <a:pt x="4752" y="4242"/>
                </a:lnTo>
                <a:lnTo>
                  <a:pt x="4753" y="4242"/>
                </a:lnTo>
                <a:lnTo>
                  <a:pt x="4754" y="4242"/>
                </a:lnTo>
                <a:lnTo>
                  <a:pt x="4755" y="4242"/>
                </a:lnTo>
                <a:lnTo>
                  <a:pt x="4756" y="4242"/>
                </a:lnTo>
                <a:lnTo>
                  <a:pt x="4757" y="4242"/>
                </a:lnTo>
                <a:lnTo>
                  <a:pt x="4758" y="4242"/>
                </a:lnTo>
                <a:lnTo>
                  <a:pt x="4759" y="4242"/>
                </a:lnTo>
                <a:lnTo>
                  <a:pt x="4760" y="4242"/>
                </a:lnTo>
                <a:lnTo>
                  <a:pt x="4761" y="4242"/>
                </a:lnTo>
                <a:lnTo>
                  <a:pt x="4762" y="4242"/>
                </a:lnTo>
                <a:lnTo>
                  <a:pt x="4763" y="4242"/>
                </a:lnTo>
                <a:lnTo>
                  <a:pt x="4764" y="4242"/>
                </a:lnTo>
                <a:lnTo>
                  <a:pt x="4765" y="4242"/>
                </a:lnTo>
                <a:lnTo>
                  <a:pt x="4766" y="4242"/>
                </a:lnTo>
                <a:lnTo>
                  <a:pt x="4767" y="4242"/>
                </a:lnTo>
                <a:lnTo>
                  <a:pt x="4768" y="4242"/>
                </a:lnTo>
                <a:lnTo>
                  <a:pt x="4769" y="4242"/>
                </a:lnTo>
                <a:lnTo>
                  <a:pt x="4770" y="4242"/>
                </a:lnTo>
                <a:lnTo>
                  <a:pt x="4771" y="4242"/>
                </a:lnTo>
                <a:lnTo>
                  <a:pt x="4772" y="4242"/>
                </a:lnTo>
                <a:lnTo>
                  <a:pt x="4773" y="4242"/>
                </a:lnTo>
                <a:lnTo>
                  <a:pt x="4774" y="4242"/>
                </a:lnTo>
                <a:lnTo>
                  <a:pt x="4775" y="4242"/>
                </a:lnTo>
                <a:lnTo>
                  <a:pt x="4776" y="4242"/>
                </a:lnTo>
                <a:lnTo>
                  <a:pt x="4777" y="4242"/>
                </a:lnTo>
                <a:lnTo>
                  <a:pt x="4778" y="4242"/>
                </a:lnTo>
                <a:lnTo>
                  <a:pt x="4779" y="4242"/>
                </a:lnTo>
                <a:lnTo>
                  <a:pt x="4780" y="4242"/>
                </a:lnTo>
                <a:lnTo>
                  <a:pt x="4781" y="4242"/>
                </a:lnTo>
                <a:lnTo>
                  <a:pt x="4782" y="4242"/>
                </a:lnTo>
                <a:lnTo>
                  <a:pt x="4783" y="4242"/>
                </a:lnTo>
                <a:lnTo>
                  <a:pt x="4784" y="4242"/>
                </a:lnTo>
                <a:lnTo>
                  <a:pt x="4785" y="4242"/>
                </a:lnTo>
                <a:lnTo>
                  <a:pt x="4786" y="4242"/>
                </a:lnTo>
                <a:lnTo>
                  <a:pt x="4787" y="4242"/>
                </a:lnTo>
                <a:lnTo>
                  <a:pt x="4788" y="4242"/>
                </a:lnTo>
                <a:lnTo>
                  <a:pt x="4789" y="4242"/>
                </a:lnTo>
                <a:lnTo>
                  <a:pt x="4790" y="4242"/>
                </a:lnTo>
                <a:lnTo>
                  <a:pt x="4791" y="4242"/>
                </a:lnTo>
                <a:lnTo>
                  <a:pt x="4792" y="4242"/>
                </a:lnTo>
                <a:lnTo>
                  <a:pt x="4793" y="4242"/>
                </a:lnTo>
                <a:lnTo>
                  <a:pt x="4794" y="4242"/>
                </a:lnTo>
                <a:lnTo>
                  <a:pt x="4795" y="4242"/>
                </a:lnTo>
                <a:lnTo>
                  <a:pt x="4796" y="4242"/>
                </a:lnTo>
                <a:lnTo>
                  <a:pt x="4797" y="4242"/>
                </a:lnTo>
                <a:lnTo>
                  <a:pt x="4798" y="4242"/>
                </a:lnTo>
                <a:lnTo>
                  <a:pt x="4799" y="4242"/>
                </a:lnTo>
                <a:lnTo>
                  <a:pt x="4800" y="4242"/>
                </a:lnTo>
                <a:lnTo>
                  <a:pt x="4801" y="4242"/>
                </a:lnTo>
                <a:lnTo>
                  <a:pt x="4802" y="4242"/>
                </a:lnTo>
                <a:lnTo>
                  <a:pt x="4803" y="4242"/>
                </a:lnTo>
                <a:lnTo>
                  <a:pt x="4804" y="4242"/>
                </a:lnTo>
                <a:lnTo>
                  <a:pt x="4805" y="4242"/>
                </a:lnTo>
                <a:lnTo>
                  <a:pt x="4806" y="4242"/>
                </a:lnTo>
                <a:lnTo>
                  <a:pt x="4807" y="4242"/>
                </a:lnTo>
                <a:lnTo>
                  <a:pt x="4808" y="4242"/>
                </a:lnTo>
                <a:lnTo>
                  <a:pt x="4809" y="4242"/>
                </a:lnTo>
                <a:lnTo>
                  <a:pt x="4810" y="4242"/>
                </a:lnTo>
                <a:lnTo>
                  <a:pt x="4811" y="4242"/>
                </a:lnTo>
                <a:lnTo>
                  <a:pt x="4812" y="4242"/>
                </a:lnTo>
                <a:lnTo>
                  <a:pt x="4813" y="4242"/>
                </a:lnTo>
                <a:lnTo>
                  <a:pt x="4814" y="4242"/>
                </a:lnTo>
                <a:lnTo>
                  <a:pt x="4815" y="4242"/>
                </a:lnTo>
                <a:lnTo>
                  <a:pt x="4816" y="4242"/>
                </a:lnTo>
                <a:lnTo>
                  <a:pt x="4817" y="4242"/>
                </a:lnTo>
                <a:lnTo>
                  <a:pt x="4818" y="4242"/>
                </a:lnTo>
                <a:lnTo>
                  <a:pt x="4819" y="4242"/>
                </a:lnTo>
                <a:lnTo>
                  <a:pt x="4820" y="4242"/>
                </a:lnTo>
                <a:lnTo>
                  <a:pt x="4821" y="4242"/>
                </a:lnTo>
                <a:lnTo>
                  <a:pt x="4822" y="4242"/>
                </a:lnTo>
                <a:lnTo>
                  <a:pt x="4823" y="4242"/>
                </a:lnTo>
                <a:lnTo>
                  <a:pt x="4824" y="4242"/>
                </a:lnTo>
                <a:lnTo>
                  <a:pt x="4825" y="4242"/>
                </a:lnTo>
                <a:lnTo>
                  <a:pt x="4826" y="4242"/>
                </a:lnTo>
                <a:lnTo>
                  <a:pt x="4827" y="4242"/>
                </a:lnTo>
                <a:lnTo>
                  <a:pt x="4828" y="4242"/>
                </a:lnTo>
                <a:lnTo>
                  <a:pt x="4829" y="4242"/>
                </a:lnTo>
                <a:lnTo>
                  <a:pt x="4830" y="4242"/>
                </a:lnTo>
                <a:lnTo>
                  <a:pt x="4831" y="4242"/>
                </a:lnTo>
                <a:lnTo>
                  <a:pt x="4832" y="4242"/>
                </a:lnTo>
                <a:lnTo>
                  <a:pt x="4833" y="4242"/>
                </a:lnTo>
                <a:lnTo>
                  <a:pt x="4834" y="4242"/>
                </a:lnTo>
                <a:lnTo>
                  <a:pt x="4835" y="4242"/>
                </a:lnTo>
                <a:lnTo>
                  <a:pt x="4836" y="4242"/>
                </a:lnTo>
                <a:lnTo>
                  <a:pt x="4837" y="4242"/>
                </a:lnTo>
                <a:lnTo>
                  <a:pt x="4838" y="4242"/>
                </a:lnTo>
                <a:lnTo>
                  <a:pt x="4839" y="4242"/>
                </a:lnTo>
                <a:lnTo>
                  <a:pt x="4840" y="4242"/>
                </a:lnTo>
                <a:lnTo>
                  <a:pt x="4841" y="4242"/>
                </a:lnTo>
                <a:lnTo>
                  <a:pt x="4842" y="4242"/>
                </a:lnTo>
                <a:lnTo>
                  <a:pt x="4843" y="4242"/>
                </a:lnTo>
                <a:lnTo>
                  <a:pt x="4844" y="4242"/>
                </a:lnTo>
                <a:lnTo>
                  <a:pt x="4845" y="4242"/>
                </a:lnTo>
                <a:lnTo>
                  <a:pt x="4846" y="4242"/>
                </a:lnTo>
                <a:lnTo>
                  <a:pt x="4847" y="4242"/>
                </a:lnTo>
                <a:lnTo>
                  <a:pt x="4848" y="4242"/>
                </a:lnTo>
                <a:lnTo>
                  <a:pt x="4849" y="4242"/>
                </a:lnTo>
                <a:lnTo>
                  <a:pt x="4850" y="4242"/>
                </a:lnTo>
                <a:lnTo>
                  <a:pt x="4851" y="4242"/>
                </a:lnTo>
                <a:lnTo>
                  <a:pt x="4852" y="4242"/>
                </a:lnTo>
                <a:lnTo>
                  <a:pt x="4853" y="4242"/>
                </a:lnTo>
                <a:lnTo>
                  <a:pt x="4854" y="4242"/>
                </a:lnTo>
                <a:lnTo>
                  <a:pt x="4855" y="4242"/>
                </a:lnTo>
                <a:lnTo>
                  <a:pt x="4856" y="4242"/>
                </a:lnTo>
                <a:lnTo>
                  <a:pt x="4857" y="4242"/>
                </a:lnTo>
                <a:lnTo>
                  <a:pt x="4858" y="4242"/>
                </a:lnTo>
                <a:lnTo>
                  <a:pt x="4859" y="4242"/>
                </a:lnTo>
                <a:lnTo>
                  <a:pt x="4860" y="4242"/>
                </a:lnTo>
                <a:lnTo>
                  <a:pt x="4861" y="4242"/>
                </a:lnTo>
                <a:lnTo>
                  <a:pt x="4862" y="4242"/>
                </a:lnTo>
                <a:lnTo>
                  <a:pt x="4863" y="4242"/>
                </a:lnTo>
                <a:lnTo>
                  <a:pt x="4864" y="4242"/>
                </a:lnTo>
                <a:lnTo>
                  <a:pt x="4865" y="4242"/>
                </a:lnTo>
                <a:lnTo>
                  <a:pt x="4866" y="4242"/>
                </a:lnTo>
                <a:lnTo>
                  <a:pt x="4867" y="4242"/>
                </a:lnTo>
                <a:lnTo>
                  <a:pt x="4868" y="4242"/>
                </a:lnTo>
                <a:lnTo>
                  <a:pt x="4869" y="4242"/>
                </a:lnTo>
                <a:lnTo>
                  <a:pt x="4870" y="4242"/>
                </a:lnTo>
                <a:lnTo>
                  <a:pt x="4871" y="4242"/>
                </a:lnTo>
                <a:lnTo>
                  <a:pt x="4872" y="4242"/>
                </a:lnTo>
                <a:lnTo>
                  <a:pt x="4873" y="4242"/>
                </a:lnTo>
                <a:lnTo>
                  <a:pt x="4874" y="4242"/>
                </a:lnTo>
                <a:lnTo>
                  <a:pt x="4875" y="4242"/>
                </a:lnTo>
                <a:lnTo>
                  <a:pt x="4876" y="4242"/>
                </a:lnTo>
                <a:lnTo>
                  <a:pt x="4877" y="4242"/>
                </a:lnTo>
                <a:lnTo>
                  <a:pt x="4878" y="4242"/>
                </a:lnTo>
                <a:lnTo>
                  <a:pt x="4879" y="4242"/>
                </a:lnTo>
                <a:lnTo>
                  <a:pt x="4880" y="4242"/>
                </a:lnTo>
                <a:lnTo>
                  <a:pt x="4881" y="4242"/>
                </a:lnTo>
                <a:lnTo>
                  <a:pt x="4882" y="4242"/>
                </a:lnTo>
                <a:lnTo>
                  <a:pt x="4883" y="4242"/>
                </a:lnTo>
                <a:lnTo>
                  <a:pt x="4884" y="4242"/>
                </a:lnTo>
                <a:lnTo>
                  <a:pt x="4885" y="4242"/>
                </a:lnTo>
                <a:lnTo>
                  <a:pt x="4886" y="4242"/>
                </a:lnTo>
                <a:lnTo>
                  <a:pt x="4887" y="4242"/>
                </a:lnTo>
                <a:lnTo>
                  <a:pt x="4888" y="4242"/>
                </a:lnTo>
                <a:lnTo>
                  <a:pt x="4889" y="4242"/>
                </a:lnTo>
                <a:lnTo>
                  <a:pt x="4890" y="4242"/>
                </a:lnTo>
                <a:lnTo>
                  <a:pt x="4891" y="4242"/>
                </a:lnTo>
                <a:lnTo>
                  <a:pt x="4892" y="4242"/>
                </a:lnTo>
                <a:lnTo>
                  <a:pt x="4893" y="4242"/>
                </a:lnTo>
                <a:lnTo>
                  <a:pt x="4894" y="4242"/>
                </a:lnTo>
                <a:lnTo>
                  <a:pt x="4895" y="4242"/>
                </a:lnTo>
                <a:lnTo>
                  <a:pt x="4896" y="4242"/>
                </a:lnTo>
                <a:lnTo>
                  <a:pt x="4897" y="4242"/>
                </a:lnTo>
                <a:lnTo>
                  <a:pt x="4898" y="4242"/>
                </a:lnTo>
                <a:lnTo>
                  <a:pt x="4899" y="4242"/>
                </a:lnTo>
                <a:lnTo>
                  <a:pt x="4900" y="4242"/>
                </a:lnTo>
                <a:lnTo>
                  <a:pt x="4901" y="4242"/>
                </a:lnTo>
                <a:lnTo>
                  <a:pt x="4902" y="4242"/>
                </a:lnTo>
                <a:lnTo>
                  <a:pt x="4903" y="4242"/>
                </a:lnTo>
                <a:lnTo>
                  <a:pt x="4904" y="4242"/>
                </a:lnTo>
                <a:lnTo>
                  <a:pt x="4905" y="4242"/>
                </a:lnTo>
                <a:lnTo>
                  <a:pt x="4906" y="4242"/>
                </a:lnTo>
                <a:lnTo>
                  <a:pt x="4907" y="4242"/>
                </a:lnTo>
                <a:lnTo>
                  <a:pt x="4908" y="4242"/>
                </a:lnTo>
                <a:lnTo>
                  <a:pt x="4909" y="4242"/>
                </a:lnTo>
                <a:lnTo>
                  <a:pt x="4910" y="4242"/>
                </a:lnTo>
                <a:lnTo>
                  <a:pt x="4911" y="4242"/>
                </a:lnTo>
                <a:lnTo>
                  <a:pt x="4912" y="4242"/>
                </a:lnTo>
                <a:lnTo>
                  <a:pt x="4913" y="4242"/>
                </a:lnTo>
                <a:lnTo>
                  <a:pt x="4914" y="4242"/>
                </a:lnTo>
                <a:lnTo>
                  <a:pt x="4915" y="4242"/>
                </a:lnTo>
                <a:lnTo>
                  <a:pt x="4916" y="4242"/>
                </a:lnTo>
                <a:lnTo>
                  <a:pt x="4917" y="4242"/>
                </a:lnTo>
                <a:lnTo>
                  <a:pt x="4918" y="4242"/>
                </a:lnTo>
                <a:lnTo>
                  <a:pt x="4919" y="4242"/>
                </a:lnTo>
                <a:lnTo>
                  <a:pt x="4920" y="4242"/>
                </a:lnTo>
                <a:lnTo>
                  <a:pt x="4921" y="4242"/>
                </a:lnTo>
                <a:lnTo>
                  <a:pt x="4922" y="4242"/>
                </a:lnTo>
                <a:lnTo>
                  <a:pt x="4923" y="4242"/>
                </a:lnTo>
                <a:lnTo>
                  <a:pt x="4924" y="4242"/>
                </a:lnTo>
                <a:lnTo>
                  <a:pt x="4925" y="4242"/>
                </a:lnTo>
                <a:lnTo>
                  <a:pt x="4926" y="4242"/>
                </a:lnTo>
                <a:lnTo>
                  <a:pt x="4927" y="4242"/>
                </a:lnTo>
                <a:lnTo>
                  <a:pt x="4928" y="4242"/>
                </a:lnTo>
                <a:lnTo>
                  <a:pt x="4929" y="4242"/>
                </a:lnTo>
                <a:lnTo>
                  <a:pt x="4930" y="4242"/>
                </a:lnTo>
                <a:lnTo>
                  <a:pt x="4931" y="4242"/>
                </a:lnTo>
                <a:lnTo>
                  <a:pt x="4932" y="4242"/>
                </a:lnTo>
                <a:lnTo>
                  <a:pt x="4933" y="4242"/>
                </a:lnTo>
                <a:lnTo>
                  <a:pt x="4934" y="4242"/>
                </a:lnTo>
                <a:lnTo>
                  <a:pt x="4935" y="4242"/>
                </a:lnTo>
                <a:lnTo>
                  <a:pt x="4936" y="4242"/>
                </a:lnTo>
                <a:lnTo>
                  <a:pt x="4937" y="4242"/>
                </a:lnTo>
                <a:lnTo>
                  <a:pt x="4938" y="4242"/>
                </a:lnTo>
                <a:lnTo>
                  <a:pt x="4939" y="4242"/>
                </a:lnTo>
                <a:lnTo>
                  <a:pt x="4940" y="4242"/>
                </a:lnTo>
                <a:lnTo>
                  <a:pt x="4941" y="4242"/>
                </a:lnTo>
                <a:lnTo>
                  <a:pt x="4942" y="4242"/>
                </a:lnTo>
                <a:lnTo>
                  <a:pt x="4943" y="4242"/>
                </a:lnTo>
                <a:lnTo>
                  <a:pt x="4944" y="4242"/>
                </a:lnTo>
                <a:lnTo>
                  <a:pt x="4945" y="4242"/>
                </a:lnTo>
                <a:lnTo>
                  <a:pt x="4946" y="4242"/>
                </a:lnTo>
                <a:lnTo>
                  <a:pt x="4947" y="4242"/>
                </a:lnTo>
                <a:lnTo>
                  <a:pt x="4948" y="4242"/>
                </a:lnTo>
                <a:lnTo>
                  <a:pt x="4949" y="4242"/>
                </a:lnTo>
                <a:lnTo>
                  <a:pt x="4950" y="4242"/>
                </a:lnTo>
                <a:lnTo>
                  <a:pt x="4951" y="4242"/>
                </a:lnTo>
                <a:lnTo>
                  <a:pt x="4952" y="4242"/>
                </a:lnTo>
                <a:lnTo>
                  <a:pt x="4953" y="4242"/>
                </a:lnTo>
                <a:lnTo>
                  <a:pt x="4954" y="4242"/>
                </a:lnTo>
                <a:lnTo>
                  <a:pt x="4955" y="4242"/>
                </a:lnTo>
                <a:lnTo>
                  <a:pt x="4956" y="4242"/>
                </a:lnTo>
                <a:lnTo>
                  <a:pt x="4957" y="4242"/>
                </a:lnTo>
                <a:lnTo>
                  <a:pt x="4958" y="4242"/>
                </a:lnTo>
                <a:lnTo>
                  <a:pt x="4959" y="4242"/>
                </a:lnTo>
                <a:lnTo>
                  <a:pt x="4960" y="4242"/>
                </a:lnTo>
                <a:lnTo>
                  <a:pt x="4961" y="4242"/>
                </a:lnTo>
                <a:lnTo>
                  <a:pt x="4962" y="4242"/>
                </a:lnTo>
                <a:lnTo>
                  <a:pt x="4963" y="4242"/>
                </a:lnTo>
                <a:lnTo>
                  <a:pt x="4964" y="4242"/>
                </a:lnTo>
                <a:lnTo>
                  <a:pt x="4965" y="4242"/>
                </a:lnTo>
                <a:lnTo>
                  <a:pt x="4966" y="4242"/>
                </a:lnTo>
                <a:lnTo>
                  <a:pt x="4967" y="4242"/>
                </a:lnTo>
                <a:lnTo>
                  <a:pt x="4968" y="4242"/>
                </a:lnTo>
                <a:lnTo>
                  <a:pt x="4969" y="4242"/>
                </a:lnTo>
                <a:lnTo>
                  <a:pt x="4970" y="4242"/>
                </a:lnTo>
                <a:lnTo>
                  <a:pt x="4971" y="4242"/>
                </a:lnTo>
                <a:lnTo>
                  <a:pt x="4972" y="4242"/>
                </a:lnTo>
                <a:lnTo>
                  <a:pt x="4973" y="4242"/>
                </a:lnTo>
                <a:lnTo>
                  <a:pt x="4974" y="4242"/>
                </a:lnTo>
                <a:lnTo>
                  <a:pt x="4975" y="4242"/>
                </a:lnTo>
                <a:lnTo>
                  <a:pt x="4976" y="4242"/>
                </a:lnTo>
                <a:lnTo>
                  <a:pt x="4977" y="4242"/>
                </a:lnTo>
                <a:lnTo>
                  <a:pt x="4978" y="4242"/>
                </a:lnTo>
                <a:lnTo>
                  <a:pt x="4979" y="4242"/>
                </a:lnTo>
                <a:lnTo>
                  <a:pt x="4980" y="4242"/>
                </a:lnTo>
                <a:lnTo>
                  <a:pt x="4981" y="4242"/>
                </a:lnTo>
                <a:lnTo>
                  <a:pt x="4982" y="4242"/>
                </a:lnTo>
                <a:lnTo>
                  <a:pt x="4983" y="4242"/>
                </a:lnTo>
                <a:lnTo>
                  <a:pt x="4984" y="4242"/>
                </a:lnTo>
                <a:lnTo>
                  <a:pt x="4985" y="4242"/>
                </a:lnTo>
                <a:lnTo>
                  <a:pt x="4986" y="4242"/>
                </a:lnTo>
                <a:lnTo>
                  <a:pt x="4987" y="4242"/>
                </a:lnTo>
                <a:lnTo>
                  <a:pt x="4988" y="4242"/>
                </a:lnTo>
                <a:lnTo>
                  <a:pt x="4989" y="4242"/>
                </a:lnTo>
                <a:lnTo>
                  <a:pt x="4990" y="4242"/>
                </a:lnTo>
                <a:lnTo>
                  <a:pt x="4991" y="4242"/>
                </a:lnTo>
                <a:lnTo>
                  <a:pt x="4992" y="4242"/>
                </a:lnTo>
                <a:lnTo>
                  <a:pt x="4993" y="4242"/>
                </a:lnTo>
                <a:lnTo>
                  <a:pt x="4994" y="4242"/>
                </a:lnTo>
                <a:lnTo>
                  <a:pt x="4995" y="4242"/>
                </a:lnTo>
                <a:lnTo>
                  <a:pt x="4996" y="4242"/>
                </a:lnTo>
                <a:lnTo>
                  <a:pt x="4997" y="4242"/>
                </a:lnTo>
                <a:lnTo>
                  <a:pt x="4998" y="4242"/>
                </a:lnTo>
                <a:lnTo>
                  <a:pt x="4999" y="4242"/>
                </a:lnTo>
                <a:lnTo>
                  <a:pt x="5000" y="4242"/>
                </a:lnTo>
                <a:lnTo>
                  <a:pt x="5001" y="4242"/>
                </a:lnTo>
                <a:lnTo>
                  <a:pt x="5002" y="4242"/>
                </a:lnTo>
                <a:lnTo>
                  <a:pt x="5003" y="4242"/>
                </a:lnTo>
                <a:lnTo>
                  <a:pt x="5004" y="4242"/>
                </a:lnTo>
                <a:lnTo>
                  <a:pt x="5005" y="4242"/>
                </a:lnTo>
                <a:lnTo>
                  <a:pt x="5006" y="4242"/>
                </a:lnTo>
                <a:lnTo>
                  <a:pt x="5007" y="4242"/>
                </a:lnTo>
                <a:lnTo>
                  <a:pt x="5008" y="4242"/>
                </a:lnTo>
                <a:lnTo>
                  <a:pt x="5009" y="4242"/>
                </a:lnTo>
                <a:lnTo>
                  <a:pt x="5010" y="4242"/>
                </a:lnTo>
                <a:lnTo>
                  <a:pt x="5011" y="4242"/>
                </a:lnTo>
                <a:lnTo>
                  <a:pt x="5012" y="4242"/>
                </a:lnTo>
                <a:lnTo>
                  <a:pt x="5013" y="4242"/>
                </a:lnTo>
                <a:lnTo>
                  <a:pt x="5014" y="4242"/>
                </a:lnTo>
                <a:lnTo>
                  <a:pt x="5015" y="4242"/>
                </a:lnTo>
                <a:lnTo>
                  <a:pt x="5016" y="4242"/>
                </a:lnTo>
                <a:lnTo>
                  <a:pt x="5017" y="4242"/>
                </a:lnTo>
                <a:lnTo>
                  <a:pt x="5018" y="4242"/>
                </a:lnTo>
                <a:lnTo>
                  <a:pt x="5019" y="4242"/>
                </a:lnTo>
                <a:lnTo>
                  <a:pt x="5020" y="4242"/>
                </a:lnTo>
                <a:lnTo>
                  <a:pt x="5021" y="4242"/>
                </a:lnTo>
                <a:lnTo>
                  <a:pt x="5022" y="4242"/>
                </a:lnTo>
                <a:lnTo>
                  <a:pt x="5023" y="4242"/>
                </a:lnTo>
                <a:lnTo>
                  <a:pt x="5024" y="4242"/>
                </a:lnTo>
                <a:lnTo>
                  <a:pt x="5025" y="4242"/>
                </a:lnTo>
                <a:lnTo>
                  <a:pt x="5026" y="4242"/>
                </a:lnTo>
                <a:lnTo>
                  <a:pt x="5027" y="4242"/>
                </a:lnTo>
                <a:lnTo>
                  <a:pt x="5028" y="4242"/>
                </a:lnTo>
                <a:lnTo>
                  <a:pt x="5029" y="4242"/>
                </a:lnTo>
                <a:lnTo>
                  <a:pt x="5030" y="4242"/>
                </a:lnTo>
                <a:lnTo>
                  <a:pt x="5031" y="4242"/>
                </a:lnTo>
                <a:lnTo>
                  <a:pt x="5032" y="4242"/>
                </a:lnTo>
                <a:lnTo>
                  <a:pt x="5033" y="4242"/>
                </a:lnTo>
                <a:lnTo>
                  <a:pt x="5034" y="4242"/>
                </a:lnTo>
                <a:lnTo>
                  <a:pt x="5035" y="4242"/>
                </a:lnTo>
                <a:lnTo>
                  <a:pt x="5036" y="4242"/>
                </a:lnTo>
                <a:lnTo>
                  <a:pt x="5037" y="4242"/>
                </a:lnTo>
                <a:lnTo>
                  <a:pt x="5038" y="4242"/>
                </a:lnTo>
                <a:lnTo>
                  <a:pt x="5039" y="4242"/>
                </a:lnTo>
                <a:lnTo>
                  <a:pt x="5040" y="4242"/>
                </a:lnTo>
                <a:lnTo>
                  <a:pt x="5041" y="4242"/>
                </a:lnTo>
                <a:lnTo>
                  <a:pt x="5042" y="4242"/>
                </a:lnTo>
                <a:lnTo>
                  <a:pt x="5043" y="4242"/>
                </a:lnTo>
                <a:lnTo>
                  <a:pt x="5044" y="4242"/>
                </a:lnTo>
                <a:lnTo>
                  <a:pt x="5045" y="4242"/>
                </a:lnTo>
                <a:lnTo>
                  <a:pt x="5046" y="4242"/>
                </a:lnTo>
                <a:lnTo>
                  <a:pt x="5047" y="4242"/>
                </a:lnTo>
                <a:lnTo>
                  <a:pt x="5048" y="4242"/>
                </a:lnTo>
                <a:lnTo>
                  <a:pt x="5049" y="4242"/>
                </a:lnTo>
                <a:lnTo>
                  <a:pt x="5050" y="4242"/>
                </a:lnTo>
                <a:lnTo>
                  <a:pt x="5051" y="4242"/>
                </a:lnTo>
                <a:lnTo>
                  <a:pt x="5052" y="4242"/>
                </a:lnTo>
                <a:lnTo>
                  <a:pt x="5053" y="4242"/>
                </a:lnTo>
                <a:lnTo>
                  <a:pt x="5054" y="4242"/>
                </a:lnTo>
                <a:lnTo>
                  <a:pt x="5055" y="4242"/>
                </a:lnTo>
                <a:lnTo>
                  <a:pt x="5056" y="4242"/>
                </a:lnTo>
                <a:lnTo>
                  <a:pt x="5057" y="4242"/>
                </a:lnTo>
                <a:lnTo>
                  <a:pt x="5058" y="4242"/>
                </a:lnTo>
                <a:lnTo>
                  <a:pt x="5059" y="4242"/>
                </a:lnTo>
                <a:lnTo>
                  <a:pt x="5060" y="4242"/>
                </a:lnTo>
                <a:lnTo>
                  <a:pt x="5061" y="4242"/>
                </a:lnTo>
                <a:lnTo>
                  <a:pt x="5062" y="4242"/>
                </a:lnTo>
                <a:lnTo>
                  <a:pt x="5063" y="4242"/>
                </a:lnTo>
                <a:lnTo>
                  <a:pt x="5064" y="4242"/>
                </a:lnTo>
                <a:lnTo>
                  <a:pt x="5065" y="4242"/>
                </a:lnTo>
                <a:lnTo>
                  <a:pt x="5066" y="4242"/>
                </a:lnTo>
                <a:lnTo>
                  <a:pt x="5067" y="4242"/>
                </a:lnTo>
                <a:lnTo>
                  <a:pt x="5068" y="4242"/>
                </a:lnTo>
                <a:lnTo>
                  <a:pt x="5069" y="4242"/>
                </a:lnTo>
                <a:lnTo>
                  <a:pt x="5070" y="4242"/>
                </a:lnTo>
                <a:lnTo>
                  <a:pt x="5071" y="4242"/>
                </a:lnTo>
                <a:lnTo>
                  <a:pt x="5072" y="4242"/>
                </a:lnTo>
                <a:lnTo>
                  <a:pt x="5073" y="4242"/>
                </a:lnTo>
                <a:lnTo>
                  <a:pt x="5074" y="4242"/>
                </a:lnTo>
                <a:lnTo>
                  <a:pt x="5075" y="4242"/>
                </a:lnTo>
                <a:lnTo>
                  <a:pt x="5076" y="4242"/>
                </a:lnTo>
                <a:lnTo>
                  <a:pt x="5077" y="4242"/>
                </a:lnTo>
                <a:lnTo>
                  <a:pt x="5078" y="4242"/>
                </a:lnTo>
                <a:lnTo>
                  <a:pt x="5079" y="4242"/>
                </a:lnTo>
                <a:lnTo>
                  <a:pt x="5080" y="4242"/>
                </a:lnTo>
                <a:lnTo>
                  <a:pt x="5081" y="4242"/>
                </a:lnTo>
                <a:lnTo>
                  <a:pt x="5082" y="4242"/>
                </a:lnTo>
                <a:lnTo>
                  <a:pt x="5083" y="4242"/>
                </a:lnTo>
                <a:lnTo>
                  <a:pt x="5084" y="4242"/>
                </a:lnTo>
                <a:lnTo>
                  <a:pt x="5085" y="4242"/>
                </a:lnTo>
                <a:lnTo>
                  <a:pt x="5086" y="4242"/>
                </a:lnTo>
                <a:lnTo>
                  <a:pt x="5087" y="4242"/>
                </a:lnTo>
                <a:lnTo>
                  <a:pt x="5088" y="4242"/>
                </a:lnTo>
                <a:lnTo>
                  <a:pt x="5089" y="4242"/>
                </a:lnTo>
                <a:lnTo>
                  <a:pt x="5090" y="4242"/>
                </a:lnTo>
                <a:lnTo>
                  <a:pt x="5091" y="4242"/>
                </a:lnTo>
                <a:lnTo>
                  <a:pt x="5092" y="4242"/>
                </a:lnTo>
                <a:lnTo>
                  <a:pt x="5093" y="4242"/>
                </a:lnTo>
                <a:lnTo>
                  <a:pt x="5094" y="4242"/>
                </a:lnTo>
                <a:lnTo>
                  <a:pt x="5095" y="4242"/>
                </a:lnTo>
                <a:lnTo>
                  <a:pt x="5096" y="4242"/>
                </a:lnTo>
                <a:lnTo>
                  <a:pt x="5097" y="4242"/>
                </a:lnTo>
                <a:lnTo>
                  <a:pt x="5098" y="4242"/>
                </a:lnTo>
                <a:lnTo>
                  <a:pt x="5099" y="4242"/>
                </a:lnTo>
                <a:lnTo>
                  <a:pt x="5100" y="4242"/>
                </a:lnTo>
                <a:lnTo>
                  <a:pt x="5101" y="4242"/>
                </a:lnTo>
                <a:lnTo>
                  <a:pt x="5102" y="4242"/>
                </a:lnTo>
                <a:lnTo>
                  <a:pt x="5103" y="4242"/>
                </a:lnTo>
                <a:lnTo>
                  <a:pt x="5104" y="4242"/>
                </a:lnTo>
                <a:lnTo>
                  <a:pt x="5105" y="4242"/>
                </a:lnTo>
                <a:lnTo>
                  <a:pt x="5106" y="4242"/>
                </a:lnTo>
                <a:lnTo>
                  <a:pt x="5107" y="4242"/>
                </a:lnTo>
                <a:lnTo>
                  <a:pt x="5108" y="4242"/>
                </a:lnTo>
                <a:lnTo>
                  <a:pt x="5109" y="4242"/>
                </a:lnTo>
                <a:lnTo>
                  <a:pt x="5110" y="4242"/>
                </a:lnTo>
                <a:lnTo>
                  <a:pt x="5111" y="4242"/>
                </a:lnTo>
                <a:lnTo>
                  <a:pt x="5112" y="4242"/>
                </a:lnTo>
                <a:lnTo>
                  <a:pt x="5113" y="4242"/>
                </a:lnTo>
                <a:lnTo>
                  <a:pt x="5114" y="4242"/>
                </a:lnTo>
                <a:lnTo>
                  <a:pt x="5115" y="4242"/>
                </a:lnTo>
                <a:lnTo>
                  <a:pt x="5116" y="4242"/>
                </a:lnTo>
                <a:lnTo>
                  <a:pt x="5117" y="4242"/>
                </a:lnTo>
                <a:lnTo>
                  <a:pt x="5118" y="4242"/>
                </a:lnTo>
                <a:lnTo>
                  <a:pt x="5119" y="4242"/>
                </a:lnTo>
                <a:lnTo>
                  <a:pt x="5120" y="4242"/>
                </a:lnTo>
                <a:lnTo>
                  <a:pt x="5121" y="4242"/>
                </a:lnTo>
                <a:lnTo>
                  <a:pt x="5122" y="4242"/>
                </a:lnTo>
                <a:lnTo>
                  <a:pt x="5123" y="4242"/>
                </a:lnTo>
                <a:lnTo>
                  <a:pt x="5124" y="4242"/>
                </a:lnTo>
                <a:lnTo>
                  <a:pt x="5125" y="4242"/>
                </a:lnTo>
                <a:lnTo>
                  <a:pt x="5126" y="4242"/>
                </a:lnTo>
                <a:lnTo>
                  <a:pt x="5127" y="4242"/>
                </a:lnTo>
                <a:lnTo>
                  <a:pt x="5128" y="4242"/>
                </a:lnTo>
                <a:lnTo>
                  <a:pt x="5129" y="4242"/>
                </a:lnTo>
                <a:lnTo>
                  <a:pt x="5130" y="4242"/>
                </a:lnTo>
                <a:lnTo>
                  <a:pt x="5131" y="4242"/>
                </a:lnTo>
                <a:lnTo>
                  <a:pt x="5132" y="4242"/>
                </a:lnTo>
                <a:lnTo>
                  <a:pt x="5133" y="4242"/>
                </a:lnTo>
                <a:lnTo>
                  <a:pt x="5134" y="4242"/>
                </a:lnTo>
                <a:lnTo>
                  <a:pt x="5135" y="4242"/>
                </a:lnTo>
                <a:lnTo>
                  <a:pt x="5136" y="4242"/>
                </a:lnTo>
                <a:lnTo>
                  <a:pt x="5137" y="4242"/>
                </a:lnTo>
                <a:lnTo>
                  <a:pt x="5138" y="4242"/>
                </a:lnTo>
                <a:lnTo>
                  <a:pt x="5139" y="4242"/>
                </a:lnTo>
                <a:lnTo>
                  <a:pt x="5140" y="4242"/>
                </a:lnTo>
                <a:lnTo>
                  <a:pt x="5141" y="4242"/>
                </a:lnTo>
                <a:lnTo>
                  <a:pt x="5142" y="4242"/>
                </a:lnTo>
                <a:lnTo>
                  <a:pt x="5143" y="4242"/>
                </a:lnTo>
                <a:lnTo>
                  <a:pt x="5144" y="4242"/>
                </a:lnTo>
                <a:lnTo>
                  <a:pt x="5145" y="4242"/>
                </a:lnTo>
                <a:lnTo>
                  <a:pt x="5146" y="4242"/>
                </a:lnTo>
                <a:lnTo>
                  <a:pt x="5147" y="4242"/>
                </a:lnTo>
                <a:lnTo>
                  <a:pt x="5148" y="4242"/>
                </a:lnTo>
                <a:lnTo>
                  <a:pt x="5149" y="4242"/>
                </a:lnTo>
                <a:lnTo>
                  <a:pt x="5150" y="4242"/>
                </a:lnTo>
                <a:lnTo>
                  <a:pt x="5151" y="4242"/>
                </a:lnTo>
                <a:lnTo>
                  <a:pt x="5152" y="4242"/>
                </a:lnTo>
                <a:lnTo>
                  <a:pt x="5153" y="4242"/>
                </a:lnTo>
                <a:lnTo>
                  <a:pt x="5154" y="4242"/>
                </a:lnTo>
                <a:lnTo>
                  <a:pt x="5155" y="4242"/>
                </a:lnTo>
                <a:lnTo>
                  <a:pt x="5156" y="4242"/>
                </a:lnTo>
                <a:lnTo>
                  <a:pt x="5157" y="4242"/>
                </a:lnTo>
                <a:lnTo>
                  <a:pt x="5158" y="4242"/>
                </a:lnTo>
                <a:lnTo>
                  <a:pt x="5159" y="4242"/>
                </a:lnTo>
                <a:lnTo>
                  <a:pt x="5160" y="4242"/>
                </a:lnTo>
                <a:lnTo>
                  <a:pt x="5161" y="4242"/>
                </a:lnTo>
                <a:lnTo>
                  <a:pt x="5162" y="4242"/>
                </a:lnTo>
                <a:lnTo>
                  <a:pt x="5163" y="4242"/>
                </a:lnTo>
                <a:lnTo>
                  <a:pt x="5164" y="4242"/>
                </a:lnTo>
                <a:lnTo>
                  <a:pt x="5165" y="4242"/>
                </a:lnTo>
                <a:lnTo>
                  <a:pt x="5166" y="4242"/>
                </a:lnTo>
                <a:lnTo>
                  <a:pt x="5167" y="4242"/>
                </a:lnTo>
                <a:lnTo>
                  <a:pt x="5168" y="4242"/>
                </a:lnTo>
                <a:lnTo>
                  <a:pt x="5169" y="4242"/>
                </a:lnTo>
                <a:lnTo>
                  <a:pt x="5170" y="4242"/>
                </a:lnTo>
                <a:lnTo>
                  <a:pt x="5171" y="4242"/>
                </a:lnTo>
                <a:lnTo>
                  <a:pt x="5172" y="4242"/>
                </a:lnTo>
                <a:lnTo>
                  <a:pt x="5173" y="4242"/>
                </a:lnTo>
                <a:lnTo>
                  <a:pt x="5174" y="4242"/>
                </a:lnTo>
                <a:lnTo>
                  <a:pt x="5175" y="4242"/>
                </a:lnTo>
                <a:lnTo>
                  <a:pt x="5176" y="4242"/>
                </a:lnTo>
                <a:lnTo>
                  <a:pt x="5177" y="4242"/>
                </a:lnTo>
                <a:lnTo>
                  <a:pt x="5178" y="4242"/>
                </a:lnTo>
                <a:lnTo>
                  <a:pt x="5179" y="4242"/>
                </a:lnTo>
                <a:lnTo>
                  <a:pt x="5180" y="4242"/>
                </a:lnTo>
                <a:lnTo>
                  <a:pt x="5181" y="4242"/>
                </a:lnTo>
                <a:lnTo>
                  <a:pt x="5182" y="4242"/>
                </a:lnTo>
                <a:lnTo>
                  <a:pt x="5183" y="4242"/>
                </a:lnTo>
                <a:lnTo>
                  <a:pt x="5184" y="4242"/>
                </a:lnTo>
                <a:lnTo>
                  <a:pt x="5185" y="4242"/>
                </a:lnTo>
                <a:lnTo>
                  <a:pt x="5186" y="4242"/>
                </a:lnTo>
                <a:lnTo>
                  <a:pt x="5187" y="4242"/>
                </a:lnTo>
                <a:lnTo>
                  <a:pt x="5188" y="4242"/>
                </a:lnTo>
                <a:lnTo>
                  <a:pt x="5189" y="4242"/>
                </a:lnTo>
                <a:lnTo>
                  <a:pt x="5190" y="4242"/>
                </a:lnTo>
                <a:lnTo>
                  <a:pt x="5191" y="4242"/>
                </a:lnTo>
                <a:lnTo>
                  <a:pt x="5192" y="4242"/>
                </a:lnTo>
                <a:lnTo>
                  <a:pt x="5193" y="4242"/>
                </a:lnTo>
                <a:lnTo>
                  <a:pt x="5194" y="4242"/>
                </a:lnTo>
                <a:lnTo>
                  <a:pt x="5195" y="4242"/>
                </a:lnTo>
                <a:lnTo>
                  <a:pt x="5196" y="4242"/>
                </a:lnTo>
                <a:lnTo>
                  <a:pt x="5197" y="4242"/>
                </a:lnTo>
                <a:lnTo>
                  <a:pt x="5198" y="4242"/>
                </a:lnTo>
                <a:lnTo>
                  <a:pt x="5199" y="4242"/>
                </a:lnTo>
                <a:lnTo>
                  <a:pt x="5200" y="4242"/>
                </a:lnTo>
                <a:lnTo>
                  <a:pt x="5201" y="4242"/>
                </a:lnTo>
                <a:lnTo>
                  <a:pt x="5202" y="4242"/>
                </a:lnTo>
                <a:lnTo>
                  <a:pt x="5203" y="4242"/>
                </a:lnTo>
                <a:lnTo>
                  <a:pt x="5204" y="4242"/>
                </a:lnTo>
                <a:lnTo>
                  <a:pt x="5205" y="4242"/>
                </a:lnTo>
                <a:lnTo>
                  <a:pt x="5206" y="4242"/>
                </a:lnTo>
                <a:lnTo>
                  <a:pt x="5207" y="4242"/>
                </a:lnTo>
                <a:lnTo>
                  <a:pt x="5208" y="4242"/>
                </a:lnTo>
                <a:lnTo>
                  <a:pt x="5209" y="4242"/>
                </a:lnTo>
                <a:lnTo>
                  <a:pt x="5210" y="4242"/>
                </a:lnTo>
                <a:lnTo>
                  <a:pt x="5211" y="4242"/>
                </a:lnTo>
                <a:lnTo>
                  <a:pt x="5212" y="4242"/>
                </a:lnTo>
                <a:lnTo>
                  <a:pt x="5213" y="4242"/>
                </a:lnTo>
                <a:lnTo>
                  <a:pt x="5214" y="4242"/>
                </a:lnTo>
                <a:lnTo>
                  <a:pt x="5215" y="4242"/>
                </a:lnTo>
                <a:lnTo>
                  <a:pt x="5216" y="4242"/>
                </a:lnTo>
                <a:lnTo>
                  <a:pt x="5217" y="4242"/>
                </a:lnTo>
                <a:lnTo>
                  <a:pt x="5218" y="4242"/>
                </a:lnTo>
                <a:lnTo>
                  <a:pt x="5219" y="4242"/>
                </a:lnTo>
                <a:lnTo>
                  <a:pt x="5220" y="4242"/>
                </a:lnTo>
                <a:lnTo>
                  <a:pt x="5221" y="4242"/>
                </a:lnTo>
                <a:lnTo>
                  <a:pt x="5222" y="4242"/>
                </a:lnTo>
                <a:lnTo>
                  <a:pt x="5223" y="4242"/>
                </a:lnTo>
                <a:lnTo>
                  <a:pt x="5224" y="4242"/>
                </a:lnTo>
                <a:lnTo>
                  <a:pt x="5225" y="4242"/>
                </a:lnTo>
                <a:lnTo>
                  <a:pt x="5226" y="4242"/>
                </a:lnTo>
                <a:lnTo>
                  <a:pt x="5227" y="4242"/>
                </a:lnTo>
                <a:lnTo>
                  <a:pt x="5228" y="4242"/>
                </a:lnTo>
                <a:lnTo>
                  <a:pt x="5229" y="4242"/>
                </a:lnTo>
                <a:lnTo>
                  <a:pt x="5230" y="4242"/>
                </a:lnTo>
                <a:lnTo>
                  <a:pt x="5231" y="4242"/>
                </a:lnTo>
                <a:lnTo>
                  <a:pt x="5232" y="4242"/>
                </a:lnTo>
                <a:lnTo>
                  <a:pt x="5233" y="4242"/>
                </a:lnTo>
                <a:lnTo>
                  <a:pt x="5234" y="4242"/>
                </a:lnTo>
                <a:lnTo>
                  <a:pt x="5235" y="4242"/>
                </a:lnTo>
                <a:lnTo>
                  <a:pt x="5236" y="4242"/>
                </a:lnTo>
                <a:lnTo>
                  <a:pt x="5237" y="4242"/>
                </a:lnTo>
                <a:lnTo>
                  <a:pt x="5238" y="4242"/>
                </a:lnTo>
                <a:lnTo>
                  <a:pt x="5239" y="4242"/>
                </a:lnTo>
                <a:lnTo>
                  <a:pt x="5240" y="4242"/>
                </a:lnTo>
                <a:lnTo>
                  <a:pt x="5241" y="4242"/>
                </a:lnTo>
                <a:lnTo>
                  <a:pt x="5242" y="4242"/>
                </a:lnTo>
                <a:lnTo>
                  <a:pt x="5243" y="4242"/>
                </a:lnTo>
                <a:lnTo>
                  <a:pt x="5244" y="4242"/>
                </a:lnTo>
                <a:lnTo>
                  <a:pt x="5245" y="4242"/>
                </a:lnTo>
                <a:lnTo>
                  <a:pt x="5246" y="4242"/>
                </a:lnTo>
                <a:lnTo>
                  <a:pt x="5247" y="4242"/>
                </a:lnTo>
                <a:lnTo>
                  <a:pt x="5248" y="4242"/>
                </a:lnTo>
                <a:lnTo>
                  <a:pt x="5249" y="4242"/>
                </a:lnTo>
                <a:lnTo>
                  <a:pt x="5250" y="4242"/>
                </a:lnTo>
                <a:lnTo>
                  <a:pt x="5251" y="4242"/>
                </a:lnTo>
                <a:lnTo>
                  <a:pt x="5252" y="4242"/>
                </a:lnTo>
                <a:lnTo>
                  <a:pt x="5253" y="4242"/>
                </a:lnTo>
                <a:lnTo>
                  <a:pt x="5254" y="4242"/>
                </a:lnTo>
                <a:lnTo>
                  <a:pt x="5255" y="4242"/>
                </a:lnTo>
                <a:lnTo>
                  <a:pt x="5256" y="4242"/>
                </a:lnTo>
                <a:lnTo>
                  <a:pt x="5257" y="4242"/>
                </a:lnTo>
                <a:lnTo>
                  <a:pt x="5258" y="4242"/>
                </a:lnTo>
                <a:lnTo>
                  <a:pt x="5259" y="4242"/>
                </a:lnTo>
                <a:lnTo>
                  <a:pt x="5260" y="4242"/>
                </a:lnTo>
                <a:lnTo>
                  <a:pt x="5261" y="4242"/>
                </a:lnTo>
                <a:lnTo>
                  <a:pt x="5262" y="4242"/>
                </a:lnTo>
                <a:lnTo>
                  <a:pt x="5263" y="4242"/>
                </a:lnTo>
                <a:lnTo>
                  <a:pt x="5264" y="4242"/>
                </a:lnTo>
                <a:lnTo>
                  <a:pt x="5265" y="4242"/>
                </a:lnTo>
                <a:lnTo>
                  <a:pt x="5266" y="4242"/>
                </a:lnTo>
                <a:lnTo>
                  <a:pt x="5267" y="4242"/>
                </a:lnTo>
                <a:lnTo>
                  <a:pt x="5268" y="4242"/>
                </a:lnTo>
                <a:lnTo>
                  <a:pt x="5269" y="4242"/>
                </a:lnTo>
                <a:lnTo>
                  <a:pt x="5270" y="4242"/>
                </a:lnTo>
                <a:lnTo>
                  <a:pt x="5271" y="4242"/>
                </a:lnTo>
                <a:lnTo>
                  <a:pt x="5272" y="4242"/>
                </a:lnTo>
                <a:lnTo>
                  <a:pt x="5273" y="4242"/>
                </a:lnTo>
                <a:lnTo>
                  <a:pt x="5274" y="4242"/>
                </a:lnTo>
                <a:lnTo>
                  <a:pt x="5275" y="4242"/>
                </a:lnTo>
                <a:lnTo>
                  <a:pt x="5276" y="4242"/>
                </a:lnTo>
                <a:lnTo>
                  <a:pt x="5277" y="4242"/>
                </a:lnTo>
                <a:lnTo>
                  <a:pt x="5278" y="4242"/>
                </a:lnTo>
                <a:lnTo>
                  <a:pt x="5279" y="4242"/>
                </a:lnTo>
                <a:lnTo>
                  <a:pt x="5280" y="4242"/>
                </a:lnTo>
                <a:lnTo>
                  <a:pt x="5281" y="4242"/>
                </a:lnTo>
                <a:lnTo>
                  <a:pt x="5282" y="4242"/>
                </a:lnTo>
                <a:lnTo>
                  <a:pt x="5283" y="4242"/>
                </a:lnTo>
                <a:lnTo>
                  <a:pt x="5284" y="4242"/>
                </a:lnTo>
                <a:lnTo>
                  <a:pt x="5285" y="4242"/>
                </a:lnTo>
                <a:lnTo>
                  <a:pt x="5286" y="4242"/>
                </a:lnTo>
                <a:lnTo>
                  <a:pt x="5287" y="4242"/>
                </a:lnTo>
                <a:lnTo>
                  <a:pt x="5288" y="4242"/>
                </a:lnTo>
                <a:lnTo>
                  <a:pt x="5289" y="4242"/>
                </a:lnTo>
                <a:lnTo>
                  <a:pt x="5290" y="4242"/>
                </a:lnTo>
                <a:lnTo>
                  <a:pt x="5291" y="4242"/>
                </a:lnTo>
                <a:lnTo>
                  <a:pt x="5292" y="4242"/>
                </a:lnTo>
                <a:lnTo>
                  <a:pt x="5293" y="4242"/>
                </a:lnTo>
                <a:lnTo>
                  <a:pt x="5294" y="4242"/>
                </a:lnTo>
                <a:lnTo>
                  <a:pt x="5295" y="4242"/>
                </a:lnTo>
                <a:lnTo>
                  <a:pt x="5296" y="4242"/>
                </a:lnTo>
                <a:lnTo>
                  <a:pt x="5297" y="4242"/>
                </a:lnTo>
                <a:lnTo>
                  <a:pt x="5298" y="4242"/>
                </a:lnTo>
                <a:lnTo>
                  <a:pt x="5299" y="4242"/>
                </a:lnTo>
                <a:lnTo>
                  <a:pt x="5300" y="4242"/>
                </a:lnTo>
                <a:lnTo>
                  <a:pt x="5301" y="4242"/>
                </a:lnTo>
                <a:lnTo>
                  <a:pt x="5302" y="4242"/>
                </a:lnTo>
                <a:lnTo>
                  <a:pt x="5303" y="4242"/>
                </a:lnTo>
                <a:lnTo>
                  <a:pt x="5304" y="4242"/>
                </a:lnTo>
                <a:lnTo>
                  <a:pt x="5305" y="4242"/>
                </a:lnTo>
                <a:lnTo>
                  <a:pt x="5306" y="4242"/>
                </a:lnTo>
                <a:lnTo>
                  <a:pt x="5307" y="4242"/>
                </a:lnTo>
                <a:lnTo>
                  <a:pt x="5308" y="4242"/>
                </a:lnTo>
                <a:lnTo>
                  <a:pt x="5309" y="4242"/>
                </a:lnTo>
                <a:lnTo>
                  <a:pt x="5310" y="4242"/>
                </a:lnTo>
                <a:lnTo>
                  <a:pt x="5311" y="4242"/>
                </a:lnTo>
                <a:lnTo>
                  <a:pt x="5312" y="4242"/>
                </a:lnTo>
                <a:lnTo>
                  <a:pt x="5313" y="4242"/>
                </a:lnTo>
                <a:lnTo>
                  <a:pt x="5314" y="4242"/>
                </a:lnTo>
                <a:lnTo>
                  <a:pt x="5315" y="4242"/>
                </a:lnTo>
                <a:lnTo>
                  <a:pt x="5316" y="4242"/>
                </a:lnTo>
                <a:lnTo>
                  <a:pt x="5317" y="4242"/>
                </a:lnTo>
                <a:lnTo>
                  <a:pt x="5318" y="4242"/>
                </a:lnTo>
                <a:lnTo>
                  <a:pt x="5319" y="4242"/>
                </a:lnTo>
                <a:lnTo>
                  <a:pt x="5320" y="4242"/>
                </a:lnTo>
                <a:lnTo>
                  <a:pt x="5321" y="4242"/>
                </a:lnTo>
                <a:lnTo>
                  <a:pt x="5322" y="4242"/>
                </a:lnTo>
                <a:lnTo>
                  <a:pt x="5323" y="4242"/>
                </a:lnTo>
                <a:lnTo>
                  <a:pt x="5324" y="4242"/>
                </a:lnTo>
                <a:lnTo>
                  <a:pt x="5325" y="4242"/>
                </a:lnTo>
                <a:lnTo>
                  <a:pt x="5326" y="4242"/>
                </a:lnTo>
                <a:lnTo>
                  <a:pt x="5327" y="4242"/>
                </a:lnTo>
                <a:lnTo>
                  <a:pt x="5328" y="4242"/>
                </a:lnTo>
                <a:lnTo>
                  <a:pt x="5329" y="4242"/>
                </a:lnTo>
                <a:lnTo>
                  <a:pt x="5330" y="4242"/>
                </a:lnTo>
                <a:lnTo>
                  <a:pt x="5331" y="4242"/>
                </a:lnTo>
                <a:lnTo>
                  <a:pt x="5332" y="4242"/>
                </a:lnTo>
                <a:lnTo>
                  <a:pt x="5333" y="4242"/>
                </a:lnTo>
                <a:lnTo>
                  <a:pt x="5334" y="4242"/>
                </a:lnTo>
                <a:lnTo>
                  <a:pt x="5335" y="4242"/>
                </a:lnTo>
                <a:lnTo>
                  <a:pt x="5336" y="4242"/>
                </a:lnTo>
                <a:lnTo>
                  <a:pt x="5337" y="4242"/>
                </a:lnTo>
                <a:lnTo>
                  <a:pt x="5338" y="4242"/>
                </a:lnTo>
                <a:lnTo>
                  <a:pt x="5339" y="4242"/>
                </a:lnTo>
                <a:lnTo>
                  <a:pt x="5340" y="4242"/>
                </a:lnTo>
                <a:lnTo>
                  <a:pt x="5341" y="4242"/>
                </a:lnTo>
                <a:lnTo>
                  <a:pt x="5342" y="4242"/>
                </a:lnTo>
                <a:lnTo>
                  <a:pt x="5343" y="4242"/>
                </a:lnTo>
                <a:lnTo>
                  <a:pt x="5344" y="4242"/>
                </a:lnTo>
                <a:lnTo>
                  <a:pt x="5345" y="4242"/>
                </a:lnTo>
                <a:lnTo>
                  <a:pt x="5346" y="4242"/>
                </a:lnTo>
                <a:lnTo>
                  <a:pt x="5347" y="4242"/>
                </a:lnTo>
                <a:lnTo>
                  <a:pt x="5348" y="4242"/>
                </a:lnTo>
                <a:lnTo>
                  <a:pt x="5349" y="4242"/>
                </a:lnTo>
                <a:lnTo>
                  <a:pt x="5350" y="4242"/>
                </a:lnTo>
                <a:lnTo>
                  <a:pt x="5351" y="4242"/>
                </a:lnTo>
                <a:lnTo>
                  <a:pt x="5352" y="4242"/>
                </a:lnTo>
                <a:lnTo>
                  <a:pt x="5353" y="4242"/>
                </a:lnTo>
                <a:lnTo>
                  <a:pt x="5354" y="4242"/>
                </a:lnTo>
                <a:lnTo>
                  <a:pt x="5355" y="4242"/>
                </a:lnTo>
                <a:lnTo>
                  <a:pt x="5356" y="4242"/>
                </a:lnTo>
                <a:lnTo>
                  <a:pt x="5357" y="4242"/>
                </a:lnTo>
                <a:lnTo>
                  <a:pt x="5358" y="4242"/>
                </a:lnTo>
                <a:lnTo>
                  <a:pt x="5359" y="4242"/>
                </a:lnTo>
                <a:lnTo>
                  <a:pt x="5360" y="4242"/>
                </a:lnTo>
                <a:lnTo>
                  <a:pt x="5361" y="4242"/>
                </a:lnTo>
                <a:lnTo>
                  <a:pt x="5362" y="4242"/>
                </a:lnTo>
                <a:lnTo>
                  <a:pt x="5363" y="4242"/>
                </a:lnTo>
                <a:lnTo>
                  <a:pt x="5364" y="4242"/>
                </a:lnTo>
                <a:lnTo>
                  <a:pt x="5365" y="4242"/>
                </a:lnTo>
                <a:lnTo>
                  <a:pt x="5366" y="4242"/>
                </a:lnTo>
                <a:lnTo>
                  <a:pt x="5367" y="4242"/>
                </a:lnTo>
                <a:lnTo>
                  <a:pt x="5368" y="4242"/>
                </a:lnTo>
                <a:lnTo>
                  <a:pt x="5369" y="4242"/>
                </a:lnTo>
                <a:lnTo>
                  <a:pt x="5370" y="4242"/>
                </a:lnTo>
                <a:lnTo>
                  <a:pt x="5371" y="4242"/>
                </a:lnTo>
                <a:lnTo>
                  <a:pt x="5372" y="4242"/>
                </a:lnTo>
                <a:lnTo>
                  <a:pt x="5373" y="4242"/>
                </a:lnTo>
                <a:lnTo>
                  <a:pt x="5374" y="4242"/>
                </a:lnTo>
                <a:lnTo>
                  <a:pt x="5375" y="4242"/>
                </a:lnTo>
                <a:lnTo>
                  <a:pt x="5376" y="4242"/>
                </a:lnTo>
                <a:lnTo>
                  <a:pt x="5377" y="4242"/>
                </a:lnTo>
                <a:lnTo>
                  <a:pt x="5378" y="4242"/>
                </a:lnTo>
                <a:lnTo>
                  <a:pt x="5379" y="4242"/>
                </a:lnTo>
                <a:lnTo>
                  <a:pt x="5380" y="4242"/>
                </a:lnTo>
                <a:lnTo>
                  <a:pt x="5381" y="4242"/>
                </a:lnTo>
                <a:lnTo>
                  <a:pt x="5382" y="4242"/>
                </a:lnTo>
                <a:lnTo>
                  <a:pt x="5383" y="4242"/>
                </a:lnTo>
                <a:lnTo>
                  <a:pt x="5384" y="4242"/>
                </a:lnTo>
                <a:lnTo>
                  <a:pt x="5385" y="4242"/>
                </a:lnTo>
                <a:lnTo>
                  <a:pt x="5386" y="4242"/>
                </a:lnTo>
                <a:lnTo>
                  <a:pt x="5387" y="4242"/>
                </a:lnTo>
                <a:lnTo>
                  <a:pt x="5388" y="4242"/>
                </a:lnTo>
                <a:lnTo>
                  <a:pt x="5389" y="4242"/>
                </a:lnTo>
                <a:lnTo>
                  <a:pt x="5390" y="4242"/>
                </a:lnTo>
                <a:lnTo>
                  <a:pt x="5391" y="4242"/>
                </a:lnTo>
                <a:lnTo>
                  <a:pt x="5392" y="4242"/>
                </a:lnTo>
                <a:lnTo>
                  <a:pt x="5393" y="4242"/>
                </a:lnTo>
                <a:lnTo>
                  <a:pt x="5394" y="4242"/>
                </a:lnTo>
                <a:lnTo>
                  <a:pt x="5395" y="4242"/>
                </a:lnTo>
                <a:lnTo>
                  <a:pt x="5396" y="4242"/>
                </a:lnTo>
                <a:lnTo>
                  <a:pt x="5397" y="4242"/>
                </a:lnTo>
                <a:lnTo>
                  <a:pt x="5398" y="4242"/>
                </a:lnTo>
                <a:lnTo>
                  <a:pt x="5399" y="4242"/>
                </a:lnTo>
                <a:lnTo>
                  <a:pt x="5400" y="4242"/>
                </a:lnTo>
                <a:lnTo>
                  <a:pt x="5401" y="4242"/>
                </a:lnTo>
                <a:lnTo>
                  <a:pt x="5402" y="4242"/>
                </a:lnTo>
                <a:lnTo>
                  <a:pt x="5403" y="4242"/>
                </a:lnTo>
                <a:lnTo>
                  <a:pt x="5404" y="4242"/>
                </a:lnTo>
                <a:lnTo>
                  <a:pt x="5405" y="4242"/>
                </a:lnTo>
                <a:lnTo>
                  <a:pt x="5406" y="4242"/>
                </a:lnTo>
                <a:lnTo>
                  <a:pt x="5407" y="4242"/>
                </a:lnTo>
                <a:lnTo>
                  <a:pt x="5408" y="4242"/>
                </a:lnTo>
                <a:lnTo>
                  <a:pt x="5409" y="4242"/>
                </a:lnTo>
                <a:lnTo>
                  <a:pt x="5410" y="4242"/>
                </a:lnTo>
                <a:lnTo>
                  <a:pt x="5411" y="4242"/>
                </a:lnTo>
                <a:lnTo>
                  <a:pt x="5412" y="4242"/>
                </a:lnTo>
                <a:lnTo>
                  <a:pt x="5413" y="4242"/>
                </a:lnTo>
                <a:lnTo>
                  <a:pt x="5414" y="4242"/>
                </a:lnTo>
                <a:lnTo>
                  <a:pt x="5415" y="4242"/>
                </a:lnTo>
                <a:lnTo>
                  <a:pt x="5416" y="4242"/>
                </a:lnTo>
                <a:lnTo>
                  <a:pt x="5417" y="4242"/>
                </a:lnTo>
                <a:lnTo>
                  <a:pt x="5418" y="4242"/>
                </a:lnTo>
                <a:lnTo>
                  <a:pt x="5419" y="4242"/>
                </a:lnTo>
                <a:lnTo>
                  <a:pt x="5420" y="4242"/>
                </a:lnTo>
                <a:lnTo>
                  <a:pt x="5421" y="4242"/>
                </a:lnTo>
                <a:lnTo>
                  <a:pt x="5422" y="4242"/>
                </a:lnTo>
                <a:lnTo>
                  <a:pt x="5423" y="4242"/>
                </a:lnTo>
                <a:lnTo>
                  <a:pt x="5424" y="4242"/>
                </a:lnTo>
                <a:lnTo>
                  <a:pt x="5425" y="4242"/>
                </a:lnTo>
                <a:lnTo>
                  <a:pt x="5426" y="4242"/>
                </a:lnTo>
                <a:lnTo>
                  <a:pt x="5427" y="4242"/>
                </a:lnTo>
                <a:lnTo>
                  <a:pt x="5428" y="4242"/>
                </a:lnTo>
                <a:lnTo>
                  <a:pt x="5429" y="4242"/>
                </a:lnTo>
                <a:lnTo>
                  <a:pt x="5430" y="4242"/>
                </a:lnTo>
                <a:lnTo>
                  <a:pt x="5431" y="4242"/>
                </a:lnTo>
                <a:lnTo>
                  <a:pt x="5432" y="4242"/>
                </a:lnTo>
                <a:lnTo>
                  <a:pt x="5433" y="4242"/>
                </a:lnTo>
                <a:lnTo>
                  <a:pt x="5434" y="4242"/>
                </a:lnTo>
                <a:lnTo>
                  <a:pt x="5435" y="4242"/>
                </a:lnTo>
                <a:lnTo>
                  <a:pt x="5436" y="4242"/>
                </a:lnTo>
                <a:lnTo>
                  <a:pt x="5437" y="4242"/>
                </a:lnTo>
                <a:lnTo>
                  <a:pt x="5438" y="4242"/>
                </a:lnTo>
                <a:lnTo>
                  <a:pt x="5439" y="4242"/>
                </a:lnTo>
                <a:lnTo>
                  <a:pt x="5440" y="4242"/>
                </a:lnTo>
                <a:lnTo>
                  <a:pt x="5441" y="4242"/>
                </a:lnTo>
                <a:lnTo>
                  <a:pt x="5442" y="4242"/>
                </a:lnTo>
                <a:lnTo>
                  <a:pt x="5443" y="4242"/>
                </a:lnTo>
                <a:lnTo>
                  <a:pt x="5444" y="4242"/>
                </a:lnTo>
                <a:lnTo>
                  <a:pt x="5445" y="4242"/>
                </a:lnTo>
                <a:lnTo>
                  <a:pt x="5446" y="4242"/>
                </a:lnTo>
                <a:lnTo>
                  <a:pt x="5447" y="4242"/>
                </a:lnTo>
                <a:lnTo>
                  <a:pt x="5448" y="4242"/>
                </a:lnTo>
                <a:lnTo>
                  <a:pt x="5449" y="4242"/>
                </a:lnTo>
                <a:lnTo>
                  <a:pt x="5450" y="4242"/>
                </a:lnTo>
                <a:lnTo>
                  <a:pt x="5451" y="4242"/>
                </a:lnTo>
                <a:lnTo>
                  <a:pt x="5452" y="4242"/>
                </a:lnTo>
                <a:lnTo>
                  <a:pt x="5453" y="4242"/>
                </a:lnTo>
                <a:lnTo>
                  <a:pt x="5454" y="4242"/>
                </a:lnTo>
                <a:lnTo>
                  <a:pt x="5455" y="4242"/>
                </a:lnTo>
                <a:lnTo>
                  <a:pt x="5456" y="4242"/>
                </a:lnTo>
                <a:lnTo>
                  <a:pt x="5457" y="4242"/>
                </a:lnTo>
                <a:lnTo>
                  <a:pt x="5458" y="4242"/>
                </a:lnTo>
                <a:lnTo>
                  <a:pt x="5459" y="4242"/>
                </a:lnTo>
                <a:lnTo>
                  <a:pt x="5460" y="4242"/>
                </a:lnTo>
                <a:lnTo>
                  <a:pt x="5461" y="4242"/>
                </a:lnTo>
                <a:lnTo>
                  <a:pt x="5462" y="4242"/>
                </a:lnTo>
                <a:lnTo>
                  <a:pt x="5463" y="4242"/>
                </a:lnTo>
                <a:lnTo>
                  <a:pt x="5464" y="4242"/>
                </a:lnTo>
                <a:lnTo>
                  <a:pt x="5465" y="4242"/>
                </a:lnTo>
                <a:lnTo>
                  <a:pt x="5466" y="4242"/>
                </a:lnTo>
                <a:lnTo>
                  <a:pt x="5467" y="4242"/>
                </a:lnTo>
                <a:lnTo>
                  <a:pt x="5468" y="4242"/>
                </a:lnTo>
                <a:lnTo>
                  <a:pt x="5469" y="4242"/>
                </a:lnTo>
                <a:lnTo>
                  <a:pt x="5470" y="4242"/>
                </a:lnTo>
                <a:lnTo>
                  <a:pt x="5471" y="4242"/>
                </a:lnTo>
                <a:lnTo>
                  <a:pt x="5472" y="4242"/>
                </a:lnTo>
                <a:lnTo>
                  <a:pt x="5473" y="4242"/>
                </a:lnTo>
                <a:lnTo>
                  <a:pt x="5474" y="4242"/>
                </a:lnTo>
                <a:lnTo>
                  <a:pt x="5475" y="4242"/>
                </a:lnTo>
                <a:lnTo>
                  <a:pt x="5476" y="4242"/>
                </a:lnTo>
                <a:lnTo>
                  <a:pt x="5477" y="4242"/>
                </a:lnTo>
                <a:lnTo>
                  <a:pt x="5478" y="4242"/>
                </a:lnTo>
                <a:lnTo>
                  <a:pt x="5479" y="4242"/>
                </a:lnTo>
                <a:lnTo>
                  <a:pt x="5480" y="4242"/>
                </a:lnTo>
                <a:lnTo>
                  <a:pt x="5481" y="4242"/>
                </a:lnTo>
                <a:lnTo>
                  <a:pt x="5482" y="4242"/>
                </a:lnTo>
                <a:lnTo>
                  <a:pt x="5483" y="4242"/>
                </a:lnTo>
                <a:lnTo>
                  <a:pt x="5484" y="4242"/>
                </a:lnTo>
                <a:lnTo>
                  <a:pt x="5485" y="4242"/>
                </a:lnTo>
                <a:lnTo>
                  <a:pt x="5486" y="4242"/>
                </a:lnTo>
                <a:lnTo>
                  <a:pt x="5487" y="4242"/>
                </a:lnTo>
                <a:lnTo>
                  <a:pt x="5488" y="4242"/>
                </a:lnTo>
                <a:lnTo>
                  <a:pt x="5489" y="4242"/>
                </a:lnTo>
                <a:lnTo>
                  <a:pt x="5490" y="4242"/>
                </a:lnTo>
                <a:lnTo>
                  <a:pt x="5491" y="4242"/>
                </a:lnTo>
                <a:lnTo>
                  <a:pt x="5492" y="4242"/>
                </a:lnTo>
                <a:lnTo>
                  <a:pt x="5493" y="4242"/>
                </a:lnTo>
                <a:lnTo>
                  <a:pt x="5494" y="4242"/>
                </a:lnTo>
                <a:lnTo>
                  <a:pt x="5495" y="4242"/>
                </a:lnTo>
                <a:lnTo>
                  <a:pt x="5496" y="4242"/>
                </a:lnTo>
                <a:lnTo>
                  <a:pt x="5497" y="4242"/>
                </a:lnTo>
                <a:lnTo>
                  <a:pt x="5498" y="4242"/>
                </a:lnTo>
                <a:lnTo>
                  <a:pt x="5499" y="4242"/>
                </a:lnTo>
                <a:lnTo>
                  <a:pt x="5500" y="4242"/>
                </a:lnTo>
                <a:lnTo>
                  <a:pt x="5501" y="4242"/>
                </a:lnTo>
                <a:lnTo>
                  <a:pt x="5502" y="4242"/>
                </a:lnTo>
                <a:lnTo>
                  <a:pt x="5503" y="4242"/>
                </a:lnTo>
                <a:lnTo>
                  <a:pt x="5504" y="4242"/>
                </a:lnTo>
                <a:lnTo>
                  <a:pt x="5505" y="4242"/>
                </a:lnTo>
                <a:lnTo>
                  <a:pt x="5506" y="4242"/>
                </a:lnTo>
                <a:lnTo>
                  <a:pt x="5507" y="4242"/>
                </a:lnTo>
                <a:lnTo>
                  <a:pt x="5508" y="4242"/>
                </a:lnTo>
                <a:lnTo>
                  <a:pt x="5509" y="4242"/>
                </a:lnTo>
                <a:lnTo>
                  <a:pt x="5510" y="4242"/>
                </a:lnTo>
                <a:lnTo>
                  <a:pt x="5511" y="4242"/>
                </a:lnTo>
                <a:lnTo>
                  <a:pt x="5512" y="4242"/>
                </a:lnTo>
                <a:lnTo>
                  <a:pt x="5513" y="4242"/>
                </a:lnTo>
                <a:lnTo>
                  <a:pt x="5514" y="4242"/>
                </a:lnTo>
                <a:lnTo>
                  <a:pt x="5515" y="4242"/>
                </a:lnTo>
                <a:lnTo>
                  <a:pt x="5516" y="4242"/>
                </a:lnTo>
                <a:lnTo>
                  <a:pt x="5517" y="4242"/>
                </a:lnTo>
                <a:lnTo>
                  <a:pt x="5518" y="4242"/>
                </a:lnTo>
                <a:lnTo>
                  <a:pt x="5519" y="4242"/>
                </a:lnTo>
                <a:lnTo>
                  <a:pt x="5520" y="4242"/>
                </a:lnTo>
                <a:lnTo>
                  <a:pt x="5521" y="4242"/>
                </a:lnTo>
                <a:lnTo>
                  <a:pt x="5522" y="4242"/>
                </a:lnTo>
                <a:lnTo>
                  <a:pt x="5523" y="4242"/>
                </a:lnTo>
                <a:lnTo>
                  <a:pt x="5524" y="4242"/>
                </a:lnTo>
                <a:lnTo>
                  <a:pt x="5525" y="4242"/>
                </a:lnTo>
                <a:lnTo>
                  <a:pt x="5526" y="4242"/>
                </a:lnTo>
                <a:lnTo>
                  <a:pt x="5527" y="4242"/>
                </a:lnTo>
                <a:lnTo>
                  <a:pt x="5528" y="4242"/>
                </a:lnTo>
                <a:lnTo>
                  <a:pt x="5529" y="4242"/>
                </a:lnTo>
                <a:lnTo>
                  <a:pt x="5530" y="4242"/>
                </a:lnTo>
                <a:lnTo>
                  <a:pt x="5531" y="4242"/>
                </a:lnTo>
                <a:lnTo>
                  <a:pt x="5532" y="4242"/>
                </a:lnTo>
                <a:lnTo>
                  <a:pt x="5533" y="4242"/>
                </a:lnTo>
                <a:lnTo>
                  <a:pt x="5534" y="4242"/>
                </a:lnTo>
                <a:lnTo>
                  <a:pt x="5535" y="4242"/>
                </a:lnTo>
                <a:lnTo>
                  <a:pt x="5536" y="4242"/>
                </a:lnTo>
                <a:lnTo>
                  <a:pt x="5537" y="4242"/>
                </a:lnTo>
                <a:lnTo>
                  <a:pt x="5538" y="4242"/>
                </a:lnTo>
                <a:lnTo>
                  <a:pt x="5539" y="4242"/>
                </a:lnTo>
                <a:lnTo>
                  <a:pt x="5540" y="4242"/>
                </a:lnTo>
                <a:lnTo>
                  <a:pt x="5541" y="4242"/>
                </a:lnTo>
                <a:lnTo>
                  <a:pt x="5542" y="4242"/>
                </a:lnTo>
                <a:lnTo>
                  <a:pt x="5543" y="4242"/>
                </a:lnTo>
                <a:lnTo>
                  <a:pt x="5544" y="4242"/>
                </a:lnTo>
                <a:lnTo>
                  <a:pt x="5545" y="4242"/>
                </a:lnTo>
                <a:lnTo>
                  <a:pt x="5546" y="4242"/>
                </a:lnTo>
                <a:lnTo>
                  <a:pt x="5547" y="4242"/>
                </a:lnTo>
                <a:lnTo>
                  <a:pt x="5548" y="4242"/>
                </a:lnTo>
                <a:lnTo>
                  <a:pt x="5549" y="4242"/>
                </a:lnTo>
                <a:lnTo>
                  <a:pt x="5550" y="4242"/>
                </a:lnTo>
                <a:lnTo>
                  <a:pt x="5551" y="4242"/>
                </a:lnTo>
                <a:lnTo>
                  <a:pt x="5552" y="4242"/>
                </a:lnTo>
                <a:lnTo>
                  <a:pt x="5553" y="4242"/>
                </a:lnTo>
                <a:lnTo>
                  <a:pt x="5554" y="4242"/>
                </a:lnTo>
                <a:lnTo>
                  <a:pt x="5555" y="4242"/>
                </a:lnTo>
                <a:lnTo>
                  <a:pt x="5556" y="4242"/>
                </a:lnTo>
                <a:lnTo>
                  <a:pt x="5557" y="4242"/>
                </a:lnTo>
                <a:lnTo>
                  <a:pt x="5558" y="4242"/>
                </a:lnTo>
                <a:lnTo>
                  <a:pt x="5559" y="4242"/>
                </a:lnTo>
                <a:lnTo>
                  <a:pt x="5560" y="4242"/>
                </a:lnTo>
                <a:lnTo>
                  <a:pt x="5561" y="4242"/>
                </a:lnTo>
                <a:lnTo>
                  <a:pt x="5562" y="4242"/>
                </a:lnTo>
                <a:lnTo>
                  <a:pt x="5563" y="4242"/>
                </a:lnTo>
                <a:lnTo>
                  <a:pt x="5564" y="4242"/>
                </a:lnTo>
                <a:lnTo>
                  <a:pt x="5565" y="4242"/>
                </a:lnTo>
                <a:lnTo>
                  <a:pt x="5566" y="4242"/>
                </a:lnTo>
                <a:lnTo>
                  <a:pt x="5567" y="4242"/>
                </a:lnTo>
                <a:lnTo>
                  <a:pt x="5568" y="4242"/>
                </a:lnTo>
                <a:lnTo>
                  <a:pt x="5569" y="4242"/>
                </a:lnTo>
                <a:lnTo>
                  <a:pt x="5570" y="4242"/>
                </a:lnTo>
                <a:lnTo>
                  <a:pt x="5571" y="4242"/>
                </a:lnTo>
                <a:lnTo>
                  <a:pt x="5572" y="4242"/>
                </a:lnTo>
                <a:lnTo>
                  <a:pt x="5573" y="4242"/>
                </a:lnTo>
                <a:lnTo>
                  <a:pt x="5574" y="4242"/>
                </a:lnTo>
                <a:lnTo>
                  <a:pt x="5575" y="4242"/>
                </a:lnTo>
                <a:lnTo>
                  <a:pt x="5576" y="4242"/>
                </a:lnTo>
                <a:lnTo>
                  <a:pt x="5577" y="4242"/>
                </a:lnTo>
                <a:lnTo>
                  <a:pt x="5578" y="4242"/>
                </a:lnTo>
                <a:lnTo>
                  <a:pt x="5579" y="4242"/>
                </a:lnTo>
                <a:lnTo>
                  <a:pt x="5580" y="4242"/>
                </a:lnTo>
                <a:lnTo>
                  <a:pt x="5581" y="4242"/>
                </a:lnTo>
                <a:lnTo>
                  <a:pt x="5582" y="4242"/>
                </a:lnTo>
                <a:lnTo>
                  <a:pt x="5583" y="4242"/>
                </a:lnTo>
                <a:lnTo>
                  <a:pt x="5584" y="4242"/>
                </a:lnTo>
                <a:lnTo>
                  <a:pt x="5585" y="4242"/>
                </a:lnTo>
                <a:lnTo>
                  <a:pt x="5586" y="4242"/>
                </a:lnTo>
                <a:lnTo>
                  <a:pt x="5587" y="4242"/>
                </a:lnTo>
                <a:lnTo>
                  <a:pt x="5588" y="4242"/>
                </a:lnTo>
                <a:lnTo>
                  <a:pt x="5589" y="4242"/>
                </a:lnTo>
                <a:lnTo>
                  <a:pt x="5590" y="4242"/>
                </a:lnTo>
                <a:lnTo>
                  <a:pt x="5591" y="4242"/>
                </a:lnTo>
                <a:lnTo>
                  <a:pt x="5592" y="4242"/>
                </a:lnTo>
                <a:lnTo>
                  <a:pt x="5593" y="4242"/>
                </a:lnTo>
                <a:lnTo>
                  <a:pt x="5594" y="4242"/>
                </a:lnTo>
                <a:lnTo>
                  <a:pt x="5595" y="4242"/>
                </a:lnTo>
                <a:lnTo>
                  <a:pt x="5596" y="4242"/>
                </a:lnTo>
                <a:lnTo>
                  <a:pt x="5597" y="4242"/>
                </a:lnTo>
                <a:lnTo>
                  <a:pt x="5598" y="4242"/>
                </a:lnTo>
                <a:lnTo>
                  <a:pt x="5599" y="4242"/>
                </a:lnTo>
                <a:lnTo>
                  <a:pt x="5600" y="4242"/>
                </a:lnTo>
                <a:lnTo>
                  <a:pt x="5601" y="4242"/>
                </a:lnTo>
                <a:lnTo>
                  <a:pt x="5602" y="4242"/>
                </a:lnTo>
                <a:lnTo>
                  <a:pt x="5603" y="4242"/>
                </a:lnTo>
                <a:lnTo>
                  <a:pt x="5604" y="4242"/>
                </a:lnTo>
                <a:lnTo>
                  <a:pt x="5605" y="4242"/>
                </a:lnTo>
                <a:lnTo>
                  <a:pt x="5606" y="4242"/>
                </a:lnTo>
                <a:lnTo>
                  <a:pt x="5607" y="4242"/>
                </a:lnTo>
                <a:lnTo>
                  <a:pt x="5608" y="4242"/>
                </a:lnTo>
                <a:lnTo>
                  <a:pt x="5609" y="4242"/>
                </a:lnTo>
                <a:lnTo>
                  <a:pt x="5610" y="4242"/>
                </a:lnTo>
                <a:lnTo>
                  <a:pt x="5611" y="4242"/>
                </a:lnTo>
                <a:lnTo>
                  <a:pt x="5612" y="4242"/>
                </a:lnTo>
                <a:lnTo>
                  <a:pt x="5613" y="4242"/>
                </a:lnTo>
                <a:lnTo>
                  <a:pt x="5614" y="4242"/>
                </a:lnTo>
                <a:lnTo>
                  <a:pt x="5615" y="4242"/>
                </a:lnTo>
                <a:lnTo>
                  <a:pt x="5616" y="4242"/>
                </a:lnTo>
                <a:lnTo>
                  <a:pt x="5617" y="4242"/>
                </a:lnTo>
                <a:lnTo>
                  <a:pt x="5618" y="4242"/>
                </a:lnTo>
                <a:lnTo>
                  <a:pt x="5619" y="4242"/>
                </a:lnTo>
                <a:lnTo>
                  <a:pt x="5620" y="4242"/>
                </a:lnTo>
                <a:lnTo>
                  <a:pt x="5621" y="4242"/>
                </a:lnTo>
                <a:lnTo>
                  <a:pt x="5622" y="4242"/>
                </a:lnTo>
                <a:lnTo>
                  <a:pt x="5623" y="4242"/>
                </a:lnTo>
                <a:lnTo>
                  <a:pt x="5624" y="4242"/>
                </a:lnTo>
                <a:lnTo>
                  <a:pt x="5625" y="4242"/>
                </a:lnTo>
                <a:lnTo>
                  <a:pt x="5626" y="4242"/>
                </a:lnTo>
                <a:lnTo>
                  <a:pt x="5627" y="4242"/>
                </a:lnTo>
                <a:lnTo>
                  <a:pt x="5628" y="4242"/>
                </a:lnTo>
                <a:lnTo>
                  <a:pt x="5629" y="4242"/>
                </a:lnTo>
                <a:lnTo>
                  <a:pt x="5630" y="4242"/>
                </a:lnTo>
                <a:lnTo>
                  <a:pt x="5631" y="4242"/>
                </a:lnTo>
                <a:lnTo>
                  <a:pt x="5632" y="4242"/>
                </a:lnTo>
                <a:lnTo>
                  <a:pt x="5633" y="4242"/>
                </a:lnTo>
                <a:lnTo>
                  <a:pt x="5634" y="4242"/>
                </a:lnTo>
                <a:lnTo>
                  <a:pt x="5635" y="4242"/>
                </a:lnTo>
                <a:lnTo>
                  <a:pt x="5636" y="4242"/>
                </a:lnTo>
                <a:lnTo>
                  <a:pt x="5637" y="4242"/>
                </a:lnTo>
                <a:lnTo>
                  <a:pt x="5638" y="4242"/>
                </a:lnTo>
                <a:lnTo>
                  <a:pt x="5639" y="4242"/>
                </a:lnTo>
                <a:lnTo>
                  <a:pt x="5640" y="4242"/>
                </a:lnTo>
                <a:lnTo>
                  <a:pt x="5641" y="4242"/>
                </a:lnTo>
                <a:lnTo>
                  <a:pt x="5642" y="4242"/>
                </a:lnTo>
                <a:lnTo>
                  <a:pt x="5643" y="4242"/>
                </a:lnTo>
                <a:lnTo>
                  <a:pt x="5644" y="4242"/>
                </a:lnTo>
                <a:lnTo>
                  <a:pt x="5645" y="4242"/>
                </a:lnTo>
                <a:lnTo>
                  <a:pt x="5646" y="4242"/>
                </a:lnTo>
                <a:lnTo>
                  <a:pt x="5647" y="4242"/>
                </a:lnTo>
                <a:lnTo>
                  <a:pt x="5648" y="4242"/>
                </a:lnTo>
                <a:lnTo>
                  <a:pt x="5649" y="4242"/>
                </a:lnTo>
                <a:lnTo>
                  <a:pt x="5650" y="4242"/>
                </a:lnTo>
                <a:lnTo>
                  <a:pt x="5651" y="4242"/>
                </a:lnTo>
                <a:lnTo>
                  <a:pt x="5652" y="4242"/>
                </a:lnTo>
                <a:lnTo>
                  <a:pt x="5653" y="4242"/>
                </a:lnTo>
                <a:lnTo>
                  <a:pt x="5654" y="4242"/>
                </a:lnTo>
                <a:lnTo>
                  <a:pt x="5655" y="4242"/>
                </a:lnTo>
                <a:lnTo>
                  <a:pt x="5656" y="4242"/>
                </a:lnTo>
                <a:lnTo>
                  <a:pt x="5657" y="4242"/>
                </a:lnTo>
                <a:lnTo>
                  <a:pt x="5658" y="4242"/>
                </a:lnTo>
                <a:lnTo>
                  <a:pt x="5659" y="4242"/>
                </a:lnTo>
                <a:lnTo>
                  <a:pt x="5660" y="4242"/>
                </a:lnTo>
                <a:lnTo>
                  <a:pt x="5661" y="4242"/>
                </a:lnTo>
                <a:lnTo>
                  <a:pt x="5662" y="4242"/>
                </a:lnTo>
                <a:lnTo>
                  <a:pt x="5663" y="4242"/>
                </a:lnTo>
                <a:lnTo>
                  <a:pt x="5664" y="4242"/>
                </a:lnTo>
                <a:lnTo>
                  <a:pt x="5665" y="4242"/>
                </a:lnTo>
                <a:lnTo>
                  <a:pt x="5666" y="4242"/>
                </a:lnTo>
                <a:lnTo>
                  <a:pt x="5667" y="4242"/>
                </a:lnTo>
                <a:lnTo>
                  <a:pt x="5668" y="4242"/>
                </a:lnTo>
                <a:lnTo>
                  <a:pt x="5669" y="4242"/>
                </a:lnTo>
                <a:lnTo>
                  <a:pt x="5670" y="4242"/>
                </a:lnTo>
                <a:lnTo>
                  <a:pt x="5671" y="4242"/>
                </a:lnTo>
                <a:lnTo>
                  <a:pt x="5672" y="4242"/>
                </a:lnTo>
                <a:lnTo>
                  <a:pt x="5673" y="4242"/>
                </a:lnTo>
                <a:lnTo>
                  <a:pt x="5674" y="4242"/>
                </a:lnTo>
                <a:lnTo>
                  <a:pt x="5675" y="4242"/>
                </a:lnTo>
                <a:lnTo>
                  <a:pt x="5676" y="4242"/>
                </a:lnTo>
                <a:lnTo>
                  <a:pt x="5677" y="4242"/>
                </a:lnTo>
                <a:lnTo>
                  <a:pt x="5678" y="4242"/>
                </a:lnTo>
                <a:lnTo>
                  <a:pt x="5679" y="4242"/>
                </a:lnTo>
                <a:lnTo>
                  <a:pt x="5680" y="4242"/>
                </a:lnTo>
                <a:lnTo>
                  <a:pt x="5681" y="4242"/>
                </a:lnTo>
                <a:lnTo>
                  <a:pt x="5682" y="4242"/>
                </a:lnTo>
                <a:lnTo>
                  <a:pt x="5683" y="4242"/>
                </a:lnTo>
                <a:lnTo>
                  <a:pt x="5684" y="4242"/>
                </a:lnTo>
                <a:lnTo>
                  <a:pt x="5685" y="4242"/>
                </a:lnTo>
                <a:lnTo>
                  <a:pt x="5686" y="4242"/>
                </a:lnTo>
                <a:lnTo>
                  <a:pt x="5687" y="4242"/>
                </a:lnTo>
                <a:lnTo>
                  <a:pt x="5688" y="4242"/>
                </a:lnTo>
                <a:lnTo>
                  <a:pt x="5689" y="4242"/>
                </a:lnTo>
                <a:lnTo>
                  <a:pt x="5690" y="4242"/>
                </a:lnTo>
                <a:lnTo>
                  <a:pt x="5691" y="4242"/>
                </a:lnTo>
                <a:lnTo>
                  <a:pt x="5692" y="4242"/>
                </a:lnTo>
                <a:lnTo>
                  <a:pt x="5693" y="4242"/>
                </a:lnTo>
                <a:lnTo>
                  <a:pt x="5694" y="4242"/>
                </a:lnTo>
                <a:lnTo>
                  <a:pt x="5695" y="4242"/>
                </a:lnTo>
                <a:lnTo>
                  <a:pt x="5696" y="4242"/>
                </a:lnTo>
                <a:lnTo>
                  <a:pt x="5697" y="4242"/>
                </a:lnTo>
                <a:lnTo>
                  <a:pt x="5698" y="4242"/>
                </a:lnTo>
                <a:lnTo>
                  <a:pt x="5699" y="4242"/>
                </a:lnTo>
                <a:lnTo>
                  <a:pt x="5700" y="4242"/>
                </a:lnTo>
                <a:lnTo>
                  <a:pt x="5701" y="4242"/>
                </a:lnTo>
                <a:lnTo>
                  <a:pt x="5702" y="4242"/>
                </a:lnTo>
                <a:lnTo>
                  <a:pt x="5703" y="4242"/>
                </a:lnTo>
                <a:lnTo>
                  <a:pt x="5704" y="4242"/>
                </a:lnTo>
                <a:lnTo>
                  <a:pt x="5705" y="4242"/>
                </a:lnTo>
                <a:lnTo>
                  <a:pt x="5706" y="4242"/>
                </a:lnTo>
                <a:lnTo>
                  <a:pt x="5707" y="4242"/>
                </a:lnTo>
                <a:lnTo>
                  <a:pt x="5708" y="4242"/>
                </a:lnTo>
                <a:lnTo>
                  <a:pt x="5709" y="4242"/>
                </a:lnTo>
                <a:lnTo>
                  <a:pt x="5710" y="4242"/>
                </a:lnTo>
                <a:lnTo>
                  <a:pt x="5711" y="4242"/>
                </a:lnTo>
                <a:lnTo>
                  <a:pt x="5712" y="4242"/>
                </a:lnTo>
                <a:lnTo>
                  <a:pt x="5713" y="4242"/>
                </a:lnTo>
                <a:lnTo>
                  <a:pt x="5714" y="4242"/>
                </a:lnTo>
                <a:lnTo>
                  <a:pt x="5715" y="4242"/>
                </a:lnTo>
                <a:lnTo>
                  <a:pt x="5716" y="4242"/>
                </a:lnTo>
                <a:lnTo>
                  <a:pt x="5717" y="4242"/>
                </a:lnTo>
                <a:lnTo>
                  <a:pt x="5718" y="4242"/>
                </a:lnTo>
                <a:lnTo>
                  <a:pt x="5719" y="4242"/>
                </a:lnTo>
                <a:lnTo>
                  <a:pt x="5720" y="4242"/>
                </a:lnTo>
                <a:lnTo>
                  <a:pt x="5721" y="4242"/>
                </a:lnTo>
                <a:lnTo>
                  <a:pt x="5722" y="4242"/>
                </a:lnTo>
                <a:lnTo>
                  <a:pt x="5723" y="4242"/>
                </a:lnTo>
                <a:lnTo>
                  <a:pt x="5724" y="4242"/>
                </a:lnTo>
                <a:lnTo>
                  <a:pt x="5725" y="4242"/>
                </a:lnTo>
                <a:lnTo>
                  <a:pt x="5726" y="4242"/>
                </a:lnTo>
                <a:lnTo>
                  <a:pt x="5727" y="4242"/>
                </a:lnTo>
                <a:lnTo>
                  <a:pt x="5728" y="4242"/>
                </a:lnTo>
                <a:lnTo>
                  <a:pt x="5729" y="4242"/>
                </a:lnTo>
                <a:lnTo>
                  <a:pt x="5730" y="4242"/>
                </a:lnTo>
                <a:lnTo>
                  <a:pt x="5731" y="4242"/>
                </a:lnTo>
                <a:lnTo>
                  <a:pt x="5732" y="4242"/>
                </a:lnTo>
                <a:lnTo>
                  <a:pt x="5733" y="4242"/>
                </a:lnTo>
                <a:lnTo>
                  <a:pt x="5734" y="4242"/>
                </a:lnTo>
                <a:lnTo>
                  <a:pt x="5735" y="4242"/>
                </a:lnTo>
                <a:lnTo>
                  <a:pt x="5736" y="4242"/>
                </a:lnTo>
                <a:lnTo>
                  <a:pt x="5737" y="4242"/>
                </a:lnTo>
                <a:lnTo>
                  <a:pt x="5738" y="4242"/>
                </a:lnTo>
                <a:lnTo>
                  <a:pt x="5739" y="4242"/>
                </a:lnTo>
                <a:lnTo>
                  <a:pt x="5740" y="4242"/>
                </a:lnTo>
                <a:lnTo>
                  <a:pt x="5741" y="4242"/>
                </a:lnTo>
                <a:lnTo>
                  <a:pt x="5742" y="4242"/>
                </a:lnTo>
                <a:lnTo>
                  <a:pt x="5743" y="4242"/>
                </a:lnTo>
                <a:lnTo>
                  <a:pt x="5744" y="4242"/>
                </a:lnTo>
                <a:lnTo>
                  <a:pt x="5745" y="4242"/>
                </a:lnTo>
                <a:lnTo>
                  <a:pt x="5746" y="4242"/>
                </a:lnTo>
                <a:lnTo>
                  <a:pt x="5747" y="4242"/>
                </a:lnTo>
                <a:lnTo>
                  <a:pt x="5748" y="4242"/>
                </a:lnTo>
                <a:lnTo>
                  <a:pt x="5749" y="4242"/>
                </a:lnTo>
                <a:lnTo>
                  <a:pt x="5750" y="4242"/>
                </a:lnTo>
                <a:lnTo>
                  <a:pt x="5751" y="4242"/>
                </a:lnTo>
                <a:lnTo>
                  <a:pt x="5752" y="4242"/>
                </a:lnTo>
                <a:lnTo>
                  <a:pt x="5753" y="4242"/>
                </a:lnTo>
                <a:lnTo>
                  <a:pt x="5754" y="4242"/>
                </a:lnTo>
                <a:lnTo>
                  <a:pt x="5755" y="4242"/>
                </a:lnTo>
                <a:lnTo>
                  <a:pt x="5756" y="4242"/>
                </a:lnTo>
                <a:lnTo>
                  <a:pt x="5757" y="4242"/>
                </a:lnTo>
                <a:lnTo>
                  <a:pt x="5758" y="4242"/>
                </a:lnTo>
                <a:lnTo>
                  <a:pt x="5759" y="4242"/>
                </a:lnTo>
                <a:lnTo>
                  <a:pt x="5760" y="4242"/>
                </a:lnTo>
                <a:lnTo>
                  <a:pt x="5761" y="4242"/>
                </a:lnTo>
                <a:lnTo>
                  <a:pt x="5762" y="4242"/>
                </a:lnTo>
                <a:lnTo>
                  <a:pt x="5763" y="4242"/>
                </a:lnTo>
                <a:lnTo>
                  <a:pt x="5764" y="4242"/>
                </a:lnTo>
                <a:lnTo>
                  <a:pt x="5765" y="4242"/>
                </a:lnTo>
                <a:lnTo>
                  <a:pt x="5766" y="4242"/>
                </a:lnTo>
                <a:lnTo>
                  <a:pt x="5767" y="4242"/>
                </a:lnTo>
                <a:lnTo>
                  <a:pt x="5768" y="4242"/>
                </a:lnTo>
                <a:lnTo>
                  <a:pt x="5769" y="4242"/>
                </a:lnTo>
                <a:lnTo>
                  <a:pt x="5770" y="4242"/>
                </a:lnTo>
                <a:lnTo>
                  <a:pt x="5771" y="4242"/>
                </a:lnTo>
                <a:lnTo>
                  <a:pt x="5772" y="4242"/>
                </a:lnTo>
                <a:lnTo>
                  <a:pt x="5773" y="4242"/>
                </a:lnTo>
                <a:lnTo>
                  <a:pt x="5774" y="4242"/>
                </a:lnTo>
                <a:lnTo>
                  <a:pt x="5775" y="4242"/>
                </a:lnTo>
                <a:lnTo>
                  <a:pt x="5776" y="4242"/>
                </a:lnTo>
                <a:lnTo>
                  <a:pt x="5777" y="4242"/>
                </a:lnTo>
                <a:lnTo>
                  <a:pt x="5778" y="4242"/>
                </a:lnTo>
                <a:lnTo>
                  <a:pt x="5779" y="4242"/>
                </a:lnTo>
                <a:lnTo>
                  <a:pt x="5780" y="4242"/>
                </a:lnTo>
                <a:lnTo>
                  <a:pt x="5781" y="4242"/>
                </a:lnTo>
                <a:lnTo>
                  <a:pt x="5782" y="4242"/>
                </a:lnTo>
                <a:lnTo>
                  <a:pt x="5783" y="4242"/>
                </a:lnTo>
                <a:lnTo>
                  <a:pt x="5784" y="4242"/>
                </a:lnTo>
                <a:lnTo>
                  <a:pt x="5785" y="4242"/>
                </a:lnTo>
                <a:lnTo>
                  <a:pt x="5786" y="4242"/>
                </a:lnTo>
                <a:lnTo>
                  <a:pt x="5787" y="4242"/>
                </a:lnTo>
                <a:lnTo>
                  <a:pt x="5788" y="4242"/>
                </a:lnTo>
                <a:lnTo>
                  <a:pt x="5789" y="4242"/>
                </a:lnTo>
                <a:lnTo>
                  <a:pt x="5790" y="4242"/>
                </a:lnTo>
                <a:lnTo>
                  <a:pt x="5791" y="4242"/>
                </a:lnTo>
                <a:lnTo>
                  <a:pt x="5792" y="4242"/>
                </a:lnTo>
                <a:lnTo>
                  <a:pt x="5793" y="4242"/>
                </a:lnTo>
                <a:lnTo>
                  <a:pt x="5794" y="4242"/>
                </a:lnTo>
                <a:lnTo>
                  <a:pt x="5795" y="4242"/>
                </a:lnTo>
                <a:lnTo>
                  <a:pt x="5796" y="4242"/>
                </a:lnTo>
                <a:lnTo>
                  <a:pt x="5797" y="4242"/>
                </a:lnTo>
                <a:lnTo>
                  <a:pt x="5798" y="4242"/>
                </a:lnTo>
                <a:lnTo>
                  <a:pt x="5799" y="4242"/>
                </a:lnTo>
                <a:lnTo>
                  <a:pt x="5800" y="4242"/>
                </a:lnTo>
                <a:lnTo>
                  <a:pt x="5801" y="4242"/>
                </a:lnTo>
                <a:lnTo>
                  <a:pt x="5802" y="4242"/>
                </a:lnTo>
                <a:lnTo>
                  <a:pt x="5803" y="4242"/>
                </a:lnTo>
                <a:lnTo>
                  <a:pt x="5804" y="4242"/>
                </a:lnTo>
                <a:lnTo>
                  <a:pt x="5805" y="4242"/>
                </a:lnTo>
                <a:lnTo>
                  <a:pt x="5806" y="4242"/>
                </a:lnTo>
                <a:lnTo>
                  <a:pt x="5807" y="4242"/>
                </a:lnTo>
                <a:lnTo>
                  <a:pt x="5808" y="4242"/>
                </a:lnTo>
                <a:lnTo>
                  <a:pt x="5809" y="4242"/>
                </a:lnTo>
                <a:lnTo>
                  <a:pt x="5810" y="4242"/>
                </a:lnTo>
                <a:lnTo>
                  <a:pt x="5811" y="4242"/>
                </a:lnTo>
                <a:lnTo>
                  <a:pt x="5812" y="4242"/>
                </a:lnTo>
                <a:lnTo>
                  <a:pt x="5813" y="4242"/>
                </a:lnTo>
                <a:lnTo>
                  <a:pt x="5814" y="4242"/>
                </a:lnTo>
                <a:lnTo>
                  <a:pt x="5815" y="4242"/>
                </a:lnTo>
                <a:lnTo>
                  <a:pt x="5816" y="4242"/>
                </a:lnTo>
                <a:lnTo>
                  <a:pt x="5817" y="4242"/>
                </a:lnTo>
                <a:lnTo>
                  <a:pt x="5818" y="4242"/>
                </a:lnTo>
                <a:lnTo>
                  <a:pt x="5819" y="4242"/>
                </a:lnTo>
                <a:lnTo>
                  <a:pt x="5820" y="4242"/>
                </a:lnTo>
                <a:lnTo>
                  <a:pt x="5821" y="4242"/>
                </a:lnTo>
                <a:lnTo>
                  <a:pt x="5822" y="4242"/>
                </a:lnTo>
                <a:lnTo>
                  <a:pt x="5823" y="4242"/>
                </a:lnTo>
                <a:lnTo>
                  <a:pt x="5824" y="4242"/>
                </a:lnTo>
                <a:lnTo>
                  <a:pt x="5825" y="4242"/>
                </a:lnTo>
                <a:lnTo>
                  <a:pt x="5826" y="4242"/>
                </a:lnTo>
                <a:lnTo>
                  <a:pt x="5827" y="4242"/>
                </a:lnTo>
                <a:lnTo>
                  <a:pt x="5828" y="4242"/>
                </a:lnTo>
                <a:lnTo>
                  <a:pt x="5829" y="4242"/>
                </a:lnTo>
                <a:lnTo>
                  <a:pt x="5830" y="4242"/>
                </a:lnTo>
                <a:lnTo>
                  <a:pt x="5831" y="4242"/>
                </a:lnTo>
                <a:lnTo>
                  <a:pt x="5832" y="4242"/>
                </a:lnTo>
                <a:lnTo>
                  <a:pt x="5833" y="4242"/>
                </a:lnTo>
                <a:lnTo>
                  <a:pt x="5834" y="4242"/>
                </a:lnTo>
                <a:lnTo>
                  <a:pt x="5835" y="4242"/>
                </a:lnTo>
                <a:lnTo>
                  <a:pt x="5836" y="4242"/>
                </a:lnTo>
                <a:lnTo>
                  <a:pt x="5837" y="4242"/>
                </a:lnTo>
                <a:lnTo>
                  <a:pt x="5838" y="4242"/>
                </a:lnTo>
                <a:lnTo>
                  <a:pt x="5839" y="4242"/>
                </a:lnTo>
                <a:lnTo>
                  <a:pt x="5840" y="4242"/>
                </a:lnTo>
                <a:lnTo>
                  <a:pt x="5841" y="4242"/>
                </a:lnTo>
                <a:lnTo>
                  <a:pt x="5842" y="4242"/>
                </a:lnTo>
                <a:lnTo>
                  <a:pt x="5843" y="4242"/>
                </a:lnTo>
                <a:lnTo>
                  <a:pt x="5844" y="4242"/>
                </a:lnTo>
                <a:lnTo>
                  <a:pt x="5845" y="4242"/>
                </a:lnTo>
                <a:lnTo>
                  <a:pt x="5846" y="4242"/>
                </a:lnTo>
                <a:lnTo>
                  <a:pt x="5847" y="4242"/>
                </a:lnTo>
                <a:lnTo>
                  <a:pt x="5848" y="4242"/>
                </a:lnTo>
                <a:lnTo>
                  <a:pt x="5849" y="4242"/>
                </a:lnTo>
                <a:lnTo>
                  <a:pt x="5850" y="4242"/>
                </a:lnTo>
                <a:lnTo>
                  <a:pt x="5851" y="4242"/>
                </a:lnTo>
                <a:lnTo>
                  <a:pt x="5852" y="4242"/>
                </a:lnTo>
                <a:lnTo>
                  <a:pt x="5853" y="4242"/>
                </a:lnTo>
                <a:lnTo>
                  <a:pt x="5854" y="4242"/>
                </a:lnTo>
                <a:lnTo>
                  <a:pt x="5855" y="4242"/>
                </a:lnTo>
                <a:lnTo>
                  <a:pt x="5856" y="4242"/>
                </a:lnTo>
                <a:lnTo>
                  <a:pt x="5857" y="4242"/>
                </a:lnTo>
                <a:lnTo>
                  <a:pt x="5858" y="4242"/>
                </a:lnTo>
                <a:lnTo>
                  <a:pt x="5859" y="4242"/>
                </a:lnTo>
                <a:lnTo>
                  <a:pt x="5860" y="4242"/>
                </a:lnTo>
                <a:lnTo>
                  <a:pt x="5861" y="4242"/>
                </a:lnTo>
                <a:lnTo>
                  <a:pt x="5862" y="4242"/>
                </a:lnTo>
                <a:lnTo>
                  <a:pt x="5863" y="4242"/>
                </a:lnTo>
                <a:lnTo>
                  <a:pt x="5864" y="4242"/>
                </a:lnTo>
                <a:lnTo>
                  <a:pt x="5865" y="4242"/>
                </a:lnTo>
                <a:lnTo>
                  <a:pt x="5866" y="4242"/>
                </a:lnTo>
                <a:lnTo>
                  <a:pt x="5867" y="4242"/>
                </a:lnTo>
                <a:lnTo>
                  <a:pt x="5868" y="4242"/>
                </a:lnTo>
                <a:lnTo>
                  <a:pt x="5869" y="4242"/>
                </a:lnTo>
                <a:lnTo>
                  <a:pt x="5870" y="4242"/>
                </a:lnTo>
                <a:lnTo>
                  <a:pt x="5871" y="4242"/>
                </a:lnTo>
                <a:lnTo>
                  <a:pt x="5872" y="4242"/>
                </a:lnTo>
                <a:lnTo>
                  <a:pt x="5873" y="4242"/>
                </a:lnTo>
                <a:lnTo>
                  <a:pt x="5874" y="4242"/>
                </a:lnTo>
                <a:lnTo>
                  <a:pt x="5875" y="4242"/>
                </a:lnTo>
                <a:lnTo>
                  <a:pt x="5876" y="4242"/>
                </a:lnTo>
                <a:lnTo>
                  <a:pt x="5877" y="4242"/>
                </a:lnTo>
                <a:lnTo>
                  <a:pt x="5878" y="4242"/>
                </a:lnTo>
                <a:lnTo>
                  <a:pt x="5879" y="4242"/>
                </a:lnTo>
                <a:lnTo>
                  <a:pt x="5880" y="4242"/>
                </a:lnTo>
                <a:lnTo>
                  <a:pt x="5881" y="4242"/>
                </a:lnTo>
                <a:lnTo>
                  <a:pt x="5882" y="4242"/>
                </a:lnTo>
                <a:lnTo>
                  <a:pt x="5883" y="4242"/>
                </a:lnTo>
                <a:lnTo>
                  <a:pt x="5884" y="4242"/>
                </a:lnTo>
                <a:lnTo>
                  <a:pt x="5885" y="4242"/>
                </a:lnTo>
                <a:lnTo>
                  <a:pt x="5886" y="4242"/>
                </a:lnTo>
                <a:lnTo>
                  <a:pt x="5887" y="4242"/>
                </a:lnTo>
                <a:lnTo>
                  <a:pt x="5888" y="4242"/>
                </a:lnTo>
                <a:lnTo>
                  <a:pt x="5889" y="4242"/>
                </a:lnTo>
                <a:lnTo>
                  <a:pt x="5890" y="4242"/>
                </a:lnTo>
                <a:lnTo>
                  <a:pt x="5891" y="4242"/>
                </a:lnTo>
                <a:lnTo>
                  <a:pt x="5892" y="4242"/>
                </a:lnTo>
                <a:lnTo>
                  <a:pt x="5893" y="4242"/>
                </a:lnTo>
                <a:lnTo>
                  <a:pt x="5894" y="4242"/>
                </a:lnTo>
                <a:lnTo>
                  <a:pt x="5895" y="4242"/>
                </a:lnTo>
                <a:lnTo>
                  <a:pt x="5896" y="4242"/>
                </a:lnTo>
                <a:lnTo>
                  <a:pt x="5897" y="4242"/>
                </a:lnTo>
                <a:lnTo>
                  <a:pt x="5898" y="4242"/>
                </a:lnTo>
                <a:lnTo>
                  <a:pt x="5899" y="4242"/>
                </a:lnTo>
                <a:lnTo>
                  <a:pt x="5900" y="4242"/>
                </a:lnTo>
                <a:lnTo>
                  <a:pt x="5901" y="4242"/>
                </a:lnTo>
                <a:lnTo>
                  <a:pt x="5902" y="4242"/>
                </a:lnTo>
                <a:lnTo>
                  <a:pt x="5903" y="4242"/>
                </a:lnTo>
                <a:lnTo>
                  <a:pt x="5904" y="4242"/>
                </a:lnTo>
                <a:lnTo>
                  <a:pt x="5905" y="4242"/>
                </a:lnTo>
                <a:lnTo>
                  <a:pt x="5906" y="4242"/>
                </a:lnTo>
                <a:lnTo>
                  <a:pt x="5907" y="4242"/>
                </a:lnTo>
                <a:lnTo>
                  <a:pt x="5908" y="4242"/>
                </a:lnTo>
                <a:lnTo>
                  <a:pt x="5909" y="4242"/>
                </a:lnTo>
                <a:lnTo>
                  <a:pt x="5910" y="4242"/>
                </a:lnTo>
                <a:lnTo>
                  <a:pt x="5911" y="4242"/>
                </a:lnTo>
                <a:lnTo>
                  <a:pt x="5912" y="4242"/>
                </a:lnTo>
                <a:lnTo>
                  <a:pt x="5913" y="4242"/>
                </a:lnTo>
                <a:lnTo>
                  <a:pt x="5914" y="4242"/>
                </a:lnTo>
                <a:lnTo>
                  <a:pt x="5915" y="4242"/>
                </a:lnTo>
                <a:lnTo>
                  <a:pt x="5916" y="4242"/>
                </a:lnTo>
                <a:lnTo>
                  <a:pt x="5917" y="4242"/>
                </a:lnTo>
                <a:lnTo>
                  <a:pt x="5918" y="4242"/>
                </a:lnTo>
                <a:lnTo>
                  <a:pt x="5919" y="4242"/>
                </a:lnTo>
                <a:lnTo>
                  <a:pt x="5920" y="4242"/>
                </a:lnTo>
                <a:lnTo>
                  <a:pt x="5921" y="4242"/>
                </a:lnTo>
                <a:lnTo>
                  <a:pt x="5922" y="4242"/>
                </a:lnTo>
                <a:lnTo>
                  <a:pt x="5923" y="4242"/>
                </a:lnTo>
                <a:lnTo>
                  <a:pt x="5924" y="4242"/>
                </a:lnTo>
                <a:lnTo>
                  <a:pt x="5925" y="4242"/>
                </a:lnTo>
                <a:lnTo>
                  <a:pt x="5926" y="4242"/>
                </a:lnTo>
                <a:lnTo>
                  <a:pt x="5927" y="4242"/>
                </a:lnTo>
                <a:lnTo>
                  <a:pt x="5928" y="4242"/>
                </a:lnTo>
                <a:lnTo>
                  <a:pt x="5929" y="4242"/>
                </a:lnTo>
                <a:lnTo>
                  <a:pt x="5930" y="4242"/>
                </a:lnTo>
                <a:lnTo>
                  <a:pt x="5931" y="4242"/>
                </a:lnTo>
                <a:lnTo>
                  <a:pt x="5932" y="4242"/>
                </a:lnTo>
                <a:lnTo>
                  <a:pt x="5933" y="4242"/>
                </a:lnTo>
                <a:lnTo>
                  <a:pt x="5934" y="4242"/>
                </a:lnTo>
                <a:lnTo>
                  <a:pt x="5935" y="4242"/>
                </a:lnTo>
                <a:lnTo>
                  <a:pt x="5936" y="4242"/>
                </a:lnTo>
                <a:lnTo>
                  <a:pt x="5937" y="4242"/>
                </a:lnTo>
                <a:lnTo>
                  <a:pt x="5938" y="4242"/>
                </a:lnTo>
                <a:lnTo>
                  <a:pt x="5939" y="4242"/>
                </a:lnTo>
                <a:lnTo>
                  <a:pt x="5940" y="4242"/>
                </a:lnTo>
                <a:lnTo>
                  <a:pt x="5941" y="4242"/>
                </a:lnTo>
                <a:lnTo>
                  <a:pt x="5942" y="4242"/>
                </a:lnTo>
                <a:lnTo>
                  <a:pt x="5943" y="4242"/>
                </a:lnTo>
                <a:lnTo>
                  <a:pt x="5944" y="4242"/>
                </a:lnTo>
                <a:lnTo>
                  <a:pt x="5945" y="4242"/>
                </a:lnTo>
                <a:lnTo>
                  <a:pt x="5946" y="4242"/>
                </a:lnTo>
                <a:lnTo>
                  <a:pt x="5947" y="4242"/>
                </a:lnTo>
                <a:lnTo>
                  <a:pt x="5948" y="4242"/>
                </a:lnTo>
                <a:lnTo>
                  <a:pt x="5949" y="4242"/>
                </a:lnTo>
                <a:lnTo>
                  <a:pt x="5950" y="4242"/>
                </a:lnTo>
                <a:lnTo>
                  <a:pt x="5951" y="4242"/>
                </a:lnTo>
                <a:lnTo>
                  <a:pt x="5952" y="4242"/>
                </a:lnTo>
                <a:lnTo>
                  <a:pt x="5953" y="4242"/>
                </a:lnTo>
                <a:lnTo>
                  <a:pt x="5954" y="4242"/>
                </a:lnTo>
                <a:lnTo>
                  <a:pt x="5955" y="4242"/>
                </a:lnTo>
                <a:lnTo>
                  <a:pt x="5956" y="4242"/>
                </a:lnTo>
                <a:lnTo>
                  <a:pt x="5957" y="4242"/>
                </a:lnTo>
                <a:lnTo>
                  <a:pt x="5958" y="4242"/>
                </a:lnTo>
                <a:lnTo>
                  <a:pt x="5959" y="4242"/>
                </a:lnTo>
                <a:lnTo>
                  <a:pt x="5960" y="4242"/>
                </a:lnTo>
                <a:lnTo>
                  <a:pt x="5961" y="4242"/>
                </a:lnTo>
                <a:lnTo>
                  <a:pt x="5962" y="4242"/>
                </a:lnTo>
                <a:lnTo>
                  <a:pt x="5963" y="4242"/>
                </a:lnTo>
                <a:lnTo>
                  <a:pt x="5964" y="4242"/>
                </a:lnTo>
                <a:lnTo>
                  <a:pt x="5965" y="4242"/>
                </a:lnTo>
                <a:lnTo>
                  <a:pt x="5966" y="4242"/>
                </a:lnTo>
                <a:lnTo>
                  <a:pt x="5967" y="4242"/>
                </a:lnTo>
                <a:lnTo>
                  <a:pt x="5968" y="4242"/>
                </a:lnTo>
                <a:lnTo>
                  <a:pt x="5969" y="4242"/>
                </a:lnTo>
                <a:lnTo>
                  <a:pt x="5970" y="4242"/>
                </a:lnTo>
                <a:lnTo>
                  <a:pt x="5971" y="4242"/>
                </a:lnTo>
                <a:lnTo>
                  <a:pt x="5972" y="4242"/>
                </a:lnTo>
                <a:lnTo>
                  <a:pt x="5973" y="4242"/>
                </a:lnTo>
                <a:lnTo>
                  <a:pt x="5974" y="4242"/>
                </a:lnTo>
                <a:lnTo>
                  <a:pt x="5975" y="4242"/>
                </a:lnTo>
                <a:lnTo>
                  <a:pt x="5976" y="4242"/>
                </a:lnTo>
                <a:lnTo>
                  <a:pt x="5977" y="4242"/>
                </a:lnTo>
                <a:lnTo>
                  <a:pt x="5978" y="4242"/>
                </a:lnTo>
                <a:lnTo>
                  <a:pt x="5979" y="4242"/>
                </a:lnTo>
                <a:lnTo>
                  <a:pt x="5980" y="4242"/>
                </a:lnTo>
                <a:lnTo>
                  <a:pt x="5981" y="4242"/>
                </a:lnTo>
                <a:lnTo>
                  <a:pt x="5982" y="4242"/>
                </a:lnTo>
                <a:lnTo>
                  <a:pt x="5983" y="4242"/>
                </a:lnTo>
                <a:lnTo>
                  <a:pt x="5984" y="4242"/>
                </a:lnTo>
                <a:lnTo>
                  <a:pt x="5985" y="4242"/>
                </a:lnTo>
                <a:lnTo>
                  <a:pt x="5986" y="4242"/>
                </a:lnTo>
                <a:lnTo>
                  <a:pt x="5987" y="4242"/>
                </a:lnTo>
                <a:lnTo>
                  <a:pt x="5988" y="4242"/>
                </a:lnTo>
                <a:lnTo>
                  <a:pt x="5989" y="4242"/>
                </a:lnTo>
                <a:lnTo>
                  <a:pt x="5990" y="4242"/>
                </a:lnTo>
                <a:lnTo>
                  <a:pt x="5991" y="4242"/>
                </a:lnTo>
                <a:lnTo>
                  <a:pt x="5992" y="4242"/>
                </a:lnTo>
                <a:lnTo>
                  <a:pt x="5993" y="4242"/>
                </a:lnTo>
                <a:lnTo>
                  <a:pt x="5994" y="4242"/>
                </a:lnTo>
                <a:lnTo>
                  <a:pt x="5995" y="4242"/>
                </a:lnTo>
                <a:lnTo>
                  <a:pt x="5996" y="4242"/>
                </a:lnTo>
                <a:lnTo>
                  <a:pt x="5997" y="4242"/>
                </a:lnTo>
                <a:lnTo>
                  <a:pt x="5998" y="4242"/>
                </a:lnTo>
                <a:lnTo>
                  <a:pt x="5999" y="4242"/>
                </a:lnTo>
                <a:lnTo>
                  <a:pt x="6000" y="4242"/>
                </a:lnTo>
                <a:lnTo>
                  <a:pt x="6001" y="4242"/>
                </a:lnTo>
                <a:lnTo>
                  <a:pt x="6002" y="4242"/>
                </a:lnTo>
                <a:lnTo>
                  <a:pt x="6003" y="4242"/>
                </a:lnTo>
                <a:lnTo>
                  <a:pt x="6004" y="4242"/>
                </a:lnTo>
                <a:lnTo>
                  <a:pt x="6005" y="4242"/>
                </a:lnTo>
                <a:lnTo>
                  <a:pt x="6006" y="4242"/>
                </a:lnTo>
                <a:lnTo>
                  <a:pt x="6007" y="4242"/>
                </a:lnTo>
                <a:lnTo>
                  <a:pt x="6008" y="4242"/>
                </a:lnTo>
                <a:lnTo>
                  <a:pt x="6009" y="4242"/>
                </a:lnTo>
                <a:lnTo>
                  <a:pt x="6010" y="4242"/>
                </a:lnTo>
                <a:lnTo>
                  <a:pt x="6011" y="4242"/>
                </a:lnTo>
                <a:lnTo>
                  <a:pt x="6012" y="4242"/>
                </a:lnTo>
                <a:lnTo>
                  <a:pt x="6013" y="4242"/>
                </a:lnTo>
                <a:lnTo>
                  <a:pt x="6014" y="4242"/>
                </a:lnTo>
                <a:lnTo>
                  <a:pt x="6015" y="4242"/>
                </a:lnTo>
                <a:lnTo>
                  <a:pt x="6016" y="4242"/>
                </a:lnTo>
                <a:lnTo>
                  <a:pt x="6017" y="4242"/>
                </a:lnTo>
                <a:lnTo>
                  <a:pt x="6018" y="4242"/>
                </a:lnTo>
                <a:lnTo>
                  <a:pt x="6019" y="4242"/>
                </a:lnTo>
                <a:lnTo>
                  <a:pt x="6020" y="4242"/>
                </a:lnTo>
                <a:lnTo>
                  <a:pt x="6021" y="4242"/>
                </a:lnTo>
                <a:lnTo>
                  <a:pt x="6022" y="4242"/>
                </a:lnTo>
                <a:lnTo>
                  <a:pt x="6023" y="4242"/>
                </a:lnTo>
                <a:lnTo>
                  <a:pt x="6024" y="4242"/>
                </a:lnTo>
                <a:lnTo>
                  <a:pt x="6025" y="4242"/>
                </a:lnTo>
                <a:lnTo>
                  <a:pt x="6026" y="4242"/>
                </a:lnTo>
                <a:lnTo>
                  <a:pt x="6027" y="4242"/>
                </a:lnTo>
                <a:lnTo>
                  <a:pt x="6028" y="4242"/>
                </a:lnTo>
                <a:lnTo>
                  <a:pt x="6029" y="4242"/>
                </a:lnTo>
                <a:lnTo>
                  <a:pt x="6030" y="4242"/>
                </a:lnTo>
                <a:lnTo>
                  <a:pt x="6031" y="4242"/>
                </a:lnTo>
                <a:lnTo>
                  <a:pt x="6032" y="4242"/>
                </a:lnTo>
                <a:lnTo>
                  <a:pt x="6033" y="4242"/>
                </a:lnTo>
                <a:lnTo>
                  <a:pt x="6034" y="4242"/>
                </a:lnTo>
                <a:lnTo>
                  <a:pt x="6035" y="4242"/>
                </a:lnTo>
                <a:lnTo>
                  <a:pt x="6036" y="4242"/>
                </a:lnTo>
                <a:lnTo>
                  <a:pt x="6037" y="4242"/>
                </a:lnTo>
                <a:lnTo>
                  <a:pt x="6038" y="4242"/>
                </a:lnTo>
                <a:lnTo>
                  <a:pt x="6039" y="4242"/>
                </a:lnTo>
                <a:lnTo>
                  <a:pt x="6040" y="4242"/>
                </a:lnTo>
                <a:lnTo>
                  <a:pt x="6041" y="4242"/>
                </a:lnTo>
                <a:lnTo>
                  <a:pt x="6042" y="4242"/>
                </a:lnTo>
                <a:lnTo>
                  <a:pt x="6043" y="4242"/>
                </a:lnTo>
                <a:lnTo>
                  <a:pt x="6044" y="4242"/>
                </a:lnTo>
                <a:lnTo>
                  <a:pt x="6045" y="4242"/>
                </a:lnTo>
                <a:lnTo>
                  <a:pt x="6046" y="4242"/>
                </a:lnTo>
                <a:lnTo>
                  <a:pt x="6047" y="4242"/>
                </a:lnTo>
                <a:lnTo>
                  <a:pt x="6048" y="4242"/>
                </a:lnTo>
                <a:lnTo>
                  <a:pt x="6049" y="4242"/>
                </a:lnTo>
                <a:lnTo>
                  <a:pt x="6050" y="4242"/>
                </a:lnTo>
                <a:lnTo>
                  <a:pt x="6051" y="4242"/>
                </a:lnTo>
                <a:lnTo>
                  <a:pt x="6052" y="4242"/>
                </a:lnTo>
                <a:lnTo>
                  <a:pt x="6053" y="4242"/>
                </a:lnTo>
                <a:lnTo>
                  <a:pt x="6054" y="4242"/>
                </a:lnTo>
                <a:lnTo>
                  <a:pt x="6055" y="4242"/>
                </a:lnTo>
                <a:lnTo>
                  <a:pt x="6056" y="4242"/>
                </a:lnTo>
                <a:lnTo>
                  <a:pt x="6057" y="4242"/>
                </a:lnTo>
                <a:lnTo>
                  <a:pt x="6058" y="4242"/>
                </a:lnTo>
                <a:lnTo>
                  <a:pt x="6059" y="4242"/>
                </a:lnTo>
                <a:lnTo>
                  <a:pt x="6060" y="4242"/>
                </a:lnTo>
                <a:lnTo>
                  <a:pt x="6061" y="4242"/>
                </a:lnTo>
                <a:lnTo>
                  <a:pt x="6062" y="4242"/>
                </a:lnTo>
                <a:lnTo>
                  <a:pt x="6063" y="4242"/>
                </a:lnTo>
                <a:lnTo>
                  <a:pt x="6064" y="4242"/>
                </a:lnTo>
                <a:lnTo>
                  <a:pt x="6065" y="4242"/>
                </a:lnTo>
                <a:lnTo>
                  <a:pt x="6066" y="4242"/>
                </a:lnTo>
                <a:lnTo>
                  <a:pt x="6067" y="4242"/>
                </a:lnTo>
                <a:lnTo>
                  <a:pt x="6068" y="4242"/>
                </a:lnTo>
                <a:lnTo>
                  <a:pt x="6069" y="4242"/>
                </a:lnTo>
                <a:lnTo>
                  <a:pt x="6070" y="4242"/>
                </a:lnTo>
                <a:lnTo>
                  <a:pt x="6071" y="4242"/>
                </a:lnTo>
                <a:lnTo>
                  <a:pt x="6072" y="4242"/>
                </a:lnTo>
                <a:lnTo>
                  <a:pt x="6073" y="4242"/>
                </a:lnTo>
                <a:lnTo>
                  <a:pt x="6074" y="4242"/>
                </a:lnTo>
                <a:lnTo>
                  <a:pt x="6075" y="4242"/>
                </a:lnTo>
                <a:lnTo>
                  <a:pt x="6076" y="4242"/>
                </a:lnTo>
                <a:lnTo>
                  <a:pt x="6077" y="4242"/>
                </a:lnTo>
                <a:lnTo>
                  <a:pt x="6078" y="4242"/>
                </a:lnTo>
                <a:lnTo>
                  <a:pt x="6079" y="4242"/>
                </a:lnTo>
                <a:lnTo>
                  <a:pt x="6080" y="4242"/>
                </a:lnTo>
                <a:lnTo>
                  <a:pt x="6081" y="4242"/>
                </a:lnTo>
                <a:lnTo>
                  <a:pt x="6082" y="4242"/>
                </a:lnTo>
                <a:lnTo>
                  <a:pt x="6083" y="4242"/>
                </a:lnTo>
                <a:lnTo>
                  <a:pt x="6084" y="4242"/>
                </a:lnTo>
                <a:lnTo>
                  <a:pt x="6085" y="4242"/>
                </a:lnTo>
                <a:lnTo>
                  <a:pt x="6086" y="4242"/>
                </a:lnTo>
                <a:lnTo>
                  <a:pt x="6087" y="4242"/>
                </a:lnTo>
                <a:lnTo>
                  <a:pt x="6088" y="4242"/>
                </a:lnTo>
                <a:lnTo>
                  <a:pt x="6089" y="4242"/>
                </a:lnTo>
                <a:lnTo>
                  <a:pt x="6090" y="4242"/>
                </a:lnTo>
                <a:lnTo>
                  <a:pt x="6091" y="4242"/>
                </a:lnTo>
                <a:lnTo>
                  <a:pt x="6092" y="4242"/>
                </a:lnTo>
                <a:lnTo>
                  <a:pt x="6093" y="4242"/>
                </a:lnTo>
                <a:lnTo>
                  <a:pt x="6094" y="4242"/>
                </a:lnTo>
                <a:lnTo>
                  <a:pt x="6095" y="4242"/>
                </a:lnTo>
                <a:lnTo>
                  <a:pt x="6096" y="4242"/>
                </a:lnTo>
                <a:lnTo>
                  <a:pt x="6097" y="4242"/>
                </a:lnTo>
                <a:lnTo>
                  <a:pt x="6098" y="4242"/>
                </a:lnTo>
                <a:lnTo>
                  <a:pt x="6099" y="4242"/>
                </a:lnTo>
                <a:lnTo>
                  <a:pt x="6100" y="4242"/>
                </a:lnTo>
                <a:lnTo>
                  <a:pt x="6101" y="4242"/>
                </a:lnTo>
                <a:lnTo>
                  <a:pt x="6102" y="4242"/>
                </a:lnTo>
                <a:lnTo>
                  <a:pt x="6103" y="4242"/>
                </a:lnTo>
                <a:lnTo>
                  <a:pt x="6104" y="4242"/>
                </a:lnTo>
                <a:lnTo>
                  <a:pt x="6105" y="4242"/>
                </a:lnTo>
                <a:lnTo>
                  <a:pt x="6106" y="4242"/>
                </a:lnTo>
                <a:lnTo>
                  <a:pt x="6107" y="4242"/>
                </a:lnTo>
                <a:lnTo>
                  <a:pt x="6108" y="4242"/>
                </a:lnTo>
                <a:lnTo>
                  <a:pt x="6109" y="4242"/>
                </a:lnTo>
                <a:lnTo>
                  <a:pt x="6110" y="4242"/>
                </a:lnTo>
                <a:lnTo>
                  <a:pt x="6111" y="4242"/>
                </a:lnTo>
                <a:lnTo>
                  <a:pt x="6112" y="4242"/>
                </a:lnTo>
                <a:lnTo>
                  <a:pt x="6113" y="4242"/>
                </a:lnTo>
                <a:lnTo>
                  <a:pt x="6114" y="4242"/>
                </a:lnTo>
                <a:lnTo>
                  <a:pt x="6115" y="4242"/>
                </a:lnTo>
                <a:lnTo>
                  <a:pt x="6116" y="4242"/>
                </a:lnTo>
                <a:lnTo>
                  <a:pt x="6117" y="4242"/>
                </a:lnTo>
                <a:lnTo>
                  <a:pt x="6118" y="4242"/>
                </a:lnTo>
                <a:lnTo>
                  <a:pt x="6119" y="4242"/>
                </a:lnTo>
                <a:lnTo>
                  <a:pt x="6120" y="4242"/>
                </a:lnTo>
                <a:lnTo>
                  <a:pt x="6121" y="4242"/>
                </a:lnTo>
                <a:lnTo>
                  <a:pt x="6122" y="4242"/>
                </a:lnTo>
                <a:lnTo>
                  <a:pt x="6123" y="4242"/>
                </a:lnTo>
                <a:lnTo>
                  <a:pt x="6124" y="4242"/>
                </a:lnTo>
                <a:lnTo>
                  <a:pt x="6125" y="4242"/>
                </a:lnTo>
                <a:lnTo>
                  <a:pt x="6126" y="4242"/>
                </a:lnTo>
                <a:lnTo>
                  <a:pt x="6127" y="4242"/>
                </a:lnTo>
                <a:lnTo>
                  <a:pt x="6128" y="4242"/>
                </a:lnTo>
                <a:lnTo>
                  <a:pt x="6129" y="4242"/>
                </a:lnTo>
                <a:lnTo>
                  <a:pt x="6130" y="4242"/>
                </a:lnTo>
                <a:lnTo>
                  <a:pt x="6131" y="4242"/>
                </a:lnTo>
                <a:lnTo>
                  <a:pt x="6132" y="4242"/>
                </a:lnTo>
                <a:lnTo>
                  <a:pt x="6133" y="4242"/>
                </a:lnTo>
                <a:lnTo>
                  <a:pt x="6134" y="4242"/>
                </a:lnTo>
                <a:lnTo>
                  <a:pt x="6135" y="4242"/>
                </a:lnTo>
                <a:lnTo>
                  <a:pt x="6136" y="4242"/>
                </a:lnTo>
                <a:lnTo>
                  <a:pt x="6137" y="4242"/>
                </a:lnTo>
                <a:lnTo>
                  <a:pt x="6138" y="4242"/>
                </a:lnTo>
                <a:lnTo>
                  <a:pt x="6139" y="4242"/>
                </a:lnTo>
                <a:lnTo>
                  <a:pt x="6140" y="4242"/>
                </a:lnTo>
                <a:lnTo>
                  <a:pt x="6141" y="4242"/>
                </a:lnTo>
                <a:lnTo>
                  <a:pt x="6142" y="4242"/>
                </a:lnTo>
                <a:lnTo>
                  <a:pt x="6143" y="4242"/>
                </a:lnTo>
                <a:lnTo>
                  <a:pt x="6144" y="4242"/>
                </a:lnTo>
                <a:lnTo>
                  <a:pt x="6145" y="4242"/>
                </a:lnTo>
                <a:lnTo>
                  <a:pt x="6146" y="4242"/>
                </a:lnTo>
                <a:lnTo>
                  <a:pt x="6147" y="4242"/>
                </a:lnTo>
                <a:lnTo>
                  <a:pt x="6148" y="4242"/>
                </a:lnTo>
                <a:lnTo>
                  <a:pt x="6149" y="4242"/>
                </a:lnTo>
                <a:lnTo>
                  <a:pt x="6150" y="4242"/>
                </a:lnTo>
                <a:lnTo>
                  <a:pt x="6151" y="4242"/>
                </a:lnTo>
                <a:lnTo>
                  <a:pt x="6152" y="4242"/>
                </a:lnTo>
                <a:lnTo>
                  <a:pt x="6153" y="4242"/>
                </a:lnTo>
                <a:lnTo>
                  <a:pt x="6154" y="4242"/>
                </a:lnTo>
                <a:lnTo>
                  <a:pt x="6155" y="4242"/>
                </a:lnTo>
                <a:lnTo>
                  <a:pt x="6156" y="4242"/>
                </a:lnTo>
                <a:lnTo>
                  <a:pt x="6157" y="4242"/>
                </a:lnTo>
                <a:lnTo>
                  <a:pt x="6158" y="4242"/>
                </a:lnTo>
                <a:lnTo>
                  <a:pt x="6159" y="4242"/>
                </a:lnTo>
                <a:lnTo>
                  <a:pt x="6160" y="4242"/>
                </a:lnTo>
                <a:lnTo>
                  <a:pt x="6161" y="4242"/>
                </a:lnTo>
                <a:lnTo>
                  <a:pt x="6162" y="4242"/>
                </a:lnTo>
                <a:lnTo>
                  <a:pt x="6163" y="4242"/>
                </a:lnTo>
                <a:lnTo>
                  <a:pt x="6164" y="4242"/>
                </a:lnTo>
                <a:lnTo>
                  <a:pt x="6165" y="4242"/>
                </a:lnTo>
                <a:lnTo>
                  <a:pt x="6166" y="4242"/>
                </a:lnTo>
                <a:lnTo>
                  <a:pt x="6167" y="4242"/>
                </a:lnTo>
                <a:lnTo>
                  <a:pt x="6168" y="4242"/>
                </a:lnTo>
                <a:lnTo>
                  <a:pt x="6169" y="4242"/>
                </a:lnTo>
                <a:lnTo>
                  <a:pt x="6170" y="4242"/>
                </a:lnTo>
                <a:lnTo>
                  <a:pt x="6171" y="4242"/>
                </a:lnTo>
                <a:lnTo>
                  <a:pt x="6172" y="4242"/>
                </a:lnTo>
                <a:lnTo>
                  <a:pt x="6173" y="4242"/>
                </a:lnTo>
                <a:lnTo>
                  <a:pt x="6174" y="4242"/>
                </a:lnTo>
                <a:lnTo>
                  <a:pt x="6175" y="4242"/>
                </a:lnTo>
                <a:lnTo>
                  <a:pt x="6176" y="4242"/>
                </a:lnTo>
                <a:lnTo>
                  <a:pt x="6177" y="4242"/>
                </a:lnTo>
                <a:lnTo>
                  <a:pt x="6178" y="4242"/>
                </a:lnTo>
                <a:lnTo>
                  <a:pt x="6179" y="4242"/>
                </a:lnTo>
                <a:lnTo>
                  <a:pt x="6180" y="4242"/>
                </a:lnTo>
                <a:lnTo>
                  <a:pt x="6181" y="4242"/>
                </a:lnTo>
                <a:lnTo>
                  <a:pt x="6182" y="4242"/>
                </a:lnTo>
                <a:lnTo>
                  <a:pt x="6183" y="4242"/>
                </a:lnTo>
                <a:lnTo>
                  <a:pt x="6184" y="4242"/>
                </a:lnTo>
                <a:lnTo>
                  <a:pt x="6185" y="4242"/>
                </a:lnTo>
                <a:lnTo>
                  <a:pt x="6186" y="4242"/>
                </a:lnTo>
                <a:lnTo>
                  <a:pt x="6187" y="4242"/>
                </a:lnTo>
                <a:lnTo>
                  <a:pt x="6188" y="4242"/>
                </a:lnTo>
                <a:lnTo>
                  <a:pt x="6189" y="4242"/>
                </a:lnTo>
                <a:lnTo>
                  <a:pt x="6190" y="4242"/>
                </a:lnTo>
                <a:lnTo>
                  <a:pt x="6191" y="4242"/>
                </a:lnTo>
                <a:lnTo>
                  <a:pt x="6192" y="4242"/>
                </a:lnTo>
                <a:lnTo>
                  <a:pt x="6193" y="4242"/>
                </a:lnTo>
                <a:lnTo>
                  <a:pt x="6194" y="4242"/>
                </a:lnTo>
                <a:lnTo>
                  <a:pt x="6195" y="4242"/>
                </a:lnTo>
                <a:lnTo>
                  <a:pt x="6196" y="4242"/>
                </a:lnTo>
                <a:lnTo>
                  <a:pt x="6197" y="4242"/>
                </a:lnTo>
                <a:lnTo>
                  <a:pt x="6198" y="4242"/>
                </a:lnTo>
                <a:lnTo>
                  <a:pt x="6199" y="4242"/>
                </a:lnTo>
                <a:lnTo>
                  <a:pt x="6200" y="4242"/>
                </a:lnTo>
                <a:lnTo>
                  <a:pt x="6201" y="4242"/>
                </a:lnTo>
                <a:lnTo>
                  <a:pt x="6202" y="4242"/>
                </a:lnTo>
                <a:lnTo>
                  <a:pt x="6203" y="4242"/>
                </a:lnTo>
                <a:lnTo>
                  <a:pt x="6204" y="4242"/>
                </a:lnTo>
                <a:lnTo>
                  <a:pt x="6205" y="4242"/>
                </a:lnTo>
                <a:lnTo>
                  <a:pt x="6206" y="4242"/>
                </a:lnTo>
                <a:lnTo>
                  <a:pt x="6207" y="4242"/>
                </a:lnTo>
                <a:lnTo>
                  <a:pt x="6208" y="4242"/>
                </a:lnTo>
                <a:lnTo>
                  <a:pt x="6209" y="4242"/>
                </a:lnTo>
                <a:lnTo>
                  <a:pt x="6210" y="4242"/>
                </a:lnTo>
                <a:lnTo>
                  <a:pt x="6211" y="4242"/>
                </a:lnTo>
                <a:lnTo>
                  <a:pt x="6212" y="4242"/>
                </a:lnTo>
                <a:lnTo>
                  <a:pt x="6213" y="4242"/>
                </a:lnTo>
                <a:lnTo>
                  <a:pt x="6214" y="4242"/>
                </a:lnTo>
                <a:lnTo>
                  <a:pt x="6215" y="4242"/>
                </a:lnTo>
                <a:lnTo>
                  <a:pt x="6216" y="4242"/>
                </a:lnTo>
                <a:lnTo>
                  <a:pt x="6217" y="4242"/>
                </a:lnTo>
                <a:lnTo>
                  <a:pt x="6218" y="4242"/>
                </a:lnTo>
                <a:lnTo>
                  <a:pt x="6219" y="4242"/>
                </a:lnTo>
                <a:lnTo>
                  <a:pt x="6220" y="4242"/>
                </a:lnTo>
                <a:lnTo>
                  <a:pt x="6221" y="4242"/>
                </a:lnTo>
                <a:lnTo>
                  <a:pt x="6222" y="4242"/>
                </a:lnTo>
                <a:lnTo>
                  <a:pt x="6223" y="4242"/>
                </a:lnTo>
                <a:lnTo>
                  <a:pt x="6224" y="4242"/>
                </a:lnTo>
                <a:lnTo>
                  <a:pt x="6225" y="4242"/>
                </a:lnTo>
                <a:lnTo>
                  <a:pt x="6226" y="4242"/>
                </a:lnTo>
                <a:lnTo>
                  <a:pt x="6227" y="4242"/>
                </a:lnTo>
                <a:lnTo>
                  <a:pt x="6228" y="4242"/>
                </a:lnTo>
                <a:lnTo>
                  <a:pt x="6229" y="4242"/>
                </a:lnTo>
                <a:lnTo>
                  <a:pt x="6230" y="4242"/>
                </a:lnTo>
                <a:lnTo>
                  <a:pt x="6231" y="4242"/>
                </a:lnTo>
                <a:lnTo>
                  <a:pt x="6232" y="4242"/>
                </a:lnTo>
                <a:lnTo>
                  <a:pt x="6233" y="4242"/>
                </a:lnTo>
                <a:lnTo>
                  <a:pt x="6234" y="4242"/>
                </a:lnTo>
                <a:lnTo>
                  <a:pt x="6235" y="4242"/>
                </a:lnTo>
                <a:lnTo>
                  <a:pt x="6236" y="4242"/>
                </a:lnTo>
                <a:lnTo>
                  <a:pt x="6237" y="4242"/>
                </a:lnTo>
                <a:lnTo>
                  <a:pt x="6238" y="4242"/>
                </a:lnTo>
                <a:lnTo>
                  <a:pt x="6239" y="4242"/>
                </a:lnTo>
                <a:lnTo>
                  <a:pt x="6240" y="4242"/>
                </a:lnTo>
                <a:lnTo>
                  <a:pt x="6241" y="4242"/>
                </a:lnTo>
                <a:lnTo>
                  <a:pt x="6242" y="4242"/>
                </a:lnTo>
                <a:lnTo>
                  <a:pt x="6243" y="4242"/>
                </a:lnTo>
                <a:lnTo>
                  <a:pt x="6244" y="4242"/>
                </a:lnTo>
                <a:lnTo>
                  <a:pt x="6245" y="4242"/>
                </a:lnTo>
                <a:lnTo>
                  <a:pt x="6246" y="4242"/>
                </a:lnTo>
                <a:lnTo>
                  <a:pt x="6247" y="4242"/>
                </a:lnTo>
                <a:lnTo>
                  <a:pt x="6248" y="4242"/>
                </a:lnTo>
                <a:lnTo>
                  <a:pt x="6249" y="4242"/>
                </a:lnTo>
                <a:lnTo>
                  <a:pt x="6250" y="4242"/>
                </a:lnTo>
                <a:lnTo>
                  <a:pt x="6251" y="4242"/>
                </a:lnTo>
                <a:lnTo>
                  <a:pt x="6252" y="4242"/>
                </a:lnTo>
                <a:lnTo>
                  <a:pt x="6253" y="4242"/>
                </a:lnTo>
                <a:lnTo>
                  <a:pt x="6254" y="4242"/>
                </a:lnTo>
                <a:lnTo>
                  <a:pt x="6255" y="4242"/>
                </a:lnTo>
                <a:lnTo>
                  <a:pt x="6256" y="4242"/>
                </a:lnTo>
                <a:lnTo>
                  <a:pt x="6257" y="4242"/>
                </a:lnTo>
                <a:lnTo>
                  <a:pt x="6258" y="4242"/>
                </a:lnTo>
                <a:lnTo>
                  <a:pt x="6259" y="4242"/>
                </a:lnTo>
                <a:lnTo>
                  <a:pt x="6260" y="4242"/>
                </a:lnTo>
                <a:lnTo>
                  <a:pt x="6261" y="4242"/>
                </a:lnTo>
                <a:lnTo>
                  <a:pt x="6262" y="4242"/>
                </a:lnTo>
                <a:lnTo>
                  <a:pt x="6263" y="4242"/>
                </a:lnTo>
                <a:lnTo>
                  <a:pt x="6264" y="4242"/>
                </a:lnTo>
                <a:lnTo>
                  <a:pt x="6265" y="4242"/>
                </a:lnTo>
                <a:lnTo>
                  <a:pt x="6266" y="4242"/>
                </a:lnTo>
                <a:lnTo>
                  <a:pt x="6267" y="4242"/>
                </a:lnTo>
                <a:lnTo>
                  <a:pt x="6268" y="4242"/>
                </a:lnTo>
                <a:lnTo>
                  <a:pt x="6269" y="4242"/>
                </a:lnTo>
                <a:lnTo>
                  <a:pt x="6270" y="4242"/>
                </a:lnTo>
                <a:lnTo>
                  <a:pt x="6271" y="4242"/>
                </a:lnTo>
                <a:lnTo>
                  <a:pt x="6272" y="4242"/>
                </a:lnTo>
                <a:lnTo>
                  <a:pt x="6273" y="4242"/>
                </a:lnTo>
                <a:lnTo>
                  <a:pt x="6274" y="4242"/>
                </a:lnTo>
                <a:lnTo>
                  <a:pt x="6275" y="4242"/>
                </a:lnTo>
                <a:lnTo>
                  <a:pt x="6276" y="4242"/>
                </a:lnTo>
                <a:lnTo>
                  <a:pt x="6277" y="4242"/>
                </a:lnTo>
                <a:lnTo>
                  <a:pt x="6278" y="4242"/>
                </a:lnTo>
                <a:lnTo>
                  <a:pt x="6279" y="4242"/>
                </a:lnTo>
                <a:lnTo>
                  <a:pt x="6280" y="4242"/>
                </a:lnTo>
                <a:lnTo>
                  <a:pt x="6281" y="4242"/>
                </a:lnTo>
                <a:lnTo>
                  <a:pt x="6282" y="4242"/>
                </a:lnTo>
                <a:lnTo>
                  <a:pt x="6283" y="4242"/>
                </a:lnTo>
                <a:lnTo>
                  <a:pt x="6284" y="4242"/>
                </a:lnTo>
                <a:lnTo>
                  <a:pt x="6285" y="4242"/>
                </a:lnTo>
                <a:lnTo>
                  <a:pt x="6286" y="4242"/>
                </a:lnTo>
                <a:lnTo>
                  <a:pt x="6287" y="4242"/>
                </a:lnTo>
                <a:lnTo>
                  <a:pt x="6288" y="4242"/>
                </a:lnTo>
                <a:lnTo>
                  <a:pt x="6289" y="4242"/>
                </a:lnTo>
                <a:lnTo>
                  <a:pt x="6290" y="4242"/>
                </a:lnTo>
                <a:lnTo>
                  <a:pt x="6291" y="4242"/>
                </a:lnTo>
                <a:lnTo>
                  <a:pt x="6292" y="4242"/>
                </a:lnTo>
                <a:lnTo>
                  <a:pt x="6293" y="4242"/>
                </a:lnTo>
                <a:lnTo>
                  <a:pt x="6294" y="4242"/>
                </a:lnTo>
                <a:lnTo>
                  <a:pt x="6295" y="4242"/>
                </a:lnTo>
                <a:lnTo>
                  <a:pt x="6296" y="4242"/>
                </a:lnTo>
                <a:lnTo>
                  <a:pt x="6297" y="4242"/>
                </a:lnTo>
                <a:lnTo>
                  <a:pt x="6298" y="4242"/>
                </a:lnTo>
                <a:lnTo>
                  <a:pt x="6299" y="4242"/>
                </a:lnTo>
                <a:lnTo>
                  <a:pt x="6300" y="4242"/>
                </a:lnTo>
                <a:lnTo>
                  <a:pt x="6301" y="4242"/>
                </a:lnTo>
                <a:lnTo>
                  <a:pt x="6302" y="4242"/>
                </a:lnTo>
                <a:lnTo>
                  <a:pt x="6303" y="4242"/>
                </a:lnTo>
                <a:lnTo>
                  <a:pt x="6304" y="4242"/>
                </a:lnTo>
                <a:lnTo>
                  <a:pt x="6305" y="4242"/>
                </a:lnTo>
                <a:lnTo>
                  <a:pt x="6306" y="4242"/>
                </a:lnTo>
                <a:lnTo>
                  <a:pt x="6307" y="4242"/>
                </a:lnTo>
                <a:lnTo>
                  <a:pt x="6308" y="4242"/>
                </a:lnTo>
                <a:lnTo>
                  <a:pt x="6309" y="4242"/>
                </a:lnTo>
                <a:lnTo>
                  <a:pt x="6310" y="4242"/>
                </a:lnTo>
                <a:lnTo>
                  <a:pt x="6311" y="4242"/>
                </a:lnTo>
                <a:lnTo>
                  <a:pt x="6312" y="4242"/>
                </a:lnTo>
                <a:lnTo>
                  <a:pt x="6313" y="4242"/>
                </a:lnTo>
                <a:lnTo>
                  <a:pt x="6314" y="4242"/>
                </a:lnTo>
                <a:lnTo>
                  <a:pt x="6315" y="4242"/>
                </a:lnTo>
                <a:lnTo>
                  <a:pt x="6316" y="4242"/>
                </a:lnTo>
                <a:lnTo>
                  <a:pt x="6317" y="4242"/>
                </a:lnTo>
                <a:lnTo>
                  <a:pt x="6318" y="4242"/>
                </a:lnTo>
                <a:lnTo>
                  <a:pt x="6319" y="4242"/>
                </a:lnTo>
                <a:lnTo>
                  <a:pt x="6320" y="4242"/>
                </a:lnTo>
                <a:lnTo>
                  <a:pt x="6321" y="4242"/>
                </a:lnTo>
                <a:lnTo>
                  <a:pt x="6322" y="4242"/>
                </a:lnTo>
                <a:lnTo>
                  <a:pt x="6323" y="4242"/>
                </a:lnTo>
                <a:lnTo>
                  <a:pt x="6324" y="4242"/>
                </a:lnTo>
                <a:lnTo>
                  <a:pt x="6325" y="4242"/>
                </a:lnTo>
                <a:lnTo>
                  <a:pt x="6326" y="4242"/>
                </a:lnTo>
                <a:lnTo>
                  <a:pt x="6327" y="4242"/>
                </a:lnTo>
                <a:lnTo>
                  <a:pt x="6328" y="4242"/>
                </a:lnTo>
                <a:lnTo>
                  <a:pt x="6329" y="4242"/>
                </a:lnTo>
                <a:lnTo>
                  <a:pt x="6330" y="4242"/>
                </a:lnTo>
                <a:lnTo>
                  <a:pt x="6331" y="4242"/>
                </a:lnTo>
                <a:lnTo>
                  <a:pt x="6332" y="4242"/>
                </a:lnTo>
                <a:lnTo>
                  <a:pt x="6333" y="4242"/>
                </a:lnTo>
                <a:lnTo>
                  <a:pt x="6334" y="4242"/>
                </a:lnTo>
                <a:lnTo>
                  <a:pt x="6335" y="4242"/>
                </a:lnTo>
                <a:lnTo>
                  <a:pt x="6336" y="4242"/>
                </a:lnTo>
                <a:lnTo>
                  <a:pt x="6337" y="4242"/>
                </a:lnTo>
                <a:lnTo>
                  <a:pt x="6338" y="4242"/>
                </a:lnTo>
                <a:lnTo>
                  <a:pt x="6339" y="4242"/>
                </a:lnTo>
                <a:lnTo>
                  <a:pt x="6340" y="4242"/>
                </a:lnTo>
                <a:lnTo>
                  <a:pt x="6341" y="4242"/>
                </a:lnTo>
                <a:lnTo>
                  <a:pt x="6342" y="4242"/>
                </a:lnTo>
                <a:lnTo>
                  <a:pt x="6343" y="4242"/>
                </a:lnTo>
                <a:lnTo>
                  <a:pt x="6344" y="4242"/>
                </a:lnTo>
                <a:lnTo>
                  <a:pt x="6345" y="4242"/>
                </a:lnTo>
                <a:lnTo>
                  <a:pt x="6346" y="4242"/>
                </a:lnTo>
                <a:lnTo>
                  <a:pt x="6347" y="4242"/>
                </a:lnTo>
                <a:lnTo>
                  <a:pt x="6348" y="4242"/>
                </a:lnTo>
                <a:lnTo>
                  <a:pt x="6349" y="4242"/>
                </a:lnTo>
                <a:lnTo>
                  <a:pt x="6350" y="4242"/>
                </a:lnTo>
                <a:lnTo>
                  <a:pt x="6351" y="4242"/>
                </a:lnTo>
                <a:lnTo>
                  <a:pt x="6352" y="4242"/>
                </a:lnTo>
                <a:lnTo>
                  <a:pt x="6353" y="4242"/>
                </a:lnTo>
                <a:lnTo>
                  <a:pt x="6354" y="4242"/>
                </a:lnTo>
                <a:lnTo>
                  <a:pt x="6355" y="4242"/>
                </a:lnTo>
                <a:lnTo>
                  <a:pt x="6356" y="4242"/>
                </a:lnTo>
                <a:lnTo>
                  <a:pt x="6357" y="4242"/>
                </a:lnTo>
                <a:lnTo>
                  <a:pt x="6358" y="4242"/>
                </a:lnTo>
                <a:lnTo>
                  <a:pt x="6359" y="4242"/>
                </a:lnTo>
                <a:lnTo>
                  <a:pt x="6360" y="4242"/>
                </a:lnTo>
                <a:lnTo>
                  <a:pt x="6361" y="4242"/>
                </a:lnTo>
                <a:lnTo>
                  <a:pt x="6362" y="4242"/>
                </a:lnTo>
                <a:lnTo>
                  <a:pt x="6363" y="4242"/>
                </a:lnTo>
                <a:lnTo>
                  <a:pt x="6364" y="4242"/>
                </a:lnTo>
                <a:lnTo>
                  <a:pt x="6365" y="4242"/>
                </a:lnTo>
                <a:lnTo>
                  <a:pt x="6366" y="4242"/>
                </a:lnTo>
                <a:lnTo>
                  <a:pt x="6367" y="4242"/>
                </a:lnTo>
                <a:lnTo>
                  <a:pt x="6368" y="4242"/>
                </a:lnTo>
                <a:lnTo>
                  <a:pt x="6369" y="4242"/>
                </a:lnTo>
                <a:lnTo>
                  <a:pt x="6370" y="4242"/>
                </a:lnTo>
                <a:lnTo>
                  <a:pt x="6371" y="4242"/>
                </a:lnTo>
                <a:lnTo>
                  <a:pt x="6372" y="4242"/>
                </a:lnTo>
                <a:lnTo>
                  <a:pt x="6373" y="4242"/>
                </a:lnTo>
                <a:lnTo>
                  <a:pt x="6374" y="4242"/>
                </a:lnTo>
                <a:lnTo>
                  <a:pt x="6375" y="4242"/>
                </a:lnTo>
                <a:lnTo>
                  <a:pt x="6376" y="4242"/>
                </a:lnTo>
                <a:lnTo>
                  <a:pt x="6377" y="4242"/>
                </a:lnTo>
                <a:lnTo>
                  <a:pt x="6378" y="4242"/>
                </a:lnTo>
                <a:lnTo>
                  <a:pt x="6379" y="4242"/>
                </a:lnTo>
                <a:lnTo>
                  <a:pt x="6380" y="4242"/>
                </a:lnTo>
                <a:lnTo>
                  <a:pt x="6381" y="4242"/>
                </a:lnTo>
                <a:lnTo>
                  <a:pt x="6382" y="4242"/>
                </a:lnTo>
                <a:lnTo>
                  <a:pt x="6383" y="4242"/>
                </a:lnTo>
                <a:lnTo>
                  <a:pt x="6384" y="4242"/>
                </a:lnTo>
                <a:lnTo>
                  <a:pt x="6385" y="4242"/>
                </a:lnTo>
                <a:lnTo>
                  <a:pt x="6386" y="4242"/>
                </a:lnTo>
                <a:lnTo>
                  <a:pt x="6387" y="4242"/>
                </a:lnTo>
                <a:lnTo>
                  <a:pt x="6388" y="4242"/>
                </a:lnTo>
                <a:lnTo>
                  <a:pt x="6389" y="4242"/>
                </a:lnTo>
                <a:lnTo>
                  <a:pt x="6390" y="4242"/>
                </a:lnTo>
                <a:lnTo>
                  <a:pt x="6391" y="4242"/>
                </a:lnTo>
                <a:lnTo>
                  <a:pt x="6392" y="4242"/>
                </a:lnTo>
                <a:lnTo>
                  <a:pt x="6393" y="4242"/>
                </a:lnTo>
                <a:lnTo>
                  <a:pt x="6394" y="4242"/>
                </a:lnTo>
                <a:lnTo>
                  <a:pt x="6395" y="4242"/>
                </a:lnTo>
                <a:lnTo>
                  <a:pt x="6396" y="4242"/>
                </a:lnTo>
                <a:lnTo>
                  <a:pt x="6397" y="4242"/>
                </a:lnTo>
                <a:lnTo>
                  <a:pt x="6398" y="4242"/>
                </a:lnTo>
                <a:lnTo>
                  <a:pt x="6399" y="4242"/>
                </a:lnTo>
                <a:lnTo>
                  <a:pt x="6400" y="4242"/>
                </a:lnTo>
                <a:lnTo>
                  <a:pt x="6401" y="4242"/>
                </a:lnTo>
                <a:lnTo>
                  <a:pt x="6402" y="4242"/>
                </a:lnTo>
                <a:lnTo>
                  <a:pt x="6403" y="4242"/>
                </a:lnTo>
                <a:lnTo>
                  <a:pt x="6404" y="4242"/>
                </a:lnTo>
                <a:lnTo>
                  <a:pt x="6405" y="4242"/>
                </a:lnTo>
                <a:lnTo>
                  <a:pt x="6406" y="4242"/>
                </a:lnTo>
                <a:lnTo>
                  <a:pt x="6407" y="4242"/>
                </a:lnTo>
                <a:lnTo>
                  <a:pt x="6408" y="4242"/>
                </a:lnTo>
                <a:lnTo>
                  <a:pt x="6409" y="4242"/>
                </a:lnTo>
                <a:lnTo>
                  <a:pt x="6410" y="4242"/>
                </a:lnTo>
                <a:lnTo>
                  <a:pt x="6411" y="4242"/>
                </a:lnTo>
                <a:lnTo>
                  <a:pt x="6412" y="4242"/>
                </a:lnTo>
                <a:lnTo>
                  <a:pt x="6413" y="4242"/>
                </a:lnTo>
                <a:lnTo>
                  <a:pt x="6414" y="4242"/>
                </a:lnTo>
                <a:lnTo>
                  <a:pt x="6415" y="4242"/>
                </a:lnTo>
                <a:lnTo>
                  <a:pt x="6416" y="4242"/>
                </a:lnTo>
                <a:lnTo>
                  <a:pt x="6417" y="4242"/>
                </a:lnTo>
                <a:lnTo>
                  <a:pt x="6418" y="4242"/>
                </a:lnTo>
                <a:lnTo>
                  <a:pt x="6419" y="4242"/>
                </a:lnTo>
                <a:lnTo>
                  <a:pt x="6420" y="4242"/>
                </a:lnTo>
                <a:lnTo>
                  <a:pt x="6421" y="4242"/>
                </a:lnTo>
                <a:lnTo>
                  <a:pt x="6422" y="4242"/>
                </a:lnTo>
                <a:lnTo>
                  <a:pt x="6423" y="4242"/>
                </a:lnTo>
                <a:lnTo>
                  <a:pt x="6424" y="4242"/>
                </a:lnTo>
                <a:lnTo>
                  <a:pt x="6425" y="4242"/>
                </a:lnTo>
                <a:lnTo>
                  <a:pt x="6426" y="4242"/>
                </a:lnTo>
                <a:lnTo>
                  <a:pt x="6427" y="4242"/>
                </a:lnTo>
                <a:lnTo>
                  <a:pt x="6428" y="4242"/>
                </a:lnTo>
                <a:lnTo>
                  <a:pt x="6429" y="4242"/>
                </a:lnTo>
                <a:lnTo>
                  <a:pt x="6430" y="4242"/>
                </a:lnTo>
                <a:lnTo>
                  <a:pt x="6431" y="4242"/>
                </a:lnTo>
                <a:lnTo>
                  <a:pt x="6432" y="4242"/>
                </a:lnTo>
                <a:lnTo>
                  <a:pt x="6433" y="4242"/>
                </a:lnTo>
                <a:lnTo>
                  <a:pt x="6434" y="4242"/>
                </a:lnTo>
                <a:lnTo>
                  <a:pt x="6435" y="4242"/>
                </a:lnTo>
                <a:lnTo>
                  <a:pt x="6436" y="4242"/>
                </a:lnTo>
                <a:lnTo>
                  <a:pt x="6437" y="4242"/>
                </a:lnTo>
                <a:lnTo>
                  <a:pt x="6438" y="4242"/>
                </a:lnTo>
                <a:lnTo>
                  <a:pt x="6439" y="4242"/>
                </a:lnTo>
                <a:lnTo>
                  <a:pt x="6440" y="4242"/>
                </a:lnTo>
                <a:lnTo>
                  <a:pt x="6441" y="4242"/>
                </a:lnTo>
                <a:lnTo>
                  <a:pt x="6442" y="4242"/>
                </a:lnTo>
                <a:lnTo>
                  <a:pt x="6443" y="4242"/>
                </a:lnTo>
                <a:lnTo>
                  <a:pt x="6444" y="4242"/>
                </a:lnTo>
                <a:lnTo>
                  <a:pt x="6445" y="4242"/>
                </a:lnTo>
                <a:lnTo>
                  <a:pt x="6446" y="4242"/>
                </a:lnTo>
                <a:lnTo>
                  <a:pt x="6447" y="4242"/>
                </a:lnTo>
                <a:lnTo>
                  <a:pt x="6448" y="4242"/>
                </a:lnTo>
                <a:lnTo>
                  <a:pt x="6449" y="4242"/>
                </a:lnTo>
                <a:lnTo>
                  <a:pt x="6450" y="4242"/>
                </a:lnTo>
                <a:lnTo>
                  <a:pt x="6451" y="4242"/>
                </a:lnTo>
                <a:lnTo>
                  <a:pt x="6452" y="4242"/>
                </a:lnTo>
                <a:lnTo>
                  <a:pt x="6453" y="4242"/>
                </a:lnTo>
                <a:lnTo>
                  <a:pt x="6454" y="4242"/>
                </a:lnTo>
                <a:lnTo>
                  <a:pt x="6455" y="4242"/>
                </a:lnTo>
                <a:lnTo>
                  <a:pt x="6456" y="4242"/>
                </a:lnTo>
                <a:lnTo>
                  <a:pt x="6457" y="4242"/>
                </a:lnTo>
                <a:lnTo>
                  <a:pt x="6458" y="4242"/>
                </a:lnTo>
                <a:lnTo>
                  <a:pt x="6459" y="4242"/>
                </a:lnTo>
                <a:lnTo>
                  <a:pt x="6460" y="4242"/>
                </a:lnTo>
                <a:lnTo>
                  <a:pt x="6461" y="4242"/>
                </a:lnTo>
                <a:lnTo>
                  <a:pt x="6462" y="4242"/>
                </a:lnTo>
                <a:lnTo>
                  <a:pt x="6463" y="4242"/>
                </a:lnTo>
                <a:lnTo>
                  <a:pt x="6464" y="4242"/>
                </a:lnTo>
                <a:lnTo>
                  <a:pt x="6465" y="4242"/>
                </a:lnTo>
                <a:lnTo>
                  <a:pt x="6466" y="4242"/>
                </a:lnTo>
                <a:lnTo>
                  <a:pt x="6467" y="4242"/>
                </a:lnTo>
                <a:lnTo>
                  <a:pt x="6468" y="4242"/>
                </a:lnTo>
                <a:lnTo>
                  <a:pt x="6469" y="4242"/>
                </a:lnTo>
                <a:lnTo>
                  <a:pt x="6470" y="4242"/>
                </a:lnTo>
                <a:lnTo>
                  <a:pt x="6471" y="4242"/>
                </a:lnTo>
                <a:lnTo>
                  <a:pt x="6472" y="4242"/>
                </a:lnTo>
                <a:lnTo>
                  <a:pt x="6473" y="4242"/>
                </a:lnTo>
                <a:lnTo>
                  <a:pt x="6474" y="4242"/>
                </a:lnTo>
                <a:lnTo>
                  <a:pt x="6475" y="4242"/>
                </a:lnTo>
                <a:lnTo>
                  <a:pt x="6476" y="4242"/>
                </a:lnTo>
                <a:lnTo>
                  <a:pt x="6477" y="4242"/>
                </a:lnTo>
                <a:lnTo>
                  <a:pt x="6478" y="4242"/>
                </a:lnTo>
                <a:lnTo>
                  <a:pt x="6479" y="4242"/>
                </a:lnTo>
                <a:lnTo>
                  <a:pt x="6480" y="4242"/>
                </a:lnTo>
                <a:lnTo>
                  <a:pt x="6481" y="4242"/>
                </a:lnTo>
                <a:lnTo>
                  <a:pt x="6482" y="4242"/>
                </a:lnTo>
                <a:lnTo>
                  <a:pt x="6483" y="4242"/>
                </a:lnTo>
                <a:lnTo>
                  <a:pt x="6484" y="4242"/>
                </a:lnTo>
                <a:lnTo>
                  <a:pt x="6485" y="4242"/>
                </a:lnTo>
                <a:lnTo>
                  <a:pt x="6486" y="4242"/>
                </a:lnTo>
                <a:lnTo>
                  <a:pt x="6487" y="4242"/>
                </a:lnTo>
                <a:lnTo>
                  <a:pt x="6488" y="4242"/>
                </a:lnTo>
                <a:lnTo>
                  <a:pt x="6489" y="4242"/>
                </a:lnTo>
                <a:lnTo>
                  <a:pt x="6490" y="4242"/>
                </a:lnTo>
                <a:lnTo>
                  <a:pt x="6491" y="4242"/>
                </a:lnTo>
                <a:lnTo>
                  <a:pt x="6492" y="4242"/>
                </a:lnTo>
                <a:lnTo>
                  <a:pt x="6493" y="4242"/>
                </a:lnTo>
                <a:lnTo>
                  <a:pt x="6494" y="4242"/>
                </a:lnTo>
                <a:lnTo>
                  <a:pt x="6495" y="4242"/>
                </a:lnTo>
                <a:lnTo>
                  <a:pt x="6496" y="4242"/>
                </a:lnTo>
                <a:lnTo>
                  <a:pt x="6497" y="4242"/>
                </a:lnTo>
                <a:lnTo>
                  <a:pt x="6498" y="4242"/>
                </a:lnTo>
                <a:lnTo>
                  <a:pt x="6499" y="4242"/>
                </a:lnTo>
                <a:lnTo>
                  <a:pt x="6500" y="4242"/>
                </a:lnTo>
                <a:lnTo>
                  <a:pt x="6501" y="4242"/>
                </a:lnTo>
                <a:lnTo>
                  <a:pt x="6502" y="4242"/>
                </a:lnTo>
                <a:lnTo>
                  <a:pt x="6503" y="4242"/>
                </a:lnTo>
                <a:lnTo>
                  <a:pt x="6504" y="4242"/>
                </a:lnTo>
                <a:lnTo>
                  <a:pt x="6505" y="4242"/>
                </a:lnTo>
                <a:lnTo>
                  <a:pt x="6506" y="4242"/>
                </a:lnTo>
                <a:lnTo>
                  <a:pt x="6507" y="4242"/>
                </a:lnTo>
                <a:lnTo>
                  <a:pt x="6508" y="4242"/>
                </a:lnTo>
                <a:lnTo>
                  <a:pt x="6509" y="4242"/>
                </a:lnTo>
                <a:lnTo>
                  <a:pt x="6510" y="4242"/>
                </a:lnTo>
                <a:lnTo>
                  <a:pt x="6511" y="4242"/>
                </a:lnTo>
                <a:lnTo>
                  <a:pt x="6512" y="4242"/>
                </a:lnTo>
                <a:lnTo>
                  <a:pt x="6513" y="4242"/>
                </a:lnTo>
                <a:lnTo>
                  <a:pt x="6514" y="4242"/>
                </a:lnTo>
                <a:lnTo>
                  <a:pt x="6515" y="4242"/>
                </a:lnTo>
                <a:lnTo>
                  <a:pt x="6516" y="4242"/>
                </a:lnTo>
                <a:lnTo>
                  <a:pt x="6517" y="4242"/>
                </a:lnTo>
                <a:lnTo>
                  <a:pt x="6518" y="4242"/>
                </a:lnTo>
                <a:lnTo>
                  <a:pt x="6519" y="4242"/>
                </a:lnTo>
                <a:lnTo>
                  <a:pt x="6520" y="4242"/>
                </a:lnTo>
                <a:lnTo>
                  <a:pt x="6521" y="4242"/>
                </a:lnTo>
                <a:lnTo>
                  <a:pt x="6522" y="4242"/>
                </a:lnTo>
                <a:lnTo>
                  <a:pt x="6523" y="4242"/>
                </a:lnTo>
                <a:lnTo>
                  <a:pt x="6524" y="4242"/>
                </a:lnTo>
                <a:lnTo>
                  <a:pt x="6525" y="4242"/>
                </a:lnTo>
                <a:lnTo>
                  <a:pt x="6526" y="4242"/>
                </a:lnTo>
                <a:lnTo>
                  <a:pt x="6527" y="4242"/>
                </a:lnTo>
                <a:lnTo>
                  <a:pt x="6528" y="4242"/>
                </a:lnTo>
                <a:lnTo>
                  <a:pt x="6529" y="4242"/>
                </a:lnTo>
                <a:lnTo>
                  <a:pt x="6530" y="4242"/>
                </a:lnTo>
                <a:lnTo>
                  <a:pt x="6531" y="4242"/>
                </a:lnTo>
                <a:lnTo>
                  <a:pt x="6532" y="4242"/>
                </a:lnTo>
                <a:lnTo>
                  <a:pt x="6533" y="4242"/>
                </a:lnTo>
                <a:lnTo>
                  <a:pt x="6534" y="4242"/>
                </a:lnTo>
                <a:lnTo>
                  <a:pt x="6535" y="4242"/>
                </a:lnTo>
                <a:lnTo>
                  <a:pt x="6536" y="4242"/>
                </a:lnTo>
                <a:lnTo>
                  <a:pt x="6537" y="4242"/>
                </a:lnTo>
                <a:lnTo>
                  <a:pt x="6538" y="4242"/>
                </a:lnTo>
                <a:lnTo>
                  <a:pt x="6539" y="4242"/>
                </a:lnTo>
                <a:lnTo>
                  <a:pt x="6540" y="4242"/>
                </a:lnTo>
                <a:lnTo>
                  <a:pt x="6541" y="4242"/>
                </a:lnTo>
                <a:lnTo>
                  <a:pt x="6542" y="4242"/>
                </a:lnTo>
                <a:lnTo>
                  <a:pt x="6543" y="4242"/>
                </a:lnTo>
                <a:lnTo>
                  <a:pt x="6544" y="4242"/>
                </a:lnTo>
                <a:lnTo>
                  <a:pt x="6545" y="4242"/>
                </a:lnTo>
                <a:lnTo>
                  <a:pt x="6546" y="4242"/>
                </a:lnTo>
                <a:lnTo>
                  <a:pt x="6547" y="4242"/>
                </a:lnTo>
                <a:lnTo>
                  <a:pt x="6548" y="4242"/>
                </a:lnTo>
                <a:lnTo>
                  <a:pt x="6549" y="4242"/>
                </a:lnTo>
                <a:lnTo>
                  <a:pt x="6550" y="4242"/>
                </a:lnTo>
                <a:lnTo>
                  <a:pt x="6551" y="4242"/>
                </a:lnTo>
                <a:lnTo>
                  <a:pt x="6552" y="4242"/>
                </a:lnTo>
                <a:lnTo>
                  <a:pt x="6553" y="4242"/>
                </a:lnTo>
                <a:lnTo>
                  <a:pt x="6554" y="4242"/>
                </a:lnTo>
                <a:lnTo>
                  <a:pt x="6555" y="4242"/>
                </a:lnTo>
                <a:lnTo>
                  <a:pt x="6556" y="4242"/>
                </a:lnTo>
                <a:lnTo>
                  <a:pt x="6557" y="4242"/>
                </a:lnTo>
                <a:lnTo>
                  <a:pt x="6558" y="4242"/>
                </a:lnTo>
                <a:lnTo>
                  <a:pt x="6559" y="4242"/>
                </a:lnTo>
                <a:lnTo>
                  <a:pt x="6560" y="4242"/>
                </a:lnTo>
                <a:lnTo>
                  <a:pt x="6561" y="4242"/>
                </a:lnTo>
                <a:lnTo>
                  <a:pt x="6562" y="4242"/>
                </a:lnTo>
                <a:lnTo>
                  <a:pt x="6563" y="4242"/>
                </a:lnTo>
                <a:lnTo>
                  <a:pt x="6564" y="4242"/>
                </a:lnTo>
                <a:lnTo>
                  <a:pt x="6565" y="4242"/>
                </a:lnTo>
                <a:lnTo>
                  <a:pt x="6566" y="4242"/>
                </a:lnTo>
                <a:lnTo>
                  <a:pt x="6567" y="4242"/>
                </a:lnTo>
                <a:lnTo>
                  <a:pt x="6568" y="4242"/>
                </a:lnTo>
                <a:lnTo>
                  <a:pt x="6569" y="4242"/>
                </a:lnTo>
                <a:lnTo>
                  <a:pt x="6570" y="4242"/>
                </a:lnTo>
                <a:lnTo>
                  <a:pt x="6571" y="4242"/>
                </a:lnTo>
                <a:lnTo>
                  <a:pt x="6572" y="4242"/>
                </a:lnTo>
                <a:lnTo>
                  <a:pt x="6573" y="4242"/>
                </a:lnTo>
                <a:lnTo>
                  <a:pt x="6574" y="4242"/>
                </a:lnTo>
                <a:lnTo>
                  <a:pt x="6575" y="4242"/>
                </a:lnTo>
                <a:lnTo>
                  <a:pt x="6576" y="4242"/>
                </a:lnTo>
                <a:lnTo>
                  <a:pt x="6577" y="4242"/>
                </a:lnTo>
                <a:lnTo>
                  <a:pt x="6578" y="4242"/>
                </a:lnTo>
                <a:lnTo>
                  <a:pt x="6579" y="4242"/>
                </a:lnTo>
                <a:lnTo>
                  <a:pt x="6580" y="4242"/>
                </a:lnTo>
                <a:lnTo>
                  <a:pt x="6581" y="4242"/>
                </a:lnTo>
                <a:lnTo>
                  <a:pt x="6582" y="4242"/>
                </a:lnTo>
                <a:lnTo>
                  <a:pt x="6583" y="4242"/>
                </a:lnTo>
                <a:lnTo>
                  <a:pt x="6584" y="4242"/>
                </a:lnTo>
                <a:lnTo>
                  <a:pt x="6585" y="4242"/>
                </a:lnTo>
                <a:lnTo>
                  <a:pt x="6586" y="4242"/>
                </a:lnTo>
                <a:lnTo>
                  <a:pt x="6587" y="4242"/>
                </a:lnTo>
                <a:lnTo>
                  <a:pt x="6588" y="4242"/>
                </a:lnTo>
                <a:lnTo>
                  <a:pt x="6589" y="4242"/>
                </a:lnTo>
                <a:lnTo>
                  <a:pt x="6590" y="4242"/>
                </a:lnTo>
                <a:lnTo>
                  <a:pt x="6591" y="4242"/>
                </a:lnTo>
                <a:lnTo>
                  <a:pt x="6592" y="4242"/>
                </a:lnTo>
                <a:lnTo>
                  <a:pt x="6593" y="4242"/>
                </a:lnTo>
                <a:lnTo>
                  <a:pt x="6594" y="4242"/>
                </a:lnTo>
                <a:lnTo>
                  <a:pt x="6595" y="4242"/>
                </a:lnTo>
                <a:lnTo>
                  <a:pt x="6596" y="4242"/>
                </a:lnTo>
                <a:lnTo>
                  <a:pt x="6597" y="4242"/>
                </a:lnTo>
                <a:lnTo>
                  <a:pt x="6598" y="4242"/>
                </a:lnTo>
                <a:lnTo>
                  <a:pt x="6599" y="4242"/>
                </a:lnTo>
                <a:lnTo>
                  <a:pt x="6600" y="4242"/>
                </a:lnTo>
                <a:lnTo>
                  <a:pt x="6601" y="4242"/>
                </a:lnTo>
                <a:lnTo>
                  <a:pt x="6602" y="4242"/>
                </a:lnTo>
                <a:lnTo>
                  <a:pt x="6603" y="4242"/>
                </a:lnTo>
                <a:lnTo>
                  <a:pt x="6604" y="4242"/>
                </a:lnTo>
                <a:lnTo>
                  <a:pt x="6605" y="4242"/>
                </a:lnTo>
                <a:lnTo>
                  <a:pt x="6606" y="4242"/>
                </a:lnTo>
                <a:lnTo>
                  <a:pt x="6607" y="4242"/>
                </a:lnTo>
                <a:lnTo>
                  <a:pt x="6608" y="4242"/>
                </a:lnTo>
                <a:lnTo>
                  <a:pt x="6609" y="4242"/>
                </a:lnTo>
                <a:lnTo>
                  <a:pt x="6610" y="4242"/>
                </a:lnTo>
                <a:lnTo>
                  <a:pt x="6611" y="4242"/>
                </a:lnTo>
                <a:lnTo>
                  <a:pt x="6612" y="4242"/>
                </a:lnTo>
                <a:lnTo>
                  <a:pt x="6613" y="4242"/>
                </a:lnTo>
                <a:lnTo>
                  <a:pt x="6614" y="4242"/>
                </a:lnTo>
                <a:lnTo>
                  <a:pt x="6615" y="4242"/>
                </a:lnTo>
                <a:lnTo>
                  <a:pt x="6616" y="4242"/>
                </a:lnTo>
                <a:lnTo>
                  <a:pt x="6617" y="4242"/>
                </a:lnTo>
                <a:lnTo>
                  <a:pt x="6618" y="4242"/>
                </a:lnTo>
                <a:lnTo>
                  <a:pt x="6619" y="4242"/>
                </a:lnTo>
                <a:lnTo>
                  <a:pt x="6620" y="4242"/>
                </a:lnTo>
                <a:lnTo>
                  <a:pt x="6621" y="4242"/>
                </a:lnTo>
                <a:lnTo>
                  <a:pt x="6622" y="4242"/>
                </a:lnTo>
                <a:lnTo>
                  <a:pt x="6623" y="4242"/>
                </a:lnTo>
                <a:lnTo>
                  <a:pt x="6624" y="4242"/>
                </a:lnTo>
                <a:lnTo>
                  <a:pt x="6625" y="4242"/>
                </a:lnTo>
                <a:lnTo>
                  <a:pt x="6626" y="4242"/>
                </a:lnTo>
                <a:lnTo>
                  <a:pt x="6627" y="4242"/>
                </a:lnTo>
                <a:lnTo>
                  <a:pt x="6628" y="4242"/>
                </a:lnTo>
                <a:lnTo>
                  <a:pt x="6629" y="4242"/>
                </a:lnTo>
                <a:lnTo>
                  <a:pt x="6630" y="4242"/>
                </a:lnTo>
                <a:lnTo>
                  <a:pt x="6631" y="4242"/>
                </a:lnTo>
                <a:lnTo>
                  <a:pt x="6632" y="4242"/>
                </a:lnTo>
                <a:lnTo>
                  <a:pt x="6633" y="4242"/>
                </a:lnTo>
                <a:lnTo>
                  <a:pt x="6634" y="4242"/>
                </a:lnTo>
                <a:lnTo>
                  <a:pt x="6635" y="4242"/>
                </a:lnTo>
                <a:lnTo>
                  <a:pt x="6636" y="4242"/>
                </a:lnTo>
                <a:lnTo>
                  <a:pt x="6637" y="4242"/>
                </a:lnTo>
                <a:lnTo>
                  <a:pt x="6638" y="4242"/>
                </a:lnTo>
                <a:lnTo>
                  <a:pt x="6639" y="4242"/>
                </a:lnTo>
                <a:lnTo>
                  <a:pt x="6640" y="4242"/>
                </a:lnTo>
                <a:lnTo>
                  <a:pt x="6641" y="4242"/>
                </a:lnTo>
                <a:lnTo>
                  <a:pt x="6642" y="4242"/>
                </a:lnTo>
                <a:lnTo>
                  <a:pt x="6643" y="4242"/>
                </a:lnTo>
                <a:lnTo>
                  <a:pt x="6644" y="4242"/>
                </a:lnTo>
                <a:lnTo>
                  <a:pt x="6645" y="4242"/>
                </a:lnTo>
                <a:lnTo>
                  <a:pt x="6646" y="4242"/>
                </a:lnTo>
                <a:lnTo>
                  <a:pt x="6647" y="4242"/>
                </a:lnTo>
                <a:lnTo>
                  <a:pt x="6648" y="4242"/>
                </a:lnTo>
                <a:lnTo>
                  <a:pt x="6649" y="4242"/>
                </a:lnTo>
                <a:lnTo>
                  <a:pt x="6650" y="4242"/>
                </a:lnTo>
                <a:lnTo>
                  <a:pt x="6651" y="4242"/>
                </a:lnTo>
                <a:lnTo>
                  <a:pt x="6652" y="4242"/>
                </a:lnTo>
                <a:lnTo>
                  <a:pt x="6653" y="4242"/>
                </a:lnTo>
                <a:lnTo>
                  <a:pt x="6654" y="4242"/>
                </a:lnTo>
                <a:lnTo>
                  <a:pt x="6655" y="4242"/>
                </a:lnTo>
                <a:lnTo>
                  <a:pt x="6656" y="4242"/>
                </a:lnTo>
                <a:lnTo>
                  <a:pt x="6657" y="4242"/>
                </a:lnTo>
                <a:lnTo>
                  <a:pt x="6658" y="4242"/>
                </a:lnTo>
                <a:lnTo>
                  <a:pt x="6659" y="4242"/>
                </a:lnTo>
                <a:lnTo>
                  <a:pt x="6660" y="4242"/>
                </a:lnTo>
                <a:lnTo>
                  <a:pt x="6661" y="4242"/>
                </a:lnTo>
                <a:lnTo>
                  <a:pt x="6662" y="4242"/>
                </a:lnTo>
                <a:lnTo>
                  <a:pt x="6663" y="4242"/>
                </a:lnTo>
                <a:lnTo>
                  <a:pt x="6664" y="4242"/>
                </a:lnTo>
                <a:lnTo>
                  <a:pt x="6665" y="4242"/>
                </a:lnTo>
                <a:lnTo>
                  <a:pt x="6666" y="4242"/>
                </a:lnTo>
                <a:lnTo>
                  <a:pt x="6667" y="4242"/>
                </a:lnTo>
                <a:lnTo>
                  <a:pt x="6668" y="4242"/>
                </a:lnTo>
                <a:lnTo>
                  <a:pt x="6669" y="4242"/>
                </a:lnTo>
                <a:lnTo>
                  <a:pt x="6670" y="4242"/>
                </a:lnTo>
                <a:lnTo>
                  <a:pt x="6671" y="4242"/>
                </a:lnTo>
                <a:lnTo>
                  <a:pt x="6672" y="4242"/>
                </a:lnTo>
                <a:lnTo>
                  <a:pt x="6673" y="4242"/>
                </a:lnTo>
                <a:lnTo>
                  <a:pt x="6674" y="4242"/>
                </a:lnTo>
                <a:lnTo>
                  <a:pt x="6675" y="4242"/>
                </a:lnTo>
                <a:lnTo>
                  <a:pt x="6676" y="4242"/>
                </a:lnTo>
                <a:lnTo>
                  <a:pt x="6677" y="4242"/>
                </a:lnTo>
                <a:lnTo>
                  <a:pt x="6678" y="4242"/>
                </a:lnTo>
                <a:lnTo>
                  <a:pt x="6679" y="4242"/>
                </a:lnTo>
                <a:lnTo>
                  <a:pt x="6680" y="4242"/>
                </a:lnTo>
                <a:lnTo>
                  <a:pt x="6681" y="4242"/>
                </a:lnTo>
                <a:lnTo>
                  <a:pt x="6682" y="4242"/>
                </a:lnTo>
                <a:lnTo>
                  <a:pt x="6683" y="4242"/>
                </a:lnTo>
                <a:lnTo>
                  <a:pt x="6684" y="4242"/>
                </a:lnTo>
                <a:lnTo>
                  <a:pt x="6685" y="4242"/>
                </a:lnTo>
                <a:lnTo>
                  <a:pt x="6686" y="4242"/>
                </a:lnTo>
                <a:lnTo>
                  <a:pt x="6687" y="4242"/>
                </a:lnTo>
                <a:lnTo>
                  <a:pt x="6688" y="4242"/>
                </a:lnTo>
                <a:lnTo>
                  <a:pt x="6689" y="4242"/>
                </a:lnTo>
                <a:lnTo>
                  <a:pt x="6690" y="4242"/>
                </a:lnTo>
                <a:lnTo>
                  <a:pt x="6691" y="4242"/>
                </a:lnTo>
                <a:lnTo>
                  <a:pt x="6692" y="4242"/>
                </a:lnTo>
                <a:lnTo>
                  <a:pt x="6693" y="4242"/>
                </a:lnTo>
                <a:lnTo>
                  <a:pt x="6694" y="4242"/>
                </a:lnTo>
                <a:lnTo>
                  <a:pt x="6695" y="4242"/>
                </a:lnTo>
                <a:lnTo>
                  <a:pt x="6696" y="4242"/>
                </a:lnTo>
                <a:lnTo>
                  <a:pt x="6697" y="4242"/>
                </a:lnTo>
                <a:lnTo>
                  <a:pt x="6698" y="4242"/>
                </a:lnTo>
                <a:lnTo>
                  <a:pt x="6699" y="4242"/>
                </a:lnTo>
                <a:lnTo>
                  <a:pt x="6700" y="4242"/>
                </a:lnTo>
                <a:lnTo>
                  <a:pt x="6701" y="4242"/>
                </a:lnTo>
                <a:lnTo>
                  <a:pt x="6702" y="4242"/>
                </a:lnTo>
                <a:lnTo>
                  <a:pt x="6703" y="4242"/>
                </a:lnTo>
                <a:lnTo>
                  <a:pt x="6704" y="4242"/>
                </a:lnTo>
                <a:lnTo>
                  <a:pt x="6705" y="4242"/>
                </a:lnTo>
                <a:lnTo>
                  <a:pt x="6706" y="4242"/>
                </a:lnTo>
                <a:lnTo>
                  <a:pt x="6707" y="4242"/>
                </a:lnTo>
                <a:lnTo>
                  <a:pt x="6708" y="4242"/>
                </a:lnTo>
                <a:lnTo>
                  <a:pt x="6709" y="4242"/>
                </a:lnTo>
                <a:lnTo>
                  <a:pt x="6710" y="4242"/>
                </a:lnTo>
                <a:lnTo>
                  <a:pt x="6711" y="4242"/>
                </a:lnTo>
                <a:lnTo>
                  <a:pt x="6712" y="4242"/>
                </a:lnTo>
                <a:lnTo>
                  <a:pt x="6713" y="4242"/>
                </a:lnTo>
                <a:lnTo>
                  <a:pt x="6714" y="4242"/>
                </a:lnTo>
                <a:lnTo>
                  <a:pt x="6715" y="4242"/>
                </a:lnTo>
                <a:lnTo>
                  <a:pt x="6716" y="4242"/>
                </a:lnTo>
                <a:lnTo>
                  <a:pt x="6717" y="4242"/>
                </a:lnTo>
                <a:lnTo>
                  <a:pt x="6718" y="4242"/>
                </a:lnTo>
                <a:lnTo>
                  <a:pt x="6719" y="4242"/>
                </a:lnTo>
                <a:lnTo>
                  <a:pt x="6720" y="4242"/>
                </a:lnTo>
                <a:lnTo>
                  <a:pt x="6721" y="4242"/>
                </a:lnTo>
                <a:lnTo>
                  <a:pt x="6722" y="4242"/>
                </a:lnTo>
                <a:lnTo>
                  <a:pt x="6723" y="4242"/>
                </a:lnTo>
                <a:lnTo>
                  <a:pt x="6724" y="4242"/>
                </a:lnTo>
                <a:lnTo>
                  <a:pt x="6725" y="4242"/>
                </a:lnTo>
                <a:lnTo>
                  <a:pt x="6726" y="4242"/>
                </a:lnTo>
                <a:lnTo>
                  <a:pt x="6727" y="4242"/>
                </a:lnTo>
                <a:lnTo>
                  <a:pt x="6728" y="4242"/>
                </a:lnTo>
                <a:lnTo>
                  <a:pt x="6729" y="4242"/>
                </a:lnTo>
                <a:lnTo>
                  <a:pt x="6730" y="4242"/>
                </a:lnTo>
                <a:lnTo>
                  <a:pt x="6731" y="4242"/>
                </a:lnTo>
                <a:lnTo>
                  <a:pt x="6732" y="4242"/>
                </a:lnTo>
                <a:lnTo>
                  <a:pt x="6733" y="4242"/>
                </a:lnTo>
                <a:lnTo>
                  <a:pt x="6734" y="4242"/>
                </a:lnTo>
                <a:lnTo>
                  <a:pt x="6735" y="4242"/>
                </a:lnTo>
                <a:lnTo>
                  <a:pt x="6736" y="4242"/>
                </a:lnTo>
                <a:lnTo>
                  <a:pt x="6737" y="4242"/>
                </a:lnTo>
                <a:lnTo>
                  <a:pt x="6738" y="4242"/>
                </a:lnTo>
                <a:lnTo>
                  <a:pt x="6739" y="4242"/>
                </a:lnTo>
                <a:lnTo>
                  <a:pt x="6740" y="4242"/>
                </a:lnTo>
                <a:lnTo>
                  <a:pt x="6741" y="4242"/>
                </a:lnTo>
                <a:lnTo>
                  <a:pt x="6742" y="4242"/>
                </a:lnTo>
                <a:lnTo>
                  <a:pt x="6743" y="4242"/>
                </a:lnTo>
                <a:lnTo>
                  <a:pt x="6744" y="4242"/>
                </a:lnTo>
                <a:lnTo>
                  <a:pt x="6745" y="4242"/>
                </a:lnTo>
                <a:lnTo>
                  <a:pt x="6746" y="4242"/>
                </a:lnTo>
                <a:lnTo>
                  <a:pt x="6747" y="4242"/>
                </a:lnTo>
                <a:lnTo>
                  <a:pt x="6748" y="4242"/>
                </a:lnTo>
                <a:lnTo>
                  <a:pt x="6749" y="4242"/>
                </a:lnTo>
                <a:lnTo>
                  <a:pt x="6750" y="4242"/>
                </a:lnTo>
                <a:lnTo>
                  <a:pt x="6751" y="4242"/>
                </a:lnTo>
                <a:lnTo>
                  <a:pt x="6752" y="4242"/>
                </a:lnTo>
                <a:lnTo>
                  <a:pt x="6753" y="4242"/>
                </a:lnTo>
                <a:lnTo>
                  <a:pt x="6754" y="4242"/>
                </a:lnTo>
                <a:lnTo>
                  <a:pt x="6755" y="4242"/>
                </a:lnTo>
                <a:lnTo>
                  <a:pt x="6756" y="4242"/>
                </a:lnTo>
                <a:lnTo>
                  <a:pt x="6757" y="4242"/>
                </a:lnTo>
                <a:lnTo>
                  <a:pt x="6758" y="4242"/>
                </a:lnTo>
                <a:lnTo>
                  <a:pt x="6759" y="4242"/>
                </a:lnTo>
                <a:lnTo>
                  <a:pt x="6760" y="4242"/>
                </a:lnTo>
                <a:lnTo>
                  <a:pt x="6761" y="4242"/>
                </a:lnTo>
                <a:lnTo>
                  <a:pt x="6762" y="4242"/>
                </a:lnTo>
                <a:lnTo>
                  <a:pt x="6763" y="4242"/>
                </a:lnTo>
                <a:lnTo>
                  <a:pt x="6764" y="4242"/>
                </a:lnTo>
                <a:lnTo>
                  <a:pt x="6765" y="4242"/>
                </a:lnTo>
                <a:lnTo>
                  <a:pt x="6766" y="4242"/>
                </a:lnTo>
                <a:lnTo>
                  <a:pt x="6767" y="4242"/>
                </a:lnTo>
                <a:lnTo>
                  <a:pt x="6768" y="4242"/>
                </a:lnTo>
                <a:lnTo>
                  <a:pt x="6769" y="4242"/>
                </a:lnTo>
                <a:lnTo>
                  <a:pt x="6770" y="4242"/>
                </a:lnTo>
                <a:lnTo>
                  <a:pt x="6771" y="4242"/>
                </a:lnTo>
                <a:lnTo>
                  <a:pt x="6772" y="4242"/>
                </a:lnTo>
                <a:lnTo>
                  <a:pt x="6773" y="4242"/>
                </a:lnTo>
                <a:lnTo>
                  <a:pt x="6774" y="4242"/>
                </a:lnTo>
                <a:lnTo>
                  <a:pt x="6775" y="4242"/>
                </a:lnTo>
                <a:lnTo>
                  <a:pt x="6776" y="4242"/>
                </a:lnTo>
                <a:lnTo>
                  <a:pt x="6777" y="4242"/>
                </a:lnTo>
                <a:lnTo>
                  <a:pt x="6778" y="4242"/>
                </a:lnTo>
                <a:lnTo>
                  <a:pt x="6779" y="4242"/>
                </a:lnTo>
                <a:lnTo>
                  <a:pt x="6780" y="4242"/>
                </a:lnTo>
                <a:lnTo>
                  <a:pt x="6781" y="4242"/>
                </a:lnTo>
                <a:lnTo>
                  <a:pt x="6782" y="4242"/>
                </a:lnTo>
                <a:lnTo>
                  <a:pt x="6783" y="4242"/>
                </a:lnTo>
                <a:lnTo>
                  <a:pt x="6784" y="4242"/>
                </a:lnTo>
                <a:lnTo>
                  <a:pt x="6785" y="4242"/>
                </a:lnTo>
                <a:lnTo>
                  <a:pt x="6786" y="4242"/>
                </a:lnTo>
                <a:lnTo>
                  <a:pt x="6787" y="4242"/>
                </a:lnTo>
                <a:lnTo>
                  <a:pt x="6788" y="4242"/>
                </a:lnTo>
                <a:lnTo>
                  <a:pt x="6789" y="4242"/>
                </a:lnTo>
                <a:lnTo>
                  <a:pt x="6790" y="4242"/>
                </a:lnTo>
                <a:lnTo>
                  <a:pt x="6791" y="4242"/>
                </a:lnTo>
                <a:lnTo>
                  <a:pt x="6792" y="4242"/>
                </a:lnTo>
                <a:lnTo>
                  <a:pt x="6793" y="4242"/>
                </a:lnTo>
                <a:lnTo>
                  <a:pt x="6794" y="4242"/>
                </a:lnTo>
                <a:lnTo>
                  <a:pt x="6795" y="4242"/>
                </a:lnTo>
                <a:lnTo>
                  <a:pt x="6796" y="4242"/>
                </a:lnTo>
                <a:lnTo>
                  <a:pt x="6797" y="4242"/>
                </a:lnTo>
                <a:lnTo>
                  <a:pt x="6798" y="4242"/>
                </a:lnTo>
                <a:lnTo>
                  <a:pt x="6799" y="4242"/>
                </a:lnTo>
                <a:lnTo>
                  <a:pt x="6800" y="4242"/>
                </a:lnTo>
                <a:lnTo>
                  <a:pt x="6801" y="4242"/>
                </a:lnTo>
                <a:lnTo>
                  <a:pt x="6802" y="4242"/>
                </a:lnTo>
                <a:lnTo>
                  <a:pt x="6803" y="4242"/>
                </a:lnTo>
                <a:lnTo>
                  <a:pt x="6804" y="4242"/>
                </a:lnTo>
                <a:lnTo>
                  <a:pt x="6805" y="4242"/>
                </a:lnTo>
                <a:lnTo>
                  <a:pt x="6806" y="4242"/>
                </a:lnTo>
                <a:lnTo>
                  <a:pt x="6807" y="4242"/>
                </a:lnTo>
                <a:lnTo>
                  <a:pt x="6808" y="4242"/>
                </a:lnTo>
                <a:lnTo>
                  <a:pt x="6809" y="4242"/>
                </a:lnTo>
                <a:lnTo>
                  <a:pt x="6810" y="4242"/>
                </a:lnTo>
                <a:lnTo>
                  <a:pt x="6811" y="4242"/>
                </a:lnTo>
                <a:lnTo>
                  <a:pt x="6812" y="4242"/>
                </a:lnTo>
                <a:lnTo>
                  <a:pt x="6813" y="4242"/>
                </a:lnTo>
                <a:lnTo>
                  <a:pt x="6814" y="4242"/>
                </a:lnTo>
                <a:lnTo>
                  <a:pt x="6815" y="4242"/>
                </a:lnTo>
                <a:lnTo>
                  <a:pt x="6816" y="4242"/>
                </a:lnTo>
                <a:lnTo>
                  <a:pt x="6817" y="4242"/>
                </a:lnTo>
                <a:lnTo>
                  <a:pt x="6818" y="4242"/>
                </a:lnTo>
                <a:lnTo>
                  <a:pt x="6819" y="4242"/>
                </a:lnTo>
                <a:lnTo>
                  <a:pt x="6820" y="4242"/>
                </a:lnTo>
                <a:lnTo>
                  <a:pt x="6821" y="4242"/>
                </a:lnTo>
                <a:lnTo>
                  <a:pt x="6822" y="4242"/>
                </a:lnTo>
                <a:lnTo>
                  <a:pt x="6823" y="4242"/>
                </a:lnTo>
                <a:lnTo>
                  <a:pt x="6824" y="4242"/>
                </a:lnTo>
                <a:lnTo>
                  <a:pt x="6825" y="4242"/>
                </a:lnTo>
                <a:lnTo>
                  <a:pt x="6826" y="4242"/>
                </a:lnTo>
                <a:lnTo>
                  <a:pt x="6827" y="4242"/>
                </a:lnTo>
                <a:lnTo>
                  <a:pt x="6828" y="4242"/>
                </a:lnTo>
                <a:lnTo>
                  <a:pt x="6829" y="4242"/>
                </a:lnTo>
                <a:lnTo>
                  <a:pt x="6830" y="4242"/>
                </a:lnTo>
                <a:lnTo>
                  <a:pt x="6831" y="4242"/>
                </a:lnTo>
                <a:lnTo>
                  <a:pt x="6832" y="4242"/>
                </a:lnTo>
                <a:lnTo>
                  <a:pt x="6833" y="4242"/>
                </a:lnTo>
                <a:lnTo>
                  <a:pt x="6834" y="4242"/>
                </a:lnTo>
                <a:lnTo>
                  <a:pt x="6835" y="4242"/>
                </a:lnTo>
                <a:lnTo>
                  <a:pt x="6836" y="4242"/>
                </a:lnTo>
                <a:lnTo>
                  <a:pt x="6837" y="4242"/>
                </a:lnTo>
                <a:lnTo>
                  <a:pt x="6838" y="4242"/>
                </a:lnTo>
                <a:lnTo>
                  <a:pt x="6839" y="4242"/>
                </a:lnTo>
                <a:lnTo>
                  <a:pt x="6840" y="4242"/>
                </a:lnTo>
                <a:lnTo>
                  <a:pt x="6841" y="4242"/>
                </a:lnTo>
                <a:lnTo>
                  <a:pt x="6842" y="4242"/>
                </a:lnTo>
                <a:lnTo>
                  <a:pt x="6843" y="4242"/>
                </a:lnTo>
                <a:lnTo>
                  <a:pt x="6844" y="4242"/>
                </a:lnTo>
                <a:lnTo>
                  <a:pt x="6845" y="4242"/>
                </a:lnTo>
                <a:lnTo>
                  <a:pt x="6846" y="4242"/>
                </a:lnTo>
                <a:lnTo>
                  <a:pt x="6847" y="4242"/>
                </a:lnTo>
                <a:lnTo>
                  <a:pt x="6848" y="4242"/>
                </a:lnTo>
                <a:lnTo>
                  <a:pt x="6849" y="4242"/>
                </a:lnTo>
                <a:lnTo>
                  <a:pt x="6850" y="4242"/>
                </a:lnTo>
                <a:lnTo>
                  <a:pt x="6851" y="4242"/>
                </a:lnTo>
                <a:lnTo>
                  <a:pt x="6852" y="4242"/>
                </a:lnTo>
                <a:lnTo>
                  <a:pt x="6853" y="4242"/>
                </a:lnTo>
                <a:lnTo>
                  <a:pt x="6854" y="4242"/>
                </a:lnTo>
                <a:lnTo>
                  <a:pt x="6855" y="4242"/>
                </a:lnTo>
                <a:lnTo>
                  <a:pt x="6856" y="4242"/>
                </a:lnTo>
                <a:lnTo>
                  <a:pt x="6857" y="4242"/>
                </a:lnTo>
                <a:lnTo>
                  <a:pt x="6858" y="4242"/>
                </a:lnTo>
                <a:lnTo>
                  <a:pt x="6859" y="4242"/>
                </a:lnTo>
                <a:lnTo>
                  <a:pt x="6860" y="4242"/>
                </a:lnTo>
                <a:lnTo>
                  <a:pt x="6861" y="4242"/>
                </a:lnTo>
                <a:lnTo>
                  <a:pt x="6862" y="4242"/>
                </a:lnTo>
                <a:lnTo>
                  <a:pt x="6863" y="4242"/>
                </a:lnTo>
                <a:lnTo>
                  <a:pt x="6864" y="4242"/>
                </a:lnTo>
                <a:lnTo>
                  <a:pt x="6865" y="4242"/>
                </a:lnTo>
                <a:lnTo>
                  <a:pt x="6866" y="4242"/>
                </a:lnTo>
                <a:lnTo>
                  <a:pt x="6867" y="4242"/>
                </a:lnTo>
                <a:lnTo>
                  <a:pt x="6868" y="4242"/>
                </a:lnTo>
                <a:lnTo>
                  <a:pt x="6869" y="4242"/>
                </a:lnTo>
                <a:lnTo>
                  <a:pt x="6870" y="4242"/>
                </a:lnTo>
                <a:lnTo>
                  <a:pt x="6871" y="4242"/>
                </a:lnTo>
                <a:lnTo>
                  <a:pt x="6872" y="4242"/>
                </a:lnTo>
                <a:lnTo>
                  <a:pt x="6873" y="4242"/>
                </a:lnTo>
                <a:lnTo>
                  <a:pt x="6874" y="4242"/>
                </a:lnTo>
                <a:lnTo>
                  <a:pt x="6875" y="4242"/>
                </a:lnTo>
                <a:lnTo>
                  <a:pt x="6876" y="4242"/>
                </a:lnTo>
                <a:lnTo>
                  <a:pt x="6877" y="4242"/>
                </a:lnTo>
                <a:lnTo>
                  <a:pt x="6878" y="4242"/>
                </a:lnTo>
                <a:lnTo>
                  <a:pt x="6879" y="4242"/>
                </a:lnTo>
                <a:lnTo>
                  <a:pt x="6880" y="4242"/>
                </a:lnTo>
                <a:lnTo>
                  <a:pt x="6881" y="4242"/>
                </a:lnTo>
                <a:lnTo>
                  <a:pt x="6882" y="4242"/>
                </a:lnTo>
                <a:lnTo>
                  <a:pt x="6883" y="4242"/>
                </a:lnTo>
                <a:lnTo>
                  <a:pt x="6884" y="4242"/>
                </a:lnTo>
                <a:lnTo>
                  <a:pt x="6885" y="4242"/>
                </a:lnTo>
                <a:lnTo>
                  <a:pt x="6886" y="4242"/>
                </a:lnTo>
                <a:lnTo>
                  <a:pt x="6887" y="4242"/>
                </a:lnTo>
                <a:lnTo>
                  <a:pt x="6888" y="4242"/>
                </a:lnTo>
                <a:lnTo>
                  <a:pt x="6889" y="4242"/>
                </a:lnTo>
                <a:lnTo>
                  <a:pt x="6890" y="4242"/>
                </a:lnTo>
                <a:lnTo>
                  <a:pt x="6891" y="4242"/>
                </a:lnTo>
                <a:lnTo>
                  <a:pt x="6892" y="4242"/>
                </a:lnTo>
                <a:lnTo>
                  <a:pt x="6893" y="4242"/>
                </a:lnTo>
                <a:lnTo>
                  <a:pt x="6894" y="4242"/>
                </a:lnTo>
                <a:lnTo>
                  <a:pt x="6895" y="4242"/>
                </a:lnTo>
                <a:lnTo>
                  <a:pt x="6896" y="4242"/>
                </a:lnTo>
                <a:lnTo>
                  <a:pt x="6897" y="4242"/>
                </a:lnTo>
                <a:lnTo>
                  <a:pt x="6898" y="4242"/>
                </a:lnTo>
                <a:lnTo>
                  <a:pt x="6899" y="4242"/>
                </a:lnTo>
                <a:lnTo>
                  <a:pt x="6900" y="4242"/>
                </a:lnTo>
                <a:lnTo>
                  <a:pt x="6901" y="4242"/>
                </a:lnTo>
                <a:lnTo>
                  <a:pt x="6902" y="4242"/>
                </a:lnTo>
                <a:lnTo>
                  <a:pt x="6903" y="4242"/>
                </a:lnTo>
                <a:lnTo>
                  <a:pt x="6904" y="4242"/>
                </a:lnTo>
                <a:lnTo>
                  <a:pt x="6905" y="4242"/>
                </a:lnTo>
                <a:lnTo>
                  <a:pt x="6906" y="4242"/>
                </a:lnTo>
                <a:lnTo>
                  <a:pt x="6907" y="4242"/>
                </a:lnTo>
                <a:lnTo>
                  <a:pt x="6908" y="4242"/>
                </a:lnTo>
                <a:lnTo>
                  <a:pt x="6909" y="4242"/>
                </a:lnTo>
                <a:lnTo>
                  <a:pt x="6910" y="4242"/>
                </a:lnTo>
                <a:lnTo>
                  <a:pt x="6911" y="4242"/>
                </a:lnTo>
                <a:lnTo>
                  <a:pt x="6912" y="4242"/>
                </a:lnTo>
                <a:lnTo>
                  <a:pt x="6913" y="4242"/>
                </a:lnTo>
                <a:lnTo>
                  <a:pt x="6914" y="4242"/>
                </a:lnTo>
                <a:lnTo>
                  <a:pt x="6915" y="4242"/>
                </a:lnTo>
                <a:lnTo>
                  <a:pt x="6916" y="4242"/>
                </a:lnTo>
                <a:lnTo>
                  <a:pt x="6917" y="4242"/>
                </a:lnTo>
                <a:lnTo>
                  <a:pt x="6918" y="4242"/>
                </a:lnTo>
                <a:lnTo>
                  <a:pt x="6919" y="4242"/>
                </a:lnTo>
                <a:lnTo>
                  <a:pt x="6920" y="4242"/>
                </a:lnTo>
                <a:lnTo>
                  <a:pt x="6921" y="4242"/>
                </a:lnTo>
                <a:lnTo>
                  <a:pt x="6922" y="4242"/>
                </a:lnTo>
                <a:lnTo>
                  <a:pt x="6923" y="4242"/>
                </a:lnTo>
                <a:lnTo>
                  <a:pt x="6924" y="4242"/>
                </a:lnTo>
                <a:lnTo>
                  <a:pt x="6925" y="4242"/>
                </a:lnTo>
                <a:lnTo>
                  <a:pt x="6926" y="4242"/>
                </a:lnTo>
                <a:lnTo>
                  <a:pt x="6927" y="4242"/>
                </a:lnTo>
                <a:lnTo>
                  <a:pt x="6928" y="4242"/>
                </a:lnTo>
                <a:lnTo>
                  <a:pt x="6929" y="4242"/>
                </a:lnTo>
                <a:lnTo>
                  <a:pt x="6930" y="4242"/>
                </a:lnTo>
                <a:lnTo>
                  <a:pt x="6931" y="4242"/>
                </a:lnTo>
                <a:lnTo>
                  <a:pt x="6932" y="4242"/>
                </a:lnTo>
                <a:lnTo>
                  <a:pt x="6933" y="4242"/>
                </a:lnTo>
                <a:lnTo>
                  <a:pt x="6934" y="4242"/>
                </a:lnTo>
                <a:lnTo>
                  <a:pt x="6935" y="4242"/>
                </a:lnTo>
                <a:lnTo>
                  <a:pt x="6936" y="4242"/>
                </a:lnTo>
                <a:lnTo>
                  <a:pt x="6937" y="4242"/>
                </a:lnTo>
                <a:lnTo>
                  <a:pt x="6938" y="4242"/>
                </a:lnTo>
                <a:lnTo>
                  <a:pt x="6939" y="4242"/>
                </a:lnTo>
                <a:lnTo>
                  <a:pt x="6940" y="4242"/>
                </a:lnTo>
                <a:lnTo>
                  <a:pt x="6941" y="4242"/>
                </a:lnTo>
                <a:lnTo>
                  <a:pt x="6942" y="4242"/>
                </a:lnTo>
                <a:lnTo>
                  <a:pt x="6943" y="4242"/>
                </a:lnTo>
                <a:lnTo>
                  <a:pt x="6944" y="4242"/>
                </a:lnTo>
                <a:lnTo>
                  <a:pt x="6945" y="4242"/>
                </a:lnTo>
                <a:lnTo>
                  <a:pt x="6946" y="4242"/>
                </a:lnTo>
                <a:lnTo>
                  <a:pt x="6947" y="4242"/>
                </a:lnTo>
                <a:lnTo>
                  <a:pt x="6948" y="4242"/>
                </a:lnTo>
                <a:lnTo>
                  <a:pt x="6949" y="4242"/>
                </a:lnTo>
                <a:lnTo>
                  <a:pt x="6950" y="4242"/>
                </a:lnTo>
                <a:lnTo>
                  <a:pt x="6951" y="4242"/>
                </a:lnTo>
                <a:lnTo>
                  <a:pt x="6952" y="4242"/>
                </a:lnTo>
                <a:lnTo>
                  <a:pt x="6953" y="4242"/>
                </a:lnTo>
                <a:lnTo>
                  <a:pt x="6954" y="4242"/>
                </a:lnTo>
                <a:lnTo>
                  <a:pt x="6955" y="4242"/>
                </a:lnTo>
                <a:lnTo>
                  <a:pt x="6956" y="4242"/>
                </a:lnTo>
                <a:lnTo>
                  <a:pt x="6957" y="4242"/>
                </a:lnTo>
                <a:lnTo>
                  <a:pt x="6958" y="4242"/>
                </a:lnTo>
                <a:lnTo>
                  <a:pt x="6959" y="4242"/>
                </a:lnTo>
                <a:lnTo>
                  <a:pt x="6960" y="4242"/>
                </a:lnTo>
                <a:lnTo>
                  <a:pt x="6961" y="4242"/>
                </a:lnTo>
                <a:lnTo>
                  <a:pt x="6962" y="4242"/>
                </a:lnTo>
                <a:lnTo>
                  <a:pt x="6963" y="4242"/>
                </a:lnTo>
                <a:lnTo>
                  <a:pt x="6964" y="4242"/>
                </a:lnTo>
                <a:lnTo>
                  <a:pt x="6965" y="4242"/>
                </a:lnTo>
                <a:lnTo>
                  <a:pt x="6966" y="4242"/>
                </a:lnTo>
                <a:lnTo>
                  <a:pt x="6967" y="4242"/>
                </a:lnTo>
                <a:lnTo>
                  <a:pt x="6968" y="4242"/>
                </a:lnTo>
                <a:lnTo>
                  <a:pt x="6969" y="4242"/>
                </a:lnTo>
                <a:lnTo>
                  <a:pt x="6970" y="4242"/>
                </a:lnTo>
                <a:lnTo>
                  <a:pt x="6971" y="4242"/>
                </a:lnTo>
                <a:lnTo>
                  <a:pt x="6972" y="4242"/>
                </a:lnTo>
                <a:lnTo>
                  <a:pt x="6973" y="4242"/>
                </a:lnTo>
                <a:lnTo>
                  <a:pt x="6974" y="4242"/>
                </a:lnTo>
                <a:lnTo>
                  <a:pt x="6975" y="4242"/>
                </a:lnTo>
                <a:lnTo>
                  <a:pt x="6976" y="4242"/>
                </a:lnTo>
                <a:lnTo>
                  <a:pt x="6977" y="4242"/>
                </a:lnTo>
                <a:lnTo>
                  <a:pt x="6978" y="4242"/>
                </a:lnTo>
                <a:lnTo>
                  <a:pt x="6979" y="4242"/>
                </a:lnTo>
                <a:lnTo>
                  <a:pt x="6980" y="4242"/>
                </a:lnTo>
                <a:lnTo>
                  <a:pt x="6981" y="4242"/>
                </a:lnTo>
                <a:lnTo>
                  <a:pt x="6982" y="4242"/>
                </a:lnTo>
                <a:lnTo>
                  <a:pt x="6983" y="4242"/>
                </a:lnTo>
                <a:lnTo>
                  <a:pt x="6984" y="4242"/>
                </a:lnTo>
                <a:lnTo>
                  <a:pt x="6985" y="4242"/>
                </a:lnTo>
                <a:lnTo>
                  <a:pt x="6986" y="4242"/>
                </a:lnTo>
                <a:lnTo>
                  <a:pt x="6987" y="4242"/>
                </a:lnTo>
                <a:lnTo>
                  <a:pt x="6988" y="4242"/>
                </a:lnTo>
                <a:lnTo>
                  <a:pt x="6989" y="4242"/>
                </a:lnTo>
                <a:lnTo>
                  <a:pt x="6990" y="4242"/>
                </a:lnTo>
                <a:lnTo>
                  <a:pt x="6991" y="4242"/>
                </a:lnTo>
                <a:lnTo>
                  <a:pt x="6992" y="4242"/>
                </a:lnTo>
                <a:lnTo>
                  <a:pt x="6993" y="4242"/>
                </a:lnTo>
                <a:lnTo>
                  <a:pt x="6994" y="4242"/>
                </a:lnTo>
                <a:lnTo>
                  <a:pt x="6995" y="4242"/>
                </a:lnTo>
                <a:lnTo>
                  <a:pt x="6996" y="4242"/>
                </a:lnTo>
                <a:lnTo>
                  <a:pt x="6997" y="4242"/>
                </a:lnTo>
                <a:lnTo>
                  <a:pt x="6998" y="4242"/>
                </a:lnTo>
                <a:lnTo>
                  <a:pt x="6999" y="4242"/>
                </a:lnTo>
                <a:lnTo>
                  <a:pt x="7000" y="4242"/>
                </a:lnTo>
                <a:lnTo>
                  <a:pt x="7001" y="4242"/>
                </a:lnTo>
                <a:lnTo>
                  <a:pt x="7002" y="4242"/>
                </a:lnTo>
                <a:lnTo>
                  <a:pt x="7003" y="4242"/>
                </a:lnTo>
                <a:lnTo>
                  <a:pt x="7004" y="4242"/>
                </a:lnTo>
                <a:lnTo>
                  <a:pt x="7005" y="4242"/>
                </a:lnTo>
                <a:lnTo>
                  <a:pt x="7006" y="4242"/>
                </a:lnTo>
                <a:lnTo>
                  <a:pt x="7007" y="4242"/>
                </a:lnTo>
                <a:lnTo>
                  <a:pt x="7008" y="4242"/>
                </a:lnTo>
                <a:lnTo>
                  <a:pt x="7009" y="4242"/>
                </a:lnTo>
                <a:lnTo>
                  <a:pt x="7010" y="4242"/>
                </a:lnTo>
                <a:lnTo>
                  <a:pt x="7011" y="4242"/>
                </a:lnTo>
                <a:lnTo>
                  <a:pt x="7012" y="4242"/>
                </a:lnTo>
                <a:lnTo>
                  <a:pt x="7013" y="4242"/>
                </a:lnTo>
                <a:lnTo>
                  <a:pt x="7014" y="4242"/>
                </a:lnTo>
                <a:lnTo>
                  <a:pt x="7015" y="4242"/>
                </a:lnTo>
                <a:lnTo>
                  <a:pt x="7016" y="4242"/>
                </a:lnTo>
                <a:lnTo>
                  <a:pt x="7017" y="4242"/>
                </a:lnTo>
                <a:lnTo>
                  <a:pt x="7018" y="4242"/>
                </a:lnTo>
                <a:lnTo>
                  <a:pt x="7019" y="4242"/>
                </a:lnTo>
                <a:lnTo>
                  <a:pt x="7020" y="4242"/>
                </a:lnTo>
                <a:lnTo>
                  <a:pt x="7021" y="4242"/>
                </a:lnTo>
                <a:lnTo>
                  <a:pt x="7022" y="4242"/>
                </a:lnTo>
                <a:lnTo>
                  <a:pt x="7023" y="4242"/>
                </a:lnTo>
                <a:lnTo>
                  <a:pt x="7024" y="4242"/>
                </a:lnTo>
                <a:lnTo>
                  <a:pt x="7025" y="4242"/>
                </a:lnTo>
                <a:lnTo>
                  <a:pt x="7026" y="4242"/>
                </a:lnTo>
                <a:lnTo>
                  <a:pt x="7027" y="4242"/>
                </a:lnTo>
                <a:lnTo>
                  <a:pt x="7028" y="4242"/>
                </a:lnTo>
                <a:lnTo>
                  <a:pt x="7029" y="4242"/>
                </a:lnTo>
                <a:lnTo>
                  <a:pt x="7030" y="4242"/>
                </a:lnTo>
                <a:lnTo>
                  <a:pt x="7031" y="4242"/>
                </a:lnTo>
                <a:lnTo>
                  <a:pt x="7032" y="4242"/>
                </a:lnTo>
                <a:lnTo>
                  <a:pt x="7033" y="4242"/>
                </a:lnTo>
                <a:lnTo>
                  <a:pt x="7034" y="4242"/>
                </a:lnTo>
                <a:lnTo>
                  <a:pt x="7035" y="4242"/>
                </a:lnTo>
                <a:lnTo>
                  <a:pt x="7036" y="4242"/>
                </a:lnTo>
                <a:lnTo>
                  <a:pt x="7037" y="4242"/>
                </a:lnTo>
                <a:lnTo>
                  <a:pt x="7038" y="4242"/>
                </a:lnTo>
                <a:lnTo>
                  <a:pt x="7039" y="4242"/>
                </a:lnTo>
                <a:lnTo>
                  <a:pt x="7040" y="4242"/>
                </a:lnTo>
                <a:lnTo>
                  <a:pt x="7041" y="4242"/>
                </a:lnTo>
                <a:lnTo>
                  <a:pt x="7042" y="4242"/>
                </a:lnTo>
                <a:lnTo>
                  <a:pt x="7043" y="4242"/>
                </a:lnTo>
                <a:lnTo>
                  <a:pt x="7044" y="4242"/>
                </a:lnTo>
                <a:lnTo>
                  <a:pt x="7045" y="4242"/>
                </a:lnTo>
                <a:lnTo>
                  <a:pt x="7046" y="4242"/>
                </a:lnTo>
                <a:lnTo>
                  <a:pt x="7047" y="4242"/>
                </a:lnTo>
                <a:lnTo>
                  <a:pt x="7048" y="4242"/>
                </a:lnTo>
                <a:lnTo>
                  <a:pt x="7049" y="4242"/>
                </a:lnTo>
                <a:lnTo>
                  <a:pt x="7050" y="4242"/>
                </a:lnTo>
                <a:lnTo>
                  <a:pt x="7051" y="4242"/>
                </a:lnTo>
                <a:lnTo>
                  <a:pt x="7052" y="4242"/>
                </a:lnTo>
                <a:lnTo>
                  <a:pt x="7053" y="4242"/>
                </a:lnTo>
                <a:lnTo>
                  <a:pt x="7054" y="4242"/>
                </a:lnTo>
                <a:lnTo>
                  <a:pt x="7055" y="4242"/>
                </a:lnTo>
                <a:lnTo>
                  <a:pt x="7056" y="4242"/>
                </a:lnTo>
                <a:lnTo>
                  <a:pt x="7057" y="4242"/>
                </a:lnTo>
                <a:lnTo>
                  <a:pt x="7058" y="4242"/>
                </a:lnTo>
                <a:lnTo>
                  <a:pt x="7059" y="4242"/>
                </a:lnTo>
                <a:lnTo>
                  <a:pt x="7060" y="4242"/>
                </a:lnTo>
                <a:lnTo>
                  <a:pt x="7061" y="4242"/>
                </a:lnTo>
                <a:lnTo>
                  <a:pt x="7062" y="4242"/>
                </a:lnTo>
                <a:lnTo>
                  <a:pt x="7063" y="4242"/>
                </a:lnTo>
                <a:lnTo>
                  <a:pt x="7064" y="4242"/>
                </a:lnTo>
                <a:lnTo>
                  <a:pt x="7065" y="4242"/>
                </a:lnTo>
                <a:lnTo>
                  <a:pt x="7066" y="4242"/>
                </a:lnTo>
                <a:lnTo>
                  <a:pt x="7067" y="4242"/>
                </a:lnTo>
                <a:lnTo>
                  <a:pt x="7068" y="4242"/>
                </a:lnTo>
                <a:lnTo>
                  <a:pt x="7069" y="4242"/>
                </a:lnTo>
                <a:lnTo>
                  <a:pt x="7070" y="4242"/>
                </a:lnTo>
                <a:lnTo>
                  <a:pt x="7071" y="4242"/>
                </a:lnTo>
                <a:lnTo>
                  <a:pt x="7072" y="4242"/>
                </a:lnTo>
                <a:lnTo>
                  <a:pt x="7073" y="4242"/>
                </a:lnTo>
                <a:lnTo>
                  <a:pt x="7074" y="4242"/>
                </a:lnTo>
                <a:lnTo>
                  <a:pt x="7075" y="4242"/>
                </a:lnTo>
                <a:lnTo>
                  <a:pt x="7076" y="4242"/>
                </a:lnTo>
                <a:lnTo>
                  <a:pt x="7077" y="4242"/>
                </a:lnTo>
                <a:lnTo>
                  <a:pt x="7078" y="4242"/>
                </a:lnTo>
                <a:lnTo>
                  <a:pt x="7079" y="4242"/>
                </a:lnTo>
                <a:lnTo>
                  <a:pt x="7080" y="4242"/>
                </a:lnTo>
                <a:lnTo>
                  <a:pt x="7081" y="4242"/>
                </a:lnTo>
                <a:lnTo>
                  <a:pt x="7082" y="4242"/>
                </a:lnTo>
                <a:lnTo>
                  <a:pt x="7083" y="4242"/>
                </a:lnTo>
                <a:lnTo>
                  <a:pt x="7084" y="4242"/>
                </a:lnTo>
                <a:lnTo>
                  <a:pt x="7085" y="4242"/>
                </a:lnTo>
                <a:lnTo>
                  <a:pt x="7086" y="4242"/>
                </a:lnTo>
                <a:lnTo>
                  <a:pt x="7087" y="4242"/>
                </a:lnTo>
                <a:lnTo>
                  <a:pt x="7088" y="4242"/>
                </a:lnTo>
                <a:lnTo>
                  <a:pt x="7089" y="4242"/>
                </a:lnTo>
                <a:lnTo>
                  <a:pt x="7090" y="4242"/>
                </a:lnTo>
                <a:lnTo>
                  <a:pt x="7091" y="4242"/>
                </a:lnTo>
                <a:lnTo>
                  <a:pt x="7092" y="4242"/>
                </a:lnTo>
                <a:lnTo>
                  <a:pt x="7093" y="4242"/>
                </a:lnTo>
                <a:lnTo>
                  <a:pt x="7094" y="4242"/>
                </a:lnTo>
                <a:lnTo>
                  <a:pt x="7095" y="4242"/>
                </a:lnTo>
                <a:lnTo>
                  <a:pt x="7096" y="4242"/>
                </a:lnTo>
                <a:lnTo>
                  <a:pt x="7097" y="4242"/>
                </a:lnTo>
                <a:lnTo>
                  <a:pt x="7098" y="4242"/>
                </a:lnTo>
                <a:lnTo>
                  <a:pt x="7099" y="4242"/>
                </a:lnTo>
                <a:lnTo>
                  <a:pt x="7100" y="4242"/>
                </a:lnTo>
                <a:lnTo>
                  <a:pt x="7101" y="4242"/>
                </a:lnTo>
                <a:lnTo>
                  <a:pt x="7102" y="4242"/>
                </a:lnTo>
                <a:lnTo>
                  <a:pt x="7103" y="4242"/>
                </a:lnTo>
                <a:lnTo>
                  <a:pt x="7104" y="4242"/>
                </a:lnTo>
                <a:lnTo>
                  <a:pt x="7105" y="4242"/>
                </a:lnTo>
                <a:lnTo>
                  <a:pt x="7106" y="4242"/>
                </a:lnTo>
                <a:lnTo>
                  <a:pt x="7107" y="4242"/>
                </a:lnTo>
                <a:lnTo>
                  <a:pt x="7108" y="4242"/>
                </a:lnTo>
                <a:lnTo>
                  <a:pt x="7109" y="4242"/>
                </a:lnTo>
                <a:lnTo>
                  <a:pt x="7110" y="4242"/>
                </a:lnTo>
                <a:lnTo>
                  <a:pt x="7111" y="4242"/>
                </a:lnTo>
                <a:lnTo>
                  <a:pt x="7112" y="4242"/>
                </a:lnTo>
                <a:lnTo>
                  <a:pt x="7113" y="4242"/>
                </a:lnTo>
                <a:lnTo>
                  <a:pt x="7114" y="4242"/>
                </a:lnTo>
                <a:lnTo>
                  <a:pt x="7115" y="4242"/>
                </a:lnTo>
                <a:lnTo>
                  <a:pt x="7116" y="4242"/>
                </a:lnTo>
                <a:lnTo>
                  <a:pt x="7117" y="4242"/>
                </a:lnTo>
                <a:lnTo>
                  <a:pt x="7118" y="4242"/>
                </a:lnTo>
                <a:lnTo>
                  <a:pt x="7119" y="4242"/>
                </a:lnTo>
                <a:lnTo>
                  <a:pt x="7120" y="4242"/>
                </a:lnTo>
                <a:lnTo>
                  <a:pt x="7121" y="4242"/>
                </a:lnTo>
                <a:lnTo>
                  <a:pt x="7122" y="4242"/>
                </a:lnTo>
                <a:lnTo>
                  <a:pt x="7123" y="4242"/>
                </a:lnTo>
                <a:lnTo>
                  <a:pt x="7124" y="4242"/>
                </a:lnTo>
                <a:lnTo>
                  <a:pt x="7125" y="4242"/>
                </a:lnTo>
                <a:lnTo>
                  <a:pt x="7126" y="4242"/>
                </a:lnTo>
                <a:lnTo>
                  <a:pt x="7127" y="4242"/>
                </a:lnTo>
                <a:lnTo>
                  <a:pt x="7128" y="4242"/>
                </a:lnTo>
                <a:lnTo>
                  <a:pt x="7129" y="4242"/>
                </a:lnTo>
                <a:lnTo>
                  <a:pt x="7130" y="4242"/>
                </a:lnTo>
                <a:lnTo>
                  <a:pt x="7131" y="4242"/>
                </a:lnTo>
                <a:lnTo>
                  <a:pt x="7132" y="4242"/>
                </a:lnTo>
                <a:lnTo>
                  <a:pt x="7133" y="4242"/>
                </a:lnTo>
                <a:lnTo>
                  <a:pt x="7134" y="4242"/>
                </a:lnTo>
                <a:lnTo>
                  <a:pt x="7135" y="4242"/>
                </a:lnTo>
                <a:lnTo>
                  <a:pt x="7136" y="4242"/>
                </a:lnTo>
                <a:lnTo>
                  <a:pt x="7137" y="4242"/>
                </a:lnTo>
                <a:lnTo>
                  <a:pt x="7138" y="4242"/>
                </a:lnTo>
                <a:lnTo>
                  <a:pt x="7139" y="4242"/>
                </a:lnTo>
                <a:lnTo>
                  <a:pt x="7140" y="4242"/>
                </a:lnTo>
                <a:lnTo>
                  <a:pt x="7141" y="4242"/>
                </a:lnTo>
                <a:lnTo>
                  <a:pt x="7142" y="4242"/>
                </a:lnTo>
                <a:lnTo>
                  <a:pt x="7143" y="4242"/>
                </a:lnTo>
                <a:lnTo>
                  <a:pt x="7144" y="4242"/>
                </a:lnTo>
                <a:lnTo>
                  <a:pt x="7145" y="4242"/>
                </a:lnTo>
                <a:lnTo>
                  <a:pt x="7146" y="4242"/>
                </a:lnTo>
                <a:lnTo>
                  <a:pt x="7147" y="4242"/>
                </a:lnTo>
                <a:lnTo>
                  <a:pt x="7148" y="4242"/>
                </a:lnTo>
                <a:lnTo>
                  <a:pt x="7149" y="4242"/>
                </a:lnTo>
                <a:lnTo>
                  <a:pt x="7150" y="4242"/>
                </a:lnTo>
                <a:lnTo>
                  <a:pt x="7151" y="4242"/>
                </a:lnTo>
                <a:lnTo>
                  <a:pt x="7152" y="4242"/>
                </a:lnTo>
                <a:lnTo>
                  <a:pt x="7153" y="4242"/>
                </a:lnTo>
                <a:lnTo>
                  <a:pt x="7154" y="4242"/>
                </a:lnTo>
                <a:lnTo>
                  <a:pt x="7155" y="4242"/>
                </a:lnTo>
                <a:lnTo>
                  <a:pt x="7156" y="4242"/>
                </a:lnTo>
                <a:lnTo>
                  <a:pt x="7157" y="4242"/>
                </a:lnTo>
                <a:lnTo>
                  <a:pt x="7158" y="4242"/>
                </a:lnTo>
                <a:lnTo>
                  <a:pt x="7159" y="4242"/>
                </a:lnTo>
                <a:lnTo>
                  <a:pt x="7160" y="4242"/>
                </a:lnTo>
                <a:lnTo>
                  <a:pt x="7161" y="4242"/>
                </a:lnTo>
                <a:lnTo>
                  <a:pt x="7162" y="4242"/>
                </a:lnTo>
                <a:lnTo>
                  <a:pt x="7163" y="4242"/>
                </a:lnTo>
                <a:lnTo>
                  <a:pt x="7164" y="4242"/>
                </a:lnTo>
                <a:lnTo>
                  <a:pt x="7165" y="4242"/>
                </a:lnTo>
                <a:lnTo>
                  <a:pt x="7166" y="4242"/>
                </a:lnTo>
                <a:lnTo>
                  <a:pt x="7167" y="4242"/>
                </a:lnTo>
                <a:lnTo>
                  <a:pt x="7168" y="4242"/>
                </a:lnTo>
                <a:lnTo>
                  <a:pt x="7169" y="4242"/>
                </a:lnTo>
                <a:lnTo>
                  <a:pt x="7170" y="4242"/>
                </a:lnTo>
                <a:lnTo>
                  <a:pt x="7171" y="4242"/>
                </a:lnTo>
                <a:lnTo>
                  <a:pt x="7172" y="4242"/>
                </a:lnTo>
                <a:lnTo>
                  <a:pt x="7173" y="4242"/>
                </a:lnTo>
                <a:lnTo>
                  <a:pt x="7174" y="4242"/>
                </a:lnTo>
                <a:lnTo>
                  <a:pt x="7175" y="4242"/>
                </a:lnTo>
                <a:lnTo>
                  <a:pt x="7176" y="4242"/>
                </a:lnTo>
                <a:lnTo>
                  <a:pt x="7177" y="4242"/>
                </a:lnTo>
                <a:lnTo>
                  <a:pt x="7178" y="4242"/>
                </a:lnTo>
                <a:lnTo>
                  <a:pt x="7179" y="4242"/>
                </a:lnTo>
                <a:lnTo>
                  <a:pt x="7180" y="4242"/>
                </a:lnTo>
                <a:lnTo>
                  <a:pt x="7181" y="4242"/>
                </a:lnTo>
                <a:lnTo>
                  <a:pt x="7182" y="4242"/>
                </a:lnTo>
                <a:lnTo>
                  <a:pt x="7183" y="4242"/>
                </a:lnTo>
                <a:lnTo>
                  <a:pt x="7184" y="4242"/>
                </a:lnTo>
                <a:lnTo>
                  <a:pt x="7185" y="4242"/>
                </a:lnTo>
                <a:lnTo>
                  <a:pt x="7186" y="4242"/>
                </a:lnTo>
                <a:lnTo>
                  <a:pt x="7187" y="4242"/>
                </a:lnTo>
                <a:lnTo>
                  <a:pt x="7188" y="4242"/>
                </a:lnTo>
                <a:lnTo>
                  <a:pt x="7189" y="4242"/>
                </a:lnTo>
                <a:lnTo>
                  <a:pt x="7190" y="4242"/>
                </a:lnTo>
                <a:lnTo>
                  <a:pt x="7191" y="4242"/>
                </a:lnTo>
                <a:lnTo>
                  <a:pt x="7192" y="4242"/>
                </a:lnTo>
                <a:lnTo>
                  <a:pt x="7193" y="4242"/>
                </a:lnTo>
                <a:lnTo>
                  <a:pt x="7194" y="4242"/>
                </a:lnTo>
                <a:lnTo>
                  <a:pt x="7195" y="4242"/>
                </a:lnTo>
                <a:lnTo>
                  <a:pt x="7196" y="4242"/>
                </a:lnTo>
                <a:lnTo>
                  <a:pt x="7197" y="4242"/>
                </a:lnTo>
                <a:lnTo>
                  <a:pt x="7198" y="4242"/>
                </a:lnTo>
                <a:lnTo>
                  <a:pt x="7199" y="4242"/>
                </a:lnTo>
                <a:lnTo>
                  <a:pt x="7200" y="4242"/>
                </a:lnTo>
                <a:lnTo>
                  <a:pt x="7201" y="4242"/>
                </a:lnTo>
                <a:lnTo>
                  <a:pt x="7202" y="4242"/>
                </a:lnTo>
                <a:lnTo>
                  <a:pt x="7203" y="4242"/>
                </a:lnTo>
                <a:lnTo>
                  <a:pt x="7204" y="4242"/>
                </a:lnTo>
                <a:lnTo>
                  <a:pt x="7205" y="4242"/>
                </a:lnTo>
                <a:lnTo>
                  <a:pt x="7206" y="4242"/>
                </a:lnTo>
                <a:lnTo>
                  <a:pt x="7207" y="4242"/>
                </a:lnTo>
                <a:lnTo>
                  <a:pt x="7208" y="4242"/>
                </a:lnTo>
                <a:lnTo>
                  <a:pt x="7209" y="4242"/>
                </a:lnTo>
                <a:lnTo>
                  <a:pt x="7210" y="4242"/>
                </a:lnTo>
                <a:lnTo>
                  <a:pt x="7211" y="4242"/>
                </a:lnTo>
                <a:lnTo>
                  <a:pt x="7212" y="4242"/>
                </a:lnTo>
                <a:lnTo>
                  <a:pt x="7213" y="4242"/>
                </a:lnTo>
                <a:lnTo>
                  <a:pt x="7214" y="4242"/>
                </a:lnTo>
                <a:lnTo>
                  <a:pt x="7215" y="4242"/>
                </a:lnTo>
                <a:lnTo>
                  <a:pt x="7216" y="4242"/>
                </a:lnTo>
                <a:lnTo>
                  <a:pt x="7217" y="4242"/>
                </a:lnTo>
                <a:lnTo>
                  <a:pt x="7218" y="4242"/>
                </a:lnTo>
                <a:lnTo>
                  <a:pt x="7219" y="4242"/>
                </a:lnTo>
                <a:lnTo>
                  <a:pt x="7220" y="4242"/>
                </a:lnTo>
                <a:lnTo>
                  <a:pt x="7221" y="4242"/>
                </a:lnTo>
                <a:lnTo>
                  <a:pt x="7222" y="4242"/>
                </a:lnTo>
                <a:lnTo>
                  <a:pt x="7223" y="4242"/>
                </a:lnTo>
                <a:lnTo>
                  <a:pt x="7224" y="4242"/>
                </a:lnTo>
                <a:lnTo>
                  <a:pt x="7225" y="4242"/>
                </a:lnTo>
                <a:lnTo>
                  <a:pt x="7226" y="4242"/>
                </a:lnTo>
                <a:lnTo>
                  <a:pt x="7227" y="4242"/>
                </a:lnTo>
                <a:lnTo>
                  <a:pt x="7228" y="4242"/>
                </a:lnTo>
                <a:lnTo>
                  <a:pt x="7229" y="4242"/>
                </a:lnTo>
                <a:lnTo>
                  <a:pt x="7230" y="4242"/>
                </a:lnTo>
                <a:lnTo>
                  <a:pt x="7231" y="4242"/>
                </a:lnTo>
                <a:lnTo>
                  <a:pt x="7232" y="4242"/>
                </a:lnTo>
                <a:lnTo>
                  <a:pt x="7233" y="4242"/>
                </a:lnTo>
                <a:lnTo>
                  <a:pt x="7234" y="4242"/>
                </a:lnTo>
                <a:lnTo>
                  <a:pt x="7235" y="4242"/>
                </a:lnTo>
                <a:lnTo>
                  <a:pt x="7236" y="4242"/>
                </a:lnTo>
                <a:lnTo>
                  <a:pt x="7237" y="4242"/>
                </a:lnTo>
                <a:lnTo>
                  <a:pt x="7238" y="4242"/>
                </a:lnTo>
                <a:lnTo>
                  <a:pt x="7239" y="4242"/>
                </a:lnTo>
                <a:lnTo>
                  <a:pt x="7240" y="4242"/>
                </a:lnTo>
                <a:lnTo>
                  <a:pt x="7241" y="4242"/>
                </a:lnTo>
                <a:lnTo>
                  <a:pt x="7242" y="4242"/>
                </a:lnTo>
                <a:lnTo>
                  <a:pt x="7243" y="4242"/>
                </a:lnTo>
                <a:lnTo>
                  <a:pt x="7244" y="4242"/>
                </a:lnTo>
                <a:lnTo>
                  <a:pt x="7245" y="4242"/>
                </a:lnTo>
                <a:lnTo>
                  <a:pt x="7246" y="4242"/>
                </a:lnTo>
                <a:lnTo>
                  <a:pt x="7247" y="4242"/>
                </a:lnTo>
                <a:lnTo>
                  <a:pt x="7248" y="4242"/>
                </a:lnTo>
                <a:lnTo>
                  <a:pt x="7249" y="4242"/>
                </a:lnTo>
                <a:lnTo>
                  <a:pt x="7250" y="4242"/>
                </a:lnTo>
                <a:lnTo>
                  <a:pt x="7251" y="4242"/>
                </a:lnTo>
                <a:lnTo>
                  <a:pt x="7252" y="4242"/>
                </a:lnTo>
                <a:lnTo>
                  <a:pt x="7253" y="4242"/>
                </a:lnTo>
                <a:lnTo>
                  <a:pt x="7254" y="4242"/>
                </a:lnTo>
                <a:lnTo>
                  <a:pt x="7255" y="4242"/>
                </a:lnTo>
                <a:lnTo>
                  <a:pt x="7256" y="4242"/>
                </a:lnTo>
                <a:lnTo>
                  <a:pt x="7257" y="4242"/>
                </a:lnTo>
                <a:lnTo>
                  <a:pt x="7258" y="4242"/>
                </a:lnTo>
                <a:lnTo>
                  <a:pt x="7259" y="4242"/>
                </a:lnTo>
                <a:lnTo>
                  <a:pt x="7260" y="4242"/>
                </a:lnTo>
                <a:lnTo>
                  <a:pt x="7261" y="4242"/>
                </a:lnTo>
                <a:lnTo>
                  <a:pt x="7262" y="4242"/>
                </a:lnTo>
                <a:lnTo>
                  <a:pt x="7263" y="4242"/>
                </a:lnTo>
                <a:lnTo>
                  <a:pt x="7264" y="4242"/>
                </a:lnTo>
                <a:lnTo>
                  <a:pt x="7265" y="4242"/>
                </a:lnTo>
                <a:lnTo>
                  <a:pt x="7266" y="4242"/>
                </a:lnTo>
                <a:lnTo>
                  <a:pt x="7267" y="4242"/>
                </a:lnTo>
                <a:lnTo>
                  <a:pt x="7268" y="4242"/>
                </a:lnTo>
                <a:lnTo>
                  <a:pt x="7269" y="4242"/>
                </a:lnTo>
                <a:lnTo>
                  <a:pt x="7270" y="4242"/>
                </a:lnTo>
                <a:lnTo>
                  <a:pt x="7271" y="4242"/>
                </a:lnTo>
                <a:lnTo>
                  <a:pt x="7272" y="4242"/>
                </a:lnTo>
                <a:lnTo>
                  <a:pt x="7273" y="4242"/>
                </a:lnTo>
                <a:lnTo>
                  <a:pt x="7274" y="4242"/>
                </a:lnTo>
                <a:lnTo>
                  <a:pt x="7275" y="4242"/>
                </a:lnTo>
                <a:lnTo>
                  <a:pt x="7276" y="4242"/>
                </a:lnTo>
                <a:lnTo>
                  <a:pt x="7277" y="4242"/>
                </a:lnTo>
                <a:lnTo>
                  <a:pt x="7278" y="4242"/>
                </a:lnTo>
                <a:lnTo>
                  <a:pt x="7279" y="4242"/>
                </a:lnTo>
                <a:lnTo>
                  <a:pt x="7280" y="4242"/>
                </a:lnTo>
                <a:lnTo>
                  <a:pt x="7281" y="4242"/>
                </a:lnTo>
                <a:lnTo>
                  <a:pt x="7282" y="4242"/>
                </a:lnTo>
                <a:lnTo>
                  <a:pt x="7283" y="4242"/>
                </a:lnTo>
                <a:lnTo>
                  <a:pt x="7284" y="4242"/>
                </a:lnTo>
                <a:lnTo>
                  <a:pt x="7285" y="4242"/>
                </a:lnTo>
                <a:lnTo>
                  <a:pt x="7286" y="4242"/>
                </a:lnTo>
                <a:lnTo>
                  <a:pt x="7287" y="4242"/>
                </a:lnTo>
                <a:lnTo>
                  <a:pt x="7288" y="4242"/>
                </a:lnTo>
                <a:lnTo>
                  <a:pt x="7289" y="4242"/>
                </a:lnTo>
                <a:lnTo>
                  <a:pt x="7290" y="4242"/>
                </a:lnTo>
                <a:lnTo>
                  <a:pt x="7291" y="4242"/>
                </a:lnTo>
                <a:lnTo>
                  <a:pt x="7292" y="4242"/>
                </a:lnTo>
                <a:lnTo>
                  <a:pt x="7293" y="4242"/>
                </a:lnTo>
                <a:lnTo>
                  <a:pt x="7294" y="4242"/>
                </a:lnTo>
                <a:lnTo>
                  <a:pt x="7295" y="4242"/>
                </a:lnTo>
                <a:lnTo>
                  <a:pt x="7296" y="4242"/>
                </a:lnTo>
                <a:lnTo>
                  <a:pt x="7297" y="4242"/>
                </a:lnTo>
                <a:lnTo>
                  <a:pt x="7298" y="4242"/>
                </a:lnTo>
                <a:lnTo>
                  <a:pt x="7299" y="4242"/>
                </a:lnTo>
                <a:lnTo>
                  <a:pt x="7300" y="4242"/>
                </a:lnTo>
                <a:lnTo>
                  <a:pt x="7301" y="4242"/>
                </a:lnTo>
                <a:lnTo>
                  <a:pt x="7302" y="4242"/>
                </a:lnTo>
                <a:lnTo>
                  <a:pt x="7303" y="4242"/>
                </a:lnTo>
                <a:lnTo>
                  <a:pt x="7304" y="4242"/>
                </a:lnTo>
                <a:lnTo>
                  <a:pt x="7305" y="4242"/>
                </a:lnTo>
                <a:lnTo>
                  <a:pt x="7306" y="4242"/>
                </a:lnTo>
                <a:lnTo>
                  <a:pt x="7307" y="4242"/>
                </a:lnTo>
                <a:lnTo>
                  <a:pt x="7308" y="4242"/>
                </a:lnTo>
                <a:lnTo>
                  <a:pt x="7309" y="4242"/>
                </a:lnTo>
                <a:lnTo>
                  <a:pt x="7310" y="4242"/>
                </a:lnTo>
                <a:lnTo>
                  <a:pt x="7311" y="4242"/>
                </a:lnTo>
                <a:lnTo>
                  <a:pt x="7312" y="4242"/>
                </a:lnTo>
                <a:lnTo>
                  <a:pt x="7313" y="4242"/>
                </a:lnTo>
                <a:lnTo>
                  <a:pt x="7314" y="4242"/>
                </a:lnTo>
                <a:lnTo>
                  <a:pt x="7315" y="4242"/>
                </a:lnTo>
                <a:lnTo>
                  <a:pt x="7316" y="4242"/>
                </a:lnTo>
                <a:lnTo>
                  <a:pt x="7317" y="4242"/>
                </a:lnTo>
                <a:lnTo>
                  <a:pt x="7318" y="4242"/>
                </a:lnTo>
                <a:lnTo>
                  <a:pt x="7319" y="4242"/>
                </a:lnTo>
                <a:lnTo>
                  <a:pt x="7320" y="4242"/>
                </a:lnTo>
                <a:lnTo>
                  <a:pt x="7321" y="4242"/>
                </a:lnTo>
                <a:lnTo>
                  <a:pt x="7322" y="4242"/>
                </a:lnTo>
                <a:lnTo>
                  <a:pt x="7323" y="4242"/>
                </a:lnTo>
                <a:lnTo>
                  <a:pt x="7324" y="4242"/>
                </a:lnTo>
                <a:lnTo>
                  <a:pt x="7325" y="4242"/>
                </a:lnTo>
                <a:lnTo>
                  <a:pt x="7326" y="4242"/>
                </a:lnTo>
                <a:lnTo>
                  <a:pt x="7327" y="4242"/>
                </a:lnTo>
                <a:lnTo>
                  <a:pt x="7328" y="4242"/>
                </a:lnTo>
                <a:lnTo>
                  <a:pt x="7329" y="4242"/>
                </a:lnTo>
                <a:lnTo>
                  <a:pt x="7330" y="4242"/>
                </a:lnTo>
                <a:lnTo>
                  <a:pt x="7331" y="4242"/>
                </a:lnTo>
                <a:lnTo>
                  <a:pt x="7332" y="4242"/>
                </a:lnTo>
                <a:lnTo>
                  <a:pt x="7333" y="4242"/>
                </a:lnTo>
                <a:lnTo>
                  <a:pt x="7334" y="4242"/>
                </a:lnTo>
                <a:lnTo>
                  <a:pt x="7335" y="4242"/>
                </a:lnTo>
                <a:lnTo>
                  <a:pt x="7336" y="4242"/>
                </a:lnTo>
                <a:lnTo>
                  <a:pt x="7337" y="4242"/>
                </a:lnTo>
                <a:lnTo>
                  <a:pt x="7338" y="4242"/>
                </a:lnTo>
                <a:lnTo>
                  <a:pt x="7339" y="4242"/>
                </a:lnTo>
                <a:lnTo>
                  <a:pt x="7340" y="4242"/>
                </a:lnTo>
                <a:lnTo>
                  <a:pt x="7341" y="4242"/>
                </a:lnTo>
                <a:lnTo>
                  <a:pt x="7342" y="4242"/>
                </a:lnTo>
                <a:lnTo>
                  <a:pt x="7343" y="4242"/>
                </a:lnTo>
                <a:lnTo>
                  <a:pt x="7344" y="4242"/>
                </a:lnTo>
                <a:lnTo>
                  <a:pt x="7345" y="4242"/>
                </a:lnTo>
                <a:lnTo>
                  <a:pt x="7346" y="4242"/>
                </a:lnTo>
                <a:lnTo>
                  <a:pt x="7347" y="4242"/>
                </a:lnTo>
                <a:lnTo>
                  <a:pt x="7348" y="4242"/>
                </a:lnTo>
                <a:lnTo>
                  <a:pt x="7349" y="4242"/>
                </a:lnTo>
                <a:lnTo>
                  <a:pt x="7350" y="4242"/>
                </a:lnTo>
                <a:lnTo>
                  <a:pt x="7351" y="4242"/>
                </a:lnTo>
                <a:lnTo>
                  <a:pt x="7352" y="4242"/>
                </a:lnTo>
                <a:lnTo>
                  <a:pt x="7353" y="4242"/>
                </a:lnTo>
                <a:lnTo>
                  <a:pt x="7354" y="4242"/>
                </a:lnTo>
                <a:lnTo>
                  <a:pt x="7355" y="4242"/>
                </a:lnTo>
                <a:lnTo>
                  <a:pt x="7356" y="4242"/>
                </a:lnTo>
                <a:lnTo>
                  <a:pt x="7357" y="4242"/>
                </a:lnTo>
                <a:lnTo>
                  <a:pt x="7358" y="4242"/>
                </a:lnTo>
                <a:lnTo>
                  <a:pt x="7359" y="4242"/>
                </a:lnTo>
                <a:lnTo>
                  <a:pt x="7360" y="4242"/>
                </a:lnTo>
                <a:lnTo>
                  <a:pt x="7361" y="4242"/>
                </a:lnTo>
                <a:lnTo>
                  <a:pt x="7362" y="4242"/>
                </a:lnTo>
                <a:lnTo>
                  <a:pt x="7363" y="4242"/>
                </a:lnTo>
                <a:lnTo>
                  <a:pt x="7364" y="4242"/>
                </a:lnTo>
                <a:lnTo>
                  <a:pt x="7365" y="4242"/>
                </a:lnTo>
                <a:lnTo>
                  <a:pt x="7366" y="4242"/>
                </a:lnTo>
                <a:lnTo>
                  <a:pt x="7367" y="4242"/>
                </a:lnTo>
                <a:lnTo>
                  <a:pt x="7368" y="4242"/>
                </a:lnTo>
                <a:lnTo>
                  <a:pt x="7369" y="4242"/>
                </a:lnTo>
                <a:lnTo>
                  <a:pt x="7370" y="4242"/>
                </a:lnTo>
                <a:lnTo>
                  <a:pt x="7371" y="4242"/>
                </a:lnTo>
                <a:lnTo>
                  <a:pt x="7372" y="4242"/>
                </a:lnTo>
                <a:lnTo>
                  <a:pt x="7373" y="4242"/>
                </a:lnTo>
                <a:lnTo>
                  <a:pt x="7374" y="4242"/>
                </a:lnTo>
                <a:lnTo>
                  <a:pt x="7375" y="4242"/>
                </a:lnTo>
                <a:lnTo>
                  <a:pt x="7376" y="4242"/>
                </a:lnTo>
                <a:lnTo>
                  <a:pt x="7377" y="4242"/>
                </a:lnTo>
                <a:lnTo>
                  <a:pt x="7378" y="4242"/>
                </a:lnTo>
                <a:lnTo>
                  <a:pt x="7379" y="4242"/>
                </a:lnTo>
                <a:lnTo>
                  <a:pt x="7380" y="4242"/>
                </a:lnTo>
                <a:lnTo>
                  <a:pt x="7381" y="4242"/>
                </a:lnTo>
                <a:lnTo>
                  <a:pt x="7382" y="4242"/>
                </a:lnTo>
                <a:lnTo>
                  <a:pt x="7383" y="4242"/>
                </a:lnTo>
                <a:lnTo>
                  <a:pt x="7384" y="4242"/>
                </a:lnTo>
                <a:lnTo>
                  <a:pt x="7385" y="4242"/>
                </a:lnTo>
                <a:lnTo>
                  <a:pt x="7386" y="4242"/>
                </a:lnTo>
                <a:lnTo>
                  <a:pt x="7387" y="4242"/>
                </a:lnTo>
                <a:lnTo>
                  <a:pt x="7388" y="4242"/>
                </a:lnTo>
                <a:lnTo>
                  <a:pt x="7389" y="4242"/>
                </a:lnTo>
                <a:lnTo>
                  <a:pt x="7390" y="4242"/>
                </a:lnTo>
                <a:lnTo>
                  <a:pt x="7391" y="4242"/>
                </a:lnTo>
                <a:lnTo>
                  <a:pt x="7392" y="4242"/>
                </a:lnTo>
                <a:lnTo>
                  <a:pt x="7393" y="4242"/>
                </a:lnTo>
                <a:lnTo>
                  <a:pt x="7394" y="4242"/>
                </a:lnTo>
                <a:lnTo>
                  <a:pt x="7395" y="4242"/>
                </a:lnTo>
                <a:lnTo>
                  <a:pt x="7396" y="4242"/>
                </a:lnTo>
                <a:lnTo>
                  <a:pt x="7397" y="4242"/>
                </a:lnTo>
                <a:lnTo>
                  <a:pt x="7398" y="4242"/>
                </a:lnTo>
                <a:lnTo>
                  <a:pt x="7399" y="4242"/>
                </a:lnTo>
                <a:lnTo>
                  <a:pt x="7400" y="4242"/>
                </a:lnTo>
                <a:lnTo>
                  <a:pt x="7401" y="4242"/>
                </a:lnTo>
                <a:lnTo>
                  <a:pt x="7402" y="4242"/>
                </a:lnTo>
                <a:lnTo>
                  <a:pt x="7403" y="4242"/>
                </a:lnTo>
                <a:lnTo>
                  <a:pt x="7404" y="4242"/>
                </a:lnTo>
                <a:lnTo>
                  <a:pt x="7405" y="4242"/>
                </a:lnTo>
                <a:lnTo>
                  <a:pt x="7406" y="4242"/>
                </a:lnTo>
                <a:lnTo>
                  <a:pt x="7407" y="4242"/>
                </a:lnTo>
                <a:lnTo>
                  <a:pt x="7408" y="4242"/>
                </a:lnTo>
                <a:lnTo>
                  <a:pt x="7409" y="4242"/>
                </a:lnTo>
                <a:lnTo>
                  <a:pt x="7410" y="4242"/>
                </a:lnTo>
                <a:lnTo>
                  <a:pt x="7411" y="4242"/>
                </a:lnTo>
                <a:lnTo>
                  <a:pt x="7412" y="4242"/>
                </a:lnTo>
                <a:lnTo>
                  <a:pt x="7413" y="4242"/>
                </a:lnTo>
                <a:lnTo>
                  <a:pt x="7414" y="4242"/>
                </a:lnTo>
                <a:lnTo>
                  <a:pt x="7415" y="4242"/>
                </a:lnTo>
                <a:lnTo>
                  <a:pt x="7416" y="4242"/>
                </a:lnTo>
                <a:lnTo>
                  <a:pt x="7417" y="4242"/>
                </a:lnTo>
                <a:lnTo>
                  <a:pt x="7418" y="4242"/>
                </a:lnTo>
                <a:lnTo>
                  <a:pt x="7419" y="4242"/>
                </a:lnTo>
                <a:lnTo>
                  <a:pt x="7420" y="4242"/>
                </a:lnTo>
                <a:lnTo>
                  <a:pt x="7421" y="4242"/>
                </a:lnTo>
                <a:lnTo>
                  <a:pt x="7422" y="4242"/>
                </a:lnTo>
                <a:lnTo>
                  <a:pt x="7423" y="4242"/>
                </a:lnTo>
                <a:lnTo>
                  <a:pt x="7424" y="4242"/>
                </a:lnTo>
                <a:lnTo>
                  <a:pt x="7425" y="4242"/>
                </a:lnTo>
                <a:lnTo>
                  <a:pt x="7426" y="4242"/>
                </a:lnTo>
                <a:lnTo>
                  <a:pt x="7427" y="4242"/>
                </a:lnTo>
                <a:lnTo>
                  <a:pt x="7428" y="4242"/>
                </a:lnTo>
                <a:lnTo>
                  <a:pt x="7429" y="4242"/>
                </a:lnTo>
                <a:lnTo>
                  <a:pt x="7430" y="4242"/>
                </a:lnTo>
                <a:lnTo>
                  <a:pt x="7431" y="4242"/>
                </a:lnTo>
                <a:lnTo>
                  <a:pt x="7432" y="4242"/>
                </a:lnTo>
                <a:lnTo>
                  <a:pt x="7433" y="4242"/>
                </a:lnTo>
                <a:lnTo>
                  <a:pt x="7434" y="4242"/>
                </a:lnTo>
                <a:lnTo>
                  <a:pt x="7435" y="4242"/>
                </a:lnTo>
                <a:lnTo>
                  <a:pt x="7436" y="4242"/>
                </a:lnTo>
                <a:lnTo>
                  <a:pt x="7437" y="4242"/>
                </a:lnTo>
                <a:lnTo>
                  <a:pt x="7438" y="4242"/>
                </a:lnTo>
                <a:lnTo>
                  <a:pt x="7439" y="4242"/>
                </a:lnTo>
                <a:lnTo>
                  <a:pt x="7440" y="4242"/>
                </a:lnTo>
                <a:lnTo>
                  <a:pt x="7441" y="4242"/>
                </a:lnTo>
                <a:lnTo>
                  <a:pt x="7442" y="4242"/>
                </a:lnTo>
                <a:lnTo>
                  <a:pt x="7443" y="4242"/>
                </a:lnTo>
                <a:lnTo>
                  <a:pt x="7444" y="4242"/>
                </a:lnTo>
                <a:lnTo>
                  <a:pt x="7445" y="4242"/>
                </a:lnTo>
                <a:lnTo>
                  <a:pt x="7446" y="4242"/>
                </a:lnTo>
                <a:lnTo>
                  <a:pt x="7447" y="4242"/>
                </a:lnTo>
                <a:lnTo>
                  <a:pt x="7448" y="4242"/>
                </a:lnTo>
                <a:lnTo>
                  <a:pt x="7449" y="4242"/>
                </a:lnTo>
                <a:lnTo>
                  <a:pt x="7450" y="4242"/>
                </a:lnTo>
                <a:lnTo>
                  <a:pt x="7451" y="4242"/>
                </a:lnTo>
                <a:lnTo>
                  <a:pt x="7452" y="4242"/>
                </a:lnTo>
                <a:lnTo>
                  <a:pt x="7453" y="4242"/>
                </a:lnTo>
                <a:lnTo>
                  <a:pt x="7454" y="4242"/>
                </a:lnTo>
                <a:lnTo>
                  <a:pt x="7455" y="4242"/>
                </a:lnTo>
                <a:lnTo>
                  <a:pt x="7456" y="4242"/>
                </a:lnTo>
                <a:lnTo>
                  <a:pt x="7457" y="4242"/>
                </a:lnTo>
                <a:lnTo>
                  <a:pt x="7458" y="4242"/>
                </a:lnTo>
                <a:lnTo>
                  <a:pt x="7459" y="4242"/>
                </a:lnTo>
                <a:lnTo>
                  <a:pt x="7460" y="4242"/>
                </a:lnTo>
                <a:lnTo>
                  <a:pt x="7461" y="4242"/>
                </a:lnTo>
                <a:lnTo>
                  <a:pt x="7462" y="4242"/>
                </a:lnTo>
                <a:lnTo>
                  <a:pt x="7463" y="4242"/>
                </a:lnTo>
                <a:lnTo>
                  <a:pt x="7464" y="4242"/>
                </a:lnTo>
                <a:lnTo>
                  <a:pt x="7465" y="4242"/>
                </a:lnTo>
                <a:lnTo>
                  <a:pt x="7466" y="4242"/>
                </a:lnTo>
                <a:lnTo>
                  <a:pt x="7467" y="4242"/>
                </a:lnTo>
                <a:lnTo>
                  <a:pt x="7468" y="4242"/>
                </a:lnTo>
                <a:lnTo>
                  <a:pt x="7469" y="4242"/>
                </a:lnTo>
                <a:lnTo>
                  <a:pt x="7470" y="4242"/>
                </a:lnTo>
                <a:lnTo>
                  <a:pt x="7471" y="4242"/>
                </a:lnTo>
                <a:lnTo>
                  <a:pt x="7472" y="4242"/>
                </a:lnTo>
                <a:lnTo>
                  <a:pt x="7473" y="4242"/>
                </a:lnTo>
                <a:lnTo>
                  <a:pt x="7474" y="4242"/>
                </a:lnTo>
                <a:lnTo>
                  <a:pt x="7475" y="4242"/>
                </a:lnTo>
                <a:lnTo>
                  <a:pt x="7476" y="4242"/>
                </a:lnTo>
                <a:lnTo>
                  <a:pt x="7477" y="4242"/>
                </a:lnTo>
                <a:lnTo>
                  <a:pt x="7478" y="4242"/>
                </a:lnTo>
                <a:lnTo>
                  <a:pt x="7479" y="4242"/>
                </a:lnTo>
                <a:lnTo>
                  <a:pt x="7480" y="4242"/>
                </a:lnTo>
                <a:lnTo>
                  <a:pt x="7481" y="4242"/>
                </a:lnTo>
                <a:lnTo>
                  <a:pt x="7482" y="4242"/>
                </a:lnTo>
                <a:lnTo>
                  <a:pt x="7483" y="4242"/>
                </a:lnTo>
                <a:lnTo>
                  <a:pt x="7484" y="4242"/>
                </a:lnTo>
                <a:lnTo>
                  <a:pt x="7485" y="4242"/>
                </a:lnTo>
                <a:lnTo>
                  <a:pt x="7486" y="4242"/>
                </a:lnTo>
                <a:lnTo>
                  <a:pt x="7487" y="4242"/>
                </a:lnTo>
                <a:lnTo>
                  <a:pt x="7488" y="4242"/>
                </a:lnTo>
                <a:lnTo>
                  <a:pt x="7489" y="4242"/>
                </a:lnTo>
                <a:lnTo>
                  <a:pt x="7490" y="4242"/>
                </a:lnTo>
                <a:lnTo>
                  <a:pt x="7491" y="4242"/>
                </a:lnTo>
                <a:lnTo>
                  <a:pt x="7492" y="4242"/>
                </a:lnTo>
                <a:lnTo>
                  <a:pt x="7493" y="4242"/>
                </a:lnTo>
                <a:lnTo>
                  <a:pt x="7494" y="4242"/>
                </a:lnTo>
                <a:lnTo>
                  <a:pt x="7495" y="4242"/>
                </a:lnTo>
                <a:lnTo>
                  <a:pt x="7496" y="4242"/>
                </a:lnTo>
                <a:lnTo>
                  <a:pt x="7497" y="4242"/>
                </a:lnTo>
                <a:lnTo>
                  <a:pt x="7498" y="4242"/>
                </a:lnTo>
                <a:lnTo>
                  <a:pt x="7499" y="4242"/>
                </a:lnTo>
                <a:lnTo>
                  <a:pt x="7500" y="4242"/>
                </a:lnTo>
                <a:lnTo>
                  <a:pt x="7501" y="4242"/>
                </a:lnTo>
                <a:lnTo>
                  <a:pt x="7502" y="4242"/>
                </a:lnTo>
                <a:lnTo>
                  <a:pt x="7503" y="4242"/>
                </a:lnTo>
                <a:lnTo>
                  <a:pt x="7504" y="4242"/>
                </a:lnTo>
                <a:lnTo>
                  <a:pt x="7505" y="4242"/>
                </a:lnTo>
                <a:lnTo>
                  <a:pt x="7506" y="4242"/>
                </a:lnTo>
                <a:lnTo>
                  <a:pt x="7507" y="4242"/>
                </a:lnTo>
                <a:lnTo>
                  <a:pt x="7508" y="4242"/>
                </a:lnTo>
                <a:lnTo>
                  <a:pt x="7509" y="4242"/>
                </a:lnTo>
                <a:lnTo>
                  <a:pt x="7510" y="4242"/>
                </a:lnTo>
                <a:lnTo>
                  <a:pt x="7511" y="4242"/>
                </a:lnTo>
                <a:lnTo>
                  <a:pt x="7512" y="4242"/>
                </a:lnTo>
                <a:lnTo>
                  <a:pt x="7513" y="4242"/>
                </a:lnTo>
                <a:lnTo>
                  <a:pt x="7514" y="4242"/>
                </a:lnTo>
                <a:lnTo>
                  <a:pt x="7515" y="4242"/>
                </a:lnTo>
                <a:lnTo>
                  <a:pt x="7516" y="4242"/>
                </a:lnTo>
                <a:lnTo>
                  <a:pt x="7517" y="4242"/>
                </a:lnTo>
                <a:lnTo>
                  <a:pt x="7518" y="4242"/>
                </a:lnTo>
                <a:lnTo>
                  <a:pt x="7519" y="4242"/>
                </a:lnTo>
                <a:lnTo>
                  <a:pt x="7520" y="4242"/>
                </a:lnTo>
                <a:lnTo>
                  <a:pt x="7521" y="4242"/>
                </a:lnTo>
                <a:lnTo>
                  <a:pt x="7522" y="4242"/>
                </a:lnTo>
                <a:lnTo>
                  <a:pt x="7523" y="4242"/>
                </a:lnTo>
                <a:lnTo>
                  <a:pt x="7524" y="4242"/>
                </a:lnTo>
                <a:lnTo>
                  <a:pt x="7525" y="4242"/>
                </a:lnTo>
                <a:lnTo>
                  <a:pt x="7526" y="4242"/>
                </a:lnTo>
                <a:lnTo>
                  <a:pt x="7527" y="4242"/>
                </a:lnTo>
                <a:lnTo>
                  <a:pt x="7528" y="4242"/>
                </a:lnTo>
                <a:lnTo>
                  <a:pt x="7529" y="4242"/>
                </a:lnTo>
                <a:lnTo>
                  <a:pt x="7530" y="4242"/>
                </a:lnTo>
                <a:lnTo>
                  <a:pt x="7531" y="4242"/>
                </a:lnTo>
                <a:lnTo>
                  <a:pt x="7532" y="4242"/>
                </a:lnTo>
                <a:lnTo>
                  <a:pt x="7533" y="4242"/>
                </a:lnTo>
                <a:lnTo>
                  <a:pt x="7534" y="4242"/>
                </a:lnTo>
                <a:lnTo>
                  <a:pt x="7535" y="4242"/>
                </a:lnTo>
                <a:lnTo>
                  <a:pt x="7536" y="4242"/>
                </a:lnTo>
                <a:lnTo>
                  <a:pt x="7537" y="4242"/>
                </a:lnTo>
                <a:lnTo>
                  <a:pt x="7538" y="4242"/>
                </a:lnTo>
                <a:lnTo>
                  <a:pt x="7539" y="4242"/>
                </a:lnTo>
                <a:lnTo>
                  <a:pt x="7540" y="4242"/>
                </a:lnTo>
                <a:lnTo>
                  <a:pt x="7541" y="4242"/>
                </a:lnTo>
                <a:lnTo>
                  <a:pt x="7542" y="4242"/>
                </a:lnTo>
                <a:lnTo>
                  <a:pt x="7543" y="4242"/>
                </a:lnTo>
                <a:lnTo>
                  <a:pt x="7544" y="4242"/>
                </a:lnTo>
                <a:lnTo>
                  <a:pt x="7545" y="4242"/>
                </a:lnTo>
                <a:lnTo>
                  <a:pt x="7546" y="4242"/>
                </a:lnTo>
                <a:lnTo>
                  <a:pt x="7547" y="4242"/>
                </a:lnTo>
                <a:lnTo>
                  <a:pt x="7548" y="4242"/>
                </a:lnTo>
                <a:lnTo>
                  <a:pt x="7549" y="4242"/>
                </a:lnTo>
                <a:lnTo>
                  <a:pt x="7550" y="4242"/>
                </a:lnTo>
                <a:lnTo>
                  <a:pt x="7551" y="4242"/>
                </a:lnTo>
                <a:lnTo>
                  <a:pt x="7552" y="4242"/>
                </a:lnTo>
                <a:lnTo>
                  <a:pt x="7553" y="4242"/>
                </a:lnTo>
                <a:lnTo>
                  <a:pt x="7554" y="4242"/>
                </a:lnTo>
                <a:lnTo>
                  <a:pt x="7555" y="4242"/>
                </a:lnTo>
                <a:lnTo>
                  <a:pt x="7556" y="4242"/>
                </a:lnTo>
                <a:lnTo>
                  <a:pt x="7557" y="4242"/>
                </a:lnTo>
                <a:lnTo>
                  <a:pt x="7558" y="4242"/>
                </a:lnTo>
                <a:lnTo>
                  <a:pt x="7559" y="4242"/>
                </a:lnTo>
                <a:lnTo>
                  <a:pt x="7560" y="4242"/>
                </a:lnTo>
                <a:lnTo>
                  <a:pt x="7561" y="4242"/>
                </a:lnTo>
                <a:lnTo>
                  <a:pt x="7562" y="4242"/>
                </a:lnTo>
                <a:lnTo>
                  <a:pt x="7563" y="4242"/>
                </a:lnTo>
                <a:lnTo>
                  <a:pt x="7564" y="4242"/>
                </a:lnTo>
                <a:lnTo>
                  <a:pt x="7565" y="4242"/>
                </a:lnTo>
                <a:lnTo>
                  <a:pt x="7566" y="4242"/>
                </a:lnTo>
                <a:lnTo>
                  <a:pt x="7567" y="4242"/>
                </a:lnTo>
                <a:lnTo>
                  <a:pt x="7568" y="4242"/>
                </a:lnTo>
                <a:lnTo>
                  <a:pt x="7569" y="4242"/>
                </a:lnTo>
                <a:lnTo>
                  <a:pt x="7570" y="4242"/>
                </a:lnTo>
                <a:lnTo>
                  <a:pt x="7571" y="4242"/>
                </a:lnTo>
                <a:lnTo>
                  <a:pt x="7572" y="4242"/>
                </a:lnTo>
                <a:lnTo>
                  <a:pt x="7573" y="4242"/>
                </a:lnTo>
                <a:lnTo>
                  <a:pt x="7574" y="4242"/>
                </a:lnTo>
                <a:lnTo>
                  <a:pt x="7575" y="4242"/>
                </a:lnTo>
                <a:lnTo>
                  <a:pt x="7576" y="4242"/>
                </a:lnTo>
                <a:lnTo>
                  <a:pt x="7577" y="4242"/>
                </a:lnTo>
                <a:lnTo>
                  <a:pt x="7578" y="4242"/>
                </a:lnTo>
                <a:lnTo>
                  <a:pt x="7579" y="4242"/>
                </a:lnTo>
                <a:lnTo>
                  <a:pt x="7580" y="4242"/>
                </a:lnTo>
                <a:lnTo>
                  <a:pt x="7581" y="4242"/>
                </a:lnTo>
                <a:lnTo>
                  <a:pt x="7582" y="4242"/>
                </a:lnTo>
                <a:lnTo>
                  <a:pt x="7583" y="4242"/>
                </a:lnTo>
                <a:lnTo>
                  <a:pt x="7584" y="4242"/>
                </a:lnTo>
                <a:lnTo>
                  <a:pt x="7585" y="4242"/>
                </a:lnTo>
                <a:lnTo>
                  <a:pt x="7586" y="4242"/>
                </a:lnTo>
                <a:lnTo>
                  <a:pt x="7587" y="4242"/>
                </a:lnTo>
                <a:lnTo>
                  <a:pt x="7588" y="4242"/>
                </a:lnTo>
                <a:lnTo>
                  <a:pt x="7589" y="4242"/>
                </a:lnTo>
                <a:lnTo>
                  <a:pt x="7590" y="4242"/>
                </a:lnTo>
                <a:lnTo>
                  <a:pt x="7591" y="4242"/>
                </a:lnTo>
                <a:lnTo>
                  <a:pt x="7592" y="4242"/>
                </a:lnTo>
                <a:lnTo>
                  <a:pt x="7593" y="4242"/>
                </a:lnTo>
                <a:lnTo>
                  <a:pt x="7594" y="4242"/>
                </a:lnTo>
                <a:lnTo>
                  <a:pt x="7595" y="4242"/>
                </a:lnTo>
                <a:lnTo>
                  <a:pt x="7596" y="4242"/>
                </a:lnTo>
                <a:lnTo>
                  <a:pt x="7597" y="4242"/>
                </a:lnTo>
                <a:lnTo>
                  <a:pt x="7598" y="4242"/>
                </a:lnTo>
                <a:lnTo>
                  <a:pt x="7599" y="4242"/>
                </a:lnTo>
                <a:lnTo>
                  <a:pt x="7600" y="4242"/>
                </a:lnTo>
                <a:lnTo>
                  <a:pt x="7601" y="4242"/>
                </a:lnTo>
                <a:lnTo>
                  <a:pt x="7602" y="4242"/>
                </a:lnTo>
                <a:lnTo>
                  <a:pt x="7603" y="4242"/>
                </a:lnTo>
                <a:lnTo>
                  <a:pt x="7604" y="4242"/>
                </a:lnTo>
                <a:lnTo>
                  <a:pt x="7605" y="4242"/>
                </a:lnTo>
                <a:lnTo>
                  <a:pt x="7606" y="4242"/>
                </a:lnTo>
                <a:lnTo>
                  <a:pt x="7607" y="4242"/>
                </a:lnTo>
                <a:lnTo>
                  <a:pt x="7608" y="4242"/>
                </a:lnTo>
                <a:lnTo>
                  <a:pt x="7609" y="4242"/>
                </a:lnTo>
                <a:lnTo>
                  <a:pt x="7610" y="4242"/>
                </a:lnTo>
                <a:lnTo>
                  <a:pt x="7611" y="4242"/>
                </a:lnTo>
                <a:lnTo>
                  <a:pt x="7612" y="4242"/>
                </a:lnTo>
                <a:lnTo>
                  <a:pt x="7613" y="4242"/>
                </a:lnTo>
                <a:lnTo>
                  <a:pt x="7614" y="4242"/>
                </a:lnTo>
                <a:lnTo>
                  <a:pt x="7615" y="4242"/>
                </a:lnTo>
                <a:lnTo>
                  <a:pt x="7616" y="4242"/>
                </a:lnTo>
                <a:lnTo>
                  <a:pt x="7617" y="4242"/>
                </a:lnTo>
                <a:lnTo>
                  <a:pt x="7618" y="4242"/>
                </a:lnTo>
                <a:lnTo>
                  <a:pt x="7619" y="4242"/>
                </a:lnTo>
                <a:lnTo>
                  <a:pt x="7620" y="4242"/>
                </a:lnTo>
                <a:lnTo>
                  <a:pt x="7621" y="4242"/>
                </a:lnTo>
                <a:lnTo>
                  <a:pt x="7622" y="4242"/>
                </a:lnTo>
                <a:lnTo>
                  <a:pt x="7623" y="4242"/>
                </a:lnTo>
                <a:lnTo>
                  <a:pt x="7624" y="4242"/>
                </a:lnTo>
                <a:lnTo>
                  <a:pt x="7625" y="4242"/>
                </a:lnTo>
                <a:lnTo>
                  <a:pt x="7626" y="4242"/>
                </a:lnTo>
                <a:lnTo>
                  <a:pt x="7627" y="4242"/>
                </a:lnTo>
                <a:lnTo>
                  <a:pt x="7628" y="4242"/>
                </a:lnTo>
                <a:lnTo>
                  <a:pt x="7629" y="4242"/>
                </a:lnTo>
                <a:lnTo>
                  <a:pt x="7630" y="4242"/>
                </a:lnTo>
                <a:lnTo>
                  <a:pt x="7631" y="4242"/>
                </a:lnTo>
                <a:lnTo>
                  <a:pt x="7632" y="4242"/>
                </a:lnTo>
                <a:lnTo>
                  <a:pt x="7633" y="4242"/>
                </a:lnTo>
                <a:lnTo>
                  <a:pt x="7634" y="4242"/>
                </a:lnTo>
                <a:lnTo>
                  <a:pt x="7635" y="4242"/>
                </a:lnTo>
                <a:lnTo>
                  <a:pt x="7636" y="4242"/>
                </a:lnTo>
                <a:lnTo>
                  <a:pt x="7637" y="4242"/>
                </a:lnTo>
                <a:lnTo>
                  <a:pt x="7638" y="4242"/>
                </a:lnTo>
                <a:lnTo>
                  <a:pt x="7639" y="4242"/>
                </a:lnTo>
                <a:lnTo>
                  <a:pt x="7640" y="4242"/>
                </a:lnTo>
                <a:lnTo>
                  <a:pt x="7641" y="4242"/>
                </a:lnTo>
                <a:lnTo>
                  <a:pt x="7642" y="4242"/>
                </a:lnTo>
                <a:lnTo>
                  <a:pt x="7643" y="4242"/>
                </a:lnTo>
                <a:lnTo>
                  <a:pt x="7644" y="4242"/>
                </a:lnTo>
                <a:lnTo>
                  <a:pt x="7645" y="4242"/>
                </a:lnTo>
                <a:lnTo>
                  <a:pt x="7646" y="4242"/>
                </a:lnTo>
                <a:lnTo>
                  <a:pt x="7647" y="4242"/>
                </a:lnTo>
                <a:lnTo>
                  <a:pt x="7648" y="4242"/>
                </a:lnTo>
                <a:lnTo>
                  <a:pt x="7649" y="4242"/>
                </a:lnTo>
                <a:lnTo>
                  <a:pt x="7650" y="4242"/>
                </a:lnTo>
                <a:lnTo>
                  <a:pt x="7651" y="4242"/>
                </a:lnTo>
                <a:lnTo>
                  <a:pt x="7652" y="4242"/>
                </a:lnTo>
                <a:lnTo>
                  <a:pt x="7653" y="4242"/>
                </a:lnTo>
                <a:lnTo>
                  <a:pt x="7654" y="4242"/>
                </a:lnTo>
                <a:lnTo>
                  <a:pt x="7655" y="4242"/>
                </a:lnTo>
                <a:lnTo>
                  <a:pt x="7656" y="4242"/>
                </a:lnTo>
                <a:lnTo>
                  <a:pt x="7657" y="4242"/>
                </a:lnTo>
                <a:lnTo>
                  <a:pt x="7658" y="4242"/>
                </a:lnTo>
                <a:lnTo>
                  <a:pt x="7659" y="4242"/>
                </a:lnTo>
                <a:lnTo>
                  <a:pt x="7660" y="4242"/>
                </a:lnTo>
                <a:lnTo>
                  <a:pt x="7661" y="4242"/>
                </a:lnTo>
                <a:lnTo>
                  <a:pt x="7662" y="4242"/>
                </a:lnTo>
                <a:lnTo>
                  <a:pt x="7663" y="4242"/>
                </a:lnTo>
                <a:lnTo>
                  <a:pt x="7664" y="4242"/>
                </a:lnTo>
                <a:lnTo>
                  <a:pt x="7665" y="4242"/>
                </a:lnTo>
                <a:lnTo>
                  <a:pt x="7666" y="4242"/>
                </a:lnTo>
                <a:lnTo>
                  <a:pt x="7667" y="4242"/>
                </a:lnTo>
                <a:lnTo>
                  <a:pt x="7668" y="4242"/>
                </a:lnTo>
                <a:lnTo>
                  <a:pt x="7669" y="4242"/>
                </a:lnTo>
                <a:lnTo>
                  <a:pt x="7670" y="4242"/>
                </a:lnTo>
                <a:lnTo>
                  <a:pt x="7671" y="4242"/>
                </a:lnTo>
                <a:lnTo>
                  <a:pt x="7672" y="4242"/>
                </a:lnTo>
                <a:lnTo>
                  <a:pt x="7673" y="4242"/>
                </a:lnTo>
                <a:lnTo>
                  <a:pt x="7674" y="4242"/>
                </a:lnTo>
                <a:lnTo>
                  <a:pt x="7675" y="4242"/>
                </a:lnTo>
                <a:lnTo>
                  <a:pt x="7676" y="4242"/>
                </a:lnTo>
                <a:lnTo>
                  <a:pt x="7677" y="4242"/>
                </a:lnTo>
                <a:lnTo>
                  <a:pt x="7678" y="4242"/>
                </a:lnTo>
                <a:lnTo>
                  <a:pt x="7679" y="4242"/>
                </a:lnTo>
                <a:lnTo>
                  <a:pt x="7680" y="4242"/>
                </a:lnTo>
                <a:lnTo>
                  <a:pt x="7681" y="4242"/>
                </a:lnTo>
                <a:lnTo>
                  <a:pt x="7682" y="4242"/>
                </a:lnTo>
                <a:lnTo>
                  <a:pt x="7683" y="4242"/>
                </a:lnTo>
                <a:lnTo>
                  <a:pt x="7684" y="4242"/>
                </a:lnTo>
                <a:lnTo>
                  <a:pt x="7685" y="4242"/>
                </a:lnTo>
                <a:lnTo>
                  <a:pt x="7686" y="4242"/>
                </a:lnTo>
                <a:lnTo>
                  <a:pt x="7687" y="4242"/>
                </a:lnTo>
                <a:lnTo>
                  <a:pt x="7688" y="4242"/>
                </a:lnTo>
                <a:lnTo>
                  <a:pt x="7689" y="4242"/>
                </a:lnTo>
                <a:lnTo>
                  <a:pt x="7690" y="4242"/>
                </a:lnTo>
                <a:lnTo>
                  <a:pt x="7691" y="4242"/>
                </a:lnTo>
                <a:lnTo>
                  <a:pt x="7692" y="4242"/>
                </a:lnTo>
                <a:lnTo>
                  <a:pt x="7693" y="4242"/>
                </a:lnTo>
                <a:lnTo>
                  <a:pt x="7694" y="4242"/>
                </a:lnTo>
                <a:lnTo>
                  <a:pt x="7695" y="4242"/>
                </a:lnTo>
                <a:lnTo>
                  <a:pt x="7696" y="4242"/>
                </a:lnTo>
                <a:lnTo>
                  <a:pt x="7697" y="4242"/>
                </a:lnTo>
                <a:lnTo>
                  <a:pt x="7698" y="4242"/>
                </a:lnTo>
                <a:lnTo>
                  <a:pt x="7699" y="4242"/>
                </a:lnTo>
                <a:lnTo>
                  <a:pt x="7700" y="4242"/>
                </a:lnTo>
                <a:lnTo>
                  <a:pt x="7701" y="4242"/>
                </a:lnTo>
                <a:lnTo>
                  <a:pt x="7702" y="4242"/>
                </a:lnTo>
                <a:lnTo>
                  <a:pt x="7703" y="4242"/>
                </a:lnTo>
                <a:lnTo>
                  <a:pt x="7704" y="4242"/>
                </a:lnTo>
                <a:lnTo>
                  <a:pt x="7705" y="4242"/>
                </a:lnTo>
                <a:lnTo>
                  <a:pt x="7706" y="4242"/>
                </a:lnTo>
                <a:lnTo>
                  <a:pt x="7707" y="4242"/>
                </a:lnTo>
                <a:lnTo>
                  <a:pt x="7708" y="4242"/>
                </a:lnTo>
                <a:lnTo>
                  <a:pt x="7709" y="4242"/>
                </a:lnTo>
                <a:lnTo>
                  <a:pt x="7710" y="4242"/>
                </a:lnTo>
                <a:lnTo>
                  <a:pt x="7711" y="4242"/>
                </a:lnTo>
                <a:lnTo>
                  <a:pt x="7712" y="4242"/>
                </a:lnTo>
                <a:lnTo>
                  <a:pt x="7713" y="4242"/>
                </a:lnTo>
                <a:lnTo>
                  <a:pt x="7714" y="4242"/>
                </a:lnTo>
                <a:lnTo>
                  <a:pt x="7715" y="4242"/>
                </a:lnTo>
                <a:lnTo>
                  <a:pt x="7716" y="4242"/>
                </a:lnTo>
                <a:lnTo>
                  <a:pt x="7717" y="4242"/>
                </a:lnTo>
                <a:lnTo>
                  <a:pt x="7718" y="4242"/>
                </a:lnTo>
                <a:lnTo>
                  <a:pt x="7719" y="4242"/>
                </a:lnTo>
                <a:lnTo>
                  <a:pt x="7720" y="4242"/>
                </a:lnTo>
                <a:lnTo>
                  <a:pt x="7721" y="4242"/>
                </a:lnTo>
                <a:lnTo>
                  <a:pt x="7722" y="4242"/>
                </a:lnTo>
                <a:lnTo>
                  <a:pt x="7723" y="4242"/>
                </a:lnTo>
                <a:lnTo>
                  <a:pt x="7724" y="4242"/>
                </a:lnTo>
                <a:lnTo>
                  <a:pt x="7725" y="4242"/>
                </a:lnTo>
                <a:lnTo>
                  <a:pt x="7726" y="4242"/>
                </a:lnTo>
                <a:lnTo>
                  <a:pt x="7727" y="4242"/>
                </a:lnTo>
                <a:lnTo>
                  <a:pt x="7728" y="4242"/>
                </a:lnTo>
                <a:lnTo>
                  <a:pt x="7729" y="4242"/>
                </a:lnTo>
                <a:lnTo>
                  <a:pt x="7730" y="4242"/>
                </a:lnTo>
                <a:lnTo>
                  <a:pt x="7731" y="4242"/>
                </a:lnTo>
                <a:lnTo>
                  <a:pt x="7732" y="4242"/>
                </a:lnTo>
                <a:lnTo>
                  <a:pt x="7733" y="4242"/>
                </a:lnTo>
                <a:lnTo>
                  <a:pt x="7734" y="4242"/>
                </a:lnTo>
                <a:lnTo>
                  <a:pt x="7735" y="4242"/>
                </a:lnTo>
                <a:lnTo>
                  <a:pt x="7736" y="4242"/>
                </a:lnTo>
                <a:lnTo>
                  <a:pt x="7737" y="4242"/>
                </a:lnTo>
                <a:lnTo>
                  <a:pt x="7738" y="4242"/>
                </a:lnTo>
                <a:lnTo>
                  <a:pt x="7739" y="4242"/>
                </a:lnTo>
                <a:lnTo>
                  <a:pt x="7740" y="4242"/>
                </a:lnTo>
                <a:lnTo>
                  <a:pt x="7741" y="4242"/>
                </a:lnTo>
                <a:lnTo>
                  <a:pt x="7742" y="4242"/>
                </a:lnTo>
                <a:lnTo>
                  <a:pt x="7743" y="4242"/>
                </a:lnTo>
                <a:lnTo>
                  <a:pt x="7744" y="4242"/>
                </a:lnTo>
                <a:lnTo>
                  <a:pt x="7745" y="4242"/>
                </a:lnTo>
                <a:lnTo>
                  <a:pt x="7746" y="4242"/>
                </a:lnTo>
                <a:lnTo>
                  <a:pt x="7747" y="4242"/>
                </a:lnTo>
                <a:lnTo>
                  <a:pt x="7748" y="4242"/>
                </a:lnTo>
                <a:lnTo>
                  <a:pt x="7749" y="4242"/>
                </a:lnTo>
                <a:lnTo>
                  <a:pt x="7750" y="4242"/>
                </a:lnTo>
                <a:lnTo>
                  <a:pt x="7751" y="4242"/>
                </a:lnTo>
                <a:lnTo>
                  <a:pt x="7752" y="4242"/>
                </a:lnTo>
                <a:lnTo>
                  <a:pt x="7753" y="4242"/>
                </a:lnTo>
                <a:lnTo>
                  <a:pt x="7754" y="4242"/>
                </a:lnTo>
                <a:lnTo>
                  <a:pt x="7755" y="4242"/>
                </a:lnTo>
                <a:lnTo>
                  <a:pt x="7756" y="4242"/>
                </a:lnTo>
                <a:lnTo>
                  <a:pt x="7757" y="4242"/>
                </a:lnTo>
                <a:lnTo>
                  <a:pt x="7758" y="4242"/>
                </a:lnTo>
                <a:lnTo>
                  <a:pt x="7759" y="4242"/>
                </a:lnTo>
                <a:lnTo>
                  <a:pt x="7760" y="4242"/>
                </a:lnTo>
                <a:lnTo>
                  <a:pt x="7761" y="4242"/>
                </a:lnTo>
                <a:lnTo>
                  <a:pt x="7762" y="4242"/>
                </a:lnTo>
                <a:lnTo>
                  <a:pt x="7763" y="4242"/>
                </a:lnTo>
                <a:lnTo>
                  <a:pt x="7764" y="4242"/>
                </a:lnTo>
                <a:lnTo>
                  <a:pt x="7765" y="4242"/>
                </a:lnTo>
                <a:lnTo>
                  <a:pt x="7766" y="4242"/>
                </a:lnTo>
                <a:lnTo>
                  <a:pt x="7767" y="4242"/>
                </a:lnTo>
                <a:lnTo>
                  <a:pt x="7768" y="4242"/>
                </a:lnTo>
                <a:lnTo>
                  <a:pt x="7769" y="4242"/>
                </a:lnTo>
                <a:lnTo>
                  <a:pt x="7770" y="4242"/>
                </a:lnTo>
                <a:lnTo>
                  <a:pt x="7771" y="4242"/>
                </a:lnTo>
                <a:lnTo>
                  <a:pt x="7772" y="4242"/>
                </a:lnTo>
                <a:lnTo>
                  <a:pt x="7773" y="4242"/>
                </a:lnTo>
                <a:lnTo>
                  <a:pt x="7774" y="4242"/>
                </a:lnTo>
                <a:lnTo>
                  <a:pt x="7775" y="4242"/>
                </a:lnTo>
                <a:lnTo>
                  <a:pt x="7776" y="4242"/>
                </a:lnTo>
                <a:lnTo>
                  <a:pt x="7777" y="4242"/>
                </a:lnTo>
                <a:lnTo>
                  <a:pt x="7778" y="4242"/>
                </a:lnTo>
                <a:lnTo>
                  <a:pt x="7779" y="4242"/>
                </a:lnTo>
                <a:lnTo>
                  <a:pt x="7780" y="4242"/>
                </a:lnTo>
                <a:lnTo>
                  <a:pt x="7781" y="4242"/>
                </a:lnTo>
                <a:lnTo>
                  <a:pt x="7782" y="4242"/>
                </a:lnTo>
                <a:lnTo>
                  <a:pt x="7783" y="4242"/>
                </a:lnTo>
                <a:lnTo>
                  <a:pt x="7784" y="4242"/>
                </a:lnTo>
                <a:lnTo>
                  <a:pt x="7785" y="4242"/>
                </a:lnTo>
                <a:lnTo>
                  <a:pt x="7786" y="4242"/>
                </a:lnTo>
                <a:lnTo>
                  <a:pt x="7787" y="4242"/>
                </a:lnTo>
                <a:lnTo>
                  <a:pt x="7788" y="4242"/>
                </a:lnTo>
                <a:lnTo>
                  <a:pt x="7789" y="4242"/>
                </a:lnTo>
                <a:lnTo>
                  <a:pt x="7790" y="4242"/>
                </a:lnTo>
                <a:lnTo>
                  <a:pt x="7791" y="4242"/>
                </a:lnTo>
                <a:lnTo>
                  <a:pt x="7792" y="4242"/>
                </a:lnTo>
                <a:lnTo>
                  <a:pt x="7793" y="4242"/>
                </a:lnTo>
                <a:lnTo>
                  <a:pt x="7794" y="4242"/>
                </a:lnTo>
                <a:lnTo>
                  <a:pt x="7795" y="4242"/>
                </a:lnTo>
                <a:lnTo>
                  <a:pt x="7796" y="4242"/>
                </a:lnTo>
                <a:lnTo>
                  <a:pt x="7797" y="4242"/>
                </a:lnTo>
                <a:lnTo>
                  <a:pt x="7798" y="4242"/>
                </a:lnTo>
                <a:lnTo>
                  <a:pt x="7799" y="4242"/>
                </a:lnTo>
                <a:lnTo>
                  <a:pt x="7800" y="4242"/>
                </a:lnTo>
                <a:lnTo>
                  <a:pt x="7801" y="4242"/>
                </a:lnTo>
                <a:lnTo>
                  <a:pt x="7802" y="4242"/>
                </a:lnTo>
                <a:lnTo>
                  <a:pt x="7803" y="4242"/>
                </a:lnTo>
                <a:lnTo>
                  <a:pt x="7804" y="4242"/>
                </a:lnTo>
                <a:lnTo>
                  <a:pt x="7805" y="4242"/>
                </a:lnTo>
                <a:lnTo>
                  <a:pt x="7806" y="4242"/>
                </a:lnTo>
                <a:lnTo>
                  <a:pt x="7807" y="4242"/>
                </a:lnTo>
                <a:lnTo>
                  <a:pt x="7808" y="4242"/>
                </a:lnTo>
                <a:lnTo>
                  <a:pt x="7809" y="4242"/>
                </a:lnTo>
                <a:lnTo>
                  <a:pt x="7810" y="4242"/>
                </a:lnTo>
                <a:lnTo>
                  <a:pt x="7811" y="4242"/>
                </a:lnTo>
                <a:lnTo>
                  <a:pt x="7812" y="4242"/>
                </a:lnTo>
                <a:lnTo>
                  <a:pt x="7813" y="4242"/>
                </a:lnTo>
                <a:lnTo>
                  <a:pt x="7814" y="4242"/>
                </a:lnTo>
                <a:lnTo>
                  <a:pt x="7815" y="4242"/>
                </a:lnTo>
                <a:lnTo>
                  <a:pt x="7816" y="4242"/>
                </a:lnTo>
                <a:lnTo>
                  <a:pt x="7817" y="4242"/>
                </a:lnTo>
                <a:lnTo>
                  <a:pt x="7818" y="4242"/>
                </a:lnTo>
                <a:lnTo>
                  <a:pt x="7819" y="4242"/>
                </a:lnTo>
                <a:lnTo>
                  <a:pt x="7820" y="4242"/>
                </a:lnTo>
                <a:lnTo>
                  <a:pt x="7821" y="4242"/>
                </a:lnTo>
                <a:lnTo>
                  <a:pt x="7822" y="4242"/>
                </a:lnTo>
                <a:lnTo>
                  <a:pt x="7823" y="4242"/>
                </a:lnTo>
                <a:lnTo>
                  <a:pt x="7824" y="4242"/>
                </a:lnTo>
                <a:lnTo>
                  <a:pt x="7825" y="4242"/>
                </a:lnTo>
                <a:lnTo>
                  <a:pt x="7826" y="4242"/>
                </a:lnTo>
                <a:lnTo>
                  <a:pt x="7827" y="4242"/>
                </a:lnTo>
                <a:lnTo>
                  <a:pt x="7828" y="4242"/>
                </a:lnTo>
                <a:lnTo>
                  <a:pt x="7829" y="4242"/>
                </a:lnTo>
                <a:lnTo>
                  <a:pt x="7830" y="4242"/>
                </a:lnTo>
                <a:lnTo>
                  <a:pt x="7831" y="4242"/>
                </a:lnTo>
                <a:lnTo>
                  <a:pt x="7832" y="4242"/>
                </a:lnTo>
                <a:lnTo>
                  <a:pt x="7833" y="4242"/>
                </a:lnTo>
                <a:lnTo>
                  <a:pt x="7834" y="4242"/>
                </a:lnTo>
                <a:lnTo>
                  <a:pt x="7835" y="4242"/>
                </a:lnTo>
                <a:lnTo>
                  <a:pt x="7836" y="4242"/>
                </a:lnTo>
                <a:lnTo>
                  <a:pt x="7837" y="4242"/>
                </a:lnTo>
                <a:lnTo>
                  <a:pt x="7838" y="4242"/>
                </a:lnTo>
                <a:lnTo>
                  <a:pt x="7839" y="4242"/>
                </a:lnTo>
                <a:lnTo>
                  <a:pt x="7840" y="4242"/>
                </a:lnTo>
                <a:lnTo>
                  <a:pt x="7841" y="4242"/>
                </a:lnTo>
                <a:lnTo>
                  <a:pt x="7842" y="4242"/>
                </a:lnTo>
                <a:lnTo>
                  <a:pt x="7843" y="4242"/>
                </a:lnTo>
                <a:lnTo>
                  <a:pt x="7844" y="4242"/>
                </a:lnTo>
                <a:lnTo>
                  <a:pt x="7845" y="4242"/>
                </a:lnTo>
                <a:lnTo>
                  <a:pt x="7846" y="4242"/>
                </a:lnTo>
                <a:lnTo>
                  <a:pt x="7847" y="4242"/>
                </a:lnTo>
                <a:lnTo>
                  <a:pt x="7848" y="4242"/>
                </a:lnTo>
                <a:lnTo>
                  <a:pt x="7849" y="4242"/>
                </a:lnTo>
                <a:lnTo>
                  <a:pt x="7850" y="4242"/>
                </a:lnTo>
                <a:lnTo>
                  <a:pt x="7851" y="4242"/>
                </a:lnTo>
                <a:lnTo>
                  <a:pt x="7852" y="4242"/>
                </a:lnTo>
                <a:lnTo>
                  <a:pt x="7853" y="4242"/>
                </a:lnTo>
                <a:lnTo>
                  <a:pt x="7854" y="4242"/>
                </a:lnTo>
                <a:lnTo>
                  <a:pt x="7855" y="4242"/>
                </a:lnTo>
                <a:lnTo>
                  <a:pt x="7856" y="4242"/>
                </a:lnTo>
                <a:lnTo>
                  <a:pt x="7857" y="4242"/>
                </a:lnTo>
                <a:lnTo>
                  <a:pt x="7858" y="4242"/>
                </a:lnTo>
                <a:lnTo>
                  <a:pt x="7859" y="4242"/>
                </a:lnTo>
                <a:lnTo>
                  <a:pt x="7860" y="4242"/>
                </a:lnTo>
                <a:lnTo>
                  <a:pt x="7861" y="4242"/>
                </a:lnTo>
                <a:lnTo>
                  <a:pt x="7862" y="4242"/>
                </a:lnTo>
                <a:lnTo>
                  <a:pt x="7863" y="4242"/>
                </a:lnTo>
                <a:lnTo>
                  <a:pt x="7864" y="4242"/>
                </a:lnTo>
                <a:lnTo>
                  <a:pt x="7865" y="4242"/>
                </a:lnTo>
                <a:lnTo>
                  <a:pt x="7866" y="4242"/>
                </a:lnTo>
                <a:lnTo>
                  <a:pt x="7867" y="4242"/>
                </a:lnTo>
                <a:lnTo>
                  <a:pt x="7868" y="4242"/>
                </a:lnTo>
                <a:lnTo>
                  <a:pt x="7869" y="4242"/>
                </a:lnTo>
                <a:lnTo>
                  <a:pt x="7870" y="4242"/>
                </a:lnTo>
                <a:lnTo>
                  <a:pt x="7871" y="4242"/>
                </a:lnTo>
                <a:lnTo>
                  <a:pt x="7872" y="4242"/>
                </a:lnTo>
                <a:lnTo>
                  <a:pt x="7873" y="4242"/>
                </a:lnTo>
                <a:lnTo>
                  <a:pt x="7874" y="4242"/>
                </a:lnTo>
                <a:lnTo>
                  <a:pt x="7875" y="4242"/>
                </a:lnTo>
                <a:lnTo>
                  <a:pt x="7876" y="4242"/>
                </a:lnTo>
                <a:lnTo>
                  <a:pt x="7877" y="4242"/>
                </a:lnTo>
                <a:lnTo>
                  <a:pt x="7878" y="4242"/>
                </a:lnTo>
                <a:lnTo>
                  <a:pt x="7879" y="4242"/>
                </a:lnTo>
                <a:lnTo>
                  <a:pt x="7880" y="4242"/>
                </a:lnTo>
                <a:lnTo>
                  <a:pt x="7881" y="4242"/>
                </a:lnTo>
                <a:lnTo>
                  <a:pt x="7882" y="4242"/>
                </a:lnTo>
                <a:lnTo>
                  <a:pt x="7883" y="4242"/>
                </a:lnTo>
                <a:lnTo>
                  <a:pt x="7884" y="4242"/>
                </a:lnTo>
                <a:lnTo>
                  <a:pt x="7885" y="4242"/>
                </a:lnTo>
                <a:lnTo>
                  <a:pt x="7886" y="4242"/>
                </a:lnTo>
                <a:lnTo>
                  <a:pt x="7887" y="4242"/>
                </a:lnTo>
                <a:lnTo>
                  <a:pt x="7888" y="4242"/>
                </a:lnTo>
                <a:lnTo>
                  <a:pt x="7889" y="4242"/>
                </a:lnTo>
                <a:lnTo>
                  <a:pt x="7890" y="4242"/>
                </a:lnTo>
                <a:lnTo>
                  <a:pt x="7891" y="4242"/>
                </a:lnTo>
                <a:lnTo>
                  <a:pt x="7892" y="4242"/>
                </a:lnTo>
                <a:lnTo>
                  <a:pt x="7893" y="4242"/>
                </a:lnTo>
                <a:lnTo>
                  <a:pt x="7894" y="4242"/>
                </a:lnTo>
                <a:lnTo>
                  <a:pt x="7895" y="4242"/>
                </a:lnTo>
                <a:lnTo>
                  <a:pt x="7896" y="4242"/>
                </a:lnTo>
                <a:lnTo>
                  <a:pt x="7897" y="4242"/>
                </a:lnTo>
                <a:lnTo>
                  <a:pt x="7898" y="4242"/>
                </a:lnTo>
                <a:lnTo>
                  <a:pt x="7899" y="4242"/>
                </a:lnTo>
                <a:lnTo>
                  <a:pt x="7900" y="4242"/>
                </a:lnTo>
                <a:lnTo>
                  <a:pt x="7901" y="4242"/>
                </a:lnTo>
                <a:lnTo>
                  <a:pt x="7902" y="4242"/>
                </a:lnTo>
                <a:lnTo>
                  <a:pt x="7903" y="4242"/>
                </a:lnTo>
                <a:lnTo>
                  <a:pt x="7904" y="4242"/>
                </a:lnTo>
                <a:lnTo>
                  <a:pt x="7905" y="4242"/>
                </a:lnTo>
                <a:lnTo>
                  <a:pt x="7906" y="4242"/>
                </a:lnTo>
                <a:lnTo>
                  <a:pt x="7907" y="4242"/>
                </a:lnTo>
                <a:lnTo>
                  <a:pt x="7908" y="4242"/>
                </a:lnTo>
                <a:lnTo>
                  <a:pt x="7909" y="4242"/>
                </a:lnTo>
                <a:lnTo>
                  <a:pt x="7910" y="4242"/>
                </a:lnTo>
                <a:lnTo>
                  <a:pt x="7911" y="4242"/>
                </a:lnTo>
                <a:lnTo>
                  <a:pt x="7912" y="4242"/>
                </a:lnTo>
                <a:lnTo>
                  <a:pt x="7913" y="4242"/>
                </a:lnTo>
                <a:lnTo>
                  <a:pt x="7914" y="4242"/>
                </a:lnTo>
                <a:lnTo>
                  <a:pt x="7915" y="4242"/>
                </a:lnTo>
                <a:lnTo>
                  <a:pt x="7916" y="4242"/>
                </a:lnTo>
                <a:lnTo>
                  <a:pt x="7917" y="4242"/>
                </a:lnTo>
                <a:lnTo>
                  <a:pt x="7918" y="4242"/>
                </a:lnTo>
                <a:lnTo>
                  <a:pt x="7919" y="4242"/>
                </a:lnTo>
                <a:lnTo>
                  <a:pt x="7920" y="4242"/>
                </a:lnTo>
                <a:lnTo>
                  <a:pt x="7921" y="4242"/>
                </a:lnTo>
                <a:lnTo>
                  <a:pt x="7922" y="4242"/>
                </a:lnTo>
                <a:lnTo>
                  <a:pt x="7923" y="4242"/>
                </a:lnTo>
                <a:lnTo>
                  <a:pt x="7924" y="4242"/>
                </a:lnTo>
                <a:lnTo>
                  <a:pt x="7925" y="4242"/>
                </a:lnTo>
                <a:lnTo>
                  <a:pt x="7926" y="4242"/>
                </a:lnTo>
                <a:lnTo>
                  <a:pt x="7927" y="4242"/>
                </a:lnTo>
                <a:lnTo>
                  <a:pt x="7928" y="4242"/>
                </a:lnTo>
                <a:lnTo>
                  <a:pt x="7929" y="4242"/>
                </a:lnTo>
                <a:lnTo>
                  <a:pt x="7930" y="4242"/>
                </a:lnTo>
                <a:lnTo>
                  <a:pt x="7931" y="4242"/>
                </a:lnTo>
                <a:lnTo>
                  <a:pt x="7932" y="4242"/>
                </a:lnTo>
                <a:lnTo>
                  <a:pt x="7933" y="4242"/>
                </a:lnTo>
                <a:lnTo>
                  <a:pt x="7934" y="4242"/>
                </a:lnTo>
                <a:lnTo>
                  <a:pt x="7935" y="4242"/>
                </a:lnTo>
                <a:lnTo>
                  <a:pt x="7936" y="4242"/>
                </a:lnTo>
                <a:lnTo>
                  <a:pt x="7937" y="4242"/>
                </a:lnTo>
                <a:lnTo>
                  <a:pt x="7938" y="4242"/>
                </a:lnTo>
                <a:lnTo>
                  <a:pt x="7939" y="4242"/>
                </a:lnTo>
                <a:lnTo>
                  <a:pt x="7940" y="4242"/>
                </a:lnTo>
                <a:lnTo>
                  <a:pt x="7941" y="4242"/>
                </a:lnTo>
                <a:lnTo>
                  <a:pt x="7942" y="4242"/>
                </a:lnTo>
                <a:lnTo>
                  <a:pt x="7943" y="4242"/>
                </a:lnTo>
                <a:lnTo>
                  <a:pt x="7944" y="4242"/>
                </a:lnTo>
                <a:lnTo>
                  <a:pt x="7945" y="4242"/>
                </a:lnTo>
                <a:lnTo>
                  <a:pt x="7946" y="4242"/>
                </a:lnTo>
                <a:lnTo>
                  <a:pt x="7947" y="4242"/>
                </a:lnTo>
                <a:lnTo>
                  <a:pt x="7948" y="4242"/>
                </a:lnTo>
                <a:lnTo>
                  <a:pt x="7949" y="4242"/>
                </a:lnTo>
                <a:lnTo>
                  <a:pt x="7950" y="4242"/>
                </a:lnTo>
                <a:lnTo>
                  <a:pt x="7951" y="4242"/>
                </a:lnTo>
                <a:lnTo>
                  <a:pt x="7952" y="4242"/>
                </a:lnTo>
                <a:lnTo>
                  <a:pt x="7953" y="4242"/>
                </a:lnTo>
                <a:lnTo>
                  <a:pt x="7954" y="4242"/>
                </a:lnTo>
                <a:lnTo>
                  <a:pt x="7955" y="4242"/>
                </a:lnTo>
                <a:lnTo>
                  <a:pt x="7956" y="4242"/>
                </a:lnTo>
                <a:lnTo>
                  <a:pt x="7957" y="4242"/>
                </a:lnTo>
                <a:lnTo>
                  <a:pt x="7958" y="4242"/>
                </a:lnTo>
                <a:lnTo>
                  <a:pt x="7959" y="4242"/>
                </a:lnTo>
                <a:lnTo>
                  <a:pt x="7960" y="4242"/>
                </a:lnTo>
                <a:lnTo>
                  <a:pt x="7961" y="4242"/>
                </a:lnTo>
                <a:lnTo>
                  <a:pt x="7962" y="4242"/>
                </a:lnTo>
                <a:lnTo>
                  <a:pt x="7963" y="4242"/>
                </a:lnTo>
                <a:lnTo>
                  <a:pt x="7964" y="4242"/>
                </a:lnTo>
                <a:lnTo>
                  <a:pt x="7965" y="4242"/>
                </a:lnTo>
                <a:lnTo>
                  <a:pt x="7966" y="4242"/>
                </a:lnTo>
                <a:lnTo>
                  <a:pt x="7967" y="4242"/>
                </a:lnTo>
                <a:lnTo>
                  <a:pt x="7968" y="4242"/>
                </a:lnTo>
                <a:lnTo>
                  <a:pt x="7969" y="4242"/>
                </a:lnTo>
                <a:lnTo>
                  <a:pt x="7970" y="4242"/>
                </a:lnTo>
                <a:lnTo>
                  <a:pt x="7971" y="4242"/>
                </a:lnTo>
                <a:lnTo>
                  <a:pt x="7972" y="4242"/>
                </a:lnTo>
                <a:lnTo>
                  <a:pt x="7973" y="4242"/>
                </a:lnTo>
                <a:lnTo>
                  <a:pt x="7974" y="4242"/>
                </a:lnTo>
                <a:lnTo>
                  <a:pt x="7975" y="4242"/>
                </a:lnTo>
                <a:lnTo>
                  <a:pt x="7976" y="4242"/>
                </a:lnTo>
                <a:lnTo>
                  <a:pt x="7977" y="4242"/>
                </a:lnTo>
                <a:lnTo>
                  <a:pt x="7978" y="4242"/>
                </a:lnTo>
                <a:lnTo>
                  <a:pt x="7979" y="4242"/>
                </a:lnTo>
                <a:lnTo>
                  <a:pt x="7980" y="4242"/>
                </a:lnTo>
                <a:lnTo>
                  <a:pt x="7981" y="4242"/>
                </a:lnTo>
                <a:lnTo>
                  <a:pt x="7982" y="4242"/>
                </a:lnTo>
                <a:lnTo>
                  <a:pt x="7983" y="4242"/>
                </a:lnTo>
                <a:lnTo>
                  <a:pt x="7984" y="4242"/>
                </a:lnTo>
                <a:lnTo>
                  <a:pt x="7985" y="4242"/>
                </a:lnTo>
                <a:lnTo>
                  <a:pt x="7986" y="4242"/>
                </a:lnTo>
                <a:lnTo>
                  <a:pt x="7987" y="4242"/>
                </a:lnTo>
                <a:lnTo>
                  <a:pt x="7988" y="4242"/>
                </a:lnTo>
                <a:lnTo>
                  <a:pt x="7989" y="4242"/>
                </a:lnTo>
                <a:lnTo>
                  <a:pt x="7990" y="4242"/>
                </a:lnTo>
                <a:lnTo>
                  <a:pt x="7991" y="4242"/>
                </a:lnTo>
                <a:lnTo>
                  <a:pt x="7992" y="4242"/>
                </a:lnTo>
                <a:lnTo>
                  <a:pt x="7993" y="4242"/>
                </a:lnTo>
                <a:lnTo>
                  <a:pt x="7994" y="4242"/>
                </a:lnTo>
                <a:lnTo>
                  <a:pt x="7995" y="4242"/>
                </a:lnTo>
                <a:lnTo>
                  <a:pt x="7996" y="4242"/>
                </a:lnTo>
                <a:lnTo>
                  <a:pt x="7997" y="4242"/>
                </a:lnTo>
                <a:lnTo>
                  <a:pt x="7998" y="4242"/>
                </a:lnTo>
                <a:lnTo>
                  <a:pt x="7999" y="4242"/>
                </a:lnTo>
                <a:lnTo>
                  <a:pt x="8000" y="4242"/>
                </a:lnTo>
                <a:lnTo>
                  <a:pt x="8001" y="4242"/>
                </a:lnTo>
                <a:lnTo>
                  <a:pt x="8002" y="4242"/>
                </a:lnTo>
                <a:lnTo>
                  <a:pt x="8003" y="4242"/>
                </a:lnTo>
                <a:lnTo>
                  <a:pt x="8004" y="4242"/>
                </a:lnTo>
                <a:lnTo>
                  <a:pt x="8005" y="4242"/>
                </a:lnTo>
                <a:lnTo>
                  <a:pt x="8006" y="4242"/>
                </a:lnTo>
                <a:lnTo>
                  <a:pt x="8007" y="4242"/>
                </a:lnTo>
                <a:lnTo>
                  <a:pt x="8008" y="4242"/>
                </a:lnTo>
                <a:lnTo>
                  <a:pt x="8009" y="4242"/>
                </a:lnTo>
                <a:lnTo>
                  <a:pt x="8010" y="4242"/>
                </a:lnTo>
                <a:lnTo>
                  <a:pt x="8011" y="4242"/>
                </a:lnTo>
                <a:lnTo>
                  <a:pt x="8012" y="4242"/>
                </a:lnTo>
                <a:lnTo>
                  <a:pt x="8013" y="4242"/>
                </a:lnTo>
                <a:lnTo>
                  <a:pt x="8014" y="4242"/>
                </a:lnTo>
                <a:lnTo>
                  <a:pt x="8015" y="4242"/>
                </a:lnTo>
                <a:lnTo>
                  <a:pt x="8016" y="4242"/>
                </a:lnTo>
                <a:lnTo>
                  <a:pt x="8017" y="4242"/>
                </a:lnTo>
                <a:lnTo>
                  <a:pt x="8018" y="4242"/>
                </a:lnTo>
                <a:lnTo>
                  <a:pt x="8019" y="4242"/>
                </a:lnTo>
                <a:lnTo>
                  <a:pt x="8020" y="4242"/>
                </a:lnTo>
                <a:lnTo>
                  <a:pt x="8021" y="4242"/>
                </a:lnTo>
                <a:lnTo>
                  <a:pt x="8022" y="4242"/>
                </a:lnTo>
                <a:lnTo>
                  <a:pt x="8023" y="4242"/>
                </a:lnTo>
                <a:lnTo>
                  <a:pt x="8024" y="4242"/>
                </a:lnTo>
                <a:lnTo>
                  <a:pt x="8025" y="4242"/>
                </a:lnTo>
                <a:lnTo>
                  <a:pt x="8026" y="4242"/>
                </a:lnTo>
                <a:lnTo>
                  <a:pt x="8027" y="4242"/>
                </a:lnTo>
                <a:lnTo>
                  <a:pt x="8028" y="4242"/>
                </a:lnTo>
                <a:lnTo>
                  <a:pt x="8029" y="4242"/>
                </a:lnTo>
                <a:lnTo>
                  <a:pt x="8030" y="4242"/>
                </a:lnTo>
                <a:lnTo>
                  <a:pt x="8031" y="4242"/>
                </a:lnTo>
                <a:lnTo>
                  <a:pt x="8032" y="4242"/>
                </a:lnTo>
                <a:lnTo>
                  <a:pt x="8033" y="4242"/>
                </a:lnTo>
                <a:lnTo>
                  <a:pt x="8034" y="4242"/>
                </a:lnTo>
                <a:lnTo>
                  <a:pt x="8035" y="4242"/>
                </a:lnTo>
                <a:lnTo>
                  <a:pt x="8036" y="4242"/>
                </a:lnTo>
                <a:lnTo>
                  <a:pt x="8037" y="4242"/>
                </a:lnTo>
                <a:lnTo>
                  <a:pt x="8038" y="4242"/>
                </a:lnTo>
                <a:lnTo>
                  <a:pt x="8039" y="4242"/>
                </a:lnTo>
                <a:lnTo>
                  <a:pt x="8040" y="4242"/>
                </a:lnTo>
                <a:lnTo>
                  <a:pt x="8041" y="4242"/>
                </a:lnTo>
                <a:lnTo>
                  <a:pt x="8042" y="4242"/>
                </a:lnTo>
                <a:lnTo>
                  <a:pt x="8043" y="4242"/>
                </a:lnTo>
                <a:lnTo>
                  <a:pt x="8044" y="4242"/>
                </a:lnTo>
                <a:lnTo>
                  <a:pt x="8045" y="4242"/>
                </a:lnTo>
                <a:lnTo>
                  <a:pt x="8046" y="4242"/>
                </a:lnTo>
                <a:lnTo>
                  <a:pt x="8047" y="4242"/>
                </a:lnTo>
                <a:lnTo>
                  <a:pt x="8048" y="4242"/>
                </a:lnTo>
                <a:lnTo>
                  <a:pt x="8049" y="4242"/>
                </a:lnTo>
                <a:lnTo>
                  <a:pt x="8050" y="4242"/>
                </a:lnTo>
                <a:lnTo>
                  <a:pt x="8051" y="4242"/>
                </a:lnTo>
                <a:lnTo>
                  <a:pt x="8052" y="4242"/>
                </a:lnTo>
                <a:lnTo>
                  <a:pt x="8053" y="4242"/>
                </a:lnTo>
                <a:lnTo>
                  <a:pt x="8054" y="4242"/>
                </a:lnTo>
                <a:lnTo>
                  <a:pt x="8055" y="4242"/>
                </a:lnTo>
                <a:lnTo>
                  <a:pt x="8056" y="4242"/>
                </a:lnTo>
                <a:lnTo>
                  <a:pt x="8057" y="4242"/>
                </a:lnTo>
                <a:lnTo>
                  <a:pt x="8058" y="4242"/>
                </a:lnTo>
                <a:lnTo>
                  <a:pt x="8059" y="4242"/>
                </a:lnTo>
                <a:lnTo>
                  <a:pt x="8060" y="4242"/>
                </a:lnTo>
                <a:lnTo>
                  <a:pt x="8061" y="4242"/>
                </a:lnTo>
                <a:lnTo>
                  <a:pt x="8062" y="4242"/>
                </a:lnTo>
                <a:lnTo>
                  <a:pt x="8063" y="4242"/>
                </a:lnTo>
                <a:lnTo>
                  <a:pt x="8064" y="4242"/>
                </a:lnTo>
                <a:lnTo>
                  <a:pt x="8065" y="4242"/>
                </a:lnTo>
                <a:lnTo>
                  <a:pt x="8066" y="4242"/>
                </a:lnTo>
                <a:lnTo>
                  <a:pt x="8067" y="4242"/>
                </a:lnTo>
                <a:lnTo>
                  <a:pt x="8068" y="4242"/>
                </a:lnTo>
                <a:lnTo>
                  <a:pt x="8069" y="4242"/>
                </a:lnTo>
                <a:lnTo>
                  <a:pt x="8070" y="4242"/>
                </a:lnTo>
                <a:lnTo>
                  <a:pt x="8071" y="4242"/>
                </a:lnTo>
                <a:lnTo>
                  <a:pt x="8072" y="4242"/>
                </a:lnTo>
                <a:lnTo>
                  <a:pt x="8073" y="4242"/>
                </a:lnTo>
                <a:lnTo>
                  <a:pt x="8074" y="4242"/>
                </a:lnTo>
                <a:lnTo>
                  <a:pt x="8075" y="4242"/>
                </a:lnTo>
                <a:lnTo>
                  <a:pt x="8076" y="4242"/>
                </a:lnTo>
                <a:lnTo>
                  <a:pt x="8077" y="4242"/>
                </a:lnTo>
                <a:lnTo>
                  <a:pt x="8078" y="4242"/>
                </a:lnTo>
                <a:lnTo>
                  <a:pt x="8079" y="4242"/>
                </a:lnTo>
                <a:lnTo>
                  <a:pt x="8080" y="4242"/>
                </a:lnTo>
                <a:lnTo>
                  <a:pt x="8081" y="4242"/>
                </a:lnTo>
                <a:lnTo>
                  <a:pt x="8082" y="4242"/>
                </a:lnTo>
                <a:lnTo>
                  <a:pt x="8083" y="4242"/>
                </a:lnTo>
                <a:lnTo>
                  <a:pt x="8084" y="4242"/>
                </a:lnTo>
                <a:lnTo>
                  <a:pt x="8085" y="4242"/>
                </a:lnTo>
                <a:lnTo>
                  <a:pt x="8086" y="4242"/>
                </a:lnTo>
                <a:lnTo>
                  <a:pt x="8087" y="4242"/>
                </a:lnTo>
                <a:lnTo>
                  <a:pt x="8088" y="4242"/>
                </a:lnTo>
                <a:lnTo>
                  <a:pt x="8089" y="4242"/>
                </a:lnTo>
                <a:lnTo>
                  <a:pt x="8090" y="4242"/>
                </a:lnTo>
                <a:lnTo>
                  <a:pt x="8091" y="4242"/>
                </a:lnTo>
                <a:lnTo>
                  <a:pt x="8092" y="4242"/>
                </a:lnTo>
                <a:lnTo>
                  <a:pt x="8093" y="4242"/>
                </a:lnTo>
                <a:lnTo>
                  <a:pt x="8094" y="4242"/>
                </a:lnTo>
                <a:lnTo>
                  <a:pt x="8095" y="4242"/>
                </a:lnTo>
                <a:lnTo>
                  <a:pt x="8096" y="4242"/>
                </a:lnTo>
                <a:lnTo>
                  <a:pt x="8097" y="4242"/>
                </a:lnTo>
                <a:lnTo>
                  <a:pt x="8098" y="4242"/>
                </a:lnTo>
                <a:lnTo>
                  <a:pt x="8099" y="4242"/>
                </a:lnTo>
                <a:lnTo>
                  <a:pt x="8100" y="4242"/>
                </a:lnTo>
                <a:lnTo>
                  <a:pt x="8101" y="4242"/>
                </a:lnTo>
                <a:lnTo>
                  <a:pt x="8102" y="4242"/>
                </a:lnTo>
                <a:lnTo>
                  <a:pt x="8103" y="4242"/>
                </a:lnTo>
                <a:lnTo>
                  <a:pt x="8104" y="4242"/>
                </a:lnTo>
                <a:lnTo>
                  <a:pt x="8105" y="4242"/>
                </a:lnTo>
                <a:lnTo>
                  <a:pt x="8106" y="4242"/>
                </a:lnTo>
                <a:lnTo>
                  <a:pt x="8107" y="4242"/>
                </a:lnTo>
                <a:lnTo>
                  <a:pt x="8108" y="4242"/>
                </a:lnTo>
                <a:lnTo>
                  <a:pt x="8109" y="4242"/>
                </a:lnTo>
                <a:lnTo>
                  <a:pt x="8110" y="4242"/>
                </a:lnTo>
                <a:lnTo>
                  <a:pt x="8111" y="4242"/>
                </a:lnTo>
                <a:lnTo>
                  <a:pt x="8112" y="4242"/>
                </a:lnTo>
                <a:lnTo>
                  <a:pt x="8113" y="4242"/>
                </a:lnTo>
                <a:lnTo>
                  <a:pt x="8114" y="4242"/>
                </a:lnTo>
                <a:lnTo>
                  <a:pt x="8115" y="4242"/>
                </a:lnTo>
                <a:lnTo>
                  <a:pt x="8116" y="4242"/>
                </a:lnTo>
                <a:lnTo>
                  <a:pt x="8117" y="4242"/>
                </a:lnTo>
                <a:lnTo>
                  <a:pt x="8118" y="4242"/>
                </a:lnTo>
                <a:lnTo>
                  <a:pt x="8119" y="4242"/>
                </a:lnTo>
                <a:lnTo>
                  <a:pt x="8120" y="4242"/>
                </a:lnTo>
                <a:lnTo>
                  <a:pt x="8121" y="4242"/>
                </a:lnTo>
                <a:lnTo>
                  <a:pt x="8122" y="4242"/>
                </a:lnTo>
                <a:lnTo>
                  <a:pt x="8123" y="4242"/>
                </a:lnTo>
                <a:lnTo>
                  <a:pt x="8124" y="4242"/>
                </a:lnTo>
                <a:lnTo>
                  <a:pt x="8125" y="4242"/>
                </a:lnTo>
                <a:lnTo>
                  <a:pt x="8126" y="4242"/>
                </a:lnTo>
                <a:lnTo>
                  <a:pt x="8127" y="4242"/>
                </a:lnTo>
                <a:lnTo>
                  <a:pt x="8128" y="4242"/>
                </a:lnTo>
                <a:lnTo>
                  <a:pt x="8129" y="4242"/>
                </a:lnTo>
                <a:lnTo>
                  <a:pt x="8130" y="4242"/>
                </a:lnTo>
                <a:lnTo>
                  <a:pt x="8131" y="4242"/>
                </a:lnTo>
                <a:lnTo>
                  <a:pt x="8132" y="4242"/>
                </a:lnTo>
                <a:lnTo>
                  <a:pt x="8133" y="4242"/>
                </a:lnTo>
                <a:lnTo>
                  <a:pt x="8134" y="4242"/>
                </a:lnTo>
                <a:lnTo>
                  <a:pt x="8135" y="4242"/>
                </a:lnTo>
                <a:lnTo>
                  <a:pt x="8136" y="4242"/>
                </a:lnTo>
                <a:lnTo>
                  <a:pt x="8137" y="4242"/>
                </a:lnTo>
                <a:lnTo>
                  <a:pt x="8138" y="4242"/>
                </a:lnTo>
                <a:lnTo>
                  <a:pt x="8139" y="4242"/>
                </a:lnTo>
                <a:lnTo>
                  <a:pt x="8140" y="4242"/>
                </a:lnTo>
                <a:lnTo>
                  <a:pt x="8141" y="4242"/>
                </a:lnTo>
                <a:lnTo>
                  <a:pt x="8142" y="4242"/>
                </a:lnTo>
                <a:lnTo>
                  <a:pt x="8143" y="4242"/>
                </a:lnTo>
                <a:lnTo>
                  <a:pt x="8144" y="4242"/>
                </a:lnTo>
                <a:lnTo>
                  <a:pt x="8145" y="4242"/>
                </a:lnTo>
                <a:lnTo>
                  <a:pt x="8146" y="4242"/>
                </a:lnTo>
                <a:lnTo>
                  <a:pt x="8147" y="4242"/>
                </a:lnTo>
                <a:lnTo>
                  <a:pt x="8148" y="4242"/>
                </a:lnTo>
                <a:lnTo>
                  <a:pt x="8149" y="4242"/>
                </a:lnTo>
                <a:lnTo>
                  <a:pt x="8150" y="4242"/>
                </a:lnTo>
                <a:lnTo>
                  <a:pt x="8151" y="4242"/>
                </a:lnTo>
                <a:lnTo>
                  <a:pt x="8152" y="4242"/>
                </a:lnTo>
                <a:lnTo>
                  <a:pt x="8153" y="4242"/>
                </a:lnTo>
                <a:lnTo>
                  <a:pt x="8154" y="4242"/>
                </a:lnTo>
                <a:lnTo>
                  <a:pt x="8155" y="4242"/>
                </a:lnTo>
                <a:lnTo>
                  <a:pt x="8156" y="4242"/>
                </a:lnTo>
                <a:lnTo>
                  <a:pt x="8157" y="4242"/>
                </a:lnTo>
                <a:lnTo>
                  <a:pt x="8158" y="4242"/>
                </a:lnTo>
                <a:lnTo>
                  <a:pt x="8159" y="4242"/>
                </a:lnTo>
                <a:lnTo>
                  <a:pt x="8160" y="4242"/>
                </a:lnTo>
                <a:lnTo>
                  <a:pt x="8161" y="4242"/>
                </a:lnTo>
                <a:lnTo>
                  <a:pt x="8162" y="4242"/>
                </a:lnTo>
                <a:lnTo>
                  <a:pt x="8163" y="4242"/>
                </a:lnTo>
                <a:lnTo>
                  <a:pt x="8164" y="4242"/>
                </a:lnTo>
                <a:lnTo>
                  <a:pt x="8165" y="4242"/>
                </a:lnTo>
                <a:lnTo>
                  <a:pt x="8166" y="4242"/>
                </a:lnTo>
                <a:lnTo>
                  <a:pt x="8167" y="4242"/>
                </a:lnTo>
                <a:lnTo>
                  <a:pt x="8168" y="4242"/>
                </a:lnTo>
                <a:lnTo>
                  <a:pt x="8169" y="4242"/>
                </a:lnTo>
                <a:lnTo>
                  <a:pt x="8170" y="4242"/>
                </a:lnTo>
                <a:lnTo>
                  <a:pt x="8171" y="4242"/>
                </a:lnTo>
                <a:lnTo>
                  <a:pt x="8172" y="4242"/>
                </a:lnTo>
                <a:lnTo>
                  <a:pt x="8173" y="4242"/>
                </a:lnTo>
                <a:lnTo>
                  <a:pt x="8174" y="4242"/>
                </a:lnTo>
                <a:lnTo>
                  <a:pt x="8175" y="4242"/>
                </a:lnTo>
                <a:lnTo>
                  <a:pt x="8176" y="4242"/>
                </a:lnTo>
                <a:lnTo>
                  <a:pt x="8177" y="4242"/>
                </a:lnTo>
                <a:lnTo>
                  <a:pt x="8178" y="4242"/>
                </a:lnTo>
                <a:lnTo>
                  <a:pt x="8179" y="4242"/>
                </a:lnTo>
                <a:lnTo>
                  <a:pt x="8180" y="4242"/>
                </a:lnTo>
                <a:lnTo>
                  <a:pt x="8181" y="4242"/>
                </a:lnTo>
                <a:lnTo>
                  <a:pt x="8182" y="4242"/>
                </a:lnTo>
                <a:lnTo>
                  <a:pt x="8183" y="4242"/>
                </a:lnTo>
                <a:lnTo>
                  <a:pt x="8184" y="4242"/>
                </a:lnTo>
                <a:lnTo>
                  <a:pt x="8185" y="4242"/>
                </a:lnTo>
                <a:lnTo>
                  <a:pt x="8186" y="4242"/>
                </a:lnTo>
                <a:lnTo>
                  <a:pt x="8187" y="4242"/>
                </a:lnTo>
                <a:lnTo>
                  <a:pt x="8188" y="4242"/>
                </a:lnTo>
                <a:lnTo>
                  <a:pt x="8189" y="4242"/>
                </a:lnTo>
                <a:lnTo>
                  <a:pt x="8190" y="4242"/>
                </a:lnTo>
                <a:lnTo>
                  <a:pt x="8191" y="4242"/>
                </a:lnTo>
                <a:lnTo>
                  <a:pt x="8192" y="4242"/>
                </a:lnTo>
                <a:lnTo>
                  <a:pt x="8193" y="4242"/>
                </a:lnTo>
                <a:lnTo>
                  <a:pt x="8194" y="4242"/>
                </a:lnTo>
                <a:lnTo>
                  <a:pt x="8195" y="4242"/>
                </a:lnTo>
                <a:lnTo>
                  <a:pt x="8196" y="4242"/>
                </a:lnTo>
                <a:lnTo>
                  <a:pt x="8197" y="4242"/>
                </a:lnTo>
                <a:lnTo>
                  <a:pt x="8198" y="4242"/>
                </a:lnTo>
                <a:lnTo>
                  <a:pt x="8199" y="4242"/>
                </a:lnTo>
                <a:lnTo>
                  <a:pt x="8200" y="4242"/>
                </a:lnTo>
                <a:lnTo>
                  <a:pt x="8201" y="4242"/>
                </a:lnTo>
                <a:lnTo>
                  <a:pt x="8202" y="4242"/>
                </a:lnTo>
                <a:lnTo>
                  <a:pt x="8203" y="4242"/>
                </a:lnTo>
                <a:lnTo>
                  <a:pt x="8204" y="4242"/>
                </a:lnTo>
                <a:lnTo>
                  <a:pt x="8205" y="4242"/>
                </a:lnTo>
                <a:lnTo>
                  <a:pt x="8206" y="4242"/>
                </a:lnTo>
                <a:lnTo>
                  <a:pt x="8207" y="4242"/>
                </a:lnTo>
                <a:lnTo>
                  <a:pt x="8208" y="4242"/>
                </a:lnTo>
                <a:lnTo>
                  <a:pt x="8209" y="4242"/>
                </a:lnTo>
                <a:lnTo>
                  <a:pt x="8210" y="4242"/>
                </a:lnTo>
                <a:lnTo>
                  <a:pt x="8211" y="4242"/>
                </a:lnTo>
                <a:lnTo>
                  <a:pt x="8212" y="4242"/>
                </a:lnTo>
                <a:lnTo>
                  <a:pt x="8213" y="4242"/>
                </a:lnTo>
                <a:lnTo>
                  <a:pt x="8214" y="4242"/>
                </a:lnTo>
                <a:lnTo>
                  <a:pt x="8215" y="4242"/>
                </a:lnTo>
                <a:lnTo>
                  <a:pt x="8216" y="4242"/>
                </a:lnTo>
                <a:lnTo>
                  <a:pt x="8217" y="4242"/>
                </a:lnTo>
                <a:lnTo>
                  <a:pt x="8218" y="4242"/>
                </a:lnTo>
                <a:lnTo>
                  <a:pt x="8219" y="4242"/>
                </a:lnTo>
                <a:lnTo>
                  <a:pt x="8220" y="4242"/>
                </a:lnTo>
                <a:lnTo>
                  <a:pt x="8221" y="4242"/>
                </a:lnTo>
                <a:lnTo>
                  <a:pt x="8222" y="4242"/>
                </a:lnTo>
                <a:lnTo>
                  <a:pt x="8223" y="4242"/>
                </a:lnTo>
                <a:lnTo>
                  <a:pt x="8224" y="4242"/>
                </a:lnTo>
                <a:lnTo>
                  <a:pt x="8225" y="4242"/>
                </a:lnTo>
                <a:lnTo>
                  <a:pt x="8226" y="4242"/>
                </a:lnTo>
                <a:lnTo>
                  <a:pt x="8227" y="4242"/>
                </a:lnTo>
                <a:lnTo>
                  <a:pt x="8228" y="4242"/>
                </a:lnTo>
                <a:lnTo>
                  <a:pt x="8229" y="4242"/>
                </a:lnTo>
                <a:lnTo>
                  <a:pt x="8230" y="4242"/>
                </a:lnTo>
                <a:lnTo>
                  <a:pt x="8231" y="4242"/>
                </a:lnTo>
                <a:lnTo>
                  <a:pt x="8232" y="4242"/>
                </a:lnTo>
                <a:lnTo>
                  <a:pt x="8233" y="4242"/>
                </a:lnTo>
                <a:lnTo>
                  <a:pt x="8234" y="4242"/>
                </a:lnTo>
                <a:lnTo>
                  <a:pt x="8235" y="4242"/>
                </a:lnTo>
                <a:lnTo>
                  <a:pt x="8236" y="4242"/>
                </a:lnTo>
                <a:lnTo>
                  <a:pt x="8237" y="4242"/>
                </a:lnTo>
                <a:lnTo>
                  <a:pt x="8238" y="4242"/>
                </a:lnTo>
                <a:lnTo>
                  <a:pt x="8239" y="4242"/>
                </a:lnTo>
                <a:lnTo>
                  <a:pt x="8240" y="4242"/>
                </a:lnTo>
                <a:lnTo>
                  <a:pt x="8241" y="4242"/>
                </a:lnTo>
                <a:lnTo>
                  <a:pt x="8242" y="4242"/>
                </a:lnTo>
                <a:lnTo>
                  <a:pt x="8243" y="4242"/>
                </a:lnTo>
                <a:lnTo>
                  <a:pt x="8244" y="4242"/>
                </a:lnTo>
                <a:lnTo>
                  <a:pt x="8245" y="4242"/>
                </a:lnTo>
                <a:lnTo>
                  <a:pt x="8246" y="4242"/>
                </a:lnTo>
                <a:lnTo>
                  <a:pt x="8247" y="4242"/>
                </a:lnTo>
                <a:lnTo>
                  <a:pt x="8248" y="4242"/>
                </a:lnTo>
                <a:lnTo>
                  <a:pt x="8249" y="4242"/>
                </a:lnTo>
                <a:lnTo>
                  <a:pt x="8250" y="4242"/>
                </a:lnTo>
                <a:lnTo>
                  <a:pt x="8251" y="4242"/>
                </a:lnTo>
                <a:lnTo>
                  <a:pt x="8252" y="4242"/>
                </a:lnTo>
                <a:lnTo>
                  <a:pt x="8253" y="4242"/>
                </a:lnTo>
                <a:lnTo>
                  <a:pt x="8254" y="4242"/>
                </a:lnTo>
                <a:lnTo>
                  <a:pt x="8255" y="4242"/>
                </a:lnTo>
                <a:lnTo>
                  <a:pt x="8256" y="4242"/>
                </a:lnTo>
                <a:lnTo>
                  <a:pt x="8257" y="4242"/>
                </a:lnTo>
                <a:lnTo>
                  <a:pt x="8258" y="4242"/>
                </a:lnTo>
                <a:lnTo>
                  <a:pt x="8259" y="4242"/>
                </a:lnTo>
                <a:lnTo>
                  <a:pt x="8260" y="4242"/>
                </a:lnTo>
                <a:lnTo>
                  <a:pt x="8261" y="4242"/>
                </a:lnTo>
                <a:lnTo>
                  <a:pt x="8262" y="4242"/>
                </a:lnTo>
                <a:lnTo>
                  <a:pt x="8263" y="4242"/>
                </a:lnTo>
                <a:lnTo>
                  <a:pt x="8264" y="4242"/>
                </a:lnTo>
                <a:lnTo>
                  <a:pt x="8265" y="4242"/>
                </a:lnTo>
                <a:lnTo>
                  <a:pt x="8266" y="4242"/>
                </a:lnTo>
                <a:lnTo>
                  <a:pt x="8267" y="4242"/>
                </a:lnTo>
                <a:lnTo>
                  <a:pt x="8268" y="4242"/>
                </a:lnTo>
                <a:lnTo>
                  <a:pt x="8269" y="4242"/>
                </a:lnTo>
                <a:lnTo>
                  <a:pt x="8270" y="4242"/>
                </a:lnTo>
                <a:lnTo>
                  <a:pt x="8271" y="4242"/>
                </a:lnTo>
                <a:lnTo>
                  <a:pt x="8272" y="4242"/>
                </a:lnTo>
                <a:lnTo>
                  <a:pt x="8273" y="4242"/>
                </a:lnTo>
                <a:lnTo>
                  <a:pt x="8274" y="4242"/>
                </a:lnTo>
                <a:lnTo>
                  <a:pt x="8275" y="4242"/>
                </a:lnTo>
                <a:lnTo>
                  <a:pt x="8276" y="4242"/>
                </a:lnTo>
                <a:lnTo>
                  <a:pt x="8277" y="4242"/>
                </a:lnTo>
                <a:lnTo>
                  <a:pt x="8278" y="4242"/>
                </a:lnTo>
                <a:lnTo>
                  <a:pt x="8279" y="4242"/>
                </a:lnTo>
                <a:lnTo>
                  <a:pt x="8280" y="4242"/>
                </a:lnTo>
                <a:lnTo>
                  <a:pt x="8281" y="4242"/>
                </a:lnTo>
                <a:lnTo>
                  <a:pt x="8282" y="4242"/>
                </a:lnTo>
                <a:lnTo>
                  <a:pt x="8283" y="4242"/>
                </a:lnTo>
                <a:lnTo>
                  <a:pt x="8284" y="4242"/>
                </a:lnTo>
                <a:lnTo>
                  <a:pt x="8285" y="4242"/>
                </a:lnTo>
                <a:lnTo>
                  <a:pt x="8286" y="4242"/>
                </a:lnTo>
                <a:lnTo>
                  <a:pt x="8287" y="4242"/>
                </a:lnTo>
                <a:lnTo>
                  <a:pt x="8288" y="4242"/>
                </a:lnTo>
                <a:lnTo>
                  <a:pt x="8289" y="4242"/>
                </a:lnTo>
                <a:lnTo>
                  <a:pt x="8290" y="4242"/>
                </a:lnTo>
                <a:lnTo>
                  <a:pt x="8291" y="4242"/>
                </a:lnTo>
                <a:lnTo>
                  <a:pt x="8292" y="4242"/>
                </a:lnTo>
                <a:lnTo>
                  <a:pt x="8293" y="4242"/>
                </a:lnTo>
                <a:lnTo>
                  <a:pt x="8294" y="4242"/>
                </a:lnTo>
                <a:lnTo>
                  <a:pt x="8295" y="4242"/>
                </a:lnTo>
                <a:lnTo>
                  <a:pt x="8296" y="4242"/>
                </a:lnTo>
                <a:lnTo>
                  <a:pt x="8297" y="4242"/>
                </a:lnTo>
                <a:lnTo>
                  <a:pt x="8298" y="4242"/>
                </a:lnTo>
                <a:lnTo>
                  <a:pt x="8299" y="4242"/>
                </a:lnTo>
                <a:lnTo>
                  <a:pt x="8300" y="4242"/>
                </a:lnTo>
                <a:lnTo>
                  <a:pt x="8301" y="4242"/>
                </a:lnTo>
                <a:lnTo>
                  <a:pt x="8302" y="4242"/>
                </a:lnTo>
                <a:lnTo>
                  <a:pt x="8303" y="4242"/>
                </a:lnTo>
                <a:lnTo>
                  <a:pt x="8304" y="4242"/>
                </a:lnTo>
                <a:lnTo>
                  <a:pt x="8305" y="4242"/>
                </a:lnTo>
                <a:lnTo>
                  <a:pt x="8306" y="4242"/>
                </a:lnTo>
                <a:lnTo>
                  <a:pt x="8307" y="4242"/>
                </a:lnTo>
                <a:lnTo>
                  <a:pt x="8308" y="4242"/>
                </a:lnTo>
                <a:lnTo>
                  <a:pt x="8309" y="4242"/>
                </a:lnTo>
                <a:lnTo>
                  <a:pt x="8310" y="4242"/>
                </a:lnTo>
                <a:lnTo>
                  <a:pt x="8311" y="4242"/>
                </a:lnTo>
                <a:lnTo>
                  <a:pt x="8312" y="4242"/>
                </a:lnTo>
                <a:lnTo>
                  <a:pt x="8313" y="4242"/>
                </a:lnTo>
                <a:lnTo>
                  <a:pt x="8314" y="4242"/>
                </a:lnTo>
                <a:lnTo>
                  <a:pt x="8315" y="4242"/>
                </a:lnTo>
                <a:lnTo>
                  <a:pt x="8316" y="4242"/>
                </a:lnTo>
                <a:lnTo>
                  <a:pt x="8317" y="4242"/>
                </a:lnTo>
                <a:lnTo>
                  <a:pt x="8318" y="4242"/>
                </a:lnTo>
                <a:lnTo>
                  <a:pt x="8319" y="4242"/>
                </a:lnTo>
                <a:lnTo>
                  <a:pt x="8320" y="4242"/>
                </a:lnTo>
                <a:lnTo>
                  <a:pt x="8321" y="4242"/>
                </a:lnTo>
                <a:lnTo>
                  <a:pt x="8322" y="4242"/>
                </a:lnTo>
                <a:lnTo>
                  <a:pt x="8323" y="4242"/>
                </a:lnTo>
                <a:lnTo>
                  <a:pt x="8324" y="4242"/>
                </a:lnTo>
                <a:lnTo>
                  <a:pt x="8325" y="4242"/>
                </a:lnTo>
                <a:lnTo>
                  <a:pt x="8326" y="4242"/>
                </a:lnTo>
                <a:lnTo>
                  <a:pt x="8327" y="4242"/>
                </a:lnTo>
                <a:lnTo>
                  <a:pt x="8328" y="4242"/>
                </a:lnTo>
                <a:lnTo>
                  <a:pt x="8329" y="4242"/>
                </a:lnTo>
                <a:lnTo>
                  <a:pt x="8330" y="4242"/>
                </a:lnTo>
                <a:lnTo>
                  <a:pt x="8331" y="4242"/>
                </a:lnTo>
                <a:lnTo>
                  <a:pt x="8332" y="4242"/>
                </a:lnTo>
                <a:lnTo>
                  <a:pt x="8333" y="4242"/>
                </a:lnTo>
                <a:lnTo>
                  <a:pt x="8334" y="4242"/>
                </a:lnTo>
                <a:lnTo>
                  <a:pt x="8335" y="4242"/>
                </a:lnTo>
                <a:lnTo>
                  <a:pt x="8336" y="4242"/>
                </a:lnTo>
                <a:lnTo>
                  <a:pt x="8337" y="4242"/>
                </a:lnTo>
                <a:lnTo>
                  <a:pt x="8338" y="4242"/>
                </a:lnTo>
                <a:lnTo>
                  <a:pt x="8339" y="4242"/>
                </a:lnTo>
                <a:lnTo>
                  <a:pt x="8340" y="4242"/>
                </a:lnTo>
                <a:lnTo>
                  <a:pt x="8341" y="4242"/>
                </a:lnTo>
                <a:lnTo>
                  <a:pt x="8342" y="4242"/>
                </a:lnTo>
                <a:lnTo>
                  <a:pt x="8343" y="4242"/>
                </a:lnTo>
                <a:lnTo>
                  <a:pt x="8344" y="4242"/>
                </a:lnTo>
                <a:lnTo>
                  <a:pt x="8345" y="4242"/>
                </a:lnTo>
                <a:lnTo>
                  <a:pt x="8346" y="4242"/>
                </a:lnTo>
                <a:lnTo>
                  <a:pt x="8347" y="4242"/>
                </a:lnTo>
                <a:lnTo>
                  <a:pt x="8348" y="4242"/>
                </a:lnTo>
                <a:lnTo>
                  <a:pt x="8349" y="4242"/>
                </a:lnTo>
                <a:lnTo>
                  <a:pt x="8350" y="4242"/>
                </a:lnTo>
                <a:lnTo>
                  <a:pt x="8351" y="4242"/>
                </a:lnTo>
                <a:lnTo>
                  <a:pt x="8352" y="4242"/>
                </a:lnTo>
                <a:lnTo>
                  <a:pt x="8353" y="4242"/>
                </a:lnTo>
                <a:lnTo>
                  <a:pt x="8354" y="4242"/>
                </a:lnTo>
                <a:lnTo>
                  <a:pt x="8355" y="4242"/>
                </a:lnTo>
                <a:lnTo>
                  <a:pt x="8356" y="4242"/>
                </a:lnTo>
                <a:lnTo>
                  <a:pt x="8357" y="4242"/>
                </a:lnTo>
                <a:lnTo>
                  <a:pt x="8358" y="4242"/>
                </a:lnTo>
                <a:lnTo>
                  <a:pt x="8359" y="4242"/>
                </a:lnTo>
                <a:lnTo>
                  <a:pt x="8360" y="4242"/>
                </a:lnTo>
                <a:lnTo>
                  <a:pt x="8361" y="4242"/>
                </a:lnTo>
                <a:lnTo>
                  <a:pt x="8362" y="4242"/>
                </a:lnTo>
                <a:lnTo>
                  <a:pt x="8363" y="4242"/>
                </a:lnTo>
                <a:lnTo>
                  <a:pt x="8364" y="4242"/>
                </a:lnTo>
                <a:lnTo>
                  <a:pt x="8365" y="4242"/>
                </a:lnTo>
                <a:lnTo>
                  <a:pt x="8366" y="4242"/>
                </a:lnTo>
                <a:lnTo>
                  <a:pt x="8367" y="4242"/>
                </a:lnTo>
                <a:lnTo>
                  <a:pt x="8368" y="4242"/>
                </a:lnTo>
                <a:lnTo>
                  <a:pt x="8369" y="4242"/>
                </a:lnTo>
                <a:lnTo>
                  <a:pt x="8370" y="4242"/>
                </a:lnTo>
                <a:lnTo>
                  <a:pt x="8371" y="4242"/>
                </a:lnTo>
                <a:lnTo>
                  <a:pt x="8372" y="4242"/>
                </a:lnTo>
                <a:lnTo>
                  <a:pt x="8373" y="4242"/>
                </a:lnTo>
                <a:lnTo>
                  <a:pt x="8374" y="4242"/>
                </a:lnTo>
                <a:lnTo>
                  <a:pt x="8375" y="4242"/>
                </a:lnTo>
                <a:lnTo>
                  <a:pt x="8376" y="4242"/>
                </a:lnTo>
                <a:lnTo>
                  <a:pt x="8377" y="4242"/>
                </a:lnTo>
                <a:lnTo>
                  <a:pt x="8378" y="4242"/>
                </a:lnTo>
                <a:lnTo>
                  <a:pt x="8379" y="4242"/>
                </a:lnTo>
                <a:lnTo>
                  <a:pt x="8380" y="4242"/>
                </a:lnTo>
                <a:lnTo>
                  <a:pt x="8381" y="4242"/>
                </a:lnTo>
                <a:lnTo>
                  <a:pt x="8382" y="4242"/>
                </a:lnTo>
                <a:lnTo>
                  <a:pt x="8383" y="4242"/>
                </a:lnTo>
                <a:lnTo>
                  <a:pt x="8384" y="4242"/>
                </a:lnTo>
                <a:lnTo>
                  <a:pt x="8385" y="4242"/>
                </a:lnTo>
                <a:lnTo>
                  <a:pt x="8386" y="4242"/>
                </a:lnTo>
                <a:lnTo>
                  <a:pt x="8387" y="4242"/>
                </a:lnTo>
                <a:lnTo>
                  <a:pt x="8388" y="4242"/>
                </a:lnTo>
                <a:lnTo>
                  <a:pt x="8389" y="4242"/>
                </a:lnTo>
                <a:lnTo>
                  <a:pt x="8390" y="4242"/>
                </a:lnTo>
                <a:lnTo>
                  <a:pt x="8391" y="4242"/>
                </a:lnTo>
                <a:lnTo>
                  <a:pt x="8392" y="4242"/>
                </a:lnTo>
                <a:lnTo>
                  <a:pt x="8393" y="4242"/>
                </a:lnTo>
                <a:lnTo>
                  <a:pt x="8394" y="4242"/>
                </a:lnTo>
                <a:lnTo>
                  <a:pt x="8395" y="4242"/>
                </a:lnTo>
                <a:lnTo>
                  <a:pt x="8396" y="4242"/>
                </a:lnTo>
                <a:lnTo>
                  <a:pt x="8397" y="4242"/>
                </a:lnTo>
                <a:lnTo>
                  <a:pt x="8398" y="4242"/>
                </a:lnTo>
                <a:lnTo>
                  <a:pt x="8399" y="4242"/>
                </a:lnTo>
                <a:lnTo>
                  <a:pt x="8400" y="4242"/>
                </a:lnTo>
                <a:lnTo>
                  <a:pt x="8401" y="4242"/>
                </a:lnTo>
                <a:lnTo>
                  <a:pt x="8402" y="4242"/>
                </a:lnTo>
                <a:lnTo>
                  <a:pt x="8403" y="4242"/>
                </a:lnTo>
                <a:lnTo>
                  <a:pt x="8404" y="4242"/>
                </a:lnTo>
                <a:lnTo>
                  <a:pt x="8405" y="4242"/>
                </a:lnTo>
                <a:lnTo>
                  <a:pt x="8406" y="4242"/>
                </a:lnTo>
                <a:lnTo>
                  <a:pt x="8407" y="4242"/>
                </a:lnTo>
                <a:lnTo>
                  <a:pt x="8408" y="4242"/>
                </a:lnTo>
                <a:lnTo>
                  <a:pt x="8409" y="4242"/>
                </a:lnTo>
                <a:lnTo>
                  <a:pt x="8410" y="4242"/>
                </a:lnTo>
                <a:lnTo>
                  <a:pt x="8411" y="4242"/>
                </a:lnTo>
                <a:lnTo>
                  <a:pt x="8412" y="4242"/>
                </a:lnTo>
                <a:lnTo>
                  <a:pt x="8413" y="4242"/>
                </a:lnTo>
                <a:lnTo>
                  <a:pt x="8414" y="4242"/>
                </a:lnTo>
                <a:lnTo>
                  <a:pt x="8415" y="4242"/>
                </a:lnTo>
                <a:lnTo>
                  <a:pt x="8416" y="4242"/>
                </a:lnTo>
                <a:lnTo>
                  <a:pt x="8417" y="4242"/>
                </a:lnTo>
                <a:lnTo>
                  <a:pt x="8418" y="4242"/>
                </a:lnTo>
                <a:lnTo>
                  <a:pt x="8419" y="4242"/>
                </a:lnTo>
                <a:lnTo>
                  <a:pt x="8420" y="4242"/>
                </a:lnTo>
                <a:lnTo>
                  <a:pt x="8421" y="4242"/>
                </a:lnTo>
                <a:lnTo>
                  <a:pt x="8422" y="4242"/>
                </a:lnTo>
                <a:lnTo>
                  <a:pt x="8423" y="4242"/>
                </a:lnTo>
                <a:lnTo>
                  <a:pt x="8424" y="4242"/>
                </a:lnTo>
                <a:lnTo>
                  <a:pt x="8425" y="4242"/>
                </a:lnTo>
                <a:lnTo>
                  <a:pt x="8426" y="4242"/>
                </a:lnTo>
                <a:lnTo>
                  <a:pt x="8427" y="4242"/>
                </a:lnTo>
                <a:lnTo>
                  <a:pt x="8428" y="4242"/>
                </a:lnTo>
                <a:lnTo>
                  <a:pt x="8429" y="4242"/>
                </a:lnTo>
                <a:lnTo>
                  <a:pt x="8430" y="4242"/>
                </a:lnTo>
                <a:lnTo>
                  <a:pt x="8431" y="4242"/>
                </a:lnTo>
                <a:lnTo>
                  <a:pt x="8432" y="4242"/>
                </a:lnTo>
                <a:lnTo>
                  <a:pt x="8433" y="4242"/>
                </a:lnTo>
                <a:lnTo>
                  <a:pt x="8434" y="4242"/>
                </a:lnTo>
                <a:lnTo>
                  <a:pt x="8435" y="4242"/>
                </a:lnTo>
                <a:lnTo>
                  <a:pt x="8436" y="4242"/>
                </a:lnTo>
                <a:lnTo>
                  <a:pt x="8437" y="4242"/>
                </a:lnTo>
                <a:lnTo>
                  <a:pt x="8438" y="4242"/>
                </a:lnTo>
                <a:lnTo>
                  <a:pt x="8439" y="4242"/>
                </a:lnTo>
                <a:lnTo>
                  <a:pt x="8440" y="4242"/>
                </a:lnTo>
                <a:lnTo>
                  <a:pt x="8441" y="4242"/>
                </a:lnTo>
                <a:lnTo>
                  <a:pt x="8442" y="4242"/>
                </a:lnTo>
                <a:lnTo>
                  <a:pt x="8443" y="4242"/>
                </a:lnTo>
                <a:lnTo>
                  <a:pt x="8444" y="4242"/>
                </a:lnTo>
                <a:lnTo>
                  <a:pt x="8445" y="4242"/>
                </a:lnTo>
                <a:lnTo>
                  <a:pt x="8446" y="4242"/>
                </a:lnTo>
                <a:lnTo>
                  <a:pt x="8447" y="4242"/>
                </a:lnTo>
                <a:lnTo>
                  <a:pt x="8448" y="4242"/>
                </a:lnTo>
                <a:lnTo>
                  <a:pt x="8449" y="4242"/>
                </a:lnTo>
                <a:lnTo>
                  <a:pt x="8450" y="4242"/>
                </a:lnTo>
                <a:lnTo>
                  <a:pt x="8451" y="4242"/>
                </a:lnTo>
                <a:lnTo>
                  <a:pt x="8452" y="4242"/>
                </a:lnTo>
                <a:lnTo>
                  <a:pt x="8453" y="4242"/>
                </a:lnTo>
                <a:lnTo>
                  <a:pt x="8454" y="4242"/>
                </a:lnTo>
                <a:lnTo>
                  <a:pt x="8455" y="4242"/>
                </a:lnTo>
                <a:lnTo>
                  <a:pt x="8456" y="4242"/>
                </a:lnTo>
                <a:lnTo>
                  <a:pt x="8457" y="4242"/>
                </a:lnTo>
                <a:lnTo>
                  <a:pt x="8458" y="4242"/>
                </a:lnTo>
                <a:lnTo>
                  <a:pt x="8459" y="4242"/>
                </a:lnTo>
                <a:lnTo>
                  <a:pt x="8460" y="4242"/>
                </a:lnTo>
                <a:lnTo>
                  <a:pt x="8461" y="4242"/>
                </a:lnTo>
                <a:lnTo>
                  <a:pt x="8462" y="4242"/>
                </a:lnTo>
                <a:lnTo>
                  <a:pt x="8463" y="4242"/>
                </a:lnTo>
                <a:lnTo>
                  <a:pt x="8464" y="4242"/>
                </a:lnTo>
                <a:lnTo>
                  <a:pt x="8465" y="4242"/>
                </a:lnTo>
                <a:lnTo>
                  <a:pt x="8466" y="4242"/>
                </a:lnTo>
                <a:lnTo>
                  <a:pt x="8467" y="4242"/>
                </a:lnTo>
                <a:lnTo>
                  <a:pt x="8468" y="4242"/>
                </a:lnTo>
                <a:lnTo>
                  <a:pt x="8469" y="4242"/>
                </a:lnTo>
                <a:lnTo>
                  <a:pt x="8470" y="4242"/>
                </a:lnTo>
                <a:lnTo>
                  <a:pt x="8471" y="4242"/>
                </a:lnTo>
                <a:lnTo>
                  <a:pt x="8472" y="4242"/>
                </a:lnTo>
                <a:lnTo>
                  <a:pt x="8473" y="4242"/>
                </a:lnTo>
                <a:lnTo>
                  <a:pt x="8474" y="4242"/>
                </a:lnTo>
                <a:lnTo>
                  <a:pt x="8475" y="4242"/>
                </a:lnTo>
                <a:lnTo>
                  <a:pt x="8476" y="4242"/>
                </a:lnTo>
                <a:lnTo>
                  <a:pt x="8477" y="4242"/>
                </a:lnTo>
                <a:lnTo>
                  <a:pt x="8478" y="4242"/>
                </a:lnTo>
                <a:lnTo>
                  <a:pt x="8479" y="4242"/>
                </a:lnTo>
                <a:lnTo>
                  <a:pt x="8480" y="4242"/>
                </a:lnTo>
                <a:lnTo>
                  <a:pt x="8481" y="4242"/>
                </a:lnTo>
                <a:lnTo>
                  <a:pt x="8482" y="4242"/>
                </a:lnTo>
                <a:lnTo>
                  <a:pt x="8483" y="4242"/>
                </a:lnTo>
                <a:lnTo>
                  <a:pt x="8484" y="4242"/>
                </a:lnTo>
                <a:lnTo>
                  <a:pt x="8485" y="4242"/>
                </a:lnTo>
                <a:lnTo>
                  <a:pt x="8486" y="4242"/>
                </a:lnTo>
                <a:lnTo>
                  <a:pt x="8487" y="4242"/>
                </a:lnTo>
                <a:lnTo>
                  <a:pt x="8488" y="4242"/>
                </a:lnTo>
                <a:lnTo>
                  <a:pt x="8489" y="4242"/>
                </a:lnTo>
                <a:lnTo>
                  <a:pt x="8490" y="4242"/>
                </a:lnTo>
                <a:lnTo>
                  <a:pt x="8491" y="4242"/>
                </a:lnTo>
                <a:lnTo>
                  <a:pt x="8492" y="4242"/>
                </a:lnTo>
                <a:lnTo>
                  <a:pt x="8493" y="4242"/>
                </a:lnTo>
                <a:lnTo>
                  <a:pt x="8494" y="4242"/>
                </a:lnTo>
                <a:lnTo>
                  <a:pt x="8495" y="4242"/>
                </a:lnTo>
                <a:lnTo>
                  <a:pt x="8496" y="4242"/>
                </a:lnTo>
                <a:lnTo>
                  <a:pt x="8497" y="4242"/>
                </a:lnTo>
                <a:lnTo>
                  <a:pt x="8498" y="4242"/>
                </a:lnTo>
                <a:lnTo>
                  <a:pt x="8499" y="4242"/>
                </a:lnTo>
                <a:lnTo>
                  <a:pt x="8500" y="4242"/>
                </a:lnTo>
                <a:lnTo>
                  <a:pt x="8501" y="4242"/>
                </a:lnTo>
                <a:lnTo>
                  <a:pt x="8502" y="4242"/>
                </a:lnTo>
                <a:lnTo>
                  <a:pt x="8503" y="4242"/>
                </a:lnTo>
                <a:lnTo>
                  <a:pt x="8504" y="4242"/>
                </a:lnTo>
                <a:lnTo>
                  <a:pt x="8505" y="4242"/>
                </a:lnTo>
                <a:lnTo>
                  <a:pt x="8506" y="4242"/>
                </a:lnTo>
                <a:lnTo>
                  <a:pt x="8507" y="4242"/>
                </a:lnTo>
                <a:lnTo>
                  <a:pt x="8508" y="4242"/>
                </a:lnTo>
                <a:lnTo>
                  <a:pt x="8509" y="4242"/>
                </a:lnTo>
                <a:lnTo>
                  <a:pt x="8510" y="4242"/>
                </a:lnTo>
                <a:lnTo>
                  <a:pt x="8511" y="4242"/>
                </a:lnTo>
                <a:lnTo>
                  <a:pt x="8512" y="4242"/>
                </a:lnTo>
                <a:lnTo>
                  <a:pt x="8513" y="4242"/>
                </a:lnTo>
                <a:lnTo>
                  <a:pt x="8514" y="4242"/>
                </a:lnTo>
                <a:lnTo>
                  <a:pt x="8515" y="4242"/>
                </a:lnTo>
                <a:lnTo>
                  <a:pt x="8516" y="4242"/>
                </a:lnTo>
                <a:lnTo>
                  <a:pt x="8517" y="4242"/>
                </a:lnTo>
                <a:lnTo>
                  <a:pt x="8518" y="4242"/>
                </a:lnTo>
                <a:lnTo>
                  <a:pt x="8519" y="4242"/>
                </a:lnTo>
                <a:lnTo>
                  <a:pt x="8520" y="4242"/>
                </a:lnTo>
                <a:lnTo>
                  <a:pt x="8521" y="4242"/>
                </a:lnTo>
                <a:lnTo>
                  <a:pt x="8522" y="4242"/>
                </a:lnTo>
                <a:lnTo>
                  <a:pt x="8523" y="4242"/>
                </a:lnTo>
                <a:lnTo>
                  <a:pt x="8524" y="4242"/>
                </a:lnTo>
                <a:lnTo>
                  <a:pt x="8525" y="4242"/>
                </a:lnTo>
                <a:lnTo>
                  <a:pt x="8526" y="4242"/>
                </a:lnTo>
                <a:lnTo>
                  <a:pt x="8527" y="4242"/>
                </a:lnTo>
                <a:lnTo>
                  <a:pt x="8528" y="4242"/>
                </a:lnTo>
                <a:lnTo>
                  <a:pt x="8529" y="4242"/>
                </a:lnTo>
                <a:lnTo>
                  <a:pt x="8530" y="4242"/>
                </a:lnTo>
                <a:lnTo>
                  <a:pt x="8531" y="4242"/>
                </a:lnTo>
                <a:lnTo>
                  <a:pt x="8532" y="4242"/>
                </a:lnTo>
                <a:lnTo>
                  <a:pt x="8533" y="4242"/>
                </a:lnTo>
                <a:lnTo>
                  <a:pt x="8534" y="4242"/>
                </a:lnTo>
                <a:lnTo>
                  <a:pt x="8535" y="4242"/>
                </a:lnTo>
                <a:lnTo>
                  <a:pt x="8536" y="4242"/>
                </a:lnTo>
                <a:lnTo>
                  <a:pt x="8537" y="4242"/>
                </a:lnTo>
                <a:lnTo>
                  <a:pt x="8538" y="4242"/>
                </a:lnTo>
                <a:lnTo>
                  <a:pt x="8539" y="4242"/>
                </a:lnTo>
                <a:lnTo>
                  <a:pt x="8540" y="4242"/>
                </a:lnTo>
                <a:lnTo>
                  <a:pt x="8541" y="4242"/>
                </a:lnTo>
                <a:lnTo>
                  <a:pt x="8542" y="4242"/>
                </a:lnTo>
                <a:lnTo>
                  <a:pt x="8543" y="4242"/>
                </a:lnTo>
                <a:lnTo>
                  <a:pt x="8544" y="4242"/>
                </a:lnTo>
                <a:lnTo>
                  <a:pt x="8545" y="4242"/>
                </a:lnTo>
                <a:lnTo>
                  <a:pt x="8546" y="4242"/>
                </a:lnTo>
                <a:lnTo>
                  <a:pt x="8547" y="4242"/>
                </a:lnTo>
                <a:lnTo>
                  <a:pt x="8548" y="4242"/>
                </a:lnTo>
                <a:lnTo>
                  <a:pt x="8549" y="4242"/>
                </a:lnTo>
                <a:lnTo>
                  <a:pt x="8550" y="4242"/>
                </a:lnTo>
                <a:lnTo>
                  <a:pt x="8551" y="4242"/>
                </a:lnTo>
                <a:lnTo>
                  <a:pt x="8552" y="4242"/>
                </a:lnTo>
                <a:lnTo>
                  <a:pt x="8553" y="4242"/>
                </a:lnTo>
                <a:lnTo>
                  <a:pt x="8554" y="4242"/>
                </a:lnTo>
                <a:lnTo>
                  <a:pt x="8555" y="4242"/>
                </a:lnTo>
                <a:lnTo>
                  <a:pt x="8556" y="4242"/>
                </a:lnTo>
                <a:lnTo>
                  <a:pt x="8557" y="4242"/>
                </a:lnTo>
                <a:lnTo>
                  <a:pt x="8558" y="4242"/>
                </a:lnTo>
                <a:lnTo>
                  <a:pt x="8559" y="4242"/>
                </a:lnTo>
                <a:lnTo>
                  <a:pt x="8560" y="4242"/>
                </a:lnTo>
                <a:lnTo>
                  <a:pt x="8561" y="4242"/>
                </a:lnTo>
                <a:lnTo>
                  <a:pt x="8562" y="4242"/>
                </a:lnTo>
                <a:lnTo>
                  <a:pt x="8563" y="4242"/>
                </a:lnTo>
                <a:lnTo>
                  <a:pt x="8564" y="4242"/>
                </a:lnTo>
                <a:lnTo>
                  <a:pt x="8565" y="4242"/>
                </a:lnTo>
                <a:lnTo>
                  <a:pt x="8566" y="4242"/>
                </a:lnTo>
                <a:lnTo>
                  <a:pt x="8567" y="4242"/>
                </a:lnTo>
                <a:lnTo>
                  <a:pt x="8568" y="4242"/>
                </a:lnTo>
                <a:lnTo>
                  <a:pt x="8569" y="4242"/>
                </a:lnTo>
                <a:lnTo>
                  <a:pt x="8570" y="4242"/>
                </a:lnTo>
                <a:lnTo>
                  <a:pt x="8571" y="4242"/>
                </a:lnTo>
                <a:lnTo>
                  <a:pt x="8572" y="4242"/>
                </a:lnTo>
                <a:lnTo>
                  <a:pt x="8573" y="4242"/>
                </a:lnTo>
                <a:lnTo>
                  <a:pt x="8574" y="4242"/>
                </a:lnTo>
                <a:lnTo>
                  <a:pt x="8575" y="4242"/>
                </a:lnTo>
                <a:lnTo>
                  <a:pt x="8576" y="4242"/>
                </a:lnTo>
                <a:lnTo>
                  <a:pt x="8577" y="4242"/>
                </a:lnTo>
                <a:lnTo>
                  <a:pt x="8578" y="4242"/>
                </a:lnTo>
                <a:lnTo>
                  <a:pt x="8579" y="4242"/>
                </a:lnTo>
                <a:lnTo>
                  <a:pt x="8580" y="4242"/>
                </a:lnTo>
                <a:lnTo>
                  <a:pt x="8581" y="4242"/>
                </a:lnTo>
                <a:lnTo>
                  <a:pt x="8582" y="4242"/>
                </a:lnTo>
                <a:lnTo>
                  <a:pt x="8583" y="4242"/>
                </a:lnTo>
                <a:lnTo>
                  <a:pt x="8584" y="4242"/>
                </a:lnTo>
                <a:lnTo>
                  <a:pt x="8585" y="4242"/>
                </a:lnTo>
                <a:lnTo>
                  <a:pt x="8586" y="4242"/>
                </a:lnTo>
                <a:lnTo>
                  <a:pt x="8587" y="4242"/>
                </a:lnTo>
                <a:lnTo>
                  <a:pt x="8588" y="4242"/>
                </a:lnTo>
                <a:lnTo>
                  <a:pt x="8589" y="4242"/>
                </a:lnTo>
                <a:lnTo>
                  <a:pt x="8590" y="4242"/>
                </a:lnTo>
                <a:lnTo>
                  <a:pt x="8591" y="4242"/>
                </a:lnTo>
                <a:lnTo>
                  <a:pt x="8592" y="4242"/>
                </a:lnTo>
                <a:lnTo>
                  <a:pt x="8593" y="4242"/>
                </a:lnTo>
                <a:lnTo>
                  <a:pt x="8594" y="4242"/>
                </a:lnTo>
                <a:lnTo>
                  <a:pt x="8595" y="4242"/>
                </a:lnTo>
                <a:lnTo>
                  <a:pt x="8596" y="4242"/>
                </a:lnTo>
                <a:lnTo>
                  <a:pt x="8597" y="4242"/>
                </a:lnTo>
                <a:lnTo>
                  <a:pt x="8598" y="4242"/>
                </a:lnTo>
                <a:lnTo>
                  <a:pt x="8599" y="4242"/>
                </a:lnTo>
                <a:lnTo>
                  <a:pt x="8600" y="4242"/>
                </a:lnTo>
                <a:lnTo>
                  <a:pt x="8601" y="4242"/>
                </a:lnTo>
                <a:lnTo>
                  <a:pt x="8602" y="4242"/>
                </a:lnTo>
                <a:lnTo>
                  <a:pt x="8603" y="4242"/>
                </a:lnTo>
                <a:lnTo>
                  <a:pt x="8604" y="4242"/>
                </a:lnTo>
                <a:lnTo>
                  <a:pt x="8605" y="4242"/>
                </a:lnTo>
                <a:lnTo>
                  <a:pt x="8606" y="4242"/>
                </a:lnTo>
                <a:lnTo>
                  <a:pt x="8607" y="4242"/>
                </a:lnTo>
                <a:lnTo>
                  <a:pt x="8608" y="4242"/>
                </a:lnTo>
                <a:lnTo>
                  <a:pt x="8609" y="4242"/>
                </a:lnTo>
                <a:lnTo>
                  <a:pt x="8610" y="4242"/>
                </a:lnTo>
                <a:lnTo>
                  <a:pt x="8611" y="4242"/>
                </a:lnTo>
                <a:lnTo>
                  <a:pt x="8612" y="4242"/>
                </a:lnTo>
                <a:lnTo>
                  <a:pt x="8613" y="4242"/>
                </a:lnTo>
                <a:lnTo>
                  <a:pt x="8614" y="4242"/>
                </a:lnTo>
                <a:lnTo>
                  <a:pt x="8615" y="4242"/>
                </a:lnTo>
                <a:lnTo>
                  <a:pt x="8616" y="4242"/>
                </a:lnTo>
                <a:lnTo>
                  <a:pt x="8617" y="4242"/>
                </a:lnTo>
                <a:lnTo>
                  <a:pt x="8618" y="4242"/>
                </a:lnTo>
                <a:lnTo>
                  <a:pt x="8619" y="4242"/>
                </a:lnTo>
                <a:lnTo>
                  <a:pt x="8620" y="4242"/>
                </a:lnTo>
                <a:lnTo>
                  <a:pt x="8621" y="4242"/>
                </a:lnTo>
                <a:lnTo>
                  <a:pt x="8622" y="4242"/>
                </a:lnTo>
                <a:lnTo>
                  <a:pt x="8623" y="4242"/>
                </a:lnTo>
                <a:lnTo>
                  <a:pt x="8624" y="4242"/>
                </a:lnTo>
                <a:lnTo>
                  <a:pt x="8625" y="4242"/>
                </a:lnTo>
                <a:lnTo>
                  <a:pt x="8626" y="4242"/>
                </a:lnTo>
                <a:lnTo>
                  <a:pt x="8627" y="4242"/>
                </a:lnTo>
                <a:lnTo>
                  <a:pt x="8628" y="4242"/>
                </a:lnTo>
                <a:lnTo>
                  <a:pt x="8629" y="4242"/>
                </a:lnTo>
                <a:lnTo>
                  <a:pt x="8630" y="4242"/>
                </a:lnTo>
                <a:lnTo>
                  <a:pt x="8631" y="4242"/>
                </a:lnTo>
                <a:lnTo>
                  <a:pt x="8632" y="4242"/>
                </a:lnTo>
                <a:lnTo>
                  <a:pt x="8633" y="4242"/>
                </a:lnTo>
                <a:lnTo>
                  <a:pt x="8634" y="4242"/>
                </a:lnTo>
                <a:lnTo>
                  <a:pt x="8635" y="4242"/>
                </a:lnTo>
                <a:lnTo>
                  <a:pt x="8636" y="4242"/>
                </a:lnTo>
                <a:lnTo>
                  <a:pt x="8637" y="4242"/>
                </a:lnTo>
                <a:lnTo>
                  <a:pt x="8638" y="4242"/>
                </a:lnTo>
                <a:lnTo>
                  <a:pt x="8639" y="4242"/>
                </a:lnTo>
                <a:lnTo>
                  <a:pt x="8640" y="4242"/>
                </a:lnTo>
                <a:lnTo>
                  <a:pt x="8641" y="4242"/>
                </a:lnTo>
                <a:lnTo>
                  <a:pt x="8642" y="4242"/>
                </a:lnTo>
                <a:lnTo>
                  <a:pt x="8643" y="4242"/>
                </a:lnTo>
                <a:lnTo>
                  <a:pt x="8644" y="4242"/>
                </a:lnTo>
                <a:lnTo>
                  <a:pt x="8645" y="4242"/>
                </a:lnTo>
                <a:lnTo>
                  <a:pt x="8646" y="4242"/>
                </a:lnTo>
                <a:lnTo>
                  <a:pt x="8647" y="4242"/>
                </a:lnTo>
                <a:lnTo>
                  <a:pt x="8648" y="4242"/>
                </a:lnTo>
                <a:lnTo>
                  <a:pt x="8649" y="4242"/>
                </a:lnTo>
                <a:lnTo>
                  <a:pt x="8650" y="4242"/>
                </a:lnTo>
                <a:lnTo>
                  <a:pt x="8651" y="4242"/>
                </a:lnTo>
                <a:lnTo>
                  <a:pt x="8652" y="4242"/>
                </a:lnTo>
                <a:lnTo>
                  <a:pt x="8653" y="4242"/>
                </a:lnTo>
                <a:lnTo>
                  <a:pt x="8654" y="4242"/>
                </a:lnTo>
                <a:lnTo>
                  <a:pt x="8655" y="4242"/>
                </a:lnTo>
                <a:lnTo>
                  <a:pt x="8656" y="4242"/>
                </a:lnTo>
                <a:lnTo>
                  <a:pt x="8657" y="4242"/>
                </a:lnTo>
                <a:lnTo>
                  <a:pt x="8658" y="4242"/>
                </a:lnTo>
                <a:lnTo>
                  <a:pt x="8659" y="4242"/>
                </a:lnTo>
                <a:lnTo>
                  <a:pt x="8660" y="4242"/>
                </a:lnTo>
                <a:lnTo>
                  <a:pt x="8661" y="4242"/>
                </a:lnTo>
                <a:lnTo>
                  <a:pt x="8662" y="4242"/>
                </a:lnTo>
                <a:lnTo>
                  <a:pt x="8663" y="4242"/>
                </a:lnTo>
                <a:lnTo>
                  <a:pt x="8664" y="4242"/>
                </a:lnTo>
                <a:lnTo>
                  <a:pt x="8665" y="4242"/>
                </a:lnTo>
                <a:lnTo>
                  <a:pt x="8666" y="4242"/>
                </a:lnTo>
                <a:lnTo>
                  <a:pt x="8667" y="4242"/>
                </a:lnTo>
                <a:lnTo>
                  <a:pt x="8668" y="4242"/>
                </a:lnTo>
                <a:lnTo>
                  <a:pt x="8669" y="4242"/>
                </a:lnTo>
                <a:lnTo>
                  <a:pt x="8670" y="4242"/>
                </a:lnTo>
                <a:lnTo>
                  <a:pt x="8671" y="4242"/>
                </a:lnTo>
                <a:lnTo>
                  <a:pt x="8672" y="4242"/>
                </a:lnTo>
                <a:lnTo>
                  <a:pt x="8673" y="4242"/>
                </a:lnTo>
                <a:lnTo>
                  <a:pt x="8674" y="4242"/>
                </a:lnTo>
                <a:lnTo>
                  <a:pt x="8675" y="4242"/>
                </a:lnTo>
                <a:lnTo>
                  <a:pt x="8676" y="4242"/>
                </a:lnTo>
                <a:lnTo>
                  <a:pt x="8677" y="4242"/>
                </a:lnTo>
                <a:lnTo>
                  <a:pt x="8678" y="4242"/>
                </a:lnTo>
                <a:lnTo>
                  <a:pt x="8679" y="4242"/>
                </a:lnTo>
                <a:lnTo>
                  <a:pt x="8680" y="4242"/>
                </a:lnTo>
                <a:lnTo>
                  <a:pt x="8681" y="4242"/>
                </a:lnTo>
                <a:lnTo>
                  <a:pt x="8682" y="4242"/>
                </a:lnTo>
                <a:lnTo>
                  <a:pt x="8683" y="4242"/>
                </a:lnTo>
                <a:lnTo>
                  <a:pt x="8684" y="4242"/>
                </a:lnTo>
                <a:lnTo>
                  <a:pt x="8685" y="4242"/>
                </a:lnTo>
                <a:lnTo>
                  <a:pt x="8686" y="4242"/>
                </a:lnTo>
                <a:lnTo>
                  <a:pt x="8687" y="4242"/>
                </a:lnTo>
                <a:lnTo>
                  <a:pt x="8688" y="4242"/>
                </a:lnTo>
                <a:lnTo>
                  <a:pt x="8689" y="4242"/>
                </a:lnTo>
                <a:lnTo>
                  <a:pt x="8690" y="4242"/>
                </a:lnTo>
                <a:lnTo>
                  <a:pt x="8691" y="4242"/>
                </a:lnTo>
                <a:lnTo>
                  <a:pt x="8692" y="4242"/>
                </a:lnTo>
                <a:lnTo>
                  <a:pt x="8693" y="4242"/>
                </a:lnTo>
                <a:lnTo>
                  <a:pt x="8694" y="4242"/>
                </a:lnTo>
                <a:lnTo>
                  <a:pt x="8695" y="4242"/>
                </a:lnTo>
                <a:lnTo>
                  <a:pt x="8696" y="4242"/>
                </a:lnTo>
                <a:lnTo>
                  <a:pt x="8697" y="4242"/>
                </a:lnTo>
                <a:lnTo>
                  <a:pt x="8698" y="4242"/>
                </a:lnTo>
                <a:lnTo>
                  <a:pt x="8699" y="4242"/>
                </a:lnTo>
                <a:lnTo>
                  <a:pt x="8700" y="4242"/>
                </a:lnTo>
                <a:lnTo>
                  <a:pt x="8701" y="4242"/>
                </a:lnTo>
                <a:lnTo>
                  <a:pt x="8702" y="4242"/>
                </a:lnTo>
                <a:lnTo>
                  <a:pt x="8703" y="4242"/>
                </a:lnTo>
                <a:lnTo>
                  <a:pt x="8704" y="4242"/>
                </a:lnTo>
                <a:lnTo>
                  <a:pt x="8705" y="4242"/>
                </a:lnTo>
                <a:lnTo>
                  <a:pt x="8706" y="4242"/>
                </a:lnTo>
                <a:lnTo>
                  <a:pt x="8707" y="4242"/>
                </a:lnTo>
                <a:lnTo>
                  <a:pt x="8708" y="4242"/>
                </a:lnTo>
                <a:lnTo>
                  <a:pt x="8709" y="4242"/>
                </a:lnTo>
                <a:lnTo>
                  <a:pt x="8710" y="4242"/>
                </a:lnTo>
                <a:lnTo>
                  <a:pt x="8711" y="4242"/>
                </a:lnTo>
                <a:lnTo>
                  <a:pt x="8712" y="4242"/>
                </a:lnTo>
                <a:lnTo>
                  <a:pt x="8713" y="4242"/>
                </a:lnTo>
                <a:lnTo>
                  <a:pt x="8714" y="4242"/>
                </a:lnTo>
                <a:lnTo>
                  <a:pt x="8715" y="4242"/>
                </a:lnTo>
                <a:lnTo>
                  <a:pt x="8716" y="4242"/>
                </a:lnTo>
                <a:lnTo>
                  <a:pt x="8717" y="4242"/>
                </a:lnTo>
                <a:lnTo>
                  <a:pt x="8718" y="4242"/>
                </a:lnTo>
                <a:lnTo>
                  <a:pt x="8719" y="4242"/>
                </a:lnTo>
                <a:lnTo>
                  <a:pt x="8720" y="4242"/>
                </a:lnTo>
                <a:lnTo>
                  <a:pt x="8721" y="4242"/>
                </a:lnTo>
                <a:lnTo>
                  <a:pt x="8722" y="4242"/>
                </a:lnTo>
                <a:lnTo>
                  <a:pt x="8723" y="4242"/>
                </a:lnTo>
                <a:lnTo>
                  <a:pt x="8724" y="4242"/>
                </a:lnTo>
                <a:lnTo>
                  <a:pt x="8725" y="4242"/>
                </a:lnTo>
                <a:lnTo>
                  <a:pt x="8726" y="4242"/>
                </a:lnTo>
                <a:lnTo>
                  <a:pt x="8727" y="4242"/>
                </a:lnTo>
                <a:lnTo>
                  <a:pt x="8728" y="4242"/>
                </a:lnTo>
                <a:lnTo>
                  <a:pt x="8729" y="4242"/>
                </a:lnTo>
                <a:lnTo>
                  <a:pt x="8730" y="4242"/>
                </a:lnTo>
                <a:lnTo>
                  <a:pt x="8731" y="4242"/>
                </a:lnTo>
                <a:lnTo>
                  <a:pt x="8732" y="4242"/>
                </a:lnTo>
                <a:lnTo>
                  <a:pt x="8733" y="4242"/>
                </a:lnTo>
                <a:lnTo>
                  <a:pt x="8734" y="4242"/>
                </a:lnTo>
                <a:lnTo>
                  <a:pt x="8735" y="4242"/>
                </a:lnTo>
                <a:lnTo>
                  <a:pt x="8736" y="4242"/>
                </a:lnTo>
                <a:lnTo>
                  <a:pt x="8737" y="4242"/>
                </a:lnTo>
                <a:lnTo>
                  <a:pt x="8738" y="4242"/>
                </a:lnTo>
                <a:lnTo>
                  <a:pt x="8739" y="4242"/>
                </a:lnTo>
                <a:lnTo>
                  <a:pt x="8740" y="4242"/>
                </a:lnTo>
                <a:lnTo>
                  <a:pt x="8741" y="4242"/>
                </a:lnTo>
                <a:lnTo>
                  <a:pt x="8742" y="4242"/>
                </a:lnTo>
                <a:lnTo>
                  <a:pt x="8743" y="4242"/>
                </a:lnTo>
                <a:lnTo>
                  <a:pt x="8744" y="4242"/>
                </a:lnTo>
                <a:lnTo>
                  <a:pt x="8745" y="4242"/>
                </a:lnTo>
                <a:lnTo>
                  <a:pt x="8746" y="4242"/>
                </a:lnTo>
                <a:lnTo>
                  <a:pt x="8747" y="4242"/>
                </a:lnTo>
                <a:lnTo>
                  <a:pt x="8748" y="4242"/>
                </a:lnTo>
                <a:lnTo>
                  <a:pt x="8749" y="4242"/>
                </a:lnTo>
                <a:lnTo>
                  <a:pt x="8750" y="4242"/>
                </a:lnTo>
                <a:lnTo>
                  <a:pt x="8751" y="4242"/>
                </a:lnTo>
                <a:lnTo>
                  <a:pt x="8752" y="4242"/>
                </a:lnTo>
                <a:lnTo>
                  <a:pt x="8753" y="4242"/>
                </a:lnTo>
                <a:lnTo>
                  <a:pt x="8754" y="4242"/>
                </a:lnTo>
                <a:lnTo>
                  <a:pt x="8755" y="4242"/>
                </a:lnTo>
                <a:lnTo>
                  <a:pt x="8756" y="4242"/>
                </a:lnTo>
                <a:lnTo>
                  <a:pt x="8757" y="4242"/>
                </a:lnTo>
                <a:lnTo>
                  <a:pt x="8758" y="4242"/>
                </a:lnTo>
                <a:lnTo>
                  <a:pt x="8759" y="4242"/>
                </a:lnTo>
                <a:lnTo>
                  <a:pt x="8760" y="4242"/>
                </a:lnTo>
                <a:lnTo>
                  <a:pt x="8761" y="4242"/>
                </a:lnTo>
                <a:lnTo>
                  <a:pt x="8762" y="4242"/>
                </a:lnTo>
                <a:lnTo>
                  <a:pt x="8763" y="4242"/>
                </a:lnTo>
                <a:lnTo>
                  <a:pt x="8764" y="4242"/>
                </a:lnTo>
                <a:lnTo>
                  <a:pt x="8765" y="4242"/>
                </a:lnTo>
                <a:lnTo>
                  <a:pt x="8766" y="4242"/>
                </a:lnTo>
                <a:lnTo>
                  <a:pt x="8767" y="4242"/>
                </a:lnTo>
                <a:lnTo>
                  <a:pt x="8768" y="4242"/>
                </a:lnTo>
                <a:lnTo>
                  <a:pt x="8769" y="4242"/>
                </a:lnTo>
                <a:lnTo>
                  <a:pt x="8770" y="4242"/>
                </a:lnTo>
                <a:lnTo>
                  <a:pt x="8771" y="4242"/>
                </a:lnTo>
                <a:lnTo>
                  <a:pt x="8772" y="4242"/>
                </a:lnTo>
                <a:lnTo>
                  <a:pt x="8773" y="4242"/>
                </a:lnTo>
                <a:lnTo>
                  <a:pt x="8774" y="4242"/>
                </a:lnTo>
                <a:lnTo>
                  <a:pt x="8775" y="4242"/>
                </a:lnTo>
                <a:lnTo>
                  <a:pt x="8776" y="4242"/>
                </a:lnTo>
                <a:lnTo>
                  <a:pt x="8777" y="4242"/>
                </a:lnTo>
                <a:lnTo>
                  <a:pt x="8778" y="4242"/>
                </a:lnTo>
                <a:lnTo>
                  <a:pt x="8779" y="4242"/>
                </a:lnTo>
                <a:lnTo>
                  <a:pt x="8780" y="4242"/>
                </a:lnTo>
                <a:lnTo>
                  <a:pt x="8781" y="4242"/>
                </a:lnTo>
                <a:lnTo>
                  <a:pt x="8782" y="4242"/>
                </a:lnTo>
                <a:lnTo>
                  <a:pt x="8783" y="4242"/>
                </a:lnTo>
                <a:lnTo>
                  <a:pt x="8784" y="4242"/>
                </a:lnTo>
                <a:lnTo>
                  <a:pt x="8785" y="4242"/>
                </a:lnTo>
                <a:lnTo>
                  <a:pt x="8786" y="4242"/>
                </a:lnTo>
                <a:lnTo>
                  <a:pt x="8787" y="4242"/>
                </a:lnTo>
                <a:lnTo>
                  <a:pt x="8788" y="4242"/>
                </a:lnTo>
                <a:lnTo>
                  <a:pt x="8789" y="4242"/>
                </a:lnTo>
                <a:lnTo>
                  <a:pt x="8790" y="4242"/>
                </a:lnTo>
                <a:lnTo>
                  <a:pt x="8791" y="4242"/>
                </a:lnTo>
                <a:lnTo>
                  <a:pt x="8792" y="4242"/>
                </a:lnTo>
                <a:lnTo>
                  <a:pt x="8793" y="4242"/>
                </a:lnTo>
                <a:lnTo>
                  <a:pt x="8794" y="4242"/>
                </a:lnTo>
                <a:lnTo>
                  <a:pt x="8795" y="4242"/>
                </a:lnTo>
                <a:lnTo>
                  <a:pt x="8796" y="4242"/>
                </a:lnTo>
                <a:lnTo>
                  <a:pt x="8797" y="4242"/>
                </a:lnTo>
                <a:lnTo>
                  <a:pt x="8798" y="4242"/>
                </a:lnTo>
                <a:lnTo>
                  <a:pt x="8799" y="4242"/>
                </a:lnTo>
                <a:lnTo>
                  <a:pt x="8800" y="4242"/>
                </a:lnTo>
                <a:lnTo>
                  <a:pt x="8801" y="4242"/>
                </a:lnTo>
                <a:lnTo>
                  <a:pt x="8802" y="4242"/>
                </a:lnTo>
                <a:lnTo>
                  <a:pt x="8803" y="4242"/>
                </a:lnTo>
                <a:lnTo>
                  <a:pt x="8804" y="4242"/>
                </a:lnTo>
                <a:lnTo>
                  <a:pt x="8805" y="4242"/>
                </a:lnTo>
                <a:lnTo>
                  <a:pt x="8806" y="4242"/>
                </a:lnTo>
                <a:lnTo>
                  <a:pt x="8807" y="4242"/>
                </a:lnTo>
                <a:lnTo>
                  <a:pt x="8808" y="4242"/>
                </a:lnTo>
                <a:lnTo>
                  <a:pt x="8809" y="4242"/>
                </a:lnTo>
                <a:lnTo>
                  <a:pt x="8810" y="4242"/>
                </a:lnTo>
                <a:lnTo>
                  <a:pt x="8811" y="4242"/>
                </a:lnTo>
                <a:lnTo>
                  <a:pt x="8812" y="4242"/>
                </a:lnTo>
                <a:lnTo>
                  <a:pt x="8813" y="4242"/>
                </a:lnTo>
                <a:lnTo>
                  <a:pt x="8814" y="4242"/>
                </a:lnTo>
                <a:lnTo>
                  <a:pt x="8815" y="4242"/>
                </a:lnTo>
                <a:lnTo>
                  <a:pt x="8816" y="4242"/>
                </a:lnTo>
                <a:lnTo>
                  <a:pt x="8817" y="4242"/>
                </a:lnTo>
                <a:lnTo>
                  <a:pt x="8818" y="4242"/>
                </a:lnTo>
                <a:lnTo>
                  <a:pt x="8819" y="4242"/>
                </a:lnTo>
                <a:lnTo>
                  <a:pt x="8820" y="4242"/>
                </a:lnTo>
                <a:lnTo>
                  <a:pt x="8821" y="4242"/>
                </a:lnTo>
                <a:lnTo>
                  <a:pt x="8822" y="4242"/>
                </a:lnTo>
                <a:lnTo>
                  <a:pt x="8823" y="4242"/>
                </a:lnTo>
                <a:lnTo>
                  <a:pt x="8824" y="4242"/>
                </a:lnTo>
                <a:lnTo>
                  <a:pt x="8825" y="4242"/>
                </a:lnTo>
                <a:lnTo>
                  <a:pt x="8826" y="4242"/>
                </a:lnTo>
                <a:lnTo>
                  <a:pt x="8827" y="4242"/>
                </a:lnTo>
                <a:lnTo>
                  <a:pt x="8828" y="4242"/>
                </a:lnTo>
                <a:lnTo>
                  <a:pt x="8829" y="4242"/>
                </a:lnTo>
                <a:lnTo>
                  <a:pt x="8830" y="4242"/>
                </a:lnTo>
                <a:lnTo>
                  <a:pt x="8831" y="4242"/>
                </a:lnTo>
                <a:lnTo>
                  <a:pt x="8832" y="4242"/>
                </a:lnTo>
                <a:lnTo>
                  <a:pt x="8833" y="4242"/>
                </a:lnTo>
                <a:lnTo>
                  <a:pt x="8834" y="4242"/>
                </a:lnTo>
                <a:lnTo>
                  <a:pt x="8835" y="4242"/>
                </a:lnTo>
                <a:lnTo>
                  <a:pt x="8836" y="4242"/>
                </a:lnTo>
                <a:lnTo>
                  <a:pt x="8837" y="4242"/>
                </a:lnTo>
                <a:lnTo>
                  <a:pt x="8838" y="4242"/>
                </a:lnTo>
                <a:lnTo>
                  <a:pt x="8839" y="4242"/>
                </a:lnTo>
                <a:lnTo>
                  <a:pt x="8840" y="4242"/>
                </a:lnTo>
                <a:lnTo>
                  <a:pt x="8841" y="4242"/>
                </a:lnTo>
                <a:lnTo>
                  <a:pt x="8842" y="4242"/>
                </a:lnTo>
                <a:lnTo>
                  <a:pt x="8843" y="4242"/>
                </a:lnTo>
                <a:lnTo>
                  <a:pt x="8844" y="4242"/>
                </a:lnTo>
                <a:lnTo>
                  <a:pt x="8845" y="4242"/>
                </a:lnTo>
                <a:lnTo>
                  <a:pt x="8846" y="4242"/>
                </a:lnTo>
                <a:lnTo>
                  <a:pt x="8847" y="4242"/>
                </a:lnTo>
                <a:lnTo>
                  <a:pt x="8848" y="4242"/>
                </a:lnTo>
                <a:lnTo>
                  <a:pt x="8849" y="4242"/>
                </a:lnTo>
                <a:lnTo>
                  <a:pt x="8850" y="4242"/>
                </a:lnTo>
                <a:lnTo>
                  <a:pt x="8851" y="4242"/>
                </a:lnTo>
                <a:lnTo>
                  <a:pt x="8852" y="4242"/>
                </a:lnTo>
                <a:lnTo>
                  <a:pt x="8853" y="4242"/>
                </a:lnTo>
                <a:lnTo>
                  <a:pt x="8854" y="4242"/>
                </a:lnTo>
                <a:lnTo>
                  <a:pt x="8855" y="4242"/>
                </a:lnTo>
                <a:lnTo>
                  <a:pt x="8856" y="4242"/>
                </a:lnTo>
                <a:lnTo>
                  <a:pt x="8857" y="4242"/>
                </a:lnTo>
                <a:lnTo>
                  <a:pt x="8858" y="4242"/>
                </a:lnTo>
                <a:lnTo>
                  <a:pt x="8859" y="4242"/>
                </a:lnTo>
                <a:lnTo>
                  <a:pt x="8860" y="4242"/>
                </a:lnTo>
                <a:lnTo>
                  <a:pt x="8861" y="4242"/>
                </a:lnTo>
                <a:lnTo>
                  <a:pt x="8862" y="4242"/>
                </a:lnTo>
                <a:lnTo>
                  <a:pt x="8863" y="4242"/>
                </a:lnTo>
                <a:lnTo>
                  <a:pt x="8864" y="4242"/>
                </a:lnTo>
                <a:lnTo>
                  <a:pt x="8865" y="4242"/>
                </a:lnTo>
                <a:lnTo>
                  <a:pt x="8866" y="4242"/>
                </a:lnTo>
                <a:lnTo>
                  <a:pt x="8867" y="4242"/>
                </a:lnTo>
                <a:lnTo>
                  <a:pt x="8868" y="4242"/>
                </a:lnTo>
                <a:lnTo>
                  <a:pt x="8869" y="4242"/>
                </a:lnTo>
                <a:lnTo>
                  <a:pt x="8870" y="4242"/>
                </a:lnTo>
                <a:lnTo>
                  <a:pt x="8871" y="4242"/>
                </a:lnTo>
                <a:lnTo>
                  <a:pt x="8872" y="4242"/>
                </a:lnTo>
                <a:lnTo>
                  <a:pt x="8873" y="4242"/>
                </a:lnTo>
                <a:lnTo>
                  <a:pt x="8874" y="4242"/>
                </a:lnTo>
                <a:lnTo>
                  <a:pt x="8875" y="4242"/>
                </a:lnTo>
                <a:lnTo>
                  <a:pt x="8876" y="4242"/>
                </a:lnTo>
                <a:lnTo>
                  <a:pt x="8877" y="4242"/>
                </a:lnTo>
                <a:lnTo>
                  <a:pt x="8878" y="4242"/>
                </a:lnTo>
                <a:lnTo>
                  <a:pt x="8879" y="4242"/>
                </a:lnTo>
                <a:lnTo>
                  <a:pt x="8880" y="4242"/>
                </a:lnTo>
                <a:lnTo>
                  <a:pt x="8881" y="4242"/>
                </a:lnTo>
                <a:lnTo>
                  <a:pt x="8882" y="4242"/>
                </a:lnTo>
                <a:lnTo>
                  <a:pt x="8883" y="4242"/>
                </a:lnTo>
                <a:lnTo>
                  <a:pt x="8884" y="4242"/>
                </a:lnTo>
                <a:lnTo>
                  <a:pt x="8885" y="4242"/>
                </a:lnTo>
                <a:lnTo>
                  <a:pt x="8886" y="4242"/>
                </a:lnTo>
                <a:lnTo>
                  <a:pt x="8887" y="4242"/>
                </a:lnTo>
                <a:lnTo>
                  <a:pt x="8888" y="4242"/>
                </a:lnTo>
                <a:lnTo>
                  <a:pt x="8889" y="4242"/>
                </a:lnTo>
                <a:lnTo>
                  <a:pt x="8890" y="4242"/>
                </a:lnTo>
                <a:lnTo>
                  <a:pt x="8891" y="4242"/>
                </a:lnTo>
                <a:lnTo>
                  <a:pt x="8892" y="4242"/>
                </a:lnTo>
                <a:lnTo>
                  <a:pt x="8893" y="4242"/>
                </a:lnTo>
                <a:lnTo>
                  <a:pt x="8894" y="4242"/>
                </a:lnTo>
                <a:lnTo>
                  <a:pt x="8895" y="4242"/>
                </a:lnTo>
                <a:lnTo>
                  <a:pt x="8896" y="4242"/>
                </a:lnTo>
                <a:lnTo>
                  <a:pt x="8897" y="4242"/>
                </a:lnTo>
                <a:lnTo>
                  <a:pt x="8898" y="4242"/>
                </a:lnTo>
                <a:lnTo>
                  <a:pt x="8899" y="4242"/>
                </a:lnTo>
                <a:lnTo>
                  <a:pt x="8900" y="4242"/>
                </a:lnTo>
                <a:lnTo>
                  <a:pt x="8901" y="4242"/>
                </a:lnTo>
                <a:lnTo>
                  <a:pt x="8902" y="4242"/>
                </a:lnTo>
                <a:lnTo>
                  <a:pt x="8903" y="4242"/>
                </a:lnTo>
                <a:lnTo>
                  <a:pt x="8904" y="4242"/>
                </a:lnTo>
                <a:lnTo>
                  <a:pt x="8905" y="4242"/>
                </a:lnTo>
                <a:lnTo>
                  <a:pt x="8906" y="4242"/>
                </a:lnTo>
                <a:lnTo>
                  <a:pt x="8907" y="4242"/>
                </a:lnTo>
                <a:lnTo>
                  <a:pt x="8908" y="4242"/>
                </a:lnTo>
                <a:lnTo>
                  <a:pt x="8909" y="4242"/>
                </a:lnTo>
                <a:lnTo>
                  <a:pt x="8910" y="4242"/>
                </a:lnTo>
                <a:lnTo>
                  <a:pt x="8911" y="4242"/>
                </a:lnTo>
                <a:lnTo>
                  <a:pt x="8912" y="4242"/>
                </a:lnTo>
                <a:lnTo>
                  <a:pt x="8913" y="4242"/>
                </a:lnTo>
                <a:lnTo>
                  <a:pt x="8914" y="4242"/>
                </a:lnTo>
                <a:lnTo>
                  <a:pt x="8915" y="4242"/>
                </a:lnTo>
                <a:lnTo>
                  <a:pt x="8916" y="4242"/>
                </a:lnTo>
                <a:lnTo>
                  <a:pt x="8917" y="4242"/>
                </a:lnTo>
                <a:lnTo>
                  <a:pt x="8918" y="4242"/>
                </a:lnTo>
                <a:lnTo>
                  <a:pt x="8919" y="4242"/>
                </a:lnTo>
                <a:lnTo>
                  <a:pt x="8920" y="4242"/>
                </a:lnTo>
                <a:lnTo>
                  <a:pt x="8921" y="4242"/>
                </a:lnTo>
                <a:lnTo>
                  <a:pt x="8922" y="4242"/>
                </a:lnTo>
                <a:lnTo>
                  <a:pt x="8923" y="4242"/>
                </a:lnTo>
                <a:lnTo>
                  <a:pt x="8924" y="4242"/>
                </a:lnTo>
                <a:lnTo>
                  <a:pt x="8925" y="4242"/>
                </a:lnTo>
                <a:lnTo>
                  <a:pt x="8926" y="4242"/>
                </a:lnTo>
                <a:lnTo>
                  <a:pt x="8927" y="4242"/>
                </a:lnTo>
                <a:lnTo>
                  <a:pt x="8928" y="4242"/>
                </a:lnTo>
                <a:lnTo>
                  <a:pt x="8929" y="4242"/>
                </a:lnTo>
                <a:lnTo>
                  <a:pt x="8930" y="4242"/>
                </a:lnTo>
                <a:lnTo>
                  <a:pt x="8931" y="4242"/>
                </a:lnTo>
                <a:lnTo>
                  <a:pt x="8932" y="4242"/>
                </a:lnTo>
                <a:lnTo>
                  <a:pt x="8933" y="4242"/>
                </a:lnTo>
                <a:lnTo>
                  <a:pt x="8934" y="4242"/>
                </a:lnTo>
                <a:lnTo>
                  <a:pt x="8935" y="4242"/>
                </a:lnTo>
                <a:lnTo>
                  <a:pt x="8936" y="4242"/>
                </a:lnTo>
                <a:lnTo>
                  <a:pt x="8937" y="4242"/>
                </a:lnTo>
                <a:lnTo>
                  <a:pt x="8938" y="4242"/>
                </a:lnTo>
                <a:lnTo>
                  <a:pt x="8939" y="4242"/>
                </a:lnTo>
                <a:lnTo>
                  <a:pt x="8940" y="4242"/>
                </a:lnTo>
                <a:lnTo>
                  <a:pt x="8941" y="4242"/>
                </a:lnTo>
                <a:lnTo>
                  <a:pt x="8942" y="4242"/>
                </a:lnTo>
                <a:lnTo>
                  <a:pt x="8943" y="4242"/>
                </a:lnTo>
                <a:lnTo>
                  <a:pt x="8944" y="4242"/>
                </a:lnTo>
                <a:lnTo>
                  <a:pt x="8945" y="4242"/>
                </a:lnTo>
                <a:lnTo>
                  <a:pt x="8946" y="4242"/>
                </a:lnTo>
                <a:lnTo>
                  <a:pt x="8947" y="4242"/>
                </a:lnTo>
                <a:lnTo>
                  <a:pt x="8948" y="4242"/>
                </a:lnTo>
                <a:lnTo>
                  <a:pt x="8949" y="4242"/>
                </a:lnTo>
                <a:lnTo>
                  <a:pt x="8950" y="4242"/>
                </a:lnTo>
                <a:lnTo>
                  <a:pt x="8951" y="4242"/>
                </a:lnTo>
                <a:lnTo>
                  <a:pt x="8952" y="4242"/>
                </a:lnTo>
                <a:lnTo>
                  <a:pt x="8953" y="4242"/>
                </a:lnTo>
                <a:lnTo>
                  <a:pt x="8954" y="4242"/>
                </a:lnTo>
                <a:lnTo>
                  <a:pt x="8955" y="4242"/>
                </a:lnTo>
                <a:lnTo>
                  <a:pt x="8956" y="4242"/>
                </a:lnTo>
                <a:lnTo>
                  <a:pt x="8957" y="4242"/>
                </a:lnTo>
                <a:lnTo>
                  <a:pt x="8958" y="4242"/>
                </a:lnTo>
                <a:lnTo>
                  <a:pt x="8959" y="4242"/>
                </a:lnTo>
                <a:lnTo>
                  <a:pt x="8960" y="4242"/>
                </a:lnTo>
                <a:lnTo>
                  <a:pt x="8961" y="4242"/>
                </a:lnTo>
                <a:lnTo>
                  <a:pt x="8962" y="4242"/>
                </a:lnTo>
                <a:lnTo>
                  <a:pt x="8963" y="4242"/>
                </a:lnTo>
                <a:lnTo>
                  <a:pt x="8964" y="4242"/>
                </a:lnTo>
                <a:lnTo>
                  <a:pt x="8965" y="4242"/>
                </a:lnTo>
                <a:lnTo>
                  <a:pt x="8966" y="4242"/>
                </a:lnTo>
                <a:lnTo>
                  <a:pt x="8967" y="4242"/>
                </a:lnTo>
                <a:lnTo>
                  <a:pt x="8968" y="4242"/>
                </a:lnTo>
                <a:lnTo>
                  <a:pt x="8969" y="4242"/>
                </a:lnTo>
                <a:lnTo>
                  <a:pt x="8970" y="4242"/>
                </a:lnTo>
                <a:lnTo>
                  <a:pt x="8971" y="4242"/>
                </a:lnTo>
                <a:lnTo>
                  <a:pt x="8972" y="4242"/>
                </a:lnTo>
                <a:lnTo>
                  <a:pt x="8973" y="4242"/>
                </a:lnTo>
                <a:lnTo>
                  <a:pt x="8974" y="4242"/>
                </a:lnTo>
                <a:lnTo>
                  <a:pt x="8975" y="4242"/>
                </a:lnTo>
                <a:lnTo>
                  <a:pt x="8976" y="4242"/>
                </a:lnTo>
                <a:lnTo>
                  <a:pt x="8977" y="4242"/>
                </a:lnTo>
                <a:lnTo>
                  <a:pt x="8978" y="4242"/>
                </a:lnTo>
                <a:lnTo>
                  <a:pt x="8979" y="4242"/>
                </a:lnTo>
                <a:lnTo>
                  <a:pt x="8980" y="4242"/>
                </a:lnTo>
                <a:lnTo>
                  <a:pt x="8981" y="4242"/>
                </a:lnTo>
                <a:lnTo>
                  <a:pt x="8982" y="4242"/>
                </a:lnTo>
                <a:lnTo>
                  <a:pt x="8983" y="4242"/>
                </a:lnTo>
                <a:lnTo>
                  <a:pt x="8984" y="4242"/>
                </a:lnTo>
                <a:lnTo>
                  <a:pt x="8985" y="4242"/>
                </a:lnTo>
                <a:lnTo>
                  <a:pt x="8986" y="4242"/>
                </a:lnTo>
                <a:lnTo>
                  <a:pt x="8987" y="4242"/>
                </a:lnTo>
                <a:lnTo>
                  <a:pt x="8988" y="4242"/>
                </a:lnTo>
                <a:lnTo>
                  <a:pt x="8989" y="4242"/>
                </a:lnTo>
                <a:lnTo>
                  <a:pt x="8990" y="4242"/>
                </a:lnTo>
                <a:lnTo>
                  <a:pt x="8991" y="4242"/>
                </a:lnTo>
                <a:lnTo>
                  <a:pt x="8992" y="4242"/>
                </a:lnTo>
                <a:lnTo>
                  <a:pt x="8993" y="4242"/>
                </a:lnTo>
                <a:lnTo>
                  <a:pt x="8994" y="4242"/>
                </a:lnTo>
                <a:lnTo>
                  <a:pt x="8995" y="4242"/>
                </a:lnTo>
                <a:lnTo>
                  <a:pt x="8996" y="4242"/>
                </a:lnTo>
                <a:lnTo>
                  <a:pt x="8997" y="4242"/>
                </a:lnTo>
                <a:lnTo>
                  <a:pt x="8998" y="4242"/>
                </a:lnTo>
                <a:lnTo>
                  <a:pt x="8999" y="4242"/>
                </a:lnTo>
                <a:lnTo>
                  <a:pt x="9000" y="4242"/>
                </a:lnTo>
                <a:lnTo>
                  <a:pt x="9001" y="4242"/>
                </a:lnTo>
                <a:lnTo>
                  <a:pt x="9002" y="4242"/>
                </a:lnTo>
                <a:lnTo>
                  <a:pt x="9003" y="4242"/>
                </a:lnTo>
                <a:lnTo>
                  <a:pt x="9004" y="4242"/>
                </a:lnTo>
                <a:lnTo>
                  <a:pt x="9005" y="4242"/>
                </a:lnTo>
                <a:lnTo>
                  <a:pt x="9006" y="4242"/>
                </a:lnTo>
                <a:lnTo>
                  <a:pt x="9007" y="4242"/>
                </a:lnTo>
                <a:lnTo>
                  <a:pt x="9008" y="4242"/>
                </a:lnTo>
                <a:lnTo>
                  <a:pt x="9009" y="4242"/>
                </a:lnTo>
                <a:lnTo>
                  <a:pt x="9010" y="4242"/>
                </a:lnTo>
                <a:lnTo>
                  <a:pt x="9011" y="4242"/>
                </a:lnTo>
                <a:lnTo>
                  <a:pt x="9012" y="4242"/>
                </a:lnTo>
                <a:lnTo>
                  <a:pt x="9013" y="4242"/>
                </a:lnTo>
                <a:lnTo>
                  <a:pt x="9014" y="4242"/>
                </a:lnTo>
                <a:lnTo>
                  <a:pt x="9015" y="4242"/>
                </a:lnTo>
                <a:lnTo>
                  <a:pt x="9016" y="4242"/>
                </a:lnTo>
                <a:lnTo>
                  <a:pt x="9017" y="4242"/>
                </a:lnTo>
                <a:lnTo>
                  <a:pt x="9018" y="4242"/>
                </a:lnTo>
                <a:lnTo>
                  <a:pt x="9019" y="4242"/>
                </a:lnTo>
                <a:lnTo>
                  <a:pt x="9020" y="4242"/>
                </a:lnTo>
                <a:lnTo>
                  <a:pt x="9021" y="4242"/>
                </a:lnTo>
                <a:lnTo>
                  <a:pt x="9022" y="4242"/>
                </a:lnTo>
                <a:lnTo>
                  <a:pt x="9023" y="4242"/>
                </a:lnTo>
                <a:lnTo>
                  <a:pt x="9024" y="4242"/>
                </a:lnTo>
                <a:lnTo>
                  <a:pt x="9025" y="4242"/>
                </a:lnTo>
                <a:lnTo>
                  <a:pt x="9026" y="4242"/>
                </a:lnTo>
                <a:lnTo>
                  <a:pt x="9027" y="4242"/>
                </a:lnTo>
                <a:lnTo>
                  <a:pt x="9028" y="4242"/>
                </a:lnTo>
                <a:lnTo>
                  <a:pt x="9029" y="4242"/>
                </a:lnTo>
                <a:lnTo>
                  <a:pt x="9030" y="4242"/>
                </a:lnTo>
                <a:lnTo>
                  <a:pt x="9031" y="4242"/>
                </a:lnTo>
                <a:lnTo>
                  <a:pt x="9032" y="4242"/>
                </a:lnTo>
                <a:lnTo>
                  <a:pt x="9033" y="4242"/>
                </a:lnTo>
                <a:lnTo>
                  <a:pt x="9034" y="4242"/>
                </a:lnTo>
                <a:lnTo>
                  <a:pt x="9035" y="4242"/>
                </a:lnTo>
                <a:lnTo>
                  <a:pt x="9036" y="4242"/>
                </a:lnTo>
                <a:lnTo>
                  <a:pt x="9037" y="4242"/>
                </a:lnTo>
                <a:lnTo>
                  <a:pt x="9038" y="4242"/>
                </a:lnTo>
                <a:lnTo>
                  <a:pt x="9039" y="4242"/>
                </a:lnTo>
                <a:lnTo>
                  <a:pt x="9040" y="4242"/>
                </a:lnTo>
                <a:lnTo>
                  <a:pt x="9041" y="4242"/>
                </a:lnTo>
                <a:lnTo>
                  <a:pt x="9042" y="4242"/>
                </a:lnTo>
                <a:lnTo>
                  <a:pt x="9043" y="4242"/>
                </a:lnTo>
                <a:lnTo>
                  <a:pt x="9044" y="4242"/>
                </a:lnTo>
                <a:lnTo>
                  <a:pt x="9045" y="4242"/>
                </a:lnTo>
                <a:lnTo>
                  <a:pt x="9046" y="4242"/>
                </a:lnTo>
                <a:lnTo>
                  <a:pt x="9047" y="4242"/>
                </a:lnTo>
                <a:lnTo>
                  <a:pt x="9048" y="4242"/>
                </a:lnTo>
                <a:lnTo>
                  <a:pt x="9049" y="4242"/>
                </a:lnTo>
                <a:lnTo>
                  <a:pt x="9050" y="4242"/>
                </a:lnTo>
                <a:lnTo>
                  <a:pt x="9051" y="4242"/>
                </a:lnTo>
                <a:lnTo>
                  <a:pt x="9052" y="4242"/>
                </a:lnTo>
                <a:lnTo>
                  <a:pt x="9053" y="4242"/>
                </a:lnTo>
                <a:lnTo>
                  <a:pt x="9054" y="4242"/>
                </a:lnTo>
                <a:lnTo>
                  <a:pt x="9055" y="4242"/>
                </a:lnTo>
                <a:lnTo>
                  <a:pt x="9056" y="4242"/>
                </a:lnTo>
                <a:lnTo>
                  <a:pt x="9057" y="4242"/>
                </a:lnTo>
                <a:lnTo>
                  <a:pt x="9058" y="4242"/>
                </a:lnTo>
                <a:lnTo>
                  <a:pt x="9059" y="4242"/>
                </a:lnTo>
                <a:lnTo>
                  <a:pt x="9060" y="4242"/>
                </a:lnTo>
                <a:lnTo>
                  <a:pt x="9061" y="4242"/>
                </a:lnTo>
                <a:lnTo>
                  <a:pt x="9062" y="4242"/>
                </a:lnTo>
                <a:lnTo>
                  <a:pt x="9063" y="4242"/>
                </a:lnTo>
                <a:lnTo>
                  <a:pt x="9064" y="4242"/>
                </a:lnTo>
                <a:lnTo>
                  <a:pt x="9065" y="4242"/>
                </a:lnTo>
                <a:lnTo>
                  <a:pt x="9066" y="4242"/>
                </a:lnTo>
                <a:lnTo>
                  <a:pt x="9067" y="4242"/>
                </a:lnTo>
                <a:lnTo>
                  <a:pt x="9068" y="4242"/>
                </a:lnTo>
                <a:lnTo>
                  <a:pt x="9069" y="4242"/>
                </a:lnTo>
                <a:lnTo>
                  <a:pt x="9070" y="4242"/>
                </a:lnTo>
                <a:lnTo>
                  <a:pt x="9071" y="4242"/>
                </a:lnTo>
                <a:lnTo>
                  <a:pt x="9072" y="4242"/>
                </a:lnTo>
                <a:lnTo>
                  <a:pt x="9073" y="4242"/>
                </a:lnTo>
                <a:lnTo>
                  <a:pt x="9074" y="4242"/>
                </a:lnTo>
                <a:lnTo>
                  <a:pt x="9075" y="4242"/>
                </a:lnTo>
                <a:lnTo>
                  <a:pt x="9076" y="4242"/>
                </a:lnTo>
                <a:lnTo>
                  <a:pt x="9077" y="4242"/>
                </a:lnTo>
                <a:lnTo>
                  <a:pt x="9078" y="4242"/>
                </a:lnTo>
                <a:lnTo>
                  <a:pt x="9079" y="4242"/>
                </a:lnTo>
                <a:lnTo>
                  <a:pt x="9080" y="4242"/>
                </a:lnTo>
                <a:lnTo>
                  <a:pt x="9081" y="4242"/>
                </a:lnTo>
                <a:lnTo>
                  <a:pt x="9082" y="4242"/>
                </a:lnTo>
                <a:lnTo>
                  <a:pt x="9083" y="4242"/>
                </a:lnTo>
                <a:lnTo>
                  <a:pt x="9084" y="4242"/>
                </a:lnTo>
                <a:lnTo>
                  <a:pt x="9085" y="4242"/>
                </a:lnTo>
                <a:lnTo>
                  <a:pt x="9086" y="4242"/>
                </a:lnTo>
                <a:lnTo>
                  <a:pt x="9087" y="4242"/>
                </a:lnTo>
                <a:lnTo>
                  <a:pt x="9088" y="4242"/>
                </a:lnTo>
                <a:lnTo>
                  <a:pt x="9089" y="4242"/>
                </a:lnTo>
                <a:lnTo>
                  <a:pt x="9090" y="4242"/>
                </a:lnTo>
                <a:lnTo>
                  <a:pt x="9091" y="4242"/>
                </a:lnTo>
                <a:lnTo>
                  <a:pt x="9092" y="4242"/>
                </a:lnTo>
                <a:lnTo>
                  <a:pt x="9093" y="4242"/>
                </a:lnTo>
                <a:lnTo>
                  <a:pt x="9094" y="4242"/>
                </a:lnTo>
                <a:lnTo>
                  <a:pt x="9095" y="4242"/>
                </a:lnTo>
                <a:lnTo>
                  <a:pt x="9096" y="4242"/>
                </a:lnTo>
                <a:lnTo>
                  <a:pt x="9097" y="4242"/>
                </a:lnTo>
                <a:lnTo>
                  <a:pt x="9098" y="4242"/>
                </a:lnTo>
                <a:lnTo>
                  <a:pt x="9099" y="4242"/>
                </a:lnTo>
                <a:lnTo>
                  <a:pt x="9100" y="4242"/>
                </a:lnTo>
                <a:lnTo>
                  <a:pt x="9101" y="4242"/>
                </a:lnTo>
                <a:lnTo>
                  <a:pt x="9102" y="4242"/>
                </a:lnTo>
                <a:lnTo>
                  <a:pt x="9103" y="4242"/>
                </a:lnTo>
                <a:lnTo>
                  <a:pt x="9104" y="4242"/>
                </a:lnTo>
                <a:lnTo>
                  <a:pt x="9105" y="4242"/>
                </a:lnTo>
                <a:lnTo>
                  <a:pt x="9106" y="4242"/>
                </a:lnTo>
                <a:lnTo>
                  <a:pt x="9107" y="4242"/>
                </a:lnTo>
                <a:lnTo>
                  <a:pt x="9108" y="4242"/>
                </a:lnTo>
                <a:lnTo>
                  <a:pt x="9109" y="4242"/>
                </a:lnTo>
                <a:lnTo>
                  <a:pt x="9110" y="4242"/>
                </a:lnTo>
                <a:lnTo>
                  <a:pt x="9111" y="4242"/>
                </a:lnTo>
                <a:lnTo>
                  <a:pt x="9112" y="4242"/>
                </a:lnTo>
                <a:lnTo>
                  <a:pt x="9113" y="4242"/>
                </a:lnTo>
                <a:lnTo>
                  <a:pt x="9114" y="4242"/>
                </a:lnTo>
                <a:lnTo>
                  <a:pt x="9115" y="4242"/>
                </a:lnTo>
                <a:lnTo>
                  <a:pt x="9116" y="4242"/>
                </a:lnTo>
                <a:lnTo>
                  <a:pt x="9117" y="4242"/>
                </a:lnTo>
                <a:lnTo>
                  <a:pt x="9118" y="4242"/>
                </a:lnTo>
                <a:lnTo>
                  <a:pt x="9119" y="4242"/>
                </a:lnTo>
                <a:lnTo>
                  <a:pt x="9120" y="4242"/>
                </a:lnTo>
                <a:lnTo>
                  <a:pt x="9121" y="4242"/>
                </a:lnTo>
                <a:lnTo>
                  <a:pt x="9122" y="4242"/>
                </a:lnTo>
                <a:lnTo>
                  <a:pt x="9123" y="4242"/>
                </a:lnTo>
                <a:lnTo>
                  <a:pt x="9124" y="4242"/>
                </a:lnTo>
                <a:lnTo>
                  <a:pt x="9125" y="4242"/>
                </a:lnTo>
                <a:lnTo>
                  <a:pt x="9126" y="4242"/>
                </a:lnTo>
                <a:lnTo>
                  <a:pt x="9127" y="4242"/>
                </a:lnTo>
                <a:lnTo>
                  <a:pt x="9128" y="4242"/>
                </a:lnTo>
                <a:lnTo>
                  <a:pt x="9129" y="4242"/>
                </a:lnTo>
                <a:lnTo>
                  <a:pt x="9130" y="4242"/>
                </a:lnTo>
                <a:lnTo>
                  <a:pt x="9131" y="4242"/>
                </a:lnTo>
                <a:lnTo>
                  <a:pt x="9132" y="4242"/>
                </a:lnTo>
                <a:lnTo>
                  <a:pt x="9133" y="4242"/>
                </a:lnTo>
                <a:lnTo>
                  <a:pt x="9134" y="4242"/>
                </a:lnTo>
                <a:lnTo>
                  <a:pt x="9135" y="4242"/>
                </a:lnTo>
                <a:lnTo>
                  <a:pt x="9136" y="4242"/>
                </a:lnTo>
                <a:lnTo>
                  <a:pt x="9137" y="4242"/>
                </a:lnTo>
                <a:lnTo>
                  <a:pt x="9138" y="4242"/>
                </a:lnTo>
                <a:lnTo>
                  <a:pt x="9139" y="4242"/>
                </a:lnTo>
                <a:lnTo>
                  <a:pt x="9140" y="4242"/>
                </a:lnTo>
                <a:lnTo>
                  <a:pt x="9141" y="4242"/>
                </a:lnTo>
                <a:lnTo>
                  <a:pt x="9142" y="4242"/>
                </a:lnTo>
                <a:lnTo>
                  <a:pt x="9143" y="4242"/>
                </a:lnTo>
                <a:lnTo>
                  <a:pt x="9144" y="4242"/>
                </a:lnTo>
                <a:lnTo>
                  <a:pt x="9145" y="4242"/>
                </a:lnTo>
                <a:lnTo>
                  <a:pt x="9146" y="4242"/>
                </a:lnTo>
                <a:lnTo>
                  <a:pt x="9147" y="4242"/>
                </a:lnTo>
                <a:lnTo>
                  <a:pt x="9148" y="4242"/>
                </a:lnTo>
                <a:lnTo>
                  <a:pt x="9149" y="4242"/>
                </a:lnTo>
                <a:lnTo>
                  <a:pt x="9150" y="4242"/>
                </a:lnTo>
                <a:lnTo>
                  <a:pt x="9151" y="4242"/>
                </a:lnTo>
                <a:lnTo>
                  <a:pt x="9152" y="4242"/>
                </a:lnTo>
                <a:lnTo>
                  <a:pt x="9153" y="4242"/>
                </a:lnTo>
                <a:lnTo>
                  <a:pt x="9154" y="4242"/>
                </a:lnTo>
                <a:lnTo>
                  <a:pt x="9155" y="4242"/>
                </a:lnTo>
                <a:lnTo>
                  <a:pt x="9156" y="4242"/>
                </a:lnTo>
                <a:lnTo>
                  <a:pt x="9157" y="4242"/>
                </a:lnTo>
                <a:lnTo>
                  <a:pt x="9158" y="4242"/>
                </a:lnTo>
                <a:lnTo>
                  <a:pt x="9159" y="4242"/>
                </a:lnTo>
                <a:lnTo>
                  <a:pt x="9160" y="4242"/>
                </a:lnTo>
                <a:lnTo>
                  <a:pt x="9161" y="4242"/>
                </a:lnTo>
                <a:lnTo>
                  <a:pt x="9162" y="4242"/>
                </a:lnTo>
                <a:lnTo>
                  <a:pt x="9163" y="4242"/>
                </a:lnTo>
                <a:lnTo>
                  <a:pt x="9164" y="4242"/>
                </a:lnTo>
                <a:lnTo>
                  <a:pt x="9165" y="4242"/>
                </a:lnTo>
                <a:lnTo>
                  <a:pt x="9166" y="4242"/>
                </a:lnTo>
                <a:lnTo>
                  <a:pt x="9167" y="4242"/>
                </a:lnTo>
                <a:lnTo>
                  <a:pt x="9168" y="4242"/>
                </a:lnTo>
                <a:lnTo>
                  <a:pt x="9169" y="4242"/>
                </a:lnTo>
                <a:lnTo>
                  <a:pt x="9170" y="4242"/>
                </a:lnTo>
                <a:lnTo>
                  <a:pt x="9171" y="4242"/>
                </a:lnTo>
                <a:lnTo>
                  <a:pt x="9172" y="4242"/>
                </a:lnTo>
                <a:lnTo>
                  <a:pt x="9173" y="4242"/>
                </a:lnTo>
                <a:lnTo>
                  <a:pt x="9174" y="4242"/>
                </a:lnTo>
                <a:lnTo>
                  <a:pt x="9175" y="4242"/>
                </a:lnTo>
                <a:lnTo>
                  <a:pt x="9176" y="4242"/>
                </a:lnTo>
                <a:lnTo>
                  <a:pt x="9177" y="4242"/>
                </a:lnTo>
                <a:lnTo>
                  <a:pt x="9178" y="4242"/>
                </a:lnTo>
                <a:lnTo>
                  <a:pt x="9179" y="4242"/>
                </a:lnTo>
                <a:lnTo>
                  <a:pt x="9180" y="4242"/>
                </a:lnTo>
                <a:lnTo>
                  <a:pt x="9181" y="4242"/>
                </a:lnTo>
                <a:lnTo>
                  <a:pt x="9182" y="4242"/>
                </a:lnTo>
                <a:lnTo>
                  <a:pt x="9183" y="4242"/>
                </a:lnTo>
                <a:lnTo>
                  <a:pt x="9184" y="4242"/>
                </a:lnTo>
                <a:lnTo>
                  <a:pt x="9185" y="4242"/>
                </a:lnTo>
                <a:lnTo>
                  <a:pt x="9186" y="4242"/>
                </a:lnTo>
                <a:lnTo>
                  <a:pt x="9187" y="4242"/>
                </a:lnTo>
                <a:lnTo>
                  <a:pt x="9188" y="4242"/>
                </a:lnTo>
                <a:lnTo>
                  <a:pt x="9189" y="4242"/>
                </a:lnTo>
                <a:lnTo>
                  <a:pt x="9190" y="4242"/>
                </a:lnTo>
                <a:lnTo>
                  <a:pt x="9191" y="4242"/>
                </a:lnTo>
                <a:lnTo>
                  <a:pt x="9192" y="4242"/>
                </a:lnTo>
                <a:lnTo>
                  <a:pt x="9193" y="4242"/>
                </a:lnTo>
                <a:lnTo>
                  <a:pt x="9194" y="4242"/>
                </a:lnTo>
                <a:lnTo>
                  <a:pt x="9195" y="4242"/>
                </a:lnTo>
                <a:lnTo>
                  <a:pt x="9196" y="4242"/>
                </a:lnTo>
                <a:lnTo>
                  <a:pt x="9197" y="4242"/>
                </a:lnTo>
                <a:lnTo>
                  <a:pt x="9198" y="4242"/>
                </a:lnTo>
                <a:lnTo>
                  <a:pt x="9199" y="4242"/>
                </a:lnTo>
                <a:lnTo>
                  <a:pt x="9200" y="4242"/>
                </a:lnTo>
                <a:lnTo>
                  <a:pt x="9201" y="4242"/>
                </a:lnTo>
                <a:lnTo>
                  <a:pt x="9202" y="4242"/>
                </a:lnTo>
                <a:lnTo>
                  <a:pt x="9203" y="4242"/>
                </a:lnTo>
                <a:lnTo>
                  <a:pt x="9204" y="4242"/>
                </a:lnTo>
                <a:lnTo>
                  <a:pt x="9205" y="4242"/>
                </a:lnTo>
                <a:lnTo>
                  <a:pt x="9206" y="4242"/>
                </a:lnTo>
                <a:lnTo>
                  <a:pt x="9207" y="4242"/>
                </a:lnTo>
                <a:lnTo>
                  <a:pt x="9208" y="4242"/>
                </a:lnTo>
                <a:lnTo>
                  <a:pt x="9209" y="4242"/>
                </a:lnTo>
                <a:lnTo>
                  <a:pt x="9210" y="4242"/>
                </a:lnTo>
                <a:lnTo>
                  <a:pt x="9211" y="4242"/>
                </a:lnTo>
                <a:lnTo>
                  <a:pt x="9212" y="4242"/>
                </a:lnTo>
                <a:lnTo>
                  <a:pt x="9213" y="4242"/>
                </a:lnTo>
                <a:lnTo>
                  <a:pt x="9214" y="4242"/>
                </a:lnTo>
                <a:lnTo>
                  <a:pt x="9215" y="4242"/>
                </a:lnTo>
                <a:lnTo>
                  <a:pt x="9216" y="4242"/>
                </a:lnTo>
                <a:lnTo>
                  <a:pt x="9217" y="4242"/>
                </a:lnTo>
                <a:lnTo>
                  <a:pt x="9218" y="4242"/>
                </a:lnTo>
                <a:lnTo>
                  <a:pt x="9219" y="4242"/>
                </a:lnTo>
                <a:lnTo>
                  <a:pt x="9220" y="4242"/>
                </a:lnTo>
                <a:lnTo>
                  <a:pt x="9221" y="4242"/>
                </a:lnTo>
                <a:lnTo>
                  <a:pt x="9222" y="4242"/>
                </a:lnTo>
                <a:lnTo>
                  <a:pt x="9223" y="4242"/>
                </a:lnTo>
                <a:lnTo>
                  <a:pt x="9224" y="4242"/>
                </a:lnTo>
                <a:lnTo>
                  <a:pt x="9225" y="4242"/>
                </a:lnTo>
                <a:lnTo>
                  <a:pt x="9226" y="4242"/>
                </a:lnTo>
                <a:lnTo>
                  <a:pt x="9227" y="4242"/>
                </a:lnTo>
                <a:lnTo>
                  <a:pt x="9228" y="4242"/>
                </a:lnTo>
                <a:lnTo>
                  <a:pt x="9229" y="4242"/>
                </a:lnTo>
                <a:lnTo>
                  <a:pt x="9230" y="4242"/>
                </a:lnTo>
                <a:lnTo>
                  <a:pt x="9231" y="4242"/>
                </a:lnTo>
                <a:lnTo>
                  <a:pt x="9232" y="4242"/>
                </a:lnTo>
                <a:lnTo>
                  <a:pt x="9233" y="4242"/>
                </a:lnTo>
                <a:lnTo>
                  <a:pt x="9234" y="4242"/>
                </a:lnTo>
                <a:lnTo>
                  <a:pt x="9235" y="4242"/>
                </a:lnTo>
                <a:lnTo>
                  <a:pt x="9236" y="4242"/>
                </a:lnTo>
                <a:lnTo>
                  <a:pt x="9237" y="4242"/>
                </a:lnTo>
                <a:lnTo>
                  <a:pt x="9238" y="4242"/>
                </a:lnTo>
                <a:lnTo>
                  <a:pt x="9239" y="4242"/>
                </a:lnTo>
                <a:lnTo>
                  <a:pt x="9240" y="4242"/>
                </a:lnTo>
                <a:lnTo>
                  <a:pt x="9241" y="4242"/>
                </a:lnTo>
                <a:lnTo>
                  <a:pt x="9242" y="4242"/>
                </a:lnTo>
                <a:lnTo>
                  <a:pt x="9243" y="4242"/>
                </a:lnTo>
                <a:lnTo>
                  <a:pt x="9244" y="4242"/>
                </a:lnTo>
                <a:lnTo>
                  <a:pt x="9245" y="4242"/>
                </a:lnTo>
                <a:lnTo>
                  <a:pt x="9246" y="4242"/>
                </a:lnTo>
                <a:lnTo>
                  <a:pt x="9247" y="4242"/>
                </a:lnTo>
                <a:lnTo>
                  <a:pt x="9248" y="4242"/>
                </a:lnTo>
                <a:lnTo>
                  <a:pt x="9249" y="4242"/>
                </a:lnTo>
                <a:lnTo>
                  <a:pt x="9250" y="4242"/>
                </a:lnTo>
                <a:lnTo>
                  <a:pt x="9251" y="4242"/>
                </a:lnTo>
                <a:lnTo>
                  <a:pt x="9252" y="4242"/>
                </a:lnTo>
                <a:lnTo>
                  <a:pt x="9253" y="4242"/>
                </a:lnTo>
                <a:lnTo>
                  <a:pt x="9254" y="4242"/>
                </a:lnTo>
                <a:lnTo>
                  <a:pt x="9255" y="4242"/>
                </a:lnTo>
                <a:lnTo>
                  <a:pt x="9256" y="4242"/>
                </a:lnTo>
                <a:lnTo>
                  <a:pt x="9257" y="4242"/>
                </a:lnTo>
                <a:lnTo>
                  <a:pt x="9258" y="4242"/>
                </a:lnTo>
                <a:lnTo>
                  <a:pt x="9259" y="4242"/>
                </a:lnTo>
                <a:lnTo>
                  <a:pt x="9260" y="4242"/>
                </a:lnTo>
                <a:lnTo>
                  <a:pt x="9261" y="4242"/>
                </a:lnTo>
                <a:lnTo>
                  <a:pt x="9262" y="4242"/>
                </a:lnTo>
                <a:lnTo>
                  <a:pt x="9263" y="4242"/>
                </a:lnTo>
                <a:lnTo>
                  <a:pt x="9264" y="4242"/>
                </a:lnTo>
                <a:lnTo>
                  <a:pt x="9265" y="4242"/>
                </a:lnTo>
                <a:lnTo>
                  <a:pt x="9266" y="4242"/>
                </a:lnTo>
                <a:lnTo>
                  <a:pt x="9267" y="4242"/>
                </a:lnTo>
                <a:lnTo>
                  <a:pt x="9268" y="4242"/>
                </a:lnTo>
                <a:lnTo>
                  <a:pt x="9269" y="4242"/>
                </a:lnTo>
                <a:lnTo>
                  <a:pt x="9270" y="4242"/>
                </a:lnTo>
                <a:lnTo>
                  <a:pt x="9271" y="4242"/>
                </a:lnTo>
                <a:lnTo>
                  <a:pt x="9272" y="4242"/>
                </a:lnTo>
                <a:lnTo>
                  <a:pt x="9273" y="4242"/>
                </a:lnTo>
                <a:lnTo>
                  <a:pt x="9274" y="4242"/>
                </a:lnTo>
                <a:lnTo>
                  <a:pt x="9275" y="4242"/>
                </a:lnTo>
                <a:lnTo>
                  <a:pt x="9276" y="4242"/>
                </a:lnTo>
                <a:lnTo>
                  <a:pt x="9277" y="4242"/>
                </a:lnTo>
                <a:lnTo>
                  <a:pt x="9278" y="4242"/>
                </a:lnTo>
                <a:lnTo>
                  <a:pt x="9279" y="4242"/>
                </a:lnTo>
                <a:lnTo>
                  <a:pt x="9280" y="4242"/>
                </a:lnTo>
                <a:lnTo>
                  <a:pt x="9281" y="4242"/>
                </a:lnTo>
                <a:lnTo>
                  <a:pt x="9282" y="4242"/>
                </a:lnTo>
                <a:lnTo>
                  <a:pt x="9283" y="4242"/>
                </a:lnTo>
                <a:lnTo>
                  <a:pt x="9284" y="4242"/>
                </a:lnTo>
                <a:lnTo>
                  <a:pt x="9285" y="4242"/>
                </a:lnTo>
                <a:lnTo>
                  <a:pt x="9286" y="4242"/>
                </a:lnTo>
                <a:lnTo>
                  <a:pt x="9287" y="4242"/>
                </a:lnTo>
                <a:lnTo>
                  <a:pt x="9288" y="4242"/>
                </a:lnTo>
                <a:lnTo>
                  <a:pt x="9289" y="4242"/>
                </a:lnTo>
                <a:lnTo>
                  <a:pt x="9290" y="4242"/>
                </a:lnTo>
                <a:lnTo>
                  <a:pt x="9291" y="4242"/>
                </a:lnTo>
                <a:lnTo>
                  <a:pt x="9292" y="4242"/>
                </a:lnTo>
                <a:lnTo>
                  <a:pt x="9293" y="4242"/>
                </a:lnTo>
                <a:lnTo>
                  <a:pt x="9294" y="4242"/>
                </a:lnTo>
                <a:lnTo>
                  <a:pt x="9295" y="4242"/>
                </a:lnTo>
                <a:lnTo>
                  <a:pt x="9296" y="4242"/>
                </a:lnTo>
                <a:lnTo>
                  <a:pt x="9297" y="4242"/>
                </a:lnTo>
                <a:lnTo>
                  <a:pt x="9298" y="4242"/>
                </a:lnTo>
                <a:lnTo>
                  <a:pt x="9299" y="4242"/>
                </a:lnTo>
                <a:lnTo>
                  <a:pt x="9300" y="4242"/>
                </a:lnTo>
                <a:lnTo>
                  <a:pt x="9301" y="4242"/>
                </a:lnTo>
                <a:lnTo>
                  <a:pt x="9302" y="4242"/>
                </a:lnTo>
                <a:lnTo>
                  <a:pt x="9303" y="4242"/>
                </a:lnTo>
                <a:lnTo>
                  <a:pt x="9304" y="4242"/>
                </a:lnTo>
                <a:lnTo>
                  <a:pt x="9305" y="4242"/>
                </a:lnTo>
                <a:lnTo>
                  <a:pt x="9306" y="4242"/>
                </a:lnTo>
                <a:lnTo>
                  <a:pt x="9307" y="4242"/>
                </a:lnTo>
                <a:lnTo>
                  <a:pt x="9308" y="4242"/>
                </a:lnTo>
                <a:lnTo>
                  <a:pt x="9309" y="4242"/>
                </a:lnTo>
                <a:lnTo>
                  <a:pt x="9310" y="4242"/>
                </a:lnTo>
                <a:lnTo>
                  <a:pt x="9311" y="4242"/>
                </a:lnTo>
                <a:lnTo>
                  <a:pt x="9312" y="4242"/>
                </a:lnTo>
                <a:lnTo>
                  <a:pt x="9313" y="4242"/>
                </a:lnTo>
                <a:lnTo>
                  <a:pt x="9314" y="4242"/>
                </a:lnTo>
                <a:lnTo>
                  <a:pt x="9315" y="4242"/>
                </a:lnTo>
                <a:lnTo>
                  <a:pt x="9316" y="4242"/>
                </a:lnTo>
                <a:lnTo>
                  <a:pt x="9317" y="4242"/>
                </a:lnTo>
                <a:lnTo>
                  <a:pt x="9318" y="4242"/>
                </a:lnTo>
                <a:lnTo>
                  <a:pt x="9319" y="4242"/>
                </a:lnTo>
                <a:lnTo>
                  <a:pt x="9320" y="4242"/>
                </a:lnTo>
                <a:lnTo>
                  <a:pt x="9321" y="4242"/>
                </a:lnTo>
                <a:lnTo>
                  <a:pt x="9322" y="4242"/>
                </a:lnTo>
                <a:lnTo>
                  <a:pt x="9323" y="4242"/>
                </a:lnTo>
                <a:lnTo>
                  <a:pt x="9324" y="4242"/>
                </a:lnTo>
                <a:lnTo>
                  <a:pt x="9325" y="4242"/>
                </a:lnTo>
                <a:lnTo>
                  <a:pt x="9326" y="4242"/>
                </a:lnTo>
                <a:lnTo>
                  <a:pt x="9327" y="4242"/>
                </a:lnTo>
                <a:lnTo>
                  <a:pt x="9328" y="4242"/>
                </a:lnTo>
                <a:lnTo>
                  <a:pt x="9329" y="4242"/>
                </a:lnTo>
                <a:lnTo>
                  <a:pt x="9330" y="4242"/>
                </a:lnTo>
                <a:lnTo>
                  <a:pt x="9331" y="4242"/>
                </a:lnTo>
                <a:lnTo>
                  <a:pt x="9332" y="4242"/>
                </a:lnTo>
                <a:lnTo>
                  <a:pt x="9333" y="4242"/>
                </a:lnTo>
                <a:lnTo>
                  <a:pt x="9334" y="4242"/>
                </a:lnTo>
                <a:lnTo>
                  <a:pt x="9335" y="4242"/>
                </a:lnTo>
                <a:lnTo>
                  <a:pt x="9336" y="4242"/>
                </a:lnTo>
                <a:lnTo>
                  <a:pt x="9337" y="4242"/>
                </a:lnTo>
                <a:lnTo>
                  <a:pt x="9338" y="4242"/>
                </a:lnTo>
                <a:lnTo>
                  <a:pt x="9339" y="4242"/>
                </a:lnTo>
                <a:lnTo>
                  <a:pt x="9340" y="4242"/>
                </a:lnTo>
                <a:lnTo>
                  <a:pt x="9341" y="4242"/>
                </a:lnTo>
                <a:lnTo>
                  <a:pt x="9342" y="4242"/>
                </a:lnTo>
                <a:lnTo>
                  <a:pt x="9343" y="4242"/>
                </a:lnTo>
                <a:lnTo>
                  <a:pt x="9344" y="4242"/>
                </a:lnTo>
                <a:lnTo>
                  <a:pt x="9345" y="4242"/>
                </a:lnTo>
                <a:lnTo>
                  <a:pt x="9346" y="4242"/>
                </a:lnTo>
                <a:lnTo>
                  <a:pt x="9347" y="4242"/>
                </a:lnTo>
                <a:lnTo>
                  <a:pt x="9348" y="4242"/>
                </a:lnTo>
                <a:lnTo>
                  <a:pt x="9349" y="4242"/>
                </a:lnTo>
                <a:lnTo>
                  <a:pt x="9350" y="4242"/>
                </a:lnTo>
                <a:lnTo>
                  <a:pt x="9351" y="4242"/>
                </a:lnTo>
                <a:lnTo>
                  <a:pt x="9352" y="4242"/>
                </a:lnTo>
                <a:lnTo>
                  <a:pt x="9353" y="4242"/>
                </a:lnTo>
                <a:lnTo>
                  <a:pt x="9354" y="4242"/>
                </a:lnTo>
                <a:lnTo>
                  <a:pt x="9355" y="4242"/>
                </a:lnTo>
                <a:lnTo>
                  <a:pt x="9356" y="4242"/>
                </a:lnTo>
                <a:lnTo>
                  <a:pt x="9357" y="4242"/>
                </a:lnTo>
                <a:lnTo>
                  <a:pt x="9358" y="4242"/>
                </a:lnTo>
                <a:lnTo>
                  <a:pt x="9359" y="4242"/>
                </a:lnTo>
                <a:lnTo>
                  <a:pt x="9360" y="4242"/>
                </a:lnTo>
                <a:lnTo>
                  <a:pt x="9361" y="4242"/>
                </a:lnTo>
                <a:lnTo>
                  <a:pt x="9362" y="4242"/>
                </a:lnTo>
                <a:lnTo>
                  <a:pt x="9363" y="4242"/>
                </a:lnTo>
                <a:lnTo>
                  <a:pt x="9364" y="4242"/>
                </a:lnTo>
                <a:lnTo>
                  <a:pt x="9365" y="4242"/>
                </a:lnTo>
                <a:lnTo>
                  <a:pt x="9366" y="4242"/>
                </a:lnTo>
                <a:lnTo>
                  <a:pt x="9367" y="4242"/>
                </a:lnTo>
                <a:lnTo>
                  <a:pt x="9368" y="4242"/>
                </a:lnTo>
                <a:lnTo>
                  <a:pt x="9369" y="4242"/>
                </a:lnTo>
                <a:lnTo>
                  <a:pt x="9370" y="4242"/>
                </a:lnTo>
                <a:lnTo>
                  <a:pt x="9371" y="4242"/>
                </a:lnTo>
                <a:lnTo>
                  <a:pt x="9372" y="4242"/>
                </a:lnTo>
                <a:lnTo>
                  <a:pt x="9373" y="4242"/>
                </a:lnTo>
                <a:lnTo>
                  <a:pt x="9374" y="4242"/>
                </a:lnTo>
                <a:lnTo>
                  <a:pt x="9375" y="4242"/>
                </a:lnTo>
                <a:lnTo>
                  <a:pt x="9376" y="4242"/>
                </a:lnTo>
                <a:lnTo>
                  <a:pt x="9377" y="4242"/>
                </a:lnTo>
                <a:lnTo>
                  <a:pt x="9378" y="4242"/>
                </a:lnTo>
                <a:lnTo>
                  <a:pt x="9379" y="4242"/>
                </a:lnTo>
                <a:lnTo>
                  <a:pt x="9380" y="4242"/>
                </a:lnTo>
                <a:lnTo>
                  <a:pt x="9381" y="4242"/>
                </a:lnTo>
                <a:lnTo>
                  <a:pt x="9382" y="4242"/>
                </a:lnTo>
                <a:lnTo>
                  <a:pt x="9383" y="4242"/>
                </a:lnTo>
                <a:lnTo>
                  <a:pt x="9384" y="4242"/>
                </a:lnTo>
                <a:lnTo>
                  <a:pt x="9385" y="4242"/>
                </a:lnTo>
                <a:lnTo>
                  <a:pt x="9386" y="4242"/>
                </a:lnTo>
                <a:lnTo>
                  <a:pt x="9387" y="4242"/>
                </a:lnTo>
                <a:lnTo>
                  <a:pt x="9388" y="4242"/>
                </a:lnTo>
                <a:lnTo>
                  <a:pt x="9389" y="4242"/>
                </a:lnTo>
                <a:lnTo>
                  <a:pt x="9390" y="4242"/>
                </a:lnTo>
                <a:lnTo>
                  <a:pt x="9391" y="4242"/>
                </a:lnTo>
                <a:lnTo>
                  <a:pt x="9392" y="4242"/>
                </a:lnTo>
                <a:lnTo>
                  <a:pt x="9393" y="4242"/>
                </a:lnTo>
                <a:lnTo>
                  <a:pt x="9394" y="4242"/>
                </a:lnTo>
                <a:lnTo>
                  <a:pt x="9395" y="4242"/>
                </a:lnTo>
                <a:lnTo>
                  <a:pt x="9396" y="4242"/>
                </a:lnTo>
                <a:lnTo>
                  <a:pt x="9397" y="4242"/>
                </a:lnTo>
                <a:lnTo>
                  <a:pt x="9398" y="4242"/>
                </a:lnTo>
                <a:lnTo>
                  <a:pt x="9399" y="4242"/>
                </a:lnTo>
                <a:lnTo>
                  <a:pt x="9400" y="4242"/>
                </a:lnTo>
                <a:lnTo>
                  <a:pt x="9401" y="4242"/>
                </a:lnTo>
                <a:lnTo>
                  <a:pt x="9402" y="4242"/>
                </a:lnTo>
                <a:lnTo>
                  <a:pt x="9403" y="4242"/>
                </a:lnTo>
                <a:lnTo>
                  <a:pt x="9404" y="4242"/>
                </a:lnTo>
                <a:lnTo>
                  <a:pt x="9405" y="4242"/>
                </a:lnTo>
                <a:lnTo>
                  <a:pt x="9406" y="4242"/>
                </a:lnTo>
                <a:lnTo>
                  <a:pt x="9407" y="4242"/>
                </a:lnTo>
                <a:lnTo>
                  <a:pt x="9408" y="4242"/>
                </a:lnTo>
                <a:lnTo>
                  <a:pt x="9409" y="4242"/>
                </a:lnTo>
                <a:lnTo>
                  <a:pt x="9410" y="4242"/>
                </a:lnTo>
                <a:lnTo>
                  <a:pt x="9411" y="4242"/>
                </a:lnTo>
                <a:lnTo>
                  <a:pt x="9412" y="4242"/>
                </a:lnTo>
                <a:lnTo>
                  <a:pt x="9413" y="4242"/>
                </a:lnTo>
                <a:lnTo>
                  <a:pt x="9414" y="4242"/>
                </a:lnTo>
                <a:lnTo>
                  <a:pt x="9415" y="4242"/>
                </a:lnTo>
                <a:lnTo>
                  <a:pt x="9416" y="4242"/>
                </a:lnTo>
                <a:lnTo>
                  <a:pt x="9417" y="4242"/>
                </a:lnTo>
                <a:lnTo>
                  <a:pt x="9418" y="4242"/>
                </a:lnTo>
                <a:lnTo>
                  <a:pt x="9419" y="4242"/>
                </a:lnTo>
                <a:lnTo>
                  <a:pt x="9420" y="4242"/>
                </a:lnTo>
                <a:lnTo>
                  <a:pt x="9421" y="4242"/>
                </a:lnTo>
                <a:lnTo>
                  <a:pt x="9422" y="4242"/>
                </a:lnTo>
                <a:lnTo>
                  <a:pt x="9423" y="4242"/>
                </a:lnTo>
                <a:lnTo>
                  <a:pt x="9424" y="4242"/>
                </a:lnTo>
                <a:lnTo>
                  <a:pt x="9425" y="4242"/>
                </a:lnTo>
                <a:lnTo>
                  <a:pt x="9426" y="4242"/>
                </a:lnTo>
                <a:lnTo>
                  <a:pt x="9427" y="4242"/>
                </a:lnTo>
                <a:lnTo>
                  <a:pt x="9428" y="4242"/>
                </a:lnTo>
                <a:lnTo>
                  <a:pt x="9429" y="4242"/>
                </a:lnTo>
                <a:lnTo>
                  <a:pt x="9430" y="4242"/>
                </a:lnTo>
                <a:lnTo>
                  <a:pt x="9431" y="4242"/>
                </a:lnTo>
                <a:lnTo>
                  <a:pt x="9432" y="4242"/>
                </a:lnTo>
                <a:lnTo>
                  <a:pt x="9433" y="4242"/>
                </a:lnTo>
                <a:lnTo>
                  <a:pt x="9434" y="4242"/>
                </a:lnTo>
                <a:lnTo>
                  <a:pt x="9435" y="4242"/>
                </a:lnTo>
                <a:lnTo>
                  <a:pt x="9436" y="4242"/>
                </a:lnTo>
                <a:lnTo>
                  <a:pt x="9437" y="4242"/>
                </a:lnTo>
                <a:lnTo>
                  <a:pt x="9438" y="4242"/>
                </a:lnTo>
                <a:lnTo>
                  <a:pt x="9439" y="4242"/>
                </a:lnTo>
                <a:lnTo>
                  <a:pt x="9440" y="4242"/>
                </a:lnTo>
                <a:lnTo>
                  <a:pt x="9441" y="4242"/>
                </a:lnTo>
                <a:lnTo>
                  <a:pt x="9442" y="4242"/>
                </a:lnTo>
                <a:lnTo>
                  <a:pt x="9443" y="4242"/>
                </a:lnTo>
                <a:lnTo>
                  <a:pt x="9444" y="4242"/>
                </a:lnTo>
                <a:lnTo>
                  <a:pt x="9445" y="4242"/>
                </a:lnTo>
                <a:lnTo>
                  <a:pt x="9446" y="4242"/>
                </a:lnTo>
                <a:lnTo>
                  <a:pt x="9447" y="4242"/>
                </a:lnTo>
                <a:lnTo>
                  <a:pt x="9448" y="4242"/>
                </a:lnTo>
                <a:lnTo>
                  <a:pt x="9449" y="4242"/>
                </a:lnTo>
                <a:lnTo>
                  <a:pt x="9450" y="4242"/>
                </a:lnTo>
                <a:lnTo>
                  <a:pt x="9451" y="4242"/>
                </a:lnTo>
                <a:lnTo>
                  <a:pt x="9452" y="4242"/>
                </a:lnTo>
                <a:lnTo>
                  <a:pt x="9453" y="4242"/>
                </a:lnTo>
                <a:lnTo>
                  <a:pt x="9454" y="4242"/>
                </a:lnTo>
                <a:lnTo>
                  <a:pt x="9455" y="4242"/>
                </a:lnTo>
                <a:lnTo>
                  <a:pt x="9456" y="4242"/>
                </a:lnTo>
                <a:lnTo>
                  <a:pt x="9457" y="4242"/>
                </a:lnTo>
                <a:lnTo>
                  <a:pt x="9458" y="4242"/>
                </a:lnTo>
                <a:lnTo>
                  <a:pt x="9459" y="4242"/>
                </a:lnTo>
                <a:lnTo>
                  <a:pt x="9460" y="4242"/>
                </a:lnTo>
                <a:lnTo>
                  <a:pt x="9461" y="4242"/>
                </a:lnTo>
                <a:lnTo>
                  <a:pt x="9462" y="4242"/>
                </a:lnTo>
                <a:lnTo>
                  <a:pt x="9463" y="4242"/>
                </a:lnTo>
                <a:lnTo>
                  <a:pt x="9464" y="4242"/>
                </a:lnTo>
                <a:lnTo>
                  <a:pt x="9465" y="4242"/>
                </a:lnTo>
                <a:lnTo>
                  <a:pt x="9466" y="4242"/>
                </a:lnTo>
                <a:lnTo>
                  <a:pt x="9467" y="4242"/>
                </a:lnTo>
                <a:lnTo>
                  <a:pt x="9468" y="4242"/>
                </a:lnTo>
                <a:lnTo>
                  <a:pt x="9469" y="4242"/>
                </a:lnTo>
                <a:lnTo>
                  <a:pt x="9470" y="4242"/>
                </a:lnTo>
                <a:lnTo>
                  <a:pt x="9471" y="4242"/>
                </a:lnTo>
                <a:lnTo>
                  <a:pt x="9472" y="4242"/>
                </a:lnTo>
                <a:lnTo>
                  <a:pt x="9473" y="4242"/>
                </a:lnTo>
                <a:lnTo>
                  <a:pt x="9474" y="4242"/>
                </a:lnTo>
                <a:lnTo>
                  <a:pt x="9475" y="4242"/>
                </a:lnTo>
                <a:lnTo>
                  <a:pt x="9476" y="4242"/>
                </a:lnTo>
                <a:lnTo>
                  <a:pt x="9477" y="4242"/>
                </a:lnTo>
                <a:lnTo>
                  <a:pt x="9478" y="4242"/>
                </a:lnTo>
                <a:lnTo>
                  <a:pt x="9479" y="4242"/>
                </a:lnTo>
                <a:lnTo>
                  <a:pt x="9480" y="4242"/>
                </a:lnTo>
                <a:lnTo>
                  <a:pt x="9481" y="4242"/>
                </a:lnTo>
                <a:lnTo>
                  <a:pt x="9482" y="4242"/>
                </a:lnTo>
                <a:lnTo>
                  <a:pt x="9483" y="4242"/>
                </a:lnTo>
                <a:lnTo>
                  <a:pt x="9484" y="4242"/>
                </a:lnTo>
                <a:lnTo>
                  <a:pt x="9485" y="4242"/>
                </a:lnTo>
                <a:lnTo>
                  <a:pt x="9486" y="4242"/>
                </a:lnTo>
                <a:lnTo>
                  <a:pt x="9487" y="4242"/>
                </a:lnTo>
                <a:lnTo>
                  <a:pt x="9488" y="4242"/>
                </a:lnTo>
                <a:lnTo>
                  <a:pt x="9489" y="4242"/>
                </a:lnTo>
                <a:lnTo>
                  <a:pt x="9490" y="4242"/>
                </a:lnTo>
                <a:lnTo>
                  <a:pt x="9491" y="4242"/>
                </a:lnTo>
                <a:lnTo>
                  <a:pt x="9492" y="4242"/>
                </a:lnTo>
                <a:lnTo>
                  <a:pt x="9493" y="4242"/>
                </a:lnTo>
                <a:lnTo>
                  <a:pt x="9494" y="4242"/>
                </a:lnTo>
                <a:lnTo>
                  <a:pt x="9495" y="4242"/>
                </a:lnTo>
                <a:lnTo>
                  <a:pt x="9496" y="4242"/>
                </a:lnTo>
                <a:lnTo>
                  <a:pt x="9497" y="4242"/>
                </a:lnTo>
                <a:lnTo>
                  <a:pt x="9498" y="4242"/>
                </a:lnTo>
                <a:lnTo>
                  <a:pt x="9499" y="4242"/>
                </a:lnTo>
                <a:lnTo>
                  <a:pt x="9500" y="4242"/>
                </a:lnTo>
                <a:lnTo>
                  <a:pt x="9501" y="4242"/>
                </a:lnTo>
                <a:lnTo>
                  <a:pt x="9502" y="4242"/>
                </a:lnTo>
                <a:lnTo>
                  <a:pt x="9503" y="4242"/>
                </a:lnTo>
                <a:lnTo>
                  <a:pt x="9504" y="4242"/>
                </a:lnTo>
                <a:lnTo>
                  <a:pt x="9505" y="4242"/>
                </a:lnTo>
                <a:lnTo>
                  <a:pt x="9506" y="4242"/>
                </a:lnTo>
                <a:lnTo>
                  <a:pt x="9507" y="4242"/>
                </a:lnTo>
                <a:lnTo>
                  <a:pt x="9508" y="4242"/>
                </a:lnTo>
                <a:lnTo>
                  <a:pt x="9509" y="4242"/>
                </a:lnTo>
                <a:lnTo>
                  <a:pt x="9510" y="4242"/>
                </a:lnTo>
                <a:lnTo>
                  <a:pt x="9511" y="4242"/>
                </a:lnTo>
                <a:lnTo>
                  <a:pt x="9512" y="4242"/>
                </a:lnTo>
                <a:lnTo>
                  <a:pt x="9513" y="4242"/>
                </a:lnTo>
                <a:lnTo>
                  <a:pt x="9514" y="4242"/>
                </a:lnTo>
                <a:lnTo>
                  <a:pt x="9515" y="4242"/>
                </a:lnTo>
                <a:lnTo>
                  <a:pt x="9516" y="4242"/>
                </a:lnTo>
                <a:lnTo>
                  <a:pt x="9517" y="4242"/>
                </a:lnTo>
                <a:lnTo>
                  <a:pt x="9518" y="4242"/>
                </a:lnTo>
                <a:lnTo>
                  <a:pt x="9519" y="4242"/>
                </a:lnTo>
                <a:lnTo>
                  <a:pt x="9520" y="4242"/>
                </a:lnTo>
                <a:lnTo>
                  <a:pt x="9521" y="4242"/>
                </a:lnTo>
                <a:lnTo>
                  <a:pt x="9522" y="4242"/>
                </a:lnTo>
                <a:lnTo>
                  <a:pt x="9523" y="4242"/>
                </a:lnTo>
                <a:lnTo>
                  <a:pt x="9524" y="4242"/>
                </a:lnTo>
                <a:lnTo>
                  <a:pt x="9525" y="4242"/>
                </a:lnTo>
                <a:lnTo>
                  <a:pt x="9526" y="4242"/>
                </a:lnTo>
                <a:lnTo>
                  <a:pt x="9527" y="4242"/>
                </a:lnTo>
                <a:lnTo>
                  <a:pt x="9528" y="4242"/>
                </a:lnTo>
                <a:lnTo>
                  <a:pt x="9529" y="4242"/>
                </a:lnTo>
                <a:lnTo>
                  <a:pt x="9530" y="4242"/>
                </a:lnTo>
                <a:lnTo>
                  <a:pt x="9531" y="4242"/>
                </a:lnTo>
                <a:lnTo>
                  <a:pt x="9532" y="4242"/>
                </a:lnTo>
                <a:lnTo>
                  <a:pt x="9533" y="4242"/>
                </a:lnTo>
                <a:lnTo>
                  <a:pt x="9534" y="4242"/>
                </a:lnTo>
                <a:lnTo>
                  <a:pt x="9535" y="4242"/>
                </a:lnTo>
                <a:lnTo>
                  <a:pt x="9536" y="4242"/>
                </a:lnTo>
                <a:lnTo>
                  <a:pt x="9537" y="4242"/>
                </a:lnTo>
                <a:lnTo>
                  <a:pt x="9538" y="4242"/>
                </a:lnTo>
                <a:lnTo>
                  <a:pt x="9539" y="4242"/>
                </a:lnTo>
                <a:lnTo>
                  <a:pt x="9540" y="4242"/>
                </a:lnTo>
                <a:lnTo>
                  <a:pt x="9541" y="4242"/>
                </a:lnTo>
                <a:lnTo>
                  <a:pt x="9542" y="4242"/>
                </a:lnTo>
                <a:lnTo>
                  <a:pt x="9543" y="4242"/>
                </a:lnTo>
                <a:lnTo>
                  <a:pt x="9544" y="4242"/>
                </a:lnTo>
                <a:lnTo>
                  <a:pt x="9545" y="4242"/>
                </a:lnTo>
                <a:lnTo>
                  <a:pt x="9546" y="4242"/>
                </a:lnTo>
                <a:lnTo>
                  <a:pt x="9547" y="4242"/>
                </a:lnTo>
                <a:lnTo>
                  <a:pt x="9548" y="4242"/>
                </a:lnTo>
                <a:lnTo>
                  <a:pt x="9549" y="4242"/>
                </a:lnTo>
                <a:lnTo>
                  <a:pt x="9550" y="4242"/>
                </a:lnTo>
                <a:lnTo>
                  <a:pt x="9551" y="4242"/>
                </a:lnTo>
                <a:lnTo>
                  <a:pt x="9552" y="4242"/>
                </a:lnTo>
                <a:lnTo>
                  <a:pt x="9553" y="4242"/>
                </a:lnTo>
                <a:lnTo>
                  <a:pt x="9554" y="4242"/>
                </a:lnTo>
                <a:lnTo>
                  <a:pt x="9555" y="4242"/>
                </a:lnTo>
                <a:lnTo>
                  <a:pt x="9556" y="4242"/>
                </a:lnTo>
                <a:lnTo>
                  <a:pt x="9557" y="4242"/>
                </a:lnTo>
                <a:lnTo>
                  <a:pt x="9558" y="4242"/>
                </a:lnTo>
                <a:lnTo>
                  <a:pt x="9559" y="4242"/>
                </a:lnTo>
                <a:lnTo>
                  <a:pt x="9560" y="4242"/>
                </a:lnTo>
                <a:lnTo>
                  <a:pt x="9561" y="4242"/>
                </a:lnTo>
                <a:lnTo>
                  <a:pt x="9562" y="4242"/>
                </a:lnTo>
                <a:lnTo>
                  <a:pt x="9563" y="4242"/>
                </a:lnTo>
                <a:lnTo>
                  <a:pt x="9564" y="4242"/>
                </a:lnTo>
                <a:lnTo>
                  <a:pt x="9565" y="4242"/>
                </a:lnTo>
                <a:lnTo>
                  <a:pt x="9566" y="4242"/>
                </a:lnTo>
                <a:lnTo>
                  <a:pt x="9567" y="4242"/>
                </a:lnTo>
                <a:lnTo>
                  <a:pt x="9568" y="4242"/>
                </a:lnTo>
                <a:lnTo>
                  <a:pt x="9569" y="4242"/>
                </a:lnTo>
                <a:lnTo>
                  <a:pt x="9570" y="4242"/>
                </a:lnTo>
                <a:lnTo>
                  <a:pt x="9571" y="4242"/>
                </a:lnTo>
                <a:lnTo>
                  <a:pt x="9572" y="4242"/>
                </a:lnTo>
                <a:lnTo>
                  <a:pt x="9573" y="4242"/>
                </a:lnTo>
                <a:lnTo>
                  <a:pt x="9574" y="4242"/>
                </a:lnTo>
                <a:lnTo>
                  <a:pt x="9575" y="4242"/>
                </a:lnTo>
                <a:lnTo>
                  <a:pt x="9576" y="4242"/>
                </a:lnTo>
                <a:lnTo>
                  <a:pt x="9577" y="4242"/>
                </a:lnTo>
                <a:lnTo>
                  <a:pt x="9578" y="4242"/>
                </a:lnTo>
                <a:lnTo>
                  <a:pt x="9579" y="4242"/>
                </a:lnTo>
                <a:lnTo>
                  <a:pt x="9580" y="4242"/>
                </a:lnTo>
                <a:lnTo>
                  <a:pt x="9581" y="4242"/>
                </a:lnTo>
                <a:lnTo>
                  <a:pt x="9582" y="4242"/>
                </a:lnTo>
                <a:lnTo>
                  <a:pt x="9583" y="4242"/>
                </a:lnTo>
                <a:lnTo>
                  <a:pt x="9584" y="4242"/>
                </a:lnTo>
                <a:lnTo>
                  <a:pt x="9585" y="4242"/>
                </a:lnTo>
                <a:lnTo>
                  <a:pt x="9586" y="4242"/>
                </a:lnTo>
                <a:lnTo>
                  <a:pt x="9587" y="4242"/>
                </a:lnTo>
                <a:lnTo>
                  <a:pt x="9588" y="4242"/>
                </a:lnTo>
                <a:lnTo>
                  <a:pt x="9589" y="4242"/>
                </a:lnTo>
                <a:lnTo>
                  <a:pt x="9590" y="4242"/>
                </a:lnTo>
                <a:lnTo>
                  <a:pt x="9591" y="4242"/>
                </a:lnTo>
                <a:lnTo>
                  <a:pt x="9592" y="4242"/>
                </a:lnTo>
                <a:lnTo>
                  <a:pt x="9593" y="4242"/>
                </a:lnTo>
                <a:lnTo>
                  <a:pt x="9594" y="4242"/>
                </a:lnTo>
                <a:lnTo>
                  <a:pt x="9595" y="4242"/>
                </a:lnTo>
                <a:lnTo>
                  <a:pt x="9596" y="4242"/>
                </a:lnTo>
                <a:lnTo>
                  <a:pt x="9597" y="4242"/>
                </a:lnTo>
                <a:lnTo>
                  <a:pt x="9598" y="4242"/>
                </a:lnTo>
                <a:lnTo>
                  <a:pt x="9599" y="4242"/>
                </a:lnTo>
                <a:lnTo>
                  <a:pt x="9600" y="4242"/>
                </a:lnTo>
                <a:lnTo>
                  <a:pt x="9601" y="4242"/>
                </a:lnTo>
                <a:lnTo>
                  <a:pt x="9602" y="4242"/>
                </a:lnTo>
                <a:lnTo>
                  <a:pt x="9603" y="4242"/>
                </a:lnTo>
                <a:lnTo>
                  <a:pt x="9604" y="4242"/>
                </a:lnTo>
                <a:lnTo>
                  <a:pt x="9605" y="4242"/>
                </a:lnTo>
                <a:lnTo>
                  <a:pt x="9606" y="4242"/>
                </a:lnTo>
                <a:lnTo>
                  <a:pt x="9607" y="4242"/>
                </a:lnTo>
                <a:lnTo>
                  <a:pt x="9608" y="4242"/>
                </a:lnTo>
                <a:lnTo>
                  <a:pt x="9609" y="4242"/>
                </a:lnTo>
                <a:lnTo>
                  <a:pt x="9610" y="4242"/>
                </a:lnTo>
                <a:lnTo>
                  <a:pt x="9611" y="4242"/>
                </a:lnTo>
                <a:lnTo>
                  <a:pt x="9612" y="4242"/>
                </a:lnTo>
                <a:lnTo>
                  <a:pt x="9613" y="4242"/>
                </a:lnTo>
                <a:lnTo>
                  <a:pt x="9614" y="4242"/>
                </a:lnTo>
                <a:lnTo>
                  <a:pt x="9615" y="4242"/>
                </a:lnTo>
                <a:lnTo>
                  <a:pt x="9616" y="4242"/>
                </a:lnTo>
                <a:lnTo>
                  <a:pt x="9617" y="4242"/>
                </a:lnTo>
                <a:lnTo>
                  <a:pt x="9618" y="4242"/>
                </a:lnTo>
                <a:lnTo>
                  <a:pt x="9619" y="4242"/>
                </a:lnTo>
                <a:lnTo>
                  <a:pt x="9620" y="4242"/>
                </a:lnTo>
                <a:lnTo>
                  <a:pt x="9621" y="4242"/>
                </a:lnTo>
                <a:lnTo>
                  <a:pt x="9622" y="4242"/>
                </a:lnTo>
                <a:lnTo>
                  <a:pt x="9623" y="4242"/>
                </a:lnTo>
                <a:lnTo>
                  <a:pt x="9624" y="4242"/>
                </a:lnTo>
                <a:lnTo>
                  <a:pt x="9625" y="4242"/>
                </a:lnTo>
                <a:lnTo>
                  <a:pt x="9626" y="4242"/>
                </a:lnTo>
                <a:lnTo>
                  <a:pt x="9627" y="4242"/>
                </a:lnTo>
                <a:lnTo>
                  <a:pt x="9628" y="4242"/>
                </a:lnTo>
                <a:lnTo>
                  <a:pt x="9629" y="4242"/>
                </a:lnTo>
                <a:lnTo>
                  <a:pt x="9630" y="4242"/>
                </a:lnTo>
                <a:lnTo>
                  <a:pt x="9631" y="4242"/>
                </a:lnTo>
                <a:lnTo>
                  <a:pt x="9632" y="4242"/>
                </a:lnTo>
                <a:lnTo>
                  <a:pt x="9633" y="4242"/>
                </a:lnTo>
                <a:lnTo>
                  <a:pt x="9634" y="4242"/>
                </a:lnTo>
                <a:lnTo>
                  <a:pt x="9635" y="4242"/>
                </a:lnTo>
                <a:lnTo>
                  <a:pt x="9636" y="4242"/>
                </a:lnTo>
                <a:lnTo>
                  <a:pt x="9637" y="4242"/>
                </a:lnTo>
                <a:lnTo>
                  <a:pt x="9638" y="4242"/>
                </a:lnTo>
                <a:lnTo>
                  <a:pt x="9639" y="4242"/>
                </a:lnTo>
                <a:lnTo>
                  <a:pt x="9640" y="4242"/>
                </a:lnTo>
                <a:lnTo>
                  <a:pt x="9641" y="4242"/>
                </a:lnTo>
                <a:lnTo>
                  <a:pt x="9642" y="4242"/>
                </a:lnTo>
                <a:lnTo>
                  <a:pt x="9643" y="4242"/>
                </a:lnTo>
                <a:lnTo>
                  <a:pt x="9644" y="4242"/>
                </a:lnTo>
                <a:lnTo>
                  <a:pt x="9645" y="4242"/>
                </a:lnTo>
                <a:lnTo>
                  <a:pt x="9646" y="4242"/>
                </a:lnTo>
                <a:lnTo>
                  <a:pt x="9647" y="4242"/>
                </a:lnTo>
                <a:lnTo>
                  <a:pt x="9648" y="4242"/>
                </a:lnTo>
                <a:lnTo>
                  <a:pt x="9649" y="4242"/>
                </a:lnTo>
                <a:lnTo>
                  <a:pt x="9650" y="4242"/>
                </a:lnTo>
                <a:lnTo>
                  <a:pt x="9651" y="4242"/>
                </a:lnTo>
                <a:lnTo>
                  <a:pt x="9652" y="4242"/>
                </a:lnTo>
                <a:lnTo>
                  <a:pt x="9653" y="4242"/>
                </a:lnTo>
                <a:lnTo>
                  <a:pt x="9654" y="4242"/>
                </a:lnTo>
                <a:lnTo>
                  <a:pt x="9655" y="4242"/>
                </a:lnTo>
                <a:lnTo>
                  <a:pt x="9656" y="4242"/>
                </a:lnTo>
                <a:lnTo>
                  <a:pt x="9657" y="4242"/>
                </a:lnTo>
                <a:lnTo>
                  <a:pt x="9658" y="4242"/>
                </a:lnTo>
                <a:lnTo>
                  <a:pt x="9659" y="4242"/>
                </a:lnTo>
                <a:lnTo>
                  <a:pt x="9660" y="4242"/>
                </a:lnTo>
                <a:lnTo>
                  <a:pt x="9661" y="4242"/>
                </a:lnTo>
                <a:lnTo>
                  <a:pt x="9662" y="4242"/>
                </a:lnTo>
                <a:lnTo>
                  <a:pt x="9663" y="4242"/>
                </a:lnTo>
                <a:lnTo>
                  <a:pt x="9664" y="4242"/>
                </a:lnTo>
                <a:lnTo>
                  <a:pt x="9665" y="4242"/>
                </a:lnTo>
                <a:lnTo>
                  <a:pt x="9666" y="4242"/>
                </a:lnTo>
                <a:lnTo>
                  <a:pt x="9667" y="4242"/>
                </a:lnTo>
                <a:lnTo>
                  <a:pt x="9668" y="4242"/>
                </a:lnTo>
                <a:lnTo>
                  <a:pt x="9669" y="4242"/>
                </a:lnTo>
                <a:lnTo>
                  <a:pt x="9670" y="4242"/>
                </a:lnTo>
                <a:lnTo>
                  <a:pt x="9671" y="4242"/>
                </a:lnTo>
                <a:lnTo>
                  <a:pt x="9672" y="4242"/>
                </a:lnTo>
                <a:lnTo>
                  <a:pt x="9673" y="4242"/>
                </a:lnTo>
                <a:lnTo>
                  <a:pt x="9674" y="4242"/>
                </a:lnTo>
                <a:lnTo>
                  <a:pt x="9675" y="4242"/>
                </a:lnTo>
                <a:lnTo>
                  <a:pt x="9676" y="4242"/>
                </a:lnTo>
                <a:lnTo>
                  <a:pt x="9677" y="4242"/>
                </a:lnTo>
                <a:lnTo>
                  <a:pt x="9678" y="4242"/>
                </a:lnTo>
                <a:lnTo>
                  <a:pt x="9679" y="4242"/>
                </a:lnTo>
                <a:lnTo>
                  <a:pt x="9680" y="4242"/>
                </a:lnTo>
                <a:lnTo>
                  <a:pt x="9681" y="4242"/>
                </a:lnTo>
                <a:lnTo>
                  <a:pt x="9682" y="4242"/>
                </a:lnTo>
                <a:lnTo>
                  <a:pt x="9683" y="4242"/>
                </a:lnTo>
                <a:lnTo>
                  <a:pt x="9684" y="4242"/>
                </a:lnTo>
                <a:lnTo>
                  <a:pt x="9685" y="4242"/>
                </a:lnTo>
                <a:lnTo>
                  <a:pt x="9686" y="4242"/>
                </a:lnTo>
                <a:lnTo>
                  <a:pt x="9687" y="4242"/>
                </a:lnTo>
                <a:lnTo>
                  <a:pt x="9688" y="4242"/>
                </a:lnTo>
                <a:lnTo>
                  <a:pt x="9689" y="4242"/>
                </a:lnTo>
                <a:lnTo>
                  <a:pt x="9690" y="4242"/>
                </a:lnTo>
                <a:lnTo>
                  <a:pt x="9691" y="4242"/>
                </a:lnTo>
                <a:lnTo>
                  <a:pt x="9692" y="4242"/>
                </a:lnTo>
                <a:lnTo>
                  <a:pt x="9693" y="4242"/>
                </a:lnTo>
                <a:lnTo>
                  <a:pt x="9694" y="4242"/>
                </a:lnTo>
                <a:lnTo>
                  <a:pt x="9695" y="4242"/>
                </a:lnTo>
                <a:lnTo>
                  <a:pt x="9696" y="4242"/>
                </a:lnTo>
                <a:lnTo>
                  <a:pt x="9697" y="4242"/>
                </a:lnTo>
                <a:lnTo>
                  <a:pt x="9698" y="4242"/>
                </a:lnTo>
                <a:lnTo>
                  <a:pt x="9699" y="4242"/>
                </a:lnTo>
                <a:lnTo>
                  <a:pt x="9700" y="4242"/>
                </a:lnTo>
                <a:lnTo>
                  <a:pt x="9701" y="4242"/>
                </a:lnTo>
                <a:lnTo>
                  <a:pt x="9702" y="4242"/>
                </a:lnTo>
                <a:lnTo>
                  <a:pt x="9703" y="4242"/>
                </a:lnTo>
                <a:lnTo>
                  <a:pt x="9704" y="4242"/>
                </a:lnTo>
                <a:lnTo>
                  <a:pt x="9705" y="4242"/>
                </a:lnTo>
                <a:lnTo>
                  <a:pt x="9706" y="4242"/>
                </a:lnTo>
                <a:lnTo>
                  <a:pt x="9707" y="4242"/>
                </a:lnTo>
                <a:lnTo>
                  <a:pt x="9708" y="4242"/>
                </a:lnTo>
                <a:lnTo>
                  <a:pt x="9709" y="4242"/>
                </a:lnTo>
                <a:lnTo>
                  <a:pt x="9710" y="4242"/>
                </a:lnTo>
                <a:lnTo>
                  <a:pt x="9711" y="4242"/>
                </a:lnTo>
                <a:lnTo>
                  <a:pt x="9712" y="4242"/>
                </a:lnTo>
                <a:lnTo>
                  <a:pt x="9713" y="4242"/>
                </a:lnTo>
                <a:lnTo>
                  <a:pt x="9714" y="4242"/>
                </a:lnTo>
                <a:lnTo>
                  <a:pt x="9715" y="4242"/>
                </a:lnTo>
                <a:lnTo>
                  <a:pt x="9716" y="4242"/>
                </a:lnTo>
                <a:lnTo>
                  <a:pt x="9717" y="4242"/>
                </a:lnTo>
                <a:lnTo>
                  <a:pt x="9718" y="4242"/>
                </a:lnTo>
                <a:lnTo>
                  <a:pt x="9719" y="4242"/>
                </a:lnTo>
                <a:lnTo>
                  <a:pt x="9720" y="4242"/>
                </a:lnTo>
                <a:lnTo>
                  <a:pt x="9721" y="4242"/>
                </a:lnTo>
                <a:lnTo>
                  <a:pt x="9722" y="4242"/>
                </a:lnTo>
                <a:lnTo>
                  <a:pt x="9723" y="4242"/>
                </a:lnTo>
                <a:lnTo>
                  <a:pt x="9724" y="4242"/>
                </a:lnTo>
                <a:lnTo>
                  <a:pt x="9725" y="4242"/>
                </a:lnTo>
                <a:lnTo>
                  <a:pt x="9726" y="4242"/>
                </a:lnTo>
                <a:lnTo>
                  <a:pt x="9727" y="4242"/>
                </a:lnTo>
                <a:lnTo>
                  <a:pt x="9728" y="4242"/>
                </a:lnTo>
                <a:lnTo>
                  <a:pt x="9729" y="4242"/>
                </a:lnTo>
                <a:lnTo>
                  <a:pt x="9730" y="4242"/>
                </a:lnTo>
                <a:lnTo>
                  <a:pt x="9731" y="4242"/>
                </a:lnTo>
                <a:lnTo>
                  <a:pt x="9732" y="4242"/>
                </a:lnTo>
                <a:lnTo>
                  <a:pt x="9733" y="4242"/>
                </a:lnTo>
                <a:lnTo>
                  <a:pt x="9734" y="4242"/>
                </a:lnTo>
                <a:lnTo>
                  <a:pt x="9735" y="4242"/>
                </a:lnTo>
                <a:lnTo>
                  <a:pt x="9736" y="4242"/>
                </a:lnTo>
                <a:lnTo>
                  <a:pt x="9737" y="4242"/>
                </a:lnTo>
                <a:lnTo>
                  <a:pt x="9738" y="4242"/>
                </a:lnTo>
                <a:lnTo>
                  <a:pt x="9739" y="4242"/>
                </a:lnTo>
                <a:lnTo>
                  <a:pt x="9740" y="4242"/>
                </a:lnTo>
                <a:lnTo>
                  <a:pt x="9741" y="4242"/>
                </a:lnTo>
                <a:lnTo>
                  <a:pt x="9742" y="4242"/>
                </a:lnTo>
                <a:lnTo>
                  <a:pt x="9743" y="4242"/>
                </a:lnTo>
                <a:lnTo>
                  <a:pt x="9744" y="4242"/>
                </a:lnTo>
                <a:lnTo>
                  <a:pt x="9745" y="4242"/>
                </a:lnTo>
                <a:lnTo>
                  <a:pt x="9746" y="4242"/>
                </a:lnTo>
                <a:lnTo>
                  <a:pt x="9747" y="4242"/>
                </a:lnTo>
                <a:lnTo>
                  <a:pt x="9748" y="4242"/>
                </a:lnTo>
                <a:lnTo>
                  <a:pt x="9749" y="4242"/>
                </a:lnTo>
                <a:lnTo>
                  <a:pt x="9750" y="4242"/>
                </a:lnTo>
                <a:lnTo>
                  <a:pt x="9751" y="4242"/>
                </a:lnTo>
                <a:lnTo>
                  <a:pt x="9752" y="4242"/>
                </a:lnTo>
                <a:lnTo>
                  <a:pt x="9753" y="4242"/>
                </a:lnTo>
                <a:lnTo>
                  <a:pt x="9754" y="4242"/>
                </a:lnTo>
                <a:lnTo>
                  <a:pt x="9755" y="4242"/>
                </a:lnTo>
                <a:lnTo>
                  <a:pt x="9756" y="4242"/>
                </a:lnTo>
                <a:lnTo>
                  <a:pt x="9757" y="4242"/>
                </a:lnTo>
                <a:lnTo>
                  <a:pt x="9758" y="4242"/>
                </a:lnTo>
                <a:lnTo>
                  <a:pt x="9759" y="4242"/>
                </a:lnTo>
                <a:lnTo>
                  <a:pt x="9760" y="4242"/>
                </a:lnTo>
                <a:lnTo>
                  <a:pt x="9761" y="4242"/>
                </a:lnTo>
                <a:lnTo>
                  <a:pt x="9762" y="4242"/>
                </a:lnTo>
                <a:lnTo>
                  <a:pt x="9763" y="4242"/>
                </a:lnTo>
                <a:lnTo>
                  <a:pt x="9764" y="4242"/>
                </a:lnTo>
                <a:lnTo>
                  <a:pt x="9765" y="4242"/>
                </a:lnTo>
                <a:lnTo>
                  <a:pt x="9766" y="4242"/>
                </a:lnTo>
                <a:lnTo>
                  <a:pt x="9767" y="4242"/>
                </a:lnTo>
                <a:lnTo>
                  <a:pt x="9768" y="4242"/>
                </a:lnTo>
                <a:lnTo>
                  <a:pt x="9769" y="4242"/>
                </a:lnTo>
                <a:lnTo>
                  <a:pt x="9770" y="4242"/>
                </a:lnTo>
                <a:lnTo>
                  <a:pt x="9771" y="4242"/>
                </a:lnTo>
                <a:lnTo>
                  <a:pt x="9772" y="4242"/>
                </a:lnTo>
                <a:lnTo>
                  <a:pt x="9773" y="4242"/>
                </a:lnTo>
                <a:lnTo>
                  <a:pt x="9774" y="4242"/>
                </a:lnTo>
                <a:lnTo>
                  <a:pt x="9775" y="4242"/>
                </a:lnTo>
                <a:lnTo>
                  <a:pt x="9776" y="4242"/>
                </a:lnTo>
                <a:lnTo>
                  <a:pt x="9777" y="4242"/>
                </a:lnTo>
                <a:lnTo>
                  <a:pt x="9778" y="4242"/>
                </a:lnTo>
                <a:lnTo>
                  <a:pt x="9779" y="4242"/>
                </a:lnTo>
                <a:lnTo>
                  <a:pt x="9780" y="4242"/>
                </a:lnTo>
                <a:lnTo>
                  <a:pt x="9781" y="4242"/>
                </a:lnTo>
                <a:lnTo>
                  <a:pt x="9782" y="4242"/>
                </a:lnTo>
                <a:lnTo>
                  <a:pt x="9783" y="4242"/>
                </a:lnTo>
                <a:lnTo>
                  <a:pt x="9784" y="4242"/>
                </a:lnTo>
                <a:lnTo>
                  <a:pt x="9785" y="4242"/>
                </a:lnTo>
                <a:lnTo>
                  <a:pt x="9786" y="4242"/>
                </a:lnTo>
                <a:lnTo>
                  <a:pt x="9787" y="4242"/>
                </a:lnTo>
                <a:lnTo>
                  <a:pt x="9788" y="4242"/>
                </a:lnTo>
                <a:lnTo>
                  <a:pt x="9789" y="4242"/>
                </a:lnTo>
                <a:lnTo>
                  <a:pt x="9790" y="4242"/>
                </a:lnTo>
                <a:lnTo>
                  <a:pt x="9791" y="4242"/>
                </a:lnTo>
                <a:lnTo>
                  <a:pt x="9792" y="4242"/>
                </a:lnTo>
                <a:lnTo>
                  <a:pt x="9793" y="4242"/>
                </a:lnTo>
                <a:lnTo>
                  <a:pt x="9794" y="4242"/>
                </a:lnTo>
                <a:lnTo>
                  <a:pt x="9795" y="4242"/>
                </a:lnTo>
                <a:lnTo>
                  <a:pt x="9796" y="4242"/>
                </a:lnTo>
                <a:lnTo>
                  <a:pt x="9797" y="4242"/>
                </a:lnTo>
                <a:lnTo>
                  <a:pt x="9798" y="4242"/>
                </a:lnTo>
                <a:lnTo>
                  <a:pt x="9799" y="4242"/>
                </a:lnTo>
                <a:lnTo>
                  <a:pt x="9800" y="4242"/>
                </a:lnTo>
                <a:lnTo>
                  <a:pt x="9801" y="4242"/>
                </a:lnTo>
                <a:lnTo>
                  <a:pt x="9802" y="4242"/>
                </a:lnTo>
                <a:lnTo>
                  <a:pt x="9803" y="4242"/>
                </a:lnTo>
                <a:lnTo>
                  <a:pt x="9804" y="4242"/>
                </a:lnTo>
                <a:lnTo>
                  <a:pt x="9805" y="4242"/>
                </a:lnTo>
                <a:lnTo>
                  <a:pt x="9806" y="4242"/>
                </a:lnTo>
                <a:lnTo>
                  <a:pt x="9807" y="4242"/>
                </a:lnTo>
                <a:lnTo>
                  <a:pt x="9808" y="4242"/>
                </a:lnTo>
                <a:lnTo>
                  <a:pt x="9809" y="4242"/>
                </a:lnTo>
                <a:lnTo>
                  <a:pt x="9810" y="4242"/>
                </a:lnTo>
                <a:lnTo>
                  <a:pt x="9811" y="4242"/>
                </a:lnTo>
                <a:lnTo>
                  <a:pt x="9812" y="4242"/>
                </a:lnTo>
                <a:lnTo>
                  <a:pt x="9813" y="4242"/>
                </a:lnTo>
                <a:lnTo>
                  <a:pt x="9814" y="4242"/>
                </a:lnTo>
                <a:lnTo>
                  <a:pt x="9815" y="4242"/>
                </a:lnTo>
                <a:lnTo>
                  <a:pt x="9816" y="4242"/>
                </a:lnTo>
                <a:lnTo>
                  <a:pt x="9817" y="4242"/>
                </a:lnTo>
                <a:lnTo>
                  <a:pt x="9818" y="4242"/>
                </a:lnTo>
                <a:lnTo>
                  <a:pt x="9819" y="4242"/>
                </a:lnTo>
                <a:lnTo>
                  <a:pt x="9820" y="4242"/>
                </a:lnTo>
                <a:lnTo>
                  <a:pt x="9821" y="4242"/>
                </a:lnTo>
                <a:lnTo>
                  <a:pt x="9822" y="4242"/>
                </a:lnTo>
                <a:lnTo>
                  <a:pt x="9823" y="4242"/>
                </a:lnTo>
                <a:lnTo>
                  <a:pt x="9824" y="4242"/>
                </a:lnTo>
                <a:lnTo>
                  <a:pt x="9825" y="4242"/>
                </a:lnTo>
                <a:lnTo>
                  <a:pt x="9826" y="4242"/>
                </a:lnTo>
                <a:lnTo>
                  <a:pt x="9827" y="4242"/>
                </a:lnTo>
                <a:lnTo>
                  <a:pt x="9828" y="4242"/>
                </a:lnTo>
                <a:lnTo>
                  <a:pt x="9829" y="4242"/>
                </a:lnTo>
                <a:lnTo>
                  <a:pt x="9830" y="4242"/>
                </a:lnTo>
                <a:lnTo>
                  <a:pt x="9831" y="4242"/>
                </a:lnTo>
                <a:lnTo>
                  <a:pt x="9832" y="4242"/>
                </a:lnTo>
                <a:lnTo>
                  <a:pt x="9833" y="4242"/>
                </a:lnTo>
                <a:lnTo>
                  <a:pt x="9834" y="4242"/>
                </a:lnTo>
                <a:lnTo>
                  <a:pt x="9835" y="4242"/>
                </a:lnTo>
                <a:lnTo>
                  <a:pt x="9836" y="4242"/>
                </a:lnTo>
                <a:lnTo>
                  <a:pt x="9837" y="4242"/>
                </a:lnTo>
                <a:lnTo>
                  <a:pt x="9838" y="4242"/>
                </a:lnTo>
                <a:lnTo>
                  <a:pt x="9839" y="4242"/>
                </a:lnTo>
                <a:lnTo>
                  <a:pt x="9840" y="4242"/>
                </a:lnTo>
                <a:lnTo>
                  <a:pt x="9841" y="4242"/>
                </a:lnTo>
                <a:lnTo>
                  <a:pt x="9842" y="4242"/>
                </a:lnTo>
                <a:lnTo>
                  <a:pt x="9843" y="4242"/>
                </a:lnTo>
                <a:lnTo>
                  <a:pt x="9844" y="4242"/>
                </a:lnTo>
                <a:lnTo>
                  <a:pt x="9845" y="4242"/>
                </a:lnTo>
                <a:lnTo>
                  <a:pt x="9846" y="4242"/>
                </a:lnTo>
                <a:lnTo>
                  <a:pt x="9847" y="4242"/>
                </a:lnTo>
                <a:lnTo>
                  <a:pt x="9848" y="4242"/>
                </a:lnTo>
                <a:lnTo>
                  <a:pt x="9849" y="4242"/>
                </a:lnTo>
                <a:lnTo>
                  <a:pt x="9850" y="4242"/>
                </a:lnTo>
                <a:lnTo>
                  <a:pt x="9851" y="4242"/>
                </a:lnTo>
                <a:lnTo>
                  <a:pt x="9852" y="4242"/>
                </a:lnTo>
                <a:lnTo>
                  <a:pt x="9853" y="4242"/>
                </a:lnTo>
                <a:lnTo>
                  <a:pt x="9854" y="4242"/>
                </a:lnTo>
                <a:lnTo>
                  <a:pt x="9855" y="4242"/>
                </a:lnTo>
                <a:lnTo>
                  <a:pt x="9856" y="4242"/>
                </a:lnTo>
                <a:lnTo>
                  <a:pt x="9857" y="4242"/>
                </a:lnTo>
                <a:lnTo>
                  <a:pt x="9858" y="4242"/>
                </a:lnTo>
                <a:lnTo>
                  <a:pt x="9859" y="4242"/>
                </a:lnTo>
                <a:lnTo>
                  <a:pt x="9860" y="4242"/>
                </a:lnTo>
                <a:lnTo>
                  <a:pt x="9861" y="4242"/>
                </a:lnTo>
                <a:lnTo>
                  <a:pt x="9862" y="4242"/>
                </a:lnTo>
                <a:lnTo>
                  <a:pt x="9863" y="4242"/>
                </a:lnTo>
                <a:lnTo>
                  <a:pt x="9864" y="4242"/>
                </a:lnTo>
                <a:lnTo>
                  <a:pt x="9865" y="4242"/>
                </a:lnTo>
                <a:lnTo>
                  <a:pt x="9866" y="4242"/>
                </a:lnTo>
                <a:lnTo>
                  <a:pt x="9867" y="4242"/>
                </a:lnTo>
                <a:lnTo>
                  <a:pt x="9868" y="4242"/>
                </a:lnTo>
                <a:lnTo>
                  <a:pt x="9869" y="4242"/>
                </a:lnTo>
                <a:lnTo>
                  <a:pt x="9870" y="4242"/>
                </a:lnTo>
                <a:lnTo>
                  <a:pt x="9871" y="4242"/>
                </a:lnTo>
                <a:lnTo>
                  <a:pt x="9872" y="4242"/>
                </a:lnTo>
                <a:lnTo>
                  <a:pt x="9873" y="4242"/>
                </a:lnTo>
                <a:lnTo>
                  <a:pt x="9874" y="4242"/>
                </a:lnTo>
                <a:lnTo>
                  <a:pt x="9875" y="4242"/>
                </a:lnTo>
                <a:lnTo>
                  <a:pt x="9876" y="4242"/>
                </a:lnTo>
                <a:lnTo>
                  <a:pt x="9877" y="4242"/>
                </a:lnTo>
                <a:lnTo>
                  <a:pt x="9878" y="4242"/>
                </a:lnTo>
                <a:lnTo>
                  <a:pt x="9879" y="4242"/>
                </a:lnTo>
                <a:lnTo>
                  <a:pt x="9880" y="4242"/>
                </a:lnTo>
                <a:lnTo>
                  <a:pt x="9881" y="4242"/>
                </a:lnTo>
                <a:lnTo>
                  <a:pt x="9882" y="4242"/>
                </a:lnTo>
                <a:lnTo>
                  <a:pt x="9883" y="4242"/>
                </a:lnTo>
                <a:lnTo>
                  <a:pt x="9884" y="4242"/>
                </a:lnTo>
                <a:lnTo>
                  <a:pt x="9885" y="4242"/>
                </a:lnTo>
                <a:lnTo>
                  <a:pt x="9886" y="4242"/>
                </a:lnTo>
                <a:lnTo>
                  <a:pt x="9887" y="4242"/>
                </a:lnTo>
                <a:lnTo>
                  <a:pt x="9888" y="4242"/>
                </a:lnTo>
                <a:lnTo>
                  <a:pt x="9889" y="4242"/>
                </a:lnTo>
                <a:lnTo>
                  <a:pt x="9890" y="4242"/>
                </a:lnTo>
                <a:lnTo>
                  <a:pt x="9891" y="4242"/>
                </a:lnTo>
                <a:lnTo>
                  <a:pt x="9892" y="4242"/>
                </a:lnTo>
                <a:lnTo>
                  <a:pt x="9893" y="4242"/>
                </a:lnTo>
                <a:lnTo>
                  <a:pt x="9894" y="4242"/>
                </a:lnTo>
                <a:lnTo>
                  <a:pt x="9895" y="4242"/>
                </a:lnTo>
                <a:lnTo>
                  <a:pt x="9896" y="4242"/>
                </a:lnTo>
                <a:lnTo>
                  <a:pt x="9897" y="4242"/>
                </a:lnTo>
                <a:lnTo>
                  <a:pt x="9898" y="4242"/>
                </a:lnTo>
                <a:lnTo>
                  <a:pt x="9899" y="4242"/>
                </a:lnTo>
                <a:lnTo>
                  <a:pt x="9900" y="4242"/>
                </a:lnTo>
                <a:lnTo>
                  <a:pt x="9901" y="4242"/>
                </a:lnTo>
                <a:lnTo>
                  <a:pt x="9902" y="4242"/>
                </a:lnTo>
                <a:lnTo>
                  <a:pt x="9903" y="4242"/>
                </a:lnTo>
                <a:lnTo>
                  <a:pt x="9904" y="4242"/>
                </a:lnTo>
                <a:lnTo>
                  <a:pt x="9905" y="4242"/>
                </a:lnTo>
                <a:lnTo>
                  <a:pt x="9906" y="4242"/>
                </a:lnTo>
                <a:lnTo>
                  <a:pt x="9907" y="4242"/>
                </a:lnTo>
                <a:lnTo>
                  <a:pt x="9908" y="4242"/>
                </a:lnTo>
                <a:lnTo>
                  <a:pt x="9909" y="4242"/>
                </a:lnTo>
                <a:lnTo>
                  <a:pt x="9910" y="4242"/>
                </a:lnTo>
                <a:lnTo>
                  <a:pt x="9911" y="4242"/>
                </a:lnTo>
                <a:lnTo>
                  <a:pt x="9912" y="4242"/>
                </a:lnTo>
                <a:lnTo>
                  <a:pt x="9913" y="4242"/>
                </a:lnTo>
                <a:lnTo>
                  <a:pt x="9914" y="4242"/>
                </a:lnTo>
                <a:lnTo>
                  <a:pt x="9915" y="4242"/>
                </a:lnTo>
                <a:lnTo>
                  <a:pt x="9916" y="4242"/>
                </a:lnTo>
                <a:lnTo>
                  <a:pt x="9917" y="4242"/>
                </a:lnTo>
                <a:lnTo>
                  <a:pt x="9918" y="4242"/>
                </a:lnTo>
                <a:lnTo>
                  <a:pt x="9919" y="4242"/>
                </a:lnTo>
                <a:lnTo>
                  <a:pt x="9920" y="4242"/>
                </a:lnTo>
                <a:lnTo>
                  <a:pt x="9921" y="4242"/>
                </a:lnTo>
                <a:lnTo>
                  <a:pt x="9922" y="4242"/>
                </a:lnTo>
                <a:lnTo>
                  <a:pt x="9923" y="4242"/>
                </a:lnTo>
                <a:lnTo>
                  <a:pt x="9924" y="4242"/>
                </a:lnTo>
                <a:lnTo>
                  <a:pt x="9925" y="4242"/>
                </a:lnTo>
                <a:lnTo>
                  <a:pt x="9926" y="4242"/>
                </a:lnTo>
                <a:lnTo>
                  <a:pt x="9927" y="4242"/>
                </a:lnTo>
                <a:lnTo>
                  <a:pt x="9928" y="4242"/>
                </a:lnTo>
                <a:lnTo>
                  <a:pt x="9929" y="4242"/>
                </a:lnTo>
                <a:lnTo>
                  <a:pt x="9930" y="4242"/>
                </a:lnTo>
                <a:lnTo>
                  <a:pt x="9931" y="4242"/>
                </a:lnTo>
                <a:lnTo>
                  <a:pt x="9932" y="4242"/>
                </a:lnTo>
                <a:lnTo>
                  <a:pt x="9933" y="4242"/>
                </a:lnTo>
                <a:lnTo>
                  <a:pt x="9934" y="4242"/>
                </a:lnTo>
                <a:lnTo>
                  <a:pt x="9935" y="4242"/>
                </a:lnTo>
                <a:lnTo>
                  <a:pt x="9936" y="4242"/>
                </a:lnTo>
                <a:lnTo>
                  <a:pt x="9937" y="4242"/>
                </a:lnTo>
                <a:lnTo>
                  <a:pt x="9938" y="4242"/>
                </a:lnTo>
                <a:lnTo>
                  <a:pt x="9939" y="4242"/>
                </a:lnTo>
                <a:lnTo>
                  <a:pt x="9940" y="4242"/>
                </a:lnTo>
                <a:lnTo>
                  <a:pt x="9941" y="4242"/>
                </a:lnTo>
                <a:lnTo>
                  <a:pt x="9942" y="4242"/>
                </a:lnTo>
                <a:lnTo>
                  <a:pt x="9943" y="4242"/>
                </a:lnTo>
                <a:lnTo>
                  <a:pt x="9944" y="4242"/>
                </a:lnTo>
                <a:lnTo>
                  <a:pt x="9945" y="4242"/>
                </a:lnTo>
                <a:lnTo>
                  <a:pt x="9946" y="4242"/>
                </a:lnTo>
                <a:lnTo>
                  <a:pt x="9947" y="4242"/>
                </a:lnTo>
                <a:lnTo>
                  <a:pt x="9948" y="4242"/>
                </a:lnTo>
                <a:lnTo>
                  <a:pt x="9949" y="4242"/>
                </a:lnTo>
                <a:lnTo>
                  <a:pt x="9950" y="4242"/>
                </a:lnTo>
                <a:lnTo>
                  <a:pt x="9951" y="4242"/>
                </a:lnTo>
                <a:lnTo>
                  <a:pt x="9952" y="4242"/>
                </a:lnTo>
                <a:lnTo>
                  <a:pt x="9953" y="4242"/>
                </a:lnTo>
                <a:lnTo>
                  <a:pt x="9954" y="4242"/>
                </a:lnTo>
                <a:lnTo>
                  <a:pt x="9955" y="4242"/>
                </a:lnTo>
                <a:lnTo>
                  <a:pt x="9956" y="4242"/>
                </a:lnTo>
                <a:lnTo>
                  <a:pt x="9957" y="4242"/>
                </a:lnTo>
                <a:lnTo>
                  <a:pt x="9958" y="4242"/>
                </a:lnTo>
                <a:lnTo>
                  <a:pt x="9959" y="4242"/>
                </a:lnTo>
                <a:lnTo>
                  <a:pt x="9960" y="4242"/>
                </a:lnTo>
                <a:lnTo>
                  <a:pt x="9961" y="4242"/>
                </a:lnTo>
                <a:lnTo>
                  <a:pt x="9962" y="4242"/>
                </a:lnTo>
                <a:lnTo>
                  <a:pt x="9963" y="4242"/>
                </a:lnTo>
                <a:lnTo>
                  <a:pt x="9964" y="4242"/>
                </a:lnTo>
                <a:lnTo>
                  <a:pt x="9965" y="4242"/>
                </a:lnTo>
                <a:lnTo>
                  <a:pt x="9966" y="4242"/>
                </a:lnTo>
                <a:lnTo>
                  <a:pt x="9967" y="4242"/>
                </a:lnTo>
                <a:lnTo>
                  <a:pt x="9968" y="4242"/>
                </a:lnTo>
                <a:lnTo>
                  <a:pt x="9969" y="4242"/>
                </a:lnTo>
                <a:lnTo>
                  <a:pt x="9970" y="4242"/>
                </a:lnTo>
                <a:lnTo>
                  <a:pt x="9971" y="4242"/>
                </a:lnTo>
                <a:lnTo>
                  <a:pt x="9972" y="4242"/>
                </a:lnTo>
                <a:lnTo>
                  <a:pt x="9973" y="4242"/>
                </a:lnTo>
                <a:lnTo>
                  <a:pt x="9974" y="4242"/>
                </a:lnTo>
                <a:lnTo>
                  <a:pt x="9975" y="4242"/>
                </a:lnTo>
                <a:lnTo>
                  <a:pt x="9976" y="4242"/>
                </a:lnTo>
                <a:lnTo>
                  <a:pt x="9977" y="4242"/>
                </a:lnTo>
                <a:lnTo>
                  <a:pt x="9978" y="4242"/>
                </a:lnTo>
                <a:lnTo>
                  <a:pt x="9979" y="4242"/>
                </a:lnTo>
                <a:lnTo>
                  <a:pt x="9980" y="4242"/>
                </a:lnTo>
                <a:lnTo>
                  <a:pt x="9981" y="4242"/>
                </a:lnTo>
                <a:lnTo>
                  <a:pt x="9982" y="4242"/>
                </a:lnTo>
                <a:lnTo>
                  <a:pt x="9983" y="4242"/>
                </a:lnTo>
                <a:lnTo>
                  <a:pt x="9984" y="4242"/>
                </a:lnTo>
                <a:lnTo>
                  <a:pt x="9985" y="4242"/>
                </a:lnTo>
                <a:lnTo>
                  <a:pt x="9986" y="4242"/>
                </a:lnTo>
                <a:lnTo>
                  <a:pt x="9987" y="4242"/>
                </a:lnTo>
                <a:lnTo>
                  <a:pt x="9988" y="4242"/>
                </a:lnTo>
                <a:lnTo>
                  <a:pt x="9989" y="4242"/>
                </a:lnTo>
                <a:lnTo>
                  <a:pt x="9990" y="4242"/>
                </a:lnTo>
                <a:lnTo>
                  <a:pt x="9991" y="4242"/>
                </a:lnTo>
                <a:lnTo>
                  <a:pt x="9992" y="4242"/>
                </a:lnTo>
                <a:lnTo>
                  <a:pt x="9993" y="4242"/>
                </a:lnTo>
                <a:lnTo>
                  <a:pt x="9994" y="4242"/>
                </a:lnTo>
                <a:lnTo>
                  <a:pt x="9995" y="4242"/>
                </a:lnTo>
                <a:lnTo>
                  <a:pt x="9996" y="4242"/>
                </a:lnTo>
                <a:lnTo>
                  <a:pt x="9997" y="4242"/>
                </a:lnTo>
                <a:lnTo>
                  <a:pt x="9998" y="4242"/>
                </a:lnTo>
                <a:lnTo>
                  <a:pt x="9999" y="4242"/>
                </a:lnTo>
                <a:lnTo>
                  <a:pt x="10000" y="4242"/>
                </a:lnTo>
                <a:lnTo>
                  <a:pt x="10001" y="4242"/>
                </a:lnTo>
                <a:lnTo>
                  <a:pt x="10002" y="4242"/>
                </a:lnTo>
                <a:lnTo>
                  <a:pt x="10003" y="4242"/>
                </a:lnTo>
                <a:lnTo>
                  <a:pt x="10004" y="4242"/>
                </a:lnTo>
                <a:lnTo>
                  <a:pt x="10005" y="4242"/>
                </a:lnTo>
                <a:lnTo>
                  <a:pt x="10006" y="4242"/>
                </a:lnTo>
                <a:lnTo>
                  <a:pt x="10007" y="4242"/>
                </a:lnTo>
                <a:lnTo>
                  <a:pt x="10008" y="4242"/>
                </a:lnTo>
                <a:lnTo>
                  <a:pt x="10009" y="4242"/>
                </a:lnTo>
                <a:lnTo>
                  <a:pt x="10010" y="4242"/>
                </a:lnTo>
                <a:lnTo>
                  <a:pt x="10011" y="4242"/>
                </a:lnTo>
                <a:lnTo>
                  <a:pt x="10012" y="4242"/>
                </a:lnTo>
                <a:lnTo>
                  <a:pt x="10013" y="4242"/>
                </a:lnTo>
                <a:lnTo>
                  <a:pt x="10014" y="4242"/>
                </a:lnTo>
                <a:lnTo>
                  <a:pt x="10015" y="4242"/>
                </a:lnTo>
                <a:lnTo>
                  <a:pt x="10016" y="4242"/>
                </a:lnTo>
                <a:lnTo>
                  <a:pt x="10017" y="4242"/>
                </a:lnTo>
                <a:lnTo>
                  <a:pt x="10018" y="4242"/>
                </a:lnTo>
                <a:lnTo>
                  <a:pt x="10019" y="4242"/>
                </a:lnTo>
                <a:lnTo>
                  <a:pt x="10020" y="4242"/>
                </a:lnTo>
                <a:lnTo>
                  <a:pt x="10021" y="4242"/>
                </a:lnTo>
                <a:lnTo>
                  <a:pt x="10022" y="4242"/>
                </a:lnTo>
                <a:lnTo>
                  <a:pt x="10023" y="4242"/>
                </a:lnTo>
                <a:lnTo>
                  <a:pt x="10024" y="4242"/>
                </a:lnTo>
                <a:lnTo>
                  <a:pt x="10025" y="4242"/>
                </a:lnTo>
                <a:lnTo>
                  <a:pt x="10026" y="4242"/>
                </a:lnTo>
                <a:lnTo>
                  <a:pt x="10027" y="4242"/>
                </a:lnTo>
                <a:lnTo>
                  <a:pt x="10028" y="4242"/>
                </a:lnTo>
                <a:lnTo>
                  <a:pt x="10029" y="4242"/>
                </a:lnTo>
                <a:lnTo>
                  <a:pt x="10030" y="4242"/>
                </a:lnTo>
                <a:lnTo>
                  <a:pt x="10031" y="4242"/>
                </a:lnTo>
                <a:lnTo>
                  <a:pt x="10032" y="4242"/>
                </a:lnTo>
                <a:lnTo>
                  <a:pt x="10033" y="4242"/>
                </a:lnTo>
                <a:lnTo>
                  <a:pt x="10034" y="4242"/>
                </a:lnTo>
                <a:lnTo>
                  <a:pt x="10035" y="4242"/>
                </a:lnTo>
                <a:lnTo>
                  <a:pt x="10036" y="4242"/>
                </a:lnTo>
                <a:lnTo>
                  <a:pt x="10037" y="4242"/>
                </a:lnTo>
                <a:lnTo>
                  <a:pt x="10038" y="4242"/>
                </a:lnTo>
                <a:lnTo>
                  <a:pt x="10039" y="4242"/>
                </a:lnTo>
                <a:lnTo>
                  <a:pt x="10040" y="4242"/>
                </a:lnTo>
                <a:lnTo>
                  <a:pt x="10041" y="4242"/>
                </a:lnTo>
                <a:lnTo>
                  <a:pt x="10042" y="4242"/>
                </a:lnTo>
                <a:lnTo>
                  <a:pt x="10043" y="4242"/>
                </a:lnTo>
                <a:lnTo>
                  <a:pt x="10044" y="4242"/>
                </a:lnTo>
                <a:lnTo>
                  <a:pt x="10045" y="4242"/>
                </a:lnTo>
                <a:lnTo>
                  <a:pt x="10046" y="4242"/>
                </a:lnTo>
                <a:lnTo>
                  <a:pt x="10047" y="4242"/>
                </a:lnTo>
                <a:lnTo>
                  <a:pt x="10048" y="4242"/>
                </a:lnTo>
                <a:lnTo>
                  <a:pt x="10049" y="4242"/>
                </a:lnTo>
                <a:lnTo>
                  <a:pt x="10050" y="4242"/>
                </a:lnTo>
                <a:lnTo>
                  <a:pt x="10051" y="4242"/>
                </a:lnTo>
                <a:lnTo>
                  <a:pt x="10052" y="4242"/>
                </a:lnTo>
                <a:lnTo>
                  <a:pt x="10053" y="4242"/>
                </a:lnTo>
                <a:lnTo>
                  <a:pt x="10054" y="4242"/>
                </a:lnTo>
                <a:lnTo>
                  <a:pt x="10055" y="4242"/>
                </a:lnTo>
                <a:lnTo>
                  <a:pt x="10056" y="4242"/>
                </a:lnTo>
                <a:lnTo>
                  <a:pt x="10057" y="4242"/>
                </a:lnTo>
                <a:lnTo>
                  <a:pt x="10058" y="4242"/>
                </a:lnTo>
                <a:lnTo>
                  <a:pt x="10059" y="4242"/>
                </a:lnTo>
                <a:lnTo>
                  <a:pt x="10060" y="4242"/>
                </a:lnTo>
                <a:lnTo>
                  <a:pt x="10061" y="4242"/>
                </a:lnTo>
                <a:lnTo>
                  <a:pt x="10062" y="4242"/>
                </a:lnTo>
                <a:lnTo>
                  <a:pt x="10063" y="4242"/>
                </a:lnTo>
                <a:lnTo>
                  <a:pt x="10064" y="4242"/>
                </a:lnTo>
                <a:lnTo>
                  <a:pt x="10065" y="4242"/>
                </a:lnTo>
                <a:lnTo>
                  <a:pt x="10066" y="4242"/>
                </a:lnTo>
                <a:lnTo>
                  <a:pt x="10067" y="4242"/>
                </a:lnTo>
                <a:lnTo>
                  <a:pt x="10068" y="4242"/>
                </a:lnTo>
                <a:lnTo>
                  <a:pt x="10069" y="4242"/>
                </a:lnTo>
                <a:lnTo>
                  <a:pt x="10070" y="4242"/>
                </a:lnTo>
                <a:lnTo>
                  <a:pt x="10071" y="4242"/>
                </a:lnTo>
                <a:lnTo>
                  <a:pt x="10072" y="4242"/>
                </a:lnTo>
                <a:lnTo>
                  <a:pt x="10073" y="4242"/>
                </a:lnTo>
                <a:lnTo>
                  <a:pt x="10074" y="4242"/>
                </a:lnTo>
                <a:lnTo>
                  <a:pt x="10075" y="4242"/>
                </a:lnTo>
                <a:lnTo>
                  <a:pt x="10076" y="4242"/>
                </a:lnTo>
                <a:lnTo>
                  <a:pt x="10077" y="4242"/>
                </a:lnTo>
                <a:lnTo>
                  <a:pt x="10078" y="4242"/>
                </a:lnTo>
                <a:lnTo>
                  <a:pt x="10079" y="4242"/>
                </a:lnTo>
                <a:lnTo>
                  <a:pt x="10080" y="4242"/>
                </a:lnTo>
                <a:lnTo>
                  <a:pt x="10081" y="4242"/>
                </a:lnTo>
                <a:lnTo>
                  <a:pt x="10082" y="4242"/>
                </a:lnTo>
                <a:lnTo>
                  <a:pt x="10083" y="4242"/>
                </a:lnTo>
                <a:lnTo>
                  <a:pt x="10084" y="4242"/>
                </a:lnTo>
                <a:lnTo>
                  <a:pt x="10085" y="4242"/>
                </a:lnTo>
                <a:lnTo>
                  <a:pt x="10086" y="4242"/>
                </a:lnTo>
                <a:lnTo>
                  <a:pt x="10087" y="4242"/>
                </a:lnTo>
                <a:lnTo>
                  <a:pt x="10088" y="4242"/>
                </a:lnTo>
                <a:lnTo>
                  <a:pt x="10089" y="4242"/>
                </a:lnTo>
                <a:lnTo>
                  <a:pt x="10090" y="4242"/>
                </a:lnTo>
                <a:lnTo>
                  <a:pt x="10091" y="4242"/>
                </a:lnTo>
                <a:lnTo>
                  <a:pt x="10092" y="4242"/>
                </a:lnTo>
                <a:lnTo>
                  <a:pt x="10093" y="4242"/>
                </a:lnTo>
                <a:lnTo>
                  <a:pt x="10094" y="4242"/>
                </a:lnTo>
                <a:lnTo>
                  <a:pt x="10095" y="4242"/>
                </a:lnTo>
                <a:lnTo>
                  <a:pt x="10096" y="4242"/>
                </a:lnTo>
                <a:lnTo>
                  <a:pt x="10097" y="4242"/>
                </a:lnTo>
                <a:lnTo>
                  <a:pt x="10098" y="4242"/>
                </a:lnTo>
                <a:lnTo>
                  <a:pt x="10099" y="4242"/>
                </a:lnTo>
                <a:lnTo>
                  <a:pt x="10100" y="4242"/>
                </a:lnTo>
                <a:lnTo>
                  <a:pt x="10101" y="4242"/>
                </a:lnTo>
                <a:lnTo>
                  <a:pt x="10102" y="4242"/>
                </a:lnTo>
                <a:lnTo>
                  <a:pt x="10103" y="4242"/>
                </a:lnTo>
                <a:lnTo>
                  <a:pt x="10104" y="4242"/>
                </a:lnTo>
                <a:lnTo>
                  <a:pt x="10105" y="4242"/>
                </a:lnTo>
                <a:lnTo>
                  <a:pt x="10106" y="4242"/>
                </a:lnTo>
                <a:lnTo>
                  <a:pt x="10107" y="4242"/>
                </a:lnTo>
                <a:lnTo>
                  <a:pt x="10108" y="4242"/>
                </a:lnTo>
                <a:lnTo>
                  <a:pt x="10109" y="4242"/>
                </a:lnTo>
                <a:lnTo>
                  <a:pt x="10110" y="4242"/>
                </a:lnTo>
                <a:lnTo>
                  <a:pt x="10111" y="4242"/>
                </a:lnTo>
                <a:lnTo>
                  <a:pt x="10112" y="4242"/>
                </a:lnTo>
                <a:lnTo>
                  <a:pt x="10113" y="4242"/>
                </a:lnTo>
                <a:lnTo>
                  <a:pt x="10114" y="4242"/>
                </a:lnTo>
                <a:lnTo>
                  <a:pt x="10115" y="4242"/>
                </a:lnTo>
                <a:lnTo>
                  <a:pt x="10116" y="4242"/>
                </a:lnTo>
                <a:lnTo>
                  <a:pt x="10117" y="4242"/>
                </a:lnTo>
                <a:lnTo>
                  <a:pt x="10118" y="4242"/>
                </a:lnTo>
                <a:lnTo>
                  <a:pt x="10119" y="4242"/>
                </a:lnTo>
                <a:lnTo>
                  <a:pt x="10120" y="4242"/>
                </a:lnTo>
                <a:lnTo>
                  <a:pt x="10121" y="4242"/>
                </a:lnTo>
                <a:lnTo>
                  <a:pt x="10122" y="4242"/>
                </a:lnTo>
                <a:lnTo>
                  <a:pt x="10123" y="4242"/>
                </a:lnTo>
                <a:lnTo>
                  <a:pt x="10124" y="4242"/>
                </a:lnTo>
                <a:lnTo>
                  <a:pt x="10125" y="4242"/>
                </a:lnTo>
                <a:lnTo>
                  <a:pt x="10126" y="4242"/>
                </a:lnTo>
                <a:lnTo>
                  <a:pt x="10127" y="4242"/>
                </a:lnTo>
                <a:lnTo>
                  <a:pt x="10128" y="4242"/>
                </a:lnTo>
                <a:lnTo>
                  <a:pt x="10129" y="4242"/>
                </a:lnTo>
                <a:lnTo>
                  <a:pt x="10130" y="4242"/>
                </a:lnTo>
                <a:lnTo>
                  <a:pt x="10131" y="4242"/>
                </a:lnTo>
                <a:lnTo>
                  <a:pt x="10132" y="4242"/>
                </a:lnTo>
                <a:lnTo>
                  <a:pt x="10133" y="4242"/>
                </a:lnTo>
                <a:lnTo>
                  <a:pt x="10134" y="4242"/>
                </a:lnTo>
                <a:lnTo>
                  <a:pt x="10135" y="4242"/>
                </a:lnTo>
                <a:lnTo>
                  <a:pt x="10136" y="4242"/>
                </a:lnTo>
                <a:lnTo>
                  <a:pt x="10137" y="4242"/>
                </a:lnTo>
                <a:lnTo>
                  <a:pt x="10138" y="4242"/>
                </a:lnTo>
                <a:lnTo>
                  <a:pt x="10139" y="4242"/>
                </a:lnTo>
                <a:lnTo>
                  <a:pt x="10140" y="4242"/>
                </a:lnTo>
                <a:lnTo>
                  <a:pt x="10141" y="4242"/>
                </a:lnTo>
                <a:lnTo>
                  <a:pt x="10142" y="4242"/>
                </a:lnTo>
                <a:lnTo>
                  <a:pt x="10143" y="4242"/>
                </a:lnTo>
                <a:lnTo>
                  <a:pt x="10144" y="4242"/>
                </a:lnTo>
                <a:lnTo>
                  <a:pt x="10145" y="4242"/>
                </a:lnTo>
                <a:lnTo>
                  <a:pt x="10146" y="4242"/>
                </a:lnTo>
                <a:lnTo>
                  <a:pt x="10147" y="4242"/>
                </a:lnTo>
                <a:lnTo>
                  <a:pt x="10148" y="4242"/>
                </a:lnTo>
                <a:lnTo>
                  <a:pt x="10149" y="4242"/>
                </a:lnTo>
                <a:lnTo>
                  <a:pt x="10150" y="4242"/>
                </a:lnTo>
                <a:lnTo>
                  <a:pt x="10151" y="4242"/>
                </a:lnTo>
                <a:lnTo>
                  <a:pt x="10152" y="4242"/>
                </a:lnTo>
                <a:lnTo>
                  <a:pt x="10153" y="4242"/>
                </a:lnTo>
                <a:lnTo>
                  <a:pt x="10154" y="4242"/>
                </a:lnTo>
                <a:lnTo>
                  <a:pt x="10155" y="4242"/>
                </a:lnTo>
                <a:lnTo>
                  <a:pt x="10156" y="4242"/>
                </a:lnTo>
                <a:lnTo>
                  <a:pt x="10157" y="4242"/>
                </a:lnTo>
                <a:lnTo>
                  <a:pt x="10158" y="4242"/>
                </a:lnTo>
                <a:lnTo>
                  <a:pt x="10159" y="4242"/>
                </a:lnTo>
                <a:lnTo>
                  <a:pt x="10160" y="4242"/>
                </a:lnTo>
                <a:lnTo>
                  <a:pt x="10161" y="4242"/>
                </a:lnTo>
                <a:lnTo>
                  <a:pt x="10162" y="4242"/>
                </a:lnTo>
                <a:lnTo>
                  <a:pt x="10163" y="4242"/>
                </a:lnTo>
                <a:lnTo>
                  <a:pt x="10164" y="4242"/>
                </a:lnTo>
                <a:lnTo>
                  <a:pt x="10165" y="4242"/>
                </a:lnTo>
                <a:lnTo>
                  <a:pt x="10166" y="4242"/>
                </a:lnTo>
                <a:lnTo>
                  <a:pt x="10167" y="4242"/>
                </a:lnTo>
                <a:lnTo>
                  <a:pt x="10168" y="4242"/>
                </a:lnTo>
                <a:lnTo>
                  <a:pt x="10169" y="4242"/>
                </a:lnTo>
                <a:lnTo>
                  <a:pt x="10170" y="4242"/>
                </a:lnTo>
                <a:lnTo>
                  <a:pt x="10171" y="4242"/>
                </a:lnTo>
                <a:lnTo>
                  <a:pt x="10172" y="4242"/>
                </a:lnTo>
                <a:lnTo>
                  <a:pt x="10173" y="4242"/>
                </a:lnTo>
                <a:lnTo>
                  <a:pt x="10174" y="4242"/>
                </a:lnTo>
                <a:lnTo>
                  <a:pt x="10175" y="4242"/>
                </a:lnTo>
                <a:lnTo>
                  <a:pt x="10176" y="4242"/>
                </a:lnTo>
                <a:lnTo>
                  <a:pt x="10177" y="4242"/>
                </a:lnTo>
                <a:lnTo>
                  <a:pt x="10178" y="4242"/>
                </a:lnTo>
                <a:lnTo>
                  <a:pt x="10179" y="4242"/>
                </a:lnTo>
                <a:lnTo>
                  <a:pt x="10180" y="4242"/>
                </a:lnTo>
                <a:lnTo>
                  <a:pt x="10181" y="4242"/>
                </a:lnTo>
                <a:lnTo>
                  <a:pt x="10182" y="4242"/>
                </a:lnTo>
                <a:lnTo>
                  <a:pt x="10183" y="4242"/>
                </a:lnTo>
                <a:lnTo>
                  <a:pt x="10184" y="4242"/>
                </a:lnTo>
                <a:lnTo>
                  <a:pt x="10185" y="4242"/>
                </a:lnTo>
                <a:lnTo>
                  <a:pt x="10186" y="4242"/>
                </a:lnTo>
                <a:lnTo>
                  <a:pt x="10187" y="4242"/>
                </a:lnTo>
                <a:lnTo>
                  <a:pt x="10188" y="4242"/>
                </a:lnTo>
                <a:lnTo>
                  <a:pt x="10189" y="4242"/>
                </a:lnTo>
                <a:lnTo>
                  <a:pt x="10190" y="4242"/>
                </a:lnTo>
                <a:lnTo>
                  <a:pt x="10191" y="4242"/>
                </a:lnTo>
                <a:lnTo>
                  <a:pt x="10192" y="4242"/>
                </a:lnTo>
                <a:lnTo>
                  <a:pt x="10193" y="4242"/>
                </a:lnTo>
                <a:lnTo>
                  <a:pt x="10194" y="4242"/>
                </a:lnTo>
                <a:lnTo>
                  <a:pt x="10195" y="4242"/>
                </a:lnTo>
                <a:lnTo>
                  <a:pt x="10196" y="4242"/>
                </a:lnTo>
                <a:lnTo>
                  <a:pt x="10197" y="4242"/>
                </a:lnTo>
                <a:lnTo>
                  <a:pt x="10198" y="4242"/>
                </a:lnTo>
                <a:lnTo>
                  <a:pt x="10199" y="4242"/>
                </a:lnTo>
                <a:lnTo>
                  <a:pt x="10200" y="4242"/>
                </a:lnTo>
                <a:lnTo>
                  <a:pt x="10201" y="4242"/>
                </a:lnTo>
                <a:lnTo>
                  <a:pt x="10202" y="4242"/>
                </a:lnTo>
                <a:lnTo>
                  <a:pt x="10203" y="4242"/>
                </a:lnTo>
                <a:lnTo>
                  <a:pt x="10204" y="4242"/>
                </a:lnTo>
                <a:lnTo>
                  <a:pt x="10205" y="4242"/>
                </a:lnTo>
                <a:lnTo>
                  <a:pt x="10206" y="4242"/>
                </a:lnTo>
                <a:lnTo>
                  <a:pt x="10207" y="4242"/>
                </a:lnTo>
                <a:lnTo>
                  <a:pt x="10208" y="4242"/>
                </a:lnTo>
                <a:lnTo>
                  <a:pt x="10209" y="4242"/>
                </a:lnTo>
                <a:lnTo>
                  <a:pt x="10210" y="4242"/>
                </a:lnTo>
                <a:lnTo>
                  <a:pt x="10211" y="4242"/>
                </a:lnTo>
                <a:lnTo>
                  <a:pt x="10212" y="4242"/>
                </a:lnTo>
                <a:lnTo>
                  <a:pt x="10213" y="4242"/>
                </a:lnTo>
                <a:lnTo>
                  <a:pt x="10214" y="4242"/>
                </a:lnTo>
                <a:lnTo>
                  <a:pt x="10215" y="4242"/>
                </a:lnTo>
                <a:lnTo>
                  <a:pt x="10216" y="4242"/>
                </a:lnTo>
                <a:lnTo>
                  <a:pt x="10217" y="4242"/>
                </a:lnTo>
                <a:lnTo>
                  <a:pt x="10218" y="4242"/>
                </a:lnTo>
                <a:lnTo>
                  <a:pt x="10219" y="4242"/>
                </a:lnTo>
                <a:lnTo>
                  <a:pt x="10220" y="4242"/>
                </a:lnTo>
                <a:lnTo>
                  <a:pt x="10221" y="4242"/>
                </a:lnTo>
                <a:lnTo>
                  <a:pt x="10222" y="4242"/>
                </a:lnTo>
                <a:lnTo>
                  <a:pt x="10223" y="4242"/>
                </a:lnTo>
                <a:lnTo>
                  <a:pt x="10224" y="4242"/>
                </a:lnTo>
                <a:lnTo>
                  <a:pt x="10225" y="4242"/>
                </a:lnTo>
                <a:lnTo>
                  <a:pt x="10226" y="4242"/>
                </a:lnTo>
                <a:lnTo>
                  <a:pt x="10227" y="4242"/>
                </a:lnTo>
                <a:lnTo>
                  <a:pt x="10228" y="4242"/>
                </a:lnTo>
                <a:lnTo>
                  <a:pt x="10229" y="4242"/>
                </a:lnTo>
                <a:lnTo>
                  <a:pt x="10230" y="4242"/>
                </a:lnTo>
                <a:lnTo>
                  <a:pt x="10231" y="4242"/>
                </a:lnTo>
                <a:lnTo>
                  <a:pt x="10232" y="4242"/>
                </a:lnTo>
                <a:lnTo>
                  <a:pt x="10233" y="4242"/>
                </a:lnTo>
                <a:lnTo>
                  <a:pt x="10234" y="4242"/>
                </a:lnTo>
                <a:lnTo>
                  <a:pt x="10235" y="4242"/>
                </a:lnTo>
                <a:lnTo>
                  <a:pt x="10236" y="4242"/>
                </a:lnTo>
                <a:lnTo>
                  <a:pt x="10237" y="4242"/>
                </a:lnTo>
                <a:lnTo>
                  <a:pt x="10238" y="4242"/>
                </a:lnTo>
                <a:lnTo>
                  <a:pt x="10239" y="4242"/>
                </a:lnTo>
                <a:lnTo>
                  <a:pt x="10240" y="4242"/>
                </a:lnTo>
                <a:lnTo>
                  <a:pt x="10241" y="4242"/>
                </a:lnTo>
                <a:lnTo>
                  <a:pt x="10242" y="4242"/>
                </a:lnTo>
                <a:lnTo>
                  <a:pt x="10243" y="4242"/>
                </a:lnTo>
                <a:lnTo>
                  <a:pt x="10244" y="4242"/>
                </a:lnTo>
                <a:lnTo>
                  <a:pt x="10245" y="4242"/>
                </a:lnTo>
                <a:lnTo>
                  <a:pt x="10246" y="4242"/>
                </a:lnTo>
                <a:lnTo>
                  <a:pt x="10247" y="4242"/>
                </a:lnTo>
                <a:lnTo>
                  <a:pt x="10248" y="4242"/>
                </a:lnTo>
                <a:lnTo>
                  <a:pt x="10249" y="4242"/>
                </a:lnTo>
                <a:lnTo>
                  <a:pt x="10250" y="4242"/>
                </a:lnTo>
                <a:lnTo>
                  <a:pt x="10251" y="4242"/>
                </a:lnTo>
                <a:lnTo>
                  <a:pt x="10252" y="4242"/>
                </a:lnTo>
                <a:lnTo>
                  <a:pt x="10253" y="4242"/>
                </a:lnTo>
                <a:lnTo>
                  <a:pt x="10254" y="4242"/>
                </a:lnTo>
                <a:lnTo>
                  <a:pt x="10255" y="4242"/>
                </a:lnTo>
                <a:lnTo>
                  <a:pt x="10256" y="4242"/>
                </a:lnTo>
                <a:lnTo>
                  <a:pt x="10257" y="4242"/>
                </a:lnTo>
                <a:lnTo>
                  <a:pt x="10258" y="4242"/>
                </a:lnTo>
                <a:lnTo>
                  <a:pt x="10259" y="4242"/>
                </a:lnTo>
                <a:lnTo>
                  <a:pt x="10260" y="4242"/>
                </a:lnTo>
                <a:lnTo>
                  <a:pt x="10261" y="4242"/>
                </a:lnTo>
                <a:lnTo>
                  <a:pt x="10262" y="4242"/>
                </a:lnTo>
                <a:lnTo>
                  <a:pt x="10263" y="4242"/>
                </a:lnTo>
                <a:lnTo>
                  <a:pt x="10264" y="4242"/>
                </a:lnTo>
                <a:lnTo>
                  <a:pt x="10265" y="4242"/>
                </a:lnTo>
                <a:lnTo>
                  <a:pt x="10266" y="4242"/>
                </a:lnTo>
                <a:lnTo>
                  <a:pt x="10267" y="4242"/>
                </a:lnTo>
                <a:lnTo>
                  <a:pt x="10268" y="4242"/>
                </a:lnTo>
                <a:lnTo>
                  <a:pt x="10269" y="4242"/>
                </a:lnTo>
                <a:lnTo>
                  <a:pt x="10270" y="4242"/>
                </a:lnTo>
                <a:lnTo>
                  <a:pt x="10271" y="4242"/>
                </a:lnTo>
                <a:lnTo>
                  <a:pt x="10272" y="4242"/>
                </a:lnTo>
                <a:lnTo>
                  <a:pt x="10273" y="4242"/>
                </a:lnTo>
                <a:lnTo>
                  <a:pt x="10274" y="4242"/>
                </a:lnTo>
                <a:lnTo>
                  <a:pt x="10275" y="4242"/>
                </a:lnTo>
                <a:lnTo>
                  <a:pt x="10276" y="4242"/>
                </a:lnTo>
                <a:lnTo>
                  <a:pt x="10277" y="4242"/>
                </a:lnTo>
                <a:lnTo>
                  <a:pt x="10278" y="4242"/>
                </a:lnTo>
                <a:lnTo>
                  <a:pt x="10279" y="4242"/>
                </a:lnTo>
                <a:lnTo>
                  <a:pt x="10280" y="4242"/>
                </a:lnTo>
                <a:lnTo>
                  <a:pt x="10281" y="4242"/>
                </a:lnTo>
                <a:lnTo>
                  <a:pt x="10282" y="4242"/>
                </a:lnTo>
                <a:lnTo>
                  <a:pt x="10283" y="4242"/>
                </a:lnTo>
                <a:lnTo>
                  <a:pt x="10284" y="4242"/>
                </a:lnTo>
                <a:lnTo>
                  <a:pt x="10285" y="4242"/>
                </a:lnTo>
                <a:lnTo>
                  <a:pt x="10286" y="4242"/>
                </a:lnTo>
                <a:lnTo>
                  <a:pt x="10287" y="4242"/>
                </a:lnTo>
                <a:lnTo>
                  <a:pt x="10288" y="4242"/>
                </a:lnTo>
                <a:lnTo>
                  <a:pt x="10289" y="4242"/>
                </a:lnTo>
                <a:lnTo>
                  <a:pt x="10290" y="4242"/>
                </a:lnTo>
                <a:lnTo>
                  <a:pt x="10291" y="4242"/>
                </a:lnTo>
                <a:lnTo>
                  <a:pt x="10292" y="4242"/>
                </a:lnTo>
                <a:lnTo>
                  <a:pt x="10293" y="4242"/>
                </a:lnTo>
                <a:lnTo>
                  <a:pt x="10294" y="4242"/>
                </a:lnTo>
                <a:lnTo>
                  <a:pt x="10295" y="4242"/>
                </a:lnTo>
                <a:lnTo>
                  <a:pt x="10296" y="4242"/>
                </a:lnTo>
                <a:lnTo>
                  <a:pt x="10297" y="4242"/>
                </a:lnTo>
                <a:lnTo>
                  <a:pt x="10298" y="4242"/>
                </a:lnTo>
                <a:lnTo>
                  <a:pt x="10299" y="4242"/>
                </a:lnTo>
                <a:lnTo>
                  <a:pt x="10300" y="4242"/>
                </a:lnTo>
                <a:lnTo>
                  <a:pt x="10301" y="4242"/>
                </a:lnTo>
                <a:lnTo>
                  <a:pt x="10302" y="4242"/>
                </a:lnTo>
                <a:lnTo>
                  <a:pt x="10303" y="4242"/>
                </a:lnTo>
                <a:lnTo>
                  <a:pt x="10304" y="4242"/>
                </a:lnTo>
                <a:lnTo>
                  <a:pt x="10305" y="4242"/>
                </a:lnTo>
                <a:lnTo>
                  <a:pt x="10306" y="4242"/>
                </a:lnTo>
                <a:lnTo>
                  <a:pt x="10307" y="4242"/>
                </a:lnTo>
                <a:lnTo>
                  <a:pt x="10308" y="4242"/>
                </a:lnTo>
                <a:lnTo>
                  <a:pt x="10309" y="4242"/>
                </a:lnTo>
                <a:lnTo>
                  <a:pt x="10310" y="4242"/>
                </a:lnTo>
                <a:lnTo>
                  <a:pt x="10311" y="4242"/>
                </a:lnTo>
                <a:lnTo>
                  <a:pt x="10312" y="4242"/>
                </a:lnTo>
                <a:lnTo>
                  <a:pt x="10313" y="4242"/>
                </a:lnTo>
                <a:lnTo>
                  <a:pt x="10314" y="4242"/>
                </a:lnTo>
                <a:lnTo>
                  <a:pt x="10315" y="4242"/>
                </a:lnTo>
                <a:lnTo>
                  <a:pt x="10316" y="4242"/>
                </a:lnTo>
                <a:lnTo>
                  <a:pt x="10317" y="4242"/>
                </a:lnTo>
                <a:lnTo>
                  <a:pt x="10318" y="4242"/>
                </a:lnTo>
                <a:lnTo>
                  <a:pt x="10319" y="4242"/>
                </a:lnTo>
                <a:lnTo>
                  <a:pt x="10320" y="4242"/>
                </a:lnTo>
                <a:lnTo>
                  <a:pt x="10321" y="4242"/>
                </a:lnTo>
                <a:lnTo>
                  <a:pt x="10322" y="4242"/>
                </a:lnTo>
                <a:lnTo>
                  <a:pt x="10323" y="4242"/>
                </a:lnTo>
                <a:lnTo>
                  <a:pt x="10324" y="4242"/>
                </a:lnTo>
                <a:lnTo>
                  <a:pt x="10325" y="4242"/>
                </a:lnTo>
                <a:lnTo>
                  <a:pt x="10326" y="4242"/>
                </a:lnTo>
                <a:lnTo>
                  <a:pt x="10327" y="4242"/>
                </a:lnTo>
                <a:lnTo>
                  <a:pt x="10328" y="4242"/>
                </a:lnTo>
                <a:lnTo>
                  <a:pt x="10329" y="4242"/>
                </a:lnTo>
                <a:lnTo>
                  <a:pt x="10330" y="4242"/>
                </a:lnTo>
                <a:lnTo>
                  <a:pt x="10331" y="4242"/>
                </a:lnTo>
                <a:lnTo>
                  <a:pt x="10332" y="4242"/>
                </a:lnTo>
                <a:lnTo>
                  <a:pt x="10333" y="4242"/>
                </a:lnTo>
                <a:lnTo>
                  <a:pt x="10334" y="4242"/>
                </a:lnTo>
                <a:lnTo>
                  <a:pt x="10335" y="4242"/>
                </a:lnTo>
                <a:lnTo>
                  <a:pt x="10336" y="4242"/>
                </a:lnTo>
                <a:lnTo>
                  <a:pt x="10337" y="4242"/>
                </a:lnTo>
                <a:lnTo>
                  <a:pt x="10338" y="4242"/>
                </a:lnTo>
                <a:lnTo>
                  <a:pt x="10339" y="4242"/>
                </a:lnTo>
                <a:lnTo>
                  <a:pt x="10340" y="4242"/>
                </a:lnTo>
                <a:lnTo>
                  <a:pt x="10341" y="4242"/>
                </a:lnTo>
                <a:lnTo>
                  <a:pt x="10342" y="4242"/>
                </a:lnTo>
                <a:lnTo>
                  <a:pt x="10343" y="4242"/>
                </a:lnTo>
                <a:lnTo>
                  <a:pt x="10344" y="4242"/>
                </a:lnTo>
                <a:lnTo>
                  <a:pt x="10345" y="4242"/>
                </a:lnTo>
                <a:lnTo>
                  <a:pt x="10346" y="4242"/>
                </a:lnTo>
                <a:lnTo>
                  <a:pt x="10347" y="4242"/>
                </a:lnTo>
                <a:lnTo>
                  <a:pt x="10348" y="4242"/>
                </a:lnTo>
                <a:lnTo>
                  <a:pt x="10349" y="4242"/>
                </a:lnTo>
                <a:lnTo>
                  <a:pt x="10350" y="4242"/>
                </a:lnTo>
                <a:lnTo>
                  <a:pt x="10351" y="4242"/>
                </a:lnTo>
                <a:lnTo>
                  <a:pt x="10352" y="4242"/>
                </a:lnTo>
                <a:lnTo>
                  <a:pt x="10353" y="4242"/>
                </a:lnTo>
                <a:lnTo>
                  <a:pt x="10354" y="4242"/>
                </a:lnTo>
                <a:lnTo>
                  <a:pt x="10355" y="4242"/>
                </a:lnTo>
                <a:lnTo>
                  <a:pt x="10356" y="4242"/>
                </a:lnTo>
                <a:lnTo>
                  <a:pt x="10357" y="4242"/>
                </a:lnTo>
                <a:lnTo>
                  <a:pt x="10358" y="4242"/>
                </a:lnTo>
                <a:lnTo>
                  <a:pt x="10359" y="4242"/>
                </a:lnTo>
                <a:lnTo>
                  <a:pt x="10360" y="4242"/>
                </a:lnTo>
                <a:lnTo>
                  <a:pt x="10361" y="4242"/>
                </a:lnTo>
                <a:lnTo>
                  <a:pt x="10362" y="4242"/>
                </a:lnTo>
                <a:lnTo>
                  <a:pt x="10363" y="4242"/>
                </a:lnTo>
                <a:lnTo>
                  <a:pt x="10364" y="4242"/>
                </a:lnTo>
                <a:lnTo>
                  <a:pt x="10365" y="4242"/>
                </a:lnTo>
                <a:lnTo>
                  <a:pt x="10366" y="4242"/>
                </a:lnTo>
                <a:lnTo>
                  <a:pt x="10367" y="4242"/>
                </a:lnTo>
                <a:lnTo>
                  <a:pt x="10368" y="4242"/>
                </a:lnTo>
                <a:lnTo>
                  <a:pt x="10369" y="4242"/>
                </a:lnTo>
                <a:lnTo>
                  <a:pt x="10370" y="4242"/>
                </a:lnTo>
                <a:lnTo>
                  <a:pt x="10371" y="4242"/>
                </a:lnTo>
                <a:lnTo>
                  <a:pt x="10372" y="4242"/>
                </a:lnTo>
                <a:lnTo>
                  <a:pt x="10373" y="4242"/>
                </a:lnTo>
                <a:lnTo>
                  <a:pt x="10374" y="4242"/>
                </a:lnTo>
                <a:lnTo>
                  <a:pt x="10375" y="4242"/>
                </a:lnTo>
                <a:lnTo>
                  <a:pt x="10376" y="4242"/>
                </a:lnTo>
                <a:lnTo>
                  <a:pt x="10377" y="4242"/>
                </a:lnTo>
                <a:lnTo>
                  <a:pt x="10378" y="4242"/>
                </a:lnTo>
                <a:lnTo>
                  <a:pt x="10379" y="4242"/>
                </a:lnTo>
                <a:lnTo>
                  <a:pt x="10380" y="4242"/>
                </a:lnTo>
                <a:lnTo>
                  <a:pt x="10381" y="4242"/>
                </a:lnTo>
                <a:lnTo>
                  <a:pt x="10382" y="4242"/>
                </a:lnTo>
                <a:lnTo>
                  <a:pt x="10383" y="4242"/>
                </a:lnTo>
                <a:lnTo>
                  <a:pt x="10384" y="4242"/>
                </a:lnTo>
                <a:lnTo>
                  <a:pt x="10385" y="4242"/>
                </a:lnTo>
                <a:lnTo>
                  <a:pt x="10386" y="4242"/>
                </a:lnTo>
                <a:lnTo>
                  <a:pt x="10387" y="4242"/>
                </a:lnTo>
                <a:lnTo>
                  <a:pt x="10388" y="4242"/>
                </a:lnTo>
                <a:lnTo>
                  <a:pt x="10389" y="4242"/>
                </a:lnTo>
                <a:lnTo>
                  <a:pt x="10390" y="4242"/>
                </a:lnTo>
                <a:lnTo>
                  <a:pt x="10391" y="4242"/>
                </a:lnTo>
                <a:lnTo>
                  <a:pt x="10392" y="4242"/>
                </a:lnTo>
                <a:lnTo>
                  <a:pt x="10393" y="4242"/>
                </a:lnTo>
                <a:lnTo>
                  <a:pt x="10394" y="4242"/>
                </a:lnTo>
                <a:lnTo>
                  <a:pt x="10395" y="4242"/>
                </a:lnTo>
                <a:lnTo>
                  <a:pt x="10396" y="4242"/>
                </a:lnTo>
                <a:lnTo>
                  <a:pt x="10397" y="4242"/>
                </a:lnTo>
                <a:lnTo>
                  <a:pt x="10398" y="4242"/>
                </a:lnTo>
                <a:lnTo>
                  <a:pt x="10399" y="4242"/>
                </a:lnTo>
                <a:lnTo>
                  <a:pt x="10400" y="4242"/>
                </a:lnTo>
                <a:lnTo>
                  <a:pt x="10401" y="4242"/>
                </a:lnTo>
                <a:lnTo>
                  <a:pt x="10402" y="4242"/>
                </a:lnTo>
                <a:lnTo>
                  <a:pt x="10403" y="4242"/>
                </a:lnTo>
                <a:lnTo>
                  <a:pt x="10404" y="4242"/>
                </a:lnTo>
                <a:lnTo>
                  <a:pt x="10405" y="4242"/>
                </a:lnTo>
                <a:lnTo>
                  <a:pt x="10406" y="4242"/>
                </a:lnTo>
                <a:lnTo>
                  <a:pt x="10407" y="4242"/>
                </a:lnTo>
                <a:lnTo>
                  <a:pt x="10408" y="4242"/>
                </a:lnTo>
                <a:lnTo>
                  <a:pt x="10409" y="4242"/>
                </a:lnTo>
                <a:lnTo>
                  <a:pt x="10410" y="4242"/>
                </a:lnTo>
                <a:lnTo>
                  <a:pt x="10411" y="4242"/>
                </a:lnTo>
                <a:lnTo>
                  <a:pt x="10412" y="4242"/>
                </a:lnTo>
                <a:lnTo>
                  <a:pt x="10413" y="4242"/>
                </a:lnTo>
                <a:lnTo>
                  <a:pt x="10414" y="4242"/>
                </a:lnTo>
                <a:lnTo>
                  <a:pt x="10415" y="4242"/>
                </a:lnTo>
                <a:lnTo>
                  <a:pt x="10416" y="4242"/>
                </a:lnTo>
                <a:lnTo>
                  <a:pt x="10417" y="4242"/>
                </a:lnTo>
                <a:lnTo>
                  <a:pt x="10418" y="4242"/>
                </a:lnTo>
                <a:lnTo>
                  <a:pt x="10419" y="4242"/>
                </a:lnTo>
                <a:lnTo>
                  <a:pt x="10420" y="4242"/>
                </a:lnTo>
                <a:lnTo>
                  <a:pt x="10421" y="4242"/>
                </a:lnTo>
                <a:lnTo>
                  <a:pt x="10422" y="4242"/>
                </a:lnTo>
                <a:lnTo>
                  <a:pt x="10423" y="4242"/>
                </a:lnTo>
                <a:lnTo>
                  <a:pt x="10424" y="4242"/>
                </a:lnTo>
                <a:lnTo>
                  <a:pt x="10425" y="4242"/>
                </a:lnTo>
                <a:lnTo>
                  <a:pt x="10426" y="4242"/>
                </a:lnTo>
                <a:lnTo>
                  <a:pt x="10427" y="4242"/>
                </a:lnTo>
                <a:lnTo>
                  <a:pt x="10428" y="4242"/>
                </a:lnTo>
                <a:lnTo>
                  <a:pt x="10429" y="4242"/>
                </a:lnTo>
                <a:lnTo>
                  <a:pt x="10430" y="4242"/>
                </a:lnTo>
                <a:lnTo>
                  <a:pt x="10431" y="4242"/>
                </a:lnTo>
                <a:lnTo>
                  <a:pt x="10432" y="4242"/>
                </a:lnTo>
                <a:lnTo>
                  <a:pt x="10433" y="4242"/>
                </a:lnTo>
                <a:lnTo>
                  <a:pt x="10434" y="4242"/>
                </a:lnTo>
                <a:lnTo>
                  <a:pt x="10435" y="4242"/>
                </a:lnTo>
                <a:lnTo>
                  <a:pt x="10436" y="4242"/>
                </a:lnTo>
                <a:lnTo>
                  <a:pt x="10437" y="4242"/>
                </a:lnTo>
                <a:lnTo>
                  <a:pt x="10438" y="4242"/>
                </a:lnTo>
                <a:lnTo>
                  <a:pt x="10439" y="4242"/>
                </a:lnTo>
                <a:lnTo>
                  <a:pt x="10440" y="4242"/>
                </a:lnTo>
                <a:lnTo>
                  <a:pt x="10441" y="4242"/>
                </a:lnTo>
                <a:lnTo>
                  <a:pt x="10442" y="4242"/>
                </a:lnTo>
                <a:lnTo>
                  <a:pt x="10443" y="4242"/>
                </a:lnTo>
                <a:lnTo>
                  <a:pt x="10444" y="4242"/>
                </a:lnTo>
                <a:lnTo>
                  <a:pt x="10445" y="4242"/>
                </a:lnTo>
                <a:lnTo>
                  <a:pt x="10446" y="4242"/>
                </a:lnTo>
                <a:lnTo>
                  <a:pt x="10447" y="4242"/>
                </a:lnTo>
                <a:lnTo>
                  <a:pt x="10448" y="4242"/>
                </a:lnTo>
                <a:lnTo>
                  <a:pt x="10449" y="4242"/>
                </a:lnTo>
                <a:lnTo>
                  <a:pt x="10450" y="4242"/>
                </a:lnTo>
                <a:lnTo>
                  <a:pt x="10451" y="4242"/>
                </a:lnTo>
                <a:lnTo>
                  <a:pt x="10452" y="4242"/>
                </a:lnTo>
                <a:lnTo>
                  <a:pt x="10453" y="4242"/>
                </a:lnTo>
                <a:lnTo>
                  <a:pt x="10454" y="4242"/>
                </a:lnTo>
                <a:lnTo>
                  <a:pt x="10455" y="4242"/>
                </a:lnTo>
                <a:lnTo>
                  <a:pt x="10456" y="4242"/>
                </a:lnTo>
                <a:lnTo>
                  <a:pt x="10457" y="4242"/>
                </a:lnTo>
                <a:lnTo>
                  <a:pt x="10458" y="4242"/>
                </a:lnTo>
                <a:lnTo>
                  <a:pt x="10459" y="4242"/>
                </a:lnTo>
                <a:lnTo>
                  <a:pt x="10460" y="4242"/>
                </a:lnTo>
                <a:lnTo>
                  <a:pt x="10461" y="4242"/>
                </a:lnTo>
                <a:lnTo>
                  <a:pt x="10462" y="4242"/>
                </a:lnTo>
                <a:lnTo>
                  <a:pt x="10463" y="4242"/>
                </a:lnTo>
                <a:lnTo>
                  <a:pt x="10464" y="4242"/>
                </a:lnTo>
                <a:lnTo>
                  <a:pt x="10465" y="4242"/>
                </a:lnTo>
                <a:lnTo>
                  <a:pt x="10466" y="4242"/>
                </a:lnTo>
                <a:lnTo>
                  <a:pt x="10467" y="4242"/>
                </a:lnTo>
                <a:lnTo>
                  <a:pt x="10468" y="4242"/>
                </a:lnTo>
                <a:lnTo>
                  <a:pt x="10469" y="4242"/>
                </a:lnTo>
                <a:lnTo>
                  <a:pt x="10470" y="4242"/>
                </a:lnTo>
                <a:lnTo>
                  <a:pt x="10471" y="4242"/>
                </a:lnTo>
                <a:lnTo>
                  <a:pt x="10472" y="4242"/>
                </a:lnTo>
                <a:lnTo>
                  <a:pt x="10473" y="4242"/>
                </a:lnTo>
                <a:lnTo>
                  <a:pt x="10474" y="4242"/>
                </a:lnTo>
                <a:lnTo>
                  <a:pt x="10475" y="4242"/>
                </a:lnTo>
                <a:lnTo>
                  <a:pt x="10476" y="4242"/>
                </a:lnTo>
                <a:lnTo>
                  <a:pt x="10477" y="4242"/>
                </a:lnTo>
                <a:lnTo>
                  <a:pt x="10478" y="4242"/>
                </a:lnTo>
                <a:lnTo>
                  <a:pt x="10479" y="4242"/>
                </a:lnTo>
                <a:lnTo>
                  <a:pt x="10480" y="4242"/>
                </a:lnTo>
                <a:lnTo>
                  <a:pt x="10481" y="4242"/>
                </a:lnTo>
                <a:lnTo>
                  <a:pt x="10482" y="4242"/>
                </a:lnTo>
                <a:lnTo>
                  <a:pt x="10483" y="4242"/>
                </a:lnTo>
                <a:lnTo>
                  <a:pt x="10484" y="4242"/>
                </a:lnTo>
                <a:lnTo>
                  <a:pt x="10485" y="4242"/>
                </a:lnTo>
                <a:lnTo>
                  <a:pt x="10486" y="4242"/>
                </a:lnTo>
                <a:lnTo>
                  <a:pt x="10487" y="4242"/>
                </a:lnTo>
                <a:lnTo>
                  <a:pt x="10488" y="4242"/>
                </a:lnTo>
                <a:lnTo>
                  <a:pt x="10489" y="4242"/>
                </a:lnTo>
                <a:lnTo>
                  <a:pt x="10490" y="4242"/>
                </a:lnTo>
                <a:lnTo>
                  <a:pt x="10491" y="4242"/>
                </a:lnTo>
                <a:lnTo>
                  <a:pt x="10492" y="4242"/>
                </a:lnTo>
                <a:lnTo>
                  <a:pt x="10493" y="4242"/>
                </a:lnTo>
                <a:lnTo>
                  <a:pt x="10494" y="4242"/>
                </a:lnTo>
                <a:lnTo>
                  <a:pt x="10495" y="4242"/>
                </a:lnTo>
                <a:lnTo>
                  <a:pt x="10496" y="4242"/>
                </a:lnTo>
                <a:lnTo>
                  <a:pt x="10497" y="4242"/>
                </a:lnTo>
                <a:lnTo>
                  <a:pt x="10498" y="4242"/>
                </a:lnTo>
                <a:lnTo>
                  <a:pt x="10499" y="4242"/>
                </a:lnTo>
                <a:lnTo>
                  <a:pt x="10500" y="4242"/>
                </a:lnTo>
                <a:lnTo>
                  <a:pt x="10501" y="4242"/>
                </a:lnTo>
                <a:lnTo>
                  <a:pt x="10502" y="4242"/>
                </a:lnTo>
                <a:lnTo>
                  <a:pt x="10503" y="4242"/>
                </a:lnTo>
                <a:lnTo>
                  <a:pt x="10504" y="4242"/>
                </a:lnTo>
                <a:lnTo>
                  <a:pt x="10505" y="4242"/>
                </a:lnTo>
                <a:lnTo>
                  <a:pt x="10506" y="4242"/>
                </a:lnTo>
                <a:lnTo>
                  <a:pt x="10507" y="4242"/>
                </a:lnTo>
                <a:lnTo>
                  <a:pt x="10508" y="4242"/>
                </a:lnTo>
                <a:lnTo>
                  <a:pt x="10509" y="4242"/>
                </a:lnTo>
                <a:lnTo>
                  <a:pt x="10510" y="4242"/>
                </a:lnTo>
                <a:lnTo>
                  <a:pt x="10511" y="4242"/>
                </a:lnTo>
                <a:lnTo>
                  <a:pt x="10512" y="4242"/>
                </a:lnTo>
                <a:lnTo>
                  <a:pt x="10513" y="4242"/>
                </a:lnTo>
                <a:lnTo>
                  <a:pt x="10514" y="4242"/>
                </a:lnTo>
                <a:lnTo>
                  <a:pt x="10515" y="4242"/>
                </a:lnTo>
                <a:lnTo>
                  <a:pt x="10516" y="4242"/>
                </a:lnTo>
                <a:lnTo>
                  <a:pt x="10517" y="4242"/>
                </a:lnTo>
                <a:lnTo>
                  <a:pt x="10518" y="4242"/>
                </a:lnTo>
                <a:lnTo>
                  <a:pt x="10519" y="4242"/>
                </a:lnTo>
                <a:lnTo>
                  <a:pt x="10520" y="4242"/>
                </a:lnTo>
                <a:lnTo>
                  <a:pt x="10521" y="4242"/>
                </a:lnTo>
                <a:lnTo>
                  <a:pt x="10522" y="4242"/>
                </a:lnTo>
                <a:lnTo>
                  <a:pt x="10523" y="4242"/>
                </a:lnTo>
                <a:lnTo>
                  <a:pt x="10524" y="4242"/>
                </a:lnTo>
                <a:lnTo>
                  <a:pt x="10525" y="4242"/>
                </a:lnTo>
                <a:lnTo>
                  <a:pt x="10526" y="4242"/>
                </a:lnTo>
                <a:lnTo>
                  <a:pt x="10527" y="4242"/>
                </a:lnTo>
                <a:lnTo>
                  <a:pt x="10528" y="4242"/>
                </a:lnTo>
                <a:lnTo>
                  <a:pt x="10529" y="4242"/>
                </a:lnTo>
                <a:lnTo>
                  <a:pt x="10530" y="4242"/>
                </a:lnTo>
                <a:lnTo>
                  <a:pt x="10531" y="4242"/>
                </a:lnTo>
                <a:lnTo>
                  <a:pt x="10532" y="4242"/>
                </a:lnTo>
                <a:lnTo>
                  <a:pt x="10533" y="4242"/>
                </a:lnTo>
                <a:lnTo>
                  <a:pt x="10534" y="4242"/>
                </a:lnTo>
                <a:lnTo>
                  <a:pt x="10535" y="4242"/>
                </a:lnTo>
                <a:lnTo>
                  <a:pt x="10536" y="4242"/>
                </a:lnTo>
                <a:lnTo>
                  <a:pt x="10537" y="4242"/>
                </a:lnTo>
                <a:lnTo>
                  <a:pt x="10538" y="4242"/>
                </a:lnTo>
                <a:lnTo>
                  <a:pt x="10539" y="4242"/>
                </a:lnTo>
                <a:lnTo>
                  <a:pt x="10540" y="4242"/>
                </a:lnTo>
                <a:lnTo>
                  <a:pt x="10541" y="4242"/>
                </a:lnTo>
                <a:lnTo>
                  <a:pt x="10542" y="4242"/>
                </a:lnTo>
                <a:lnTo>
                  <a:pt x="10543" y="4242"/>
                </a:lnTo>
                <a:lnTo>
                  <a:pt x="10544" y="4242"/>
                </a:lnTo>
                <a:lnTo>
                  <a:pt x="10545" y="4242"/>
                </a:lnTo>
                <a:lnTo>
                  <a:pt x="10546" y="4242"/>
                </a:lnTo>
                <a:lnTo>
                  <a:pt x="10547" y="4242"/>
                </a:lnTo>
                <a:lnTo>
                  <a:pt x="10548" y="4242"/>
                </a:lnTo>
                <a:lnTo>
                  <a:pt x="10549" y="4242"/>
                </a:lnTo>
                <a:lnTo>
                  <a:pt x="10550" y="4242"/>
                </a:lnTo>
                <a:lnTo>
                  <a:pt x="10551" y="4242"/>
                </a:lnTo>
                <a:lnTo>
                  <a:pt x="10552" y="4242"/>
                </a:lnTo>
                <a:lnTo>
                  <a:pt x="10553" y="4242"/>
                </a:lnTo>
                <a:lnTo>
                  <a:pt x="10554" y="4242"/>
                </a:lnTo>
                <a:lnTo>
                  <a:pt x="10555" y="4242"/>
                </a:lnTo>
                <a:lnTo>
                  <a:pt x="10556" y="4242"/>
                </a:lnTo>
                <a:lnTo>
                  <a:pt x="10557" y="4242"/>
                </a:lnTo>
                <a:lnTo>
                  <a:pt x="10558" y="4242"/>
                </a:lnTo>
                <a:lnTo>
                  <a:pt x="10559" y="4242"/>
                </a:lnTo>
                <a:lnTo>
                  <a:pt x="10560" y="4242"/>
                </a:lnTo>
                <a:lnTo>
                  <a:pt x="10561" y="4242"/>
                </a:lnTo>
                <a:lnTo>
                  <a:pt x="10562" y="4242"/>
                </a:lnTo>
                <a:lnTo>
                  <a:pt x="10563" y="4242"/>
                </a:lnTo>
                <a:lnTo>
                  <a:pt x="10564" y="4242"/>
                </a:lnTo>
                <a:lnTo>
                  <a:pt x="10565" y="4242"/>
                </a:lnTo>
                <a:lnTo>
                  <a:pt x="10566" y="4242"/>
                </a:lnTo>
                <a:lnTo>
                  <a:pt x="10567" y="4242"/>
                </a:lnTo>
                <a:lnTo>
                  <a:pt x="10568" y="4242"/>
                </a:lnTo>
                <a:lnTo>
                  <a:pt x="10569" y="4242"/>
                </a:lnTo>
                <a:lnTo>
                  <a:pt x="10570" y="4242"/>
                </a:lnTo>
                <a:lnTo>
                  <a:pt x="10571" y="4242"/>
                </a:lnTo>
                <a:lnTo>
                  <a:pt x="10572" y="4242"/>
                </a:lnTo>
                <a:lnTo>
                  <a:pt x="10573" y="4242"/>
                </a:lnTo>
                <a:lnTo>
                  <a:pt x="10574" y="4242"/>
                </a:lnTo>
                <a:lnTo>
                  <a:pt x="10575" y="4242"/>
                </a:lnTo>
                <a:lnTo>
                  <a:pt x="10576" y="4242"/>
                </a:lnTo>
                <a:lnTo>
                  <a:pt x="10577" y="4242"/>
                </a:lnTo>
                <a:lnTo>
                  <a:pt x="10578" y="4242"/>
                </a:lnTo>
                <a:lnTo>
                  <a:pt x="10579" y="4242"/>
                </a:lnTo>
                <a:lnTo>
                  <a:pt x="10580" y="4242"/>
                </a:lnTo>
                <a:lnTo>
                  <a:pt x="10581" y="4242"/>
                </a:lnTo>
                <a:lnTo>
                  <a:pt x="10582" y="4242"/>
                </a:lnTo>
                <a:lnTo>
                  <a:pt x="10583" y="4242"/>
                </a:lnTo>
                <a:lnTo>
                  <a:pt x="10584" y="4242"/>
                </a:lnTo>
                <a:lnTo>
                  <a:pt x="10585" y="4242"/>
                </a:lnTo>
                <a:lnTo>
                  <a:pt x="10586" y="4242"/>
                </a:lnTo>
                <a:lnTo>
                  <a:pt x="10587" y="4242"/>
                </a:lnTo>
                <a:lnTo>
                  <a:pt x="10588" y="4242"/>
                </a:lnTo>
                <a:lnTo>
                  <a:pt x="10589" y="4242"/>
                </a:lnTo>
                <a:lnTo>
                  <a:pt x="10590" y="4242"/>
                </a:lnTo>
                <a:lnTo>
                  <a:pt x="10591" y="4242"/>
                </a:lnTo>
                <a:lnTo>
                  <a:pt x="10592" y="4242"/>
                </a:lnTo>
                <a:lnTo>
                  <a:pt x="10593" y="4242"/>
                </a:lnTo>
                <a:lnTo>
                  <a:pt x="10594" y="4242"/>
                </a:lnTo>
                <a:lnTo>
                  <a:pt x="10595" y="4242"/>
                </a:lnTo>
                <a:lnTo>
                  <a:pt x="10596" y="4242"/>
                </a:lnTo>
                <a:lnTo>
                  <a:pt x="10597" y="4242"/>
                </a:lnTo>
                <a:lnTo>
                  <a:pt x="10598" y="4242"/>
                </a:lnTo>
                <a:lnTo>
                  <a:pt x="10599" y="4242"/>
                </a:lnTo>
                <a:lnTo>
                  <a:pt x="10600" y="4242"/>
                </a:lnTo>
                <a:lnTo>
                  <a:pt x="10601" y="4242"/>
                </a:lnTo>
                <a:lnTo>
                  <a:pt x="10602" y="4242"/>
                </a:lnTo>
                <a:lnTo>
                  <a:pt x="10603" y="4242"/>
                </a:lnTo>
                <a:lnTo>
                  <a:pt x="10604" y="4242"/>
                </a:lnTo>
                <a:lnTo>
                  <a:pt x="10605" y="4242"/>
                </a:lnTo>
                <a:lnTo>
                  <a:pt x="10606" y="4242"/>
                </a:lnTo>
                <a:lnTo>
                  <a:pt x="10607" y="4242"/>
                </a:lnTo>
                <a:lnTo>
                  <a:pt x="10608" y="4242"/>
                </a:lnTo>
                <a:lnTo>
                  <a:pt x="10609" y="4242"/>
                </a:lnTo>
                <a:lnTo>
                  <a:pt x="10610" y="4242"/>
                </a:lnTo>
                <a:lnTo>
                  <a:pt x="10611" y="4242"/>
                </a:lnTo>
                <a:lnTo>
                  <a:pt x="10612" y="4242"/>
                </a:lnTo>
                <a:lnTo>
                  <a:pt x="10613" y="4242"/>
                </a:lnTo>
                <a:lnTo>
                  <a:pt x="10614" y="4242"/>
                </a:lnTo>
                <a:lnTo>
                  <a:pt x="10615" y="4242"/>
                </a:lnTo>
                <a:lnTo>
                  <a:pt x="10616" y="4242"/>
                </a:lnTo>
                <a:lnTo>
                  <a:pt x="10617" y="4242"/>
                </a:lnTo>
                <a:lnTo>
                  <a:pt x="10618" y="4242"/>
                </a:lnTo>
                <a:lnTo>
                  <a:pt x="10619" y="4242"/>
                </a:lnTo>
                <a:lnTo>
                  <a:pt x="10620" y="4242"/>
                </a:lnTo>
                <a:lnTo>
                  <a:pt x="10621" y="4242"/>
                </a:lnTo>
                <a:lnTo>
                  <a:pt x="10622" y="4242"/>
                </a:lnTo>
                <a:lnTo>
                  <a:pt x="10623" y="4242"/>
                </a:lnTo>
                <a:lnTo>
                  <a:pt x="10624" y="4242"/>
                </a:lnTo>
                <a:lnTo>
                  <a:pt x="10625" y="4242"/>
                </a:lnTo>
                <a:lnTo>
                  <a:pt x="10626" y="4242"/>
                </a:lnTo>
                <a:lnTo>
                  <a:pt x="10627" y="4242"/>
                </a:lnTo>
                <a:lnTo>
                  <a:pt x="10628" y="4242"/>
                </a:lnTo>
                <a:lnTo>
                  <a:pt x="10629" y="4242"/>
                </a:lnTo>
                <a:lnTo>
                  <a:pt x="10630" y="4242"/>
                </a:lnTo>
                <a:lnTo>
                  <a:pt x="10631" y="4242"/>
                </a:lnTo>
                <a:lnTo>
                  <a:pt x="10632" y="4242"/>
                </a:lnTo>
                <a:lnTo>
                  <a:pt x="10633" y="4242"/>
                </a:lnTo>
                <a:lnTo>
                  <a:pt x="10634" y="4242"/>
                </a:lnTo>
                <a:lnTo>
                  <a:pt x="10635" y="4242"/>
                </a:lnTo>
                <a:lnTo>
                  <a:pt x="10636" y="4242"/>
                </a:lnTo>
                <a:lnTo>
                  <a:pt x="10637" y="4242"/>
                </a:lnTo>
                <a:lnTo>
                  <a:pt x="10638" y="4242"/>
                </a:lnTo>
                <a:lnTo>
                  <a:pt x="10639" y="4242"/>
                </a:lnTo>
                <a:lnTo>
                  <a:pt x="10640" y="4242"/>
                </a:lnTo>
                <a:lnTo>
                  <a:pt x="10641" y="4242"/>
                </a:lnTo>
                <a:lnTo>
                  <a:pt x="10642" y="4242"/>
                </a:lnTo>
                <a:lnTo>
                  <a:pt x="10643" y="4242"/>
                </a:lnTo>
                <a:lnTo>
                  <a:pt x="10644" y="4242"/>
                </a:lnTo>
                <a:lnTo>
                  <a:pt x="10645" y="4242"/>
                </a:lnTo>
                <a:lnTo>
                  <a:pt x="10646" y="4242"/>
                </a:lnTo>
                <a:lnTo>
                  <a:pt x="10647" y="4242"/>
                </a:lnTo>
                <a:lnTo>
                  <a:pt x="10648" y="4242"/>
                </a:lnTo>
                <a:lnTo>
                  <a:pt x="10649" y="4242"/>
                </a:lnTo>
                <a:lnTo>
                  <a:pt x="10650" y="4242"/>
                </a:lnTo>
                <a:lnTo>
                  <a:pt x="10651" y="4242"/>
                </a:lnTo>
                <a:lnTo>
                  <a:pt x="10652" y="4242"/>
                </a:lnTo>
                <a:lnTo>
                  <a:pt x="10653" y="4242"/>
                </a:lnTo>
                <a:lnTo>
                  <a:pt x="10654" y="4242"/>
                </a:lnTo>
                <a:lnTo>
                  <a:pt x="10655" y="4242"/>
                </a:lnTo>
                <a:lnTo>
                  <a:pt x="10656" y="4242"/>
                </a:lnTo>
                <a:lnTo>
                  <a:pt x="10657" y="4242"/>
                </a:lnTo>
                <a:lnTo>
                  <a:pt x="10658" y="4242"/>
                </a:lnTo>
                <a:lnTo>
                  <a:pt x="10659" y="4242"/>
                </a:lnTo>
                <a:lnTo>
                  <a:pt x="10660" y="4242"/>
                </a:lnTo>
                <a:lnTo>
                  <a:pt x="10661" y="4242"/>
                </a:lnTo>
                <a:lnTo>
                  <a:pt x="10662" y="4242"/>
                </a:lnTo>
                <a:lnTo>
                  <a:pt x="10663" y="4242"/>
                </a:lnTo>
                <a:lnTo>
                  <a:pt x="10664" y="4242"/>
                </a:lnTo>
                <a:lnTo>
                  <a:pt x="10665" y="4242"/>
                </a:lnTo>
                <a:lnTo>
                  <a:pt x="10666" y="4242"/>
                </a:lnTo>
                <a:lnTo>
                  <a:pt x="10667" y="4242"/>
                </a:lnTo>
                <a:lnTo>
                  <a:pt x="10668" y="4242"/>
                </a:lnTo>
                <a:lnTo>
                  <a:pt x="10669" y="4242"/>
                </a:lnTo>
                <a:lnTo>
                  <a:pt x="10670" y="4242"/>
                </a:lnTo>
                <a:lnTo>
                  <a:pt x="10671" y="4242"/>
                </a:lnTo>
                <a:lnTo>
                  <a:pt x="10672" y="4242"/>
                </a:lnTo>
                <a:lnTo>
                  <a:pt x="10673" y="4242"/>
                </a:lnTo>
                <a:lnTo>
                  <a:pt x="10674" y="4242"/>
                </a:lnTo>
                <a:lnTo>
                  <a:pt x="10675" y="4242"/>
                </a:lnTo>
                <a:lnTo>
                  <a:pt x="10676" y="4242"/>
                </a:lnTo>
                <a:lnTo>
                  <a:pt x="10677" y="4242"/>
                </a:lnTo>
                <a:lnTo>
                  <a:pt x="10678" y="4242"/>
                </a:lnTo>
                <a:lnTo>
                  <a:pt x="10679" y="4242"/>
                </a:lnTo>
                <a:lnTo>
                  <a:pt x="10680" y="4242"/>
                </a:lnTo>
                <a:lnTo>
                  <a:pt x="10681" y="4242"/>
                </a:lnTo>
                <a:lnTo>
                  <a:pt x="10682" y="4242"/>
                </a:lnTo>
                <a:lnTo>
                  <a:pt x="10683" y="4242"/>
                </a:lnTo>
                <a:lnTo>
                  <a:pt x="10684" y="4242"/>
                </a:lnTo>
                <a:lnTo>
                  <a:pt x="10685" y="4242"/>
                </a:lnTo>
                <a:lnTo>
                  <a:pt x="10686" y="4242"/>
                </a:lnTo>
                <a:lnTo>
                  <a:pt x="10687" y="4242"/>
                </a:lnTo>
                <a:lnTo>
                  <a:pt x="10688" y="4242"/>
                </a:lnTo>
                <a:lnTo>
                  <a:pt x="10689" y="4242"/>
                </a:lnTo>
                <a:lnTo>
                  <a:pt x="10690" y="4242"/>
                </a:lnTo>
                <a:lnTo>
                  <a:pt x="10691" y="4242"/>
                </a:lnTo>
                <a:lnTo>
                  <a:pt x="10692" y="4242"/>
                </a:lnTo>
                <a:lnTo>
                  <a:pt x="10693" y="4242"/>
                </a:lnTo>
                <a:lnTo>
                  <a:pt x="10694" y="4242"/>
                </a:lnTo>
                <a:lnTo>
                  <a:pt x="10695" y="4242"/>
                </a:lnTo>
                <a:lnTo>
                  <a:pt x="10696" y="4242"/>
                </a:lnTo>
                <a:lnTo>
                  <a:pt x="10697" y="4242"/>
                </a:lnTo>
                <a:lnTo>
                  <a:pt x="10698" y="4242"/>
                </a:lnTo>
                <a:lnTo>
                  <a:pt x="10699" y="4242"/>
                </a:lnTo>
                <a:lnTo>
                  <a:pt x="10700" y="4242"/>
                </a:lnTo>
                <a:lnTo>
                  <a:pt x="10701" y="4242"/>
                </a:lnTo>
                <a:lnTo>
                  <a:pt x="10702" y="4242"/>
                </a:lnTo>
                <a:lnTo>
                  <a:pt x="10703" y="4242"/>
                </a:lnTo>
                <a:lnTo>
                  <a:pt x="10704" y="4242"/>
                </a:lnTo>
                <a:lnTo>
                  <a:pt x="10705" y="4242"/>
                </a:lnTo>
                <a:lnTo>
                  <a:pt x="10706" y="4242"/>
                </a:lnTo>
                <a:lnTo>
                  <a:pt x="10707" y="4242"/>
                </a:lnTo>
                <a:lnTo>
                  <a:pt x="10708" y="4242"/>
                </a:lnTo>
                <a:lnTo>
                  <a:pt x="10709" y="4242"/>
                </a:lnTo>
                <a:lnTo>
                  <a:pt x="10710" y="4242"/>
                </a:lnTo>
                <a:lnTo>
                  <a:pt x="10711" y="4242"/>
                </a:lnTo>
                <a:lnTo>
                  <a:pt x="10712" y="4242"/>
                </a:lnTo>
                <a:lnTo>
                  <a:pt x="10713" y="4242"/>
                </a:lnTo>
                <a:lnTo>
                  <a:pt x="10714" y="4242"/>
                </a:lnTo>
                <a:lnTo>
                  <a:pt x="10715" y="4242"/>
                </a:lnTo>
                <a:lnTo>
                  <a:pt x="10716" y="4242"/>
                </a:lnTo>
                <a:lnTo>
                  <a:pt x="10717" y="4242"/>
                </a:lnTo>
                <a:lnTo>
                  <a:pt x="10718" y="4242"/>
                </a:lnTo>
                <a:lnTo>
                  <a:pt x="10719" y="4242"/>
                </a:lnTo>
                <a:lnTo>
                  <a:pt x="10720" y="4242"/>
                </a:lnTo>
                <a:lnTo>
                  <a:pt x="10721" y="4242"/>
                </a:lnTo>
                <a:lnTo>
                  <a:pt x="10722" y="4242"/>
                </a:lnTo>
                <a:lnTo>
                  <a:pt x="10723" y="4242"/>
                </a:lnTo>
                <a:lnTo>
                  <a:pt x="10724" y="4242"/>
                </a:lnTo>
                <a:lnTo>
                  <a:pt x="10725" y="4242"/>
                </a:lnTo>
                <a:lnTo>
                  <a:pt x="10726" y="4242"/>
                </a:lnTo>
                <a:lnTo>
                  <a:pt x="10727" y="4242"/>
                </a:lnTo>
                <a:lnTo>
                  <a:pt x="10728" y="4242"/>
                </a:lnTo>
                <a:lnTo>
                  <a:pt x="10729" y="4242"/>
                </a:lnTo>
                <a:lnTo>
                  <a:pt x="10730" y="4242"/>
                </a:lnTo>
                <a:lnTo>
                  <a:pt x="10731" y="4242"/>
                </a:lnTo>
                <a:lnTo>
                  <a:pt x="10732" y="4242"/>
                </a:lnTo>
                <a:lnTo>
                  <a:pt x="10733" y="4242"/>
                </a:lnTo>
                <a:lnTo>
                  <a:pt x="10734" y="4242"/>
                </a:lnTo>
                <a:lnTo>
                  <a:pt x="10735" y="4242"/>
                </a:lnTo>
                <a:lnTo>
                  <a:pt x="10736" y="4242"/>
                </a:lnTo>
                <a:lnTo>
                  <a:pt x="10737" y="4242"/>
                </a:lnTo>
                <a:lnTo>
                  <a:pt x="10738" y="4242"/>
                </a:lnTo>
                <a:lnTo>
                  <a:pt x="10739" y="4242"/>
                </a:lnTo>
                <a:lnTo>
                  <a:pt x="10740" y="4242"/>
                </a:lnTo>
                <a:lnTo>
                  <a:pt x="10741" y="4242"/>
                </a:lnTo>
                <a:lnTo>
                  <a:pt x="10742" y="4242"/>
                </a:lnTo>
                <a:lnTo>
                  <a:pt x="10743" y="4242"/>
                </a:lnTo>
                <a:lnTo>
                  <a:pt x="10744" y="4242"/>
                </a:lnTo>
                <a:lnTo>
                  <a:pt x="10745" y="4242"/>
                </a:lnTo>
                <a:lnTo>
                  <a:pt x="10746" y="4242"/>
                </a:lnTo>
                <a:lnTo>
                  <a:pt x="10747" y="4242"/>
                </a:lnTo>
                <a:lnTo>
                  <a:pt x="10748" y="4242"/>
                </a:lnTo>
                <a:lnTo>
                  <a:pt x="10749" y="4242"/>
                </a:lnTo>
                <a:lnTo>
                  <a:pt x="10750" y="4242"/>
                </a:lnTo>
                <a:lnTo>
                  <a:pt x="10751" y="4242"/>
                </a:lnTo>
                <a:lnTo>
                  <a:pt x="10752" y="4242"/>
                </a:lnTo>
                <a:lnTo>
                  <a:pt x="10753" y="4242"/>
                </a:lnTo>
                <a:lnTo>
                  <a:pt x="10754" y="4242"/>
                </a:lnTo>
                <a:lnTo>
                  <a:pt x="10755" y="4242"/>
                </a:lnTo>
                <a:lnTo>
                  <a:pt x="10756" y="4242"/>
                </a:lnTo>
                <a:lnTo>
                  <a:pt x="10757" y="4242"/>
                </a:lnTo>
                <a:lnTo>
                  <a:pt x="10758" y="4242"/>
                </a:lnTo>
                <a:lnTo>
                  <a:pt x="10759" y="4242"/>
                </a:lnTo>
                <a:lnTo>
                  <a:pt x="10760" y="4242"/>
                </a:lnTo>
                <a:lnTo>
                  <a:pt x="10761" y="4242"/>
                </a:lnTo>
                <a:lnTo>
                  <a:pt x="10762" y="4242"/>
                </a:lnTo>
                <a:lnTo>
                  <a:pt x="10763" y="4242"/>
                </a:lnTo>
                <a:lnTo>
                  <a:pt x="10764" y="4242"/>
                </a:lnTo>
                <a:lnTo>
                  <a:pt x="10765" y="4242"/>
                </a:lnTo>
                <a:lnTo>
                  <a:pt x="10766" y="4242"/>
                </a:lnTo>
                <a:lnTo>
                  <a:pt x="10767" y="4242"/>
                </a:lnTo>
                <a:lnTo>
                  <a:pt x="10768" y="4242"/>
                </a:lnTo>
                <a:lnTo>
                  <a:pt x="10769" y="4242"/>
                </a:lnTo>
                <a:lnTo>
                  <a:pt x="10770" y="4242"/>
                </a:lnTo>
                <a:lnTo>
                  <a:pt x="10771" y="4242"/>
                </a:lnTo>
                <a:lnTo>
                  <a:pt x="10772" y="4242"/>
                </a:lnTo>
                <a:lnTo>
                  <a:pt x="10773" y="4242"/>
                </a:lnTo>
                <a:lnTo>
                  <a:pt x="10774" y="4242"/>
                </a:lnTo>
                <a:lnTo>
                  <a:pt x="10775" y="4242"/>
                </a:lnTo>
                <a:lnTo>
                  <a:pt x="10776" y="4242"/>
                </a:lnTo>
                <a:lnTo>
                  <a:pt x="10777" y="4242"/>
                </a:lnTo>
                <a:lnTo>
                  <a:pt x="10778" y="4242"/>
                </a:lnTo>
                <a:lnTo>
                  <a:pt x="10779" y="4242"/>
                </a:lnTo>
                <a:lnTo>
                  <a:pt x="10780" y="4242"/>
                </a:lnTo>
                <a:lnTo>
                  <a:pt x="10781" y="4242"/>
                </a:lnTo>
                <a:lnTo>
                  <a:pt x="10782" y="4242"/>
                </a:lnTo>
                <a:lnTo>
                  <a:pt x="10783" y="4242"/>
                </a:lnTo>
                <a:lnTo>
                  <a:pt x="10784" y="4242"/>
                </a:lnTo>
                <a:lnTo>
                  <a:pt x="10785" y="4242"/>
                </a:lnTo>
                <a:lnTo>
                  <a:pt x="10786" y="4242"/>
                </a:lnTo>
                <a:lnTo>
                  <a:pt x="10787" y="4242"/>
                </a:lnTo>
                <a:lnTo>
                  <a:pt x="10788" y="4242"/>
                </a:lnTo>
                <a:lnTo>
                  <a:pt x="10789" y="4242"/>
                </a:lnTo>
                <a:lnTo>
                  <a:pt x="10790" y="4242"/>
                </a:lnTo>
                <a:lnTo>
                  <a:pt x="10791" y="4242"/>
                </a:lnTo>
                <a:lnTo>
                  <a:pt x="10792" y="4242"/>
                </a:lnTo>
                <a:lnTo>
                  <a:pt x="10793" y="4242"/>
                </a:lnTo>
                <a:lnTo>
                  <a:pt x="10794" y="4242"/>
                </a:lnTo>
                <a:lnTo>
                  <a:pt x="10795" y="4242"/>
                </a:lnTo>
                <a:lnTo>
                  <a:pt x="10796" y="4242"/>
                </a:lnTo>
                <a:lnTo>
                  <a:pt x="10797" y="4242"/>
                </a:lnTo>
                <a:lnTo>
                  <a:pt x="10798" y="4242"/>
                </a:lnTo>
                <a:lnTo>
                  <a:pt x="10799" y="4242"/>
                </a:lnTo>
                <a:lnTo>
                  <a:pt x="10800" y="4242"/>
                </a:lnTo>
                <a:lnTo>
                  <a:pt x="10801" y="4242"/>
                </a:lnTo>
                <a:lnTo>
                  <a:pt x="10802" y="4242"/>
                </a:lnTo>
                <a:lnTo>
                  <a:pt x="10803" y="4242"/>
                </a:lnTo>
                <a:lnTo>
                  <a:pt x="10804" y="4242"/>
                </a:lnTo>
                <a:lnTo>
                  <a:pt x="10805" y="4242"/>
                </a:lnTo>
                <a:lnTo>
                  <a:pt x="10806" y="4242"/>
                </a:lnTo>
                <a:lnTo>
                  <a:pt x="10807" y="4242"/>
                </a:lnTo>
                <a:lnTo>
                  <a:pt x="10808" y="4242"/>
                </a:lnTo>
                <a:lnTo>
                  <a:pt x="10809" y="4242"/>
                </a:lnTo>
                <a:lnTo>
                  <a:pt x="10810" y="4242"/>
                </a:lnTo>
                <a:lnTo>
                  <a:pt x="10811" y="4242"/>
                </a:lnTo>
                <a:lnTo>
                  <a:pt x="10812" y="4242"/>
                </a:lnTo>
                <a:lnTo>
                  <a:pt x="10813" y="4242"/>
                </a:lnTo>
                <a:lnTo>
                  <a:pt x="10814" y="4242"/>
                </a:lnTo>
                <a:lnTo>
                  <a:pt x="10815" y="4242"/>
                </a:lnTo>
                <a:lnTo>
                  <a:pt x="10816" y="4242"/>
                </a:lnTo>
                <a:lnTo>
                  <a:pt x="10817" y="4242"/>
                </a:lnTo>
                <a:lnTo>
                  <a:pt x="10818" y="4242"/>
                </a:lnTo>
                <a:lnTo>
                  <a:pt x="10819" y="4242"/>
                </a:lnTo>
                <a:lnTo>
                  <a:pt x="10820" y="4242"/>
                </a:lnTo>
                <a:lnTo>
                  <a:pt x="10821" y="4242"/>
                </a:lnTo>
                <a:lnTo>
                  <a:pt x="10822" y="4242"/>
                </a:lnTo>
                <a:lnTo>
                  <a:pt x="10823" y="4242"/>
                </a:lnTo>
                <a:lnTo>
                  <a:pt x="10824" y="4242"/>
                </a:lnTo>
                <a:lnTo>
                  <a:pt x="10825" y="4242"/>
                </a:lnTo>
                <a:lnTo>
                  <a:pt x="10826" y="4242"/>
                </a:lnTo>
                <a:lnTo>
                  <a:pt x="10827" y="4242"/>
                </a:lnTo>
                <a:lnTo>
                  <a:pt x="10828" y="4242"/>
                </a:lnTo>
                <a:lnTo>
                  <a:pt x="10829" y="4242"/>
                </a:lnTo>
                <a:lnTo>
                  <a:pt x="10830" y="4242"/>
                </a:lnTo>
                <a:lnTo>
                  <a:pt x="10831" y="4242"/>
                </a:lnTo>
                <a:lnTo>
                  <a:pt x="10832" y="4242"/>
                </a:lnTo>
                <a:lnTo>
                  <a:pt x="10833" y="4242"/>
                </a:lnTo>
                <a:lnTo>
                  <a:pt x="10834" y="4242"/>
                </a:lnTo>
                <a:lnTo>
                  <a:pt x="10835" y="4242"/>
                </a:lnTo>
                <a:lnTo>
                  <a:pt x="10836" y="4242"/>
                </a:lnTo>
                <a:lnTo>
                  <a:pt x="10837" y="4242"/>
                </a:lnTo>
                <a:lnTo>
                  <a:pt x="10838" y="4242"/>
                </a:lnTo>
                <a:lnTo>
                  <a:pt x="10839" y="4242"/>
                </a:lnTo>
                <a:lnTo>
                  <a:pt x="10840" y="4242"/>
                </a:lnTo>
                <a:lnTo>
                  <a:pt x="10841" y="4242"/>
                </a:lnTo>
                <a:lnTo>
                  <a:pt x="10842" y="4242"/>
                </a:lnTo>
                <a:lnTo>
                  <a:pt x="10843" y="4242"/>
                </a:lnTo>
                <a:lnTo>
                  <a:pt x="10844" y="4242"/>
                </a:lnTo>
                <a:lnTo>
                  <a:pt x="10845" y="4242"/>
                </a:lnTo>
                <a:lnTo>
                  <a:pt x="10846" y="4242"/>
                </a:lnTo>
                <a:lnTo>
                  <a:pt x="10847" y="4242"/>
                </a:lnTo>
                <a:lnTo>
                  <a:pt x="10848" y="4242"/>
                </a:lnTo>
                <a:lnTo>
                  <a:pt x="10849" y="4242"/>
                </a:lnTo>
                <a:lnTo>
                  <a:pt x="10850" y="4242"/>
                </a:lnTo>
                <a:lnTo>
                  <a:pt x="10851" y="4242"/>
                </a:lnTo>
                <a:lnTo>
                  <a:pt x="10852" y="4242"/>
                </a:lnTo>
                <a:lnTo>
                  <a:pt x="10853" y="4242"/>
                </a:lnTo>
                <a:lnTo>
                  <a:pt x="10854" y="4242"/>
                </a:lnTo>
                <a:lnTo>
                  <a:pt x="10855" y="4242"/>
                </a:lnTo>
                <a:lnTo>
                  <a:pt x="10856" y="4242"/>
                </a:lnTo>
                <a:lnTo>
                  <a:pt x="10857" y="4242"/>
                </a:lnTo>
                <a:lnTo>
                  <a:pt x="10858" y="4242"/>
                </a:lnTo>
                <a:lnTo>
                  <a:pt x="10859" y="4242"/>
                </a:lnTo>
                <a:lnTo>
                  <a:pt x="10860" y="4242"/>
                </a:lnTo>
                <a:lnTo>
                  <a:pt x="10861" y="4242"/>
                </a:lnTo>
                <a:lnTo>
                  <a:pt x="10862" y="4242"/>
                </a:lnTo>
                <a:lnTo>
                  <a:pt x="10863" y="4242"/>
                </a:lnTo>
                <a:lnTo>
                  <a:pt x="10864" y="4242"/>
                </a:lnTo>
                <a:lnTo>
                  <a:pt x="10865" y="4242"/>
                </a:lnTo>
                <a:lnTo>
                  <a:pt x="10866" y="4242"/>
                </a:lnTo>
                <a:lnTo>
                  <a:pt x="10867" y="4242"/>
                </a:lnTo>
                <a:lnTo>
                  <a:pt x="10868" y="4242"/>
                </a:lnTo>
                <a:lnTo>
                  <a:pt x="10869" y="4242"/>
                </a:lnTo>
                <a:lnTo>
                  <a:pt x="10870" y="4242"/>
                </a:lnTo>
                <a:lnTo>
                  <a:pt x="10871" y="4242"/>
                </a:lnTo>
                <a:lnTo>
                  <a:pt x="10872" y="4242"/>
                </a:lnTo>
                <a:lnTo>
                  <a:pt x="10873" y="4242"/>
                </a:lnTo>
                <a:lnTo>
                  <a:pt x="10874" y="4242"/>
                </a:lnTo>
                <a:lnTo>
                  <a:pt x="10875" y="4242"/>
                </a:lnTo>
                <a:lnTo>
                  <a:pt x="10876" y="4242"/>
                </a:lnTo>
                <a:lnTo>
                  <a:pt x="10877" y="4242"/>
                </a:lnTo>
                <a:lnTo>
                  <a:pt x="10878" y="4242"/>
                </a:lnTo>
                <a:lnTo>
                  <a:pt x="10879" y="4242"/>
                </a:lnTo>
                <a:lnTo>
                  <a:pt x="10880" y="4242"/>
                </a:lnTo>
                <a:lnTo>
                  <a:pt x="10881" y="4242"/>
                </a:lnTo>
                <a:lnTo>
                  <a:pt x="10882" y="4242"/>
                </a:lnTo>
                <a:lnTo>
                  <a:pt x="10883" y="4242"/>
                </a:lnTo>
                <a:lnTo>
                  <a:pt x="10884" y="4242"/>
                </a:lnTo>
                <a:lnTo>
                  <a:pt x="10885" y="4242"/>
                </a:lnTo>
                <a:lnTo>
                  <a:pt x="10886" y="4242"/>
                </a:lnTo>
                <a:lnTo>
                  <a:pt x="10887" y="4242"/>
                </a:lnTo>
                <a:lnTo>
                  <a:pt x="10888" y="4242"/>
                </a:lnTo>
                <a:lnTo>
                  <a:pt x="10889" y="4242"/>
                </a:lnTo>
                <a:lnTo>
                  <a:pt x="10890" y="4242"/>
                </a:lnTo>
                <a:lnTo>
                  <a:pt x="10891" y="4242"/>
                </a:lnTo>
                <a:lnTo>
                  <a:pt x="10892" y="4242"/>
                </a:lnTo>
                <a:lnTo>
                  <a:pt x="10893" y="4242"/>
                </a:lnTo>
                <a:lnTo>
                  <a:pt x="10894" y="4242"/>
                </a:lnTo>
                <a:lnTo>
                  <a:pt x="10895" y="4242"/>
                </a:lnTo>
                <a:lnTo>
                  <a:pt x="10896" y="4242"/>
                </a:lnTo>
                <a:lnTo>
                  <a:pt x="10897" y="4242"/>
                </a:lnTo>
                <a:lnTo>
                  <a:pt x="10898" y="4242"/>
                </a:lnTo>
                <a:lnTo>
                  <a:pt x="10899" y="4242"/>
                </a:lnTo>
                <a:lnTo>
                  <a:pt x="10900" y="4242"/>
                </a:lnTo>
                <a:lnTo>
                  <a:pt x="10901" y="4242"/>
                </a:lnTo>
                <a:lnTo>
                  <a:pt x="10902" y="4242"/>
                </a:lnTo>
                <a:lnTo>
                  <a:pt x="10903" y="4242"/>
                </a:lnTo>
                <a:lnTo>
                  <a:pt x="10904" y="4242"/>
                </a:lnTo>
                <a:lnTo>
                  <a:pt x="10905" y="4242"/>
                </a:lnTo>
                <a:lnTo>
                  <a:pt x="10906" y="4242"/>
                </a:lnTo>
                <a:lnTo>
                  <a:pt x="10907" y="4242"/>
                </a:lnTo>
                <a:lnTo>
                  <a:pt x="10908" y="4242"/>
                </a:lnTo>
                <a:lnTo>
                  <a:pt x="10909" y="4242"/>
                </a:lnTo>
                <a:lnTo>
                  <a:pt x="10910" y="4242"/>
                </a:lnTo>
                <a:lnTo>
                  <a:pt x="10911" y="4242"/>
                </a:lnTo>
                <a:lnTo>
                  <a:pt x="10912" y="4242"/>
                </a:lnTo>
                <a:lnTo>
                  <a:pt x="10913" y="4242"/>
                </a:lnTo>
                <a:lnTo>
                  <a:pt x="10914" y="4242"/>
                </a:lnTo>
                <a:lnTo>
                  <a:pt x="10915" y="4242"/>
                </a:lnTo>
                <a:lnTo>
                  <a:pt x="10916" y="4242"/>
                </a:lnTo>
                <a:lnTo>
                  <a:pt x="10917" y="4242"/>
                </a:lnTo>
                <a:lnTo>
                  <a:pt x="10918" y="4242"/>
                </a:lnTo>
                <a:lnTo>
                  <a:pt x="10919" y="4242"/>
                </a:lnTo>
                <a:lnTo>
                  <a:pt x="10920" y="4242"/>
                </a:lnTo>
                <a:lnTo>
                  <a:pt x="10921" y="4242"/>
                </a:lnTo>
                <a:lnTo>
                  <a:pt x="10922" y="4242"/>
                </a:lnTo>
                <a:lnTo>
                  <a:pt x="10923" y="4242"/>
                </a:lnTo>
                <a:lnTo>
                  <a:pt x="10924" y="4242"/>
                </a:lnTo>
                <a:lnTo>
                  <a:pt x="10925" y="4242"/>
                </a:lnTo>
                <a:lnTo>
                  <a:pt x="10926" y="4242"/>
                </a:lnTo>
                <a:lnTo>
                  <a:pt x="10927" y="4242"/>
                </a:lnTo>
                <a:lnTo>
                  <a:pt x="10928" y="4242"/>
                </a:lnTo>
                <a:lnTo>
                  <a:pt x="10929" y="4242"/>
                </a:lnTo>
                <a:lnTo>
                  <a:pt x="10930" y="4242"/>
                </a:lnTo>
                <a:lnTo>
                  <a:pt x="10931" y="4242"/>
                </a:lnTo>
                <a:lnTo>
                  <a:pt x="10932" y="4242"/>
                </a:lnTo>
                <a:lnTo>
                  <a:pt x="10933" y="4242"/>
                </a:lnTo>
                <a:lnTo>
                  <a:pt x="10934" y="4242"/>
                </a:lnTo>
                <a:lnTo>
                  <a:pt x="10935" y="4242"/>
                </a:lnTo>
                <a:lnTo>
                  <a:pt x="10936" y="4242"/>
                </a:lnTo>
                <a:lnTo>
                  <a:pt x="10937" y="4242"/>
                </a:lnTo>
                <a:lnTo>
                  <a:pt x="10938" y="4242"/>
                </a:lnTo>
                <a:lnTo>
                  <a:pt x="10939" y="4242"/>
                </a:lnTo>
                <a:lnTo>
                  <a:pt x="10940" y="4242"/>
                </a:lnTo>
                <a:lnTo>
                  <a:pt x="10941" y="4242"/>
                </a:lnTo>
                <a:lnTo>
                  <a:pt x="10942" y="4242"/>
                </a:lnTo>
                <a:lnTo>
                  <a:pt x="10943" y="4242"/>
                </a:lnTo>
                <a:lnTo>
                  <a:pt x="10944" y="4242"/>
                </a:lnTo>
                <a:lnTo>
                  <a:pt x="10945" y="4242"/>
                </a:lnTo>
                <a:lnTo>
                  <a:pt x="10946" y="4242"/>
                </a:lnTo>
                <a:lnTo>
                  <a:pt x="10947" y="4242"/>
                </a:lnTo>
                <a:lnTo>
                  <a:pt x="10948" y="4242"/>
                </a:lnTo>
                <a:lnTo>
                  <a:pt x="10949" y="4242"/>
                </a:lnTo>
                <a:lnTo>
                  <a:pt x="10950" y="4242"/>
                </a:lnTo>
                <a:lnTo>
                  <a:pt x="10951" y="4242"/>
                </a:lnTo>
                <a:lnTo>
                  <a:pt x="10952" y="4242"/>
                </a:lnTo>
                <a:lnTo>
                  <a:pt x="10953" y="4242"/>
                </a:lnTo>
                <a:lnTo>
                  <a:pt x="10954" y="4242"/>
                </a:lnTo>
                <a:lnTo>
                  <a:pt x="10955" y="4242"/>
                </a:lnTo>
                <a:lnTo>
                  <a:pt x="10956" y="4242"/>
                </a:lnTo>
                <a:lnTo>
                  <a:pt x="10957" y="4242"/>
                </a:lnTo>
                <a:lnTo>
                  <a:pt x="10958" y="4242"/>
                </a:lnTo>
                <a:lnTo>
                  <a:pt x="10959" y="4242"/>
                </a:lnTo>
                <a:lnTo>
                  <a:pt x="10960" y="4242"/>
                </a:lnTo>
                <a:lnTo>
                  <a:pt x="10961" y="4242"/>
                </a:lnTo>
                <a:lnTo>
                  <a:pt x="10962" y="4242"/>
                </a:lnTo>
                <a:lnTo>
                  <a:pt x="10963" y="4242"/>
                </a:lnTo>
                <a:lnTo>
                  <a:pt x="10964" y="4242"/>
                </a:lnTo>
                <a:lnTo>
                  <a:pt x="10965" y="4242"/>
                </a:lnTo>
                <a:lnTo>
                  <a:pt x="10966" y="4242"/>
                </a:lnTo>
                <a:lnTo>
                  <a:pt x="10967" y="4242"/>
                </a:lnTo>
                <a:lnTo>
                  <a:pt x="10968" y="4242"/>
                </a:lnTo>
                <a:lnTo>
                  <a:pt x="10969" y="4242"/>
                </a:lnTo>
                <a:lnTo>
                  <a:pt x="10970" y="4242"/>
                </a:lnTo>
                <a:lnTo>
                  <a:pt x="10971" y="4242"/>
                </a:lnTo>
                <a:lnTo>
                  <a:pt x="10972" y="4242"/>
                </a:lnTo>
                <a:lnTo>
                  <a:pt x="10973" y="4242"/>
                </a:lnTo>
                <a:lnTo>
                  <a:pt x="10974" y="4242"/>
                </a:lnTo>
                <a:lnTo>
                  <a:pt x="10975" y="4242"/>
                </a:lnTo>
                <a:lnTo>
                  <a:pt x="10976" y="4242"/>
                </a:lnTo>
                <a:lnTo>
                  <a:pt x="10977" y="4242"/>
                </a:lnTo>
                <a:lnTo>
                  <a:pt x="10978" y="4242"/>
                </a:lnTo>
                <a:lnTo>
                  <a:pt x="10979" y="4242"/>
                </a:lnTo>
                <a:lnTo>
                  <a:pt x="10980" y="4242"/>
                </a:lnTo>
                <a:lnTo>
                  <a:pt x="10981" y="4242"/>
                </a:lnTo>
                <a:lnTo>
                  <a:pt x="10982" y="4242"/>
                </a:lnTo>
                <a:lnTo>
                  <a:pt x="10983" y="4242"/>
                </a:lnTo>
                <a:lnTo>
                  <a:pt x="10984" y="4242"/>
                </a:lnTo>
                <a:lnTo>
                  <a:pt x="10985" y="4242"/>
                </a:lnTo>
                <a:lnTo>
                  <a:pt x="10986" y="4242"/>
                </a:lnTo>
                <a:lnTo>
                  <a:pt x="10987" y="4242"/>
                </a:lnTo>
                <a:lnTo>
                  <a:pt x="10988" y="4242"/>
                </a:lnTo>
                <a:lnTo>
                  <a:pt x="10989" y="4242"/>
                </a:lnTo>
                <a:lnTo>
                  <a:pt x="10990" y="4242"/>
                </a:lnTo>
                <a:lnTo>
                  <a:pt x="10991" y="4242"/>
                </a:lnTo>
                <a:lnTo>
                  <a:pt x="10992" y="4242"/>
                </a:lnTo>
                <a:lnTo>
                  <a:pt x="10993" y="4242"/>
                </a:lnTo>
                <a:lnTo>
                  <a:pt x="10994" y="4242"/>
                </a:lnTo>
                <a:lnTo>
                  <a:pt x="10995" y="4242"/>
                </a:lnTo>
                <a:lnTo>
                  <a:pt x="10996" y="4242"/>
                </a:lnTo>
                <a:lnTo>
                  <a:pt x="10997" y="4242"/>
                </a:lnTo>
                <a:lnTo>
                  <a:pt x="10998" y="4242"/>
                </a:lnTo>
                <a:lnTo>
                  <a:pt x="10999" y="4242"/>
                </a:lnTo>
                <a:lnTo>
                  <a:pt x="11000" y="4242"/>
                </a:lnTo>
                <a:lnTo>
                  <a:pt x="11001" y="4242"/>
                </a:lnTo>
                <a:lnTo>
                  <a:pt x="11002" y="4242"/>
                </a:lnTo>
                <a:lnTo>
                  <a:pt x="11003" y="4242"/>
                </a:lnTo>
                <a:lnTo>
                  <a:pt x="11004" y="4242"/>
                </a:lnTo>
                <a:lnTo>
                  <a:pt x="11005" y="4242"/>
                </a:lnTo>
                <a:lnTo>
                  <a:pt x="11006" y="4242"/>
                </a:lnTo>
                <a:lnTo>
                  <a:pt x="11007" y="4242"/>
                </a:lnTo>
                <a:lnTo>
                  <a:pt x="11008" y="4242"/>
                </a:lnTo>
                <a:lnTo>
                  <a:pt x="11009" y="4242"/>
                </a:lnTo>
                <a:lnTo>
                  <a:pt x="11010" y="4242"/>
                </a:lnTo>
                <a:lnTo>
                  <a:pt x="11011" y="4242"/>
                </a:lnTo>
                <a:lnTo>
                  <a:pt x="11012" y="4242"/>
                </a:lnTo>
                <a:lnTo>
                  <a:pt x="11013" y="4242"/>
                </a:lnTo>
                <a:lnTo>
                  <a:pt x="11014" y="4242"/>
                </a:lnTo>
                <a:lnTo>
                  <a:pt x="11015" y="4242"/>
                </a:lnTo>
                <a:lnTo>
                  <a:pt x="11016" y="4242"/>
                </a:lnTo>
                <a:lnTo>
                  <a:pt x="11017" y="4242"/>
                </a:lnTo>
                <a:lnTo>
                  <a:pt x="11018" y="4242"/>
                </a:lnTo>
                <a:lnTo>
                  <a:pt x="11019" y="4242"/>
                </a:lnTo>
                <a:lnTo>
                  <a:pt x="11020" y="4242"/>
                </a:lnTo>
                <a:lnTo>
                  <a:pt x="11021" y="4242"/>
                </a:lnTo>
                <a:lnTo>
                  <a:pt x="11022" y="4242"/>
                </a:lnTo>
                <a:lnTo>
                  <a:pt x="11023" y="4242"/>
                </a:lnTo>
                <a:lnTo>
                  <a:pt x="11024" y="4242"/>
                </a:lnTo>
                <a:lnTo>
                  <a:pt x="11025" y="4242"/>
                </a:lnTo>
                <a:lnTo>
                  <a:pt x="11026" y="4242"/>
                </a:lnTo>
                <a:lnTo>
                  <a:pt x="11027" y="4242"/>
                </a:lnTo>
                <a:lnTo>
                  <a:pt x="11028" y="4242"/>
                </a:lnTo>
                <a:lnTo>
                  <a:pt x="11029" y="4242"/>
                </a:lnTo>
                <a:lnTo>
                  <a:pt x="11030" y="4242"/>
                </a:lnTo>
                <a:lnTo>
                  <a:pt x="11031" y="4242"/>
                </a:lnTo>
                <a:lnTo>
                  <a:pt x="11032" y="4242"/>
                </a:lnTo>
                <a:lnTo>
                  <a:pt x="11033" y="4242"/>
                </a:lnTo>
                <a:lnTo>
                  <a:pt x="11034" y="4242"/>
                </a:lnTo>
                <a:lnTo>
                  <a:pt x="11035" y="4242"/>
                </a:lnTo>
                <a:lnTo>
                  <a:pt x="11036" y="4242"/>
                </a:lnTo>
                <a:lnTo>
                  <a:pt x="11037" y="4242"/>
                </a:lnTo>
                <a:lnTo>
                  <a:pt x="11038" y="4242"/>
                </a:lnTo>
                <a:lnTo>
                  <a:pt x="11039" y="4242"/>
                </a:lnTo>
                <a:lnTo>
                  <a:pt x="11040" y="4242"/>
                </a:lnTo>
                <a:lnTo>
                  <a:pt x="11041" y="4242"/>
                </a:lnTo>
                <a:lnTo>
                  <a:pt x="11042" y="4242"/>
                </a:lnTo>
                <a:lnTo>
                  <a:pt x="11043" y="4242"/>
                </a:lnTo>
                <a:lnTo>
                  <a:pt x="11044" y="4242"/>
                </a:lnTo>
                <a:lnTo>
                  <a:pt x="11045" y="4242"/>
                </a:lnTo>
                <a:lnTo>
                  <a:pt x="11046" y="4242"/>
                </a:lnTo>
                <a:lnTo>
                  <a:pt x="11047" y="4242"/>
                </a:lnTo>
                <a:lnTo>
                  <a:pt x="11048" y="4242"/>
                </a:lnTo>
                <a:lnTo>
                  <a:pt x="11049" y="4242"/>
                </a:lnTo>
                <a:lnTo>
                  <a:pt x="11050" y="4242"/>
                </a:lnTo>
                <a:lnTo>
                  <a:pt x="11051" y="4242"/>
                </a:lnTo>
                <a:lnTo>
                  <a:pt x="11052" y="4242"/>
                </a:lnTo>
                <a:lnTo>
                  <a:pt x="11053" y="4242"/>
                </a:lnTo>
                <a:lnTo>
                  <a:pt x="11054" y="4242"/>
                </a:lnTo>
                <a:lnTo>
                  <a:pt x="11055" y="4242"/>
                </a:lnTo>
                <a:lnTo>
                  <a:pt x="11056" y="4242"/>
                </a:lnTo>
                <a:lnTo>
                  <a:pt x="11057" y="4242"/>
                </a:lnTo>
                <a:lnTo>
                  <a:pt x="11058" y="4242"/>
                </a:lnTo>
                <a:lnTo>
                  <a:pt x="11059" y="4242"/>
                </a:lnTo>
                <a:lnTo>
                  <a:pt x="11060" y="4242"/>
                </a:lnTo>
                <a:lnTo>
                  <a:pt x="11061" y="4242"/>
                </a:lnTo>
                <a:lnTo>
                  <a:pt x="11062" y="4242"/>
                </a:lnTo>
                <a:lnTo>
                  <a:pt x="11063" y="4242"/>
                </a:lnTo>
                <a:lnTo>
                  <a:pt x="11064" y="4242"/>
                </a:lnTo>
                <a:lnTo>
                  <a:pt x="11065" y="4242"/>
                </a:lnTo>
                <a:lnTo>
                  <a:pt x="11066" y="4242"/>
                </a:lnTo>
                <a:lnTo>
                  <a:pt x="11067" y="4242"/>
                </a:lnTo>
                <a:lnTo>
                  <a:pt x="11068" y="4242"/>
                </a:lnTo>
                <a:lnTo>
                  <a:pt x="11069" y="4242"/>
                </a:lnTo>
                <a:lnTo>
                  <a:pt x="11070" y="4242"/>
                </a:lnTo>
                <a:lnTo>
                  <a:pt x="11071" y="4242"/>
                </a:lnTo>
                <a:lnTo>
                  <a:pt x="11072" y="4242"/>
                </a:lnTo>
                <a:lnTo>
                  <a:pt x="11073" y="4242"/>
                </a:lnTo>
                <a:lnTo>
                  <a:pt x="11074" y="4242"/>
                </a:lnTo>
                <a:lnTo>
                  <a:pt x="11075" y="4242"/>
                </a:lnTo>
                <a:lnTo>
                  <a:pt x="11076" y="4242"/>
                </a:lnTo>
                <a:lnTo>
                  <a:pt x="11077" y="4242"/>
                </a:lnTo>
                <a:lnTo>
                  <a:pt x="11078" y="4242"/>
                </a:lnTo>
                <a:lnTo>
                  <a:pt x="11079" y="4242"/>
                </a:lnTo>
                <a:lnTo>
                  <a:pt x="11080" y="4242"/>
                </a:lnTo>
                <a:lnTo>
                  <a:pt x="11081" y="4242"/>
                </a:lnTo>
                <a:lnTo>
                  <a:pt x="11082" y="4242"/>
                </a:lnTo>
                <a:lnTo>
                  <a:pt x="11083" y="4242"/>
                </a:lnTo>
                <a:lnTo>
                  <a:pt x="11084" y="4242"/>
                </a:lnTo>
                <a:lnTo>
                  <a:pt x="11085" y="4242"/>
                </a:lnTo>
                <a:lnTo>
                  <a:pt x="11086" y="4242"/>
                </a:lnTo>
                <a:lnTo>
                  <a:pt x="11087" y="4242"/>
                </a:lnTo>
                <a:lnTo>
                  <a:pt x="11088" y="4242"/>
                </a:lnTo>
                <a:lnTo>
                  <a:pt x="11089" y="4242"/>
                </a:lnTo>
                <a:lnTo>
                  <a:pt x="11090" y="4242"/>
                </a:lnTo>
                <a:lnTo>
                  <a:pt x="11091" y="4242"/>
                </a:lnTo>
                <a:lnTo>
                  <a:pt x="11092" y="4242"/>
                </a:lnTo>
                <a:lnTo>
                  <a:pt x="11093" y="4242"/>
                </a:lnTo>
                <a:lnTo>
                  <a:pt x="11094" y="4242"/>
                </a:lnTo>
                <a:lnTo>
                  <a:pt x="11095" y="4242"/>
                </a:lnTo>
                <a:lnTo>
                  <a:pt x="11096" y="4242"/>
                </a:lnTo>
                <a:lnTo>
                  <a:pt x="11097" y="4242"/>
                </a:lnTo>
                <a:lnTo>
                  <a:pt x="11098" y="4242"/>
                </a:lnTo>
                <a:lnTo>
                  <a:pt x="11099" y="4242"/>
                </a:lnTo>
                <a:lnTo>
                  <a:pt x="11100" y="4242"/>
                </a:lnTo>
                <a:lnTo>
                  <a:pt x="11101" y="4242"/>
                </a:lnTo>
                <a:lnTo>
                  <a:pt x="11102" y="4242"/>
                </a:lnTo>
                <a:lnTo>
                  <a:pt x="11103" y="4242"/>
                </a:lnTo>
                <a:lnTo>
                  <a:pt x="11104" y="4242"/>
                </a:lnTo>
                <a:lnTo>
                  <a:pt x="11105" y="4242"/>
                </a:lnTo>
                <a:lnTo>
                  <a:pt x="11106" y="4242"/>
                </a:lnTo>
                <a:lnTo>
                  <a:pt x="11107" y="4242"/>
                </a:lnTo>
                <a:lnTo>
                  <a:pt x="11108" y="4242"/>
                </a:lnTo>
                <a:lnTo>
                  <a:pt x="11109" y="4242"/>
                </a:lnTo>
                <a:lnTo>
                  <a:pt x="11110" y="4242"/>
                </a:lnTo>
                <a:lnTo>
                  <a:pt x="11111" y="4242"/>
                </a:lnTo>
                <a:lnTo>
                  <a:pt x="11112" y="4242"/>
                </a:lnTo>
                <a:lnTo>
                  <a:pt x="11113" y="4242"/>
                </a:lnTo>
                <a:lnTo>
                  <a:pt x="11114" y="4242"/>
                </a:lnTo>
                <a:lnTo>
                  <a:pt x="11115" y="4242"/>
                </a:lnTo>
                <a:lnTo>
                  <a:pt x="11116" y="4242"/>
                </a:lnTo>
                <a:lnTo>
                  <a:pt x="11117" y="4242"/>
                </a:lnTo>
                <a:lnTo>
                  <a:pt x="11118" y="4242"/>
                </a:lnTo>
                <a:lnTo>
                  <a:pt x="11119" y="4242"/>
                </a:lnTo>
                <a:lnTo>
                  <a:pt x="11120" y="4242"/>
                </a:lnTo>
                <a:lnTo>
                  <a:pt x="11121" y="4242"/>
                </a:lnTo>
                <a:lnTo>
                  <a:pt x="11122" y="4242"/>
                </a:lnTo>
                <a:lnTo>
                  <a:pt x="11123" y="4242"/>
                </a:lnTo>
                <a:lnTo>
                  <a:pt x="11124" y="4242"/>
                </a:lnTo>
                <a:lnTo>
                  <a:pt x="11125" y="4242"/>
                </a:lnTo>
                <a:lnTo>
                  <a:pt x="11126" y="4242"/>
                </a:lnTo>
                <a:lnTo>
                  <a:pt x="11127" y="4242"/>
                </a:lnTo>
                <a:lnTo>
                  <a:pt x="11128" y="4242"/>
                </a:lnTo>
                <a:lnTo>
                  <a:pt x="11129" y="4242"/>
                </a:lnTo>
                <a:lnTo>
                  <a:pt x="11130" y="4242"/>
                </a:lnTo>
                <a:lnTo>
                  <a:pt x="11131" y="4242"/>
                </a:lnTo>
                <a:lnTo>
                  <a:pt x="11132" y="4242"/>
                </a:lnTo>
                <a:lnTo>
                  <a:pt x="11133" y="4242"/>
                </a:lnTo>
                <a:lnTo>
                  <a:pt x="11134" y="4242"/>
                </a:lnTo>
                <a:lnTo>
                  <a:pt x="11135" y="4242"/>
                </a:lnTo>
                <a:lnTo>
                  <a:pt x="11136" y="4242"/>
                </a:lnTo>
                <a:lnTo>
                  <a:pt x="11137" y="4242"/>
                </a:lnTo>
                <a:lnTo>
                  <a:pt x="11138" y="4242"/>
                </a:lnTo>
                <a:lnTo>
                  <a:pt x="11139" y="4242"/>
                </a:lnTo>
                <a:lnTo>
                  <a:pt x="11140" y="4242"/>
                </a:lnTo>
                <a:lnTo>
                  <a:pt x="11141" y="4242"/>
                </a:lnTo>
                <a:lnTo>
                  <a:pt x="11142" y="4242"/>
                </a:lnTo>
                <a:lnTo>
                  <a:pt x="11143" y="4242"/>
                </a:lnTo>
                <a:lnTo>
                  <a:pt x="11144" y="4242"/>
                </a:lnTo>
                <a:lnTo>
                  <a:pt x="11145" y="4242"/>
                </a:lnTo>
                <a:lnTo>
                  <a:pt x="11146" y="4242"/>
                </a:lnTo>
                <a:lnTo>
                  <a:pt x="11147" y="4242"/>
                </a:lnTo>
                <a:lnTo>
                  <a:pt x="11148" y="4242"/>
                </a:lnTo>
                <a:lnTo>
                  <a:pt x="11149" y="4242"/>
                </a:lnTo>
                <a:lnTo>
                  <a:pt x="11150" y="4242"/>
                </a:lnTo>
                <a:lnTo>
                  <a:pt x="11151" y="4242"/>
                </a:lnTo>
                <a:lnTo>
                  <a:pt x="11152" y="4242"/>
                </a:lnTo>
                <a:lnTo>
                  <a:pt x="11153" y="4242"/>
                </a:lnTo>
                <a:lnTo>
                  <a:pt x="11154" y="4242"/>
                </a:lnTo>
                <a:lnTo>
                  <a:pt x="11155" y="4242"/>
                </a:lnTo>
                <a:lnTo>
                  <a:pt x="11156" y="4242"/>
                </a:lnTo>
                <a:lnTo>
                  <a:pt x="11157" y="4242"/>
                </a:lnTo>
                <a:lnTo>
                  <a:pt x="11158" y="4242"/>
                </a:lnTo>
                <a:lnTo>
                  <a:pt x="11159" y="4242"/>
                </a:lnTo>
                <a:lnTo>
                  <a:pt x="11160" y="4242"/>
                </a:lnTo>
                <a:lnTo>
                  <a:pt x="11161" y="4242"/>
                </a:lnTo>
                <a:lnTo>
                  <a:pt x="11162" y="4242"/>
                </a:lnTo>
                <a:lnTo>
                  <a:pt x="11163" y="4242"/>
                </a:lnTo>
                <a:lnTo>
                  <a:pt x="11164" y="4242"/>
                </a:lnTo>
                <a:lnTo>
                  <a:pt x="11165" y="4242"/>
                </a:lnTo>
                <a:lnTo>
                  <a:pt x="11166" y="4242"/>
                </a:lnTo>
                <a:lnTo>
                  <a:pt x="11167" y="4242"/>
                </a:lnTo>
                <a:lnTo>
                  <a:pt x="11168" y="4242"/>
                </a:lnTo>
                <a:lnTo>
                  <a:pt x="11169" y="4242"/>
                </a:lnTo>
                <a:lnTo>
                  <a:pt x="11170" y="4242"/>
                </a:lnTo>
                <a:lnTo>
                  <a:pt x="11171" y="4242"/>
                </a:lnTo>
                <a:lnTo>
                  <a:pt x="11172" y="4242"/>
                </a:lnTo>
                <a:lnTo>
                  <a:pt x="11173" y="4242"/>
                </a:lnTo>
                <a:lnTo>
                  <a:pt x="11174" y="4242"/>
                </a:lnTo>
                <a:lnTo>
                  <a:pt x="11175" y="4242"/>
                </a:lnTo>
                <a:lnTo>
                  <a:pt x="11176" y="4242"/>
                </a:lnTo>
                <a:lnTo>
                  <a:pt x="11177" y="4242"/>
                </a:lnTo>
                <a:lnTo>
                  <a:pt x="11178" y="4242"/>
                </a:lnTo>
                <a:lnTo>
                  <a:pt x="11179" y="4242"/>
                </a:lnTo>
                <a:lnTo>
                  <a:pt x="11180" y="4242"/>
                </a:lnTo>
                <a:lnTo>
                  <a:pt x="11181" y="4242"/>
                </a:lnTo>
                <a:lnTo>
                  <a:pt x="11182" y="4242"/>
                </a:lnTo>
                <a:lnTo>
                  <a:pt x="11183" y="4242"/>
                </a:lnTo>
                <a:lnTo>
                  <a:pt x="11184" y="4242"/>
                </a:lnTo>
                <a:lnTo>
                  <a:pt x="11185" y="4242"/>
                </a:lnTo>
                <a:lnTo>
                  <a:pt x="11186" y="4242"/>
                </a:lnTo>
                <a:lnTo>
                  <a:pt x="11187" y="4242"/>
                </a:lnTo>
                <a:lnTo>
                  <a:pt x="11188" y="4242"/>
                </a:lnTo>
                <a:lnTo>
                  <a:pt x="11189" y="4242"/>
                </a:lnTo>
                <a:lnTo>
                  <a:pt x="11190" y="4242"/>
                </a:lnTo>
                <a:lnTo>
                  <a:pt x="11191" y="4242"/>
                </a:lnTo>
                <a:lnTo>
                  <a:pt x="11192" y="4242"/>
                </a:lnTo>
                <a:lnTo>
                  <a:pt x="11193" y="4242"/>
                </a:lnTo>
                <a:lnTo>
                  <a:pt x="11194" y="4242"/>
                </a:lnTo>
                <a:lnTo>
                  <a:pt x="11195" y="4242"/>
                </a:lnTo>
                <a:lnTo>
                  <a:pt x="11196" y="4242"/>
                </a:lnTo>
                <a:lnTo>
                  <a:pt x="11197" y="4242"/>
                </a:lnTo>
                <a:lnTo>
                  <a:pt x="11198" y="4242"/>
                </a:lnTo>
                <a:lnTo>
                  <a:pt x="11199" y="4242"/>
                </a:lnTo>
                <a:lnTo>
                  <a:pt x="11200" y="4242"/>
                </a:lnTo>
                <a:lnTo>
                  <a:pt x="11201" y="4242"/>
                </a:lnTo>
                <a:lnTo>
                  <a:pt x="11202" y="4242"/>
                </a:lnTo>
                <a:lnTo>
                  <a:pt x="11203" y="4242"/>
                </a:lnTo>
                <a:lnTo>
                  <a:pt x="11204" y="4242"/>
                </a:lnTo>
                <a:lnTo>
                  <a:pt x="11205" y="4242"/>
                </a:lnTo>
                <a:lnTo>
                  <a:pt x="11206" y="4242"/>
                </a:lnTo>
                <a:lnTo>
                  <a:pt x="11207" y="4242"/>
                </a:lnTo>
                <a:lnTo>
                  <a:pt x="11208" y="4242"/>
                </a:lnTo>
                <a:lnTo>
                  <a:pt x="11209" y="4242"/>
                </a:lnTo>
                <a:lnTo>
                  <a:pt x="11210" y="4242"/>
                </a:lnTo>
                <a:lnTo>
                  <a:pt x="11211" y="4242"/>
                </a:lnTo>
                <a:lnTo>
                  <a:pt x="11212" y="4242"/>
                </a:lnTo>
                <a:lnTo>
                  <a:pt x="11213" y="4242"/>
                </a:lnTo>
                <a:lnTo>
                  <a:pt x="11214" y="4242"/>
                </a:lnTo>
                <a:lnTo>
                  <a:pt x="11215" y="4242"/>
                </a:lnTo>
                <a:lnTo>
                  <a:pt x="11216" y="4242"/>
                </a:lnTo>
                <a:lnTo>
                  <a:pt x="11217" y="4242"/>
                </a:lnTo>
                <a:lnTo>
                  <a:pt x="11218" y="4242"/>
                </a:lnTo>
                <a:lnTo>
                  <a:pt x="11219" y="4242"/>
                </a:lnTo>
                <a:lnTo>
                  <a:pt x="11220" y="4242"/>
                </a:lnTo>
                <a:lnTo>
                  <a:pt x="11221" y="4242"/>
                </a:lnTo>
                <a:lnTo>
                  <a:pt x="11222" y="4242"/>
                </a:lnTo>
                <a:lnTo>
                  <a:pt x="11223" y="4242"/>
                </a:lnTo>
                <a:lnTo>
                  <a:pt x="11224" y="4242"/>
                </a:lnTo>
                <a:lnTo>
                  <a:pt x="11225" y="4242"/>
                </a:lnTo>
                <a:lnTo>
                  <a:pt x="11226" y="4242"/>
                </a:lnTo>
                <a:lnTo>
                  <a:pt x="11227" y="4242"/>
                </a:lnTo>
                <a:lnTo>
                  <a:pt x="11228" y="4242"/>
                </a:lnTo>
                <a:lnTo>
                  <a:pt x="11229" y="4242"/>
                </a:lnTo>
                <a:lnTo>
                  <a:pt x="11230" y="4242"/>
                </a:lnTo>
                <a:lnTo>
                  <a:pt x="11231" y="4242"/>
                </a:lnTo>
                <a:lnTo>
                  <a:pt x="11232" y="4242"/>
                </a:lnTo>
                <a:lnTo>
                  <a:pt x="11233" y="4242"/>
                </a:lnTo>
                <a:lnTo>
                  <a:pt x="11234" y="4242"/>
                </a:lnTo>
                <a:lnTo>
                  <a:pt x="11235" y="4242"/>
                </a:lnTo>
                <a:lnTo>
                  <a:pt x="11236" y="4242"/>
                </a:lnTo>
                <a:lnTo>
                  <a:pt x="11237" y="4242"/>
                </a:lnTo>
                <a:lnTo>
                  <a:pt x="11238" y="4242"/>
                </a:lnTo>
                <a:lnTo>
                  <a:pt x="11239" y="4242"/>
                </a:lnTo>
                <a:lnTo>
                  <a:pt x="11240" y="4242"/>
                </a:lnTo>
                <a:lnTo>
                  <a:pt x="11241" y="4242"/>
                </a:lnTo>
                <a:lnTo>
                  <a:pt x="11242" y="4242"/>
                </a:lnTo>
                <a:lnTo>
                  <a:pt x="11243" y="4242"/>
                </a:lnTo>
                <a:lnTo>
                  <a:pt x="11244" y="4242"/>
                </a:lnTo>
                <a:lnTo>
                  <a:pt x="11245" y="4242"/>
                </a:lnTo>
                <a:lnTo>
                  <a:pt x="11246" y="4242"/>
                </a:lnTo>
                <a:lnTo>
                  <a:pt x="11247" y="4242"/>
                </a:lnTo>
                <a:lnTo>
                  <a:pt x="11248" y="4242"/>
                </a:lnTo>
                <a:lnTo>
                  <a:pt x="11249" y="4242"/>
                </a:lnTo>
                <a:lnTo>
                  <a:pt x="11250" y="4242"/>
                </a:lnTo>
                <a:lnTo>
                  <a:pt x="11251" y="4242"/>
                </a:lnTo>
                <a:lnTo>
                  <a:pt x="11252" y="4242"/>
                </a:lnTo>
                <a:lnTo>
                  <a:pt x="11253" y="4242"/>
                </a:lnTo>
                <a:lnTo>
                  <a:pt x="11254" y="4242"/>
                </a:lnTo>
                <a:lnTo>
                  <a:pt x="11255" y="4242"/>
                </a:lnTo>
                <a:lnTo>
                  <a:pt x="11256" y="4242"/>
                </a:lnTo>
                <a:lnTo>
                  <a:pt x="11257" y="4242"/>
                </a:lnTo>
                <a:lnTo>
                  <a:pt x="11258" y="4242"/>
                </a:lnTo>
                <a:lnTo>
                  <a:pt x="11259" y="4242"/>
                </a:lnTo>
                <a:lnTo>
                  <a:pt x="11260" y="4242"/>
                </a:lnTo>
                <a:lnTo>
                  <a:pt x="11261" y="4242"/>
                </a:lnTo>
                <a:lnTo>
                  <a:pt x="11262" y="4242"/>
                </a:lnTo>
                <a:lnTo>
                  <a:pt x="11263" y="4242"/>
                </a:lnTo>
                <a:lnTo>
                  <a:pt x="11264" y="4242"/>
                </a:lnTo>
                <a:lnTo>
                  <a:pt x="11265" y="4242"/>
                </a:lnTo>
                <a:lnTo>
                  <a:pt x="11266" y="4242"/>
                </a:lnTo>
                <a:lnTo>
                  <a:pt x="11267" y="4242"/>
                </a:lnTo>
                <a:lnTo>
                  <a:pt x="11268" y="4242"/>
                </a:lnTo>
                <a:lnTo>
                  <a:pt x="11269" y="4242"/>
                </a:lnTo>
                <a:lnTo>
                  <a:pt x="11270" y="4242"/>
                </a:lnTo>
                <a:lnTo>
                  <a:pt x="11271" y="4242"/>
                </a:lnTo>
                <a:lnTo>
                  <a:pt x="11272" y="4242"/>
                </a:lnTo>
                <a:lnTo>
                  <a:pt x="11273" y="4242"/>
                </a:lnTo>
                <a:lnTo>
                  <a:pt x="11274" y="4242"/>
                </a:lnTo>
                <a:lnTo>
                  <a:pt x="11275" y="4242"/>
                </a:lnTo>
                <a:lnTo>
                  <a:pt x="11276" y="4242"/>
                </a:lnTo>
                <a:lnTo>
                  <a:pt x="11277" y="4242"/>
                </a:lnTo>
                <a:lnTo>
                  <a:pt x="11278" y="4242"/>
                </a:lnTo>
                <a:lnTo>
                  <a:pt x="11279" y="4242"/>
                </a:lnTo>
                <a:lnTo>
                  <a:pt x="11280" y="4242"/>
                </a:lnTo>
                <a:lnTo>
                  <a:pt x="11281" y="4242"/>
                </a:lnTo>
                <a:lnTo>
                  <a:pt x="11282" y="4242"/>
                </a:lnTo>
                <a:lnTo>
                  <a:pt x="11283" y="4242"/>
                </a:lnTo>
                <a:lnTo>
                  <a:pt x="11284" y="4242"/>
                </a:lnTo>
                <a:lnTo>
                  <a:pt x="11285" y="4242"/>
                </a:lnTo>
                <a:lnTo>
                  <a:pt x="11286" y="4242"/>
                </a:lnTo>
                <a:lnTo>
                  <a:pt x="11287" y="4242"/>
                </a:lnTo>
                <a:lnTo>
                  <a:pt x="11288" y="4242"/>
                </a:lnTo>
                <a:lnTo>
                  <a:pt x="11289" y="4242"/>
                </a:lnTo>
                <a:lnTo>
                  <a:pt x="11290" y="4242"/>
                </a:lnTo>
                <a:lnTo>
                  <a:pt x="11291" y="4242"/>
                </a:lnTo>
                <a:lnTo>
                  <a:pt x="11292" y="4242"/>
                </a:lnTo>
                <a:lnTo>
                  <a:pt x="11293" y="4242"/>
                </a:lnTo>
                <a:lnTo>
                  <a:pt x="11294" y="4242"/>
                </a:lnTo>
                <a:lnTo>
                  <a:pt x="11295" y="4242"/>
                </a:lnTo>
                <a:lnTo>
                  <a:pt x="11296" y="4242"/>
                </a:lnTo>
                <a:lnTo>
                  <a:pt x="11297" y="4242"/>
                </a:lnTo>
                <a:lnTo>
                  <a:pt x="11298" y="4242"/>
                </a:lnTo>
                <a:lnTo>
                  <a:pt x="11299" y="4242"/>
                </a:lnTo>
                <a:lnTo>
                  <a:pt x="11300" y="4242"/>
                </a:lnTo>
                <a:lnTo>
                  <a:pt x="11301" y="4242"/>
                </a:lnTo>
                <a:lnTo>
                  <a:pt x="11302" y="4242"/>
                </a:lnTo>
                <a:lnTo>
                  <a:pt x="11303" y="4242"/>
                </a:lnTo>
                <a:lnTo>
                  <a:pt x="11304" y="4242"/>
                </a:lnTo>
                <a:lnTo>
                  <a:pt x="11305" y="4242"/>
                </a:lnTo>
                <a:lnTo>
                  <a:pt x="11306" y="4242"/>
                </a:lnTo>
                <a:lnTo>
                  <a:pt x="11307" y="4242"/>
                </a:lnTo>
                <a:lnTo>
                  <a:pt x="11308" y="4242"/>
                </a:lnTo>
                <a:lnTo>
                  <a:pt x="11309" y="4242"/>
                </a:lnTo>
                <a:lnTo>
                  <a:pt x="11310" y="4242"/>
                </a:lnTo>
                <a:lnTo>
                  <a:pt x="11311" y="4242"/>
                </a:lnTo>
                <a:lnTo>
                  <a:pt x="11312" y="4242"/>
                </a:lnTo>
                <a:lnTo>
                  <a:pt x="11313" y="4242"/>
                </a:lnTo>
                <a:lnTo>
                  <a:pt x="11314" y="4242"/>
                </a:lnTo>
                <a:lnTo>
                  <a:pt x="11315" y="4242"/>
                </a:lnTo>
                <a:lnTo>
                  <a:pt x="11316" y="4242"/>
                </a:lnTo>
                <a:lnTo>
                  <a:pt x="11317" y="4242"/>
                </a:lnTo>
                <a:lnTo>
                  <a:pt x="11318" y="4242"/>
                </a:lnTo>
                <a:lnTo>
                  <a:pt x="11319" y="4242"/>
                </a:lnTo>
                <a:lnTo>
                  <a:pt x="11320" y="4242"/>
                </a:lnTo>
                <a:lnTo>
                  <a:pt x="11321" y="4242"/>
                </a:lnTo>
                <a:lnTo>
                  <a:pt x="11322" y="4242"/>
                </a:lnTo>
                <a:lnTo>
                  <a:pt x="11323" y="4242"/>
                </a:lnTo>
                <a:lnTo>
                  <a:pt x="11324" y="4242"/>
                </a:lnTo>
                <a:lnTo>
                  <a:pt x="11325" y="4242"/>
                </a:lnTo>
                <a:lnTo>
                  <a:pt x="11326" y="4242"/>
                </a:lnTo>
                <a:lnTo>
                  <a:pt x="11327" y="4242"/>
                </a:lnTo>
                <a:lnTo>
                  <a:pt x="11328" y="4242"/>
                </a:lnTo>
                <a:lnTo>
                  <a:pt x="11329" y="4242"/>
                </a:lnTo>
                <a:lnTo>
                  <a:pt x="11330" y="4242"/>
                </a:lnTo>
                <a:lnTo>
                  <a:pt x="11331" y="4242"/>
                </a:lnTo>
                <a:lnTo>
                  <a:pt x="11332" y="4242"/>
                </a:lnTo>
                <a:lnTo>
                  <a:pt x="11333" y="4242"/>
                </a:lnTo>
                <a:lnTo>
                  <a:pt x="11334" y="4242"/>
                </a:lnTo>
                <a:lnTo>
                  <a:pt x="11335" y="4242"/>
                </a:lnTo>
                <a:lnTo>
                  <a:pt x="11336" y="4242"/>
                </a:lnTo>
                <a:lnTo>
                  <a:pt x="11337" y="4242"/>
                </a:lnTo>
                <a:lnTo>
                  <a:pt x="11338" y="4242"/>
                </a:lnTo>
                <a:lnTo>
                  <a:pt x="11339" y="4242"/>
                </a:lnTo>
                <a:lnTo>
                  <a:pt x="11340" y="4242"/>
                </a:lnTo>
                <a:lnTo>
                  <a:pt x="11341" y="4242"/>
                </a:lnTo>
                <a:lnTo>
                  <a:pt x="11342" y="4242"/>
                </a:lnTo>
                <a:lnTo>
                  <a:pt x="11343" y="4242"/>
                </a:lnTo>
                <a:lnTo>
                  <a:pt x="11344" y="4242"/>
                </a:lnTo>
                <a:lnTo>
                  <a:pt x="11345" y="4242"/>
                </a:lnTo>
                <a:lnTo>
                  <a:pt x="11346" y="4242"/>
                </a:lnTo>
                <a:lnTo>
                  <a:pt x="11347" y="4242"/>
                </a:lnTo>
                <a:lnTo>
                  <a:pt x="11348" y="4242"/>
                </a:lnTo>
                <a:lnTo>
                  <a:pt x="11349" y="4242"/>
                </a:lnTo>
                <a:lnTo>
                  <a:pt x="11350" y="4242"/>
                </a:lnTo>
                <a:lnTo>
                  <a:pt x="11351" y="4242"/>
                </a:lnTo>
                <a:lnTo>
                  <a:pt x="11352" y="4242"/>
                </a:lnTo>
                <a:lnTo>
                  <a:pt x="11353" y="4242"/>
                </a:lnTo>
                <a:lnTo>
                  <a:pt x="11354" y="4242"/>
                </a:lnTo>
                <a:lnTo>
                  <a:pt x="11355" y="4242"/>
                </a:lnTo>
                <a:lnTo>
                  <a:pt x="11356" y="4242"/>
                </a:lnTo>
                <a:lnTo>
                  <a:pt x="11357" y="4242"/>
                </a:lnTo>
                <a:lnTo>
                  <a:pt x="11358" y="4242"/>
                </a:lnTo>
                <a:lnTo>
                  <a:pt x="11359" y="4242"/>
                </a:lnTo>
                <a:lnTo>
                  <a:pt x="11360" y="4242"/>
                </a:lnTo>
                <a:lnTo>
                  <a:pt x="11361" y="4242"/>
                </a:lnTo>
                <a:lnTo>
                  <a:pt x="11362" y="4242"/>
                </a:lnTo>
                <a:lnTo>
                  <a:pt x="11363" y="4242"/>
                </a:lnTo>
                <a:lnTo>
                  <a:pt x="11364" y="4242"/>
                </a:lnTo>
                <a:lnTo>
                  <a:pt x="11365" y="4242"/>
                </a:lnTo>
                <a:lnTo>
                  <a:pt x="11366" y="4242"/>
                </a:lnTo>
                <a:lnTo>
                  <a:pt x="11367" y="4242"/>
                </a:lnTo>
                <a:lnTo>
                  <a:pt x="11368" y="4242"/>
                </a:lnTo>
                <a:lnTo>
                  <a:pt x="11369" y="4242"/>
                </a:lnTo>
                <a:lnTo>
                  <a:pt x="11370" y="4242"/>
                </a:lnTo>
                <a:lnTo>
                  <a:pt x="11371" y="4242"/>
                </a:lnTo>
                <a:lnTo>
                  <a:pt x="11372" y="4242"/>
                </a:lnTo>
                <a:lnTo>
                  <a:pt x="11373" y="4242"/>
                </a:lnTo>
                <a:lnTo>
                  <a:pt x="11374" y="4242"/>
                </a:lnTo>
                <a:lnTo>
                  <a:pt x="11375" y="4242"/>
                </a:lnTo>
                <a:lnTo>
                  <a:pt x="11376" y="4242"/>
                </a:lnTo>
                <a:lnTo>
                  <a:pt x="11377" y="4242"/>
                </a:lnTo>
                <a:lnTo>
                  <a:pt x="11378" y="4242"/>
                </a:lnTo>
                <a:lnTo>
                  <a:pt x="11379" y="4242"/>
                </a:lnTo>
                <a:lnTo>
                  <a:pt x="11380" y="4242"/>
                </a:lnTo>
                <a:lnTo>
                  <a:pt x="11381" y="4242"/>
                </a:lnTo>
                <a:lnTo>
                  <a:pt x="11382" y="4242"/>
                </a:lnTo>
                <a:lnTo>
                  <a:pt x="11383" y="4242"/>
                </a:lnTo>
                <a:lnTo>
                  <a:pt x="11384" y="4242"/>
                </a:lnTo>
                <a:lnTo>
                  <a:pt x="11385" y="4242"/>
                </a:lnTo>
                <a:lnTo>
                  <a:pt x="11386" y="4242"/>
                </a:lnTo>
                <a:lnTo>
                  <a:pt x="11387" y="4242"/>
                </a:lnTo>
                <a:lnTo>
                  <a:pt x="11388" y="4242"/>
                </a:lnTo>
                <a:lnTo>
                  <a:pt x="11389" y="4242"/>
                </a:lnTo>
                <a:lnTo>
                  <a:pt x="11390" y="4242"/>
                </a:lnTo>
                <a:lnTo>
                  <a:pt x="11391" y="4242"/>
                </a:lnTo>
                <a:lnTo>
                  <a:pt x="11392" y="4242"/>
                </a:lnTo>
                <a:lnTo>
                  <a:pt x="11393" y="4242"/>
                </a:lnTo>
                <a:lnTo>
                  <a:pt x="11394" y="4242"/>
                </a:lnTo>
                <a:lnTo>
                  <a:pt x="11395" y="4242"/>
                </a:lnTo>
                <a:lnTo>
                  <a:pt x="11396" y="4242"/>
                </a:lnTo>
                <a:lnTo>
                  <a:pt x="11397" y="4242"/>
                </a:lnTo>
                <a:lnTo>
                  <a:pt x="11398" y="4242"/>
                </a:lnTo>
                <a:lnTo>
                  <a:pt x="11399" y="4242"/>
                </a:lnTo>
                <a:lnTo>
                  <a:pt x="11400" y="4242"/>
                </a:lnTo>
                <a:lnTo>
                  <a:pt x="11401" y="4242"/>
                </a:lnTo>
                <a:lnTo>
                  <a:pt x="11402" y="4242"/>
                </a:lnTo>
                <a:lnTo>
                  <a:pt x="11403" y="4242"/>
                </a:lnTo>
                <a:lnTo>
                  <a:pt x="11404" y="4242"/>
                </a:lnTo>
                <a:lnTo>
                  <a:pt x="11405" y="4242"/>
                </a:lnTo>
                <a:lnTo>
                  <a:pt x="11406" y="4242"/>
                </a:lnTo>
                <a:lnTo>
                  <a:pt x="11407" y="4242"/>
                </a:lnTo>
                <a:lnTo>
                  <a:pt x="11408" y="4242"/>
                </a:lnTo>
                <a:lnTo>
                  <a:pt x="11409" y="4242"/>
                </a:lnTo>
                <a:lnTo>
                  <a:pt x="11410" y="4242"/>
                </a:lnTo>
                <a:lnTo>
                  <a:pt x="11411" y="4242"/>
                </a:lnTo>
                <a:lnTo>
                  <a:pt x="11412" y="4242"/>
                </a:lnTo>
                <a:lnTo>
                  <a:pt x="11413" y="4242"/>
                </a:lnTo>
                <a:lnTo>
                  <a:pt x="11414" y="4242"/>
                </a:lnTo>
                <a:lnTo>
                  <a:pt x="11415" y="4242"/>
                </a:lnTo>
                <a:lnTo>
                  <a:pt x="11416" y="4242"/>
                </a:lnTo>
                <a:lnTo>
                  <a:pt x="11417" y="4242"/>
                </a:lnTo>
                <a:lnTo>
                  <a:pt x="11418" y="4242"/>
                </a:lnTo>
                <a:lnTo>
                  <a:pt x="11419" y="4242"/>
                </a:lnTo>
                <a:lnTo>
                  <a:pt x="11420" y="4242"/>
                </a:lnTo>
                <a:lnTo>
                  <a:pt x="11421" y="4242"/>
                </a:lnTo>
                <a:lnTo>
                  <a:pt x="11422" y="4242"/>
                </a:lnTo>
                <a:lnTo>
                  <a:pt x="11423" y="4242"/>
                </a:lnTo>
                <a:lnTo>
                  <a:pt x="11424" y="4242"/>
                </a:lnTo>
                <a:lnTo>
                  <a:pt x="11425" y="4242"/>
                </a:lnTo>
                <a:lnTo>
                  <a:pt x="11426" y="4242"/>
                </a:lnTo>
                <a:lnTo>
                  <a:pt x="11427" y="4242"/>
                </a:lnTo>
                <a:lnTo>
                  <a:pt x="11428" y="4242"/>
                </a:lnTo>
                <a:lnTo>
                  <a:pt x="11429" y="4242"/>
                </a:lnTo>
                <a:lnTo>
                  <a:pt x="11430" y="4242"/>
                </a:lnTo>
                <a:lnTo>
                  <a:pt x="11431" y="4242"/>
                </a:lnTo>
                <a:lnTo>
                  <a:pt x="11432" y="4242"/>
                </a:lnTo>
                <a:lnTo>
                  <a:pt x="11433" y="4242"/>
                </a:lnTo>
                <a:lnTo>
                  <a:pt x="11434" y="4242"/>
                </a:lnTo>
                <a:lnTo>
                  <a:pt x="11435" y="4242"/>
                </a:lnTo>
                <a:lnTo>
                  <a:pt x="11436" y="4242"/>
                </a:lnTo>
                <a:lnTo>
                  <a:pt x="11437" y="4242"/>
                </a:lnTo>
                <a:lnTo>
                  <a:pt x="11438" y="4242"/>
                </a:lnTo>
                <a:lnTo>
                  <a:pt x="11439" y="4242"/>
                </a:lnTo>
                <a:lnTo>
                  <a:pt x="11440" y="4242"/>
                </a:lnTo>
                <a:lnTo>
                  <a:pt x="11441" y="4242"/>
                </a:lnTo>
                <a:lnTo>
                  <a:pt x="11442" y="4242"/>
                </a:lnTo>
                <a:lnTo>
                  <a:pt x="11443" y="4242"/>
                </a:lnTo>
                <a:lnTo>
                  <a:pt x="11444" y="4242"/>
                </a:lnTo>
                <a:lnTo>
                  <a:pt x="11445" y="4242"/>
                </a:lnTo>
                <a:lnTo>
                  <a:pt x="11446" y="4242"/>
                </a:lnTo>
                <a:lnTo>
                  <a:pt x="11447" y="4242"/>
                </a:lnTo>
                <a:lnTo>
                  <a:pt x="11448" y="4242"/>
                </a:lnTo>
                <a:lnTo>
                  <a:pt x="11449" y="4242"/>
                </a:lnTo>
                <a:lnTo>
                  <a:pt x="11450" y="4242"/>
                </a:lnTo>
                <a:lnTo>
                  <a:pt x="11451" y="4242"/>
                </a:lnTo>
                <a:lnTo>
                  <a:pt x="11452" y="4242"/>
                </a:lnTo>
                <a:lnTo>
                  <a:pt x="11453" y="4242"/>
                </a:lnTo>
                <a:lnTo>
                  <a:pt x="11454" y="4242"/>
                </a:lnTo>
                <a:lnTo>
                  <a:pt x="11455" y="4242"/>
                </a:lnTo>
                <a:lnTo>
                  <a:pt x="11456" y="4242"/>
                </a:lnTo>
                <a:lnTo>
                  <a:pt x="11457" y="4242"/>
                </a:lnTo>
                <a:lnTo>
                  <a:pt x="11458" y="4242"/>
                </a:lnTo>
                <a:lnTo>
                  <a:pt x="11459" y="4242"/>
                </a:lnTo>
                <a:lnTo>
                  <a:pt x="11460" y="4242"/>
                </a:lnTo>
                <a:lnTo>
                  <a:pt x="11461" y="4242"/>
                </a:lnTo>
                <a:lnTo>
                  <a:pt x="11462" y="4242"/>
                </a:lnTo>
                <a:lnTo>
                  <a:pt x="11463" y="4242"/>
                </a:lnTo>
                <a:lnTo>
                  <a:pt x="11464" y="4242"/>
                </a:lnTo>
                <a:lnTo>
                  <a:pt x="11465" y="4242"/>
                </a:lnTo>
                <a:lnTo>
                  <a:pt x="11466" y="4242"/>
                </a:lnTo>
                <a:lnTo>
                  <a:pt x="11467" y="4242"/>
                </a:lnTo>
                <a:lnTo>
                  <a:pt x="11468" y="4242"/>
                </a:lnTo>
                <a:lnTo>
                  <a:pt x="11469" y="4242"/>
                </a:lnTo>
                <a:lnTo>
                  <a:pt x="11470" y="4242"/>
                </a:lnTo>
                <a:lnTo>
                  <a:pt x="11471" y="4242"/>
                </a:lnTo>
                <a:lnTo>
                  <a:pt x="11472" y="4242"/>
                </a:lnTo>
                <a:lnTo>
                  <a:pt x="11473" y="4242"/>
                </a:lnTo>
                <a:lnTo>
                  <a:pt x="11474" y="4242"/>
                </a:lnTo>
                <a:lnTo>
                  <a:pt x="11475" y="4242"/>
                </a:lnTo>
                <a:lnTo>
                  <a:pt x="11476" y="4242"/>
                </a:lnTo>
                <a:lnTo>
                  <a:pt x="11477" y="4242"/>
                </a:lnTo>
                <a:lnTo>
                  <a:pt x="11478" y="4242"/>
                </a:lnTo>
                <a:lnTo>
                  <a:pt x="11479" y="4242"/>
                </a:lnTo>
                <a:lnTo>
                  <a:pt x="11480" y="4242"/>
                </a:lnTo>
                <a:lnTo>
                  <a:pt x="11481" y="4242"/>
                </a:lnTo>
                <a:lnTo>
                  <a:pt x="11482" y="4242"/>
                </a:lnTo>
                <a:lnTo>
                  <a:pt x="11483" y="4242"/>
                </a:lnTo>
                <a:lnTo>
                  <a:pt x="11484" y="4242"/>
                </a:lnTo>
                <a:lnTo>
                  <a:pt x="11485" y="4242"/>
                </a:lnTo>
                <a:lnTo>
                  <a:pt x="11486" y="4242"/>
                </a:lnTo>
                <a:lnTo>
                  <a:pt x="11487" y="4242"/>
                </a:lnTo>
                <a:lnTo>
                  <a:pt x="11488" y="4242"/>
                </a:lnTo>
                <a:lnTo>
                  <a:pt x="11489" y="4242"/>
                </a:lnTo>
                <a:lnTo>
                  <a:pt x="11490" y="4242"/>
                </a:lnTo>
                <a:lnTo>
                  <a:pt x="11491" y="4242"/>
                </a:lnTo>
                <a:lnTo>
                  <a:pt x="11492" y="4242"/>
                </a:lnTo>
                <a:lnTo>
                  <a:pt x="11493" y="4242"/>
                </a:lnTo>
                <a:lnTo>
                  <a:pt x="11494" y="4242"/>
                </a:lnTo>
                <a:lnTo>
                  <a:pt x="11495" y="4242"/>
                </a:lnTo>
                <a:lnTo>
                  <a:pt x="11496" y="4242"/>
                </a:lnTo>
                <a:lnTo>
                  <a:pt x="11497" y="4242"/>
                </a:lnTo>
                <a:lnTo>
                  <a:pt x="11498" y="4242"/>
                </a:lnTo>
                <a:lnTo>
                  <a:pt x="11499" y="4242"/>
                </a:lnTo>
                <a:lnTo>
                  <a:pt x="11500" y="4242"/>
                </a:lnTo>
                <a:lnTo>
                  <a:pt x="11501" y="4242"/>
                </a:lnTo>
                <a:lnTo>
                  <a:pt x="11502" y="4242"/>
                </a:lnTo>
                <a:lnTo>
                  <a:pt x="11503" y="4242"/>
                </a:lnTo>
                <a:lnTo>
                  <a:pt x="11504" y="4242"/>
                </a:lnTo>
                <a:lnTo>
                  <a:pt x="11505" y="4242"/>
                </a:lnTo>
                <a:lnTo>
                  <a:pt x="11506" y="4242"/>
                </a:lnTo>
                <a:lnTo>
                  <a:pt x="11507" y="4242"/>
                </a:lnTo>
                <a:lnTo>
                  <a:pt x="11508" y="4242"/>
                </a:lnTo>
                <a:lnTo>
                  <a:pt x="11509" y="4242"/>
                </a:lnTo>
                <a:lnTo>
                  <a:pt x="11510" y="4242"/>
                </a:lnTo>
                <a:lnTo>
                  <a:pt x="11511" y="4242"/>
                </a:lnTo>
                <a:lnTo>
                  <a:pt x="11512" y="4242"/>
                </a:lnTo>
                <a:lnTo>
                  <a:pt x="11513" y="4242"/>
                </a:lnTo>
                <a:lnTo>
                  <a:pt x="11514" y="4242"/>
                </a:lnTo>
                <a:lnTo>
                  <a:pt x="11515" y="4242"/>
                </a:lnTo>
                <a:lnTo>
                  <a:pt x="11516" y="4242"/>
                </a:lnTo>
                <a:lnTo>
                  <a:pt x="11517" y="4242"/>
                </a:lnTo>
                <a:lnTo>
                  <a:pt x="11518" y="4242"/>
                </a:lnTo>
                <a:lnTo>
                  <a:pt x="11519" y="4242"/>
                </a:lnTo>
                <a:lnTo>
                  <a:pt x="11520" y="4242"/>
                </a:lnTo>
                <a:lnTo>
                  <a:pt x="11521" y="4242"/>
                </a:lnTo>
                <a:lnTo>
                  <a:pt x="11522" y="4242"/>
                </a:lnTo>
                <a:lnTo>
                  <a:pt x="11523" y="4242"/>
                </a:lnTo>
                <a:lnTo>
                  <a:pt x="11524" y="4242"/>
                </a:lnTo>
                <a:lnTo>
                  <a:pt x="11525" y="4242"/>
                </a:lnTo>
                <a:lnTo>
                  <a:pt x="11526" y="4242"/>
                </a:lnTo>
                <a:lnTo>
                  <a:pt x="11527" y="4242"/>
                </a:lnTo>
                <a:lnTo>
                  <a:pt x="11528" y="4242"/>
                </a:lnTo>
                <a:lnTo>
                  <a:pt x="11529" y="4242"/>
                </a:lnTo>
                <a:lnTo>
                  <a:pt x="11530" y="4242"/>
                </a:lnTo>
                <a:lnTo>
                  <a:pt x="11531" y="4242"/>
                </a:lnTo>
                <a:lnTo>
                  <a:pt x="11532" y="4242"/>
                </a:lnTo>
                <a:lnTo>
                  <a:pt x="11533" y="4242"/>
                </a:lnTo>
                <a:lnTo>
                  <a:pt x="11534" y="4242"/>
                </a:lnTo>
                <a:lnTo>
                  <a:pt x="11535" y="4242"/>
                </a:lnTo>
                <a:lnTo>
                  <a:pt x="11536" y="4242"/>
                </a:lnTo>
                <a:lnTo>
                  <a:pt x="11537" y="4242"/>
                </a:lnTo>
                <a:lnTo>
                  <a:pt x="11538" y="4242"/>
                </a:lnTo>
                <a:lnTo>
                  <a:pt x="11539" y="4242"/>
                </a:lnTo>
                <a:lnTo>
                  <a:pt x="11540" y="4242"/>
                </a:lnTo>
                <a:lnTo>
                  <a:pt x="11541" y="4242"/>
                </a:lnTo>
                <a:lnTo>
                  <a:pt x="11542" y="4242"/>
                </a:lnTo>
                <a:lnTo>
                  <a:pt x="11543" y="4242"/>
                </a:lnTo>
                <a:lnTo>
                  <a:pt x="11544" y="4242"/>
                </a:lnTo>
                <a:lnTo>
                  <a:pt x="11545" y="4242"/>
                </a:lnTo>
                <a:lnTo>
                  <a:pt x="11546" y="4242"/>
                </a:lnTo>
                <a:lnTo>
                  <a:pt x="11547" y="4242"/>
                </a:lnTo>
                <a:lnTo>
                  <a:pt x="11548" y="4242"/>
                </a:lnTo>
                <a:lnTo>
                  <a:pt x="11549" y="4242"/>
                </a:lnTo>
                <a:lnTo>
                  <a:pt x="11550" y="4242"/>
                </a:lnTo>
                <a:lnTo>
                  <a:pt x="11551" y="4242"/>
                </a:lnTo>
                <a:lnTo>
                  <a:pt x="11552" y="4242"/>
                </a:lnTo>
                <a:lnTo>
                  <a:pt x="11553" y="4242"/>
                </a:lnTo>
                <a:lnTo>
                  <a:pt x="11554" y="4242"/>
                </a:lnTo>
                <a:lnTo>
                  <a:pt x="11555" y="4242"/>
                </a:lnTo>
                <a:lnTo>
                  <a:pt x="11556" y="4242"/>
                </a:lnTo>
                <a:lnTo>
                  <a:pt x="11557" y="4242"/>
                </a:lnTo>
                <a:lnTo>
                  <a:pt x="11558" y="4242"/>
                </a:lnTo>
                <a:lnTo>
                  <a:pt x="11559" y="4242"/>
                </a:lnTo>
                <a:lnTo>
                  <a:pt x="11560" y="4242"/>
                </a:lnTo>
                <a:lnTo>
                  <a:pt x="11561" y="4242"/>
                </a:lnTo>
                <a:lnTo>
                  <a:pt x="11562" y="4242"/>
                </a:lnTo>
                <a:lnTo>
                  <a:pt x="11563" y="4242"/>
                </a:lnTo>
                <a:lnTo>
                  <a:pt x="11564" y="4242"/>
                </a:lnTo>
                <a:lnTo>
                  <a:pt x="11565" y="4242"/>
                </a:lnTo>
                <a:lnTo>
                  <a:pt x="11566" y="4242"/>
                </a:lnTo>
                <a:lnTo>
                  <a:pt x="11567" y="4242"/>
                </a:lnTo>
                <a:lnTo>
                  <a:pt x="11568" y="4242"/>
                </a:lnTo>
                <a:lnTo>
                  <a:pt x="11569" y="4242"/>
                </a:lnTo>
                <a:lnTo>
                  <a:pt x="11570" y="4242"/>
                </a:lnTo>
                <a:lnTo>
                  <a:pt x="11571" y="4242"/>
                </a:lnTo>
                <a:lnTo>
                  <a:pt x="11572" y="4242"/>
                </a:lnTo>
                <a:lnTo>
                  <a:pt x="11573" y="4242"/>
                </a:lnTo>
                <a:lnTo>
                  <a:pt x="11574" y="4242"/>
                </a:lnTo>
                <a:lnTo>
                  <a:pt x="11575" y="4242"/>
                </a:lnTo>
                <a:lnTo>
                  <a:pt x="11576" y="4242"/>
                </a:lnTo>
                <a:lnTo>
                  <a:pt x="11577" y="4242"/>
                </a:lnTo>
                <a:lnTo>
                  <a:pt x="11578" y="4242"/>
                </a:lnTo>
                <a:lnTo>
                  <a:pt x="11579" y="4242"/>
                </a:lnTo>
                <a:lnTo>
                  <a:pt x="11580" y="4242"/>
                </a:lnTo>
                <a:lnTo>
                  <a:pt x="11581" y="4242"/>
                </a:lnTo>
                <a:lnTo>
                  <a:pt x="11582" y="4242"/>
                </a:lnTo>
                <a:lnTo>
                  <a:pt x="11583" y="4242"/>
                </a:lnTo>
                <a:lnTo>
                  <a:pt x="11584" y="4242"/>
                </a:lnTo>
                <a:lnTo>
                  <a:pt x="11585" y="4242"/>
                </a:lnTo>
                <a:lnTo>
                  <a:pt x="11586" y="4242"/>
                </a:lnTo>
                <a:lnTo>
                  <a:pt x="11587" y="4242"/>
                </a:lnTo>
                <a:lnTo>
                  <a:pt x="11588" y="4242"/>
                </a:lnTo>
                <a:lnTo>
                  <a:pt x="11589" y="4242"/>
                </a:lnTo>
                <a:lnTo>
                  <a:pt x="11590" y="4242"/>
                </a:lnTo>
                <a:lnTo>
                  <a:pt x="11591" y="4242"/>
                </a:lnTo>
                <a:lnTo>
                  <a:pt x="11592" y="4242"/>
                </a:lnTo>
                <a:lnTo>
                  <a:pt x="11593" y="4242"/>
                </a:lnTo>
                <a:lnTo>
                  <a:pt x="11594" y="4242"/>
                </a:lnTo>
                <a:lnTo>
                  <a:pt x="11595" y="4242"/>
                </a:lnTo>
                <a:lnTo>
                  <a:pt x="11596" y="4242"/>
                </a:lnTo>
                <a:lnTo>
                  <a:pt x="11597" y="4242"/>
                </a:lnTo>
                <a:lnTo>
                  <a:pt x="11598" y="4242"/>
                </a:lnTo>
                <a:lnTo>
                  <a:pt x="11599" y="4242"/>
                </a:lnTo>
                <a:lnTo>
                  <a:pt x="11600" y="4242"/>
                </a:lnTo>
                <a:lnTo>
                  <a:pt x="11601" y="4242"/>
                </a:lnTo>
                <a:lnTo>
                  <a:pt x="11602" y="4242"/>
                </a:lnTo>
                <a:lnTo>
                  <a:pt x="11603" y="4242"/>
                </a:lnTo>
                <a:lnTo>
                  <a:pt x="11604" y="4242"/>
                </a:lnTo>
                <a:lnTo>
                  <a:pt x="11605" y="4242"/>
                </a:lnTo>
                <a:lnTo>
                  <a:pt x="11606" y="4242"/>
                </a:lnTo>
                <a:lnTo>
                  <a:pt x="11607" y="4242"/>
                </a:lnTo>
                <a:lnTo>
                  <a:pt x="11608" y="4242"/>
                </a:lnTo>
                <a:lnTo>
                  <a:pt x="11609" y="4242"/>
                </a:lnTo>
                <a:lnTo>
                  <a:pt x="11610" y="4242"/>
                </a:lnTo>
                <a:lnTo>
                  <a:pt x="11611" y="4242"/>
                </a:lnTo>
                <a:lnTo>
                  <a:pt x="11612" y="4242"/>
                </a:lnTo>
                <a:lnTo>
                  <a:pt x="11613" y="4242"/>
                </a:lnTo>
                <a:lnTo>
                  <a:pt x="11614" y="4242"/>
                </a:lnTo>
                <a:lnTo>
                  <a:pt x="11615" y="4242"/>
                </a:lnTo>
                <a:lnTo>
                  <a:pt x="11616" y="4242"/>
                </a:lnTo>
                <a:lnTo>
                  <a:pt x="11617" y="4242"/>
                </a:lnTo>
                <a:lnTo>
                  <a:pt x="11618" y="4242"/>
                </a:lnTo>
                <a:lnTo>
                  <a:pt x="11619" y="4242"/>
                </a:lnTo>
                <a:lnTo>
                  <a:pt x="11620" y="4242"/>
                </a:lnTo>
                <a:lnTo>
                  <a:pt x="11621" y="4242"/>
                </a:lnTo>
                <a:lnTo>
                  <a:pt x="11622" y="4242"/>
                </a:lnTo>
                <a:lnTo>
                  <a:pt x="11623" y="4242"/>
                </a:lnTo>
                <a:lnTo>
                  <a:pt x="11624" y="4242"/>
                </a:lnTo>
                <a:lnTo>
                  <a:pt x="11625" y="4242"/>
                </a:lnTo>
                <a:lnTo>
                  <a:pt x="11626" y="4242"/>
                </a:lnTo>
                <a:lnTo>
                  <a:pt x="11627" y="4242"/>
                </a:lnTo>
                <a:lnTo>
                  <a:pt x="11628" y="4242"/>
                </a:lnTo>
                <a:lnTo>
                  <a:pt x="11629" y="4242"/>
                </a:lnTo>
                <a:lnTo>
                  <a:pt x="11630" y="4242"/>
                </a:lnTo>
                <a:lnTo>
                  <a:pt x="11631" y="4242"/>
                </a:lnTo>
                <a:lnTo>
                  <a:pt x="11632" y="4242"/>
                </a:lnTo>
                <a:lnTo>
                  <a:pt x="11633" y="4242"/>
                </a:lnTo>
                <a:lnTo>
                  <a:pt x="11634" y="4242"/>
                </a:lnTo>
                <a:lnTo>
                  <a:pt x="11635" y="4242"/>
                </a:lnTo>
                <a:lnTo>
                  <a:pt x="11636" y="4242"/>
                </a:lnTo>
                <a:lnTo>
                  <a:pt x="11637" y="4242"/>
                </a:lnTo>
                <a:lnTo>
                  <a:pt x="11638" y="4242"/>
                </a:lnTo>
                <a:lnTo>
                  <a:pt x="11639" y="4242"/>
                </a:lnTo>
                <a:lnTo>
                  <a:pt x="11640" y="4242"/>
                </a:lnTo>
                <a:lnTo>
                  <a:pt x="11641" y="4242"/>
                </a:lnTo>
                <a:lnTo>
                  <a:pt x="11642" y="4242"/>
                </a:lnTo>
                <a:lnTo>
                  <a:pt x="11643" y="4242"/>
                </a:lnTo>
                <a:lnTo>
                  <a:pt x="11644" y="4242"/>
                </a:lnTo>
                <a:lnTo>
                  <a:pt x="11645" y="4242"/>
                </a:lnTo>
                <a:lnTo>
                  <a:pt x="11646" y="4242"/>
                </a:lnTo>
                <a:lnTo>
                  <a:pt x="11647" y="4242"/>
                </a:lnTo>
                <a:lnTo>
                  <a:pt x="11648" y="4242"/>
                </a:lnTo>
                <a:lnTo>
                  <a:pt x="11649" y="4242"/>
                </a:lnTo>
                <a:lnTo>
                  <a:pt x="11650" y="4242"/>
                </a:lnTo>
                <a:lnTo>
                  <a:pt x="11651" y="4242"/>
                </a:lnTo>
                <a:lnTo>
                  <a:pt x="11652" y="4242"/>
                </a:lnTo>
                <a:lnTo>
                  <a:pt x="11653" y="4242"/>
                </a:lnTo>
                <a:lnTo>
                  <a:pt x="11654" y="4242"/>
                </a:lnTo>
                <a:lnTo>
                  <a:pt x="11655" y="4242"/>
                </a:lnTo>
                <a:lnTo>
                  <a:pt x="11656" y="4242"/>
                </a:lnTo>
                <a:lnTo>
                  <a:pt x="11657" y="4242"/>
                </a:lnTo>
                <a:lnTo>
                  <a:pt x="11658" y="4242"/>
                </a:lnTo>
                <a:lnTo>
                  <a:pt x="11659" y="4242"/>
                </a:lnTo>
                <a:lnTo>
                  <a:pt x="11660" y="4242"/>
                </a:lnTo>
                <a:lnTo>
                  <a:pt x="11661" y="4242"/>
                </a:lnTo>
                <a:lnTo>
                  <a:pt x="11662" y="4242"/>
                </a:lnTo>
                <a:lnTo>
                  <a:pt x="11663" y="4242"/>
                </a:lnTo>
                <a:lnTo>
                  <a:pt x="11664" y="4242"/>
                </a:lnTo>
                <a:lnTo>
                  <a:pt x="11665" y="4242"/>
                </a:lnTo>
                <a:lnTo>
                  <a:pt x="11666" y="4242"/>
                </a:lnTo>
                <a:lnTo>
                  <a:pt x="11667" y="4242"/>
                </a:lnTo>
                <a:lnTo>
                  <a:pt x="11668" y="4242"/>
                </a:lnTo>
                <a:lnTo>
                  <a:pt x="11669" y="4242"/>
                </a:lnTo>
                <a:lnTo>
                  <a:pt x="11670" y="4242"/>
                </a:lnTo>
                <a:lnTo>
                  <a:pt x="11671" y="4242"/>
                </a:lnTo>
                <a:lnTo>
                  <a:pt x="11672" y="4242"/>
                </a:lnTo>
                <a:lnTo>
                  <a:pt x="11673" y="4242"/>
                </a:lnTo>
                <a:lnTo>
                  <a:pt x="11674" y="4242"/>
                </a:lnTo>
                <a:lnTo>
                  <a:pt x="11675" y="4242"/>
                </a:lnTo>
                <a:lnTo>
                  <a:pt x="11676" y="4242"/>
                </a:lnTo>
                <a:lnTo>
                  <a:pt x="11677" y="4242"/>
                </a:lnTo>
                <a:lnTo>
                  <a:pt x="11678" y="4242"/>
                </a:lnTo>
                <a:lnTo>
                  <a:pt x="11679" y="4242"/>
                </a:lnTo>
                <a:lnTo>
                  <a:pt x="11680" y="4242"/>
                </a:lnTo>
                <a:lnTo>
                  <a:pt x="11681" y="4242"/>
                </a:lnTo>
                <a:lnTo>
                  <a:pt x="11682" y="4242"/>
                </a:lnTo>
                <a:lnTo>
                  <a:pt x="11683" y="4242"/>
                </a:lnTo>
                <a:lnTo>
                  <a:pt x="11684" y="4242"/>
                </a:lnTo>
                <a:lnTo>
                  <a:pt x="11685" y="4242"/>
                </a:lnTo>
                <a:lnTo>
                  <a:pt x="11686" y="4242"/>
                </a:lnTo>
                <a:lnTo>
                  <a:pt x="11687" y="4242"/>
                </a:lnTo>
                <a:lnTo>
                  <a:pt x="11688" y="4242"/>
                </a:lnTo>
                <a:lnTo>
                  <a:pt x="11689" y="4242"/>
                </a:lnTo>
                <a:lnTo>
                  <a:pt x="11690" y="4242"/>
                </a:lnTo>
                <a:lnTo>
                  <a:pt x="11691" y="4242"/>
                </a:lnTo>
                <a:lnTo>
                  <a:pt x="11692" y="4242"/>
                </a:lnTo>
                <a:lnTo>
                  <a:pt x="11693" y="4242"/>
                </a:lnTo>
                <a:lnTo>
                  <a:pt x="11694" y="4242"/>
                </a:lnTo>
                <a:lnTo>
                  <a:pt x="11695" y="4242"/>
                </a:lnTo>
                <a:lnTo>
                  <a:pt x="11696" y="4242"/>
                </a:lnTo>
                <a:lnTo>
                  <a:pt x="11697" y="4242"/>
                </a:lnTo>
                <a:lnTo>
                  <a:pt x="11698" y="4242"/>
                </a:lnTo>
                <a:lnTo>
                  <a:pt x="11699" y="4242"/>
                </a:lnTo>
                <a:lnTo>
                  <a:pt x="11700" y="4242"/>
                </a:lnTo>
                <a:lnTo>
                  <a:pt x="11701" y="4242"/>
                </a:lnTo>
                <a:lnTo>
                  <a:pt x="11702" y="4242"/>
                </a:lnTo>
                <a:lnTo>
                  <a:pt x="11703" y="4242"/>
                </a:lnTo>
                <a:lnTo>
                  <a:pt x="11704" y="4242"/>
                </a:lnTo>
                <a:lnTo>
                  <a:pt x="11705" y="4242"/>
                </a:lnTo>
                <a:lnTo>
                  <a:pt x="11706" y="4242"/>
                </a:lnTo>
                <a:lnTo>
                  <a:pt x="11707" y="4242"/>
                </a:lnTo>
                <a:lnTo>
                  <a:pt x="11708" y="4242"/>
                </a:lnTo>
                <a:lnTo>
                  <a:pt x="11709" y="4242"/>
                </a:lnTo>
                <a:lnTo>
                  <a:pt x="11710" y="4242"/>
                </a:lnTo>
                <a:lnTo>
                  <a:pt x="11711" y="4242"/>
                </a:lnTo>
                <a:lnTo>
                  <a:pt x="11712" y="4242"/>
                </a:lnTo>
                <a:lnTo>
                  <a:pt x="11713" y="4242"/>
                </a:lnTo>
                <a:lnTo>
                  <a:pt x="11714" y="4242"/>
                </a:lnTo>
                <a:lnTo>
                  <a:pt x="11715" y="4242"/>
                </a:lnTo>
                <a:lnTo>
                  <a:pt x="11716" y="4242"/>
                </a:lnTo>
                <a:lnTo>
                  <a:pt x="11717" y="4242"/>
                </a:lnTo>
                <a:lnTo>
                  <a:pt x="11718" y="4242"/>
                </a:lnTo>
                <a:lnTo>
                  <a:pt x="11719" y="4242"/>
                </a:lnTo>
                <a:lnTo>
                  <a:pt x="11720" y="4242"/>
                </a:lnTo>
                <a:lnTo>
                  <a:pt x="11721" y="4242"/>
                </a:lnTo>
                <a:lnTo>
                  <a:pt x="11722" y="4242"/>
                </a:lnTo>
                <a:lnTo>
                  <a:pt x="11723" y="4242"/>
                </a:lnTo>
                <a:lnTo>
                  <a:pt x="11724" y="4242"/>
                </a:lnTo>
                <a:lnTo>
                  <a:pt x="11725" y="4242"/>
                </a:lnTo>
                <a:lnTo>
                  <a:pt x="11726" y="4242"/>
                </a:lnTo>
                <a:lnTo>
                  <a:pt x="11727" y="4242"/>
                </a:lnTo>
                <a:lnTo>
                  <a:pt x="11728" y="4242"/>
                </a:lnTo>
                <a:lnTo>
                  <a:pt x="11729" y="4242"/>
                </a:lnTo>
                <a:lnTo>
                  <a:pt x="11730" y="4242"/>
                </a:lnTo>
                <a:lnTo>
                  <a:pt x="11731" y="4242"/>
                </a:lnTo>
                <a:lnTo>
                  <a:pt x="11732" y="4242"/>
                </a:lnTo>
                <a:lnTo>
                  <a:pt x="11733" y="4242"/>
                </a:lnTo>
                <a:lnTo>
                  <a:pt x="11734" y="4242"/>
                </a:lnTo>
                <a:lnTo>
                  <a:pt x="11735" y="4242"/>
                </a:lnTo>
                <a:lnTo>
                  <a:pt x="11736" y="4242"/>
                </a:lnTo>
                <a:lnTo>
                  <a:pt x="11737" y="4242"/>
                </a:lnTo>
                <a:lnTo>
                  <a:pt x="11738" y="4242"/>
                </a:lnTo>
                <a:lnTo>
                  <a:pt x="11739" y="4242"/>
                </a:lnTo>
                <a:lnTo>
                  <a:pt x="11740" y="4242"/>
                </a:lnTo>
                <a:lnTo>
                  <a:pt x="11741" y="4242"/>
                </a:lnTo>
                <a:lnTo>
                  <a:pt x="11742" y="4242"/>
                </a:lnTo>
                <a:lnTo>
                  <a:pt x="11743" y="4242"/>
                </a:lnTo>
                <a:lnTo>
                  <a:pt x="11744" y="4242"/>
                </a:lnTo>
                <a:lnTo>
                  <a:pt x="11745" y="4242"/>
                </a:lnTo>
                <a:lnTo>
                  <a:pt x="11746" y="4242"/>
                </a:lnTo>
                <a:lnTo>
                  <a:pt x="11747" y="4242"/>
                </a:lnTo>
                <a:lnTo>
                  <a:pt x="11748" y="4242"/>
                </a:lnTo>
                <a:lnTo>
                  <a:pt x="11749" y="4242"/>
                </a:lnTo>
                <a:lnTo>
                  <a:pt x="11750" y="4242"/>
                </a:lnTo>
                <a:lnTo>
                  <a:pt x="11751" y="4242"/>
                </a:lnTo>
                <a:lnTo>
                  <a:pt x="11752" y="4242"/>
                </a:lnTo>
                <a:lnTo>
                  <a:pt x="11753" y="4242"/>
                </a:lnTo>
                <a:lnTo>
                  <a:pt x="11754" y="4242"/>
                </a:lnTo>
                <a:lnTo>
                  <a:pt x="11755" y="4242"/>
                </a:lnTo>
                <a:lnTo>
                  <a:pt x="11756" y="4242"/>
                </a:lnTo>
                <a:lnTo>
                  <a:pt x="11757" y="4242"/>
                </a:lnTo>
                <a:lnTo>
                  <a:pt x="11758" y="4242"/>
                </a:lnTo>
                <a:lnTo>
                  <a:pt x="11759" y="4242"/>
                </a:lnTo>
                <a:lnTo>
                  <a:pt x="11760" y="4242"/>
                </a:lnTo>
                <a:lnTo>
                  <a:pt x="11761" y="4242"/>
                </a:lnTo>
                <a:lnTo>
                  <a:pt x="11762" y="4242"/>
                </a:lnTo>
                <a:lnTo>
                  <a:pt x="11763" y="4242"/>
                </a:lnTo>
                <a:lnTo>
                  <a:pt x="11764" y="4242"/>
                </a:lnTo>
                <a:lnTo>
                  <a:pt x="11765" y="4242"/>
                </a:lnTo>
                <a:lnTo>
                  <a:pt x="11766" y="4242"/>
                </a:lnTo>
                <a:lnTo>
                  <a:pt x="11767" y="4242"/>
                </a:lnTo>
                <a:lnTo>
                  <a:pt x="11768" y="4242"/>
                </a:lnTo>
                <a:lnTo>
                  <a:pt x="11769" y="4242"/>
                </a:lnTo>
                <a:lnTo>
                  <a:pt x="11770" y="4242"/>
                </a:lnTo>
                <a:lnTo>
                  <a:pt x="11771" y="4242"/>
                </a:lnTo>
                <a:lnTo>
                  <a:pt x="11772" y="4242"/>
                </a:lnTo>
                <a:lnTo>
                  <a:pt x="11773" y="4242"/>
                </a:lnTo>
                <a:lnTo>
                  <a:pt x="11774" y="4242"/>
                </a:lnTo>
                <a:lnTo>
                  <a:pt x="11775" y="4242"/>
                </a:lnTo>
                <a:lnTo>
                  <a:pt x="11776" y="4242"/>
                </a:lnTo>
                <a:lnTo>
                  <a:pt x="11777" y="4242"/>
                </a:lnTo>
                <a:lnTo>
                  <a:pt x="11778" y="4242"/>
                </a:lnTo>
                <a:lnTo>
                  <a:pt x="11779" y="4242"/>
                </a:lnTo>
                <a:lnTo>
                  <a:pt x="11780" y="4242"/>
                </a:lnTo>
                <a:lnTo>
                  <a:pt x="11781" y="4242"/>
                </a:lnTo>
                <a:lnTo>
                  <a:pt x="11782" y="4242"/>
                </a:lnTo>
                <a:lnTo>
                  <a:pt x="11783" y="4242"/>
                </a:lnTo>
                <a:lnTo>
                  <a:pt x="11784" y="4242"/>
                </a:lnTo>
                <a:lnTo>
                  <a:pt x="11785" y="4242"/>
                </a:lnTo>
                <a:lnTo>
                  <a:pt x="11786" y="4242"/>
                </a:lnTo>
                <a:lnTo>
                  <a:pt x="11787" y="4242"/>
                </a:lnTo>
                <a:lnTo>
                  <a:pt x="11788" y="4242"/>
                </a:lnTo>
                <a:lnTo>
                  <a:pt x="11789" y="4242"/>
                </a:lnTo>
                <a:lnTo>
                  <a:pt x="11790" y="4242"/>
                </a:lnTo>
                <a:lnTo>
                  <a:pt x="11791" y="4242"/>
                </a:lnTo>
                <a:lnTo>
                  <a:pt x="11792" y="4242"/>
                </a:lnTo>
                <a:lnTo>
                  <a:pt x="11793" y="4242"/>
                </a:lnTo>
                <a:lnTo>
                  <a:pt x="11794" y="4242"/>
                </a:lnTo>
                <a:lnTo>
                  <a:pt x="11795" y="4242"/>
                </a:lnTo>
                <a:lnTo>
                  <a:pt x="11796" y="4242"/>
                </a:lnTo>
                <a:lnTo>
                  <a:pt x="11797" y="4242"/>
                </a:lnTo>
                <a:lnTo>
                  <a:pt x="11798" y="4242"/>
                </a:lnTo>
                <a:lnTo>
                  <a:pt x="11799" y="4242"/>
                </a:lnTo>
                <a:lnTo>
                  <a:pt x="11800" y="4242"/>
                </a:lnTo>
                <a:lnTo>
                  <a:pt x="11801" y="4242"/>
                </a:lnTo>
                <a:lnTo>
                  <a:pt x="11802" y="4242"/>
                </a:lnTo>
                <a:lnTo>
                  <a:pt x="11803" y="4242"/>
                </a:lnTo>
                <a:lnTo>
                  <a:pt x="11804" y="4242"/>
                </a:lnTo>
                <a:lnTo>
                  <a:pt x="11805" y="4242"/>
                </a:lnTo>
                <a:lnTo>
                  <a:pt x="11806" y="4242"/>
                </a:lnTo>
                <a:lnTo>
                  <a:pt x="11807" y="4242"/>
                </a:lnTo>
                <a:lnTo>
                  <a:pt x="11808" y="4242"/>
                </a:lnTo>
                <a:lnTo>
                  <a:pt x="11809" y="4242"/>
                </a:lnTo>
                <a:lnTo>
                  <a:pt x="11810" y="4242"/>
                </a:lnTo>
                <a:lnTo>
                  <a:pt x="11811" y="4242"/>
                </a:lnTo>
                <a:lnTo>
                  <a:pt x="11812" y="4242"/>
                </a:lnTo>
                <a:lnTo>
                  <a:pt x="11813" y="4242"/>
                </a:lnTo>
                <a:lnTo>
                  <a:pt x="11814" y="4242"/>
                </a:lnTo>
                <a:lnTo>
                  <a:pt x="11815" y="4242"/>
                </a:lnTo>
                <a:lnTo>
                  <a:pt x="11816" y="4242"/>
                </a:lnTo>
                <a:lnTo>
                  <a:pt x="11817" y="4242"/>
                </a:lnTo>
                <a:lnTo>
                  <a:pt x="11818" y="4242"/>
                </a:lnTo>
                <a:lnTo>
                  <a:pt x="11819" y="4242"/>
                </a:lnTo>
                <a:lnTo>
                  <a:pt x="11820" y="4242"/>
                </a:lnTo>
                <a:lnTo>
                  <a:pt x="11821" y="4242"/>
                </a:lnTo>
                <a:lnTo>
                  <a:pt x="11822" y="4242"/>
                </a:lnTo>
                <a:lnTo>
                  <a:pt x="11823" y="4242"/>
                </a:lnTo>
                <a:lnTo>
                  <a:pt x="11824" y="4242"/>
                </a:lnTo>
                <a:lnTo>
                  <a:pt x="11825" y="4242"/>
                </a:lnTo>
                <a:lnTo>
                  <a:pt x="11826" y="4242"/>
                </a:lnTo>
                <a:lnTo>
                  <a:pt x="11827" y="4242"/>
                </a:lnTo>
                <a:lnTo>
                  <a:pt x="11828" y="4242"/>
                </a:lnTo>
                <a:lnTo>
                  <a:pt x="11829" y="4242"/>
                </a:lnTo>
                <a:lnTo>
                  <a:pt x="11830" y="4242"/>
                </a:lnTo>
                <a:lnTo>
                  <a:pt x="11831" y="4242"/>
                </a:lnTo>
                <a:lnTo>
                  <a:pt x="11832" y="4242"/>
                </a:lnTo>
                <a:lnTo>
                  <a:pt x="11833" y="4242"/>
                </a:lnTo>
                <a:lnTo>
                  <a:pt x="11834" y="4242"/>
                </a:lnTo>
                <a:lnTo>
                  <a:pt x="11835" y="4242"/>
                </a:lnTo>
                <a:lnTo>
                  <a:pt x="11836" y="4242"/>
                </a:lnTo>
                <a:lnTo>
                  <a:pt x="11837" y="4242"/>
                </a:lnTo>
                <a:lnTo>
                  <a:pt x="11838" y="4242"/>
                </a:lnTo>
                <a:lnTo>
                  <a:pt x="11839" y="4242"/>
                </a:lnTo>
                <a:lnTo>
                  <a:pt x="11840" y="4242"/>
                </a:lnTo>
                <a:lnTo>
                  <a:pt x="11841" y="4242"/>
                </a:lnTo>
                <a:lnTo>
                  <a:pt x="11842" y="4242"/>
                </a:lnTo>
                <a:lnTo>
                  <a:pt x="11843" y="4242"/>
                </a:lnTo>
                <a:lnTo>
                  <a:pt x="11844" y="4242"/>
                </a:lnTo>
                <a:lnTo>
                  <a:pt x="11845" y="4242"/>
                </a:lnTo>
                <a:lnTo>
                  <a:pt x="11846" y="4242"/>
                </a:lnTo>
                <a:lnTo>
                  <a:pt x="11847" y="4242"/>
                </a:lnTo>
                <a:lnTo>
                  <a:pt x="11848" y="4242"/>
                </a:lnTo>
                <a:lnTo>
                  <a:pt x="11849" y="4242"/>
                </a:lnTo>
                <a:lnTo>
                  <a:pt x="11850" y="4242"/>
                </a:lnTo>
                <a:lnTo>
                  <a:pt x="11851" y="4242"/>
                </a:lnTo>
                <a:lnTo>
                  <a:pt x="11852" y="4242"/>
                </a:lnTo>
                <a:lnTo>
                  <a:pt x="11853" y="4242"/>
                </a:lnTo>
                <a:lnTo>
                  <a:pt x="11854" y="4242"/>
                </a:lnTo>
                <a:lnTo>
                  <a:pt x="11855" y="4242"/>
                </a:lnTo>
                <a:lnTo>
                  <a:pt x="11856" y="4242"/>
                </a:lnTo>
                <a:lnTo>
                  <a:pt x="11857" y="4242"/>
                </a:lnTo>
                <a:lnTo>
                  <a:pt x="11858" y="4242"/>
                </a:lnTo>
                <a:lnTo>
                  <a:pt x="11859" y="4242"/>
                </a:lnTo>
                <a:lnTo>
                  <a:pt x="11860" y="4242"/>
                </a:lnTo>
                <a:lnTo>
                  <a:pt x="11861" y="4242"/>
                </a:lnTo>
                <a:lnTo>
                  <a:pt x="11862" y="4242"/>
                </a:lnTo>
                <a:lnTo>
                  <a:pt x="11863" y="4242"/>
                </a:lnTo>
                <a:lnTo>
                  <a:pt x="11864" y="4242"/>
                </a:lnTo>
                <a:lnTo>
                  <a:pt x="11865" y="4242"/>
                </a:lnTo>
                <a:lnTo>
                  <a:pt x="11866" y="4242"/>
                </a:lnTo>
                <a:lnTo>
                  <a:pt x="11867" y="4242"/>
                </a:lnTo>
                <a:lnTo>
                  <a:pt x="11868" y="4242"/>
                </a:lnTo>
                <a:lnTo>
                  <a:pt x="11869" y="4242"/>
                </a:lnTo>
                <a:lnTo>
                  <a:pt x="11870" y="4242"/>
                </a:lnTo>
                <a:lnTo>
                  <a:pt x="11871" y="4242"/>
                </a:lnTo>
                <a:lnTo>
                  <a:pt x="11872" y="4242"/>
                </a:lnTo>
                <a:lnTo>
                  <a:pt x="11873" y="4242"/>
                </a:lnTo>
                <a:lnTo>
                  <a:pt x="11874" y="4242"/>
                </a:lnTo>
                <a:lnTo>
                  <a:pt x="11875" y="4242"/>
                </a:lnTo>
                <a:lnTo>
                  <a:pt x="11876" y="4242"/>
                </a:lnTo>
                <a:lnTo>
                  <a:pt x="11877" y="4242"/>
                </a:lnTo>
                <a:lnTo>
                  <a:pt x="11878" y="4242"/>
                </a:lnTo>
                <a:lnTo>
                  <a:pt x="11879" y="4242"/>
                </a:lnTo>
                <a:lnTo>
                  <a:pt x="11880" y="4242"/>
                </a:lnTo>
                <a:lnTo>
                  <a:pt x="11881" y="4242"/>
                </a:lnTo>
                <a:lnTo>
                  <a:pt x="11882" y="4242"/>
                </a:lnTo>
                <a:lnTo>
                  <a:pt x="11883" y="4242"/>
                </a:lnTo>
                <a:lnTo>
                  <a:pt x="11884" y="4242"/>
                </a:lnTo>
                <a:lnTo>
                  <a:pt x="11885" y="4242"/>
                </a:lnTo>
                <a:lnTo>
                  <a:pt x="11886" y="4242"/>
                </a:lnTo>
                <a:lnTo>
                  <a:pt x="11887" y="4242"/>
                </a:lnTo>
                <a:lnTo>
                  <a:pt x="11888" y="4242"/>
                </a:lnTo>
                <a:lnTo>
                  <a:pt x="11889" y="4242"/>
                </a:lnTo>
                <a:lnTo>
                  <a:pt x="11890" y="4242"/>
                </a:lnTo>
                <a:lnTo>
                  <a:pt x="11891" y="4242"/>
                </a:lnTo>
                <a:lnTo>
                  <a:pt x="11892" y="4242"/>
                </a:lnTo>
                <a:lnTo>
                  <a:pt x="11893" y="4242"/>
                </a:lnTo>
                <a:lnTo>
                  <a:pt x="11894" y="4242"/>
                </a:lnTo>
                <a:lnTo>
                  <a:pt x="11895" y="4242"/>
                </a:lnTo>
                <a:lnTo>
                  <a:pt x="11896" y="4242"/>
                </a:lnTo>
                <a:lnTo>
                  <a:pt x="11897" y="4242"/>
                </a:lnTo>
                <a:lnTo>
                  <a:pt x="11898" y="4242"/>
                </a:lnTo>
                <a:lnTo>
                  <a:pt x="11899" y="4242"/>
                </a:lnTo>
                <a:lnTo>
                  <a:pt x="11900" y="4242"/>
                </a:lnTo>
                <a:lnTo>
                  <a:pt x="11901" y="4242"/>
                </a:lnTo>
                <a:lnTo>
                  <a:pt x="11902" y="4242"/>
                </a:lnTo>
                <a:lnTo>
                  <a:pt x="11903" y="4242"/>
                </a:lnTo>
                <a:lnTo>
                  <a:pt x="11904" y="4242"/>
                </a:lnTo>
                <a:lnTo>
                  <a:pt x="11905" y="4242"/>
                </a:lnTo>
                <a:lnTo>
                  <a:pt x="11906" y="4242"/>
                </a:lnTo>
                <a:lnTo>
                  <a:pt x="11907" y="4242"/>
                </a:lnTo>
                <a:lnTo>
                  <a:pt x="11908" y="4242"/>
                </a:lnTo>
                <a:lnTo>
                  <a:pt x="11909" y="4242"/>
                </a:lnTo>
                <a:lnTo>
                  <a:pt x="11910" y="4242"/>
                </a:lnTo>
                <a:lnTo>
                  <a:pt x="11911" y="4242"/>
                </a:lnTo>
                <a:lnTo>
                  <a:pt x="11912" y="4242"/>
                </a:lnTo>
                <a:lnTo>
                  <a:pt x="11913" y="4242"/>
                </a:lnTo>
                <a:lnTo>
                  <a:pt x="11914" y="4242"/>
                </a:lnTo>
                <a:lnTo>
                  <a:pt x="11915" y="4242"/>
                </a:lnTo>
                <a:lnTo>
                  <a:pt x="11916" y="4242"/>
                </a:lnTo>
                <a:lnTo>
                  <a:pt x="11917" y="4242"/>
                </a:lnTo>
                <a:lnTo>
                  <a:pt x="11918" y="4242"/>
                </a:lnTo>
                <a:lnTo>
                  <a:pt x="11919" y="4242"/>
                </a:lnTo>
                <a:lnTo>
                  <a:pt x="11920" y="4242"/>
                </a:lnTo>
                <a:lnTo>
                  <a:pt x="11921" y="4242"/>
                </a:lnTo>
                <a:lnTo>
                  <a:pt x="11922" y="4242"/>
                </a:lnTo>
                <a:lnTo>
                  <a:pt x="11923" y="4242"/>
                </a:lnTo>
                <a:lnTo>
                  <a:pt x="11924" y="4242"/>
                </a:lnTo>
                <a:lnTo>
                  <a:pt x="11925" y="4242"/>
                </a:lnTo>
                <a:lnTo>
                  <a:pt x="11926" y="4242"/>
                </a:lnTo>
                <a:lnTo>
                  <a:pt x="11927" y="4242"/>
                </a:lnTo>
                <a:lnTo>
                  <a:pt x="11928" y="4242"/>
                </a:lnTo>
                <a:lnTo>
                  <a:pt x="11929" y="4242"/>
                </a:lnTo>
                <a:lnTo>
                  <a:pt x="11930" y="4242"/>
                </a:lnTo>
                <a:lnTo>
                  <a:pt x="11931" y="4242"/>
                </a:lnTo>
                <a:lnTo>
                  <a:pt x="11932" y="4242"/>
                </a:lnTo>
                <a:lnTo>
                  <a:pt x="11933" y="4242"/>
                </a:lnTo>
                <a:lnTo>
                  <a:pt x="11934" y="4242"/>
                </a:lnTo>
                <a:lnTo>
                  <a:pt x="11935" y="4242"/>
                </a:lnTo>
                <a:lnTo>
                  <a:pt x="11936" y="4242"/>
                </a:lnTo>
                <a:lnTo>
                  <a:pt x="11937" y="4242"/>
                </a:lnTo>
                <a:lnTo>
                  <a:pt x="11938" y="4242"/>
                </a:lnTo>
                <a:lnTo>
                  <a:pt x="11939" y="4242"/>
                </a:lnTo>
                <a:lnTo>
                  <a:pt x="11940" y="4242"/>
                </a:lnTo>
                <a:lnTo>
                  <a:pt x="11941" y="4242"/>
                </a:lnTo>
                <a:lnTo>
                  <a:pt x="11942" y="4242"/>
                </a:lnTo>
                <a:lnTo>
                  <a:pt x="11943" y="4242"/>
                </a:lnTo>
                <a:lnTo>
                  <a:pt x="11944" y="4242"/>
                </a:lnTo>
                <a:lnTo>
                  <a:pt x="11945" y="4242"/>
                </a:lnTo>
                <a:lnTo>
                  <a:pt x="11946" y="4242"/>
                </a:lnTo>
                <a:lnTo>
                  <a:pt x="11947" y="4242"/>
                </a:lnTo>
                <a:lnTo>
                  <a:pt x="11948" y="4242"/>
                </a:lnTo>
                <a:lnTo>
                  <a:pt x="11949" y="4242"/>
                </a:lnTo>
                <a:lnTo>
                  <a:pt x="11950" y="4242"/>
                </a:lnTo>
                <a:lnTo>
                  <a:pt x="11951" y="4242"/>
                </a:lnTo>
                <a:lnTo>
                  <a:pt x="11952" y="4242"/>
                </a:lnTo>
                <a:lnTo>
                  <a:pt x="11953" y="4242"/>
                </a:lnTo>
                <a:lnTo>
                  <a:pt x="11954" y="4242"/>
                </a:lnTo>
                <a:lnTo>
                  <a:pt x="11955" y="4242"/>
                </a:lnTo>
                <a:lnTo>
                  <a:pt x="11956" y="4242"/>
                </a:lnTo>
                <a:lnTo>
                  <a:pt x="11957" y="4242"/>
                </a:lnTo>
                <a:lnTo>
                  <a:pt x="11958" y="4242"/>
                </a:lnTo>
                <a:lnTo>
                  <a:pt x="11959" y="4242"/>
                </a:lnTo>
                <a:lnTo>
                  <a:pt x="11960" y="4242"/>
                </a:lnTo>
                <a:lnTo>
                  <a:pt x="11961" y="4242"/>
                </a:lnTo>
                <a:lnTo>
                  <a:pt x="11962" y="4242"/>
                </a:lnTo>
                <a:lnTo>
                  <a:pt x="11963" y="4242"/>
                </a:lnTo>
                <a:lnTo>
                  <a:pt x="11964" y="4242"/>
                </a:lnTo>
                <a:lnTo>
                  <a:pt x="11965" y="4242"/>
                </a:lnTo>
                <a:lnTo>
                  <a:pt x="11966" y="4242"/>
                </a:lnTo>
                <a:lnTo>
                  <a:pt x="11967" y="4242"/>
                </a:lnTo>
                <a:lnTo>
                  <a:pt x="11968" y="4242"/>
                </a:lnTo>
                <a:lnTo>
                  <a:pt x="11969" y="4242"/>
                </a:lnTo>
                <a:lnTo>
                  <a:pt x="11970" y="4242"/>
                </a:lnTo>
                <a:lnTo>
                  <a:pt x="11971" y="4242"/>
                </a:lnTo>
                <a:lnTo>
                  <a:pt x="11972" y="4242"/>
                </a:lnTo>
                <a:lnTo>
                  <a:pt x="11973" y="4242"/>
                </a:lnTo>
                <a:lnTo>
                  <a:pt x="11974" y="4242"/>
                </a:lnTo>
                <a:lnTo>
                  <a:pt x="11975" y="4242"/>
                </a:lnTo>
                <a:lnTo>
                  <a:pt x="11976" y="4242"/>
                </a:lnTo>
                <a:lnTo>
                  <a:pt x="11977" y="4242"/>
                </a:lnTo>
                <a:lnTo>
                  <a:pt x="11978" y="4242"/>
                </a:lnTo>
                <a:lnTo>
                  <a:pt x="11979" y="4242"/>
                </a:lnTo>
                <a:lnTo>
                  <a:pt x="11980" y="4242"/>
                </a:lnTo>
                <a:lnTo>
                  <a:pt x="11981" y="4242"/>
                </a:lnTo>
                <a:lnTo>
                  <a:pt x="11982" y="4242"/>
                </a:lnTo>
                <a:lnTo>
                  <a:pt x="11983" y="4242"/>
                </a:lnTo>
                <a:lnTo>
                  <a:pt x="11984" y="4242"/>
                </a:lnTo>
                <a:lnTo>
                  <a:pt x="11985" y="4242"/>
                </a:lnTo>
                <a:lnTo>
                  <a:pt x="11986" y="4242"/>
                </a:lnTo>
                <a:lnTo>
                  <a:pt x="11987" y="4242"/>
                </a:lnTo>
                <a:lnTo>
                  <a:pt x="11988" y="4242"/>
                </a:lnTo>
                <a:lnTo>
                  <a:pt x="11989" y="4242"/>
                </a:lnTo>
                <a:lnTo>
                  <a:pt x="11990" y="4242"/>
                </a:lnTo>
                <a:lnTo>
                  <a:pt x="11991" y="4242"/>
                </a:lnTo>
                <a:lnTo>
                  <a:pt x="11992" y="4242"/>
                </a:lnTo>
                <a:lnTo>
                  <a:pt x="11993" y="4242"/>
                </a:lnTo>
                <a:lnTo>
                  <a:pt x="11994" y="4242"/>
                </a:lnTo>
                <a:lnTo>
                  <a:pt x="11995" y="4242"/>
                </a:lnTo>
                <a:lnTo>
                  <a:pt x="11996" y="4242"/>
                </a:lnTo>
                <a:lnTo>
                  <a:pt x="11997" y="4242"/>
                </a:lnTo>
                <a:lnTo>
                  <a:pt x="11998" y="4242"/>
                </a:lnTo>
                <a:lnTo>
                  <a:pt x="11999" y="4242"/>
                </a:lnTo>
                <a:lnTo>
                  <a:pt x="12000" y="4242"/>
                </a:lnTo>
                <a:lnTo>
                  <a:pt x="12001" y="4242"/>
                </a:lnTo>
                <a:lnTo>
                  <a:pt x="12002" y="4242"/>
                </a:lnTo>
                <a:lnTo>
                  <a:pt x="12003" y="4242"/>
                </a:lnTo>
                <a:lnTo>
                  <a:pt x="12004" y="4242"/>
                </a:lnTo>
                <a:lnTo>
                  <a:pt x="12005" y="4242"/>
                </a:lnTo>
                <a:lnTo>
                  <a:pt x="12006" y="4242"/>
                </a:lnTo>
                <a:lnTo>
                  <a:pt x="12007" y="4242"/>
                </a:lnTo>
                <a:lnTo>
                  <a:pt x="12008" y="4242"/>
                </a:lnTo>
                <a:lnTo>
                  <a:pt x="12009" y="4242"/>
                </a:lnTo>
                <a:lnTo>
                  <a:pt x="12010" y="4242"/>
                </a:lnTo>
                <a:lnTo>
                  <a:pt x="12011" y="4242"/>
                </a:lnTo>
                <a:lnTo>
                  <a:pt x="12012" y="4242"/>
                </a:lnTo>
                <a:lnTo>
                  <a:pt x="12013" y="4242"/>
                </a:lnTo>
                <a:lnTo>
                  <a:pt x="12014" y="4242"/>
                </a:lnTo>
                <a:lnTo>
                  <a:pt x="12015" y="4242"/>
                </a:lnTo>
                <a:lnTo>
                  <a:pt x="12016" y="4242"/>
                </a:lnTo>
                <a:lnTo>
                  <a:pt x="12017" y="4242"/>
                </a:lnTo>
                <a:lnTo>
                  <a:pt x="12018" y="4242"/>
                </a:lnTo>
                <a:lnTo>
                  <a:pt x="12019" y="4242"/>
                </a:lnTo>
                <a:lnTo>
                  <a:pt x="12020" y="4242"/>
                </a:lnTo>
                <a:lnTo>
                  <a:pt x="12021" y="4242"/>
                </a:lnTo>
                <a:lnTo>
                  <a:pt x="12022" y="4242"/>
                </a:lnTo>
                <a:lnTo>
                  <a:pt x="12023" y="4242"/>
                </a:lnTo>
                <a:lnTo>
                  <a:pt x="12024" y="4242"/>
                </a:lnTo>
                <a:lnTo>
                  <a:pt x="12025" y="4242"/>
                </a:lnTo>
                <a:lnTo>
                  <a:pt x="12026" y="4242"/>
                </a:lnTo>
                <a:lnTo>
                  <a:pt x="12027" y="4242"/>
                </a:lnTo>
                <a:lnTo>
                  <a:pt x="12028" y="4242"/>
                </a:lnTo>
                <a:lnTo>
                  <a:pt x="12029" y="4242"/>
                </a:lnTo>
                <a:lnTo>
                  <a:pt x="12030" y="4242"/>
                </a:lnTo>
                <a:lnTo>
                  <a:pt x="12031" y="4242"/>
                </a:lnTo>
                <a:lnTo>
                  <a:pt x="12032" y="4242"/>
                </a:lnTo>
                <a:lnTo>
                  <a:pt x="12033" y="4242"/>
                </a:lnTo>
                <a:lnTo>
                  <a:pt x="12034" y="4242"/>
                </a:lnTo>
                <a:lnTo>
                  <a:pt x="12035" y="4242"/>
                </a:lnTo>
                <a:lnTo>
                  <a:pt x="12036" y="4242"/>
                </a:lnTo>
                <a:lnTo>
                  <a:pt x="12037" y="4242"/>
                </a:lnTo>
                <a:lnTo>
                  <a:pt x="12038" y="4242"/>
                </a:lnTo>
                <a:lnTo>
                  <a:pt x="12039" y="4242"/>
                </a:lnTo>
                <a:lnTo>
                  <a:pt x="12040" y="4242"/>
                </a:lnTo>
                <a:lnTo>
                  <a:pt x="12041" y="4242"/>
                </a:lnTo>
                <a:lnTo>
                  <a:pt x="12042" y="4242"/>
                </a:lnTo>
                <a:lnTo>
                  <a:pt x="12043" y="4242"/>
                </a:lnTo>
                <a:lnTo>
                  <a:pt x="12044" y="4242"/>
                </a:lnTo>
                <a:lnTo>
                  <a:pt x="12045" y="4242"/>
                </a:lnTo>
                <a:lnTo>
                  <a:pt x="12046" y="4242"/>
                </a:lnTo>
                <a:lnTo>
                  <a:pt x="12047" y="4242"/>
                </a:lnTo>
                <a:lnTo>
                  <a:pt x="12048" y="4242"/>
                </a:lnTo>
                <a:lnTo>
                  <a:pt x="12049" y="4242"/>
                </a:lnTo>
                <a:lnTo>
                  <a:pt x="12050" y="4242"/>
                </a:lnTo>
                <a:lnTo>
                  <a:pt x="12051" y="4242"/>
                </a:lnTo>
                <a:lnTo>
                  <a:pt x="12052" y="4242"/>
                </a:lnTo>
                <a:lnTo>
                  <a:pt x="12053" y="4242"/>
                </a:lnTo>
                <a:lnTo>
                  <a:pt x="12054" y="4242"/>
                </a:lnTo>
                <a:lnTo>
                  <a:pt x="12055" y="4242"/>
                </a:lnTo>
                <a:lnTo>
                  <a:pt x="12056" y="4242"/>
                </a:lnTo>
                <a:lnTo>
                  <a:pt x="12057" y="4242"/>
                </a:lnTo>
                <a:lnTo>
                  <a:pt x="12058" y="4242"/>
                </a:lnTo>
                <a:lnTo>
                  <a:pt x="12059" y="4242"/>
                </a:lnTo>
                <a:lnTo>
                  <a:pt x="12060" y="4242"/>
                </a:lnTo>
                <a:lnTo>
                  <a:pt x="12061" y="4242"/>
                </a:lnTo>
                <a:lnTo>
                  <a:pt x="12062" y="4242"/>
                </a:lnTo>
                <a:lnTo>
                  <a:pt x="12063" y="4242"/>
                </a:lnTo>
                <a:lnTo>
                  <a:pt x="12064" y="4242"/>
                </a:lnTo>
                <a:lnTo>
                  <a:pt x="12065" y="4242"/>
                </a:lnTo>
                <a:lnTo>
                  <a:pt x="12066" y="4242"/>
                </a:lnTo>
                <a:lnTo>
                  <a:pt x="12067" y="4242"/>
                </a:lnTo>
                <a:lnTo>
                  <a:pt x="12068" y="4242"/>
                </a:lnTo>
                <a:lnTo>
                  <a:pt x="12069" y="4242"/>
                </a:lnTo>
                <a:lnTo>
                  <a:pt x="12070" y="4242"/>
                </a:lnTo>
                <a:lnTo>
                  <a:pt x="12071" y="4242"/>
                </a:lnTo>
                <a:lnTo>
                  <a:pt x="12072" y="4242"/>
                </a:lnTo>
                <a:lnTo>
                  <a:pt x="12073" y="4242"/>
                </a:lnTo>
                <a:lnTo>
                  <a:pt x="12074" y="4242"/>
                </a:lnTo>
                <a:lnTo>
                  <a:pt x="12075" y="4242"/>
                </a:lnTo>
                <a:lnTo>
                  <a:pt x="12076" y="4242"/>
                </a:lnTo>
                <a:lnTo>
                  <a:pt x="12077" y="4242"/>
                </a:lnTo>
                <a:lnTo>
                  <a:pt x="12078" y="4242"/>
                </a:lnTo>
                <a:lnTo>
                  <a:pt x="12079" y="4242"/>
                </a:lnTo>
                <a:lnTo>
                  <a:pt x="12080" y="4242"/>
                </a:lnTo>
                <a:lnTo>
                  <a:pt x="12081" y="4242"/>
                </a:lnTo>
                <a:lnTo>
                  <a:pt x="12082" y="4242"/>
                </a:lnTo>
                <a:lnTo>
                  <a:pt x="12083" y="4242"/>
                </a:lnTo>
                <a:lnTo>
                  <a:pt x="12084" y="4242"/>
                </a:lnTo>
                <a:lnTo>
                  <a:pt x="12085" y="4242"/>
                </a:lnTo>
                <a:lnTo>
                  <a:pt x="12086" y="4242"/>
                </a:lnTo>
                <a:lnTo>
                  <a:pt x="12087" y="4242"/>
                </a:lnTo>
                <a:lnTo>
                  <a:pt x="12088" y="4242"/>
                </a:lnTo>
                <a:lnTo>
                  <a:pt x="12089" y="4242"/>
                </a:lnTo>
                <a:lnTo>
                  <a:pt x="12090" y="4242"/>
                </a:lnTo>
                <a:lnTo>
                  <a:pt x="12091" y="4242"/>
                </a:lnTo>
                <a:lnTo>
                  <a:pt x="12092" y="4242"/>
                </a:lnTo>
                <a:lnTo>
                  <a:pt x="12093" y="4242"/>
                </a:lnTo>
                <a:lnTo>
                  <a:pt x="12094" y="4242"/>
                </a:lnTo>
                <a:lnTo>
                  <a:pt x="12095" y="4242"/>
                </a:lnTo>
                <a:lnTo>
                  <a:pt x="12096" y="4242"/>
                </a:lnTo>
                <a:lnTo>
                  <a:pt x="12097" y="4242"/>
                </a:lnTo>
                <a:lnTo>
                  <a:pt x="12098" y="4242"/>
                </a:lnTo>
                <a:lnTo>
                  <a:pt x="12099" y="4242"/>
                </a:lnTo>
                <a:lnTo>
                  <a:pt x="12100" y="4242"/>
                </a:lnTo>
                <a:lnTo>
                  <a:pt x="12101" y="4242"/>
                </a:lnTo>
                <a:lnTo>
                  <a:pt x="12102" y="4242"/>
                </a:lnTo>
                <a:lnTo>
                  <a:pt x="12103" y="4242"/>
                </a:lnTo>
                <a:lnTo>
                  <a:pt x="12104" y="4242"/>
                </a:lnTo>
                <a:lnTo>
                  <a:pt x="12105" y="4242"/>
                </a:lnTo>
                <a:lnTo>
                  <a:pt x="12106" y="4242"/>
                </a:lnTo>
                <a:lnTo>
                  <a:pt x="12107" y="4242"/>
                </a:lnTo>
                <a:lnTo>
                  <a:pt x="12108" y="4242"/>
                </a:lnTo>
                <a:lnTo>
                  <a:pt x="12109" y="4242"/>
                </a:lnTo>
                <a:lnTo>
                  <a:pt x="12110" y="4242"/>
                </a:lnTo>
                <a:lnTo>
                  <a:pt x="12111" y="4242"/>
                </a:lnTo>
                <a:lnTo>
                  <a:pt x="12112" y="4242"/>
                </a:lnTo>
                <a:lnTo>
                  <a:pt x="12113" y="4242"/>
                </a:lnTo>
                <a:lnTo>
                  <a:pt x="12114" y="4242"/>
                </a:lnTo>
                <a:lnTo>
                  <a:pt x="12115" y="4242"/>
                </a:lnTo>
                <a:lnTo>
                  <a:pt x="12116" y="4242"/>
                </a:lnTo>
                <a:lnTo>
                  <a:pt x="12117" y="4242"/>
                </a:lnTo>
                <a:lnTo>
                  <a:pt x="12118" y="4242"/>
                </a:lnTo>
                <a:lnTo>
                  <a:pt x="12119" y="4242"/>
                </a:lnTo>
                <a:lnTo>
                  <a:pt x="12120" y="4242"/>
                </a:lnTo>
                <a:lnTo>
                  <a:pt x="12121" y="4242"/>
                </a:lnTo>
                <a:lnTo>
                  <a:pt x="12122" y="4242"/>
                </a:lnTo>
                <a:lnTo>
                  <a:pt x="12123" y="4242"/>
                </a:lnTo>
                <a:lnTo>
                  <a:pt x="12124" y="4242"/>
                </a:lnTo>
                <a:lnTo>
                  <a:pt x="12125" y="4242"/>
                </a:lnTo>
                <a:lnTo>
                  <a:pt x="12126" y="4242"/>
                </a:lnTo>
                <a:lnTo>
                  <a:pt x="12127" y="4242"/>
                </a:lnTo>
                <a:lnTo>
                  <a:pt x="12128" y="4242"/>
                </a:lnTo>
                <a:lnTo>
                  <a:pt x="12129" y="4242"/>
                </a:lnTo>
                <a:lnTo>
                  <a:pt x="12130" y="4242"/>
                </a:lnTo>
                <a:lnTo>
                  <a:pt x="12131" y="4242"/>
                </a:lnTo>
                <a:lnTo>
                  <a:pt x="12132" y="4242"/>
                </a:lnTo>
                <a:lnTo>
                  <a:pt x="12133" y="4242"/>
                </a:lnTo>
                <a:lnTo>
                  <a:pt x="12134" y="4242"/>
                </a:lnTo>
                <a:lnTo>
                  <a:pt x="12135" y="4242"/>
                </a:lnTo>
                <a:lnTo>
                  <a:pt x="12136" y="4242"/>
                </a:lnTo>
                <a:lnTo>
                  <a:pt x="12137" y="4242"/>
                </a:lnTo>
                <a:lnTo>
                  <a:pt x="12138" y="4242"/>
                </a:lnTo>
                <a:lnTo>
                  <a:pt x="12139" y="4242"/>
                </a:lnTo>
                <a:lnTo>
                  <a:pt x="12140" y="4242"/>
                </a:lnTo>
                <a:lnTo>
                  <a:pt x="12141" y="4242"/>
                </a:lnTo>
                <a:lnTo>
                  <a:pt x="12142" y="4242"/>
                </a:lnTo>
                <a:lnTo>
                  <a:pt x="12143" y="4242"/>
                </a:lnTo>
                <a:lnTo>
                  <a:pt x="12144" y="4242"/>
                </a:lnTo>
                <a:lnTo>
                  <a:pt x="12145" y="4242"/>
                </a:lnTo>
                <a:lnTo>
                  <a:pt x="12146" y="4242"/>
                </a:lnTo>
                <a:lnTo>
                  <a:pt x="12147" y="4242"/>
                </a:lnTo>
                <a:lnTo>
                  <a:pt x="12148" y="4242"/>
                </a:lnTo>
                <a:lnTo>
                  <a:pt x="12149" y="4242"/>
                </a:lnTo>
                <a:lnTo>
                  <a:pt x="12150" y="4242"/>
                </a:lnTo>
                <a:lnTo>
                  <a:pt x="12151" y="4242"/>
                </a:lnTo>
                <a:lnTo>
                  <a:pt x="12152" y="4242"/>
                </a:lnTo>
                <a:lnTo>
                  <a:pt x="12153" y="4242"/>
                </a:lnTo>
                <a:lnTo>
                  <a:pt x="12154" y="4242"/>
                </a:lnTo>
                <a:lnTo>
                  <a:pt x="12155" y="4242"/>
                </a:lnTo>
                <a:lnTo>
                  <a:pt x="12156" y="4242"/>
                </a:lnTo>
                <a:lnTo>
                  <a:pt x="12157" y="4242"/>
                </a:lnTo>
                <a:lnTo>
                  <a:pt x="12158" y="4242"/>
                </a:lnTo>
                <a:lnTo>
                  <a:pt x="12159" y="4242"/>
                </a:lnTo>
                <a:lnTo>
                  <a:pt x="12160" y="4242"/>
                </a:lnTo>
                <a:lnTo>
                  <a:pt x="12161" y="4242"/>
                </a:lnTo>
                <a:lnTo>
                  <a:pt x="12162" y="4242"/>
                </a:lnTo>
                <a:lnTo>
                  <a:pt x="12163" y="4242"/>
                </a:lnTo>
                <a:lnTo>
                  <a:pt x="12164" y="4242"/>
                </a:lnTo>
                <a:lnTo>
                  <a:pt x="12165" y="4242"/>
                </a:lnTo>
                <a:lnTo>
                  <a:pt x="12166" y="4242"/>
                </a:lnTo>
                <a:lnTo>
                  <a:pt x="12167" y="4242"/>
                </a:lnTo>
                <a:lnTo>
                  <a:pt x="12168" y="4242"/>
                </a:lnTo>
                <a:lnTo>
                  <a:pt x="12169" y="4242"/>
                </a:lnTo>
                <a:lnTo>
                  <a:pt x="12170" y="4242"/>
                </a:lnTo>
                <a:lnTo>
                  <a:pt x="12171" y="4242"/>
                </a:lnTo>
                <a:lnTo>
                  <a:pt x="12172" y="4242"/>
                </a:lnTo>
                <a:lnTo>
                  <a:pt x="12173" y="4242"/>
                </a:lnTo>
                <a:lnTo>
                  <a:pt x="12174" y="4242"/>
                </a:lnTo>
                <a:lnTo>
                  <a:pt x="12175" y="4242"/>
                </a:lnTo>
                <a:lnTo>
                  <a:pt x="12176" y="4242"/>
                </a:lnTo>
                <a:lnTo>
                  <a:pt x="12177" y="4242"/>
                </a:lnTo>
                <a:lnTo>
                  <a:pt x="12178" y="4242"/>
                </a:lnTo>
                <a:lnTo>
                  <a:pt x="12179" y="4242"/>
                </a:lnTo>
                <a:lnTo>
                  <a:pt x="12180" y="4242"/>
                </a:lnTo>
                <a:lnTo>
                  <a:pt x="12181" y="4242"/>
                </a:lnTo>
                <a:lnTo>
                  <a:pt x="12182" y="4242"/>
                </a:lnTo>
                <a:lnTo>
                  <a:pt x="12183" y="4242"/>
                </a:lnTo>
                <a:lnTo>
                  <a:pt x="12184" y="4242"/>
                </a:lnTo>
                <a:lnTo>
                  <a:pt x="12185" y="4242"/>
                </a:lnTo>
                <a:lnTo>
                  <a:pt x="12186" y="4242"/>
                </a:lnTo>
                <a:lnTo>
                  <a:pt x="12187" y="4242"/>
                </a:lnTo>
                <a:lnTo>
                  <a:pt x="12188" y="4242"/>
                </a:lnTo>
                <a:lnTo>
                  <a:pt x="12189" y="4242"/>
                </a:lnTo>
                <a:lnTo>
                  <a:pt x="12190" y="4242"/>
                </a:lnTo>
                <a:lnTo>
                  <a:pt x="12191" y="4242"/>
                </a:lnTo>
                <a:lnTo>
                  <a:pt x="12192" y="4242"/>
                </a:lnTo>
                <a:lnTo>
                  <a:pt x="12193" y="4242"/>
                </a:lnTo>
                <a:lnTo>
                  <a:pt x="12194" y="4242"/>
                </a:lnTo>
                <a:lnTo>
                  <a:pt x="12195" y="4242"/>
                </a:lnTo>
                <a:lnTo>
                  <a:pt x="12196" y="4242"/>
                </a:lnTo>
                <a:lnTo>
                  <a:pt x="12197" y="4242"/>
                </a:lnTo>
                <a:lnTo>
                  <a:pt x="12198" y="4242"/>
                </a:lnTo>
                <a:lnTo>
                  <a:pt x="12199" y="4242"/>
                </a:lnTo>
                <a:lnTo>
                  <a:pt x="12200" y="4242"/>
                </a:lnTo>
                <a:lnTo>
                  <a:pt x="12201" y="4242"/>
                </a:lnTo>
                <a:lnTo>
                  <a:pt x="12202" y="4242"/>
                </a:lnTo>
                <a:lnTo>
                  <a:pt x="12203" y="4242"/>
                </a:lnTo>
                <a:lnTo>
                  <a:pt x="12204" y="4242"/>
                </a:lnTo>
                <a:lnTo>
                  <a:pt x="12205" y="4242"/>
                </a:lnTo>
                <a:lnTo>
                  <a:pt x="12206" y="4242"/>
                </a:lnTo>
                <a:lnTo>
                  <a:pt x="12207" y="4242"/>
                </a:lnTo>
                <a:lnTo>
                  <a:pt x="12208" y="4242"/>
                </a:lnTo>
                <a:lnTo>
                  <a:pt x="12209" y="4242"/>
                </a:lnTo>
                <a:lnTo>
                  <a:pt x="12210" y="4242"/>
                </a:lnTo>
                <a:lnTo>
                  <a:pt x="12211" y="4242"/>
                </a:lnTo>
                <a:lnTo>
                  <a:pt x="12212" y="4242"/>
                </a:lnTo>
                <a:lnTo>
                  <a:pt x="12213" y="4242"/>
                </a:lnTo>
                <a:lnTo>
                  <a:pt x="12214" y="4242"/>
                </a:lnTo>
                <a:lnTo>
                  <a:pt x="12215" y="4242"/>
                </a:lnTo>
                <a:lnTo>
                  <a:pt x="12216" y="4242"/>
                </a:lnTo>
                <a:lnTo>
                  <a:pt x="12217" y="4242"/>
                </a:lnTo>
                <a:lnTo>
                  <a:pt x="12218" y="4242"/>
                </a:lnTo>
                <a:lnTo>
                  <a:pt x="12219" y="4242"/>
                </a:lnTo>
                <a:lnTo>
                  <a:pt x="12220" y="4242"/>
                </a:lnTo>
                <a:lnTo>
                  <a:pt x="12221" y="4242"/>
                </a:lnTo>
                <a:lnTo>
                  <a:pt x="12222" y="4242"/>
                </a:lnTo>
                <a:lnTo>
                  <a:pt x="12223" y="4242"/>
                </a:lnTo>
                <a:lnTo>
                  <a:pt x="12224" y="4242"/>
                </a:lnTo>
                <a:lnTo>
                  <a:pt x="12225" y="4242"/>
                </a:lnTo>
                <a:lnTo>
                  <a:pt x="12226" y="4242"/>
                </a:lnTo>
                <a:lnTo>
                  <a:pt x="12227" y="4242"/>
                </a:lnTo>
                <a:lnTo>
                  <a:pt x="12228" y="4242"/>
                </a:lnTo>
                <a:lnTo>
                  <a:pt x="12229" y="4242"/>
                </a:lnTo>
                <a:lnTo>
                  <a:pt x="12230" y="4242"/>
                </a:lnTo>
                <a:lnTo>
                  <a:pt x="12231" y="4242"/>
                </a:lnTo>
                <a:lnTo>
                  <a:pt x="12232" y="4242"/>
                </a:lnTo>
                <a:lnTo>
                  <a:pt x="12233" y="4242"/>
                </a:lnTo>
                <a:lnTo>
                  <a:pt x="12234" y="4242"/>
                </a:lnTo>
                <a:lnTo>
                  <a:pt x="12235" y="4242"/>
                </a:lnTo>
                <a:lnTo>
                  <a:pt x="12236" y="4242"/>
                </a:lnTo>
                <a:lnTo>
                  <a:pt x="12237" y="4242"/>
                </a:lnTo>
                <a:lnTo>
                  <a:pt x="12238" y="4242"/>
                </a:lnTo>
                <a:lnTo>
                  <a:pt x="12239" y="4242"/>
                </a:lnTo>
                <a:lnTo>
                  <a:pt x="12240" y="4242"/>
                </a:lnTo>
                <a:lnTo>
                  <a:pt x="12241" y="4242"/>
                </a:lnTo>
                <a:lnTo>
                  <a:pt x="12242" y="4242"/>
                </a:lnTo>
                <a:lnTo>
                  <a:pt x="12243" y="4242"/>
                </a:lnTo>
                <a:lnTo>
                  <a:pt x="12244" y="4242"/>
                </a:lnTo>
                <a:lnTo>
                  <a:pt x="12245" y="4242"/>
                </a:lnTo>
                <a:lnTo>
                  <a:pt x="12246" y="4242"/>
                </a:lnTo>
                <a:lnTo>
                  <a:pt x="12247" y="4242"/>
                </a:lnTo>
                <a:lnTo>
                  <a:pt x="12248" y="4242"/>
                </a:lnTo>
                <a:lnTo>
                  <a:pt x="12249" y="4242"/>
                </a:lnTo>
                <a:lnTo>
                  <a:pt x="12250" y="4242"/>
                </a:lnTo>
                <a:lnTo>
                  <a:pt x="12251" y="4242"/>
                </a:lnTo>
                <a:lnTo>
                  <a:pt x="12252" y="4242"/>
                </a:lnTo>
                <a:lnTo>
                  <a:pt x="12253" y="4242"/>
                </a:lnTo>
                <a:lnTo>
                  <a:pt x="12254" y="4242"/>
                </a:lnTo>
                <a:lnTo>
                  <a:pt x="12255" y="4242"/>
                </a:lnTo>
                <a:lnTo>
                  <a:pt x="12256" y="4242"/>
                </a:lnTo>
                <a:lnTo>
                  <a:pt x="12257" y="4242"/>
                </a:lnTo>
                <a:lnTo>
                  <a:pt x="12258" y="4242"/>
                </a:lnTo>
                <a:lnTo>
                  <a:pt x="12259" y="4242"/>
                </a:lnTo>
                <a:lnTo>
                  <a:pt x="12260" y="4242"/>
                </a:lnTo>
                <a:lnTo>
                  <a:pt x="12261" y="4242"/>
                </a:lnTo>
                <a:lnTo>
                  <a:pt x="12262" y="4242"/>
                </a:lnTo>
                <a:lnTo>
                  <a:pt x="12263" y="4242"/>
                </a:lnTo>
                <a:lnTo>
                  <a:pt x="12264" y="4242"/>
                </a:lnTo>
                <a:lnTo>
                  <a:pt x="12265" y="4242"/>
                </a:lnTo>
                <a:lnTo>
                  <a:pt x="12266" y="4242"/>
                </a:lnTo>
                <a:lnTo>
                  <a:pt x="12267" y="4242"/>
                </a:lnTo>
                <a:lnTo>
                  <a:pt x="12268" y="4242"/>
                </a:lnTo>
                <a:lnTo>
                  <a:pt x="12269" y="4242"/>
                </a:lnTo>
                <a:lnTo>
                  <a:pt x="12270" y="4242"/>
                </a:lnTo>
                <a:lnTo>
                  <a:pt x="12271" y="4242"/>
                </a:lnTo>
                <a:lnTo>
                  <a:pt x="12272" y="4242"/>
                </a:lnTo>
                <a:lnTo>
                  <a:pt x="12273" y="4242"/>
                </a:lnTo>
                <a:lnTo>
                  <a:pt x="12274" y="4242"/>
                </a:lnTo>
                <a:lnTo>
                  <a:pt x="12275" y="4242"/>
                </a:lnTo>
                <a:lnTo>
                  <a:pt x="12276" y="4242"/>
                </a:lnTo>
                <a:lnTo>
                  <a:pt x="12277" y="4242"/>
                </a:lnTo>
                <a:lnTo>
                  <a:pt x="12278" y="4242"/>
                </a:lnTo>
                <a:lnTo>
                  <a:pt x="12279" y="4242"/>
                </a:lnTo>
                <a:lnTo>
                  <a:pt x="12280" y="4242"/>
                </a:lnTo>
                <a:lnTo>
                  <a:pt x="12281" y="4242"/>
                </a:lnTo>
                <a:lnTo>
                  <a:pt x="12282" y="4242"/>
                </a:lnTo>
                <a:lnTo>
                  <a:pt x="12283" y="4242"/>
                </a:lnTo>
                <a:lnTo>
                  <a:pt x="12284" y="4242"/>
                </a:lnTo>
                <a:lnTo>
                  <a:pt x="12285" y="4242"/>
                </a:lnTo>
                <a:lnTo>
                  <a:pt x="12286" y="4242"/>
                </a:lnTo>
                <a:lnTo>
                  <a:pt x="12287" y="4242"/>
                </a:lnTo>
                <a:lnTo>
                  <a:pt x="12288" y="4242"/>
                </a:lnTo>
                <a:lnTo>
                  <a:pt x="12289" y="4242"/>
                </a:lnTo>
                <a:lnTo>
                  <a:pt x="12290" y="4242"/>
                </a:lnTo>
                <a:lnTo>
                  <a:pt x="12291" y="4242"/>
                </a:lnTo>
                <a:lnTo>
                  <a:pt x="12292" y="4242"/>
                </a:lnTo>
                <a:lnTo>
                  <a:pt x="12293" y="4242"/>
                </a:lnTo>
                <a:lnTo>
                  <a:pt x="12294" y="4242"/>
                </a:lnTo>
                <a:lnTo>
                  <a:pt x="12295" y="4242"/>
                </a:lnTo>
                <a:lnTo>
                  <a:pt x="12296" y="4242"/>
                </a:lnTo>
                <a:lnTo>
                  <a:pt x="12297" y="4242"/>
                </a:lnTo>
                <a:lnTo>
                  <a:pt x="12298" y="4242"/>
                </a:lnTo>
                <a:lnTo>
                  <a:pt x="12299" y="4242"/>
                </a:lnTo>
                <a:lnTo>
                  <a:pt x="12300" y="4242"/>
                </a:lnTo>
                <a:lnTo>
                  <a:pt x="12301" y="4242"/>
                </a:lnTo>
                <a:lnTo>
                  <a:pt x="12302" y="4242"/>
                </a:lnTo>
                <a:lnTo>
                  <a:pt x="12303" y="4242"/>
                </a:lnTo>
                <a:lnTo>
                  <a:pt x="12304" y="4242"/>
                </a:lnTo>
                <a:lnTo>
                  <a:pt x="12305" y="4242"/>
                </a:lnTo>
                <a:lnTo>
                  <a:pt x="12306" y="4242"/>
                </a:lnTo>
                <a:lnTo>
                  <a:pt x="12307" y="4242"/>
                </a:lnTo>
                <a:lnTo>
                  <a:pt x="12308" y="4242"/>
                </a:lnTo>
                <a:lnTo>
                  <a:pt x="12309" y="4242"/>
                </a:lnTo>
                <a:lnTo>
                  <a:pt x="12310" y="4242"/>
                </a:lnTo>
                <a:lnTo>
                  <a:pt x="12311" y="4242"/>
                </a:lnTo>
                <a:lnTo>
                  <a:pt x="12312" y="4242"/>
                </a:lnTo>
                <a:lnTo>
                  <a:pt x="12313" y="4242"/>
                </a:lnTo>
                <a:lnTo>
                  <a:pt x="12314" y="4242"/>
                </a:lnTo>
                <a:lnTo>
                  <a:pt x="12315" y="4242"/>
                </a:lnTo>
                <a:lnTo>
                  <a:pt x="12316" y="4242"/>
                </a:lnTo>
                <a:lnTo>
                  <a:pt x="12317" y="4242"/>
                </a:lnTo>
                <a:lnTo>
                  <a:pt x="12318" y="4242"/>
                </a:lnTo>
                <a:lnTo>
                  <a:pt x="12319" y="4242"/>
                </a:lnTo>
                <a:lnTo>
                  <a:pt x="12320" y="4242"/>
                </a:lnTo>
                <a:lnTo>
                  <a:pt x="12321" y="4242"/>
                </a:lnTo>
                <a:lnTo>
                  <a:pt x="12322" y="4242"/>
                </a:lnTo>
                <a:lnTo>
                  <a:pt x="12323" y="4242"/>
                </a:lnTo>
                <a:lnTo>
                  <a:pt x="12324" y="4242"/>
                </a:lnTo>
                <a:lnTo>
                  <a:pt x="12325" y="4242"/>
                </a:lnTo>
                <a:lnTo>
                  <a:pt x="12326" y="4242"/>
                </a:lnTo>
                <a:lnTo>
                  <a:pt x="12327" y="4242"/>
                </a:lnTo>
                <a:lnTo>
                  <a:pt x="12328" y="4242"/>
                </a:lnTo>
                <a:lnTo>
                  <a:pt x="12329" y="4242"/>
                </a:lnTo>
                <a:lnTo>
                  <a:pt x="12330" y="4242"/>
                </a:lnTo>
                <a:lnTo>
                  <a:pt x="12331" y="4242"/>
                </a:lnTo>
                <a:lnTo>
                  <a:pt x="12332" y="4242"/>
                </a:lnTo>
                <a:lnTo>
                  <a:pt x="12333" y="4242"/>
                </a:lnTo>
                <a:lnTo>
                  <a:pt x="12334" y="4242"/>
                </a:lnTo>
                <a:lnTo>
                  <a:pt x="12335" y="4242"/>
                </a:lnTo>
                <a:lnTo>
                  <a:pt x="12336" y="4242"/>
                </a:lnTo>
                <a:lnTo>
                  <a:pt x="12337" y="4242"/>
                </a:lnTo>
                <a:lnTo>
                  <a:pt x="12338" y="4242"/>
                </a:lnTo>
                <a:lnTo>
                  <a:pt x="12339" y="4242"/>
                </a:lnTo>
                <a:lnTo>
                  <a:pt x="12340" y="4242"/>
                </a:lnTo>
                <a:lnTo>
                  <a:pt x="12341" y="4242"/>
                </a:lnTo>
                <a:lnTo>
                  <a:pt x="12342" y="4242"/>
                </a:lnTo>
                <a:lnTo>
                  <a:pt x="12343" y="4242"/>
                </a:lnTo>
                <a:lnTo>
                  <a:pt x="12344" y="4242"/>
                </a:lnTo>
                <a:lnTo>
                  <a:pt x="12345" y="4242"/>
                </a:lnTo>
                <a:lnTo>
                  <a:pt x="12346" y="4242"/>
                </a:lnTo>
                <a:lnTo>
                  <a:pt x="12347" y="4242"/>
                </a:lnTo>
                <a:lnTo>
                  <a:pt x="12348" y="4242"/>
                </a:lnTo>
                <a:lnTo>
                  <a:pt x="12349" y="4242"/>
                </a:lnTo>
                <a:lnTo>
                  <a:pt x="12350" y="4242"/>
                </a:lnTo>
                <a:lnTo>
                  <a:pt x="12351" y="4242"/>
                </a:lnTo>
                <a:lnTo>
                  <a:pt x="12352" y="4242"/>
                </a:lnTo>
                <a:lnTo>
                  <a:pt x="12353" y="4242"/>
                </a:lnTo>
                <a:lnTo>
                  <a:pt x="12354" y="4242"/>
                </a:lnTo>
                <a:lnTo>
                  <a:pt x="12355" y="4242"/>
                </a:lnTo>
                <a:lnTo>
                  <a:pt x="12356" y="4242"/>
                </a:lnTo>
                <a:lnTo>
                  <a:pt x="12357" y="4242"/>
                </a:lnTo>
                <a:lnTo>
                  <a:pt x="12358" y="4242"/>
                </a:lnTo>
                <a:lnTo>
                  <a:pt x="12359" y="4242"/>
                </a:lnTo>
                <a:lnTo>
                  <a:pt x="12360" y="4242"/>
                </a:lnTo>
                <a:lnTo>
                  <a:pt x="12361" y="4242"/>
                </a:lnTo>
                <a:lnTo>
                  <a:pt x="12362" y="4242"/>
                </a:lnTo>
                <a:lnTo>
                  <a:pt x="12363" y="4242"/>
                </a:lnTo>
                <a:lnTo>
                  <a:pt x="12364" y="4242"/>
                </a:lnTo>
                <a:lnTo>
                  <a:pt x="12365" y="4242"/>
                </a:lnTo>
                <a:lnTo>
                  <a:pt x="12366" y="4242"/>
                </a:lnTo>
                <a:lnTo>
                  <a:pt x="12367" y="4242"/>
                </a:lnTo>
                <a:lnTo>
                  <a:pt x="12368" y="4242"/>
                </a:lnTo>
                <a:lnTo>
                  <a:pt x="12369" y="4242"/>
                </a:lnTo>
                <a:lnTo>
                  <a:pt x="12370" y="4242"/>
                </a:lnTo>
                <a:lnTo>
                  <a:pt x="12371" y="4242"/>
                </a:lnTo>
                <a:lnTo>
                  <a:pt x="12372" y="4242"/>
                </a:lnTo>
                <a:lnTo>
                  <a:pt x="12373" y="4242"/>
                </a:lnTo>
                <a:lnTo>
                  <a:pt x="12374" y="4242"/>
                </a:lnTo>
                <a:lnTo>
                  <a:pt x="12375" y="4242"/>
                </a:lnTo>
                <a:lnTo>
                  <a:pt x="12376" y="4242"/>
                </a:lnTo>
                <a:lnTo>
                  <a:pt x="12377" y="4242"/>
                </a:lnTo>
                <a:lnTo>
                  <a:pt x="12378" y="4242"/>
                </a:lnTo>
                <a:lnTo>
                  <a:pt x="12379" y="4242"/>
                </a:lnTo>
                <a:lnTo>
                  <a:pt x="12380" y="4242"/>
                </a:lnTo>
                <a:lnTo>
                  <a:pt x="12381" y="4242"/>
                </a:lnTo>
                <a:lnTo>
                  <a:pt x="12382" y="4242"/>
                </a:lnTo>
                <a:lnTo>
                  <a:pt x="12383" y="4242"/>
                </a:lnTo>
                <a:lnTo>
                  <a:pt x="12384" y="4242"/>
                </a:lnTo>
                <a:lnTo>
                  <a:pt x="12385" y="4242"/>
                </a:lnTo>
                <a:lnTo>
                  <a:pt x="12386" y="4242"/>
                </a:lnTo>
                <a:lnTo>
                  <a:pt x="12387" y="4242"/>
                </a:lnTo>
                <a:lnTo>
                  <a:pt x="12388" y="4242"/>
                </a:lnTo>
                <a:lnTo>
                  <a:pt x="12389" y="4242"/>
                </a:lnTo>
                <a:lnTo>
                  <a:pt x="12390" y="4242"/>
                </a:lnTo>
                <a:lnTo>
                  <a:pt x="12391" y="4242"/>
                </a:lnTo>
                <a:lnTo>
                  <a:pt x="12392" y="4242"/>
                </a:lnTo>
                <a:lnTo>
                  <a:pt x="12393" y="4242"/>
                </a:lnTo>
                <a:lnTo>
                  <a:pt x="12394" y="4242"/>
                </a:lnTo>
                <a:lnTo>
                  <a:pt x="12395" y="4242"/>
                </a:lnTo>
                <a:lnTo>
                  <a:pt x="12396" y="4242"/>
                </a:lnTo>
                <a:lnTo>
                  <a:pt x="12397" y="4242"/>
                </a:lnTo>
                <a:lnTo>
                  <a:pt x="12398" y="4242"/>
                </a:lnTo>
                <a:lnTo>
                  <a:pt x="12399" y="4242"/>
                </a:lnTo>
                <a:lnTo>
                  <a:pt x="12400" y="4242"/>
                </a:lnTo>
                <a:lnTo>
                  <a:pt x="12401" y="4242"/>
                </a:lnTo>
                <a:lnTo>
                  <a:pt x="12402" y="4242"/>
                </a:lnTo>
                <a:lnTo>
                  <a:pt x="12403" y="4242"/>
                </a:lnTo>
                <a:lnTo>
                  <a:pt x="12404" y="4242"/>
                </a:lnTo>
                <a:lnTo>
                  <a:pt x="12405" y="4242"/>
                </a:lnTo>
                <a:lnTo>
                  <a:pt x="12406" y="4242"/>
                </a:lnTo>
                <a:lnTo>
                  <a:pt x="12407" y="4242"/>
                </a:lnTo>
                <a:lnTo>
                  <a:pt x="12408" y="4242"/>
                </a:lnTo>
                <a:lnTo>
                  <a:pt x="12409" y="4242"/>
                </a:lnTo>
                <a:lnTo>
                  <a:pt x="12410" y="4242"/>
                </a:lnTo>
                <a:lnTo>
                  <a:pt x="12411" y="4242"/>
                </a:lnTo>
                <a:lnTo>
                  <a:pt x="12412" y="4242"/>
                </a:lnTo>
                <a:lnTo>
                  <a:pt x="12413" y="4242"/>
                </a:lnTo>
                <a:lnTo>
                  <a:pt x="12414" y="4242"/>
                </a:lnTo>
                <a:lnTo>
                  <a:pt x="12415" y="4242"/>
                </a:lnTo>
                <a:lnTo>
                  <a:pt x="12416" y="4242"/>
                </a:lnTo>
                <a:lnTo>
                  <a:pt x="12417" y="4242"/>
                </a:lnTo>
                <a:lnTo>
                  <a:pt x="12418" y="4242"/>
                </a:lnTo>
                <a:lnTo>
                  <a:pt x="12419" y="4242"/>
                </a:lnTo>
                <a:lnTo>
                  <a:pt x="12420" y="4242"/>
                </a:lnTo>
                <a:lnTo>
                  <a:pt x="12421" y="4242"/>
                </a:lnTo>
                <a:lnTo>
                  <a:pt x="12422" y="4242"/>
                </a:lnTo>
                <a:lnTo>
                  <a:pt x="12423" y="4242"/>
                </a:lnTo>
                <a:lnTo>
                  <a:pt x="12424" y="4242"/>
                </a:lnTo>
                <a:lnTo>
                  <a:pt x="12425" y="4242"/>
                </a:lnTo>
                <a:lnTo>
                  <a:pt x="12426" y="4242"/>
                </a:lnTo>
                <a:lnTo>
                  <a:pt x="12427" y="4242"/>
                </a:lnTo>
                <a:lnTo>
                  <a:pt x="12428" y="4242"/>
                </a:lnTo>
                <a:lnTo>
                  <a:pt x="12429" y="4242"/>
                </a:lnTo>
                <a:lnTo>
                  <a:pt x="12430" y="4242"/>
                </a:lnTo>
                <a:lnTo>
                  <a:pt x="12431" y="4242"/>
                </a:lnTo>
                <a:lnTo>
                  <a:pt x="12432" y="4242"/>
                </a:lnTo>
                <a:lnTo>
                  <a:pt x="12433" y="4242"/>
                </a:lnTo>
                <a:lnTo>
                  <a:pt x="12434" y="4242"/>
                </a:lnTo>
                <a:lnTo>
                  <a:pt x="12435" y="4242"/>
                </a:lnTo>
                <a:lnTo>
                  <a:pt x="12436" y="4242"/>
                </a:lnTo>
                <a:lnTo>
                  <a:pt x="12437" y="4242"/>
                </a:lnTo>
                <a:lnTo>
                  <a:pt x="12438" y="4242"/>
                </a:lnTo>
                <a:lnTo>
                  <a:pt x="12439" y="4242"/>
                </a:lnTo>
                <a:lnTo>
                  <a:pt x="12440" y="4242"/>
                </a:lnTo>
                <a:lnTo>
                  <a:pt x="12441" y="4242"/>
                </a:lnTo>
                <a:lnTo>
                  <a:pt x="12442" y="4242"/>
                </a:lnTo>
                <a:lnTo>
                  <a:pt x="12443" y="4242"/>
                </a:lnTo>
                <a:lnTo>
                  <a:pt x="12444" y="4242"/>
                </a:lnTo>
                <a:lnTo>
                  <a:pt x="12445" y="4242"/>
                </a:lnTo>
                <a:lnTo>
                  <a:pt x="12446" y="4242"/>
                </a:lnTo>
                <a:lnTo>
                  <a:pt x="12447" y="4242"/>
                </a:lnTo>
                <a:lnTo>
                  <a:pt x="12448" y="4242"/>
                </a:lnTo>
                <a:lnTo>
                  <a:pt x="12449" y="4242"/>
                </a:lnTo>
                <a:lnTo>
                  <a:pt x="12450" y="4242"/>
                </a:lnTo>
                <a:lnTo>
                  <a:pt x="12451" y="4242"/>
                </a:lnTo>
                <a:lnTo>
                  <a:pt x="12452" y="4242"/>
                </a:lnTo>
                <a:lnTo>
                  <a:pt x="12453" y="4242"/>
                </a:lnTo>
                <a:lnTo>
                  <a:pt x="12454" y="4242"/>
                </a:lnTo>
                <a:lnTo>
                  <a:pt x="12455" y="4242"/>
                </a:lnTo>
                <a:lnTo>
                  <a:pt x="12456" y="4242"/>
                </a:lnTo>
                <a:lnTo>
                  <a:pt x="12457" y="4242"/>
                </a:lnTo>
                <a:lnTo>
                  <a:pt x="12458" y="4242"/>
                </a:lnTo>
                <a:lnTo>
                  <a:pt x="12459" y="4242"/>
                </a:lnTo>
                <a:lnTo>
                  <a:pt x="12460" y="4242"/>
                </a:lnTo>
                <a:lnTo>
                  <a:pt x="12461" y="4242"/>
                </a:lnTo>
                <a:lnTo>
                  <a:pt x="12462" y="4242"/>
                </a:lnTo>
                <a:lnTo>
                  <a:pt x="12463" y="4242"/>
                </a:lnTo>
                <a:lnTo>
                  <a:pt x="12464" y="4242"/>
                </a:lnTo>
                <a:lnTo>
                  <a:pt x="12465" y="4242"/>
                </a:lnTo>
                <a:lnTo>
                  <a:pt x="12466" y="4242"/>
                </a:lnTo>
                <a:lnTo>
                  <a:pt x="12467" y="4242"/>
                </a:lnTo>
                <a:lnTo>
                  <a:pt x="12468" y="4242"/>
                </a:lnTo>
                <a:lnTo>
                  <a:pt x="12469" y="4242"/>
                </a:lnTo>
                <a:lnTo>
                  <a:pt x="12470" y="4242"/>
                </a:lnTo>
                <a:lnTo>
                  <a:pt x="12471" y="4242"/>
                </a:lnTo>
                <a:lnTo>
                  <a:pt x="12472" y="4242"/>
                </a:lnTo>
                <a:lnTo>
                  <a:pt x="12473" y="4242"/>
                </a:lnTo>
                <a:lnTo>
                  <a:pt x="12474" y="4242"/>
                </a:lnTo>
                <a:lnTo>
                  <a:pt x="12475" y="4242"/>
                </a:lnTo>
                <a:lnTo>
                  <a:pt x="12476" y="4242"/>
                </a:lnTo>
                <a:lnTo>
                  <a:pt x="12477" y="4242"/>
                </a:lnTo>
                <a:lnTo>
                  <a:pt x="12478" y="4242"/>
                </a:lnTo>
                <a:lnTo>
                  <a:pt x="12479" y="4242"/>
                </a:lnTo>
                <a:lnTo>
                  <a:pt x="12480" y="4242"/>
                </a:lnTo>
                <a:lnTo>
                  <a:pt x="12481" y="4242"/>
                </a:lnTo>
                <a:lnTo>
                  <a:pt x="12482" y="4242"/>
                </a:lnTo>
                <a:lnTo>
                  <a:pt x="12483" y="4242"/>
                </a:lnTo>
                <a:lnTo>
                  <a:pt x="12484" y="4242"/>
                </a:lnTo>
                <a:lnTo>
                  <a:pt x="12485" y="4242"/>
                </a:lnTo>
                <a:lnTo>
                  <a:pt x="12486" y="4242"/>
                </a:lnTo>
                <a:lnTo>
                  <a:pt x="12487" y="4242"/>
                </a:lnTo>
                <a:lnTo>
                  <a:pt x="12488" y="4242"/>
                </a:lnTo>
                <a:lnTo>
                  <a:pt x="12489" y="4242"/>
                </a:lnTo>
                <a:lnTo>
                  <a:pt x="12490" y="4242"/>
                </a:lnTo>
                <a:lnTo>
                  <a:pt x="12491" y="4242"/>
                </a:lnTo>
                <a:lnTo>
                  <a:pt x="12492" y="4242"/>
                </a:lnTo>
                <a:lnTo>
                  <a:pt x="12493" y="4242"/>
                </a:lnTo>
                <a:lnTo>
                  <a:pt x="12494" y="4242"/>
                </a:lnTo>
                <a:lnTo>
                  <a:pt x="12495" y="4242"/>
                </a:lnTo>
                <a:lnTo>
                  <a:pt x="12496" y="4242"/>
                </a:lnTo>
                <a:lnTo>
                  <a:pt x="12497" y="4242"/>
                </a:lnTo>
                <a:lnTo>
                  <a:pt x="12498" y="4242"/>
                </a:lnTo>
                <a:lnTo>
                  <a:pt x="12499" y="4242"/>
                </a:lnTo>
                <a:lnTo>
                  <a:pt x="12500" y="4242"/>
                </a:lnTo>
                <a:lnTo>
                  <a:pt x="12501" y="4242"/>
                </a:lnTo>
                <a:lnTo>
                  <a:pt x="12502" y="4242"/>
                </a:lnTo>
                <a:lnTo>
                  <a:pt x="12503" y="4242"/>
                </a:lnTo>
                <a:lnTo>
                  <a:pt x="12504" y="4242"/>
                </a:lnTo>
                <a:lnTo>
                  <a:pt x="12505" y="4242"/>
                </a:lnTo>
                <a:lnTo>
                  <a:pt x="12506" y="4242"/>
                </a:lnTo>
                <a:lnTo>
                  <a:pt x="12507" y="4242"/>
                </a:lnTo>
                <a:lnTo>
                  <a:pt x="12508" y="4242"/>
                </a:lnTo>
                <a:lnTo>
                  <a:pt x="12509" y="4242"/>
                </a:lnTo>
                <a:lnTo>
                  <a:pt x="12510" y="4242"/>
                </a:lnTo>
                <a:lnTo>
                  <a:pt x="12511" y="4242"/>
                </a:lnTo>
                <a:lnTo>
                  <a:pt x="12512" y="4242"/>
                </a:lnTo>
                <a:lnTo>
                  <a:pt x="12513" y="4242"/>
                </a:lnTo>
                <a:lnTo>
                  <a:pt x="12514" y="4242"/>
                </a:lnTo>
                <a:lnTo>
                  <a:pt x="12515" y="4242"/>
                </a:lnTo>
                <a:lnTo>
                  <a:pt x="12516" y="4242"/>
                </a:lnTo>
                <a:lnTo>
                  <a:pt x="12517" y="4242"/>
                </a:lnTo>
                <a:lnTo>
                  <a:pt x="12518" y="4242"/>
                </a:lnTo>
                <a:lnTo>
                  <a:pt x="12519" y="4242"/>
                </a:lnTo>
                <a:lnTo>
                  <a:pt x="12520" y="4242"/>
                </a:lnTo>
                <a:lnTo>
                  <a:pt x="12521" y="4242"/>
                </a:lnTo>
                <a:lnTo>
                  <a:pt x="12522" y="4242"/>
                </a:lnTo>
                <a:lnTo>
                  <a:pt x="12523" y="4242"/>
                </a:lnTo>
                <a:lnTo>
                  <a:pt x="12524" y="4242"/>
                </a:lnTo>
                <a:lnTo>
                  <a:pt x="12525" y="4242"/>
                </a:lnTo>
                <a:lnTo>
                  <a:pt x="12526" y="4242"/>
                </a:lnTo>
                <a:lnTo>
                  <a:pt x="12527" y="4242"/>
                </a:lnTo>
                <a:lnTo>
                  <a:pt x="12528" y="4242"/>
                </a:lnTo>
                <a:lnTo>
                  <a:pt x="12529" y="4242"/>
                </a:lnTo>
                <a:lnTo>
                  <a:pt x="12530" y="4242"/>
                </a:lnTo>
                <a:lnTo>
                  <a:pt x="12531" y="4242"/>
                </a:lnTo>
                <a:lnTo>
                  <a:pt x="12532" y="4242"/>
                </a:lnTo>
                <a:lnTo>
                  <a:pt x="12533" y="4242"/>
                </a:lnTo>
                <a:lnTo>
                  <a:pt x="12534" y="4242"/>
                </a:lnTo>
                <a:lnTo>
                  <a:pt x="12535" y="4242"/>
                </a:lnTo>
                <a:lnTo>
                  <a:pt x="12536" y="4242"/>
                </a:lnTo>
                <a:lnTo>
                  <a:pt x="12537" y="4242"/>
                </a:lnTo>
                <a:lnTo>
                  <a:pt x="12538" y="4242"/>
                </a:lnTo>
                <a:lnTo>
                  <a:pt x="12539" y="4242"/>
                </a:lnTo>
                <a:lnTo>
                  <a:pt x="12540" y="4242"/>
                </a:lnTo>
                <a:lnTo>
                  <a:pt x="12541" y="4242"/>
                </a:lnTo>
                <a:lnTo>
                  <a:pt x="12542" y="4242"/>
                </a:lnTo>
                <a:lnTo>
                  <a:pt x="12543" y="4242"/>
                </a:lnTo>
                <a:lnTo>
                  <a:pt x="12544" y="4242"/>
                </a:lnTo>
                <a:lnTo>
                  <a:pt x="12545" y="4242"/>
                </a:lnTo>
                <a:lnTo>
                  <a:pt x="12546" y="4242"/>
                </a:lnTo>
                <a:lnTo>
                  <a:pt x="12547" y="4242"/>
                </a:lnTo>
                <a:lnTo>
                  <a:pt x="12548" y="4242"/>
                </a:lnTo>
                <a:lnTo>
                  <a:pt x="12549" y="4242"/>
                </a:lnTo>
                <a:lnTo>
                  <a:pt x="12550" y="4242"/>
                </a:lnTo>
                <a:lnTo>
                  <a:pt x="12551" y="4242"/>
                </a:lnTo>
                <a:lnTo>
                  <a:pt x="12552" y="4242"/>
                </a:lnTo>
                <a:lnTo>
                  <a:pt x="12553" y="4242"/>
                </a:lnTo>
                <a:lnTo>
                  <a:pt x="12554" y="4242"/>
                </a:lnTo>
                <a:lnTo>
                  <a:pt x="12555" y="4242"/>
                </a:lnTo>
                <a:lnTo>
                  <a:pt x="12556" y="4242"/>
                </a:lnTo>
                <a:lnTo>
                  <a:pt x="12557" y="4242"/>
                </a:lnTo>
                <a:lnTo>
                  <a:pt x="12558" y="4242"/>
                </a:lnTo>
                <a:lnTo>
                  <a:pt x="12559" y="4242"/>
                </a:lnTo>
                <a:lnTo>
                  <a:pt x="12560" y="4242"/>
                </a:lnTo>
                <a:lnTo>
                  <a:pt x="12561" y="4242"/>
                </a:lnTo>
                <a:lnTo>
                  <a:pt x="12562" y="4242"/>
                </a:lnTo>
                <a:lnTo>
                  <a:pt x="12563" y="4242"/>
                </a:lnTo>
                <a:lnTo>
                  <a:pt x="12564" y="4242"/>
                </a:lnTo>
                <a:lnTo>
                  <a:pt x="12565" y="4242"/>
                </a:lnTo>
                <a:lnTo>
                  <a:pt x="12566" y="4242"/>
                </a:lnTo>
                <a:lnTo>
                  <a:pt x="12567" y="4242"/>
                </a:lnTo>
                <a:lnTo>
                  <a:pt x="12568" y="4242"/>
                </a:lnTo>
                <a:lnTo>
                  <a:pt x="12569" y="4242"/>
                </a:lnTo>
                <a:lnTo>
                  <a:pt x="12570" y="4242"/>
                </a:lnTo>
                <a:lnTo>
                  <a:pt x="12571" y="4242"/>
                </a:lnTo>
                <a:lnTo>
                  <a:pt x="12572" y="4242"/>
                </a:lnTo>
                <a:lnTo>
                  <a:pt x="12573" y="4242"/>
                </a:lnTo>
                <a:lnTo>
                  <a:pt x="12574" y="4242"/>
                </a:lnTo>
                <a:lnTo>
                  <a:pt x="12575" y="4242"/>
                </a:lnTo>
                <a:lnTo>
                  <a:pt x="12576" y="4242"/>
                </a:lnTo>
                <a:lnTo>
                  <a:pt x="12577" y="4242"/>
                </a:lnTo>
                <a:lnTo>
                  <a:pt x="12578" y="4242"/>
                </a:lnTo>
                <a:lnTo>
                  <a:pt x="12579" y="4242"/>
                </a:lnTo>
                <a:lnTo>
                  <a:pt x="12580" y="4242"/>
                </a:lnTo>
                <a:lnTo>
                  <a:pt x="12581" y="4242"/>
                </a:lnTo>
                <a:lnTo>
                  <a:pt x="12582" y="4242"/>
                </a:lnTo>
                <a:lnTo>
                  <a:pt x="12583" y="4242"/>
                </a:lnTo>
                <a:lnTo>
                  <a:pt x="12584" y="4242"/>
                </a:lnTo>
                <a:lnTo>
                  <a:pt x="12585" y="4242"/>
                </a:lnTo>
                <a:lnTo>
                  <a:pt x="12586" y="4242"/>
                </a:lnTo>
                <a:lnTo>
                  <a:pt x="12587" y="4242"/>
                </a:lnTo>
                <a:lnTo>
                  <a:pt x="12588" y="4242"/>
                </a:lnTo>
                <a:lnTo>
                  <a:pt x="12589" y="4242"/>
                </a:lnTo>
                <a:lnTo>
                  <a:pt x="12590" y="4242"/>
                </a:lnTo>
                <a:lnTo>
                  <a:pt x="12591" y="4242"/>
                </a:lnTo>
                <a:lnTo>
                  <a:pt x="12592" y="4242"/>
                </a:lnTo>
                <a:lnTo>
                  <a:pt x="12593" y="4242"/>
                </a:lnTo>
                <a:lnTo>
                  <a:pt x="12594" y="4242"/>
                </a:lnTo>
                <a:lnTo>
                  <a:pt x="12595" y="4242"/>
                </a:lnTo>
                <a:lnTo>
                  <a:pt x="12596" y="4242"/>
                </a:lnTo>
                <a:lnTo>
                  <a:pt x="12597" y="4242"/>
                </a:lnTo>
                <a:lnTo>
                  <a:pt x="12598" y="4242"/>
                </a:lnTo>
                <a:lnTo>
                  <a:pt x="12599" y="4242"/>
                </a:lnTo>
                <a:lnTo>
                  <a:pt x="12600" y="4242"/>
                </a:lnTo>
                <a:lnTo>
                  <a:pt x="12601" y="4242"/>
                </a:lnTo>
                <a:lnTo>
                  <a:pt x="12602" y="4242"/>
                </a:lnTo>
                <a:lnTo>
                  <a:pt x="12603" y="4242"/>
                </a:lnTo>
                <a:lnTo>
                  <a:pt x="12604" y="4242"/>
                </a:lnTo>
                <a:lnTo>
                  <a:pt x="12605" y="4242"/>
                </a:lnTo>
                <a:lnTo>
                  <a:pt x="12606" y="4242"/>
                </a:lnTo>
                <a:lnTo>
                  <a:pt x="12607" y="4242"/>
                </a:lnTo>
                <a:lnTo>
                  <a:pt x="12608" y="4242"/>
                </a:lnTo>
                <a:lnTo>
                  <a:pt x="12609" y="4242"/>
                </a:lnTo>
                <a:lnTo>
                  <a:pt x="12610" y="4242"/>
                </a:lnTo>
                <a:lnTo>
                  <a:pt x="12611" y="4242"/>
                </a:lnTo>
                <a:lnTo>
                  <a:pt x="12612" y="4242"/>
                </a:lnTo>
                <a:lnTo>
                  <a:pt x="12613" y="4242"/>
                </a:lnTo>
                <a:lnTo>
                  <a:pt x="12614" y="4242"/>
                </a:lnTo>
                <a:lnTo>
                  <a:pt x="12615" y="4242"/>
                </a:lnTo>
                <a:lnTo>
                  <a:pt x="12616" y="4242"/>
                </a:lnTo>
                <a:lnTo>
                  <a:pt x="12617" y="4242"/>
                </a:lnTo>
                <a:lnTo>
                  <a:pt x="12618" y="4242"/>
                </a:lnTo>
                <a:lnTo>
                  <a:pt x="12619" y="4242"/>
                </a:lnTo>
                <a:lnTo>
                  <a:pt x="12620" y="4242"/>
                </a:lnTo>
                <a:lnTo>
                  <a:pt x="12621" y="4242"/>
                </a:lnTo>
                <a:lnTo>
                  <a:pt x="12622" y="4242"/>
                </a:lnTo>
                <a:lnTo>
                  <a:pt x="12623" y="4242"/>
                </a:lnTo>
                <a:lnTo>
                  <a:pt x="12624" y="4242"/>
                </a:lnTo>
                <a:lnTo>
                  <a:pt x="12625" y="4242"/>
                </a:lnTo>
                <a:lnTo>
                  <a:pt x="12626" y="4242"/>
                </a:lnTo>
                <a:lnTo>
                  <a:pt x="12627" y="4242"/>
                </a:lnTo>
                <a:lnTo>
                  <a:pt x="12628" y="4242"/>
                </a:lnTo>
                <a:lnTo>
                  <a:pt x="12629" y="4242"/>
                </a:lnTo>
                <a:lnTo>
                  <a:pt x="12630" y="4242"/>
                </a:lnTo>
                <a:lnTo>
                  <a:pt x="12631" y="4242"/>
                </a:lnTo>
                <a:lnTo>
                  <a:pt x="12632" y="4242"/>
                </a:lnTo>
                <a:lnTo>
                  <a:pt x="12633" y="4242"/>
                </a:lnTo>
                <a:lnTo>
                  <a:pt x="12634" y="4242"/>
                </a:lnTo>
                <a:lnTo>
                  <a:pt x="12635" y="4242"/>
                </a:lnTo>
                <a:lnTo>
                  <a:pt x="12636" y="4242"/>
                </a:lnTo>
                <a:lnTo>
                  <a:pt x="12637" y="4242"/>
                </a:lnTo>
                <a:lnTo>
                  <a:pt x="12638" y="4242"/>
                </a:lnTo>
                <a:lnTo>
                  <a:pt x="12639" y="4242"/>
                </a:lnTo>
                <a:lnTo>
                  <a:pt x="12640" y="4242"/>
                </a:lnTo>
                <a:lnTo>
                  <a:pt x="12641" y="4242"/>
                </a:lnTo>
                <a:lnTo>
                  <a:pt x="12642" y="4242"/>
                </a:lnTo>
                <a:lnTo>
                  <a:pt x="12643" y="4242"/>
                </a:lnTo>
                <a:lnTo>
                  <a:pt x="12644" y="4242"/>
                </a:lnTo>
                <a:lnTo>
                  <a:pt x="12645" y="4242"/>
                </a:lnTo>
                <a:lnTo>
                  <a:pt x="12646" y="4242"/>
                </a:lnTo>
                <a:lnTo>
                  <a:pt x="12647" y="4242"/>
                </a:lnTo>
                <a:lnTo>
                  <a:pt x="12648" y="4242"/>
                </a:lnTo>
                <a:lnTo>
                  <a:pt x="12649" y="4242"/>
                </a:lnTo>
                <a:lnTo>
                  <a:pt x="12650" y="4242"/>
                </a:lnTo>
                <a:lnTo>
                  <a:pt x="12651" y="4242"/>
                </a:lnTo>
                <a:lnTo>
                  <a:pt x="12652" y="4242"/>
                </a:lnTo>
                <a:lnTo>
                  <a:pt x="12653" y="4242"/>
                </a:lnTo>
                <a:lnTo>
                  <a:pt x="12654" y="4242"/>
                </a:lnTo>
                <a:lnTo>
                  <a:pt x="12655" y="4242"/>
                </a:lnTo>
                <a:lnTo>
                  <a:pt x="12656" y="4242"/>
                </a:lnTo>
                <a:lnTo>
                  <a:pt x="12657" y="4242"/>
                </a:lnTo>
                <a:lnTo>
                  <a:pt x="12658" y="4242"/>
                </a:lnTo>
                <a:lnTo>
                  <a:pt x="12659" y="4242"/>
                </a:lnTo>
                <a:lnTo>
                  <a:pt x="12660" y="4242"/>
                </a:lnTo>
                <a:lnTo>
                  <a:pt x="12661" y="4242"/>
                </a:lnTo>
                <a:lnTo>
                  <a:pt x="12662" y="4242"/>
                </a:lnTo>
                <a:lnTo>
                  <a:pt x="12663" y="4242"/>
                </a:lnTo>
                <a:lnTo>
                  <a:pt x="12664" y="4242"/>
                </a:lnTo>
                <a:lnTo>
                  <a:pt x="12665" y="4242"/>
                </a:lnTo>
                <a:lnTo>
                  <a:pt x="12666" y="4242"/>
                </a:lnTo>
                <a:lnTo>
                  <a:pt x="12667" y="4242"/>
                </a:lnTo>
                <a:lnTo>
                  <a:pt x="12668" y="4242"/>
                </a:lnTo>
                <a:lnTo>
                  <a:pt x="12669" y="4242"/>
                </a:lnTo>
                <a:lnTo>
                  <a:pt x="12670" y="4242"/>
                </a:lnTo>
                <a:lnTo>
                  <a:pt x="12671" y="4242"/>
                </a:lnTo>
                <a:lnTo>
                  <a:pt x="12672" y="4242"/>
                </a:lnTo>
                <a:lnTo>
                  <a:pt x="12673" y="4242"/>
                </a:lnTo>
                <a:lnTo>
                  <a:pt x="12674" y="4242"/>
                </a:lnTo>
                <a:lnTo>
                  <a:pt x="12675" y="4242"/>
                </a:lnTo>
                <a:lnTo>
                  <a:pt x="12676" y="4242"/>
                </a:lnTo>
                <a:lnTo>
                  <a:pt x="12677" y="4242"/>
                </a:lnTo>
                <a:lnTo>
                  <a:pt x="12678" y="4242"/>
                </a:lnTo>
                <a:lnTo>
                  <a:pt x="12679" y="4242"/>
                </a:lnTo>
                <a:lnTo>
                  <a:pt x="12680" y="4242"/>
                </a:lnTo>
                <a:lnTo>
                  <a:pt x="12681" y="4242"/>
                </a:lnTo>
                <a:lnTo>
                  <a:pt x="12682" y="4242"/>
                </a:lnTo>
                <a:lnTo>
                  <a:pt x="12683" y="4242"/>
                </a:lnTo>
                <a:lnTo>
                  <a:pt x="12684" y="4242"/>
                </a:lnTo>
                <a:lnTo>
                  <a:pt x="12685" y="4242"/>
                </a:lnTo>
                <a:lnTo>
                  <a:pt x="12686" y="4242"/>
                </a:lnTo>
                <a:lnTo>
                  <a:pt x="12687" y="4242"/>
                </a:lnTo>
                <a:lnTo>
                  <a:pt x="12688" y="4242"/>
                </a:lnTo>
                <a:lnTo>
                  <a:pt x="12689" y="4242"/>
                </a:lnTo>
                <a:lnTo>
                  <a:pt x="12690" y="4242"/>
                </a:lnTo>
                <a:lnTo>
                  <a:pt x="12691" y="4242"/>
                </a:lnTo>
                <a:lnTo>
                  <a:pt x="12692" y="4242"/>
                </a:lnTo>
                <a:lnTo>
                  <a:pt x="12693" y="4242"/>
                </a:lnTo>
                <a:lnTo>
                  <a:pt x="12694" y="4242"/>
                </a:lnTo>
                <a:lnTo>
                  <a:pt x="12695" y="4242"/>
                </a:lnTo>
                <a:lnTo>
                  <a:pt x="12696" y="4242"/>
                </a:lnTo>
                <a:lnTo>
                  <a:pt x="12697" y="4242"/>
                </a:lnTo>
                <a:lnTo>
                  <a:pt x="12698" y="4242"/>
                </a:lnTo>
                <a:lnTo>
                  <a:pt x="12699" y="4242"/>
                </a:lnTo>
                <a:lnTo>
                  <a:pt x="12700" y="4242"/>
                </a:lnTo>
                <a:lnTo>
                  <a:pt x="12701" y="4242"/>
                </a:lnTo>
                <a:lnTo>
                  <a:pt x="12702" y="4242"/>
                </a:lnTo>
                <a:lnTo>
                  <a:pt x="12703" y="4242"/>
                </a:lnTo>
                <a:lnTo>
                  <a:pt x="12704" y="4242"/>
                </a:lnTo>
                <a:lnTo>
                  <a:pt x="12705" y="4242"/>
                </a:lnTo>
                <a:lnTo>
                  <a:pt x="12706" y="4242"/>
                </a:lnTo>
                <a:lnTo>
                  <a:pt x="12707" y="4242"/>
                </a:lnTo>
                <a:lnTo>
                  <a:pt x="12708" y="4242"/>
                </a:lnTo>
                <a:lnTo>
                  <a:pt x="12709" y="4242"/>
                </a:lnTo>
                <a:lnTo>
                  <a:pt x="12710" y="4242"/>
                </a:lnTo>
                <a:lnTo>
                  <a:pt x="12711" y="4242"/>
                </a:lnTo>
                <a:lnTo>
                  <a:pt x="12712" y="4242"/>
                </a:lnTo>
                <a:lnTo>
                  <a:pt x="12713" y="4242"/>
                </a:lnTo>
                <a:lnTo>
                  <a:pt x="12714" y="4242"/>
                </a:lnTo>
                <a:lnTo>
                  <a:pt x="12715" y="4242"/>
                </a:lnTo>
                <a:lnTo>
                  <a:pt x="12716" y="4242"/>
                </a:lnTo>
                <a:lnTo>
                  <a:pt x="12717" y="4242"/>
                </a:lnTo>
                <a:lnTo>
                  <a:pt x="12718" y="4242"/>
                </a:lnTo>
                <a:lnTo>
                  <a:pt x="12719" y="4242"/>
                </a:lnTo>
                <a:lnTo>
                  <a:pt x="12720" y="4242"/>
                </a:lnTo>
                <a:lnTo>
                  <a:pt x="12721" y="4242"/>
                </a:lnTo>
                <a:lnTo>
                  <a:pt x="12722" y="4242"/>
                </a:lnTo>
                <a:lnTo>
                  <a:pt x="12723" y="4242"/>
                </a:lnTo>
                <a:lnTo>
                  <a:pt x="12724" y="4242"/>
                </a:lnTo>
                <a:lnTo>
                  <a:pt x="12725" y="4242"/>
                </a:lnTo>
                <a:lnTo>
                  <a:pt x="12726" y="4242"/>
                </a:lnTo>
                <a:lnTo>
                  <a:pt x="12727" y="4242"/>
                </a:lnTo>
                <a:lnTo>
                  <a:pt x="12728" y="4242"/>
                </a:lnTo>
                <a:lnTo>
                  <a:pt x="12729" y="4242"/>
                </a:lnTo>
                <a:lnTo>
                  <a:pt x="12730" y="4242"/>
                </a:lnTo>
                <a:lnTo>
                  <a:pt x="12731" y="4242"/>
                </a:lnTo>
                <a:lnTo>
                  <a:pt x="12732" y="4242"/>
                </a:lnTo>
                <a:lnTo>
                  <a:pt x="12733" y="4242"/>
                </a:lnTo>
                <a:lnTo>
                  <a:pt x="12734" y="4242"/>
                </a:lnTo>
                <a:lnTo>
                  <a:pt x="12735" y="4242"/>
                </a:lnTo>
                <a:lnTo>
                  <a:pt x="12736" y="4242"/>
                </a:lnTo>
                <a:lnTo>
                  <a:pt x="12737" y="4242"/>
                </a:lnTo>
                <a:lnTo>
                  <a:pt x="12738" y="4242"/>
                </a:lnTo>
                <a:lnTo>
                  <a:pt x="12739" y="4242"/>
                </a:lnTo>
                <a:lnTo>
                  <a:pt x="12740" y="4242"/>
                </a:lnTo>
                <a:lnTo>
                  <a:pt x="12741" y="4242"/>
                </a:lnTo>
                <a:lnTo>
                  <a:pt x="12742" y="4242"/>
                </a:lnTo>
                <a:lnTo>
                  <a:pt x="12743" y="4242"/>
                </a:lnTo>
                <a:lnTo>
                  <a:pt x="12744" y="4242"/>
                </a:lnTo>
                <a:lnTo>
                  <a:pt x="12745" y="4242"/>
                </a:lnTo>
                <a:lnTo>
                  <a:pt x="12746" y="4242"/>
                </a:lnTo>
                <a:lnTo>
                  <a:pt x="12747" y="4242"/>
                </a:lnTo>
                <a:lnTo>
                  <a:pt x="12748" y="4242"/>
                </a:lnTo>
                <a:lnTo>
                  <a:pt x="12749" y="4242"/>
                </a:lnTo>
                <a:lnTo>
                  <a:pt x="12750" y="4242"/>
                </a:lnTo>
                <a:lnTo>
                  <a:pt x="12751" y="4242"/>
                </a:lnTo>
                <a:lnTo>
                  <a:pt x="12752" y="4242"/>
                </a:lnTo>
                <a:lnTo>
                  <a:pt x="12753" y="4242"/>
                </a:lnTo>
                <a:lnTo>
                  <a:pt x="12754" y="4242"/>
                </a:lnTo>
                <a:lnTo>
                  <a:pt x="12755" y="4242"/>
                </a:lnTo>
                <a:lnTo>
                  <a:pt x="12756" y="4242"/>
                </a:lnTo>
                <a:lnTo>
                  <a:pt x="12757" y="4242"/>
                </a:lnTo>
                <a:lnTo>
                  <a:pt x="12758" y="4242"/>
                </a:lnTo>
                <a:lnTo>
                  <a:pt x="12759" y="4242"/>
                </a:lnTo>
                <a:lnTo>
                  <a:pt x="12760" y="4242"/>
                </a:lnTo>
                <a:lnTo>
                  <a:pt x="12761" y="4242"/>
                </a:lnTo>
                <a:lnTo>
                  <a:pt x="12762" y="4242"/>
                </a:lnTo>
                <a:lnTo>
                  <a:pt x="12763" y="4242"/>
                </a:lnTo>
                <a:lnTo>
                  <a:pt x="12764" y="4242"/>
                </a:lnTo>
                <a:lnTo>
                  <a:pt x="12765" y="4242"/>
                </a:lnTo>
                <a:lnTo>
                  <a:pt x="12766" y="4242"/>
                </a:lnTo>
                <a:lnTo>
                  <a:pt x="12767" y="4242"/>
                </a:lnTo>
                <a:lnTo>
                  <a:pt x="12768" y="4242"/>
                </a:lnTo>
                <a:lnTo>
                  <a:pt x="12769" y="4242"/>
                </a:lnTo>
                <a:lnTo>
                  <a:pt x="12770" y="4242"/>
                </a:lnTo>
                <a:lnTo>
                  <a:pt x="12771" y="4242"/>
                </a:lnTo>
                <a:lnTo>
                  <a:pt x="12772" y="4242"/>
                </a:lnTo>
                <a:lnTo>
                  <a:pt x="12773" y="4242"/>
                </a:lnTo>
                <a:lnTo>
                  <a:pt x="12774" y="4242"/>
                </a:lnTo>
                <a:lnTo>
                  <a:pt x="12775" y="4242"/>
                </a:lnTo>
                <a:lnTo>
                  <a:pt x="12776" y="4242"/>
                </a:lnTo>
                <a:lnTo>
                  <a:pt x="12777" y="4242"/>
                </a:lnTo>
                <a:lnTo>
                  <a:pt x="12778" y="4242"/>
                </a:lnTo>
                <a:lnTo>
                  <a:pt x="12779" y="4242"/>
                </a:lnTo>
                <a:lnTo>
                  <a:pt x="12780" y="4242"/>
                </a:lnTo>
                <a:lnTo>
                  <a:pt x="12781" y="4242"/>
                </a:lnTo>
                <a:lnTo>
                  <a:pt x="12782" y="4242"/>
                </a:lnTo>
                <a:lnTo>
                  <a:pt x="12783" y="4242"/>
                </a:lnTo>
                <a:lnTo>
                  <a:pt x="12784" y="4242"/>
                </a:lnTo>
                <a:lnTo>
                  <a:pt x="12785" y="4242"/>
                </a:lnTo>
                <a:lnTo>
                  <a:pt x="12786" y="4242"/>
                </a:lnTo>
                <a:lnTo>
                  <a:pt x="12787" y="4242"/>
                </a:lnTo>
                <a:lnTo>
                  <a:pt x="12788" y="4242"/>
                </a:lnTo>
                <a:lnTo>
                  <a:pt x="12789" y="4242"/>
                </a:lnTo>
                <a:lnTo>
                  <a:pt x="12790" y="4242"/>
                </a:lnTo>
                <a:lnTo>
                  <a:pt x="12791" y="4242"/>
                </a:lnTo>
                <a:lnTo>
                  <a:pt x="12792" y="4242"/>
                </a:lnTo>
                <a:lnTo>
                  <a:pt x="12793" y="4242"/>
                </a:lnTo>
                <a:lnTo>
                  <a:pt x="12794" y="4242"/>
                </a:lnTo>
                <a:lnTo>
                  <a:pt x="12795" y="4242"/>
                </a:lnTo>
                <a:lnTo>
                  <a:pt x="12796" y="4242"/>
                </a:lnTo>
                <a:lnTo>
                  <a:pt x="12797" y="4242"/>
                </a:lnTo>
                <a:lnTo>
                  <a:pt x="12798" y="4242"/>
                </a:lnTo>
                <a:lnTo>
                  <a:pt x="12799" y="4242"/>
                </a:lnTo>
                <a:lnTo>
                  <a:pt x="12800" y="4242"/>
                </a:lnTo>
                <a:lnTo>
                  <a:pt x="12801" y="4242"/>
                </a:lnTo>
                <a:lnTo>
                  <a:pt x="12802" y="4242"/>
                </a:lnTo>
                <a:lnTo>
                  <a:pt x="12803" y="4242"/>
                </a:lnTo>
                <a:lnTo>
                  <a:pt x="12804" y="4242"/>
                </a:lnTo>
                <a:lnTo>
                  <a:pt x="12805" y="4242"/>
                </a:lnTo>
                <a:lnTo>
                  <a:pt x="12806" y="4242"/>
                </a:lnTo>
                <a:lnTo>
                  <a:pt x="12807" y="4242"/>
                </a:lnTo>
                <a:lnTo>
                  <a:pt x="12808" y="4242"/>
                </a:lnTo>
                <a:lnTo>
                  <a:pt x="12809" y="4242"/>
                </a:lnTo>
                <a:lnTo>
                  <a:pt x="12810" y="4242"/>
                </a:lnTo>
                <a:lnTo>
                  <a:pt x="12811" y="4242"/>
                </a:lnTo>
                <a:lnTo>
                  <a:pt x="12812" y="4242"/>
                </a:lnTo>
                <a:lnTo>
                  <a:pt x="12813" y="4242"/>
                </a:lnTo>
                <a:lnTo>
                  <a:pt x="12814" y="4242"/>
                </a:lnTo>
                <a:lnTo>
                  <a:pt x="12815" y="4242"/>
                </a:lnTo>
                <a:lnTo>
                  <a:pt x="12816" y="4242"/>
                </a:lnTo>
                <a:lnTo>
                  <a:pt x="12817" y="4242"/>
                </a:lnTo>
                <a:lnTo>
                  <a:pt x="12818" y="4242"/>
                </a:lnTo>
                <a:lnTo>
                  <a:pt x="12819" y="4242"/>
                </a:lnTo>
                <a:lnTo>
                  <a:pt x="12820" y="4242"/>
                </a:lnTo>
                <a:lnTo>
                  <a:pt x="12821" y="4242"/>
                </a:lnTo>
                <a:lnTo>
                  <a:pt x="12822" y="4242"/>
                </a:lnTo>
                <a:lnTo>
                  <a:pt x="12823" y="4242"/>
                </a:lnTo>
                <a:lnTo>
                  <a:pt x="12824" y="4242"/>
                </a:lnTo>
                <a:lnTo>
                  <a:pt x="12825" y="4242"/>
                </a:lnTo>
                <a:lnTo>
                  <a:pt x="12826" y="4242"/>
                </a:lnTo>
                <a:lnTo>
                  <a:pt x="12827" y="4242"/>
                </a:lnTo>
                <a:lnTo>
                  <a:pt x="12828" y="4242"/>
                </a:lnTo>
                <a:lnTo>
                  <a:pt x="12829" y="4242"/>
                </a:lnTo>
                <a:lnTo>
                  <a:pt x="12830" y="4242"/>
                </a:lnTo>
                <a:lnTo>
                  <a:pt x="12831" y="4242"/>
                </a:lnTo>
                <a:lnTo>
                  <a:pt x="12832" y="4242"/>
                </a:lnTo>
                <a:lnTo>
                  <a:pt x="12833" y="4242"/>
                </a:lnTo>
                <a:lnTo>
                  <a:pt x="12834" y="4242"/>
                </a:lnTo>
                <a:lnTo>
                  <a:pt x="12835" y="4242"/>
                </a:lnTo>
                <a:lnTo>
                  <a:pt x="12836" y="4242"/>
                </a:lnTo>
                <a:lnTo>
                  <a:pt x="12837" y="4242"/>
                </a:lnTo>
                <a:lnTo>
                  <a:pt x="12838" y="4242"/>
                </a:lnTo>
                <a:lnTo>
                  <a:pt x="12839" y="4242"/>
                </a:lnTo>
                <a:lnTo>
                  <a:pt x="12840" y="4242"/>
                </a:lnTo>
                <a:lnTo>
                  <a:pt x="12841" y="4242"/>
                </a:lnTo>
                <a:lnTo>
                  <a:pt x="12842" y="4242"/>
                </a:lnTo>
                <a:lnTo>
                  <a:pt x="12843" y="4242"/>
                </a:lnTo>
                <a:lnTo>
                  <a:pt x="12844" y="4242"/>
                </a:lnTo>
                <a:lnTo>
                  <a:pt x="12845" y="4242"/>
                </a:lnTo>
                <a:lnTo>
                  <a:pt x="12846" y="4242"/>
                </a:lnTo>
                <a:lnTo>
                  <a:pt x="12847" y="4242"/>
                </a:lnTo>
                <a:lnTo>
                  <a:pt x="12848" y="4242"/>
                </a:lnTo>
                <a:lnTo>
                  <a:pt x="12849" y="4242"/>
                </a:lnTo>
                <a:lnTo>
                  <a:pt x="12850" y="4242"/>
                </a:lnTo>
                <a:lnTo>
                  <a:pt x="12851" y="4242"/>
                </a:lnTo>
                <a:lnTo>
                  <a:pt x="12852" y="4242"/>
                </a:lnTo>
                <a:lnTo>
                  <a:pt x="12853" y="4242"/>
                </a:lnTo>
                <a:lnTo>
                  <a:pt x="12854" y="4242"/>
                </a:lnTo>
                <a:lnTo>
                  <a:pt x="12855" y="4242"/>
                </a:lnTo>
                <a:lnTo>
                  <a:pt x="12856" y="4242"/>
                </a:lnTo>
                <a:lnTo>
                  <a:pt x="12857" y="4242"/>
                </a:lnTo>
                <a:lnTo>
                  <a:pt x="12858" y="4242"/>
                </a:lnTo>
                <a:lnTo>
                  <a:pt x="12859" y="4242"/>
                </a:lnTo>
                <a:lnTo>
                  <a:pt x="12860" y="4242"/>
                </a:lnTo>
                <a:lnTo>
                  <a:pt x="12861" y="4242"/>
                </a:lnTo>
                <a:lnTo>
                  <a:pt x="12862" y="4242"/>
                </a:lnTo>
                <a:lnTo>
                  <a:pt x="12863" y="4242"/>
                </a:lnTo>
                <a:lnTo>
                  <a:pt x="12864" y="4242"/>
                </a:lnTo>
                <a:lnTo>
                  <a:pt x="12865" y="4242"/>
                </a:lnTo>
                <a:lnTo>
                  <a:pt x="12866" y="4242"/>
                </a:lnTo>
                <a:lnTo>
                  <a:pt x="12867" y="4242"/>
                </a:lnTo>
                <a:lnTo>
                  <a:pt x="12868" y="4242"/>
                </a:lnTo>
                <a:lnTo>
                  <a:pt x="12869" y="4242"/>
                </a:lnTo>
                <a:lnTo>
                  <a:pt x="12870" y="4242"/>
                </a:lnTo>
                <a:lnTo>
                  <a:pt x="12871" y="4242"/>
                </a:lnTo>
                <a:lnTo>
                  <a:pt x="12872" y="4242"/>
                </a:lnTo>
                <a:lnTo>
                  <a:pt x="12873" y="4242"/>
                </a:lnTo>
                <a:lnTo>
                  <a:pt x="12874" y="4242"/>
                </a:lnTo>
                <a:lnTo>
                  <a:pt x="12875" y="4242"/>
                </a:lnTo>
                <a:lnTo>
                  <a:pt x="12876" y="4242"/>
                </a:lnTo>
                <a:lnTo>
                  <a:pt x="12877" y="4242"/>
                </a:lnTo>
                <a:lnTo>
                  <a:pt x="12878" y="4242"/>
                </a:lnTo>
                <a:lnTo>
                  <a:pt x="12879" y="4242"/>
                </a:lnTo>
                <a:lnTo>
                  <a:pt x="12880" y="4242"/>
                </a:lnTo>
                <a:lnTo>
                  <a:pt x="12881" y="4242"/>
                </a:lnTo>
                <a:lnTo>
                  <a:pt x="12882" y="4242"/>
                </a:lnTo>
                <a:lnTo>
                  <a:pt x="12883" y="4242"/>
                </a:lnTo>
                <a:lnTo>
                  <a:pt x="12884" y="4242"/>
                </a:lnTo>
                <a:lnTo>
                  <a:pt x="12885" y="4242"/>
                </a:lnTo>
                <a:lnTo>
                  <a:pt x="12886" y="4242"/>
                </a:lnTo>
                <a:lnTo>
                  <a:pt x="12887" y="4242"/>
                </a:lnTo>
                <a:lnTo>
                  <a:pt x="12888" y="4242"/>
                </a:lnTo>
                <a:lnTo>
                  <a:pt x="12889" y="4242"/>
                </a:lnTo>
                <a:lnTo>
                  <a:pt x="12890" y="4242"/>
                </a:lnTo>
                <a:lnTo>
                  <a:pt x="12891" y="4242"/>
                </a:lnTo>
                <a:lnTo>
                  <a:pt x="12892" y="4242"/>
                </a:lnTo>
                <a:lnTo>
                  <a:pt x="12893" y="4242"/>
                </a:lnTo>
                <a:lnTo>
                  <a:pt x="12894" y="4242"/>
                </a:lnTo>
                <a:lnTo>
                  <a:pt x="12895" y="4242"/>
                </a:lnTo>
                <a:lnTo>
                  <a:pt x="12896" y="4242"/>
                </a:lnTo>
                <a:lnTo>
                  <a:pt x="12897" y="4242"/>
                </a:lnTo>
                <a:lnTo>
                  <a:pt x="12898" y="4242"/>
                </a:lnTo>
                <a:lnTo>
                  <a:pt x="12899" y="4242"/>
                </a:lnTo>
                <a:lnTo>
                  <a:pt x="12900" y="4242"/>
                </a:lnTo>
                <a:lnTo>
                  <a:pt x="12901" y="4242"/>
                </a:lnTo>
                <a:lnTo>
                  <a:pt x="12902" y="4242"/>
                </a:lnTo>
                <a:lnTo>
                  <a:pt x="12903" y="4242"/>
                </a:lnTo>
                <a:lnTo>
                  <a:pt x="12904" y="4242"/>
                </a:lnTo>
                <a:lnTo>
                  <a:pt x="12905" y="4242"/>
                </a:lnTo>
                <a:lnTo>
                  <a:pt x="12906" y="4242"/>
                </a:lnTo>
                <a:lnTo>
                  <a:pt x="12907" y="4242"/>
                </a:lnTo>
                <a:lnTo>
                  <a:pt x="12908" y="4242"/>
                </a:lnTo>
                <a:lnTo>
                  <a:pt x="12909" y="4242"/>
                </a:lnTo>
                <a:lnTo>
                  <a:pt x="12910" y="4242"/>
                </a:lnTo>
                <a:lnTo>
                  <a:pt x="12911" y="4242"/>
                </a:lnTo>
                <a:lnTo>
                  <a:pt x="12912" y="4242"/>
                </a:lnTo>
                <a:lnTo>
                  <a:pt x="12913" y="4242"/>
                </a:lnTo>
                <a:lnTo>
                  <a:pt x="12914" y="4242"/>
                </a:lnTo>
                <a:lnTo>
                  <a:pt x="12915" y="4242"/>
                </a:lnTo>
                <a:lnTo>
                  <a:pt x="12916" y="4242"/>
                </a:lnTo>
                <a:lnTo>
                  <a:pt x="12917" y="4242"/>
                </a:lnTo>
                <a:lnTo>
                  <a:pt x="12918" y="4242"/>
                </a:lnTo>
                <a:lnTo>
                  <a:pt x="12919" y="4242"/>
                </a:lnTo>
                <a:lnTo>
                  <a:pt x="12920" y="4242"/>
                </a:lnTo>
                <a:lnTo>
                  <a:pt x="12921" y="4242"/>
                </a:lnTo>
                <a:lnTo>
                  <a:pt x="12922" y="4242"/>
                </a:lnTo>
                <a:lnTo>
                  <a:pt x="12923" y="4242"/>
                </a:lnTo>
                <a:lnTo>
                  <a:pt x="12924" y="4242"/>
                </a:lnTo>
                <a:lnTo>
                  <a:pt x="12925" y="4242"/>
                </a:lnTo>
                <a:lnTo>
                  <a:pt x="12926" y="4242"/>
                </a:lnTo>
                <a:lnTo>
                  <a:pt x="12927" y="4242"/>
                </a:lnTo>
                <a:lnTo>
                  <a:pt x="12928" y="4242"/>
                </a:lnTo>
                <a:lnTo>
                  <a:pt x="12929" y="4242"/>
                </a:lnTo>
                <a:lnTo>
                  <a:pt x="12930" y="4242"/>
                </a:lnTo>
                <a:lnTo>
                  <a:pt x="12931" y="4242"/>
                </a:lnTo>
                <a:lnTo>
                  <a:pt x="12932" y="4242"/>
                </a:lnTo>
                <a:lnTo>
                  <a:pt x="12933" y="4242"/>
                </a:lnTo>
                <a:lnTo>
                  <a:pt x="12934" y="4242"/>
                </a:lnTo>
                <a:lnTo>
                  <a:pt x="12935" y="4242"/>
                </a:lnTo>
                <a:lnTo>
                  <a:pt x="12936" y="4242"/>
                </a:lnTo>
                <a:lnTo>
                  <a:pt x="12937" y="4242"/>
                </a:lnTo>
                <a:lnTo>
                  <a:pt x="12938" y="4242"/>
                </a:lnTo>
                <a:lnTo>
                  <a:pt x="12939" y="4242"/>
                </a:lnTo>
                <a:lnTo>
                  <a:pt x="12940" y="4242"/>
                </a:lnTo>
                <a:lnTo>
                  <a:pt x="12941" y="4242"/>
                </a:lnTo>
                <a:lnTo>
                  <a:pt x="12942" y="4242"/>
                </a:lnTo>
                <a:lnTo>
                  <a:pt x="12943" y="4242"/>
                </a:lnTo>
                <a:lnTo>
                  <a:pt x="12944" y="4242"/>
                </a:lnTo>
                <a:lnTo>
                  <a:pt x="12945" y="4242"/>
                </a:lnTo>
                <a:lnTo>
                  <a:pt x="12946" y="4242"/>
                </a:lnTo>
                <a:lnTo>
                  <a:pt x="12947" y="4242"/>
                </a:lnTo>
                <a:lnTo>
                  <a:pt x="12948" y="4242"/>
                </a:lnTo>
                <a:lnTo>
                  <a:pt x="12949" y="4242"/>
                </a:lnTo>
                <a:lnTo>
                  <a:pt x="12950" y="4242"/>
                </a:lnTo>
                <a:lnTo>
                  <a:pt x="12951" y="4242"/>
                </a:lnTo>
                <a:lnTo>
                  <a:pt x="12952" y="4242"/>
                </a:lnTo>
                <a:lnTo>
                  <a:pt x="12953" y="4242"/>
                </a:lnTo>
                <a:lnTo>
                  <a:pt x="12954" y="4242"/>
                </a:lnTo>
                <a:lnTo>
                  <a:pt x="12955" y="4242"/>
                </a:lnTo>
                <a:lnTo>
                  <a:pt x="12956" y="4242"/>
                </a:lnTo>
                <a:lnTo>
                  <a:pt x="12957" y="4242"/>
                </a:lnTo>
                <a:lnTo>
                  <a:pt x="12958" y="4242"/>
                </a:lnTo>
                <a:lnTo>
                  <a:pt x="12959" y="4242"/>
                </a:lnTo>
                <a:lnTo>
                  <a:pt x="12960" y="4242"/>
                </a:lnTo>
                <a:lnTo>
                  <a:pt x="12961" y="4242"/>
                </a:lnTo>
                <a:lnTo>
                  <a:pt x="12962" y="4242"/>
                </a:lnTo>
                <a:lnTo>
                  <a:pt x="12963" y="4242"/>
                </a:lnTo>
                <a:lnTo>
                  <a:pt x="12964" y="4242"/>
                </a:lnTo>
                <a:lnTo>
                  <a:pt x="12965" y="4242"/>
                </a:lnTo>
                <a:lnTo>
                  <a:pt x="12966" y="4242"/>
                </a:lnTo>
                <a:lnTo>
                  <a:pt x="12967" y="4242"/>
                </a:lnTo>
                <a:lnTo>
                  <a:pt x="12968" y="4242"/>
                </a:lnTo>
                <a:lnTo>
                  <a:pt x="12969" y="4242"/>
                </a:lnTo>
                <a:lnTo>
                  <a:pt x="12970" y="4242"/>
                </a:lnTo>
                <a:lnTo>
                  <a:pt x="12971" y="4242"/>
                </a:lnTo>
                <a:lnTo>
                  <a:pt x="12972" y="4242"/>
                </a:lnTo>
                <a:lnTo>
                  <a:pt x="12973" y="4242"/>
                </a:lnTo>
                <a:lnTo>
                  <a:pt x="12974" y="4242"/>
                </a:lnTo>
                <a:lnTo>
                  <a:pt x="12975" y="4242"/>
                </a:lnTo>
                <a:lnTo>
                  <a:pt x="12976" y="4242"/>
                </a:lnTo>
                <a:lnTo>
                  <a:pt x="12977" y="4242"/>
                </a:lnTo>
                <a:lnTo>
                  <a:pt x="12978" y="4242"/>
                </a:lnTo>
                <a:lnTo>
                  <a:pt x="12979" y="4242"/>
                </a:lnTo>
                <a:lnTo>
                  <a:pt x="12980" y="4242"/>
                </a:lnTo>
                <a:lnTo>
                  <a:pt x="12981" y="4242"/>
                </a:lnTo>
                <a:lnTo>
                  <a:pt x="12982" y="4242"/>
                </a:lnTo>
                <a:lnTo>
                  <a:pt x="12983" y="4242"/>
                </a:lnTo>
                <a:lnTo>
                  <a:pt x="12984" y="4242"/>
                </a:lnTo>
                <a:lnTo>
                  <a:pt x="12985" y="4242"/>
                </a:lnTo>
                <a:lnTo>
                  <a:pt x="12986" y="4242"/>
                </a:lnTo>
                <a:lnTo>
                  <a:pt x="12987" y="4242"/>
                </a:lnTo>
                <a:lnTo>
                  <a:pt x="12988" y="4242"/>
                </a:lnTo>
                <a:lnTo>
                  <a:pt x="12989" y="4242"/>
                </a:lnTo>
                <a:lnTo>
                  <a:pt x="12990" y="4242"/>
                </a:lnTo>
                <a:lnTo>
                  <a:pt x="12991" y="4242"/>
                </a:lnTo>
                <a:lnTo>
                  <a:pt x="12992" y="4242"/>
                </a:lnTo>
                <a:lnTo>
                  <a:pt x="12993" y="4242"/>
                </a:lnTo>
                <a:lnTo>
                  <a:pt x="12994" y="4242"/>
                </a:lnTo>
                <a:lnTo>
                  <a:pt x="12995" y="4242"/>
                </a:lnTo>
                <a:lnTo>
                  <a:pt x="12996" y="4242"/>
                </a:lnTo>
                <a:lnTo>
                  <a:pt x="12997" y="4242"/>
                </a:lnTo>
                <a:lnTo>
                  <a:pt x="12998" y="4242"/>
                </a:lnTo>
                <a:lnTo>
                  <a:pt x="12999" y="4242"/>
                </a:lnTo>
                <a:lnTo>
                  <a:pt x="13000" y="4242"/>
                </a:lnTo>
                <a:lnTo>
                  <a:pt x="13001" y="4242"/>
                </a:lnTo>
                <a:lnTo>
                  <a:pt x="13002" y="4242"/>
                </a:lnTo>
                <a:lnTo>
                  <a:pt x="13003" y="4242"/>
                </a:lnTo>
                <a:lnTo>
                  <a:pt x="13004" y="4242"/>
                </a:lnTo>
                <a:lnTo>
                  <a:pt x="13005" y="4242"/>
                </a:lnTo>
                <a:lnTo>
                  <a:pt x="13006" y="4242"/>
                </a:lnTo>
                <a:lnTo>
                  <a:pt x="13007" y="4242"/>
                </a:lnTo>
                <a:lnTo>
                  <a:pt x="13008" y="4242"/>
                </a:lnTo>
                <a:lnTo>
                  <a:pt x="13009" y="4242"/>
                </a:lnTo>
                <a:lnTo>
                  <a:pt x="13010" y="4242"/>
                </a:lnTo>
                <a:lnTo>
                  <a:pt x="13011" y="4242"/>
                </a:lnTo>
                <a:lnTo>
                  <a:pt x="13012" y="4242"/>
                </a:lnTo>
                <a:lnTo>
                  <a:pt x="13013" y="4242"/>
                </a:lnTo>
                <a:lnTo>
                  <a:pt x="13014" y="4242"/>
                </a:lnTo>
                <a:lnTo>
                  <a:pt x="13015" y="4242"/>
                </a:lnTo>
                <a:lnTo>
                  <a:pt x="13016" y="4242"/>
                </a:lnTo>
                <a:lnTo>
                  <a:pt x="13017" y="4242"/>
                </a:lnTo>
                <a:lnTo>
                  <a:pt x="13018" y="4242"/>
                </a:lnTo>
                <a:lnTo>
                  <a:pt x="13019" y="4242"/>
                </a:lnTo>
                <a:lnTo>
                  <a:pt x="13020" y="4242"/>
                </a:lnTo>
                <a:lnTo>
                  <a:pt x="13021" y="4242"/>
                </a:lnTo>
                <a:lnTo>
                  <a:pt x="13022" y="4242"/>
                </a:lnTo>
                <a:lnTo>
                  <a:pt x="13023" y="4242"/>
                </a:lnTo>
                <a:lnTo>
                  <a:pt x="13024" y="4242"/>
                </a:lnTo>
                <a:lnTo>
                  <a:pt x="13025" y="4242"/>
                </a:lnTo>
                <a:lnTo>
                  <a:pt x="13026" y="4242"/>
                </a:lnTo>
                <a:lnTo>
                  <a:pt x="13027" y="4242"/>
                </a:lnTo>
                <a:lnTo>
                  <a:pt x="13028" y="4242"/>
                </a:lnTo>
                <a:lnTo>
                  <a:pt x="13029" y="4242"/>
                </a:lnTo>
                <a:lnTo>
                  <a:pt x="13030" y="4242"/>
                </a:lnTo>
                <a:lnTo>
                  <a:pt x="13031" y="4242"/>
                </a:lnTo>
                <a:lnTo>
                  <a:pt x="13032" y="4242"/>
                </a:lnTo>
                <a:lnTo>
                  <a:pt x="13033" y="4242"/>
                </a:lnTo>
                <a:lnTo>
                  <a:pt x="13034" y="4242"/>
                </a:lnTo>
                <a:lnTo>
                  <a:pt x="13035" y="4242"/>
                </a:lnTo>
                <a:lnTo>
                  <a:pt x="13036" y="4242"/>
                </a:lnTo>
                <a:lnTo>
                  <a:pt x="13037" y="4242"/>
                </a:lnTo>
                <a:lnTo>
                  <a:pt x="13038" y="4242"/>
                </a:lnTo>
                <a:lnTo>
                  <a:pt x="13039" y="4242"/>
                </a:lnTo>
                <a:lnTo>
                  <a:pt x="13040" y="4242"/>
                </a:lnTo>
                <a:lnTo>
                  <a:pt x="13041" y="4242"/>
                </a:lnTo>
                <a:lnTo>
                  <a:pt x="13042" y="4242"/>
                </a:lnTo>
                <a:lnTo>
                  <a:pt x="13043" y="4242"/>
                </a:lnTo>
                <a:lnTo>
                  <a:pt x="13044" y="4242"/>
                </a:lnTo>
                <a:lnTo>
                  <a:pt x="13045" y="4242"/>
                </a:lnTo>
                <a:lnTo>
                  <a:pt x="13046" y="4242"/>
                </a:lnTo>
                <a:lnTo>
                  <a:pt x="13047" y="4242"/>
                </a:lnTo>
                <a:lnTo>
                  <a:pt x="13048" y="4242"/>
                </a:lnTo>
                <a:lnTo>
                  <a:pt x="13049" y="4242"/>
                </a:lnTo>
                <a:lnTo>
                  <a:pt x="13050" y="4242"/>
                </a:lnTo>
                <a:lnTo>
                  <a:pt x="13051" y="4242"/>
                </a:lnTo>
                <a:lnTo>
                  <a:pt x="13052" y="4242"/>
                </a:lnTo>
                <a:lnTo>
                  <a:pt x="13053" y="4242"/>
                </a:lnTo>
                <a:lnTo>
                  <a:pt x="13054" y="4242"/>
                </a:lnTo>
                <a:lnTo>
                  <a:pt x="13055" y="4242"/>
                </a:lnTo>
                <a:lnTo>
                  <a:pt x="13056" y="4242"/>
                </a:lnTo>
                <a:lnTo>
                  <a:pt x="13057" y="4242"/>
                </a:lnTo>
                <a:lnTo>
                  <a:pt x="13058" y="4242"/>
                </a:lnTo>
                <a:lnTo>
                  <a:pt x="13059" y="4242"/>
                </a:lnTo>
                <a:lnTo>
                  <a:pt x="13060" y="4242"/>
                </a:lnTo>
                <a:lnTo>
                  <a:pt x="13061" y="4242"/>
                </a:lnTo>
                <a:lnTo>
                  <a:pt x="13062" y="4242"/>
                </a:lnTo>
                <a:lnTo>
                  <a:pt x="13063" y="4242"/>
                </a:lnTo>
                <a:lnTo>
                  <a:pt x="13064" y="4242"/>
                </a:lnTo>
                <a:lnTo>
                  <a:pt x="13065" y="4242"/>
                </a:lnTo>
                <a:lnTo>
                  <a:pt x="13066" y="4242"/>
                </a:lnTo>
                <a:lnTo>
                  <a:pt x="13067" y="4242"/>
                </a:lnTo>
                <a:lnTo>
                  <a:pt x="13068" y="4242"/>
                </a:lnTo>
                <a:lnTo>
                  <a:pt x="13069" y="4242"/>
                </a:lnTo>
                <a:lnTo>
                  <a:pt x="13070" y="4242"/>
                </a:lnTo>
                <a:lnTo>
                  <a:pt x="13071" y="4242"/>
                </a:lnTo>
                <a:lnTo>
                  <a:pt x="13072" y="4242"/>
                </a:lnTo>
                <a:lnTo>
                  <a:pt x="13073" y="4242"/>
                </a:lnTo>
                <a:lnTo>
                  <a:pt x="13074" y="4242"/>
                </a:lnTo>
                <a:lnTo>
                  <a:pt x="13075" y="4242"/>
                </a:lnTo>
                <a:lnTo>
                  <a:pt x="13076" y="4242"/>
                </a:lnTo>
                <a:lnTo>
                  <a:pt x="13077" y="4242"/>
                </a:lnTo>
                <a:lnTo>
                  <a:pt x="13078" y="4242"/>
                </a:lnTo>
                <a:lnTo>
                  <a:pt x="13079" y="4242"/>
                </a:lnTo>
                <a:lnTo>
                  <a:pt x="13080" y="4242"/>
                </a:lnTo>
                <a:lnTo>
                  <a:pt x="13081" y="4242"/>
                </a:lnTo>
                <a:lnTo>
                  <a:pt x="13082" y="4242"/>
                </a:lnTo>
                <a:lnTo>
                  <a:pt x="13083" y="4242"/>
                </a:lnTo>
                <a:lnTo>
                  <a:pt x="13084" y="4242"/>
                </a:lnTo>
                <a:lnTo>
                  <a:pt x="13085" y="4242"/>
                </a:lnTo>
                <a:lnTo>
                  <a:pt x="13086" y="4242"/>
                </a:lnTo>
                <a:lnTo>
                  <a:pt x="13087" y="4242"/>
                </a:lnTo>
                <a:lnTo>
                  <a:pt x="13088" y="4242"/>
                </a:lnTo>
                <a:lnTo>
                  <a:pt x="13089" y="4242"/>
                </a:lnTo>
                <a:lnTo>
                  <a:pt x="13090" y="4242"/>
                </a:lnTo>
                <a:lnTo>
                  <a:pt x="13091" y="4242"/>
                </a:lnTo>
                <a:lnTo>
                  <a:pt x="13092" y="4242"/>
                </a:lnTo>
                <a:lnTo>
                  <a:pt x="13093" y="4242"/>
                </a:lnTo>
                <a:lnTo>
                  <a:pt x="13094" y="4242"/>
                </a:lnTo>
                <a:lnTo>
                  <a:pt x="13095" y="4242"/>
                </a:lnTo>
                <a:lnTo>
                  <a:pt x="13096" y="4242"/>
                </a:lnTo>
                <a:lnTo>
                  <a:pt x="13097" y="4242"/>
                </a:lnTo>
                <a:lnTo>
                  <a:pt x="13098" y="4242"/>
                </a:lnTo>
                <a:lnTo>
                  <a:pt x="13099" y="4242"/>
                </a:lnTo>
                <a:lnTo>
                  <a:pt x="13100" y="4242"/>
                </a:lnTo>
                <a:lnTo>
                  <a:pt x="13101" y="4242"/>
                </a:lnTo>
                <a:lnTo>
                  <a:pt x="13102" y="4242"/>
                </a:lnTo>
                <a:lnTo>
                  <a:pt x="13103" y="4242"/>
                </a:lnTo>
                <a:lnTo>
                  <a:pt x="13104" y="4242"/>
                </a:lnTo>
                <a:lnTo>
                  <a:pt x="13105" y="4242"/>
                </a:lnTo>
                <a:lnTo>
                  <a:pt x="13106" y="4242"/>
                </a:lnTo>
                <a:lnTo>
                  <a:pt x="13107" y="4242"/>
                </a:lnTo>
                <a:lnTo>
                  <a:pt x="13108" y="4242"/>
                </a:lnTo>
                <a:lnTo>
                  <a:pt x="13109" y="4242"/>
                </a:lnTo>
                <a:lnTo>
                  <a:pt x="13110" y="4242"/>
                </a:lnTo>
                <a:lnTo>
                  <a:pt x="13111" y="4242"/>
                </a:lnTo>
                <a:lnTo>
                  <a:pt x="13112" y="4242"/>
                </a:lnTo>
                <a:lnTo>
                  <a:pt x="13113" y="4242"/>
                </a:lnTo>
                <a:lnTo>
                  <a:pt x="13114" y="4242"/>
                </a:lnTo>
                <a:lnTo>
                  <a:pt x="13115" y="4242"/>
                </a:lnTo>
                <a:lnTo>
                  <a:pt x="13116" y="4242"/>
                </a:lnTo>
                <a:lnTo>
                  <a:pt x="13117" y="4242"/>
                </a:lnTo>
                <a:lnTo>
                  <a:pt x="13118" y="4242"/>
                </a:lnTo>
                <a:lnTo>
                  <a:pt x="13119" y="4242"/>
                </a:lnTo>
                <a:lnTo>
                  <a:pt x="13120" y="4242"/>
                </a:lnTo>
                <a:lnTo>
                  <a:pt x="13121" y="4242"/>
                </a:lnTo>
                <a:lnTo>
                  <a:pt x="13122" y="4242"/>
                </a:lnTo>
                <a:lnTo>
                  <a:pt x="13123" y="4242"/>
                </a:lnTo>
                <a:lnTo>
                  <a:pt x="13124" y="4242"/>
                </a:lnTo>
                <a:lnTo>
                  <a:pt x="13125" y="4242"/>
                </a:lnTo>
                <a:lnTo>
                  <a:pt x="13126" y="4242"/>
                </a:lnTo>
                <a:lnTo>
                  <a:pt x="13127" y="4242"/>
                </a:lnTo>
                <a:lnTo>
                  <a:pt x="13128" y="4242"/>
                </a:lnTo>
                <a:lnTo>
                  <a:pt x="13129" y="4242"/>
                </a:lnTo>
                <a:lnTo>
                  <a:pt x="13130" y="4242"/>
                </a:lnTo>
                <a:lnTo>
                  <a:pt x="13131" y="4242"/>
                </a:lnTo>
                <a:lnTo>
                  <a:pt x="13132" y="4242"/>
                </a:lnTo>
                <a:lnTo>
                  <a:pt x="13133" y="4242"/>
                </a:lnTo>
                <a:lnTo>
                  <a:pt x="13134" y="4242"/>
                </a:lnTo>
                <a:lnTo>
                  <a:pt x="13135" y="4242"/>
                </a:lnTo>
                <a:lnTo>
                  <a:pt x="13136" y="4242"/>
                </a:lnTo>
                <a:lnTo>
                  <a:pt x="13137" y="4242"/>
                </a:lnTo>
                <a:lnTo>
                  <a:pt x="13138" y="4242"/>
                </a:lnTo>
                <a:lnTo>
                  <a:pt x="13139" y="4242"/>
                </a:lnTo>
                <a:lnTo>
                  <a:pt x="13140" y="4242"/>
                </a:lnTo>
                <a:lnTo>
                  <a:pt x="13141" y="4242"/>
                </a:lnTo>
                <a:lnTo>
                  <a:pt x="13142" y="4242"/>
                </a:lnTo>
                <a:lnTo>
                  <a:pt x="13143" y="4242"/>
                </a:lnTo>
                <a:lnTo>
                  <a:pt x="13144" y="4242"/>
                </a:lnTo>
                <a:lnTo>
                  <a:pt x="13145" y="4242"/>
                </a:lnTo>
                <a:lnTo>
                  <a:pt x="13146" y="4242"/>
                </a:lnTo>
                <a:lnTo>
                  <a:pt x="13147" y="4242"/>
                </a:lnTo>
                <a:lnTo>
                  <a:pt x="13148" y="4242"/>
                </a:lnTo>
                <a:lnTo>
                  <a:pt x="13149" y="4242"/>
                </a:lnTo>
                <a:lnTo>
                  <a:pt x="13150" y="4242"/>
                </a:lnTo>
                <a:lnTo>
                  <a:pt x="13151" y="4242"/>
                </a:lnTo>
                <a:lnTo>
                  <a:pt x="13152" y="4242"/>
                </a:lnTo>
                <a:lnTo>
                  <a:pt x="13153" y="4242"/>
                </a:lnTo>
                <a:lnTo>
                  <a:pt x="13154" y="4242"/>
                </a:lnTo>
                <a:lnTo>
                  <a:pt x="13155" y="4242"/>
                </a:lnTo>
                <a:lnTo>
                  <a:pt x="13156" y="4242"/>
                </a:lnTo>
                <a:lnTo>
                  <a:pt x="13157" y="4242"/>
                </a:lnTo>
                <a:lnTo>
                  <a:pt x="13158" y="4242"/>
                </a:lnTo>
                <a:lnTo>
                  <a:pt x="13159" y="4242"/>
                </a:lnTo>
                <a:lnTo>
                  <a:pt x="13160" y="4242"/>
                </a:lnTo>
                <a:lnTo>
                  <a:pt x="13161" y="4242"/>
                </a:lnTo>
                <a:lnTo>
                  <a:pt x="13162" y="4242"/>
                </a:lnTo>
                <a:lnTo>
                  <a:pt x="13163" y="4242"/>
                </a:lnTo>
                <a:lnTo>
                  <a:pt x="13164" y="4242"/>
                </a:lnTo>
                <a:lnTo>
                  <a:pt x="13165" y="4242"/>
                </a:lnTo>
                <a:lnTo>
                  <a:pt x="13166" y="4242"/>
                </a:lnTo>
                <a:lnTo>
                  <a:pt x="13167" y="4242"/>
                </a:lnTo>
                <a:lnTo>
                  <a:pt x="13168" y="4242"/>
                </a:lnTo>
                <a:lnTo>
                  <a:pt x="13169" y="4242"/>
                </a:lnTo>
                <a:lnTo>
                  <a:pt x="13170" y="4242"/>
                </a:lnTo>
                <a:lnTo>
                  <a:pt x="13171" y="4242"/>
                </a:lnTo>
                <a:lnTo>
                  <a:pt x="13172" y="4242"/>
                </a:lnTo>
                <a:lnTo>
                  <a:pt x="13173" y="4242"/>
                </a:lnTo>
                <a:lnTo>
                  <a:pt x="13174" y="4242"/>
                </a:lnTo>
                <a:lnTo>
                  <a:pt x="13175" y="4242"/>
                </a:lnTo>
                <a:lnTo>
                  <a:pt x="13176" y="4242"/>
                </a:lnTo>
                <a:lnTo>
                  <a:pt x="13177" y="4242"/>
                </a:lnTo>
                <a:lnTo>
                  <a:pt x="13178" y="4242"/>
                </a:lnTo>
                <a:lnTo>
                  <a:pt x="13179" y="4242"/>
                </a:lnTo>
                <a:lnTo>
                  <a:pt x="13180" y="4242"/>
                </a:lnTo>
                <a:lnTo>
                  <a:pt x="13181" y="4242"/>
                </a:lnTo>
                <a:lnTo>
                  <a:pt x="13182" y="4242"/>
                </a:lnTo>
                <a:lnTo>
                  <a:pt x="13183" y="4242"/>
                </a:lnTo>
                <a:lnTo>
                  <a:pt x="13184" y="4242"/>
                </a:lnTo>
                <a:lnTo>
                  <a:pt x="13185" y="4242"/>
                </a:lnTo>
                <a:lnTo>
                  <a:pt x="13186" y="4242"/>
                </a:lnTo>
                <a:lnTo>
                  <a:pt x="13187" y="4242"/>
                </a:lnTo>
                <a:lnTo>
                  <a:pt x="13188" y="4242"/>
                </a:lnTo>
                <a:lnTo>
                  <a:pt x="13189" y="4242"/>
                </a:lnTo>
                <a:lnTo>
                  <a:pt x="13190" y="4242"/>
                </a:lnTo>
                <a:lnTo>
                  <a:pt x="13191" y="4242"/>
                </a:lnTo>
                <a:lnTo>
                  <a:pt x="13192" y="4242"/>
                </a:lnTo>
                <a:lnTo>
                  <a:pt x="13193" y="4242"/>
                </a:lnTo>
                <a:lnTo>
                  <a:pt x="13194" y="4242"/>
                </a:lnTo>
                <a:lnTo>
                  <a:pt x="13195" y="4242"/>
                </a:lnTo>
                <a:lnTo>
                  <a:pt x="13196" y="4242"/>
                </a:lnTo>
                <a:lnTo>
                  <a:pt x="13197" y="4242"/>
                </a:lnTo>
                <a:lnTo>
                  <a:pt x="13198" y="4242"/>
                </a:lnTo>
                <a:lnTo>
                  <a:pt x="13199" y="4242"/>
                </a:lnTo>
                <a:lnTo>
                  <a:pt x="13200" y="4242"/>
                </a:lnTo>
                <a:lnTo>
                  <a:pt x="13201" y="4242"/>
                </a:lnTo>
                <a:lnTo>
                  <a:pt x="13202" y="4242"/>
                </a:lnTo>
                <a:lnTo>
                  <a:pt x="13203" y="4242"/>
                </a:lnTo>
                <a:lnTo>
                  <a:pt x="13204" y="4242"/>
                </a:lnTo>
                <a:lnTo>
                  <a:pt x="13205" y="4242"/>
                </a:lnTo>
                <a:lnTo>
                  <a:pt x="13206" y="4242"/>
                </a:lnTo>
                <a:lnTo>
                  <a:pt x="13207" y="4242"/>
                </a:lnTo>
                <a:lnTo>
                  <a:pt x="13208" y="4242"/>
                </a:lnTo>
                <a:lnTo>
                  <a:pt x="13209" y="4242"/>
                </a:lnTo>
                <a:lnTo>
                  <a:pt x="13210" y="4242"/>
                </a:lnTo>
                <a:lnTo>
                  <a:pt x="13211" y="4242"/>
                </a:lnTo>
                <a:lnTo>
                  <a:pt x="13212" y="4242"/>
                </a:lnTo>
                <a:lnTo>
                  <a:pt x="13213" y="4242"/>
                </a:lnTo>
                <a:lnTo>
                  <a:pt x="13214" y="4242"/>
                </a:lnTo>
                <a:lnTo>
                  <a:pt x="13215" y="4242"/>
                </a:lnTo>
                <a:lnTo>
                  <a:pt x="13216" y="4242"/>
                </a:lnTo>
                <a:lnTo>
                  <a:pt x="13217" y="4242"/>
                </a:lnTo>
                <a:lnTo>
                  <a:pt x="13218" y="4242"/>
                </a:lnTo>
                <a:lnTo>
                  <a:pt x="13219" y="4242"/>
                </a:lnTo>
                <a:lnTo>
                  <a:pt x="13220" y="4242"/>
                </a:lnTo>
                <a:lnTo>
                  <a:pt x="13221" y="4242"/>
                </a:lnTo>
                <a:lnTo>
                  <a:pt x="13222" y="4242"/>
                </a:lnTo>
                <a:lnTo>
                  <a:pt x="13223" y="4242"/>
                </a:lnTo>
                <a:lnTo>
                  <a:pt x="13224" y="4242"/>
                </a:lnTo>
                <a:lnTo>
                  <a:pt x="13225" y="4242"/>
                </a:lnTo>
                <a:lnTo>
                  <a:pt x="13226" y="4242"/>
                </a:lnTo>
                <a:lnTo>
                  <a:pt x="13227" y="4242"/>
                </a:lnTo>
                <a:lnTo>
                  <a:pt x="13228" y="4242"/>
                </a:lnTo>
                <a:lnTo>
                  <a:pt x="13229" y="4242"/>
                </a:lnTo>
                <a:lnTo>
                  <a:pt x="13230" y="4242"/>
                </a:lnTo>
                <a:lnTo>
                  <a:pt x="13231" y="4242"/>
                </a:lnTo>
                <a:lnTo>
                  <a:pt x="13232" y="4242"/>
                </a:lnTo>
                <a:lnTo>
                  <a:pt x="13233" y="4242"/>
                </a:lnTo>
                <a:lnTo>
                  <a:pt x="13234" y="4242"/>
                </a:lnTo>
                <a:lnTo>
                  <a:pt x="13235" y="4242"/>
                </a:lnTo>
                <a:lnTo>
                  <a:pt x="13236" y="4242"/>
                </a:lnTo>
                <a:lnTo>
                  <a:pt x="13237" y="4242"/>
                </a:lnTo>
                <a:lnTo>
                  <a:pt x="13238" y="4242"/>
                </a:lnTo>
                <a:lnTo>
                  <a:pt x="13239" y="4242"/>
                </a:lnTo>
                <a:lnTo>
                  <a:pt x="13240" y="4242"/>
                </a:lnTo>
                <a:lnTo>
                  <a:pt x="13241" y="4242"/>
                </a:lnTo>
                <a:lnTo>
                  <a:pt x="13242" y="4242"/>
                </a:lnTo>
                <a:lnTo>
                  <a:pt x="13243" y="4242"/>
                </a:lnTo>
                <a:lnTo>
                  <a:pt x="13244" y="4242"/>
                </a:lnTo>
                <a:lnTo>
                  <a:pt x="13245" y="4242"/>
                </a:lnTo>
                <a:lnTo>
                  <a:pt x="13246" y="4242"/>
                </a:lnTo>
                <a:lnTo>
                  <a:pt x="13247" y="4242"/>
                </a:lnTo>
                <a:lnTo>
                  <a:pt x="13248" y="4242"/>
                </a:lnTo>
                <a:lnTo>
                  <a:pt x="13249" y="4242"/>
                </a:lnTo>
                <a:lnTo>
                  <a:pt x="13250" y="4242"/>
                </a:lnTo>
                <a:lnTo>
                  <a:pt x="13251" y="4242"/>
                </a:lnTo>
                <a:lnTo>
                  <a:pt x="13252" y="4242"/>
                </a:lnTo>
                <a:lnTo>
                  <a:pt x="13253" y="4242"/>
                </a:lnTo>
                <a:lnTo>
                  <a:pt x="13254" y="4242"/>
                </a:lnTo>
                <a:lnTo>
                  <a:pt x="13255" y="4242"/>
                </a:lnTo>
                <a:lnTo>
                  <a:pt x="13256" y="4242"/>
                </a:lnTo>
                <a:lnTo>
                  <a:pt x="13257" y="4242"/>
                </a:lnTo>
                <a:lnTo>
                  <a:pt x="13258" y="4242"/>
                </a:lnTo>
                <a:lnTo>
                  <a:pt x="13259" y="4242"/>
                </a:lnTo>
                <a:lnTo>
                  <a:pt x="13260" y="4242"/>
                </a:lnTo>
                <a:lnTo>
                  <a:pt x="13261" y="4242"/>
                </a:lnTo>
                <a:lnTo>
                  <a:pt x="13262" y="4242"/>
                </a:lnTo>
                <a:lnTo>
                  <a:pt x="13263" y="4242"/>
                </a:lnTo>
                <a:lnTo>
                  <a:pt x="13264" y="4242"/>
                </a:lnTo>
                <a:lnTo>
                  <a:pt x="13265" y="4242"/>
                </a:lnTo>
                <a:lnTo>
                  <a:pt x="13266" y="4242"/>
                </a:lnTo>
                <a:lnTo>
                  <a:pt x="13267" y="4242"/>
                </a:lnTo>
                <a:lnTo>
                  <a:pt x="13268" y="4242"/>
                </a:lnTo>
                <a:lnTo>
                  <a:pt x="13269" y="4242"/>
                </a:lnTo>
                <a:lnTo>
                  <a:pt x="13270" y="4242"/>
                </a:lnTo>
                <a:lnTo>
                  <a:pt x="13271" y="4242"/>
                </a:lnTo>
                <a:lnTo>
                  <a:pt x="13272" y="4242"/>
                </a:lnTo>
                <a:lnTo>
                  <a:pt x="13273" y="4242"/>
                </a:lnTo>
                <a:lnTo>
                  <a:pt x="13274" y="4242"/>
                </a:lnTo>
                <a:lnTo>
                  <a:pt x="13275" y="4242"/>
                </a:lnTo>
                <a:lnTo>
                  <a:pt x="13276" y="4242"/>
                </a:lnTo>
                <a:lnTo>
                  <a:pt x="13277" y="4242"/>
                </a:lnTo>
                <a:lnTo>
                  <a:pt x="13278" y="4242"/>
                </a:lnTo>
                <a:lnTo>
                  <a:pt x="13279" y="4242"/>
                </a:lnTo>
                <a:lnTo>
                  <a:pt x="13280" y="4242"/>
                </a:lnTo>
                <a:lnTo>
                  <a:pt x="13281" y="4242"/>
                </a:lnTo>
                <a:lnTo>
                  <a:pt x="13282" y="4242"/>
                </a:lnTo>
                <a:lnTo>
                  <a:pt x="13283" y="4242"/>
                </a:lnTo>
                <a:lnTo>
                  <a:pt x="13284" y="4242"/>
                </a:lnTo>
                <a:lnTo>
                  <a:pt x="13285" y="4242"/>
                </a:lnTo>
                <a:lnTo>
                  <a:pt x="13286" y="4242"/>
                </a:lnTo>
                <a:lnTo>
                  <a:pt x="13287" y="4242"/>
                </a:lnTo>
                <a:lnTo>
                  <a:pt x="13288" y="4242"/>
                </a:lnTo>
                <a:lnTo>
                  <a:pt x="13289" y="4242"/>
                </a:lnTo>
                <a:lnTo>
                  <a:pt x="13290" y="4242"/>
                </a:lnTo>
                <a:lnTo>
                  <a:pt x="13291" y="4242"/>
                </a:lnTo>
                <a:lnTo>
                  <a:pt x="13292" y="4242"/>
                </a:lnTo>
                <a:lnTo>
                  <a:pt x="13293" y="4242"/>
                </a:lnTo>
                <a:lnTo>
                  <a:pt x="13294" y="4242"/>
                </a:lnTo>
                <a:lnTo>
                  <a:pt x="13295" y="4242"/>
                </a:lnTo>
                <a:lnTo>
                  <a:pt x="13296" y="4242"/>
                </a:lnTo>
                <a:lnTo>
                  <a:pt x="13297" y="4242"/>
                </a:lnTo>
                <a:lnTo>
                  <a:pt x="13298" y="4242"/>
                </a:lnTo>
                <a:lnTo>
                  <a:pt x="13299" y="4242"/>
                </a:lnTo>
                <a:lnTo>
                  <a:pt x="13300" y="4242"/>
                </a:lnTo>
                <a:lnTo>
                  <a:pt x="13301" y="4242"/>
                </a:lnTo>
                <a:lnTo>
                  <a:pt x="13302" y="4242"/>
                </a:lnTo>
                <a:lnTo>
                  <a:pt x="13303" y="4242"/>
                </a:lnTo>
                <a:lnTo>
                  <a:pt x="13304" y="4242"/>
                </a:lnTo>
                <a:lnTo>
                  <a:pt x="13305" y="4242"/>
                </a:lnTo>
                <a:lnTo>
                  <a:pt x="13306" y="4242"/>
                </a:lnTo>
                <a:lnTo>
                  <a:pt x="13307" y="4242"/>
                </a:lnTo>
                <a:lnTo>
                  <a:pt x="13308" y="4242"/>
                </a:lnTo>
                <a:lnTo>
                  <a:pt x="13309" y="4242"/>
                </a:lnTo>
                <a:lnTo>
                  <a:pt x="13310" y="4242"/>
                </a:lnTo>
                <a:lnTo>
                  <a:pt x="13311" y="4242"/>
                </a:lnTo>
                <a:lnTo>
                  <a:pt x="13312" y="4242"/>
                </a:lnTo>
                <a:lnTo>
                  <a:pt x="13313" y="4242"/>
                </a:lnTo>
                <a:lnTo>
                  <a:pt x="13314" y="4242"/>
                </a:lnTo>
                <a:lnTo>
                  <a:pt x="13315" y="4242"/>
                </a:lnTo>
                <a:lnTo>
                  <a:pt x="13316" y="4242"/>
                </a:lnTo>
                <a:lnTo>
                  <a:pt x="13317" y="4242"/>
                </a:lnTo>
                <a:lnTo>
                  <a:pt x="13318" y="4242"/>
                </a:lnTo>
                <a:lnTo>
                  <a:pt x="13319" y="4242"/>
                </a:lnTo>
                <a:lnTo>
                  <a:pt x="13320" y="4242"/>
                </a:lnTo>
                <a:lnTo>
                  <a:pt x="13321" y="4242"/>
                </a:lnTo>
                <a:lnTo>
                  <a:pt x="13322" y="4242"/>
                </a:lnTo>
                <a:lnTo>
                  <a:pt x="13323" y="4242"/>
                </a:lnTo>
                <a:lnTo>
                  <a:pt x="13324" y="4242"/>
                </a:lnTo>
                <a:lnTo>
                  <a:pt x="13325" y="4242"/>
                </a:lnTo>
                <a:lnTo>
                  <a:pt x="13326" y="4242"/>
                </a:lnTo>
                <a:lnTo>
                  <a:pt x="13327" y="4242"/>
                </a:lnTo>
                <a:lnTo>
                  <a:pt x="13328" y="4242"/>
                </a:lnTo>
                <a:lnTo>
                  <a:pt x="13329" y="4242"/>
                </a:lnTo>
                <a:lnTo>
                  <a:pt x="13330" y="4242"/>
                </a:lnTo>
                <a:lnTo>
                  <a:pt x="13331" y="4242"/>
                </a:lnTo>
                <a:lnTo>
                  <a:pt x="13332" y="4242"/>
                </a:lnTo>
                <a:lnTo>
                  <a:pt x="13333" y="4242"/>
                </a:lnTo>
                <a:lnTo>
                  <a:pt x="13334" y="4242"/>
                </a:lnTo>
                <a:lnTo>
                  <a:pt x="13335" y="4242"/>
                </a:lnTo>
                <a:lnTo>
                  <a:pt x="13336" y="4242"/>
                </a:lnTo>
                <a:lnTo>
                  <a:pt x="13337" y="4242"/>
                </a:lnTo>
                <a:lnTo>
                  <a:pt x="13338" y="4242"/>
                </a:lnTo>
                <a:lnTo>
                  <a:pt x="13339" y="4242"/>
                </a:lnTo>
                <a:lnTo>
                  <a:pt x="13340" y="4242"/>
                </a:lnTo>
                <a:lnTo>
                  <a:pt x="13341" y="4242"/>
                </a:lnTo>
                <a:lnTo>
                  <a:pt x="13342" y="4242"/>
                </a:lnTo>
                <a:lnTo>
                  <a:pt x="13343" y="4242"/>
                </a:lnTo>
                <a:lnTo>
                  <a:pt x="13344" y="4242"/>
                </a:lnTo>
                <a:lnTo>
                  <a:pt x="13345" y="4242"/>
                </a:lnTo>
                <a:lnTo>
                  <a:pt x="13346" y="4242"/>
                </a:lnTo>
                <a:lnTo>
                  <a:pt x="13347" y="4242"/>
                </a:lnTo>
                <a:lnTo>
                  <a:pt x="13348" y="4242"/>
                </a:lnTo>
                <a:lnTo>
                  <a:pt x="13349" y="4242"/>
                </a:lnTo>
                <a:lnTo>
                  <a:pt x="13350" y="4242"/>
                </a:lnTo>
                <a:lnTo>
                  <a:pt x="13351" y="4242"/>
                </a:lnTo>
                <a:lnTo>
                  <a:pt x="13352" y="4242"/>
                </a:lnTo>
                <a:lnTo>
                  <a:pt x="13353" y="4242"/>
                </a:lnTo>
                <a:lnTo>
                  <a:pt x="13354" y="4242"/>
                </a:lnTo>
                <a:lnTo>
                  <a:pt x="13355" y="4242"/>
                </a:lnTo>
                <a:lnTo>
                  <a:pt x="13356" y="4242"/>
                </a:lnTo>
                <a:lnTo>
                  <a:pt x="13357" y="4242"/>
                </a:lnTo>
                <a:lnTo>
                  <a:pt x="13358" y="4242"/>
                </a:lnTo>
                <a:lnTo>
                  <a:pt x="13359" y="4242"/>
                </a:lnTo>
                <a:lnTo>
                  <a:pt x="13360" y="4242"/>
                </a:lnTo>
                <a:lnTo>
                  <a:pt x="13361" y="4242"/>
                </a:lnTo>
                <a:lnTo>
                  <a:pt x="13362" y="4242"/>
                </a:lnTo>
                <a:lnTo>
                  <a:pt x="13363" y="4242"/>
                </a:lnTo>
                <a:lnTo>
                  <a:pt x="13364" y="4242"/>
                </a:lnTo>
                <a:lnTo>
                  <a:pt x="13365" y="4242"/>
                </a:lnTo>
                <a:lnTo>
                  <a:pt x="13366" y="4242"/>
                </a:lnTo>
                <a:lnTo>
                  <a:pt x="13367" y="4242"/>
                </a:lnTo>
                <a:lnTo>
                  <a:pt x="13368" y="4242"/>
                </a:lnTo>
                <a:lnTo>
                  <a:pt x="13369" y="4242"/>
                </a:lnTo>
                <a:lnTo>
                  <a:pt x="13370" y="4242"/>
                </a:lnTo>
                <a:lnTo>
                  <a:pt x="13371" y="4242"/>
                </a:lnTo>
                <a:lnTo>
                  <a:pt x="13372" y="4242"/>
                </a:lnTo>
                <a:lnTo>
                  <a:pt x="13373" y="4242"/>
                </a:lnTo>
                <a:lnTo>
                  <a:pt x="13374" y="4242"/>
                </a:lnTo>
                <a:lnTo>
                  <a:pt x="13375" y="4242"/>
                </a:lnTo>
                <a:lnTo>
                  <a:pt x="13376" y="4242"/>
                </a:lnTo>
                <a:lnTo>
                  <a:pt x="13377" y="4242"/>
                </a:lnTo>
                <a:lnTo>
                  <a:pt x="13378" y="4242"/>
                </a:lnTo>
                <a:lnTo>
                  <a:pt x="13379" y="4242"/>
                </a:lnTo>
                <a:lnTo>
                  <a:pt x="13380" y="4242"/>
                </a:lnTo>
                <a:lnTo>
                  <a:pt x="13381" y="4242"/>
                </a:lnTo>
                <a:lnTo>
                  <a:pt x="13382" y="4242"/>
                </a:lnTo>
                <a:lnTo>
                  <a:pt x="13383" y="4242"/>
                </a:lnTo>
                <a:lnTo>
                  <a:pt x="13384" y="4242"/>
                </a:lnTo>
                <a:lnTo>
                  <a:pt x="13385" y="4242"/>
                </a:lnTo>
                <a:lnTo>
                  <a:pt x="13386" y="4242"/>
                </a:lnTo>
                <a:lnTo>
                  <a:pt x="13387" y="4242"/>
                </a:lnTo>
                <a:lnTo>
                  <a:pt x="13388" y="4242"/>
                </a:lnTo>
                <a:lnTo>
                  <a:pt x="13389" y="4242"/>
                </a:lnTo>
                <a:lnTo>
                  <a:pt x="13390" y="4242"/>
                </a:lnTo>
                <a:lnTo>
                  <a:pt x="13391" y="4242"/>
                </a:lnTo>
                <a:lnTo>
                  <a:pt x="13392" y="4242"/>
                </a:lnTo>
                <a:lnTo>
                  <a:pt x="13393" y="4242"/>
                </a:lnTo>
                <a:lnTo>
                  <a:pt x="13394" y="4242"/>
                </a:lnTo>
                <a:lnTo>
                  <a:pt x="13395" y="4242"/>
                </a:lnTo>
                <a:lnTo>
                  <a:pt x="13396" y="4242"/>
                </a:lnTo>
                <a:lnTo>
                  <a:pt x="13397" y="4242"/>
                </a:lnTo>
                <a:lnTo>
                  <a:pt x="13398" y="4242"/>
                </a:lnTo>
                <a:lnTo>
                  <a:pt x="13399" y="4242"/>
                </a:lnTo>
                <a:lnTo>
                  <a:pt x="13400" y="4242"/>
                </a:lnTo>
                <a:lnTo>
                  <a:pt x="13401" y="4242"/>
                </a:lnTo>
                <a:lnTo>
                  <a:pt x="13402" y="4242"/>
                </a:lnTo>
                <a:lnTo>
                  <a:pt x="13403" y="4242"/>
                </a:lnTo>
                <a:lnTo>
                  <a:pt x="13404" y="4242"/>
                </a:lnTo>
                <a:lnTo>
                  <a:pt x="13405" y="4242"/>
                </a:lnTo>
                <a:lnTo>
                  <a:pt x="13406" y="4242"/>
                </a:lnTo>
                <a:lnTo>
                  <a:pt x="13407" y="4242"/>
                </a:lnTo>
                <a:lnTo>
                  <a:pt x="13408" y="4242"/>
                </a:lnTo>
                <a:lnTo>
                  <a:pt x="13409" y="4242"/>
                </a:lnTo>
                <a:lnTo>
                  <a:pt x="13410" y="4242"/>
                </a:lnTo>
                <a:lnTo>
                  <a:pt x="13411" y="4242"/>
                </a:lnTo>
                <a:lnTo>
                  <a:pt x="13412" y="4242"/>
                </a:lnTo>
                <a:lnTo>
                  <a:pt x="13413" y="4242"/>
                </a:lnTo>
                <a:lnTo>
                  <a:pt x="13414" y="4242"/>
                </a:lnTo>
                <a:lnTo>
                  <a:pt x="13415" y="4242"/>
                </a:lnTo>
                <a:lnTo>
                  <a:pt x="13416" y="4242"/>
                </a:lnTo>
                <a:lnTo>
                  <a:pt x="13417" y="4242"/>
                </a:lnTo>
                <a:lnTo>
                  <a:pt x="13418" y="4242"/>
                </a:lnTo>
                <a:lnTo>
                  <a:pt x="13419" y="4242"/>
                </a:lnTo>
                <a:lnTo>
                  <a:pt x="13420" y="4242"/>
                </a:lnTo>
                <a:lnTo>
                  <a:pt x="13421" y="4242"/>
                </a:lnTo>
                <a:lnTo>
                  <a:pt x="13422" y="4242"/>
                </a:lnTo>
                <a:lnTo>
                  <a:pt x="13421" y="4242"/>
                </a:lnTo>
                <a:lnTo>
                  <a:pt x="13420" y="4242"/>
                </a:lnTo>
                <a:lnTo>
                  <a:pt x="13419" y="4241"/>
                </a:lnTo>
                <a:lnTo>
                  <a:pt x="13418" y="4241"/>
                </a:lnTo>
                <a:lnTo>
                  <a:pt x="13418" y="4240"/>
                </a:lnTo>
                <a:lnTo>
                  <a:pt x="13417" y="4240"/>
                </a:lnTo>
                <a:lnTo>
                  <a:pt x="13416" y="4240"/>
                </a:lnTo>
                <a:lnTo>
                  <a:pt x="13416" y="4239"/>
                </a:lnTo>
                <a:lnTo>
                  <a:pt x="13415" y="4239"/>
                </a:lnTo>
                <a:lnTo>
                  <a:pt x="13414" y="4238"/>
                </a:lnTo>
                <a:lnTo>
                  <a:pt x="13413" y="4238"/>
                </a:lnTo>
                <a:lnTo>
                  <a:pt x="13412" y="4238"/>
                </a:lnTo>
                <a:lnTo>
                  <a:pt x="13412" y="4237"/>
                </a:lnTo>
                <a:lnTo>
                  <a:pt x="13411" y="4237"/>
                </a:lnTo>
                <a:lnTo>
                  <a:pt x="13410" y="4237"/>
                </a:lnTo>
                <a:lnTo>
                  <a:pt x="13410" y="4236"/>
                </a:lnTo>
                <a:lnTo>
                  <a:pt x="13409" y="4236"/>
                </a:lnTo>
                <a:lnTo>
                  <a:pt x="13408" y="4235"/>
                </a:lnTo>
                <a:lnTo>
                  <a:pt x="13407" y="4235"/>
                </a:lnTo>
                <a:lnTo>
                  <a:pt x="13406" y="4234"/>
                </a:lnTo>
                <a:lnTo>
                  <a:pt x="13405" y="4234"/>
                </a:lnTo>
                <a:lnTo>
                  <a:pt x="13404" y="4233"/>
                </a:lnTo>
                <a:lnTo>
                  <a:pt x="13403" y="4233"/>
                </a:lnTo>
                <a:lnTo>
                  <a:pt x="13402" y="4232"/>
                </a:lnTo>
                <a:lnTo>
                  <a:pt x="13401" y="4232"/>
                </a:lnTo>
                <a:lnTo>
                  <a:pt x="13401" y="4231"/>
                </a:lnTo>
                <a:lnTo>
                  <a:pt x="13400" y="4231"/>
                </a:lnTo>
                <a:lnTo>
                  <a:pt x="13399" y="4231"/>
                </a:lnTo>
                <a:lnTo>
                  <a:pt x="13399" y="4230"/>
                </a:lnTo>
                <a:lnTo>
                  <a:pt x="13398" y="4230"/>
                </a:lnTo>
                <a:lnTo>
                  <a:pt x="13397" y="4230"/>
                </a:lnTo>
                <a:lnTo>
                  <a:pt x="13396" y="4229"/>
                </a:lnTo>
                <a:lnTo>
                  <a:pt x="13395" y="4229"/>
                </a:lnTo>
                <a:lnTo>
                  <a:pt x="13395" y="4228"/>
                </a:lnTo>
                <a:lnTo>
                  <a:pt x="13394" y="4228"/>
                </a:lnTo>
                <a:lnTo>
                  <a:pt x="13393" y="4228"/>
                </a:lnTo>
                <a:lnTo>
                  <a:pt x="13393" y="4227"/>
                </a:lnTo>
                <a:lnTo>
                  <a:pt x="13392" y="4227"/>
                </a:lnTo>
                <a:lnTo>
                  <a:pt x="13391" y="4226"/>
                </a:lnTo>
                <a:lnTo>
                  <a:pt x="13390" y="4226"/>
                </a:lnTo>
                <a:lnTo>
                  <a:pt x="13389" y="4226"/>
                </a:lnTo>
                <a:lnTo>
                  <a:pt x="13389" y="4225"/>
                </a:lnTo>
                <a:lnTo>
                  <a:pt x="13388" y="4225"/>
                </a:lnTo>
                <a:lnTo>
                  <a:pt x="13387" y="4224"/>
                </a:lnTo>
                <a:lnTo>
                  <a:pt x="13386" y="4224"/>
                </a:lnTo>
                <a:lnTo>
                  <a:pt x="13385" y="4223"/>
                </a:lnTo>
                <a:lnTo>
                  <a:pt x="13384" y="4223"/>
                </a:lnTo>
                <a:lnTo>
                  <a:pt x="13383" y="4222"/>
                </a:lnTo>
                <a:lnTo>
                  <a:pt x="13382" y="4222"/>
                </a:lnTo>
                <a:lnTo>
                  <a:pt x="13381" y="4221"/>
                </a:lnTo>
                <a:lnTo>
                  <a:pt x="13380" y="4221"/>
                </a:lnTo>
                <a:lnTo>
                  <a:pt x="13379" y="4220"/>
                </a:lnTo>
                <a:lnTo>
                  <a:pt x="13378" y="4220"/>
                </a:lnTo>
                <a:lnTo>
                  <a:pt x="13378" y="4219"/>
                </a:lnTo>
                <a:lnTo>
                  <a:pt x="13377" y="4219"/>
                </a:lnTo>
                <a:lnTo>
                  <a:pt x="13376" y="4219"/>
                </a:lnTo>
                <a:lnTo>
                  <a:pt x="13376" y="4218"/>
                </a:lnTo>
                <a:lnTo>
                  <a:pt x="13375" y="4218"/>
                </a:lnTo>
                <a:lnTo>
                  <a:pt x="13374" y="4218"/>
                </a:lnTo>
                <a:lnTo>
                  <a:pt x="13373" y="4217"/>
                </a:lnTo>
                <a:lnTo>
                  <a:pt x="13372" y="4217"/>
                </a:lnTo>
                <a:lnTo>
                  <a:pt x="13372" y="4216"/>
                </a:lnTo>
                <a:lnTo>
                  <a:pt x="13371" y="4216"/>
                </a:lnTo>
                <a:lnTo>
                  <a:pt x="13370" y="4215"/>
                </a:lnTo>
                <a:lnTo>
                  <a:pt x="13369" y="4215"/>
                </a:lnTo>
                <a:lnTo>
                  <a:pt x="13368" y="4214"/>
                </a:lnTo>
                <a:lnTo>
                  <a:pt x="13367" y="4214"/>
                </a:lnTo>
                <a:lnTo>
                  <a:pt x="13366" y="4214"/>
                </a:lnTo>
                <a:lnTo>
                  <a:pt x="13366" y="4213"/>
                </a:lnTo>
                <a:lnTo>
                  <a:pt x="13365" y="4213"/>
                </a:lnTo>
                <a:lnTo>
                  <a:pt x="13364" y="4212"/>
                </a:lnTo>
                <a:lnTo>
                  <a:pt x="13363" y="4212"/>
                </a:lnTo>
                <a:lnTo>
                  <a:pt x="13362" y="4211"/>
                </a:lnTo>
                <a:lnTo>
                  <a:pt x="13361" y="4211"/>
                </a:lnTo>
                <a:lnTo>
                  <a:pt x="13361" y="4210"/>
                </a:lnTo>
                <a:lnTo>
                  <a:pt x="13360" y="4210"/>
                </a:lnTo>
                <a:lnTo>
                  <a:pt x="13359" y="4210"/>
                </a:lnTo>
                <a:lnTo>
                  <a:pt x="13358" y="4209"/>
                </a:lnTo>
                <a:lnTo>
                  <a:pt x="13357" y="4209"/>
                </a:lnTo>
                <a:lnTo>
                  <a:pt x="13356" y="4208"/>
                </a:lnTo>
                <a:lnTo>
                  <a:pt x="13355" y="4208"/>
                </a:lnTo>
                <a:lnTo>
                  <a:pt x="13355" y="4207"/>
                </a:lnTo>
                <a:lnTo>
                  <a:pt x="13354" y="4207"/>
                </a:lnTo>
                <a:lnTo>
                  <a:pt x="13353" y="4207"/>
                </a:lnTo>
                <a:lnTo>
                  <a:pt x="13353" y="4206"/>
                </a:lnTo>
                <a:lnTo>
                  <a:pt x="13352" y="4206"/>
                </a:lnTo>
                <a:lnTo>
                  <a:pt x="13351" y="4206"/>
                </a:lnTo>
                <a:lnTo>
                  <a:pt x="13351" y="4205"/>
                </a:lnTo>
                <a:lnTo>
                  <a:pt x="13350" y="4205"/>
                </a:lnTo>
                <a:lnTo>
                  <a:pt x="13349" y="4205"/>
                </a:lnTo>
                <a:lnTo>
                  <a:pt x="13349" y="4204"/>
                </a:lnTo>
                <a:lnTo>
                  <a:pt x="13348" y="4204"/>
                </a:lnTo>
                <a:lnTo>
                  <a:pt x="13347" y="4203"/>
                </a:lnTo>
                <a:lnTo>
                  <a:pt x="13346" y="4203"/>
                </a:lnTo>
                <a:lnTo>
                  <a:pt x="13345" y="4202"/>
                </a:lnTo>
                <a:lnTo>
                  <a:pt x="13344" y="4202"/>
                </a:lnTo>
                <a:lnTo>
                  <a:pt x="13343" y="4202"/>
                </a:lnTo>
                <a:lnTo>
                  <a:pt x="13343" y="4201"/>
                </a:lnTo>
                <a:lnTo>
                  <a:pt x="13342" y="4201"/>
                </a:lnTo>
                <a:lnTo>
                  <a:pt x="13341" y="4200"/>
                </a:lnTo>
                <a:lnTo>
                  <a:pt x="13340" y="4200"/>
                </a:lnTo>
                <a:lnTo>
                  <a:pt x="13339" y="4199"/>
                </a:lnTo>
                <a:lnTo>
                  <a:pt x="13338" y="4199"/>
                </a:lnTo>
                <a:lnTo>
                  <a:pt x="13338" y="4198"/>
                </a:lnTo>
                <a:lnTo>
                  <a:pt x="13337" y="4198"/>
                </a:lnTo>
                <a:lnTo>
                  <a:pt x="13336" y="4198"/>
                </a:lnTo>
                <a:lnTo>
                  <a:pt x="13335" y="4197"/>
                </a:lnTo>
                <a:lnTo>
                  <a:pt x="13334" y="4197"/>
                </a:lnTo>
                <a:lnTo>
                  <a:pt x="13334" y="4196"/>
                </a:lnTo>
                <a:lnTo>
                  <a:pt x="13333" y="4196"/>
                </a:lnTo>
                <a:lnTo>
                  <a:pt x="13332" y="4196"/>
                </a:lnTo>
                <a:lnTo>
                  <a:pt x="13332" y="4195"/>
                </a:lnTo>
                <a:lnTo>
                  <a:pt x="13331" y="4195"/>
                </a:lnTo>
                <a:lnTo>
                  <a:pt x="13330" y="4194"/>
                </a:lnTo>
                <a:lnTo>
                  <a:pt x="13329" y="4194"/>
                </a:lnTo>
                <a:lnTo>
                  <a:pt x="13328" y="4194"/>
                </a:lnTo>
                <a:lnTo>
                  <a:pt x="13328" y="4193"/>
                </a:lnTo>
                <a:lnTo>
                  <a:pt x="13327" y="4193"/>
                </a:lnTo>
                <a:lnTo>
                  <a:pt x="13326" y="4193"/>
                </a:lnTo>
                <a:lnTo>
                  <a:pt x="13326" y="4192"/>
                </a:lnTo>
                <a:lnTo>
                  <a:pt x="13325" y="4192"/>
                </a:lnTo>
                <a:lnTo>
                  <a:pt x="13324" y="4191"/>
                </a:lnTo>
                <a:lnTo>
                  <a:pt x="13323" y="4191"/>
                </a:lnTo>
                <a:lnTo>
                  <a:pt x="13322" y="4190"/>
                </a:lnTo>
                <a:lnTo>
                  <a:pt x="13321" y="4190"/>
                </a:lnTo>
                <a:lnTo>
                  <a:pt x="13320" y="4189"/>
                </a:lnTo>
                <a:lnTo>
                  <a:pt x="13319" y="4189"/>
                </a:lnTo>
                <a:lnTo>
                  <a:pt x="13318" y="4188"/>
                </a:lnTo>
                <a:lnTo>
                  <a:pt x="13317" y="4188"/>
                </a:lnTo>
                <a:lnTo>
                  <a:pt x="13316" y="4187"/>
                </a:lnTo>
                <a:lnTo>
                  <a:pt x="13315" y="4187"/>
                </a:lnTo>
                <a:lnTo>
                  <a:pt x="13315" y="4186"/>
                </a:lnTo>
                <a:lnTo>
                  <a:pt x="13314" y="4186"/>
                </a:lnTo>
                <a:lnTo>
                  <a:pt x="13313" y="4186"/>
                </a:lnTo>
                <a:lnTo>
                  <a:pt x="13312" y="4185"/>
                </a:lnTo>
                <a:lnTo>
                  <a:pt x="13311" y="4185"/>
                </a:lnTo>
                <a:lnTo>
                  <a:pt x="13311" y="4184"/>
                </a:lnTo>
                <a:lnTo>
                  <a:pt x="13310" y="4184"/>
                </a:lnTo>
                <a:lnTo>
                  <a:pt x="13309" y="4184"/>
                </a:lnTo>
                <a:lnTo>
                  <a:pt x="13309" y="4183"/>
                </a:lnTo>
                <a:lnTo>
                  <a:pt x="13308" y="4183"/>
                </a:lnTo>
                <a:lnTo>
                  <a:pt x="13307" y="4182"/>
                </a:lnTo>
                <a:lnTo>
                  <a:pt x="13306" y="4182"/>
                </a:lnTo>
                <a:lnTo>
                  <a:pt x="13305" y="4182"/>
                </a:lnTo>
                <a:lnTo>
                  <a:pt x="13305" y="4181"/>
                </a:lnTo>
                <a:lnTo>
                  <a:pt x="13304" y="4181"/>
                </a:lnTo>
                <a:lnTo>
                  <a:pt x="13303" y="4180"/>
                </a:lnTo>
                <a:lnTo>
                  <a:pt x="13302" y="4180"/>
                </a:lnTo>
                <a:lnTo>
                  <a:pt x="13301" y="4179"/>
                </a:lnTo>
                <a:lnTo>
                  <a:pt x="13300" y="4179"/>
                </a:lnTo>
                <a:lnTo>
                  <a:pt x="13299" y="4178"/>
                </a:lnTo>
                <a:lnTo>
                  <a:pt x="13298" y="4178"/>
                </a:lnTo>
                <a:lnTo>
                  <a:pt x="13297" y="4177"/>
                </a:lnTo>
                <a:lnTo>
                  <a:pt x="13296" y="4177"/>
                </a:lnTo>
                <a:lnTo>
                  <a:pt x="13295" y="4176"/>
                </a:lnTo>
                <a:lnTo>
                  <a:pt x="13294" y="4176"/>
                </a:lnTo>
                <a:lnTo>
                  <a:pt x="13294" y="4175"/>
                </a:lnTo>
                <a:lnTo>
                  <a:pt x="13293" y="4175"/>
                </a:lnTo>
                <a:lnTo>
                  <a:pt x="13292" y="4175"/>
                </a:lnTo>
                <a:lnTo>
                  <a:pt x="13292" y="4174"/>
                </a:lnTo>
                <a:lnTo>
                  <a:pt x="13291" y="4174"/>
                </a:lnTo>
                <a:lnTo>
                  <a:pt x="13290" y="4174"/>
                </a:lnTo>
                <a:lnTo>
                  <a:pt x="13289" y="4173"/>
                </a:lnTo>
                <a:lnTo>
                  <a:pt x="13288" y="4173"/>
                </a:lnTo>
                <a:lnTo>
                  <a:pt x="13288" y="4172"/>
                </a:lnTo>
                <a:lnTo>
                  <a:pt x="13287" y="4172"/>
                </a:lnTo>
                <a:lnTo>
                  <a:pt x="13286" y="4172"/>
                </a:lnTo>
                <a:lnTo>
                  <a:pt x="13286" y="4171"/>
                </a:lnTo>
                <a:lnTo>
                  <a:pt x="13285" y="4171"/>
                </a:lnTo>
                <a:lnTo>
                  <a:pt x="13284" y="4170"/>
                </a:lnTo>
                <a:lnTo>
                  <a:pt x="13283" y="4170"/>
                </a:lnTo>
                <a:lnTo>
                  <a:pt x="13282" y="4170"/>
                </a:lnTo>
                <a:lnTo>
                  <a:pt x="13282" y="4169"/>
                </a:lnTo>
                <a:lnTo>
                  <a:pt x="13281" y="4169"/>
                </a:lnTo>
                <a:lnTo>
                  <a:pt x="13280" y="4168"/>
                </a:lnTo>
                <a:lnTo>
                  <a:pt x="13279" y="4168"/>
                </a:lnTo>
                <a:lnTo>
                  <a:pt x="13278" y="4167"/>
                </a:lnTo>
                <a:lnTo>
                  <a:pt x="13277" y="4167"/>
                </a:lnTo>
                <a:lnTo>
                  <a:pt x="13277" y="4166"/>
                </a:lnTo>
                <a:lnTo>
                  <a:pt x="13276" y="4166"/>
                </a:lnTo>
                <a:lnTo>
                  <a:pt x="13275" y="4166"/>
                </a:lnTo>
                <a:lnTo>
                  <a:pt x="13274" y="4165"/>
                </a:lnTo>
                <a:lnTo>
                  <a:pt x="13273" y="4165"/>
                </a:lnTo>
                <a:lnTo>
                  <a:pt x="13272" y="4164"/>
                </a:lnTo>
                <a:lnTo>
                  <a:pt x="13271" y="4164"/>
                </a:lnTo>
                <a:lnTo>
                  <a:pt x="13271" y="4163"/>
                </a:lnTo>
                <a:lnTo>
                  <a:pt x="13270" y="4163"/>
                </a:lnTo>
                <a:lnTo>
                  <a:pt x="13269" y="4163"/>
                </a:lnTo>
                <a:lnTo>
                  <a:pt x="13269" y="4162"/>
                </a:lnTo>
                <a:lnTo>
                  <a:pt x="13268" y="4162"/>
                </a:lnTo>
                <a:lnTo>
                  <a:pt x="13267" y="4162"/>
                </a:lnTo>
                <a:lnTo>
                  <a:pt x="13267" y="4161"/>
                </a:lnTo>
                <a:lnTo>
                  <a:pt x="13266" y="4161"/>
                </a:lnTo>
                <a:lnTo>
                  <a:pt x="13265" y="4161"/>
                </a:lnTo>
                <a:lnTo>
                  <a:pt x="13265" y="4160"/>
                </a:lnTo>
                <a:lnTo>
                  <a:pt x="13264" y="4160"/>
                </a:lnTo>
                <a:lnTo>
                  <a:pt x="13263" y="4159"/>
                </a:lnTo>
                <a:lnTo>
                  <a:pt x="13262" y="4159"/>
                </a:lnTo>
                <a:lnTo>
                  <a:pt x="13261" y="4158"/>
                </a:lnTo>
                <a:lnTo>
                  <a:pt x="13260" y="4158"/>
                </a:lnTo>
                <a:lnTo>
                  <a:pt x="13259" y="4158"/>
                </a:lnTo>
                <a:lnTo>
                  <a:pt x="13259" y="4157"/>
                </a:lnTo>
                <a:lnTo>
                  <a:pt x="13258" y="4157"/>
                </a:lnTo>
                <a:lnTo>
                  <a:pt x="13257" y="4156"/>
                </a:lnTo>
                <a:lnTo>
                  <a:pt x="13256" y="4156"/>
                </a:lnTo>
                <a:lnTo>
                  <a:pt x="13255" y="4155"/>
                </a:lnTo>
                <a:lnTo>
                  <a:pt x="13254" y="4155"/>
                </a:lnTo>
                <a:lnTo>
                  <a:pt x="13254" y="4154"/>
                </a:lnTo>
                <a:lnTo>
                  <a:pt x="13253" y="4154"/>
                </a:lnTo>
                <a:lnTo>
                  <a:pt x="13252" y="4154"/>
                </a:lnTo>
                <a:lnTo>
                  <a:pt x="13251" y="4153"/>
                </a:lnTo>
                <a:lnTo>
                  <a:pt x="13250" y="4153"/>
                </a:lnTo>
                <a:lnTo>
                  <a:pt x="13249" y="4152"/>
                </a:lnTo>
                <a:lnTo>
                  <a:pt x="13248" y="4152"/>
                </a:lnTo>
                <a:lnTo>
                  <a:pt x="13248" y="4151"/>
                </a:lnTo>
                <a:lnTo>
                  <a:pt x="13247" y="4151"/>
                </a:lnTo>
                <a:lnTo>
                  <a:pt x="13246" y="4150"/>
                </a:lnTo>
                <a:lnTo>
                  <a:pt x="13245" y="4150"/>
                </a:lnTo>
                <a:lnTo>
                  <a:pt x="13244" y="4150"/>
                </a:lnTo>
                <a:lnTo>
                  <a:pt x="13244" y="4149"/>
                </a:lnTo>
                <a:lnTo>
                  <a:pt x="13243" y="4149"/>
                </a:lnTo>
                <a:lnTo>
                  <a:pt x="13242" y="4149"/>
                </a:lnTo>
                <a:lnTo>
                  <a:pt x="13242" y="4148"/>
                </a:lnTo>
                <a:lnTo>
                  <a:pt x="13241" y="4148"/>
                </a:lnTo>
                <a:lnTo>
                  <a:pt x="13240" y="4147"/>
                </a:lnTo>
                <a:lnTo>
                  <a:pt x="13239" y="4147"/>
                </a:lnTo>
                <a:lnTo>
                  <a:pt x="13238" y="4146"/>
                </a:lnTo>
                <a:lnTo>
                  <a:pt x="13237" y="4146"/>
                </a:lnTo>
                <a:lnTo>
                  <a:pt x="13236" y="4145"/>
                </a:lnTo>
                <a:lnTo>
                  <a:pt x="13235" y="4145"/>
                </a:lnTo>
                <a:lnTo>
                  <a:pt x="13234" y="4144"/>
                </a:lnTo>
                <a:lnTo>
                  <a:pt x="13233" y="4144"/>
                </a:lnTo>
                <a:lnTo>
                  <a:pt x="13232" y="4143"/>
                </a:lnTo>
                <a:lnTo>
                  <a:pt x="13231" y="4143"/>
                </a:lnTo>
                <a:lnTo>
                  <a:pt x="13231" y="4142"/>
                </a:lnTo>
                <a:lnTo>
                  <a:pt x="13230" y="4142"/>
                </a:lnTo>
                <a:lnTo>
                  <a:pt x="13229" y="4142"/>
                </a:lnTo>
                <a:lnTo>
                  <a:pt x="13228" y="4141"/>
                </a:lnTo>
                <a:lnTo>
                  <a:pt x="13227" y="4141"/>
                </a:lnTo>
                <a:lnTo>
                  <a:pt x="13227" y="4140"/>
                </a:lnTo>
                <a:lnTo>
                  <a:pt x="13226" y="4140"/>
                </a:lnTo>
                <a:lnTo>
                  <a:pt x="13225" y="4140"/>
                </a:lnTo>
                <a:lnTo>
                  <a:pt x="13225" y="4139"/>
                </a:lnTo>
                <a:lnTo>
                  <a:pt x="13224" y="4139"/>
                </a:lnTo>
                <a:lnTo>
                  <a:pt x="13223" y="4138"/>
                </a:lnTo>
                <a:lnTo>
                  <a:pt x="13222" y="4138"/>
                </a:lnTo>
                <a:lnTo>
                  <a:pt x="13221" y="4138"/>
                </a:lnTo>
                <a:lnTo>
                  <a:pt x="13221" y="4137"/>
                </a:lnTo>
                <a:lnTo>
                  <a:pt x="13220" y="4137"/>
                </a:lnTo>
                <a:lnTo>
                  <a:pt x="13219" y="4137"/>
                </a:lnTo>
                <a:lnTo>
                  <a:pt x="13219" y="4136"/>
                </a:lnTo>
                <a:lnTo>
                  <a:pt x="13218" y="4136"/>
                </a:lnTo>
                <a:lnTo>
                  <a:pt x="13217" y="4135"/>
                </a:lnTo>
                <a:lnTo>
                  <a:pt x="13216" y="4135"/>
                </a:lnTo>
                <a:lnTo>
                  <a:pt x="13215" y="4134"/>
                </a:lnTo>
                <a:lnTo>
                  <a:pt x="13214" y="4134"/>
                </a:lnTo>
                <a:lnTo>
                  <a:pt x="13213" y="4133"/>
                </a:lnTo>
                <a:lnTo>
                  <a:pt x="13212" y="4133"/>
                </a:lnTo>
                <a:lnTo>
                  <a:pt x="13211" y="4132"/>
                </a:lnTo>
                <a:lnTo>
                  <a:pt x="13210" y="4132"/>
                </a:lnTo>
                <a:lnTo>
                  <a:pt x="13210" y="4131"/>
                </a:lnTo>
                <a:lnTo>
                  <a:pt x="13209" y="4131"/>
                </a:lnTo>
                <a:lnTo>
                  <a:pt x="13208" y="4131"/>
                </a:lnTo>
                <a:lnTo>
                  <a:pt x="13208" y="4130"/>
                </a:lnTo>
                <a:lnTo>
                  <a:pt x="13207" y="4130"/>
                </a:lnTo>
                <a:lnTo>
                  <a:pt x="13206" y="4130"/>
                </a:lnTo>
                <a:lnTo>
                  <a:pt x="13205" y="4129"/>
                </a:lnTo>
                <a:lnTo>
                  <a:pt x="13204" y="4129"/>
                </a:lnTo>
                <a:lnTo>
                  <a:pt x="13204" y="4128"/>
                </a:lnTo>
                <a:lnTo>
                  <a:pt x="13203" y="4128"/>
                </a:lnTo>
                <a:lnTo>
                  <a:pt x="13202" y="4128"/>
                </a:lnTo>
                <a:lnTo>
                  <a:pt x="13202" y="4127"/>
                </a:lnTo>
                <a:lnTo>
                  <a:pt x="13201" y="4127"/>
                </a:lnTo>
                <a:lnTo>
                  <a:pt x="13200" y="4126"/>
                </a:lnTo>
                <a:lnTo>
                  <a:pt x="13199" y="4126"/>
                </a:lnTo>
                <a:lnTo>
                  <a:pt x="13198" y="4126"/>
                </a:lnTo>
                <a:lnTo>
                  <a:pt x="13198" y="4125"/>
                </a:lnTo>
                <a:lnTo>
                  <a:pt x="13197" y="4125"/>
                </a:lnTo>
                <a:lnTo>
                  <a:pt x="13196" y="4124"/>
                </a:lnTo>
                <a:lnTo>
                  <a:pt x="13195" y="4124"/>
                </a:lnTo>
                <a:lnTo>
                  <a:pt x="13194" y="4123"/>
                </a:lnTo>
                <a:lnTo>
                  <a:pt x="13193" y="4123"/>
                </a:lnTo>
                <a:lnTo>
                  <a:pt x="13192" y="4122"/>
                </a:lnTo>
                <a:lnTo>
                  <a:pt x="13191" y="4122"/>
                </a:lnTo>
                <a:lnTo>
                  <a:pt x="13190" y="4121"/>
                </a:lnTo>
                <a:lnTo>
                  <a:pt x="13189" y="4121"/>
                </a:lnTo>
                <a:lnTo>
                  <a:pt x="13188" y="4120"/>
                </a:lnTo>
                <a:lnTo>
                  <a:pt x="13187" y="4120"/>
                </a:lnTo>
                <a:lnTo>
                  <a:pt x="13187" y="4119"/>
                </a:lnTo>
                <a:lnTo>
                  <a:pt x="13186" y="4119"/>
                </a:lnTo>
                <a:lnTo>
                  <a:pt x="13185" y="4119"/>
                </a:lnTo>
                <a:lnTo>
                  <a:pt x="13185" y="4118"/>
                </a:lnTo>
                <a:lnTo>
                  <a:pt x="13184" y="4118"/>
                </a:lnTo>
                <a:lnTo>
                  <a:pt x="13183" y="4118"/>
                </a:lnTo>
                <a:lnTo>
                  <a:pt x="13182" y="4117"/>
                </a:lnTo>
                <a:lnTo>
                  <a:pt x="13181" y="4117"/>
                </a:lnTo>
                <a:lnTo>
                  <a:pt x="13181" y="4116"/>
                </a:lnTo>
                <a:lnTo>
                  <a:pt x="13180" y="4116"/>
                </a:lnTo>
                <a:lnTo>
                  <a:pt x="13179" y="4115"/>
                </a:lnTo>
                <a:lnTo>
                  <a:pt x="13178" y="4115"/>
                </a:lnTo>
                <a:lnTo>
                  <a:pt x="13177" y="4114"/>
                </a:lnTo>
                <a:lnTo>
                  <a:pt x="13176" y="4114"/>
                </a:lnTo>
                <a:lnTo>
                  <a:pt x="13175" y="4114"/>
                </a:lnTo>
                <a:lnTo>
                  <a:pt x="13175" y="4113"/>
                </a:lnTo>
                <a:lnTo>
                  <a:pt x="13174" y="4113"/>
                </a:lnTo>
                <a:lnTo>
                  <a:pt x="13173" y="4112"/>
                </a:lnTo>
                <a:lnTo>
                  <a:pt x="13172" y="4112"/>
                </a:lnTo>
                <a:lnTo>
                  <a:pt x="13171" y="4111"/>
                </a:lnTo>
                <a:lnTo>
                  <a:pt x="13170" y="4111"/>
                </a:lnTo>
                <a:lnTo>
                  <a:pt x="13170" y="4110"/>
                </a:lnTo>
                <a:lnTo>
                  <a:pt x="13169" y="4110"/>
                </a:lnTo>
                <a:lnTo>
                  <a:pt x="13168" y="4110"/>
                </a:lnTo>
                <a:lnTo>
                  <a:pt x="13167" y="4109"/>
                </a:lnTo>
                <a:lnTo>
                  <a:pt x="13166" y="4109"/>
                </a:lnTo>
                <a:lnTo>
                  <a:pt x="13165" y="4108"/>
                </a:lnTo>
                <a:lnTo>
                  <a:pt x="13164" y="4108"/>
                </a:lnTo>
                <a:lnTo>
                  <a:pt x="13164" y="4107"/>
                </a:lnTo>
                <a:lnTo>
                  <a:pt x="13163" y="4107"/>
                </a:lnTo>
                <a:lnTo>
                  <a:pt x="13162" y="4107"/>
                </a:lnTo>
                <a:lnTo>
                  <a:pt x="13162" y="4106"/>
                </a:lnTo>
                <a:lnTo>
                  <a:pt x="13161" y="4106"/>
                </a:lnTo>
                <a:lnTo>
                  <a:pt x="13160" y="4105"/>
                </a:lnTo>
                <a:lnTo>
                  <a:pt x="13159" y="4105"/>
                </a:lnTo>
                <a:lnTo>
                  <a:pt x="13158" y="4105"/>
                </a:lnTo>
                <a:lnTo>
                  <a:pt x="13158" y="4104"/>
                </a:lnTo>
                <a:lnTo>
                  <a:pt x="13157" y="4104"/>
                </a:lnTo>
                <a:lnTo>
                  <a:pt x="13156" y="4103"/>
                </a:lnTo>
                <a:lnTo>
                  <a:pt x="13155" y="4103"/>
                </a:lnTo>
                <a:lnTo>
                  <a:pt x="13154" y="4102"/>
                </a:lnTo>
                <a:lnTo>
                  <a:pt x="13153" y="4102"/>
                </a:lnTo>
                <a:lnTo>
                  <a:pt x="13152" y="4101"/>
                </a:lnTo>
                <a:lnTo>
                  <a:pt x="13151" y="4101"/>
                </a:lnTo>
                <a:lnTo>
                  <a:pt x="13150" y="4100"/>
                </a:lnTo>
                <a:lnTo>
                  <a:pt x="13149" y="4100"/>
                </a:lnTo>
                <a:lnTo>
                  <a:pt x="13148" y="4099"/>
                </a:lnTo>
                <a:lnTo>
                  <a:pt x="13147" y="4099"/>
                </a:lnTo>
                <a:lnTo>
                  <a:pt x="13147" y="4098"/>
                </a:lnTo>
                <a:lnTo>
                  <a:pt x="13146" y="4098"/>
                </a:lnTo>
                <a:lnTo>
                  <a:pt x="13145" y="4098"/>
                </a:lnTo>
                <a:lnTo>
                  <a:pt x="13145" y="4097"/>
                </a:lnTo>
                <a:lnTo>
                  <a:pt x="13144" y="4097"/>
                </a:lnTo>
                <a:lnTo>
                  <a:pt x="13143" y="4097"/>
                </a:lnTo>
                <a:lnTo>
                  <a:pt x="13143" y="4096"/>
                </a:lnTo>
                <a:lnTo>
                  <a:pt x="13142" y="4096"/>
                </a:lnTo>
                <a:lnTo>
                  <a:pt x="13141" y="4096"/>
                </a:lnTo>
                <a:lnTo>
                  <a:pt x="13141" y="4095"/>
                </a:lnTo>
                <a:lnTo>
                  <a:pt x="13140" y="4095"/>
                </a:lnTo>
                <a:lnTo>
                  <a:pt x="13139" y="4094"/>
                </a:lnTo>
                <a:lnTo>
                  <a:pt x="13138" y="4094"/>
                </a:lnTo>
                <a:lnTo>
                  <a:pt x="13137" y="4093"/>
                </a:lnTo>
                <a:lnTo>
                  <a:pt x="13136" y="4093"/>
                </a:lnTo>
                <a:lnTo>
                  <a:pt x="13135" y="4093"/>
                </a:lnTo>
                <a:lnTo>
                  <a:pt x="13135" y="4092"/>
                </a:lnTo>
                <a:lnTo>
                  <a:pt x="13134" y="4092"/>
                </a:lnTo>
                <a:lnTo>
                  <a:pt x="13133" y="4091"/>
                </a:lnTo>
                <a:lnTo>
                  <a:pt x="13132" y="4091"/>
                </a:lnTo>
                <a:lnTo>
                  <a:pt x="13131" y="4090"/>
                </a:lnTo>
                <a:lnTo>
                  <a:pt x="13130" y="4090"/>
                </a:lnTo>
                <a:lnTo>
                  <a:pt x="13130" y="4089"/>
                </a:lnTo>
                <a:lnTo>
                  <a:pt x="13129" y="4089"/>
                </a:lnTo>
                <a:lnTo>
                  <a:pt x="13128" y="4089"/>
                </a:lnTo>
                <a:lnTo>
                  <a:pt x="13127" y="4088"/>
                </a:lnTo>
                <a:lnTo>
                  <a:pt x="13126" y="4088"/>
                </a:lnTo>
                <a:lnTo>
                  <a:pt x="13125" y="4087"/>
                </a:lnTo>
                <a:lnTo>
                  <a:pt x="13124" y="4087"/>
                </a:lnTo>
                <a:lnTo>
                  <a:pt x="13124" y="4086"/>
                </a:lnTo>
                <a:lnTo>
                  <a:pt x="13123" y="4086"/>
                </a:lnTo>
                <a:lnTo>
                  <a:pt x="13122" y="4085"/>
                </a:lnTo>
                <a:lnTo>
                  <a:pt x="13121" y="4085"/>
                </a:lnTo>
                <a:lnTo>
                  <a:pt x="13120" y="4085"/>
                </a:lnTo>
                <a:lnTo>
                  <a:pt x="13120" y="4084"/>
                </a:lnTo>
                <a:lnTo>
                  <a:pt x="13119" y="4084"/>
                </a:lnTo>
                <a:lnTo>
                  <a:pt x="13118" y="4084"/>
                </a:lnTo>
                <a:lnTo>
                  <a:pt x="13118" y="4083"/>
                </a:lnTo>
                <a:lnTo>
                  <a:pt x="13117" y="4083"/>
                </a:lnTo>
                <a:lnTo>
                  <a:pt x="13116" y="4082"/>
                </a:lnTo>
                <a:lnTo>
                  <a:pt x="13115" y="4082"/>
                </a:lnTo>
                <a:lnTo>
                  <a:pt x="13114" y="4081"/>
                </a:lnTo>
                <a:lnTo>
                  <a:pt x="13113" y="4081"/>
                </a:lnTo>
                <a:lnTo>
                  <a:pt x="13112" y="4080"/>
                </a:lnTo>
                <a:lnTo>
                  <a:pt x="13111" y="4080"/>
                </a:lnTo>
                <a:lnTo>
                  <a:pt x="13110" y="4079"/>
                </a:lnTo>
                <a:lnTo>
                  <a:pt x="13109" y="4079"/>
                </a:lnTo>
                <a:lnTo>
                  <a:pt x="13108" y="4078"/>
                </a:lnTo>
                <a:lnTo>
                  <a:pt x="13107" y="4078"/>
                </a:lnTo>
                <a:lnTo>
                  <a:pt x="13107" y="4077"/>
                </a:lnTo>
                <a:lnTo>
                  <a:pt x="13106" y="4077"/>
                </a:lnTo>
                <a:lnTo>
                  <a:pt x="13105" y="4077"/>
                </a:lnTo>
                <a:lnTo>
                  <a:pt x="13104" y="4076"/>
                </a:lnTo>
                <a:lnTo>
                  <a:pt x="13103" y="4076"/>
                </a:lnTo>
                <a:lnTo>
                  <a:pt x="13103" y="4075"/>
                </a:lnTo>
                <a:lnTo>
                  <a:pt x="13102" y="4075"/>
                </a:lnTo>
                <a:lnTo>
                  <a:pt x="13101" y="4075"/>
                </a:lnTo>
                <a:lnTo>
                  <a:pt x="13101" y="4074"/>
                </a:lnTo>
                <a:lnTo>
                  <a:pt x="13100" y="4074"/>
                </a:lnTo>
                <a:lnTo>
                  <a:pt x="13099" y="4073"/>
                </a:lnTo>
                <a:lnTo>
                  <a:pt x="13098" y="4073"/>
                </a:lnTo>
                <a:lnTo>
                  <a:pt x="13097" y="4073"/>
                </a:lnTo>
                <a:lnTo>
                  <a:pt x="13097" y="4072"/>
                </a:lnTo>
                <a:lnTo>
                  <a:pt x="13096" y="4072"/>
                </a:lnTo>
                <a:lnTo>
                  <a:pt x="13095" y="4072"/>
                </a:lnTo>
                <a:lnTo>
                  <a:pt x="13095" y="4071"/>
                </a:lnTo>
                <a:lnTo>
                  <a:pt x="13094" y="4071"/>
                </a:lnTo>
                <a:lnTo>
                  <a:pt x="13093" y="4070"/>
                </a:lnTo>
                <a:lnTo>
                  <a:pt x="13092" y="4070"/>
                </a:lnTo>
                <a:lnTo>
                  <a:pt x="13091" y="4069"/>
                </a:lnTo>
                <a:lnTo>
                  <a:pt x="13090" y="4069"/>
                </a:lnTo>
                <a:lnTo>
                  <a:pt x="13089" y="4068"/>
                </a:lnTo>
                <a:lnTo>
                  <a:pt x="13088" y="4068"/>
                </a:lnTo>
                <a:lnTo>
                  <a:pt x="13087" y="4067"/>
                </a:lnTo>
                <a:lnTo>
                  <a:pt x="13086" y="4067"/>
                </a:lnTo>
                <a:lnTo>
                  <a:pt x="13086" y="4066"/>
                </a:lnTo>
                <a:lnTo>
                  <a:pt x="13085" y="4066"/>
                </a:lnTo>
                <a:lnTo>
                  <a:pt x="13084" y="4066"/>
                </a:lnTo>
                <a:lnTo>
                  <a:pt x="13084" y="4065"/>
                </a:lnTo>
                <a:lnTo>
                  <a:pt x="13083" y="4065"/>
                </a:lnTo>
                <a:lnTo>
                  <a:pt x="13082" y="4065"/>
                </a:lnTo>
                <a:lnTo>
                  <a:pt x="13081" y="4064"/>
                </a:lnTo>
                <a:lnTo>
                  <a:pt x="13080" y="4064"/>
                </a:lnTo>
                <a:lnTo>
                  <a:pt x="13080" y="4063"/>
                </a:lnTo>
                <a:lnTo>
                  <a:pt x="13079" y="4063"/>
                </a:lnTo>
                <a:lnTo>
                  <a:pt x="13078" y="4063"/>
                </a:lnTo>
                <a:lnTo>
                  <a:pt x="13078" y="4062"/>
                </a:lnTo>
                <a:lnTo>
                  <a:pt x="13077" y="4062"/>
                </a:lnTo>
                <a:lnTo>
                  <a:pt x="13076" y="4061"/>
                </a:lnTo>
                <a:lnTo>
                  <a:pt x="13075" y="4061"/>
                </a:lnTo>
                <a:lnTo>
                  <a:pt x="13074" y="4061"/>
                </a:lnTo>
                <a:lnTo>
                  <a:pt x="13074" y="4060"/>
                </a:lnTo>
                <a:lnTo>
                  <a:pt x="13073" y="4060"/>
                </a:lnTo>
                <a:lnTo>
                  <a:pt x="13072" y="4059"/>
                </a:lnTo>
                <a:lnTo>
                  <a:pt x="13071" y="4059"/>
                </a:lnTo>
                <a:lnTo>
                  <a:pt x="13070" y="4058"/>
                </a:lnTo>
                <a:lnTo>
                  <a:pt x="13069" y="4058"/>
                </a:lnTo>
                <a:lnTo>
                  <a:pt x="13068" y="4057"/>
                </a:lnTo>
                <a:lnTo>
                  <a:pt x="13067" y="4057"/>
                </a:lnTo>
                <a:lnTo>
                  <a:pt x="13066" y="4056"/>
                </a:lnTo>
                <a:lnTo>
                  <a:pt x="13065" y="4056"/>
                </a:lnTo>
                <a:lnTo>
                  <a:pt x="13064" y="4055"/>
                </a:lnTo>
                <a:lnTo>
                  <a:pt x="13063" y="4055"/>
                </a:lnTo>
                <a:lnTo>
                  <a:pt x="13063" y="4054"/>
                </a:lnTo>
                <a:lnTo>
                  <a:pt x="13062" y="4054"/>
                </a:lnTo>
                <a:lnTo>
                  <a:pt x="13061" y="4054"/>
                </a:lnTo>
                <a:lnTo>
                  <a:pt x="13061" y="4053"/>
                </a:lnTo>
                <a:lnTo>
                  <a:pt x="13060" y="4053"/>
                </a:lnTo>
                <a:lnTo>
                  <a:pt x="13059" y="4053"/>
                </a:lnTo>
                <a:lnTo>
                  <a:pt x="13058" y="4052"/>
                </a:lnTo>
                <a:lnTo>
                  <a:pt x="13057" y="4052"/>
                </a:lnTo>
                <a:lnTo>
                  <a:pt x="13057" y="4051"/>
                </a:lnTo>
                <a:lnTo>
                  <a:pt x="13056" y="4051"/>
                </a:lnTo>
                <a:lnTo>
                  <a:pt x="13055" y="4050"/>
                </a:lnTo>
                <a:lnTo>
                  <a:pt x="13054" y="4050"/>
                </a:lnTo>
                <a:lnTo>
                  <a:pt x="13053" y="4049"/>
                </a:lnTo>
                <a:lnTo>
                  <a:pt x="13052" y="4049"/>
                </a:lnTo>
                <a:lnTo>
                  <a:pt x="13051" y="4049"/>
                </a:lnTo>
                <a:lnTo>
                  <a:pt x="13051" y="4048"/>
                </a:lnTo>
                <a:lnTo>
                  <a:pt x="13050" y="4048"/>
                </a:lnTo>
                <a:lnTo>
                  <a:pt x="13049" y="4047"/>
                </a:lnTo>
                <a:lnTo>
                  <a:pt x="13048" y="4047"/>
                </a:lnTo>
                <a:lnTo>
                  <a:pt x="13047" y="4046"/>
                </a:lnTo>
                <a:lnTo>
                  <a:pt x="13046" y="4046"/>
                </a:lnTo>
                <a:lnTo>
                  <a:pt x="13046" y="4045"/>
                </a:lnTo>
                <a:lnTo>
                  <a:pt x="13045" y="4045"/>
                </a:lnTo>
                <a:lnTo>
                  <a:pt x="13044" y="4045"/>
                </a:lnTo>
                <a:lnTo>
                  <a:pt x="13043" y="4044"/>
                </a:lnTo>
                <a:lnTo>
                  <a:pt x="13042" y="4044"/>
                </a:lnTo>
                <a:lnTo>
                  <a:pt x="13041" y="4043"/>
                </a:lnTo>
                <a:lnTo>
                  <a:pt x="13040" y="4043"/>
                </a:lnTo>
                <a:lnTo>
                  <a:pt x="13040" y="4042"/>
                </a:lnTo>
                <a:lnTo>
                  <a:pt x="13039" y="4042"/>
                </a:lnTo>
                <a:lnTo>
                  <a:pt x="13038" y="4042"/>
                </a:lnTo>
                <a:lnTo>
                  <a:pt x="13038" y="4041"/>
                </a:lnTo>
                <a:lnTo>
                  <a:pt x="13037" y="4041"/>
                </a:lnTo>
                <a:lnTo>
                  <a:pt x="13036" y="4041"/>
                </a:lnTo>
                <a:lnTo>
                  <a:pt x="13036" y="4040"/>
                </a:lnTo>
                <a:lnTo>
                  <a:pt x="13035" y="4040"/>
                </a:lnTo>
                <a:lnTo>
                  <a:pt x="13034" y="4040"/>
                </a:lnTo>
                <a:lnTo>
                  <a:pt x="13034" y="4039"/>
                </a:lnTo>
                <a:lnTo>
                  <a:pt x="13033" y="4039"/>
                </a:lnTo>
                <a:lnTo>
                  <a:pt x="13032" y="4038"/>
                </a:lnTo>
                <a:lnTo>
                  <a:pt x="13031" y="4038"/>
                </a:lnTo>
                <a:lnTo>
                  <a:pt x="13030" y="4037"/>
                </a:lnTo>
                <a:lnTo>
                  <a:pt x="13029" y="4037"/>
                </a:lnTo>
                <a:lnTo>
                  <a:pt x="13028" y="4037"/>
                </a:lnTo>
                <a:lnTo>
                  <a:pt x="13028" y="4036"/>
                </a:lnTo>
                <a:lnTo>
                  <a:pt x="13027" y="4036"/>
                </a:lnTo>
                <a:lnTo>
                  <a:pt x="13026" y="4035"/>
                </a:lnTo>
                <a:lnTo>
                  <a:pt x="13025" y="4035"/>
                </a:lnTo>
                <a:lnTo>
                  <a:pt x="13024" y="4034"/>
                </a:lnTo>
                <a:lnTo>
                  <a:pt x="13023" y="4034"/>
                </a:lnTo>
                <a:lnTo>
                  <a:pt x="13023" y="4033"/>
                </a:lnTo>
                <a:lnTo>
                  <a:pt x="13022" y="4033"/>
                </a:lnTo>
                <a:lnTo>
                  <a:pt x="13021" y="4033"/>
                </a:lnTo>
                <a:lnTo>
                  <a:pt x="13020" y="4032"/>
                </a:lnTo>
                <a:lnTo>
                  <a:pt x="13019" y="4032"/>
                </a:lnTo>
                <a:lnTo>
                  <a:pt x="13019" y="4031"/>
                </a:lnTo>
                <a:lnTo>
                  <a:pt x="13018" y="4031"/>
                </a:lnTo>
                <a:lnTo>
                  <a:pt x="13017" y="4031"/>
                </a:lnTo>
                <a:lnTo>
                  <a:pt x="13017" y="4030"/>
                </a:lnTo>
                <a:lnTo>
                  <a:pt x="13016" y="4030"/>
                </a:lnTo>
                <a:lnTo>
                  <a:pt x="13015" y="4029"/>
                </a:lnTo>
                <a:lnTo>
                  <a:pt x="13014" y="4029"/>
                </a:lnTo>
                <a:lnTo>
                  <a:pt x="13013" y="4029"/>
                </a:lnTo>
                <a:lnTo>
                  <a:pt x="13013" y="4028"/>
                </a:lnTo>
                <a:lnTo>
                  <a:pt x="13012" y="4028"/>
                </a:lnTo>
                <a:lnTo>
                  <a:pt x="13011" y="4028"/>
                </a:lnTo>
                <a:lnTo>
                  <a:pt x="13011" y="4027"/>
                </a:lnTo>
                <a:lnTo>
                  <a:pt x="13010" y="4027"/>
                </a:lnTo>
                <a:lnTo>
                  <a:pt x="13009" y="4026"/>
                </a:lnTo>
                <a:lnTo>
                  <a:pt x="13008" y="4026"/>
                </a:lnTo>
                <a:lnTo>
                  <a:pt x="13007" y="4025"/>
                </a:lnTo>
                <a:lnTo>
                  <a:pt x="13006" y="4025"/>
                </a:lnTo>
                <a:lnTo>
                  <a:pt x="13005" y="4024"/>
                </a:lnTo>
                <a:lnTo>
                  <a:pt x="13004" y="4024"/>
                </a:lnTo>
                <a:lnTo>
                  <a:pt x="13003" y="4023"/>
                </a:lnTo>
                <a:lnTo>
                  <a:pt x="13002" y="4023"/>
                </a:lnTo>
                <a:lnTo>
                  <a:pt x="13001" y="4022"/>
                </a:lnTo>
                <a:lnTo>
                  <a:pt x="13000" y="4022"/>
                </a:lnTo>
                <a:lnTo>
                  <a:pt x="13000" y="4021"/>
                </a:lnTo>
                <a:lnTo>
                  <a:pt x="12999" y="4021"/>
                </a:lnTo>
                <a:lnTo>
                  <a:pt x="12998" y="4021"/>
                </a:lnTo>
                <a:lnTo>
                  <a:pt x="12997" y="4020"/>
                </a:lnTo>
                <a:lnTo>
                  <a:pt x="12996" y="4020"/>
                </a:lnTo>
                <a:lnTo>
                  <a:pt x="12996" y="4019"/>
                </a:lnTo>
                <a:lnTo>
                  <a:pt x="12995" y="4019"/>
                </a:lnTo>
                <a:lnTo>
                  <a:pt x="12994" y="4019"/>
                </a:lnTo>
                <a:lnTo>
                  <a:pt x="12994" y="4018"/>
                </a:lnTo>
                <a:lnTo>
                  <a:pt x="12993" y="4018"/>
                </a:lnTo>
                <a:lnTo>
                  <a:pt x="12992" y="4017"/>
                </a:lnTo>
                <a:lnTo>
                  <a:pt x="12991" y="4017"/>
                </a:lnTo>
                <a:lnTo>
                  <a:pt x="12990" y="4017"/>
                </a:lnTo>
                <a:lnTo>
                  <a:pt x="12990" y="4016"/>
                </a:lnTo>
                <a:lnTo>
                  <a:pt x="12989" y="4016"/>
                </a:lnTo>
                <a:lnTo>
                  <a:pt x="12988" y="4015"/>
                </a:lnTo>
                <a:lnTo>
                  <a:pt x="12987" y="4015"/>
                </a:lnTo>
                <a:lnTo>
                  <a:pt x="12986" y="4014"/>
                </a:lnTo>
                <a:lnTo>
                  <a:pt x="12985" y="4014"/>
                </a:lnTo>
                <a:lnTo>
                  <a:pt x="12984" y="4013"/>
                </a:lnTo>
                <a:lnTo>
                  <a:pt x="12983" y="4013"/>
                </a:lnTo>
                <a:lnTo>
                  <a:pt x="12982" y="4012"/>
                </a:lnTo>
                <a:lnTo>
                  <a:pt x="12981" y="4012"/>
                </a:lnTo>
                <a:lnTo>
                  <a:pt x="12980" y="4011"/>
                </a:lnTo>
                <a:lnTo>
                  <a:pt x="12979" y="4011"/>
                </a:lnTo>
                <a:lnTo>
                  <a:pt x="12979" y="4010"/>
                </a:lnTo>
                <a:lnTo>
                  <a:pt x="12978" y="4010"/>
                </a:lnTo>
                <a:lnTo>
                  <a:pt x="12977" y="4010"/>
                </a:lnTo>
                <a:lnTo>
                  <a:pt x="12977" y="4009"/>
                </a:lnTo>
                <a:lnTo>
                  <a:pt x="12976" y="4009"/>
                </a:lnTo>
                <a:lnTo>
                  <a:pt x="12975" y="4009"/>
                </a:lnTo>
                <a:lnTo>
                  <a:pt x="12974" y="4008"/>
                </a:lnTo>
                <a:lnTo>
                  <a:pt x="12973" y="4008"/>
                </a:lnTo>
                <a:lnTo>
                  <a:pt x="12973" y="4007"/>
                </a:lnTo>
                <a:lnTo>
                  <a:pt x="12972" y="4007"/>
                </a:lnTo>
                <a:lnTo>
                  <a:pt x="12971" y="4007"/>
                </a:lnTo>
                <a:lnTo>
                  <a:pt x="12971" y="4006"/>
                </a:lnTo>
                <a:lnTo>
                  <a:pt x="12970" y="4006"/>
                </a:lnTo>
                <a:lnTo>
                  <a:pt x="12969" y="4005"/>
                </a:lnTo>
                <a:lnTo>
                  <a:pt x="12968" y="4005"/>
                </a:lnTo>
                <a:lnTo>
                  <a:pt x="12967" y="4005"/>
                </a:lnTo>
                <a:lnTo>
                  <a:pt x="12967" y="4004"/>
                </a:lnTo>
                <a:lnTo>
                  <a:pt x="12966" y="4004"/>
                </a:lnTo>
                <a:lnTo>
                  <a:pt x="12965" y="4003"/>
                </a:lnTo>
                <a:lnTo>
                  <a:pt x="12964" y="4003"/>
                </a:lnTo>
                <a:lnTo>
                  <a:pt x="12963" y="4002"/>
                </a:lnTo>
                <a:lnTo>
                  <a:pt x="12962" y="4002"/>
                </a:lnTo>
                <a:lnTo>
                  <a:pt x="12962" y="4001"/>
                </a:lnTo>
                <a:lnTo>
                  <a:pt x="12961" y="4001"/>
                </a:lnTo>
                <a:lnTo>
                  <a:pt x="12960" y="4001"/>
                </a:lnTo>
                <a:lnTo>
                  <a:pt x="12959" y="4000"/>
                </a:lnTo>
                <a:lnTo>
                  <a:pt x="12958" y="4000"/>
                </a:lnTo>
                <a:lnTo>
                  <a:pt x="12957" y="3999"/>
                </a:lnTo>
                <a:lnTo>
                  <a:pt x="12956" y="3999"/>
                </a:lnTo>
                <a:lnTo>
                  <a:pt x="12956" y="3998"/>
                </a:lnTo>
                <a:lnTo>
                  <a:pt x="12955" y="3998"/>
                </a:lnTo>
                <a:lnTo>
                  <a:pt x="12954" y="3998"/>
                </a:lnTo>
                <a:lnTo>
                  <a:pt x="12954" y="3997"/>
                </a:lnTo>
                <a:lnTo>
                  <a:pt x="12953" y="3997"/>
                </a:lnTo>
                <a:lnTo>
                  <a:pt x="12952" y="3997"/>
                </a:lnTo>
                <a:lnTo>
                  <a:pt x="12952" y="3996"/>
                </a:lnTo>
                <a:lnTo>
                  <a:pt x="12951" y="3996"/>
                </a:lnTo>
                <a:lnTo>
                  <a:pt x="12950" y="3996"/>
                </a:lnTo>
                <a:lnTo>
                  <a:pt x="12950" y="3995"/>
                </a:lnTo>
                <a:lnTo>
                  <a:pt x="12949" y="3995"/>
                </a:lnTo>
                <a:lnTo>
                  <a:pt x="12948" y="3994"/>
                </a:lnTo>
                <a:lnTo>
                  <a:pt x="12947" y="3994"/>
                </a:lnTo>
                <a:lnTo>
                  <a:pt x="12946" y="3993"/>
                </a:lnTo>
                <a:lnTo>
                  <a:pt x="12945" y="3993"/>
                </a:lnTo>
                <a:lnTo>
                  <a:pt x="12944" y="3993"/>
                </a:lnTo>
                <a:lnTo>
                  <a:pt x="12944" y="3992"/>
                </a:lnTo>
                <a:lnTo>
                  <a:pt x="12943" y="3992"/>
                </a:lnTo>
                <a:lnTo>
                  <a:pt x="12942" y="3991"/>
                </a:lnTo>
                <a:lnTo>
                  <a:pt x="12941" y="3991"/>
                </a:lnTo>
                <a:lnTo>
                  <a:pt x="12940" y="3990"/>
                </a:lnTo>
                <a:lnTo>
                  <a:pt x="12939" y="3990"/>
                </a:lnTo>
                <a:lnTo>
                  <a:pt x="12939" y="3989"/>
                </a:lnTo>
                <a:lnTo>
                  <a:pt x="12938" y="3989"/>
                </a:lnTo>
                <a:lnTo>
                  <a:pt x="12937" y="3989"/>
                </a:lnTo>
                <a:lnTo>
                  <a:pt x="12936" y="3988"/>
                </a:lnTo>
                <a:lnTo>
                  <a:pt x="12935" y="3988"/>
                </a:lnTo>
                <a:lnTo>
                  <a:pt x="12934" y="3987"/>
                </a:lnTo>
                <a:lnTo>
                  <a:pt x="12933" y="3987"/>
                </a:lnTo>
                <a:lnTo>
                  <a:pt x="12933" y="3986"/>
                </a:lnTo>
                <a:lnTo>
                  <a:pt x="12932" y="3986"/>
                </a:lnTo>
                <a:lnTo>
                  <a:pt x="12931" y="3985"/>
                </a:lnTo>
                <a:lnTo>
                  <a:pt x="12930" y="3985"/>
                </a:lnTo>
                <a:lnTo>
                  <a:pt x="12929" y="3985"/>
                </a:lnTo>
                <a:lnTo>
                  <a:pt x="12929" y="3984"/>
                </a:lnTo>
                <a:lnTo>
                  <a:pt x="12928" y="3984"/>
                </a:lnTo>
                <a:lnTo>
                  <a:pt x="12927" y="3984"/>
                </a:lnTo>
                <a:lnTo>
                  <a:pt x="12927" y="3983"/>
                </a:lnTo>
                <a:lnTo>
                  <a:pt x="12926" y="3983"/>
                </a:lnTo>
                <a:lnTo>
                  <a:pt x="12925" y="3982"/>
                </a:lnTo>
                <a:lnTo>
                  <a:pt x="12924" y="3982"/>
                </a:lnTo>
                <a:lnTo>
                  <a:pt x="12923" y="3981"/>
                </a:lnTo>
                <a:lnTo>
                  <a:pt x="12922" y="3981"/>
                </a:lnTo>
                <a:lnTo>
                  <a:pt x="12921" y="3980"/>
                </a:lnTo>
                <a:lnTo>
                  <a:pt x="12920" y="3980"/>
                </a:lnTo>
                <a:lnTo>
                  <a:pt x="12919" y="3979"/>
                </a:lnTo>
                <a:lnTo>
                  <a:pt x="12918" y="3979"/>
                </a:lnTo>
                <a:lnTo>
                  <a:pt x="12917" y="3978"/>
                </a:lnTo>
                <a:lnTo>
                  <a:pt x="12916" y="3978"/>
                </a:lnTo>
                <a:lnTo>
                  <a:pt x="12916" y="3977"/>
                </a:lnTo>
                <a:lnTo>
                  <a:pt x="12915" y="3977"/>
                </a:lnTo>
                <a:lnTo>
                  <a:pt x="12914" y="3977"/>
                </a:lnTo>
                <a:lnTo>
                  <a:pt x="12913" y="3976"/>
                </a:lnTo>
                <a:lnTo>
                  <a:pt x="12912" y="3976"/>
                </a:lnTo>
                <a:lnTo>
                  <a:pt x="12912" y="3975"/>
                </a:lnTo>
                <a:lnTo>
                  <a:pt x="12911" y="3975"/>
                </a:lnTo>
                <a:lnTo>
                  <a:pt x="12910" y="3975"/>
                </a:lnTo>
                <a:lnTo>
                  <a:pt x="12910" y="3974"/>
                </a:lnTo>
                <a:lnTo>
                  <a:pt x="12909" y="3974"/>
                </a:lnTo>
                <a:lnTo>
                  <a:pt x="12908" y="3973"/>
                </a:lnTo>
                <a:lnTo>
                  <a:pt x="12907" y="3973"/>
                </a:lnTo>
                <a:lnTo>
                  <a:pt x="12906" y="3973"/>
                </a:lnTo>
                <a:lnTo>
                  <a:pt x="12906" y="3972"/>
                </a:lnTo>
                <a:lnTo>
                  <a:pt x="12905" y="3972"/>
                </a:lnTo>
                <a:lnTo>
                  <a:pt x="12904" y="3972"/>
                </a:lnTo>
                <a:lnTo>
                  <a:pt x="12904" y="3971"/>
                </a:lnTo>
                <a:lnTo>
                  <a:pt x="12903" y="3971"/>
                </a:lnTo>
                <a:lnTo>
                  <a:pt x="12902" y="3970"/>
                </a:lnTo>
                <a:lnTo>
                  <a:pt x="12901" y="3970"/>
                </a:lnTo>
                <a:lnTo>
                  <a:pt x="12900" y="3969"/>
                </a:lnTo>
                <a:lnTo>
                  <a:pt x="12899" y="3969"/>
                </a:lnTo>
                <a:lnTo>
                  <a:pt x="12898" y="3968"/>
                </a:lnTo>
                <a:lnTo>
                  <a:pt x="12897" y="3968"/>
                </a:lnTo>
                <a:lnTo>
                  <a:pt x="12896" y="3967"/>
                </a:lnTo>
                <a:lnTo>
                  <a:pt x="12895" y="3967"/>
                </a:lnTo>
                <a:lnTo>
                  <a:pt x="12895" y="3966"/>
                </a:lnTo>
                <a:lnTo>
                  <a:pt x="12894" y="3966"/>
                </a:lnTo>
                <a:lnTo>
                  <a:pt x="12893" y="3966"/>
                </a:lnTo>
                <a:lnTo>
                  <a:pt x="12893" y="3965"/>
                </a:lnTo>
                <a:lnTo>
                  <a:pt x="12892" y="3965"/>
                </a:lnTo>
                <a:lnTo>
                  <a:pt x="12891" y="3965"/>
                </a:lnTo>
                <a:lnTo>
                  <a:pt x="12890" y="3964"/>
                </a:lnTo>
                <a:lnTo>
                  <a:pt x="12889" y="3964"/>
                </a:lnTo>
                <a:lnTo>
                  <a:pt x="12889" y="3963"/>
                </a:lnTo>
                <a:lnTo>
                  <a:pt x="12888" y="3963"/>
                </a:lnTo>
                <a:lnTo>
                  <a:pt x="12887" y="3963"/>
                </a:lnTo>
                <a:lnTo>
                  <a:pt x="12887" y="3962"/>
                </a:lnTo>
                <a:lnTo>
                  <a:pt x="12886" y="3962"/>
                </a:lnTo>
                <a:lnTo>
                  <a:pt x="12885" y="3961"/>
                </a:lnTo>
                <a:lnTo>
                  <a:pt x="12884" y="3961"/>
                </a:lnTo>
                <a:lnTo>
                  <a:pt x="12883" y="3961"/>
                </a:lnTo>
                <a:lnTo>
                  <a:pt x="12883" y="3960"/>
                </a:lnTo>
                <a:lnTo>
                  <a:pt x="12882" y="3960"/>
                </a:lnTo>
                <a:lnTo>
                  <a:pt x="12881" y="3959"/>
                </a:lnTo>
                <a:lnTo>
                  <a:pt x="12880" y="3959"/>
                </a:lnTo>
                <a:lnTo>
                  <a:pt x="12879" y="3958"/>
                </a:lnTo>
                <a:lnTo>
                  <a:pt x="12878" y="3958"/>
                </a:lnTo>
                <a:lnTo>
                  <a:pt x="12877" y="3957"/>
                </a:lnTo>
                <a:lnTo>
                  <a:pt x="12876" y="3957"/>
                </a:lnTo>
                <a:lnTo>
                  <a:pt x="12875" y="3956"/>
                </a:lnTo>
                <a:lnTo>
                  <a:pt x="12874" y="3956"/>
                </a:lnTo>
                <a:lnTo>
                  <a:pt x="12873" y="3955"/>
                </a:lnTo>
                <a:lnTo>
                  <a:pt x="12872" y="3955"/>
                </a:lnTo>
                <a:lnTo>
                  <a:pt x="12872" y="3954"/>
                </a:lnTo>
                <a:lnTo>
                  <a:pt x="12871" y="3954"/>
                </a:lnTo>
                <a:lnTo>
                  <a:pt x="12870" y="3954"/>
                </a:lnTo>
                <a:lnTo>
                  <a:pt x="12870" y="3953"/>
                </a:lnTo>
                <a:lnTo>
                  <a:pt x="12869" y="3953"/>
                </a:lnTo>
                <a:lnTo>
                  <a:pt x="12868" y="3953"/>
                </a:lnTo>
                <a:lnTo>
                  <a:pt x="12867" y="3952"/>
                </a:lnTo>
                <a:lnTo>
                  <a:pt x="12866" y="3952"/>
                </a:lnTo>
                <a:lnTo>
                  <a:pt x="12866" y="3951"/>
                </a:lnTo>
                <a:lnTo>
                  <a:pt x="12865" y="3951"/>
                </a:lnTo>
                <a:lnTo>
                  <a:pt x="12864" y="3950"/>
                </a:lnTo>
                <a:lnTo>
                  <a:pt x="12863" y="3950"/>
                </a:lnTo>
                <a:lnTo>
                  <a:pt x="12862" y="3949"/>
                </a:lnTo>
                <a:lnTo>
                  <a:pt x="12861" y="3949"/>
                </a:lnTo>
                <a:lnTo>
                  <a:pt x="12860" y="3949"/>
                </a:lnTo>
                <a:lnTo>
                  <a:pt x="12860" y="3948"/>
                </a:lnTo>
                <a:lnTo>
                  <a:pt x="12859" y="3948"/>
                </a:lnTo>
                <a:lnTo>
                  <a:pt x="12858" y="3947"/>
                </a:lnTo>
                <a:lnTo>
                  <a:pt x="12857" y="3947"/>
                </a:lnTo>
                <a:lnTo>
                  <a:pt x="12856" y="3946"/>
                </a:lnTo>
                <a:lnTo>
                  <a:pt x="12855" y="3946"/>
                </a:lnTo>
                <a:lnTo>
                  <a:pt x="12855" y="3945"/>
                </a:lnTo>
                <a:lnTo>
                  <a:pt x="12854" y="3945"/>
                </a:lnTo>
                <a:lnTo>
                  <a:pt x="12853" y="3945"/>
                </a:lnTo>
                <a:lnTo>
                  <a:pt x="12852" y="3944"/>
                </a:lnTo>
                <a:lnTo>
                  <a:pt x="12851" y="3944"/>
                </a:lnTo>
                <a:lnTo>
                  <a:pt x="12850" y="3943"/>
                </a:lnTo>
                <a:lnTo>
                  <a:pt x="12849" y="3943"/>
                </a:lnTo>
                <a:lnTo>
                  <a:pt x="12849" y="3942"/>
                </a:lnTo>
                <a:lnTo>
                  <a:pt x="12848" y="3942"/>
                </a:lnTo>
                <a:lnTo>
                  <a:pt x="12847" y="3942"/>
                </a:lnTo>
                <a:lnTo>
                  <a:pt x="12847" y="3941"/>
                </a:lnTo>
                <a:lnTo>
                  <a:pt x="12846" y="3941"/>
                </a:lnTo>
                <a:lnTo>
                  <a:pt x="12845" y="3940"/>
                </a:lnTo>
                <a:lnTo>
                  <a:pt x="12844" y="3940"/>
                </a:lnTo>
                <a:lnTo>
                  <a:pt x="12843" y="3940"/>
                </a:lnTo>
                <a:lnTo>
                  <a:pt x="12843" y="3939"/>
                </a:lnTo>
                <a:lnTo>
                  <a:pt x="12842" y="3939"/>
                </a:lnTo>
                <a:lnTo>
                  <a:pt x="12841" y="3938"/>
                </a:lnTo>
                <a:lnTo>
                  <a:pt x="12840" y="3938"/>
                </a:lnTo>
                <a:lnTo>
                  <a:pt x="12839" y="3937"/>
                </a:lnTo>
                <a:lnTo>
                  <a:pt x="12838" y="3937"/>
                </a:lnTo>
                <a:lnTo>
                  <a:pt x="12837" y="3936"/>
                </a:lnTo>
                <a:lnTo>
                  <a:pt x="12836" y="3936"/>
                </a:lnTo>
                <a:lnTo>
                  <a:pt x="12835" y="3935"/>
                </a:lnTo>
                <a:lnTo>
                  <a:pt x="12834" y="3935"/>
                </a:lnTo>
                <a:lnTo>
                  <a:pt x="12833" y="3934"/>
                </a:lnTo>
                <a:lnTo>
                  <a:pt x="12832" y="3934"/>
                </a:lnTo>
                <a:lnTo>
                  <a:pt x="12832" y="3933"/>
                </a:lnTo>
                <a:lnTo>
                  <a:pt x="12831" y="3933"/>
                </a:lnTo>
                <a:lnTo>
                  <a:pt x="12830" y="3933"/>
                </a:lnTo>
                <a:lnTo>
                  <a:pt x="12830" y="3932"/>
                </a:lnTo>
                <a:lnTo>
                  <a:pt x="12829" y="3932"/>
                </a:lnTo>
                <a:lnTo>
                  <a:pt x="12828" y="3932"/>
                </a:lnTo>
                <a:lnTo>
                  <a:pt x="12828" y="3931"/>
                </a:lnTo>
                <a:lnTo>
                  <a:pt x="12827" y="3931"/>
                </a:lnTo>
                <a:lnTo>
                  <a:pt x="12826" y="3931"/>
                </a:lnTo>
                <a:lnTo>
                  <a:pt x="12826" y="3930"/>
                </a:lnTo>
                <a:lnTo>
                  <a:pt x="12825" y="3930"/>
                </a:lnTo>
                <a:lnTo>
                  <a:pt x="12824" y="3929"/>
                </a:lnTo>
                <a:lnTo>
                  <a:pt x="12823" y="3929"/>
                </a:lnTo>
                <a:lnTo>
                  <a:pt x="12822" y="3928"/>
                </a:lnTo>
                <a:lnTo>
                  <a:pt x="12821" y="3928"/>
                </a:lnTo>
                <a:lnTo>
                  <a:pt x="12820" y="3928"/>
                </a:lnTo>
                <a:lnTo>
                  <a:pt x="12820" y="3927"/>
                </a:lnTo>
                <a:lnTo>
                  <a:pt x="12819" y="3927"/>
                </a:lnTo>
                <a:lnTo>
                  <a:pt x="12818" y="3926"/>
                </a:lnTo>
                <a:lnTo>
                  <a:pt x="12817" y="3926"/>
                </a:lnTo>
                <a:lnTo>
                  <a:pt x="12816" y="3925"/>
                </a:lnTo>
                <a:lnTo>
                  <a:pt x="12815" y="3925"/>
                </a:lnTo>
                <a:lnTo>
                  <a:pt x="12815" y="3924"/>
                </a:lnTo>
                <a:lnTo>
                  <a:pt x="12814" y="3924"/>
                </a:lnTo>
                <a:lnTo>
                  <a:pt x="12813" y="3924"/>
                </a:lnTo>
                <a:lnTo>
                  <a:pt x="12812" y="3923"/>
                </a:lnTo>
                <a:lnTo>
                  <a:pt x="12811" y="3923"/>
                </a:lnTo>
                <a:lnTo>
                  <a:pt x="12810" y="3922"/>
                </a:lnTo>
                <a:lnTo>
                  <a:pt x="12809" y="3922"/>
                </a:lnTo>
                <a:lnTo>
                  <a:pt x="12809" y="3921"/>
                </a:lnTo>
                <a:lnTo>
                  <a:pt x="12808" y="3921"/>
                </a:lnTo>
                <a:lnTo>
                  <a:pt x="12807" y="3920"/>
                </a:lnTo>
                <a:lnTo>
                  <a:pt x="12806" y="3920"/>
                </a:lnTo>
                <a:lnTo>
                  <a:pt x="12805" y="3920"/>
                </a:lnTo>
                <a:lnTo>
                  <a:pt x="12805" y="3919"/>
                </a:lnTo>
                <a:lnTo>
                  <a:pt x="12804" y="3919"/>
                </a:lnTo>
                <a:lnTo>
                  <a:pt x="12803" y="3919"/>
                </a:lnTo>
                <a:lnTo>
                  <a:pt x="12803" y="3918"/>
                </a:lnTo>
                <a:lnTo>
                  <a:pt x="12802" y="3918"/>
                </a:lnTo>
                <a:lnTo>
                  <a:pt x="12801" y="3917"/>
                </a:lnTo>
                <a:lnTo>
                  <a:pt x="12800" y="3917"/>
                </a:lnTo>
                <a:lnTo>
                  <a:pt x="12799" y="3916"/>
                </a:lnTo>
                <a:lnTo>
                  <a:pt x="12798" y="3916"/>
                </a:lnTo>
                <a:lnTo>
                  <a:pt x="12797" y="3915"/>
                </a:lnTo>
                <a:lnTo>
                  <a:pt x="12796" y="3915"/>
                </a:lnTo>
                <a:lnTo>
                  <a:pt x="12795" y="3914"/>
                </a:lnTo>
                <a:lnTo>
                  <a:pt x="12794" y="3914"/>
                </a:lnTo>
                <a:lnTo>
                  <a:pt x="12793" y="3913"/>
                </a:lnTo>
                <a:lnTo>
                  <a:pt x="12792" y="3913"/>
                </a:lnTo>
                <a:lnTo>
                  <a:pt x="12792" y="3912"/>
                </a:lnTo>
                <a:lnTo>
                  <a:pt x="12791" y="3912"/>
                </a:lnTo>
                <a:lnTo>
                  <a:pt x="12790" y="3912"/>
                </a:lnTo>
                <a:lnTo>
                  <a:pt x="12789" y="3911"/>
                </a:lnTo>
                <a:lnTo>
                  <a:pt x="12788" y="3911"/>
                </a:lnTo>
                <a:lnTo>
                  <a:pt x="12788" y="3910"/>
                </a:lnTo>
                <a:lnTo>
                  <a:pt x="12787" y="3910"/>
                </a:lnTo>
                <a:lnTo>
                  <a:pt x="12786" y="3910"/>
                </a:lnTo>
                <a:lnTo>
                  <a:pt x="12786" y="3909"/>
                </a:lnTo>
                <a:lnTo>
                  <a:pt x="12785" y="3909"/>
                </a:lnTo>
                <a:lnTo>
                  <a:pt x="12784" y="3908"/>
                </a:lnTo>
                <a:lnTo>
                  <a:pt x="12783" y="3908"/>
                </a:lnTo>
                <a:lnTo>
                  <a:pt x="12782" y="3908"/>
                </a:lnTo>
                <a:lnTo>
                  <a:pt x="12782" y="3907"/>
                </a:lnTo>
                <a:lnTo>
                  <a:pt x="12781" y="3907"/>
                </a:lnTo>
                <a:lnTo>
                  <a:pt x="12780" y="3907"/>
                </a:lnTo>
                <a:lnTo>
                  <a:pt x="12780" y="3906"/>
                </a:lnTo>
                <a:lnTo>
                  <a:pt x="12779" y="3906"/>
                </a:lnTo>
                <a:lnTo>
                  <a:pt x="12778" y="3905"/>
                </a:lnTo>
                <a:lnTo>
                  <a:pt x="12777" y="3905"/>
                </a:lnTo>
                <a:lnTo>
                  <a:pt x="12776" y="3904"/>
                </a:lnTo>
                <a:lnTo>
                  <a:pt x="12775" y="3904"/>
                </a:lnTo>
                <a:lnTo>
                  <a:pt x="12774" y="3903"/>
                </a:lnTo>
                <a:lnTo>
                  <a:pt x="12773" y="3903"/>
                </a:lnTo>
                <a:lnTo>
                  <a:pt x="12772" y="3902"/>
                </a:lnTo>
                <a:lnTo>
                  <a:pt x="12771" y="3902"/>
                </a:lnTo>
                <a:lnTo>
                  <a:pt x="12771" y="3901"/>
                </a:lnTo>
                <a:lnTo>
                  <a:pt x="12770" y="3901"/>
                </a:lnTo>
                <a:lnTo>
                  <a:pt x="12769" y="3901"/>
                </a:lnTo>
                <a:lnTo>
                  <a:pt x="12769" y="3900"/>
                </a:lnTo>
                <a:lnTo>
                  <a:pt x="12768" y="3900"/>
                </a:lnTo>
                <a:lnTo>
                  <a:pt x="12767" y="3900"/>
                </a:lnTo>
                <a:lnTo>
                  <a:pt x="12766" y="3899"/>
                </a:lnTo>
                <a:lnTo>
                  <a:pt x="12765" y="3899"/>
                </a:lnTo>
                <a:lnTo>
                  <a:pt x="12765" y="3898"/>
                </a:lnTo>
                <a:lnTo>
                  <a:pt x="12764" y="3898"/>
                </a:lnTo>
                <a:lnTo>
                  <a:pt x="12763" y="3898"/>
                </a:lnTo>
                <a:lnTo>
                  <a:pt x="12763" y="3897"/>
                </a:lnTo>
                <a:lnTo>
                  <a:pt x="12762" y="3897"/>
                </a:lnTo>
                <a:lnTo>
                  <a:pt x="12761" y="3896"/>
                </a:lnTo>
                <a:lnTo>
                  <a:pt x="12760" y="3896"/>
                </a:lnTo>
                <a:lnTo>
                  <a:pt x="12759" y="3896"/>
                </a:lnTo>
                <a:lnTo>
                  <a:pt x="12759" y="3895"/>
                </a:lnTo>
                <a:lnTo>
                  <a:pt x="12758" y="3895"/>
                </a:lnTo>
                <a:lnTo>
                  <a:pt x="12757" y="3894"/>
                </a:lnTo>
                <a:lnTo>
                  <a:pt x="12756" y="3894"/>
                </a:lnTo>
                <a:lnTo>
                  <a:pt x="12755" y="3893"/>
                </a:lnTo>
                <a:lnTo>
                  <a:pt x="12754" y="3893"/>
                </a:lnTo>
                <a:lnTo>
                  <a:pt x="12753" y="3892"/>
                </a:lnTo>
                <a:lnTo>
                  <a:pt x="12752" y="3892"/>
                </a:lnTo>
                <a:lnTo>
                  <a:pt x="12751" y="3891"/>
                </a:lnTo>
                <a:lnTo>
                  <a:pt x="12750" y="3891"/>
                </a:lnTo>
                <a:lnTo>
                  <a:pt x="12749" y="3890"/>
                </a:lnTo>
                <a:lnTo>
                  <a:pt x="12748" y="3890"/>
                </a:lnTo>
                <a:lnTo>
                  <a:pt x="12748" y="3889"/>
                </a:lnTo>
                <a:lnTo>
                  <a:pt x="12747" y="3889"/>
                </a:lnTo>
                <a:lnTo>
                  <a:pt x="12746" y="3889"/>
                </a:lnTo>
                <a:lnTo>
                  <a:pt x="12746" y="3888"/>
                </a:lnTo>
                <a:lnTo>
                  <a:pt x="12745" y="3888"/>
                </a:lnTo>
                <a:lnTo>
                  <a:pt x="12744" y="3888"/>
                </a:lnTo>
                <a:lnTo>
                  <a:pt x="12743" y="3887"/>
                </a:lnTo>
                <a:lnTo>
                  <a:pt x="12742" y="3887"/>
                </a:lnTo>
                <a:lnTo>
                  <a:pt x="12742" y="3886"/>
                </a:lnTo>
                <a:lnTo>
                  <a:pt x="12741" y="3886"/>
                </a:lnTo>
                <a:lnTo>
                  <a:pt x="12740" y="3885"/>
                </a:lnTo>
                <a:lnTo>
                  <a:pt x="12739" y="3885"/>
                </a:lnTo>
                <a:lnTo>
                  <a:pt x="12738" y="3884"/>
                </a:lnTo>
                <a:lnTo>
                  <a:pt x="12737" y="3884"/>
                </a:lnTo>
                <a:lnTo>
                  <a:pt x="12736" y="3884"/>
                </a:lnTo>
                <a:lnTo>
                  <a:pt x="12736" y="3883"/>
                </a:lnTo>
                <a:lnTo>
                  <a:pt x="12735" y="3883"/>
                </a:lnTo>
                <a:lnTo>
                  <a:pt x="12734" y="3882"/>
                </a:lnTo>
                <a:lnTo>
                  <a:pt x="12733" y="3882"/>
                </a:lnTo>
                <a:lnTo>
                  <a:pt x="12732" y="3881"/>
                </a:lnTo>
                <a:lnTo>
                  <a:pt x="12731" y="3881"/>
                </a:lnTo>
                <a:lnTo>
                  <a:pt x="12731" y="3880"/>
                </a:lnTo>
                <a:lnTo>
                  <a:pt x="12730" y="3880"/>
                </a:lnTo>
                <a:lnTo>
                  <a:pt x="12729" y="3880"/>
                </a:lnTo>
                <a:lnTo>
                  <a:pt x="12728" y="3879"/>
                </a:lnTo>
                <a:lnTo>
                  <a:pt x="12727" y="3879"/>
                </a:lnTo>
                <a:lnTo>
                  <a:pt x="12726" y="3878"/>
                </a:lnTo>
                <a:lnTo>
                  <a:pt x="12725" y="3878"/>
                </a:lnTo>
                <a:lnTo>
                  <a:pt x="12725" y="3877"/>
                </a:lnTo>
                <a:lnTo>
                  <a:pt x="12724" y="3877"/>
                </a:lnTo>
                <a:lnTo>
                  <a:pt x="12723" y="3877"/>
                </a:lnTo>
                <a:lnTo>
                  <a:pt x="12723" y="3876"/>
                </a:lnTo>
                <a:lnTo>
                  <a:pt x="12722" y="3876"/>
                </a:lnTo>
                <a:lnTo>
                  <a:pt x="12721" y="3876"/>
                </a:lnTo>
                <a:lnTo>
                  <a:pt x="12721" y="3875"/>
                </a:lnTo>
                <a:lnTo>
                  <a:pt x="12720" y="3875"/>
                </a:lnTo>
                <a:lnTo>
                  <a:pt x="12719" y="3875"/>
                </a:lnTo>
                <a:lnTo>
                  <a:pt x="12719" y="3874"/>
                </a:lnTo>
                <a:lnTo>
                  <a:pt x="12718" y="3874"/>
                </a:lnTo>
                <a:lnTo>
                  <a:pt x="12717" y="3873"/>
                </a:lnTo>
                <a:lnTo>
                  <a:pt x="12716" y="3873"/>
                </a:lnTo>
                <a:lnTo>
                  <a:pt x="12715" y="3872"/>
                </a:lnTo>
                <a:lnTo>
                  <a:pt x="12714" y="3872"/>
                </a:lnTo>
                <a:lnTo>
                  <a:pt x="12713" y="3872"/>
                </a:lnTo>
                <a:lnTo>
                  <a:pt x="12713" y="3871"/>
                </a:lnTo>
                <a:lnTo>
                  <a:pt x="12712" y="3871"/>
                </a:lnTo>
                <a:lnTo>
                  <a:pt x="12711" y="3870"/>
                </a:lnTo>
                <a:lnTo>
                  <a:pt x="12710" y="3870"/>
                </a:lnTo>
                <a:lnTo>
                  <a:pt x="12709" y="3869"/>
                </a:lnTo>
                <a:lnTo>
                  <a:pt x="12708" y="3869"/>
                </a:lnTo>
                <a:lnTo>
                  <a:pt x="12708" y="3868"/>
                </a:lnTo>
                <a:lnTo>
                  <a:pt x="12707" y="3868"/>
                </a:lnTo>
                <a:lnTo>
                  <a:pt x="12706" y="3868"/>
                </a:lnTo>
                <a:lnTo>
                  <a:pt x="12705" y="3867"/>
                </a:lnTo>
                <a:lnTo>
                  <a:pt x="12704" y="3867"/>
                </a:lnTo>
                <a:lnTo>
                  <a:pt x="12704" y="3866"/>
                </a:lnTo>
                <a:lnTo>
                  <a:pt x="12703" y="3866"/>
                </a:lnTo>
                <a:lnTo>
                  <a:pt x="12702" y="3866"/>
                </a:lnTo>
                <a:lnTo>
                  <a:pt x="12702" y="3865"/>
                </a:lnTo>
                <a:lnTo>
                  <a:pt x="12701" y="3865"/>
                </a:lnTo>
                <a:lnTo>
                  <a:pt x="12700" y="3864"/>
                </a:lnTo>
                <a:lnTo>
                  <a:pt x="12699" y="3864"/>
                </a:lnTo>
                <a:lnTo>
                  <a:pt x="12698" y="3864"/>
                </a:lnTo>
                <a:lnTo>
                  <a:pt x="12698" y="3863"/>
                </a:lnTo>
                <a:lnTo>
                  <a:pt x="12697" y="3863"/>
                </a:lnTo>
                <a:lnTo>
                  <a:pt x="12696" y="3863"/>
                </a:lnTo>
                <a:lnTo>
                  <a:pt x="12696" y="3862"/>
                </a:lnTo>
                <a:lnTo>
                  <a:pt x="12695" y="3862"/>
                </a:lnTo>
                <a:lnTo>
                  <a:pt x="12694" y="3861"/>
                </a:lnTo>
                <a:lnTo>
                  <a:pt x="12693" y="3861"/>
                </a:lnTo>
                <a:lnTo>
                  <a:pt x="12692" y="3860"/>
                </a:lnTo>
                <a:lnTo>
                  <a:pt x="12691" y="3860"/>
                </a:lnTo>
                <a:lnTo>
                  <a:pt x="12690" y="3859"/>
                </a:lnTo>
                <a:lnTo>
                  <a:pt x="12689" y="3859"/>
                </a:lnTo>
                <a:lnTo>
                  <a:pt x="12688" y="3858"/>
                </a:lnTo>
                <a:lnTo>
                  <a:pt x="12687" y="3858"/>
                </a:lnTo>
                <a:lnTo>
                  <a:pt x="12686" y="3857"/>
                </a:lnTo>
                <a:lnTo>
                  <a:pt x="12685" y="3857"/>
                </a:lnTo>
                <a:lnTo>
                  <a:pt x="12685" y="3856"/>
                </a:lnTo>
                <a:lnTo>
                  <a:pt x="12684" y="3856"/>
                </a:lnTo>
                <a:lnTo>
                  <a:pt x="12683" y="3856"/>
                </a:lnTo>
                <a:lnTo>
                  <a:pt x="12682" y="3855"/>
                </a:lnTo>
                <a:lnTo>
                  <a:pt x="12681" y="3855"/>
                </a:lnTo>
                <a:lnTo>
                  <a:pt x="12681" y="3854"/>
                </a:lnTo>
                <a:lnTo>
                  <a:pt x="12680" y="3854"/>
                </a:lnTo>
                <a:lnTo>
                  <a:pt x="12679" y="3854"/>
                </a:lnTo>
                <a:lnTo>
                  <a:pt x="12679" y="3853"/>
                </a:lnTo>
                <a:lnTo>
                  <a:pt x="12678" y="3853"/>
                </a:lnTo>
                <a:lnTo>
                  <a:pt x="12677" y="3852"/>
                </a:lnTo>
                <a:lnTo>
                  <a:pt x="12676" y="3852"/>
                </a:lnTo>
                <a:lnTo>
                  <a:pt x="12675" y="3852"/>
                </a:lnTo>
                <a:lnTo>
                  <a:pt x="12675" y="3851"/>
                </a:lnTo>
                <a:lnTo>
                  <a:pt x="12674" y="3851"/>
                </a:lnTo>
                <a:lnTo>
                  <a:pt x="12673" y="3850"/>
                </a:lnTo>
                <a:lnTo>
                  <a:pt x="12672" y="3850"/>
                </a:lnTo>
                <a:lnTo>
                  <a:pt x="12671" y="3849"/>
                </a:lnTo>
                <a:lnTo>
                  <a:pt x="12670" y="3849"/>
                </a:lnTo>
                <a:lnTo>
                  <a:pt x="12669" y="3848"/>
                </a:lnTo>
                <a:lnTo>
                  <a:pt x="12668" y="3848"/>
                </a:lnTo>
                <a:lnTo>
                  <a:pt x="12667" y="3847"/>
                </a:lnTo>
                <a:lnTo>
                  <a:pt x="12666" y="3847"/>
                </a:lnTo>
                <a:lnTo>
                  <a:pt x="12665" y="3846"/>
                </a:lnTo>
                <a:lnTo>
                  <a:pt x="12664" y="3846"/>
                </a:lnTo>
                <a:lnTo>
                  <a:pt x="12664" y="3845"/>
                </a:lnTo>
                <a:lnTo>
                  <a:pt x="12663" y="3845"/>
                </a:lnTo>
                <a:lnTo>
                  <a:pt x="12662" y="3845"/>
                </a:lnTo>
                <a:lnTo>
                  <a:pt x="12662" y="3844"/>
                </a:lnTo>
                <a:lnTo>
                  <a:pt x="12661" y="3844"/>
                </a:lnTo>
                <a:lnTo>
                  <a:pt x="12660" y="3844"/>
                </a:lnTo>
                <a:lnTo>
                  <a:pt x="12659" y="3843"/>
                </a:lnTo>
                <a:lnTo>
                  <a:pt x="12658" y="3843"/>
                </a:lnTo>
                <a:lnTo>
                  <a:pt x="12658" y="3842"/>
                </a:lnTo>
                <a:lnTo>
                  <a:pt x="12657" y="3842"/>
                </a:lnTo>
                <a:lnTo>
                  <a:pt x="12656" y="3842"/>
                </a:lnTo>
                <a:lnTo>
                  <a:pt x="12656" y="3841"/>
                </a:lnTo>
                <a:lnTo>
                  <a:pt x="12655" y="3841"/>
                </a:lnTo>
                <a:lnTo>
                  <a:pt x="12654" y="3840"/>
                </a:lnTo>
                <a:lnTo>
                  <a:pt x="12653" y="3840"/>
                </a:lnTo>
                <a:lnTo>
                  <a:pt x="12652" y="3840"/>
                </a:lnTo>
                <a:lnTo>
                  <a:pt x="12652" y="3839"/>
                </a:lnTo>
                <a:lnTo>
                  <a:pt x="12651" y="3839"/>
                </a:lnTo>
                <a:lnTo>
                  <a:pt x="12650" y="3838"/>
                </a:lnTo>
                <a:lnTo>
                  <a:pt x="12649" y="3838"/>
                </a:lnTo>
                <a:lnTo>
                  <a:pt x="12648" y="3837"/>
                </a:lnTo>
                <a:lnTo>
                  <a:pt x="12647" y="3837"/>
                </a:lnTo>
                <a:lnTo>
                  <a:pt x="12647" y="3836"/>
                </a:lnTo>
                <a:lnTo>
                  <a:pt x="12646" y="3836"/>
                </a:lnTo>
                <a:lnTo>
                  <a:pt x="12645" y="3836"/>
                </a:lnTo>
                <a:lnTo>
                  <a:pt x="12644" y="3835"/>
                </a:lnTo>
                <a:lnTo>
                  <a:pt x="12643" y="3835"/>
                </a:lnTo>
                <a:lnTo>
                  <a:pt x="12642" y="3834"/>
                </a:lnTo>
                <a:lnTo>
                  <a:pt x="12641" y="3834"/>
                </a:lnTo>
                <a:lnTo>
                  <a:pt x="12641" y="3833"/>
                </a:lnTo>
                <a:lnTo>
                  <a:pt x="12640" y="3833"/>
                </a:lnTo>
                <a:lnTo>
                  <a:pt x="12639" y="3833"/>
                </a:lnTo>
                <a:lnTo>
                  <a:pt x="12639" y="3832"/>
                </a:lnTo>
                <a:lnTo>
                  <a:pt x="12638" y="3832"/>
                </a:lnTo>
                <a:lnTo>
                  <a:pt x="12637" y="3832"/>
                </a:lnTo>
                <a:lnTo>
                  <a:pt x="12637" y="3831"/>
                </a:lnTo>
                <a:lnTo>
                  <a:pt x="12636" y="3831"/>
                </a:lnTo>
                <a:lnTo>
                  <a:pt x="12635" y="3831"/>
                </a:lnTo>
                <a:lnTo>
                  <a:pt x="12635" y="3830"/>
                </a:lnTo>
                <a:lnTo>
                  <a:pt x="12634" y="3830"/>
                </a:lnTo>
                <a:lnTo>
                  <a:pt x="12633" y="3829"/>
                </a:lnTo>
                <a:lnTo>
                  <a:pt x="12632" y="3829"/>
                </a:lnTo>
                <a:lnTo>
                  <a:pt x="12631" y="3828"/>
                </a:lnTo>
                <a:lnTo>
                  <a:pt x="12630" y="3828"/>
                </a:lnTo>
                <a:lnTo>
                  <a:pt x="12629" y="3828"/>
                </a:lnTo>
                <a:lnTo>
                  <a:pt x="12629" y="3827"/>
                </a:lnTo>
                <a:lnTo>
                  <a:pt x="12628" y="3827"/>
                </a:lnTo>
                <a:lnTo>
                  <a:pt x="12627" y="3826"/>
                </a:lnTo>
                <a:lnTo>
                  <a:pt x="12626" y="3826"/>
                </a:lnTo>
                <a:lnTo>
                  <a:pt x="12625" y="3825"/>
                </a:lnTo>
                <a:lnTo>
                  <a:pt x="12624" y="3825"/>
                </a:lnTo>
                <a:lnTo>
                  <a:pt x="12624" y="3824"/>
                </a:lnTo>
                <a:lnTo>
                  <a:pt x="12623" y="3824"/>
                </a:lnTo>
                <a:lnTo>
                  <a:pt x="12622" y="3824"/>
                </a:lnTo>
                <a:lnTo>
                  <a:pt x="12621" y="3823"/>
                </a:lnTo>
                <a:lnTo>
                  <a:pt x="12620" y="3823"/>
                </a:lnTo>
                <a:lnTo>
                  <a:pt x="12619" y="3822"/>
                </a:lnTo>
                <a:lnTo>
                  <a:pt x="12618" y="3822"/>
                </a:lnTo>
                <a:lnTo>
                  <a:pt x="12618" y="3821"/>
                </a:lnTo>
                <a:lnTo>
                  <a:pt x="12617" y="3821"/>
                </a:lnTo>
                <a:lnTo>
                  <a:pt x="12616" y="3820"/>
                </a:lnTo>
                <a:lnTo>
                  <a:pt x="12615" y="3820"/>
                </a:lnTo>
                <a:lnTo>
                  <a:pt x="12614" y="3820"/>
                </a:lnTo>
                <a:lnTo>
                  <a:pt x="12614" y="3819"/>
                </a:lnTo>
                <a:lnTo>
                  <a:pt x="12613" y="3819"/>
                </a:lnTo>
                <a:lnTo>
                  <a:pt x="12612" y="3819"/>
                </a:lnTo>
                <a:lnTo>
                  <a:pt x="12612" y="3818"/>
                </a:lnTo>
                <a:lnTo>
                  <a:pt x="12611" y="3818"/>
                </a:lnTo>
                <a:lnTo>
                  <a:pt x="12610" y="3817"/>
                </a:lnTo>
                <a:lnTo>
                  <a:pt x="12609" y="3817"/>
                </a:lnTo>
                <a:lnTo>
                  <a:pt x="12608" y="3816"/>
                </a:lnTo>
                <a:lnTo>
                  <a:pt x="12607" y="3816"/>
                </a:lnTo>
                <a:lnTo>
                  <a:pt x="12606" y="3815"/>
                </a:lnTo>
                <a:lnTo>
                  <a:pt x="12605" y="3815"/>
                </a:lnTo>
                <a:lnTo>
                  <a:pt x="12604" y="3814"/>
                </a:lnTo>
                <a:lnTo>
                  <a:pt x="12603" y="3814"/>
                </a:lnTo>
                <a:lnTo>
                  <a:pt x="12602" y="3813"/>
                </a:lnTo>
                <a:lnTo>
                  <a:pt x="12601" y="3813"/>
                </a:lnTo>
                <a:lnTo>
                  <a:pt x="12601" y="3812"/>
                </a:lnTo>
                <a:lnTo>
                  <a:pt x="12600" y="3812"/>
                </a:lnTo>
                <a:lnTo>
                  <a:pt x="12599" y="3812"/>
                </a:lnTo>
                <a:lnTo>
                  <a:pt x="12598" y="3811"/>
                </a:lnTo>
                <a:lnTo>
                  <a:pt x="12597" y="3811"/>
                </a:lnTo>
                <a:lnTo>
                  <a:pt x="12597" y="3810"/>
                </a:lnTo>
                <a:lnTo>
                  <a:pt x="12596" y="3810"/>
                </a:lnTo>
                <a:lnTo>
                  <a:pt x="12595" y="3810"/>
                </a:lnTo>
                <a:lnTo>
                  <a:pt x="12595" y="3809"/>
                </a:lnTo>
                <a:lnTo>
                  <a:pt x="12594" y="3809"/>
                </a:lnTo>
                <a:lnTo>
                  <a:pt x="12593" y="3808"/>
                </a:lnTo>
                <a:lnTo>
                  <a:pt x="12592" y="3808"/>
                </a:lnTo>
                <a:lnTo>
                  <a:pt x="12591" y="3808"/>
                </a:lnTo>
                <a:lnTo>
                  <a:pt x="12591" y="3807"/>
                </a:lnTo>
                <a:lnTo>
                  <a:pt x="12590" y="3807"/>
                </a:lnTo>
                <a:lnTo>
                  <a:pt x="12589" y="3807"/>
                </a:lnTo>
                <a:lnTo>
                  <a:pt x="12589" y="3806"/>
                </a:lnTo>
                <a:lnTo>
                  <a:pt x="12588" y="3806"/>
                </a:lnTo>
                <a:lnTo>
                  <a:pt x="12587" y="3805"/>
                </a:lnTo>
                <a:lnTo>
                  <a:pt x="12586" y="3805"/>
                </a:lnTo>
                <a:lnTo>
                  <a:pt x="12585" y="3804"/>
                </a:lnTo>
                <a:lnTo>
                  <a:pt x="12584" y="3804"/>
                </a:lnTo>
                <a:lnTo>
                  <a:pt x="12583" y="3803"/>
                </a:lnTo>
                <a:lnTo>
                  <a:pt x="12582" y="3803"/>
                </a:lnTo>
                <a:lnTo>
                  <a:pt x="12581" y="3802"/>
                </a:lnTo>
                <a:lnTo>
                  <a:pt x="12580" y="3802"/>
                </a:lnTo>
                <a:lnTo>
                  <a:pt x="12580" y="3801"/>
                </a:lnTo>
                <a:lnTo>
                  <a:pt x="12579" y="3801"/>
                </a:lnTo>
                <a:lnTo>
                  <a:pt x="12578" y="3801"/>
                </a:lnTo>
                <a:lnTo>
                  <a:pt x="12578" y="3800"/>
                </a:lnTo>
                <a:lnTo>
                  <a:pt x="12577" y="3800"/>
                </a:lnTo>
                <a:lnTo>
                  <a:pt x="12576" y="3800"/>
                </a:lnTo>
                <a:lnTo>
                  <a:pt x="12575" y="3799"/>
                </a:lnTo>
                <a:lnTo>
                  <a:pt x="12574" y="3799"/>
                </a:lnTo>
                <a:lnTo>
                  <a:pt x="12574" y="3798"/>
                </a:lnTo>
                <a:lnTo>
                  <a:pt x="12573" y="3798"/>
                </a:lnTo>
                <a:lnTo>
                  <a:pt x="12572" y="3798"/>
                </a:lnTo>
                <a:lnTo>
                  <a:pt x="12572" y="3797"/>
                </a:lnTo>
                <a:lnTo>
                  <a:pt x="12571" y="3797"/>
                </a:lnTo>
                <a:lnTo>
                  <a:pt x="12570" y="3796"/>
                </a:lnTo>
                <a:lnTo>
                  <a:pt x="12569" y="3796"/>
                </a:lnTo>
                <a:lnTo>
                  <a:pt x="12568" y="3796"/>
                </a:lnTo>
                <a:lnTo>
                  <a:pt x="12568" y="3795"/>
                </a:lnTo>
                <a:lnTo>
                  <a:pt x="12567" y="3795"/>
                </a:lnTo>
                <a:lnTo>
                  <a:pt x="12566" y="3794"/>
                </a:lnTo>
                <a:lnTo>
                  <a:pt x="12565" y="3794"/>
                </a:lnTo>
                <a:lnTo>
                  <a:pt x="12564" y="3793"/>
                </a:lnTo>
                <a:lnTo>
                  <a:pt x="12563" y="3793"/>
                </a:lnTo>
                <a:lnTo>
                  <a:pt x="12562" y="3792"/>
                </a:lnTo>
                <a:lnTo>
                  <a:pt x="12561" y="3792"/>
                </a:lnTo>
                <a:lnTo>
                  <a:pt x="12560" y="3791"/>
                </a:lnTo>
                <a:lnTo>
                  <a:pt x="12559" y="3791"/>
                </a:lnTo>
                <a:lnTo>
                  <a:pt x="12558" y="3790"/>
                </a:lnTo>
                <a:lnTo>
                  <a:pt x="12557" y="3790"/>
                </a:lnTo>
                <a:lnTo>
                  <a:pt x="12557" y="3789"/>
                </a:lnTo>
                <a:lnTo>
                  <a:pt x="12556" y="3789"/>
                </a:lnTo>
                <a:lnTo>
                  <a:pt x="12555" y="3789"/>
                </a:lnTo>
                <a:lnTo>
                  <a:pt x="12555" y="3788"/>
                </a:lnTo>
                <a:lnTo>
                  <a:pt x="12554" y="3788"/>
                </a:lnTo>
                <a:lnTo>
                  <a:pt x="12553" y="3788"/>
                </a:lnTo>
                <a:lnTo>
                  <a:pt x="12552" y="3787"/>
                </a:lnTo>
                <a:lnTo>
                  <a:pt x="12551" y="3787"/>
                </a:lnTo>
                <a:lnTo>
                  <a:pt x="12551" y="3786"/>
                </a:lnTo>
                <a:lnTo>
                  <a:pt x="12550" y="3786"/>
                </a:lnTo>
                <a:lnTo>
                  <a:pt x="12549" y="3785"/>
                </a:lnTo>
                <a:lnTo>
                  <a:pt x="12548" y="3785"/>
                </a:lnTo>
                <a:lnTo>
                  <a:pt x="12547" y="3784"/>
                </a:lnTo>
                <a:lnTo>
                  <a:pt x="12546" y="3784"/>
                </a:lnTo>
                <a:lnTo>
                  <a:pt x="12545" y="3784"/>
                </a:lnTo>
                <a:lnTo>
                  <a:pt x="12545" y="3783"/>
                </a:lnTo>
                <a:lnTo>
                  <a:pt x="12544" y="3783"/>
                </a:lnTo>
                <a:lnTo>
                  <a:pt x="12543" y="3782"/>
                </a:lnTo>
                <a:lnTo>
                  <a:pt x="12542" y="3782"/>
                </a:lnTo>
                <a:lnTo>
                  <a:pt x="12541" y="3781"/>
                </a:lnTo>
                <a:lnTo>
                  <a:pt x="12540" y="3781"/>
                </a:lnTo>
                <a:lnTo>
                  <a:pt x="12540" y="3780"/>
                </a:lnTo>
                <a:lnTo>
                  <a:pt x="12539" y="3780"/>
                </a:lnTo>
                <a:lnTo>
                  <a:pt x="12538" y="3780"/>
                </a:lnTo>
                <a:lnTo>
                  <a:pt x="12537" y="3779"/>
                </a:lnTo>
                <a:lnTo>
                  <a:pt x="12536" y="3779"/>
                </a:lnTo>
                <a:lnTo>
                  <a:pt x="12535" y="3778"/>
                </a:lnTo>
                <a:lnTo>
                  <a:pt x="12534" y="3778"/>
                </a:lnTo>
                <a:lnTo>
                  <a:pt x="12534" y="3777"/>
                </a:lnTo>
                <a:lnTo>
                  <a:pt x="12533" y="3777"/>
                </a:lnTo>
                <a:lnTo>
                  <a:pt x="12532" y="3777"/>
                </a:lnTo>
                <a:lnTo>
                  <a:pt x="12532" y="3776"/>
                </a:lnTo>
                <a:lnTo>
                  <a:pt x="12531" y="3776"/>
                </a:lnTo>
                <a:lnTo>
                  <a:pt x="12530" y="3776"/>
                </a:lnTo>
                <a:lnTo>
                  <a:pt x="12530" y="3775"/>
                </a:lnTo>
                <a:lnTo>
                  <a:pt x="12529" y="3775"/>
                </a:lnTo>
                <a:lnTo>
                  <a:pt x="12528" y="3775"/>
                </a:lnTo>
                <a:lnTo>
                  <a:pt x="12528" y="3774"/>
                </a:lnTo>
                <a:lnTo>
                  <a:pt x="12527" y="3774"/>
                </a:lnTo>
                <a:lnTo>
                  <a:pt x="12526" y="3773"/>
                </a:lnTo>
                <a:lnTo>
                  <a:pt x="12525" y="3773"/>
                </a:lnTo>
                <a:lnTo>
                  <a:pt x="12524" y="3772"/>
                </a:lnTo>
                <a:lnTo>
                  <a:pt x="12523" y="3772"/>
                </a:lnTo>
                <a:lnTo>
                  <a:pt x="12522" y="3771"/>
                </a:lnTo>
                <a:lnTo>
                  <a:pt x="12521" y="3771"/>
                </a:lnTo>
                <a:lnTo>
                  <a:pt x="12520" y="3770"/>
                </a:lnTo>
                <a:lnTo>
                  <a:pt x="12519" y="3770"/>
                </a:lnTo>
                <a:lnTo>
                  <a:pt x="12518" y="3769"/>
                </a:lnTo>
                <a:lnTo>
                  <a:pt x="12517" y="3769"/>
                </a:lnTo>
                <a:lnTo>
                  <a:pt x="12517" y="3768"/>
                </a:lnTo>
                <a:lnTo>
                  <a:pt x="12516" y="3768"/>
                </a:lnTo>
                <a:lnTo>
                  <a:pt x="12515" y="3768"/>
                </a:lnTo>
                <a:lnTo>
                  <a:pt x="12515" y="3767"/>
                </a:lnTo>
                <a:lnTo>
                  <a:pt x="12514" y="3767"/>
                </a:lnTo>
                <a:lnTo>
                  <a:pt x="12513" y="3767"/>
                </a:lnTo>
                <a:lnTo>
                  <a:pt x="12513" y="3766"/>
                </a:lnTo>
                <a:lnTo>
                  <a:pt x="12512" y="3766"/>
                </a:lnTo>
                <a:lnTo>
                  <a:pt x="12511" y="3766"/>
                </a:lnTo>
                <a:lnTo>
                  <a:pt x="12511" y="3765"/>
                </a:lnTo>
                <a:lnTo>
                  <a:pt x="12510" y="3765"/>
                </a:lnTo>
                <a:lnTo>
                  <a:pt x="12509" y="3764"/>
                </a:lnTo>
                <a:lnTo>
                  <a:pt x="12508" y="3764"/>
                </a:lnTo>
                <a:lnTo>
                  <a:pt x="12507" y="3763"/>
                </a:lnTo>
                <a:lnTo>
                  <a:pt x="12506" y="3763"/>
                </a:lnTo>
                <a:lnTo>
                  <a:pt x="12505" y="3763"/>
                </a:lnTo>
                <a:lnTo>
                  <a:pt x="12505" y="3762"/>
                </a:lnTo>
                <a:lnTo>
                  <a:pt x="12504" y="3762"/>
                </a:lnTo>
                <a:lnTo>
                  <a:pt x="12503" y="3761"/>
                </a:lnTo>
                <a:lnTo>
                  <a:pt x="12502" y="3761"/>
                </a:lnTo>
                <a:lnTo>
                  <a:pt x="12501" y="3760"/>
                </a:lnTo>
                <a:lnTo>
                  <a:pt x="12500" y="3760"/>
                </a:lnTo>
                <a:lnTo>
                  <a:pt x="12500" y="3759"/>
                </a:lnTo>
                <a:lnTo>
                  <a:pt x="12499" y="3759"/>
                </a:lnTo>
                <a:lnTo>
                  <a:pt x="12498" y="3759"/>
                </a:lnTo>
                <a:lnTo>
                  <a:pt x="12497" y="3758"/>
                </a:lnTo>
                <a:lnTo>
                  <a:pt x="12496" y="3758"/>
                </a:lnTo>
                <a:lnTo>
                  <a:pt x="12495" y="3757"/>
                </a:lnTo>
                <a:lnTo>
                  <a:pt x="12494" y="3757"/>
                </a:lnTo>
                <a:lnTo>
                  <a:pt x="12494" y="3756"/>
                </a:lnTo>
                <a:lnTo>
                  <a:pt x="12493" y="3756"/>
                </a:lnTo>
                <a:lnTo>
                  <a:pt x="12492" y="3755"/>
                </a:lnTo>
                <a:lnTo>
                  <a:pt x="12491" y="3755"/>
                </a:lnTo>
                <a:lnTo>
                  <a:pt x="12490" y="3755"/>
                </a:lnTo>
                <a:lnTo>
                  <a:pt x="12490" y="3754"/>
                </a:lnTo>
                <a:lnTo>
                  <a:pt x="12489" y="3754"/>
                </a:lnTo>
                <a:lnTo>
                  <a:pt x="12488" y="3754"/>
                </a:lnTo>
                <a:lnTo>
                  <a:pt x="12488" y="3753"/>
                </a:lnTo>
                <a:lnTo>
                  <a:pt x="12487" y="3753"/>
                </a:lnTo>
                <a:lnTo>
                  <a:pt x="12486" y="3752"/>
                </a:lnTo>
                <a:lnTo>
                  <a:pt x="12485" y="3752"/>
                </a:lnTo>
                <a:lnTo>
                  <a:pt x="12484" y="3751"/>
                </a:lnTo>
                <a:lnTo>
                  <a:pt x="12483" y="3751"/>
                </a:lnTo>
                <a:lnTo>
                  <a:pt x="12482" y="3750"/>
                </a:lnTo>
                <a:lnTo>
                  <a:pt x="12481" y="3750"/>
                </a:lnTo>
                <a:lnTo>
                  <a:pt x="12480" y="3749"/>
                </a:lnTo>
                <a:lnTo>
                  <a:pt x="12479" y="3749"/>
                </a:lnTo>
                <a:lnTo>
                  <a:pt x="12478" y="3748"/>
                </a:lnTo>
                <a:lnTo>
                  <a:pt x="12477" y="3748"/>
                </a:lnTo>
                <a:lnTo>
                  <a:pt x="12477" y="3747"/>
                </a:lnTo>
                <a:lnTo>
                  <a:pt x="12476" y="3747"/>
                </a:lnTo>
                <a:lnTo>
                  <a:pt x="12475" y="3747"/>
                </a:lnTo>
                <a:lnTo>
                  <a:pt x="12474" y="3746"/>
                </a:lnTo>
                <a:lnTo>
                  <a:pt x="12473" y="3746"/>
                </a:lnTo>
                <a:lnTo>
                  <a:pt x="12473" y="3745"/>
                </a:lnTo>
                <a:lnTo>
                  <a:pt x="12472" y="3745"/>
                </a:lnTo>
                <a:lnTo>
                  <a:pt x="12471" y="3745"/>
                </a:lnTo>
                <a:lnTo>
                  <a:pt x="12471" y="3744"/>
                </a:lnTo>
                <a:lnTo>
                  <a:pt x="12470" y="3744"/>
                </a:lnTo>
                <a:lnTo>
                  <a:pt x="12469" y="3743"/>
                </a:lnTo>
                <a:lnTo>
                  <a:pt x="12468" y="3743"/>
                </a:lnTo>
                <a:lnTo>
                  <a:pt x="12467" y="3743"/>
                </a:lnTo>
                <a:lnTo>
                  <a:pt x="12467" y="3742"/>
                </a:lnTo>
                <a:lnTo>
                  <a:pt x="12466" y="3742"/>
                </a:lnTo>
                <a:lnTo>
                  <a:pt x="12465" y="3742"/>
                </a:lnTo>
                <a:lnTo>
                  <a:pt x="12465" y="3741"/>
                </a:lnTo>
                <a:lnTo>
                  <a:pt x="12464" y="3741"/>
                </a:lnTo>
                <a:lnTo>
                  <a:pt x="12463" y="3740"/>
                </a:lnTo>
                <a:lnTo>
                  <a:pt x="12462" y="3740"/>
                </a:lnTo>
                <a:lnTo>
                  <a:pt x="12461" y="3739"/>
                </a:lnTo>
                <a:lnTo>
                  <a:pt x="12460" y="3739"/>
                </a:lnTo>
                <a:lnTo>
                  <a:pt x="12459" y="3738"/>
                </a:lnTo>
                <a:lnTo>
                  <a:pt x="12458" y="3738"/>
                </a:lnTo>
                <a:lnTo>
                  <a:pt x="12457" y="3737"/>
                </a:lnTo>
                <a:lnTo>
                  <a:pt x="12456" y="3737"/>
                </a:lnTo>
                <a:lnTo>
                  <a:pt x="12456" y="3736"/>
                </a:lnTo>
                <a:lnTo>
                  <a:pt x="12455" y="3736"/>
                </a:lnTo>
                <a:lnTo>
                  <a:pt x="12454" y="3736"/>
                </a:lnTo>
                <a:lnTo>
                  <a:pt x="12454" y="3735"/>
                </a:lnTo>
                <a:lnTo>
                  <a:pt x="12453" y="3735"/>
                </a:lnTo>
                <a:lnTo>
                  <a:pt x="12452" y="3735"/>
                </a:lnTo>
                <a:lnTo>
                  <a:pt x="12451" y="3734"/>
                </a:lnTo>
                <a:lnTo>
                  <a:pt x="12450" y="3734"/>
                </a:lnTo>
                <a:lnTo>
                  <a:pt x="12450" y="3733"/>
                </a:lnTo>
                <a:lnTo>
                  <a:pt x="12449" y="3733"/>
                </a:lnTo>
                <a:lnTo>
                  <a:pt x="12448" y="3733"/>
                </a:lnTo>
                <a:lnTo>
                  <a:pt x="12448" y="3732"/>
                </a:lnTo>
                <a:lnTo>
                  <a:pt x="12447" y="3732"/>
                </a:lnTo>
                <a:lnTo>
                  <a:pt x="12446" y="3731"/>
                </a:lnTo>
                <a:lnTo>
                  <a:pt x="12445" y="3731"/>
                </a:lnTo>
                <a:lnTo>
                  <a:pt x="12444" y="3731"/>
                </a:lnTo>
                <a:lnTo>
                  <a:pt x="12444" y="3730"/>
                </a:lnTo>
                <a:lnTo>
                  <a:pt x="12443" y="3730"/>
                </a:lnTo>
                <a:lnTo>
                  <a:pt x="12442" y="3729"/>
                </a:lnTo>
                <a:lnTo>
                  <a:pt x="12441" y="3729"/>
                </a:lnTo>
                <a:lnTo>
                  <a:pt x="12440" y="3728"/>
                </a:lnTo>
                <a:lnTo>
                  <a:pt x="12439" y="3728"/>
                </a:lnTo>
                <a:lnTo>
                  <a:pt x="12438" y="3727"/>
                </a:lnTo>
                <a:lnTo>
                  <a:pt x="12437" y="3727"/>
                </a:lnTo>
                <a:lnTo>
                  <a:pt x="12436" y="3726"/>
                </a:lnTo>
                <a:lnTo>
                  <a:pt x="12435" y="3726"/>
                </a:lnTo>
                <a:lnTo>
                  <a:pt x="12434" y="3725"/>
                </a:lnTo>
                <a:lnTo>
                  <a:pt x="12433" y="3725"/>
                </a:lnTo>
                <a:lnTo>
                  <a:pt x="12433" y="3724"/>
                </a:lnTo>
                <a:lnTo>
                  <a:pt x="12432" y="3724"/>
                </a:lnTo>
                <a:lnTo>
                  <a:pt x="12431" y="3724"/>
                </a:lnTo>
                <a:lnTo>
                  <a:pt x="12431" y="3723"/>
                </a:lnTo>
                <a:lnTo>
                  <a:pt x="12430" y="3723"/>
                </a:lnTo>
                <a:lnTo>
                  <a:pt x="12429" y="3723"/>
                </a:lnTo>
                <a:lnTo>
                  <a:pt x="12428" y="3722"/>
                </a:lnTo>
                <a:lnTo>
                  <a:pt x="12427" y="3722"/>
                </a:lnTo>
                <a:lnTo>
                  <a:pt x="12427" y="3721"/>
                </a:lnTo>
                <a:lnTo>
                  <a:pt x="12426" y="3721"/>
                </a:lnTo>
                <a:lnTo>
                  <a:pt x="12425" y="3720"/>
                </a:lnTo>
                <a:lnTo>
                  <a:pt x="12424" y="3720"/>
                </a:lnTo>
                <a:lnTo>
                  <a:pt x="12423" y="3719"/>
                </a:lnTo>
                <a:lnTo>
                  <a:pt x="12422" y="3719"/>
                </a:lnTo>
                <a:lnTo>
                  <a:pt x="12421" y="3719"/>
                </a:lnTo>
                <a:lnTo>
                  <a:pt x="12421" y="3718"/>
                </a:lnTo>
                <a:lnTo>
                  <a:pt x="12420" y="3718"/>
                </a:lnTo>
                <a:lnTo>
                  <a:pt x="12419" y="3717"/>
                </a:lnTo>
                <a:lnTo>
                  <a:pt x="12418" y="3717"/>
                </a:lnTo>
                <a:lnTo>
                  <a:pt x="12417" y="3716"/>
                </a:lnTo>
                <a:lnTo>
                  <a:pt x="12416" y="3716"/>
                </a:lnTo>
                <a:lnTo>
                  <a:pt x="12416" y="3715"/>
                </a:lnTo>
                <a:lnTo>
                  <a:pt x="12415" y="3715"/>
                </a:lnTo>
                <a:lnTo>
                  <a:pt x="12414" y="3715"/>
                </a:lnTo>
                <a:lnTo>
                  <a:pt x="12413" y="3714"/>
                </a:lnTo>
                <a:lnTo>
                  <a:pt x="12412" y="3714"/>
                </a:lnTo>
                <a:lnTo>
                  <a:pt x="12411" y="3713"/>
                </a:lnTo>
                <a:lnTo>
                  <a:pt x="12410" y="3713"/>
                </a:lnTo>
                <a:lnTo>
                  <a:pt x="12410" y="3712"/>
                </a:lnTo>
                <a:lnTo>
                  <a:pt x="12409" y="3712"/>
                </a:lnTo>
                <a:lnTo>
                  <a:pt x="12408" y="3712"/>
                </a:lnTo>
                <a:lnTo>
                  <a:pt x="12408" y="3711"/>
                </a:lnTo>
                <a:lnTo>
                  <a:pt x="12407" y="3711"/>
                </a:lnTo>
                <a:lnTo>
                  <a:pt x="12406" y="3711"/>
                </a:lnTo>
                <a:lnTo>
                  <a:pt x="12406" y="3710"/>
                </a:lnTo>
                <a:lnTo>
                  <a:pt x="12405" y="3710"/>
                </a:lnTo>
                <a:lnTo>
                  <a:pt x="12404" y="3710"/>
                </a:lnTo>
                <a:lnTo>
                  <a:pt x="12404" y="3709"/>
                </a:lnTo>
                <a:lnTo>
                  <a:pt x="12403" y="3709"/>
                </a:lnTo>
                <a:lnTo>
                  <a:pt x="12402" y="3708"/>
                </a:lnTo>
                <a:lnTo>
                  <a:pt x="12401" y="3708"/>
                </a:lnTo>
                <a:lnTo>
                  <a:pt x="12400" y="3707"/>
                </a:lnTo>
                <a:lnTo>
                  <a:pt x="12399" y="3707"/>
                </a:lnTo>
                <a:lnTo>
                  <a:pt x="12398" y="3707"/>
                </a:lnTo>
                <a:lnTo>
                  <a:pt x="12398" y="3706"/>
                </a:lnTo>
                <a:lnTo>
                  <a:pt x="12397" y="3706"/>
                </a:lnTo>
                <a:lnTo>
                  <a:pt x="12396" y="3705"/>
                </a:lnTo>
                <a:lnTo>
                  <a:pt x="12395" y="3705"/>
                </a:lnTo>
                <a:lnTo>
                  <a:pt x="12394" y="3704"/>
                </a:lnTo>
                <a:lnTo>
                  <a:pt x="12393" y="3704"/>
                </a:lnTo>
                <a:lnTo>
                  <a:pt x="12393" y="3703"/>
                </a:lnTo>
                <a:lnTo>
                  <a:pt x="12392" y="3703"/>
                </a:lnTo>
                <a:lnTo>
                  <a:pt x="12391" y="3703"/>
                </a:lnTo>
                <a:lnTo>
                  <a:pt x="12390" y="3702"/>
                </a:lnTo>
                <a:lnTo>
                  <a:pt x="12389" y="3702"/>
                </a:lnTo>
                <a:lnTo>
                  <a:pt x="12389" y="3701"/>
                </a:lnTo>
                <a:lnTo>
                  <a:pt x="12388" y="3701"/>
                </a:lnTo>
                <a:lnTo>
                  <a:pt x="12387" y="3701"/>
                </a:lnTo>
                <a:lnTo>
                  <a:pt x="12387" y="3700"/>
                </a:lnTo>
                <a:lnTo>
                  <a:pt x="12386" y="3700"/>
                </a:lnTo>
                <a:lnTo>
                  <a:pt x="12385" y="3699"/>
                </a:lnTo>
                <a:lnTo>
                  <a:pt x="12384" y="3699"/>
                </a:lnTo>
                <a:lnTo>
                  <a:pt x="12383" y="3699"/>
                </a:lnTo>
                <a:lnTo>
                  <a:pt x="12383" y="3698"/>
                </a:lnTo>
                <a:lnTo>
                  <a:pt x="12382" y="3698"/>
                </a:lnTo>
                <a:lnTo>
                  <a:pt x="12381" y="3698"/>
                </a:lnTo>
                <a:lnTo>
                  <a:pt x="12381" y="3697"/>
                </a:lnTo>
                <a:lnTo>
                  <a:pt x="12380" y="3697"/>
                </a:lnTo>
                <a:lnTo>
                  <a:pt x="12379" y="3696"/>
                </a:lnTo>
                <a:lnTo>
                  <a:pt x="12378" y="3696"/>
                </a:lnTo>
                <a:lnTo>
                  <a:pt x="12377" y="3695"/>
                </a:lnTo>
                <a:lnTo>
                  <a:pt x="12376" y="3695"/>
                </a:lnTo>
                <a:lnTo>
                  <a:pt x="12375" y="3694"/>
                </a:lnTo>
                <a:lnTo>
                  <a:pt x="12374" y="3694"/>
                </a:lnTo>
                <a:lnTo>
                  <a:pt x="12373" y="3693"/>
                </a:lnTo>
                <a:lnTo>
                  <a:pt x="12372" y="3693"/>
                </a:lnTo>
                <a:lnTo>
                  <a:pt x="12371" y="3692"/>
                </a:lnTo>
                <a:lnTo>
                  <a:pt x="12370" y="3692"/>
                </a:lnTo>
                <a:lnTo>
                  <a:pt x="12370" y="3691"/>
                </a:lnTo>
                <a:lnTo>
                  <a:pt x="12369" y="3691"/>
                </a:lnTo>
                <a:lnTo>
                  <a:pt x="12368" y="3691"/>
                </a:lnTo>
                <a:lnTo>
                  <a:pt x="12367" y="3690"/>
                </a:lnTo>
                <a:lnTo>
                  <a:pt x="12366" y="3690"/>
                </a:lnTo>
                <a:lnTo>
                  <a:pt x="12366" y="3689"/>
                </a:lnTo>
                <a:lnTo>
                  <a:pt x="12365" y="3689"/>
                </a:lnTo>
                <a:lnTo>
                  <a:pt x="12364" y="3689"/>
                </a:lnTo>
                <a:lnTo>
                  <a:pt x="12364" y="3688"/>
                </a:lnTo>
                <a:lnTo>
                  <a:pt x="12363" y="3688"/>
                </a:lnTo>
                <a:lnTo>
                  <a:pt x="12362" y="3687"/>
                </a:lnTo>
                <a:lnTo>
                  <a:pt x="12361" y="3687"/>
                </a:lnTo>
                <a:lnTo>
                  <a:pt x="12360" y="3687"/>
                </a:lnTo>
                <a:lnTo>
                  <a:pt x="12360" y="3686"/>
                </a:lnTo>
                <a:lnTo>
                  <a:pt x="12359" y="3686"/>
                </a:lnTo>
                <a:lnTo>
                  <a:pt x="12358" y="3685"/>
                </a:lnTo>
                <a:lnTo>
                  <a:pt x="12357" y="3685"/>
                </a:lnTo>
                <a:lnTo>
                  <a:pt x="12356" y="3684"/>
                </a:lnTo>
                <a:lnTo>
                  <a:pt x="12355" y="3684"/>
                </a:lnTo>
                <a:lnTo>
                  <a:pt x="12354" y="3683"/>
                </a:lnTo>
                <a:lnTo>
                  <a:pt x="12353" y="3683"/>
                </a:lnTo>
                <a:lnTo>
                  <a:pt x="12352" y="3682"/>
                </a:lnTo>
                <a:lnTo>
                  <a:pt x="12351" y="3682"/>
                </a:lnTo>
                <a:lnTo>
                  <a:pt x="12350" y="3681"/>
                </a:lnTo>
                <a:lnTo>
                  <a:pt x="12349" y="3681"/>
                </a:lnTo>
                <a:lnTo>
                  <a:pt x="12349" y="3680"/>
                </a:lnTo>
                <a:lnTo>
                  <a:pt x="12348" y="3680"/>
                </a:lnTo>
                <a:lnTo>
                  <a:pt x="12347" y="3680"/>
                </a:lnTo>
                <a:lnTo>
                  <a:pt x="12347" y="3679"/>
                </a:lnTo>
                <a:lnTo>
                  <a:pt x="12346" y="3679"/>
                </a:lnTo>
                <a:lnTo>
                  <a:pt x="12345" y="3679"/>
                </a:lnTo>
                <a:lnTo>
                  <a:pt x="12344" y="3678"/>
                </a:lnTo>
                <a:lnTo>
                  <a:pt x="12343" y="3678"/>
                </a:lnTo>
                <a:lnTo>
                  <a:pt x="12343" y="3677"/>
                </a:lnTo>
                <a:lnTo>
                  <a:pt x="12342" y="3677"/>
                </a:lnTo>
                <a:lnTo>
                  <a:pt x="12341" y="3677"/>
                </a:lnTo>
                <a:lnTo>
                  <a:pt x="12341" y="3676"/>
                </a:lnTo>
                <a:lnTo>
                  <a:pt x="12340" y="3676"/>
                </a:lnTo>
                <a:lnTo>
                  <a:pt x="12339" y="3675"/>
                </a:lnTo>
                <a:lnTo>
                  <a:pt x="12338" y="3675"/>
                </a:lnTo>
                <a:lnTo>
                  <a:pt x="12337" y="3675"/>
                </a:lnTo>
                <a:lnTo>
                  <a:pt x="12337" y="3674"/>
                </a:lnTo>
                <a:lnTo>
                  <a:pt x="12336" y="3674"/>
                </a:lnTo>
                <a:lnTo>
                  <a:pt x="12335" y="3673"/>
                </a:lnTo>
                <a:lnTo>
                  <a:pt x="12334" y="3673"/>
                </a:lnTo>
                <a:lnTo>
                  <a:pt x="12333" y="3672"/>
                </a:lnTo>
                <a:lnTo>
                  <a:pt x="12332" y="3672"/>
                </a:lnTo>
                <a:lnTo>
                  <a:pt x="12332" y="3671"/>
                </a:lnTo>
                <a:lnTo>
                  <a:pt x="12331" y="3671"/>
                </a:lnTo>
                <a:lnTo>
                  <a:pt x="12330" y="3671"/>
                </a:lnTo>
                <a:lnTo>
                  <a:pt x="12329" y="3670"/>
                </a:lnTo>
                <a:lnTo>
                  <a:pt x="12328" y="3670"/>
                </a:lnTo>
                <a:lnTo>
                  <a:pt x="12327" y="3669"/>
                </a:lnTo>
                <a:lnTo>
                  <a:pt x="12326" y="3669"/>
                </a:lnTo>
                <a:lnTo>
                  <a:pt x="12326" y="3668"/>
                </a:lnTo>
                <a:lnTo>
                  <a:pt x="12325" y="3668"/>
                </a:lnTo>
                <a:lnTo>
                  <a:pt x="12324" y="3668"/>
                </a:lnTo>
                <a:lnTo>
                  <a:pt x="12324" y="3667"/>
                </a:lnTo>
                <a:lnTo>
                  <a:pt x="12323" y="3667"/>
                </a:lnTo>
                <a:lnTo>
                  <a:pt x="12322" y="3667"/>
                </a:lnTo>
                <a:lnTo>
                  <a:pt x="12322" y="3666"/>
                </a:lnTo>
                <a:lnTo>
                  <a:pt x="12321" y="3666"/>
                </a:lnTo>
                <a:lnTo>
                  <a:pt x="12320" y="3666"/>
                </a:lnTo>
                <a:lnTo>
                  <a:pt x="12320" y="3665"/>
                </a:lnTo>
                <a:lnTo>
                  <a:pt x="12319" y="3665"/>
                </a:lnTo>
                <a:lnTo>
                  <a:pt x="12318" y="3664"/>
                </a:lnTo>
                <a:lnTo>
                  <a:pt x="12317" y="3664"/>
                </a:lnTo>
                <a:lnTo>
                  <a:pt x="12316" y="3663"/>
                </a:lnTo>
                <a:lnTo>
                  <a:pt x="12315" y="3663"/>
                </a:lnTo>
                <a:lnTo>
                  <a:pt x="12314" y="3663"/>
                </a:lnTo>
                <a:lnTo>
                  <a:pt x="12314" y="3662"/>
                </a:lnTo>
                <a:lnTo>
                  <a:pt x="12313" y="3662"/>
                </a:lnTo>
                <a:lnTo>
                  <a:pt x="12312" y="3661"/>
                </a:lnTo>
                <a:lnTo>
                  <a:pt x="12311" y="3661"/>
                </a:lnTo>
                <a:lnTo>
                  <a:pt x="12310" y="3660"/>
                </a:lnTo>
                <a:lnTo>
                  <a:pt x="12309" y="3660"/>
                </a:lnTo>
                <a:lnTo>
                  <a:pt x="12309" y="3659"/>
                </a:lnTo>
                <a:lnTo>
                  <a:pt x="12308" y="3659"/>
                </a:lnTo>
                <a:lnTo>
                  <a:pt x="12307" y="3659"/>
                </a:lnTo>
                <a:lnTo>
                  <a:pt x="12306" y="3658"/>
                </a:lnTo>
                <a:lnTo>
                  <a:pt x="12305" y="3658"/>
                </a:lnTo>
                <a:lnTo>
                  <a:pt x="12304" y="3657"/>
                </a:lnTo>
                <a:lnTo>
                  <a:pt x="12303" y="3657"/>
                </a:lnTo>
                <a:lnTo>
                  <a:pt x="12303" y="3656"/>
                </a:lnTo>
                <a:lnTo>
                  <a:pt x="12302" y="3656"/>
                </a:lnTo>
                <a:lnTo>
                  <a:pt x="12301" y="3655"/>
                </a:lnTo>
                <a:lnTo>
                  <a:pt x="12300" y="3655"/>
                </a:lnTo>
                <a:lnTo>
                  <a:pt x="12299" y="3655"/>
                </a:lnTo>
                <a:lnTo>
                  <a:pt x="12299" y="3654"/>
                </a:lnTo>
                <a:lnTo>
                  <a:pt x="12298" y="3654"/>
                </a:lnTo>
                <a:lnTo>
                  <a:pt x="12297" y="3654"/>
                </a:lnTo>
                <a:lnTo>
                  <a:pt x="12297" y="3653"/>
                </a:lnTo>
                <a:lnTo>
                  <a:pt x="12296" y="3653"/>
                </a:lnTo>
                <a:lnTo>
                  <a:pt x="12295" y="3652"/>
                </a:lnTo>
                <a:lnTo>
                  <a:pt x="12294" y="3652"/>
                </a:lnTo>
                <a:lnTo>
                  <a:pt x="12293" y="3651"/>
                </a:lnTo>
                <a:lnTo>
                  <a:pt x="12292" y="3651"/>
                </a:lnTo>
                <a:lnTo>
                  <a:pt x="12291" y="3650"/>
                </a:lnTo>
                <a:lnTo>
                  <a:pt x="12290" y="3650"/>
                </a:lnTo>
                <a:lnTo>
                  <a:pt x="12289" y="3649"/>
                </a:lnTo>
                <a:lnTo>
                  <a:pt x="12288" y="3649"/>
                </a:lnTo>
                <a:lnTo>
                  <a:pt x="12287" y="3648"/>
                </a:lnTo>
                <a:lnTo>
                  <a:pt x="12286" y="3648"/>
                </a:lnTo>
                <a:lnTo>
                  <a:pt x="12286" y="3647"/>
                </a:lnTo>
                <a:lnTo>
                  <a:pt x="12285" y="3647"/>
                </a:lnTo>
                <a:lnTo>
                  <a:pt x="12284" y="3647"/>
                </a:lnTo>
                <a:lnTo>
                  <a:pt x="12283" y="3646"/>
                </a:lnTo>
                <a:lnTo>
                  <a:pt x="12282" y="3646"/>
                </a:lnTo>
                <a:lnTo>
                  <a:pt x="12282" y="3645"/>
                </a:lnTo>
                <a:lnTo>
                  <a:pt x="12281" y="3645"/>
                </a:lnTo>
                <a:lnTo>
                  <a:pt x="12280" y="3645"/>
                </a:lnTo>
                <a:lnTo>
                  <a:pt x="12280" y="3644"/>
                </a:lnTo>
                <a:lnTo>
                  <a:pt x="12279" y="3644"/>
                </a:lnTo>
                <a:lnTo>
                  <a:pt x="12278" y="3643"/>
                </a:lnTo>
                <a:lnTo>
                  <a:pt x="12277" y="3643"/>
                </a:lnTo>
                <a:lnTo>
                  <a:pt x="12276" y="3643"/>
                </a:lnTo>
                <a:lnTo>
                  <a:pt x="12276" y="3642"/>
                </a:lnTo>
                <a:lnTo>
                  <a:pt x="12275" y="3642"/>
                </a:lnTo>
                <a:lnTo>
                  <a:pt x="12274" y="3642"/>
                </a:lnTo>
                <a:lnTo>
                  <a:pt x="12274" y="3641"/>
                </a:lnTo>
                <a:lnTo>
                  <a:pt x="12273" y="3641"/>
                </a:lnTo>
                <a:lnTo>
                  <a:pt x="12272" y="3640"/>
                </a:lnTo>
                <a:lnTo>
                  <a:pt x="12271" y="3640"/>
                </a:lnTo>
                <a:lnTo>
                  <a:pt x="12270" y="3639"/>
                </a:lnTo>
                <a:lnTo>
                  <a:pt x="12269" y="3639"/>
                </a:lnTo>
                <a:lnTo>
                  <a:pt x="12268" y="3638"/>
                </a:lnTo>
                <a:lnTo>
                  <a:pt x="12267" y="3638"/>
                </a:lnTo>
                <a:lnTo>
                  <a:pt x="12266" y="3637"/>
                </a:lnTo>
                <a:lnTo>
                  <a:pt x="12265" y="3637"/>
                </a:lnTo>
                <a:lnTo>
                  <a:pt x="12265" y="3636"/>
                </a:lnTo>
                <a:lnTo>
                  <a:pt x="12264" y="3636"/>
                </a:lnTo>
                <a:lnTo>
                  <a:pt x="12263" y="3636"/>
                </a:lnTo>
                <a:lnTo>
                  <a:pt x="12263" y="3635"/>
                </a:lnTo>
                <a:lnTo>
                  <a:pt x="12262" y="3635"/>
                </a:lnTo>
                <a:lnTo>
                  <a:pt x="12261" y="3635"/>
                </a:lnTo>
                <a:lnTo>
                  <a:pt x="12260" y="3634"/>
                </a:lnTo>
                <a:lnTo>
                  <a:pt x="12259" y="3634"/>
                </a:lnTo>
                <a:lnTo>
                  <a:pt x="12259" y="3633"/>
                </a:lnTo>
                <a:lnTo>
                  <a:pt x="12258" y="3633"/>
                </a:lnTo>
                <a:lnTo>
                  <a:pt x="12257" y="3633"/>
                </a:lnTo>
                <a:lnTo>
                  <a:pt x="12257" y="3632"/>
                </a:lnTo>
                <a:lnTo>
                  <a:pt x="12256" y="3632"/>
                </a:lnTo>
                <a:lnTo>
                  <a:pt x="12255" y="3631"/>
                </a:lnTo>
                <a:lnTo>
                  <a:pt x="12254" y="3631"/>
                </a:lnTo>
                <a:lnTo>
                  <a:pt x="12253" y="3631"/>
                </a:lnTo>
                <a:lnTo>
                  <a:pt x="12253" y="3630"/>
                </a:lnTo>
                <a:lnTo>
                  <a:pt x="12252" y="3630"/>
                </a:lnTo>
                <a:lnTo>
                  <a:pt x="12251" y="3629"/>
                </a:lnTo>
                <a:lnTo>
                  <a:pt x="12250" y="3629"/>
                </a:lnTo>
                <a:lnTo>
                  <a:pt x="12249" y="3628"/>
                </a:lnTo>
                <a:lnTo>
                  <a:pt x="12248" y="3628"/>
                </a:lnTo>
                <a:lnTo>
                  <a:pt x="12247" y="3627"/>
                </a:lnTo>
                <a:lnTo>
                  <a:pt x="12246" y="3627"/>
                </a:lnTo>
                <a:lnTo>
                  <a:pt x="12245" y="3626"/>
                </a:lnTo>
                <a:lnTo>
                  <a:pt x="12244" y="3626"/>
                </a:lnTo>
                <a:lnTo>
                  <a:pt x="12243" y="3625"/>
                </a:lnTo>
                <a:lnTo>
                  <a:pt x="12242" y="3625"/>
                </a:lnTo>
                <a:lnTo>
                  <a:pt x="12242" y="3624"/>
                </a:lnTo>
                <a:lnTo>
                  <a:pt x="12241" y="3624"/>
                </a:lnTo>
                <a:lnTo>
                  <a:pt x="12240" y="3624"/>
                </a:lnTo>
                <a:lnTo>
                  <a:pt x="12240" y="3623"/>
                </a:lnTo>
                <a:lnTo>
                  <a:pt x="12239" y="3623"/>
                </a:lnTo>
                <a:lnTo>
                  <a:pt x="12238" y="3623"/>
                </a:lnTo>
                <a:lnTo>
                  <a:pt x="12237" y="3622"/>
                </a:lnTo>
                <a:lnTo>
                  <a:pt x="12236" y="3622"/>
                </a:lnTo>
                <a:lnTo>
                  <a:pt x="12236" y="3621"/>
                </a:lnTo>
                <a:lnTo>
                  <a:pt x="12235" y="3621"/>
                </a:lnTo>
                <a:lnTo>
                  <a:pt x="12234" y="3620"/>
                </a:lnTo>
                <a:lnTo>
                  <a:pt x="12233" y="3620"/>
                </a:lnTo>
                <a:lnTo>
                  <a:pt x="12232" y="3619"/>
                </a:lnTo>
                <a:lnTo>
                  <a:pt x="12231" y="3619"/>
                </a:lnTo>
                <a:lnTo>
                  <a:pt x="12230" y="3619"/>
                </a:lnTo>
                <a:lnTo>
                  <a:pt x="12230" y="3618"/>
                </a:lnTo>
                <a:lnTo>
                  <a:pt x="12229" y="3618"/>
                </a:lnTo>
                <a:lnTo>
                  <a:pt x="12228" y="3617"/>
                </a:lnTo>
                <a:lnTo>
                  <a:pt x="12227" y="3617"/>
                </a:lnTo>
                <a:lnTo>
                  <a:pt x="12226" y="3616"/>
                </a:lnTo>
                <a:lnTo>
                  <a:pt x="12225" y="3616"/>
                </a:lnTo>
                <a:lnTo>
                  <a:pt x="12225" y="3615"/>
                </a:lnTo>
                <a:lnTo>
                  <a:pt x="12224" y="3615"/>
                </a:lnTo>
                <a:lnTo>
                  <a:pt x="12223" y="3615"/>
                </a:lnTo>
                <a:lnTo>
                  <a:pt x="12222" y="3614"/>
                </a:lnTo>
                <a:lnTo>
                  <a:pt x="12221" y="3614"/>
                </a:lnTo>
                <a:lnTo>
                  <a:pt x="12220" y="3613"/>
                </a:lnTo>
                <a:lnTo>
                  <a:pt x="12219" y="3613"/>
                </a:lnTo>
                <a:lnTo>
                  <a:pt x="12219" y="3612"/>
                </a:lnTo>
                <a:lnTo>
                  <a:pt x="12218" y="3612"/>
                </a:lnTo>
                <a:lnTo>
                  <a:pt x="12217" y="3612"/>
                </a:lnTo>
                <a:lnTo>
                  <a:pt x="12217" y="3611"/>
                </a:lnTo>
                <a:lnTo>
                  <a:pt x="12216" y="3611"/>
                </a:lnTo>
                <a:lnTo>
                  <a:pt x="12215" y="3611"/>
                </a:lnTo>
                <a:lnTo>
                  <a:pt x="12215" y="3610"/>
                </a:lnTo>
                <a:lnTo>
                  <a:pt x="12214" y="3610"/>
                </a:lnTo>
                <a:lnTo>
                  <a:pt x="12213" y="3610"/>
                </a:lnTo>
                <a:lnTo>
                  <a:pt x="12213" y="3609"/>
                </a:lnTo>
                <a:lnTo>
                  <a:pt x="12212" y="3609"/>
                </a:lnTo>
                <a:lnTo>
                  <a:pt x="12211" y="3608"/>
                </a:lnTo>
                <a:lnTo>
                  <a:pt x="12210" y="3608"/>
                </a:lnTo>
                <a:lnTo>
                  <a:pt x="12209" y="3607"/>
                </a:lnTo>
                <a:lnTo>
                  <a:pt x="12208" y="3607"/>
                </a:lnTo>
                <a:lnTo>
                  <a:pt x="12207" y="3607"/>
                </a:lnTo>
                <a:lnTo>
                  <a:pt x="12207" y="3606"/>
                </a:lnTo>
                <a:lnTo>
                  <a:pt x="12206" y="3606"/>
                </a:lnTo>
                <a:lnTo>
                  <a:pt x="12205" y="3605"/>
                </a:lnTo>
                <a:lnTo>
                  <a:pt x="12204" y="3605"/>
                </a:lnTo>
                <a:lnTo>
                  <a:pt x="12203" y="3604"/>
                </a:lnTo>
                <a:lnTo>
                  <a:pt x="12202" y="3604"/>
                </a:lnTo>
                <a:lnTo>
                  <a:pt x="12202" y="3603"/>
                </a:lnTo>
                <a:lnTo>
                  <a:pt x="12201" y="3603"/>
                </a:lnTo>
                <a:lnTo>
                  <a:pt x="12200" y="3603"/>
                </a:lnTo>
                <a:lnTo>
                  <a:pt x="12200" y="3602"/>
                </a:lnTo>
                <a:lnTo>
                  <a:pt x="12199" y="3602"/>
                </a:lnTo>
                <a:lnTo>
                  <a:pt x="12198" y="3602"/>
                </a:lnTo>
                <a:lnTo>
                  <a:pt x="12198" y="3601"/>
                </a:lnTo>
                <a:lnTo>
                  <a:pt x="12197" y="3601"/>
                </a:lnTo>
                <a:lnTo>
                  <a:pt x="12196" y="3601"/>
                </a:lnTo>
                <a:lnTo>
                  <a:pt x="12196" y="3600"/>
                </a:lnTo>
                <a:lnTo>
                  <a:pt x="12195" y="3600"/>
                </a:lnTo>
                <a:lnTo>
                  <a:pt x="12194" y="3599"/>
                </a:lnTo>
                <a:lnTo>
                  <a:pt x="12193" y="3599"/>
                </a:lnTo>
                <a:lnTo>
                  <a:pt x="12192" y="3598"/>
                </a:lnTo>
                <a:lnTo>
                  <a:pt x="12191" y="3598"/>
                </a:lnTo>
                <a:lnTo>
                  <a:pt x="12190" y="3598"/>
                </a:lnTo>
                <a:lnTo>
                  <a:pt x="12190" y="3597"/>
                </a:lnTo>
                <a:lnTo>
                  <a:pt x="12189" y="3597"/>
                </a:lnTo>
                <a:lnTo>
                  <a:pt x="12188" y="3596"/>
                </a:lnTo>
                <a:lnTo>
                  <a:pt x="12187" y="3596"/>
                </a:lnTo>
                <a:lnTo>
                  <a:pt x="12186" y="3595"/>
                </a:lnTo>
                <a:lnTo>
                  <a:pt x="12185" y="3595"/>
                </a:lnTo>
                <a:lnTo>
                  <a:pt x="12185" y="3594"/>
                </a:lnTo>
                <a:lnTo>
                  <a:pt x="12184" y="3594"/>
                </a:lnTo>
                <a:lnTo>
                  <a:pt x="12183" y="3594"/>
                </a:lnTo>
                <a:lnTo>
                  <a:pt x="12182" y="3593"/>
                </a:lnTo>
                <a:lnTo>
                  <a:pt x="12181" y="3593"/>
                </a:lnTo>
                <a:lnTo>
                  <a:pt x="12180" y="3592"/>
                </a:lnTo>
                <a:lnTo>
                  <a:pt x="12179" y="3592"/>
                </a:lnTo>
                <a:lnTo>
                  <a:pt x="12179" y="3591"/>
                </a:lnTo>
                <a:lnTo>
                  <a:pt x="12178" y="3591"/>
                </a:lnTo>
                <a:lnTo>
                  <a:pt x="12177" y="3590"/>
                </a:lnTo>
                <a:lnTo>
                  <a:pt x="12176" y="3590"/>
                </a:lnTo>
                <a:lnTo>
                  <a:pt x="12175" y="3590"/>
                </a:lnTo>
                <a:lnTo>
                  <a:pt x="12175" y="3589"/>
                </a:lnTo>
                <a:lnTo>
                  <a:pt x="12174" y="3589"/>
                </a:lnTo>
                <a:lnTo>
                  <a:pt x="12173" y="3589"/>
                </a:lnTo>
                <a:lnTo>
                  <a:pt x="12173" y="3588"/>
                </a:lnTo>
                <a:lnTo>
                  <a:pt x="12172" y="3588"/>
                </a:lnTo>
                <a:lnTo>
                  <a:pt x="12171" y="3587"/>
                </a:lnTo>
                <a:lnTo>
                  <a:pt x="12170" y="3587"/>
                </a:lnTo>
                <a:lnTo>
                  <a:pt x="12169" y="3586"/>
                </a:lnTo>
                <a:lnTo>
                  <a:pt x="12168" y="3586"/>
                </a:lnTo>
                <a:lnTo>
                  <a:pt x="12167" y="3585"/>
                </a:lnTo>
                <a:lnTo>
                  <a:pt x="12166" y="3585"/>
                </a:lnTo>
                <a:lnTo>
                  <a:pt x="12165" y="3584"/>
                </a:lnTo>
                <a:lnTo>
                  <a:pt x="12164" y="3584"/>
                </a:lnTo>
                <a:lnTo>
                  <a:pt x="12163" y="3583"/>
                </a:lnTo>
                <a:lnTo>
                  <a:pt x="12162" y="3583"/>
                </a:lnTo>
                <a:lnTo>
                  <a:pt x="12162" y="3582"/>
                </a:lnTo>
                <a:lnTo>
                  <a:pt x="12161" y="3582"/>
                </a:lnTo>
                <a:lnTo>
                  <a:pt x="12160" y="3582"/>
                </a:lnTo>
                <a:lnTo>
                  <a:pt x="12159" y="3581"/>
                </a:lnTo>
                <a:lnTo>
                  <a:pt x="12158" y="3581"/>
                </a:lnTo>
                <a:lnTo>
                  <a:pt x="12158" y="3580"/>
                </a:lnTo>
                <a:lnTo>
                  <a:pt x="12157" y="3580"/>
                </a:lnTo>
                <a:lnTo>
                  <a:pt x="12156" y="3580"/>
                </a:lnTo>
                <a:lnTo>
                  <a:pt x="12156" y="3579"/>
                </a:lnTo>
                <a:lnTo>
                  <a:pt x="12155" y="3579"/>
                </a:lnTo>
                <a:lnTo>
                  <a:pt x="12154" y="3578"/>
                </a:lnTo>
                <a:lnTo>
                  <a:pt x="12153" y="3578"/>
                </a:lnTo>
                <a:lnTo>
                  <a:pt x="12152" y="3578"/>
                </a:lnTo>
                <a:lnTo>
                  <a:pt x="12152" y="3577"/>
                </a:lnTo>
                <a:lnTo>
                  <a:pt x="12151" y="3577"/>
                </a:lnTo>
                <a:lnTo>
                  <a:pt x="12150" y="3577"/>
                </a:lnTo>
                <a:lnTo>
                  <a:pt x="12150" y="3576"/>
                </a:lnTo>
                <a:lnTo>
                  <a:pt x="12149" y="3576"/>
                </a:lnTo>
                <a:lnTo>
                  <a:pt x="12148" y="3575"/>
                </a:lnTo>
                <a:lnTo>
                  <a:pt x="12147" y="3575"/>
                </a:lnTo>
                <a:lnTo>
                  <a:pt x="12146" y="3574"/>
                </a:lnTo>
                <a:lnTo>
                  <a:pt x="12145" y="3574"/>
                </a:lnTo>
                <a:lnTo>
                  <a:pt x="12144" y="3573"/>
                </a:lnTo>
                <a:lnTo>
                  <a:pt x="12143" y="3573"/>
                </a:lnTo>
                <a:lnTo>
                  <a:pt x="12142" y="3572"/>
                </a:lnTo>
                <a:lnTo>
                  <a:pt x="12141" y="3572"/>
                </a:lnTo>
                <a:lnTo>
                  <a:pt x="12141" y="3571"/>
                </a:lnTo>
                <a:lnTo>
                  <a:pt x="12140" y="3571"/>
                </a:lnTo>
                <a:lnTo>
                  <a:pt x="12139" y="3571"/>
                </a:lnTo>
                <a:lnTo>
                  <a:pt x="12139" y="3570"/>
                </a:lnTo>
                <a:lnTo>
                  <a:pt x="12138" y="3570"/>
                </a:lnTo>
                <a:lnTo>
                  <a:pt x="12137" y="3570"/>
                </a:lnTo>
                <a:lnTo>
                  <a:pt x="12136" y="3569"/>
                </a:lnTo>
                <a:lnTo>
                  <a:pt x="12135" y="3569"/>
                </a:lnTo>
                <a:lnTo>
                  <a:pt x="12135" y="3568"/>
                </a:lnTo>
                <a:lnTo>
                  <a:pt x="12134" y="3568"/>
                </a:lnTo>
                <a:lnTo>
                  <a:pt x="12133" y="3568"/>
                </a:lnTo>
                <a:lnTo>
                  <a:pt x="12133" y="3567"/>
                </a:lnTo>
                <a:lnTo>
                  <a:pt x="12132" y="3567"/>
                </a:lnTo>
                <a:lnTo>
                  <a:pt x="12131" y="3566"/>
                </a:lnTo>
                <a:lnTo>
                  <a:pt x="12130" y="3566"/>
                </a:lnTo>
                <a:lnTo>
                  <a:pt x="12129" y="3566"/>
                </a:lnTo>
                <a:lnTo>
                  <a:pt x="12129" y="3565"/>
                </a:lnTo>
                <a:lnTo>
                  <a:pt x="12128" y="3565"/>
                </a:lnTo>
                <a:lnTo>
                  <a:pt x="12127" y="3564"/>
                </a:lnTo>
                <a:lnTo>
                  <a:pt x="12126" y="3564"/>
                </a:lnTo>
                <a:lnTo>
                  <a:pt x="12125" y="3563"/>
                </a:lnTo>
                <a:lnTo>
                  <a:pt x="12124" y="3563"/>
                </a:lnTo>
                <a:lnTo>
                  <a:pt x="12123" y="3562"/>
                </a:lnTo>
                <a:lnTo>
                  <a:pt x="12122" y="3562"/>
                </a:lnTo>
                <a:lnTo>
                  <a:pt x="12121" y="3561"/>
                </a:lnTo>
                <a:lnTo>
                  <a:pt x="12120" y="3561"/>
                </a:lnTo>
                <a:lnTo>
                  <a:pt x="12119" y="3560"/>
                </a:lnTo>
                <a:lnTo>
                  <a:pt x="12118" y="3560"/>
                </a:lnTo>
                <a:lnTo>
                  <a:pt x="12118" y="3559"/>
                </a:lnTo>
                <a:lnTo>
                  <a:pt x="12117" y="3559"/>
                </a:lnTo>
                <a:lnTo>
                  <a:pt x="12116" y="3559"/>
                </a:lnTo>
                <a:lnTo>
                  <a:pt x="12116" y="3558"/>
                </a:lnTo>
                <a:lnTo>
                  <a:pt x="12115" y="3558"/>
                </a:lnTo>
                <a:lnTo>
                  <a:pt x="12114" y="3558"/>
                </a:lnTo>
                <a:lnTo>
                  <a:pt x="12113" y="3557"/>
                </a:lnTo>
                <a:lnTo>
                  <a:pt x="12112" y="3557"/>
                </a:lnTo>
                <a:lnTo>
                  <a:pt x="12112" y="3556"/>
                </a:lnTo>
                <a:lnTo>
                  <a:pt x="12111" y="3556"/>
                </a:lnTo>
                <a:lnTo>
                  <a:pt x="12110" y="3555"/>
                </a:lnTo>
                <a:lnTo>
                  <a:pt x="12109" y="3555"/>
                </a:lnTo>
                <a:lnTo>
                  <a:pt x="12108" y="3554"/>
                </a:lnTo>
                <a:lnTo>
                  <a:pt x="12107" y="3554"/>
                </a:lnTo>
                <a:lnTo>
                  <a:pt x="12106" y="3554"/>
                </a:lnTo>
                <a:lnTo>
                  <a:pt x="12106" y="3553"/>
                </a:lnTo>
                <a:lnTo>
                  <a:pt x="12105" y="3553"/>
                </a:lnTo>
                <a:lnTo>
                  <a:pt x="12104" y="3552"/>
                </a:lnTo>
                <a:lnTo>
                  <a:pt x="12103" y="3552"/>
                </a:lnTo>
                <a:lnTo>
                  <a:pt x="12102" y="3551"/>
                </a:lnTo>
                <a:lnTo>
                  <a:pt x="12101" y="3551"/>
                </a:lnTo>
                <a:lnTo>
                  <a:pt x="12101" y="3550"/>
                </a:lnTo>
                <a:lnTo>
                  <a:pt x="12100" y="3550"/>
                </a:lnTo>
                <a:lnTo>
                  <a:pt x="12099" y="3550"/>
                </a:lnTo>
                <a:lnTo>
                  <a:pt x="12098" y="3549"/>
                </a:lnTo>
                <a:lnTo>
                  <a:pt x="12097" y="3549"/>
                </a:lnTo>
                <a:lnTo>
                  <a:pt x="12096" y="3548"/>
                </a:lnTo>
                <a:lnTo>
                  <a:pt x="12095" y="3548"/>
                </a:lnTo>
                <a:lnTo>
                  <a:pt x="12095" y="3547"/>
                </a:lnTo>
                <a:lnTo>
                  <a:pt x="12094" y="3547"/>
                </a:lnTo>
                <a:lnTo>
                  <a:pt x="12093" y="3547"/>
                </a:lnTo>
                <a:lnTo>
                  <a:pt x="12093" y="3546"/>
                </a:lnTo>
                <a:lnTo>
                  <a:pt x="12092" y="3546"/>
                </a:lnTo>
                <a:lnTo>
                  <a:pt x="12091" y="3546"/>
                </a:lnTo>
                <a:lnTo>
                  <a:pt x="12091" y="3545"/>
                </a:lnTo>
                <a:lnTo>
                  <a:pt x="12090" y="3545"/>
                </a:lnTo>
                <a:lnTo>
                  <a:pt x="12089" y="3545"/>
                </a:lnTo>
                <a:lnTo>
                  <a:pt x="12089" y="3544"/>
                </a:lnTo>
                <a:lnTo>
                  <a:pt x="12088" y="3544"/>
                </a:lnTo>
                <a:lnTo>
                  <a:pt x="12087" y="3543"/>
                </a:lnTo>
                <a:lnTo>
                  <a:pt x="12086" y="3543"/>
                </a:lnTo>
                <a:lnTo>
                  <a:pt x="12085" y="3542"/>
                </a:lnTo>
                <a:lnTo>
                  <a:pt x="12084" y="3542"/>
                </a:lnTo>
                <a:lnTo>
                  <a:pt x="12083" y="3542"/>
                </a:lnTo>
                <a:lnTo>
                  <a:pt x="12083" y="3541"/>
                </a:lnTo>
                <a:lnTo>
                  <a:pt x="12082" y="3541"/>
                </a:lnTo>
                <a:lnTo>
                  <a:pt x="12081" y="3540"/>
                </a:lnTo>
                <a:lnTo>
                  <a:pt x="12080" y="3540"/>
                </a:lnTo>
                <a:lnTo>
                  <a:pt x="12079" y="3539"/>
                </a:lnTo>
                <a:lnTo>
                  <a:pt x="12078" y="3539"/>
                </a:lnTo>
                <a:lnTo>
                  <a:pt x="12078" y="3538"/>
                </a:lnTo>
                <a:lnTo>
                  <a:pt x="12077" y="3538"/>
                </a:lnTo>
                <a:lnTo>
                  <a:pt x="12076" y="3538"/>
                </a:lnTo>
                <a:lnTo>
                  <a:pt x="12075" y="3537"/>
                </a:lnTo>
                <a:lnTo>
                  <a:pt x="12074" y="3537"/>
                </a:lnTo>
                <a:lnTo>
                  <a:pt x="12074" y="3536"/>
                </a:lnTo>
                <a:lnTo>
                  <a:pt x="12073" y="3536"/>
                </a:lnTo>
                <a:lnTo>
                  <a:pt x="12072" y="3536"/>
                </a:lnTo>
                <a:lnTo>
                  <a:pt x="12072" y="3535"/>
                </a:lnTo>
                <a:lnTo>
                  <a:pt x="12071" y="3535"/>
                </a:lnTo>
                <a:lnTo>
                  <a:pt x="12070" y="3534"/>
                </a:lnTo>
                <a:lnTo>
                  <a:pt x="12069" y="3534"/>
                </a:lnTo>
                <a:lnTo>
                  <a:pt x="12068" y="3534"/>
                </a:lnTo>
                <a:lnTo>
                  <a:pt x="12068" y="3533"/>
                </a:lnTo>
                <a:lnTo>
                  <a:pt x="12067" y="3533"/>
                </a:lnTo>
                <a:lnTo>
                  <a:pt x="12066" y="3533"/>
                </a:lnTo>
                <a:lnTo>
                  <a:pt x="12066" y="3532"/>
                </a:lnTo>
                <a:lnTo>
                  <a:pt x="12065" y="3532"/>
                </a:lnTo>
                <a:lnTo>
                  <a:pt x="12064" y="3531"/>
                </a:lnTo>
                <a:lnTo>
                  <a:pt x="12063" y="3531"/>
                </a:lnTo>
                <a:lnTo>
                  <a:pt x="12062" y="3530"/>
                </a:lnTo>
                <a:lnTo>
                  <a:pt x="12061" y="3530"/>
                </a:lnTo>
                <a:lnTo>
                  <a:pt x="12060" y="3529"/>
                </a:lnTo>
                <a:lnTo>
                  <a:pt x="12059" y="3529"/>
                </a:lnTo>
                <a:lnTo>
                  <a:pt x="12058" y="3528"/>
                </a:lnTo>
                <a:lnTo>
                  <a:pt x="12057" y="3528"/>
                </a:lnTo>
                <a:lnTo>
                  <a:pt x="12056" y="3527"/>
                </a:lnTo>
                <a:lnTo>
                  <a:pt x="12055" y="3527"/>
                </a:lnTo>
                <a:lnTo>
                  <a:pt x="12055" y="3526"/>
                </a:lnTo>
                <a:lnTo>
                  <a:pt x="12054" y="3526"/>
                </a:lnTo>
                <a:lnTo>
                  <a:pt x="12053" y="3526"/>
                </a:lnTo>
                <a:lnTo>
                  <a:pt x="12052" y="3525"/>
                </a:lnTo>
                <a:lnTo>
                  <a:pt x="12051" y="3525"/>
                </a:lnTo>
                <a:lnTo>
                  <a:pt x="12051" y="3524"/>
                </a:lnTo>
                <a:lnTo>
                  <a:pt x="12050" y="3524"/>
                </a:lnTo>
                <a:lnTo>
                  <a:pt x="12049" y="3524"/>
                </a:lnTo>
                <a:lnTo>
                  <a:pt x="12049" y="3523"/>
                </a:lnTo>
                <a:lnTo>
                  <a:pt x="12048" y="3523"/>
                </a:lnTo>
                <a:lnTo>
                  <a:pt x="12047" y="3522"/>
                </a:lnTo>
                <a:lnTo>
                  <a:pt x="12046" y="3522"/>
                </a:lnTo>
                <a:lnTo>
                  <a:pt x="12045" y="3522"/>
                </a:lnTo>
                <a:lnTo>
                  <a:pt x="12045" y="3521"/>
                </a:lnTo>
                <a:lnTo>
                  <a:pt x="12044" y="3521"/>
                </a:lnTo>
                <a:lnTo>
                  <a:pt x="12043" y="3520"/>
                </a:lnTo>
                <a:lnTo>
                  <a:pt x="12042" y="3520"/>
                </a:lnTo>
                <a:lnTo>
                  <a:pt x="12041" y="3519"/>
                </a:lnTo>
                <a:lnTo>
                  <a:pt x="12040" y="3519"/>
                </a:lnTo>
                <a:lnTo>
                  <a:pt x="12039" y="3518"/>
                </a:lnTo>
                <a:lnTo>
                  <a:pt x="12038" y="3518"/>
                </a:lnTo>
                <a:lnTo>
                  <a:pt x="12037" y="3517"/>
                </a:lnTo>
                <a:lnTo>
                  <a:pt x="12036" y="3517"/>
                </a:lnTo>
                <a:lnTo>
                  <a:pt x="12035" y="3516"/>
                </a:lnTo>
                <a:lnTo>
                  <a:pt x="12034" y="3516"/>
                </a:lnTo>
                <a:lnTo>
                  <a:pt x="12034" y="3515"/>
                </a:lnTo>
                <a:lnTo>
                  <a:pt x="12033" y="3515"/>
                </a:lnTo>
                <a:lnTo>
                  <a:pt x="12032" y="3515"/>
                </a:lnTo>
                <a:lnTo>
                  <a:pt x="12032" y="3514"/>
                </a:lnTo>
                <a:lnTo>
                  <a:pt x="12031" y="3514"/>
                </a:lnTo>
                <a:lnTo>
                  <a:pt x="12030" y="3514"/>
                </a:lnTo>
                <a:lnTo>
                  <a:pt x="12029" y="3513"/>
                </a:lnTo>
                <a:lnTo>
                  <a:pt x="12028" y="3513"/>
                </a:lnTo>
                <a:lnTo>
                  <a:pt x="12028" y="3512"/>
                </a:lnTo>
                <a:lnTo>
                  <a:pt x="12027" y="3512"/>
                </a:lnTo>
                <a:lnTo>
                  <a:pt x="12026" y="3512"/>
                </a:lnTo>
                <a:lnTo>
                  <a:pt x="12026" y="3511"/>
                </a:lnTo>
                <a:lnTo>
                  <a:pt x="12025" y="3511"/>
                </a:lnTo>
                <a:lnTo>
                  <a:pt x="12024" y="3510"/>
                </a:lnTo>
                <a:lnTo>
                  <a:pt x="12023" y="3510"/>
                </a:lnTo>
                <a:lnTo>
                  <a:pt x="12022" y="3510"/>
                </a:lnTo>
                <a:lnTo>
                  <a:pt x="12022" y="3509"/>
                </a:lnTo>
                <a:lnTo>
                  <a:pt x="12021" y="3509"/>
                </a:lnTo>
                <a:lnTo>
                  <a:pt x="12020" y="3508"/>
                </a:lnTo>
                <a:lnTo>
                  <a:pt x="12019" y="3508"/>
                </a:lnTo>
                <a:lnTo>
                  <a:pt x="12018" y="3507"/>
                </a:lnTo>
                <a:lnTo>
                  <a:pt x="12017" y="3507"/>
                </a:lnTo>
                <a:lnTo>
                  <a:pt x="12017" y="3506"/>
                </a:lnTo>
                <a:lnTo>
                  <a:pt x="12016" y="3506"/>
                </a:lnTo>
                <a:lnTo>
                  <a:pt x="12015" y="3506"/>
                </a:lnTo>
                <a:lnTo>
                  <a:pt x="12014" y="3505"/>
                </a:lnTo>
                <a:lnTo>
                  <a:pt x="12013" y="3505"/>
                </a:lnTo>
                <a:lnTo>
                  <a:pt x="12012" y="3504"/>
                </a:lnTo>
                <a:lnTo>
                  <a:pt x="12011" y="3504"/>
                </a:lnTo>
                <a:lnTo>
                  <a:pt x="12011" y="3503"/>
                </a:lnTo>
                <a:lnTo>
                  <a:pt x="12010" y="3503"/>
                </a:lnTo>
                <a:lnTo>
                  <a:pt x="12009" y="3503"/>
                </a:lnTo>
                <a:lnTo>
                  <a:pt x="12009" y="3502"/>
                </a:lnTo>
                <a:lnTo>
                  <a:pt x="12008" y="3502"/>
                </a:lnTo>
                <a:lnTo>
                  <a:pt x="12007" y="3502"/>
                </a:lnTo>
                <a:lnTo>
                  <a:pt x="12007" y="3501"/>
                </a:lnTo>
                <a:lnTo>
                  <a:pt x="12006" y="3501"/>
                </a:lnTo>
                <a:lnTo>
                  <a:pt x="12005" y="3501"/>
                </a:lnTo>
                <a:lnTo>
                  <a:pt x="12005" y="3500"/>
                </a:lnTo>
                <a:lnTo>
                  <a:pt x="12004" y="3500"/>
                </a:lnTo>
                <a:lnTo>
                  <a:pt x="12003" y="3499"/>
                </a:lnTo>
                <a:lnTo>
                  <a:pt x="12002" y="3499"/>
                </a:lnTo>
                <a:lnTo>
                  <a:pt x="12001" y="3498"/>
                </a:lnTo>
                <a:lnTo>
                  <a:pt x="12000" y="3498"/>
                </a:lnTo>
                <a:lnTo>
                  <a:pt x="11999" y="3498"/>
                </a:lnTo>
                <a:lnTo>
                  <a:pt x="11999" y="3497"/>
                </a:lnTo>
                <a:lnTo>
                  <a:pt x="11998" y="3497"/>
                </a:lnTo>
                <a:lnTo>
                  <a:pt x="11997" y="3496"/>
                </a:lnTo>
                <a:lnTo>
                  <a:pt x="11996" y="3496"/>
                </a:lnTo>
                <a:lnTo>
                  <a:pt x="11995" y="3495"/>
                </a:lnTo>
                <a:lnTo>
                  <a:pt x="11994" y="3495"/>
                </a:lnTo>
                <a:lnTo>
                  <a:pt x="11994" y="3494"/>
                </a:lnTo>
                <a:lnTo>
                  <a:pt x="11993" y="3494"/>
                </a:lnTo>
                <a:lnTo>
                  <a:pt x="11992" y="3494"/>
                </a:lnTo>
                <a:lnTo>
                  <a:pt x="11991" y="3493"/>
                </a:lnTo>
                <a:lnTo>
                  <a:pt x="11990" y="3493"/>
                </a:lnTo>
                <a:lnTo>
                  <a:pt x="11989" y="3492"/>
                </a:lnTo>
                <a:lnTo>
                  <a:pt x="11988" y="3492"/>
                </a:lnTo>
                <a:lnTo>
                  <a:pt x="11988" y="3491"/>
                </a:lnTo>
                <a:lnTo>
                  <a:pt x="11987" y="3491"/>
                </a:lnTo>
                <a:lnTo>
                  <a:pt x="11986" y="3490"/>
                </a:lnTo>
                <a:lnTo>
                  <a:pt x="11985" y="3490"/>
                </a:lnTo>
                <a:lnTo>
                  <a:pt x="11984" y="3490"/>
                </a:lnTo>
                <a:lnTo>
                  <a:pt x="11984" y="3489"/>
                </a:lnTo>
                <a:lnTo>
                  <a:pt x="11983" y="3489"/>
                </a:lnTo>
                <a:lnTo>
                  <a:pt x="11982" y="3489"/>
                </a:lnTo>
                <a:lnTo>
                  <a:pt x="11982" y="3488"/>
                </a:lnTo>
                <a:lnTo>
                  <a:pt x="11981" y="3488"/>
                </a:lnTo>
                <a:lnTo>
                  <a:pt x="11980" y="3487"/>
                </a:lnTo>
                <a:lnTo>
                  <a:pt x="11979" y="3487"/>
                </a:lnTo>
                <a:lnTo>
                  <a:pt x="11978" y="3486"/>
                </a:lnTo>
                <a:lnTo>
                  <a:pt x="11977" y="3486"/>
                </a:lnTo>
                <a:lnTo>
                  <a:pt x="11976" y="3485"/>
                </a:lnTo>
                <a:lnTo>
                  <a:pt x="11975" y="3485"/>
                </a:lnTo>
                <a:lnTo>
                  <a:pt x="11974" y="3484"/>
                </a:lnTo>
                <a:lnTo>
                  <a:pt x="11973" y="3484"/>
                </a:lnTo>
                <a:lnTo>
                  <a:pt x="11972" y="3483"/>
                </a:lnTo>
                <a:lnTo>
                  <a:pt x="11971" y="3483"/>
                </a:lnTo>
                <a:lnTo>
                  <a:pt x="11971" y="3482"/>
                </a:lnTo>
                <a:lnTo>
                  <a:pt x="11970" y="3482"/>
                </a:lnTo>
                <a:lnTo>
                  <a:pt x="11969" y="3482"/>
                </a:lnTo>
                <a:lnTo>
                  <a:pt x="11968" y="3481"/>
                </a:lnTo>
                <a:lnTo>
                  <a:pt x="11967" y="3481"/>
                </a:lnTo>
                <a:lnTo>
                  <a:pt x="11967" y="3480"/>
                </a:lnTo>
                <a:lnTo>
                  <a:pt x="11966" y="3480"/>
                </a:lnTo>
                <a:lnTo>
                  <a:pt x="11965" y="3480"/>
                </a:lnTo>
                <a:lnTo>
                  <a:pt x="11965" y="3479"/>
                </a:lnTo>
                <a:lnTo>
                  <a:pt x="11964" y="3479"/>
                </a:lnTo>
                <a:lnTo>
                  <a:pt x="11963" y="3478"/>
                </a:lnTo>
                <a:lnTo>
                  <a:pt x="11962" y="3478"/>
                </a:lnTo>
                <a:lnTo>
                  <a:pt x="11961" y="3478"/>
                </a:lnTo>
                <a:lnTo>
                  <a:pt x="11961" y="3477"/>
                </a:lnTo>
                <a:lnTo>
                  <a:pt x="11960" y="3477"/>
                </a:lnTo>
                <a:lnTo>
                  <a:pt x="11959" y="3477"/>
                </a:lnTo>
                <a:lnTo>
                  <a:pt x="11959" y="3476"/>
                </a:lnTo>
                <a:lnTo>
                  <a:pt x="11958" y="3476"/>
                </a:lnTo>
                <a:lnTo>
                  <a:pt x="11957" y="3475"/>
                </a:lnTo>
                <a:lnTo>
                  <a:pt x="11956" y="3475"/>
                </a:lnTo>
                <a:lnTo>
                  <a:pt x="11955" y="3474"/>
                </a:lnTo>
                <a:lnTo>
                  <a:pt x="11954" y="3474"/>
                </a:lnTo>
                <a:lnTo>
                  <a:pt x="11953" y="3473"/>
                </a:lnTo>
                <a:lnTo>
                  <a:pt x="11952" y="3473"/>
                </a:lnTo>
                <a:lnTo>
                  <a:pt x="11951" y="3472"/>
                </a:lnTo>
                <a:lnTo>
                  <a:pt x="11950" y="3472"/>
                </a:lnTo>
                <a:lnTo>
                  <a:pt x="11950" y="3471"/>
                </a:lnTo>
                <a:lnTo>
                  <a:pt x="11949" y="3471"/>
                </a:lnTo>
                <a:lnTo>
                  <a:pt x="11948" y="3471"/>
                </a:lnTo>
                <a:lnTo>
                  <a:pt x="11948" y="3470"/>
                </a:lnTo>
                <a:lnTo>
                  <a:pt x="11947" y="3470"/>
                </a:lnTo>
                <a:lnTo>
                  <a:pt x="11946" y="3470"/>
                </a:lnTo>
                <a:lnTo>
                  <a:pt x="11945" y="3469"/>
                </a:lnTo>
                <a:lnTo>
                  <a:pt x="11944" y="3469"/>
                </a:lnTo>
                <a:lnTo>
                  <a:pt x="11944" y="3468"/>
                </a:lnTo>
                <a:lnTo>
                  <a:pt x="11943" y="3468"/>
                </a:lnTo>
                <a:lnTo>
                  <a:pt x="11942" y="3468"/>
                </a:lnTo>
                <a:lnTo>
                  <a:pt x="11942" y="3467"/>
                </a:lnTo>
                <a:lnTo>
                  <a:pt x="11941" y="3467"/>
                </a:lnTo>
                <a:lnTo>
                  <a:pt x="11940" y="3466"/>
                </a:lnTo>
                <a:lnTo>
                  <a:pt x="11939" y="3466"/>
                </a:lnTo>
                <a:lnTo>
                  <a:pt x="11938" y="3466"/>
                </a:lnTo>
                <a:lnTo>
                  <a:pt x="11938" y="3465"/>
                </a:lnTo>
                <a:lnTo>
                  <a:pt x="11937" y="3465"/>
                </a:lnTo>
                <a:lnTo>
                  <a:pt x="11936" y="3464"/>
                </a:lnTo>
                <a:lnTo>
                  <a:pt x="11935" y="3464"/>
                </a:lnTo>
                <a:lnTo>
                  <a:pt x="11934" y="3463"/>
                </a:lnTo>
                <a:lnTo>
                  <a:pt x="11933" y="3463"/>
                </a:lnTo>
                <a:lnTo>
                  <a:pt x="11932" y="3462"/>
                </a:lnTo>
                <a:lnTo>
                  <a:pt x="11931" y="3462"/>
                </a:lnTo>
                <a:lnTo>
                  <a:pt x="11930" y="3461"/>
                </a:lnTo>
                <a:lnTo>
                  <a:pt x="11929" y="3461"/>
                </a:lnTo>
                <a:lnTo>
                  <a:pt x="11928" y="3460"/>
                </a:lnTo>
                <a:lnTo>
                  <a:pt x="11927" y="3460"/>
                </a:lnTo>
                <a:lnTo>
                  <a:pt x="11927" y="3459"/>
                </a:lnTo>
                <a:lnTo>
                  <a:pt x="11926" y="3459"/>
                </a:lnTo>
                <a:lnTo>
                  <a:pt x="11925" y="3459"/>
                </a:lnTo>
                <a:lnTo>
                  <a:pt x="11925" y="3458"/>
                </a:lnTo>
                <a:lnTo>
                  <a:pt x="11924" y="3458"/>
                </a:lnTo>
                <a:lnTo>
                  <a:pt x="11923" y="3458"/>
                </a:lnTo>
                <a:lnTo>
                  <a:pt x="11922" y="3457"/>
                </a:lnTo>
                <a:lnTo>
                  <a:pt x="11921" y="3457"/>
                </a:lnTo>
                <a:lnTo>
                  <a:pt x="11921" y="3456"/>
                </a:lnTo>
                <a:lnTo>
                  <a:pt x="11920" y="3456"/>
                </a:lnTo>
                <a:lnTo>
                  <a:pt x="11919" y="3455"/>
                </a:lnTo>
                <a:lnTo>
                  <a:pt x="11918" y="3455"/>
                </a:lnTo>
                <a:lnTo>
                  <a:pt x="11917" y="3454"/>
                </a:lnTo>
                <a:lnTo>
                  <a:pt x="11916" y="3454"/>
                </a:lnTo>
                <a:lnTo>
                  <a:pt x="11915" y="3454"/>
                </a:lnTo>
                <a:lnTo>
                  <a:pt x="11915" y="3453"/>
                </a:lnTo>
                <a:lnTo>
                  <a:pt x="11914" y="3453"/>
                </a:lnTo>
                <a:lnTo>
                  <a:pt x="11913" y="3452"/>
                </a:lnTo>
                <a:lnTo>
                  <a:pt x="11912" y="3452"/>
                </a:lnTo>
                <a:lnTo>
                  <a:pt x="11911" y="3451"/>
                </a:lnTo>
                <a:lnTo>
                  <a:pt x="11910" y="3451"/>
                </a:lnTo>
                <a:lnTo>
                  <a:pt x="11910" y="3450"/>
                </a:lnTo>
                <a:lnTo>
                  <a:pt x="11909" y="3450"/>
                </a:lnTo>
                <a:lnTo>
                  <a:pt x="11908" y="3450"/>
                </a:lnTo>
                <a:lnTo>
                  <a:pt x="11907" y="3449"/>
                </a:lnTo>
                <a:lnTo>
                  <a:pt x="11906" y="3449"/>
                </a:lnTo>
                <a:lnTo>
                  <a:pt x="11905" y="3448"/>
                </a:lnTo>
                <a:lnTo>
                  <a:pt x="11904" y="3448"/>
                </a:lnTo>
                <a:lnTo>
                  <a:pt x="11904" y="3447"/>
                </a:lnTo>
                <a:lnTo>
                  <a:pt x="11903" y="3447"/>
                </a:lnTo>
                <a:lnTo>
                  <a:pt x="11902" y="3447"/>
                </a:lnTo>
                <a:lnTo>
                  <a:pt x="11902" y="3446"/>
                </a:lnTo>
                <a:lnTo>
                  <a:pt x="11901" y="3446"/>
                </a:lnTo>
                <a:lnTo>
                  <a:pt x="11900" y="3446"/>
                </a:lnTo>
                <a:lnTo>
                  <a:pt x="11900" y="3445"/>
                </a:lnTo>
                <a:lnTo>
                  <a:pt x="11899" y="3445"/>
                </a:lnTo>
                <a:lnTo>
                  <a:pt x="11898" y="3445"/>
                </a:lnTo>
                <a:lnTo>
                  <a:pt x="11898" y="3444"/>
                </a:lnTo>
                <a:lnTo>
                  <a:pt x="11897" y="3444"/>
                </a:lnTo>
                <a:lnTo>
                  <a:pt x="11896" y="3443"/>
                </a:lnTo>
                <a:lnTo>
                  <a:pt x="11895" y="3443"/>
                </a:lnTo>
                <a:lnTo>
                  <a:pt x="11894" y="3442"/>
                </a:lnTo>
                <a:lnTo>
                  <a:pt x="11893" y="3442"/>
                </a:lnTo>
                <a:lnTo>
                  <a:pt x="11892" y="3442"/>
                </a:lnTo>
                <a:lnTo>
                  <a:pt x="11892" y="3441"/>
                </a:lnTo>
                <a:lnTo>
                  <a:pt x="11891" y="3441"/>
                </a:lnTo>
                <a:lnTo>
                  <a:pt x="11890" y="3440"/>
                </a:lnTo>
                <a:lnTo>
                  <a:pt x="11889" y="3440"/>
                </a:lnTo>
                <a:lnTo>
                  <a:pt x="11888" y="3439"/>
                </a:lnTo>
                <a:lnTo>
                  <a:pt x="11887" y="3439"/>
                </a:lnTo>
                <a:lnTo>
                  <a:pt x="11887" y="3438"/>
                </a:lnTo>
                <a:lnTo>
                  <a:pt x="11886" y="3438"/>
                </a:lnTo>
                <a:lnTo>
                  <a:pt x="11885" y="3438"/>
                </a:lnTo>
                <a:lnTo>
                  <a:pt x="11885" y="3437"/>
                </a:lnTo>
                <a:lnTo>
                  <a:pt x="11884" y="3437"/>
                </a:lnTo>
                <a:lnTo>
                  <a:pt x="11883" y="3437"/>
                </a:lnTo>
                <a:lnTo>
                  <a:pt x="11883" y="3436"/>
                </a:lnTo>
                <a:lnTo>
                  <a:pt x="11882" y="3436"/>
                </a:lnTo>
                <a:lnTo>
                  <a:pt x="11881" y="3436"/>
                </a:lnTo>
                <a:lnTo>
                  <a:pt x="11881" y="3435"/>
                </a:lnTo>
                <a:lnTo>
                  <a:pt x="11880" y="3435"/>
                </a:lnTo>
                <a:lnTo>
                  <a:pt x="11879" y="3434"/>
                </a:lnTo>
                <a:lnTo>
                  <a:pt x="11878" y="3434"/>
                </a:lnTo>
                <a:lnTo>
                  <a:pt x="11877" y="3433"/>
                </a:lnTo>
                <a:lnTo>
                  <a:pt x="11876" y="3433"/>
                </a:lnTo>
                <a:lnTo>
                  <a:pt x="11875" y="3433"/>
                </a:lnTo>
                <a:lnTo>
                  <a:pt x="11875" y="3432"/>
                </a:lnTo>
                <a:lnTo>
                  <a:pt x="11874" y="3432"/>
                </a:lnTo>
                <a:lnTo>
                  <a:pt x="11873" y="3431"/>
                </a:lnTo>
                <a:lnTo>
                  <a:pt x="11872" y="3431"/>
                </a:lnTo>
                <a:lnTo>
                  <a:pt x="11871" y="3430"/>
                </a:lnTo>
                <a:lnTo>
                  <a:pt x="11870" y="3430"/>
                </a:lnTo>
                <a:lnTo>
                  <a:pt x="11870" y="3429"/>
                </a:lnTo>
                <a:lnTo>
                  <a:pt x="11869" y="3429"/>
                </a:lnTo>
                <a:lnTo>
                  <a:pt x="11868" y="3429"/>
                </a:lnTo>
                <a:lnTo>
                  <a:pt x="11867" y="3428"/>
                </a:lnTo>
                <a:lnTo>
                  <a:pt x="11866" y="3428"/>
                </a:lnTo>
                <a:lnTo>
                  <a:pt x="11865" y="3427"/>
                </a:lnTo>
                <a:lnTo>
                  <a:pt x="11864" y="3427"/>
                </a:lnTo>
                <a:lnTo>
                  <a:pt x="11864" y="3426"/>
                </a:lnTo>
                <a:lnTo>
                  <a:pt x="11863" y="3426"/>
                </a:lnTo>
                <a:lnTo>
                  <a:pt x="11862" y="3425"/>
                </a:lnTo>
                <a:lnTo>
                  <a:pt x="11861" y="3425"/>
                </a:lnTo>
                <a:lnTo>
                  <a:pt x="11860" y="3425"/>
                </a:lnTo>
                <a:lnTo>
                  <a:pt x="11860" y="3424"/>
                </a:lnTo>
                <a:lnTo>
                  <a:pt x="11859" y="3424"/>
                </a:lnTo>
                <a:lnTo>
                  <a:pt x="11858" y="3424"/>
                </a:lnTo>
                <a:lnTo>
                  <a:pt x="11858" y="3423"/>
                </a:lnTo>
                <a:lnTo>
                  <a:pt x="11857" y="3423"/>
                </a:lnTo>
                <a:lnTo>
                  <a:pt x="11856" y="3422"/>
                </a:lnTo>
                <a:lnTo>
                  <a:pt x="11855" y="3422"/>
                </a:lnTo>
                <a:lnTo>
                  <a:pt x="11854" y="3421"/>
                </a:lnTo>
                <a:lnTo>
                  <a:pt x="11853" y="3421"/>
                </a:lnTo>
                <a:lnTo>
                  <a:pt x="11852" y="3420"/>
                </a:lnTo>
                <a:lnTo>
                  <a:pt x="11851" y="3420"/>
                </a:lnTo>
                <a:lnTo>
                  <a:pt x="11850" y="3419"/>
                </a:lnTo>
                <a:lnTo>
                  <a:pt x="11849" y="3419"/>
                </a:lnTo>
                <a:lnTo>
                  <a:pt x="11848" y="3418"/>
                </a:lnTo>
                <a:lnTo>
                  <a:pt x="11847" y="3418"/>
                </a:lnTo>
                <a:lnTo>
                  <a:pt x="11847" y="3417"/>
                </a:lnTo>
                <a:lnTo>
                  <a:pt x="11846" y="3417"/>
                </a:lnTo>
                <a:lnTo>
                  <a:pt x="11845" y="3417"/>
                </a:lnTo>
                <a:lnTo>
                  <a:pt x="11844" y="3416"/>
                </a:lnTo>
                <a:lnTo>
                  <a:pt x="11843" y="3416"/>
                </a:lnTo>
                <a:lnTo>
                  <a:pt x="11843" y="3415"/>
                </a:lnTo>
                <a:lnTo>
                  <a:pt x="11842" y="3415"/>
                </a:lnTo>
                <a:lnTo>
                  <a:pt x="11841" y="3415"/>
                </a:lnTo>
                <a:lnTo>
                  <a:pt x="11841" y="3414"/>
                </a:lnTo>
                <a:lnTo>
                  <a:pt x="11840" y="3414"/>
                </a:lnTo>
                <a:lnTo>
                  <a:pt x="11839" y="3413"/>
                </a:lnTo>
                <a:lnTo>
                  <a:pt x="11838" y="3413"/>
                </a:lnTo>
                <a:lnTo>
                  <a:pt x="11837" y="3413"/>
                </a:lnTo>
                <a:lnTo>
                  <a:pt x="11837" y="3412"/>
                </a:lnTo>
                <a:lnTo>
                  <a:pt x="11836" y="3412"/>
                </a:lnTo>
                <a:lnTo>
                  <a:pt x="11835" y="3412"/>
                </a:lnTo>
                <a:lnTo>
                  <a:pt x="11835" y="3411"/>
                </a:lnTo>
                <a:lnTo>
                  <a:pt x="11834" y="3411"/>
                </a:lnTo>
                <a:lnTo>
                  <a:pt x="11833" y="3410"/>
                </a:lnTo>
                <a:lnTo>
                  <a:pt x="11832" y="3410"/>
                </a:lnTo>
                <a:lnTo>
                  <a:pt x="11831" y="3409"/>
                </a:lnTo>
                <a:lnTo>
                  <a:pt x="11830" y="3409"/>
                </a:lnTo>
                <a:lnTo>
                  <a:pt x="11829" y="3408"/>
                </a:lnTo>
                <a:lnTo>
                  <a:pt x="11828" y="3408"/>
                </a:lnTo>
                <a:lnTo>
                  <a:pt x="11827" y="3407"/>
                </a:lnTo>
                <a:lnTo>
                  <a:pt x="11826" y="3407"/>
                </a:lnTo>
                <a:lnTo>
                  <a:pt x="11826" y="3406"/>
                </a:lnTo>
                <a:lnTo>
                  <a:pt x="11825" y="3406"/>
                </a:lnTo>
                <a:lnTo>
                  <a:pt x="11824" y="3406"/>
                </a:lnTo>
                <a:lnTo>
                  <a:pt x="11824" y="3405"/>
                </a:lnTo>
                <a:lnTo>
                  <a:pt x="11823" y="3405"/>
                </a:lnTo>
                <a:lnTo>
                  <a:pt x="11822" y="3405"/>
                </a:lnTo>
                <a:lnTo>
                  <a:pt x="11821" y="3404"/>
                </a:lnTo>
                <a:lnTo>
                  <a:pt x="11820" y="3404"/>
                </a:lnTo>
                <a:lnTo>
                  <a:pt x="11820" y="3403"/>
                </a:lnTo>
                <a:lnTo>
                  <a:pt x="11819" y="3403"/>
                </a:lnTo>
                <a:lnTo>
                  <a:pt x="11818" y="3403"/>
                </a:lnTo>
                <a:lnTo>
                  <a:pt x="11818" y="3402"/>
                </a:lnTo>
                <a:lnTo>
                  <a:pt x="11817" y="3402"/>
                </a:lnTo>
                <a:lnTo>
                  <a:pt x="11816" y="3401"/>
                </a:lnTo>
                <a:lnTo>
                  <a:pt x="11815" y="3401"/>
                </a:lnTo>
                <a:lnTo>
                  <a:pt x="11814" y="3401"/>
                </a:lnTo>
                <a:lnTo>
                  <a:pt x="11814" y="3400"/>
                </a:lnTo>
                <a:lnTo>
                  <a:pt x="11813" y="3400"/>
                </a:lnTo>
                <a:lnTo>
                  <a:pt x="11812" y="3399"/>
                </a:lnTo>
                <a:lnTo>
                  <a:pt x="11811" y="3399"/>
                </a:lnTo>
                <a:lnTo>
                  <a:pt x="11810" y="3398"/>
                </a:lnTo>
                <a:lnTo>
                  <a:pt x="11809" y="3398"/>
                </a:lnTo>
                <a:lnTo>
                  <a:pt x="11808" y="3397"/>
                </a:lnTo>
                <a:lnTo>
                  <a:pt x="11807" y="3397"/>
                </a:lnTo>
                <a:lnTo>
                  <a:pt x="11806" y="3396"/>
                </a:lnTo>
                <a:lnTo>
                  <a:pt x="11805" y="3396"/>
                </a:lnTo>
                <a:lnTo>
                  <a:pt x="11804" y="3395"/>
                </a:lnTo>
                <a:lnTo>
                  <a:pt x="11803" y="3395"/>
                </a:lnTo>
                <a:lnTo>
                  <a:pt x="11803" y="3394"/>
                </a:lnTo>
                <a:lnTo>
                  <a:pt x="11802" y="3394"/>
                </a:lnTo>
                <a:lnTo>
                  <a:pt x="11801" y="3394"/>
                </a:lnTo>
                <a:lnTo>
                  <a:pt x="11801" y="3393"/>
                </a:lnTo>
                <a:lnTo>
                  <a:pt x="11800" y="3393"/>
                </a:lnTo>
                <a:lnTo>
                  <a:pt x="11799" y="3393"/>
                </a:lnTo>
                <a:lnTo>
                  <a:pt x="11798" y="3392"/>
                </a:lnTo>
                <a:lnTo>
                  <a:pt x="11797" y="3392"/>
                </a:lnTo>
                <a:lnTo>
                  <a:pt x="11797" y="3391"/>
                </a:lnTo>
                <a:lnTo>
                  <a:pt x="11796" y="3391"/>
                </a:lnTo>
                <a:lnTo>
                  <a:pt x="11795" y="3390"/>
                </a:lnTo>
                <a:lnTo>
                  <a:pt x="11794" y="3390"/>
                </a:lnTo>
                <a:lnTo>
                  <a:pt x="11793" y="3389"/>
                </a:lnTo>
                <a:lnTo>
                  <a:pt x="11792" y="3389"/>
                </a:lnTo>
                <a:lnTo>
                  <a:pt x="11791" y="3389"/>
                </a:lnTo>
                <a:lnTo>
                  <a:pt x="11791" y="3388"/>
                </a:lnTo>
                <a:lnTo>
                  <a:pt x="11790" y="3388"/>
                </a:lnTo>
                <a:lnTo>
                  <a:pt x="11789" y="3387"/>
                </a:lnTo>
                <a:lnTo>
                  <a:pt x="11788" y="3387"/>
                </a:lnTo>
                <a:lnTo>
                  <a:pt x="11787" y="3386"/>
                </a:lnTo>
                <a:lnTo>
                  <a:pt x="11786" y="3386"/>
                </a:lnTo>
                <a:lnTo>
                  <a:pt x="11786" y="3385"/>
                </a:lnTo>
                <a:lnTo>
                  <a:pt x="11785" y="3385"/>
                </a:lnTo>
                <a:lnTo>
                  <a:pt x="11784" y="3385"/>
                </a:lnTo>
                <a:lnTo>
                  <a:pt x="11783" y="3384"/>
                </a:lnTo>
                <a:lnTo>
                  <a:pt x="11782" y="3384"/>
                </a:lnTo>
                <a:lnTo>
                  <a:pt x="11781" y="3383"/>
                </a:lnTo>
                <a:lnTo>
                  <a:pt x="11780" y="3383"/>
                </a:lnTo>
                <a:lnTo>
                  <a:pt x="11780" y="3382"/>
                </a:lnTo>
                <a:lnTo>
                  <a:pt x="11779" y="3382"/>
                </a:lnTo>
                <a:lnTo>
                  <a:pt x="11778" y="3382"/>
                </a:lnTo>
                <a:lnTo>
                  <a:pt x="11778" y="3381"/>
                </a:lnTo>
                <a:lnTo>
                  <a:pt x="11777" y="3381"/>
                </a:lnTo>
                <a:lnTo>
                  <a:pt x="11776" y="3381"/>
                </a:lnTo>
                <a:lnTo>
                  <a:pt x="11776" y="3380"/>
                </a:lnTo>
                <a:lnTo>
                  <a:pt x="11775" y="3380"/>
                </a:lnTo>
                <a:lnTo>
                  <a:pt x="11774" y="3380"/>
                </a:lnTo>
                <a:lnTo>
                  <a:pt x="11774" y="3379"/>
                </a:lnTo>
                <a:lnTo>
                  <a:pt x="11773" y="3379"/>
                </a:lnTo>
                <a:lnTo>
                  <a:pt x="11772" y="3378"/>
                </a:lnTo>
                <a:lnTo>
                  <a:pt x="11771" y="3378"/>
                </a:lnTo>
                <a:lnTo>
                  <a:pt x="11770" y="3377"/>
                </a:lnTo>
                <a:lnTo>
                  <a:pt x="11769" y="3377"/>
                </a:lnTo>
                <a:lnTo>
                  <a:pt x="11768" y="3377"/>
                </a:lnTo>
                <a:lnTo>
                  <a:pt x="11768" y="3376"/>
                </a:lnTo>
                <a:lnTo>
                  <a:pt x="11767" y="3376"/>
                </a:lnTo>
                <a:lnTo>
                  <a:pt x="11766" y="3375"/>
                </a:lnTo>
                <a:lnTo>
                  <a:pt x="11765" y="3375"/>
                </a:lnTo>
                <a:lnTo>
                  <a:pt x="11764" y="3374"/>
                </a:lnTo>
                <a:lnTo>
                  <a:pt x="11763" y="3374"/>
                </a:lnTo>
                <a:lnTo>
                  <a:pt x="11763" y="3373"/>
                </a:lnTo>
                <a:lnTo>
                  <a:pt x="11762" y="3373"/>
                </a:lnTo>
                <a:lnTo>
                  <a:pt x="11761" y="3373"/>
                </a:lnTo>
                <a:lnTo>
                  <a:pt x="11760" y="3372"/>
                </a:lnTo>
                <a:lnTo>
                  <a:pt x="11759" y="3372"/>
                </a:lnTo>
                <a:lnTo>
                  <a:pt x="11759" y="3371"/>
                </a:lnTo>
                <a:lnTo>
                  <a:pt x="11758" y="3371"/>
                </a:lnTo>
                <a:lnTo>
                  <a:pt x="11757" y="3371"/>
                </a:lnTo>
                <a:lnTo>
                  <a:pt x="11757" y="3370"/>
                </a:lnTo>
                <a:lnTo>
                  <a:pt x="11756" y="3370"/>
                </a:lnTo>
                <a:lnTo>
                  <a:pt x="11755" y="3369"/>
                </a:lnTo>
                <a:lnTo>
                  <a:pt x="11754" y="3369"/>
                </a:lnTo>
                <a:lnTo>
                  <a:pt x="11753" y="3369"/>
                </a:lnTo>
                <a:lnTo>
                  <a:pt x="11753" y="3368"/>
                </a:lnTo>
                <a:lnTo>
                  <a:pt x="11752" y="3368"/>
                </a:lnTo>
                <a:lnTo>
                  <a:pt x="11751" y="3368"/>
                </a:lnTo>
                <a:lnTo>
                  <a:pt x="11751" y="3367"/>
                </a:lnTo>
                <a:lnTo>
                  <a:pt x="11750" y="3367"/>
                </a:lnTo>
                <a:lnTo>
                  <a:pt x="11749" y="3366"/>
                </a:lnTo>
                <a:lnTo>
                  <a:pt x="11748" y="3366"/>
                </a:lnTo>
                <a:lnTo>
                  <a:pt x="11747" y="3365"/>
                </a:lnTo>
                <a:lnTo>
                  <a:pt x="11746" y="3365"/>
                </a:lnTo>
                <a:lnTo>
                  <a:pt x="11745" y="3364"/>
                </a:lnTo>
                <a:lnTo>
                  <a:pt x="11744" y="3364"/>
                </a:lnTo>
                <a:lnTo>
                  <a:pt x="11743" y="3363"/>
                </a:lnTo>
                <a:lnTo>
                  <a:pt x="11742" y="3363"/>
                </a:lnTo>
                <a:lnTo>
                  <a:pt x="11741" y="3362"/>
                </a:lnTo>
                <a:lnTo>
                  <a:pt x="11740" y="3362"/>
                </a:lnTo>
                <a:lnTo>
                  <a:pt x="11740" y="3361"/>
                </a:lnTo>
                <a:lnTo>
                  <a:pt x="11739" y="3361"/>
                </a:lnTo>
                <a:lnTo>
                  <a:pt x="11738" y="3361"/>
                </a:lnTo>
                <a:lnTo>
                  <a:pt x="11737" y="3360"/>
                </a:lnTo>
                <a:lnTo>
                  <a:pt x="11736" y="3360"/>
                </a:lnTo>
                <a:lnTo>
                  <a:pt x="11736" y="3359"/>
                </a:lnTo>
                <a:lnTo>
                  <a:pt x="11735" y="3359"/>
                </a:lnTo>
                <a:lnTo>
                  <a:pt x="11734" y="3359"/>
                </a:lnTo>
                <a:lnTo>
                  <a:pt x="11734" y="3358"/>
                </a:lnTo>
                <a:lnTo>
                  <a:pt x="11733" y="3358"/>
                </a:lnTo>
                <a:lnTo>
                  <a:pt x="11732" y="3357"/>
                </a:lnTo>
                <a:lnTo>
                  <a:pt x="11731" y="3357"/>
                </a:lnTo>
                <a:lnTo>
                  <a:pt x="11730" y="3357"/>
                </a:lnTo>
                <a:lnTo>
                  <a:pt x="11730" y="3356"/>
                </a:lnTo>
                <a:lnTo>
                  <a:pt x="11729" y="3356"/>
                </a:lnTo>
                <a:lnTo>
                  <a:pt x="11728" y="3355"/>
                </a:lnTo>
                <a:lnTo>
                  <a:pt x="11727" y="3355"/>
                </a:lnTo>
                <a:lnTo>
                  <a:pt x="11726" y="3354"/>
                </a:lnTo>
                <a:lnTo>
                  <a:pt x="11725" y="3354"/>
                </a:lnTo>
                <a:lnTo>
                  <a:pt x="11724" y="3353"/>
                </a:lnTo>
                <a:lnTo>
                  <a:pt x="11723" y="3353"/>
                </a:lnTo>
                <a:lnTo>
                  <a:pt x="11722" y="3352"/>
                </a:lnTo>
                <a:lnTo>
                  <a:pt x="11721" y="3352"/>
                </a:lnTo>
                <a:lnTo>
                  <a:pt x="11720" y="3351"/>
                </a:lnTo>
                <a:lnTo>
                  <a:pt x="11719" y="3351"/>
                </a:lnTo>
                <a:lnTo>
                  <a:pt x="11719" y="3350"/>
                </a:lnTo>
                <a:lnTo>
                  <a:pt x="11718" y="3350"/>
                </a:lnTo>
                <a:lnTo>
                  <a:pt x="11717" y="3350"/>
                </a:lnTo>
                <a:lnTo>
                  <a:pt x="11717" y="3349"/>
                </a:lnTo>
                <a:lnTo>
                  <a:pt x="11716" y="3349"/>
                </a:lnTo>
                <a:lnTo>
                  <a:pt x="11715" y="3349"/>
                </a:lnTo>
                <a:lnTo>
                  <a:pt x="11714" y="3348"/>
                </a:lnTo>
                <a:lnTo>
                  <a:pt x="11713" y="3348"/>
                </a:lnTo>
                <a:lnTo>
                  <a:pt x="11713" y="3347"/>
                </a:lnTo>
                <a:lnTo>
                  <a:pt x="11712" y="3347"/>
                </a:lnTo>
                <a:lnTo>
                  <a:pt x="11711" y="3347"/>
                </a:lnTo>
                <a:lnTo>
                  <a:pt x="11711" y="3346"/>
                </a:lnTo>
                <a:lnTo>
                  <a:pt x="11710" y="3346"/>
                </a:lnTo>
                <a:lnTo>
                  <a:pt x="11709" y="3345"/>
                </a:lnTo>
                <a:lnTo>
                  <a:pt x="11708" y="3345"/>
                </a:lnTo>
                <a:lnTo>
                  <a:pt x="11707" y="3345"/>
                </a:lnTo>
                <a:lnTo>
                  <a:pt x="11707" y="3344"/>
                </a:lnTo>
                <a:lnTo>
                  <a:pt x="11706" y="3344"/>
                </a:lnTo>
                <a:lnTo>
                  <a:pt x="11705" y="3343"/>
                </a:lnTo>
                <a:lnTo>
                  <a:pt x="11704" y="3343"/>
                </a:lnTo>
                <a:lnTo>
                  <a:pt x="11703" y="3342"/>
                </a:lnTo>
                <a:lnTo>
                  <a:pt x="11702" y="3342"/>
                </a:lnTo>
                <a:lnTo>
                  <a:pt x="11702" y="3341"/>
                </a:lnTo>
                <a:lnTo>
                  <a:pt x="11701" y="3341"/>
                </a:lnTo>
                <a:lnTo>
                  <a:pt x="11700" y="3341"/>
                </a:lnTo>
                <a:lnTo>
                  <a:pt x="11699" y="3340"/>
                </a:lnTo>
                <a:lnTo>
                  <a:pt x="11698" y="3340"/>
                </a:lnTo>
                <a:lnTo>
                  <a:pt x="11697" y="3339"/>
                </a:lnTo>
                <a:lnTo>
                  <a:pt x="11696" y="3339"/>
                </a:lnTo>
                <a:lnTo>
                  <a:pt x="11696" y="3338"/>
                </a:lnTo>
                <a:lnTo>
                  <a:pt x="11695" y="3338"/>
                </a:lnTo>
                <a:lnTo>
                  <a:pt x="11694" y="3338"/>
                </a:lnTo>
                <a:lnTo>
                  <a:pt x="11694" y="3337"/>
                </a:lnTo>
                <a:lnTo>
                  <a:pt x="11693" y="3337"/>
                </a:lnTo>
                <a:lnTo>
                  <a:pt x="11692" y="3337"/>
                </a:lnTo>
                <a:lnTo>
                  <a:pt x="11692" y="3336"/>
                </a:lnTo>
                <a:lnTo>
                  <a:pt x="11691" y="3336"/>
                </a:lnTo>
                <a:lnTo>
                  <a:pt x="11690" y="3336"/>
                </a:lnTo>
                <a:lnTo>
                  <a:pt x="11690" y="3335"/>
                </a:lnTo>
                <a:lnTo>
                  <a:pt x="11689" y="3335"/>
                </a:lnTo>
                <a:lnTo>
                  <a:pt x="11688" y="3334"/>
                </a:lnTo>
                <a:lnTo>
                  <a:pt x="11687" y="3334"/>
                </a:lnTo>
                <a:lnTo>
                  <a:pt x="11686" y="3333"/>
                </a:lnTo>
                <a:lnTo>
                  <a:pt x="11685" y="3333"/>
                </a:lnTo>
                <a:lnTo>
                  <a:pt x="11684" y="3333"/>
                </a:lnTo>
                <a:lnTo>
                  <a:pt x="11684" y="3332"/>
                </a:lnTo>
                <a:lnTo>
                  <a:pt x="11683" y="3332"/>
                </a:lnTo>
                <a:lnTo>
                  <a:pt x="11682" y="3331"/>
                </a:lnTo>
                <a:lnTo>
                  <a:pt x="11681" y="3331"/>
                </a:lnTo>
                <a:lnTo>
                  <a:pt x="11680" y="3330"/>
                </a:lnTo>
                <a:lnTo>
                  <a:pt x="11679" y="3330"/>
                </a:lnTo>
                <a:lnTo>
                  <a:pt x="11679" y="3329"/>
                </a:lnTo>
                <a:lnTo>
                  <a:pt x="11678" y="3329"/>
                </a:lnTo>
                <a:lnTo>
                  <a:pt x="11677" y="3329"/>
                </a:lnTo>
                <a:lnTo>
                  <a:pt x="11676" y="3328"/>
                </a:lnTo>
                <a:lnTo>
                  <a:pt x="11675" y="3328"/>
                </a:lnTo>
                <a:lnTo>
                  <a:pt x="11674" y="3327"/>
                </a:lnTo>
                <a:lnTo>
                  <a:pt x="11673" y="3327"/>
                </a:lnTo>
                <a:lnTo>
                  <a:pt x="11673" y="3326"/>
                </a:lnTo>
                <a:lnTo>
                  <a:pt x="11672" y="3326"/>
                </a:lnTo>
                <a:lnTo>
                  <a:pt x="11671" y="3325"/>
                </a:lnTo>
                <a:lnTo>
                  <a:pt x="11670" y="3325"/>
                </a:lnTo>
                <a:lnTo>
                  <a:pt x="11669" y="3325"/>
                </a:lnTo>
                <a:lnTo>
                  <a:pt x="11669" y="3324"/>
                </a:lnTo>
                <a:lnTo>
                  <a:pt x="11668" y="3324"/>
                </a:lnTo>
                <a:lnTo>
                  <a:pt x="11667" y="3324"/>
                </a:lnTo>
                <a:lnTo>
                  <a:pt x="11667" y="3323"/>
                </a:lnTo>
                <a:lnTo>
                  <a:pt x="11666" y="3323"/>
                </a:lnTo>
                <a:lnTo>
                  <a:pt x="11665" y="3322"/>
                </a:lnTo>
                <a:lnTo>
                  <a:pt x="11664" y="3322"/>
                </a:lnTo>
                <a:lnTo>
                  <a:pt x="11663" y="3321"/>
                </a:lnTo>
                <a:lnTo>
                  <a:pt x="11662" y="3321"/>
                </a:lnTo>
                <a:lnTo>
                  <a:pt x="11661" y="3320"/>
                </a:lnTo>
                <a:lnTo>
                  <a:pt x="11660" y="3320"/>
                </a:lnTo>
                <a:lnTo>
                  <a:pt x="11659" y="3319"/>
                </a:lnTo>
                <a:lnTo>
                  <a:pt x="11658" y="3319"/>
                </a:lnTo>
                <a:lnTo>
                  <a:pt x="11657" y="3318"/>
                </a:lnTo>
                <a:lnTo>
                  <a:pt x="11656" y="3318"/>
                </a:lnTo>
                <a:lnTo>
                  <a:pt x="11656" y="3317"/>
                </a:lnTo>
                <a:lnTo>
                  <a:pt x="11655" y="3317"/>
                </a:lnTo>
                <a:lnTo>
                  <a:pt x="11654" y="3317"/>
                </a:lnTo>
                <a:lnTo>
                  <a:pt x="11653" y="3316"/>
                </a:lnTo>
                <a:lnTo>
                  <a:pt x="11652" y="3316"/>
                </a:lnTo>
                <a:lnTo>
                  <a:pt x="11652" y="3315"/>
                </a:lnTo>
                <a:lnTo>
                  <a:pt x="11651" y="3315"/>
                </a:lnTo>
                <a:lnTo>
                  <a:pt x="11650" y="3315"/>
                </a:lnTo>
                <a:lnTo>
                  <a:pt x="11650" y="3314"/>
                </a:lnTo>
                <a:lnTo>
                  <a:pt x="11649" y="3314"/>
                </a:lnTo>
                <a:lnTo>
                  <a:pt x="11648" y="3313"/>
                </a:lnTo>
                <a:lnTo>
                  <a:pt x="11647" y="3313"/>
                </a:lnTo>
                <a:lnTo>
                  <a:pt x="11646" y="3313"/>
                </a:lnTo>
                <a:lnTo>
                  <a:pt x="11646" y="3312"/>
                </a:lnTo>
                <a:lnTo>
                  <a:pt x="11645" y="3312"/>
                </a:lnTo>
                <a:lnTo>
                  <a:pt x="11644" y="3312"/>
                </a:lnTo>
                <a:lnTo>
                  <a:pt x="11644" y="3311"/>
                </a:lnTo>
                <a:lnTo>
                  <a:pt x="11643" y="3311"/>
                </a:lnTo>
                <a:lnTo>
                  <a:pt x="11642" y="3310"/>
                </a:lnTo>
                <a:lnTo>
                  <a:pt x="11641" y="3310"/>
                </a:lnTo>
                <a:lnTo>
                  <a:pt x="11640" y="3309"/>
                </a:lnTo>
                <a:lnTo>
                  <a:pt x="11639" y="3309"/>
                </a:lnTo>
                <a:lnTo>
                  <a:pt x="11638" y="3308"/>
                </a:lnTo>
                <a:lnTo>
                  <a:pt x="11637" y="3308"/>
                </a:lnTo>
                <a:lnTo>
                  <a:pt x="11636" y="3307"/>
                </a:lnTo>
                <a:lnTo>
                  <a:pt x="11635" y="3307"/>
                </a:lnTo>
                <a:lnTo>
                  <a:pt x="11635" y="3306"/>
                </a:lnTo>
                <a:lnTo>
                  <a:pt x="11634" y="3306"/>
                </a:lnTo>
                <a:lnTo>
                  <a:pt x="11633" y="3306"/>
                </a:lnTo>
                <a:lnTo>
                  <a:pt x="11633" y="3305"/>
                </a:lnTo>
                <a:lnTo>
                  <a:pt x="11632" y="3305"/>
                </a:lnTo>
                <a:lnTo>
                  <a:pt x="11631" y="3305"/>
                </a:lnTo>
                <a:lnTo>
                  <a:pt x="11630" y="3304"/>
                </a:lnTo>
                <a:lnTo>
                  <a:pt x="11629" y="3304"/>
                </a:lnTo>
                <a:lnTo>
                  <a:pt x="11629" y="3303"/>
                </a:lnTo>
                <a:lnTo>
                  <a:pt x="11628" y="3303"/>
                </a:lnTo>
                <a:lnTo>
                  <a:pt x="11627" y="3303"/>
                </a:lnTo>
                <a:lnTo>
                  <a:pt x="11627" y="3302"/>
                </a:lnTo>
                <a:lnTo>
                  <a:pt x="11626" y="3302"/>
                </a:lnTo>
                <a:lnTo>
                  <a:pt x="11625" y="3301"/>
                </a:lnTo>
                <a:lnTo>
                  <a:pt x="11624" y="3301"/>
                </a:lnTo>
                <a:lnTo>
                  <a:pt x="11623" y="3301"/>
                </a:lnTo>
                <a:lnTo>
                  <a:pt x="11623" y="3300"/>
                </a:lnTo>
                <a:lnTo>
                  <a:pt x="11622" y="3300"/>
                </a:lnTo>
                <a:lnTo>
                  <a:pt x="11621" y="3299"/>
                </a:lnTo>
                <a:lnTo>
                  <a:pt x="11620" y="3299"/>
                </a:lnTo>
                <a:lnTo>
                  <a:pt x="11619" y="3298"/>
                </a:lnTo>
                <a:lnTo>
                  <a:pt x="11618" y="3298"/>
                </a:lnTo>
                <a:lnTo>
                  <a:pt x="11617" y="3297"/>
                </a:lnTo>
                <a:lnTo>
                  <a:pt x="11616" y="3297"/>
                </a:lnTo>
                <a:lnTo>
                  <a:pt x="11615" y="3296"/>
                </a:lnTo>
                <a:lnTo>
                  <a:pt x="11614" y="3296"/>
                </a:lnTo>
                <a:lnTo>
                  <a:pt x="11613" y="3295"/>
                </a:lnTo>
                <a:lnTo>
                  <a:pt x="11612" y="3295"/>
                </a:lnTo>
                <a:lnTo>
                  <a:pt x="11612" y="3294"/>
                </a:lnTo>
                <a:lnTo>
                  <a:pt x="11611" y="3294"/>
                </a:lnTo>
                <a:lnTo>
                  <a:pt x="11610" y="3294"/>
                </a:lnTo>
                <a:lnTo>
                  <a:pt x="11610" y="3293"/>
                </a:lnTo>
                <a:lnTo>
                  <a:pt x="11609" y="3293"/>
                </a:lnTo>
                <a:lnTo>
                  <a:pt x="11608" y="3293"/>
                </a:lnTo>
                <a:lnTo>
                  <a:pt x="11607" y="3292"/>
                </a:lnTo>
                <a:lnTo>
                  <a:pt x="11606" y="3292"/>
                </a:lnTo>
                <a:lnTo>
                  <a:pt x="11606" y="3291"/>
                </a:lnTo>
                <a:lnTo>
                  <a:pt x="11605" y="3291"/>
                </a:lnTo>
                <a:lnTo>
                  <a:pt x="11604" y="3290"/>
                </a:lnTo>
                <a:lnTo>
                  <a:pt x="11603" y="3290"/>
                </a:lnTo>
                <a:lnTo>
                  <a:pt x="11602" y="3289"/>
                </a:lnTo>
                <a:lnTo>
                  <a:pt x="11601" y="3289"/>
                </a:lnTo>
                <a:lnTo>
                  <a:pt x="11600" y="3289"/>
                </a:lnTo>
                <a:lnTo>
                  <a:pt x="11600" y="3288"/>
                </a:lnTo>
                <a:lnTo>
                  <a:pt x="11599" y="3288"/>
                </a:lnTo>
                <a:lnTo>
                  <a:pt x="11598" y="3287"/>
                </a:lnTo>
                <a:lnTo>
                  <a:pt x="11597" y="3287"/>
                </a:lnTo>
                <a:lnTo>
                  <a:pt x="11596" y="3286"/>
                </a:lnTo>
                <a:lnTo>
                  <a:pt x="11595" y="3286"/>
                </a:lnTo>
                <a:lnTo>
                  <a:pt x="11595" y="3285"/>
                </a:lnTo>
                <a:lnTo>
                  <a:pt x="11594" y="3285"/>
                </a:lnTo>
                <a:lnTo>
                  <a:pt x="11593" y="3285"/>
                </a:lnTo>
                <a:lnTo>
                  <a:pt x="11592" y="3284"/>
                </a:lnTo>
                <a:lnTo>
                  <a:pt x="11591" y="3284"/>
                </a:lnTo>
                <a:lnTo>
                  <a:pt x="11590" y="3283"/>
                </a:lnTo>
                <a:lnTo>
                  <a:pt x="11589" y="3283"/>
                </a:lnTo>
                <a:lnTo>
                  <a:pt x="11589" y="3282"/>
                </a:lnTo>
                <a:lnTo>
                  <a:pt x="11588" y="3282"/>
                </a:lnTo>
                <a:lnTo>
                  <a:pt x="11587" y="3282"/>
                </a:lnTo>
                <a:lnTo>
                  <a:pt x="11587" y="3281"/>
                </a:lnTo>
                <a:lnTo>
                  <a:pt x="11586" y="3281"/>
                </a:lnTo>
                <a:lnTo>
                  <a:pt x="11585" y="3281"/>
                </a:lnTo>
                <a:lnTo>
                  <a:pt x="11585" y="3280"/>
                </a:lnTo>
                <a:lnTo>
                  <a:pt x="11584" y="3280"/>
                </a:lnTo>
                <a:lnTo>
                  <a:pt x="11583" y="3280"/>
                </a:lnTo>
                <a:lnTo>
                  <a:pt x="11583" y="3279"/>
                </a:lnTo>
                <a:lnTo>
                  <a:pt x="11582" y="3279"/>
                </a:lnTo>
                <a:lnTo>
                  <a:pt x="11581" y="3278"/>
                </a:lnTo>
                <a:lnTo>
                  <a:pt x="11580" y="3278"/>
                </a:lnTo>
                <a:lnTo>
                  <a:pt x="11579" y="3277"/>
                </a:lnTo>
                <a:lnTo>
                  <a:pt x="11578" y="3277"/>
                </a:lnTo>
                <a:lnTo>
                  <a:pt x="11577" y="3277"/>
                </a:lnTo>
                <a:lnTo>
                  <a:pt x="11577" y="3276"/>
                </a:lnTo>
                <a:lnTo>
                  <a:pt x="11576" y="3276"/>
                </a:lnTo>
                <a:lnTo>
                  <a:pt x="11575" y="3275"/>
                </a:lnTo>
                <a:lnTo>
                  <a:pt x="11574" y="3275"/>
                </a:lnTo>
                <a:lnTo>
                  <a:pt x="11573" y="3274"/>
                </a:lnTo>
                <a:lnTo>
                  <a:pt x="11572" y="3274"/>
                </a:lnTo>
                <a:lnTo>
                  <a:pt x="11572" y="3273"/>
                </a:lnTo>
                <a:lnTo>
                  <a:pt x="11571" y="3273"/>
                </a:lnTo>
                <a:lnTo>
                  <a:pt x="11570" y="3273"/>
                </a:lnTo>
                <a:lnTo>
                  <a:pt x="11569" y="3272"/>
                </a:lnTo>
                <a:lnTo>
                  <a:pt x="11568" y="3272"/>
                </a:lnTo>
                <a:lnTo>
                  <a:pt x="11568" y="3271"/>
                </a:lnTo>
                <a:lnTo>
                  <a:pt x="11567" y="3271"/>
                </a:lnTo>
                <a:lnTo>
                  <a:pt x="11566" y="3271"/>
                </a:lnTo>
                <a:lnTo>
                  <a:pt x="11566" y="3270"/>
                </a:lnTo>
                <a:lnTo>
                  <a:pt x="11565" y="3270"/>
                </a:lnTo>
                <a:lnTo>
                  <a:pt x="11564" y="3269"/>
                </a:lnTo>
                <a:lnTo>
                  <a:pt x="11563" y="3269"/>
                </a:lnTo>
                <a:lnTo>
                  <a:pt x="11562" y="3268"/>
                </a:lnTo>
                <a:lnTo>
                  <a:pt x="11561" y="3268"/>
                </a:lnTo>
                <a:lnTo>
                  <a:pt x="11560" y="3268"/>
                </a:lnTo>
                <a:lnTo>
                  <a:pt x="11560" y="3267"/>
                </a:lnTo>
                <a:lnTo>
                  <a:pt x="11559" y="3267"/>
                </a:lnTo>
                <a:lnTo>
                  <a:pt x="11558" y="3266"/>
                </a:lnTo>
                <a:lnTo>
                  <a:pt x="11557" y="3266"/>
                </a:lnTo>
                <a:lnTo>
                  <a:pt x="11556" y="3265"/>
                </a:lnTo>
                <a:lnTo>
                  <a:pt x="11555" y="3265"/>
                </a:lnTo>
                <a:lnTo>
                  <a:pt x="11555" y="3264"/>
                </a:lnTo>
                <a:lnTo>
                  <a:pt x="11554" y="3264"/>
                </a:lnTo>
                <a:lnTo>
                  <a:pt x="11553" y="3264"/>
                </a:lnTo>
                <a:lnTo>
                  <a:pt x="11552" y="3263"/>
                </a:lnTo>
                <a:lnTo>
                  <a:pt x="11551" y="3263"/>
                </a:lnTo>
                <a:lnTo>
                  <a:pt x="11550" y="3262"/>
                </a:lnTo>
                <a:lnTo>
                  <a:pt x="11549" y="3262"/>
                </a:lnTo>
                <a:lnTo>
                  <a:pt x="11549" y="3261"/>
                </a:lnTo>
                <a:lnTo>
                  <a:pt x="11548" y="3261"/>
                </a:lnTo>
                <a:lnTo>
                  <a:pt x="11547" y="3260"/>
                </a:lnTo>
                <a:lnTo>
                  <a:pt x="11546" y="3260"/>
                </a:lnTo>
                <a:lnTo>
                  <a:pt x="11545" y="3260"/>
                </a:lnTo>
                <a:lnTo>
                  <a:pt x="11545" y="3259"/>
                </a:lnTo>
                <a:lnTo>
                  <a:pt x="11544" y="3259"/>
                </a:lnTo>
                <a:lnTo>
                  <a:pt x="11543" y="3259"/>
                </a:lnTo>
                <a:lnTo>
                  <a:pt x="11543" y="3258"/>
                </a:lnTo>
                <a:lnTo>
                  <a:pt x="11542" y="3258"/>
                </a:lnTo>
                <a:lnTo>
                  <a:pt x="11541" y="3257"/>
                </a:lnTo>
                <a:lnTo>
                  <a:pt x="11540" y="3257"/>
                </a:lnTo>
                <a:lnTo>
                  <a:pt x="11539" y="3256"/>
                </a:lnTo>
                <a:lnTo>
                  <a:pt x="11538" y="3256"/>
                </a:lnTo>
                <a:lnTo>
                  <a:pt x="11537" y="3255"/>
                </a:lnTo>
                <a:lnTo>
                  <a:pt x="11536" y="3255"/>
                </a:lnTo>
                <a:lnTo>
                  <a:pt x="11535" y="3254"/>
                </a:lnTo>
                <a:lnTo>
                  <a:pt x="11534" y="3254"/>
                </a:lnTo>
                <a:lnTo>
                  <a:pt x="11533" y="3253"/>
                </a:lnTo>
                <a:lnTo>
                  <a:pt x="11532" y="3253"/>
                </a:lnTo>
                <a:lnTo>
                  <a:pt x="11532" y="3252"/>
                </a:lnTo>
                <a:lnTo>
                  <a:pt x="11531" y="3252"/>
                </a:lnTo>
                <a:lnTo>
                  <a:pt x="11530" y="3252"/>
                </a:lnTo>
                <a:lnTo>
                  <a:pt x="11529" y="3251"/>
                </a:lnTo>
                <a:lnTo>
                  <a:pt x="11528" y="3251"/>
                </a:lnTo>
                <a:lnTo>
                  <a:pt x="11528" y="3250"/>
                </a:lnTo>
                <a:lnTo>
                  <a:pt x="11527" y="3250"/>
                </a:lnTo>
                <a:lnTo>
                  <a:pt x="11526" y="3250"/>
                </a:lnTo>
                <a:lnTo>
                  <a:pt x="11526" y="3249"/>
                </a:lnTo>
                <a:lnTo>
                  <a:pt x="11525" y="3249"/>
                </a:lnTo>
                <a:lnTo>
                  <a:pt x="11524" y="3248"/>
                </a:lnTo>
                <a:lnTo>
                  <a:pt x="11523" y="3248"/>
                </a:lnTo>
                <a:lnTo>
                  <a:pt x="11522" y="3248"/>
                </a:lnTo>
                <a:lnTo>
                  <a:pt x="11522" y="3247"/>
                </a:lnTo>
                <a:lnTo>
                  <a:pt x="11521" y="3247"/>
                </a:lnTo>
                <a:lnTo>
                  <a:pt x="11520" y="3247"/>
                </a:lnTo>
                <a:lnTo>
                  <a:pt x="11520" y="3246"/>
                </a:lnTo>
                <a:lnTo>
                  <a:pt x="11519" y="3246"/>
                </a:lnTo>
                <a:lnTo>
                  <a:pt x="11518" y="3245"/>
                </a:lnTo>
                <a:lnTo>
                  <a:pt x="11517" y="3245"/>
                </a:lnTo>
                <a:lnTo>
                  <a:pt x="11516" y="3244"/>
                </a:lnTo>
                <a:lnTo>
                  <a:pt x="11515" y="3244"/>
                </a:lnTo>
                <a:lnTo>
                  <a:pt x="11514" y="3243"/>
                </a:lnTo>
                <a:lnTo>
                  <a:pt x="11513" y="3243"/>
                </a:lnTo>
                <a:lnTo>
                  <a:pt x="11512" y="3242"/>
                </a:lnTo>
                <a:lnTo>
                  <a:pt x="11511" y="3242"/>
                </a:lnTo>
                <a:lnTo>
                  <a:pt x="11511" y="3241"/>
                </a:lnTo>
                <a:lnTo>
                  <a:pt x="11510" y="3241"/>
                </a:lnTo>
                <a:lnTo>
                  <a:pt x="11509" y="3241"/>
                </a:lnTo>
                <a:lnTo>
                  <a:pt x="11509" y="3240"/>
                </a:lnTo>
                <a:lnTo>
                  <a:pt x="11508" y="3240"/>
                </a:lnTo>
                <a:lnTo>
                  <a:pt x="11507" y="3240"/>
                </a:lnTo>
                <a:lnTo>
                  <a:pt x="11506" y="3239"/>
                </a:lnTo>
                <a:lnTo>
                  <a:pt x="11505" y="3239"/>
                </a:lnTo>
                <a:lnTo>
                  <a:pt x="11505" y="3238"/>
                </a:lnTo>
                <a:lnTo>
                  <a:pt x="11504" y="3238"/>
                </a:lnTo>
                <a:lnTo>
                  <a:pt x="11503" y="3238"/>
                </a:lnTo>
                <a:lnTo>
                  <a:pt x="11503" y="3237"/>
                </a:lnTo>
                <a:lnTo>
                  <a:pt x="11502" y="3237"/>
                </a:lnTo>
                <a:lnTo>
                  <a:pt x="11501" y="3236"/>
                </a:lnTo>
                <a:lnTo>
                  <a:pt x="11500" y="3236"/>
                </a:lnTo>
                <a:lnTo>
                  <a:pt x="11499" y="3236"/>
                </a:lnTo>
                <a:lnTo>
                  <a:pt x="11499" y="3235"/>
                </a:lnTo>
                <a:lnTo>
                  <a:pt x="11498" y="3235"/>
                </a:lnTo>
                <a:lnTo>
                  <a:pt x="11497" y="3234"/>
                </a:lnTo>
                <a:lnTo>
                  <a:pt x="11496" y="3234"/>
                </a:lnTo>
                <a:lnTo>
                  <a:pt x="11495" y="3233"/>
                </a:lnTo>
                <a:lnTo>
                  <a:pt x="11494" y="3233"/>
                </a:lnTo>
                <a:lnTo>
                  <a:pt x="11493" y="3232"/>
                </a:lnTo>
                <a:lnTo>
                  <a:pt x="11492" y="3232"/>
                </a:lnTo>
                <a:lnTo>
                  <a:pt x="11491" y="3231"/>
                </a:lnTo>
                <a:lnTo>
                  <a:pt x="11490" y="3231"/>
                </a:lnTo>
                <a:lnTo>
                  <a:pt x="11489" y="3230"/>
                </a:lnTo>
                <a:lnTo>
                  <a:pt x="11488" y="3230"/>
                </a:lnTo>
                <a:lnTo>
                  <a:pt x="11488" y="3229"/>
                </a:lnTo>
                <a:lnTo>
                  <a:pt x="11487" y="3229"/>
                </a:lnTo>
                <a:lnTo>
                  <a:pt x="11486" y="3229"/>
                </a:lnTo>
                <a:lnTo>
                  <a:pt x="11486" y="3228"/>
                </a:lnTo>
                <a:lnTo>
                  <a:pt x="11485" y="3228"/>
                </a:lnTo>
                <a:lnTo>
                  <a:pt x="11484" y="3228"/>
                </a:lnTo>
                <a:lnTo>
                  <a:pt x="11483" y="3227"/>
                </a:lnTo>
                <a:lnTo>
                  <a:pt x="11482" y="3227"/>
                </a:lnTo>
                <a:lnTo>
                  <a:pt x="11482" y="3226"/>
                </a:lnTo>
                <a:lnTo>
                  <a:pt x="11481" y="3226"/>
                </a:lnTo>
                <a:lnTo>
                  <a:pt x="11480" y="3225"/>
                </a:lnTo>
                <a:lnTo>
                  <a:pt x="11479" y="3225"/>
                </a:lnTo>
                <a:lnTo>
                  <a:pt x="11478" y="3224"/>
                </a:lnTo>
                <a:lnTo>
                  <a:pt x="11477" y="3224"/>
                </a:lnTo>
                <a:lnTo>
                  <a:pt x="11476" y="3224"/>
                </a:lnTo>
                <a:lnTo>
                  <a:pt x="11476" y="3223"/>
                </a:lnTo>
                <a:lnTo>
                  <a:pt x="11475" y="3223"/>
                </a:lnTo>
                <a:lnTo>
                  <a:pt x="11474" y="3222"/>
                </a:lnTo>
                <a:lnTo>
                  <a:pt x="11473" y="3222"/>
                </a:lnTo>
                <a:lnTo>
                  <a:pt x="11472" y="3221"/>
                </a:lnTo>
                <a:lnTo>
                  <a:pt x="11471" y="3221"/>
                </a:lnTo>
                <a:lnTo>
                  <a:pt x="11471" y="3220"/>
                </a:lnTo>
                <a:lnTo>
                  <a:pt x="11470" y="3220"/>
                </a:lnTo>
                <a:lnTo>
                  <a:pt x="11469" y="3220"/>
                </a:lnTo>
                <a:lnTo>
                  <a:pt x="11468" y="3219"/>
                </a:lnTo>
                <a:lnTo>
                  <a:pt x="11467" y="3219"/>
                </a:lnTo>
                <a:lnTo>
                  <a:pt x="11466" y="3218"/>
                </a:lnTo>
                <a:lnTo>
                  <a:pt x="11465" y="3218"/>
                </a:lnTo>
                <a:lnTo>
                  <a:pt x="11465" y="3217"/>
                </a:lnTo>
                <a:lnTo>
                  <a:pt x="11464" y="3217"/>
                </a:lnTo>
                <a:lnTo>
                  <a:pt x="11463" y="3217"/>
                </a:lnTo>
                <a:lnTo>
                  <a:pt x="11463" y="3216"/>
                </a:lnTo>
                <a:lnTo>
                  <a:pt x="11462" y="3216"/>
                </a:lnTo>
                <a:lnTo>
                  <a:pt x="11461" y="3216"/>
                </a:lnTo>
                <a:lnTo>
                  <a:pt x="11461" y="3215"/>
                </a:lnTo>
                <a:lnTo>
                  <a:pt x="11460" y="3215"/>
                </a:lnTo>
                <a:lnTo>
                  <a:pt x="11459" y="3215"/>
                </a:lnTo>
                <a:lnTo>
                  <a:pt x="11459" y="3214"/>
                </a:lnTo>
                <a:lnTo>
                  <a:pt x="11458" y="3214"/>
                </a:lnTo>
                <a:lnTo>
                  <a:pt x="11457" y="3213"/>
                </a:lnTo>
                <a:lnTo>
                  <a:pt x="11456" y="3213"/>
                </a:lnTo>
                <a:lnTo>
                  <a:pt x="11455" y="3212"/>
                </a:lnTo>
                <a:lnTo>
                  <a:pt x="11454" y="3212"/>
                </a:lnTo>
                <a:lnTo>
                  <a:pt x="11453" y="3212"/>
                </a:lnTo>
                <a:lnTo>
                  <a:pt x="11453" y="3211"/>
                </a:lnTo>
                <a:lnTo>
                  <a:pt x="11452" y="3211"/>
                </a:lnTo>
                <a:lnTo>
                  <a:pt x="11451" y="3210"/>
                </a:lnTo>
                <a:lnTo>
                  <a:pt x="11450" y="3210"/>
                </a:lnTo>
                <a:lnTo>
                  <a:pt x="11449" y="3209"/>
                </a:lnTo>
                <a:lnTo>
                  <a:pt x="11448" y="3209"/>
                </a:lnTo>
                <a:lnTo>
                  <a:pt x="11448" y="3208"/>
                </a:lnTo>
                <a:lnTo>
                  <a:pt x="11447" y="3208"/>
                </a:lnTo>
                <a:lnTo>
                  <a:pt x="11446" y="3208"/>
                </a:lnTo>
                <a:lnTo>
                  <a:pt x="11445" y="3207"/>
                </a:lnTo>
                <a:lnTo>
                  <a:pt x="11444" y="3207"/>
                </a:lnTo>
                <a:lnTo>
                  <a:pt x="11444" y="3206"/>
                </a:lnTo>
                <a:lnTo>
                  <a:pt x="11443" y="3206"/>
                </a:lnTo>
                <a:lnTo>
                  <a:pt x="11442" y="3206"/>
                </a:lnTo>
                <a:lnTo>
                  <a:pt x="11442" y="3205"/>
                </a:lnTo>
                <a:lnTo>
                  <a:pt x="11441" y="3205"/>
                </a:lnTo>
                <a:lnTo>
                  <a:pt x="11440" y="3204"/>
                </a:lnTo>
                <a:lnTo>
                  <a:pt x="11439" y="3204"/>
                </a:lnTo>
                <a:lnTo>
                  <a:pt x="11438" y="3204"/>
                </a:lnTo>
                <a:lnTo>
                  <a:pt x="11438" y="3203"/>
                </a:lnTo>
                <a:lnTo>
                  <a:pt x="11437" y="3203"/>
                </a:lnTo>
                <a:lnTo>
                  <a:pt x="11436" y="3203"/>
                </a:lnTo>
                <a:lnTo>
                  <a:pt x="11436" y="3202"/>
                </a:lnTo>
                <a:lnTo>
                  <a:pt x="11435" y="3202"/>
                </a:lnTo>
                <a:lnTo>
                  <a:pt x="11434" y="3201"/>
                </a:lnTo>
                <a:lnTo>
                  <a:pt x="11433" y="3201"/>
                </a:lnTo>
                <a:lnTo>
                  <a:pt x="11432" y="3200"/>
                </a:lnTo>
                <a:lnTo>
                  <a:pt x="11431" y="3200"/>
                </a:lnTo>
                <a:lnTo>
                  <a:pt x="11430" y="3199"/>
                </a:lnTo>
                <a:lnTo>
                  <a:pt x="11429" y="3199"/>
                </a:lnTo>
                <a:lnTo>
                  <a:pt x="11428" y="3198"/>
                </a:lnTo>
                <a:lnTo>
                  <a:pt x="11427" y="3198"/>
                </a:lnTo>
                <a:lnTo>
                  <a:pt x="11426" y="3197"/>
                </a:lnTo>
                <a:lnTo>
                  <a:pt x="11425" y="3197"/>
                </a:lnTo>
                <a:lnTo>
                  <a:pt x="11425" y="3196"/>
                </a:lnTo>
                <a:lnTo>
                  <a:pt x="11424" y="3196"/>
                </a:lnTo>
                <a:lnTo>
                  <a:pt x="11423" y="3196"/>
                </a:lnTo>
                <a:lnTo>
                  <a:pt x="11422" y="3195"/>
                </a:lnTo>
                <a:lnTo>
                  <a:pt x="11421" y="3195"/>
                </a:lnTo>
                <a:lnTo>
                  <a:pt x="11421" y="3194"/>
                </a:lnTo>
                <a:lnTo>
                  <a:pt x="11420" y="3194"/>
                </a:lnTo>
                <a:lnTo>
                  <a:pt x="11419" y="3194"/>
                </a:lnTo>
                <a:lnTo>
                  <a:pt x="11419" y="3193"/>
                </a:lnTo>
                <a:lnTo>
                  <a:pt x="11418" y="3193"/>
                </a:lnTo>
                <a:lnTo>
                  <a:pt x="11417" y="3192"/>
                </a:lnTo>
                <a:lnTo>
                  <a:pt x="11416" y="3192"/>
                </a:lnTo>
                <a:lnTo>
                  <a:pt x="11415" y="3192"/>
                </a:lnTo>
                <a:lnTo>
                  <a:pt x="11415" y="3191"/>
                </a:lnTo>
                <a:lnTo>
                  <a:pt x="11414" y="3191"/>
                </a:lnTo>
                <a:lnTo>
                  <a:pt x="11413" y="3190"/>
                </a:lnTo>
                <a:lnTo>
                  <a:pt x="11412" y="3190"/>
                </a:lnTo>
                <a:lnTo>
                  <a:pt x="11411" y="3189"/>
                </a:lnTo>
                <a:lnTo>
                  <a:pt x="11410" y="3189"/>
                </a:lnTo>
                <a:lnTo>
                  <a:pt x="11409" y="3188"/>
                </a:lnTo>
                <a:lnTo>
                  <a:pt x="11408" y="3188"/>
                </a:lnTo>
                <a:lnTo>
                  <a:pt x="11407" y="3187"/>
                </a:lnTo>
                <a:lnTo>
                  <a:pt x="11406" y="3187"/>
                </a:lnTo>
                <a:lnTo>
                  <a:pt x="11405" y="3186"/>
                </a:lnTo>
                <a:lnTo>
                  <a:pt x="11404" y="3186"/>
                </a:lnTo>
                <a:lnTo>
                  <a:pt x="11404" y="3185"/>
                </a:lnTo>
                <a:lnTo>
                  <a:pt x="11403" y="3185"/>
                </a:lnTo>
                <a:lnTo>
                  <a:pt x="11402" y="3185"/>
                </a:lnTo>
                <a:lnTo>
                  <a:pt x="11402" y="3184"/>
                </a:lnTo>
                <a:lnTo>
                  <a:pt x="11401" y="3184"/>
                </a:lnTo>
                <a:lnTo>
                  <a:pt x="11400" y="3184"/>
                </a:lnTo>
                <a:lnTo>
                  <a:pt x="11399" y="3183"/>
                </a:lnTo>
                <a:lnTo>
                  <a:pt x="11398" y="3183"/>
                </a:lnTo>
                <a:lnTo>
                  <a:pt x="11398" y="3182"/>
                </a:lnTo>
                <a:lnTo>
                  <a:pt x="11397" y="3182"/>
                </a:lnTo>
                <a:lnTo>
                  <a:pt x="11396" y="3182"/>
                </a:lnTo>
                <a:lnTo>
                  <a:pt x="11396" y="3181"/>
                </a:lnTo>
                <a:lnTo>
                  <a:pt x="11395" y="3181"/>
                </a:lnTo>
                <a:lnTo>
                  <a:pt x="11394" y="3180"/>
                </a:lnTo>
                <a:lnTo>
                  <a:pt x="11393" y="3180"/>
                </a:lnTo>
                <a:lnTo>
                  <a:pt x="11392" y="3180"/>
                </a:lnTo>
                <a:lnTo>
                  <a:pt x="11392" y="3179"/>
                </a:lnTo>
                <a:lnTo>
                  <a:pt x="11391" y="3179"/>
                </a:lnTo>
                <a:lnTo>
                  <a:pt x="11390" y="3178"/>
                </a:lnTo>
                <a:lnTo>
                  <a:pt x="11389" y="3178"/>
                </a:lnTo>
                <a:lnTo>
                  <a:pt x="11388" y="3177"/>
                </a:lnTo>
                <a:lnTo>
                  <a:pt x="11387" y="3177"/>
                </a:lnTo>
                <a:lnTo>
                  <a:pt x="11387" y="3176"/>
                </a:lnTo>
                <a:lnTo>
                  <a:pt x="11386" y="3176"/>
                </a:lnTo>
                <a:lnTo>
                  <a:pt x="11385" y="3176"/>
                </a:lnTo>
                <a:lnTo>
                  <a:pt x="11384" y="3175"/>
                </a:lnTo>
                <a:lnTo>
                  <a:pt x="11383" y="3175"/>
                </a:lnTo>
                <a:lnTo>
                  <a:pt x="11382" y="3174"/>
                </a:lnTo>
                <a:lnTo>
                  <a:pt x="11381" y="3174"/>
                </a:lnTo>
                <a:lnTo>
                  <a:pt x="11381" y="3173"/>
                </a:lnTo>
                <a:lnTo>
                  <a:pt x="11380" y="3173"/>
                </a:lnTo>
                <a:lnTo>
                  <a:pt x="11379" y="3173"/>
                </a:lnTo>
                <a:lnTo>
                  <a:pt x="11379" y="3172"/>
                </a:lnTo>
                <a:lnTo>
                  <a:pt x="11378" y="3172"/>
                </a:lnTo>
                <a:lnTo>
                  <a:pt x="11377" y="3172"/>
                </a:lnTo>
                <a:lnTo>
                  <a:pt x="11377" y="3171"/>
                </a:lnTo>
                <a:lnTo>
                  <a:pt x="11376" y="3171"/>
                </a:lnTo>
                <a:lnTo>
                  <a:pt x="11375" y="3171"/>
                </a:lnTo>
                <a:lnTo>
                  <a:pt x="11375" y="3170"/>
                </a:lnTo>
                <a:lnTo>
                  <a:pt x="11374" y="3170"/>
                </a:lnTo>
                <a:lnTo>
                  <a:pt x="11373" y="3169"/>
                </a:lnTo>
                <a:lnTo>
                  <a:pt x="11372" y="3169"/>
                </a:lnTo>
                <a:lnTo>
                  <a:pt x="11371" y="3168"/>
                </a:lnTo>
                <a:lnTo>
                  <a:pt x="11370" y="3168"/>
                </a:lnTo>
                <a:lnTo>
                  <a:pt x="11369" y="3168"/>
                </a:lnTo>
                <a:lnTo>
                  <a:pt x="11369" y="3167"/>
                </a:lnTo>
                <a:lnTo>
                  <a:pt x="11368" y="3167"/>
                </a:lnTo>
                <a:lnTo>
                  <a:pt x="11367" y="3166"/>
                </a:lnTo>
                <a:lnTo>
                  <a:pt x="11366" y="3166"/>
                </a:lnTo>
                <a:lnTo>
                  <a:pt x="11365" y="3165"/>
                </a:lnTo>
                <a:lnTo>
                  <a:pt x="11364" y="3165"/>
                </a:lnTo>
                <a:lnTo>
                  <a:pt x="11364" y="3164"/>
                </a:lnTo>
                <a:lnTo>
                  <a:pt x="11363" y="3164"/>
                </a:lnTo>
                <a:lnTo>
                  <a:pt x="11362" y="3164"/>
                </a:lnTo>
                <a:lnTo>
                  <a:pt x="11361" y="3163"/>
                </a:lnTo>
                <a:lnTo>
                  <a:pt x="11360" y="3163"/>
                </a:lnTo>
                <a:lnTo>
                  <a:pt x="11359" y="3162"/>
                </a:lnTo>
                <a:lnTo>
                  <a:pt x="11358" y="3162"/>
                </a:lnTo>
                <a:lnTo>
                  <a:pt x="11358" y="3161"/>
                </a:lnTo>
                <a:lnTo>
                  <a:pt x="11357" y="3161"/>
                </a:lnTo>
                <a:lnTo>
                  <a:pt x="11356" y="3160"/>
                </a:lnTo>
                <a:lnTo>
                  <a:pt x="11355" y="3160"/>
                </a:lnTo>
                <a:lnTo>
                  <a:pt x="11354" y="3160"/>
                </a:lnTo>
                <a:lnTo>
                  <a:pt x="11354" y="3159"/>
                </a:lnTo>
                <a:lnTo>
                  <a:pt x="11353" y="3159"/>
                </a:lnTo>
                <a:lnTo>
                  <a:pt x="11352" y="3159"/>
                </a:lnTo>
                <a:lnTo>
                  <a:pt x="11352" y="3158"/>
                </a:lnTo>
                <a:lnTo>
                  <a:pt x="11351" y="3158"/>
                </a:lnTo>
                <a:lnTo>
                  <a:pt x="11350" y="3157"/>
                </a:lnTo>
                <a:lnTo>
                  <a:pt x="11349" y="3157"/>
                </a:lnTo>
                <a:lnTo>
                  <a:pt x="11348" y="3156"/>
                </a:lnTo>
                <a:lnTo>
                  <a:pt x="11347" y="3156"/>
                </a:lnTo>
                <a:lnTo>
                  <a:pt x="11346" y="3155"/>
                </a:lnTo>
                <a:lnTo>
                  <a:pt x="11345" y="3155"/>
                </a:lnTo>
                <a:lnTo>
                  <a:pt x="11344" y="3154"/>
                </a:lnTo>
                <a:lnTo>
                  <a:pt x="11343" y="3154"/>
                </a:lnTo>
                <a:lnTo>
                  <a:pt x="11342" y="3153"/>
                </a:lnTo>
                <a:lnTo>
                  <a:pt x="11341" y="3153"/>
                </a:lnTo>
                <a:lnTo>
                  <a:pt x="11341" y="3152"/>
                </a:lnTo>
                <a:lnTo>
                  <a:pt x="11340" y="3152"/>
                </a:lnTo>
                <a:lnTo>
                  <a:pt x="11339" y="3152"/>
                </a:lnTo>
                <a:lnTo>
                  <a:pt x="11338" y="3151"/>
                </a:lnTo>
                <a:lnTo>
                  <a:pt x="11337" y="3151"/>
                </a:lnTo>
                <a:lnTo>
                  <a:pt x="11337" y="3150"/>
                </a:lnTo>
                <a:lnTo>
                  <a:pt x="11336" y="3150"/>
                </a:lnTo>
                <a:lnTo>
                  <a:pt x="11335" y="3150"/>
                </a:lnTo>
                <a:lnTo>
                  <a:pt x="11335" y="3149"/>
                </a:lnTo>
                <a:lnTo>
                  <a:pt x="11334" y="3149"/>
                </a:lnTo>
                <a:lnTo>
                  <a:pt x="11333" y="3148"/>
                </a:lnTo>
                <a:lnTo>
                  <a:pt x="11332" y="3148"/>
                </a:lnTo>
                <a:lnTo>
                  <a:pt x="11331" y="3148"/>
                </a:lnTo>
                <a:lnTo>
                  <a:pt x="11331" y="3147"/>
                </a:lnTo>
                <a:lnTo>
                  <a:pt x="11330" y="3147"/>
                </a:lnTo>
                <a:lnTo>
                  <a:pt x="11329" y="3147"/>
                </a:lnTo>
                <a:lnTo>
                  <a:pt x="11329" y="3146"/>
                </a:lnTo>
                <a:lnTo>
                  <a:pt x="11328" y="3146"/>
                </a:lnTo>
                <a:lnTo>
                  <a:pt x="11327" y="3145"/>
                </a:lnTo>
                <a:lnTo>
                  <a:pt x="11326" y="3145"/>
                </a:lnTo>
                <a:lnTo>
                  <a:pt x="11325" y="3144"/>
                </a:lnTo>
                <a:lnTo>
                  <a:pt x="11324" y="3144"/>
                </a:lnTo>
                <a:lnTo>
                  <a:pt x="11323" y="3143"/>
                </a:lnTo>
                <a:lnTo>
                  <a:pt x="11322" y="3143"/>
                </a:lnTo>
                <a:lnTo>
                  <a:pt x="11321" y="3142"/>
                </a:lnTo>
                <a:lnTo>
                  <a:pt x="11320" y="3142"/>
                </a:lnTo>
                <a:lnTo>
                  <a:pt x="11320" y="3141"/>
                </a:lnTo>
                <a:lnTo>
                  <a:pt x="11319" y="3141"/>
                </a:lnTo>
                <a:lnTo>
                  <a:pt x="11318" y="3141"/>
                </a:lnTo>
                <a:lnTo>
                  <a:pt x="11318" y="3140"/>
                </a:lnTo>
                <a:lnTo>
                  <a:pt x="11317" y="3140"/>
                </a:lnTo>
                <a:lnTo>
                  <a:pt x="11316" y="3140"/>
                </a:lnTo>
                <a:lnTo>
                  <a:pt x="11315" y="3139"/>
                </a:lnTo>
                <a:lnTo>
                  <a:pt x="11314" y="3139"/>
                </a:lnTo>
                <a:lnTo>
                  <a:pt x="11314" y="3138"/>
                </a:lnTo>
                <a:lnTo>
                  <a:pt x="11313" y="3138"/>
                </a:lnTo>
                <a:lnTo>
                  <a:pt x="11312" y="3138"/>
                </a:lnTo>
                <a:lnTo>
                  <a:pt x="11312" y="3137"/>
                </a:lnTo>
                <a:lnTo>
                  <a:pt x="11311" y="3137"/>
                </a:lnTo>
                <a:lnTo>
                  <a:pt x="11310" y="3136"/>
                </a:lnTo>
                <a:lnTo>
                  <a:pt x="11309" y="3136"/>
                </a:lnTo>
                <a:lnTo>
                  <a:pt x="11308" y="3136"/>
                </a:lnTo>
                <a:lnTo>
                  <a:pt x="11308" y="3135"/>
                </a:lnTo>
                <a:lnTo>
                  <a:pt x="11307" y="3135"/>
                </a:lnTo>
                <a:lnTo>
                  <a:pt x="11306" y="3134"/>
                </a:lnTo>
                <a:lnTo>
                  <a:pt x="11305" y="3134"/>
                </a:lnTo>
                <a:lnTo>
                  <a:pt x="11304" y="3133"/>
                </a:lnTo>
                <a:lnTo>
                  <a:pt x="11303" y="3133"/>
                </a:lnTo>
                <a:lnTo>
                  <a:pt x="11302" y="3132"/>
                </a:lnTo>
                <a:lnTo>
                  <a:pt x="11301" y="3132"/>
                </a:lnTo>
                <a:lnTo>
                  <a:pt x="11300" y="3131"/>
                </a:lnTo>
                <a:lnTo>
                  <a:pt x="11299" y="3131"/>
                </a:lnTo>
                <a:lnTo>
                  <a:pt x="11298" y="3130"/>
                </a:lnTo>
                <a:lnTo>
                  <a:pt x="11297" y="3130"/>
                </a:lnTo>
                <a:lnTo>
                  <a:pt x="11297" y="3129"/>
                </a:lnTo>
                <a:lnTo>
                  <a:pt x="11296" y="3129"/>
                </a:lnTo>
                <a:lnTo>
                  <a:pt x="11295" y="3129"/>
                </a:lnTo>
                <a:lnTo>
                  <a:pt x="11295" y="3128"/>
                </a:lnTo>
                <a:lnTo>
                  <a:pt x="11294" y="3128"/>
                </a:lnTo>
                <a:lnTo>
                  <a:pt x="11293" y="3128"/>
                </a:lnTo>
                <a:lnTo>
                  <a:pt x="11292" y="3127"/>
                </a:lnTo>
                <a:lnTo>
                  <a:pt x="11291" y="3127"/>
                </a:lnTo>
                <a:lnTo>
                  <a:pt x="11291" y="3126"/>
                </a:lnTo>
                <a:lnTo>
                  <a:pt x="11290" y="3126"/>
                </a:lnTo>
                <a:lnTo>
                  <a:pt x="11289" y="3125"/>
                </a:lnTo>
                <a:lnTo>
                  <a:pt x="11288" y="3125"/>
                </a:lnTo>
                <a:lnTo>
                  <a:pt x="11287" y="3124"/>
                </a:lnTo>
                <a:lnTo>
                  <a:pt x="11286" y="3124"/>
                </a:lnTo>
                <a:lnTo>
                  <a:pt x="11285" y="3124"/>
                </a:lnTo>
                <a:lnTo>
                  <a:pt x="11285" y="3123"/>
                </a:lnTo>
                <a:lnTo>
                  <a:pt x="11284" y="3123"/>
                </a:lnTo>
                <a:lnTo>
                  <a:pt x="11283" y="3122"/>
                </a:lnTo>
                <a:lnTo>
                  <a:pt x="11282" y="3122"/>
                </a:lnTo>
                <a:lnTo>
                  <a:pt x="11281" y="3121"/>
                </a:lnTo>
                <a:lnTo>
                  <a:pt x="11280" y="3121"/>
                </a:lnTo>
                <a:lnTo>
                  <a:pt x="11280" y="3120"/>
                </a:lnTo>
                <a:lnTo>
                  <a:pt x="11279" y="3120"/>
                </a:lnTo>
                <a:lnTo>
                  <a:pt x="11278" y="3120"/>
                </a:lnTo>
                <a:lnTo>
                  <a:pt x="11277" y="3119"/>
                </a:lnTo>
                <a:lnTo>
                  <a:pt x="11276" y="3119"/>
                </a:lnTo>
                <a:lnTo>
                  <a:pt x="11275" y="3118"/>
                </a:lnTo>
                <a:lnTo>
                  <a:pt x="11274" y="3118"/>
                </a:lnTo>
                <a:lnTo>
                  <a:pt x="11274" y="3117"/>
                </a:lnTo>
                <a:lnTo>
                  <a:pt x="11273" y="3117"/>
                </a:lnTo>
                <a:lnTo>
                  <a:pt x="11272" y="3117"/>
                </a:lnTo>
                <a:lnTo>
                  <a:pt x="11272" y="3116"/>
                </a:lnTo>
                <a:lnTo>
                  <a:pt x="11271" y="3116"/>
                </a:lnTo>
                <a:lnTo>
                  <a:pt x="11270" y="3116"/>
                </a:lnTo>
                <a:lnTo>
                  <a:pt x="11270" y="3115"/>
                </a:lnTo>
                <a:lnTo>
                  <a:pt x="11269" y="3115"/>
                </a:lnTo>
                <a:lnTo>
                  <a:pt x="11268" y="3115"/>
                </a:lnTo>
                <a:lnTo>
                  <a:pt x="11268" y="3114"/>
                </a:lnTo>
                <a:lnTo>
                  <a:pt x="11267" y="3114"/>
                </a:lnTo>
                <a:lnTo>
                  <a:pt x="11266" y="3113"/>
                </a:lnTo>
                <a:lnTo>
                  <a:pt x="11265" y="3113"/>
                </a:lnTo>
                <a:lnTo>
                  <a:pt x="11264" y="3112"/>
                </a:lnTo>
                <a:lnTo>
                  <a:pt x="11263" y="3112"/>
                </a:lnTo>
                <a:lnTo>
                  <a:pt x="11262" y="3112"/>
                </a:lnTo>
                <a:lnTo>
                  <a:pt x="11262" y="3111"/>
                </a:lnTo>
                <a:lnTo>
                  <a:pt x="11261" y="3111"/>
                </a:lnTo>
                <a:lnTo>
                  <a:pt x="11260" y="3110"/>
                </a:lnTo>
                <a:lnTo>
                  <a:pt x="11259" y="3110"/>
                </a:lnTo>
                <a:lnTo>
                  <a:pt x="11258" y="3109"/>
                </a:lnTo>
                <a:lnTo>
                  <a:pt x="11257" y="3109"/>
                </a:lnTo>
                <a:lnTo>
                  <a:pt x="11257" y="3108"/>
                </a:lnTo>
                <a:lnTo>
                  <a:pt x="11256" y="3108"/>
                </a:lnTo>
                <a:lnTo>
                  <a:pt x="11255" y="3108"/>
                </a:lnTo>
                <a:lnTo>
                  <a:pt x="11254" y="3107"/>
                </a:lnTo>
                <a:lnTo>
                  <a:pt x="11253" y="3107"/>
                </a:lnTo>
                <a:lnTo>
                  <a:pt x="11253" y="3106"/>
                </a:lnTo>
                <a:lnTo>
                  <a:pt x="11252" y="3106"/>
                </a:lnTo>
                <a:lnTo>
                  <a:pt x="11251" y="3106"/>
                </a:lnTo>
                <a:lnTo>
                  <a:pt x="11251" y="3105"/>
                </a:lnTo>
                <a:lnTo>
                  <a:pt x="11250" y="3105"/>
                </a:lnTo>
                <a:lnTo>
                  <a:pt x="11249" y="3104"/>
                </a:lnTo>
                <a:lnTo>
                  <a:pt x="11248" y="3104"/>
                </a:lnTo>
                <a:lnTo>
                  <a:pt x="11247" y="3103"/>
                </a:lnTo>
                <a:lnTo>
                  <a:pt x="11246" y="3103"/>
                </a:lnTo>
                <a:lnTo>
                  <a:pt x="11245" y="3103"/>
                </a:lnTo>
                <a:lnTo>
                  <a:pt x="11245" y="3102"/>
                </a:lnTo>
                <a:lnTo>
                  <a:pt x="11244" y="3102"/>
                </a:lnTo>
                <a:lnTo>
                  <a:pt x="11243" y="3101"/>
                </a:lnTo>
                <a:lnTo>
                  <a:pt x="11242" y="3101"/>
                </a:lnTo>
                <a:lnTo>
                  <a:pt x="11241" y="3100"/>
                </a:lnTo>
                <a:lnTo>
                  <a:pt x="11240" y="3100"/>
                </a:lnTo>
                <a:lnTo>
                  <a:pt x="11240" y="3099"/>
                </a:lnTo>
                <a:lnTo>
                  <a:pt x="11239" y="3099"/>
                </a:lnTo>
                <a:lnTo>
                  <a:pt x="11238" y="3099"/>
                </a:lnTo>
                <a:lnTo>
                  <a:pt x="11237" y="3098"/>
                </a:lnTo>
                <a:lnTo>
                  <a:pt x="11236" y="3098"/>
                </a:lnTo>
                <a:lnTo>
                  <a:pt x="11235" y="3097"/>
                </a:lnTo>
                <a:lnTo>
                  <a:pt x="11234" y="3097"/>
                </a:lnTo>
                <a:lnTo>
                  <a:pt x="11234" y="3096"/>
                </a:lnTo>
                <a:lnTo>
                  <a:pt x="11233" y="3096"/>
                </a:lnTo>
                <a:lnTo>
                  <a:pt x="11232" y="3095"/>
                </a:lnTo>
                <a:lnTo>
                  <a:pt x="11231" y="3095"/>
                </a:lnTo>
                <a:lnTo>
                  <a:pt x="11230" y="3095"/>
                </a:lnTo>
                <a:lnTo>
                  <a:pt x="11230" y="3094"/>
                </a:lnTo>
                <a:lnTo>
                  <a:pt x="11229" y="3094"/>
                </a:lnTo>
                <a:lnTo>
                  <a:pt x="11228" y="3094"/>
                </a:lnTo>
                <a:lnTo>
                  <a:pt x="11228" y="3093"/>
                </a:lnTo>
                <a:lnTo>
                  <a:pt x="11227" y="3093"/>
                </a:lnTo>
                <a:lnTo>
                  <a:pt x="11226" y="3092"/>
                </a:lnTo>
                <a:lnTo>
                  <a:pt x="11225" y="3092"/>
                </a:lnTo>
                <a:lnTo>
                  <a:pt x="11224" y="3091"/>
                </a:lnTo>
                <a:lnTo>
                  <a:pt x="11223" y="3091"/>
                </a:lnTo>
                <a:lnTo>
                  <a:pt x="11222" y="3090"/>
                </a:lnTo>
                <a:lnTo>
                  <a:pt x="11221" y="3090"/>
                </a:lnTo>
                <a:lnTo>
                  <a:pt x="11220" y="3089"/>
                </a:lnTo>
                <a:lnTo>
                  <a:pt x="11219" y="3089"/>
                </a:lnTo>
                <a:lnTo>
                  <a:pt x="11218" y="3088"/>
                </a:lnTo>
                <a:lnTo>
                  <a:pt x="11217" y="3088"/>
                </a:lnTo>
                <a:lnTo>
                  <a:pt x="11217" y="3087"/>
                </a:lnTo>
                <a:lnTo>
                  <a:pt x="11216" y="3087"/>
                </a:lnTo>
                <a:lnTo>
                  <a:pt x="11215" y="3087"/>
                </a:lnTo>
                <a:lnTo>
                  <a:pt x="11214" y="3086"/>
                </a:lnTo>
                <a:lnTo>
                  <a:pt x="11213" y="3086"/>
                </a:lnTo>
                <a:lnTo>
                  <a:pt x="11213" y="3085"/>
                </a:lnTo>
                <a:lnTo>
                  <a:pt x="11212" y="3085"/>
                </a:lnTo>
                <a:lnTo>
                  <a:pt x="11211" y="3085"/>
                </a:lnTo>
                <a:lnTo>
                  <a:pt x="11211" y="3084"/>
                </a:lnTo>
                <a:lnTo>
                  <a:pt x="11210" y="3084"/>
                </a:lnTo>
                <a:lnTo>
                  <a:pt x="11209" y="3083"/>
                </a:lnTo>
                <a:lnTo>
                  <a:pt x="11208" y="3083"/>
                </a:lnTo>
                <a:lnTo>
                  <a:pt x="11207" y="3083"/>
                </a:lnTo>
                <a:lnTo>
                  <a:pt x="11207" y="3082"/>
                </a:lnTo>
                <a:lnTo>
                  <a:pt x="11206" y="3082"/>
                </a:lnTo>
                <a:lnTo>
                  <a:pt x="11205" y="3082"/>
                </a:lnTo>
                <a:lnTo>
                  <a:pt x="11205" y="3081"/>
                </a:lnTo>
                <a:lnTo>
                  <a:pt x="11204" y="3081"/>
                </a:lnTo>
                <a:lnTo>
                  <a:pt x="11203" y="3080"/>
                </a:lnTo>
                <a:lnTo>
                  <a:pt x="11202" y="3080"/>
                </a:lnTo>
                <a:lnTo>
                  <a:pt x="11201" y="3079"/>
                </a:lnTo>
                <a:lnTo>
                  <a:pt x="11200" y="3079"/>
                </a:lnTo>
                <a:lnTo>
                  <a:pt x="11199" y="3078"/>
                </a:lnTo>
                <a:lnTo>
                  <a:pt x="11198" y="3078"/>
                </a:lnTo>
                <a:lnTo>
                  <a:pt x="11197" y="3077"/>
                </a:lnTo>
                <a:lnTo>
                  <a:pt x="11196" y="3077"/>
                </a:lnTo>
                <a:lnTo>
                  <a:pt x="11196" y="3076"/>
                </a:lnTo>
                <a:lnTo>
                  <a:pt x="11195" y="3076"/>
                </a:lnTo>
                <a:lnTo>
                  <a:pt x="11194" y="3076"/>
                </a:lnTo>
                <a:lnTo>
                  <a:pt x="11194" y="3075"/>
                </a:lnTo>
                <a:lnTo>
                  <a:pt x="11193" y="3075"/>
                </a:lnTo>
                <a:lnTo>
                  <a:pt x="11192" y="3075"/>
                </a:lnTo>
                <a:lnTo>
                  <a:pt x="11191" y="3074"/>
                </a:lnTo>
                <a:lnTo>
                  <a:pt x="11190" y="3074"/>
                </a:lnTo>
                <a:lnTo>
                  <a:pt x="11190" y="3073"/>
                </a:lnTo>
                <a:lnTo>
                  <a:pt x="11189" y="3073"/>
                </a:lnTo>
                <a:lnTo>
                  <a:pt x="11188" y="3073"/>
                </a:lnTo>
                <a:lnTo>
                  <a:pt x="11188" y="3072"/>
                </a:lnTo>
                <a:lnTo>
                  <a:pt x="11187" y="3072"/>
                </a:lnTo>
                <a:lnTo>
                  <a:pt x="11186" y="3071"/>
                </a:lnTo>
                <a:lnTo>
                  <a:pt x="11185" y="3071"/>
                </a:lnTo>
                <a:lnTo>
                  <a:pt x="11184" y="3071"/>
                </a:lnTo>
                <a:lnTo>
                  <a:pt x="11184" y="3070"/>
                </a:lnTo>
                <a:lnTo>
                  <a:pt x="11183" y="3070"/>
                </a:lnTo>
                <a:lnTo>
                  <a:pt x="11182" y="3069"/>
                </a:lnTo>
                <a:lnTo>
                  <a:pt x="11181" y="3069"/>
                </a:lnTo>
                <a:lnTo>
                  <a:pt x="11180" y="3068"/>
                </a:lnTo>
                <a:lnTo>
                  <a:pt x="11179" y="3068"/>
                </a:lnTo>
                <a:lnTo>
                  <a:pt x="11178" y="3067"/>
                </a:lnTo>
                <a:lnTo>
                  <a:pt x="11177" y="3067"/>
                </a:lnTo>
                <a:lnTo>
                  <a:pt x="11176" y="3066"/>
                </a:lnTo>
                <a:lnTo>
                  <a:pt x="11175" y="3066"/>
                </a:lnTo>
                <a:lnTo>
                  <a:pt x="11174" y="3065"/>
                </a:lnTo>
                <a:lnTo>
                  <a:pt x="11173" y="3065"/>
                </a:lnTo>
                <a:lnTo>
                  <a:pt x="11173" y="3064"/>
                </a:lnTo>
                <a:lnTo>
                  <a:pt x="11172" y="3064"/>
                </a:lnTo>
                <a:lnTo>
                  <a:pt x="11171" y="3064"/>
                </a:lnTo>
                <a:lnTo>
                  <a:pt x="11171" y="3063"/>
                </a:lnTo>
                <a:lnTo>
                  <a:pt x="11170" y="3063"/>
                </a:lnTo>
                <a:lnTo>
                  <a:pt x="11169" y="3063"/>
                </a:lnTo>
                <a:lnTo>
                  <a:pt x="11168" y="3062"/>
                </a:lnTo>
                <a:lnTo>
                  <a:pt x="11167" y="3062"/>
                </a:lnTo>
                <a:lnTo>
                  <a:pt x="11167" y="3061"/>
                </a:lnTo>
                <a:lnTo>
                  <a:pt x="11166" y="3061"/>
                </a:lnTo>
                <a:lnTo>
                  <a:pt x="11165" y="3060"/>
                </a:lnTo>
                <a:lnTo>
                  <a:pt x="11164" y="3060"/>
                </a:lnTo>
                <a:lnTo>
                  <a:pt x="11163" y="3059"/>
                </a:lnTo>
                <a:lnTo>
                  <a:pt x="11162" y="3059"/>
                </a:lnTo>
                <a:lnTo>
                  <a:pt x="11161" y="3059"/>
                </a:lnTo>
                <a:lnTo>
                  <a:pt x="11161" y="3058"/>
                </a:lnTo>
                <a:lnTo>
                  <a:pt x="11160" y="3058"/>
                </a:lnTo>
                <a:lnTo>
                  <a:pt x="11159" y="3057"/>
                </a:lnTo>
                <a:lnTo>
                  <a:pt x="11158" y="3057"/>
                </a:lnTo>
                <a:lnTo>
                  <a:pt x="11157" y="3056"/>
                </a:lnTo>
                <a:lnTo>
                  <a:pt x="11156" y="3056"/>
                </a:lnTo>
                <a:lnTo>
                  <a:pt x="11156" y="3055"/>
                </a:lnTo>
                <a:lnTo>
                  <a:pt x="11155" y="3055"/>
                </a:lnTo>
                <a:lnTo>
                  <a:pt x="11154" y="3055"/>
                </a:lnTo>
                <a:lnTo>
                  <a:pt x="11153" y="3054"/>
                </a:lnTo>
                <a:lnTo>
                  <a:pt x="11152" y="3054"/>
                </a:lnTo>
                <a:lnTo>
                  <a:pt x="11151" y="3053"/>
                </a:lnTo>
                <a:lnTo>
                  <a:pt x="11150" y="3053"/>
                </a:lnTo>
                <a:lnTo>
                  <a:pt x="11150" y="3052"/>
                </a:lnTo>
                <a:lnTo>
                  <a:pt x="11149" y="3052"/>
                </a:lnTo>
                <a:lnTo>
                  <a:pt x="11148" y="3052"/>
                </a:lnTo>
                <a:lnTo>
                  <a:pt x="11148" y="3051"/>
                </a:lnTo>
                <a:lnTo>
                  <a:pt x="11147" y="3051"/>
                </a:lnTo>
                <a:lnTo>
                  <a:pt x="11146" y="3051"/>
                </a:lnTo>
                <a:lnTo>
                  <a:pt x="11146" y="3050"/>
                </a:lnTo>
                <a:lnTo>
                  <a:pt x="11145" y="3050"/>
                </a:lnTo>
                <a:lnTo>
                  <a:pt x="11144" y="3050"/>
                </a:lnTo>
                <a:lnTo>
                  <a:pt x="11144" y="3049"/>
                </a:lnTo>
                <a:lnTo>
                  <a:pt x="11143" y="3049"/>
                </a:lnTo>
                <a:lnTo>
                  <a:pt x="11142" y="3048"/>
                </a:lnTo>
                <a:lnTo>
                  <a:pt x="11141" y="3048"/>
                </a:lnTo>
                <a:lnTo>
                  <a:pt x="11140" y="3047"/>
                </a:lnTo>
                <a:lnTo>
                  <a:pt x="11139" y="3047"/>
                </a:lnTo>
                <a:lnTo>
                  <a:pt x="11138" y="3047"/>
                </a:lnTo>
                <a:lnTo>
                  <a:pt x="11138" y="3046"/>
                </a:lnTo>
                <a:lnTo>
                  <a:pt x="11137" y="3046"/>
                </a:lnTo>
                <a:lnTo>
                  <a:pt x="11136" y="3045"/>
                </a:lnTo>
                <a:lnTo>
                  <a:pt x="11135" y="3045"/>
                </a:lnTo>
                <a:lnTo>
                  <a:pt x="11134" y="3044"/>
                </a:lnTo>
                <a:lnTo>
                  <a:pt x="11133" y="3044"/>
                </a:lnTo>
                <a:lnTo>
                  <a:pt x="11133" y="3043"/>
                </a:lnTo>
                <a:lnTo>
                  <a:pt x="11132" y="3043"/>
                </a:lnTo>
                <a:lnTo>
                  <a:pt x="11131" y="3043"/>
                </a:lnTo>
                <a:lnTo>
                  <a:pt x="11130" y="3042"/>
                </a:lnTo>
                <a:lnTo>
                  <a:pt x="11129" y="3042"/>
                </a:lnTo>
                <a:lnTo>
                  <a:pt x="11129" y="3041"/>
                </a:lnTo>
                <a:lnTo>
                  <a:pt x="11128" y="3041"/>
                </a:lnTo>
                <a:lnTo>
                  <a:pt x="11127" y="3041"/>
                </a:lnTo>
                <a:lnTo>
                  <a:pt x="11127" y="3040"/>
                </a:lnTo>
                <a:lnTo>
                  <a:pt x="11126" y="3040"/>
                </a:lnTo>
                <a:lnTo>
                  <a:pt x="11125" y="3039"/>
                </a:lnTo>
                <a:lnTo>
                  <a:pt x="11124" y="3039"/>
                </a:lnTo>
                <a:lnTo>
                  <a:pt x="11123" y="3039"/>
                </a:lnTo>
                <a:lnTo>
                  <a:pt x="11123" y="3038"/>
                </a:lnTo>
                <a:lnTo>
                  <a:pt x="11122" y="3038"/>
                </a:lnTo>
                <a:lnTo>
                  <a:pt x="11121" y="3038"/>
                </a:lnTo>
                <a:lnTo>
                  <a:pt x="11121" y="3037"/>
                </a:lnTo>
                <a:lnTo>
                  <a:pt x="11120" y="3037"/>
                </a:lnTo>
                <a:lnTo>
                  <a:pt x="11119" y="3036"/>
                </a:lnTo>
                <a:lnTo>
                  <a:pt x="11118" y="3036"/>
                </a:lnTo>
                <a:lnTo>
                  <a:pt x="11117" y="3035"/>
                </a:lnTo>
                <a:lnTo>
                  <a:pt x="11116" y="3035"/>
                </a:lnTo>
                <a:lnTo>
                  <a:pt x="11115" y="3034"/>
                </a:lnTo>
                <a:lnTo>
                  <a:pt x="11114" y="3034"/>
                </a:lnTo>
                <a:lnTo>
                  <a:pt x="11113" y="3033"/>
                </a:lnTo>
                <a:lnTo>
                  <a:pt x="11112" y="3033"/>
                </a:lnTo>
                <a:lnTo>
                  <a:pt x="11111" y="3032"/>
                </a:lnTo>
                <a:lnTo>
                  <a:pt x="11110" y="3032"/>
                </a:lnTo>
                <a:lnTo>
                  <a:pt x="11110" y="3031"/>
                </a:lnTo>
                <a:lnTo>
                  <a:pt x="11109" y="3031"/>
                </a:lnTo>
                <a:lnTo>
                  <a:pt x="11108" y="3031"/>
                </a:lnTo>
                <a:lnTo>
                  <a:pt x="11107" y="3030"/>
                </a:lnTo>
                <a:lnTo>
                  <a:pt x="11106" y="3030"/>
                </a:lnTo>
                <a:lnTo>
                  <a:pt x="11106" y="3029"/>
                </a:lnTo>
                <a:lnTo>
                  <a:pt x="11105" y="3029"/>
                </a:lnTo>
                <a:lnTo>
                  <a:pt x="11104" y="3029"/>
                </a:lnTo>
                <a:lnTo>
                  <a:pt x="11104" y="3028"/>
                </a:lnTo>
                <a:lnTo>
                  <a:pt x="11103" y="3028"/>
                </a:lnTo>
                <a:lnTo>
                  <a:pt x="11102" y="3027"/>
                </a:lnTo>
                <a:lnTo>
                  <a:pt x="11101" y="3027"/>
                </a:lnTo>
                <a:lnTo>
                  <a:pt x="11100" y="3027"/>
                </a:lnTo>
                <a:lnTo>
                  <a:pt x="11100" y="3026"/>
                </a:lnTo>
                <a:lnTo>
                  <a:pt x="11099" y="3026"/>
                </a:lnTo>
                <a:lnTo>
                  <a:pt x="11098" y="3025"/>
                </a:lnTo>
                <a:lnTo>
                  <a:pt x="11097" y="3025"/>
                </a:lnTo>
                <a:lnTo>
                  <a:pt x="11096" y="3024"/>
                </a:lnTo>
                <a:lnTo>
                  <a:pt x="11095" y="3024"/>
                </a:lnTo>
                <a:lnTo>
                  <a:pt x="11094" y="3023"/>
                </a:lnTo>
                <a:lnTo>
                  <a:pt x="11093" y="3023"/>
                </a:lnTo>
                <a:lnTo>
                  <a:pt x="11092" y="3022"/>
                </a:lnTo>
                <a:lnTo>
                  <a:pt x="11091" y="3022"/>
                </a:lnTo>
                <a:lnTo>
                  <a:pt x="11090" y="3021"/>
                </a:lnTo>
                <a:lnTo>
                  <a:pt x="11089" y="3021"/>
                </a:lnTo>
                <a:lnTo>
                  <a:pt x="11089" y="3020"/>
                </a:lnTo>
                <a:lnTo>
                  <a:pt x="11088" y="3020"/>
                </a:lnTo>
                <a:lnTo>
                  <a:pt x="11087" y="3020"/>
                </a:lnTo>
                <a:lnTo>
                  <a:pt x="11087" y="3019"/>
                </a:lnTo>
                <a:lnTo>
                  <a:pt x="11086" y="3019"/>
                </a:lnTo>
                <a:lnTo>
                  <a:pt x="11085" y="3019"/>
                </a:lnTo>
                <a:lnTo>
                  <a:pt x="11084" y="3018"/>
                </a:lnTo>
                <a:lnTo>
                  <a:pt x="11083" y="3018"/>
                </a:lnTo>
                <a:lnTo>
                  <a:pt x="11083" y="3017"/>
                </a:lnTo>
                <a:lnTo>
                  <a:pt x="11082" y="3017"/>
                </a:lnTo>
                <a:lnTo>
                  <a:pt x="11081" y="3017"/>
                </a:lnTo>
                <a:lnTo>
                  <a:pt x="11081" y="3016"/>
                </a:lnTo>
                <a:lnTo>
                  <a:pt x="11080" y="3016"/>
                </a:lnTo>
                <a:lnTo>
                  <a:pt x="11079" y="3015"/>
                </a:lnTo>
                <a:lnTo>
                  <a:pt x="11078" y="3015"/>
                </a:lnTo>
                <a:lnTo>
                  <a:pt x="11077" y="3015"/>
                </a:lnTo>
                <a:lnTo>
                  <a:pt x="11077" y="3014"/>
                </a:lnTo>
                <a:lnTo>
                  <a:pt x="11076" y="3014"/>
                </a:lnTo>
                <a:lnTo>
                  <a:pt x="11075" y="3013"/>
                </a:lnTo>
                <a:lnTo>
                  <a:pt x="11074" y="3013"/>
                </a:lnTo>
                <a:lnTo>
                  <a:pt x="11073" y="3012"/>
                </a:lnTo>
                <a:lnTo>
                  <a:pt x="11072" y="3012"/>
                </a:lnTo>
                <a:lnTo>
                  <a:pt x="11072" y="3011"/>
                </a:lnTo>
                <a:lnTo>
                  <a:pt x="11071" y="3011"/>
                </a:lnTo>
                <a:lnTo>
                  <a:pt x="11070" y="3011"/>
                </a:lnTo>
                <a:lnTo>
                  <a:pt x="11069" y="3010"/>
                </a:lnTo>
                <a:lnTo>
                  <a:pt x="11068" y="3010"/>
                </a:lnTo>
                <a:lnTo>
                  <a:pt x="11067" y="3009"/>
                </a:lnTo>
                <a:lnTo>
                  <a:pt x="11066" y="3009"/>
                </a:lnTo>
                <a:lnTo>
                  <a:pt x="11066" y="3008"/>
                </a:lnTo>
                <a:lnTo>
                  <a:pt x="11065" y="3008"/>
                </a:lnTo>
                <a:lnTo>
                  <a:pt x="11064" y="3008"/>
                </a:lnTo>
                <a:lnTo>
                  <a:pt x="11064" y="3007"/>
                </a:lnTo>
                <a:lnTo>
                  <a:pt x="11063" y="3007"/>
                </a:lnTo>
                <a:lnTo>
                  <a:pt x="11062" y="3007"/>
                </a:lnTo>
                <a:lnTo>
                  <a:pt x="11062" y="3006"/>
                </a:lnTo>
                <a:lnTo>
                  <a:pt x="11061" y="3006"/>
                </a:lnTo>
                <a:lnTo>
                  <a:pt x="11060" y="3006"/>
                </a:lnTo>
                <a:lnTo>
                  <a:pt x="11060" y="3005"/>
                </a:lnTo>
                <a:lnTo>
                  <a:pt x="11059" y="3005"/>
                </a:lnTo>
                <a:lnTo>
                  <a:pt x="11058" y="3004"/>
                </a:lnTo>
                <a:lnTo>
                  <a:pt x="11057" y="3004"/>
                </a:lnTo>
                <a:lnTo>
                  <a:pt x="11056" y="3003"/>
                </a:lnTo>
                <a:lnTo>
                  <a:pt x="11055" y="3003"/>
                </a:lnTo>
                <a:lnTo>
                  <a:pt x="11054" y="3003"/>
                </a:lnTo>
                <a:lnTo>
                  <a:pt x="11054" y="3002"/>
                </a:lnTo>
                <a:lnTo>
                  <a:pt x="11053" y="3002"/>
                </a:lnTo>
                <a:lnTo>
                  <a:pt x="11052" y="3001"/>
                </a:lnTo>
                <a:lnTo>
                  <a:pt x="11051" y="3001"/>
                </a:lnTo>
                <a:lnTo>
                  <a:pt x="11050" y="3000"/>
                </a:lnTo>
                <a:lnTo>
                  <a:pt x="11049" y="3000"/>
                </a:lnTo>
                <a:lnTo>
                  <a:pt x="11049" y="2999"/>
                </a:lnTo>
                <a:lnTo>
                  <a:pt x="11048" y="2999"/>
                </a:lnTo>
                <a:lnTo>
                  <a:pt x="11047" y="2999"/>
                </a:lnTo>
                <a:lnTo>
                  <a:pt x="11046" y="2998"/>
                </a:lnTo>
                <a:lnTo>
                  <a:pt x="11045" y="2998"/>
                </a:lnTo>
                <a:lnTo>
                  <a:pt x="11044" y="2997"/>
                </a:lnTo>
                <a:lnTo>
                  <a:pt x="11043" y="2997"/>
                </a:lnTo>
                <a:lnTo>
                  <a:pt x="11043" y="2996"/>
                </a:lnTo>
                <a:lnTo>
                  <a:pt x="11042" y="2996"/>
                </a:lnTo>
                <a:lnTo>
                  <a:pt x="11041" y="2995"/>
                </a:lnTo>
                <a:lnTo>
                  <a:pt x="11040" y="2995"/>
                </a:lnTo>
                <a:lnTo>
                  <a:pt x="11039" y="2995"/>
                </a:lnTo>
                <a:lnTo>
                  <a:pt x="11039" y="2994"/>
                </a:lnTo>
                <a:lnTo>
                  <a:pt x="11038" y="2994"/>
                </a:lnTo>
                <a:lnTo>
                  <a:pt x="11037" y="2994"/>
                </a:lnTo>
                <a:lnTo>
                  <a:pt x="11037" y="2993"/>
                </a:lnTo>
                <a:lnTo>
                  <a:pt x="11036" y="2993"/>
                </a:lnTo>
                <a:lnTo>
                  <a:pt x="11035" y="2992"/>
                </a:lnTo>
                <a:lnTo>
                  <a:pt x="11034" y="2992"/>
                </a:lnTo>
                <a:lnTo>
                  <a:pt x="11033" y="2991"/>
                </a:lnTo>
                <a:lnTo>
                  <a:pt x="11032" y="2991"/>
                </a:lnTo>
                <a:lnTo>
                  <a:pt x="11031" y="2990"/>
                </a:lnTo>
                <a:lnTo>
                  <a:pt x="11030" y="2990"/>
                </a:lnTo>
                <a:lnTo>
                  <a:pt x="11029" y="2989"/>
                </a:lnTo>
                <a:lnTo>
                  <a:pt x="11028" y="2989"/>
                </a:lnTo>
                <a:lnTo>
                  <a:pt x="11027" y="2988"/>
                </a:lnTo>
                <a:lnTo>
                  <a:pt x="11026" y="2988"/>
                </a:lnTo>
                <a:lnTo>
                  <a:pt x="11026" y="2987"/>
                </a:lnTo>
                <a:lnTo>
                  <a:pt x="11025" y="2987"/>
                </a:lnTo>
                <a:lnTo>
                  <a:pt x="11024" y="2987"/>
                </a:lnTo>
                <a:lnTo>
                  <a:pt x="11023" y="2986"/>
                </a:lnTo>
                <a:lnTo>
                  <a:pt x="11022" y="2986"/>
                </a:lnTo>
                <a:lnTo>
                  <a:pt x="11022" y="2985"/>
                </a:lnTo>
                <a:lnTo>
                  <a:pt x="11021" y="2985"/>
                </a:lnTo>
                <a:lnTo>
                  <a:pt x="11020" y="2985"/>
                </a:lnTo>
                <a:lnTo>
                  <a:pt x="11020" y="2984"/>
                </a:lnTo>
                <a:lnTo>
                  <a:pt x="11019" y="2984"/>
                </a:lnTo>
                <a:lnTo>
                  <a:pt x="11018" y="2983"/>
                </a:lnTo>
                <a:lnTo>
                  <a:pt x="11017" y="2983"/>
                </a:lnTo>
                <a:lnTo>
                  <a:pt x="11016" y="2983"/>
                </a:lnTo>
                <a:lnTo>
                  <a:pt x="11016" y="2982"/>
                </a:lnTo>
                <a:lnTo>
                  <a:pt x="11015" y="2982"/>
                </a:lnTo>
                <a:lnTo>
                  <a:pt x="11014" y="2982"/>
                </a:lnTo>
                <a:lnTo>
                  <a:pt x="11014" y="2981"/>
                </a:lnTo>
                <a:lnTo>
                  <a:pt x="11013" y="2981"/>
                </a:lnTo>
                <a:lnTo>
                  <a:pt x="11012" y="2980"/>
                </a:lnTo>
                <a:lnTo>
                  <a:pt x="11011" y="2980"/>
                </a:lnTo>
                <a:lnTo>
                  <a:pt x="11010" y="2979"/>
                </a:lnTo>
                <a:lnTo>
                  <a:pt x="11009" y="2979"/>
                </a:lnTo>
                <a:lnTo>
                  <a:pt x="11008" y="2978"/>
                </a:lnTo>
                <a:lnTo>
                  <a:pt x="11007" y="2978"/>
                </a:lnTo>
                <a:lnTo>
                  <a:pt x="11006" y="2977"/>
                </a:lnTo>
                <a:lnTo>
                  <a:pt x="11005" y="2977"/>
                </a:lnTo>
                <a:lnTo>
                  <a:pt x="11005" y="2976"/>
                </a:lnTo>
                <a:lnTo>
                  <a:pt x="11004" y="2976"/>
                </a:lnTo>
                <a:lnTo>
                  <a:pt x="11003" y="2976"/>
                </a:lnTo>
                <a:lnTo>
                  <a:pt x="11003" y="2975"/>
                </a:lnTo>
                <a:lnTo>
                  <a:pt x="11002" y="2975"/>
                </a:lnTo>
                <a:lnTo>
                  <a:pt x="11001" y="2975"/>
                </a:lnTo>
                <a:lnTo>
                  <a:pt x="11000" y="2974"/>
                </a:lnTo>
                <a:lnTo>
                  <a:pt x="10999" y="2974"/>
                </a:lnTo>
                <a:lnTo>
                  <a:pt x="10999" y="2973"/>
                </a:lnTo>
                <a:lnTo>
                  <a:pt x="10998" y="2973"/>
                </a:lnTo>
                <a:lnTo>
                  <a:pt x="10997" y="2973"/>
                </a:lnTo>
                <a:lnTo>
                  <a:pt x="10997" y="2972"/>
                </a:lnTo>
                <a:lnTo>
                  <a:pt x="10996" y="2972"/>
                </a:lnTo>
                <a:lnTo>
                  <a:pt x="10995" y="2971"/>
                </a:lnTo>
                <a:lnTo>
                  <a:pt x="10994" y="2971"/>
                </a:lnTo>
                <a:lnTo>
                  <a:pt x="10993" y="2971"/>
                </a:lnTo>
                <a:lnTo>
                  <a:pt x="10993" y="2970"/>
                </a:lnTo>
                <a:lnTo>
                  <a:pt x="10992" y="2970"/>
                </a:lnTo>
                <a:lnTo>
                  <a:pt x="10991" y="2969"/>
                </a:lnTo>
                <a:lnTo>
                  <a:pt x="10990" y="2969"/>
                </a:lnTo>
                <a:lnTo>
                  <a:pt x="10989" y="2968"/>
                </a:lnTo>
                <a:lnTo>
                  <a:pt x="10988" y="2968"/>
                </a:lnTo>
                <a:lnTo>
                  <a:pt x="10987" y="2967"/>
                </a:lnTo>
                <a:lnTo>
                  <a:pt x="10986" y="2967"/>
                </a:lnTo>
                <a:lnTo>
                  <a:pt x="10985" y="2966"/>
                </a:lnTo>
                <a:lnTo>
                  <a:pt x="10984" y="2966"/>
                </a:lnTo>
                <a:lnTo>
                  <a:pt x="10983" y="2965"/>
                </a:lnTo>
                <a:lnTo>
                  <a:pt x="10982" y="2965"/>
                </a:lnTo>
                <a:lnTo>
                  <a:pt x="10982" y="2964"/>
                </a:lnTo>
                <a:lnTo>
                  <a:pt x="10981" y="2964"/>
                </a:lnTo>
                <a:lnTo>
                  <a:pt x="10980" y="2964"/>
                </a:lnTo>
                <a:lnTo>
                  <a:pt x="10980" y="2963"/>
                </a:lnTo>
                <a:lnTo>
                  <a:pt x="10979" y="2963"/>
                </a:lnTo>
                <a:lnTo>
                  <a:pt x="10978" y="2963"/>
                </a:lnTo>
                <a:lnTo>
                  <a:pt x="10977" y="2962"/>
                </a:lnTo>
                <a:lnTo>
                  <a:pt x="10976" y="2962"/>
                </a:lnTo>
                <a:lnTo>
                  <a:pt x="10976" y="2961"/>
                </a:lnTo>
                <a:lnTo>
                  <a:pt x="10975" y="2961"/>
                </a:lnTo>
                <a:lnTo>
                  <a:pt x="10974" y="2960"/>
                </a:lnTo>
                <a:lnTo>
                  <a:pt x="10973" y="2960"/>
                </a:lnTo>
                <a:lnTo>
                  <a:pt x="10972" y="2959"/>
                </a:lnTo>
                <a:lnTo>
                  <a:pt x="10971" y="2959"/>
                </a:lnTo>
                <a:lnTo>
                  <a:pt x="10970" y="2959"/>
                </a:lnTo>
                <a:lnTo>
                  <a:pt x="10970" y="2958"/>
                </a:lnTo>
                <a:lnTo>
                  <a:pt x="10969" y="2958"/>
                </a:lnTo>
                <a:lnTo>
                  <a:pt x="10968" y="2957"/>
                </a:lnTo>
                <a:lnTo>
                  <a:pt x="10967" y="2957"/>
                </a:lnTo>
                <a:lnTo>
                  <a:pt x="10966" y="2956"/>
                </a:lnTo>
                <a:lnTo>
                  <a:pt x="10965" y="2956"/>
                </a:lnTo>
                <a:lnTo>
                  <a:pt x="10965" y="2955"/>
                </a:lnTo>
                <a:lnTo>
                  <a:pt x="10964" y="2955"/>
                </a:lnTo>
                <a:lnTo>
                  <a:pt x="10963" y="2955"/>
                </a:lnTo>
                <a:lnTo>
                  <a:pt x="10962" y="2954"/>
                </a:lnTo>
                <a:lnTo>
                  <a:pt x="10961" y="2954"/>
                </a:lnTo>
                <a:lnTo>
                  <a:pt x="10960" y="2953"/>
                </a:lnTo>
                <a:lnTo>
                  <a:pt x="10959" y="2953"/>
                </a:lnTo>
                <a:lnTo>
                  <a:pt x="10959" y="2952"/>
                </a:lnTo>
                <a:lnTo>
                  <a:pt x="10958" y="2952"/>
                </a:lnTo>
                <a:lnTo>
                  <a:pt x="10957" y="2952"/>
                </a:lnTo>
                <a:lnTo>
                  <a:pt x="10957" y="2951"/>
                </a:lnTo>
                <a:lnTo>
                  <a:pt x="10956" y="2951"/>
                </a:lnTo>
                <a:lnTo>
                  <a:pt x="10955" y="2951"/>
                </a:lnTo>
                <a:lnTo>
                  <a:pt x="10955" y="2950"/>
                </a:lnTo>
                <a:lnTo>
                  <a:pt x="10954" y="2950"/>
                </a:lnTo>
                <a:lnTo>
                  <a:pt x="10953" y="2950"/>
                </a:lnTo>
                <a:lnTo>
                  <a:pt x="10953" y="2949"/>
                </a:lnTo>
                <a:lnTo>
                  <a:pt x="10952" y="2949"/>
                </a:lnTo>
                <a:lnTo>
                  <a:pt x="10951" y="2948"/>
                </a:lnTo>
                <a:lnTo>
                  <a:pt x="10950" y="2948"/>
                </a:lnTo>
                <a:lnTo>
                  <a:pt x="10949" y="2947"/>
                </a:lnTo>
                <a:lnTo>
                  <a:pt x="10948" y="2947"/>
                </a:lnTo>
                <a:lnTo>
                  <a:pt x="10947" y="2947"/>
                </a:lnTo>
                <a:lnTo>
                  <a:pt x="10947" y="2946"/>
                </a:lnTo>
                <a:lnTo>
                  <a:pt x="10946" y="2946"/>
                </a:lnTo>
                <a:lnTo>
                  <a:pt x="10945" y="2945"/>
                </a:lnTo>
                <a:lnTo>
                  <a:pt x="10944" y="2945"/>
                </a:lnTo>
                <a:lnTo>
                  <a:pt x="10943" y="2944"/>
                </a:lnTo>
                <a:lnTo>
                  <a:pt x="10942" y="2944"/>
                </a:lnTo>
                <a:lnTo>
                  <a:pt x="10942" y="2943"/>
                </a:lnTo>
                <a:lnTo>
                  <a:pt x="10941" y="2943"/>
                </a:lnTo>
                <a:lnTo>
                  <a:pt x="10940" y="2943"/>
                </a:lnTo>
                <a:lnTo>
                  <a:pt x="10939" y="2942"/>
                </a:lnTo>
                <a:lnTo>
                  <a:pt x="10938" y="2942"/>
                </a:lnTo>
                <a:lnTo>
                  <a:pt x="10938" y="2941"/>
                </a:lnTo>
                <a:lnTo>
                  <a:pt x="10937" y="2941"/>
                </a:lnTo>
                <a:lnTo>
                  <a:pt x="10936" y="2941"/>
                </a:lnTo>
                <a:lnTo>
                  <a:pt x="10936" y="2940"/>
                </a:lnTo>
                <a:lnTo>
                  <a:pt x="10935" y="2940"/>
                </a:lnTo>
                <a:lnTo>
                  <a:pt x="10934" y="2939"/>
                </a:lnTo>
                <a:lnTo>
                  <a:pt x="10933" y="2939"/>
                </a:lnTo>
                <a:lnTo>
                  <a:pt x="10932" y="2939"/>
                </a:lnTo>
                <a:lnTo>
                  <a:pt x="10932" y="2938"/>
                </a:lnTo>
                <a:lnTo>
                  <a:pt x="10931" y="2938"/>
                </a:lnTo>
                <a:lnTo>
                  <a:pt x="10930" y="2938"/>
                </a:lnTo>
                <a:lnTo>
                  <a:pt x="10930" y="2937"/>
                </a:lnTo>
                <a:lnTo>
                  <a:pt x="10929" y="2937"/>
                </a:lnTo>
                <a:lnTo>
                  <a:pt x="10928" y="2936"/>
                </a:lnTo>
                <a:lnTo>
                  <a:pt x="10927" y="2936"/>
                </a:lnTo>
                <a:lnTo>
                  <a:pt x="10926" y="2935"/>
                </a:lnTo>
                <a:lnTo>
                  <a:pt x="10925" y="2935"/>
                </a:lnTo>
                <a:lnTo>
                  <a:pt x="10925" y="2934"/>
                </a:lnTo>
                <a:lnTo>
                  <a:pt x="10924" y="2934"/>
                </a:lnTo>
                <a:lnTo>
                  <a:pt x="10923" y="2934"/>
                </a:lnTo>
                <a:lnTo>
                  <a:pt x="10922" y="2933"/>
                </a:lnTo>
                <a:lnTo>
                  <a:pt x="10921" y="2933"/>
                </a:lnTo>
                <a:lnTo>
                  <a:pt x="10920" y="2932"/>
                </a:lnTo>
                <a:lnTo>
                  <a:pt x="10919" y="2932"/>
                </a:lnTo>
                <a:lnTo>
                  <a:pt x="10919" y="2931"/>
                </a:lnTo>
                <a:lnTo>
                  <a:pt x="10918" y="2931"/>
                </a:lnTo>
                <a:lnTo>
                  <a:pt x="10917" y="2930"/>
                </a:lnTo>
                <a:lnTo>
                  <a:pt x="10916" y="2930"/>
                </a:lnTo>
                <a:lnTo>
                  <a:pt x="10915" y="2930"/>
                </a:lnTo>
                <a:lnTo>
                  <a:pt x="10915" y="2929"/>
                </a:lnTo>
                <a:lnTo>
                  <a:pt x="10914" y="2929"/>
                </a:lnTo>
                <a:lnTo>
                  <a:pt x="10913" y="2929"/>
                </a:lnTo>
                <a:lnTo>
                  <a:pt x="10913" y="2928"/>
                </a:lnTo>
                <a:lnTo>
                  <a:pt x="10912" y="2928"/>
                </a:lnTo>
                <a:lnTo>
                  <a:pt x="10911" y="2927"/>
                </a:lnTo>
                <a:lnTo>
                  <a:pt x="10910" y="2927"/>
                </a:lnTo>
                <a:lnTo>
                  <a:pt x="10909" y="2926"/>
                </a:lnTo>
                <a:lnTo>
                  <a:pt x="10908" y="2926"/>
                </a:lnTo>
                <a:lnTo>
                  <a:pt x="10907" y="2924"/>
                </a:lnTo>
                <a:lnTo>
                  <a:pt x="10906" y="2924"/>
                </a:lnTo>
                <a:lnTo>
                  <a:pt x="10905" y="2923"/>
                </a:lnTo>
                <a:lnTo>
                  <a:pt x="10904" y="2923"/>
                </a:lnTo>
                <a:lnTo>
                  <a:pt x="10903" y="2922"/>
                </a:lnTo>
                <a:lnTo>
                  <a:pt x="10902" y="2922"/>
                </a:lnTo>
                <a:lnTo>
                  <a:pt x="10902" y="2921"/>
                </a:lnTo>
                <a:lnTo>
                  <a:pt x="10901" y="2921"/>
                </a:lnTo>
                <a:lnTo>
                  <a:pt x="10900" y="2921"/>
                </a:lnTo>
                <a:lnTo>
                  <a:pt x="10899" y="2920"/>
                </a:lnTo>
                <a:lnTo>
                  <a:pt x="10898" y="2920"/>
                </a:lnTo>
                <a:lnTo>
                  <a:pt x="10898" y="2919"/>
                </a:lnTo>
                <a:lnTo>
                  <a:pt x="10897" y="2919"/>
                </a:lnTo>
                <a:lnTo>
                  <a:pt x="10896" y="2919"/>
                </a:lnTo>
                <a:lnTo>
                  <a:pt x="10896" y="2918"/>
                </a:lnTo>
                <a:lnTo>
                  <a:pt x="10895" y="2918"/>
                </a:lnTo>
                <a:lnTo>
                  <a:pt x="10894" y="2917"/>
                </a:lnTo>
                <a:lnTo>
                  <a:pt x="10893" y="2917"/>
                </a:lnTo>
                <a:lnTo>
                  <a:pt x="10892" y="2917"/>
                </a:lnTo>
                <a:lnTo>
                  <a:pt x="10892" y="2916"/>
                </a:lnTo>
                <a:lnTo>
                  <a:pt x="10891" y="2916"/>
                </a:lnTo>
                <a:lnTo>
                  <a:pt x="10890" y="2916"/>
                </a:lnTo>
                <a:lnTo>
                  <a:pt x="10890" y="2915"/>
                </a:lnTo>
                <a:lnTo>
                  <a:pt x="10889" y="2915"/>
                </a:lnTo>
                <a:lnTo>
                  <a:pt x="10888" y="2914"/>
                </a:lnTo>
                <a:lnTo>
                  <a:pt x="10887" y="2914"/>
                </a:lnTo>
                <a:lnTo>
                  <a:pt x="10886" y="2913"/>
                </a:lnTo>
                <a:lnTo>
                  <a:pt x="10885" y="2913"/>
                </a:lnTo>
                <a:lnTo>
                  <a:pt x="10884" y="2912"/>
                </a:lnTo>
                <a:lnTo>
                  <a:pt x="10883" y="2912"/>
                </a:lnTo>
                <a:lnTo>
                  <a:pt x="10882" y="2911"/>
                </a:lnTo>
                <a:lnTo>
                  <a:pt x="10881" y="2911"/>
                </a:lnTo>
                <a:lnTo>
                  <a:pt x="10881" y="2910"/>
                </a:lnTo>
                <a:lnTo>
                  <a:pt x="10880" y="2910"/>
                </a:lnTo>
                <a:lnTo>
                  <a:pt x="10879" y="2910"/>
                </a:lnTo>
                <a:lnTo>
                  <a:pt x="10879" y="2909"/>
                </a:lnTo>
                <a:lnTo>
                  <a:pt x="10878" y="2909"/>
                </a:lnTo>
                <a:lnTo>
                  <a:pt x="10877" y="2909"/>
                </a:lnTo>
                <a:lnTo>
                  <a:pt x="10876" y="2908"/>
                </a:lnTo>
                <a:lnTo>
                  <a:pt x="10875" y="2908"/>
                </a:lnTo>
                <a:lnTo>
                  <a:pt x="10875" y="2907"/>
                </a:lnTo>
                <a:lnTo>
                  <a:pt x="10874" y="2907"/>
                </a:lnTo>
                <a:lnTo>
                  <a:pt x="10873" y="2907"/>
                </a:lnTo>
                <a:lnTo>
                  <a:pt x="10873" y="2906"/>
                </a:lnTo>
                <a:lnTo>
                  <a:pt x="10872" y="2906"/>
                </a:lnTo>
                <a:lnTo>
                  <a:pt x="10871" y="2905"/>
                </a:lnTo>
                <a:lnTo>
                  <a:pt x="10870" y="2905"/>
                </a:lnTo>
                <a:lnTo>
                  <a:pt x="10869" y="2905"/>
                </a:lnTo>
                <a:lnTo>
                  <a:pt x="10869" y="2904"/>
                </a:lnTo>
                <a:lnTo>
                  <a:pt x="10868" y="2904"/>
                </a:lnTo>
                <a:lnTo>
                  <a:pt x="10867" y="2903"/>
                </a:lnTo>
                <a:lnTo>
                  <a:pt x="10866" y="2903"/>
                </a:lnTo>
                <a:lnTo>
                  <a:pt x="10865" y="2902"/>
                </a:lnTo>
                <a:lnTo>
                  <a:pt x="10864" y="2902"/>
                </a:lnTo>
                <a:lnTo>
                  <a:pt x="10863" y="2901"/>
                </a:lnTo>
                <a:lnTo>
                  <a:pt x="10862" y="2901"/>
                </a:lnTo>
                <a:lnTo>
                  <a:pt x="10861" y="2900"/>
                </a:lnTo>
                <a:lnTo>
                  <a:pt x="10860" y="2900"/>
                </a:lnTo>
                <a:lnTo>
                  <a:pt x="10859" y="2899"/>
                </a:lnTo>
                <a:lnTo>
                  <a:pt x="10858" y="2899"/>
                </a:lnTo>
                <a:lnTo>
                  <a:pt x="10858" y="2898"/>
                </a:lnTo>
                <a:lnTo>
                  <a:pt x="10857" y="2898"/>
                </a:lnTo>
                <a:lnTo>
                  <a:pt x="10856" y="2898"/>
                </a:lnTo>
                <a:lnTo>
                  <a:pt x="10856" y="2897"/>
                </a:lnTo>
                <a:lnTo>
                  <a:pt x="10855" y="2897"/>
                </a:lnTo>
                <a:lnTo>
                  <a:pt x="10854" y="2897"/>
                </a:lnTo>
                <a:lnTo>
                  <a:pt x="10853" y="2896"/>
                </a:lnTo>
                <a:lnTo>
                  <a:pt x="10852" y="2896"/>
                </a:lnTo>
                <a:lnTo>
                  <a:pt x="10852" y="2895"/>
                </a:lnTo>
                <a:lnTo>
                  <a:pt x="10851" y="2895"/>
                </a:lnTo>
                <a:lnTo>
                  <a:pt x="10850" y="2894"/>
                </a:lnTo>
                <a:lnTo>
                  <a:pt x="10849" y="2894"/>
                </a:lnTo>
                <a:lnTo>
                  <a:pt x="10848" y="2893"/>
                </a:lnTo>
                <a:lnTo>
                  <a:pt x="10847" y="2893"/>
                </a:lnTo>
                <a:lnTo>
                  <a:pt x="10846" y="2893"/>
                </a:lnTo>
                <a:lnTo>
                  <a:pt x="10846" y="2892"/>
                </a:lnTo>
                <a:lnTo>
                  <a:pt x="10845" y="2892"/>
                </a:lnTo>
                <a:lnTo>
                  <a:pt x="10844" y="2891"/>
                </a:lnTo>
                <a:lnTo>
                  <a:pt x="10843" y="2891"/>
                </a:lnTo>
                <a:lnTo>
                  <a:pt x="10842" y="2890"/>
                </a:lnTo>
                <a:lnTo>
                  <a:pt x="10841" y="2890"/>
                </a:lnTo>
                <a:lnTo>
                  <a:pt x="10841" y="2889"/>
                </a:lnTo>
                <a:lnTo>
                  <a:pt x="10840" y="2889"/>
                </a:lnTo>
                <a:lnTo>
                  <a:pt x="10839" y="2889"/>
                </a:lnTo>
                <a:lnTo>
                  <a:pt x="10838" y="2888"/>
                </a:lnTo>
                <a:lnTo>
                  <a:pt x="10837" y="2888"/>
                </a:lnTo>
                <a:lnTo>
                  <a:pt x="10836" y="2887"/>
                </a:lnTo>
                <a:lnTo>
                  <a:pt x="10835" y="2887"/>
                </a:lnTo>
                <a:lnTo>
                  <a:pt x="10835" y="2886"/>
                </a:lnTo>
                <a:lnTo>
                  <a:pt x="10834" y="2886"/>
                </a:lnTo>
                <a:lnTo>
                  <a:pt x="10833" y="2886"/>
                </a:lnTo>
                <a:lnTo>
                  <a:pt x="10833" y="2885"/>
                </a:lnTo>
                <a:lnTo>
                  <a:pt x="10832" y="2885"/>
                </a:lnTo>
                <a:lnTo>
                  <a:pt x="10831" y="2885"/>
                </a:lnTo>
                <a:lnTo>
                  <a:pt x="10831" y="2884"/>
                </a:lnTo>
                <a:lnTo>
                  <a:pt x="10830" y="2884"/>
                </a:lnTo>
                <a:lnTo>
                  <a:pt x="10829" y="2884"/>
                </a:lnTo>
                <a:lnTo>
                  <a:pt x="10829" y="2883"/>
                </a:lnTo>
                <a:lnTo>
                  <a:pt x="10828" y="2883"/>
                </a:lnTo>
                <a:lnTo>
                  <a:pt x="10827" y="2882"/>
                </a:lnTo>
                <a:lnTo>
                  <a:pt x="10826" y="2882"/>
                </a:lnTo>
                <a:lnTo>
                  <a:pt x="10825" y="2881"/>
                </a:lnTo>
                <a:lnTo>
                  <a:pt x="10824" y="2881"/>
                </a:lnTo>
                <a:lnTo>
                  <a:pt x="10823" y="2881"/>
                </a:lnTo>
                <a:lnTo>
                  <a:pt x="10823" y="2880"/>
                </a:lnTo>
                <a:lnTo>
                  <a:pt x="10822" y="2880"/>
                </a:lnTo>
                <a:lnTo>
                  <a:pt x="10821" y="2879"/>
                </a:lnTo>
                <a:lnTo>
                  <a:pt x="10820" y="2879"/>
                </a:lnTo>
                <a:lnTo>
                  <a:pt x="10819" y="2878"/>
                </a:lnTo>
                <a:lnTo>
                  <a:pt x="10818" y="2878"/>
                </a:lnTo>
                <a:lnTo>
                  <a:pt x="10818" y="2877"/>
                </a:lnTo>
                <a:lnTo>
                  <a:pt x="10817" y="2877"/>
                </a:lnTo>
                <a:lnTo>
                  <a:pt x="10816" y="2877"/>
                </a:lnTo>
                <a:lnTo>
                  <a:pt x="10815" y="2876"/>
                </a:lnTo>
                <a:lnTo>
                  <a:pt x="10814" y="2876"/>
                </a:lnTo>
                <a:lnTo>
                  <a:pt x="10814" y="2875"/>
                </a:lnTo>
                <a:lnTo>
                  <a:pt x="10813" y="2875"/>
                </a:lnTo>
                <a:lnTo>
                  <a:pt x="10812" y="2875"/>
                </a:lnTo>
                <a:lnTo>
                  <a:pt x="10812" y="2874"/>
                </a:lnTo>
                <a:lnTo>
                  <a:pt x="10811" y="2874"/>
                </a:lnTo>
                <a:lnTo>
                  <a:pt x="10810" y="2873"/>
                </a:lnTo>
                <a:lnTo>
                  <a:pt x="10809" y="2873"/>
                </a:lnTo>
                <a:lnTo>
                  <a:pt x="10808" y="2873"/>
                </a:lnTo>
                <a:lnTo>
                  <a:pt x="10808" y="2872"/>
                </a:lnTo>
                <a:lnTo>
                  <a:pt x="10807" y="2872"/>
                </a:lnTo>
                <a:lnTo>
                  <a:pt x="10806" y="2872"/>
                </a:lnTo>
                <a:lnTo>
                  <a:pt x="10806" y="2871"/>
                </a:lnTo>
                <a:lnTo>
                  <a:pt x="10805" y="2871"/>
                </a:lnTo>
                <a:lnTo>
                  <a:pt x="10804" y="2870"/>
                </a:lnTo>
                <a:lnTo>
                  <a:pt x="10803" y="2870"/>
                </a:lnTo>
                <a:lnTo>
                  <a:pt x="10802" y="2869"/>
                </a:lnTo>
                <a:lnTo>
                  <a:pt x="10801" y="2869"/>
                </a:lnTo>
                <a:lnTo>
                  <a:pt x="10800" y="2868"/>
                </a:lnTo>
                <a:lnTo>
                  <a:pt x="10799" y="2868"/>
                </a:lnTo>
                <a:lnTo>
                  <a:pt x="10798" y="2867"/>
                </a:lnTo>
                <a:lnTo>
                  <a:pt x="10797" y="2867"/>
                </a:lnTo>
                <a:lnTo>
                  <a:pt x="10796" y="2866"/>
                </a:lnTo>
                <a:lnTo>
                  <a:pt x="10795" y="2866"/>
                </a:lnTo>
                <a:lnTo>
                  <a:pt x="10795" y="2865"/>
                </a:lnTo>
                <a:lnTo>
                  <a:pt x="10794" y="2865"/>
                </a:lnTo>
                <a:lnTo>
                  <a:pt x="10793" y="2865"/>
                </a:lnTo>
                <a:lnTo>
                  <a:pt x="10792" y="2864"/>
                </a:lnTo>
                <a:lnTo>
                  <a:pt x="10791" y="2864"/>
                </a:lnTo>
                <a:lnTo>
                  <a:pt x="10791" y="2863"/>
                </a:lnTo>
                <a:lnTo>
                  <a:pt x="10790" y="2863"/>
                </a:lnTo>
                <a:lnTo>
                  <a:pt x="10789" y="2863"/>
                </a:lnTo>
                <a:lnTo>
                  <a:pt x="10789" y="2862"/>
                </a:lnTo>
                <a:lnTo>
                  <a:pt x="10788" y="2862"/>
                </a:lnTo>
                <a:lnTo>
                  <a:pt x="10787" y="2861"/>
                </a:lnTo>
                <a:lnTo>
                  <a:pt x="10786" y="2861"/>
                </a:lnTo>
                <a:lnTo>
                  <a:pt x="10785" y="2861"/>
                </a:lnTo>
                <a:lnTo>
                  <a:pt x="10785" y="2860"/>
                </a:lnTo>
                <a:lnTo>
                  <a:pt x="10784" y="2860"/>
                </a:lnTo>
                <a:lnTo>
                  <a:pt x="10783" y="2859"/>
                </a:lnTo>
                <a:lnTo>
                  <a:pt x="10782" y="2859"/>
                </a:lnTo>
                <a:lnTo>
                  <a:pt x="10781" y="2858"/>
                </a:lnTo>
                <a:lnTo>
                  <a:pt x="10780" y="2858"/>
                </a:lnTo>
                <a:lnTo>
                  <a:pt x="10779" y="2857"/>
                </a:lnTo>
                <a:lnTo>
                  <a:pt x="10778" y="2857"/>
                </a:lnTo>
                <a:lnTo>
                  <a:pt x="10777" y="2856"/>
                </a:lnTo>
                <a:lnTo>
                  <a:pt x="10776" y="2856"/>
                </a:lnTo>
                <a:lnTo>
                  <a:pt x="10775" y="2855"/>
                </a:lnTo>
                <a:lnTo>
                  <a:pt x="10774" y="2855"/>
                </a:lnTo>
                <a:lnTo>
                  <a:pt x="10774" y="2854"/>
                </a:lnTo>
                <a:lnTo>
                  <a:pt x="10773" y="2854"/>
                </a:lnTo>
                <a:lnTo>
                  <a:pt x="10772" y="2854"/>
                </a:lnTo>
                <a:lnTo>
                  <a:pt x="10772" y="2853"/>
                </a:lnTo>
                <a:lnTo>
                  <a:pt x="10771" y="2853"/>
                </a:lnTo>
                <a:lnTo>
                  <a:pt x="10770" y="2853"/>
                </a:lnTo>
                <a:lnTo>
                  <a:pt x="10769" y="2852"/>
                </a:lnTo>
                <a:lnTo>
                  <a:pt x="10768" y="2852"/>
                </a:lnTo>
                <a:lnTo>
                  <a:pt x="10768" y="2851"/>
                </a:lnTo>
                <a:lnTo>
                  <a:pt x="10767" y="2851"/>
                </a:lnTo>
                <a:lnTo>
                  <a:pt x="10766" y="2851"/>
                </a:lnTo>
                <a:lnTo>
                  <a:pt x="10766" y="2850"/>
                </a:lnTo>
                <a:lnTo>
                  <a:pt x="10765" y="2850"/>
                </a:lnTo>
                <a:lnTo>
                  <a:pt x="10764" y="2849"/>
                </a:lnTo>
                <a:lnTo>
                  <a:pt x="10763" y="2849"/>
                </a:lnTo>
                <a:lnTo>
                  <a:pt x="10762" y="2849"/>
                </a:lnTo>
                <a:lnTo>
                  <a:pt x="10762" y="2848"/>
                </a:lnTo>
                <a:lnTo>
                  <a:pt x="10761" y="2848"/>
                </a:lnTo>
                <a:lnTo>
                  <a:pt x="10760" y="2847"/>
                </a:lnTo>
                <a:lnTo>
                  <a:pt x="10759" y="2847"/>
                </a:lnTo>
                <a:lnTo>
                  <a:pt x="10758" y="2846"/>
                </a:lnTo>
                <a:lnTo>
                  <a:pt x="10757" y="2846"/>
                </a:lnTo>
                <a:lnTo>
                  <a:pt x="10757" y="2845"/>
                </a:lnTo>
                <a:lnTo>
                  <a:pt x="10756" y="2845"/>
                </a:lnTo>
                <a:lnTo>
                  <a:pt x="10755" y="2845"/>
                </a:lnTo>
                <a:lnTo>
                  <a:pt x="10754" y="2844"/>
                </a:lnTo>
                <a:lnTo>
                  <a:pt x="10753" y="2844"/>
                </a:lnTo>
                <a:lnTo>
                  <a:pt x="10752" y="2843"/>
                </a:lnTo>
                <a:lnTo>
                  <a:pt x="10751" y="2843"/>
                </a:lnTo>
                <a:lnTo>
                  <a:pt x="10751" y="2842"/>
                </a:lnTo>
                <a:lnTo>
                  <a:pt x="10750" y="2842"/>
                </a:lnTo>
                <a:lnTo>
                  <a:pt x="10749" y="2842"/>
                </a:lnTo>
                <a:lnTo>
                  <a:pt x="10749" y="2841"/>
                </a:lnTo>
                <a:lnTo>
                  <a:pt x="10748" y="2841"/>
                </a:lnTo>
                <a:lnTo>
                  <a:pt x="10747" y="2841"/>
                </a:lnTo>
                <a:lnTo>
                  <a:pt x="10747" y="2840"/>
                </a:lnTo>
                <a:lnTo>
                  <a:pt x="10746" y="2840"/>
                </a:lnTo>
                <a:lnTo>
                  <a:pt x="10745" y="2840"/>
                </a:lnTo>
                <a:lnTo>
                  <a:pt x="10745" y="2839"/>
                </a:lnTo>
                <a:lnTo>
                  <a:pt x="10744" y="2839"/>
                </a:lnTo>
                <a:lnTo>
                  <a:pt x="10743" y="2838"/>
                </a:lnTo>
                <a:lnTo>
                  <a:pt x="10742" y="2838"/>
                </a:lnTo>
                <a:lnTo>
                  <a:pt x="10741" y="2837"/>
                </a:lnTo>
                <a:lnTo>
                  <a:pt x="10740" y="2837"/>
                </a:lnTo>
                <a:lnTo>
                  <a:pt x="10739" y="2837"/>
                </a:lnTo>
                <a:lnTo>
                  <a:pt x="10739" y="2836"/>
                </a:lnTo>
                <a:lnTo>
                  <a:pt x="10738" y="2836"/>
                </a:lnTo>
                <a:lnTo>
                  <a:pt x="10737" y="2835"/>
                </a:lnTo>
                <a:lnTo>
                  <a:pt x="10736" y="2835"/>
                </a:lnTo>
                <a:lnTo>
                  <a:pt x="10735" y="2834"/>
                </a:lnTo>
                <a:lnTo>
                  <a:pt x="10734" y="2834"/>
                </a:lnTo>
                <a:lnTo>
                  <a:pt x="10734" y="2833"/>
                </a:lnTo>
                <a:lnTo>
                  <a:pt x="10733" y="2833"/>
                </a:lnTo>
                <a:lnTo>
                  <a:pt x="10732" y="2833"/>
                </a:lnTo>
                <a:lnTo>
                  <a:pt x="10731" y="2832"/>
                </a:lnTo>
                <a:lnTo>
                  <a:pt x="10730" y="2832"/>
                </a:lnTo>
                <a:lnTo>
                  <a:pt x="10729" y="2831"/>
                </a:lnTo>
                <a:lnTo>
                  <a:pt x="10728" y="2831"/>
                </a:lnTo>
                <a:lnTo>
                  <a:pt x="10728" y="2830"/>
                </a:lnTo>
                <a:lnTo>
                  <a:pt x="10727" y="2830"/>
                </a:lnTo>
                <a:lnTo>
                  <a:pt x="10726" y="2829"/>
                </a:lnTo>
                <a:lnTo>
                  <a:pt x="10725" y="2829"/>
                </a:lnTo>
                <a:lnTo>
                  <a:pt x="10724" y="2829"/>
                </a:lnTo>
                <a:lnTo>
                  <a:pt x="10724" y="2828"/>
                </a:lnTo>
                <a:lnTo>
                  <a:pt x="10723" y="2828"/>
                </a:lnTo>
                <a:lnTo>
                  <a:pt x="10722" y="2828"/>
                </a:lnTo>
                <a:lnTo>
                  <a:pt x="10722" y="2827"/>
                </a:lnTo>
                <a:lnTo>
                  <a:pt x="10721" y="2827"/>
                </a:lnTo>
                <a:lnTo>
                  <a:pt x="10720" y="2826"/>
                </a:lnTo>
                <a:lnTo>
                  <a:pt x="10719" y="2826"/>
                </a:lnTo>
                <a:lnTo>
                  <a:pt x="10718" y="2825"/>
                </a:lnTo>
                <a:lnTo>
                  <a:pt x="10717" y="2825"/>
                </a:lnTo>
                <a:lnTo>
                  <a:pt x="10716" y="2824"/>
                </a:lnTo>
                <a:lnTo>
                  <a:pt x="10715" y="2824"/>
                </a:lnTo>
                <a:lnTo>
                  <a:pt x="10714" y="2823"/>
                </a:lnTo>
                <a:lnTo>
                  <a:pt x="10713" y="2823"/>
                </a:lnTo>
                <a:lnTo>
                  <a:pt x="10712" y="2822"/>
                </a:lnTo>
                <a:lnTo>
                  <a:pt x="10711" y="2822"/>
                </a:lnTo>
                <a:lnTo>
                  <a:pt x="10711" y="2821"/>
                </a:lnTo>
                <a:lnTo>
                  <a:pt x="10710" y="2821"/>
                </a:lnTo>
                <a:lnTo>
                  <a:pt x="10709" y="2821"/>
                </a:lnTo>
                <a:lnTo>
                  <a:pt x="10708" y="2820"/>
                </a:lnTo>
                <a:lnTo>
                  <a:pt x="10707" y="2820"/>
                </a:lnTo>
                <a:lnTo>
                  <a:pt x="10707" y="2819"/>
                </a:lnTo>
                <a:lnTo>
                  <a:pt x="10706" y="2819"/>
                </a:lnTo>
                <a:lnTo>
                  <a:pt x="10705" y="2819"/>
                </a:lnTo>
                <a:lnTo>
                  <a:pt x="10705" y="2818"/>
                </a:lnTo>
                <a:lnTo>
                  <a:pt x="10704" y="2818"/>
                </a:lnTo>
                <a:lnTo>
                  <a:pt x="10703" y="2817"/>
                </a:lnTo>
                <a:lnTo>
                  <a:pt x="10702" y="2817"/>
                </a:lnTo>
                <a:lnTo>
                  <a:pt x="10701" y="2817"/>
                </a:lnTo>
                <a:lnTo>
                  <a:pt x="10701" y="2816"/>
                </a:lnTo>
                <a:lnTo>
                  <a:pt x="10700" y="2816"/>
                </a:lnTo>
                <a:lnTo>
                  <a:pt x="10699" y="2816"/>
                </a:lnTo>
                <a:lnTo>
                  <a:pt x="10699" y="2815"/>
                </a:lnTo>
                <a:lnTo>
                  <a:pt x="10698" y="2815"/>
                </a:lnTo>
                <a:lnTo>
                  <a:pt x="10697" y="2814"/>
                </a:lnTo>
                <a:lnTo>
                  <a:pt x="10696" y="2814"/>
                </a:lnTo>
                <a:lnTo>
                  <a:pt x="10695" y="2813"/>
                </a:lnTo>
                <a:lnTo>
                  <a:pt x="10694" y="2813"/>
                </a:lnTo>
                <a:lnTo>
                  <a:pt x="10693" y="2812"/>
                </a:lnTo>
                <a:lnTo>
                  <a:pt x="10692" y="2812"/>
                </a:lnTo>
                <a:lnTo>
                  <a:pt x="10691" y="2811"/>
                </a:lnTo>
                <a:lnTo>
                  <a:pt x="10690" y="2811"/>
                </a:lnTo>
                <a:lnTo>
                  <a:pt x="10690" y="2810"/>
                </a:lnTo>
                <a:lnTo>
                  <a:pt x="10689" y="2810"/>
                </a:lnTo>
                <a:lnTo>
                  <a:pt x="10688" y="2810"/>
                </a:lnTo>
                <a:lnTo>
                  <a:pt x="10688" y="2809"/>
                </a:lnTo>
                <a:lnTo>
                  <a:pt x="10687" y="2809"/>
                </a:lnTo>
                <a:lnTo>
                  <a:pt x="10686" y="2809"/>
                </a:lnTo>
                <a:lnTo>
                  <a:pt x="10685" y="2808"/>
                </a:lnTo>
                <a:lnTo>
                  <a:pt x="10684" y="2808"/>
                </a:lnTo>
                <a:lnTo>
                  <a:pt x="10684" y="2807"/>
                </a:lnTo>
                <a:lnTo>
                  <a:pt x="10683" y="2807"/>
                </a:lnTo>
                <a:lnTo>
                  <a:pt x="10682" y="2807"/>
                </a:lnTo>
                <a:lnTo>
                  <a:pt x="10682" y="2806"/>
                </a:lnTo>
                <a:lnTo>
                  <a:pt x="10681" y="2806"/>
                </a:lnTo>
                <a:lnTo>
                  <a:pt x="10680" y="2805"/>
                </a:lnTo>
                <a:lnTo>
                  <a:pt x="10679" y="2805"/>
                </a:lnTo>
                <a:lnTo>
                  <a:pt x="10678" y="2805"/>
                </a:lnTo>
                <a:lnTo>
                  <a:pt x="10678" y="2804"/>
                </a:lnTo>
                <a:lnTo>
                  <a:pt x="10677" y="2804"/>
                </a:lnTo>
                <a:lnTo>
                  <a:pt x="10676" y="2803"/>
                </a:lnTo>
                <a:lnTo>
                  <a:pt x="10675" y="2803"/>
                </a:lnTo>
                <a:lnTo>
                  <a:pt x="10674" y="2802"/>
                </a:lnTo>
                <a:lnTo>
                  <a:pt x="10673" y="2802"/>
                </a:lnTo>
                <a:lnTo>
                  <a:pt x="10672" y="2801"/>
                </a:lnTo>
                <a:lnTo>
                  <a:pt x="10671" y="2801"/>
                </a:lnTo>
                <a:lnTo>
                  <a:pt x="10670" y="2800"/>
                </a:lnTo>
                <a:lnTo>
                  <a:pt x="10669" y="2800"/>
                </a:lnTo>
                <a:lnTo>
                  <a:pt x="10668" y="2799"/>
                </a:lnTo>
                <a:lnTo>
                  <a:pt x="10667" y="2799"/>
                </a:lnTo>
                <a:lnTo>
                  <a:pt x="10667" y="2798"/>
                </a:lnTo>
                <a:lnTo>
                  <a:pt x="10666" y="2798"/>
                </a:lnTo>
                <a:lnTo>
                  <a:pt x="10665" y="2798"/>
                </a:lnTo>
                <a:lnTo>
                  <a:pt x="10665" y="2797"/>
                </a:lnTo>
                <a:lnTo>
                  <a:pt x="10664" y="2797"/>
                </a:lnTo>
                <a:lnTo>
                  <a:pt x="10663" y="2797"/>
                </a:lnTo>
                <a:lnTo>
                  <a:pt x="10662" y="2796"/>
                </a:lnTo>
                <a:lnTo>
                  <a:pt x="10661" y="2796"/>
                </a:lnTo>
                <a:lnTo>
                  <a:pt x="10661" y="2795"/>
                </a:lnTo>
                <a:lnTo>
                  <a:pt x="10660" y="2795"/>
                </a:lnTo>
                <a:lnTo>
                  <a:pt x="10659" y="2794"/>
                </a:lnTo>
                <a:lnTo>
                  <a:pt x="10658" y="2794"/>
                </a:lnTo>
                <a:lnTo>
                  <a:pt x="10657" y="2793"/>
                </a:lnTo>
                <a:lnTo>
                  <a:pt x="10656" y="2793"/>
                </a:lnTo>
                <a:lnTo>
                  <a:pt x="10655" y="2793"/>
                </a:lnTo>
                <a:lnTo>
                  <a:pt x="10655" y="2792"/>
                </a:lnTo>
                <a:lnTo>
                  <a:pt x="10654" y="2792"/>
                </a:lnTo>
                <a:lnTo>
                  <a:pt x="10653" y="2791"/>
                </a:lnTo>
                <a:lnTo>
                  <a:pt x="10652" y="2791"/>
                </a:lnTo>
                <a:lnTo>
                  <a:pt x="10651" y="2790"/>
                </a:lnTo>
                <a:lnTo>
                  <a:pt x="10650" y="2790"/>
                </a:lnTo>
                <a:lnTo>
                  <a:pt x="10650" y="2789"/>
                </a:lnTo>
                <a:lnTo>
                  <a:pt x="10649" y="2789"/>
                </a:lnTo>
                <a:lnTo>
                  <a:pt x="10648" y="2789"/>
                </a:lnTo>
                <a:lnTo>
                  <a:pt x="10647" y="2788"/>
                </a:lnTo>
                <a:lnTo>
                  <a:pt x="10646" y="2788"/>
                </a:lnTo>
                <a:lnTo>
                  <a:pt x="10645" y="2787"/>
                </a:lnTo>
                <a:lnTo>
                  <a:pt x="10644" y="2787"/>
                </a:lnTo>
                <a:lnTo>
                  <a:pt x="10644" y="2786"/>
                </a:lnTo>
                <a:lnTo>
                  <a:pt x="10643" y="2786"/>
                </a:lnTo>
                <a:lnTo>
                  <a:pt x="10642" y="2786"/>
                </a:lnTo>
                <a:lnTo>
                  <a:pt x="10642" y="2785"/>
                </a:lnTo>
                <a:lnTo>
                  <a:pt x="10641" y="2785"/>
                </a:lnTo>
                <a:lnTo>
                  <a:pt x="10640" y="2785"/>
                </a:lnTo>
                <a:lnTo>
                  <a:pt x="10640" y="2784"/>
                </a:lnTo>
                <a:lnTo>
                  <a:pt x="10639" y="2784"/>
                </a:lnTo>
                <a:lnTo>
                  <a:pt x="10638" y="2784"/>
                </a:lnTo>
                <a:lnTo>
                  <a:pt x="10638" y="2783"/>
                </a:lnTo>
                <a:lnTo>
                  <a:pt x="10637" y="2783"/>
                </a:lnTo>
                <a:lnTo>
                  <a:pt x="10636" y="2782"/>
                </a:lnTo>
                <a:lnTo>
                  <a:pt x="10635" y="2782"/>
                </a:lnTo>
                <a:lnTo>
                  <a:pt x="10634" y="2781"/>
                </a:lnTo>
                <a:lnTo>
                  <a:pt x="10633" y="2781"/>
                </a:lnTo>
                <a:lnTo>
                  <a:pt x="10632" y="2781"/>
                </a:lnTo>
                <a:lnTo>
                  <a:pt x="10632" y="2780"/>
                </a:lnTo>
                <a:lnTo>
                  <a:pt x="10631" y="2780"/>
                </a:lnTo>
                <a:lnTo>
                  <a:pt x="10630" y="2779"/>
                </a:lnTo>
                <a:lnTo>
                  <a:pt x="10629" y="2779"/>
                </a:lnTo>
                <a:lnTo>
                  <a:pt x="10628" y="2778"/>
                </a:lnTo>
                <a:lnTo>
                  <a:pt x="10627" y="2778"/>
                </a:lnTo>
                <a:lnTo>
                  <a:pt x="10627" y="2777"/>
                </a:lnTo>
                <a:lnTo>
                  <a:pt x="10626" y="2777"/>
                </a:lnTo>
                <a:lnTo>
                  <a:pt x="10625" y="2777"/>
                </a:lnTo>
                <a:lnTo>
                  <a:pt x="10624" y="2776"/>
                </a:lnTo>
                <a:lnTo>
                  <a:pt x="10623" y="2776"/>
                </a:lnTo>
                <a:lnTo>
                  <a:pt x="10623" y="2775"/>
                </a:lnTo>
                <a:lnTo>
                  <a:pt x="10622" y="2775"/>
                </a:lnTo>
                <a:lnTo>
                  <a:pt x="10621" y="2775"/>
                </a:lnTo>
                <a:lnTo>
                  <a:pt x="10621" y="2774"/>
                </a:lnTo>
                <a:lnTo>
                  <a:pt x="10620" y="2774"/>
                </a:lnTo>
                <a:lnTo>
                  <a:pt x="10619" y="2773"/>
                </a:lnTo>
                <a:lnTo>
                  <a:pt x="10618" y="2773"/>
                </a:lnTo>
                <a:lnTo>
                  <a:pt x="10617" y="2773"/>
                </a:lnTo>
                <a:lnTo>
                  <a:pt x="10617" y="2772"/>
                </a:lnTo>
                <a:lnTo>
                  <a:pt x="10616" y="2772"/>
                </a:lnTo>
                <a:lnTo>
                  <a:pt x="10615" y="2772"/>
                </a:lnTo>
                <a:lnTo>
                  <a:pt x="10615" y="2771"/>
                </a:lnTo>
                <a:lnTo>
                  <a:pt x="10614" y="2771"/>
                </a:lnTo>
                <a:lnTo>
                  <a:pt x="10613" y="2770"/>
                </a:lnTo>
                <a:lnTo>
                  <a:pt x="10612" y="2770"/>
                </a:lnTo>
                <a:lnTo>
                  <a:pt x="10611" y="2769"/>
                </a:lnTo>
                <a:lnTo>
                  <a:pt x="10610" y="2769"/>
                </a:lnTo>
                <a:lnTo>
                  <a:pt x="10610" y="2768"/>
                </a:lnTo>
                <a:lnTo>
                  <a:pt x="10609" y="2768"/>
                </a:lnTo>
                <a:lnTo>
                  <a:pt x="10608" y="2768"/>
                </a:lnTo>
                <a:lnTo>
                  <a:pt x="10607" y="2767"/>
                </a:lnTo>
                <a:lnTo>
                  <a:pt x="10606" y="2767"/>
                </a:lnTo>
                <a:lnTo>
                  <a:pt x="10605" y="2766"/>
                </a:lnTo>
                <a:lnTo>
                  <a:pt x="10604" y="2766"/>
                </a:lnTo>
                <a:lnTo>
                  <a:pt x="10604" y="2765"/>
                </a:lnTo>
                <a:lnTo>
                  <a:pt x="10603" y="2765"/>
                </a:lnTo>
                <a:lnTo>
                  <a:pt x="10602" y="2764"/>
                </a:lnTo>
                <a:lnTo>
                  <a:pt x="10601" y="2764"/>
                </a:lnTo>
                <a:lnTo>
                  <a:pt x="10600" y="2764"/>
                </a:lnTo>
                <a:lnTo>
                  <a:pt x="10600" y="2763"/>
                </a:lnTo>
                <a:lnTo>
                  <a:pt x="10599" y="2763"/>
                </a:lnTo>
                <a:lnTo>
                  <a:pt x="10598" y="2763"/>
                </a:lnTo>
                <a:lnTo>
                  <a:pt x="10598" y="2762"/>
                </a:lnTo>
                <a:lnTo>
                  <a:pt x="10597" y="2762"/>
                </a:lnTo>
                <a:lnTo>
                  <a:pt x="10596" y="2761"/>
                </a:lnTo>
                <a:lnTo>
                  <a:pt x="10595" y="2761"/>
                </a:lnTo>
                <a:lnTo>
                  <a:pt x="10594" y="2760"/>
                </a:lnTo>
                <a:lnTo>
                  <a:pt x="10593" y="2760"/>
                </a:lnTo>
                <a:lnTo>
                  <a:pt x="10592" y="2759"/>
                </a:lnTo>
                <a:lnTo>
                  <a:pt x="10591" y="2759"/>
                </a:lnTo>
                <a:lnTo>
                  <a:pt x="10590" y="2758"/>
                </a:lnTo>
                <a:lnTo>
                  <a:pt x="10589" y="2758"/>
                </a:lnTo>
                <a:lnTo>
                  <a:pt x="10588" y="2757"/>
                </a:lnTo>
                <a:lnTo>
                  <a:pt x="10587" y="2757"/>
                </a:lnTo>
                <a:lnTo>
                  <a:pt x="10587" y="2756"/>
                </a:lnTo>
                <a:lnTo>
                  <a:pt x="10586" y="2756"/>
                </a:lnTo>
                <a:lnTo>
                  <a:pt x="10585" y="2756"/>
                </a:lnTo>
                <a:lnTo>
                  <a:pt x="10584" y="2755"/>
                </a:lnTo>
                <a:lnTo>
                  <a:pt x="10583" y="2755"/>
                </a:lnTo>
                <a:lnTo>
                  <a:pt x="10583" y="2754"/>
                </a:lnTo>
                <a:lnTo>
                  <a:pt x="10582" y="2754"/>
                </a:lnTo>
                <a:lnTo>
                  <a:pt x="10581" y="2754"/>
                </a:lnTo>
                <a:lnTo>
                  <a:pt x="10581" y="2753"/>
                </a:lnTo>
                <a:lnTo>
                  <a:pt x="10580" y="2753"/>
                </a:lnTo>
                <a:lnTo>
                  <a:pt x="10579" y="2752"/>
                </a:lnTo>
                <a:lnTo>
                  <a:pt x="10578" y="2752"/>
                </a:lnTo>
                <a:lnTo>
                  <a:pt x="10577" y="2752"/>
                </a:lnTo>
                <a:lnTo>
                  <a:pt x="10577" y="2751"/>
                </a:lnTo>
                <a:lnTo>
                  <a:pt x="10576" y="2751"/>
                </a:lnTo>
                <a:lnTo>
                  <a:pt x="10575" y="2751"/>
                </a:lnTo>
                <a:lnTo>
                  <a:pt x="10575" y="2750"/>
                </a:lnTo>
                <a:lnTo>
                  <a:pt x="10574" y="2750"/>
                </a:lnTo>
                <a:lnTo>
                  <a:pt x="10573" y="2749"/>
                </a:lnTo>
                <a:lnTo>
                  <a:pt x="10572" y="2749"/>
                </a:lnTo>
                <a:lnTo>
                  <a:pt x="10571" y="2748"/>
                </a:lnTo>
                <a:lnTo>
                  <a:pt x="10570" y="2748"/>
                </a:lnTo>
                <a:lnTo>
                  <a:pt x="10569" y="2747"/>
                </a:lnTo>
                <a:lnTo>
                  <a:pt x="10568" y="2747"/>
                </a:lnTo>
                <a:lnTo>
                  <a:pt x="10567" y="2746"/>
                </a:lnTo>
                <a:lnTo>
                  <a:pt x="10566" y="2746"/>
                </a:lnTo>
                <a:lnTo>
                  <a:pt x="10566" y="2745"/>
                </a:lnTo>
                <a:lnTo>
                  <a:pt x="10565" y="2745"/>
                </a:lnTo>
                <a:lnTo>
                  <a:pt x="10564" y="2745"/>
                </a:lnTo>
                <a:lnTo>
                  <a:pt x="10564" y="2744"/>
                </a:lnTo>
                <a:lnTo>
                  <a:pt x="10563" y="2744"/>
                </a:lnTo>
                <a:lnTo>
                  <a:pt x="10562" y="2744"/>
                </a:lnTo>
                <a:lnTo>
                  <a:pt x="10561" y="2743"/>
                </a:lnTo>
                <a:lnTo>
                  <a:pt x="10560" y="2743"/>
                </a:lnTo>
                <a:lnTo>
                  <a:pt x="10560" y="2742"/>
                </a:lnTo>
                <a:lnTo>
                  <a:pt x="10559" y="2742"/>
                </a:lnTo>
                <a:lnTo>
                  <a:pt x="10558" y="2742"/>
                </a:lnTo>
                <a:lnTo>
                  <a:pt x="10558" y="2741"/>
                </a:lnTo>
                <a:lnTo>
                  <a:pt x="10557" y="2741"/>
                </a:lnTo>
                <a:lnTo>
                  <a:pt x="10556" y="2740"/>
                </a:lnTo>
                <a:lnTo>
                  <a:pt x="10555" y="2740"/>
                </a:lnTo>
                <a:lnTo>
                  <a:pt x="10554" y="2740"/>
                </a:lnTo>
                <a:lnTo>
                  <a:pt x="10554" y="2739"/>
                </a:lnTo>
                <a:lnTo>
                  <a:pt x="10553" y="2739"/>
                </a:lnTo>
                <a:lnTo>
                  <a:pt x="10552" y="2738"/>
                </a:lnTo>
                <a:lnTo>
                  <a:pt x="10551" y="2738"/>
                </a:lnTo>
                <a:lnTo>
                  <a:pt x="10550" y="2737"/>
                </a:lnTo>
                <a:lnTo>
                  <a:pt x="10549" y="2737"/>
                </a:lnTo>
                <a:lnTo>
                  <a:pt x="10548" y="2736"/>
                </a:lnTo>
                <a:lnTo>
                  <a:pt x="10547" y="2736"/>
                </a:lnTo>
                <a:lnTo>
                  <a:pt x="10546" y="2735"/>
                </a:lnTo>
                <a:lnTo>
                  <a:pt x="10545" y="2735"/>
                </a:lnTo>
                <a:lnTo>
                  <a:pt x="10544" y="2734"/>
                </a:lnTo>
                <a:lnTo>
                  <a:pt x="10543" y="2734"/>
                </a:lnTo>
                <a:lnTo>
                  <a:pt x="10543" y="2733"/>
                </a:lnTo>
                <a:lnTo>
                  <a:pt x="10542" y="2733"/>
                </a:lnTo>
                <a:lnTo>
                  <a:pt x="10541" y="2733"/>
                </a:lnTo>
                <a:lnTo>
                  <a:pt x="10541" y="2732"/>
                </a:lnTo>
                <a:lnTo>
                  <a:pt x="10540" y="2732"/>
                </a:lnTo>
                <a:lnTo>
                  <a:pt x="10539" y="2732"/>
                </a:lnTo>
                <a:lnTo>
                  <a:pt x="10538" y="2731"/>
                </a:lnTo>
                <a:lnTo>
                  <a:pt x="10537" y="2731"/>
                </a:lnTo>
                <a:lnTo>
                  <a:pt x="10537" y="2730"/>
                </a:lnTo>
                <a:lnTo>
                  <a:pt x="10536" y="2730"/>
                </a:lnTo>
                <a:lnTo>
                  <a:pt x="10535" y="2729"/>
                </a:lnTo>
                <a:lnTo>
                  <a:pt x="10534" y="2729"/>
                </a:lnTo>
                <a:lnTo>
                  <a:pt x="10533" y="2728"/>
                </a:lnTo>
                <a:lnTo>
                  <a:pt x="10532" y="2728"/>
                </a:lnTo>
                <a:lnTo>
                  <a:pt x="10531" y="2728"/>
                </a:lnTo>
                <a:lnTo>
                  <a:pt x="10531" y="2727"/>
                </a:lnTo>
                <a:lnTo>
                  <a:pt x="10530" y="2727"/>
                </a:lnTo>
                <a:lnTo>
                  <a:pt x="10529" y="2726"/>
                </a:lnTo>
                <a:lnTo>
                  <a:pt x="10528" y="2726"/>
                </a:lnTo>
                <a:lnTo>
                  <a:pt x="10527" y="2725"/>
                </a:lnTo>
                <a:lnTo>
                  <a:pt x="10526" y="2725"/>
                </a:lnTo>
                <a:lnTo>
                  <a:pt x="10526" y="2724"/>
                </a:lnTo>
                <a:lnTo>
                  <a:pt x="10525" y="2724"/>
                </a:lnTo>
                <a:lnTo>
                  <a:pt x="10524" y="2724"/>
                </a:lnTo>
                <a:lnTo>
                  <a:pt x="10523" y="2723"/>
                </a:lnTo>
                <a:lnTo>
                  <a:pt x="10522" y="2723"/>
                </a:lnTo>
                <a:lnTo>
                  <a:pt x="10521" y="2722"/>
                </a:lnTo>
                <a:lnTo>
                  <a:pt x="10520" y="2722"/>
                </a:lnTo>
                <a:lnTo>
                  <a:pt x="10520" y="2721"/>
                </a:lnTo>
                <a:lnTo>
                  <a:pt x="10519" y="2721"/>
                </a:lnTo>
                <a:lnTo>
                  <a:pt x="10518" y="2721"/>
                </a:lnTo>
                <a:lnTo>
                  <a:pt x="10518" y="2720"/>
                </a:lnTo>
                <a:lnTo>
                  <a:pt x="10517" y="2720"/>
                </a:lnTo>
                <a:lnTo>
                  <a:pt x="10516" y="2720"/>
                </a:lnTo>
                <a:lnTo>
                  <a:pt x="10516" y="2719"/>
                </a:lnTo>
                <a:lnTo>
                  <a:pt x="10515" y="2719"/>
                </a:lnTo>
                <a:lnTo>
                  <a:pt x="10514" y="2719"/>
                </a:lnTo>
                <a:lnTo>
                  <a:pt x="10514" y="2718"/>
                </a:lnTo>
                <a:lnTo>
                  <a:pt x="10513" y="2718"/>
                </a:lnTo>
                <a:lnTo>
                  <a:pt x="10512" y="2717"/>
                </a:lnTo>
                <a:lnTo>
                  <a:pt x="10511" y="2717"/>
                </a:lnTo>
                <a:lnTo>
                  <a:pt x="10510" y="2716"/>
                </a:lnTo>
                <a:lnTo>
                  <a:pt x="10509" y="2716"/>
                </a:lnTo>
                <a:lnTo>
                  <a:pt x="10508" y="2716"/>
                </a:lnTo>
                <a:lnTo>
                  <a:pt x="10508" y="2715"/>
                </a:lnTo>
                <a:lnTo>
                  <a:pt x="10507" y="2715"/>
                </a:lnTo>
                <a:lnTo>
                  <a:pt x="10506" y="2714"/>
                </a:lnTo>
                <a:lnTo>
                  <a:pt x="10505" y="2714"/>
                </a:lnTo>
                <a:lnTo>
                  <a:pt x="10504" y="2713"/>
                </a:lnTo>
                <a:lnTo>
                  <a:pt x="10503" y="2713"/>
                </a:lnTo>
                <a:lnTo>
                  <a:pt x="10503" y="2712"/>
                </a:lnTo>
                <a:lnTo>
                  <a:pt x="10502" y="2712"/>
                </a:lnTo>
                <a:lnTo>
                  <a:pt x="10501" y="2712"/>
                </a:lnTo>
                <a:lnTo>
                  <a:pt x="10500" y="2711"/>
                </a:lnTo>
                <a:lnTo>
                  <a:pt x="10499" y="2711"/>
                </a:lnTo>
                <a:lnTo>
                  <a:pt x="10499" y="2710"/>
                </a:lnTo>
                <a:lnTo>
                  <a:pt x="10498" y="2710"/>
                </a:lnTo>
                <a:lnTo>
                  <a:pt x="10497" y="2710"/>
                </a:lnTo>
                <a:lnTo>
                  <a:pt x="10497" y="2709"/>
                </a:lnTo>
                <a:lnTo>
                  <a:pt x="10496" y="2709"/>
                </a:lnTo>
                <a:lnTo>
                  <a:pt x="10495" y="2708"/>
                </a:lnTo>
                <a:lnTo>
                  <a:pt x="10494" y="2708"/>
                </a:lnTo>
                <a:lnTo>
                  <a:pt x="10493" y="2708"/>
                </a:lnTo>
                <a:lnTo>
                  <a:pt x="10493" y="2707"/>
                </a:lnTo>
                <a:lnTo>
                  <a:pt x="10492" y="2707"/>
                </a:lnTo>
                <a:lnTo>
                  <a:pt x="10491" y="2707"/>
                </a:lnTo>
                <a:lnTo>
                  <a:pt x="10491" y="2706"/>
                </a:lnTo>
                <a:lnTo>
                  <a:pt x="10490" y="2706"/>
                </a:lnTo>
                <a:lnTo>
                  <a:pt x="10489" y="2705"/>
                </a:lnTo>
                <a:lnTo>
                  <a:pt x="10488" y="2705"/>
                </a:lnTo>
                <a:lnTo>
                  <a:pt x="10487" y="2704"/>
                </a:lnTo>
                <a:lnTo>
                  <a:pt x="10486" y="2704"/>
                </a:lnTo>
                <a:lnTo>
                  <a:pt x="10485" y="2703"/>
                </a:lnTo>
                <a:lnTo>
                  <a:pt x="10484" y="2703"/>
                </a:lnTo>
                <a:lnTo>
                  <a:pt x="10483" y="2702"/>
                </a:lnTo>
                <a:lnTo>
                  <a:pt x="10482" y="2702"/>
                </a:lnTo>
                <a:lnTo>
                  <a:pt x="10481" y="2701"/>
                </a:lnTo>
                <a:lnTo>
                  <a:pt x="10480" y="2701"/>
                </a:lnTo>
                <a:lnTo>
                  <a:pt x="10480" y="2700"/>
                </a:lnTo>
                <a:lnTo>
                  <a:pt x="10479" y="2700"/>
                </a:lnTo>
                <a:lnTo>
                  <a:pt x="10478" y="2700"/>
                </a:lnTo>
                <a:lnTo>
                  <a:pt x="10477" y="2699"/>
                </a:lnTo>
                <a:lnTo>
                  <a:pt x="10476" y="2699"/>
                </a:lnTo>
                <a:lnTo>
                  <a:pt x="10476" y="2698"/>
                </a:lnTo>
                <a:lnTo>
                  <a:pt x="10475" y="2698"/>
                </a:lnTo>
                <a:lnTo>
                  <a:pt x="10474" y="2698"/>
                </a:lnTo>
                <a:lnTo>
                  <a:pt x="10474" y="2697"/>
                </a:lnTo>
                <a:lnTo>
                  <a:pt x="10473" y="2697"/>
                </a:lnTo>
                <a:lnTo>
                  <a:pt x="10472" y="2696"/>
                </a:lnTo>
                <a:lnTo>
                  <a:pt x="10471" y="2696"/>
                </a:lnTo>
                <a:lnTo>
                  <a:pt x="10470" y="2696"/>
                </a:lnTo>
                <a:lnTo>
                  <a:pt x="10470" y="2695"/>
                </a:lnTo>
                <a:lnTo>
                  <a:pt x="10469" y="2695"/>
                </a:lnTo>
                <a:lnTo>
                  <a:pt x="10468" y="2694"/>
                </a:lnTo>
                <a:lnTo>
                  <a:pt x="10467" y="2694"/>
                </a:lnTo>
                <a:lnTo>
                  <a:pt x="10466" y="2693"/>
                </a:lnTo>
                <a:lnTo>
                  <a:pt x="10465" y="2693"/>
                </a:lnTo>
                <a:lnTo>
                  <a:pt x="10464" y="2692"/>
                </a:lnTo>
                <a:lnTo>
                  <a:pt x="10463" y="2692"/>
                </a:lnTo>
                <a:lnTo>
                  <a:pt x="10462" y="2691"/>
                </a:lnTo>
                <a:lnTo>
                  <a:pt x="10461" y="2691"/>
                </a:lnTo>
                <a:lnTo>
                  <a:pt x="10460" y="2690"/>
                </a:lnTo>
                <a:lnTo>
                  <a:pt x="10459" y="2690"/>
                </a:lnTo>
                <a:lnTo>
                  <a:pt x="10459" y="2689"/>
                </a:lnTo>
                <a:lnTo>
                  <a:pt x="10458" y="2689"/>
                </a:lnTo>
                <a:lnTo>
                  <a:pt x="10457" y="2689"/>
                </a:lnTo>
                <a:lnTo>
                  <a:pt x="10457" y="2688"/>
                </a:lnTo>
                <a:lnTo>
                  <a:pt x="10456" y="2688"/>
                </a:lnTo>
                <a:lnTo>
                  <a:pt x="10455" y="2688"/>
                </a:lnTo>
                <a:lnTo>
                  <a:pt x="10454" y="2687"/>
                </a:lnTo>
                <a:lnTo>
                  <a:pt x="10453" y="2687"/>
                </a:lnTo>
                <a:lnTo>
                  <a:pt x="10453" y="2686"/>
                </a:lnTo>
                <a:lnTo>
                  <a:pt x="10452" y="2686"/>
                </a:lnTo>
                <a:lnTo>
                  <a:pt x="10451" y="2686"/>
                </a:lnTo>
                <a:lnTo>
                  <a:pt x="10451" y="2685"/>
                </a:lnTo>
                <a:lnTo>
                  <a:pt x="10450" y="2685"/>
                </a:lnTo>
                <a:lnTo>
                  <a:pt x="10449" y="2684"/>
                </a:lnTo>
                <a:lnTo>
                  <a:pt x="10448" y="2684"/>
                </a:lnTo>
                <a:lnTo>
                  <a:pt x="10447" y="2684"/>
                </a:lnTo>
                <a:lnTo>
                  <a:pt x="10447" y="2683"/>
                </a:lnTo>
                <a:lnTo>
                  <a:pt x="10446" y="2683"/>
                </a:lnTo>
                <a:lnTo>
                  <a:pt x="10445" y="2682"/>
                </a:lnTo>
                <a:lnTo>
                  <a:pt x="10444" y="2682"/>
                </a:lnTo>
                <a:lnTo>
                  <a:pt x="10443" y="2681"/>
                </a:lnTo>
                <a:lnTo>
                  <a:pt x="10442" y="2681"/>
                </a:lnTo>
                <a:lnTo>
                  <a:pt x="10442" y="2680"/>
                </a:lnTo>
                <a:lnTo>
                  <a:pt x="10441" y="2680"/>
                </a:lnTo>
                <a:lnTo>
                  <a:pt x="10440" y="2680"/>
                </a:lnTo>
                <a:lnTo>
                  <a:pt x="10439" y="2679"/>
                </a:lnTo>
                <a:lnTo>
                  <a:pt x="10438" y="2679"/>
                </a:lnTo>
                <a:lnTo>
                  <a:pt x="10437" y="2678"/>
                </a:lnTo>
                <a:lnTo>
                  <a:pt x="10436" y="2678"/>
                </a:lnTo>
                <a:lnTo>
                  <a:pt x="10436" y="2677"/>
                </a:lnTo>
                <a:lnTo>
                  <a:pt x="10435" y="2677"/>
                </a:lnTo>
                <a:lnTo>
                  <a:pt x="10434" y="2677"/>
                </a:lnTo>
                <a:lnTo>
                  <a:pt x="10434" y="2676"/>
                </a:lnTo>
                <a:lnTo>
                  <a:pt x="10433" y="2676"/>
                </a:lnTo>
                <a:lnTo>
                  <a:pt x="10432" y="2676"/>
                </a:lnTo>
                <a:lnTo>
                  <a:pt x="10432" y="2675"/>
                </a:lnTo>
                <a:lnTo>
                  <a:pt x="10431" y="2675"/>
                </a:lnTo>
                <a:lnTo>
                  <a:pt x="10430" y="2675"/>
                </a:lnTo>
                <a:lnTo>
                  <a:pt x="10430" y="2674"/>
                </a:lnTo>
                <a:lnTo>
                  <a:pt x="10429" y="2674"/>
                </a:lnTo>
                <a:lnTo>
                  <a:pt x="10428" y="2673"/>
                </a:lnTo>
                <a:lnTo>
                  <a:pt x="10427" y="2673"/>
                </a:lnTo>
                <a:lnTo>
                  <a:pt x="10426" y="2672"/>
                </a:lnTo>
                <a:lnTo>
                  <a:pt x="10425" y="2672"/>
                </a:lnTo>
                <a:lnTo>
                  <a:pt x="10424" y="2672"/>
                </a:lnTo>
                <a:lnTo>
                  <a:pt x="10424" y="2671"/>
                </a:lnTo>
                <a:lnTo>
                  <a:pt x="10423" y="2671"/>
                </a:lnTo>
                <a:lnTo>
                  <a:pt x="10422" y="2670"/>
                </a:lnTo>
                <a:lnTo>
                  <a:pt x="10421" y="2670"/>
                </a:lnTo>
                <a:lnTo>
                  <a:pt x="10420" y="2720"/>
                </a:lnTo>
                <a:lnTo>
                  <a:pt x="10419" y="2719"/>
                </a:lnTo>
                <a:lnTo>
                  <a:pt x="10418" y="2719"/>
                </a:lnTo>
                <a:lnTo>
                  <a:pt x="10417" y="2718"/>
                </a:lnTo>
                <a:lnTo>
                  <a:pt x="10416" y="2718"/>
                </a:lnTo>
                <a:lnTo>
                  <a:pt x="10416" y="2717"/>
                </a:lnTo>
                <a:lnTo>
                  <a:pt x="10415" y="2717"/>
                </a:lnTo>
                <a:lnTo>
                  <a:pt x="10414" y="2717"/>
                </a:lnTo>
                <a:lnTo>
                  <a:pt x="10414" y="2716"/>
                </a:lnTo>
                <a:lnTo>
                  <a:pt x="10413" y="2716"/>
                </a:lnTo>
                <a:lnTo>
                  <a:pt x="10412" y="2716"/>
                </a:lnTo>
                <a:lnTo>
                  <a:pt x="10412" y="2715"/>
                </a:lnTo>
                <a:lnTo>
                  <a:pt x="10411" y="2715"/>
                </a:lnTo>
                <a:lnTo>
                  <a:pt x="10410" y="2715"/>
                </a:lnTo>
                <a:lnTo>
                  <a:pt x="10410" y="2714"/>
                </a:lnTo>
                <a:lnTo>
                  <a:pt x="10409" y="2714"/>
                </a:lnTo>
                <a:lnTo>
                  <a:pt x="10408" y="2713"/>
                </a:lnTo>
                <a:lnTo>
                  <a:pt x="10407" y="2713"/>
                </a:lnTo>
                <a:lnTo>
                  <a:pt x="10406" y="2712"/>
                </a:lnTo>
                <a:lnTo>
                  <a:pt x="10405" y="2712"/>
                </a:lnTo>
                <a:lnTo>
                  <a:pt x="10404" y="2712"/>
                </a:lnTo>
                <a:lnTo>
                  <a:pt x="10404" y="2711"/>
                </a:lnTo>
                <a:lnTo>
                  <a:pt x="10403" y="2711"/>
                </a:lnTo>
                <a:lnTo>
                  <a:pt x="10402" y="2710"/>
                </a:lnTo>
                <a:lnTo>
                  <a:pt x="10401" y="2710"/>
                </a:lnTo>
                <a:lnTo>
                  <a:pt x="10400" y="2709"/>
                </a:lnTo>
                <a:lnTo>
                  <a:pt x="10399" y="2709"/>
                </a:lnTo>
                <a:lnTo>
                  <a:pt x="10399" y="2708"/>
                </a:lnTo>
                <a:lnTo>
                  <a:pt x="10398" y="2708"/>
                </a:lnTo>
                <a:lnTo>
                  <a:pt x="10397" y="2708"/>
                </a:lnTo>
                <a:lnTo>
                  <a:pt x="10396" y="2707"/>
                </a:lnTo>
                <a:lnTo>
                  <a:pt x="10395" y="2707"/>
                </a:lnTo>
                <a:lnTo>
                  <a:pt x="10394" y="2706"/>
                </a:lnTo>
                <a:lnTo>
                  <a:pt x="10393" y="2706"/>
                </a:lnTo>
                <a:lnTo>
                  <a:pt x="10393" y="2705"/>
                </a:lnTo>
                <a:lnTo>
                  <a:pt x="10392" y="2705"/>
                </a:lnTo>
                <a:lnTo>
                  <a:pt x="10391" y="2704"/>
                </a:lnTo>
                <a:lnTo>
                  <a:pt x="10390" y="2704"/>
                </a:lnTo>
                <a:lnTo>
                  <a:pt x="10389" y="2704"/>
                </a:lnTo>
                <a:lnTo>
                  <a:pt x="10389" y="2703"/>
                </a:lnTo>
                <a:lnTo>
                  <a:pt x="10388" y="2703"/>
                </a:lnTo>
                <a:lnTo>
                  <a:pt x="10387" y="2703"/>
                </a:lnTo>
                <a:lnTo>
                  <a:pt x="10387" y="2702"/>
                </a:lnTo>
                <a:lnTo>
                  <a:pt x="10386" y="2702"/>
                </a:lnTo>
                <a:lnTo>
                  <a:pt x="10385" y="2701"/>
                </a:lnTo>
                <a:lnTo>
                  <a:pt x="10384" y="2701"/>
                </a:lnTo>
                <a:lnTo>
                  <a:pt x="10383" y="2700"/>
                </a:lnTo>
                <a:lnTo>
                  <a:pt x="10382" y="2700"/>
                </a:lnTo>
                <a:lnTo>
                  <a:pt x="10381" y="2699"/>
                </a:lnTo>
                <a:lnTo>
                  <a:pt x="10380" y="2699"/>
                </a:lnTo>
                <a:lnTo>
                  <a:pt x="10379" y="2698"/>
                </a:lnTo>
                <a:lnTo>
                  <a:pt x="10378" y="2698"/>
                </a:lnTo>
                <a:lnTo>
                  <a:pt x="10377" y="2697"/>
                </a:lnTo>
                <a:lnTo>
                  <a:pt x="10376" y="2697"/>
                </a:lnTo>
                <a:lnTo>
                  <a:pt x="10376" y="2696"/>
                </a:lnTo>
                <a:lnTo>
                  <a:pt x="10375" y="2696"/>
                </a:lnTo>
                <a:lnTo>
                  <a:pt x="10374" y="2696"/>
                </a:lnTo>
                <a:lnTo>
                  <a:pt x="10373" y="2695"/>
                </a:lnTo>
                <a:lnTo>
                  <a:pt x="10372" y="2695"/>
                </a:lnTo>
                <a:lnTo>
                  <a:pt x="10372" y="2694"/>
                </a:lnTo>
                <a:lnTo>
                  <a:pt x="10371" y="2694"/>
                </a:lnTo>
                <a:lnTo>
                  <a:pt x="10370" y="2694"/>
                </a:lnTo>
                <a:lnTo>
                  <a:pt x="10370" y="2693"/>
                </a:lnTo>
                <a:lnTo>
                  <a:pt x="10369" y="2693"/>
                </a:lnTo>
                <a:lnTo>
                  <a:pt x="10368" y="2692"/>
                </a:lnTo>
                <a:lnTo>
                  <a:pt x="10367" y="2692"/>
                </a:lnTo>
                <a:lnTo>
                  <a:pt x="10366" y="2692"/>
                </a:lnTo>
                <a:lnTo>
                  <a:pt x="10366" y="2691"/>
                </a:lnTo>
                <a:lnTo>
                  <a:pt x="10365" y="2691"/>
                </a:lnTo>
                <a:lnTo>
                  <a:pt x="10364" y="2690"/>
                </a:lnTo>
                <a:lnTo>
                  <a:pt x="10363" y="2690"/>
                </a:lnTo>
                <a:lnTo>
                  <a:pt x="10362" y="2689"/>
                </a:lnTo>
                <a:lnTo>
                  <a:pt x="10361" y="2689"/>
                </a:lnTo>
                <a:lnTo>
                  <a:pt x="10360" y="2688"/>
                </a:lnTo>
                <a:lnTo>
                  <a:pt x="10359" y="2688"/>
                </a:lnTo>
                <a:lnTo>
                  <a:pt x="10358" y="2687"/>
                </a:lnTo>
                <a:lnTo>
                  <a:pt x="10357" y="2687"/>
                </a:lnTo>
                <a:lnTo>
                  <a:pt x="10356" y="2686"/>
                </a:lnTo>
                <a:lnTo>
                  <a:pt x="10355" y="2686"/>
                </a:lnTo>
                <a:lnTo>
                  <a:pt x="10355" y="2685"/>
                </a:lnTo>
                <a:lnTo>
                  <a:pt x="10354" y="2685"/>
                </a:lnTo>
                <a:lnTo>
                  <a:pt x="10353" y="2685"/>
                </a:lnTo>
                <a:lnTo>
                  <a:pt x="10353" y="2684"/>
                </a:lnTo>
                <a:lnTo>
                  <a:pt x="10352" y="2684"/>
                </a:lnTo>
                <a:lnTo>
                  <a:pt x="10351" y="2684"/>
                </a:lnTo>
                <a:lnTo>
                  <a:pt x="10350" y="2683"/>
                </a:lnTo>
                <a:lnTo>
                  <a:pt x="10349" y="2683"/>
                </a:lnTo>
                <a:lnTo>
                  <a:pt x="10349" y="2682"/>
                </a:lnTo>
                <a:lnTo>
                  <a:pt x="10348" y="2682"/>
                </a:lnTo>
                <a:lnTo>
                  <a:pt x="10347" y="2682"/>
                </a:lnTo>
                <a:lnTo>
                  <a:pt x="10347" y="2681"/>
                </a:lnTo>
                <a:lnTo>
                  <a:pt x="10346" y="2681"/>
                </a:lnTo>
                <a:lnTo>
                  <a:pt x="10345" y="2680"/>
                </a:lnTo>
                <a:lnTo>
                  <a:pt x="10344" y="2680"/>
                </a:lnTo>
                <a:lnTo>
                  <a:pt x="10343" y="2680"/>
                </a:lnTo>
                <a:lnTo>
                  <a:pt x="10343" y="2679"/>
                </a:lnTo>
                <a:lnTo>
                  <a:pt x="10342" y="2679"/>
                </a:lnTo>
                <a:lnTo>
                  <a:pt x="10341" y="2678"/>
                </a:lnTo>
                <a:lnTo>
                  <a:pt x="10340" y="2678"/>
                </a:lnTo>
                <a:lnTo>
                  <a:pt x="10339" y="2677"/>
                </a:lnTo>
                <a:lnTo>
                  <a:pt x="10338" y="2677"/>
                </a:lnTo>
                <a:lnTo>
                  <a:pt x="10337" y="2676"/>
                </a:lnTo>
                <a:lnTo>
                  <a:pt x="10336" y="2676"/>
                </a:lnTo>
                <a:lnTo>
                  <a:pt x="10335" y="2675"/>
                </a:lnTo>
                <a:lnTo>
                  <a:pt x="10334" y="2675"/>
                </a:lnTo>
                <a:lnTo>
                  <a:pt x="10333" y="2674"/>
                </a:lnTo>
                <a:lnTo>
                  <a:pt x="10332" y="2674"/>
                </a:lnTo>
                <a:lnTo>
                  <a:pt x="10332" y="2673"/>
                </a:lnTo>
                <a:lnTo>
                  <a:pt x="10331" y="2673"/>
                </a:lnTo>
                <a:lnTo>
                  <a:pt x="10330" y="2673"/>
                </a:lnTo>
                <a:lnTo>
                  <a:pt x="10330" y="2672"/>
                </a:lnTo>
                <a:lnTo>
                  <a:pt x="10329" y="2672"/>
                </a:lnTo>
                <a:lnTo>
                  <a:pt x="10328" y="2672"/>
                </a:lnTo>
                <a:lnTo>
                  <a:pt x="10327" y="2671"/>
                </a:lnTo>
                <a:lnTo>
                  <a:pt x="10326" y="2671"/>
                </a:lnTo>
                <a:lnTo>
                  <a:pt x="10326" y="2670"/>
                </a:lnTo>
                <a:lnTo>
                  <a:pt x="10325" y="2670"/>
                </a:lnTo>
                <a:lnTo>
                  <a:pt x="10324" y="2669"/>
                </a:lnTo>
                <a:lnTo>
                  <a:pt x="10323" y="2669"/>
                </a:lnTo>
                <a:lnTo>
                  <a:pt x="10322" y="2668"/>
                </a:lnTo>
                <a:lnTo>
                  <a:pt x="10321" y="2668"/>
                </a:lnTo>
                <a:lnTo>
                  <a:pt x="10320" y="2668"/>
                </a:lnTo>
                <a:lnTo>
                  <a:pt x="10320" y="2667"/>
                </a:lnTo>
                <a:lnTo>
                  <a:pt x="10319" y="2667"/>
                </a:lnTo>
                <a:lnTo>
                  <a:pt x="10318" y="2666"/>
                </a:lnTo>
                <a:lnTo>
                  <a:pt x="10317" y="2666"/>
                </a:lnTo>
                <a:lnTo>
                  <a:pt x="10316" y="2665"/>
                </a:lnTo>
                <a:lnTo>
                  <a:pt x="10315" y="2665"/>
                </a:lnTo>
                <a:lnTo>
                  <a:pt x="10315" y="2664"/>
                </a:lnTo>
                <a:lnTo>
                  <a:pt x="10314" y="2664"/>
                </a:lnTo>
                <a:lnTo>
                  <a:pt x="10313" y="2664"/>
                </a:lnTo>
                <a:lnTo>
                  <a:pt x="10312" y="2663"/>
                </a:lnTo>
                <a:lnTo>
                  <a:pt x="10311" y="2663"/>
                </a:lnTo>
                <a:lnTo>
                  <a:pt x="10310" y="2662"/>
                </a:lnTo>
                <a:lnTo>
                  <a:pt x="10309" y="2662"/>
                </a:lnTo>
                <a:lnTo>
                  <a:pt x="10309" y="2661"/>
                </a:lnTo>
                <a:lnTo>
                  <a:pt x="10308" y="2661"/>
                </a:lnTo>
                <a:lnTo>
                  <a:pt x="10307" y="2660"/>
                </a:lnTo>
                <a:lnTo>
                  <a:pt x="10306" y="2660"/>
                </a:lnTo>
                <a:lnTo>
                  <a:pt x="10305" y="2660"/>
                </a:lnTo>
                <a:lnTo>
                  <a:pt x="10305" y="2659"/>
                </a:lnTo>
                <a:lnTo>
                  <a:pt x="10304" y="2659"/>
                </a:lnTo>
                <a:lnTo>
                  <a:pt x="10303" y="2659"/>
                </a:lnTo>
                <a:lnTo>
                  <a:pt x="10303" y="2658"/>
                </a:lnTo>
                <a:lnTo>
                  <a:pt x="10302" y="2658"/>
                </a:lnTo>
                <a:lnTo>
                  <a:pt x="10301" y="2657"/>
                </a:lnTo>
                <a:lnTo>
                  <a:pt x="10300" y="2657"/>
                </a:lnTo>
                <a:lnTo>
                  <a:pt x="10299" y="2656"/>
                </a:lnTo>
                <a:lnTo>
                  <a:pt x="10298" y="2656"/>
                </a:lnTo>
                <a:lnTo>
                  <a:pt x="10297" y="2655"/>
                </a:lnTo>
                <a:lnTo>
                  <a:pt x="10296" y="2655"/>
                </a:lnTo>
                <a:lnTo>
                  <a:pt x="10295" y="2654"/>
                </a:lnTo>
                <a:lnTo>
                  <a:pt x="10294" y="2654"/>
                </a:lnTo>
                <a:lnTo>
                  <a:pt x="10293" y="2653"/>
                </a:lnTo>
                <a:lnTo>
                  <a:pt x="10292" y="2653"/>
                </a:lnTo>
                <a:lnTo>
                  <a:pt x="10292" y="2652"/>
                </a:lnTo>
                <a:lnTo>
                  <a:pt x="10291" y="2652"/>
                </a:lnTo>
                <a:lnTo>
                  <a:pt x="10290" y="2652"/>
                </a:lnTo>
                <a:lnTo>
                  <a:pt x="10289" y="2651"/>
                </a:lnTo>
                <a:lnTo>
                  <a:pt x="10288" y="2651"/>
                </a:lnTo>
                <a:lnTo>
                  <a:pt x="10288" y="2650"/>
                </a:lnTo>
                <a:lnTo>
                  <a:pt x="10287" y="2650"/>
                </a:lnTo>
                <a:lnTo>
                  <a:pt x="10286" y="2650"/>
                </a:lnTo>
                <a:lnTo>
                  <a:pt x="10286" y="2649"/>
                </a:lnTo>
                <a:lnTo>
                  <a:pt x="10285" y="2649"/>
                </a:lnTo>
                <a:lnTo>
                  <a:pt x="10284" y="2648"/>
                </a:lnTo>
                <a:lnTo>
                  <a:pt x="10283" y="2648"/>
                </a:lnTo>
                <a:lnTo>
                  <a:pt x="10282" y="2647"/>
                </a:lnTo>
                <a:lnTo>
                  <a:pt x="10281" y="2647"/>
                </a:lnTo>
                <a:lnTo>
                  <a:pt x="10280" y="2647"/>
                </a:lnTo>
                <a:lnTo>
                  <a:pt x="10280" y="2646"/>
                </a:lnTo>
                <a:lnTo>
                  <a:pt x="10279" y="2646"/>
                </a:lnTo>
                <a:lnTo>
                  <a:pt x="10278" y="2645"/>
                </a:lnTo>
                <a:lnTo>
                  <a:pt x="10277" y="2645"/>
                </a:lnTo>
                <a:lnTo>
                  <a:pt x="10276" y="2644"/>
                </a:lnTo>
                <a:lnTo>
                  <a:pt x="10275" y="2644"/>
                </a:lnTo>
                <a:lnTo>
                  <a:pt x="10275" y="2643"/>
                </a:lnTo>
                <a:lnTo>
                  <a:pt x="10274" y="2643"/>
                </a:lnTo>
                <a:lnTo>
                  <a:pt x="10273" y="2643"/>
                </a:lnTo>
                <a:lnTo>
                  <a:pt x="10272" y="2642"/>
                </a:lnTo>
                <a:lnTo>
                  <a:pt x="10271" y="2642"/>
                </a:lnTo>
                <a:lnTo>
                  <a:pt x="10270" y="2641"/>
                </a:lnTo>
                <a:lnTo>
                  <a:pt x="10269" y="2641"/>
                </a:lnTo>
                <a:lnTo>
                  <a:pt x="10269" y="2640"/>
                </a:lnTo>
                <a:lnTo>
                  <a:pt x="10268" y="2640"/>
                </a:lnTo>
                <a:lnTo>
                  <a:pt x="10267" y="2639"/>
                </a:lnTo>
                <a:lnTo>
                  <a:pt x="10266" y="2639"/>
                </a:lnTo>
                <a:lnTo>
                  <a:pt x="10265" y="2639"/>
                </a:lnTo>
                <a:lnTo>
                  <a:pt x="10265" y="2638"/>
                </a:lnTo>
                <a:lnTo>
                  <a:pt x="10264" y="2638"/>
                </a:lnTo>
                <a:lnTo>
                  <a:pt x="10263" y="2638"/>
                </a:lnTo>
                <a:lnTo>
                  <a:pt x="10263" y="2637"/>
                </a:lnTo>
                <a:lnTo>
                  <a:pt x="10262" y="2637"/>
                </a:lnTo>
                <a:lnTo>
                  <a:pt x="10261" y="2636"/>
                </a:lnTo>
                <a:lnTo>
                  <a:pt x="10260" y="2636"/>
                </a:lnTo>
                <a:lnTo>
                  <a:pt x="10259" y="2635"/>
                </a:lnTo>
                <a:lnTo>
                  <a:pt x="10258" y="2635"/>
                </a:lnTo>
                <a:lnTo>
                  <a:pt x="10257" y="2634"/>
                </a:lnTo>
                <a:lnTo>
                  <a:pt x="10256" y="2634"/>
                </a:lnTo>
                <a:lnTo>
                  <a:pt x="10255" y="2633"/>
                </a:lnTo>
                <a:lnTo>
                  <a:pt x="10254" y="2633"/>
                </a:lnTo>
                <a:lnTo>
                  <a:pt x="10253" y="2632"/>
                </a:lnTo>
                <a:lnTo>
                  <a:pt x="10252" y="2632"/>
                </a:lnTo>
                <a:lnTo>
                  <a:pt x="10252" y="2631"/>
                </a:lnTo>
                <a:lnTo>
                  <a:pt x="10251" y="2631"/>
                </a:lnTo>
                <a:lnTo>
                  <a:pt x="10250" y="2631"/>
                </a:lnTo>
                <a:lnTo>
                  <a:pt x="10249" y="2630"/>
                </a:lnTo>
                <a:lnTo>
                  <a:pt x="10248" y="2630"/>
                </a:lnTo>
                <a:lnTo>
                  <a:pt x="10248" y="2629"/>
                </a:lnTo>
                <a:lnTo>
                  <a:pt x="10247" y="2629"/>
                </a:lnTo>
                <a:lnTo>
                  <a:pt x="10246" y="2629"/>
                </a:lnTo>
                <a:lnTo>
                  <a:pt x="10246" y="2628"/>
                </a:lnTo>
                <a:lnTo>
                  <a:pt x="10245" y="2628"/>
                </a:lnTo>
                <a:lnTo>
                  <a:pt x="10244" y="2627"/>
                </a:lnTo>
                <a:lnTo>
                  <a:pt x="10243" y="2627"/>
                </a:lnTo>
                <a:lnTo>
                  <a:pt x="10242" y="2627"/>
                </a:lnTo>
                <a:lnTo>
                  <a:pt x="10242" y="2626"/>
                </a:lnTo>
                <a:lnTo>
                  <a:pt x="10241" y="2626"/>
                </a:lnTo>
                <a:lnTo>
                  <a:pt x="10240" y="2625"/>
                </a:lnTo>
                <a:lnTo>
                  <a:pt x="10239" y="2625"/>
                </a:lnTo>
                <a:lnTo>
                  <a:pt x="10238" y="2624"/>
                </a:lnTo>
                <a:lnTo>
                  <a:pt x="10237" y="2624"/>
                </a:lnTo>
                <a:lnTo>
                  <a:pt x="10236" y="2623"/>
                </a:lnTo>
                <a:lnTo>
                  <a:pt x="10235" y="2623"/>
                </a:lnTo>
                <a:lnTo>
                  <a:pt x="10234" y="2622"/>
                </a:lnTo>
                <a:lnTo>
                  <a:pt x="10233" y="2622"/>
                </a:lnTo>
                <a:lnTo>
                  <a:pt x="10232" y="2621"/>
                </a:lnTo>
                <a:lnTo>
                  <a:pt x="10231" y="2621"/>
                </a:lnTo>
                <a:lnTo>
                  <a:pt x="10231" y="2620"/>
                </a:lnTo>
                <a:lnTo>
                  <a:pt x="10230" y="2620"/>
                </a:lnTo>
                <a:lnTo>
                  <a:pt x="10229" y="2620"/>
                </a:lnTo>
                <a:lnTo>
                  <a:pt x="10229" y="2619"/>
                </a:lnTo>
                <a:lnTo>
                  <a:pt x="10228" y="2619"/>
                </a:lnTo>
                <a:lnTo>
                  <a:pt x="10227" y="2619"/>
                </a:lnTo>
                <a:lnTo>
                  <a:pt x="10226" y="2618"/>
                </a:lnTo>
                <a:lnTo>
                  <a:pt x="10225" y="2618"/>
                </a:lnTo>
                <a:lnTo>
                  <a:pt x="10225" y="2617"/>
                </a:lnTo>
                <a:lnTo>
                  <a:pt x="10224" y="2617"/>
                </a:lnTo>
                <a:lnTo>
                  <a:pt x="10223" y="2617"/>
                </a:lnTo>
                <a:lnTo>
                  <a:pt x="10223" y="2616"/>
                </a:lnTo>
                <a:lnTo>
                  <a:pt x="10222" y="2616"/>
                </a:lnTo>
                <a:lnTo>
                  <a:pt x="10221" y="2615"/>
                </a:lnTo>
                <a:lnTo>
                  <a:pt x="10220" y="2615"/>
                </a:lnTo>
                <a:lnTo>
                  <a:pt x="10219" y="2615"/>
                </a:lnTo>
                <a:lnTo>
                  <a:pt x="10219" y="2614"/>
                </a:lnTo>
                <a:lnTo>
                  <a:pt x="10218" y="2614"/>
                </a:lnTo>
                <a:lnTo>
                  <a:pt x="10217" y="2613"/>
                </a:lnTo>
                <a:lnTo>
                  <a:pt x="10216" y="2613"/>
                </a:lnTo>
                <a:lnTo>
                  <a:pt x="10215" y="2612"/>
                </a:lnTo>
                <a:lnTo>
                  <a:pt x="10214" y="2612"/>
                </a:lnTo>
                <a:lnTo>
                  <a:pt x="10213" y="2611"/>
                </a:lnTo>
                <a:lnTo>
                  <a:pt x="10212" y="2611"/>
                </a:lnTo>
                <a:lnTo>
                  <a:pt x="10211" y="2610"/>
                </a:lnTo>
                <a:lnTo>
                  <a:pt x="10210" y="2610"/>
                </a:lnTo>
                <a:lnTo>
                  <a:pt x="10209" y="2609"/>
                </a:lnTo>
                <a:lnTo>
                  <a:pt x="10208" y="2609"/>
                </a:lnTo>
                <a:lnTo>
                  <a:pt x="10208" y="2608"/>
                </a:lnTo>
                <a:lnTo>
                  <a:pt x="10207" y="2608"/>
                </a:lnTo>
                <a:lnTo>
                  <a:pt x="10206" y="2608"/>
                </a:lnTo>
                <a:lnTo>
                  <a:pt x="10206" y="2607"/>
                </a:lnTo>
                <a:lnTo>
                  <a:pt x="10205" y="2607"/>
                </a:lnTo>
                <a:lnTo>
                  <a:pt x="10204" y="2607"/>
                </a:lnTo>
                <a:lnTo>
                  <a:pt x="10203" y="2606"/>
                </a:lnTo>
                <a:lnTo>
                  <a:pt x="10202" y="2606"/>
                </a:lnTo>
                <a:lnTo>
                  <a:pt x="10202" y="2605"/>
                </a:lnTo>
                <a:lnTo>
                  <a:pt x="10201" y="2605"/>
                </a:lnTo>
                <a:lnTo>
                  <a:pt x="10200" y="2604"/>
                </a:lnTo>
                <a:lnTo>
                  <a:pt x="10199" y="2604"/>
                </a:lnTo>
                <a:lnTo>
                  <a:pt x="10198" y="2603"/>
                </a:lnTo>
                <a:lnTo>
                  <a:pt x="10197" y="2603"/>
                </a:lnTo>
                <a:lnTo>
                  <a:pt x="10196" y="2603"/>
                </a:lnTo>
                <a:lnTo>
                  <a:pt x="10196" y="2602"/>
                </a:lnTo>
                <a:lnTo>
                  <a:pt x="10195" y="2602"/>
                </a:lnTo>
                <a:lnTo>
                  <a:pt x="10194" y="2601"/>
                </a:lnTo>
                <a:lnTo>
                  <a:pt x="10193" y="2601"/>
                </a:lnTo>
                <a:lnTo>
                  <a:pt x="10192" y="2600"/>
                </a:lnTo>
                <a:lnTo>
                  <a:pt x="10191" y="2600"/>
                </a:lnTo>
                <a:lnTo>
                  <a:pt x="10191" y="2599"/>
                </a:lnTo>
                <a:lnTo>
                  <a:pt x="10190" y="2599"/>
                </a:lnTo>
                <a:lnTo>
                  <a:pt x="10189" y="2599"/>
                </a:lnTo>
                <a:lnTo>
                  <a:pt x="10188" y="2598"/>
                </a:lnTo>
                <a:lnTo>
                  <a:pt x="10187" y="2598"/>
                </a:lnTo>
                <a:lnTo>
                  <a:pt x="10186" y="2597"/>
                </a:lnTo>
                <a:lnTo>
                  <a:pt x="10185" y="2597"/>
                </a:lnTo>
                <a:lnTo>
                  <a:pt x="10185" y="2596"/>
                </a:lnTo>
                <a:lnTo>
                  <a:pt x="10184" y="2596"/>
                </a:lnTo>
                <a:lnTo>
                  <a:pt x="10183" y="2595"/>
                </a:lnTo>
                <a:lnTo>
                  <a:pt x="10182" y="2595"/>
                </a:lnTo>
                <a:lnTo>
                  <a:pt x="10181" y="2595"/>
                </a:lnTo>
                <a:lnTo>
                  <a:pt x="10181" y="2594"/>
                </a:lnTo>
                <a:lnTo>
                  <a:pt x="10180" y="2594"/>
                </a:lnTo>
                <a:lnTo>
                  <a:pt x="10179" y="2594"/>
                </a:lnTo>
                <a:lnTo>
                  <a:pt x="10179" y="2593"/>
                </a:lnTo>
                <a:lnTo>
                  <a:pt x="10178" y="2593"/>
                </a:lnTo>
                <a:lnTo>
                  <a:pt x="10177" y="2592"/>
                </a:lnTo>
                <a:lnTo>
                  <a:pt x="10176" y="2592"/>
                </a:lnTo>
                <a:lnTo>
                  <a:pt x="10175" y="2591"/>
                </a:lnTo>
                <a:lnTo>
                  <a:pt x="10174" y="2591"/>
                </a:lnTo>
                <a:lnTo>
                  <a:pt x="10173" y="2590"/>
                </a:lnTo>
                <a:lnTo>
                  <a:pt x="10172" y="2590"/>
                </a:lnTo>
                <a:lnTo>
                  <a:pt x="10171" y="2589"/>
                </a:lnTo>
                <a:lnTo>
                  <a:pt x="10170" y="2589"/>
                </a:lnTo>
                <a:lnTo>
                  <a:pt x="10169" y="2588"/>
                </a:lnTo>
                <a:lnTo>
                  <a:pt x="10168" y="2588"/>
                </a:lnTo>
                <a:lnTo>
                  <a:pt x="10168" y="2587"/>
                </a:lnTo>
                <a:lnTo>
                  <a:pt x="10167" y="2587"/>
                </a:lnTo>
                <a:lnTo>
                  <a:pt x="10166" y="2587"/>
                </a:lnTo>
                <a:lnTo>
                  <a:pt x="10165" y="2586"/>
                </a:lnTo>
                <a:lnTo>
                  <a:pt x="10164" y="2586"/>
                </a:lnTo>
                <a:lnTo>
                  <a:pt x="10164" y="2585"/>
                </a:lnTo>
                <a:lnTo>
                  <a:pt x="10163" y="2585"/>
                </a:lnTo>
                <a:lnTo>
                  <a:pt x="10162" y="2585"/>
                </a:lnTo>
                <a:lnTo>
                  <a:pt x="10162" y="2584"/>
                </a:lnTo>
                <a:lnTo>
                  <a:pt x="10161" y="2584"/>
                </a:lnTo>
                <a:lnTo>
                  <a:pt x="10160" y="2583"/>
                </a:lnTo>
                <a:lnTo>
                  <a:pt x="10159" y="2583"/>
                </a:lnTo>
                <a:lnTo>
                  <a:pt x="10158" y="2583"/>
                </a:lnTo>
                <a:lnTo>
                  <a:pt x="10158" y="2582"/>
                </a:lnTo>
                <a:lnTo>
                  <a:pt x="10157" y="2582"/>
                </a:lnTo>
                <a:lnTo>
                  <a:pt x="10156" y="2582"/>
                </a:lnTo>
                <a:lnTo>
                  <a:pt x="10156" y="2581"/>
                </a:lnTo>
                <a:lnTo>
                  <a:pt x="10155" y="2581"/>
                </a:lnTo>
                <a:lnTo>
                  <a:pt x="10154" y="2580"/>
                </a:lnTo>
                <a:lnTo>
                  <a:pt x="10153" y="2580"/>
                </a:lnTo>
                <a:lnTo>
                  <a:pt x="10152" y="2579"/>
                </a:lnTo>
                <a:lnTo>
                  <a:pt x="10151" y="2579"/>
                </a:lnTo>
                <a:lnTo>
                  <a:pt x="10150" y="2578"/>
                </a:lnTo>
                <a:lnTo>
                  <a:pt x="10149" y="2578"/>
                </a:lnTo>
                <a:lnTo>
                  <a:pt x="10148" y="2577"/>
                </a:lnTo>
                <a:lnTo>
                  <a:pt x="10147" y="2577"/>
                </a:lnTo>
                <a:lnTo>
                  <a:pt x="10146" y="2576"/>
                </a:lnTo>
                <a:lnTo>
                  <a:pt x="10145" y="2576"/>
                </a:lnTo>
                <a:lnTo>
                  <a:pt x="10145" y="2575"/>
                </a:lnTo>
                <a:lnTo>
                  <a:pt x="10144" y="2575"/>
                </a:lnTo>
                <a:lnTo>
                  <a:pt x="10143" y="2575"/>
                </a:lnTo>
                <a:lnTo>
                  <a:pt x="10142" y="2574"/>
                </a:lnTo>
                <a:lnTo>
                  <a:pt x="10141" y="2574"/>
                </a:lnTo>
                <a:lnTo>
                  <a:pt x="10141" y="2573"/>
                </a:lnTo>
                <a:lnTo>
                  <a:pt x="10140" y="2573"/>
                </a:lnTo>
                <a:lnTo>
                  <a:pt x="10139" y="2573"/>
                </a:lnTo>
                <a:lnTo>
                  <a:pt x="10139" y="2572"/>
                </a:lnTo>
                <a:lnTo>
                  <a:pt x="10138" y="2572"/>
                </a:lnTo>
                <a:lnTo>
                  <a:pt x="10137" y="2571"/>
                </a:lnTo>
                <a:lnTo>
                  <a:pt x="10136" y="2571"/>
                </a:lnTo>
                <a:lnTo>
                  <a:pt x="10135" y="2571"/>
                </a:lnTo>
                <a:lnTo>
                  <a:pt x="10135" y="2570"/>
                </a:lnTo>
                <a:lnTo>
                  <a:pt x="10134" y="2570"/>
                </a:lnTo>
                <a:lnTo>
                  <a:pt x="10133" y="2569"/>
                </a:lnTo>
                <a:lnTo>
                  <a:pt x="10132" y="2569"/>
                </a:lnTo>
                <a:lnTo>
                  <a:pt x="10131" y="2568"/>
                </a:lnTo>
                <a:lnTo>
                  <a:pt x="10130" y="2568"/>
                </a:lnTo>
                <a:lnTo>
                  <a:pt x="10129" y="2567"/>
                </a:lnTo>
                <a:lnTo>
                  <a:pt x="10128" y="2567"/>
                </a:lnTo>
                <a:lnTo>
                  <a:pt x="10127" y="2566"/>
                </a:lnTo>
                <a:lnTo>
                  <a:pt x="10126" y="2566"/>
                </a:lnTo>
                <a:lnTo>
                  <a:pt x="10125" y="2565"/>
                </a:lnTo>
                <a:lnTo>
                  <a:pt x="10124" y="2565"/>
                </a:lnTo>
                <a:lnTo>
                  <a:pt x="10124" y="2564"/>
                </a:lnTo>
                <a:lnTo>
                  <a:pt x="10123" y="2564"/>
                </a:lnTo>
                <a:lnTo>
                  <a:pt x="10122" y="2564"/>
                </a:lnTo>
                <a:lnTo>
                  <a:pt x="10122" y="2563"/>
                </a:lnTo>
                <a:lnTo>
                  <a:pt x="10121" y="2563"/>
                </a:lnTo>
                <a:lnTo>
                  <a:pt x="10120" y="2563"/>
                </a:lnTo>
                <a:lnTo>
                  <a:pt x="10119" y="2562"/>
                </a:lnTo>
                <a:lnTo>
                  <a:pt x="10118" y="2562"/>
                </a:lnTo>
                <a:lnTo>
                  <a:pt x="10118" y="2561"/>
                </a:lnTo>
                <a:lnTo>
                  <a:pt x="10117" y="2561"/>
                </a:lnTo>
                <a:lnTo>
                  <a:pt x="10116" y="2560"/>
                </a:lnTo>
                <a:lnTo>
                  <a:pt x="10115" y="2560"/>
                </a:lnTo>
                <a:lnTo>
                  <a:pt x="10114" y="2559"/>
                </a:lnTo>
                <a:lnTo>
                  <a:pt x="10113" y="2559"/>
                </a:lnTo>
                <a:lnTo>
                  <a:pt x="10112" y="2559"/>
                </a:lnTo>
                <a:lnTo>
                  <a:pt x="10112" y="2558"/>
                </a:lnTo>
                <a:lnTo>
                  <a:pt x="10111" y="2558"/>
                </a:lnTo>
                <a:lnTo>
                  <a:pt x="10110" y="2557"/>
                </a:lnTo>
                <a:lnTo>
                  <a:pt x="10109" y="2557"/>
                </a:lnTo>
                <a:lnTo>
                  <a:pt x="10108" y="2556"/>
                </a:lnTo>
                <a:lnTo>
                  <a:pt x="10107" y="2556"/>
                </a:lnTo>
                <a:lnTo>
                  <a:pt x="10107" y="2555"/>
                </a:lnTo>
                <a:lnTo>
                  <a:pt x="10106" y="2555"/>
                </a:lnTo>
                <a:lnTo>
                  <a:pt x="10105" y="2555"/>
                </a:lnTo>
                <a:lnTo>
                  <a:pt x="10104" y="2554"/>
                </a:lnTo>
                <a:lnTo>
                  <a:pt x="10103" y="2554"/>
                </a:lnTo>
                <a:lnTo>
                  <a:pt x="10102" y="2553"/>
                </a:lnTo>
                <a:lnTo>
                  <a:pt x="10101" y="2553"/>
                </a:lnTo>
                <a:lnTo>
                  <a:pt x="10101" y="2552"/>
                </a:lnTo>
                <a:lnTo>
                  <a:pt x="10100" y="2552"/>
                </a:lnTo>
                <a:lnTo>
                  <a:pt x="10099" y="2552"/>
                </a:lnTo>
                <a:lnTo>
                  <a:pt x="10099" y="2551"/>
                </a:lnTo>
                <a:lnTo>
                  <a:pt x="10098" y="2551"/>
                </a:lnTo>
                <a:lnTo>
                  <a:pt x="10097" y="2551"/>
                </a:lnTo>
                <a:lnTo>
                  <a:pt x="10097" y="2550"/>
                </a:lnTo>
                <a:lnTo>
                  <a:pt x="10096" y="2550"/>
                </a:lnTo>
                <a:lnTo>
                  <a:pt x="10095" y="2550"/>
                </a:lnTo>
                <a:lnTo>
                  <a:pt x="10095" y="2549"/>
                </a:lnTo>
                <a:lnTo>
                  <a:pt x="10094" y="2549"/>
                </a:lnTo>
                <a:lnTo>
                  <a:pt x="10093" y="2548"/>
                </a:lnTo>
                <a:lnTo>
                  <a:pt x="10092" y="2548"/>
                </a:lnTo>
                <a:lnTo>
                  <a:pt x="10091" y="2547"/>
                </a:lnTo>
                <a:lnTo>
                  <a:pt x="10090" y="2547"/>
                </a:lnTo>
                <a:lnTo>
                  <a:pt x="10089" y="2547"/>
                </a:lnTo>
                <a:lnTo>
                  <a:pt x="10089" y="2546"/>
                </a:lnTo>
                <a:lnTo>
                  <a:pt x="10088" y="2546"/>
                </a:lnTo>
                <a:lnTo>
                  <a:pt x="10087" y="2545"/>
                </a:lnTo>
                <a:lnTo>
                  <a:pt x="10086" y="2545"/>
                </a:lnTo>
                <a:lnTo>
                  <a:pt x="10085" y="2544"/>
                </a:lnTo>
                <a:lnTo>
                  <a:pt x="10084" y="2544"/>
                </a:lnTo>
                <a:lnTo>
                  <a:pt x="10084" y="2543"/>
                </a:lnTo>
                <a:lnTo>
                  <a:pt x="10083" y="2543"/>
                </a:lnTo>
                <a:lnTo>
                  <a:pt x="10082" y="2543"/>
                </a:lnTo>
                <a:lnTo>
                  <a:pt x="10081" y="2542"/>
                </a:lnTo>
                <a:lnTo>
                  <a:pt x="10080" y="2542"/>
                </a:lnTo>
                <a:lnTo>
                  <a:pt x="10079" y="2541"/>
                </a:lnTo>
                <a:lnTo>
                  <a:pt x="10078" y="2541"/>
                </a:lnTo>
                <a:lnTo>
                  <a:pt x="10078" y="2540"/>
                </a:lnTo>
                <a:lnTo>
                  <a:pt x="10077" y="2540"/>
                </a:lnTo>
                <a:lnTo>
                  <a:pt x="10076" y="2539"/>
                </a:lnTo>
                <a:lnTo>
                  <a:pt x="10075" y="2539"/>
                </a:lnTo>
                <a:lnTo>
                  <a:pt x="10074" y="2539"/>
                </a:lnTo>
                <a:lnTo>
                  <a:pt x="10074" y="2538"/>
                </a:lnTo>
                <a:lnTo>
                  <a:pt x="10073" y="2538"/>
                </a:lnTo>
                <a:lnTo>
                  <a:pt x="10072" y="2538"/>
                </a:lnTo>
                <a:lnTo>
                  <a:pt x="10072" y="2537"/>
                </a:lnTo>
                <a:lnTo>
                  <a:pt x="10071" y="2537"/>
                </a:lnTo>
                <a:lnTo>
                  <a:pt x="10070" y="2536"/>
                </a:lnTo>
                <a:lnTo>
                  <a:pt x="10069" y="2536"/>
                </a:lnTo>
                <a:lnTo>
                  <a:pt x="10068" y="2535"/>
                </a:lnTo>
                <a:lnTo>
                  <a:pt x="10067" y="2535"/>
                </a:lnTo>
                <a:lnTo>
                  <a:pt x="10066" y="2534"/>
                </a:lnTo>
                <a:lnTo>
                  <a:pt x="10065" y="2534"/>
                </a:lnTo>
                <a:lnTo>
                  <a:pt x="10064" y="2533"/>
                </a:lnTo>
                <a:lnTo>
                  <a:pt x="10063" y="2533"/>
                </a:lnTo>
                <a:lnTo>
                  <a:pt x="10062" y="2532"/>
                </a:lnTo>
                <a:lnTo>
                  <a:pt x="10061" y="2532"/>
                </a:lnTo>
                <a:lnTo>
                  <a:pt x="10061" y="2531"/>
                </a:lnTo>
                <a:lnTo>
                  <a:pt x="10060" y="2531"/>
                </a:lnTo>
                <a:lnTo>
                  <a:pt x="10059" y="2531"/>
                </a:lnTo>
                <a:lnTo>
                  <a:pt x="10058" y="2530"/>
                </a:lnTo>
                <a:lnTo>
                  <a:pt x="10057" y="2530"/>
                </a:lnTo>
                <a:lnTo>
                  <a:pt x="10057" y="2529"/>
                </a:lnTo>
                <a:lnTo>
                  <a:pt x="10056" y="2529"/>
                </a:lnTo>
                <a:lnTo>
                  <a:pt x="10055" y="2529"/>
                </a:lnTo>
                <a:lnTo>
                  <a:pt x="10055" y="2528"/>
                </a:lnTo>
                <a:lnTo>
                  <a:pt x="10054" y="2528"/>
                </a:lnTo>
                <a:lnTo>
                  <a:pt x="10053" y="2527"/>
                </a:lnTo>
                <a:lnTo>
                  <a:pt x="10052" y="2527"/>
                </a:lnTo>
                <a:lnTo>
                  <a:pt x="10051" y="2527"/>
                </a:lnTo>
                <a:lnTo>
                  <a:pt x="10051" y="2526"/>
                </a:lnTo>
                <a:lnTo>
                  <a:pt x="10050" y="2526"/>
                </a:lnTo>
                <a:lnTo>
                  <a:pt x="10049" y="2525"/>
                </a:lnTo>
                <a:lnTo>
                  <a:pt x="10048" y="2525"/>
                </a:lnTo>
                <a:lnTo>
                  <a:pt x="10047" y="2524"/>
                </a:lnTo>
                <a:lnTo>
                  <a:pt x="10046" y="2524"/>
                </a:lnTo>
                <a:lnTo>
                  <a:pt x="10045" y="2523"/>
                </a:lnTo>
                <a:lnTo>
                  <a:pt x="10044" y="2523"/>
                </a:lnTo>
                <a:lnTo>
                  <a:pt x="10043" y="2522"/>
                </a:lnTo>
                <a:lnTo>
                  <a:pt x="10042" y="2522"/>
                </a:lnTo>
                <a:lnTo>
                  <a:pt x="10041" y="2521"/>
                </a:lnTo>
                <a:lnTo>
                  <a:pt x="10040" y="2521"/>
                </a:lnTo>
                <a:lnTo>
                  <a:pt x="10040" y="2520"/>
                </a:lnTo>
                <a:lnTo>
                  <a:pt x="10039" y="2520"/>
                </a:lnTo>
                <a:lnTo>
                  <a:pt x="10038" y="2520"/>
                </a:lnTo>
                <a:lnTo>
                  <a:pt x="10038" y="2519"/>
                </a:lnTo>
                <a:lnTo>
                  <a:pt x="10037" y="2519"/>
                </a:lnTo>
                <a:lnTo>
                  <a:pt x="10036" y="2519"/>
                </a:lnTo>
                <a:lnTo>
                  <a:pt x="10035" y="2518"/>
                </a:lnTo>
                <a:lnTo>
                  <a:pt x="10034" y="2518"/>
                </a:lnTo>
                <a:lnTo>
                  <a:pt x="10034" y="2517"/>
                </a:lnTo>
                <a:lnTo>
                  <a:pt x="10033" y="2517"/>
                </a:lnTo>
                <a:lnTo>
                  <a:pt x="10032" y="2517"/>
                </a:lnTo>
                <a:lnTo>
                  <a:pt x="10032" y="2516"/>
                </a:lnTo>
                <a:lnTo>
                  <a:pt x="10031" y="2516"/>
                </a:lnTo>
                <a:lnTo>
                  <a:pt x="10030" y="2515"/>
                </a:lnTo>
                <a:lnTo>
                  <a:pt x="10029" y="2515"/>
                </a:lnTo>
                <a:lnTo>
                  <a:pt x="10028" y="2515"/>
                </a:lnTo>
                <a:lnTo>
                  <a:pt x="10028" y="2514"/>
                </a:lnTo>
                <a:lnTo>
                  <a:pt x="10027" y="2514"/>
                </a:lnTo>
                <a:lnTo>
                  <a:pt x="10026" y="2513"/>
                </a:lnTo>
                <a:lnTo>
                  <a:pt x="10025" y="2513"/>
                </a:lnTo>
                <a:lnTo>
                  <a:pt x="10024" y="2512"/>
                </a:lnTo>
                <a:lnTo>
                  <a:pt x="10023" y="2512"/>
                </a:lnTo>
                <a:lnTo>
                  <a:pt x="10022" y="2511"/>
                </a:lnTo>
                <a:lnTo>
                  <a:pt x="10021" y="2511"/>
                </a:lnTo>
                <a:lnTo>
                  <a:pt x="10020" y="2510"/>
                </a:lnTo>
                <a:lnTo>
                  <a:pt x="10019" y="2510"/>
                </a:lnTo>
                <a:lnTo>
                  <a:pt x="10018" y="2509"/>
                </a:lnTo>
                <a:lnTo>
                  <a:pt x="10017" y="2509"/>
                </a:lnTo>
                <a:lnTo>
                  <a:pt x="10017" y="2508"/>
                </a:lnTo>
                <a:lnTo>
                  <a:pt x="10016" y="2508"/>
                </a:lnTo>
                <a:lnTo>
                  <a:pt x="10015" y="2508"/>
                </a:lnTo>
                <a:lnTo>
                  <a:pt x="10015" y="2507"/>
                </a:lnTo>
                <a:lnTo>
                  <a:pt x="10014" y="2507"/>
                </a:lnTo>
                <a:lnTo>
                  <a:pt x="10013" y="2507"/>
                </a:lnTo>
                <a:lnTo>
                  <a:pt x="10012" y="2506"/>
                </a:lnTo>
                <a:lnTo>
                  <a:pt x="10011" y="2506"/>
                </a:lnTo>
                <a:lnTo>
                  <a:pt x="10011" y="2505"/>
                </a:lnTo>
                <a:lnTo>
                  <a:pt x="10010" y="2505"/>
                </a:lnTo>
                <a:lnTo>
                  <a:pt x="10009" y="2504"/>
                </a:lnTo>
                <a:lnTo>
                  <a:pt x="10008" y="2504"/>
                </a:lnTo>
                <a:lnTo>
                  <a:pt x="10007" y="2503"/>
                </a:lnTo>
                <a:lnTo>
                  <a:pt x="10006" y="2503"/>
                </a:lnTo>
                <a:lnTo>
                  <a:pt x="10005" y="2503"/>
                </a:lnTo>
                <a:lnTo>
                  <a:pt x="10005" y="2502"/>
                </a:lnTo>
                <a:lnTo>
                  <a:pt x="10004" y="2502"/>
                </a:lnTo>
                <a:lnTo>
                  <a:pt x="10003" y="2501"/>
                </a:lnTo>
                <a:lnTo>
                  <a:pt x="10002" y="2501"/>
                </a:lnTo>
                <a:lnTo>
                  <a:pt x="10001" y="2500"/>
                </a:lnTo>
                <a:lnTo>
                  <a:pt x="10000" y="2500"/>
                </a:lnTo>
                <a:lnTo>
                  <a:pt x="10000" y="2499"/>
                </a:lnTo>
                <a:lnTo>
                  <a:pt x="9999" y="2499"/>
                </a:lnTo>
                <a:lnTo>
                  <a:pt x="9998" y="2499"/>
                </a:lnTo>
                <a:lnTo>
                  <a:pt x="9997" y="2498"/>
                </a:lnTo>
                <a:lnTo>
                  <a:pt x="9996" y="2498"/>
                </a:lnTo>
                <a:lnTo>
                  <a:pt x="9995" y="2497"/>
                </a:lnTo>
                <a:lnTo>
                  <a:pt x="9994" y="2497"/>
                </a:lnTo>
                <a:lnTo>
                  <a:pt x="9994" y="2496"/>
                </a:lnTo>
                <a:lnTo>
                  <a:pt x="9993" y="2496"/>
                </a:lnTo>
                <a:lnTo>
                  <a:pt x="9992" y="2495"/>
                </a:lnTo>
                <a:lnTo>
                  <a:pt x="9991" y="2495"/>
                </a:lnTo>
                <a:lnTo>
                  <a:pt x="9990" y="2495"/>
                </a:lnTo>
                <a:lnTo>
                  <a:pt x="9990" y="2494"/>
                </a:lnTo>
                <a:lnTo>
                  <a:pt x="9989" y="2494"/>
                </a:lnTo>
                <a:lnTo>
                  <a:pt x="9988" y="2494"/>
                </a:lnTo>
                <a:lnTo>
                  <a:pt x="9988" y="2493"/>
                </a:lnTo>
                <a:lnTo>
                  <a:pt x="9987" y="2493"/>
                </a:lnTo>
                <a:lnTo>
                  <a:pt x="9986" y="2492"/>
                </a:lnTo>
                <a:lnTo>
                  <a:pt x="9985" y="2492"/>
                </a:lnTo>
                <a:lnTo>
                  <a:pt x="9984" y="2491"/>
                </a:lnTo>
                <a:lnTo>
                  <a:pt x="9983" y="2491"/>
                </a:lnTo>
                <a:lnTo>
                  <a:pt x="9982" y="2490"/>
                </a:lnTo>
                <a:lnTo>
                  <a:pt x="9981" y="2490"/>
                </a:lnTo>
                <a:lnTo>
                  <a:pt x="9980" y="2489"/>
                </a:lnTo>
                <a:lnTo>
                  <a:pt x="9979" y="2489"/>
                </a:lnTo>
                <a:lnTo>
                  <a:pt x="9978" y="2488"/>
                </a:lnTo>
                <a:lnTo>
                  <a:pt x="9977" y="2488"/>
                </a:lnTo>
                <a:lnTo>
                  <a:pt x="9977" y="2487"/>
                </a:lnTo>
                <a:lnTo>
                  <a:pt x="9976" y="2487"/>
                </a:lnTo>
                <a:lnTo>
                  <a:pt x="9975" y="2487"/>
                </a:lnTo>
                <a:lnTo>
                  <a:pt x="9974" y="2486"/>
                </a:lnTo>
                <a:lnTo>
                  <a:pt x="9973" y="2486"/>
                </a:lnTo>
                <a:lnTo>
                  <a:pt x="9973" y="2485"/>
                </a:lnTo>
                <a:lnTo>
                  <a:pt x="9972" y="2485"/>
                </a:lnTo>
                <a:lnTo>
                  <a:pt x="9971" y="2485"/>
                </a:lnTo>
                <a:lnTo>
                  <a:pt x="9971" y="2484"/>
                </a:lnTo>
                <a:lnTo>
                  <a:pt x="9970" y="2484"/>
                </a:lnTo>
                <a:lnTo>
                  <a:pt x="9969" y="2483"/>
                </a:lnTo>
                <a:lnTo>
                  <a:pt x="9968" y="2483"/>
                </a:lnTo>
                <a:lnTo>
                  <a:pt x="9967" y="2483"/>
                </a:lnTo>
                <a:lnTo>
                  <a:pt x="9967" y="2482"/>
                </a:lnTo>
                <a:lnTo>
                  <a:pt x="9966" y="2482"/>
                </a:lnTo>
                <a:lnTo>
                  <a:pt x="9965" y="2482"/>
                </a:lnTo>
                <a:lnTo>
                  <a:pt x="9965" y="2481"/>
                </a:lnTo>
                <a:lnTo>
                  <a:pt x="9964" y="2481"/>
                </a:lnTo>
                <a:lnTo>
                  <a:pt x="9963" y="2480"/>
                </a:lnTo>
                <a:lnTo>
                  <a:pt x="9962" y="2480"/>
                </a:lnTo>
                <a:lnTo>
                  <a:pt x="9961" y="2479"/>
                </a:lnTo>
                <a:lnTo>
                  <a:pt x="9960" y="2479"/>
                </a:lnTo>
                <a:lnTo>
                  <a:pt x="9960" y="2478"/>
                </a:lnTo>
                <a:lnTo>
                  <a:pt x="9959" y="2478"/>
                </a:lnTo>
                <a:lnTo>
                  <a:pt x="9958" y="2478"/>
                </a:lnTo>
                <a:lnTo>
                  <a:pt x="9957" y="2477"/>
                </a:lnTo>
                <a:lnTo>
                  <a:pt x="9956" y="2477"/>
                </a:lnTo>
                <a:lnTo>
                  <a:pt x="9955" y="2476"/>
                </a:lnTo>
                <a:lnTo>
                  <a:pt x="9954" y="2476"/>
                </a:lnTo>
                <a:lnTo>
                  <a:pt x="9954" y="2475"/>
                </a:lnTo>
                <a:lnTo>
                  <a:pt x="9953" y="2475"/>
                </a:lnTo>
                <a:lnTo>
                  <a:pt x="9952" y="2474"/>
                </a:lnTo>
                <a:lnTo>
                  <a:pt x="9951" y="2474"/>
                </a:lnTo>
                <a:lnTo>
                  <a:pt x="9950" y="2474"/>
                </a:lnTo>
                <a:lnTo>
                  <a:pt x="9950" y="2473"/>
                </a:lnTo>
                <a:lnTo>
                  <a:pt x="9949" y="2473"/>
                </a:lnTo>
                <a:lnTo>
                  <a:pt x="9948" y="2473"/>
                </a:lnTo>
                <a:lnTo>
                  <a:pt x="9948" y="2472"/>
                </a:lnTo>
                <a:lnTo>
                  <a:pt x="9947" y="2472"/>
                </a:lnTo>
                <a:lnTo>
                  <a:pt x="9946" y="2471"/>
                </a:lnTo>
                <a:lnTo>
                  <a:pt x="9945" y="2471"/>
                </a:lnTo>
                <a:lnTo>
                  <a:pt x="9944" y="2470"/>
                </a:lnTo>
                <a:lnTo>
                  <a:pt x="9943" y="2470"/>
                </a:lnTo>
                <a:lnTo>
                  <a:pt x="9942" y="2469"/>
                </a:lnTo>
                <a:lnTo>
                  <a:pt x="9941" y="2469"/>
                </a:lnTo>
                <a:lnTo>
                  <a:pt x="9940" y="2468"/>
                </a:lnTo>
                <a:lnTo>
                  <a:pt x="9939" y="2468"/>
                </a:lnTo>
                <a:lnTo>
                  <a:pt x="9938" y="2467"/>
                </a:lnTo>
                <a:lnTo>
                  <a:pt x="9937" y="2467"/>
                </a:lnTo>
                <a:lnTo>
                  <a:pt x="9937" y="2466"/>
                </a:lnTo>
                <a:lnTo>
                  <a:pt x="9936" y="2466"/>
                </a:lnTo>
                <a:lnTo>
                  <a:pt x="9935" y="2466"/>
                </a:lnTo>
                <a:lnTo>
                  <a:pt x="9934" y="2465"/>
                </a:lnTo>
                <a:lnTo>
                  <a:pt x="9933" y="2465"/>
                </a:lnTo>
                <a:lnTo>
                  <a:pt x="9933" y="2464"/>
                </a:lnTo>
                <a:lnTo>
                  <a:pt x="9932" y="2464"/>
                </a:lnTo>
                <a:lnTo>
                  <a:pt x="9931" y="2464"/>
                </a:lnTo>
                <a:lnTo>
                  <a:pt x="9931" y="2463"/>
                </a:lnTo>
                <a:lnTo>
                  <a:pt x="9930" y="2463"/>
                </a:lnTo>
                <a:lnTo>
                  <a:pt x="9929" y="2462"/>
                </a:lnTo>
                <a:lnTo>
                  <a:pt x="9928" y="2462"/>
                </a:lnTo>
                <a:lnTo>
                  <a:pt x="9927" y="2462"/>
                </a:lnTo>
                <a:lnTo>
                  <a:pt x="9927" y="2461"/>
                </a:lnTo>
                <a:lnTo>
                  <a:pt x="9926" y="2461"/>
                </a:lnTo>
                <a:lnTo>
                  <a:pt x="9925" y="2460"/>
                </a:lnTo>
                <a:lnTo>
                  <a:pt x="9924" y="2460"/>
                </a:lnTo>
                <a:lnTo>
                  <a:pt x="9923" y="2459"/>
                </a:lnTo>
                <a:lnTo>
                  <a:pt x="9922" y="2459"/>
                </a:lnTo>
                <a:lnTo>
                  <a:pt x="9921" y="2458"/>
                </a:lnTo>
                <a:lnTo>
                  <a:pt x="9920" y="2458"/>
                </a:lnTo>
                <a:lnTo>
                  <a:pt x="9919" y="2457"/>
                </a:lnTo>
                <a:lnTo>
                  <a:pt x="9918" y="2457"/>
                </a:lnTo>
                <a:lnTo>
                  <a:pt x="9917" y="2456"/>
                </a:lnTo>
                <a:lnTo>
                  <a:pt x="9916" y="2456"/>
                </a:lnTo>
                <a:lnTo>
                  <a:pt x="9916" y="2455"/>
                </a:lnTo>
                <a:lnTo>
                  <a:pt x="9915" y="2455"/>
                </a:lnTo>
                <a:lnTo>
                  <a:pt x="9914" y="2455"/>
                </a:lnTo>
                <a:lnTo>
                  <a:pt x="9914" y="2454"/>
                </a:lnTo>
                <a:lnTo>
                  <a:pt x="9913" y="2454"/>
                </a:lnTo>
                <a:lnTo>
                  <a:pt x="9912" y="2454"/>
                </a:lnTo>
                <a:lnTo>
                  <a:pt x="9911" y="2453"/>
                </a:lnTo>
                <a:lnTo>
                  <a:pt x="9910" y="2453"/>
                </a:lnTo>
                <a:lnTo>
                  <a:pt x="9910" y="2452"/>
                </a:lnTo>
                <a:lnTo>
                  <a:pt x="9909" y="2452"/>
                </a:lnTo>
                <a:lnTo>
                  <a:pt x="9908" y="2452"/>
                </a:lnTo>
                <a:lnTo>
                  <a:pt x="9908" y="2451"/>
                </a:lnTo>
                <a:lnTo>
                  <a:pt x="9907" y="2451"/>
                </a:lnTo>
                <a:lnTo>
                  <a:pt x="9906" y="2450"/>
                </a:lnTo>
                <a:lnTo>
                  <a:pt x="9905" y="2450"/>
                </a:lnTo>
                <a:lnTo>
                  <a:pt x="9904" y="2450"/>
                </a:lnTo>
                <a:lnTo>
                  <a:pt x="9904" y="2449"/>
                </a:lnTo>
                <a:lnTo>
                  <a:pt x="9903" y="2449"/>
                </a:lnTo>
                <a:lnTo>
                  <a:pt x="9902" y="2448"/>
                </a:lnTo>
                <a:lnTo>
                  <a:pt x="9901" y="2448"/>
                </a:lnTo>
                <a:lnTo>
                  <a:pt x="9900" y="2447"/>
                </a:lnTo>
                <a:lnTo>
                  <a:pt x="9899" y="2447"/>
                </a:lnTo>
                <a:lnTo>
                  <a:pt x="9898" y="2446"/>
                </a:lnTo>
                <a:lnTo>
                  <a:pt x="9897" y="2446"/>
                </a:lnTo>
                <a:lnTo>
                  <a:pt x="9896" y="2445"/>
                </a:lnTo>
                <a:lnTo>
                  <a:pt x="9895" y="2445"/>
                </a:lnTo>
                <a:lnTo>
                  <a:pt x="9894" y="2444"/>
                </a:lnTo>
                <a:lnTo>
                  <a:pt x="9893" y="2444"/>
                </a:lnTo>
                <a:lnTo>
                  <a:pt x="9893" y="2443"/>
                </a:lnTo>
                <a:lnTo>
                  <a:pt x="9892" y="2443"/>
                </a:lnTo>
                <a:lnTo>
                  <a:pt x="9891" y="2443"/>
                </a:lnTo>
                <a:lnTo>
                  <a:pt x="9891" y="2442"/>
                </a:lnTo>
                <a:lnTo>
                  <a:pt x="9890" y="2442"/>
                </a:lnTo>
                <a:lnTo>
                  <a:pt x="9889" y="2442"/>
                </a:lnTo>
                <a:lnTo>
                  <a:pt x="9888" y="2441"/>
                </a:lnTo>
                <a:lnTo>
                  <a:pt x="9887" y="2441"/>
                </a:lnTo>
                <a:lnTo>
                  <a:pt x="9887" y="2440"/>
                </a:lnTo>
                <a:lnTo>
                  <a:pt x="9886" y="2440"/>
                </a:lnTo>
                <a:lnTo>
                  <a:pt x="9885" y="2439"/>
                </a:lnTo>
                <a:lnTo>
                  <a:pt x="9884" y="2439"/>
                </a:lnTo>
                <a:lnTo>
                  <a:pt x="9883" y="2438"/>
                </a:lnTo>
                <a:lnTo>
                  <a:pt x="9882" y="2438"/>
                </a:lnTo>
                <a:lnTo>
                  <a:pt x="9881" y="2438"/>
                </a:lnTo>
                <a:lnTo>
                  <a:pt x="9881" y="2437"/>
                </a:lnTo>
                <a:lnTo>
                  <a:pt x="9880" y="2437"/>
                </a:lnTo>
                <a:lnTo>
                  <a:pt x="9879" y="2436"/>
                </a:lnTo>
                <a:lnTo>
                  <a:pt x="9878" y="2436"/>
                </a:lnTo>
                <a:lnTo>
                  <a:pt x="9877" y="2435"/>
                </a:lnTo>
                <a:lnTo>
                  <a:pt x="9876" y="2435"/>
                </a:lnTo>
                <a:lnTo>
                  <a:pt x="9876" y="2434"/>
                </a:lnTo>
                <a:lnTo>
                  <a:pt x="9875" y="2434"/>
                </a:lnTo>
                <a:lnTo>
                  <a:pt x="9874" y="2434"/>
                </a:lnTo>
                <a:lnTo>
                  <a:pt x="9873" y="2433"/>
                </a:lnTo>
                <a:lnTo>
                  <a:pt x="9872" y="2433"/>
                </a:lnTo>
                <a:lnTo>
                  <a:pt x="9871" y="2432"/>
                </a:lnTo>
                <a:lnTo>
                  <a:pt x="9870" y="2432"/>
                </a:lnTo>
                <a:lnTo>
                  <a:pt x="9870" y="2431"/>
                </a:lnTo>
                <a:lnTo>
                  <a:pt x="9869" y="2431"/>
                </a:lnTo>
                <a:lnTo>
                  <a:pt x="9868" y="2430"/>
                </a:lnTo>
                <a:lnTo>
                  <a:pt x="9867" y="2430"/>
                </a:lnTo>
                <a:lnTo>
                  <a:pt x="9866" y="2430"/>
                </a:lnTo>
                <a:lnTo>
                  <a:pt x="9866" y="2429"/>
                </a:lnTo>
                <a:lnTo>
                  <a:pt x="9865" y="2429"/>
                </a:lnTo>
                <a:lnTo>
                  <a:pt x="9864" y="2429"/>
                </a:lnTo>
                <a:lnTo>
                  <a:pt x="9864" y="2428"/>
                </a:lnTo>
                <a:lnTo>
                  <a:pt x="9863" y="2428"/>
                </a:lnTo>
                <a:lnTo>
                  <a:pt x="9862" y="2427"/>
                </a:lnTo>
                <a:lnTo>
                  <a:pt x="9861" y="2427"/>
                </a:lnTo>
                <a:lnTo>
                  <a:pt x="9860" y="2426"/>
                </a:lnTo>
                <a:lnTo>
                  <a:pt x="9859" y="2426"/>
                </a:lnTo>
                <a:lnTo>
                  <a:pt x="9858" y="2425"/>
                </a:lnTo>
                <a:lnTo>
                  <a:pt x="9857" y="2425"/>
                </a:lnTo>
                <a:lnTo>
                  <a:pt x="9856" y="2424"/>
                </a:lnTo>
                <a:lnTo>
                  <a:pt x="9855" y="2424"/>
                </a:lnTo>
                <a:lnTo>
                  <a:pt x="9854" y="2423"/>
                </a:lnTo>
                <a:lnTo>
                  <a:pt x="9853" y="2423"/>
                </a:lnTo>
                <a:lnTo>
                  <a:pt x="9853" y="2422"/>
                </a:lnTo>
                <a:lnTo>
                  <a:pt x="9852" y="2422"/>
                </a:lnTo>
                <a:lnTo>
                  <a:pt x="9851" y="2422"/>
                </a:lnTo>
                <a:lnTo>
                  <a:pt x="9850" y="2421"/>
                </a:lnTo>
                <a:lnTo>
                  <a:pt x="9849" y="2421"/>
                </a:lnTo>
                <a:lnTo>
                  <a:pt x="9849" y="2420"/>
                </a:lnTo>
                <a:lnTo>
                  <a:pt x="9848" y="2420"/>
                </a:lnTo>
                <a:lnTo>
                  <a:pt x="9847" y="2420"/>
                </a:lnTo>
                <a:lnTo>
                  <a:pt x="9847" y="2419"/>
                </a:lnTo>
                <a:lnTo>
                  <a:pt x="9846" y="2419"/>
                </a:lnTo>
                <a:lnTo>
                  <a:pt x="9845" y="2418"/>
                </a:lnTo>
                <a:lnTo>
                  <a:pt x="9844" y="2418"/>
                </a:lnTo>
                <a:lnTo>
                  <a:pt x="9843" y="2418"/>
                </a:lnTo>
                <a:lnTo>
                  <a:pt x="9843" y="2417"/>
                </a:lnTo>
                <a:lnTo>
                  <a:pt x="9842" y="2417"/>
                </a:lnTo>
                <a:lnTo>
                  <a:pt x="9841" y="2417"/>
                </a:lnTo>
                <a:lnTo>
                  <a:pt x="9841" y="2416"/>
                </a:lnTo>
                <a:lnTo>
                  <a:pt x="9840" y="2416"/>
                </a:lnTo>
                <a:lnTo>
                  <a:pt x="9839" y="2415"/>
                </a:lnTo>
                <a:lnTo>
                  <a:pt x="9838" y="2415"/>
                </a:lnTo>
                <a:lnTo>
                  <a:pt x="9837" y="2414"/>
                </a:lnTo>
                <a:lnTo>
                  <a:pt x="9836" y="2414"/>
                </a:lnTo>
                <a:lnTo>
                  <a:pt x="9835" y="2413"/>
                </a:lnTo>
                <a:lnTo>
                  <a:pt x="9834" y="2413"/>
                </a:lnTo>
                <a:lnTo>
                  <a:pt x="9833" y="2412"/>
                </a:lnTo>
                <a:lnTo>
                  <a:pt x="9832" y="2412"/>
                </a:lnTo>
                <a:lnTo>
                  <a:pt x="9831" y="2411"/>
                </a:lnTo>
                <a:lnTo>
                  <a:pt x="9830" y="2411"/>
                </a:lnTo>
                <a:lnTo>
                  <a:pt x="9830" y="2410"/>
                </a:lnTo>
                <a:lnTo>
                  <a:pt x="9829" y="2410"/>
                </a:lnTo>
                <a:lnTo>
                  <a:pt x="9828" y="2410"/>
                </a:lnTo>
                <a:lnTo>
                  <a:pt x="9827" y="2409"/>
                </a:lnTo>
                <a:lnTo>
                  <a:pt x="9826" y="2409"/>
                </a:lnTo>
                <a:lnTo>
                  <a:pt x="9826" y="2408"/>
                </a:lnTo>
                <a:lnTo>
                  <a:pt x="9825" y="2408"/>
                </a:lnTo>
                <a:lnTo>
                  <a:pt x="9824" y="2408"/>
                </a:lnTo>
                <a:lnTo>
                  <a:pt x="9824" y="2407"/>
                </a:lnTo>
                <a:lnTo>
                  <a:pt x="9823" y="2407"/>
                </a:lnTo>
                <a:lnTo>
                  <a:pt x="9822" y="2406"/>
                </a:lnTo>
                <a:lnTo>
                  <a:pt x="9821" y="2406"/>
                </a:lnTo>
                <a:lnTo>
                  <a:pt x="9820" y="2406"/>
                </a:lnTo>
                <a:lnTo>
                  <a:pt x="9820" y="2405"/>
                </a:lnTo>
                <a:lnTo>
                  <a:pt x="9819" y="2405"/>
                </a:lnTo>
                <a:lnTo>
                  <a:pt x="9818" y="2404"/>
                </a:lnTo>
                <a:lnTo>
                  <a:pt x="9817" y="2404"/>
                </a:lnTo>
                <a:lnTo>
                  <a:pt x="9816" y="2403"/>
                </a:lnTo>
                <a:lnTo>
                  <a:pt x="9815" y="2403"/>
                </a:lnTo>
                <a:lnTo>
                  <a:pt x="9814" y="2402"/>
                </a:lnTo>
                <a:lnTo>
                  <a:pt x="9813" y="2402"/>
                </a:lnTo>
                <a:lnTo>
                  <a:pt x="9812" y="2401"/>
                </a:lnTo>
                <a:lnTo>
                  <a:pt x="9811" y="2401"/>
                </a:lnTo>
                <a:lnTo>
                  <a:pt x="9810" y="2400"/>
                </a:lnTo>
                <a:lnTo>
                  <a:pt x="9809" y="2400"/>
                </a:lnTo>
                <a:lnTo>
                  <a:pt x="9809" y="2399"/>
                </a:lnTo>
                <a:lnTo>
                  <a:pt x="9808" y="2399"/>
                </a:lnTo>
                <a:lnTo>
                  <a:pt x="9807" y="2399"/>
                </a:lnTo>
                <a:lnTo>
                  <a:pt x="9807" y="2398"/>
                </a:lnTo>
                <a:lnTo>
                  <a:pt x="9806" y="2398"/>
                </a:lnTo>
                <a:lnTo>
                  <a:pt x="9805" y="2398"/>
                </a:lnTo>
                <a:lnTo>
                  <a:pt x="9804" y="2397"/>
                </a:lnTo>
                <a:lnTo>
                  <a:pt x="9803" y="2397"/>
                </a:lnTo>
                <a:lnTo>
                  <a:pt x="9803" y="2396"/>
                </a:lnTo>
                <a:lnTo>
                  <a:pt x="9802" y="2396"/>
                </a:lnTo>
                <a:lnTo>
                  <a:pt x="9801" y="2395"/>
                </a:lnTo>
                <a:lnTo>
                  <a:pt x="9800" y="2395"/>
                </a:lnTo>
                <a:lnTo>
                  <a:pt x="9799" y="2394"/>
                </a:lnTo>
                <a:lnTo>
                  <a:pt x="9798" y="2394"/>
                </a:lnTo>
                <a:lnTo>
                  <a:pt x="9797" y="2394"/>
                </a:lnTo>
                <a:lnTo>
                  <a:pt x="9797" y="2393"/>
                </a:lnTo>
                <a:lnTo>
                  <a:pt x="9796" y="2393"/>
                </a:lnTo>
                <a:lnTo>
                  <a:pt x="9795" y="2392"/>
                </a:lnTo>
                <a:lnTo>
                  <a:pt x="9794" y="2392"/>
                </a:lnTo>
                <a:lnTo>
                  <a:pt x="9793" y="2391"/>
                </a:lnTo>
                <a:lnTo>
                  <a:pt x="9792" y="2391"/>
                </a:lnTo>
                <a:lnTo>
                  <a:pt x="9792" y="2390"/>
                </a:lnTo>
                <a:lnTo>
                  <a:pt x="9791" y="2390"/>
                </a:lnTo>
                <a:lnTo>
                  <a:pt x="9790" y="2390"/>
                </a:lnTo>
                <a:lnTo>
                  <a:pt x="9789" y="2389"/>
                </a:lnTo>
                <a:lnTo>
                  <a:pt x="9788" y="2389"/>
                </a:lnTo>
                <a:lnTo>
                  <a:pt x="9787" y="2388"/>
                </a:lnTo>
                <a:lnTo>
                  <a:pt x="9786" y="2388"/>
                </a:lnTo>
                <a:lnTo>
                  <a:pt x="9786" y="2387"/>
                </a:lnTo>
                <a:lnTo>
                  <a:pt x="9785" y="2387"/>
                </a:lnTo>
                <a:lnTo>
                  <a:pt x="9784" y="2387"/>
                </a:lnTo>
                <a:lnTo>
                  <a:pt x="9784" y="2386"/>
                </a:lnTo>
                <a:lnTo>
                  <a:pt x="9783" y="2386"/>
                </a:lnTo>
                <a:lnTo>
                  <a:pt x="9782" y="2386"/>
                </a:lnTo>
                <a:lnTo>
                  <a:pt x="9782" y="2385"/>
                </a:lnTo>
                <a:lnTo>
                  <a:pt x="9781" y="2385"/>
                </a:lnTo>
                <a:lnTo>
                  <a:pt x="9780" y="2385"/>
                </a:lnTo>
                <a:lnTo>
                  <a:pt x="9780" y="2384"/>
                </a:lnTo>
                <a:lnTo>
                  <a:pt x="9779" y="2384"/>
                </a:lnTo>
                <a:lnTo>
                  <a:pt x="9778" y="2383"/>
                </a:lnTo>
                <a:lnTo>
                  <a:pt x="9777" y="2383"/>
                </a:lnTo>
                <a:lnTo>
                  <a:pt x="9776" y="2382"/>
                </a:lnTo>
                <a:lnTo>
                  <a:pt x="9775" y="2382"/>
                </a:lnTo>
                <a:lnTo>
                  <a:pt x="9774" y="2382"/>
                </a:lnTo>
                <a:lnTo>
                  <a:pt x="9774" y="2381"/>
                </a:lnTo>
                <a:lnTo>
                  <a:pt x="9773" y="2381"/>
                </a:lnTo>
                <a:lnTo>
                  <a:pt x="9772" y="2380"/>
                </a:lnTo>
                <a:lnTo>
                  <a:pt x="9771" y="2380"/>
                </a:lnTo>
                <a:lnTo>
                  <a:pt x="9770" y="2379"/>
                </a:lnTo>
                <a:lnTo>
                  <a:pt x="9769" y="2379"/>
                </a:lnTo>
                <a:lnTo>
                  <a:pt x="9769" y="2378"/>
                </a:lnTo>
                <a:lnTo>
                  <a:pt x="9768" y="2378"/>
                </a:lnTo>
                <a:lnTo>
                  <a:pt x="9767" y="2378"/>
                </a:lnTo>
                <a:lnTo>
                  <a:pt x="9766" y="2377"/>
                </a:lnTo>
                <a:lnTo>
                  <a:pt x="9765" y="2377"/>
                </a:lnTo>
                <a:lnTo>
                  <a:pt x="9764" y="2376"/>
                </a:lnTo>
                <a:lnTo>
                  <a:pt x="9763" y="2376"/>
                </a:lnTo>
                <a:lnTo>
                  <a:pt x="9763" y="2375"/>
                </a:lnTo>
                <a:lnTo>
                  <a:pt x="9762" y="2375"/>
                </a:lnTo>
                <a:lnTo>
                  <a:pt x="9761" y="2374"/>
                </a:lnTo>
                <a:lnTo>
                  <a:pt x="9760" y="2374"/>
                </a:lnTo>
                <a:lnTo>
                  <a:pt x="9759" y="2374"/>
                </a:lnTo>
                <a:lnTo>
                  <a:pt x="9759" y="2373"/>
                </a:lnTo>
                <a:lnTo>
                  <a:pt x="9758" y="2373"/>
                </a:lnTo>
                <a:lnTo>
                  <a:pt x="9757" y="2373"/>
                </a:lnTo>
                <a:lnTo>
                  <a:pt x="9757" y="2372"/>
                </a:lnTo>
                <a:lnTo>
                  <a:pt x="9756" y="2372"/>
                </a:lnTo>
                <a:lnTo>
                  <a:pt x="9755" y="2371"/>
                </a:lnTo>
                <a:lnTo>
                  <a:pt x="9754" y="2371"/>
                </a:lnTo>
                <a:lnTo>
                  <a:pt x="9753" y="2370"/>
                </a:lnTo>
                <a:lnTo>
                  <a:pt x="9752" y="2370"/>
                </a:lnTo>
                <a:lnTo>
                  <a:pt x="9751" y="2369"/>
                </a:lnTo>
                <a:lnTo>
                  <a:pt x="9750" y="2369"/>
                </a:lnTo>
                <a:lnTo>
                  <a:pt x="9749" y="2368"/>
                </a:lnTo>
                <a:lnTo>
                  <a:pt x="9748" y="2368"/>
                </a:lnTo>
                <a:lnTo>
                  <a:pt x="9747" y="2367"/>
                </a:lnTo>
                <a:lnTo>
                  <a:pt x="9746" y="2367"/>
                </a:lnTo>
                <a:lnTo>
                  <a:pt x="9746" y="2366"/>
                </a:lnTo>
                <a:lnTo>
                  <a:pt x="9745" y="2366"/>
                </a:lnTo>
                <a:lnTo>
                  <a:pt x="9744" y="2366"/>
                </a:lnTo>
                <a:lnTo>
                  <a:pt x="9743" y="2365"/>
                </a:lnTo>
                <a:lnTo>
                  <a:pt x="9742" y="2365"/>
                </a:lnTo>
                <a:lnTo>
                  <a:pt x="9742" y="2364"/>
                </a:lnTo>
                <a:lnTo>
                  <a:pt x="9741" y="2364"/>
                </a:lnTo>
                <a:lnTo>
                  <a:pt x="9740" y="2364"/>
                </a:lnTo>
                <a:lnTo>
                  <a:pt x="9740" y="2363"/>
                </a:lnTo>
                <a:lnTo>
                  <a:pt x="9739" y="2363"/>
                </a:lnTo>
                <a:lnTo>
                  <a:pt x="9738" y="2362"/>
                </a:lnTo>
                <a:lnTo>
                  <a:pt x="9737" y="2362"/>
                </a:lnTo>
                <a:lnTo>
                  <a:pt x="9736" y="2362"/>
                </a:lnTo>
                <a:lnTo>
                  <a:pt x="9736" y="2361"/>
                </a:lnTo>
                <a:lnTo>
                  <a:pt x="9735" y="2361"/>
                </a:lnTo>
                <a:lnTo>
                  <a:pt x="9734" y="2360"/>
                </a:lnTo>
                <a:lnTo>
                  <a:pt x="9733" y="2360"/>
                </a:lnTo>
                <a:lnTo>
                  <a:pt x="9732" y="2359"/>
                </a:lnTo>
                <a:lnTo>
                  <a:pt x="9731" y="2359"/>
                </a:lnTo>
                <a:lnTo>
                  <a:pt x="9730" y="2358"/>
                </a:lnTo>
                <a:lnTo>
                  <a:pt x="9729" y="2358"/>
                </a:lnTo>
                <a:lnTo>
                  <a:pt x="9728" y="2357"/>
                </a:lnTo>
                <a:lnTo>
                  <a:pt x="9727" y="2357"/>
                </a:lnTo>
                <a:lnTo>
                  <a:pt x="9726" y="2356"/>
                </a:lnTo>
                <a:lnTo>
                  <a:pt x="9725" y="2356"/>
                </a:lnTo>
                <a:lnTo>
                  <a:pt x="9725" y="2355"/>
                </a:lnTo>
                <a:lnTo>
                  <a:pt x="9724" y="2355"/>
                </a:lnTo>
                <a:lnTo>
                  <a:pt x="9723" y="2355"/>
                </a:lnTo>
                <a:lnTo>
                  <a:pt x="9723" y="2354"/>
                </a:lnTo>
                <a:lnTo>
                  <a:pt x="9722" y="2354"/>
                </a:lnTo>
                <a:lnTo>
                  <a:pt x="9721" y="2354"/>
                </a:lnTo>
                <a:lnTo>
                  <a:pt x="9720" y="2353"/>
                </a:lnTo>
                <a:lnTo>
                  <a:pt x="9719" y="2353"/>
                </a:lnTo>
                <a:lnTo>
                  <a:pt x="9719" y="2352"/>
                </a:lnTo>
                <a:lnTo>
                  <a:pt x="9718" y="2352"/>
                </a:lnTo>
                <a:lnTo>
                  <a:pt x="9717" y="2352"/>
                </a:lnTo>
                <a:lnTo>
                  <a:pt x="9717" y="2351"/>
                </a:lnTo>
                <a:lnTo>
                  <a:pt x="9716" y="2351"/>
                </a:lnTo>
                <a:lnTo>
                  <a:pt x="9715" y="2350"/>
                </a:lnTo>
                <a:lnTo>
                  <a:pt x="9714" y="2350"/>
                </a:lnTo>
                <a:lnTo>
                  <a:pt x="9713" y="2350"/>
                </a:lnTo>
                <a:lnTo>
                  <a:pt x="9713" y="2349"/>
                </a:lnTo>
                <a:lnTo>
                  <a:pt x="9712" y="2349"/>
                </a:lnTo>
                <a:lnTo>
                  <a:pt x="9711" y="2348"/>
                </a:lnTo>
                <a:lnTo>
                  <a:pt x="9710" y="2348"/>
                </a:lnTo>
                <a:lnTo>
                  <a:pt x="9709" y="2347"/>
                </a:lnTo>
                <a:lnTo>
                  <a:pt x="9708" y="2347"/>
                </a:lnTo>
                <a:lnTo>
                  <a:pt x="9707" y="2346"/>
                </a:lnTo>
                <a:lnTo>
                  <a:pt x="9706" y="2346"/>
                </a:lnTo>
                <a:lnTo>
                  <a:pt x="9705" y="2345"/>
                </a:lnTo>
                <a:lnTo>
                  <a:pt x="9704" y="2345"/>
                </a:lnTo>
                <a:lnTo>
                  <a:pt x="9703" y="2344"/>
                </a:lnTo>
                <a:lnTo>
                  <a:pt x="9702" y="2344"/>
                </a:lnTo>
                <a:lnTo>
                  <a:pt x="9702" y="2343"/>
                </a:lnTo>
                <a:lnTo>
                  <a:pt x="9701" y="2343"/>
                </a:lnTo>
                <a:lnTo>
                  <a:pt x="9700" y="2343"/>
                </a:lnTo>
                <a:lnTo>
                  <a:pt x="9700" y="2342"/>
                </a:lnTo>
                <a:lnTo>
                  <a:pt x="9699" y="2342"/>
                </a:lnTo>
                <a:lnTo>
                  <a:pt x="9698" y="2342"/>
                </a:lnTo>
                <a:lnTo>
                  <a:pt x="9697" y="2341"/>
                </a:lnTo>
                <a:lnTo>
                  <a:pt x="9696" y="2341"/>
                </a:lnTo>
                <a:lnTo>
                  <a:pt x="9696" y="2340"/>
                </a:lnTo>
                <a:lnTo>
                  <a:pt x="9695" y="2340"/>
                </a:lnTo>
                <a:lnTo>
                  <a:pt x="9694" y="2339"/>
                </a:lnTo>
                <a:lnTo>
                  <a:pt x="9693" y="2339"/>
                </a:lnTo>
                <a:lnTo>
                  <a:pt x="9692" y="2338"/>
                </a:lnTo>
                <a:lnTo>
                  <a:pt x="9691" y="2338"/>
                </a:lnTo>
                <a:lnTo>
                  <a:pt x="9690" y="2338"/>
                </a:lnTo>
                <a:lnTo>
                  <a:pt x="9690" y="2337"/>
                </a:lnTo>
                <a:lnTo>
                  <a:pt x="9689" y="2337"/>
                </a:lnTo>
                <a:lnTo>
                  <a:pt x="9688" y="2336"/>
                </a:lnTo>
                <a:lnTo>
                  <a:pt x="9687" y="2336"/>
                </a:lnTo>
                <a:lnTo>
                  <a:pt x="9686" y="2335"/>
                </a:lnTo>
                <a:lnTo>
                  <a:pt x="9685" y="2335"/>
                </a:lnTo>
                <a:lnTo>
                  <a:pt x="9685" y="2334"/>
                </a:lnTo>
                <a:lnTo>
                  <a:pt x="9684" y="2334"/>
                </a:lnTo>
                <a:lnTo>
                  <a:pt x="9683" y="2334"/>
                </a:lnTo>
                <a:lnTo>
                  <a:pt x="9682" y="2333"/>
                </a:lnTo>
                <a:lnTo>
                  <a:pt x="9681" y="2333"/>
                </a:lnTo>
                <a:lnTo>
                  <a:pt x="9680" y="2332"/>
                </a:lnTo>
                <a:lnTo>
                  <a:pt x="9679" y="2332"/>
                </a:lnTo>
                <a:lnTo>
                  <a:pt x="9679" y="2331"/>
                </a:lnTo>
                <a:lnTo>
                  <a:pt x="9678" y="2331"/>
                </a:lnTo>
                <a:lnTo>
                  <a:pt x="9677" y="2330"/>
                </a:lnTo>
                <a:lnTo>
                  <a:pt x="9676" y="2330"/>
                </a:lnTo>
                <a:lnTo>
                  <a:pt x="9675" y="2330"/>
                </a:lnTo>
                <a:lnTo>
                  <a:pt x="9675" y="2329"/>
                </a:lnTo>
                <a:lnTo>
                  <a:pt x="9674" y="2329"/>
                </a:lnTo>
                <a:lnTo>
                  <a:pt x="9673" y="2329"/>
                </a:lnTo>
                <a:lnTo>
                  <a:pt x="9673" y="2328"/>
                </a:lnTo>
                <a:lnTo>
                  <a:pt x="9672" y="2328"/>
                </a:lnTo>
                <a:lnTo>
                  <a:pt x="9671" y="2327"/>
                </a:lnTo>
                <a:lnTo>
                  <a:pt x="9670" y="2327"/>
                </a:lnTo>
                <a:lnTo>
                  <a:pt x="9669" y="2326"/>
                </a:lnTo>
                <a:lnTo>
                  <a:pt x="9668" y="2326"/>
                </a:lnTo>
                <a:lnTo>
                  <a:pt x="9667" y="2325"/>
                </a:lnTo>
                <a:lnTo>
                  <a:pt x="9666" y="2325"/>
                </a:lnTo>
                <a:lnTo>
                  <a:pt x="9665" y="2324"/>
                </a:lnTo>
                <a:lnTo>
                  <a:pt x="9664" y="2324"/>
                </a:lnTo>
                <a:lnTo>
                  <a:pt x="9663" y="2323"/>
                </a:lnTo>
                <a:lnTo>
                  <a:pt x="9662" y="2323"/>
                </a:lnTo>
                <a:lnTo>
                  <a:pt x="9662" y="2322"/>
                </a:lnTo>
                <a:lnTo>
                  <a:pt x="9661" y="2322"/>
                </a:lnTo>
                <a:lnTo>
                  <a:pt x="9660" y="2322"/>
                </a:lnTo>
                <a:lnTo>
                  <a:pt x="9659" y="2321"/>
                </a:lnTo>
                <a:lnTo>
                  <a:pt x="9658" y="2321"/>
                </a:lnTo>
                <a:lnTo>
                  <a:pt x="9658" y="2320"/>
                </a:lnTo>
                <a:lnTo>
                  <a:pt x="9657" y="2320"/>
                </a:lnTo>
                <a:lnTo>
                  <a:pt x="9656" y="2320"/>
                </a:lnTo>
                <a:lnTo>
                  <a:pt x="9656" y="2319"/>
                </a:lnTo>
                <a:lnTo>
                  <a:pt x="9655" y="2319"/>
                </a:lnTo>
                <a:lnTo>
                  <a:pt x="9654" y="2318"/>
                </a:lnTo>
                <a:lnTo>
                  <a:pt x="9653" y="2318"/>
                </a:lnTo>
                <a:lnTo>
                  <a:pt x="9652" y="2318"/>
                </a:lnTo>
                <a:lnTo>
                  <a:pt x="9652" y="2317"/>
                </a:lnTo>
                <a:lnTo>
                  <a:pt x="9651" y="2317"/>
                </a:lnTo>
                <a:lnTo>
                  <a:pt x="9650" y="2317"/>
                </a:lnTo>
                <a:lnTo>
                  <a:pt x="9650" y="2316"/>
                </a:lnTo>
                <a:lnTo>
                  <a:pt x="9649" y="2316"/>
                </a:lnTo>
                <a:lnTo>
                  <a:pt x="9648" y="2315"/>
                </a:lnTo>
                <a:lnTo>
                  <a:pt x="9647" y="2315"/>
                </a:lnTo>
                <a:lnTo>
                  <a:pt x="9646" y="2314"/>
                </a:lnTo>
                <a:lnTo>
                  <a:pt x="9645" y="2314"/>
                </a:lnTo>
                <a:lnTo>
                  <a:pt x="9645" y="2313"/>
                </a:lnTo>
                <a:lnTo>
                  <a:pt x="9644" y="2313"/>
                </a:lnTo>
                <a:lnTo>
                  <a:pt x="9643" y="2313"/>
                </a:lnTo>
                <a:lnTo>
                  <a:pt x="9642" y="2312"/>
                </a:lnTo>
                <a:lnTo>
                  <a:pt x="9641" y="2312"/>
                </a:lnTo>
                <a:lnTo>
                  <a:pt x="9640" y="2311"/>
                </a:lnTo>
                <a:lnTo>
                  <a:pt x="9639" y="2311"/>
                </a:lnTo>
                <a:lnTo>
                  <a:pt x="9639" y="2310"/>
                </a:lnTo>
                <a:lnTo>
                  <a:pt x="9638" y="2310"/>
                </a:lnTo>
                <a:lnTo>
                  <a:pt x="9637" y="2309"/>
                </a:lnTo>
                <a:lnTo>
                  <a:pt x="9636" y="2309"/>
                </a:lnTo>
                <a:lnTo>
                  <a:pt x="9635" y="2309"/>
                </a:lnTo>
                <a:lnTo>
                  <a:pt x="9635" y="2308"/>
                </a:lnTo>
                <a:lnTo>
                  <a:pt x="9634" y="2308"/>
                </a:lnTo>
                <a:lnTo>
                  <a:pt x="9633" y="2308"/>
                </a:lnTo>
                <a:lnTo>
                  <a:pt x="9633" y="2307"/>
                </a:lnTo>
                <a:lnTo>
                  <a:pt x="9632" y="2307"/>
                </a:lnTo>
                <a:lnTo>
                  <a:pt x="9631" y="2306"/>
                </a:lnTo>
                <a:lnTo>
                  <a:pt x="9630" y="2306"/>
                </a:lnTo>
                <a:lnTo>
                  <a:pt x="9629" y="2305"/>
                </a:lnTo>
                <a:lnTo>
                  <a:pt x="9628" y="2305"/>
                </a:lnTo>
                <a:lnTo>
                  <a:pt x="9627" y="2304"/>
                </a:lnTo>
                <a:lnTo>
                  <a:pt x="9626" y="2304"/>
                </a:lnTo>
                <a:lnTo>
                  <a:pt x="9625" y="2303"/>
                </a:lnTo>
                <a:lnTo>
                  <a:pt x="9624" y="2303"/>
                </a:lnTo>
                <a:lnTo>
                  <a:pt x="9623" y="2302"/>
                </a:lnTo>
                <a:lnTo>
                  <a:pt x="9622" y="2302"/>
                </a:lnTo>
                <a:lnTo>
                  <a:pt x="9622" y="2301"/>
                </a:lnTo>
                <a:lnTo>
                  <a:pt x="9621" y="2301"/>
                </a:lnTo>
                <a:lnTo>
                  <a:pt x="9620" y="2301"/>
                </a:lnTo>
                <a:lnTo>
                  <a:pt x="9619" y="2300"/>
                </a:lnTo>
                <a:lnTo>
                  <a:pt x="9618" y="2300"/>
                </a:lnTo>
                <a:lnTo>
                  <a:pt x="9618" y="2299"/>
                </a:lnTo>
                <a:lnTo>
                  <a:pt x="9617" y="2299"/>
                </a:lnTo>
                <a:lnTo>
                  <a:pt x="9616" y="2299"/>
                </a:lnTo>
                <a:lnTo>
                  <a:pt x="9616" y="2298"/>
                </a:lnTo>
                <a:lnTo>
                  <a:pt x="9615" y="2298"/>
                </a:lnTo>
                <a:lnTo>
                  <a:pt x="9614" y="2297"/>
                </a:lnTo>
                <a:lnTo>
                  <a:pt x="9613" y="2297"/>
                </a:lnTo>
                <a:lnTo>
                  <a:pt x="9612" y="2297"/>
                </a:lnTo>
                <a:lnTo>
                  <a:pt x="9612" y="2296"/>
                </a:lnTo>
                <a:lnTo>
                  <a:pt x="9611" y="2296"/>
                </a:lnTo>
                <a:lnTo>
                  <a:pt x="9610" y="2295"/>
                </a:lnTo>
                <a:lnTo>
                  <a:pt x="9609" y="2295"/>
                </a:lnTo>
                <a:lnTo>
                  <a:pt x="9608" y="2294"/>
                </a:lnTo>
                <a:lnTo>
                  <a:pt x="9607" y="2294"/>
                </a:lnTo>
                <a:lnTo>
                  <a:pt x="9606" y="2293"/>
                </a:lnTo>
                <a:lnTo>
                  <a:pt x="9605" y="2293"/>
                </a:lnTo>
                <a:lnTo>
                  <a:pt x="9604" y="2292"/>
                </a:lnTo>
                <a:lnTo>
                  <a:pt x="9603" y="2292"/>
                </a:lnTo>
                <a:lnTo>
                  <a:pt x="9602" y="2291"/>
                </a:lnTo>
                <a:lnTo>
                  <a:pt x="9601" y="2291"/>
                </a:lnTo>
                <a:lnTo>
                  <a:pt x="9601" y="2290"/>
                </a:lnTo>
                <a:lnTo>
                  <a:pt x="9600" y="2290"/>
                </a:lnTo>
                <a:lnTo>
                  <a:pt x="9599" y="2290"/>
                </a:lnTo>
                <a:lnTo>
                  <a:pt x="9599" y="2289"/>
                </a:lnTo>
                <a:lnTo>
                  <a:pt x="9598" y="2289"/>
                </a:lnTo>
                <a:lnTo>
                  <a:pt x="9597" y="2289"/>
                </a:lnTo>
                <a:lnTo>
                  <a:pt x="9596" y="2288"/>
                </a:lnTo>
                <a:lnTo>
                  <a:pt x="9595" y="2288"/>
                </a:lnTo>
                <a:lnTo>
                  <a:pt x="9595" y="2287"/>
                </a:lnTo>
                <a:lnTo>
                  <a:pt x="9594" y="2287"/>
                </a:lnTo>
                <a:lnTo>
                  <a:pt x="9593" y="2287"/>
                </a:lnTo>
                <a:lnTo>
                  <a:pt x="9593" y="2286"/>
                </a:lnTo>
                <a:lnTo>
                  <a:pt x="9592" y="2286"/>
                </a:lnTo>
                <a:lnTo>
                  <a:pt x="9591" y="2285"/>
                </a:lnTo>
                <a:lnTo>
                  <a:pt x="9590" y="2285"/>
                </a:lnTo>
                <a:lnTo>
                  <a:pt x="9589" y="2285"/>
                </a:lnTo>
                <a:lnTo>
                  <a:pt x="9589" y="2284"/>
                </a:lnTo>
                <a:lnTo>
                  <a:pt x="9588" y="2284"/>
                </a:lnTo>
                <a:lnTo>
                  <a:pt x="9587" y="2283"/>
                </a:lnTo>
                <a:lnTo>
                  <a:pt x="9586" y="2283"/>
                </a:lnTo>
                <a:lnTo>
                  <a:pt x="9585" y="2282"/>
                </a:lnTo>
                <a:lnTo>
                  <a:pt x="9584" y="2282"/>
                </a:lnTo>
                <a:lnTo>
                  <a:pt x="9583" y="2281"/>
                </a:lnTo>
                <a:lnTo>
                  <a:pt x="9582" y="2281"/>
                </a:lnTo>
                <a:lnTo>
                  <a:pt x="9581" y="2280"/>
                </a:lnTo>
                <a:lnTo>
                  <a:pt x="9580" y="2280"/>
                </a:lnTo>
                <a:lnTo>
                  <a:pt x="9579" y="2315"/>
                </a:lnTo>
                <a:lnTo>
                  <a:pt x="9578" y="2314"/>
                </a:lnTo>
                <a:lnTo>
                  <a:pt x="9577" y="2314"/>
                </a:lnTo>
                <a:lnTo>
                  <a:pt x="9576" y="2313"/>
                </a:lnTo>
                <a:lnTo>
                  <a:pt x="9575" y="2313"/>
                </a:lnTo>
                <a:lnTo>
                  <a:pt x="9575" y="2312"/>
                </a:lnTo>
                <a:lnTo>
                  <a:pt x="9574" y="2312"/>
                </a:lnTo>
                <a:lnTo>
                  <a:pt x="9573" y="2312"/>
                </a:lnTo>
                <a:lnTo>
                  <a:pt x="9573" y="2311"/>
                </a:lnTo>
                <a:lnTo>
                  <a:pt x="9572" y="2311"/>
                </a:lnTo>
                <a:lnTo>
                  <a:pt x="9571" y="2311"/>
                </a:lnTo>
                <a:lnTo>
                  <a:pt x="9571" y="2310"/>
                </a:lnTo>
                <a:lnTo>
                  <a:pt x="9570" y="2310"/>
                </a:lnTo>
                <a:lnTo>
                  <a:pt x="9569" y="2310"/>
                </a:lnTo>
                <a:lnTo>
                  <a:pt x="9569" y="2309"/>
                </a:lnTo>
                <a:lnTo>
                  <a:pt x="9568" y="2309"/>
                </a:lnTo>
                <a:lnTo>
                  <a:pt x="9567" y="2308"/>
                </a:lnTo>
                <a:lnTo>
                  <a:pt x="9566" y="2308"/>
                </a:lnTo>
                <a:lnTo>
                  <a:pt x="9565" y="2307"/>
                </a:lnTo>
                <a:lnTo>
                  <a:pt x="9564" y="2307"/>
                </a:lnTo>
                <a:lnTo>
                  <a:pt x="9563" y="2307"/>
                </a:lnTo>
                <a:lnTo>
                  <a:pt x="9563" y="2306"/>
                </a:lnTo>
                <a:lnTo>
                  <a:pt x="9562" y="2306"/>
                </a:lnTo>
                <a:lnTo>
                  <a:pt x="9561" y="2305"/>
                </a:lnTo>
                <a:lnTo>
                  <a:pt x="9560" y="2305"/>
                </a:lnTo>
                <a:lnTo>
                  <a:pt x="9559" y="2304"/>
                </a:lnTo>
                <a:lnTo>
                  <a:pt x="9558" y="2304"/>
                </a:lnTo>
                <a:lnTo>
                  <a:pt x="9558" y="2303"/>
                </a:lnTo>
                <a:lnTo>
                  <a:pt x="9557" y="2303"/>
                </a:lnTo>
                <a:lnTo>
                  <a:pt x="9556" y="2303"/>
                </a:lnTo>
                <a:lnTo>
                  <a:pt x="9555" y="2302"/>
                </a:lnTo>
                <a:lnTo>
                  <a:pt x="9554" y="2302"/>
                </a:lnTo>
                <a:lnTo>
                  <a:pt x="9554" y="2301"/>
                </a:lnTo>
                <a:lnTo>
                  <a:pt x="9553" y="2301"/>
                </a:lnTo>
                <a:lnTo>
                  <a:pt x="9552" y="2301"/>
                </a:lnTo>
                <a:lnTo>
                  <a:pt x="9552" y="2300"/>
                </a:lnTo>
                <a:lnTo>
                  <a:pt x="9551" y="2300"/>
                </a:lnTo>
                <a:lnTo>
                  <a:pt x="9550" y="2299"/>
                </a:lnTo>
                <a:lnTo>
                  <a:pt x="9549" y="2299"/>
                </a:lnTo>
                <a:lnTo>
                  <a:pt x="9548" y="2299"/>
                </a:lnTo>
                <a:lnTo>
                  <a:pt x="9548" y="2298"/>
                </a:lnTo>
                <a:lnTo>
                  <a:pt x="9547" y="2298"/>
                </a:lnTo>
                <a:lnTo>
                  <a:pt x="9546" y="2298"/>
                </a:lnTo>
                <a:lnTo>
                  <a:pt x="9546" y="2297"/>
                </a:lnTo>
                <a:lnTo>
                  <a:pt x="9545" y="2297"/>
                </a:lnTo>
                <a:lnTo>
                  <a:pt x="9544" y="2296"/>
                </a:lnTo>
                <a:lnTo>
                  <a:pt x="9543" y="2296"/>
                </a:lnTo>
                <a:lnTo>
                  <a:pt x="9542" y="2295"/>
                </a:lnTo>
                <a:lnTo>
                  <a:pt x="9541" y="2295"/>
                </a:lnTo>
                <a:lnTo>
                  <a:pt x="9540" y="2294"/>
                </a:lnTo>
                <a:lnTo>
                  <a:pt x="9539" y="2294"/>
                </a:lnTo>
                <a:lnTo>
                  <a:pt x="9538" y="2293"/>
                </a:lnTo>
                <a:lnTo>
                  <a:pt x="9537" y="2293"/>
                </a:lnTo>
                <a:lnTo>
                  <a:pt x="9536" y="2292"/>
                </a:lnTo>
                <a:lnTo>
                  <a:pt x="9535" y="2292"/>
                </a:lnTo>
                <a:lnTo>
                  <a:pt x="9535" y="2291"/>
                </a:lnTo>
                <a:lnTo>
                  <a:pt x="9534" y="2291"/>
                </a:lnTo>
                <a:lnTo>
                  <a:pt x="9533" y="2291"/>
                </a:lnTo>
                <a:lnTo>
                  <a:pt x="9532" y="2290"/>
                </a:lnTo>
                <a:lnTo>
                  <a:pt x="9531" y="2290"/>
                </a:lnTo>
                <a:lnTo>
                  <a:pt x="9531" y="2289"/>
                </a:lnTo>
                <a:lnTo>
                  <a:pt x="9530" y="2289"/>
                </a:lnTo>
                <a:lnTo>
                  <a:pt x="9529" y="2289"/>
                </a:lnTo>
                <a:lnTo>
                  <a:pt x="9529" y="2288"/>
                </a:lnTo>
                <a:lnTo>
                  <a:pt x="9528" y="2288"/>
                </a:lnTo>
                <a:lnTo>
                  <a:pt x="9527" y="2287"/>
                </a:lnTo>
                <a:lnTo>
                  <a:pt x="9526" y="2287"/>
                </a:lnTo>
                <a:lnTo>
                  <a:pt x="9525" y="2287"/>
                </a:lnTo>
                <a:lnTo>
                  <a:pt x="9525" y="2286"/>
                </a:lnTo>
                <a:lnTo>
                  <a:pt x="9524" y="2286"/>
                </a:lnTo>
                <a:lnTo>
                  <a:pt x="9523" y="2285"/>
                </a:lnTo>
                <a:lnTo>
                  <a:pt x="9522" y="2285"/>
                </a:lnTo>
                <a:lnTo>
                  <a:pt x="9521" y="2284"/>
                </a:lnTo>
                <a:lnTo>
                  <a:pt x="9520" y="2284"/>
                </a:lnTo>
                <a:lnTo>
                  <a:pt x="9519" y="2283"/>
                </a:lnTo>
                <a:lnTo>
                  <a:pt x="9518" y="2283"/>
                </a:lnTo>
                <a:lnTo>
                  <a:pt x="9517" y="2282"/>
                </a:lnTo>
                <a:lnTo>
                  <a:pt x="9516" y="2282"/>
                </a:lnTo>
                <a:lnTo>
                  <a:pt x="9515" y="2281"/>
                </a:lnTo>
                <a:lnTo>
                  <a:pt x="9514" y="2281"/>
                </a:lnTo>
                <a:lnTo>
                  <a:pt x="9514" y="2280"/>
                </a:lnTo>
                <a:lnTo>
                  <a:pt x="9513" y="2280"/>
                </a:lnTo>
                <a:lnTo>
                  <a:pt x="9512" y="2280"/>
                </a:lnTo>
                <a:lnTo>
                  <a:pt x="9512" y="2279"/>
                </a:lnTo>
                <a:lnTo>
                  <a:pt x="9511" y="2279"/>
                </a:lnTo>
                <a:lnTo>
                  <a:pt x="9510" y="2279"/>
                </a:lnTo>
                <a:lnTo>
                  <a:pt x="9509" y="2278"/>
                </a:lnTo>
                <a:lnTo>
                  <a:pt x="9508" y="2278"/>
                </a:lnTo>
                <a:lnTo>
                  <a:pt x="9508" y="2277"/>
                </a:lnTo>
                <a:lnTo>
                  <a:pt x="9507" y="2277"/>
                </a:lnTo>
                <a:lnTo>
                  <a:pt x="9506" y="2277"/>
                </a:lnTo>
                <a:lnTo>
                  <a:pt x="9506" y="2276"/>
                </a:lnTo>
                <a:lnTo>
                  <a:pt x="9505" y="2276"/>
                </a:lnTo>
                <a:lnTo>
                  <a:pt x="9504" y="2275"/>
                </a:lnTo>
                <a:lnTo>
                  <a:pt x="9503" y="2275"/>
                </a:lnTo>
                <a:lnTo>
                  <a:pt x="9502" y="2275"/>
                </a:lnTo>
                <a:lnTo>
                  <a:pt x="9502" y="2274"/>
                </a:lnTo>
                <a:lnTo>
                  <a:pt x="9501" y="2274"/>
                </a:lnTo>
                <a:lnTo>
                  <a:pt x="9500" y="2273"/>
                </a:lnTo>
                <a:lnTo>
                  <a:pt x="9499" y="2273"/>
                </a:lnTo>
                <a:lnTo>
                  <a:pt x="9498" y="2272"/>
                </a:lnTo>
                <a:lnTo>
                  <a:pt x="9497" y="2272"/>
                </a:lnTo>
                <a:lnTo>
                  <a:pt x="9496" y="2271"/>
                </a:lnTo>
                <a:lnTo>
                  <a:pt x="9495" y="2271"/>
                </a:lnTo>
                <a:lnTo>
                  <a:pt x="9494" y="2270"/>
                </a:lnTo>
                <a:lnTo>
                  <a:pt x="9493" y="2270"/>
                </a:lnTo>
                <a:lnTo>
                  <a:pt x="9492" y="2269"/>
                </a:lnTo>
                <a:lnTo>
                  <a:pt x="9491" y="2269"/>
                </a:lnTo>
                <a:lnTo>
                  <a:pt x="9491" y="2268"/>
                </a:lnTo>
                <a:lnTo>
                  <a:pt x="9490" y="2268"/>
                </a:lnTo>
                <a:lnTo>
                  <a:pt x="9489" y="2268"/>
                </a:lnTo>
                <a:lnTo>
                  <a:pt x="9489" y="2267"/>
                </a:lnTo>
                <a:lnTo>
                  <a:pt x="9488" y="2267"/>
                </a:lnTo>
                <a:lnTo>
                  <a:pt x="9487" y="2267"/>
                </a:lnTo>
                <a:lnTo>
                  <a:pt x="9487" y="2266"/>
                </a:lnTo>
                <a:lnTo>
                  <a:pt x="9486" y="2266"/>
                </a:lnTo>
                <a:lnTo>
                  <a:pt x="9485" y="2266"/>
                </a:lnTo>
                <a:lnTo>
                  <a:pt x="9485" y="2265"/>
                </a:lnTo>
                <a:lnTo>
                  <a:pt x="9484" y="2265"/>
                </a:lnTo>
                <a:lnTo>
                  <a:pt x="9483" y="2264"/>
                </a:lnTo>
                <a:lnTo>
                  <a:pt x="9482" y="2264"/>
                </a:lnTo>
                <a:lnTo>
                  <a:pt x="9481" y="2263"/>
                </a:lnTo>
                <a:lnTo>
                  <a:pt x="9480" y="2263"/>
                </a:lnTo>
                <a:lnTo>
                  <a:pt x="9479" y="2263"/>
                </a:lnTo>
                <a:lnTo>
                  <a:pt x="9479" y="2262"/>
                </a:lnTo>
                <a:lnTo>
                  <a:pt x="9478" y="2262"/>
                </a:lnTo>
                <a:lnTo>
                  <a:pt x="9477" y="2261"/>
                </a:lnTo>
                <a:lnTo>
                  <a:pt x="9476" y="2261"/>
                </a:lnTo>
                <a:lnTo>
                  <a:pt x="9475" y="2260"/>
                </a:lnTo>
                <a:lnTo>
                  <a:pt x="9474" y="2260"/>
                </a:lnTo>
                <a:lnTo>
                  <a:pt x="9474" y="2259"/>
                </a:lnTo>
                <a:lnTo>
                  <a:pt x="9473" y="2259"/>
                </a:lnTo>
                <a:lnTo>
                  <a:pt x="9472" y="2259"/>
                </a:lnTo>
                <a:lnTo>
                  <a:pt x="9471" y="2258"/>
                </a:lnTo>
                <a:lnTo>
                  <a:pt x="9470" y="2258"/>
                </a:lnTo>
                <a:lnTo>
                  <a:pt x="9469" y="2257"/>
                </a:lnTo>
                <a:lnTo>
                  <a:pt x="9468" y="2257"/>
                </a:lnTo>
                <a:lnTo>
                  <a:pt x="9468" y="2256"/>
                </a:lnTo>
                <a:lnTo>
                  <a:pt x="9467" y="2256"/>
                </a:lnTo>
                <a:lnTo>
                  <a:pt x="9466" y="2255"/>
                </a:lnTo>
                <a:lnTo>
                  <a:pt x="9465" y="2255"/>
                </a:lnTo>
                <a:lnTo>
                  <a:pt x="9464" y="2255"/>
                </a:lnTo>
                <a:lnTo>
                  <a:pt x="9464" y="2254"/>
                </a:lnTo>
                <a:lnTo>
                  <a:pt x="9463" y="2254"/>
                </a:lnTo>
                <a:lnTo>
                  <a:pt x="9462" y="2254"/>
                </a:lnTo>
                <a:lnTo>
                  <a:pt x="9462" y="2253"/>
                </a:lnTo>
                <a:lnTo>
                  <a:pt x="9461" y="2253"/>
                </a:lnTo>
                <a:lnTo>
                  <a:pt x="9460" y="2252"/>
                </a:lnTo>
                <a:lnTo>
                  <a:pt x="9459" y="2252"/>
                </a:lnTo>
                <a:lnTo>
                  <a:pt x="9458" y="2251"/>
                </a:lnTo>
                <a:lnTo>
                  <a:pt x="9457" y="2251"/>
                </a:lnTo>
                <a:lnTo>
                  <a:pt x="9456" y="2250"/>
                </a:lnTo>
                <a:lnTo>
                  <a:pt x="9455" y="2250"/>
                </a:lnTo>
                <a:lnTo>
                  <a:pt x="9454" y="2249"/>
                </a:lnTo>
                <a:lnTo>
                  <a:pt x="9453" y="2249"/>
                </a:lnTo>
                <a:lnTo>
                  <a:pt x="9452" y="2248"/>
                </a:lnTo>
                <a:lnTo>
                  <a:pt x="9451" y="2248"/>
                </a:lnTo>
                <a:lnTo>
                  <a:pt x="9451" y="2247"/>
                </a:lnTo>
                <a:lnTo>
                  <a:pt x="9450" y="2247"/>
                </a:lnTo>
                <a:lnTo>
                  <a:pt x="9449" y="2247"/>
                </a:lnTo>
                <a:lnTo>
                  <a:pt x="9448" y="2246"/>
                </a:lnTo>
                <a:lnTo>
                  <a:pt x="9447" y="2246"/>
                </a:lnTo>
                <a:lnTo>
                  <a:pt x="9447" y="2245"/>
                </a:lnTo>
                <a:lnTo>
                  <a:pt x="9446" y="2245"/>
                </a:lnTo>
                <a:lnTo>
                  <a:pt x="9445" y="2245"/>
                </a:lnTo>
                <a:lnTo>
                  <a:pt x="9445" y="2244"/>
                </a:lnTo>
                <a:lnTo>
                  <a:pt x="9444" y="2244"/>
                </a:lnTo>
                <a:lnTo>
                  <a:pt x="9443" y="2243"/>
                </a:lnTo>
                <a:lnTo>
                  <a:pt x="9442" y="2243"/>
                </a:lnTo>
                <a:lnTo>
                  <a:pt x="9441" y="2243"/>
                </a:lnTo>
                <a:lnTo>
                  <a:pt x="9441" y="2242"/>
                </a:lnTo>
                <a:lnTo>
                  <a:pt x="9440" y="2242"/>
                </a:lnTo>
                <a:lnTo>
                  <a:pt x="9439" y="2242"/>
                </a:lnTo>
                <a:lnTo>
                  <a:pt x="9439" y="2241"/>
                </a:lnTo>
                <a:lnTo>
                  <a:pt x="9438" y="2241"/>
                </a:lnTo>
                <a:lnTo>
                  <a:pt x="9437" y="2240"/>
                </a:lnTo>
                <a:lnTo>
                  <a:pt x="9436" y="2240"/>
                </a:lnTo>
                <a:lnTo>
                  <a:pt x="9435" y="2239"/>
                </a:lnTo>
                <a:lnTo>
                  <a:pt x="9434" y="2239"/>
                </a:lnTo>
                <a:lnTo>
                  <a:pt x="9433" y="2238"/>
                </a:lnTo>
                <a:lnTo>
                  <a:pt x="9432" y="2238"/>
                </a:lnTo>
                <a:lnTo>
                  <a:pt x="9431" y="2237"/>
                </a:lnTo>
                <a:lnTo>
                  <a:pt x="9430" y="2237"/>
                </a:lnTo>
                <a:lnTo>
                  <a:pt x="9430" y="2236"/>
                </a:lnTo>
                <a:lnTo>
                  <a:pt x="9429" y="2236"/>
                </a:lnTo>
                <a:lnTo>
                  <a:pt x="9428" y="2236"/>
                </a:lnTo>
                <a:lnTo>
                  <a:pt x="9428" y="2235"/>
                </a:lnTo>
                <a:lnTo>
                  <a:pt x="9427" y="2235"/>
                </a:lnTo>
                <a:lnTo>
                  <a:pt x="9426" y="2235"/>
                </a:lnTo>
                <a:lnTo>
                  <a:pt x="9425" y="2234"/>
                </a:lnTo>
                <a:lnTo>
                  <a:pt x="9424" y="2234"/>
                </a:lnTo>
                <a:lnTo>
                  <a:pt x="9424" y="2233"/>
                </a:lnTo>
                <a:lnTo>
                  <a:pt x="9423" y="2233"/>
                </a:lnTo>
                <a:lnTo>
                  <a:pt x="9422" y="2233"/>
                </a:lnTo>
                <a:lnTo>
                  <a:pt x="9422" y="2232"/>
                </a:lnTo>
                <a:lnTo>
                  <a:pt x="9421" y="2232"/>
                </a:lnTo>
                <a:lnTo>
                  <a:pt x="9420" y="2231"/>
                </a:lnTo>
                <a:lnTo>
                  <a:pt x="9419" y="2231"/>
                </a:lnTo>
                <a:lnTo>
                  <a:pt x="9418" y="2231"/>
                </a:lnTo>
                <a:lnTo>
                  <a:pt x="9418" y="2230"/>
                </a:lnTo>
                <a:lnTo>
                  <a:pt x="9417" y="2230"/>
                </a:lnTo>
                <a:lnTo>
                  <a:pt x="9416" y="2229"/>
                </a:lnTo>
                <a:lnTo>
                  <a:pt x="9415" y="2229"/>
                </a:lnTo>
                <a:lnTo>
                  <a:pt x="9414" y="2228"/>
                </a:lnTo>
                <a:lnTo>
                  <a:pt x="9413" y="2228"/>
                </a:lnTo>
                <a:lnTo>
                  <a:pt x="9412" y="2227"/>
                </a:lnTo>
                <a:lnTo>
                  <a:pt x="9411" y="2227"/>
                </a:lnTo>
                <a:lnTo>
                  <a:pt x="9410" y="2226"/>
                </a:lnTo>
                <a:lnTo>
                  <a:pt x="9409" y="2226"/>
                </a:lnTo>
                <a:lnTo>
                  <a:pt x="9408" y="2225"/>
                </a:lnTo>
                <a:lnTo>
                  <a:pt x="9407" y="2225"/>
                </a:lnTo>
                <a:lnTo>
                  <a:pt x="9407" y="2224"/>
                </a:lnTo>
                <a:lnTo>
                  <a:pt x="9406" y="2224"/>
                </a:lnTo>
                <a:lnTo>
                  <a:pt x="9405" y="2224"/>
                </a:lnTo>
                <a:lnTo>
                  <a:pt x="9405" y="2223"/>
                </a:lnTo>
                <a:lnTo>
                  <a:pt x="9404" y="2223"/>
                </a:lnTo>
                <a:lnTo>
                  <a:pt x="9403" y="2223"/>
                </a:lnTo>
                <a:lnTo>
                  <a:pt x="9402" y="2222"/>
                </a:lnTo>
                <a:lnTo>
                  <a:pt x="9401" y="2222"/>
                </a:lnTo>
                <a:lnTo>
                  <a:pt x="9401" y="2221"/>
                </a:lnTo>
                <a:lnTo>
                  <a:pt x="9400" y="2221"/>
                </a:lnTo>
                <a:lnTo>
                  <a:pt x="9399" y="2220"/>
                </a:lnTo>
                <a:lnTo>
                  <a:pt x="9398" y="2220"/>
                </a:lnTo>
                <a:lnTo>
                  <a:pt x="9397" y="2219"/>
                </a:lnTo>
                <a:lnTo>
                  <a:pt x="9396" y="2219"/>
                </a:lnTo>
                <a:lnTo>
                  <a:pt x="9395" y="2218"/>
                </a:lnTo>
                <a:lnTo>
                  <a:pt x="9394" y="2218"/>
                </a:lnTo>
                <a:lnTo>
                  <a:pt x="9393" y="2217"/>
                </a:lnTo>
                <a:lnTo>
                  <a:pt x="9392" y="2217"/>
                </a:lnTo>
                <a:lnTo>
                  <a:pt x="9391" y="2216"/>
                </a:lnTo>
                <a:lnTo>
                  <a:pt x="9390" y="2216"/>
                </a:lnTo>
                <a:lnTo>
                  <a:pt x="9390" y="2215"/>
                </a:lnTo>
                <a:lnTo>
                  <a:pt x="9389" y="2215"/>
                </a:lnTo>
                <a:lnTo>
                  <a:pt x="9388" y="2215"/>
                </a:lnTo>
                <a:lnTo>
                  <a:pt x="9388" y="2214"/>
                </a:lnTo>
                <a:lnTo>
                  <a:pt x="9387" y="2214"/>
                </a:lnTo>
                <a:lnTo>
                  <a:pt x="9386" y="2214"/>
                </a:lnTo>
                <a:lnTo>
                  <a:pt x="9385" y="2213"/>
                </a:lnTo>
                <a:lnTo>
                  <a:pt x="9384" y="2213"/>
                </a:lnTo>
                <a:lnTo>
                  <a:pt x="9384" y="2212"/>
                </a:lnTo>
                <a:lnTo>
                  <a:pt x="9383" y="2212"/>
                </a:lnTo>
                <a:lnTo>
                  <a:pt x="9382" y="2212"/>
                </a:lnTo>
                <a:lnTo>
                  <a:pt x="9382" y="2211"/>
                </a:lnTo>
                <a:lnTo>
                  <a:pt x="9381" y="2211"/>
                </a:lnTo>
                <a:lnTo>
                  <a:pt x="9380" y="2210"/>
                </a:lnTo>
                <a:lnTo>
                  <a:pt x="9379" y="2210"/>
                </a:lnTo>
                <a:lnTo>
                  <a:pt x="9378" y="2210"/>
                </a:lnTo>
                <a:lnTo>
                  <a:pt x="9378" y="2209"/>
                </a:lnTo>
                <a:lnTo>
                  <a:pt x="9377" y="2209"/>
                </a:lnTo>
                <a:lnTo>
                  <a:pt x="9376" y="2208"/>
                </a:lnTo>
                <a:lnTo>
                  <a:pt x="9375" y="2208"/>
                </a:lnTo>
                <a:lnTo>
                  <a:pt x="9374" y="2207"/>
                </a:lnTo>
                <a:lnTo>
                  <a:pt x="9373" y="2207"/>
                </a:lnTo>
                <a:lnTo>
                  <a:pt x="9372" y="2206"/>
                </a:lnTo>
                <a:lnTo>
                  <a:pt x="9371" y="2206"/>
                </a:lnTo>
                <a:lnTo>
                  <a:pt x="9370" y="2205"/>
                </a:lnTo>
                <a:lnTo>
                  <a:pt x="9369" y="2205"/>
                </a:lnTo>
                <a:lnTo>
                  <a:pt x="9368" y="2204"/>
                </a:lnTo>
                <a:lnTo>
                  <a:pt x="9367" y="2204"/>
                </a:lnTo>
                <a:lnTo>
                  <a:pt x="9367" y="2203"/>
                </a:lnTo>
                <a:lnTo>
                  <a:pt x="9366" y="2203"/>
                </a:lnTo>
                <a:lnTo>
                  <a:pt x="9365" y="2203"/>
                </a:lnTo>
                <a:lnTo>
                  <a:pt x="9365" y="2202"/>
                </a:lnTo>
                <a:lnTo>
                  <a:pt x="9364" y="2202"/>
                </a:lnTo>
                <a:lnTo>
                  <a:pt x="9363" y="2202"/>
                </a:lnTo>
                <a:lnTo>
                  <a:pt x="9363" y="2201"/>
                </a:lnTo>
                <a:lnTo>
                  <a:pt x="9362" y="2201"/>
                </a:lnTo>
                <a:lnTo>
                  <a:pt x="9361" y="2201"/>
                </a:lnTo>
                <a:lnTo>
                  <a:pt x="9361" y="2200"/>
                </a:lnTo>
                <a:lnTo>
                  <a:pt x="9360" y="2200"/>
                </a:lnTo>
                <a:lnTo>
                  <a:pt x="9359" y="2199"/>
                </a:lnTo>
                <a:lnTo>
                  <a:pt x="9358" y="2199"/>
                </a:lnTo>
                <a:lnTo>
                  <a:pt x="9357" y="2198"/>
                </a:lnTo>
                <a:lnTo>
                  <a:pt x="9356" y="2198"/>
                </a:lnTo>
                <a:lnTo>
                  <a:pt x="9355" y="2198"/>
                </a:lnTo>
                <a:lnTo>
                  <a:pt x="9355" y="2197"/>
                </a:lnTo>
                <a:lnTo>
                  <a:pt x="9354" y="2197"/>
                </a:lnTo>
                <a:lnTo>
                  <a:pt x="9353" y="2196"/>
                </a:lnTo>
                <a:lnTo>
                  <a:pt x="9352" y="2196"/>
                </a:lnTo>
                <a:lnTo>
                  <a:pt x="9351" y="2195"/>
                </a:lnTo>
                <a:lnTo>
                  <a:pt x="9350" y="2195"/>
                </a:lnTo>
                <a:lnTo>
                  <a:pt x="9350" y="2194"/>
                </a:lnTo>
                <a:lnTo>
                  <a:pt x="9349" y="2194"/>
                </a:lnTo>
                <a:lnTo>
                  <a:pt x="9348" y="2194"/>
                </a:lnTo>
                <a:lnTo>
                  <a:pt x="9347" y="2193"/>
                </a:lnTo>
                <a:lnTo>
                  <a:pt x="9346" y="2193"/>
                </a:lnTo>
                <a:lnTo>
                  <a:pt x="9345" y="2192"/>
                </a:lnTo>
                <a:lnTo>
                  <a:pt x="9344" y="2192"/>
                </a:lnTo>
                <a:lnTo>
                  <a:pt x="9344" y="2191"/>
                </a:lnTo>
                <a:lnTo>
                  <a:pt x="9343" y="2191"/>
                </a:lnTo>
                <a:lnTo>
                  <a:pt x="9342" y="2190"/>
                </a:lnTo>
                <a:lnTo>
                  <a:pt x="9341" y="2190"/>
                </a:lnTo>
                <a:lnTo>
                  <a:pt x="9340" y="2190"/>
                </a:lnTo>
                <a:lnTo>
                  <a:pt x="9340" y="2189"/>
                </a:lnTo>
                <a:lnTo>
                  <a:pt x="9339" y="2189"/>
                </a:lnTo>
                <a:lnTo>
                  <a:pt x="9338" y="2189"/>
                </a:lnTo>
                <a:lnTo>
                  <a:pt x="9338" y="2188"/>
                </a:lnTo>
                <a:lnTo>
                  <a:pt x="9337" y="2188"/>
                </a:lnTo>
                <a:lnTo>
                  <a:pt x="9336" y="2187"/>
                </a:lnTo>
                <a:lnTo>
                  <a:pt x="9335" y="2187"/>
                </a:lnTo>
                <a:lnTo>
                  <a:pt x="9334" y="2186"/>
                </a:lnTo>
                <a:lnTo>
                  <a:pt x="9333" y="2186"/>
                </a:lnTo>
                <a:lnTo>
                  <a:pt x="9332" y="2185"/>
                </a:lnTo>
                <a:lnTo>
                  <a:pt x="9331" y="2185"/>
                </a:lnTo>
                <a:lnTo>
                  <a:pt x="9330" y="2184"/>
                </a:lnTo>
                <a:lnTo>
                  <a:pt x="9329" y="2184"/>
                </a:lnTo>
                <a:lnTo>
                  <a:pt x="9328" y="2183"/>
                </a:lnTo>
                <a:lnTo>
                  <a:pt x="9327" y="2183"/>
                </a:lnTo>
                <a:lnTo>
                  <a:pt x="9327" y="2182"/>
                </a:lnTo>
                <a:lnTo>
                  <a:pt x="9326" y="2182"/>
                </a:lnTo>
                <a:lnTo>
                  <a:pt x="9325" y="2182"/>
                </a:lnTo>
                <a:lnTo>
                  <a:pt x="9324" y="2181"/>
                </a:lnTo>
                <a:lnTo>
                  <a:pt x="9323" y="2181"/>
                </a:lnTo>
                <a:lnTo>
                  <a:pt x="9323" y="2180"/>
                </a:lnTo>
                <a:lnTo>
                  <a:pt x="9322" y="2180"/>
                </a:lnTo>
                <a:lnTo>
                  <a:pt x="9321" y="2180"/>
                </a:lnTo>
                <a:lnTo>
                  <a:pt x="9321" y="2179"/>
                </a:lnTo>
                <a:lnTo>
                  <a:pt x="9320" y="2179"/>
                </a:lnTo>
                <a:lnTo>
                  <a:pt x="9319" y="2178"/>
                </a:lnTo>
                <a:lnTo>
                  <a:pt x="9318" y="2178"/>
                </a:lnTo>
                <a:lnTo>
                  <a:pt x="9317" y="2178"/>
                </a:lnTo>
                <a:lnTo>
                  <a:pt x="9317" y="2177"/>
                </a:lnTo>
                <a:lnTo>
                  <a:pt x="9316" y="2177"/>
                </a:lnTo>
                <a:lnTo>
                  <a:pt x="9315" y="2177"/>
                </a:lnTo>
                <a:lnTo>
                  <a:pt x="9315" y="2176"/>
                </a:lnTo>
                <a:lnTo>
                  <a:pt x="9314" y="2176"/>
                </a:lnTo>
                <a:lnTo>
                  <a:pt x="9313" y="2175"/>
                </a:lnTo>
                <a:lnTo>
                  <a:pt x="9312" y="2175"/>
                </a:lnTo>
                <a:lnTo>
                  <a:pt x="9311" y="2174"/>
                </a:lnTo>
                <a:lnTo>
                  <a:pt x="9310" y="2174"/>
                </a:lnTo>
                <a:lnTo>
                  <a:pt x="9309" y="2173"/>
                </a:lnTo>
                <a:lnTo>
                  <a:pt x="9308" y="2173"/>
                </a:lnTo>
                <a:lnTo>
                  <a:pt x="9307" y="2172"/>
                </a:lnTo>
                <a:lnTo>
                  <a:pt x="9306" y="2172"/>
                </a:lnTo>
                <a:lnTo>
                  <a:pt x="9306" y="2171"/>
                </a:lnTo>
                <a:lnTo>
                  <a:pt x="9305" y="2171"/>
                </a:lnTo>
                <a:lnTo>
                  <a:pt x="9304" y="2171"/>
                </a:lnTo>
                <a:lnTo>
                  <a:pt x="9304" y="2170"/>
                </a:lnTo>
                <a:lnTo>
                  <a:pt x="9303" y="2170"/>
                </a:lnTo>
                <a:lnTo>
                  <a:pt x="9302" y="2170"/>
                </a:lnTo>
                <a:lnTo>
                  <a:pt x="9301" y="2169"/>
                </a:lnTo>
                <a:lnTo>
                  <a:pt x="9300" y="2169"/>
                </a:lnTo>
                <a:lnTo>
                  <a:pt x="9300" y="2168"/>
                </a:lnTo>
                <a:lnTo>
                  <a:pt x="9299" y="2168"/>
                </a:lnTo>
                <a:lnTo>
                  <a:pt x="9298" y="2168"/>
                </a:lnTo>
                <a:lnTo>
                  <a:pt x="9298" y="2167"/>
                </a:lnTo>
                <a:lnTo>
                  <a:pt x="9297" y="2167"/>
                </a:lnTo>
                <a:lnTo>
                  <a:pt x="9296" y="2166"/>
                </a:lnTo>
                <a:lnTo>
                  <a:pt x="9295" y="2166"/>
                </a:lnTo>
                <a:lnTo>
                  <a:pt x="9294" y="2166"/>
                </a:lnTo>
                <a:lnTo>
                  <a:pt x="9294" y="2165"/>
                </a:lnTo>
                <a:lnTo>
                  <a:pt x="9293" y="2165"/>
                </a:lnTo>
                <a:lnTo>
                  <a:pt x="9292" y="2164"/>
                </a:lnTo>
                <a:lnTo>
                  <a:pt x="9291" y="2164"/>
                </a:lnTo>
                <a:lnTo>
                  <a:pt x="9290" y="2163"/>
                </a:lnTo>
                <a:lnTo>
                  <a:pt x="9289" y="2163"/>
                </a:lnTo>
                <a:lnTo>
                  <a:pt x="9288" y="2162"/>
                </a:lnTo>
                <a:lnTo>
                  <a:pt x="9287" y="2162"/>
                </a:lnTo>
                <a:lnTo>
                  <a:pt x="9286" y="2161"/>
                </a:lnTo>
                <a:lnTo>
                  <a:pt x="9285" y="2161"/>
                </a:lnTo>
                <a:lnTo>
                  <a:pt x="9284" y="2160"/>
                </a:lnTo>
                <a:lnTo>
                  <a:pt x="9283" y="2160"/>
                </a:lnTo>
                <a:lnTo>
                  <a:pt x="9283" y="2159"/>
                </a:lnTo>
                <a:lnTo>
                  <a:pt x="9282" y="2159"/>
                </a:lnTo>
                <a:lnTo>
                  <a:pt x="9281" y="2159"/>
                </a:lnTo>
                <a:lnTo>
                  <a:pt x="9281" y="2158"/>
                </a:lnTo>
                <a:lnTo>
                  <a:pt x="9280" y="2158"/>
                </a:lnTo>
                <a:lnTo>
                  <a:pt x="9279" y="2158"/>
                </a:lnTo>
                <a:lnTo>
                  <a:pt x="9278" y="2157"/>
                </a:lnTo>
                <a:lnTo>
                  <a:pt x="9277" y="2157"/>
                </a:lnTo>
                <a:lnTo>
                  <a:pt x="9277" y="2156"/>
                </a:lnTo>
                <a:lnTo>
                  <a:pt x="9276" y="2156"/>
                </a:lnTo>
                <a:lnTo>
                  <a:pt x="9275" y="2155"/>
                </a:lnTo>
                <a:lnTo>
                  <a:pt x="9274" y="2155"/>
                </a:lnTo>
                <a:lnTo>
                  <a:pt x="9273" y="2154"/>
                </a:lnTo>
                <a:lnTo>
                  <a:pt x="9272" y="2154"/>
                </a:lnTo>
                <a:lnTo>
                  <a:pt x="9271" y="2154"/>
                </a:lnTo>
                <a:lnTo>
                  <a:pt x="9271" y="2153"/>
                </a:lnTo>
                <a:lnTo>
                  <a:pt x="9270" y="2153"/>
                </a:lnTo>
                <a:lnTo>
                  <a:pt x="9269" y="2152"/>
                </a:lnTo>
                <a:lnTo>
                  <a:pt x="9268" y="2152"/>
                </a:lnTo>
                <a:lnTo>
                  <a:pt x="9267" y="2151"/>
                </a:lnTo>
                <a:lnTo>
                  <a:pt x="9266" y="2151"/>
                </a:lnTo>
                <a:lnTo>
                  <a:pt x="9266" y="2150"/>
                </a:lnTo>
                <a:lnTo>
                  <a:pt x="9265" y="2150"/>
                </a:lnTo>
                <a:lnTo>
                  <a:pt x="9264" y="2150"/>
                </a:lnTo>
                <a:lnTo>
                  <a:pt x="9263" y="2149"/>
                </a:lnTo>
                <a:lnTo>
                  <a:pt x="9262" y="2149"/>
                </a:lnTo>
                <a:lnTo>
                  <a:pt x="9261" y="2148"/>
                </a:lnTo>
                <a:lnTo>
                  <a:pt x="9260" y="2148"/>
                </a:lnTo>
                <a:lnTo>
                  <a:pt x="9260" y="2147"/>
                </a:lnTo>
                <a:lnTo>
                  <a:pt x="9259" y="2147"/>
                </a:lnTo>
                <a:lnTo>
                  <a:pt x="9258" y="2147"/>
                </a:lnTo>
                <a:lnTo>
                  <a:pt x="9258" y="2146"/>
                </a:lnTo>
                <a:lnTo>
                  <a:pt x="9257" y="2146"/>
                </a:lnTo>
                <a:lnTo>
                  <a:pt x="9256" y="2146"/>
                </a:lnTo>
                <a:lnTo>
                  <a:pt x="9256" y="2145"/>
                </a:lnTo>
                <a:lnTo>
                  <a:pt x="9255" y="2145"/>
                </a:lnTo>
                <a:lnTo>
                  <a:pt x="9254" y="2145"/>
                </a:lnTo>
                <a:lnTo>
                  <a:pt x="9254" y="2144"/>
                </a:lnTo>
                <a:lnTo>
                  <a:pt x="9253" y="2144"/>
                </a:lnTo>
                <a:lnTo>
                  <a:pt x="9252" y="2143"/>
                </a:lnTo>
                <a:lnTo>
                  <a:pt x="9251" y="2143"/>
                </a:lnTo>
                <a:lnTo>
                  <a:pt x="9250" y="2142"/>
                </a:lnTo>
                <a:lnTo>
                  <a:pt x="9249" y="2142"/>
                </a:lnTo>
                <a:lnTo>
                  <a:pt x="9248" y="2142"/>
                </a:lnTo>
                <a:lnTo>
                  <a:pt x="9248" y="2141"/>
                </a:lnTo>
                <a:lnTo>
                  <a:pt x="9247" y="2141"/>
                </a:lnTo>
                <a:lnTo>
                  <a:pt x="9246" y="2140"/>
                </a:lnTo>
                <a:lnTo>
                  <a:pt x="9245" y="2140"/>
                </a:lnTo>
                <a:lnTo>
                  <a:pt x="9244" y="2139"/>
                </a:lnTo>
                <a:lnTo>
                  <a:pt x="9243" y="2139"/>
                </a:lnTo>
                <a:lnTo>
                  <a:pt x="9243" y="2138"/>
                </a:lnTo>
                <a:lnTo>
                  <a:pt x="9242" y="2138"/>
                </a:lnTo>
                <a:lnTo>
                  <a:pt x="9241" y="2138"/>
                </a:lnTo>
                <a:lnTo>
                  <a:pt x="9240" y="2137"/>
                </a:lnTo>
                <a:lnTo>
                  <a:pt x="9239" y="2137"/>
                </a:lnTo>
                <a:lnTo>
                  <a:pt x="9239" y="2136"/>
                </a:lnTo>
                <a:lnTo>
                  <a:pt x="9238" y="2136"/>
                </a:lnTo>
                <a:lnTo>
                  <a:pt x="9237" y="2136"/>
                </a:lnTo>
                <a:lnTo>
                  <a:pt x="9237" y="2135"/>
                </a:lnTo>
                <a:lnTo>
                  <a:pt x="9236" y="2135"/>
                </a:lnTo>
                <a:lnTo>
                  <a:pt x="9235" y="2134"/>
                </a:lnTo>
                <a:lnTo>
                  <a:pt x="9234" y="2134"/>
                </a:lnTo>
                <a:lnTo>
                  <a:pt x="9233" y="2134"/>
                </a:lnTo>
                <a:lnTo>
                  <a:pt x="9233" y="2133"/>
                </a:lnTo>
                <a:lnTo>
                  <a:pt x="9232" y="2133"/>
                </a:lnTo>
                <a:lnTo>
                  <a:pt x="9231" y="2133"/>
                </a:lnTo>
                <a:lnTo>
                  <a:pt x="9231" y="2132"/>
                </a:lnTo>
                <a:lnTo>
                  <a:pt x="9230" y="2132"/>
                </a:lnTo>
                <a:lnTo>
                  <a:pt x="9229" y="2131"/>
                </a:lnTo>
                <a:lnTo>
                  <a:pt x="9228" y="2131"/>
                </a:lnTo>
                <a:lnTo>
                  <a:pt x="9227" y="2130"/>
                </a:lnTo>
                <a:lnTo>
                  <a:pt x="9226" y="2130"/>
                </a:lnTo>
                <a:lnTo>
                  <a:pt x="9225" y="2129"/>
                </a:lnTo>
                <a:lnTo>
                  <a:pt x="9224" y="2129"/>
                </a:lnTo>
                <a:lnTo>
                  <a:pt x="9223" y="2128"/>
                </a:lnTo>
                <a:lnTo>
                  <a:pt x="9222" y="2128"/>
                </a:lnTo>
                <a:lnTo>
                  <a:pt x="9221" y="2127"/>
                </a:lnTo>
                <a:lnTo>
                  <a:pt x="9220" y="2127"/>
                </a:lnTo>
                <a:lnTo>
                  <a:pt x="9220" y="2126"/>
                </a:lnTo>
                <a:lnTo>
                  <a:pt x="9219" y="2126"/>
                </a:lnTo>
                <a:lnTo>
                  <a:pt x="9218" y="2126"/>
                </a:lnTo>
                <a:lnTo>
                  <a:pt x="9217" y="2125"/>
                </a:lnTo>
                <a:lnTo>
                  <a:pt x="9216" y="2125"/>
                </a:lnTo>
                <a:lnTo>
                  <a:pt x="9216" y="2124"/>
                </a:lnTo>
                <a:lnTo>
                  <a:pt x="9215" y="2124"/>
                </a:lnTo>
                <a:lnTo>
                  <a:pt x="9214" y="2124"/>
                </a:lnTo>
                <a:lnTo>
                  <a:pt x="9214" y="2123"/>
                </a:lnTo>
                <a:lnTo>
                  <a:pt x="9213" y="2123"/>
                </a:lnTo>
                <a:lnTo>
                  <a:pt x="9212" y="2122"/>
                </a:lnTo>
                <a:lnTo>
                  <a:pt x="9211" y="2122"/>
                </a:lnTo>
                <a:lnTo>
                  <a:pt x="9210" y="2122"/>
                </a:lnTo>
                <a:lnTo>
                  <a:pt x="9210" y="2121"/>
                </a:lnTo>
                <a:lnTo>
                  <a:pt x="9209" y="2121"/>
                </a:lnTo>
                <a:lnTo>
                  <a:pt x="9208" y="2120"/>
                </a:lnTo>
                <a:lnTo>
                  <a:pt x="9207" y="2120"/>
                </a:lnTo>
                <a:lnTo>
                  <a:pt x="9206" y="2119"/>
                </a:lnTo>
                <a:lnTo>
                  <a:pt x="9205" y="2119"/>
                </a:lnTo>
                <a:lnTo>
                  <a:pt x="9204" y="2118"/>
                </a:lnTo>
                <a:lnTo>
                  <a:pt x="9203" y="2118"/>
                </a:lnTo>
                <a:lnTo>
                  <a:pt x="9202" y="2117"/>
                </a:lnTo>
                <a:lnTo>
                  <a:pt x="9201" y="2117"/>
                </a:lnTo>
                <a:lnTo>
                  <a:pt x="9200" y="2116"/>
                </a:lnTo>
                <a:lnTo>
                  <a:pt x="9199" y="2116"/>
                </a:lnTo>
                <a:lnTo>
                  <a:pt x="9199" y="2115"/>
                </a:lnTo>
                <a:lnTo>
                  <a:pt x="9198" y="2115"/>
                </a:lnTo>
                <a:lnTo>
                  <a:pt x="9197" y="2115"/>
                </a:lnTo>
                <a:lnTo>
                  <a:pt x="9197" y="2114"/>
                </a:lnTo>
                <a:lnTo>
                  <a:pt x="9196" y="2114"/>
                </a:lnTo>
                <a:lnTo>
                  <a:pt x="9195" y="2114"/>
                </a:lnTo>
                <a:lnTo>
                  <a:pt x="9194" y="2113"/>
                </a:lnTo>
                <a:lnTo>
                  <a:pt x="9193" y="2113"/>
                </a:lnTo>
                <a:lnTo>
                  <a:pt x="9193" y="2112"/>
                </a:lnTo>
                <a:lnTo>
                  <a:pt x="9192" y="2142"/>
                </a:lnTo>
                <a:lnTo>
                  <a:pt x="9191" y="2141"/>
                </a:lnTo>
                <a:lnTo>
                  <a:pt x="9190" y="2141"/>
                </a:lnTo>
                <a:lnTo>
                  <a:pt x="9189" y="2140"/>
                </a:lnTo>
                <a:lnTo>
                  <a:pt x="9188" y="2140"/>
                </a:lnTo>
                <a:lnTo>
                  <a:pt x="9187" y="2139"/>
                </a:lnTo>
                <a:lnTo>
                  <a:pt x="9186" y="2139"/>
                </a:lnTo>
                <a:lnTo>
                  <a:pt x="9186" y="2138"/>
                </a:lnTo>
                <a:lnTo>
                  <a:pt x="9185" y="2138"/>
                </a:lnTo>
                <a:lnTo>
                  <a:pt x="9184" y="2138"/>
                </a:lnTo>
                <a:lnTo>
                  <a:pt x="9184" y="2137"/>
                </a:lnTo>
                <a:lnTo>
                  <a:pt x="9183" y="2137"/>
                </a:lnTo>
                <a:lnTo>
                  <a:pt x="9182" y="2137"/>
                </a:lnTo>
                <a:lnTo>
                  <a:pt x="9181" y="2136"/>
                </a:lnTo>
                <a:lnTo>
                  <a:pt x="9180" y="2136"/>
                </a:lnTo>
                <a:lnTo>
                  <a:pt x="9180" y="2135"/>
                </a:lnTo>
                <a:lnTo>
                  <a:pt x="9179" y="2135"/>
                </a:lnTo>
                <a:lnTo>
                  <a:pt x="9178" y="2134"/>
                </a:lnTo>
                <a:lnTo>
                  <a:pt x="9177" y="2134"/>
                </a:lnTo>
                <a:lnTo>
                  <a:pt x="9176" y="2133"/>
                </a:lnTo>
                <a:lnTo>
                  <a:pt x="9175" y="2133"/>
                </a:lnTo>
                <a:lnTo>
                  <a:pt x="9174" y="2133"/>
                </a:lnTo>
                <a:lnTo>
                  <a:pt x="9174" y="2132"/>
                </a:lnTo>
                <a:lnTo>
                  <a:pt x="9173" y="2132"/>
                </a:lnTo>
                <a:lnTo>
                  <a:pt x="9172" y="2131"/>
                </a:lnTo>
                <a:lnTo>
                  <a:pt x="9171" y="2131"/>
                </a:lnTo>
                <a:lnTo>
                  <a:pt x="9170" y="2130"/>
                </a:lnTo>
                <a:lnTo>
                  <a:pt x="9169" y="2130"/>
                </a:lnTo>
                <a:lnTo>
                  <a:pt x="9169" y="2129"/>
                </a:lnTo>
                <a:lnTo>
                  <a:pt x="9168" y="2129"/>
                </a:lnTo>
                <a:lnTo>
                  <a:pt x="9167" y="2129"/>
                </a:lnTo>
                <a:lnTo>
                  <a:pt x="9166" y="2128"/>
                </a:lnTo>
                <a:lnTo>
                  <a:pt x="9165" y="2128"/>
                </a:lnTo>
                <a:lnTo>
                  <a:pt x="9164" y="2127"/>
                </a:lnTo>
                <a:lnTo>
                  <a:pt x="9163" y="2127"/>
                </a:lnTo>
                <a:lnTo>
                  <a:pt x="9163" y="2126"/>
                </a:lnTo>
                <a:lnTo>
                  <a:pt x="9162" y="2126"/>
                </a:lnTo>
                <a:lnTo>
                  <a:pt x="9161" y="2125"/>
                </a:lnTo>
                <a:lnTo>
                  <a:pt x="9160" y="2125"/>
                </a:lnTo>
                <a:lnTo>
                  <a:pt x="9159" y="2125"/>
                </a:lnTo>
                <a:lnTo>
                  <a:pt x="9159" y="2124"/>
                </a:lnTo>
                <a:lnTo>
                  <a:pt x="9158" y="2124"/>
                </a:lnTo>
                <a:lnTo>
                  <a:pt x="9157" y="2124"/>
                </a:lnTo>
                <a:lnTo>
                  <a:pt x="9157" y="2123"/>
                </a:lnTo>
                <a:lnTo>
                  <a:pt x="9156" y="2123"/>
                </a:lnTo>
                <a:lnTo>
                  <a:pt x="9155" y="2122"/>
                </a:lnTo>
                <a:lnTo>
                  <a:pt x="9154" y="2122"/>
                </a:lnTo>
                <a:lnTo>
                  <a:pt x="9153" y="2121"/>
                </a:lnTo>
                <a:lnTo>
                  <a:pt x="9152" y="2121"/>
                </a:lnTo>
                <a:lnTo>
                  <a:pt x="9151" y="2120"/>
                </a:lnTo>
                <a:lnTo>
                  <a:pt x="9150" y="2120"/>
                </a:lnTo>
                <a:lnTo>
                  <a:pt x="9149" y="2119"/>
                </a:lnTo>
                <a:lnTo>
                  <a:pt x="9148" y="2119"/>
                </a:lnTo>
                <a:lnTo>
                  <a:pt x="9147" y="2118"/>
                </a:lnTo>
                <a:lnTo>
                  <a:pt x="9146" y="2118"/>
                </a:lnTo>
                <a:lnTo>
                  <a:pt x="9146" y="2117"/>
                </a:lnTo>
                <a:lnTo>
                  <a:pt x="9145" y="2117"/>
                </a:lnTo>
                <a:lnTo>
                  <a:pt x="9144" y="2117"/>
                </a:lnTo>
                <a:lnTo>
                  <a:pt x="9143" y="2116"/>
                </a:lnTo>
                <a:lnTo>
                  <a:pt x="9142" y="2116"/>
                </a:lnTo>
                <a:lnTo>
                  <a:pt x="9142" y="2115"/>
                </a:lnTo>
                <a:lnTo>
                  <a:pt x="9141" y="2115"/>
                </a:lnTo>
                <a:lnTo>
                  <a:pt x="9140" y="2115"/>
                </a:lnTo>
                <a:lnTo>
                  <a:pt x="9140" y="2114"/>
                </a:lnTo>
                <a:lnTo>
                  <a:pt x="9139" y="2114"/>
                </a:lnTo>
                <a:lnTo>
                  <a:pt x="9138" y="2113"/>
                </a:lnTo>
                <a:lnTo>
                  <a:pt x="9137" y="2113"/>
                </a:lnTo>
                <a:lnTo>
                  <a:pt x="9136" y="2113"/>
                </a:lnTo>
                <a:lnTo>
                  <a:pt x="9136" y="2112"/>
                </a:lnTo>
                <a:lnTo>
                  <a:pt x="9135" y="2112"/>
                </a:lnTo>
                <a:lnTo>
                  <a:pt x="9134" y="2112"/>
                </a:lnTo>
                <a:lnTo>
                  <a:pt x="9134" y="2111"/>
                </a:lnTo>
                <a:lnTo>
                  <a:pt x="9133" y="2111"/>
                </a:lnTo>
                <a:lnTo>
                  <a:pt x="9132" y="2110"/>
                </a:lnTo>
                <a:lnTo>
                  <a:pt x="9131" y="2110"/>
                </a:lnTo>
                <a:lnTo>
                  <a:pt x="9130" y="2109"/>
                </a:lnTo>
                <a:lnTo>
                  <a:pt x="9129" y="2109"/>
                </a:lnTo>
                <a:lnTo>
                  <a:pt x="9128" y="2108"/>
                </a:lnTo>
                <a:lnTo>
                  <a:pt x="9127" y="2108"/>
                </a:lnTo>
                <a:lnTo>
                  <a:pt x="9126" y="2107"/>
                </a:lnTo>
                <a:lnTo>
                  <a:pt x="9125" y="2107"/>
                </a:lnTo>
                <a:lnTo>
                  <a:pt x="9124" y="2106"/>
                </a:lnTo>
                <a:lnTo>
                  <a:pt x="9123" y="2106"/>
                </a:lnTo>
                <a:lnTo>
                  <a:pt x="9123" y="2105"/>
                </a:lnTo>
                <a:lnTo>
                  <a:pt x="9122" y="2105"/>
                </a:lnTo>
                <a:lnTo>
                  <a:pt x="9121" y="2105"/>
                </a:lnTo>
                <a:lnTo>
                  <a:pt x="9120" y="2104"/>
                </a:lnTo>
                <a:lnTo>
                  <a:pt x="9119" y="2104"/>
                </a:lnTo>
                <a:lnTo>
                  <a:pt x="9119" y="2103"/>
                </a:lnTo>
                <a:lnTo>
                  <a:pt x="9118" y="2103"/>
                </a:lnTo>
                <a:lnTo>
                  <a:pt x="9117" y="2103"/>
                </a:lnTo>
                <a:lnTo>
                  <a:pt x="9117" y="2102"/>
                </a:lnTo>
                <a:lnTo>
                  <a:pt x="9116" y="2102"/>
                </a:lnTo>
                <a:lnTo>
                  <a:pt x="9115" y="2101"/>
                </a:lnTo>
                <a:lnTo>
                  <a:pt x="9114" y="2101"/>
                </a:lnTo>
                <a:lnTo>
                  <a:pt x="9113" y="2101"/>
                </a:lnTo>
                <a:lnTo>
                  <a:pt x="9113" y="2100"/>
                </a:lnTo>
                <a:lnTo>
                  <a:pt x="9112" y="2100"/>
                </a:lnTo>
                <a:lnTo>
                  <a:pt x="9111" y="2099"/>
                </a:lnTo>
                <a:lnTo>
                  <a:pt x="9110" y="2099"/>
                </a:lnTo>
                <a:lnTo>
                  <a:pt x="9109" y="2098"/>
                </a:lnTo>
                <a:lnTo>
                  <a:pt x="9108" y="2098"/>
                </a:lnTo>
                <a:lnTo>
                  <a:pt x="9107" y="2097"/>
                </a:lnTo>
                <a:lnTo>
                  <a:pt x="9106" y="2097"/>
                </a:lnTo>
                <a:lnTo>
                  <a:pt x="9105" y="2096"/>
                </a:lnTo>
                <a:lnTo>
                  <a:pt x="9104" y="2096"/>
                </a:lnTo>
                <a:lnTo>
                  <a:pt x="9103" y="2095"/>
                </a:lnTo>
                <a:lnTo>
                  <a:pt x="9102" y="2095"/>
                </a:lnTo>
                <a:lnTo>
                  <a:pt x="9102" y="2094"/>
                </a:lnTo>
                <a:lnTo>
                  <a:pt x="9101" y="2094"/>
                </a:lnTo>
                <a:lnTo>
                  <a:pt x="9100" y="2094"/>
                </a:lnTo>
                <a:lnTo>
                  <a:pt x="9100" y="2093"/>
                </a:lnTo>
                <a:lnTo>
                  <a:pt x="9099" y="2093"/>
                </a:lnTo>
                <a:lnTo>
                  <a:pt x="9098" y="2092"/>
                </a:lnTo>
                <a:lnTo>
                  <a:pt x="9097" y="2092"/>
                </a:lnTo>
                <a:lnTo>
                  <a:pt x="9096" y="2092"/>
                </a:lnTo>
                <a:lnTo>
                  <a:pt x="9096" y="2091"/>
                </a:lnTo>
                <a:lnTo>
                  <a:pt x="9095" y="2091"/>
                </a:lnTo>
                <a:lnTo>
                  <a:pt x="9094" y="2090"/>
                </a:lnTo>
                <a:lnTo>
                  <a:pt x="9093" y="2090"/>
                </a:lnTo>
                <a:lnTo>
                  <a:pt x="9092" y="2089"/>
                </a:lnTo>
                <a:lnTo>
                  <a:pt x="9091" y="2089"/>
                </a:lnTo>
                <a:lnTo>
                  <a:pt x="9090" y="2088"/>
                </a:lnTo>
                <a:lnTo>
                  <a:pt x="9089" y="2088"/>
                </a:lnTo>
                <a:lnTo>
                  <a:pt x="9088" y="2087"/>
                </a:lnTo>
                <a:lnTo>
                  <a:pt x="9087" y="2087"/>
                </a:lnTo>
                <a:lnTo>
                  <a:pt x="9086" y="2086"/>
                </a:lnTo>
                <a:lnTo>
                  <a:pt x="9085" y="2086"/>
                </a:lnTo>
                <a:lnTo>
                  <a:pt x="9085" y="2085"/>
                </a:lnTo>
                <a:lnTo>
                  <a:pt x="9084" y="2085"/>
                </a:lnTo>
                <a:lnTo>
                  <a:pt x="9083" y="2085"/>
                </a:lnTo>
                <a:lnTo>
                  <a:pt x="9083" y="2084"/>
                </a:lnTo>
                <a:lnTo>
                  <a:pt x="9082" y="2084"/>
                </a:lnTo>
                <a:lnTo>
                  <a:pt x="9081" y="2084"/>
                </a:lnTo>
                <a:lnTo>
                  <a:pt x="9080" y="2083"/>
                </a:lnTo>
                <a:lnTo>
                  <a:pt x="9079" y="2083"/>
                </a:lnTo>
                <a:lnTo>
                  <a:pt x="9079" y="2082"/>
                </a:lnTo>
                <a:lnTo>
                  <a:pt x="9078" y="2082"/>
                </a:lnTo>
                <a:lnTo>
                  <a:pt x="9077" y="2082"/>
                </a:lnTo>
                <a:lnTo>
                  <a:pt x="9077" y="2081"/>
                </a:lnTo>
                <a:lnTo>
                  <a:pt x="9076" y="2081"/>
                </a:lnTo>
                <a:lnTo>
                  <a:pt x="9075" y="2080"/>
                </a:lnTo>
                <a:lnTo>
                  <a:pt x="9074" y="2080"/>
                </a:lnTo>
                <a:lnTo>
                  <a:pt x="9073" y="2080"/>
                </a:lnTo>
                <a:lnTo>
                  <a:pt x="9073" y="2079"/>
                </a:lnTo>
                <a:lnTo>
                  <a:pt x="9072" y="2079"/>
                </a:lnTo>
                <a:lnTo>
                  <a:pt x="9071" y="2078"/>
                </a:lnTo>
                <a:lnTo>
                  <a:pt x="9070" y="2078"/>
                </a:lnTo>
                <a:lnTo>
                  <a:pt x="9069" y="2077"/>
                </a:lnTo>
                <a:lnTo>
                  <a:pt x="9068" y="2077"/>
                </a:lnTo>
                <a:lnTo>
                  <a:pt x="9067" y="2076"/>
                </a:lnTo>
                <a:lnTo>
                  <a:pt x="9066" y="2076"/>
                </a:lnTo>
                <a:lnTo>
                  <a:pt x="9065" y="2075"/>
                </a:lnTo>
                <a:lnTo>
                  <a:pt x="9064" y="2075"/>
                </a:lnTo>
                <a:lnTo>
                  <a:pt x="9063" y="2074"/>
                </a:lnTo>
                <a:lnTo>
                  <a:pt x="9062" y="2074"/>
                </a:lnTo>
                <a:lnTo>
                  <a:pt x="9062" y="2073"/>
                </a:lnTo>
                <a:lnTo>
                  <a:pt x="9061" y="2073"/>
                </a:lnTo>
                <a:lnTo>
                  <a:pt x="9060" y="2073"/>
                </a:lnTo>
                <a:lnTo>
                  <a:pt x="9060" y="2072"/>
                </a:lnTo>
                <a:lnTo>
                  <a:pt x="9059" y="2072"/>
                </a:lnTo>
                <a:lnTo>
                  <a:pt x="9058" y="2072"/>
                </a:lnTo>
                <a:lnTo>
                  <a:pt x="9057" y="2071"/>
                </a:lnTo>
                <a:lnTo>
                  <a:pt x="9056" y="2071"/>
                </a:lnTo>
                <a:lnTo>
                  <a:pt x="9056" y="2070"/>
                </a:lnTo>
                <a:lnTo>
                  <a:pt x="9055" y="2070"/>
                </a:lnTo>
                <a:lnTo>
                  <a:pt x="9054" y="2069"/>
                </a:lnTo>
                <a:lnTo>
                  <a:pt x="9053" y="2069"/>
                </a:lnTo>
                <a:lnTo>
                  <a:pt x="9052" y="2068"/>
                </a:lnTo>
                <a:lnTo>
                  <a:pt x="9051" y="2068"/>
                </a:lnTo>
                <a:lnTo>
                  <a:pt x="9050" y="2068"/>
                </a:lnTo>
                <a:lnTo>
                  <a:pt x="9050" y="2067"/>
                </a:lnTo>
                <a:lnTo>
                  <a:pt x="9049" y="2067"/>
                </a:lnTo>
                <a:lnTo>
                  <a:pt x="9048" y="2066"/>
                </a:lnTo>
                <a:lnTo>
                  <a:pt x="9047" y="2066"/>
                </a:lnTo>
                <a:lnTo>
                  <a:pt x="9046" y="2065"/>
                </a:lnTo>
                <a:lnTo>
                  <a:pt x="9045" y="2065"/>
                </a:lnTo>
                <a:lnTo>
                  <a:pt x="9045" y="2064"/>
                </a:lnTo>
                <a:lnTo>
                  <a:pt x="9044" y="2064"/>
                </a:lnTo>
                <a:lnTo>
                  <a:pt x="9043" y="2064"/>
                </a:lnTo>
                <a:lnTo>
                  <a:pt x="9042" y="2063"/>
                </a:lnTo>
                <a:lnTo>
                  <a:pt x="9041" y="2063"/>
                </a:lnTo>
                <a:lnTo>
                  <a:pt x="9040" y="2062"/>
                </a:lnTo>
                <a:lnTo>
                  <a:pt x="9039" y="2062"/>
                </a:lnTo>
                <a:lnTo>
                  <a:pt x="9039" y="2061"/>
                </a:lnTo>
                <a:lnTo>
                  <a:pt x="9038" y="2061"/>
                </a:lnTo>
                <a:lnTo>
                  <a:pt x="9037" y="2060"/>
                </a:lnTo>
                <a:lnTo>
                  <a:pt x="9036" y="2060"/>
                </a:lnTo>
                <a:lnTo>
                  <a:pt x="9035" y="2060"/>
                </a:lnTo>
                <a:lnTo>
                  <a:pt x="9035" y="2059"/>
                </a:lnTo>
                <a:lnTo>
                  <a:pt x="9034" y="2059"/>
                </a:lnTo>
                <a:lnTo>
                  <a:pt x="9033" y="2059"/>
                </a:lnTo>
                <a:lnTo>
                  <a:pt x="9033" y="2058"/>
                </a:lnTo>
                <a:lnTo>
                  <a:pt x="9032" y="2058"/>
                </a:lnTo>
                <a:lnTo>
                  <a:pt x="9031" y="2057"/>
                </a:lnTo>
                <a:lnTo>
                  <a:pt x="9030" y="2057"/>
                </a:lnTo>
                <a:lnTo>
                  <a:pt x="9029" y="2056"/>
                </a:lnTo>
                <a:lnTo>
                  <a:pt x="9028" y="2056"/>
                </a:lnTo>
                <a:lnTo>
                  <a:pt x="9027" y="2055"/>
                </a:lnTo>
                <a:lnTo>
                  <a:pt x="9026" y="2055"/>
                </a:lnTo>
                <a:lnTo>
                  <a:pt x="9025" y="2054"/>
                </a:lnTo>
                <a:lnTo>
                  <a:pt x="9024" y="2054"/>
                </a:lnTo>
                <a:lnTo>
                  <a:pt x="9023" y="2053"/>
                </a:lnTo>
                <a:lnTo>
                  <a:pt x="9022" y="2053"/>
                </a:lnTo>
                <a:lnTo>
                  <a:pt x="9022" y="2052"/>
                </a:lnTo>
                <a:lnTo>
                  <a:pt x="9021" y="2052"/>
                </a:lnTo>
                <a:lnTo>
                  <a:pt x="9020" y="2052"/>
                </a:lnTo>
                <a:lnTo>
                  <a:pt x="9019" y="2051"/>
                </a:lnTo>
                <a:lnTo>
                  <a:pt x="9018" y="2051"/>
                </a:lnTo>
                <a:lnTo>
                  <a:pt x="9018" y="2050"/>
                </a:lnTo>
                <a:lnTo>
                  <a:pt x="9017" y="2050"/>
                </a:lnTo>
                <a:lnTo>
                  <a:pt x="9016" y="2050"/>
                </a:lnTo>
                <a:lnTo>
                  <a:pt x="9016" y="2049"/>
                </a:lnTo>
                <a:lnTo>
                  <a:pt x="9015" y="2049"/>
                </a:lnTo>
                <a:lnTo>
                  <a:pt x="9014" y="2048"/>
                </a:lnTo>
                <a:lnTo>
                  <a:pt x="9013" y="2048"/>
                </a:lnTo>
                <a:lnTo>
                  <a:pt x="9012" y="2048"/>
                </a:lnTo>
                <a:lnTo>
                  <a:pt x="9012" y="2047"/>
                </a:lnTo>
                <a:lnTo>
                  <a:pt x="9011" y="2047"/>
                </a:lnTo>
                <a:lnTo>
                  <a:pt x="9010" y="2047"/>
                </a:lnTo>
                <a:lnTo>
                  <a:pt x="9010" y="2046"/>
                </a:lnTo>
                <a:lnTo>
                  <a:pt x="9009" y="2046"/>
                </a:lnTo>
                <a:lnTo>
                  <a:pt x="9008" y="2045"/>
                </a:lnTo>
                <a:lnTo>
                  <a:pt x="9007" y="2045"/>
                </a:lnTo>
                <a:lnTo>
                  <a:pt x="9006" y="2044"/>
                </a:lnTo>
                <a:lnTo>
                  <a:pt x="9005" y="2044"/>
                </a:lnTo>
                <a:lnTo>
                  <a:pt x="9004" y="2043"/>
                </a:lnTo>
                <a:lnTo>
                  <a:pt x="9003" y="2043"/>
                </a:lnTo>
                <a:lnTo>
                  <a:pt x="9002" y="2042"/>
                </a:lnTo>
                <a:lnTo>
                  <a:pt x="9001" y="2042"/>
                </a:lnTo>
                <a:lnTo>
                  <a:pt x="9000" y="2041"/>
                </a:lnTo>
                <a:lnTo>
                  <a:pt x="8999" y="2041"/>
                </a:lnTo>
                <a:lnTo>
                  <a:pt x="8999" y="2040"/>
                </a:lnTo>
                <a:lnTo>
                  <a:pt x="8998" y="2040"/>
                </a:lnTo>
                <a:lnTo>
                  <a:pt x="8997" y="2040"/>
                </a:lnTo>
                <a:lnTo>
                  <a:pt x="8996" y="2039"/>
                </a:lnTo>
                <a:lnTo>
                  <a:pt x="8995" y="2039"/>
                </a:lnTo>
                <a:lnTo>
                  <a:pt x="8995" y="2038"/>
                </a:lnTo>
                <a:lnTo>
                  <a:pt x="8994" y="2038"/>
                </a:lnTo>
                <a:lnTo>
                  <a:pt x="8993" y="2038"/>
                </a:lnTo>
                <a:lnTo>
                  <a:pt x="8993" y="2037"/>
                </a:lnTo>
                <a:lnTo>
                  <a:pt x="8992" y="2037"/>
                </a:lnTo>
                <a:lnTo>
                  <a:pt x="8991" y="2036"/>
                </a:lnTo>
                <a:lnTo>
                  <a:pt x="8990" y="2036"/>
                </a:lnTo>
                <a:lnTo>
                  <a:pt x="8989" y="2036"/>
                </a:lnTo>
                <a:lnTo>
                  <a:pt x="8989" y="2035"/>
                </a:lnTo>
                <a:lnTo>
                  <a:pt x="8988" y="2035"/>
                </a:lnTo>
                <a:lnTo>
                  <a:pt x="8987" y="2034"/>
                </a:lnTo>
                <a:lnTo>
                  <a:pt x="8986" y="2034"/>
                </a:lnTo>
                <a:lnTo>
                  <a:pt x="8985" y="2033"/>
                </a:lnTo>
                <a:lnTo>
                  <a:pt x="8984" y="2033"/>
                </a:lnTo>
                <a:lnTo>
                  <a:pt x="8983" y="2032"/>
                </a:lnTo>
                <a:lnTo>
                  <a:pt x="8982" y="2032"/>
                </a:lnTo>
                <a:lnTo>
                  <a:pt x="8981" y="2031"/>
                </a:lnTo>
                <a:lnTo>
                  <a:pt x="8980" y="2031"/>
                </a:lnTo>
                <a:lnTo>
                  <a:pt x="8979" y="2030"/>
                </a:lnTo>
                <a:lnTo>
                  <a:pt x="8978" y="2030"/>
                </a:lnTo>
                <a:lnTo>
                  <a:pt x="8978" y="2029"/>
                </a:lnTo>
                <a:lnTo>
                  <a:pt x="8977" y="2029"/>
                </a:lnTo>
                <a:lnTo>
                  <a:pt x="8976" y="2029"/>
                </a:lnTo>
                <a:lnTo>
                  <a:pt x="8976" y="2028"/>
                </a:lnTo>
                <a:lnTo>
                  <a:pt x="8975" y="2028"/>
                </a:lnTo>
                <a:lnTo>
                  <a:pt x="8974" y="2028"/>
                </a:lnTo>
                <a:lnTo>
                  <a:pt x="8973" y="2027"/>
                </a:lnTo>
                <a:lnTo>
                  <a:pt x="8972" y="2027"/>
                </a:lnTo>
                <a:lnTo>
                  <a:pt x="8972" y="2026"/>
                </a:lnTo>
                <a:lnTo>
                  <a:pt x="8971" y="2026"/>
                </a:lnTo>
                <a:lnTo>
                  <a:pt x="8970" y="2025"/>
                </a:lnTo>
                <a:lnTo>
                  <a:pt x="8969" y="2025"/>
                </a:lnTo>
                <a:lnTo>
                  <a:pt x="8968" y="2024"/>
                </a:lnTo>
                <a:lnTo>
                  <a:pt x="8967" y="2024"/>
                </a:lnTo>
                <a:lnTo>
                  <a:pt x="8966" y="2024"/>
                </a:lnTo>
                <a:lnTo>
                  <a:pt x="8966" y="2023"/>
                </a:lnTo>
                <a:lnTo>
                  <a:pt x="8965" y="2023"/>
                </a:lnTo>
                <a:lnTo>
                  <a:pt x="8964" y="2022"/>
                </a:lnTo>
                <a:lnTo>
                  <a:pt x="8963" y="2022"/>
                </a:lnTo>
                <a:lnTo>
                  <a:pt x="8962" y="2021"/>
                </a:lnTo>
                <a:lnTo>
                  <a:pt x="8961" y="2021"/>
                </a:lnTo>
                <a:lnTo>
                  <a:pt x="8961" y="2020"/>
                </a:lnTo>
                <a:lnTo>
                  <a:pt x="8960" y="2020"/>
                </a:lnTo>
                <a:lnTo>
                  <a:pt x="8959" y="2020"/>
                </a:lnTo>
                <a:lnTo>
                  <a:pt x="8958" y="2019"/>
                </a:lnTo>
                <a:lnTo>
                  <a:pt x="8957" y="2019"/>
                </a:lnTo>
                <a:lnTo>
                  <a:pt x="8956" y="2018"/>
                </a:lnTo>
                <a:lnTo>
                  <a:pt x="8955" y="2018"/>
                </a:lnTo>
                <a:lnTo>
                  <a:pt x="8955" y="2017"/>
                </a:lnTo>
                <a:lnTo>
                  <a:pt x="8954" y="2017"/>
                </a:lnTo>
                <a:lnTo>
                  <a:pt x="8953" y="2017"/>
                </a:lnTo>
                <a:lnTo>
                  <a:pt x="8953" y="2016"/>
                </a:lnTo>
                <a:lnTo>
                  <a:pt x="8952" y="2016"/>
                </a:lnTo>
                <a:lnTo>
                  <a:pt x="8951" y="2016"/>
                </a:lnTo>
                <a:lnTo>
                  <a:pt x="8951" y="2015"/>
                </a:lnTo>
                <a:lnTo>
                  <a:pt x="8950" y="2015"/>
                </a:lnTo>
                <a:lnTo>
                  <a:pt x="8949" y="2015"/>
                </a:lnTo>
                <a:lnTo>
                  <a:pt x="8949" y="2014"/>
                </a:lnTo>
                <a:lnTo>
                  <a:pt x="8948" y="2014"/>
                </a:lnTo>
                <a:lnTo>
                  <a:pt x="8947" y="2013"/>
                </a:lnTo>
                <a:lnTo>
                  <a:pt x="8946" y="2013"/>
                </a:lnTo>
                <a:lnTo>
                  <a:pt x="8945" y="2012"/>
                </a:lnTo>
                <a:lnTo>
                  <a:pt x="8944" y="2012"/>
                </a:lnTo>
                <a:lnTo>
                  <a:pt x="8943" y="2012"/>
                </a:lnTo>
                <a:lnTo>
                  <a:pt x="8943" y="2011"/>
                </a:lnTo>
                <a:lnTo>
                  <a:pt x="8942" y="2011"/>
                </a:lnTo>
                <a:lnTo>
                  <a:pt x="8941" y="2010"/>
                </a:lnTo>
                <a:lnTo>
                  <a:pt x="8940" y="2010"/>
                </a:lnTo>
                <a:lnTo>
                  <a:pt x="8939" y="2009"/>
                </a:lnTo>
                <a:lnTo>
                  <a:pt x="8938" y="2009"/>
                </a:lnTo>
                <a:lnTo>
                  <a:pt x="8938" y="2008"/>
                </a:lnTo>
                <a:lnTo>
                  <a:pt x="8937" y="2008"/>
                </a:lnTo>
                <a:lnTo>
                  <a:pt x="8936" y="2008"/>
                </a:lnTo>
                <a:lnTo>
                  <a:pt x="8935" y="2007"/>
                </a:lnTo>
                <a:lnTo>
                  <a:pt x="8934" y="2007"/>
                </a:lnTo>
                <a:lnTo>
                  <a:pt x="8933" y="2006"/>
                </a:lnTo>
                <a:lnTo>
                  <a:pt x="8932" y="2006"/>
                </a:lnTo>
                <a:lnTo>
                  <a:pt x="8932" y="2005"/>
                </a:lnTo>
                <a:lnTo>
                  <a:pt x="8931" y="2005"/>
                </a:lnTo>
                <a:lnTo>
                  <a:pt x="8930" y="2004"/>
                </a:lnTo>
                <a:lnTo>
                  <a:pt x="8929" y="2004"/>
                </a:lnTo>
                <a:lnTo>
                  <a:pt x="8928" y="2004"/>
                </a:lnTo>
                <a:lnTo>
                  <a:pt x="8928" y="2003"/>
                </a:lnTo>
                <a:lnTo>
                  <a:pt x="8927" y="2003"/>
                </a:lnTo>
                <a:lnTo>
                  <a:pt x="8926" y="2003"/>
                </a:lnTo>
                <a:lnTo>
                  <a:pt x="8926" y="2002"/>
                </a:lnTo>
                <a:lnTo>
                  <a:pt x="8925" y="2029"/>
                </a:lnTo>
                <a:lnTo>
                  <a:pt x="8925" y="2028"/>
                </a:lnTo>
                <a:lnTo>
                  <a:pt x="8924" y="2028"/>
                </a:lnTo>
                <a:lnTo>
                  <a:pt x="8923" y="2027"/>
                </a:lnTo>
                <a:lnTo>
                  <a:pt x="8922" y="2027"/>
                </a:lnTo>
                <a:lnTo>
                  <a:pt x="8921" y="2026"/>
                </a:lnTo>
                <a:lnTo>
                  <a:pt x="8920" y="2026"/>
                </a:lnTo>
                <a:lnTo>
                  <a:pt x="8919" y="2025"/>
                </a:lnTo>
                <a:lnTo>
                  <a:pt x="8918" y="2025"/>
                </a:lnTo>
                <a:lnTo>
                  <a:pt x="8917" y="2024"/>
                </a:lnTo>
                <a:lnTo>
                  <a:pt x="8916" y="2024"/>
                </a:lnTo>
                <a:lnTo>
                  <a:pt x="8915" y="2023"/>
                </a:lnTo>
                <a:lnTo>
                  <a:pt x="8914" y="2023"/>
                </a:lnTo>
                <a:lnTo>
                  <a:pt x="8914" y="2022"/>
                </a:lnTo>
                <a:lnTo>
                  <a:pt x="8913" y="2022"/>
                </a:lnTo>
                <a:lnTo>
                  <a:pt x="8912" y="2022"/>
                </a:lnTo>
                <a:lnTo>
                  <a:pt x="8912" y="2021"/>
                </a:lnTo>
                <a:lnTo>
                  <a:pt x="8911" y="2021"/>
                </a:lnTo>
                <a:lnTo>
                  <a:pt x="8910" y="2021"/>
                </a:lnTo>
                <a:lnTo>
                  <a:pt x="8909" y="2020"/>
                </a:lnTo>
                <a:lnTo>
                  <a:pt x="8908" y="2020"/>
                </a:lnTo>
                <a:lnTo>
                  <a:pt x="8908" y="2019"/>
                </a:lnTo>
                <a:lnTo>
                  <a:pt x="8907" y="2019"/>
                </a:lnTo>
                <a:lnTo>
                  <a:pt x="8906" y="2019"/>
                </a:lnTo>
                <a:lnTo>
                  <a:pt x="8906" y="2018"/>
                </a:lnTo>
                <a:lnTo>
                  <a:pt x="8905" y="2018"/>
                </a:lnTo>
                <a:lnTo>
                  <a:pt x="8904" y="2017"/>
                </a:lnTo>
                <a:lnTo>
                  <a:pt x="8903" y="2017"/>
                </a:lnTo>
                <a:lnTo>
                  <a:pt x="8902" y="2017"/>
                </a:lnTo>
                <a:lnTo>
                  <a:pt x="8902" y="2016"/>
                </a:lnTo>
                <a:lnTo>
                  <a:pt x="8901" y="2016"/>
                </a:lnTo>
                <a:lnTo>
                  <a:pt x="8900" y="2015"/>
                </a:lnTo>
                <a:lnTo>
                  <a:pt x="8899" y="2015"/>
                </a:lnTo>
                <a:lnTo>
                  <a:pt x="8898" y="2014"/>
                </a:lnTo>
                <a:lnTo>
                  <a:pt x="8897" y="2014"/>
                </a:lnTo>
                <a:lnTo>
                  <a:pt x="8896" y="2013"/>
                </a:lnTo>
                <a:lnTo>
                  <a:pt x="8895" y="2013"/>
                </a:lnTo>
                <a:lnTo>
                  <a:pt x="8894" y="2012"/>
                </a:lnTo>
                <a:lnTo>
                  <a:pt x="8893" y="2012"/>
                </a:lnTo>
                <a:lnTo>
                  <a:pt x="8892" y="2011"/>
                </a:lnTo>
                <a:lnTo>
                  <a:pt x="8891" y="2011"/>
                </a:lnTo>
                <a:lnTo>
                  <a:pt x="8891" y="2010"/>
                </a:lnTo>
                <a:lnTo>
                  <a:pt x="8890" y="2010"/>
                </a:lnTo>
                <a:lnTo>
                  <a:pt x="8889" y="2010"/>
                </a:lnTo>
                <a:lnTo>
                  <a:pt x="8889" y="2009"/>
                </a:lnTo>
                <a:lnTo>
                  <a:pt x="8888" y="2009"/>
                </a:lnTo>
                <a:lnTo>
                  <a:pt x="8887" y="2009"/>
                </a:lnTo>
                <a:lnTo>
                  <a:pt x="8886" y="2008"/>
                </a:lnTo>
                <a:lnTo>
                  <a:pt x="8885" y="2008"/>
                </a:lnTo>
                <a:lnTo>
                  <a:pt x="8885" y="2007"/>
                </a:lnTo>
                <a:lnTo>
                  <a:pt x="8884" y="2007"/>
                </a:lnTo>
                <a:lnTo>
                  <a:pt x="8883" y="2006"/>
                </a:lnTo>
                <a:lnTo>
                  <a:pt x="8882" y="2006"/>
                </a:lnTo>
                <a:lnTo>
                  <a:pt x="8881" y="2005"/>
                </a:lnTo>
                <a:lnTo>
                  <a:pt x="8880" y="2005"/>
                </a:lnTo>
                <a:lnTo>
                  <a:pt x="8879" y="2005"/>
                </a:lnTo>
                <a:lnTo>
                  <a:pt x="8879" y="2004"/>
                </a:lnTo>
                <a:lnTo>
                  <a:pt x="8878" y="2004"/>
                </a:lnTo>
                <a:lnTo>
                  <a:pt x="8877" y="2003"/>
                </a:lnTo>
                <a:lnTo>
                  <a:pt x="8876" y="2003"/>
                </a:lnTo>
                <a:lnTo>
                  <a:pt x="8875" y="2002"/>
                </a:lnTo>
                <a:lnTo>
                  <a:pt x="8874" y="2002"/>
                </a:lnTo>
                <a:lnTo>
                  <a:pt x="8874" y="2001"/>
                </a:lnTo>
                <a:lnTo>
                  <a:pt x="8873" y="2001"/>
                </a:lnTo>
                <a:lnTo>
                  <a:pt x="8872" y="2001"/>
                </a:lnTo>
                <a:lnTo>
                  <a:pt x="8871" y="2000"/>
                </a:lnTo>
                <a:lnTo>
                  <a:pt x="8870" y="2000"/>
                </a:lnTo>
                <a:lnTo>
                  <a:pt x="8869" y="1999"/>
                </a:lnTo>
                <a:lnTo>
                  <a:pt x="8868" y="1999"/>
                </a:lnTo>
                <a:lnTo>
                  <a:pt x="8868" y="1998"/>
                </a:lnTo>
                <a:lnTo>
                  <a:pt x="8867" y="1998"/>
                </a:lnTo>
                <a:lnTo>
                  <a:pt x="8866" y="1998"/>
                </a:lnTo>
                <a:lnTo>
                  <a:pt x="8866" y="1997"/>
                </a:lnTo>
                <a:lnTo>
                  <a:pt x="8865" y="1997"/>
                </a:lnTo>
                <a:lnTo>
                  <a:pt x="8864" y="1997"/>
                </a:lnTo>
                <a:lnTo>
                  <a:pt x="8864" y="1996"/>
                </a:lnTo>
                <a:lnTo>
                  <a:pt x="8863" y="1996"/>
                </a:lnTo>
                <a:lnTo>
                  <a:pt x="8862" y="1996"/>
                </a:lnTo>
                <a:lnTo>
                  <a:pt x="8862" y="1995"/>
                </a:lnTo>
                <a:lnTo>
                  <a:pt x="8861" y="1995"/>
                </a:lnTo>
                <a:lnTo>
                  <a:pt x="8860" y="1994"/>
                </a:lnTo>
                <a:lnTo>
                  <a:pt x="8859" y="1994"/>
                </a:lnTo>
                <a:lnTo>
                  <a:pt x="8858" y="1993"/>
                </a:lnTo>
                <a:lnTo>
                  <a:pt x="8857" y="1993"/>
                </a:lnTo>
                <a:lnTo>
                  <a:pt x="8856" y="1992"/>
                </a:lnTo>
                <a:lnTo>
                  <a:pt x="8855" y="1992"/>
                </a:lnTo>
                <a:lnTo>
                  <a:pt x="8854" y="1991"/>
                </a:lnTo>
                <a:lnTo>
                  <a:pt x="8853" y="1991"/>
                </a:lnTo>
                <a:lnTo>
                  <a:pt x="8852" y="2016"/>
                </a:lnTo>
                <a:lnTo>
                  <a:pt x="8851" y="2015"/>
                </a:lnTo>
                <a:lnTo>
                  <a:pt x="8850" y="2015"/>
                </a:lnTo>
                <a:lnTo>
                  <a:pt x="8849" y="2014"/>
                </a:lnTo>
                <a:lnTo>
                  <a:pt x="8848" y="2014"/>
                </a:lnTo>
                <a:lnTo>
                  <a:pt x="8848" y="2013"/>
                </a:lnTo>
                <a:lnTo>
                  <a:pt x="8847" y="2013"/>
                </a:lnTo>
                <a:lnTo>
                  <a:pt x="8846" y="2013"/>
                </a:lnTo>
                <a:lnTo>
                  <a:pt x="8845" y="2012"/>
                </a:lnTo>
                <a:lnTo>
                  <a:pt x="8844" y="2012"/>
                </a:lnTo>
                <a:lnTo>
                  <a:pt x="8844" y="2011"/>
                </a:lnTo>
                <a:lnTo>
                  <a:pt x="8843" y="2011"/>
                </a:lnTo>
                <a:lnTo>
                  <a:pt x="8842" y="2011"/>
                </a:lnTo>
                <a:lnTo>
                  <a:pt x="8842" y="2010"/>
                </a:lnTo>
                <a:lnTo>
                  <a:pt x="8841" y="2010"/>
                </a:lnTo>
                <a:lnTo>
                  <a:pt x="8840" y="2009"/>
                </a:lnTo>
                <a:lnTo>
                  <a:pt x="8839" y="2009"/>
                </a:lnTo>
                <a:lnTo>
                  <a:pt x="8838" y="2009"/>
                </a:lnTo>
                <a:lnTo>
                  <a:pt x="8838" y="2008"/>
                </a:lnTo>
                <a:lnTo>
                  <a:pt x="8837" y="2008"/>
                </a:lnTo>
                <a:lnTo>
                  <a:pt x="8836" y="2007"/>
                </a:lnTo>
                <a:lnTo>
                  <a:pt x="8835" y="2007"/>
                </a:lnTo>
                <a:lnTo>
                  <a:pt x="8834" y="2006"/>
                </a:lnTo>
                <a:lnTo>
                  <a:pt x="8833" y="2006"/>
                </a:lnTo>
                <a:lnTo>
                  <a:pt x="8832" y="2005"/>
                </a:lnTo>
                <a:lnTo>
                  <a:pt x="8831" y="2005"/>
                </a:lnTo>
                <a:lnTo>
                  <a:pt x="8830" y="2004"/>
                </a:lnTo>
                <a:lnTo>
                  <a:pt x="8829" y="2004"/>
                </a:lnTo>
                <a:lnTo>
                  <a:pt x="8828" y="2003"/>
                </a:lnTo>
                <a:lnTo>
                  <a:pt x="8827" y="2003"/>
                </a:lnTo>
                <a:lnTo>
                  <a:pt x="8827" y="2002"/>
                </a:lnTo>
                <a:lnTo>
                  <a:pt x="8826" y="2002"/>
                </a:lnTo>
                <a:lnTo>
                  <a:pt x="8825" y="2002"/>
                </a:lnTo>
                <a:lnTo>
                  <a:pt x="8825" y="2001"/>
                </a:lnTo>
                <a:lnTo>
                  <a:pt x="8824" y="2001"/>
                </a:lnTo>
                <a:lnTo>
                  <a:pt x="8823" y="2001"/>
                </a:lnTo>
                <a:lnTo>
                  <a:pt x="8822" y="2000"/>
                </a:lnTo>
                <a:lnTo>
                  <a:pt x="8821" y="2000"/>
                </a:lnTo>
                <a:lnTo>
                  <a:pt x="8821" y="1999"/>
                </a:lnTo>
                <a:lnTo>
                  <a:pt x="8820" y="1999"/>
                </a:lnTo>
                <a:lnTo>
                  <a:pt x="8819" y="1999"/>
                </a:lnTo>
                <a:lnTo>
                  <a:pt x="8819" y="1998"/>
                </a:lnTo>
                <a:lnTo>
                  <a:pt x="8818" y="1998"/>
                </a:lnTo>
                <a:lnTo>
                  <a:pt x="8817" y="1997"/>
                </a:lnTo>
                <a:lnTo>
                  <a:pt x="8816" y="1997"/>
                </a:lnTo>
                <a:lnTo>
                  <a:pt x="8815" y="1997"/>
                </a:lnTo>
                <a:lnTo>
                  <a:pt x="8815" y="1996"/>
                </a:lnTo>
                <a:lnTo>
                  <a:pt x="8814" y="1996"/>
                </a:lnTo>
                <a:lnTo>
                  <a:pt x="8813" y="1995"/>
                </a:lnTo>
                <a:lnTo>
                  <a:pt x="8812" y="1995"/>
                </a:lnTo>
                <a:lnTo>
                  <a:pt x="8811" y="1994"/>
                </a:lnTo>
                <a:lnTo>
                  <a:pt x="8810" y="1994"/>
                </a:lnTo>
                <a:lnTo>
                  <a:pt x="8809" y="1993"/>
                </a:lnTo>
                <a:lnTo>
                  <a:pt x="8808" y="1993"/>
                </a:lnTo>
                <a:lnTo>
                  <a:pt x="8807" y="1992"/>
                </a:lnTo>
                <a:lnTo>
                  <a:pt x="8806" y="1992"/>
                </a:lnTo>
                <a:lnTo>
                  <a:pt x="8805" y="1991"/>
                </a:lnTo>
                <a:lnTo>
                  <a:pt x="8804" y="1991"/>
                </a:lnTo>
                <a:lnTo>
                  <a:pt x="8804" y="1990"/>
                </a:lnTo>
                <a:lnTo>
                  <a:pt x="8803" y="1990"/>
                </a:lnTo>
                <a:lnTo>
                  <a:pt x="8802" y="1990"/>
                </a:lnTo>
                <a:lnTo>
                  <a:pt x="8802" y="1989"/>
                </a:lnTo>
                <a:lnTo>
                  <a:pt x="8801" y="1989"/>
                </a:lnTo>
                <a:lnTo>
                  <a:pt x="8800" y="1989"/>
                </a:lnTo>
                <a:lnTo>
                  <a:pt x="8800" y="1988"/>
                </a:lnTo>
                <a:lnTo>
                  <a:pt x="8799" y="1988"/>
                </a:lnTo>
                <a:lnTo>
                  <a:pt x="8798" y="1988"/>
                </a:lnTo>
                <a:lnTo>
                  <a:pt x="8798" y="1987"/>
                </a:lnTo>
                <a:lnTo>
                  <a:pt x="8797" y="1987"/>
                </a:lnTo>
                <a:lnTo>
                  <a:pt x="8796" y="1986"/>
                </a:lnTo>
                <a:lnTo>
                  <a:pt x="8795" y="1986"/>
                </a:lnTo>
                <a:lnTo>
                  <a:pt x="8794" y="1985"/>
                </a:lnTo>
                <a:lnTo>
                  <a:pt x="8793" y="1985"/>
                </a:lnTo>
                <a:lnTo>
                  <a:pt x="8792" y="1985"/>
                </a:lnTo>
                <a:lnTo>
                  <a:pt x="8792" y="1984"/>
                </a:lnTo>
                <a:lnTo>
                  <a:pt x="8791" y="1984"/>
                </a:lnTo>
                <a:lnTo>
                  <a:pt x="8790" y="1983"/>
                </a:lnTo>
                <a:lnTo>
                  <a:pt x="8789" y="1983"/>
                </a:lnTo>
                <a:lnTo>
                  <a:pt x="8788" y="1982"/>
                </a:lnTo>
                <a:lnTo>
                  <a:pt x="8787" y="1982"/>
                </a:lnTo>
                <a:lnTo>
                  <a:pt x="8787" y="1981"/>
                </a:lnTo>
                <a:lnTo>
                  <a:pt x="8786" y="1981"/>
                </a:lnTo>
                <a:lnTo>
                  <a:pt x="8785" y="1981"/>
                </a:lnTo>
                <a:lnTo>
                  <a:pt x="8784" y="1980"/>
                </a:lnTo>
                <a:lnTo>
                  <a:pt x="8783" y="1980"/>
                </a:lnTo>
                <a:lnTo>
                  <a:pt x="8782" y="1979"/>
                </a:lnTo>
                <a:lnTo>
                  <a:pt x="8781" y="1979"/>
                </a:lnTo>
                <a:lnTo>
                  <a:pt x="8781" y="1978"/>
                </a:lnTo>
                <a:lnTo>
                  <a:pt x="8780" y="1978"/>
                </a:lnTo>
                <a:lnTo>
                  <a:pt x="8779" y="1977"/>
                </a:lnTo>
                <a:lnTo>
                  <a:pt x="8778" y="1977"/>
                </a:lnTo>
                <a:lnTo>
                  <a:pt x="8777" y="1977"/>
                </a:lnTo>
                <a:lnTo>
                  <a:pt x="8777" y="1976"/>
                </a:lnTo>
                <a:lnTo>
                  <a:pt x="8776" y="1976"/>
                </a:lnTo>
                <a:lnTo>
                  <a:pt x="8775" y="1976"/>
                </a:lnTo>
                <a:lnTo>
                  <a:pt x="8775" y="1975"/>
                </a:lnTo>
                <a:lnTo>
                  <a:pt x="8774" y="1975"/>
                </a:lnTo>
                <a:lnTo>
                  <a:pt x="8773" y="1974"/>
                </a:lnTo>
                <a:lnTo>
                  <a:pt x="8772" y="1974"/>
                </a:lnTo>
                <a:lnTo>
                  <a:pt x="8771" y="1973"/>
                </a:lnTo>
                <a:lnTo>
                  <a:pt x="8770" y="1973"/>
                </a:lnTo>
                <a:lnTo>
                  <a:pt x="8769" y="1972"/>
                </a:lnTo>
                <a:lnTo>
                  <a:pt x="8768" y="1972"/>
                </a:lnTo>
                <a:lnTo>
                  <a:pt x="8767" y="1971"/>
                </a:lnTo>
                <a:lnTo>
                  <a:pt x="8766" y="1971"/>
                </a:lnTo>
                <a:lnTo>
                  <a:pt x="8765" y="1970"/>
                </a:lnTo>
                <a:lnTo>
                  <a:pt x="8764" y="1970"/>
                </a:lnTo>
                <a:lnTo>
                  <a:pt x="8764" y="1969"/>
                </a:lnTo>
                <a:lnTo>
                  <a:pt x="8763" y="1969"/>
                </a:lnTo>
                <a:lnTo>
                  <a:pt x="8762" y="1969"/>
                </a:lnTo>
                <a:lnTo>
                  <a:pt x="8761" y="1968"/>
                </a:lnTo>
                <a:lnTo>
                  <a:pt x="8760" y="1968"/>
                </a:lnTo>
                <a:lnTo>
                  <a:pt x="8760" y="1967"/>
                </a:lnTo>
                <a:lnTo>
                  <a:pt x="8759" y="1967"/>
                </a:lnTo>
                <a:lnTo>
                  <a:pt x="8758" y="1967"/>
                </a:lnTo>
                <a:lnTo>
                  <a:pt x="8758" y="1966"/>
                </a:lnTo>
                <a:lnTo>
                  <a:pt x="8757" y="1966"/>
                </a:lnTo>
                <a:lnTo>
                  <a:pt x="8756" y="1965"/>
                </a:lnTo>
                <a:lnTo>
                  <a:pt x="8755" y="1965"/>
                </a:lnTo>
                <a:lnTo>
                  <a:pt x="8754" y="1965"/>
                </a:lnTo>
                <a:lnTo>
                  <a:pt x="8754" y="1964"/>
                </a:lnTo>
                <a:lnTo>
                  <a:pt x="8753" y="1964"/>
                </a:lnTo>
                <a:lnTo>
                  <a:pt x="8752" y="1964"/>
                </a:lnTo>
                <a:lnTo>
                  <a:pt x="8752" y="1963"/>
                </a:lnTo>
                <a:lnTo>
                  <a:pt x="8751" y="1963"/>
                </a:lnTo>
                <a:lnTo>
                  <a:pt x="8750" y="1962"/>
                </a:lnTo>
                <a:lnTo>
                  <a:pt x="8749" y="1962"/>
                </a:lnTo>
                <a:lnTo>
                  <a:pt x="8748" y="1961"/>
                </a:lnTo>
                <a:lnTo>
                  <a:pt x="8747" y="1961"/>
                </a:lnTo>
                <a:lnTo>
                  <a:pt x="8746" y="1960"/>
                </a:lnTo>
                <a:lnTo>
                  <a:pt x="8745" y="1960"/>
                </a:lnTo>
                <a:lnTo>
                  <a:pt x="8744" y="1959"/>
                </a:lnTo>
                <a:lnTo>
                  <a:pt x="8743" y="1959"/>
                </a:lnTo>
                <a:lnTo>
                  <a:pt x="8742" y="1958"/>
                </a:lnTo>
                <a:lnTo>
                  <a:pt x="8741" y="1958"/>
                </a:lnTo>
                <a:lnTo>
                  <a:pt x="8741" y="1957"/>
                </a:lnTo>
                <a:lnTo>
                  <a:pt x="8740" y="1957"/>
                </a:lnTo>
                <a:lnTo>
                  <a:pt x="8739" y="1957"/>
                </a:lnTo>
                <a:lnTo>
                  <a:pt x="8738" y="1956"/>
                </a:lnTo>
                <a:lnTo>
                  <a:pt x="8737" y="1956"/>
                </a:lnTo>
                <a:lnTo>
                  <a:pt x="8737" y="1955"/>
                </a:lnTo>
                <a:lnTo>
                  <a:pt x="8736" y="1955"/>
                </a:lnTo>
                <a:lnTo>
                  <a:pt x="8735" y="1955"/>
                </a:lnTo>
                <a:lnTo>
                  <a:pt x="8735" y="1954"/>
                </a:lnTo>
                <a:lnTo>
                  <a:pt x="8734" y="1954"/>
                </a:lnTo>
                <a:lnTo>
                  <a:pt x="8733" y="1953"/>
                </a:lnTo>
                <a:lnTo>
                  <a:pt x="8732" y="1953"/>
                </a:lnTo>
                <a:lnTo>
                  <a:pt x="8731" y="1953"/>
                </a:lnTo>
                <a:lnTo>
                  <a:pt x="8731" y="1952"/>
                </a:lnTo>
                <a:lnTo>
                  <a:pt x="8730" y="1952"/>
                </a:lnTo>
                <a:lnTo>
                  <a:pt x="8729" y="1951"/>
                </a:lnTo>
                <a:lnTo>
                  <a:pt x="8728" y="1951"/>
                </a:lnTo>
                <a:lnTo>
                  <a:pt x="8727" y="1950"/>
                </a:lnTo>
                <a:lnTo>
                  <a:pt x="8726" y="1950"/>
                </a:lnTo>
                <a:lnTo>
                  <a:pt x="8725" y="1949"/>
                </a:lnTo>
                <a:lnTo>
                  <a:pt x="8724" y="1949"/>
                </a:lnTo>
                <a:lnTo>
                  <a:pt x="8723" y="1948"/>
                </a:lnTo>
                <a:lnTo>
                  <a:pt x="8722" y="1948"/>
                </a:lnTo>
                <a:lnTo>
                  <a:pt x="8721" y="1947"/>
                </a:lnTo>
                <a:lnTo>
                  <a:pt x="8720" y="1947"/>
                </a:lnTo>
                <a:lnTo>
                  <a:pt x="8720" y="1946"/>
                </a:lnTo>
                <a:lnTo>
                  <a:pt x="8719" y="1946"/>
                </a:lnTo>
                <a:lnTo>
                  <a:pt x="8718" y="1946"/>
                </a:lnTo>
                <a:lnTo>
                  <a:pt x="8718" y="1945"/>
                </a:lnTo>
                <a:lnTo>
                  <a:pt x="8717" y="1945"/>
                </a:lnTo>
                <a:lnTo>
                  <a:pt x="8716" y="1945"/>
                </a:lnTo>
                <a:lnTo>
                  <a:pt x="8715" y="1944"/>
                </a:lnTo>
                <a:lnTo>
                  <a:pt x="8714" y="1944"/>
                </a:lnTo>
                <a:lnTo>
                  <a:pt x="8714" y="1943"/>
                </a:lnTo>
                <a:lnTo>
                  <a:pt x="8713" y="1943"/>
                </a:lnTo>
                <a:lnTo>
                  <a:pt x="8712" y="1942"/>
                </a:lnTo>
                <a:lnTo>
                  <a:pt x="8711" y="1942"/>
                </a:lnTo>
                <a:lnTo>
                  <a:pt x="8710" y="1941"/>
                </a:lnTo>
                <a:lnTo>
                  <a:pt x="8709" y="1941"/>
                </a:lnTo>
                <a:lnTo>
                  <a:pt x="8708" y="1941"/>
                </a:lnTo>
                <a:lnTo>
                  <a:pt x="8708" y="1940"/>
                </a:lnTo>
                <a:lnTo>
                  <a:pt x="8707" y="1940"/>
                </a:lnTo>
                <a:lnTo>
                  <a:pt x="8706" y="1939"/>
                </a:lnTo>
                <a:lnTo>
                  <a:pt x="8705" y="1939"/>
                </a:lnTo>
                <a:lnTo>
                  <a:pt x="8704" y="1938"/>
                </a:lnTo>
                <a:lnTo>
                  <a:pt x="8703" y="1938"/>
                </a:lnTo>
                <a:lnTo>
                  <a:pt x="8703" y="1937"/>
                </a:lnTo>
                <a:lnTo>
                  <a:pt x="8702" y="1937"/>
                </a:lnTo>
                <a:lnTo>
                  <a:pt x="8701" y="1937"/>
                </a:lnTo>
                <a:lnTo>
                  <a:pt x="8700" y="1936"/>
                </a:lnTo>
                <a:lnTo>
                  <a:pt x="8699" y="1936"/>
                </a:lnTo>
                <a:lnTo>
                  <a:pt x="8698" y="1935"/>
                </a:lnTo>
                <a:lnTo>
                  <a:pt x="8697" y="1935"/>
                </a:lnTo>
                <a:lnTo>
                  <a:pt x="8697" y="1934"/>
                </a:lnTo>
                <a:lnTo>
                  <a:pt x="8696" y="1934"/>
                </a:lnTo>
                <a:lnTo>
                  <a:pt x="8695" y="1934"/>
                </a:lnTo>
                <a:lnTo>
                  <a:pt x="8695" y="1933"/>
                </a:lnTo>
                <a:lnTo>
                  <a:pt x="8694" y="1933"/>
                </a:lnTo>
                <a:lnTo>
                  <a:pt x="8693" y="1933"/>
                </a:lnTo>
                <a:lnTo>
                  <a:pt x="8693" y="1932"/>
                </a:lnTo>
                <a:lnTo>
                  <a:pt x="8692" y="1932"/>
                </a:lnTo>
                <a:lnTo>
                  <a:pt x="8691" y="1932"/>
                </a:lnTo>
                <a:lnTo>
                  <a:pt x="8691" y="1931"/>
                </a:lnTo>
                <a:lnTo>
                  <a:pt x="8690" y="1931"/>
                </a:lnTo>
                <a:lnTo>
                  <a:pt x="8689" y="1930"/>
                </a:lnTo>
                <a:lnTo>
                  <a:pt x="8688" y="1930"/>
                </a:lnTo>
                <a:lnTo>
                  <a:pt x="8687" y="1929"/>
                </a:lnTo>
                <a:lnTo>
                  <a:pt x="8686" y="1929"/>
                </a:lnTo>
                <a:lnTo>
                  <a:pt x="8685" y="1929"/>
                </a:lnTo>
                <a:lnTo>
                  <a:pt x="8685" y="1928"/>
                </a:lnTo>
                <a:lnTo>
                  <a:pt x="8684" y="1928"/>
                </a:lnTo>
                <a:lnTo>
                  <a:pt x="8683" y="1927"/>
                </a:lnTo>
                <a:lnTo>
                  <a:pt x="8682" y="1927"/>
                </a:lnTo>
                <a:lnTo>
                  <a:pt x="8681" y="1926"/>
                </a:lnTo>
                <a:lnTo>
                  <a:pt x="8680" y="1926"/>
                </a:lnTo>
                <a:lnTo>
                  <a:pt x="8680" y="1925"/>
                </a:lnTo>
                <a:lnTo>
                  <a:pt x="8679" y="1925"/>
                </a:lnTo>
                <a:lnTo>
                  <a:pt x="8678" y="1925"/>
                </a:lnTo>
                <a:lnTo>
                  <a:pt x="8677" y="1924"/>
                </a:lnTo>
                <a:lnTo>
                  <a:pt x="8676" y="1924"/>
                </a:lnTo>
                <a:lnTo>
                  <a:pt x="8676" y="1923"/>
                </a:lnTo>
                <a:lnTo>
                  <a:pt x="8675" y="1923"/>
                </a:lnTo>
                <a:lnTo>
                  <a:pt x="8674" y="1923"/>
                </a:lnTo>
                <a:lnTo>
                  <a:pt x="8674" y="1922"/>
                </a:lnTo>
                <a:lnTo>
                  <a:pt x="8673" y="1922"/>
                </a:lnTo>
                <a:lnTo>
                  <a:pt x="8672" y="1921"/>
                </a:lnTo>
                <a:lnTo>
                  <a:pt x="8671" y="1921"/>
                </a:lnTo>
                <a:lnTo>
                  <a:pt x="8670" y="1921"/>
                </a:lnTo>
                <a:lnTo>
                  <a:pt x="8670" y="1920"/>
                </a:lnTo>
                <a:lnTo>
                  <a:pt x="8669" y="1920"/>
                </a:lnTo>
                <a:lnTo>
                  <a:pt x="8668" y="1920"/>
                </a:lnTo>
                <a:lnTo>
                  <a:pt x="8668" y="1919"/>
                </a:lnTo>
                <a:lnTo>
                  <a:pt x="8667" y="1919"/>
                </a:lnTo>
                <a:lnTo>
                  <a:pt x="8666" y="1918"/>
                </a:lnTo>
                <a:lnTo>
                  <a:pt x="8665" y="1918"/>
                </a:lnTo>
                <a:lnTo>
                  <a:pt x="8664" y="1917"/>
                </a:lnTo>
                <a:lnTo>
                  <a:pt x="8663" y="1917"/>
                </a:lnTo>
                <a:lnTo>
                  <a:pt x="8662" y="1916"/>
                </a:lnTo>
                <a:lnTo>
                  <a:pt x="8661" y="1916"/>
                </a:lnTo>
                <a:lnTo>
                  <a:pt x="8660" y="1915"/>
                </a:lnTo>
                <a:lnTo>
                  <a:pt x="8659" y="1915"/>
                </a:lnTo>
                <a:lnTo>
                  <a:pt x="8658" y="1914"/>
                </a:lnTo>
                <a:lnTo>
                  <a:pt x="8657" y="1914"/>
                </a:lnTo>
                <a:lnTo>
                  <a:pt x="8657" y="1913"/>
                </a:lnTo>
                <a:lnTo>
                  <a:pt x="8656" y="1913"/>
                </a:lnTo>
                <a:lnTo>
                  <a:pt x="8655" y="1913"/>
                </a:lnTo>
                <a:lnTo>
                  <a:pt x="8654" y="1912"/>
                </a:lnTo>
                <a:lnTo>
                  <a:pt x="8653" y="1912"/>
                </a:lnTo>
                <a:lnTo>
                  <a:pt x="8653" y="1911"/>
                </a:lnTo>
                <a:lnTo>
                  <a:pt x="8652" y="1911"/>
                </a:lnTo>
                <a:lnTo>
                  <a:pt x="8651" y="1911"/>
                </a:lnTo>
                <a:lnTo>
                  <a:pt x="8651" y="1910"/>
                </a:lnTo>
                <a:lnTo>
                  <a:pt x="8650" y="1910"/>
                </a:lnTo>
                <a:lnTo>
                  <a:pt x="8649" y="1909"/>
                </a:lnTo>
                <a:lnTo>
                  <a:pt x="8648" y="1909"/>
                </a:lnTo>
                <a:lnTo>
                  <a:pt x="8647" y="1908"/>
                </a:lnTo>
                <a:lnTo>
                  <a:pt x="8646" y="1908"/>
                </a:lnTo>
                <a:lnTo>
                  <a:pt x="8645" y="1907"/>
                </a:lnTo>
                <a:lnTo>
                  <a:pt x="8644" y="1907"/>
                </a:lnTo>
                <a:lnTo>
                  <a:pt x="8643" y="1906"/>
                </a:lnTo>
                <a:lnTo>
                  <a:pt x="8642" y="1906"/>
                </a:lnTo>
                <a:lnTo>
                  <a:pt x="8641" y="1905"/>
                </a:lnTo>
                <a:lnTo>
                  <a:pt x="8640" y="1905"/>
                </a:lnTo>
                <a:lnTo>
                  <a:pt x="8640" y="1904"/>
                </a:lnTo>
                <a:lnTo>
                  <a:pt x="8639" y="1904"/>
                </a:lnTo>
                <a:lnTo>
                  <a:pt x="8638" y="1904"/>
                </a:lnTo>
                <a:lnTo>
                  <a:pt x="8637" y="1903"/>
                </a:lnTo>
                <a:lnTo>
                  <a:pt x="8636" y="1903"/>
                </a:lnTo>
                <a:lnTo>
                  <a:pt x="8636" y="1902"/>
                </a:lnTo>
                <a:lnTo>
                  <a:pt x="8635" y="1902"/>
                </a:lnTo>
                <a:lnTo>
                  <a:pt x="8634" y="1902"/>
                </a:lnTo>
                <a:lnTo>
                  <a:pt x="8634" y="1901"/>
                </a:lnTo>
                <a:lnTo>
                  <a:pt x="8633" y="1901"/>
                </a:lnTo>
                <a:lnTo>
                  <a:pt x="8632" y="1900"/>
                </a:lnTo>
                <a:lnTo>
                  <a:pt x="8631" y="1900"/>
                </a:lnTo>
                <a:lnTo>
                  <a:pt x="8630" y="1900"/>
                </a:lnTo>
                <a:lnTo>
                  <a:pt x="8630" y="1899"/>
                </a:lnTo>
                <a:lnTo>
                  <a:pt x="8629" y="1899"/>
                </a:lnTo>
                <a:lnTo>
                  <a:pt x="8628" y="1899"/>
                </a:lnTo>
                <a:lnTo>
                  <a:pt x="8628" y="1898"/>
                </a:lnTo>
                <a:lnTo>
                  <a:pt x="8627" y="1898"/>
                </a:lnTo>
                <a:lnTo>
                  <a:pt x="8626" y="1897"/>
                </a:lnTo>
                <a:lnTo>
                  <a:pt x="8625" y="1897"/>
                </a:lnTo>
                <a:lnTo>
                  <a:pt x="8624" y="1896"/>
                </a:lnTo>
                <a:lnTo>
                  <a:pt x="8623" y="1896"/>
                </a:lnTo>
                <a:lnTo>
                  <a:pt x="8622" y="1895"/>
                </a:lnTo>
                <a:lnTo>
                  <a:pt x="8621" y="1895"/>
                </a:lnTo>
                <a:lnTo>
                  <a:pt x="8620" y="1894"/>
                </a:lnTo>
                <a:lnTo>
                  <a:pt x="8619" y="1894"/>
                </a:lnTo>
                <a:lnTo>
                  <a:pt x="8618" y="1893"/>
                </a:lnTo>
                <a:lnTo>
                  <a:pt x="8617" y="1893"/>
                </a:lnTo>
                <a:lnTo>
                  <a:pt x="8617" y="1892"/>
                </a:lnTo>
                <a:lnTo>
                  <a:pt x="8616" y="1892"/>
                </a:lnTo>
                <a:lnTo>
                  <a:pt x="8615" y="1892"/>
                </a:lnTo>
                <a:lnTo>
                  <a:pt x="8614" y="1891"/>
                </a:lnTo>
                <a:lnTo>
                  <a:pt x="8613" y="1891"/>
                </a:lnTo>
                <a:lnTo>
                  <a:pt x="8613" y="1890"/>
                </a:lnTo>
                <a:lnTo>
                  <a:pt x="8612" y="1890"/>
                </a:lnTo>
                <a:lnTo>
                  <a:pt x="8611" y="1890"/>
                </a:lnTo>
                <a:lnTo>
                  <a:pt x="8611" y="1889"/>
                </a:lnTo>
                <a:lnTo>
                  <a:pt x="8610" y="1889"/>
                </a:lnTo>
                <a:lnTo>
                  <a:pt x="8609" y="1888"/>
                </a:lnTo>
                <a:lnTo>
                  <a:pt x="8608" y="1888"/>
                </a:lnTo>
                <a:lnTo>
                  <a:pt x="8607" y="1888"/>
                </a:lnTo>
                <a:lnTo>
                  <a:pt x="8607" y="1887"/>
                </a:lnTo>
                <a:lnTo>
                  <a:pt x="8606" y="1887"/>
                </a:lnTo>
                <a:lnTo>
                  <a:pt x="8605" y="1886"/>
                </a:lnTo>
                <a:lnTo>
                  <a:pt x="8604" y="1886"/>
                </a:lnTo>
                <a:lnTo>
                  <a:pt x="8603" y="1885"/>
                </a:lnTo>
                <a:lnTo>
                  <a:pt x="8602" y="1885"/>
                </a:lnTo>
                <a:lnTo>
                  <a:pt x="8601" y="1884"/>
                </a:lnTo>
                <a:lnTo>
                  <a:pt x="8600" y="1884"/>
                </a:lnTo>
                <a:lnTo>
                  <a:pt x="8599" y="1883"/>
                </a:lnTo>
                <a:lnTo>
                  <a:pt x="8598" y="1883"/>
                </a:lnTo>
                <a:lnTo>
                  <a:pt x="8597" y="1882"/>
                </a:lnTo>
                <a:lnTo>
                  <a:pt x="8596" y="1882"/>
                </a:lnTo>
                <a:lnTo>
                  <a:pt x="8596" y="1881"/>
                </a:lnTo>
                <a:lnTo>
                  <a:pt x="8595" y="1881"/>
                </a:lnTo>
                <a:lnTo>
                  <a:pt x="8594" y="1881"/>
                </a:lnTo>
                <a:lnTo>
                  <a:pt x="8594" y="1880"/>
                </a:lnTo>
                <a:lnTo>
                  <a:pt x="8593" y="1880"/>
                </a:lnTo>
                <a:lnTo>
                  <a:pt x="8592" y="1880"/>
                </a:lnTo>
                <a:lnTo>
                  <a:pt x="8591" y="1879"/>
                </a:lnTo>
                <a:lnTo>
                  <a:pt x="8590" y="1879"/>
                </a:lnTo>
                <a:lnTo>
                  <a:pt x="8590" y="1878"/>
                </a:lnTo>
                <a:lnTo>
                  <a:pt x="8589" y="1878"/>
                </a:lnTo>
                <a:lnTo>
                  <a:pt x="8588" y="1877"/>
                </a:lnTo>
                <a:lnTo>
                  <a:pt x="8587" y="1877"/>
                </a:lnTo>
                <a:lnTo>
                  <a:pt x="8586" y="1876"/>
                </a:lnTo>
                <a:lnTo>
                  <a:pt x="8585" y="1876"/>
                </a:lnTo>
                <a:lnTo>
                  <a:pt x="8584" y="1876"/>
                </a:lnTo>
                <a:lnTo>
                  <a:pt x="8584" y="1875"/>
                </a:lnTo>
                <a:lnTo>
                  <a:pt x="8583" y="1875"/>
                </a:lnTo>
                <a:lnTo>
                  <a:pt x="8582" y="1874"/>
                </a:lnTo>
                <a:lnTo>
                  <a:pt x="8581" y="1874"/>
                </a:lnTo>
                <a:lnTo>
                  <a:pt x="8580" y="1873"/>
                </a:lnTo>
                <a:lnTo>
                  <a:pt x="8579" y="1873"/>
                </a:lnTo>
                <a:lnTo>
                  <a:pt x="8579" y="1872"/>
                </a:lnTo>
                <a:lnTo>
                  <a:pt x="8578" y="1872"/>
                </a:lnTo>
                <a:lnTo>
                  <a:pt x="8577" y="1872"/>
                </a:lnTo>
                <a:lnTo>
                  <a:pt x="8576" y="1871"/>
                </a:lnTo>
                <a:lnTo>
                  <a:pt x="8575" y="1871"/>
                </a:lnTo>
                <a:lnTo>
                  <a:pt x="8574" y="1870"/>
                </a:lnTo>
                <a:lnTo>
                  <a:pt x="8573" y="1870"/>
                </a:lnTo>
                <a:lnTo>
                  <a:pt x="8573" y="1869"/>
                </a:lnTo>
                <a:lnTo>
                  <a:pt x="8572" y="1869"/>
                </a:lnTo>
                <a:lnTo>
                  <a:pt x="8571" y="1869"/>
                </a:lnTo>
                <a:lnTo>
                  <a:pt x="8571" y="1868"/>
                </a:lnTo>
                <a:lnTo>
                  <a:pt x="8570" y="1868"/>
                </a:lnTo>
                <a:lnTo>
                  <a:pt x="8569" y="1868"/>
                </a:lnTo>
                <a:lnTo>
                  <a:pt x="8569" y="1867"/>
                </a:lnTo>
                <a:lnTo>
                  <a:pt x="8568" y="1867"/>
                </a:lnTo>
                <a:lnTo>
                  <a:pt x="8567" y="1867"/>
                </a:lnTo>
                <a:lnTo>
                  <a:pt x="8567" y="1866"/>
                </a:lnTo>
                <a:lnTo>
                  <a:pt x="8566" y="1866"/>
                </a:lnTo>
                <a:lnTo>
                  <a:pt x="8565" y="1865"/>
                </a:lnTo>
                <a:lnTo>
                  <a:pt x="8564" y="1865"/>
                </a:lnTo>
                <a:lnTo>
                  <a:pt x="8563" y="1864"/>
                </a:lnTo>
                <a:lnTo>
                  <a:pt x="8562" y="1864"/>
                </a:lnTo>
                <a:lnTo>
                  <a:pt x="8561" y="1864"/>
                </a:lnTo>
                <a:lnTo>
                  <a:pt x="8561" y="1863"/>
                </a:lnTo>
                <a:lnTo>
                  <a:pt x="8560" y="1863"/>
                </a:lnTo>
                <a:lnTo>
                  <a:pt x="8559" y="1862"/>
                </a:lnTo>
                <a:lnTo>
                  <a:pt x="8558" y="1862"/>
                </a:lnTo>
                <a:lnTo>
                  <a:pt x="8557" y="1861"/>
                </a:lnTo>
                <a:lnTo>
                  <a:pt x="8556" y="1861"/>
                </a:lnTo>
                <a:lnTo>
                  <a:pt x="8556" y="1860"/>
                </a:lnTo>
                <a:lnTo>
                  <a:pt x="8555" y="1860"/>
                </a:lnTo>
                <a:lnTo>
                  <a:pt x="8554" y="1860"/>
                </a:lnTo>
                <a:lnTo>
                  <a:pt x="8553" y="1859"/>
                </a:lnTo>
                <a:lnTo>
                  <a:pt x="8552" y="1859"/>
                </a:lnTo>
                <a:lnTo>
                  <a:pt x="8551" y="1858"/>
                </a:lnTo>
                <a:lnTo>
                  <a:pt x="8550" y="1858"/>
                </a:lnTo>
                <a:lnTo>
                  <a:pt x="8550" y="1857"/>
                </a:lnTo>
                <a:lnTo>
                  <a:pt x="8549" y="1857"/>
                </a:lnTo>
                <a:lnTo>
                  <a:pt x="8548" y="1856"/>
                </a:lnTo>
                <a:lnTo>
                  <a:pt x="8547" y="1856"/>
                </a:lnTo>
                <a:lnTo>
                  <a:pt x="8546" y="1856"/>
                </a:lnTo>
                <a:lnTo>
                  <a:pt x="8546" y="1855"/>
                </a:lnTo>
                <a:lnTo>
                  <a:pt x="8545" y="1855"/>
                </a:lnTo>
                <a:lnTo>
                  <a:pt x="8544" y="1855"/>
                </a:lnTo>
                <a:lnTo>
                  <a:pt x="8544" y="1854"/>
                </a:lnTo>
                <a:lnTo>
                  <a:pt x="8543" y="1854"/>
                </a:lnTo>
                <a:lnTo>
                  <a:pt x="8542" y="1853"/>
                </a:lnTo>
                <a:lnTo>
                  <a:pt x="8541" y="1853"/>
                </a:lnTo>
                <a:lnTo>
                  <a:pt x="8540" y="1852"/>
                </a:lnTo>
                <a:lnTo>
                  <a:pt x="8539" y="1852"/>
                </a:lnTo>
                <a:lnTo>
                  <a:pt x="8538" y="1851"/>
                </a:lnTo>
                <a:lnTo>
                  <a:pt x="8537" y="1851"/>
                </a:lnTo>
                <a:lnTo>
                  <a:pt x="8536" y="1850"/>
                </a:lnTo>
                <a:lnTo>
                  <a:pt x="8535" y="1850"/>
                </a:lnTo>
                <a:lnTo>
                  <a:pt x="8534" y="1849"/>
                </a:lnTo>
                <a:lnTo>
                  <a:pt x="8533" y="1849"/>
                </a:lnTo>
                <a:lnTo>
                  <a:pt x="8533" y="1848"/>
                </a:lnTo>
                <a:lnTo>
                  <a:pt x="8532" y="1848"/>
                </a:lnTo>
                <a:lnTo>
                  <a:pt x="8531" y="1848"/>
                </a:lnTo>
                <a:lnTo>
                  <a:pt x="8530" y="1847"/>
                </a:lnTo>
                <a:lnTo>
                  <a:pt x="8529" y="1847"/>
                </a:lnTo>
                <a:lnTo>
                  <a:pt x="8529" y="1846"/>
                </a:lnTo>
                <a:lnTo>
                  <a:pt x="8528" y="1846"/>
                </a:lnTo>
                <a:lnTo>
                  <a:pt x="8527" y="1846"/>
                </a:lnTo>
                <a:lnTo>
                  <a:pt x="8527" y="1845"/>
                </a:lnTo>
                <a:lnTo>
                  <a:pt x="8526" y="1845"/>
                </a:lnTo>
                <a:lnTo>
                  <a:pt x="8525" y="1844"/>
                </a:lnTo>
                <a:lnTo>
                  <a:pt x="8524" y="1844"/>
                </a:lnTo>
                <a:lnTo>
                  <a:pt x="8523" y="1844"/>
                </a:lnTo>
                <a:lnTo>
                  <a:pt x="8523" y="1843"/>
                </a:lnTo>
                <a:lnTo>
                  <a:pt x="8522" y="1843"/>
                </a:lnTo>
                <a:lnTo>
                  <a:pt x="8521" y="1842"/>
                </a:lnTo>
                <a:lnTo>
                  <a:pt x="8520" y="1842"/>
                </a:lnTo>
                <a:lnTo>
                  <a:pt x="8519" y="1841"/>
                </a:lnTo>
                <a:lnTo>
                  <a:pt x="8518" y="1841"/>
                </a:lnTo>
                <a:lnTo>
                  <a:pt x="8517" y="1840"/>
                </a:lnTo>
                <a:lnTo>
                  <a:pt x="8516" y="1840"/>
                </a:lnTo>
                <a:lnTo>
                  <a:pt x="8515" y="1839"/>
                </a:lnTo>
                <a:lnTo>
                  <a:pt x="8514" y="1839"/>
                </a:lnTo>
                <a:lnTo>
                  <a:pt x="8513" y="1838"/>
                </a:lnTo>
                <a:lnTo>
                  <a:pt x="8512" y="1838"/>
                </a:lnTo>
                <a:lnTo>
                  <a:pt x="8512" y="1837"/>
                </a:lnTo>
                <a:lnTo>
                  <a:pt x="8511" y="1837"/>
                </a:lnTo>
                <a:lnTo>
                  <a:pt x="8510" y="1837"/>
                </a:lnTo>
                <a:lnTo>
                  <a:pt x="8510" y="1836"/>
                </a:lnTo>
                <a:lnTo>
                  <a:pt x="8509" y="1836"/>
                </a:lnTo>
                <a:lnTo>
                  <a:pt x="8508" y="1836"/>
                </a:lnTo>
                <a:lnTo>
                  <a:pt x="8507" y="1835"/>
                </a:lnTo>
                <a:lnTo>
                  <a:pt x="8506" y="1835"/>
                </a:lnTo>
                <a:lnTo>
                  <a:pt x="8506" y="1834"/>
                </a:lnTo>
                <a:lnTo>
                  <a:pt x="8505" y="1834"/>
                </a:lnTo>
                <a:lnTo>
                  <a:pt x="8504" y="1834"/>
                </a:lnTo>
                <a:lnTo>
                  <a:pt x="8504" y="1833"/>
                </a:lnTo>
                <a:lnTo>
                  <a:pt x="8503" y="1833"/>
                </a:lnTo>
                <a:lnTo>
                  <a:pt x="8502" y="1832"/>
                </a:lnTo>
                <a:lnTo>
                  <a:pt x="8501" y="1832"/>
                </a:lnTo>
                <a:lnTo>
                  <a:pt x="8500" y="1832"/>
                </a:lnTo>
                <a:lnTo>
                  <a:pt x="8500" y="1831"/>
                </a:lnTo>
                <a:lnTo>
                  <a:pt x="8499" y="1831"/>
                </a:lnTo>
                <a:lnTo>
                  <a:pt x="8498" y="1830"/>
                </a:lnTo>
                <a:lnTo>
                  <a:pt x="8497" y="1830"/>
                </a:lnTo>
                <a:lnTo>
                  <a:pt x="8496" y="1829"/>
                </a:lnTo>
                <a:lnTo>
                  <a:pt x="8495" y="1829"/>
                </a:lnTo>
                <a:lnTo>
                  <a:pt x="8494" y="1828"/>
                </a:lnTo>
                <a:lnTo>
                  <a:pt x="8493" y="1828"/>
                </a:lnTo>
                <a:lnTo>
                  <a:pt x="8492" y="1827"/>
                </a:lnTo>
                <a:lnTo>
                  <a:pt x="8491" y="1827"/>
                </a:lnTo>
                <a:lnTo>
                  <a:pt x="8490" y="1826"/>
                </a:lnTo>
                <a:lnTo>
                  <a:pt x="8489" y="1826"/>
                </a:lnTo>
                <a:lnTo>
                  <a:pt x="8489" y="1825"/>
                </a:lnTo>
                <a:lnTo>
                  <a:pt x="8488" y="1825"/>
                </a:lnTo>
                <a:lnTo>
                  <a:pt x="8487" y="1825"/>
                </a:lnTo>
                <a:lnTo>
                  <a:pt x="8487" y="1824"/>
                </a:lnTo>
                <a:lnTo>
                  <a:pt x="8486" y="1824"/>
                </a:lnTo>
                <a:lnTo>
                  <a:pt x="8485" y="1824"/>
                </a:lnTo>
                <a:lnTo>
                  <a:pt x="8485" y="1823"/>
                </a:lnTo>
                <a:lnTo>
                  <a:pt x="8484" y="1823"/>
                </a:lnTo>
                <a:lnTo>
                  <a:pt x="8483" y="1823"/>
                </a:lnTo>
                <a:lnTo>
                  <a:pt x="8483" y="1822"/>
                </a:lnTo>
                <a:lnTo>
                  <a:pt x="8482" y="1822"/>
                </a:lnTo>
                <a:lnTo>
                  <a:pt x="8481" y="1821"/>
                </a:lnTo>
                <a:lnTo>
                  <a:pt x="8480" y="1821"/>
                </a:lnTo>
                <a:lnTo>
                  <a:pt x="8479" y="1820"/>
                </a:lnTo>
                <a:lnTo>
                  <a:pt x="8478" y="1820"/>
                </a:lnTo>
                <a:lnTo>
                  <a:pt x="8477" y="1820"/>
                </a:lnTo>
                <a:lnTo>
                  <a:pt x="8477" y="1819"/>
                </a:lnTo>
                <a:lnTo>
                  <a:pt x="8476" y="1819"/>
                </a:lnTo>
                <a:lnTo>
                  <a:pt x="8475" y="1818"/>
                </a:lnTo>
                <a:lnTo>
                  <a:pt x="8474" y="1818"/>
                </a:lnTo>
                <a:lnTo>
                  <a:pt x="8473" y="1817"/>
                </a:lnTo>
                <a:lnTo>
                  <a:pt x="8472" y="1817"/>
                </a:lnTo>
                <a:lnTo>
                  <a:pt x="8472" y="1816"/>
                </a:lnTo>
                <a:lnTo>
                  <a:pt x="8471" y="1816"/>
                </a:lnTo>
                <a:lnTo>
                  <a:pt x="8470" y="1816"/>
                </a:lnTo>
                <a:lnTo>
                  <a:pt x="8469" y="1815"/>
                </a:lnTo>
                <a:lnTo>
                  <a:pt x="8468" y="1815"/>
                </a:lnTo>
                <a:lnTo>
                  <a:pt x="8467" y="1814"/>
                </a:lnTo>
                <a:lnTo>
                  <a:pt x="8466" y="1814"/>
                </a:lnTo>
                <a:lnTo>
                  <a:pt x="8466" y="1813"/>
                </a:lnTo>
                <a:lnTo>
                  <a:pt x="8465" y="1813"/>
                </a:lnTo>
                <a:lnTo>
                  <a:pt x="8464" y="1812"/>
                </a:lnTo>
                <a:lnTo>
                  <a:pt x="8463" y="1812"/>
                </a:lnTo>
                <a:lnTo>
                  <a:pt x="8462" y="1812"/>
                </a:lnTo>
                <a:lnTo>
                  <a:pt x="8462" y="1811"/>
                </a:lnTo>
                <a:lnTo>
                  <a:pt x="8461" y="1811"/>
                </a:lnTo>
                <a:lnTo>
                  <a:pt x="8460" y="1811"/>
                </a:lnTo>
                <a:lnTo>
                  <a:pt x="8460" y="1810"/>
                </a:lnTo>
                <a:lnTo>
                  <a:pt x="8459" y="1810"/>
                </a:lnTo>
                <a:lnTo>
                  <a:pt x="8458" y="1809"/>
                </a:lnTo>
                <a:lnTo>
                  <a:pt x="8457" y="1809"/>
                </a:lnTo>
                <a:lnTo>
                  <a:pt x="8456" y="1808"/>
                </a:lnTo>
                <a:lnTo>
                  <a:pt x="8455" y="1808"/>
                </a:lnTo>
                <a:lnTo>
                  <a:pt x="8454" y="1807"/>
                </a:lnTo>
                <a:lnTo>
                  <a:pt x="8453" y="1807"/>
                </a:lnTo>
                <a:lnTo>
                  <a:pt x="8452" y="1806"/>
                </a:lnTo>
                <a:lnTo>
                  <a:pt x="8452" y="1827"/>
                </a:lnTo>
                <a:lnTo>
                  <a:pt x="8451" y="1827"/>
                </a:lnTo>
                <a:lnTo>
                  <a:pt x="8450" y="1827"/>
                </a:lnTo>
                <a:lnTo>
                  <a:pt x="8450" y="1826"/>
                </a:lnTo>
                <a:lnTo>
                  <a:pt x="8449" y="1826"/>
                </a:lnTo>
                <a:lnTo>
                  <a:pt x="8448" y="1825"/>
                </a:lnTo>
                <a:lnTo>
                  <a:pt x="8447" y="1825"/>
                </a:lnTo>
                <a:lnTo>
                  <a:pt x="8446" y="1824"/>
                </a:lnTo>
                <a:lnTo>
                  <a:pt x="8445" y="1824"/>
                </a:lnTo>
                <a:lnTo>
                  <a:pt x="8444" y="1823"/>
                </a:lnTo>
                <a:lnTo>
                  <a:pt x="8443" y="1823"/>
                </a:lnTo>
                <a:lnTo>
                  <a:pt x="8442" y="1822"/>
                </a:lnTo>
                <a:lnTo>
                  <a:pt x="8441" y="1822"/>
                </a:lnTo>
                <a:lnTo>
                  <a:pt x="8440" y="1821"/>
                </a:lnTo>
                <a:lnTo>
                  <a:pt x="8439" y="1821"/>
                </a:lnTo>
                <a:lnTo>
                  <a:pt x="8439" y="1820"/>
                </a:lnTo>
                <a:lnTo>
                  <a:pt x="8438" y="1820"/>
                </a:lnTo>
                <a:lnTo>
                  <a:pt x="8437" y="1820"/>
                </a:lnTo>
                <a:lnTo>
                  <a:pt x="8436" y="1819"/>
                </a:lnTo>
                <a:lnTo>
                  <a:pt x="8435" y="1819"/>
                </a:lnTo>
                <a:lnTo>
                  <a:pt x="8435" y="1839"/>
                </a:lnTo>
                <a:lnTo>
                  <a:pt x="8434" y="1839"/>
                </a:lnTo>
                <a:lnTo>
                  <a:pt x="8433" y="1839"/>
                </a:lnTo>
                <a:lnTo>
                  <a:pt x="8433" y="1838"/>
                </a:lnTo>
                <a:lnTo>
                  <a:pt x="8432" y="1838"/>
                </a:lnTo>
                <a:lnTo>
                  <a:pt x="8431" y="1838"/>
                </a:lnTo>
                <a:lnTo>
                  <a:pt x="8430" y="1837"/>
                </a:lnTo>
                <a:lnTo>
                  <a:pt x="8429" y="1837"/>
                </a:lnTo>
                <a:lnTo>
                  <a:pt x="8429" y="1836"/>
                </a:lnTo>
                <a:lnTo>
                  <a:pt x="8428" y="1836"/>
                </a:lnTo>
                <a:lnTo>
                  <a:pt x="8427" y="1836"/>
                </a:lnTo>
                <a:lnTo>
                  <a:pt x="8427" y="1835"/>
                </a:lnTo>
                <a:lnTo>
                  <a:pt x="8426" y="1835"/>
                </a:lnTo>
                <a:lnTo>
                  <a:pt x="8425" y="1834"/>
                </a:lnTo>
                <a:lnTo>
                  <a:pt x="8424" y="1834"/>
                </a:lnTo>
                <a:lnTo>
                  <a:pt x="8423" y="1834"/>
                </a:lnTo>
                <a:lnTo>
                  <a:pt x="8423" y="1833"/>
                </a:lnTo>
                <a:lnTo>
                  <a:pt x="8422" y="1833"/>
                </a:lnTo>
                <a:lnTo>
                  <a:pt x="8421" y="1832"/>
                </a:lnTo>
                <a:lnTo>
                  <a:pt x="8420" y="1832"/>
                </a:lnTo>
                <a:lnTo>
                  <a:pt x="8419" y="1831"/>
                </a:lnTo>
                <a:lnTo>
                  <a:pt x="8418" y="1831"/>
                </a:lnTo>
                <a:lnTo>
                  <a:pt x="8418" y="1830"/>
                </a:lnTo>
                <a:lnTo>
                  <a:pt x="8417" y="1830"/>
                </a:lnTo>
                <a:lnTo>
                  <a:pt x="8416" y="1830"/>
                </a:lnTo>
                <a:lnTo>
                  <a:pt x="8415" y="1829"/>
                </a:lnTo>
                <a:lnTo>
                  <a:pt x="8414" y="1829"/>
                </a:lnTo>
                <a:lnTo>
                  <a:pt x="8413" y="1828"/>
                </a:lnTo>
                <a:lnTo>
                  <a:pt x="8412" y="1828"/>
                </a:lnTo>
                <a:lnTo>
                  <a:pt x="8412" y="1827"/>
                </a:lnTo>
                <a:lnTo>
                  <a:pt x="8411" y="1827"/>
                </a:lnTo>
                <a:lnTo>
                  <a:pt x="8410" y="1827"/>
                </a:lnTo>
                <a:lnTo>
                  <a:pt x="8410" y="1826"/>
                </a:lnTo>
                <a:lnTo>
                  <a:pt x="8409" y="1826"/>
                </a:lnTo>
                <a:lnTo>
                  <a:pt x="8408" y="1826"/>
                </a:lnTo>
                <a:lnTo>
                  <a:pt x="8408" y="1825"/>
                </a:lnTo>
                <a:lnTo>
                  <a:pt x="8407" y="1825"/>
                </a:lnTo>
                <a:lnTo>
                  <a:pt x="8406" y="1825"/>
                </a:lnTo>
                <a:lnTo>
                  <a:pt x="8406" y="1824"/>
                </a:lnTo>
                <a:lnTo>
                  <a:pt x="8405" y="1824"/>
                </a:lnTo>
                <a:lnTo>
                  <a:pt x="8404" y="1823"/>
                </a:lnTo>
                <a:lnTo>
                  <a:pt x="8403" y="1823"/>
                </a:lnTo>
                <a:lnTo>
                  <a:pt x="8402" y="1822"/>
                </a:lnTo>
                <a:lnTo>
                  <a:pt x="8401" y="1822"/>
                </a:lnTo>
                <a:lnTo>
                  <a:pt x="8400" y="1822"/>
                </a:lnTo>
                <a:lnTo>
                  <a:pt x="8400" y="1821"/>
                </a:lnTo>
                <a:lnTo>
                  <a:pt x="8399" y="1821"/>
                </a:lnTo>
                <a:lnTo>
                  <a:pt x="8398" y="1820"/>
                </a:lnTo>
                <a:lnTo>
                  <a:pt x="8397" y="1820"/>
                </a:lnTo>
                <a:lnTo>
                  <a:pt x="8396" y="1819"/>
                </a:lnTo>
                <a:lnTo>
                  <a:pt x="8395" y="1819"/>
                </a:lnTo>
                <a:lnTo>
                  <a:pt x="8395" y="1818"/>
                </a:lnTo>
                <a:lnTo>
                  <a:pt x="8394" y="1818"/>
                </a:lnTo>
                <a:lnTo>
                  <a:pt x="8393" y="1818"/>
                </a:lnTo>
                <a:lnTo>
                  <a:pt x="8392" y="1817"/>
                </a:lnTo>
                <a:lnTo>
                  <a:pt x="8391" y="1817"/>
                </a:lnTo>
                <a:lnTo>
                  <a:pt x="8390" y="1816"/>
                </a:lnTo>
                <a:lnTo>
                  <a:pt x="8389" y="1816"/>
                </a:lnTo>
                <a:lnTo>
                  <a:pt x="8389" y="1815"/>
                </a:lnTo>
                <a:lnTo>
                  <a:pt x="8388" y="1815"/>
                </a:lnTo>
                <a:lnTo>
                  <a:pt x="8387" y="1814"/>
                </a:lnTo>
                <a:lnTo>
                  <a:pt x="8386" y="1814"/>
                </a:lnTo>
                <a:lnTo>
                  <a:pt x="8385" y="1814"/>
                </a:lnTo>
                <a:lnTo>
                  <a:pt x="8385" y="1813"/>
                </a:lnTo>
                <a:lnTo>
                  <a:pt x="8384" y="1813"/>
                </a:lnTo>
                <a:lnTo>
                  <a:pt x="8383" y="1813"/>
                </a:lnTo>
                <a:lnTo>
                  <a:pt x="8383" y="1812"/>
                </a:lnTo>
                <a:lnTo>
                  <a:pt x="8382" y="1812"/>
                </a:lnTo>
                <a:lnTo>
                  <a:pt x="8381" y="1811"/>
                </a:lnTo>
                <a:lnTo>
                  <a:pt x="8380" y="1811"/>
                </a:lnTo>
                <a:lnTo>
                  <a:pt x="8379" y="1810"/>
                </a:lnTo>
                <a:lnTo>
                  <a:pt x="8378" y="1810"/>
                </a:lnTo>
                <a:lnTo>
                  <a:pt x="8377" y="1809"/>
                </a:lnTo>
                <a:lnTo>
                  <a:pt x="8376" y="1809"/>
                </a:lnTo>
                <a:lnTo>
                  <a:pt x="8375" y="1808"/>
                </a:lnTo>
                <a:lnTo>
                  <a:pt x="8374" y="1808"/>
                </a:lnTo>
                <a:lnTo>
                  <a:pt x="8373" y="1807"/>
                </a:lnTo>
                <a:lnTo>
                  <a:pt x="8372" y="1807"/>
                </a:lnTo>
                <a:lnTo>
                  <a:pt x="8372" y="1806"/>
                </a:lnTo>
                <a:lnTo>
                  <a:pt x="8371" y="1806"/>
                </a:lnTo>
                <a:lnTo>
                  <a:pt x="8370" y="1806"/>
                </a:lnTo>
                <a:lnTo>
                  <a:pt x="8369" y="1805"/>
                </a:lnTo>
                <a:lnTo>
                  <a:pt x="8368" y="1805"/>
                </a:lnTo>
                <a:lnTo>
                  <a:pt x="8368" y="1804"/>
                </a:lnTo>
                <a:lnTo>
                  <a:pt x="8367" y="1804"/>
                </a:lnTo>
                <a:lnTo>
                  <a:pt x="8366" y="1804"/>
                </a:lnTo>
                <a:lnTo>
                  <a:pt x="8366" y="1803"/>
                </a:lnTo>
                <a:lnTo>
                  <a:pt x="8365" y="1803"/>
                </a:lnTo>
                <a:lnTo>
                  <a:pt x="8364" y="1802"/>
                </a:lnTo>
                <a:lnTo>
                  <a:pt x="8363" y="1802"/>
                </a:lnTo>
                <a:lnTo>
                  <a:pt x="8362" y="1802"/>
                </a:lnTo>
                <a:lnTo>
                  <a:pt x="8362" y="1801"/>
                </a:lnTo>
                <a:lnTo>
                  <a:pt x="8361" y="1801"/>
                </a:lnTo>
                <a:lnTo>
                  <a:pt x="8360" y="1800"/>
                </a:lnTo>
                <a:lnTo>
                  <a:pt x="8359" y="1800"/>
                </a:lnTo>
                <a:lnTo>
                  <a:pt x="8358" y="1799"/>
                </a:lnTo>
                <a:lnTo>
                  <a:pt x="8357" y="1799"/>
                </a:lnTo>
                <a:lnTo>
                  <a:pt x="8356" y="1798"/>
                </a:lnTo>
                <a:lnTo>
                  <a:pt x="8355" y="1798"/>
                </a:lnTo>
                <a:lnTo>
                  <a:pt x="8354" y="1797"/>
                </a:lnTo>
                <a:lnTo>
                  <a:pt x="8353" y="1797"/>
                </a:lnTo>
                <a:lnTo>
                  <a:pt x="8352" y="1796"/>
                </a:lnTo>
                <a:lnTo>
                  <a:pt x="8351" y="1796"/>
                </a:lnTo>
                <a:lnTo>
                  <a:pt x="8351" y="1795"/>
                </a:lnTo>
                <a:lnTo>
                  <a:pt x="8350" y="1795"/>
                </a:lnTo>
                <a:lnTo>
                  <a:pt x="8349" y="1795"/>
                </a:lnTo>
                <a:lnTo>
                  <a:pt x="8349" y="1794"/>
                </a:lnTo>
                <a:lnTo>
                  <a:pt x="8348" y="1794"/>
                </a:lnTo>
                <a:lnTo>
                  <a:pt x="8347" y="1794"/>
                </a:lnTo>
                <a:lnTo>
                  <a:pt x="8346" y="1793"/>
                </a:lnTo>
                <a:lnTo>
                  <a:pt x="8345" y="1793"/>
                </a:lnTo>
                <a:lnTo>
                  <a:pt x="8345" y="1792"/>
                </a:lnTo>
                <a:lnTo>
                  <a:pt x="8344" y="1792"/>
                </a:lnTo>
                <a:lnTo>
                  <a:pt x="8343" y="1792"/>
                </a:lnTo>
                <a:lnTo>
                  <a:pt x="8343" y="1791"/>
                </a:lnTo>
                <a:lnTo>
                  <a:pt x="8342" y="1791"/>
                </a:lnTo>
                <a:lnTo>
                  <a:pt x="8341" y="1790"/>
                </a:lnTo>
                <a:lnTo>
                  <a:pt x="8340" y="1790"/>
                </a:lnTo>
                <a:lnTo>
                  <a:pt x="8339" y="1790"/>
                </a:lnTo>
                <a:lnTo>
                  <a:pt x="8339" y="1789"/>
                </a:lnTo>
                <a:lnTo>
                  <a:pt x="8338" y="1789"/>
                </a:lnTo>
                <a:lnTo>
                  <a:pt x="8337" y="1788"/>
                </a:lnTo>
                <a:lnTo>
                  <a:pt x="8336" y="1788"/>
                </a:lnTo>
                <a:lnTo>
                  <a:pt x="8335" y="1787"/>
                </a:lnTo>
                <a:lnTo>
                  <a:pt x="8334" y="1787"/>
                </a:lnTo>
                <a:lnTo>
                  <a:pt x="8333" y="1786"/>
                </a:lnTo>
                <a:lnTo>
                  <a:pt x="8332" y="1786"/>
                </a:lnTo>
                <a:lnTo>
                  <a:pt x="8331" y="1785"/>
                </a:lnTo>
                <a:lnTo>
                  <a:pt x="8330" y="1785"/>
                </a:lnTo>
                <a:lnTo>
                  <a:pt x="8329" y="1784"/>
                </a:lnTo>
                <a:lnTo>
                  <a:pt x="8328" y="1784"/>
                </a:lnTo>
                <a:lnTo>
                  <a:pt x="8328" y="1783"/>
                </a:lnTo>
                <a:lnTo>
                  <a:pt x="8327" y="1783"/>
                </a:lnTo>
                <a:lnTo>
                  <a:pt x="8326" y="1783"/>
                </a:lnTo>
                <a:lnTo>
                  <a:pt x="8326" y="1782"/>
                </a:lnTo>
                <a:lnTo>
                  <a:pt x="8325" y="1782"/>
                </a:lnTo>
                <a:lnTo>
                  <a:pt x="8324" y="1782"/>
                </a:lnTo>
                <a:lnTo>
                  <a:pt x="8323" y="1781"/>
                </a:lnTo>
                <a:lnTo>
                  <a:pt x="8322" y="1781"/>
                </a:lnTo>
                <a:lnTo>
                  <a:pt x="8322" y="1780"/>
                </a:lnTo>
                <a:lnTo>
                  <a:pt x="8321" y="1780"/>
                </a:lnTo>
                <a:lnTo>
                  <a:pt x="8320" y="1779"/>
                </a:lnTo>
                <a:lnTo>
                  <a:pt x="8319" y="1779"/>
                </a:lnTo>
                <a:lnTo>
                  <a:pt x="8318" y="1778"/>
                </a:lnTo>
                <a:lnTo>
                  <a:pt x="8317" y="1778"/>
                </a:lnTo>
                <a:lnTo>
                  <a:pt x="8316" y="1778"/>
                </a:lnTo>
                <a:lnTo>
                  <a:pt x="8316" y="1777"/>
                </a:lnTo>
                <a:lnTo>
                  <a:pt x="8315" y="1777"/>
                </a:lnTo>
                <a:lnTo>
                  <a:pt x="8314" y="1776"/>
                </a:lnTo>
                <a:lnTo>
                  <a:pt x="8313" y="1776"/>
                </a:lnTo>
                <a:lnTo>
                  <a:pt x="8312" y="1775"/>
                </a:lnTo>
                <a:lnTo>
                  <a:pt x="8311" y="1775"/>
                </a:lnTo>
                <a:lnTo>
                  <a:pt x="8311" y="1774"/>
                </a:lnTo>
                <a:lnTo>
                  <a:pt x="8310" y="1774"/>
                </a:lnTo>
                <a:lnTo>
                  <a:pt x="8309" y="1774"/>
                </a:lnTo>
                <a:lnTo>
                  <a:pt x="8308" y="1773"/>
                </a:lnTo>
                <a:lnTo>
                  <a:pt x="8307" y="1773"/>
                </a:lnTo>
                <a:lnTo>
                  <a:pt x="8306" y="1772"/>
                </a:lnTo>
                <a:lnTo>
                  <a:pt x="8305" y="1772"/>
                </a:lnTo>
                <a:lnTo>
                  <a:pt x="8305" y="1771"/>
                </a:lnTo>
                <a:lnTo>
                  <a:pt x="8304" y="1771"/>
                </a:lnTo>
                <a:lnTo>
                  <a:pt x="8303" y="1771"/>
                </a:lnTo>
                <a:lnTo>
                  <a:pt x="8303" y="1770"/>
                </a:lnTo>
                <a:lnTo>
                  <a:pt x="8302" y="1770"/>
                </a:lnTo>
                <a:lnTo>
                  <a:pt x="8301" y="1770"/>
                </a:lnTo>
                <a:lnTo>
                  <a:pt x="8301" y="1769"/>
                </a:lnTo>
                <a:lnTo>
                  <a:pt x="8300" y="1769"/>
                </a:lnTo>
                <a:lnTo>
                  <a:pt x="8299" y="1769"/>
                </a:lnTo>
                <a:lnTo>
                  <a:pt x="8299" y="1768"/>
                </a:lnTo>
                <a:lnTo>
                  <a:pt x="8298" y="1768"/>
                </a:lnTo>
                <a:lnTo>
                  <a:pt x="8297" y="1767"/>
                </a:lnTo>
                <a:lnTo>
                  <a:pt x="8296" y="1767"/>
                </a:lnTo>
                <a:lnTo>
                  <a:pt x="8295" y="1766"/>
                </a:lnTo>
                <a:lnTo>
                  <a:pt x="8294" y="1766"/>
                </a:lnTo>
                <a:lnTo>
                  <a:pt x="8293" y="1765"/>
                </a:lnTo>
                <a:lnTo>
                  <a:pt x="8292" y="1765"/>
                </a:lnTo>
                <a:lnTo>
                  <a:pt x="8291" y="1764"/>
                </a:lnTo>
                <a:lnTo>
                  <a:pt x="8290" y="1764"/>
                </a:lnTo>
                <a:lnTo>
                  <a:pt x="8289" y="1763"/>
                </a:lnTo>
                <a:lnTo>
                  <a:pt x="8288" y="1763"/>
                </a:lnTo>
                <a:lnTo>
                  <a:pt x="8288" y="1762"/>
                </a:lnTo>
                <a:lnTo>
                  <a:pt x="8287" y="1762"/>
                </a:lnTo>
                <a:lnTo>
                  <a:pt x="8286" y="1762"/>
                </a:lnTo>
                <a:lnTo>
                  <a:pt x="8285" y="1761"/>
                </a:lnTo>
                <a:lnTo>
                  <a:pt x="8284" y="1761"/>
                </a:lnTo>
                <a:lnTo>
                  <a:pt x="8284" y="1760"/>
                </a:lnTo>
                <a:lnTo>
                  <a:pt x="8283" y="1760"/>
                </a:lnTo>
                <a:lnTo>
                  <a:pt x="8282" y="1760"/>
                </a:lnTo>
                <a:lnTo>
                  <a:pt x="8282" y="1759"/>
                </a:lnTo>
                <a:lnTo>
                  <a:pt x="8281" y="1759"/>
                </a:lnTo>
                <a:lnTo>
                  <a:pt x="8280" y="1758"/>
                </a:lnTo>
                <a:lnTo>
                  <a:pt x="8279" y="1758"/>
                </a:lnTo>
                <a:lnTo>
                  <a:pt x="8278" y="1758"/>
                </a:lnTo>
                <a:lnTo>
                  <a:pt x="8278" y="1757"/>
                </a:lnTo>
                <a:lnTo>
                  <a:pt x="8277" y="1757"/>
                </a:lnTo>
                <a:lnTo>
                  <a:pt x="8276" y="1757"/>
                </a:lnTo>
                <a:lnTo>
                  <a:pt x="8276" y="1756"/>
                </a:lnTo>
                <a:lnTo>
                  <a:pt x="8275" y="1756"/>
                </a:lnTo>
                <a:lnTo>
                  <a:pt x="8274" y="1755"/>
                </a:lnTo>
                <a:lnTo>
                  <a:pt x="8273" y="1755"/>
                </a:lnTo>
                <a:lnTo>
                  <a:pt x="8272" y="1754"/>
                </a:lnTo>
                <a:lnTo>
                  <a:pt x="8271" y="1754"/>
                </a:lnTo>
                <a:lnTo>
                  <a:pt x="8270" y="1753"/>
                </a:lnTo>
                <a:lnTo>
                  <a:pt x="8269" y="1753"/>
                </a:lnTo>
                <a:lnTo>
                  <a:pt x="8268" y="1752"/>
                </a:lnTo>
                <a:lnTo>
                  <a:pt x="8267" y="1752"/>
                </a:lnTo>
                <a:lnTo>
                  <a:pt x="8266" y="1751"/>
                </a:lnTo>
                <a:lnTo>
                  <a:pt x="8265" y="1751"/>
                </a:lnTo>
                <a:lnTo>
                  <a:pt x="8265" y="1750"/>
                </a:lnTo>
                <a:lnTo>
                  <a:pt x="8264" y="1750"/>
                </a:lnTo>
                <a:lnTo>
                  <a:pt x="8263" y="1750"/>
                </a:lnTo>
                <a:lnTo>
                  <a:pt x="8262" y="1749"/>
                </a:lnTo>
                <a:lnTo>
                  <a:pt x="8261" y="1749"/>
                </a:lnTo>
                <a:lnTo>
                  <a:pt x="8261" y="1748"/>
                </a:lnTo>
                <a:lnTo>
                  <a:pt x="8260" y="1748"/>
                </a:lnTo>
                <a:lnTo>
                  <a:pt x="8259" y="1748"/>
                </a:lnTo>
                <a:lnTo>
                  <a:pt x="8259" y="1747"/>
                </a:lnTo>
                <a:lnTo>
                  <a:pt x="8258" y="1747"/>
                </a:lnTo>
                <a:lnTo>
                  <a:pt x="8257" y="1746"/>
                </a:lnTo>
                <a:lnTo>
                  <a:pt x="8256" y="1746"/>
                </a:lnTo>
                <a:lnTo>
                  <a:pt x="8255" y="1746"/>
                </a:lnTo>
                <a:lnTo>
                  <a:pt x="8255" y="1745"/>
                </a:lnTo>
                <a:lnTo>
                  <a:pt x="8254" y="1745"/>
                </a:lnTo>
                <a:lnTo>
                  <a:pt x="8253" y="1744"/>
                </a:lnTo>
                <a:lnTo>
                  <a:pt x="8252" y="1744"/>
                </a:lnTo>
                <a:lnTo>
                  <a:pt x="8251" y="1743"/>
                </a:lnTo>
                <a:lnTo>
                  <a:pt x="8250" y="1743"/>
                </a:lnTo>
                <a:lnTo>
                  <a:pt x="8249" y="1742"/>
                </a:lnTo>
                <a:lnTo>
                  <a:pt x="8248" y="1742"/>
                </a:lnTo>
                <a:lnTo>
                  <a:pt x="8247" y="1741"/>
                </a:lnTo>
                <a:lnTo>
                  <a:pt x="8246" y="1741"/>
                </a:lnTo>
                <a:lnTo>
                  <a:pt x="8245" y="1740"/>
                </a:lnTo>
                <a:lnTo>
                  <a:pt x="8244" y="1740"/>
                </a:lnTo>
                <a:lnTo>
                  <a:pt x="8244" y="1739"/>
                </a:lnTo>
                <a:lnTo>
                  <a:pt x="8243" y="1739"/>
                </a:lnTo>
                <a:lnTo>
                  <a:pt x="8242" y="1739"/>
                </a:lnTo>
                <a:lnTo>
                  <a:pt x="8242" y="1738"/>
                </a:lnTo>
                <a:lnTo>
                  <a:pt x="8241" y="1738"/>
                </a:lnTo>
                <a:lnTo>
                  <a:pt x="8240" y="1737"/>
                </a:lnTo>
                <a:lnTo>
                  <a:pt x="8239" y="1737"/>
                </a:lnTo>
                <a:lnTo>
                  <a:pt x="8238" y="1737"/>
                </a:lnTo>
                <a:lnTo>
                  <a:pt x="8238" y="1736"/>
                </a:lnTo>
                <a:lnTo>
                  <a:pt x="8237" y="1736"/>
                </a:lnTo>
                <a:lnTo>
                  <a:pt x="8236" y="1736"/>
                </a:lnTo>
                <a:lnTo>
                  <a:pt x="8236" y="1735"/>
                </a:lnTo>
                <a:lnTo>
                  <a:pt x="8235" y="1735"/>
                </a:lnTo>
                <a:lnTo>
                  <a:pt x="8234" y="1734"/>
                </a:lnTo>
                <a:lnTo>
                  <a:pt x="8233" y="1734"/>
                </a:lnTo>
                <a:lnTo>
                  <a:pt x="8232" y="1733"/>
                </a:lnTo>
                <a:lnTo>
                  <a:pt x="8231" y="1733"/>
                </a:lnTo>
                <a:lnTo>
                  <a:pt x="8230" y="1732"/>
                </a:lnTo>
                <a:lnTo>
                  <a:pt x="8229" y="1732"/>
                </a:lnTo>
                <a:lnTo>
                  <a:pt x="8228" y="1731"/>
                </a:lnTo>
                <a:lnTo>
                  <a:pt x="8227" y="1731"/>
                </a:lnTo>
                <a:lnTo>
                  <a:pt x="8227" y="1730"/>
                </a:lnTo>
                <a:lnTo>
                  <a:pt x="8226" y="1730"/>
                </a:lnTo>
                <a:lnTo>
                  <a:pt x="8225" y="1730"/>
                </a:lnTo>
                <a:lnTo>
                  <a:pt x="8225" y="1729"/>
                </a:lnTo>
                <a:lnTo>
                  <a:pt x="8224" y="1729"/>
                </a:lnTo>
                <a:lnTo>
                  <a:pt x="8223" y="1729"/>
                </a:lnTo>
                <a:lnTo>
                  <a:pt x="8222" y="1728"/>
                </a:lnTo>
                <a:lnTo>
                  <a:pt x="8221" y="1728"/>
                </a:lnTo>
                <a:lnTo>
                  <a:pt x="8221" y="1727"/>
                </a:lnTo>
                <a:lnTo>
                  <a:pt x="8220" y="1727"/>
                </a:lnTo>
                <a:lnTo>
                  <a:pt x="8219" y="1727"/>
                </a:lnTo>
                <a:lnTo>
                  <a:pt x="8219" y="1726"/>
                </a:lnTo>
                <a:lnTo>
                  <a:pt x="8218" y="1726"/>
                </a:lnTo>
                <a:lnTo>
                  <a:pt x="8217" y="1725"/>
                </a:lnTo>
                <a:lnTo>
                  <a:pt x="8216" y="1725"/>
                </a:lnTo>
                <a:lnTo>
                  <a:pt x="8215" y="1725"/>
                </a:lnTo>
                <a:lnTo>
                  <a:pt x="8215" y="1724"/>
                </a:lnTo>
                <a:lnTo>
                  <a:pt x="8214" y="1724"/>
                </a:lnTo>
                <a:lnTo>
                  <a:pt x="8213" y="1723"/>
                </a:lnTo>
                <a:lnTo>
                  <a:pt x="8212" y="1723"/>
                </a:lnTo>
                <a:lnTo>
                  <a:pt x="8211" y="1722"/>
                </a:lnTo>
                <a:lnTo>
                  <a:pt x="8210" y="1722"/>
                </a:lnTo>
                <a:lnTo>
                  <a:pt x="8209" y="1721"/>
                </a:lnTo>
                <a:lnTo>
                  <a:pt x="8208" y="1721"/>
                </a:lnTo>
                <a:lnTo>
                  <a:pt x="8207" y="1720"/>
                </a:lnTo>
                <a:lnTo>
                  <a:pt x="8206" y="1720"/>
                </a:lnTo>
                <a:lnTo>
                  <a:pt x="8205" y="1719"/>
                </a:lnTo>
                <a:lnTo>
                  <a:pt x="8204" y="1719"/>
                </a:lnTo>
                <a:lnTo>
                  <a:pt x="8204" y="1718"/>
                </a:lnTo>
                <a:lnTo>
                  <a:pt x="8203" y="1718"/>
                </a:lnTo>
                <a:lnTo>
                  <a:pt x="8202" y="1718"/>
                </a:lnTo>
                <a:lnTo>
                  <a:pt x="8202" y="1717"/>
                </a:lnTo>
                <a:lnTo>
                  <a:pt x="8201" y="1717"/>
                </a:lnTo>
                <a:lnTo>
                  <a:pt x="8200" y="1717"/>
                </a:lnTo>
                <a:lnTo>
                  <a:pt x="8199" y="1716"/>
                </a:lnTo>
                <a:lnTo>
                  <a:pt x="8198" y="1716"/>
                </a:lnTo>
                <a:lnTo>
                  <a:pt x="8198" y="1715"/>
                </a:lnTo>
                <a:lnTo>
                  <a:pt x="8197" y="1715"/>
                </a:lnTo>
                <a:lnTo>
                  <a:pt x="8196" y="1714"/>
                </a:lnTo>
                <a:lnTo>
                  <a:pt x="8195" y="1714"/>
                </a:lnTo>
                <a:lnTo>
                  <a:pt x="8194" y="1713"/>
                </a:lnTo>
                <a:lnTo>
                  <a:pt x="8193" y="1713"/>
                </a:lnTo>
                <a:lnTo>
                  <a:pt x="8192" y="1713"/>
                </a:lnTo>
                <a:lnTo>
                  <a:pt x="8192" y="1712"/>
                </a:lnTo>
                <a:lnTo>
                  <a:pt x="8191" y="1712"/>
                </a:lnTo>
                <a:lnTo>
                  <a:pt x="8190" y="1711"/>
                </a:lnTo>
                <a:lnTo>
                  <a:pt x="8189" y="1711"/>
                </a:lnTo>
                <a:lnTo>
                  <a:pt x="8188" y="1710"/>
                </a:lnTo>
                <a:lnTo>
                  <a:pt x="8187" y="1710"/>
                </a:lnTo>
                <a:lnTo>
                  <a:pt x="8187" y="1709"/>
                </a:lnTo>
                <a:lnTo>
                  <a:pt x="8186" y="1709"/>
                </a:lnTo>
                <a:lnTo>
                  <a:pt x="8185" y="1709"/>
                </a:lnTo>
                <a:lnTo>
                  <a:pt x="8184" y="1708"/>
                </a:lnTo>
                <a:lnTo>
                  <a:pt x="8183" y="1708"/>
                </a:lnTo>
                <a:lnTo>
                  <a:pt x="8182" y="1707"/>
                </a:lnTo>
                <a:lnTo>
                  <a:pt x="8181" y="1707"/>
                </a:lnTo>
                <a:lnTo>
                  <a:pt x="8181" y="1706"/>
                </a:lnTo>
                <a:lnTo>
                  <a:pt x="8180" y="1706"/>
                </a:lnTo>
                <a:lnTo>
                  <a:pt x="8179" y="1706"/>
                </a:lnTo>
                <a:lnTo>
                  <a:pt x="8179" y="1705"/>
                </a:lnTo>
                <a:lnTo>
                  <a:pt x="8178" y="1705"/>
                </a:lnTo>
                <a:lnTo>
                  <a:pt x="8177" y="1705"/>
                </a:lnTo>
                <a:lnTo>
                  <a:pt x="8177" y="1704"/>
                </a:lnTo>
                <a:lnTo>
                  <a:pt x="8176" y="1704"/>
                </a:lnTo>
                <a:lnTo>
                  <a:pt x="8175" y="1704"/>
                </a:lnTo>
                <a:lnTo>
                  <a:pt x="8175" y="1703"/>
                </a:lnTo>
                <a:lnTo>
                  <a:pt x="8174" y="1703"/>
                </a:lnTo>
                <a:lnTo>
                  <a:pt x="8173" y="1702"/>
                </a:lnTo>
                <a:lnTo>
                  <a:pt x="8172" y="1702"/>
                </a:lnTo>
                <a:lnTo>
                  <a:pt x="8171" y="1701"/>
                </a:lnTo>
                <a:lnTo>
                  <a:pt x="8170" y="1701"/>
                </a:lnTo>
                <a:lnTo>
                  <a:pt x="8169" y="1700"/>
                </a:lnTo>
                <a:lnTo>
                  <a:pt x="8168" y="1700"/>
                </a:lnTo>
                <a:lnTo>
                  <a:pt x="8167" y="1699"/>
                </a:lnTo>
                <a:lnTo>
                  <a:pt x="8166" y="1699"/>
                </a:lnTo>
                <a:lnTo>
                  <a:pt x="8165" y="1698"/>
                </a:lnTo>
                <a:lnTo>
                  <a:pt x="8164" y="1698"/>
                </a:lnTo>
                <a:lnTo>
                  <a:pt x="8164" y="1697"/>
                </a:lnTo>
                <a:lnTo>
                  <a:pt x="8163" y="1697"/>
                </a:lnTo>
                <a:lnTo>
                  <a:pt x="8162" y="1697"/>
                </a:lnTo>
                <a:lnTo>
                  <a:pt x="8161" y="1696"/>
                </a:lnTo>
                <a:lnTo>
                  <a:pt x="8160" y="1696"/>
                </a:lnTo>
                <a:lnTo>
                  <a:pt x="8160" y="1695"/>
                </a:lnTo>
                <a:lnTo>
                  <a:pt x="8159" y="1695"/>
                </a:lnTo>
                <a:lnTo>
                  <a:pt x="8158" y="1695"/>
                </a:lnTo>
                <a:lnTo>
                  <a:pt x="8158" y="1694"/>
                </a:lnTo>
                <a:lnTo>
                  <a:pt x="8157" y="1694"/>
                </a:lnTo>
                <a:lnTo>
                  <a:pt x="8156" y="1693"/>
                </a:lnTo>
                <a:lnTo>
                  <a:pt x="8155" y="1693"/>
                </a:lnTo>
                <a:lnTo>
                  <a:pt x="8154" y="1693"/>
                </a:lnTo>
                <a:lnTo>
                  <a:pt x="8154" y="1692"/>
                </a:lnTo>
                <a:lnTo>
                  <a:pt x="8153" y="1692"/>
                </a:lnTo>
                <a:lnTo>
                  <a:pt x="8152" y="1692"/>
                </a:lnTo>
                <a:lnTo>
                  <a:pt x="8152" y="1691"/>
                </a:lnTo>
                <a:lnTo>
                  <a:pt x="8151" y="1691"/>
                </a:lnTo>
                <a:lnTo>
                  <a:pt x="8150" y="1690"/>
                </a:lnTo>
                <a:lnTo>
                  <a:pt x="8149" y="1690"/>
                </a:lnTo>
                <a:lnTo>
                  <a:pt x="8148" y="1689"/>
                </a:lnTo>
                <a:lnTo>
                  <a:pt x="8147" y="1689"/>
                </a:lnTo>
                <a:lnTo>
                  <a:pt x="8146" y="1688"/>
                </a:lnTo>
                <a:lnTo>
                  <a:pt x="8145" y="1688"/>
                </a:lnTo>
                <a:lnTo>
                  <a:pt x="8144" y="1687"/>
                </a:lnTo>
                <a:lnTo>
                  <a:pt x="8143" y="1687"/>
                </a:lnTo>
                <a:lnTo>
                  <a:pt x="8142" y="1686"/>
                </a:lnTo>
                <a:lnTo>
                  <a:pt x="8141" y="1686"/>
                </a:lnTo>
                <a:lnTo>
                  <a:pt x="8141" y="1685"/>
                </a:lnTo>
                <a:lnTo>
                  <a:pt x="8140" y="1685"/>
                </a:lnTo>
                <a:lnTo>
                  <a:pt x="8139" y="1685"/>
                </a:lnTo>
                <a:lnTo>
                  <a:pt x="8138" y="1684"/>
                </a:lnTo>
                <a:lnTo>
                  <a:pt x="8137" y="1684"/>
                </a:lnTo>
                <a:lnTo>
                  <a:pt x="8137" y="1683"/>
                </a:lnTo>
                <a:lnTo>
                  <a:pt x="8136" y="1683"/>
                </a:lnTo>
                <a:lnTo>
                  <a:pt x="8135" y="1683"/>
                </a:lnTo>
                <a:lnTo>
                  <a:pt x="8135" y="1682"/>
                </a:lnTo>
                <a:lnTo>
                  <a:pt x="8134" y="1682"/>
                </a:lnTo>
                <a:lnTo>
                  <a:pt x="8133" y="1681"/>
                </a:lnTo>
                <a:lnTo>
                  <a:pt x="8132" y="1681"/>
                </a:lnTo>
                <a:lnTo>
                  <a:pt x="8131" y="1681"/>
                </a:lnTo>
                <a:lnTo>
                  <a:pt x="8131" y="1680"/>
                </a:lnTo>
                <a:lnTo>
                  <a:pt x="8130" y="1680"/>
                </a:lnTo>
                <a:lnTo>
                  <a:pt x="8129" y="1679"/>
                </a:lnTo>
                <a:lnTo>
                  <a:pt x="8128" y="1679"/>
                </a:lnTo>
                <a:lnTo>
                  <a:pt x="8127" y="1678"/>
                </a:lnTo>
                <a:lnTo>
                  <a:pt x="8126" y="1678"/>
                </a:lnTo>
                <a:lnTo>
                  <a:pt x="8125" y="1677"/>
                </a:lnTo>
                <a:lnTo>
                  <a:pt x="8124" y="1677"/>
                </a:lnTo>
                <a:lnTo>
                  <a:pt x="8123" y="1676"/>
                </a:lnTo>
                <a:lnTo>
                  <a:pt x="8122" y="1676"/>
                </a:lnTo>
                <a:lnTo>
                  <a:pt x="8121" y="1675"/>
                </a:lnTo>
                <a:lnTo>
                  <a:pt x="8120" y="1675"/>
                </a:lnTo>
                <a:lnTo>
                  <a:pt x="8120" y="1674"/>
                </a:lnTo>
                <a:lnTo>
                  <a:pt x="8119" y="1674"/>
                </a:lnTo>
                <a:lnTo>
                  <a:pt x="8118" y="1674"/>
                </a:lnTo>
                <a:lnTo>
                  <a:pt x="8118" y="1673"/>
                </a:lnTo>
                <a:lnTo>
                  <a:pt x="8117" y="1673"/>
                </a:lnTo>
                <a:lnTo>
                  <a:pt x="8116" y="1673"/>
                </a:lnTo>
                <a:lnTo>
                  <a:pt x="8115" y="1672"/>
                </a:lnTo>
                <a:lnTo>
                  <a:pt x="8114" y="1672"/>
                </a:lnTo>
                <a:lnTo>
                  <a:pt x="8114" y="1671"/>
                </a:lnTo>
                <a:lnTo>
                  <a:pt x="8113" y="1671"/>
                </a:lnTo>
                <a:lnTo>
                  <a:pt x="8112" y="1671"/>
                </a:lnTo>
                <a:lnTo>
                  <a:pt x="8112" y="1670"/>
                </a:lnTo>
                <a:lnTo>
                  <a:pt x="8111" y="1670"/>
                </a:lnTo>
                <a:lnTo>
                  <a:pt x="8110" y="1669"/>
                </a:lnTo>
                <a:lnTo>
                  <a:pt x="8109" y="1669"/>
                </a:lnTo>
                <a:lnTo>
                  <a:pt x="8108" y="1669"/>
                </a:lnTo>
                <a:lnTo>
                  <a:pt x="8108" y="1668"/>
                </a:lnTo>
                <a:lnTo>
                  <a:pt x="8107" y="1668"/>
                </a:lnTo>
                <a:lnTo>
                  <a:pt x="8106" y="1667"/>
                </a:lnTo>
                <a:lnTo>
                  <a:pt x="8105" y="1667"/>
                </a:lnTo>
                <a:lnTo>
                  <a:pt x="8104" y="1666"/>
                </a:lnTo>
                <a:lnTo>
                  <a:pt x="8103" y="1666"/>
                </a:lnTo>
                <a:lnTo>
                  <a:pt x="8103" y="1665"/>
                </a:lnTo>
                <a:lnTo>
                  <a:pt x="8102" y="1665"/>
                </a:lnTo>
                <a:lnTo>
                  <a:pt x="8101" y="1665"/>
                </a:lnTo>
                <a:lnTo>
                  <a:pt x="8100" y="1664"/>
                </a:lnTo>
                <a:lnTo>
                  <a:pt x="8099" y="1664"/>
                </a:lnTo>
                <a:lnTo>
                  <a:pt x="8098" y="1663"/>
                </a:lnTo>
                <a:lnTo>
                  <a:pt x="8097" y="1663"/>
                </a:lnTo>
                <a:lnTo>
                  <a:pt x="8097" y="1662"/>
                </a:lnTo>
                <a:lnTo>
                  <a:pt x="8096" y="1662"/>
                </a:lnTo>
                <a:lnTo>
                  <a:pt x="8095" y="1662"/>
                </a:lnTo>
                <a:lnTo>
                  <a:pt x="8095" y="1661"/>
                </a:lnTo>
                <a:lnTo>
                  <a:pt x="8094" y="1661"/>
                </a:lnTo>
                <a:lnTo>
                  <a:pt x="8093" y="1661"/>
                </a:lnTo>
                <a:lnTo>
                  <a:pt x="8093" y="1660"/>
                </a:lnTo>
                <a:lnTo>
                  <a:pt x="8092" y="1660"/>
                </a:lnTo>
                <a:lnTo>
                  <a:pt x="8091" y="1660"/>
                </a:lnTo>
                <a:lnTo>
                  <a:pt x="8091" y="1659"/>
                </a:lnTo>
                <a:lnTo>
                  <a:pt x="8090" y="1659"/>
                </a:lnTo>
                <a:lnTo>
                  <a:pt x="8089" y="1658"/>
                </a:lnTo>
                <a:lnTo>
                  <a:pt x="8088" y="1658"/>
                </a:lnTo>
                <a:lnTo>
                  <a:pt x="8087" y="1657"/>
                </a:lnTo>
                <a:lnTo>
                  <a:pt x="8086" y="1657"/>
                </a:lnTo>
                <a:lnTo>
                  <a:pt x="8085" y="1657"/>
                </a:lnTo>
                <a:lnTo>
                  <a:pt x="8085" y="1656"/>
                </a:lnTo>
                <a:lnTo>
                  <a:pt x="8084" y="1656"/>
                </a:lnTo>
                <a:lnTo>
                  <a:pt x="8083" y="1655"/>
                </a:lnTo>
                <a:lnTo>
                  <a:pt x="8082" y="1655"/>
                </a:lnTo>
                <a:lnTo>
                  <a:pt x="8081" y="1654"/>
                </a:lnTo>
                <a:lnTo>
                  <a:pt x="8080" y="1654"/>
                </a:lnTo>
                <a:lnTo>
                  <a:pt x="8080" y="1653"/>
                </a:lnTo>
                <a:lnTo>
                  <a:pt x="8079" y="1653"/>
                </a:lnTo>
                <a:lnTo>
                  <a:pt x="8078" y="1653"/>
                </a:lnTo>
                <a:lnTo>
                  <a:pt x="8077" y="1652"/>
                </a:lnTo>
                <a:lnTo>
                  <a:pt x="8076" y="1652"/>
                </a:lnTo>
                <a:lnTo>
                  <a:pt x="8075" y="1651"/>
                </a:lnTo>
                <a:lnTo>
                  <a:pt x="8074" y="1651"/>
                </a:lnTo>
                <a:lnTo>
                  <a:pt x="8074" y="1650"/>
                </a:lnTo>
                <a:lnTo>
                  <a:pt x="8073" y="1650"/>
                </a:lnTo>
                <a:lnTo>
                  <a:pt x="8072" y="1649"/>
                </a:lnTo>
                <a:lnTo>
                  <a:pt x="8071" y="1649"/>
                </a:lnTo>
                <a:lnTo>
                  <a:pt x="8070" y="1649"/>
                </a:lnTo>
                <a:lnTo>
                  <a:pt x="8070" y="1648"/>
                </a:lnTo>
                <a:lnTo>
                  <a:pt x="8069" y="1648"/>
                </a:lnTo>
                <a:lnTo>
                  <a:pt x="8068" y="1648"/>
                </a:lnTo>
                <a:lnTo>
                  <a:pt x="8068" y="1647"/>
                </a:lnTo>
                <a:lnTo>
                  <a:pt x="8067" y="1647"/>
                </a:lnTo>
                <a:lnTo>
                  <a:pt x="8066" y="1646"/>
                </a:lnTo>
                <a:lnTo>
                  <a:pt x="8065" y="1646"/>
                </a:lnTo>
                <a:lnTo>
                  <a:pt x="8064" y="1645"/>
                </a:lnTo>
                <a:lnTo>
                  <a:pt x="8063" y="1645"/>
                </a:lnTo>
                <a:lnTo>
                  <a:pt x="8062" y="1644"/>
                </a:lnTo>
                <a:lnTo>
                  <a:pt x="8061" y="1644"/>
                </a:lnTo>
                <a:lnTo>
                  <a:pt x="8060" y="1643"/>
                </a:lnTo>
                <a:lnTo>
                  <a:pt x="8059" y="1643"/>
                </a:lnTo>
                <a:lnTo>
                  <a:pt x="8058" y="1642"/>
                </a:lnTo>
                <a:lnTo>
                  <a:pt x="8057" y="1642"/>
                </a:lnTo>
                <a:lnTo>
                  <a:pt x="8057" y="1641"/>
                </a:lnTo>
                <a:lnTo>
                  <a:pt x="8056" y="1641"/>
                </a:lnTo>
                <a:lnTo>
                  <a:pt x="8055" y="1641"/>
                </a:lnTo>
                <a:lnTo>
                  <a:pt x="8054" y="1640"/>
                </a:lnTo>
                <a:lnTo>
                  <a:pt x="8054" y="1657"/>
                </a:lnTo>
                <a:lnTo>
                  <a:pt x="8053" y="1657"/>
                </a:lnTo>
                <a:lnTo>
                  <a:pt x="8053" y="1656"/>
                </a:lnTo>
                <a:lnTo>
                  <a:pt x="8052" y="1656"/>
                </a:lnTo>
                <a:lnTo>
                  <a:pt x="8051" y="1656"/>
                </a:lnTo>
                <a:lnTo>
                  <a:pt x="8051" y="1655"/>
                </a:lnTo>
                <a:lnTo>
                  <a:pt x="8050" y="1655"/>
                </a:lnTo>
                <a:lnTo>
                  <a:pt x="8049" y="1654"/>
                </a:lnTo>
                <a:lnTo>
                  <a:pt x="8048" y="1654"/>
                </a:lnTo>
                <a:lnTo>
                  <a:pt x="8047" y="1653"/>
                </a:lnTo>
                <a:lnTo>
                  <a:pt x="8046" y="1653"/>
                </a:lnTo>
                <a:lnTo>
                  <a:pt x="8046" y="1652"/>
                </a:lnTo>
                <a:lnTo>
                  <a:pt x="8045" y="1652"/>
                </a:lnTo>
                <a:lnTo>
                  <a:pt x="8044" y="1652"/>
                </a:lnTo>
                <a:lnTo>
                  <a:pt x="8043" y="1651"/>
                </a:lnTo>
                <a:lnTo>
                  <a:pt x="8042" y="1651"/>
                </a:lnTo>
                <a:lnTo>
                  <a:pt x="8041" y="1650"/>
                </a:lnTo>
                <a:lnTo>
                  <a:pt x="8040" y="1650"/>
                </a:lnTo>
                <a:lnTo>
                  <a:pt x="8040" y="1649"/>
                </a:lnTo>
                <a:lnTo>
                  <a:pt x="8039" y="1649"/>
                </a:lnTo>
                <a:lnTo>
                  <a:pt x="8038" y="1649"/>
                </a:lnTo>
                <a:lnTo>
                  <a:pt x="8038" y="1648"/>
                </a:lnTo>
                <a:lnTo>
                  <a:pt x="8037" y="1648"/>
                </a:lnTo>
                <a:lnTo>
                  <a:pt x="8036" y="1648"/>
                </a:lnTo>
                <a:lnTo>
                  <a:pt x="8036" y="1647"/>
                </a:lnTo>
                <a:lnTo>
                  <a:pt x="8035" y="1647"/>
                </a:lnTo>
                <a:lnTo>
                  <a:pt x="8034" y="1647"/>
                </a:lnTo>
                <a:lnTo>
                  <a:pt x="8034" y="1646"/>
                </a:lnTo>
                <a:lnTo>
                  <a:pt x="8033" y="1646"/>
                </a:lnTo>
                <a:lnTo>
                  <a:pt x="8032" y="1645"/>
                </a:lnTo>
                <a:lnTo>
                  <a:pt x="8031" y="1645"/>
                </a:lnTo>
                <a:lnTo>
                  <a:pt x="8030" y="1644"/>
                </a:lnTo>
                <a:lnTo>
                  <a:pt x="8029" y="1644"/>
                </a:lnTo>
                <a:lnTo>
                  <a:pt x="8028" y="1644"/>
                </a:lnTo>
                <a:lnTo>
                  <a:pt x="8028" y="1643"/>
                </a:lnTo>
                <a:lnTo>
                  <a:pt x="8027" y="1643"/>
                </a:lnTo>
                <a:lnTo>
                  <a:pt x="8026" y="1642"/>
                </a:lnTo>
                <a:lnTo>
                  <a:pt x="8025" y="1642"/>
                </a:lnTo>
                <a:lnTo>
                  <a:pt x="8024" y="1641"/>
                </a:lnTo>
                <a:lnTo>
                  <a:pt x="8023" y="1641"/>
                </a:lnTo>
                <a:lnTo>
                  <a:pt x="8023" y="1640"/>
                </a:lnTo>
                <a:lnTo>
                  <a:pt x="8022" y="1640"/>
                </a:lnTo>
                <a:lnTo>
                  <a:pt x="8021" y="1640"/>
                </a:lnTo>
                <a:lnTo>
                  <a:pt x="8020" y="1639"/>
                </a:lnTo>
                <a:lnTo>
                  <a:pt x="8019" y="1639"/>
                </a:lnTo>
                <a:lnTo>
                  <a:pt x="8018" y="1638"/>
                </a:lnTo>
                <a:lnTo>
                  <a:pt x="8017" y="1638"/>
                </a:lnTo>
                <a:lnTo>
                  <a:pt x="8017" y="1637"/>
                </a:lnTo>
                <a:lnTo>
                  <a:pt x="8016" y="1637"/>
                </a:lnTo>
                <a:lnTo>
                  <a:pt x="8015" y="1636"/>
                </a:lnTo>
                <a:lnTo>
                  <a:pt x="8014" y="1636"/>
                </a:lnTo>
                <a:lnTo>
                  <a:pt x="8013" y="1636"/>
                </a:lnTo>
                <a:lnTo>
                  <a:pt x="8013" y="1635"/>
                </a:lnTo>
                <a:lnTo>
                  <a:pt x="8012" y="1635"/>
                </a:lnTo>
                <a:lnTo>
                  <a:pt x="8011" y="1635"/>
                </a:lnTo>
                <a:lnTo>
                  <a:pt x="8011" y="1634"/>
                </a:lnTo>
                <a:lnTo>
                  <a:pt x="8010" y="1634"/>
                </a:lnTo>
                <a:lnTo>
                  <a:pt x="8009" y="1633"/>
                </a:lnTo>
                <a:lnTo>
                  <a:pt x="8008" y="1633"/>
                </a:lnTo>
                <a:lnTo>
                  <a:pt x="8007" y="1632"/>
                </a:lnTo>
                <a:lnTo>
                  <a:pt x="8006" y="1632"/>
                </a:lnTo>
                <a:lnTo>
                  <a:pt x="8005" y="1631"/>
                </a:lnTo>
                <a:lnTo>
                  <a:pt x="8004" y="1631"/>
                </a:lnTo>
                <a:lnTo>
                  <a:pt x="8003" y="1630"/>
                </a:lnTo>
                <a:lnTo>
                  <a:pt x="8002" y="1630"/>
                </a:lnTo>
                <a:lnTo>
                  <a:pt x="8001" y="1629"/>
                </a:lnTo>
                <a:lnTo>
                  <a:pt x="8000" y="1629"/>
                </a:lnTo>
                <a:lnTo>
                  <a:pt x="8000" y="1628"/>
                </a:lnTo>
                <a:lnTo>
                  <a:pt x="7999" y="1628"/>
                </a:lnTo>
                <a:lnTo>
                  <a:pt x="7998" y="1628"/>
                </a:lnTo>
                <a:lnTo>
                  <a:pt x="7997" y="1627"/>
                </a:lnTo>
                <a:lnTo>
                  <a:pt x="7996" y="1627"/>
                </a:lnTo>
                <a:lnTo>
                  <a:pt x="7996" y="1626"/>
                </a:lnTo>
                <a:lnTo>
                  <a:pt x="7995" y="1626"/>
                </a:lnTo>
                <a:lnTo>
                  <a:pt x="7994" y="1626"/>
                </a:lnTo>
                <a:lnTo>
                  <a:pt x="7994" y="1625"/>
                </a:lnTo>
                <a:lnTo>
                  <a:pt x="7993" y="1625"/>
                </a:lnTo>
                <a:lnTo>
                  <a:pt x="7992" y="1624"/>
                </a:lnTo>
                <a:lnTo>
                  <a:pt x="7991" y="1624"/>
                </a:lnTo>
                <a:lnTo>
                  <a:pt x="7990" y="1624"/>
                </a:lnTo>
                <a:lnTo>
                  <a:pt x="7990" y="1623"/>
                </a:lnTo>
                <a:lnTo>
                  <a:pt x="7989" y="1623"/>
                </a:lnTo>
                <a:lnTo>
                  <a:pt x="7988" y="1623"/>
                </a:lnTo>
                <a:lnTo>
                  <a:pt x="7988" y="1622"/>
                </a:lnTo>
                <a:lnTo>
                  <a:pt x="7987" y="1622"/>
                </a:lnTo>
                <a:lnTo>
                  <a:pt x="7986" y="1621"/>
                </a:lnTo>
                <a:lnTo>
                  <a:pt x="7985" y="1621"/>
                </a:lnTo>
                <a:lnTo>
                  <a:pt x="7984" y="1620"/>
                </a:lnTo>
                <a:lnTo>
                  <a:pt x="7983" y="1620"/>
                </a:lnTo>
                <a:lnTo>
                  <a:pt x="7982" y="1619"/>
                </a:lnTo>
                <a:lnTo>
                  <a:pt x="7981" y="1619"/>
                </a:lnTo>
                <a:lnTo>
                  <a:pt x="7980" y="1618"/>
                </a:lnTo>
                <a:lnTo>
                  <a:pt x="7979" y="1618"/>
                </a:lnTo>
                <a:lnTo>
                  <a:pt x="7979" y="1617"/>
                </a:lnTo>
                <a:lnTo>
                  <a:pt x="7978" y="1617"/>
                </a:lnTo>
                <a:lnTo>
                  <a:pt x="7977" y="1617"/>
                </a:lnTo>
                <a:lnTo>
                  <a:pt x="7977" y="1616"/>
                </a:lnTo>
                <a:lnTo>
                  <a:pt x="7976" y="1616"/>
                </a:lnTo>
                <a:lnTo>
                  <a:pt x="7975" y="1616"/>
                </a:lnTo>
                <a:lnTo>
                  <a:pt x="7974" y="1615"/>
                </a:lnTo>
                <a:lnTo>
                  <a:pt x="7973" y="1615"/>
                </a:lnTo>
                <a:lnTo>
                  <a:pt x="7973" y="1614"/>
                </a:lnTo>
                <a:lnTo>
                  <a:pt x="7972" y="1614"/>
                </a:lnTo>
                <a:lnTo>
                  <a:pt x="7971" y="1614"/>
                </a:lnTo>
                <a:lnTo>
                  <a:pt x="7971" y="1613"/>
                </a:lnTo>
                <a:lnTo>
                  <a:pt x="7970" y="1613"/>
                </a:lnTo>
                <a:lnTo>
                  <a:pt x="7969" y="1612"/>
                </a:lnTo>
                <a:lnTo>
                  <a:pt x="7968" y="1612"/>
                </a:lnTo>
                <a:lnTo>
                  <a:pt x="7967" y="1612"/>
                </a:lnTo>
                <a:lnTo>
                  <a:pt x="7967" y="1611"/>
                </a:lnTo>
                <a:lnTo>
                  <a:pt x="7966" y="1611"/>
                </a:lnTo>
                <a:lnTo>
                  <a:pt x="7965" y="1610"/>
                </a:lnTo>
                <a:lnTo>
                  <a:pt x="7964" y="1610"/>
                </a:lnTo>
                <a:lnTo>
                  <a:pt x="7963" y="1609"/>
                </a:lnTo>
                <a:lnTo>
                  <a:pt x="7962" y="1609"/>
                </a:lnTo>
                <a:lnTo>
                  <a:pt x="7961" y="1608"/>
                </a:lnTo>
                <a:lnTo>
                  <a:pt x="7960" y="1608"/>
                </a:lnTo>
                <a:lnTo>
                  <a:pt x="7959" y="1607"/>
                </a:lnTo>
                <a:lnTo>
                  <a:pt x="7958" y="1607"/>
                </a:lnTo>
                <a:lnTo>
                  <a:pt x="7957" y="1606"/>
                </a:lnTo>
                <a:lnTo>
                  <a:pt x="7956" y="1606"/>
                </a:lnTo>
                <a:lnTo>
                  <a:pt x="7956" y="1605"/>
                </a:lnTo>
                <a:lnTo>
                  <a:pt x="7955" y="1605"/>
                </a:lnTo>
                <a:lnTo>
                  <a:pt x="7954" y="1605"/>
                </a:lnTo>
                <a:lnTo>
                  <a:pt x="7954" y="1604"/>
                </a:lnTo>
                <a:lnTo>
                  <a:pt x="7953" y="1604"/>
                </a:lnTo>
                <a:lnTo>
                  <a:pt x="7952" y="1604"/>
                </a:lnTo>
                <a:lnTo>
                  <a:pt x="7951" y="1603"/>
                </a:lnTo>
                <a:lnTo>
                  <a:pt x="7950" y="1603"/>
                </a:lnTo>
                <a:lnTo>
                  <a:pt x="7950" y="1602"/>
                </a:lnTo>
                <a:lnTo>
                  <a:pt x="7949" y="1602"/>
                </a:lnTo>
                <a:lnTo>
                  <a:pt x="7948" y="1601"/>
                </a:lnTo>
                <a:lnTo>
                  <a:pt x="7947" y="1601"/>
                </a:lnTo>
                <a:lnTo>
                  <a:pt x="7946" y="1600"/>
                </a:lnTo>
                <a:lnTo>
                  <a:pt x="7945" y="1600"/>
                </a:lnTo>
                <a:lnTo>
                  <a:pt x="7944" y="1600"/>
                </a:lnTo>
                <a:lnTo>
                  <a:pt x="7944" y="1599"/>
                </a:lnTo>
                <a:lnTo>
                  <a:pt x="7943" y="1599"/>
                </a:lnTo>
                <a:lnTo>
                  <a:pt x="7942" y="1598"/>
                </a:lnTo>
                <a:lnTo>
                  <a:pt x="7941" y="1598"/>
                </a:lnTo>
                <a:lnTo>
                  <a:pt x="7940" y="1597"/>
                </a:lnTo>
                <a:lnTo>
                  <a:pt x="7939" y="1597"/>
                </a:lnTo>
                <a:lnTo>
                  <a:pt x="7939" y="1596"/>
                </a:lnTo>
                <a:lnTo>
                  <a:pt x="7938" y="1596"/>
                </a:lnTo>
                <a:lnTo>
                  <a:pt x="7937" y="1596"/>
                </a:lnTo>
                <a:lnTo>
                  <a:pt x="7936" y="1595"/>
                </a:lnTo>
                <a:lnTo>
                  <a:pt x="7935" y="1595"/>
                </a:lnTo>
                <a:lnTo>
                  <a:pt x="7934" y="1594"/>
                </a:lnTo>
                <a:lnTo>
                  <a:pt x="7933" y="1594"/>
                </a:lnTo>
                <a:lnTo>
                  <a:pt x="7933" y="1593"/>
                </a:lnTo>
                <a:lnTo>
                  <a:pt x="7932" y="1593"/>
                </a:lnTo>
                <a:lnTo>
                  <a:pt x="7931" y="1593"/>
                </a:lnTo>
                <a:lnTo>
                  <a:pt x="7931" y="1592"/>
                </a:lnTo>
                <a:lnTo>
                  <a:pt x="7930" y="1592"/>
                </a:lnTo>
                <a:lnTo>
                  <a:pt x="7929" y="1592"/>
                </a:lnTo>
                <a:lnTo>
                  <a:pt x="7929" y="1591"/>
                </a:lnTo>
                <a:lnTo>
                  <a:pt x="7928" y="1591"/>
                </a:lnTo>
                <a:lnTo>
                  <a:pt x="7927" y="1591"/>
                </a:lnTo>
                <a:lnTo>
                  <a:pt x="7927" y="1590"/>
                </a:lnTo>
                <a:lnTo>
                  <a:pt x="7926" y="1590"/>
                </a:lnTo>
                <a:lnTo>
                  <a:pt x="7925" y="1589"/>
                </a:lnTo>
                <a:lnTo>
                  <a:pt x="7924" y="1589"/>
                </a:lnTo>
                <a:lnTo>
                  <a:pt x="7923" y="1588"/>
                </a:lnTo>
                <a:lnTo>
                  <a:pt x="7922" y="1588"/>
                </a:lnTo>
                <a:lnTo>
                  <a:pt x="7921" y="1588"/>
                </a:lnTo>
                <a:lnTo>
                  <a:pt x="7921" y="1587"/>
                </a:lnTo>
                <a:lnTo>
                  <a:pt x="7920" y="1587"/>
                </a:lnTo>
                <a:lnTo>
                  <a:pt x="7919" y="1586"/>
                </a:lnTo>
                <a:lnTo>
                  <a:pt x="7918" y="1586"/>
                </a:lnTo>
                <a:lnTo>
                  <a:pt x="7917" y="1585"/>
                </a:lnTo>
                <a:lnTo>
                  <a:pt x="7916" y="1585"/>
                </a:lnTo>
                <a:lnTo>
                  <a:pt x="7916" y="1584"/>
                </a:lnTo>
                <a:lnTo>
                  <a:pt x="7915" y="1584"/>
                </a:lnTo>
                <a:lnTo>
                  <a:pt x="7914" y="1584"/>
                </a:lnTo>
                <a:lnTo>
                  <a:pt x="7913" y="1583"/>
                </a:lnTo>
                <a:lnTo>
                  <a:pt x="7912" y="1583"/>
                </a:lnTo>
                <a:lnTo>
                  <a:pt x="7912" y="1582"/>
                </a:lnTo>
                <a:lnTo>
                  <a:pt x="7911" y="1582"/>
                </a:lnTo>
                <a:lnTo>
                  <a:pt x="7910" y="1582"/>
                </a:lnTo>
                <a:lnTo>
                  <a:pt x="7910" y="1581"/>
                </a:lnTo>
                <a:lnTo>
                  <a:pt x="7909" y="1581"/>
                </a:lnTo>
                <a:lnTo>
                  <a:pt x="7908" y="1580"/>
                </a:lnTo>
                <a:lnTo>
                  <a:pt x="7907" y="1580"/>
                </a:lnTo>
                <a:lnTo>
                  <a:pt x="7906" y="1580"/>
                </a:lnTo>
                <a:lnTo>
                  <a:pt x="7906" y="1579"/>
                </a:lnTo>
                <a:lnTo>
                  <a:pt x="7905" y="1579"/>
                </a:lnTo>
                <a:lnTo>
                  <a:pt x="7904" y="1579"/>
                </a:lnTo>
                <a:lnTo>
                  <a:pt x="7904" y="1578"/>
                </a:lnTo>
                <a:lnTo>
                  <a:pt x="7903" y="1578"/>
                </a:lnTo>
                <a:lnTo>
                  <a:pt x="7902" y="1577"/>
                </a:lnTo>
                <a:lnTo>
                  <a:pt x="7901" y="1577"/>
                </a:lnTo>
                <a:lnTo>
                  <a:pt x="7900" y="1576"/>
                </a:lnTo>
                <a:lnTo>
                  <a:pt x="7899" y="1576"/>
                </a:lnTo>
                <a:lnTo>
                  <a:pt x="7898" y="1575"/>
                </a:lnTo>
                <a:lnTo>
                  <a:pt x="7897" y="1575"/>
                </a:lnTo>
                <a:lnTo>
                  <a:pt x="7896" y="1574"/>
                </a:lnTo>
                <a:lnTo>
                  <a:pt x="7895" y="1574"/>
                </a:lnTo>
                <a:lnTo>
                  <a:pt x="7894" y="1573"/>
                </a:lnTo>
                <a:lnTo>
                  <a:pt x="7893" y="1573"/>
                </a:lnTo>
                <a:lnTo>
                  <a:pt x="7893" y="1572"/>
                </a:lnTo>
                <a:lnTo>
                  <a:pt x="7892" y="1572"/>
                </a:lnTo>
                <a:lnTo>
                  <a:pt x="7891" y="1572"/>
                </a:lnTo>
                <a:lnTo>
                  <a:pt x="7890" y="1571"/>
                </a:lnTo>
                <a:lnTo>
                  <a:pt x="7889" y="1571"/>
                </a:lnTo>
                <a:lnTo>
                  <a:pt x="7889" y="1570"/>
                </a:lnTo>
                <a:lnTo>
                  <a:pt x="7888" y="1585"/>
                </a:lnTo>
                <a:lnTo>
                  <a:pt x="7887" y="1585"/>
                </a:lnTo>
                <a:lnTo>
                  <a:pt x="7886" y="1584"/>
                </a:lnTo>
                <a:lnTo>
                  <a:pt x="7885" y="1584"/>
                </a:lnTo>
                <a:lnTo>
                  <a:pt x="7884" y="1583"/>
                </a:lnTo>
                <a:lnTo>
                  <a:pt x="7883" y="1583"/>
                </a:lnTo>
                <a:lnTo>
                  <a:pt x="7883" y="1582"/>
                </a:lnTo>
                <a:lnTo>
                  <a:pt x="7882" y="1582"/>
                </a:lnTo>
                <a:lnTo>
                  <a:pt x="7881" y="1582"/>
                </a:lnTo>
                <a:lnTo>
                  <a:pt x="7880" y="1581"/>
                </a:lnTo>
                <a:lnTo>
                  <a:pt x="7879" y="1581"/>
                </a:lnTo>
                <a:lnTo>
                  <a:pt x="7879" y="1580"/>
                </a:lnTo>
                <a:lnTo>
                  <a:pt x="7878" y="1580"/>
                </a:lnTo>
                <a:lnTo>
                  <a:pt x="7877" y="1580"/>
                </a:lnTo>
                <a:lnTo>
                  <a:pt x="7877" y="1579"/>
                </a:lnTo>
                <a:lnTo>
                  <a:pt x="7876" y="1579"/>
                </a:lnTo>
                <a:lnTo>
                  <a:pt x="7875" y="1578"/>
                </a:lnTo>
                <a:lnTo>
                  <a:pt x="7874" y="1578"/>
                </a:lnTo>
                <a:lnTo>
                  <a:pt x="7873" y="1578"/>
                </a:lnTo>
                <a:lnTo>
                  <a:pt x="7873" y="1577"/>
                </a:lnTo>
                <a:lnTo>
                  <a:pt x="7872" y="1577"/>
                </a:lnTo>
                <a:lnTo>
                  <a:pt x="7871" y="1576"/>
                </a:lnTo>
                <a:lnTo>
                  <a:pt x="7870" y="1576"/>
                </a:lnTo>
                <a:lnTo>
                  <a:pt x="7869" y="1575"/>
                </a:lnTo>
                <a:lnTo>
                  <a:pt x="7868" y="1575"/>
                </a:lnTo>
                <a:lnTo>
                  <a:pt x="7867" y="1574"/>
                </a:lnTo>
                <a:lnTo>
                  <a:pt x="7866" y="1574"/>
                </a:lnTo>
                <a:lnTo>
                  <a:pt x="7865" y="1573"/>
                </a:lnTo>
                <a:lnTo>
                  <a:pt x="7864" y="1573"/>
                </a:lnTo>
                <a:lnTo>
                  <a:pt x="7863" y="1572"/>
                </a:lnTo>
                <a:lnTo>
                  <a:pt x="7862" y="1572"/>
                </a:lnTo>
                <a:lnTo>
                  <a:pt x="7862" y="1571"/>
                </a:lnTo>
                <a:lnTo>
                  <a:pt x="7861" y="1571"/>
                </a:lnTo>
                <a:lnTo>
                  <a:pt x="7860" y="1571"/>
                </a:lnTo>
                <a:lnTo>
                  <a:pt x="7860" y="1570"/>
                </a:lnTo>
                <a:lnTo>
                  <a:pt x="7859" y="1570"/>
                </a:lnTo>
                <a:lnTo>
                  <a:pt x="7858" y="1570"/>
                </a:lnTo>
                <a:lnTo>
                  <a:pt x="7857" y="1569"/>
                </a:lnTo>
                <a:lnTo>
                  <a:pt x="7856" y="1569"/>
                </a:lnTo>
                <a:lnTo>
                  <a:pt x="7856" y="1568"/>
                </a:lnTo>
                <a:lnTo>
                  <a:pt x="7855" y="1568"/>
                </a:lnTo>
                <a:lnTo>
                  <a:pt x="7854" y="1567"/>
                </a:lnTo>
                <a:lnTo>
                  <a:pt x="7853" y="1567"/>
                </a:lnTo>
                <a:lnTo>
                  <a:pt x="7852" y="1566"/>
                </a:lnTo>
                <a:lnTo>
                  <a:pt x="7851" y="1566"/>
                </a:lnTo>
                <a:lnTo>
                  <a:pt x="7850" y="1565"/>
                </a:lnTo>
                <a:lnTo>
                  <a:pt x="7849" y="1565"/>
                </a:lnTo>
                <a:lnTo>
                  <a:pt x="7848" y="1564"/>
                </a:lnTo>
                <a:lnTo>
                  <a:pt x="7847" y="1564"/>
                </a:lnTo>
                <a:lnTo>
                  <a:pt x="7846" y="1563"/>
                </a:lnTo>
                <a:lnTo>
                  <a:pt x="7845" y="1563"/>
                </a:lnTo>
                <a:lnTo>
                  <a:pt x="7845" y="1562"/>
                </a:lnTo>
                <a:lnTo>
                  <a:pt x="7844" y="1562"/>
                </a:lnTo>
                <a:lnTo>
                  <a:pt x="7843" y="1562"/>
                </a:lnTo>
                <a:lnTo>
                  <a:pt x="7843" y="1561"/>
                </a:lnTo>
                <a:lnTo>
                  <a:pt x="7842" y="1561"/>
                </a:lnTo>
                <a:lnTo>
                  <a:pt x="7841" y="1561"/>
                </a:lnTo>
                <a:lnTo>
                  <a:pt x="7840" y="1560"/>
                </a:lnTo>
                <a:lnTo>
                  <a:pt x="7839" y="1560"/>
                </a:lnTo>
                <a:lnTo>
                  <a:pt x="7839" y="1559"/>
                </a:lnTo>
                <a:lnTo>
                  <a:pt x="7838" y="1559"/>
                </a:lnTo>
                <a:lnTo>
                  <a:pt x="7837" y="1559"/>
                </a:lnTo>
                <a:lnTo>
                  <a:pt x="7837" y="1558"/>
                </a:lnTo>
                <a:lnTo>
                  <a:pt x="7836" y="1558"/>
                </a:lnTo>
                <a:lnTo>
                  <a:pt x="7835" y="1557"/>
                </a:lnTo>
                <a:lnTo>
                  <a:pt x="7834" y="1557"/>
                </a:lnTo>
                <a:lnTo>
                  <a:pt x="7833" y="1557"/>
                </a:lnTo>
                <a:lnTo>
                  <a:pt x="7833" y="1556"/>
                </a:lnTo>
                <a:lnTo>
                  <a:pt x="7832" y="1556"/>
                </a:lnTo>
                <a:lnTo>
                  <a:pt x="7831" y="1555"/>
                </a:lnTo>
                <a:lnTo>
                  <a:pt x="7830" y="1555"/>
                </a:lnTo>
                <a:lnTo>
                  <a:pt x="7829" y="1554"/>
                </a:lnTo>
                <a:lnTo>
                  <a:pt x="7828" y="1554"/>
                </a:lnTo>
                <a:lnTo>
                  <a:pt x="7827" y="1553"/>
                </a:lnTo>
                <a:lnTo>
                  <a:pt x="7826" y="1553"/>
                </a:lnTo>
                <a:lnTo>
                  <a:pt x="7825" y="1552"/>
                </a:lnTo>
                <a:lnTo>
                  <a:pt x="7824" y="1552"/>
                </a:lnTo>
                <a:lnTo>
                  <a:pt x="7823" y="1551"/>
                </a:lnTo>
                <a:lnTo>
                  <a:pt x="7822" y="1551"/>
                </a:lnTo>
                <a:lnTo>
                  <a:pt x="7822" y="1550"/>
                </a:lnTo>
                <a:lnTo>
                  <a:pt x="7821" y="1550"/>
                </a:lnTo>
                <a:lnTo>
                  <a:pt x="7820" y="1550"/>
                </a:lnTo>
                <a:lnTo>
                  <a:pt x="7820" y="1549"/>
                </a:lnTo>
                <a:lnTo>
                  <a:pt x="7819" y="1549"/>
                </a:lnTo>
                <a:lnTo>
                  <a:pt x="7818" y="1549"/>
                </a:lnTo>
                <a:lnTo>
                  <a:pt x="7817" y="1548"/>
                </a:lnTo>
                <a:lnTo>
                  <a:pt x="7816" y="1548"/>
                </a:lnTo>
                <a:lnTo>
                  <a:pt x="7816" y="1547"/>
                </a:lnTo>
                <a:lnTo>
                  <a:pt x="7815" y="1547"/>
                </a:lnTo>
                <a:lnTo>
                  <a:pt x="7814" y="1546"/>
                </a:lnTo>
                <a:lnTo>
                  <a:pt x="7813" y="1546"/>
                </a:lnTo>
                <a:lnTo>
                  <a:pt x="7812" y="1545"/>
                </a:lnTo>
                <a:lnTo>
                  <a:pt x="7811" y="1545"/>
                </a:lnTo>
                <a:lnTo>
                  <a:pt x="7810" y="1545"/>
                </a:lnTo>
                <a:lnTo>
                  <a:pt x="7810" y="1544"/>
                </a:lnTo>
                <a:lnTo>
                  <a:pt x="7809" y="1544"/>
                </a:lnTo>
                <a:lnTo>
                  <a:pt x="7808" y="1543"/>
                </a:lnTo>
                <a:lnTo>
                  <a:pt x="7807" y="1543"/>
                </a:lnTo>
                <a:lnTo>
                  <a:pt x="7806" y="1542"/>
                </a:lnTo>
                <a:lnTo>
                  <a:pt x="7805" y="1542"/>
                </a:lnTo>
                <a:lnTo>
                  <a:pt x="7805" y="1541"/>
                </a:lnTo>
                <a:lnTo>
                  <a:pt x="7804" y="1541"/>
                </a:lnTo>
                <a:lnTo>
                  <a:pt x="7803" y="1541"/>
                </a:lnTo>
                <a:lnTo>
                  <a:pt x="7802" y="1540"/>
                </a:lnTo>
                <a:lnTo>
                  <a:pt x="7801" y="1540"/>
                </a:lnTo>
                <a:lnTo>
                  <a:pt x="7800" y="1539"/>
                </a:lnTo>
                <a:lnTo>
                  <a:pt x="7799" y="1539"/>
                </a:lnTo>
                <a:lnTo>
                  <a:pt x="7799" y="1538"/>
                </a:lnTo>
                <a:lnTo>
                  <a:pt x="7798" y="1538"/>
                </a:lnTo>
                <a:lnTo>
                  <a:pt x="7797" y="1538"/>
                </a:lnTo>
                <a:lnTo>
                  <a:pt x="7797" y="1537"/>
                </a:lnTo>
                <a:lnTo>
                  <a:pt x="7796" y="1537"/>
                </a:lnTo>
                <a:lnTo>
                  <a:pt x="7795" y="1537"/>
                </a:lnTo>
                <a:lnTo>
                  <a:pt x="7795" y="1536"/>
                </a:lnTo>
                <a:lnTo>
                  <a:pt x="7794" y="1536"/>
                </a:lnTo>
                <a:lnTo>
                  <a:pt x="7793" y="1536"/>
                </a:lnTo>
                <a:lnTo>
                  <a:pt x="7793" y="1535"/>
                </a:lnTo>
                <a:lnTo>
                  <a:pt x="7792" y="1535"/>
                </a:lnTo>
                <a:lnTo>
                  <a:pt x="7791" y="1534"/>
                </a:lnTo>
                <a:lnTo>
                  <a:pt x="7790" y="1534"/>
                </a:lnTo>
                <a:lnTo>
                  <a:pt x="7789" y="1533"/>
                </a:lnTo>
                <a:lnTo>
                  <a:pt x="7788" y="1533"/>
                </a:lnTo>
                <a:lnTo>
                  <a:pt x="7787" y="1532"/>
                </a:lnTo>
                <a:lnTo>
                  <a:pt x="7786" y="1532"/>
                </a:lnTo>
                <a:lnTo>
                  <a:pt x="7785" y="1531"/>
                </a:lnTo>
                <a:lnTo>
                  <a:pt x="7784" y="1531"/>
                </a:lnTo>
                <a:lnTo>
                  <a:pt x="7783" y="1530"/>
                </a:lnTo>
                <a:lnTo>
                  <a:pt x="7782" y="1530"/>
                </a:lnTo>
                <a:lnTo>
                  <a:pt x="7782" y="1529"/>
                </a:lnTo>
                <a:lnTo>
                  <a:pt x="7781" y="1529"/>
                </a:lnTo>
                <a:lnTo>
                  <a:pt x="7780" y="1529"/>
                </a:lnTo>
                <a:lnTo>
                  <a:pt x="7779" y="1528"/>
                </a:lnTo>
                <a:lnTo>
                  <a:pt x="7778" y="1528"/>
                </a:lnTo>
                <a:lnTo>
                  <a:pt x="7778" y="1527"/>
                </a:lnTo>
                <a:lnTo>
                  <a:pt x="7777" y="1527"/>
                </a:lnTo>
                <a:lnTo>
                  <a:pt x="7776" y="1527"/>
                </a:lnTo>
                <a:lnTo>
                  <a:pt x="7776" y="1526"/>
                </a:lnTo>
                <a:lnTo>
                  <a:pt x="7775" y="1526"/>
                </a:lnTo>
                <a:lnTo>
                  <a:pt x="7774" y="1525"/>
                </a:lnTo>
                <a:lnTo>
                  <a:pt x="7773" y="1525"/>
                </a:lnTo>
                <a:lnTo>
                  <a:pt x="7772" y="1525"/>
                </a:lnTo>
                <a:lnTo>
                  <a:pt x="7772" y="1524"/>
                </a:lnTo>
                <a:lnTo>
                  <a:pt x="7771" y="1524"/>
                </a:lnTo>
                <a:lnTo>
                  <a:pt x="7770" y="1524"/>
                </a:lnTo>
                <a:lnTo>
                  <a:pt x="7770" y="1523"/>
                </a:lnTo>
                <a:lnTo>
                  <a:pt x="7769" y="1523"/>
                </a:lnTo>
                <a:lnTo>
                  <a:pt x="7768" y="1522"/>
                </a:lnTo>
                <a:lnTo>
                  <a:pt x="7767" y="1522"/>
                </a:lnTo>
                <a:lnTo>
                  <a:pt x="7766" y="1521"/>
                </a:lnTo>
                <a:lnTo>
                  <a:pt x="7765" y="1521"/>
                </a:lnTo>
                <a:lnTo>
                  <a:pt x="7764" y="1520"/>
                </a:lnTo>
                <a:lnTo>
                  <a:pt x="7763" y="1520"/>
                </a:lnTo>
                <a:lnTo>
                  <a:pt x="7762" y="1519"/>
                </a:lnTo>
                <a:lnTo>
                  <a:pt x="7761" y="1519"/>
                </a:lnTo>
                <a:lnTo>
                  <a:pt x="7760" y="1518"/>
                </a:lnTo>
                <a:lnTo>
                  <a:pt x="7759" y="1518"/>
                </a:lnTo>
                <a:lnTo>
                  <a:pt x="7759" y="1517"/>
                </a:lnTo>
                <a:lnTo>
                  <a:pt x="7758" y="1517"/>
                </a:lnTo>
                <a:lnTo>
                  <a:pt x="7757" y="1517"/>
                </a:lnTo>
                <a:lnTo>
                  <a:pt x="7756" y="1516"/>
                </a:lnTo>
                <a:lnTo>
                  <a:pt x="7755" y="1516"/>
                </a:lnTo>
                <a:lnTo>
                  <a:pt x="7755" y="1515"/>
                </a:lnTo>
                <a:lnTo>
                  <a:pt x="7754" y="1515"/>
                </a:lnTo>
                <a:lnTo>
                  <a:pt x="7753" y="1515"/>
                </a:lnTo>
                <a:lnTo>
                  <a:pt x="7753" y="1514"/>
                </a:lnTo>
                <a:lnTo>
                  <a:pt x="7752" y="1514"/>
                </a:lnTo>
                <a:lnTo>
                  <a:pt x="7751" y="1513"/>
                </a:lnTo>
                <a:lnTo>
                  <a:pt x="7750" y="1513"/>
                </a:lnTo>
                <a:lnTo>
                  <a:pt x="7749" y="1513"/>
                </a:lnTo>
                <a:lnTo>
                  <a:pt x="7749" y="1512"/>
                </a:lnTo>
                <a:lnTo>
                  <a:pt x="7748" y="1512"/>
                </a:lnTo>
                <a:lnTo>
                  <a:pt x="7747" y="1511"/>
                </a:lnTo>
                <a:lnTo>
                  <a:pt x="7746" y="1511"/>
                </a:lnTo>
                <a:lnTo>
                  <a:pt x="7745" y="1510"/>
                </a:lnTo>
                <a:lnTo>
                  <a:pt x="7744" y="1510"/>
                </a:lnTo>
                <a:lnTo>
                  <a:pt x="7743" y="1509"/>
                </a:lnTo>
                <a:lnTo>
                  <a:pt x="7742" y="1509"/>
                </a:lnTo>
                <a:lnTo>
                  <a:pt x="7741" y="1508"/>
                </a:lnTo>
                <a:lnTo>
                  <a:pt x="7740" y="1508"/>
                </a:lnTo>
                <a:lnTo>
                  <a:pt x="7739" y="1507"/>
                </a:lnTo>
                <a:lnTo>
                  <a:pt x="7738" y="1507"/>
                </a:lnTo>
                <a:lnTo>
                  <a:pt x="7738" y="1506"/>
                </a:lnTo>
                <a:lnTo>
                  <a:pt x="7737" y="1506"/>
                </a:lnTo>
                <a:lnTo>
                  <a:pt x="7736" y="1506"/>
                </a:lnTo>
                <a:lnTo>
                  <a:pt x="7736" y="1505"/>
                </a:lnTo>
                <a:lnTo>
                  <a:pt x="7735" y="1505"/>
                </a:lnTo>
                <a:lnTo>
                  <a:pt x="7734" y="1505"/>
                </a:lnTo>
                <a:lnTo>
                  <a:pt x="7733" y="1504"/>
                </a:lnTo>
                <a:lnTo>
                  <a:pt x="7732" y="1504"/>
                </a:lnTo>
                <a:lnTo>
                  <a:pt x="7732" y="1503"/>
                </a:lnTo>
                <a:lnTo>
                  <a:pt x="7731" y="1503"/>
                </a:lnTo>
                <a:lnTo>
                  <a:pt x="7730" y="1502"/>
                </a:lnTo>
                <a:lnTo>
                  <a:pt x="7729" y="1502"/>
                </a:lnTo>
                <a:lnTo>
                  <a:pt x="7728" y="1501"/>
                </a:lnTo>
                <a:lnTo>
                  <a:pt x="7727" y="1501"/>
                </a:lnTo>
                <a:lnTo>
                  <a:pt x="7726" y="1501"/>
                </a:lnTo>
                <a:lnTo>
                  <a:pt x="7726" y="1500"/>
                </a:lnTo>
                <a:lnTo>
                  <a:pt x="7725" y="1500"/>
                </a:lnTo>
                <a:lnTo>
                  <a:pt x="7724" y="1499"/>
                </a:lnTo>
                <a:lnTo>
                  <a:pt x="7723" y="1499"/>
                </a:lnTo>
                <a:lnTo>
                  <a:pt x="7722" y="1498"/>
                </a:lnTo>
                <a:lnTo>
                  <a:pt x="7721" y="1498"/>
                </a:lnTo>
                <a:lnTo>
                  <a:pt x="7721" y="1497"/>
                </a:lnTo>
                <a:lnTo>
                  <a:pt x="7720" y="1497"/>
                </a:lnTo>
                <a:lnTo>
                  <a:pt x="7719" y="1497"/>
                </a:lnTo>
                <a:lnTo>
                  <a:pt x="7718" y="1496"/>
                </a:lnTo>
                <a:lnTo>
                  <a:pt x="7717" y="1496"/>
                </a:lnTo>
                <a:lnTo>
                  <a:pt x="7716" y="1495"/>
                </a:lnTo>
                <a:lnTo>
                  <a:pt x="7715" y="1495"/>
                </a:lnTo>
                <a:lnTo>
                  <a:pt x="7715" y="1494"/>
                </a:lnTo>
                <a:lnTo>
                  <a:pt x="7714" y="1494"/>
                </a:lnTo>
                <a:lnTo>
                  <a:pt x="7713" y="1494"/>
                </a:lnTo>
                <a:lnTo>
                  <a:pt x="7713" y="1493"/>
                </a:lnTo>
                <a:lnTo>
                  <a:pt x="7712" y="1493"/>
                </a:lnTo>
                <a:lnTo>
                  <a:pt x="7711" y="1493"/>
                </a:lnTo>
                <a:lnTo>
                  <a:pt x="7711" y="1492"/>
                </a:lnTo>
                <a:lnTo>
                  <a:pt x="7710" y="1492"/>
                </a:lnTo>
                <a:lnTo>
                  <a:pt x="7709" y="1492"/>
                </a:lnTo>
                <a:lnTo>
                  <a:pt x="7709" y="1491"/>
                </a:lnTo>
                <a:lnTo>
                  <a:pt x="7708" y="1491"/>
                </a:lnTo>
                <a:lnTo>
                  <a:pt x="7707" y="1490"/>
                </a:lnTo>
                <a:lnTo>
                  <a:pt x="7706" y="1490"/>
                </a:lnTo>
                <a:lnTo>
                  <a:pt x="7705" y="1489"/>
                </a:lnTo>
                <a:lnTo>
                  <a:pt x="7704" y="1489"/>
                </a:lnTo>
                <a:lnTo>
                  <a:pt x="7703" y="1489"/>
                </a:lnTo>
                <a:lnTo>
                  <a:pt x="7703" y="1488"/>
                </a:lnTo>
                <a:lnTo>
                  <a:pt x="7702" y="1488"/>
                </a:lnTo>
                <a:lnTo>
                  <a:pt x="7701" y="1487"/>
                </a:lnTo>
                <a:lnTo>
                  <a:pt x="7700" y="1500"/>
                </a:lnTo>
                <a:lnTo>
                  <a:pt x="7699" y="1500"/>
                </a:lnTo>
                <a:lnTo>
                  <a:pt x="7698" y="1499"/>
                </a:lnTo>
                <a:lnTo>
                  <a:pt x="7697" y="1499"/>
                </a:lnTo>
                <a:lnTo>
                  <a:pt x="7696" y="1498"/>
                </a:lnTo>
                <a:lnTo>
                  <a:pt x="7695" y="1498"/>
                </a:lnTo>
                <a:lnTo>
                  <a:pt x="7695" y="1497"/>
                </a:lnTo>
                <a:lnTo>
                  <a:pt x="7694" y="1497"/>
                </a:lnTo>
                <a:lnTo>
                  <a:pt x="7693" y="1497"/>
                </a:lnTo>
                <a:lnTo>
                  <a:pt x="7693" y="1496"/>
                </a:lnTo>
                <a:lnTo>
                  <a:pt x="7692" y="1496"/>
                </a:lnTo>
                <a:lnTo>
                  <a:pt x="7691" y="1496"/>
                </a:lnTo>
                <a:lnTo>
                  <a:pt x="7691" y="1495"/>
                </a:lnTo>
                <a:lnTo>
                  <a:pt x="7690" y="1495"/>
                </a:lnTo>
                <a:lnTo>
                  <a:pt x="7689" y="1495"/>
                </a:lnTo>
                <a:lnTo>
                  <a:pt x="7689" y="1494"/>
                </a:lnTo>
                <a:lnTo>
                  <a:pt x="7688" y="1494"/>
                </a:lnTo>
                <a:lnTo>
                  <a:pt x="7687" y="1493"/>
                </a:lnTo>
                <a:lnTo>
                  <a:pt x="7686" y="1493"/>
                </a:lnTo>
                <a:lnTo>
                  <a:pt x="7685" y="1492"/>
                </a:lnTo>
                <a:lnTo>
                  <a:pt x="7684" y="1492"/>
                </a:lnTo>
                <a:lnTo>
                  <a:pt x="7683" y="1492"/>
                </a:lnTo>
                <a:lnTo>
                  <a:pt x="7683" y="1491"/>
                </a:lnTo>
                <a:lnTo>
                  <a:pt x="7682" y="1491"/>
                </a:lnTo>
                <a:lnTo>
                  <a:pt x="7681" y="1490"/>
                </a:lnTo>
                <a:lnTo>
                  <a:pt x="7680" y="1490"/>
                </a:lnTo>
                <a:lnTo>
                  <a:pt x="7679" y="1489"/>
                </a:lnTo>
                <a:lnTo>
                  <a:pt x="7678" y="1489"/>
                </a:lnTo>
                <a:lnTo>
                  <a:pt x="7678" y="1488"/>
                </a:lnTo>
                <a:lnTo>
                  <a:pt x="7677" y="1488"/>
                </a:lnTo>
                <a:lnTo>
                  <a:pt x="7676" y="1488"/>
                </a:lnTo>
                <a:lnTo>
                  <a:pt x="7675" y="1487"/>
                </a:lnTo>
                <a:lnTo>
                  <a:pt x="7674" y="1487"/>
                </a:lnTo>
                <a:lnTo>
                  <a:pt x="7673" y="1486"/>
                </a:lnTo>
                <a:lnTo>
                  <a:pt x="7672" y="1486"/>
                </a:lnTo>
                <a:lnTo>
                  <a:pt x="7672" y="1485"/>
                </a:lnTo>
                <a:lnTo>
                  <a:pt x="7671" y="1485"/>
                </a:lnTo>
                <a:lnTo>
                  <a:pt x="7670" y="1484"/>
                </a:lnTo>
                <a:lnTo>
                  <a:pt x="7669" y="1484"/>
                </a:lnTo>
                <a:lnTo>
                  <a:pt x="7668" y="1484"/>
                </a:lnTo>
                <a:lnTo>
                  <a:pt x="7668" y="1483"/>
                </a:lnTo>
                <a:lnTo>
                  <a:pt x="7667" y="1483"/>
                </a:lnTo>
                <a:lnTo>
                  <a:pt x="7666" y="1483"/>
                </a:lnTo>
                <a:lnTo>
                  <a:pt x="7666" y="1482"/>
                </a:lnTo>
                <a:lnTo>
                  <a:pt x="7665" y="1482"/>
                </a:lnTo>
                <a:lnTo>
                  <a:pt x="7664" y="1481"/>
                </a:lnTo>
                <a:lnTo>
                  <a:pt x="7663" y="1481"/>
                </a:lnTo>
                <a:lnTo>
                  <a:pt x="7662" y="1480"/>
                </a:lnTo>
                <a:lnTo>
                  <a:pt x="7661" y="1480"/>
                </a:lnTo>
                <a:lnTo>
                  <a:pt x="7660" y="1479"/>
                </a:lnTo>
                <a:lnTo>
                  <a:pt x="7659" y="1479"/>
                </a:lnTo>
                <a:lnTo>
                  <a:pt x="7658" y="1478"/>
                </a:lnTo>
                <a:lnTo>
                  <a:pt x="7657" y="1478"/>
                </a:lnTo>
                <a:lnTo>
                  <a:pt x="7656" y="1477"/>
                </a:lnTo>
                <a:lnTo>
                  <a:pt x="7655" y="1477"/>
                </a:lnTo>
                <a:lnTo>
                  <a:pt x="7655" y="1476"/>
                </a:lnTo>
                <a:lnTo>
                  <a:pt x="7654" y="1476"/>
                </a:lnTo>
                <a:lnTo>
                  <a:pt x="7653" y="1475"/>
                </a:lnTo>
                <a:lnTo>
                  <a:pt x="7652" y="1475"/>
                </a:lnTo>
                <a:lnTo>
                  <a:pt x="7651" y="1475"/>
                </a:lnTo>
                <a:lnTo>
                  <a:pt x="7651" y="1474"/>
                </a:lnTo>
                <a:lnTo>
                  <a:pt x="7650" y="1474"/>
                </a:lnTo>
                <a:lnTo>
                  <a:pt x="7649" y="1474"/>
                </a:lnTo>
                <a:lnTo>
                  <a:pt x="7649" y="1473"/>
                </a:lnTo>
                <a:lnTo>
                  <a:pt x="7648" y="1473"/>
                </a:lnTo>
                <a:lnTo>
                  <a:pt x="7647" y="1472"/>
                </a:lnTo>
                <a:lnTo>
                  <a:pt x="7646" y="1472"/>
                </a:lnTo>
                <a:lnTo>
                  <a:pt x="7645" y="1471"/>
                </a:lnTo>
                <a:lnTo>
                  <a:pt x="7644" y="1471"/>
                </a:lnTo>
                <a:lnTo>
                  <a:pt x="7643" y="1470"/>
                </a:lnTo>
                <a:lnTo>
                  <a:pt x="7642" y="1470"/>
                </a:lnTo>
                <a:lnTo>
                  <a:pt x="7641" y="1469"/>
                </a:lnTo>
                <a:lnTo>
                  <a:pt x="7640" y="1469"/>
                </a:lnTo>
                <a:lnTo>
                  <a:pt x="7639" y="1468"/>
                </a:lnTo>
                <a:lnTo>
                  <a:pt x="7638" y="1468"/>
                </a:lnTo>
                <a:lnTo>
                  <a:pt x="7638" y="1467"/>
                </a:lnTo>
                <a:lnTo>
                  <a:pt x="7637" y="1467"/>
                </a:lnTo>
                <a:lnTo>
                  <a:pt x="7636" y="1467"/>
                </a:lnTo>
                <a:lnTo>
                  <a:pt x="7635" y="1466"/>
                </a:lnTo>
                <a:lnTo>
                  <a:pt x="7634" y="1466"/>
                </a:lnTo>
                <a:lnTo>
                  <a:pt x="7634" y="1465"/>
                </a:lnTo>
                <a:lnTo>
                  <a:pt x="7633" y="1465"/>
                </a:lnTo>
                <a:lnTo>
                  <a:pt x="7632" y="1465"/>
                </a:lnTo>
                <a:lnTo>
                  <a:pt x="7632" y="1464"/>
                </a:lnTo>
                <a:lnTo>
                  <a:pt x="7631" y="1464"/>
                </a:lnTo>
                <a:lnTo>
                  <a:pt x="7630" y="1463"/>
                </a:lnTo>
                <a:lnTo>
                  <a:pt x="7629" y="1463"/>
                </a:lnTo>
                <a:lnTo>
                  <a:pt x="7628" y="1463"/>
                </a:lnTo>
                <a:lnTo>
                  <a:pt x="7628" y="1462"/>
                </a:lnTo>
                <a:lnTo>
                  <a:pt x="7627" y="1462"/>
                </a:lnTo>
                <a:lnTo>
                  <a:pt x="7626" y="1462"/>
                </a:lnTo>
                <a:lnTo>
                  <a:pt x="7626" y="1461"/>
                </a:lnTo>
                <a:lnTo>
                  <a:pt x="7625" y="1461"/>
                </a:lnTo>
                <a:lnTo>
                  <a:pt x="7624" y="1460"/>
                </a:lnTo>
                <a:lnTo>
                  <a:pt x="7623" y="1460"/>
                </a:lnTo>
                <a:lnTo>
                  <a:pt x="7622" y="1459"/>
                </a:lnTo>
                <a:lnTo>
                  <a:pt x="7621" y="1459"/>
                </a:lnTo>
                <a:lnTo>
                  <a:pt x="7620" y="1458"/>
                </a:lnTo>
                <a:lnTo>
                  <a:pt x="7619" y="1458"/>
                </a:lnTo>
                <a:lnTo>
                  <a:pt x="7618" y="1457"/>
                </a:lnTo>
                <a:lnTo>
                  <a:pt x="7617" y="1457"/>
                </a:lnTo>
                <a:lnTo>
                  <a:pt x="7616" y="1456"/>
                </a:lnTo>
                <a:lnTo>
                  <a:pt x="7615" y="1456"/>
                </a:lnTo>
                <a:lnTo>
                  <a:pt x="7615" y="1455"/>
                </a:lnTo>
                <a:lnTo>
                  <a:pt x="7614" y="1455"/>
                </a:lnTo>
                <a:lnTo>
                  <a:pt x="7613" y="1455"/>
                </a:lnTo>
                <a:lnTo>
                  <a:pt x="7612" y="1454"/>
                </a:lnTo>
                <a:lnTo>
                  <a:pt x="7611" y="1454"/>
                </a:lnTo>
                <a:lnTo>
                  <a:pt x="7611" y="1453"/>
                </a:lnTo>
                <a:lnTo>
                  <a:pt x="7610" y="1453"/>
                </a:lnTo>
                <a:lnTo>
                  <a:pt x="7609" y="1453"/>
                </a:lnTo>
                <a:lnTo>
                  <a:pt x="7609" y="1452"/>
                </a:lnTo>
                <a:lnTo>
                  <a:pt x="7608" y="1452"/>
                </a:lnTo>
                <a:lnTo>
                  <a:pt x="7607" y="1451"/>
                </a:lnTo>
                <a:lnTo>
                  <a:pt x="7606" y="1451"/>
                </a:lnTo>
                <a:lnTo>
                  <a:pt x="7605" y="1451"/>
                </a:lnTo>
                <a:lnTo>
                  <a:pt x="7605" y="1450"/>
                </a:lnTo>
                <a:lnTo>
                  <a:pt x="7604" y="1450"/>
                </a:lnTo>
                <a:lnTo>
                  <a:pt x="7603" y="1449"/>
                </a:lnTo>
                <a:lnTo>
                  <a:pt x="7602" y="1449"/>
                </a:lnTo>
                <a:lnTo>
                  <a:pt x="7601" y="1448"/>
                </a:lnTo>
                <a:lnTo>
                  <a:pt x="7600" y="1448"/>
                </a:lnTo>
                <a:lnTo>
                  <a:pt x="7599" y="1447"/>
                </a:lnTo>
                <a:lnTo>
                  <a:pt x="7598" y="1447"/>
                </a:lnTo>
                <a:lnTo>
                  <a:pt x="7597" y="1446"/>
                </a:lnTo>
                <a:lnTo>
                  <a:pt x="7596" y="1446"/>
                </a:lnTo>
                <a:lnTo>
                  <a:pt x="7595" y="1445"/>
                </a:lnTo>
                <a:lnTo>
                  <a:pt x="7594" y="1445"/>
                </a:lnTo>
                <a:lnTo>
                  <a:pt x="7594" y="1444"/>
                </a:lnTo>
                <a:lnTo>
                  <a:pt x="7593" y="1444"/>
                </a:lnTo>
                <a:lnTo>
                  <a:pt x="7592" y="1444"/>
                </a:lnTo>
                <a:lnTo>
                  <a:pt x="7592" y="1443"/>
                </a:lnTo>
                <a:lnTo>
                  <a:pt x="7591" y="1443"/>
                </a:lnTo>
                <a:lnTo>
                  <a:pt x="7590" y="1443"/>
                </a:lnTo>
                <a:lnTo>
                  <a:pt x="7589" y="1442"/>
                </a:lnTo>
                <a:lnTo>
                  <a:pt x="7588" y="1442"/>
                </a:lnTo>
                <a:lnTo>
                  <a:pt x="7588" y="1441"/>
                </a:lnTo>
                <a:lnTo>
                  <a:pt x="7587" y="1441"/>
                </a:lnTo>
                <a:lnTo>
                  <a:pt x="7586" y="1440"/>
                </a:lnTo>
                <a:lnTo>
                  <a:pt x="7585" y="1440"/>
                </a:lnTo>
                <a:lnTo>
                  <a:pt x="7584" y="1439"/>
                </a:lnTo>
                <a:lnTo>
                  <a:pt x="7583" y="1439"/>
                </a:lnTo>
                <a:lnTo>
                  <a:pt x="7582" y="1439"/>
                </a:lnTo>
                <a:lnTo>
                  <a:pt x="7582" y="1438"/>
                </a:lnTo>
                <a:lnTo>
                  <a:pt x="7581" y="1438"/>
                </a:lnTo>
                <a:lnTo>
                  <a:pt x="7580" y="1437"/>
                </a:lnTo>
                <a:lnTo>
                  <a:pt x="7579" y="1437"/>
                </a:lnTo>
                <a:lnTo>
                  <a:pt x="7578" y="1436"/>
                </a:lnTo>
                <a:lnTo>
                  <a:pt x="7577" y="1436"/>
                </a:lnTo>
                <a:lnTo>
                  <a:pt x="7577" y="1435"/>
                </a:lnTo>
                <a:lnTo>
                  <a:pt x="7576" y="1435"/>
                </a:lnTo>
                <a:lnTo>
                  <a:pt x="7575" y="1435"/>
                </a:lnTo>
                <a:lnTo>
                  <a:pt x="7574" y="1434"/>
                </a:lnTo>
                <a:lnTo>
                  <a:pt x="7573" y="1434"/>
                </a:lnTo>
                <a:lnTo>
                  <a:pt x="7572" y="1433"/>
                </a:lnTo>
                <a:lnTo>
                  <a:pt x="7571" y="1433"/>
                </a:lnTo>
                <a:lnTo>
                  <a:pt x="7571" y="1432"/>
                </a:lnTo>
                <a:lnTo>
                  <a:pt x="7570" y="1432"/>
                </a:lnTo>
                <a:lnTo>
                  <a:pt x="7569" y="1432"/>
                </a:lnTo>
                <a:lnTo>
                  <a:pt x="7569" y="1431"/>
                </a:lnTo>
                <a:lnTo>
                  <a:pt x="7568" y="1431"/>
                </a:lnTo>
                <a:lnTo>
                  <a:pt x="7567" y="1431"/>
                </a:lnTo>
                <a:lnTo>
                  <a:pt x="7567" y="1430"/>
                </a:lnTo>
                <a:lnTo>
                  <a:pt x="7566" y="1430"/>
                </a:lnTo>
                <a:lnTo>
                  <a:pt x="7565" y="1430"/>
                </a:lnTo>
                <a:lnTo>
                  <a:pt x="7565" y="1429"/>
                </a:lnTo>
                <a:lnTo>
                  <a:pt x="7564" y="1429"/>
                </a:lnTo>
                <a:lnTo>
                  <a:pt x="7563" y="1428"/>
                </a:lnTo>
                <a:lnTo>
                  <a:pt x="7562" y="1428"/>
                </a:lnTo>
                <a:lnTo>
                  <a:pt x="7561" y="1427"/>
                </a:lnTo>
                <a:lnTo>
                  <a:pt x="7560" y="1427"/>
                </a:lnTo>
                <a:lnTo>
                  <a:pt x="7559" y="1427"/>
                </a:lnTo>
                <a:lnTo>
                  <a:pt x="7559" y="1426"/>
                </a:lnTo>
                <a:lnTo>
                  <a:pt x="7558" y="1426"/>
                </a:lnTo>
                <a:lnTo>
                  <a:pt x="7557" y="1425"/>
                </a:lnTo>
                <a:lnTo>
                  <a:pt x="7556" y="1425"/>
                </a:lnTo>
                <a:lnTo>
                  <a:pt x="7555" y="1424"/>
                </a:lnTo>
                <a:lnTo>
                  <a:pt x="7554" y="1424"/>
                </a:lnTo>
                <a:lnTo>
                  <a:pt x="7554" y="1423"/>
                </a:lnTo>
                <a:lnTo>
                  <a:pt x="7553" y="1423"/>
                </a:lnTo>
                <a:lnTo>
                  <a:pt x="7552" y="1423"/>
                </a:lnTo>
                <a:lnTo>
                  <a:pt x="7551" y="1422"/>
                </a:lnTo>
                <a:lnTo>
                  <a:pt x="7550" y="1422"/>
                </a:lnTo>
                <a:lnTo>
                  <a:pt x="7549" y="1421"/>
                </a:lnTo>
                <a:lnTo>
                  <a:pt x="7548" y="1421"/>
                </a:lnTo>
                <a:lnTo>
                  <a:pt x="7548" y="1420"/>
                </a:lnTo>
                <a:lnTo>
                  <a:pt x="7547" y="1420"/>
                </a:lnTo>
                <a:lnTo>
                  <a:pt x="7546" y="1419"/>
                </a:lnTo>
                <a:lnTo>
                  <a:pt x="7545" y="1419"/>
                </a:lnTo>
                <a:lnTo>
                  <a:pt x="7544" y="1419"/>
                </a:lnTo>
                <a:lnTo>
                  <a:pt x="7544" y="1418"/>
                </a:lnTo>
                <a:lnTo>
                  <a:pt x="7543" y="1418"/>
                </a:lnTo>
                <a:lnTo>
                  <a:pt x="7542" y="1418"/>
                </a:lnTo>
                <a:lnTo>
                  <a:pt x="7542" y="1417"/>
                </a:lnTo>
                <a:lnTo>
                  <a:pt x="7541" y="1417"/>
                </a:lnTo>
                <a:lnTo>
                  <a:pt x="7540" y="1416"/>
                </a:lnTo>
                <a:lnTo>
                  <a:pt x="7539" y="1416"/>
                </a:lnTo>
                <a:lnTo>
                  <a:pt x="7538" y="1415"/>
                </a:lnTo>
                <a:lnTo>
                  <a:pt x="7537" y="1415"/>
                </a:lnTo>
                <a:lnTo>
                  <a:pt x="7536" y="1414"/>
                </a:lnTo>
                <a:lnTo>
                  <a:pt x="7535" y="1414"/>
                </a:lnTo>
                <a:lnTo>
                  <a:pt x="7534" y="1413"/>
                </a:lnTo>
                <a:lnTo>
                  <a:pt x="7533" y="1413"/>
                </a:lnTo>
                <a:lnTo>
                  <a:pt x="7532" y="1412"/>
                </a:lnTo>
                <a:lnTo>
                  <a:pt x="7531" y="1412"/>
                </a:lnTo>
                <a:lnTo>
                  <a:pt x="7531" y="1411"/>
                </a:lnTo>
                <a:lnTo>
                  <a:pt x="7530" y="1411"/>
                </a:lnTo>
                <a:lnTo>
                  <a:pt x="7529" y="1411"/>
                </a:lnTo>
                <a:lnTo>
                  <a:pt x="7528" y="1410"/>
                </a:lnTo>
                <a:lnTo>
                  <a:pt x="7527" y="1410"/>
                </a:lnTo>
                <a:lnTo>
                  <a:pt x="7527" y="1409"/>
                </a:lnTo>
                <a:lnTo>
                  <a:pt x="7526" y="1409"/>
                </a:lnTo>
                <a:lnTo>
                  <a:pt x="7525" y="1409"/>
                </a:lnTo>
                <a:lnTo>
                  <a:pt x="7525" y="1408"/>
                </a:lnTo>
                <a:lnTo>
                  <a:pt x="7524" y="1408"/>
                </a:lnTo>
                <a:lnTo>
                  <a:pt x="7523" y="1407"/>
                </a:lnTo>
                <a:lnTo>
                  <a:pt x="7522" y="1407"/>
                </a:lnTo>
                <a:lnTo>
                  <a:pt x="7521" y="1407"/>
                </a:lnTo>
                <a:lnTo>
                  <a:pt x="7521" y="1406"/>
                </a:lnTo>
                <a:lnTo>
                  <a:pt x="7520" y="1406"/>
                </a:lnTo>
                <a:lnTo>
                  <a:pt x="7519" y="1405"/>
                </a:lnTo>
                <a:lnTo>
                  <a:pt x="7518" y="1405"/>
                </a:lnTo>
                <a:lnTo>
                  <a:pt x="7517" y="1404"/>
                </a:lnTo>
                <a:lnTo>
                  <a:pt x="7516" y="1404"/>
                </a:lnTo>
                <a:lnTo>
                  <a:pt x="7515" y="1403"/>
                </a:lnTo>
                <a:lnTo>
                  <a:pt x="7514" y="1403"/>
                </a:lnTo>
                <a:lnTo>
                  <a:pt x="7513" y="1402"/>
                </a:lnTo>
                <a:lnTo>
                  <a:pt x="7512" y="1402"/>
                </a:lnTo>
                <a:lnTo>
                  <a:pt x="7511" y="1401"/>
                </a:lnTo>
                <a:lnTo>
                  <a:pt x="7510" y="1401"/>
                </a:lnTo>
                <a:lnTo>
                  <a:pt x="7510" y="1400"/>
                </a:lnTo>
                <a:lnTo>
                  <a:pt x="7509" y="1400"/>
                </a:lnTo>
                <a:lnTo>
                  <a:pt x="7508" y="1400"/>
                </a:lnTo>
                <a:lnTo>
                  <a:pt x="7508" y="1399"/>
                </a:lnTo>
                <a:lnTo>
                  <a:pt x="7507" y="1399"/>
                </a:lnTo>
                <a:lnTo>
                  <a:pt x="7506" y="1399"/>
                </a:lnTo>
                <a:lnTo>
                  <a:pt x="7505" y="1398"/>
                </a:lnTo>
                <a:lnTo>
                  <a:pt x="7504" y="1398"/>
                </a:lnTo>
                <a:lnTo>
                  <a:pt x="7504" y="1397"/>
                </a:lnTo>
                <a:lnTo>
                  <a:pt x="7503" y="1397"/>
                </a:lnTo>
                <a:lnTo>
                  <a:pt x="7502" y="1397"/>
                </a:lnTo>
                <a:lnTo>
                  <a:pt x="7502" y="1396"/>
                </a:lnTo>
                <a:lnTo>
                  <a:pt x="7501" y="1396"/>
                </a:lnTo>
                <a:lnTo>
                  <a:pt x="7500" y="1395"/>
                </a:lnTo>
                <a:lnTo>
                  <a:pt x="7499" y="1395"/>
                </a:lnTo>
                <a:lnTo>
                  <a:pt x="7498" y="1395"/>
                </a:lnTo>
                <a:lnTo>
                  <a:pt x="7498" y="1394"/>
                </a:lnTo>
                <a:lnTo>
                  <a:pt x="7497" y="1394"/>
                </a:lnTo>
                <a:lnTo>
                  <a:pt x="7496" y="1393"/>
                </a:lnTo>
                <a:lnTo>
                  <a:pt x="7495" y="1393"/>
                </a:lnTo>
                <a:lnTo>
                  <a:pt x="7494" y="1392"/>
                </a:lnTo>
                <a:lnTo>
                  <a:pt x="7493" y="1392"/>
                </a:lnTo>
                <a:lnTo>
                  <a:pt x="7492" y="1391"/>
                </a:lnTo>
                <a:lnTo>
                  <a:pt x="7491" y="1391"/>
                </a:lnTo>
                <a:lnTo>
                  <a:pt x="7490" y="1390"/>
                </a:lnTo>
                <a:lnTo>
                  <a:pt x="7489" y="1390"/>
                </a:lnTo>
                <a:lnTo>
                  <a:pt x="7488" y="1389"/>
                </a:lnTo>
                <a:lnTo>
                  <a:pt x="7487" y="1389"/>
                </a:lnTo>
                <a:lnTo>
                  <a:pt x="7487" y="1388"/>
                </a:lnTo>
                <a:lnTo>
                  <a:pt x="7486" y="1388"/>
                </a:lnTo>
                <a:lnTo>
                  <a:pt x="7485" y="1388"/>
                </a:lnTo>
                <a:lnTo>
                  <a:pt x="7485" y="1387"/>
                </a:lnTo>
                <a:lnTo>
                  <a:pt x="7484" y="1387"/>
                </a:lnTo>
                <a:lnTo>
                  <a:pt x="7483" y="1387"/>
                </a:lnTo>
                <a:lnTo>
                  <a:pt x="7482" y="1386"/>
                </a:lnTo>
                <a:lnTo>
                  <a:pt x="7481" y="1386"/>
                </a:lnTo>
                <a:lnTo>
                  <a:pt x="7481" y="1385"/>
                </a:lnTo>
                <a:lnTo>
                  <a:pt x="7480" y="1385"/>
                </a:lnTo>
                <a:lnTo>
                  <a:pt x="7479" y="1384"/>
                </a:lnTo>
                <a:lnTo>
                  <a:pt x="7478" y="1384"/>
                </a:lnTo>
                <a:lnTo>
                  <a:pt x="7477" y="1383"/>
                </a:lnTo>
                <a:lnTo>
                  <a:pt x="7476" y="1383"/>
                </a:lnTo>
                <a:lnTo>
                  <a:pt x="7475" y="1383"/>
                </a:lnTo>
                <a:lnTo>
                  <a:pt x="7475" y="1382"/>
                </a:lnTo>
                <a:lnTo>
                  <a:pt x="7474" y="1382"/>
                </a:lnTo>
                <a:lnTo>
                  <a:pt x="7473" y="1381"/>
                </a:lnTo>
                <a:lnTo>
                  <a:pt x="7472" y="1381"/>
                </a:lnTo>
                <a:lnTo>
                  <a:pt x="7471" y="1380"/>
                </a:lnTo>
                <a:lnTo>
                  <a:pt x="7470" y="1380"/>
                </a:lnTo>
                <a:lnTo>
                  <a:pt x="7470" y="1379"/>
                </a:lnTo>
                <a:lnTo>
                  <a:pt x="7469" y="1379"/>
                </a:lnTo>
                <a:lnTo>
                  <a:pt x="7468" y="1379"/>
                </a:lnTo>
                <a:lnTo>
                  <a:pt x="7467" y="1378"/>
                </a:lnTo>
                <a:lnTo>
                  <a:pt x="7466" y="1378"/>
                </a:lnTo>
                <a:lnTo>
                  <a:pt x="7465" y="1377"/>
                </a:lnTo>
                <a:lnTo>
                  <a:pt x="7464" y="1377"/>
                </a:lnTo>
                <a:lnTo>
                  <a:pt x="7464" y="1376"/>
                </a:lnTo>
                <a:lnTo>
                  <a:pt x="7463" y="1376"/>
                </a:lnTo>
                <a:lnTo>
                  <a:pt x="7462" y="1375"/>
                </a:lnTo>
                <a:lnTo>
                  <a:pt x="7461" y="1375"/>
                </a:lnTo>
                <a:lnTo>
                  <a:pt x="7460" y="1375"/>
                </a:lnTo>
                <a:lnTo>
                  <a:pt x="7460" y="1374"/>
                </a:lnTo>
                <a:lnTo>
                  <a:pt x="7459" y="1374"/>
                </a:lnTo>
                <a:lnTo>
                  <a:pt x="7458" y="1374"/>
                </a:lnTo>
                <a:lnTo>
                  <a:pt x="7458" y="1373"/>
                </a:lnTo>
                <a:lnTo>
                  <a:pt x="7457" y="1373"/>
                </a:lnTo>
                <a:lnTo>
                  <a:pt x="7456" y="1372"/>
                </a:lnTo>
                <a:lnTo>
                  <a:pt x="7455" y="1372"/>
                </a:lnTo>
                <a:lnTo>
                  <a:pt x="7454" y="1371"/>
                </a:lnTo>
                <a:lnTo>
                  <a:pt x="7453" y="1371"/>
                </a:lnTo>
                <a:lnTo>
                  <a:pt x="7452" y="1370"/>
                </a:lnTo>
                <a:lnTo>
                  <a:pt x="7451" y="1370"/>
                </a:lnTo>
                <a:lnTo>
                  <a:pt x="7450" y="1369"/>
                </a:lnTo>
                <a:lnTo>
                  <a:pt x="7449" y="1369"/>
                </a:lnTo>
                <a:lnTo>
                  <a:pt x="7448" y="1368"/>
                </a:lnTo>
                <a:lnTo>
                  <a:pt x="7447" y="1368"/>
                </a:lnTo>
                <a:lnTo>
                  <a:pt x="7447" y="1367"/>
                </a:lnTo>
                <a:lnTo>
                  <a:pt x="7446" y="1367"/>
                </a:lnTo>
                <a:lnTo>
                  <a:pt x="7445" y="1367"/>
                </a:lnTo>
                <a:lnTo>
                  <a:pt x="7444" y="1366"/>
                </a:lnTo>
                <a:lnTo>
                  <a:pt x="7443" y="1366"/>
                </a:lnTo>
                <a:lnTo>
                  <a:pt x="7443" y="1365"/>
                </a:lnTo>
                <a:lnTo>
                  <a:pt x="7442" y="1365"/>
                </a:lnTo>
                <a:lnTo>
                  <a:pt x="7441" y="1365"/>
                </a:lnTo>
                <a:lnTo>
                  <a:pt x="7441" y="1364"/>
                </a:lnTo>
                <a:lnTo>
                  <a:pt x="7440" y="1364"/>
                </a:lnTo>
                <a:lnTo>
                  <a:pt x="7439" y="1363"/>
                </a:lnTo>
                <a:lnTo>
                  <a:pt x="7438" y="1363"/>
                </a:lnTo>
                <a:lnTo>
                  <a:pt x="7437" y="1363"/>
                </a:lnTo>
                <a:lnTo>
                  <a:pt x="7437" y="1362"/>
                </a:lnTo>
                <a:lnTo>
                  <a:pt x="7436" y="1362"/>
                </a:lnTo>
                <a:lnTo>
                  <a:pt x="7435" y="1362"/>
                </a:lnTo>
                <a:lnTo>
                  <a:pt x="7435" y="1361"/>
                </a:lnTo>
                <a:lnTo>
                  <a:pt x="7434" y="1361"/>
                </a:lnTo>
                <a:lnTo>
                  <a:pt x="7433" y="1360"/>
                </a:lnTo>
                <a:lnTo>
                  <a:pt x="7432" y="1360"/>
                </a:lnTo>
                <a:lnTo>
                  <a:pt x="7431" y="1359"/>
                </a:lnTo>
                <a:lnTo>
                  <a:pt x="7430" y="1359"/>
                </a:lnTo>
                <a:lnTo>
                  <a:pt x="7429" y="1358"/>
                </a:lnTo>
                <a:lnTo>
                  <a:pt x="7428" y="1358"/>
                </a:lnTo>
                <a:lnTo>
                  <a:pt x="7427" y="1357"/>
                </a:lnTo>
                <a:lnTo>
                  <a:pt x="7426" y="1357"/>
                </a:lnTo>
                <a:lnTo>
                  <a:pt x="7425" y="1356"/>
                </a:lnTo>
                <a:lnTo>
                  <a:pt x="7424" y="1356"/>
                </a:lnTo>
                <a:lnTo>
                  <a:pt x="7424" y="1355"/>
                </a:lnTo>
                <a:lnTo>
                  <a:pt x="7423" y="1355"/>
                </a:lnTo>
                <a:lnTo>
                  <a:pt x="7422" y="1355"/>
                </a:lnTo>
                <a:lnTo>
                  <a:pt x="7421" y="1354"/>
                </a:lnTo>
                <a:lnTo>
                  <a:pt x="7420" y="1354"/>
                </a:lnTo>
                <a:lnTo>
                  <a:pt x="7420" y="1353"/>
                </a:lnTo>
                <a:lnTo>
                  <a:pt x="7419" y="1353"/>
                </a:lnTo>
                <a:lnTo>
                  <a:pt x="7418" y="1353"/>
                </a:lnTo>
                <a:lnTo>
                  <a:pt x="7418" y="1352"/>
                </a:lnTo>
                <a:lnTo>
                  <a:pt x="7417" y="1352"/>
                </a:lnTo>
                <a:lnTo>
                  <a:pt x="7416" y="1351"/>
                </a:lnTo>
                <a:lnTo>
                  <a:pt x="7415" y="1351"/>
                </a:lnTo>
                <a:lnTo>
                  <a:pt x="7414" y="1351"/>
                </a:lnTo>
                <a:lnTo>
                  <a:pt x="7414" y="1350"/>
                </a:lnTo>
                <a:lnTo>
                  <a:pt x="7413" y="1350"/>
                </a:lnTo>
                <a:lnTo>
                  <a:pt x="7412" y="1349"/>
                </a:lnTo>
                <a:lnTo>
                  <a:pt x="7411" y="1349"/>
                </a:lnTo>
                <a:lnTo>
                  <a:pt x="7410" y="1348"/>
                </a:lnTo>
                <a:lnTo>
                  <a:pt x="7409" y="1348"/>
                </a:lnTo>
                <a:lnTo>
                  <a:pt x="7408" y="1347"/>
                </a:lnTo>
                <a:lnTo>
                  <a:pt x="7407" y="1347"/>
                </a:lnTo>
                <a:lnTo>
                  <a:pt x="7406" y="1346"/>
                </a:lnTo>
                <a:lnTo>
                  <a:pt x="7405" y="1346"/>
                </a:lnTo>
                <a:lnTo>
                  <a:pt x="7404" y="1345"/>
                </a:lnTo>
                <a:lnTo>
                  <a:pt x="7403" y="1345"/>
                </a:lnTo>
                <a:lnTo>
                  <a:pt x="7403" y="1344"/>
                </a:lnTo>
                <a:lnTo>
                  <a:pt x="7402" y="1344"/>
                </a:lnTo>
                <a:lnTo>
                  <a:pt x="7401" y="1344"/>
                </a:lnTo>
                <a:lnTo>
                  <a:pt x="7401" y="1343"/>
                </a:lnTo>
                <a:lnTo>
                  <a:pt x="7400" y="1343"/>
                </a:lnTo>
                <a:lnTo>
                  <a:pt x="7399" y="1353"/>
                </a:lnTo>
                <a:lnTo>
                  <a:pt x="7398" y="1353"/>
                </a:lnTo>
                <a:lnTo>
                  <a:pt x="7398" y="1352"/>
                </a:lnTo>
                <a:lnTo>
                  <a:pt x="7397" y="1352"/>
                </a:lnTo>
                <a:lnTo>
                  <a:pt x="7396" y="1352"/>
                </a:lnTo>
                <a:lnTo>
                  <a:pt x="7396" y="1351"/>
                </a:lnTo>
                <a:lnTo>
                  <a:pt x="7395" y="1351"/>
                </a:lnTo>
                <a:lnTo>
                  <a:pt x="7394" y="1351"/>
                </a:lnTo>
                <a:lnTo>
                  <a:pt x="7394" y="1350"/>
                </a:lnTo>
                <a:lnTo>
                  <a:pt x="7393" y="1350"/>
                </a:lnTo>
                <a:lnTo>
                  <a:pt x="7392" y="1349"/>
                </a:lnTo>
                <a:lnTo>
                  <a:pt x="7391" y="1349"/>
                </a:lnTo>
                <a:lnTo>
                  <a:pt x="7390" y="1348"/>
                </a:lnTo>
                <a:lnTo>
                  <a:pt x="7389" y="1348"/>
                </a:lnTo>
                <a:lnTo>
                  <a:pt x="7388" y="1348"/>
                </a:lnTo>
                <a:lnTo>
                  <a:pt x="7388" y="1358"/>
                </a:lnTo>
                <a:lnTo>
                  <a:pt x="7387" y="1357"/>
                </a:lnTo>
                <a:lnTo>
                  <a:pt x="7386" y="1357"/>
                </a:lnTo>
                <a:lnTo>
                  <a:pt x="7386" y="1356"/>
                </a:lnTo>
                <a:lnTo>
                  <a:pt x="7385" y="1356"/>
                </a:lnTo>
                <a:lnTo>
                  <a:pt x="7384" y="1356"/>
                </a:lnTo>
                <a:lnTo>
                  <a:pt x="7383" y="1355"/>
                </a:lnTo>
                <a:lnTo>
                  <a:pt x="7382" y="1355"/>
                </a:lnTo>
                <a:lnTo>
                  <a:pt x="7381" y="1354"/>
                </a:lnTo>
                <a:lnTo>
                  <a:pt x="7380" y="1354"/>
                </a:lnTo>
                <a:lnTo>
                  <a:pt x="7380" y="1353"/>
                </a:lnTo>
                <a:lnTo>
                  <a:pt x="7379" y="1353"/>
                </a:lnTo>
                <a:lnTo>
                  <a:pt x="7378" y="1353"/>
                </a:lnTo>
                <a:lnTo>
                  <a:pt x="7378" y="1352"/>
                </a:lnTo>
                <a:lnTo>
                  <a:pt x="7377" y="1352"/>
                </a:lnTo>
                <a:lnTo>
                  <a:pt x="7376" y="1352"/>
                </a:lnTo>
                <a:lnTo>
                  <a:pt x="7376" y="1351"/>
                </a:lnTo>
                <a:lnTo>
                  <a:pt x="7375" y="1351"/>
                </a:lnTo>
                <a:lnTo>
                  <a:pt x="7374" y="1351"/>
                </a:lnTo>
                <a:lnTo>
                  <a:pt x="7374" y="1350"/>
                </a:lnTo>
                <a:lnTo>
                  <a:pt x="7373" y="1350"/>
                </a:lnTo>
                <a:lnTo>
                  <a:pt x="7372" y="1349"/>
                </a:lnTo>
                <a:lnTo>
                  <a:pt x="7371" y="1349"/>
                </a:lnTo>
                <a:lnTo>
                  <a:pt x="7370" y="1348"/>
                </a:lnTo>
                <a:lnTo>
                  <a:pt x="7369" y="1348"/>
                </a:lnTo>
                <a:lnTo>
                  <a:pt x="7368" y="1348"/>
                </a:lnTo>
                <a:lnTo>
                  <a:pt x="7368" y="1347"/>
                </a:lnTo>
                <a:lnTo>
                  <a:pt x="7367" y="1347"/>
                </a:lnTo>
                <a:lnTo>
                  <a:pt x="7366" y="1346"/>
                </a:lnTo>
                <a:lnTo>
                  <a:pt x="7365" y="1346"/>
                </a:lnTo>
                <a:lnTo>
                  <a:pt x="7364" y="1345"/>
                </a:lnTo>
                <a:lnTo>
                  <a:pt x="7363" y="1345"/>
                </a:lnTo>
                <a:lnTo>
                  <a:pt x="7363" y="1344"/>
                </a:lnTo>
                <a:lnTo>
                  <a:pt x="7362" y="1344"/>
                </a:lnTo>
                <a:lnTo>
                  <a:pt x="7361" y="1344"/>
                </a:lnTo>
                <a:lnTo>
                  <a:pt x="7360" y="1343"/>
                </a:lnTo>
                <a:lnTo>
                  <a:pt x="7359" y="1343"/>
                </a:lnTo>
                <a:lnTo>
                  <a:pt x="7358" y="1342"/>
                </a:lnTo>
                <a:lnTo>
                  <a:pt x="7357" y="1342"/>
                </a:lnTo>
                <a:lnTo>
                  <a:pt x="7357" y="1341"/>
                </a:lnTo>
                <a:lnTo>
                  <a:pt x="7356" y="1341"/>
                </a:lnTo>
                <a:lnTo>
                  <a:pt x="7355" y="1340"/>
                </a:lnTo>
                <a:lnTo>
                  <a:pt x="7354" y="1340"/>
                </a:lnTo>
                <a:lnTo>
                  <a:pt x="7353" y="1340"/>
                </a:lnTo>
                <a:lnTo>
                  <a:pt x="7353" y="1339"/>
                </a:lnTo>
                <a:lnTo>
                  <a:pt x="7352" y="1339"/>
                </a:lnTo>
                <a:lnTo>
                  <a:pt x="7351" y="1339"/>
                </a:lnTo>
                <a:lnTo>
                  <a:pt x="7351" y="1338"/>
                </a:lnTo>
                <a:lnTo>
                  <a:pt x="7350" y="1338"/>
                </a:lnTo>
                <a:lnTo>
                  <a:pt x="7349" y="1337"/>
                </a:lnTo>
                <a:lnTo>
                  <a:pt x="7348" y="1337"/>
                </a:lnTo>
                <a:lnTo>
                  <a:pt x="7347" y="1336"/>
                </a:lnTo>
                <a:lnTo>
                  <a:pt x="7346" y="1336"/>
                </a:lnTo>
                <a:lnTo>
                  <a:pt x="7345" y="1335"/>
                </a:lnTo>
                <a:lnTo>
                  <a:pt x="7344" y="1335"/>
                </a:lnTo>
                <a:lnTo>
                  <a:pt x="7343" y="1334"/>
                </a:lnTo>
                <a:lnTo>
                  <a:pt x="7342" y="1334"/>
                </a:lnTo>
                <a:lnTo>
                  <a:pt x="7341" y="1333"/>
                </a:lnTo>
                <a:lnTo>
                  <a:pt x="7340" y="1333"/>
                </a:lnTo>
                <a:lnTo>
                  <a:pt x="7340" y="1332"/>
                </a:lnTo>
                <a:lnTo>
                  <a:pt x="7339" y="1332"/>
                </a:lnTo>
                <a:lnTo>
                  <a:pt x="7338" y="1332"/>
                </a:lnTo>
                <a:lnTo>
                  <a:pt x="7337" y="1331"/>
                </a:lnTo>
                <a:lnTo>
                  <a:pt x="7336" y="1331"/>
                </a:lnTo>
                <a:lnTo>
                  <a:pt x="7336" y="1330"/>
                </a:lnTo>
                <a:lnTo>
                  <a:pt x="7335" y="1330"/>
                </a:lnTo>
                <a:lnTo>
                  <a:pt x="7334" y="1330"/>
                </a:lnTo>
                <a:lnTo>
                  <a:pt x="7334" y="1329"/>
                </a:lnTo>
                <a:lnTo>
                  <a:pt x="7333" y="1329"/>
                </a:lnTo>
                <a:lnTo>
                  <a:pt x="7332" y="1328"/>
                </a:lnTo>
                <a:lnTo>
                  <a:pt x="7331" y="1328"/>
                </a:lnTo>
                <a:lnTo>
                  <a:pt x="7330" y="1328"/>
                </a:lnTo>
                <a:lnTo>
                  <a:pt x="7330" y="1327"/>
                </a:lnTo>
                <a:lnTo>
                  <a:pt x="7329" y="1327"/>
                </a:lnTo>
                <a:lnTo>
                  <a:pt x="7328" y="1326"/>
                </a:lnTo>
                <a:lnTo>
                  <a:pt x="7327" y="1326"/>
                </a:lnTo>
                <a:lnTo>
                  <a:pt x="7326" y="1325"/>
                </a:lnTo>
                <a:lnTo>
                  <a:pt x="7325" y="1325"/>
                </a:lnTo>
                <a:lnTo>
                  <a:pt x="7324" y="1324"/>
                </a:lnTo>
                <a:lnTo>
                  <a:pt x="7323" y="1324"/>
                </a:lnTo>
                <a:lnTo>
                  <a:pt x="7322" y="1323"/>
                </a:lnTo>
                <a:lnTo>
                  <a:pt x="7321" y="1323"/>
                </a:lnTo>
                <a:lnTo>
                  <a:pt x="7320" y="1322"/>
                </a:lnTo>
                <a:lnTo>
                  <a:pt x="7319" y="1322"/>
                </a:lnTo>
                <a:lnTo>
                  <a:pt x="7319" y="1321"/>
                </a:lnTo>
                <a:lnTo>
                  <a:pt x="7318" y="1321"/>
                </a:lnTo>
                <a:lnTo>
                  <a:pt x="7317" y="1321"/>
                </a:lnTo>
                <a:lnTo>
                  <a:pt x="7317" y="1320"/>
                </a:lnTo>
                <a:lnTo>
                  <a:pt x="7316" y="1320"/>
                </a:lnTo>
                <a:lnTo>
                  <a:pt x="7315" y="1320"/>
                </a:lnTo>
                <a:lnTo>
                  <a:pt x="7314" y="1319"/>
                </a:lnTo>
                <a:lnTo>
                  <a:pt x="7313" y="1319"/>
                </a:lnTo>
                <a:lnTo>
                  <a:pt x="7313" y="1318"/>
                </a:lnTo>
                <a:lnTo>
                  <a:pt x="7312" y="1318"/>
                </a:lnTo>
                <a:lnTo>
                  <a:pt x="7311" y="1318"/>
                </a:lnTo>
                <a:lnTo>
                  <a:pt x="7311" y="1317"/>
                </a:lnTo>
                <a:lnTo>
                  <a:pt x="7310" y="1317"/>
                </a:lnTo>
                <a:lnTo>
                  <a:pt x="7309" y="1316"/>
                </a:lnTo>
                <a:lnTo>
                  <a:pt x="7308" y="1316"/>
                </a:lnTo>
                <a:lnTo>
                  <a:pt x="7307" y="1316"/>
                </a:lnTo>
                <a:lnTo>
                  <a:pt x="7307" y="1315"/>
                </a:lnTo>
                <a:lnTo>
                  <a:pt x="7306" y="1315"/>
                </a:lnTo>
                <a:lnTo>
                  <a:pt x="7305" y="1314"/>
                </a:lnTo>
                <a:lnTo>
                  <a:pt x="7304" y="1314"/>
                </a:lnTo>
                <a:lnTo>
                  <a:pt x="7303" y="1313"/>
                </a:lnTo>
                <a:lnTo>
                  <a:pt x="7302" y="1313"/>
                </a:lnTo>
                <a:lnTo>
                  <a:pt x="7301" y="1312"/>
                </a:lnTo>
                <a:lnTo>
                  <a:pt x="7300" y="1312"/>
                </a:lnTo>
                <a:lnTo>
                  <a:pt x="7299" y="1311"/>
                </a:lnTo>
                <a:lnTo>
                  <a:pt x="7298" y="1311"/>
                </a:lnTo>
                <a:lnTo>
                  <a:pt x="7297" y="1310"/>
                </a:lnTo>
                <a:lnTo>
                  <a:pt x="7296" y="1310"/>
                </a:lnTo>
                <a:lnTo>
                  <a:pt x="7296" y="1309"/>
                </a:lnTo>
                <a:lnTo>
                  <a:pt x="7295" y="1309"/>
                </a:lnTo>
                <a:lnTo>
                  <a:pt x="7294" y="1309"/>
                </a:lnTo>
                <a:lnTo>
                  <a:pt x="7294" y="1308"/>
                </a:lnTo>
                <a:lnTo>
                  <a:pt x="7293" y="1308"/>
                </a:lnTo>
                <a:lnTo>
                  <a:pt x="7292" y="1308"/>
                </a:lnTo>
                <a:lnTo>
                  <a:pt x="7291" y="1307"/>
                </a:lnTo>
                <a:lnTo>
                  <a:pt x="7290" y="1307"/>
                </a:lnTo>
                <a:lnTo>
                  <a:pt x="7290" y="1306"/>
                </a:lnTo>
                <a:lnTo>
                  <a:pt x="7289" y="1306"/>
                </a:lnTo>
                <a:lnTo>
                  <a:pt x="7288" y="1305"/>
                </a:lnTo>
                <a:lnTo>
                  <a:pt x="7287" y="1305"/>
                </a:lnTo>
                <a:lnTo>
                  <a:pt x="7286" y="1304"/>
                </a:lnTo>
                <a:lnTo>
                  <a:pt x="7285" y="1304"/>
                </a:lnTo>
                <a:lnTo>
                  <a:pt x="7284" y="1304"/>
                </a:lnTo>
                <a:lnTo>
                  <a:pt x="7284" y="1303"/>
                </a:lnTo>
                <a:lnTo>
                  <a:pt x="7283" y="1303"/>
                </a:lnTo>
                <a:lnTo>
                  <a:pt x="7282" y="1302"/>
                </a:lnTo>
                <a:lnTo>
                  <a:pt x="7281" y="1302"/>
                </a:lnTo>
                <a:lnTo>
                  <a:pt x="7280" y="1301"/>
                </a:lnTo>
                <a:lnTo>
                  <a:pt x="7279" y="1301"/>
                </a:lnTo>
                <a:lnTo>
                  <a:pt x="7279" y="1300"/>
                </a:lnTo>
                <a:lnTo>
                  <a:pt x="7278" y="1300"/>
                </a:lnTo>
                <a:lnTo>
                  <a:pt x="7277" y="1300"/>
                </a:lnTo>
                <a:lnTo>
                  <a:pt x="7276" y="1299"/>
                </a:lnTo>
                <a:lnTo>
                  <a:pt x="7275" y="1299"/>
                </a:lnTo>
                <a:lnTo>
                  <a:pt x="7274" y="1298"/>
                </a:lnTo>
                <a:lnTo>
                  <a:pt x="7273" y="1298"/>
                </a:lnTo>
                <a:lnTo>
                  <a:pt x="7273" y="1297"/>
                </a:lnTo>
                <a:lnTo>
                  <a:pt x="7272" y="1297"/>
                </a:lnTo>
                <a:lnTo>
                  <a:pt x="7271" y="1296"/>
                </a:lnTo>
                <a:lnTo>
                  <a:pt x="7270" y="1296"/>
                </a:lnTo>
                <a:lnTo>
                  <a:pt x="7269" y="1296"/>
                </a:lnTo>
                <a:lnTo>
                  <a:pt x="7269" y="1295"/>
                </a:lnTo>
                <a:lnTo>
                  <a:pt x="7268" y="1295"/>
                </a:lnTo>
                <a:lnTo>
                  <a:pt x="7267" y="1295"/>
                </a:lnTo>
                <a:lnTo>
                  <a:pt x="7267" y="1294"/>
                </a:lnTo>
                <a:lnTo>
                  <a:pt x="7266" y="1294"/>
                </a:lnTo>
                <a:lnTo>
                  <a:pt x="7265" y="1293"/>
                </a:lnTo>
                <a:lnTo>
                  <a:pt x="7264" y="1293"/>
                </a:lnTo>
                <a:lnTo>
                  <a:pt x="7263" y="1292"/>
                </a:lnTo>
                <a:lnTo>
                  <a:pt x="7262" y="1292"/>
                </a:lnTo>
                <a:lnTo>
                  <a:pt x="7261" y="1291"/>
                </a:lnTo>
                <a:lnTo>
                  <a:pt x="7260" y="1291"/>
                </a:lnTo>
                <a:lnTo>
                  <a:pt x="7259" y="1290"/>
                </a:lnTo>
                <a:lnTo>
                  <a:pt x="7258" y="1290"/>
                </a:lnTo>
                <a:lnTo>
                  <a:pt x="7257" y="1289"/>
                </a:lnTo>
                <a:lnTo>
                  <a:pt x="7256" y="1289"/>
                </a:lnTo>
                <a:lnTo>
                  <a:pt x="7256" y="1288"/>
                </a:lnTo>
                <a:lnTo>
                  <a:pt x="7255" y="1288"/>
                </a:lnTo>
                <a:lnTo>
                  <a:pt x="7254" y="1288"/>
                </a:lnTo>
                <a:lnTo>
                  <a:pt x="7253" y="1287"/>
                </a:lnTo>
                <a:lnTo>
                  <a:pt x="7252" y="1287"/>
                </a:lnTo>
                <a:lnTo>
                  <a:pt x="7252" y="1286"/>
                </a:lnTo>
                <a:lnTo>
                  <a:pt x="7251" y="1286"/>
                </a:lnTo>
                <a:lnTo>
                  <a:pt x="7250" y="1286"/>
                </a:lnTo>
                <a:lnTo>
                  <a:pt x="7250" y="1285"/>
                </a:lnTo>
                <a:lnTo>
                  <a:pt x="7249" y="1285"/>
                </a:lnTo>
                <a:lnTo>
                  <a:pt x="7248" y="1284"/>
                </a:lnTo>
                <a:lnTo>
                  <a:pt x="7247" y="1284"/>
                </a:lnTo>
                <a:lnTo>
                  <a:pt x="7246" y="1284"/>
                </a:lnTo>
                <a:lnTo>
                  <a:pt x="7246" y="1283"/>
                </a:lnTo>
                <a:lnTo>
                  <a:pt x="7245" y="1283"/>
                </a:lnTo>
                <a:lnTo>
                  <a:pt x="7244" y="1283"/>
                </a:lnTo>
                <a:lnTo>
                  <a:pt x="7244" y="1282"/>
                </a:lnTo>
                <a:lnTo>
                  <a:pt x="7243" y="1282"/>
                </a:lnTo>
                <a:lnTo>
                  <a:pt x="7242" y="1281"/>
                </a:lnTo>
                <a:lnTo>
                  <a:pt x="7241" y="1281"/>
                </a:lnTo>
                <a:lnTo>
                  <a:pt x="7240" y="1280"/>
                </a:lnTo>
                <a:lnTo>
                  <a:pt x="7239" y="1280"/>
                </a:lnTo>
                <a:lnTo>
                  <a:pt x="7238" y="1279"/>
                </a:lnTo>
                <a:lnTo>
                  <a:pt x="7237" y="1279"/>
                </a:lnTo>
                <a:lnTo>
                  <a:pt x="7236" y="1278"/>
                </a:lnTo>
                <a:lnTo>
                  <a:pt x="7235" y="1278"/>
                </a:lnTo>
                <a:lnTo>
                  <a:pt x="7234" y="1277"/>
                </a:lnTo>
                <a:lnTo>
                  <a:pt x="7233" y="1277"/>
                </a:lnTo>
                <a:lnTo>
                  <a:pt x="7233" y="1276"/>
                </a:lnTo>
                <a:lnTo>
                  <a:pt x="7232" y="1276"/>
                </a:lnTo>
                <a:lnTo>
                  <a:pt x="7231" y="1276"/>
                </a:lnTo>
                <a:lnTo>
                  <a:pt x="7230" y="1275"/>
                </a:lnTo>
                <a:lnTo>
                  <a:pt x="7229" y="1275"/>
                </a:lnTo>
                <a:lnTo>
                  <a:pt x="7229" y="1274"/>
                </a:lnTo>
                <a:lnTo>
                  <a:pt x="7228" y="1274"/>
                </a:lnTo>
                <a:lnTo>
                  <a:pt x="7227" y="1274"/>
                </a:lnTo>
                <a:lnTo>
                  <a:pt x="7227" y="1273"/>
                </a:lnTo>
                <a:lnTo>
                  <a:pt x="7226" y="1273"/>
                </a:lnTo>
                <a:lnTo>
                  <a:pt x="7225" y="1272"/>
                </a:lnTo>
                <a:lnTo>
                  <a:pt x="7224" y="1272"/>
                </a:lnTo>
                <a:lnTo>
                  <a:pt x="7223" y="1272"/>
                </a:lnTo>
                <a:lnTo>
                  <a:pt x="7223" y="1271"/>
                </a:lnTo>
                <a:lnTo>
                  <a:pt x="7222" y="1271"/>
                </a:lnTo>
                <a:lnTo>
                  <a:pt x="7221" y="1270"/>
                </a:lnTo>
                <a:lnTo>
                  <a:pt x="7220" y="1270"/>
                </a:lnTo>
                <a:lnTo>
                  <a:pt x="7219" y="1269"/>
                </a:lnTo>
                <a:lnTo>
                  <a:pt x="7218" y="1269"/>
                </a:lnTo>
                <a:lnTo>
                  <a:pt x="7217" y="1268"/>
                </a:lnTo>
                <a:lnTo>
                  <a:pt x="7216" y="1268"/>
                </a:lnTo>
                <a:lnTo>
                  <a:pt x="7215" y="1267"/>
                </a:lnTo>
                <a:lnTo>
                  <a:pt x="7214" y="1267"/>
                </a:lnTo>
                <a:lnTo>
                  <a:pt x="7213" y="1266"/>
                </a:lnTo>
                <a:lnTo>
                  <a:pt x="7212" y="1266"/>
                </a:lnTo>
                <a:lnTo>
                  <a:pt x="7212" y="1265"/>
                </a:lnTo>
                <a:lnTo>
                  <a:pt x="7211" y="1265"/>
                </a:lnTo>
                <a:lnTo>
                  <a:pt x="7210" y="1265"/>
                </a:lnTo>
                <a:lnTo>
                  <a:pt x="7210" y="1264"/>
                </a:lnTo>
                <a:lnTo>
                  <a:pt x="7209" y="1264"/>
                </a:lnTo>
                <a:lnTo>
                  <a:pt x="7208" y="1264"/>
                </a:lnTo>
                <a:lnTo>
                  <a:pt x="7207" y="1263"/>
                </a:lnTo>
                <a:lnTo>
                  <a:pt x="7206" y="1263"/>
                </a:lnTo>
                <a:lnTo>
                  <a:pt x="7206" y="1262"/>
                </a:lnTo>
                <a:lnTo>
                  <a:pt x="7205" y="1262"/>
                </a:lnTo>
                <a:lnTo>
                  <a:pt x="7204" y="1261"/>
                </a:lnTo>
                <a:lnTo>
                  <a:pt x="7203" y="1261"/>
                </a:lnTo>
                <a:lnTo>
                  <a:pt x="7202" y="1260"/>
                </a:lnTo>
                <a:lnTo>
                  <a:pt x="7201" y="1260"/>
                </a:lnTo>
                <a:lnTo>
                  <a:pt x="7200" y="1260"/>
                </a:lnTo>
                <a:lnTo>
                  <a:pt x="7200" y="1259"/>
                </a:lnTo>
                <a:lnTo>
                  <a:pt x="7199" y="1259"/>
                </a:lnTo>
                <a:lnTo>
                  <a:pt x="7198" y="1258"/>
                </a:lnTo>
                <a:lnTo>
                  <a:pt x="7197" y="1258"/>
                </a:lnTo>
                <a:lnTo>
                  <a:pt x="7196" y="1257"/>
                </a:lnTo>
                <a:lnTo>
                  <a:pt x="7195" y="1257"/>
                </a:lnTo>
                <a:lnTo>
                  <a:pt x="7195" y="1256"/>
                </a:lnTo>
                <a:lnTo>
                  <a:pt x="7194" y="1256"/>
                </a:lnTo>
                <a:lnTo>
                  <a:pt x="7193" y="1256"/>
                </a:lnTo>
                <a:lnTo>
                  <a:pt x="7192" y="1255"/>
                </a:lnTo>
                <a:lnTo>
                  <a:pt x="7191" y="1255"/>
                </a:lnTo>
                <a:lnTo>
                  <a:pt x="7190" y="1254"/>
                </a:lnTo>
                <a:lnTo>
                  <a:pt x="7189" y="1254"/>
                </a:lnTo>
                <a:lnTo>
                  <a:pt x="7189" y="1253"/>
                </a:lnTo>
                <a:lnTo>
                  <a:pt x="7188" y="1253"/>
                </a:lnTo>
                <a:lnTo>
                  <a:pt x="7187" y="1253"/>
                </a:lnTo>
                <a:lnTo>
                  <a:pt x="7187" y="1252"/>
                </a:lnTo>
                <a:lnTo>
                  <a:pt x="7186" y="1252"/>
                </a:lnTo>
                <a:lnTo>
                  <a:pt x="7185" y="1252"/>
                </a:lnTo>
                <a:lnTo>
                  <a:pt x="7185" y="1251"/>
                </a:lnTo>
                <a:lnTo>
                  <a:pt x="7184" y="1251"/>
                </a:lnTo>
                <a:lnTo>
                  <a:pt x="7183" y="1251"/>
                </a:lnTo>
                <a:lnTo>
                  <a:pt x="7183" y="1250"/>
                </a:lnTo>
                <a:lnTo>
                  <a:pt x="7182" y="1250"/>
                </a:lnTo>
                <a:lnTo>
                  <a:pt x="7181" y="1249"/>
                </a:lnTo>
                <a:lnTo>
                  <a:pt x="7180" y="1249"/>
                </a:lnTo>
                <a:lnTo>
                  <a:pt x="7179" y="1248"/>
                </a:lnTo>
                <a:lnTo>
                  <a:pt x="7178" y="1248"/>
                </a:lnTo>
                <a:lnTo>
                  <a:pt x="7177" y="1248"/>
                </a:lnTo>
                <a:lnTo>
                  <a:pt x="7177" y="1247"/>
                </a:lnTo>
                <a:lnTo>
                  <a:pt x="7176" y="1247"/>
                </a:lnTo>
                <a:lnTo>
                  <a:pt x="7175" y="1246"/>
                </a:lnTo>
                <a:lnTo>
                  <a:pt x="7174" y="1246"/>
                </a:lnTo>
                <a:lnTo>
                  <a:pt x="7173" y="1245"/>
                </a:lnTo>
                <a:lnTo>
                  <a:pt x="7172" y="1245"/>
                </a:lnTo>
                <a:lnTo>
                  <a:pt x="7172" y="1244"/>
                </a:lnTo>
                <a:lnTo>
                  <a:pt x="7171" y="1244"/>
                </a:lnTo>
                <a:lnTo>
                  <a:pt x="7170" y="1244"/>
                </a:lnTo>
                <a:lnTo>
                  <a:pt x="7169" y="1243"/>
                </a:lnTo>
                <a:lnTo>
                  <a:pt x="7168" y="1243"/>
                </a:lnTo>
                <a:lnTo>
                  <a:pt x="7167" y="1242"/>
                </a:lnTo>
                <a:lnTo>
                  <a:pt x="7166" y="1242"/>
                </a:lnTo>
                <a:lnTo>
                  <a:pt x="7166" y="1241"/>
                </a:lnTo>
                <a:lnTo>
                  <a:pt x="7165" y="1241"/>
                </a:lnTo>
                <a:lnTo>
                  <a:pt x="7164" y="1240"/>
                </a:lnTo>
                <a:lnTo>
                  <a:pt x="7163" y="1240"/>
                </a:lnTo>
                <a:lnTo>
                  <a:pt x="7162" y="1240"/>
                </a:lnTo>
                <a:lnTo>
                  <a:pt x="7162" y="1239"/>
                </a:lnTo>
                <a:lnTo>
                  <a:pt x="7161" y="1239"/>
                </a:lnTo>
                <a:lnTo>
                  <a:pt x="7160" y="1239"/>
                </a:lnTo>
                <a:lnTo>
                  <a:pt x="7160" y="1238"/>
                </a:lnTo>
                <a:lnTo>
                  <a:pt x="7159" y="1238"/>
                </a:lnTo>
                <a:lnTo>
                  <a:pt x="7158" y="1237"/>
                </a:lnTo>
                <a:lnTo>
                  <a:pt x="7157" y="1237"/>
                </a:lnTo>
                <a:lnTo>
                  <a:pt x="7156" y="1236"/>
                </a:lnTo>
                <a:lnTo>
                  <a:pt x="7155" y="1236"/>
                </a:lnTo>
                <a:lnTo>
                  <a:pt x="7154" y="1235"/>
                </a:lnTo>
                <a:lnTo>
                  <a:pt x="7153" y="1235"/>
                </a:lnTo>
                <a:lnTo>
                  <a:pt x="7152" y="1234"/>
                </a:lnTo>
                <a:lnTo>
                  <a:pt x="7151" y="1234"/>
                </a:lnTo>
                <a:lnTo>
                  <a:pt x="7150" y="1233"/>
                </a:lnTo>
                <a:lnTo>
                  <a:pt x="7149" y="1233"/>
                </a:lnTo>
                <a:lnTo>
                  <a:pt x="7149" y="1232"/>
                </a:lnTo>
                <a:lnTo>
                  <a:pt x="7148" y="1232"/>
                </a:lnTo>
                <a:lnTo>
                  <a:pt x="7147" y="1232"/>
                </a:lnTo>
                <a:lnTo>
                  <a:pt x="7146" y="1231"/>
                </a:lnTo>
                <a:lnTo>
                  <a:pt x="7145" y="1231"/>
                </a:lnTo>
                <a:lnTo>
                  <a:pt x="7145" y="1230"/>
                </a:lnTo>
                <a:lnTo>
                  <a:pt x="7144" y="1230"/>
                </a:lnTo>
                <a:lnTo>
                  <a:pt x="7143" y="1230"/>
                </a:lnTo>
                <a:lnTo>
                  <a:pt x="7143" y="1229"/>
                </a:lnTo>
                <a:lnTo>
                  <a:pt x="7142" y="1229"/>
                </a:lnTo>
                <a:lnTo>
                  <a:pt x="7141" y="1228"/>
                </a:lnTo>
                <a:lnTo>
                  <a:pt x="7140" y="1228"/>
                </a:lnTo>
                <a:lnTo>
                  <a:pt x="7139" y="1228"/>
                </a:lnTo>
                <a:lnTo>
                  <a:pt x="7139" y="1227"/>
                </a:lnTo>
                <a:lnTo>
                  <a:pt x="7138" y="1227"/>
                </a:lnTo>
                <a:lnTo>
                  <a:pt x="7137" y="1226"/>
                </a:lnTo>
                <a:lnTo>
                  <a:pt x="7136" y="1226"/>
                </a:lnTo>
                <a:lnTo>
                  <a:pt x="7135" y="1225"/>
                </a:lnTo>
                <a:lnTo>
                  <a:pt x="7134" y="1225"/>
                </a:lnTo>
                <a:lnTo>
                  <a:pt x="7133" y="1224"/>
                </a:lnTo>
                <a:lnTo>
                  <a:pt x="7132" y="1224"/>
                </a:lnTo>
                <a:lnTo>
                  <a:pt x="7132" y="1232"/>
                </a:lnTo>
                <a:lnTo>
                  <a:pt x="7131" y="1231"/>
                </a:lnTo>
                <a:lnTo>
                  <a:pt x="7130" y="1231"/>
                </a:lnTo>
                <a:lnTo>
                  <a:pt x="7129" y="1230"/>
                </a:lnTo>
                <a:lnTo>
                  <a:pt x="7128" y="1230"/>
                </a:lnTo>
                <a:lnTo>
                  <a:pt x="7127" y="1229"/>
                </a:lnTo>
                <a:lnTo>
                  <a:pt x="7126" y="1229"/>
                </a:lnTo>
                <a:lnTo>
                  <a:pt x="7125" y="1228"/>
                </a:lnTo>
                <a:lnTo>
                  <a:pt x="7124" y="1228"/>
                </a:lnTo>
                <a:lnTo>
                  <a:pt x="7123" y="1227"/>
                </a:lnTo>
                <a:lnTo>
                  <a:pt x="7122" y="1227"/>
                </a:lnTo>
                <a:lnTo>
                  <a:pt x="7122" y="1226"/>
                </a:lnTo>
                <a:lnTo>
                  <a:pt x="7121" y="1226"/>
                </a:lnTo>
                <a:lnTo>
                  <a:pt x="7120" y="1226"/>
                </a:lnTo>
                <a:lnTo>
                  <a:pt x="7119" y="1225"/>
                </a:lnTo>
                <a:lnTo>
                  <a:pt x="7118" y="1225"/>
                </a:lnTo>
                <a:lnTo>
                  <a:pt x="7118" y="1224"/>
                </a:lnTo>
                <a:lnTo>
                  <a:pt x="7117" y="1224"/>
                </a:lnTo>
                <a:lnTo>
                  <a:pt x="7116" y="1224"/>
                </a:lnTo>
                <a:lnTo>
                  <a:pt x="7116" y="1223"/>
                </a:lnTo>
                <a:lnTo>
                  <a:pt x="7115" y="1223"/>
                </a:lnTo>
                <a:lnTo>
                  <a:pt x="7114" y="1222"/>
                </a:lnTo>
                <a:lnTo>
                  <a:pt x="7113" y="1222"/>
                </a:lnTo>
                <a:lnTo>
                  <a:pt x="7112" y="1222"/>
                </a:lnTo>
                <a:lnTo>
                  <a:pt x="7112" y="1221"/>
                </a:lnTo>
                <a:lnTo>
                  <a:pt x="7111" y="1221"/>
                </a:lnTo>
                <a:lnTo>
                  <a:pt x="7110" y="1221"/>
                </a:lnTo>
                <a:lnTo>
                  <a:pt x="7110" y="1220"/>
                </a:lnTo>
                <a:lnTo>
                  <a:pt x="7109" y="1220"/>
                </a:lnTo>
                <a:lnTo>
                  <a:pt x="7108" y="1219"/>
                </a:lnTo>
                <a:lnTo>
                  <a:pt x="7107" y="1219"/>
                </a:lnTo>
                <a:lnTo>
                  <a:pt x="7106" y="1218"/>
                </a:lnTo>
                <a:lnTo>
                  <a:pt x="7105" y="1218"/>
                </a:lnTo>
                <a:lnTo>
                  <a:pt x="7104" y="1217"/>
                </a:lnTo>
                <a:lnTo>
                  <a:pt x="7103" y="1217"/>
                </a:lnTo>
                <a:lnTo>
                  <a:pt x="7102" y="1216"/>
                </a:lnTo>
                <a:lnTo>
                  <a:pt x="7101" y="1216"/>
                </a:lnTo>
                <a:lnTo>
                  <a:pt x="7101" y="1215"/>
                </a:lnTo>
                <a:lnTo>
                  <a:pt x="7100" y="1215"/>
                </a:lnTo>
                <a:lnTo>
                  <a:pt x="7099" y="1215"/>
                </a:lnTo>
                <a:lnTo>
                  <a:pt x="7099" y="1214"/>
                </a:lnTo>
                <a:lnTo>
                  <a:pt x="7098" y="1214"/>
                </a:lnTo>
                <a:lnTo>
                  <a:pt x="7097" y="1214"/>
                </a:lnTo>
                <a:lnTo>
                  <a:pt x="7096" y="1213"/>
                </a:lnTo>
                <a:lnTo>
                  <a:pt x="7095" y="1213"/>
                </a:lnTo>
                <a:lnTo>
                  <a:pt x="7095" y="1212"/>
                </a:lnTo>
                <a:lnTo>
                  <a:pt x="7094" y="1212"/>
                </a:lnTo>
                <a:lnTo>
                  <a:pt x="7093" y="1212"/>
                </a:lnTo>
                <a:lnTo>
                  <a:pt x="7093" y="1211"/>
                </a:lnTo>
                <a:lnTo>
                  <a:pt x="7092" y="1211"/>
                </a:lnTo>
                <a:lnTo>
                  <a:pt x="7091" y="1210"/>
                </a:lnTo>
                <a:lnTo>
                  <a:pt x="7090" y="1210"/>
                </a:lnTo>
                <a:lnTo>
                  <a:pt x="7089" y="1210"/>
                </a:lnTo>
                <a:lnTo>
                  <a:pt x="7089" y="1209"/>
                </a:lnTo>
                <a:lnTo>
                  <a:pt x="7088" y="1209"/>
                </a:lnTo>
                <a:lnTo>
                  <a:pt x="7087" y="1208"/>
                </a:lnTo>
                <a:lnTo>
                  <a:pt x="7086" y="1208"/>
                </a:lnTo>
                <a:lnTo>
                  <a:pt x="7085" y="1207"/>
                </a:lnTo>
                <a:lnTo>
                  <a:pt x="7084" y="1207"/>
                </a:lnTo>
                <a:lnTo>
                  <a:pt x="7083" y="1206"/>
                </a:lnTo>
                <a:lnTo>
                  <a:pt x="7082" y="1206"/>
                </a:lnTo>
                <a:lnTo>
                  <a:pt x="7081" y="1205"/>
                </a:lnTo>
                <a:lnTo>
                  <a:pt x="7080" y="1205"/>
                </a:lnTo>
                <a:lnTo>
                  <a:pt x="7079" y="1204"/>
                </a:lnTo>
                <a:lnTo>
                  <a:pt x="7078" y="1204"/>
                </a:lnTo>
                <a:lnTo>
                  <a:pt x="7078" y="1203"/>
                </a:lnTo>
                <a:lnTo>
                  <a:pt x="7077" y="1203"/>
                </a:lnTo>
                <a:lnTo>
                  <a:pt x="7076" y="1203"/>
                </a:lnTo>
                <a:lnTo>
                  <a:pt x="7076" y="1202"/>
                </a:lnTo>
                <a:lnTo>
                  <a:pt x="7075" y="1202"/>
                </a:lnTo>
                <a:lnTo>
                  <a:pt x="7074" y="1202"/>
                </a:lnTo>
                <a:lnTo>
                  <a:pt x="7073" y="1201"/>
                </a:lnTo>
                <a:lnTo>
                  <a:pt x="7072" y="1201"/>
                </a:lnTo>
                <a:lnTo>
                  <a:pt x="7072" y="1200"/>
                </a:lnTo>
                <a:lnTo>
                  <a:pt x="7071" y="1200"/>
                </a:lnTo>
                <a:lnTo>
                  <a:pt x="7070" y="1199"/>
                </a:lnTo>
                <a:lnTo>
                  <a:pt x="7069" y="1199"/>
                </a:lnTo>
                <a:lnTo>
                  <a:pt x="7068" y="1198"/>
                </a:lnTo>
                <a:lnTo>
                  <a:pt x="7067" y="1198"/>
                </a:lnTo>
                <a:lnTo>
                  <a:pt x="7066" y="1197"/>
                </a:lnTo>
                <a:lnTo>
                  <a:pt x="7065" y="1197"/>
                </a:lnTo>
                <a:lnTo>
                  <a:pt x="7064" y="1196"/>
                </a:lnTo>
                <a:lnTo>
                  <a:pt x="7063" y="1196"/>
                </a:lnTo>
                <a:lnTo>
                  <a:pt x="7062" y="1195"/>
                </a:lnTo>
                <a:lnTo>
                  <a:pt x="7061" y="1195"/>
                </a:lnTo>
                <a:lnTo>
                  <a:pt x="7061" y="1194"/>
                </a:lnTo>
                <a:lnTo>
                  <a:pt x="7060" y="1194"/>
                </a:lnTo>
                <a:lnTo>
                  <a:pt x="7059" y="1194"/>
                </a:lnTo>
                <a:lnTo>
                  <a:pt x="7059" y="1193"/>
                </a:lnTo>
                <a:lnTo>
                  <a:pt x="7058" y="1193"/>
                </a:lnTo>
                <a:lnTo>
                  <a:pt x="7057" y="1193"/>
                </a:lnTo>
                <a:lnTo>
                  <a:pt x="7056" y="1192"/>
                </a:lnTo>
                <a:lnTo>
                  <a:pt x="7055" y="1192"/>
                </a:lnTo>
                <a:lnTo>
                  <a:pt x="7055" y="1191"/>
                </a:lnTo>
                <a:lnTo>
                  <a:pt x="7054" y="1191"/>
                </a:lnTo>
                <a:lnTo>
                  <a:pt x="7053" y="1191"/>
                </a:lnTo>
                <a:lnTo>
                  <a:pt x="7053" y="1190"/>
                </a:lnTo>
                <a:lnTo>
                  <a:pt x="7052" y="1190"/>
                </a:lnTo>
                <a:lnTo>
                  <a:pt x="7051" y="1189"/>
                </a:lnTo>
                <a:lnTo>
                  <a:pt x="7050" y="1189"/>
                </a:lnTo>
                <a:lnTo>
                  <a:pt x="7049" y="1189"/>
                </a:lnTo>
                <a:lnTo>
                  <a:pt x="7049" y="1188"/>
                </a:lnTo>
                <a:lnTo>
                  <a:pt x="7048" y="1188"/>
                </a:lnTo>
                <a:lnTo>
                  <a:pt x="7047" y="1187"/>
                </a:lnTo>
                <a:lnTo>
                  <a:pt x="7046" y="1187"/>
                </a:lnTo>
                <a:lnTo>
                  <a:pt x="7045" y="1186"/>
                </a:lnTo>
                <a:lnTo>
                  <a:pt x="7044" y="1186"/>
                </a:lnTo>
                <a:lnTo>
                  <a:pt x="7043" y="1185"/>
                </a:lnTo>
                <a:lnTo>
                  <a:pt x="7042" y="1185"/>
                </a:lnTo>
                <a:lnTo>
                  <a:pt x="7041" y="1184"/>
                </a:lnTo>
                <a:lnTo>
                  <a:pt x="7040" y="1184"/>
                </a:lnTo>
                <a:lnTo>
                  <a:pt x="7039" y="1183"/>
                </a:lnTo>
                <a:lnTo>
                  <a:pt x="7038" y="1183"/>
                </a:lnTo>
                <a:lnTo>
                  <a:pt x="7038" y="1182"/>
                </a:lnTo>
                <a:lnTo>
                  <a:pt x="7037" y="1182"/>
                </a:lnTo>
                <a:lnTo>
                  <a:pt x="7036" y="1182"/>
                </a:lnTo>
                <a:lnTo>
                  <a:pt x="7036" y="1181"/>
                </a:lnTo>
                <a:lnTo>
                  <a:pt x="7035" y="1181"/>
                </a:lnTo>
                <a:lnTo>
                  <a:pt x="7034" y="1181"/>
                </a:lnTo>
                <a:lnTo>
                  <a:pt x="7034" y="1180"/>
                </a:lnTo>
                <a:lnTo>
                  <a:pt x="7033" y="1180"/>
                </a:lnTo>
                <a:lnTo>
                  <a:pt x="7032" y="1180"/>
                </a:lnTo>
                <a:lnTo>
                  <a:pt x="7032" y="1179"/>
                </a:lnTo>
                <a:lnTo>
                  <a:pt x="7031" y="1179"/>
                </a:lnTo>
                <a:lnTo>
                  <a:pt x="7030" y="1178"/>
                </a:lnTo>
                <a:lnTo>
                  <a:pt x="7029" y="1178"/>
                </a:lnTo>
                <a:lnTo>
                  <a:pt x="7028" y="1177"/>
                </a:lnTo>
                <a:lnTo>
                  <a:pt x="7027" y="1177"/>
                </a:lnTo>
                <a:lnTo>
                  <a:pt x="7026" y="1177"/>
                </a:lnTo>
                <a:lnTo>
                  <a:pt x="7026" y="1176"/>
                </a:lnTo>
                <a:lnTo>
                  <a:pt x="7025" y="1176"/>
                </a:lnTo>
                <a:lnTo>
                  <a:pt x="7024" y="1175"/>
                </a:lnTo>
                <a:lnTo>
                  <a:pt x="7023" y="1175"/>
                </a:lnTo>
                <a:lnTo>
                  <a:pt x="7022" y="1174"/>
                </a:lnTo>
                <a:lnTo>
                  <a:pt x="7021" y="1174"/>
                </a:lnTo>
                <a:lnTo>
                  <a:pt x="7021" y="1173"/>
                </a:lnTo>
                <a:lnTo>
                  <a:pt x="7020" y="1173"/>
                </a:lnTo>
                <a:lnTo>
                  <a:pt x="7019" y="1173"/>
                </a:lnTo>
                <a:lnTo>
                  <a:pt x="7018" y="1172"/>
                </a:lnTo>
                <a:lnTo>
                  <a:pt x="7017" y="1172"/>
                </a:lnTo>
                <a:lnTo>
                  <a:pt x="7016" y="1171"/>
                </a:lnTo>
                <a:lnTo>
                  <a:pt x="7015" y="1171"/>
                </a:lnTo>
                <a:lnTo>
                  <a:pt x="7015" y="1170"/>
                </a:lnTo>
                <a:lnTo>
                  <a:pt x="7014" y="1170"/>
                </a:lnTo>
                <a:lnTo>
                  <a:pt x="7013" y="1169"/>
                </a:lnTo>
                <a:lnTo>
                  <a:pt x="7012" y="1169"/>
                </a:lnTo>
                <a:lnTo>
                  <a:pt x="7011" y="1169"/>
                </a:lnTo>
                <a:lnTo>
                  <a:pt x="7011" y="1175"/>
                </a:lnTo>
                <a:lnTo>
                  <a:pt x="7010" y="1175"/>
                </a:lnTo>
                <a:lnTo>
                  <a:pt x="7009" y="1175"/>
                </a:lnTo>
                <a:lnTo>
                  <a:pt x="7009" y="1174"/>
                </a:lnTo>
                <a:lnTo>
                  <a:pt x="7008" y="1174"/>
                </a:lnTo>
                <a:lnTo>
                  <a:pt x="7007" y="1173"/>
                </a:lnTo>
                <a:lnTo>
                  <a:pt x="7006" y="1173"/>
                </a:lnTo>
                <a:lnTo>
                  <a:pt x="7005" y="1172"/>
                </a:lnTo>
                <a:lnTo>
                  <a:pt x="7004" y="1172"/>
                </a:lnTo>
                <a:lnTo>
                  <a:pt x="7003" y="1171"/>
                </a:lnTo>
                <a:lnTo>
                  <a:pt x="7002" y="1171"/>
                </a:lnTo>
                <a:lnTo>
                  <a:pt x="7001" y="1170"/>
                </a:lnTo>
                <a:lnTo>
                  <a:pt x="7000" y="1170"/>
                </a:lnTo>
                <a:lnTo>
                  <a:pt x="6999" y="1169"/>
                </a:lnTo>
                <a:lnTo>
                  <a:pt x="6998" y="1169"/>
                </a:lnTo>
                <a:lnTo>
                  <a:pt x="6998" y="1168"/>
                </a:lnTo>
                <a:lnTo>
                  <a:pt x="6997" y="1168"/>
                </a:lnTo>
                <a:lnTo>
                  <a:pt x="6996" y="1168"/>
                </a:lnTo>
                <a:lnTo>
                  <a:pt x="6995" y="1167"/>
                </a:lnTo>
                <a:lnTo>
                  <a:pt x="6994" y="1167"/>
                </a:lnTo>
                <a:lnTo>
                  <a:pt x="6994" y="1166"/>
                </a:lnTo>
                <a:lnTo>
                  <a:pt x="6993" y="1166"/>
                </a:lnTo>
                <a:lnTo>
                  <a:pt x="6992" y="1166"/>
                </a:lnTo>
                <a:lnTo>
                  <a:pt x="6992" y="1165"/>
                </a:lnTo>
                <a:lnTo>
                  <a:pt x="6991" y="1165"/>
                </a:lnTo>
                <a:lnTo>
                  <a:pt x="6990" y="1164"/>
                </a:lnTo>
                <a:lnTo>
                  <a:pt x="6989" y="1164"/>
                </a:lnTo>
                <a:lnTo>
                  <a:pt x="6988" y="1164"/>
                </a:lnTo>
                <a:lnTo>
                  <a:pt x="6988" y="1163"/>
                </a:lnTo>
                <a:lnTo>
                  <a:pt x="6987" y="1163"/>
                </a:lnTo>
                <a:lnTo>
                  <a:pt x="6986" y="1163"/>
                </a:lnTo>
                <a:lnTo>
                  <a:pt x="6986" y="1162"/>
                </a:lnTo>
                <a:lnTo>
                  <a:pt x="6985" y="1162"/>
                </a:lnTo>
                <a:lnTo>
                  <a:pt x="6984" y="1161"/>
                </a:lnTo>
                <a:lnTo>
                  <a:pt x="6983" y="1161"/>
                </a:lnTo>
                <a:lnTo>
                  <a:pt x="6982" y="1160"/>
                </a:lnTo>
                <a:lnTo>
                  <a:pt x="6981" y="1160"/>
                </a:lnTo>
                <a:lnTo>
                  <a:pt x="6980" y="1159"/>
                </a:lnTo>
                <a:lnTo>
                  <a:pt x="6979" y="1159"/>
                </a:lnTo>
                <a:lnTo>
                  <a:pt x="6978" y="1158"/>
                </a:lnTo>
                <a:lnTo>
                  <a:pt x="6977" y="1158"/>
                </a:lnTo>
                <a:lnTo>
                  <a:pt x="6976" y="1157"/>
                </a:lnTo>
                <a:lnTo>
                  <a:pt x="6975" y="1157"/>
                </a:lnTo>
                <a:lnTo>
                  <a:pt x="6975" y="1156"/>
                </a:lnTo>
                <a:lnTo>
                  <a:pt x="6974" y="1156"/>
                </a:lnTo>
                <a:lnTo>
                  <a:pt x="6973" y="1156"/>
                </a:lnTo>
                <a:lnTo>
                  <a:pt x="6972" y="1155"/>
                </a:lnTo>
                <a:lnTo>
                  <a:pt x="6971" y="1155"/>
                </a:lnTo>
                <a:lnTo>
                  <a:pt x="6971" y="1154"/>
                </a:lnTo>
                <a:lnTo>
                  <a:pt x="6970" y="1154"/>
                </a:lnTo>
                <a:lnTo>
                  <a:pt x="6969" y="1154"/>
                </a:lnTo>
                <a:lnTo>
                  <a:pt x="6969" y="1153"/>
                </a:lnTo>
                <a:lnTo>
                  <a:pt x="6968" y="1153"/>
                </a:lnTo>
                <a:lnTo>
                  <a:pt x="6967" y="1152"/>
                </a:lnTo>
                <a:lnTo>
                  <a:pt x="6966" y="1152"/>
                </a:lnTo>
                <a:lnTo>
                  <a:pt x="6965" y="1152"/>
                </a:lnTo>
                <a:lnTo>
                  <a:pt x="6965" y="1151"/>
                </a:lnTo>
                <a:lnTo>
                  <a:pt x="6964" y="1151"/>
                </a:lnTo>
                <a:lnTo>
                  <a:pt x="6963" y="1150"/>
                </a:lnTo>
                <a:lnTo>
                  <a:pt x="6962" y="1150"/>
                </a:lnTo>
                <a:lnTo>
                  <a:pt x="6961" y="1149"/>
                </a:lnTo>
                <a:lnTo>
                  <a:pt x="6960" y="1149"/>
                </a:lnTo>
                <a:lnTo>
                  <a:pt x="6959" y="1148"/>
                </a:lnTo>
                <a:lnTo>
                  <a:pt x="6958" y="1148"/>
                </a:lnTo>
                <a:lnTo>
                  <a:pt x="6957" y="1147"/>
                </a:lnTo>
                <a:lnTo>
                  <a:pt x="6956" y="1147"/>
                </a:lnTo>
                <a:lnTo>
                  <a:pt x="6955" y="1146"/>
                </a:lnTo>
                <a:lnTo>
                  <a:pt x="6954" y="1146"/>
                </a:lnTo>
                <a:lnTo>
                  <a:pt x="6954" y="1145"/>
                </a:lnTo>
                <a:lnTo>
                  <a:pt x="6953" y="1145"/>
                </a:lnTo>
                <a:lnTo>
                  <a:pt x="6952" y="1145"/>
                </a:lnTo>
                <a:lnTo>
                  <a:pt x="6952" y="1144"/>
                </a:lnTo>
                <a:lnTo>
                  <a:pt x="6951" y="1144"/>
                </a:lnTo>
                <a:lnTo>
                  <a:pt x="6950" y="1144"/>
                </a:lnTo>
                <a:lnTo>
                  <a:pt x="6949" y="1143"/>
                </a:lnTo>
                <a:lnTo>
                  <a:pt x="6948" y="1143"/>
                </a:lnTo>
                <a:lnTo>
                  <a:pt x="6948" y="1142"/>
                </a:lnTo>
                <a:lnTo>
                  <a:pt x="6947" y="1142"/>
                </a:lnTo>
                <a:lnTo>
                  <a:pt x="6946" y="1141"/>
                </a:lnTo>
                <a:lnTo>
                  <a:pt x="6945" y="1141"/>
                </a:lnTo>
                <a:lnTo>
                  <a:pt x="6944" y="1140"/>
                </a:lnTo>
                <a:lnTo>
                  <a:pt x="6943" y="1140"/>
                </a:lnTo>
                <a:lnTo>
                  <a:pt x="6942" y="1140"/>
                </a:lnTo>
                <a:lnTo>
                  <a:pt x="6942" y="1139"/>
                </a:lnTo>
                <a:lnTo>
                  <a:pt x="6941" y="1145"/>
                </a:lnTo>
                <a:lnTo>
                  <a:pt x="6940" y="1145"/>
                </a:lnTo>
                <a:lnTo>
                  <a:pt x="6939" y="1144"/>
                </a:lnTo>
                <a:lnTo>
                  <a:pt x="6938" y="1144"/>
                </a:lnTo>
                <a:lnTo>
                  <a:pt x="6938" y="1143"/>
                </a:lnTo>
                <a:lnTo>
                  <a:pt x="6937" y="1143"/>
                </a:lnTo>
                <a:lnTo>
                  <a:pt x="6936" y="1142"/>
                </a:lnTo>
                <a:lnTo>
                  <a:pt x="6935" y="1142"/>
                </a:lnTo>
                <a:lnTo>
                  <a:pt x="6934" y="1141"/>
                </a:lnTo>
                <a:lnTo>
                  <a:pt x="6933" y="1141"/>
                </a:lnTo>
                <a:lnTo>
                  <a:pt x="6932" y="1141"/>
                </a:lnTo>
                <a:lnTo>
                  <a:pt x="6932" y="1140"/>
                </a:lnTo>
                <a:lnTo>
                  <a:pt x="6931" y="1140"/>
                </a:lnTo>
                <a:lnTo>
                  <a:pt x="6930" y="1139"/>
                </a:lnTo>
                <a:lnTo>
                  <a:pt x="6929" y="1139"/>
                </a:lnTo>
                <a:lnTo>
                  <a:pt x="6928" y="1138"/>
                </a:lnTo>
                <a:lnTo>
                  <a:pt x="6927" y="1144"/>
                </a:lnTo>
                <a:lnTo>
                  <a:pt x="6926" y="1143"/>
                </a:lnTo>
                <a:lnTo>
                  <a:pt x="6925" y="1143"/>
                </a:lnTo>
                <a:lnTo>
                  <a:pt x="6924" y="1142"/>
                </a:lnTo>
                <a:lnTo>
                  <a:pt x="6923" y="1142"/>
                </a:lnTo>
                <a:lnTo>
                  <a:pt x="6922" y="1141"/>
                </a:lnTo>
                <a:lnTo>
                  <a:pt x="6921" y="1141"/>
                </a:lnTo>
                <a:lnTo>
                  <a:pt x="6921" y="1140"/>
                </a:lnTo>
                <a:lnTo>
                  <a:pt x="6920" y="1140"/>
                </a:lnTo>
                <a:lnTo>
                  <a:pt x="6919" y="1146"/>
                </a:lnTo>
                <a:lnTo>
                  <a:pt x="6918" y="1145"/>
                </a:lnTo>
                <a:lnTo>
                  <a:pt x="6918" y="1151"/>
                </a:lnTo>
                <a:lnTo>
                  <a:pt x="6917" y="1151"/>
                </a:lnTo>
                <a:lnTo>
                  <a:pt x="6917" y="1150"/>
                </a:lnTo>
                <a:lnTo>
                  <a:pt x="6916" y="1150"/>
                </a:lnTo>
                <a:lnTo>
                  <a:pt x="6915" y="1150"/>
                </a:lnTo>
                <a:lnTo>
                  <a:pt x="6915" y="1149"/>
                </a:lnTo>
                <a:lnTo>
                  <a:pt x="6914" y="1149"/>
                </a:lnTo>
                <a:lnTo>
                  <a:pt x="6913" y="1149"/>
                </a:lnTo>
                <a:lnTo>
                  <a:pt x="6912" y="1148"/>
                </a:lnTo>
                <a:lnTo>
                  <a:pt x="6911" y="1148"/>
                </a:lnTo>
                <a:lnTo>
                  <a:pt x="6911" y="1147"/>
                </a:lnTo>
                <a:lnTo>
                  <a:pt x="6910" y="1147"/>
                </a:lnTo>
                <a:lnTo>
                  <a:pt x="6909" y="1146"/>
                </a:lnTo>
                <a:lnTo>
                  <a:pt x="6908" y="1146"/>
                </a:lnTo>
                <a:lnTo>
                  <a:pt x="6907" y="1145"/>
                </a:lnTo>
                <a:lnTo>
                  <a:pt x="6906" y="1145"/>
                </a:lnTo>
                <a:lnTo>
                  <a:pt x="6905" y="1145"/>
                </a:lnTo>
                <a:lnTo>
                  <a:pt x="6905" y="1144"/>
                </a:lnTo>
                <a:lnTo>
                  <a:pt x="6904" y="1144"/>
                </a:lnTo>
                <a:lnTo>
                  <a:pt x="6903" y="1143"/>
                </a:lnTo>
                <a:lnTo>
                  <a:pt x="6902" y="1143"/>
                </a:lnTo>
                <a:lnTo>
                  <a:pt x="6901" y="1142"/>
                </a:lnTo>
                <a:lnTo>
                  <a:pt x="6900" y="1142"/>
                </a:lnTo>
                <a:lnTo>
                  <a:pt x="6900" y="1141"/>
                </a:lnTo>
                <a:lnTo>
                  <a:pt x="6899" y="1141"/>
                </a:lnTo>
                <a:lnTo>
                  <a:pt x="6898" y="1141"/>
                </a:lnTo>
                <a:lnTo>
                  <a:pt x="6897" y="1140"/>
                </a:lnTo>
                <a:lnTo>
                  <a:pt x="6896" y="1140"/>
                </a:lnTo>
                <a:lnTo>
                  <a:pt x="6895" y="1139"/>
                </a:lnTo>
                <a:lnTo>
                  <a:pt x="6894" y="1139"/>
                </a:lnTo>
                <a:lnTo>
                  <a:pt x="6894" y="1138"/>
                </a:lnTo>
                <a:lnTo>
                  <a:pt x="6893" y="1138"/>
                </a:lnTo>
                <a:lnTo>
                  <a:pt x="6892" y="1138"/>
                </a:lnTo>
                <a:lnTo>
                  <a:pt x="6892" y="1137"/>
                </a:lnTo>
                <a:lnTo>
                  <a:pt x="6891" y="1137"/>
                </a:lnTo>
                <a:lnTo>
                  <a:pt x="6890" y="1137"/>
                </a:lnTo>
                <a:lnTo>
                  <a:pt x="6890" y="1136"/>
                </a:lnTo>
                <a:lnTo>
                  <a:pt x="6889" y="1136"/>
                </a:lnTo>
                <a:lnTo>
                  <a:pt x="6888" y="1136"/>
                </a:lnTo>
                <a:lnTo>
                  <a:pt x="6888" y="1135"/>
                </a:lnTo>
                <a:lnTo>
                  <a:pt x="6887" y="1135"/>
                </a:lnTo>
                <a:lnTo>
                  <a:pt x="6886" y="1134"/>
                </a:lnTo>
                <a:lnTo>
                  <a:pt x="6885" y="1134"/>
                </a:lnTo>
                <a:lnTo>
                  <a:pt x="6884" y="1133"/>
                </a:lnTo>
                <a:lnTo>
                  <a:pt x="6883" y="1133"/>
                </a:lnTo>
                <a:lnTo>
                  <a:pt x="6882" y="1133"/>
                </a:lnTo>
                <a:lnTo>
                  <a:pt x="6882" y="1132"/>
                </a:lnTo>
                <a:lnTo>
                  <a:pt x="6881" y="1132"/>
                </a:lnTo>
                <a:lnTo>
                  <a:pt x="6880" y="1131"/>
                </a:lnTo>
                <a:lnTo>
                  <a:pt x="6879" y="1131"/>
                </a:lnTo>
                <a:lnTo>
                  <a:pt x="6878" y="1130"/>
                </a:lnTo>
                <a:lnTo>
                  <a:pt x="6877" y="1130"/>
                </a:lnTo>
                <a:lnTo>
                  <a:pt x="6877" y="1129"/>
                </a:lnTo>
                <a:lnTo>
                  <a:pt x="6876" y="1129"/>
                </a:lnTo>
                <a:lnTo>
                  <a:pt x="6875" y="1129"/>
                </a:lnTo>
                <a:lnTo>
                  <a:pt x="6874" y="1128"/>
                </a:lnTo>
                <a:lnTo>
                  <a:pt x="6873" y="1128"/>
                </a:lnTo>
                <a:lnTo>
                  <a:pt x="6872" y="1127"/>
                </a:lnTo>
                <a:lnTo>
                  <a:pt x="6871" y="1127"/>
                </a:lnTo>
                <a:lnTo>
                  <a:pt x="6871" y="1126"/>
                </a:lnTo>
                <a:lnTo>
                  <a:pt x="6870" y="1126"/>
                </a:lnTo>
                <a:lnTo>
                  <a:pt x="6869" y="1125"/>
                </a:lnTo>
                <a:lnTo>
                  <a:pt x="6868" y="1125"/>
                </a:lnTo>
                <a:lnTo>
                  <a:pt x="6867" y="1125"/>
                </a:lnTo>
                <a:lnTo>
                  <a:pt x="6867" y="1124"/>
                </a:lnTo>
                <a:lnTo>
                  <a:pt x="6866" y="1124"/>
                </a:lnTo>
                <a:lnTo>
                  <a:pt x="6865" y="1124"/>
                </a:lnTo>
                <a:lnTo>
                  <a:pt x="6865" y="1123"/>
                </a:lnTo>
                <a:lnTo>
                  <a:pt x="6864" y="1123"/>
                </a:lnTo>
                <a:lnTo>
                  <a:pt x="6863" y="1122"/>
                </a:lnTo>
                <a:lnTo>
                  <a:pt x="6862" y="1122"/>
                </a:lnTo>
                <a:lnTo>
                  <a:pt x="6861" y="1121"/>
                </a:lnTo>
                <a:lnTo>
                  <a:pt x="6860" y="1121"/>
                </a:lnTo>
                <a:lnTo>
                  <a:pt x="6859" y="1120"/>
                </a:lnTo>
                <a:lnTo>
                  <a:pt x="6858" y="1120"/>
                </a:lnTo>
                <a:lnTo>
                  <a:pt x="6857" y="1119"/>
                </a:lnTo>
                <a:lnTo>
                  <a:pt x="6856" y="1119"/>
                </a:lnTo>
                <a:lnTo>
                  <a:pt x="6855" y="1118"/>
                </a:lnTo>
                <a:lnTo>
                  <a:pt x="6854" y="1118"/>
                </a:lnTo>
                <a:lnTo>
                  <a:pt x="6854" y="1117"/>
                </a:lnTo>
                <a:lnTo>
                  <a:pt x="6853" y="1117"/>
                </a:lnTo>
                <a:lnTo>
                  <a:pt x="6852" y="1117"/>
                </a:lnTo>
                <a:lnTo>
                  <a:pt x="6851" y="1116"/>
                </a:lnTo>
                <a:lnTo>
                  <a:pt x="6850" y="1116"/>
                </a:lnTo>
                <a:lnTo>
                  <a:pt x="6850" y="1115"/>
                </a:lnTo>
                <a:lnTo>
                  <a:pt x="6849" y="1115"/>
                </a:lnTo>
                <a:lnTo>
                  <a:pt x="6848" y="1115"/>
                </a:lnTo>
                <a:lnTo>
                  <a:pt x="6848" y="1114"/>
                </a:lnTo>
                <a:lnTo>
                  <a:pt x="6847" y="1114"/>
                </a:lnTo>
                <a:lnTo>
                  <a:pt x="6846" y="1113"/>
                </a:lnTo>
                <a:lnTo>
                  <a:pt x="6845" y="1113"/>
                </a:lnTo>
                <a:lnTo>
                  <a:pt x="6844" y="1113"/>
                </a:lnTo>
                <a:lnTo>
                  <a:pt x="6844" y="1112"/>
                </a:lnTo>
                <a:lnTo>
                  <a:pt x="6843" y="1112"/>
                </a:lnTo>
                <a:lnTo>
                  <a:pt x="6842" y="1111"/>
                </a:lnTo>
                <a:lnTo>
                  <a:pt x="6841" y="1111"/>
                </a:lnTo>
                <a:lnTo>
                  <a:pt x="6840" y="1110"/>
                </a:lnTo>
                <a:lnTo>
                  <a:pt x="6839" y="1110"/>
                </a:lnTo>
                <a:lnTo>
                  <a:pt x="6838" y="1109"/>
                </a:lnTo>
                <a:lnTo>
                  <a:pt x="6837" y="1109"/>
                </a:lnTo>
                <a:lnTo>
                  <a:pt x="6836" y="1108"/>
                </a:lnTo>
                <a:lnTo>
                  <a:pt x="6835" y="1108"/>
                </a:lnTo>
                <a:lnTo>
                  <a:pt x="6834" y="1107"/>
                </a:lnTo>
                <a:lnTo>
                  <a:pt x="6833" y="1107"/>
                </a:lnTo>
                <a:lnTo>
                  <a:pt x="6833" y="1106"/>
                </a:lnTo>
                <a:lnTo>
                  <a:pt x="6832" y="1106"/>
                </a:lnTo>
                <a:lnTo>
                  <a:pt x="6831" y="1106"/>
                </a:lnTo>
                <a:lnTo>
                  <a:pt x="6831" y="1105"/>
                </a:lnTo>
                <a:lnTo>
                  <a:pt x="6830" y="1105"/>
                </a:lnTo>
                <a:lnTo>
                  <a:pt x="6829" y="1105"/>
                </a:lnTo>
                <a:lnTo>
                  <a:pt x="6828" y="1104"/>
                </a:lnTo>
                <a:lnTo>
                  <a:pt x="6827" y="1104"/>
                </a:lnTo>
                <a:lnTo>
                  <a:pt x="6827" y="1103"/>
                </a:lnTo>
                <a:lnTo>
                  <a:pt x="6826" y="1103"/>
                </a:lnTo>
                <a:lnTo>
                  <a:pt x="6825" y="1103"/>
                </a:lnTo>
                <a:lnTo>
                  <a:pt x="6825" y="1102"/>
                </a:lnTo>
                <a:lnTo>
                  <a:pt x="6824" y="1102"/>
                </a:lnTo>
                <a:lnTo>
                  <a:pt x="6823" y="1101"/>
                </a:lnTo>
                <a:lnTo>
                  <a:pt x="6822" y="1101"/>
                </a:lnTo>
                <a:lnTo>
                  <a:pt x="6821" y="1101"/>
                </a:lnTo>
                <a:lnTo>
                  <a:pt x="6821" y="1100"/>
                </a:lnTo>
                <a:lnTo>
                  <a:pt x="6820" y="1100"/>
                </a:lnTo>
                <a:lnTo>
                  <a:pt x="6819" y="1099"/>
                </a:lnTo>
                <a:lnTo>
                  <a:pt x="6818" y="1099"/>
                </a:lnTo>
                <a:lnTo>
                  <a:pt x="6817" y="1098"/>
                </a:lnTo>
                <a:lnTo>
                  <a:pt x="6816" y="1098"/>
                </a:lnTo>
                <a:lnTo>
                  <a:pt x="6815" y="1097"/>
                </a:lnTo>
                <a:lnTo>
                  <a:pt x="6814" y="1097"/>
                </a:lnTo>
                <a:lnTo>
                  <a:pt x="6813" y="1096"/>
                </a:lnTo>
                <a:lnTo>
                  <a:pt x="6812" y="1096"/>
                </a:lnTo>
                <a:lnTo>
                  <a:pt x="6811" y="1095"/>
                </a:lnTo>
                <a:lnTo>
                  <a:pt x="6810" y="1095"/>
                </a:lnTo>
                <a:lnTo>
                  <a:pt x="6810" y="1094"/>
                </a:lnTo>
                <a:lnTo>
                  <a:pt x="6809" y="1094"/>
                </a:lnTo>
                <a:lnTo>
                  <a:pt x="6808" y="1094"/>
                </a:lnTo>
                <a:lnTo>
                  <a:pt x="6808" y="1093"/>
                </a:lnTo>
                <a:lnTo>
                  <a:pt x="6807" y="1093"/>
                </a:lnTo>
                <a:lnTo>
                  <a:pt x="6806" y="1093"/>
                </a:lnTo>
                <a:lnTo>
                  <a:pt x="6805" y="1092"/>
                </a:lnTo>
                <a:lnTo>
                  <a:pt x="6804" y="1092"/>
                </a:lnTo>
                <a:lnTo>
                  <a:pt x="6804" y="1091"/>
                </a:lnTo>
                <a:lnTo>
                  <a:pt x="6803" y="1091"/>
                </a:lnTo>
                <a:lnTo>
                  <a:pt x="6802" y="1090"/>
                </a:lnTo>
                <a:lnTo>
                  <a:pt x="6801" y="1090"/>
                </a:lnTo>
                <a:lnTo>
                  <a:pt x="6800" y="1089"/>
                </a:lnTo>
                <a:lnTo>
                  <a:pt x="6799" y="1089"/>
                </a:lnTo>
                <a:lnTo>
                  <a:pt x="6798" y="1089"/>
                </a:lnTo>
                <a:lnTo>
                  <a:pt x="6798" y="1088"/>
                </a:lnTo>
                <a:lnTo>
                  <a:pt x="6797" y="1088"/>
                </a:lnTo>
                <a:lnTo>
                  <a:pt x="6796" y="1087"/>
                </a:lnTo>
                <a:lnTo>
                  <a:pt x="6795" y="1087"/>
                </a:lnTo>
                <a:lnTo>
                  <a:pt x="6794" y="1086"/>
                </a:lnTo>
                <a:lnTo>
                  <a:pt x="6793" y="1086"/>
                </a:lnTo>
                <a:lnTo>
                  <a:pt x="6793" y="1085"/>
                </a:lnTo>
                <a:lnTo>
                  <a:pt x="6792" y="1085"/>
                </a:lnTo>
                <a:lnTo>
                  <a:pt x="6791" y="1085"/>
                </a:lnTo>
                <a:lnTo>
                  <a:pt x="6790" y="1084"/>
                </a:lnTo>
                <a:lnTo>
                  <a:pt x="6789" y="1084"/>
                </a:lnTo>
                <a:lnTo>
                  <a:pt x="6788" y="1088"/>
                </a:lnTo>
                <a:lnTo>
                  <a:pt x="6787" y="1088"/>
                </a:lnTo>
                <a:lnTo>
                  <a:pt x="6787" y="1087"/>
                </a:lnTo>
                <a:lnTo>
                  <a:pt x="6786" y="1087"/>
                </a:lnTo>
                <a:lnTo>
                  <a:pt x="6785" y="1086"/>
                </a:lnTo>
                <a:lnTo>
                  <a:pt x="6784" y="1086"/>
                </a:lnTo>
                <a:lnTo>
                  <a:pt x="6783" y="1085"/>
                </a:lnTo>
                <a:lnTo>
                  <a:pt x="6782" y="1085"/>
                </a:lnTo>
                <a:lnTo>
                  <a:pt x="6781" y="1084"/>
                </a:lnTo>
                <a:lnTo>
                  <a:pt x="6780" y="1084"/>
                </a:lnTo>
                <a:lnTo>
                  <a:pt x="6779" y="1083"/>
                </a:lnTo>
                <a:lnTo>
                  <a:pt x="6778" y="1083"/>
                </a:lnTo>
                <a:lnTo>
                  <a:pt x="6777" y="1082"/>
                </a:lnTo>
                <a:lnTo>
                  <a:pt x="6776" y="1082"/>
                </a:lnTo>
                <a:lnTo>
                  <a:pt x="6776" y="1081"/>
                </a:lnTo>
                <a:lnTo>
                  <a:pt x="6775" y="1081"/>
                </a:lnTo>
                <a:lnTo>
                  <a:pt x="6774" y="1081"/>
                </a:lnTo>
                <a:lnTo>
                  <a:pt x="6774" y="1080"/>
                </a:lnTo>
                <a:lnTo>
                  <a:pt x="6773" y="1080"/>
                </a:lnTo>
                <a:lnTo>
                  <a:pt x="6772" y="1079"/>
                </a:lnTo>
                <a:lnTo>
                  <a:pt x="6771" y="1079"/>
                </a:lnTo>
                <a:lnTo>
                  <a:pt x="6770" y="1079"/>
                </a:lnTo>
                <a:lnTo>
                  <a:pt x="6770" y="1078"/>
                </a:lnTo>
                <a:lnTo>
                  <a:pt x="6769" y="1078"/>
                </a:lnTo>
                <a:lnTo>
                  <a:pt x="6768" y="1078"/>
                </a:lnTo>
                <a:lnTo>
                  <a:pt x="6768" y="1077"/>
                </a:lnTo>
                <a:lnTo>
                  <a:pt x="6767" y="1077"/>
                </a:lnTo>
                <a:lnTo>
                  <a:pt x="6766" y="1076"/>
                </a:lnTo>
                <a:lnTo>
                  <a:pt x="6765" y="1076"/>
                </a:lnTo>
                <a:lnTo>
                  <a:pt x="6764" y="1075"/>
                </a:lnTo>
                <a:lnTo>
                  <a:pt x="6763" y="1075"/>
                </a:lnTo>
                <a:lnTo>
                  <a:pt x="6762" y="1074"/>
                </a:lnTo>
                <a:lnTo>
                  <a:pt x="6761" y="1074"/>
                </a:lnTo>
                <a:lnTo>
                  <a:pt x="6760" y="1073"/>
                </a:lnTo>
                <a:lnTo>
                  <a:pt x="6759" y="1073"/>
                </a:lnTo>
                <a:lnTo>
                  <a:pt x="6758" y="1072"/>
                </a:lnTo>
                <a:lnTo>
                  <a:pt x="6757" y="1072"/>
                </a:lnTo>
                <a:lnTo>
                  <a:pt x="6757" y="1071"/>
                </a:lnTo>
                <a:lnTo>
                  <a:pt x="6756" y="1071"/>
                </a:lnTo>
                <a:lnTo>
                  <a:pt x="6755" y="1071"/>
                </a:lnTo>
                <a:lnTo>
                  <a:pt x="6754" y="1070"/>
                </a:lnTo>
                <a:lnTo>
                  <a:pt x="6753" y="1070"/>
                </a:lnTo>
                <a:lnTo>
                  <a:pt x="6753" y="1069"/>
                </a:lnTo>
                <a:lnTo>
                  <a:pt x="6752" y="1069"/>
                </a:lnTo>
                <a:lnTo>
                  <a:pt x="6751" y="1069"/>
                </a:lnTo>
                <a:lnTo>
                  <a:pt x="6751" y="1068"/>
                </a:lnTo>
                <a:lnTo>
                  <a:pt x="6750" y="1068"/>
                </a:lnTo>
                <a:lnTo>
                  <a:pt x="6749" y="1067"/>
                </a:lnTo>
                <a:lnTo>
                  <a:pt x="6748" y="1067"/>
                </a:lnTo>
                <a:lnTo>
                  <a:pt x="6747" y="1067"/>
                </a:lnTo>
                <a:lnTo>
                  <a:pt x="6747" y="1066"/>
                </a:lnTo>
                <a:lnTo>
                  <a:pt x="6746" y="1066"/>
                </a:lnTo>
                <a:lnTo>
                  <a:pt x="6745" y="1065"/>
                </a:lnTo>
                <a:lnTo>
                  <a:pt x="6744" y="1065"/>
                </a:lnTo>
                <a:lnTo>
                  <a:pt x="6743" y="1064"/>
                </a:lnTo>
                <a:lnTo>
                  <a:pt x="6742" y="1064"/>
                </a:lnTo>
                <a:lnTo>
                  <a:pt x="6741" y="1063"/>
                </a:lnTo>
                <a:lnTo>
                  <a:pt x="6740" y="1063"/>
                </a:lnTo>
                <a:lnTo>
                  <a:pt x="6739" y="1062"/>
                </a:lnTo>
                <a:lnTo>
                  <a:pt x="6738" y="1062"/>
                </a:lnTo>
                <a:lnTo>
                  <a:pt x="6737" y="1061"/>
                </a:lnTo>
                <a:lnTo>
                  <a:pt x="6736" y="1061"/>
                </a:lnTo>
                <a:lnTo>
                  <a:pt x="6736" y="1060"/>
                </a:lnTo>
                <a:lnTo>
                  <a:pt x="6735" y="1060"/>
                </a:lnTo>
                <a:lnTo>
                  <a:pt x="6734" y="1060"/>
                </a:lnTo>
                <a:lnTo>
                  <a:pt x="6734" y="1059"/>
                </a:lnTo>
                <a:lnTo>
                  <a:pt x="6733" y="1059"/>
                </a:lnTo>
                <a:lnTo>
                  <a:pt x="6732" y="1059"/>
                </a:lnTo>
                <a:lnTo>
                  <a:pt x="6731" y="1058"/>
                </a:lnTo>
                <a:lnTo>
                  <a:pt x="6730" y="1058"/>
                </a:lnTo>
                <a:lnTo>
                  <a:pt x="6730" y="1057"/>
                </a:lnTo>
                <a:lnTo>
                  <a:pt x="6729" y="1057"/>
                </a:lnTo>
                <a:lnTo>
                  <a:pt x="6728" y="1057"/>
                </a:lnTo>
                <a:lnTo>
                  <a:pt x="6728" y="1056"/>
                </a:lnTo>
                <a:lnTo>
                  <a:pt x="6727" y="1056"/>
                </a:lnTo>
                <a:lnTo>
                  <a:pt x="6726" y="1055"/>
                </a:lnTo>
                <a:lnTo>
                  <a:pt x="6725" y="1055"/>
                </a:lnTo>
                <a:lnTo>
                  <a:pt x="6724" y="1055"/>
                </a:lnTo>
                <a:lnTo>
                  <a:pt x="6724" y="1054"/>
                </a:lnTo>
                <a:lnTo>
                  <a:pt x="6723" y="1054"/>
                </a:lnTo>
                <a:lnTo>
                  <a:pt x="6722" y="1053"/>
                </a:lnTo>
                <a:lnTo>
                  <a:pt x="6721" y="1053"/>
                </a:lnTo>
                <a:lnTo>
                  <a:pt x="6720" y="1052"/>
                </a:lnTo>
                <a:lnTo>
                  <a:pt x="6719" y="1052"/>
                </a:lnTo>
                <a:lnTo>
                  <a:pt x="6719" y="1051"/>
                </a:lnTo>
                <a:lnTo>
                  <a:pt x="6718" y="1051"/>
                </a:lnTo>
                <a:lnTo>
                  <a:pt x="6717" y="1051"/>
                </a:lnTo>
                <a:lnTo>
                  <a:pt x="6716" y="1050"/>
                </a:lnTo>
                <a:lnTo>
                  <a:pt x="6715" y="1050"/>
                </a:lnTo>
                <a:lnTo>
                  <a:pt x="6714" y="1049"/>
                </a:lnTo>
                <a:lnTo>
                  <a:pt x="6713" y="1049"/>
                </a:lnTo>
                <a:lnTo>
                  <a:pt x="6713" y="1048"/>
                </a:lnTo>
                <a:lnTo>
                  <a:pt x="6712" y="1048"/>
                </a:lnTo>
                <a:lnTo>
                  <a:pt x="6711" y="1048"/>
                </a:lnTo>
                <a:lnTo>
                  <a:pt x="6711" y="1047"/>
                </a:lnTo>
                <a:lnTo>
                  <a:pt x="6710" y="1047"/>
                </a:lnTo>
                <a:lnTo>
                  <a:pt x="6709" y="1047"/>
                </a:lnTo>
                <a:lnTo>
                  <a:pt x="6709" y="1046"/>
                </a:lnTo>
                <a:lnTo>
                  <a:pt x="6708" y="1046"/>
                </a:lnTo>
                <a:lnTo>
                  <a:pt x="6707" y="1046"/>
                </a:lnTo>
                <a:lnTo>
                  <a:pt x="6707" y="1045"/>
                </a:lnTo>
                <a:lnTo>
                  <a:pt x="6706" y="1045"/>
                </a:lnTo>
                <a:lnTo>
                  <a:pt x="6705" y="1044"/>
                </a:lnTo>
                <a:lnTo>
                  <a:pt x="6704" y="1044"/>
                </a:lnTo>
                <a:lnTo>
                  <a:pt x="6703" y="1043"/>
                </a:lnTo>
                <a:lnTo>
                  <a:pt x="6702" y="1043"/>
                </a:lnTo>
                <a:lnTo>
                  <a:pt x="6701" y="1043"/>
                </a:lnTo>
                <a:lnTo>
                  <a:pt x="6701" y="1042"/>
                </a:lnTo>
                <a:lnTo>
                  <a:pt x="6700" y="1042"/>
                </a:lnTo>
                <a:lnTo>
                  <a:pt x="6699" y="1041"/>
                </a:lnTo>
                <a:lnTo>
                  <a:pt x="6698" y="1041"/>
                </a:lnTo>
                <a:lnTo>
                  <a:pt x="6697" y="1040"/>
                </a:lnTo>
                <a:lnTo>
                  <a:pt x="6696" y="1040"/>
                </a:lnTo>
                <a:lnTo>
                  <a:pt x="6696" y="1039"/>
                </a:lnTo>
                <a:lnTo>
                  <a:pt x="6695" y="1039"/>
                </a:lnTo>
                <a:lnTo>
                  <a:pt x="6694" y="1039"/>
                </a:lnTo>
                <a:lnTo>
                  <a:pt x="6693" y="1038"/>
                </a:lnTo>
                <a:lnTo>
                  <a:pt x="6692" y="1038"/>
                </a:lnTo>
                <a:lnTo>
                  <a:pt x="6691" y="1037"/>
                </a:lnTo>
                <a:lnTo>
                  <a:pt x="6690" y="1037"/>
                </a:lnTo>
                <a:lnTo>
                  <a:pt x="6690" y="1036"/>
                </a:lnTo>
                <a:lnTo>
                  <a:pt x="6689" y="1036"/>
                </a:lnTo>
                <a:lnTo>
                  <a:pt x="6688" y="1035"/>
                </a:lnTo>
                <a:lnTo>
                  <a:pt x="6687" y="1035"/>
                </a:lnTo>
                <a:lnTo>
                  <a:pt x="6686" y="1035"/>
                </a:lnTo>
                <a:lnTo>
                  <a:pt x="6686" y="1034"/>
                </a:lnTo>
                <a:lnTo>
                  <a:pt x="6685" y="1034"/>
                </a:lnTo>
                <a:lnTo>
                  <a:pt x="6684" y="1034"/>
                </a:lnTo>
                <a:lnTo>
                  <a:pt x="6684" y="1033"/>
                </a:lnTo>
                <a:lnTo>
                  <a:pt x="6683" y="1033"/>
                </a:lnTo>
                <a:lnTo>
                  <a:pt x="6682" y="1032"/>
                </a:lnTo>
                <a:lnTo>
                  <a:pt x="6681" y="1032"/>
                </a:lnTo>
                <a:lnTo>
                  <a:pt x="6680" y="1031"/>
                </a:lnTo>
                <a:lnTo>
                  <a:pt x="6679" y="1031"/>
                </a:lnTo>
                <a:lnTo>
                  <a:pt x="6678" y="1030"/>
                </a:lnTo>
                <a:lnTo>
                  <a:pt x="6677" y="1030"/>
                </a:lnTo>
                <a:lnTo>
                  <a:pt x="6676" y="1029"/>
                </a:lnTo>
                <a:lnTo>
                  <a:pt x="6675" y="1029"/>
                </a:lnTo>
                <a:lnTo>
                  <a:pt x="6674" y="1028"/>
                </a:lnTo>
                <a:lnTo>
                  <a:pt x="6673" y="1028"/>
                </a:lnTo>
                <a:lnTo>
                  <a:pt x="6673" y="1027"/>
                </a:lnTo>
                <a:lnTo>
                  <a:pt x="6672" y="1027"/>
                </a:lnTo>
                <a:lnTo>
                  <a:pt x="6671" y="1027"/>
                </a:lnTo>
                <a:lnTo>
                  <a:pt x="6670" y="1026"/>
                </a:lnTo>
                <a:lnTo>
                  <a:pt x="6669" y="1026"/>
                </a:lnTo>
                <a:lnTo>
                  <a:pt x="6669" y="1025"/>
                </a:lnTo>
                <a:lnTo>
                  <a:pt x="6668" y="1025"/>
                </a:lnTo>
                <a:lnTo>
                  <a:pt x="6667" y="1025"/>
                </a:lnTo>
                <a:lnTo>
                  <a:pt x="6667" y="1024"/>
                </a:lnTo>
                <a:lnTo>
                  <a:pt x="6666" y="1024"/>
                </a:lnTo>
                <a:lnTo>
                  <a:pt x="6665" y="1023"/>
                </a:lnTo>
                <a:lnTo>
                  <a:pt x="6664" y="1023"/>
                </a:lnTo>
                <a:lnTo>
                  <a:pt x="6663" y="1023"/>
                </a:lnTo>
                <a:lnTo>
                  <a:pt x="6663" y="1022"/>
                </a:lnTo>
                <a:lnTo>
                  <a:pt x="6662" y="1022"/>
                </a:lnTo>
                <a:lnTo>
                  <a:pt x="6661" y="1022"/>
                </a:lnTo>
                <a:lnTo>
                  <a:pt x="6661" y="1021"/>
                </a:lnTo>
                <a:lnTo>
                  <a:pt x="6660" y="1021"/>
                </a:lnTo>
                <a:lnTo>
                  <a:pt x="6659" y="1020"/>
                </a:lnTo>
                <a:lnTo>
                  <a:pt x="6658" y="1020"/>
                </a:lnTo>
                <a:lnTo>
                  <a:pt x="6657" y="1019"/>
                </a:lnTo>
                <a:lnTo>
                  <a:pt x="6656" y="1019"/>
                </a:lnTo>
                <a:lnTo>
                  <a:pt x="6655" y="1018"/>
                </a:lnTo>
                <a:lnTo>
                  <a:pt x="6654" y="1018"/>
                </a:lnTo>
                <a:lnTo>
                  <a:pt x="6653" y="1017"/>
                </a:lnTo>
                <a:lnTo>
                  <a:pt x="6652" y="1017"/>
                </a:lnTo>
                <a:lnTo>
                  <a:pt x="6652" y="1016"/>
                </a:lnTo>
                <a:lnTo>
                  <a:pt x="6651" y="1016"/>
                </a:lnTo>
                <a:lnTo>
                  <a:pt x="6650" y="1016"/>
                </a:lnTo>
                <a:lnTo>
                  <a:pt x="6650" y="1015"/>
                </a:lnTo>
                <a:lnTo>
                  <a:pt x="6649" y="1015"/>
                </a:lnTo>
                <a:lnTo>
                  <a:pt x="6648" y="1015"/>
                </a:lnTo>
                <a:lnTo>
                  <a:pt x="6647" y="1014"/>
                </a:lnTo>
                <a:lnTo>
                  <a:pt x="6646" y="1014"/>
                </a:lnTo>
                <a:lnTo>
                  <a:pt x="6646" y="1013"/>
                </a:lnTo>
                <a:lnTo>
                  <a:pt x="6645" y="1013"/>
                </a:lnTo>
                <a:lnTo>
                  <a:pt x="6644" y="1013"/>
                </a:lnTo>
                <a:lnTo>
                  <a:pt x="6644" y="1012"/>
                </a:lnTo>
                <a:lnTo>
                  <a:pt x="6643" y="1012"/>
                </a:lnTo>
                <a:lnTo>
                  <a:pt x="6642" y="1011"/>
                </a:lnTo>
                <a:lnTo>
                  <a:pt x="6641" y="1011"/>
                </a:lnTo>
                <a:lnTo>
                  <a:pt x="6640" y="1011"/>
                </a:lnTo>
                <a:lnTo>
                  <a:pt x="6640" y="1010"/>
                </a:lnTo>
                <a:lnTo>
                  <a:pt x="6639" y="1010"/>
                </a:lnTo>
                <a:lnTo>
                  <a:pt x="6638" y="1009"/>
                </a:lnTo>
                <a:lnTo>
                  <a:pt x="6637" y="1009"/>
                </a:lnTo>
                <a:lnTo>
                  <a:pt x="6636" y="1008"/>
                </a:lnTo>
                <a:lnTo>
                  <a:pt x="6635" y="1008"/>
                </a:lnTo>
                <a:lnTo>
                  <a:pt x="6634" y="1007"/>
                </a:lnTo>
                <a:lnTo>
                  <a:pt x="6633" y="1007"/>
                </a:lnTo>
                <a:lnTo>
                  <a:pt x="6632" y="1006"/>
                </a:lnTo>
                <a:lnTo>
                  <a:pt x="6631" y="1006"/>
                </a:lnTo>
                <a:lnTo>
                  <a:pt x="6630" y="1005"/>
                </a:lnTo>
                <a:lnTo>
                  <a:pt x="6629" y="1005"/>
                </a:lnTo>
                <a:lnTo>
                  <a:pt x="6629" y="1004"/>
                </a:lnTo>
                <a:lnTo>
                  <a:pt x="6628" y="1004"/>
                </a:lnTo>
                <a:lnTo>
                  <a:pt x="6627" y="1004"/>
                </a:lnTo>
                <a:lnTo>
                  <a:pt x="6627" y="1003"/>
                </a:lnTo>
                <a:lnTo>
                  <a:pt x="6626" y="1003"/>
                </a:lnTo>
                <a:lnTo>
                  <a:pt x="6625" y="1003"/>
                </a:lnTo>
                <a:lnTo>
                  <a:pt x="6624" y="1002"/>
                </a:lnTo>
                <a:lnTo>
                  <a:pt x="6623" y="1002"/>
                </a:lnTo>
                <a:lnTo>
                  <a:pt x="6623" y="1001"/>
                </a:lnTo>
                <a:lnTo>
                  <a:pt x="6622" y="1001"/>
                </a:lnTo>
                <a:lnTo>
                  <a:pt x="6621" y="1000"/>
                </a:lnTo>
                <a:lnTo>
                  <a:pt x="6620" y="1000"/>
                </a:lnTo>
                <a:lnTo>
                  <a:pt x="6619" y="999"/>
                </a:lnTo>
                <a:lnTo>
                  <a:pt x="6618" y="999"/>
                </a:lnTo>
                <a:lnTo>
                  <a:pt x="6617" y="999"/>
                </a:lnTo>
                <a:lnTo>
                  <a:pt x="6617" y="1002"/>
                </a:lnTo>
                <a:lnTo>
                  <a:pt x="6616" y="1001"/>
                </a:lnTo>
                <a:lnTo>
                  <a:pt x="6615" y="1001"/>
                </a:lnTo>
                <a:lnTo>
                  <a:pt x="6614" y="1000"/>
                </a:lnTo>
                <a:lnTo>
                  <a:pt x="6613" y="1000"/>
                </a:lnTo>
                <a:lnTo>
                  <a:pt x="6613" y="999"/>
                </a:lnTo>
                <a:lnTo>
                  <a:pt x="6612" y="999"/>
                </a:lnTo>
                <a:lnTo>
                  <a:pt x="6611" y="999"/>
                </a:lnTo>
                <a:lnTo>
                  <a:pt x="6610" y="998"/>
                </a:lnTo>
                <a:lnTo>
                  <a:pt x="6609" y="998"/>
                </a:lnTo>
                <a:lnTo>
                  <a:pt x="6609" y="997"/>
                </a:lnTo>
                <a:lnTo>
                  <a:pt x="6608" y="997"/>
                </a:lnTo>
                <a:lnTo>
                  <a:pt x="6607" y="997"/>
                </a:lnTo>
                <a:lnTo>
                  <a:pt x="6607" y="996"/>
                </a:lnTo>
                <a:lnTo>
                  <a:pt x="6606" y="996"/>
                </a:lnTo>
                <a:lnTo>
                  <a:pt x="6605" y="995"/>
                </a:lnTo>
                <a:lnTo>
                  <a:pt x="6604" y="995"/>
                </a:lnTo>
                <a:lnTo>
                  <a:pt x="6603" y="995"/>
                </a:lnTo>
                <a:lnTo>
                  <a:pt x="6603" y="994"/>
                </a:lnTo>
                <a:lnTo>
                  <a:pt x="6602" y="994"/>
                </a:lnTo>
                <a:lnTo>
                  <a:pt x="6601" y="993"/>
                </a:lnTo>
                <a:lnTo>
                  <a:pt x="6600" y="993"/>
                </a:lnTo>
                <a:lnTo>
                  <a:pt x="6599" y="992"/>
                </a:lnTo>
                <a:lnTo>
                  <a:pt x="6598" y="992"/>
                </a:lnTo>
                <a:lnTo>
                  <a:pt x="6597" y="991"/>
                </a:lnTo>
                <a:lnTo>
                  <a:pt x="6596" y="991"/>
                </a:lnTo>
                <a:lnTo>
                  <a:pt x="6595" y="990"/>
                </a:lnTo>
                <a:lnTo>
                  <a:pt x="6594" y="990"/>
                </a:lnTo>
                <a:lnTo>
                  <a:pt x="6593" y="989"/>
                </a:lnTo>
                <a:lnTo>
                  <a:pt x="6592" y="989"/>
                </a:lnTo>
                <a:lnTo>
                  <a:pt x="6592" y="988"/>
                </a:lnTo>
                <a:lnTo>
                  <a:pt x="6591" y="988"/>
                </a:lnTo>
                <a:lnTo>
                  <a:pt x="6590" y="988"/>
                </a:lnTo>
                <a:lnTo>
                  <a:pt x="6590" y="987"/>
                </a:lnTo>
                <a:lnTo>
                  <a:pt x="6589" y="987"/>
                </a:lnTo>
                <a:lnTo>
                  <a:pt x="6588" y="987"/>
                </a:lnTo>
                <a:lnTo>
                  <a:pt x="6587" y="986"/>
                </a:lnTo>
                <a:lnTo>
                  <a:pt x="6586" y="986"/>
                </a:lnTo>
                <a:lnTo>
                  <a:pt x="6586" y="985"/>
                </a:lnTo>
                <a:lnTo>
                  <a:pt x="6585" y="985"/>
                </a:lnTo>
                <a:lnTo>
                  <a:pt x="6584" y="984"/>
                </a:lnTo>
                <a:lnTo>
                  <a:pt x="6583" y="984"/>
                </a:lnTo>
                <a:lnTo>
                  <a:pt x="6582" y="983"/>
                </a:lnTo>
                <a:lnTo>
                  <a:pt x="6581" y="983"/>
                </a:lnTo>
                <a:lnTo>
                  <a:pt x="6580" y="983"/>
                </a:lnTo>
                <a:lnTo>
                  <a:pt x="6580" y="982"/>
                </a:lnTo>
                <a:lnTo>
                  <a:pt x="6579" y="982"/>
                </a:lnTo>
                <a:lnTo>
                  <a:pt x="6578" y="981"/>
                </a:lnTo>
                <a:lnTo>
                  <a:pt x="6577" y="981"/>
                </a:lnTo>
                <a:lnTo>
                  <a:pt x="6576" y="980"/>
                </a:lnTo>
                <a:lnTo>
                  <a:pt x="6575" y="980"/>
                </a:lnTo>
                <a:lnTo>
                  <a:pt x="6575" y="979"/>
                </a:lnTo>
                <a:lnTo>
                  <a:pt x="6574" y="979"/>
                </a:lnTo>
                <a:lnTo>
                  <a:pt x="6573" y="979"/>
                </a:lnTo>
                <a:lnTo>
                  <a:pt x="6572" y="978"/>
                </a:lnTo>
                <a:lnTo>
                  <a:pt x="6571" y="978"/>
                </a:lnTo>
                <a:lnTo>
                  <a:pt x="6570" y="977"/>
                </a:lnTo>
                <a:lnTo>
                  <a:pt x="6569" y="977"/>
                </a:lnTo>
                <a:lnTo>
                  <a:pt x="6569" y="976"/>
                </a:lnTo>
                <a:lnTo>
                  <a:pt x="6568" y="976"/>
                </a:lnTo>
                <a:lnTo>
                  <a:pt x="6567" y="976"/>
                </a:lnTo>
                <a:lnTo>
                  <a:pt x="6567" y="975"/>
                </a:lnTo>
                <a:lnTo>
                  <a:pt x="6566" y="975"/>
                </a:lnTo>
                <a:lnTo>
                  <a:pt x="6565" y="975"/>
                </a:lnTo>
                <a:lnTo>
                  <a:pt x="6565" y="974"/>
                </a:lnTo>
                <a:lnTo>
                  <a:pt x="6564" y="974"/>
                </a:lnTo>
                <a:lnTo>
                  <a:pt x="6563" y="974"/>
                </a:lnTo>
                <a:lnTo>
                  <a:pt x="6563" y="973"/>
                </a:lnTo>
                <a:lnTo>
                  <a:pt x="6562" y="973"/>
                </a:lnTo>
                <a:lnTo>
                  <a:pt x="6561" y="972"/>
                </a:lnTo>
                <a:lnTo>
                  <a:pt x="6560" y="972"/>
                </a:lnTo>
                <a:lnTo>
                  <a:pt x="6559" y="971"/>
                </a:lnTo>
                <a:lnTo>
                  <a:pt x="6558" y="971"/>
                </a:lnTo>
                <a:lnTo>
                  <a:pt x="6557" y="971"/>
                </a:lnTo>
                <a:lnTo>
                  <a:pt x="6557" y="970"/>
                </a:lnTo>
                <a:lnTo>
                  <a:pt x="6556" y="970"/>
                </a:lnTo>
                <a:lnTo>
                  <a:pt x="6555" y="969"/>
                </a:lnTo>
                <a:lnTo>
                  <a:pt x="6554" y="969"/>
                </a:lnTo>
                <a:lnTo>
                  <a:pt x="6553" y="968"/>
                </a:lnTo>
                <a:lnTo>
                  <a:pt x="6552" y="968"/>
                </a:lnTo>
                <a:lnTo>
                  <a:pt x="6552" y="967"/>
                </a:lnTo>
                <a:lnTo>
                  <a:pt x="6551" y="967"/>
                </a:lnTo>
                <a:lnTo>
                  <a:pt x="6550" y="967"/>
                </a:lnTo>
                <a:lnTo>
                  <a:pt x="6549" y="966"/>
                </a:lnTo>
                <a:lnTo>
                  <a:pt x="6548" y="966"/>
                </a:lnTo>
                <a:lnTo>
                  <a:pt x="6547" y="965"/>
                </a:lnTo>
                <a:lnTo>
                  <a:pt x="6546" y="965"/>
                </a:lnTo>
                <a:lnTo>
                  <a:pt x="6546" y="964"/>
                </a:lnTo>
                <a:lnTo>
                  <a:pt x="6545" y="964"/>
                </a:lnTo>
                <a:lnTo>
                  <a:pt x="6544" y="963"/>
                </a:lnTo>
                <a:lnTo>
                  <a:pt x="6543" y="963"/>
                </a:lnTo>
                <a:lnTo>
                  <a:pt x="6542" y="963"/>
                </a:lnTo>
                <a:lnTo>
                  <a:pt x="6542" y="962"/>
                </a:lnTo>
                <a:lnTo>
                  <a:pt x="6541" y="962"/>
                </a:lnTo>
                <a:lnTo>
                  <a:pt x="6540" y="962"/>
                </a:lnTo>
                <a:lnTo>
                  <a:pt x="6540" y="961"/>
                </a:lnTo>
                <a:lnTo>
                  <a:pt x="6539" y="961"/>
                </a:lnTo>
                <a:lnTo>
                  <a:pt x="6538" y="960"/>
                </a:lnTo>
                <a:lnTo>
                  <a:pt x="6537" y="960"/>
                </a:lnTo>
                <a:lnTo>
                  <a:pt x="6536" y="959"/>
                </a:lnTo>
                <a:lnTo>
                  <a:pt x="6535" y="959"/>
                </a:lnTo>
                <a:lnTo>
                  <a:pt x="6534" y="958"/>
                </a:lnTo>
                <a:lnTo>
                  <a:pt x="6533" y="958"/>
                </a:lnTo>
                <a:lnTo>
                  <a:pt x="6532" y="957"/>
                </a:lnTo>
                <a:lnTo>
                  <a:pt x="6531" y="957"/>
                </a:lnTo>
                <a:lnTo>
                  <a:pt x="6530" y="956"/>
                </a:lnTo>
                <a:lnTo>
                  <a:pt x="6529" y="956"/>
                </a:lnTo>
                <a:lnTo>
                  <a:pt x="6529" y="955"/>
                </a:lnTo>
                <a:lnTo>
                  <a:pt x="6528" y="955"/>
                </a:lnTo>
                <a:lnTo>
                  <a:pt x="6527" y="954"/>
                </a:lnTo>
                <a:lnTo>
                  <a:pt x="6526" y="954"/>
                </a:lnTo>
                <a:lnTo>
                  <a:pt x="6525" y="954"/>
                </a:lnTo>
                <a:lnTo>
                  <a:pt x="6525" y="953"/>
                </a:lnTo>
                <a:lnTo>
                  <a:pt x="6524" y="953"/>
                </a:lnTo>
                <a:lnTo>
                  <a:pt x="6523" y="953"/>
                </a:lnTo>
                <a:lnTo>
                  <a:pt x="6523" y="952"/>
                </a:lnTo>
                <a:lnTo>
                  <a:pt x="6522" y="952"/>
                </a:lnTo>
                <a:lnTo>
                  <a:pt x="6521" y="951"/>
                </a:lnTo>
                <a:lnTo>
                  <a:pt x="6520" y="951"/>
                </a:lnTo>
                <a:lnTo>
                  <a:pt x="6519" y="950"/>
                </a:lnTo>
                <a:lnTo>
                  <a:pt x="6518" y="950"/>
                </a:lnTo>
                <a:lnTo>
                  <a:pt x="6517" y="949"/>
                </a:lnTo>
                <a:lnTo>
                  <a:pt x="6516" y="949"/>
                </a:lnTo>
                <a:lnTo>
                  <a:pt x="6515" y="948"/>
                </a:lnTo>
                <a:lnTo>
                  <a:pt x="6514" y="948"/>
                </a:lnTo>
                <a:lnTo>
                  <a:pt x="6513" y="947"/>
                </a:lnTo>
                <a:lnTo>
                  <a:pt x="6512" y="947"/>
                </a:lnTo>
                <a:lnTo>
                  <a:pt x="6512" y="946"/>
                </a:lnTo>
                <a:lnTo>
                  <a:pt x="6511" y="946"/>
                </a:lnTo>
                <a:lnTo>
                  <a:pt x="6510" y="946"/>
                </a:lnTo>
                <a:lnTo>
                  <a:pt x="6509" y="945"/>
                </a:lnTo>
                <a:lnTo>
                  <a:pt x="6508" y="945"/>
                </a:lnTo>
                <a:lnTo>
                  <a:pt x="6508" y="944"/>
                </a:lnTo>
                <a:lnTo>
                  <a:pt x="6507" y="944"/>
                </a:lnTo>
                <a:lnTo>
                  <a:pt x="6506" y="944"/>
                </a:lnTo>
                <a:lnTo>
                  <a:pt x="6506" y="943"/>
                </a:lnTo>
                <a:lnTo>
                  <a:pt x="6505" y="943"/>
                </a:lnTo>
                <a:lnTo>
                  <a:pt x="6504" y="942"/>
                </a:lnTo>
                <a:lnTo>
                  <a:pt x="6503" y="942"/>
                </a:lnTo>
                <a:lnTo>
                  <a:pt x="6503" y="944"/>
                </a:lnTo>
                <a:lnTo>
                  <a:pt x="6502" y="944"/>
                </a:lnTo>
                <a:lnTo>
                  <a:pt x="6501" y="943"/>
                </a:lnTo>
                <a:lnTo>
                  <a:pt x="6500" y="943"/>
                </a:lnTo>
                <a:lnTo>
                  <a:pt x="6499" y="942"/>
                </a:lnTo>
                <a:lnTo>
                  <a:pt x="6498" y="942"/>
                </a:lnTo>
                <a:lnTo>
                  <a:pt x="6498" y="941"/>
                </a:lnTo>
                <a:lnTo>
                  <a:pt x="6497" y="941"/>
                </a:lnTo>
                <a:lnTo>
                  <a:pt x="6496" y="941"/>
                </a:lnTo>
                <a:lnTo>
                  <a:pt x="6496" y="940"/>
                </a:lnTo>
                <a:lnTo>
                  <a:pt x="6495" y="940"/>
                </a:lnTo>
                <a:lnTo>
                  <a:pt x="6494" y="940"/>
                </a:lnTo>
                <a:lnTo>
                  <a:pt x="6493" y="939"/>
                </a:lnTo>
                <a:lnTo>
                  <a:pt x="6492" y="939"/>
                </a:lnTo>
                <a:lnTo>
                  <a:pt x="6492" y="938"/>
                </a:lnTo>
                <a:lnTo>
                  <a:pt x="6491" y="938"/>
                </a:lnTo>
                <a:lnTo>
                  <a:pt x="6490" y="938"/>
                </a:lnTo>
                <a:lnTo>
                  <a:pt x="6490" y="937"/>
                </a:lnTo>
                <a:lnTo>
                  <a:pt x="6489" y="937"/>
                </a:lnTo>
                <a:lnTo>
                  <a:pt x="6488" y="936"/>
                </a:lnTo>
                <a:lnTo>
                  <a:pt x="6487" y="936"/>
                </a:lnTo>
                <a:lnTo>
                  <a:pt x="6486" y="936"/>
                </a:lnTo>
                <a:lnTo>
                  <a:pt x="6486" y="935"/>
                </a:lnTo>
                <a:lnTo>
                  <a:pt x="6485" y="935"/>
                </a:lnTo>
                <a:lnTo>
                  <a:pt x="6484" y="934"/>
                </a:lnTo>
                <a:lnTo>
                  <a:pt x="6483" y="934"/>
                </a:lnTo>
                <a:lnTo>
                  <a:pt x="6482" y="933"/>
                </a:lnTo>
                <a:lnTo>
                  <a:pt x="6481" y="933"/>
                </a:lnTo>
                <a:lnTo>
                  <a:pt x="6480" y="935"/>
                </a:lnTo>
                <a:lnTo>
                  <a:pt x="6480" y="934"/>
                </a:lnTo>
                <a:lnTo>
                  <a:pt x="6479" y="934"/>
                </a:lnTo>
                <a:lnTo>
                  <a:pt x="6478" y="933"/>
                </a:lnTo>
                <a:lnTo>
                  <a:pt x="6477" y="933"/>
                </a:lnTo>
                <a:lnTo>
                  <a:pt x="6476" y="932"/>
                </a:lnTo>
                <a:lnTo>
                  <a:pt x="6476" y="934"/>
                </a:lnTo>
                <a:lnTo>
                  <a:pt x="6475" y="934"/>
                </a:lnTo>
                <a:lnTo>
                  <a:pt x="6475" y="933"/>
                </a:lnTo>
                <a:lnTo>
                  <a:pt x="6474" y="933"/>
                </a:lnTo>
                <a:lnTo>
                  <a:pt x="6473" y="933"/>
                </a:lnTo>
                <a:lnTo>
                  <a:pt x="6472" y="932"/>
                </a:lnTo>
                <a:lnTo>
                  <a:pt x="6471" y="932"/>
                </a:lnTo>
                <a:lnTo>
                  <a:pt x="6471" y="931"/>
                </a:lnTo>
                <a:lnTo>
                  <a:pt x="6470" y="931"/>
                </a:lnTo>
                <a:lnTo>
                  <a:pt x="6469" y="931"/>
                </a:lnTo>
                <a:lnTo>
                  <a:pt x="6469" y="930"/>
                </a:lnTo>
                <a:lnTo>
                  <a:pt x="6468" y="930"/>
                </a:lnTo>
                <a:lnTo>
                  <a:pt x="6467" y="929"/>
                </a:lnTo>
                <a:lnTo>
                  <a:pt x="6466" y="929"/>
                </a:lnTo>
                <a:lnTo>
                  <a:pt x="6465" y="929"/>
                </a:lnTo>
                <a:lnTo>
                  <a:pt x="6465" y="928"/>
                </a:lnTo>
                <a:lnTo>
                  <a:pt x="6464" y="928"/>
                </a:lnTo>
                <a:lnTo>
                  <a:pt x="6463" y="928"/>
                </a:lnTo>
                <a:lnTo>
                  <a:pt x="6463" y="927"/>
                </a:lnTo>
                <a:lnTo>
                  <a:pt x="6462" y="927"/>
                </a:lnTo>
                <a:lnTo>
                  <a:pt x="6461" y="926"/>
                </a:lnTo>
                <a:lnTo>
                  <a:pt x="6460" y="926"/>
                </a:lnTo>
                <a:lnTo>
                  <a:pt x="6459" y="925"/>
                </a:lnTo>
                <a:lnTo>
                  <a:pt x="6458" y="925"/>
                </a:lnTo>
                <a:lnTo>
                  <a:pt x="6457" y="924"/>
                </a:lnTo>
                <a:lnTo>
                  <a:pt x="6456" y="924"/>
                </a:lnTo>
                <a:lnTo>
                  <a:pt x="6455" y="923"/>
                </a:lnTo>
                <a:lnTo>
                  <a:pt x="6454" y="923"/>
                </a:lnTo>
                <a:lnTo>
                  <a:pt x="6453" y="922"/>
                </a:lnTo>
                <a:lnTo>
                  <a:pt x="6452" y="922"/>
                </a:lnTo>
                <a:lnTo>
                  <a:pt x="6452" y="921"/>
                </a:lnTo>
                <a:lnTo>
                  <a:pt x="6451" y="921"/>
                </a:lnTo>
                <a:lnTo>
                  <a:pt x="6450" y="921"/>
                </a:lnTo>
                <a:lnTo>
                  <a:pt x="6449" y="920"/>
                </a:lnTo>
                <a:lnTo>
                  <a:pt x="6448" y="920"/>
                </a:lnTo>
                <a:lnTo>
                  <a:pt x="6448" y="919"/>
                </a:lnTo>
                <a:lnTo>
                  <a:pt x="6447" y="919"/>
                </a:lnTo>
                <a:lnTo>
                  <a:pt x="6446" y="919"/>
                </a:lnTo>
                <a:lnTo>
                  <a:pt x="6446" y="918"/>
                </a:lnTo>
                <a:lnTo>
                  <a:pt x="6445" y="920"/>
                </a:lnTo>
                <a:lnTo>
                  <a:pt x="6444" y="919"/>
                </a:lnTo>
                <a:lnTo>
                  <a:pt x="6443" y="919"/>
                </a:lnTo>
                <a:lnTo>
                  <a:pt x="6442" y="918"/>
                </a:lnTo>
                <a:lnTo>
                  <a:pt x="6441" y="918"/>
                </a:lnTo>
                <a:lnTo>
                  <a:pt x="6441" y="917"/>
                </a:lnTo>
                <a:lnTo>
                  <a:pt x="6440" y="917"/>
                </a:lnTo>
                <a:lnTo>
                  <a:pt x="6439" y="917"/>
                </a:lnTo>
                <a:lnTo>
                  <a:pt x="6439" y="916"/>
                </a:lnTo>
                <a:lnTo>
                  <a:pt x="6438" y="916"/>
                </a:lnTo>
                <a:lnTo>
                  <a:pt x="6437" y="916"/>
                </a:lnTo>
                <a:lnTo>
                  <a:pt x="6436" y="915"/>
                </a:lnTo>
                <a:lnTo>
                  <a:pt x="6435" y="915"/>
                </a:lnTo>
                <a:lnTo>
                  <a:pt x="6435" y="914"/>
                </a:lnTo>
                <a:lnTo>
                  <a:pt x="6434" y="914"/>
                </a:lnTo>
                <a:lnTo>
                  <a:pt x="6433" y="914"/>
                </a:lnTo>
                <a:lnTo>
                  <a:pt x="6433" y="913"/>
                </a:lnTo>
                <a:lnTo>
                  <a:pt x="6432" y="913"/>
                </a:lnTo>
                <a:lnTo>
                  <a:pt x="6431" y="912"/>
                </a:lnTo>
                <a:lnTo>
                  <a:pt x="6430" y="912"/>
                </a:lnTo>
                <a:lnTo>
                  <a:pt x="6429" y="912"/>
                </a:lnTo>
                <a:lnTo>
                  <a:pt x="6429" y="911"/>
                </a:lnTo>
                <a:lnTo>
                  <a:pt x="6428" y="911"/>
                </a:lnTo>
                <a:lnTo>
                  <a:pt x="6427" y="910"/>
                </a:lnTo>
                <a:lnTo>
                  <a:pt x="6426" y="910"/>
                </a:lnTo>
                <a:lnTo>
                  <a:pt x="6425" y="911"/>
                </a:lnTo>
                <a:lnTo>
                  <a:pt x="6424" y="910"/>
                </a:lnTo>
                <a:lnTo>
                  <a:pt x="6423" y="910"/>
                </a:lnTo>
                <a:lnTo>
                  <a:pt x="6422" y="909"/>
                </a:lnTo>
                <a:lnTo>
                  <a:pt x="6421" y="909"/>
                </a:lnTo>
                <a:lnTo>
                  <a:pt x="6421" y="908"/>
                </a:lnTo>
                <a:lnTo>
                  <a:pt x="6420" y="908"/>
                </a:lnTo>
                <a:lnTo>
                  <a:pt x="6419" y="908"/>
                </a:lnTo>
                <a:lnTo>
                  <a:pt x="6418" y="907"/>
                </a:lnTo>
                <a:lnTo>
                  <a:pt x="6417" y="907"/>
                </a:lnTo>
                <a:lnTo>
                  <a:pt x="6416" y="906"/>
                </a:lnTo>
                <a:lnTo>
                  <a:pt x="6416" y="907"/>
                </a:lnTo>
                <a:lnTo>
                  <a:pt x="6415" y="907"/>
                </a:lnTo>
                <a:lnTo>
                  <a:pt x="6414" y="907"/>
                </a:lnTo>
                <a:lnTo>
                  <a:pt x="6413" y="906"/>
                </a:lnTo>
                <a:lnTo>
                  <a:pt x="6412" y="906"/>
                </a:lnTo>
                <a:lnTo>
                  <a:pt x="6412" y="905"/>
                </a:lnTo>
                <a:lnTo>
                  <a:pt x="6411" y="905"/>
                </a:lnTo>
                <a:lnTo>
                  <a:pt x="6411" y="906"/>
                </a:lnTo>
                <a:lnTo>
                  <a:pt x="6410" y="906"/>
                </a:lnTo>
                <a:lnTo>
                  <a:pt x="6409" y="906"/>
                </a:lnTo>
                <a:lnTo>
                  <a:pt x="6409" y="905"/>
                </a:lnTo>
                <a:lnTo>
                  <a:pt x="6408" y="905"/>
                </a:lnTo>
                <a:lnTo>
                  <a:pt x="6407" y="904"/>
                </a:lnTo>
                <a:lnTo>
                  <a:pt x="6406" y="904"/>
                </a:lnTo>
                <a:lnTo>
                  <a:pt x="6405" y="903"/>
                </a:lnTo>
                <a:lnTo>
                  <a:pt x="6404" y="903"/>
                </a:lnTo>
                <a:lnTo>
                  <a:pt x="6404" y="902"/>
                </a:lnTo>
                <a:lnTo>
                  <a:pt x="6403" y="902"/>
                </a:lnTo>
                <a:lnTo>
                  <a:pt x="6402" y="902"/>
                </a:lnTo>
                <a:lnTo>
                  <a:pt x="6401" y="901"/>
                </a:lnTo>
                <a:lnTo>
                  <a:pt x="6400" y="901"/>
                </a:lnTo>
                <a:lnTo>
                  <a:pt x="6399" y="900"/>
                </a:lnTo>
                <a:lnTo>
                  <a:pt x="6398" y="900"/>
                </a:lnTo>
                <a:lnTo>
                  <a:pt x="6398" y="899"/>
                </a:lnTo>
                <a:lnTo>
                  <a:pt x="6397" y="899"/>
                </a:lnTo>
                <a:lnTo>
                  <a:pt x="6396" y="899"/>
                </a:lnTo>
                <a:lnTo>
                  <a:pt x="6396" y="898"/>
                </a:lnTo>
                <a:lnTo>
                  <a:pt x="6395" y="898"/>
                </a:lnTo>
                <a:lnTo>
                  <a:pt x="6394" y="898"/>
                </a:lnTo>
                <a:lnTo>
                  <a:pt x="6394" y="897"/>
                </a:lnTo>
                <a:lnTo>
                  <a:pt x="6393" y="897"/>
                </a:lnTo>
                <a:lnTo>
                  <a:pt x="6392" y="897"/>
                </a:lnTo>
                <a:lnTo>
                  <a:pt x="6392" y="896"/>
                </a:lnTo>
                <a:lnTo>
                  <a:pt x="6391" y="896"/>
                </a:lnTo>
                <a:lnTo>
                  <a:pt x="6390" y="895"/>
                </a:lnTo>
                <a:lnTo>
                  <a:pt x="6389" y="895"/>
                </a:lnTo>
                <a:lnTo>
                  <a:pt x="6388" y="894"/>
                </a:lnTo>
                <a:lnTo>
                  <a:pt x="6387" y="894"/>
                </a:lnTo>
                <a:lnTo>
                  <a:pt x="6386" y="894"/>
                </a:lnTo>
                <a:lnTo>
                  <a:pt x="6386" y="893"/>
                </a:lnTo>
                <a:lnTo>
                  <a:pt x="6385" y="893"/>
                </a:lnTo>
                <a:lnTo>
                  <a:pt x="6384" y="892"/>
                </a:lnTo>
                <a:lnTo>
                  <a:pt x="6383" y="892"/>
                </a:lnTo>
                <a:lnTo>
                  <a:pt x="6382" y="891"/>
                </a:lnTo>
                <a:lnTo>
                  <a:pt x="6381" y="891"/>
                </a:lnTo>
                <a:lnTo>
                  <a:pt x="6381" y="890"/>
                </a:lnTo>
                <a:lnTo>
                  <a:pt x="6380" y="890"/>
                </a:lnTo>
                <a:lnTo>
                  <a:pt x="6379" y="890"/>
                </a:lnTo>
                <a:lnTo>
                  <a:pt x="6378" y="889"/>
                </a:lnTo>
                <a:lnTo>
                  <a:pt x="6377" y="889"/>
                </a:lnTo>
                <a:lnTo>
                  <a:pt x="6376" y="888"/>
                </a:lnTo>
                <a:lnTo>
                  <a:pt x="6375" y="888"/>
                </a:lnTo>
                <a:lnTo>
                  <a:pt x="6375" y="887"/>
                </a:lnTo>
                <a:lnTo>
                  <a:pt x="6374" y="887"/>
                </a:lnTo>
                <a:lnTo>
                  <a:pt x="6373" y="886"/>
                </a:lnTo>
                <a:lnTo>
                  <a:pt x="6372" y="886"/>
                </a:lnTo>
                <a:lnTo>
                  <a:pt x="6371" y="886"/>
                </a:lnTo>
                <a:lnTo>
                  <a:pt x="6371" y="885"/>
                </a:lnTo>
                <a:lnTo>
                  <a:pt x="6370" y="885"/>
                </a:lnTo>
                <a:lnTo>
                  <a:pt x="6369" y="885"/>
                </a:lnTo>
                <a:lnTo>
                  <a:pt x="6369" y="884"/>
                </a:lnTo>
                <a:lnTo>
                  <a:pt x="6368" y="884"/>
                </a:lnTo>
                <a:lnTo>
                  <a:pt x="6368" y="885"/>
                </a:lnTo>
                <a:lnTo>
                  <a:pt x="6367" y="884"/>
                </a:lnTo>
                <a:lnTo>
                  <a:pt x="6366" y="884"/>
                </a:lnTo>
                <a:lnTo>
                  <a:pt x="6365" y="884"/>
                </a:lnTo>
                <a:lnTo>
                  <a:pt x="6365" y="883"/>
                </a:lnTo>
                <a:lnTo>
                  <a:pt x="6364" y="883"/>
                </a:lnTo>
                <a:lnTo>
                  <a:pt x="6363" y="882"/>
                </a:lnTo>
                <a:lnTo>
                  <a:pt x="6362" y="882"/>
                </a:lnTo>
                <a:lnTo>
                  <a:pt x="6361" y="881"/>
                </a:lnTo>
                <a:lnTo>
                  <a:pt x="6360" y="881"/>
                </a:lnTo>
                <a:lnTo>
                  <a:pt x="6359" y="880"/>
                </a:lnTo>
                <a:lnTo>
                  <a:pt x="6358" y="880"/>
                </a:lnTo>
                <a:lnTo>
                  <a:pt x="6357" y="879"/>
                </a:lnTo>
                <a:lnTo>
                  <a:pt x="6356" y="879"/>
                </a:lnTo>
                <a:lnTo>
                  <a:pt x="6355" y="878"/>
                </a:lnTo>
                <a:lnTo>
                  <a:pt x="6354" y="878"/>
                </a:lnTo>
                <a:lnTo>
                  <a:pt x="6354" y="877"/>
                </a:lnTo>
                <a:lnTo>
                  <a:pt x="6353" y="877"/>
                </a:lnTo>
                <a:lnTo>
                  <a:pt x="6352" y="877"/>
                </a:lnTo>
                <a:lnTo>
                  <a:pt x="6352" y="876"/>
                </a:lnTo>
                <a:lnTo>
                  <a:pt x="6351" y="876"/>
                </a:lnTo>
                <a:lnTo>
                  <a:pt x="6350" y="876"/>
                </a:lnTo>
                <a:lnTo>
                  <a:pt x="6349" y="875"/>
                </a:lnTo>
                <a:lnTo>
                  <a:pt x="6348" y="875"/>
                </a:lnTo>
                <a:lnTo>
                  <a:pt x="6348" y="874"/>
                </a:lnTo>
                <a:lnTo>
                  <a:pt x="6347" y="874"/>
                </a:lnTo>
                <a:lnTo>
                  <a:pt x="6346" y="874"/>
                </a:lnTo>
                <a:lnTo>
                  <a:pt x="6346" y="873"/>
                </a:lnTo>
                <a:lnTo>
                  <a:pt x="6345" y="873"/>
                </a:lnTo>
                <a:lnTo>
                  <a:pt x="6344" y="872"/>
                </a:lnTo>
                <a:lnTo>
                  <a:pt x="6343" y="872"/>
                </a:lnTo>
                <a:lnTo>
                  <a:pt x="6342" y="872"/>
                </a:lnTo>
                <a:lnTo>
                  <a:pt x="6342" y="871"/>
                </a:lnTo>
                <a:lnTo>
                  <a:pt x="6341" y="871"/>
                </a:lnTo>
                <a:lnTo>
                  <a:pt x="6340" y="870"/>
                </a:lnTo>
                <a:lnTo>
                  <a:pt x="6339" y="870"/>
                </a:lnTo>
                <a:lnTo>
                  <a:pt x="6338" y="869"/>
                </a:lnTo>
                <a:lnTo>
                  <a:pt x="6337" y="869"/>
                </a:lnTo>
                <a:lnTo>
                  <a:pt x="6337" y="868"/>
                </a:lnTo>
                <a:lnTo>
                  <a:pt x="6336" y="868"/>
                </a:lnTo>
                <a:lnTo>
                  <a:pt x="6335" y="868"/>
                </a:lnTo>
                <a:lnTo>
                  <a:pt x="6334" y="867"/>
                </a:lnTo>
                <a:lnTo>
                  <a:pt x="6333" y="867"/>
                </a:lnTo>
                <a:lnTo>
                  <a:pt x="6332" y="866"/>
                </a:lnTo>
                <a:lnTo>
                  <a:pt x="6331" y="866"/>
                </a:lnTo>
                <a:lnTo>
                  <a:pt x="6331" y="865"/>
                </a:lnTo>
                <a:lnTo>
                  <a:pt x="6330" y="865"/>
                </a:lnTo>
                <a:lnTo>
                  <a:pt x="6329" y="865"/>
                </a:lnTo>
                <a:lnTo>
                  <a:pt x="6329" y="864"/>
                </a:lnTo>
                <a:lnTo>
                  <a:pt x="6328" y="864"/>
                </a:lnTo>
                <a:lnTo>
                  <a:pt x="6327" y="864"/>
                </a:lnTo>
                <a:lnTo>
                  <a:pt x="6327" y="863"/>
                </a:lnTo>
                <a:lnTo>
                  <a:pt x="6326" y="863"/>
                </a:lnTo>
                <a:lnTo>
                  <a:pt x="6325" y="863"/>
                </a:lnTo>
                <a:lnTo>
                  <a:pt x="6325" y="862"/>
                </a:lnTo>
                <a:lnTo>
                  <a:pt x="6324" y="862"/>
                </a:lnTo>
                <a:lnTo>
                  <a:pt x="6323" y="861"/>
                </a:lnTo>
                <a:lnTo>
                  <a:pt x="6322" y="861"/>
                </a:lnTo>
                <a:lnTo>
                  <a:pt x="6321" y="860"/>
                </a:lnTo>
                <a:lnTo>
                  <a:pt x="6320" y="860"/>
                </a:lnTo>
                <a:lnTo>
                  <a:pt x="6319" y="860"/>
                </a:lnTo>
                <a:lnTo>
                  <a:pt x="6319" y="859"/>
                </a:lnTo>
                <a:lnTo>
                  <a:pt x="6318" y="859"/>
                </a:lnTo>
                <a:lnTo>
                  <a:pt x="6317" y="858"/>
                </a:lnTo>
                <a:lnTo>
                  <a:pt x="6316" y="858"/>
                </a:lnTo>
                <a:lnTo>
                  <a:pt x="6315" y="857"/>
                </a:lnTo>
                <a:lnTo>
                  <a:pt x="6314" y="857"/>
                </a:lnTo>
                <a:lnTo>
                  <a:pt x="6314" y="856"/>
                </a:lnTo>
                <a:lnTo>
                  <a:pt x="6313" y="856"/>
                </a:lnTo>
                <a:lnTo>
                  <a:pt x="6312" y="856"/>
                </a:lnTo>
                <a:lnTo>
                  <a:pt x="6311" y="855"/>
                </a:lnTo>
                <a:lnTo>
                  <a:pt x="6310" y="855"/>
                </a:lnTo>
                <a:lnTo>
                  <a:pt x="6309" y="854"/>
                </a:lnTo>
                <a:lnTo>
                  <a:pt x="6308" y="854"/>
                </a:lnTo>
                <a:lnTo>
                  <a:pt x="6308" y="853"/>
                </a:lnTo>
                <a:lnTo>
                  <a:pt x="6307" y="853"/>
                </a:lnTo>
                <a:lnTo>
                  <a:pt x="6306" y="852"/>
                </a:lnTo>
                <a:lnTo>
                  <a:pt x="6305" y="852"/>
                </a:lnTo>
                <a:lnTo>
                  <a:pt x="6304" y="852"/>
                </a:lnTo>
                <a:lnTo>
                  <a:pt x="6304" y="851"/>
                </a:lnTo>
                <a:lnTo>
                  <a:pt x="6303" y="851"/>
                </a:lnTo>
                <a:lnTo>
                  <a:pt x="6302" y="851"/>
                </a:lnTo>
                <a:lnTo>
                  <a:pt x="6301" y="850"/>
                </a:lnTo>
                <a:lnTo>
                  <a:pt x="6300" y="850"/>
                </a:lnTo>
                <a:lnTo>
                  <a:pt x="6299" y="850"/>
                </a:lnTo>
                <a:lnTo>
                  <a:pt x="6299" y="849"/>
                </a:lnTo>
                <a:lnTo>
                  <a:pt x="6298" y="849"/>
                </a:lnTo>
                <a:lnTo>
                  <a:pt x="6297" y="848"/>
                </a:lnTo>
                <a:lnTo>
                  <a:pt x="6296" y="848"/>
                </a:lnTo>
                <a:lnTo>
                  <a:pt x="6295" y="847"/>
                </a:lnTo>
                <a:lnTo>
                  <a:pt x="6294" y="847"/>
                </a:lnTo>
                <a:lnTo>
                  <a:pt x="6294" y="846"/>
                </a:lnTo>
                <a:lnTo>
                  <a:pt x="6293" y="846"/>
                </a:lnTo>
                <a:lnTo>
                  <a:pt x="6292" y="846"/>
                </a:lnTo>
                <a:lnTo>
                  <a:pt x="6291" y="845"/>
                </a:lnTo>
                <a:lnTo>
                  <a:pt x="6290" y="845"/>
                </a:lnTo>
                <a:lnTo>
                  <a:pt x="6289" y="844"/>
                </a:lnTo>
                <a:lnTo>
                  <a:pt x="6288" y="844"/>
                </a:lnTo>
                <a:lnTo>
                  <a:pt x="6288" y="843"/>
                </a:lnTo>
                <a:lnTo>
                  <a:pt x="6287" y="843"/>
                </a:lnTo>
                <a:lnTo>
                  <a:pt x="6286" y="842"/>
                </a:lnTo>
                <a:lnTo>
                  <a:pt x="6285" y="842"/>
                </a:lnTo>
                <a:lnTo>
                  <a:pt x="6284" y="842"/>
                </a:lnTo>
                <a:lnTo>
                  <a:pt x="6284" y="841"/>
                </a:lnTo>
                <a:lnTo>
                  <a:pt x="6283" y="841"/>
                </a:lnTo>
                <a:lnTo>
                  <a:pt x="6282" y="841"/>
                </a:lnTo>
                <a:lnTo>
                  <a:pt x="6282" y="840"/>
                </a:lnTo>
                <a:lnTo>
                  <a:pt x="6281" y="840"/>
                </a:lnTo>
                <a:lnTo>
                  <a:pt x="6280" y="839"/>
                </a:lnTo>
                <a:lnTo>
                  <a:pt x="6279" y="839"/>
                </a:lnTo>
                <a:lnTo>
                  <a:pt x="6278" y="838"/>
                </a:lnTo>
                <a:lnTo>
                  <a:pt x="6277" y="838"/>
                </a:lnTo>
                <a:lnTo>
                  <a:pt x="6276" y="837"/>
                </a:lnTo>
                <a:lnTo>
                  <a:pt x="6275" y="837"/>
                </a:lnTo>
                <a:lnTo>
                  <a:pt x="6274" y="836"/>
                </a:lnTo>
                <a:lnTo>
                  <a:pt x="6273" y="836"/>
                </a:lnTo>
                <a:lnTo>
                  <a:pt x="6272" y="835"/>
                </a:lnTo>
                <a:lnTo>
                  <a:pt x="6271" y="835"/>
                </a:lnTo>
                <a:lnTo>
                  <a:pt x="6271" y="834"/>
                </a:lnTo>
                <a:lnTo>
                  <a:pt x="6270" y="834"/>
                </a:lnTo>
                <a:lnTo>
                  <a:pt x="6269" y="834"/>
                </a:lnTo>
                <a:lnTo>
                  <a:pt x="6268" y="833"/>
                </a:lnTo>
                <a:lnTo>
                  <a:pt x="6267" y="833"/>
                </a:lnTo>
                <a:lnTo>
                  <a:pt x="6267" y="832"/>
                </a:lnTo>
                <a:lnTo>
                  <a:pt x="6266" y="832"/>
                </a:lnTo>
                <a:lnTo>
                  <a:pt x="6265" y="832"/>
                </a:lnTo>
                <a:lnTo>
                  <a:pt x="6265" y="831"/>
                </a:lnTo>
                <a:lnTo>
                  <a:pt x="6264" y="831"/>
                </a:lnTo>
                <a:lnTo>
                  <a:pt x="6263" y="830"/>
                </a:lnTo>
                <a:lnTo>
                  <a:pt x="6262" y="830"/>
                </a:lnTo>
                <a:lnTo>
                  <a:pt x="6261" y="830"/>
                </a:lnTo>
                <a:lnTo>
                  <a:pt x="6261" y="829"/>
                </a:lnTo>
                <a:lnTo>
                  <a:pt x="6260" y="829"/>
                </a:lnTo>
                <a:lnTo>
                  <a:pt x="6259" y="828"/>
                </a:lnTo>
                <a:lnTo>
                  <a:pt x="6258" y="828"/>
                </a:lnTo>
                <a:lnTo>
                  <a:pt x="6257" y="827"/>
                </a:lnTo>
                <a:lnTo>
                  <a:pt x="6256" y="827"/>
                </a:lnTo>
                <a:lnTo>
                  <a:pt x="6255" y="826"/>
                </a:lnTo>
                <a:lnTo>
                  <a:pt x="6254" y="826"/>
                </a:lnTo>
                <a:lnTo>
                  <a:pt x="6253" y="825"/>
                </a:lnTo>
                <a:lnTo>
                  <a:pt x="6252" y="825"/>
                </a:lnTo>
                <a:lnTo>
                  <a:pt x="6251" y="824"/>
                </a:lnTo>
                <a:lnTo>
                  <a:pt x="6250" y="824"/>
                </a:lnTo>
                <a:lnTo>
                  <a:pt x="6250" y="823"/>
                </a:lnTo>
                <a:lnTo>
                  <a:pt x="6249" y="823"/>
                </a:lnTo>
                <a:lnTo>
                  <a:pt x="6248" y="823"/>
                </a:lnTo>
                <a:lnTo>
                  <a:pt x="6248" y="822"/>
                </a:lnTo>
                <a:lnTo>
                  <a:pt x="6247" y="822"/>
                </a:lnTo>
                <a:lnTo>
                  <a:pt x="6246" y="822"/>
                </a:lnTo>
                <a:lnTo>
                  <a:pt x="6245" y="821"/>
                </a:lnTo>
                <a:lnTo>
                  <a:pt x="6244" y="821"/>
                </a:lnTo>
                <a:lnTo>
                  <a:pt x="6244" y="820"/>
                </a:lnTo>
                <a:lnTo>
                  <a:pt x="6243" y="820"/>
                </a:lnTo>
                <a:lnTo>
                  <a:pt x="6242" y="820"/>
                </a:lnTo>
                <a:lnTo>
                  <a:pt x="6242" y="819"/>
                </a:lnTo>
                <a:lnTo>
                  <a:pt x="6241" y="819"/>
                </a:lnTo>
                <a:lnTo>
                  <a:pt x="6240" y="818"/>
                </a:lnTo>
                <a:lnTo>
                  <a:pt x="6239" y="818"/>
                </a:lnTo>
                <a:lnTo>
                  <a:pt x="6238" y="818"/>
                </a:lnTo>
                <a:lnTo>
                  <a:pt x="6238" y="817"/>
                </a:lnTo>
                <a:lnTo>
                  <a:pt x="6237" y="817"/>
                </a:lnTo>
                <a:lnTo>
                  <a:pt x="6236" y="816"/>
                </a:lnTo>
                <a:lnTo>
                  <a:pt x="6235" y="816"/>
                </a:lnTo>
                <a:lnTo>
                  <a:pt x="6234" y="815"/>
                </a:lnTo>
                <a:lnTo>
                  <a:pt x="6233" y="815"/>
                </a:lnTo>
                <a:lnTo>
                  <a:pt x="6232" y="814"/>
                </a:lnTo>
                <a:lnTo>
                  <a:pt x="6231" y="814"/>
                </a:lnTo>
                <a:lnTo>
                  <a:pt x="6230" y="813"/>
                </a:lnTo>
                <a:lnTo>
                  <a:pt x="6229" y="813"/>
                </a:lnTo>
                <a:lnTo>
                  <a:pt x="6228" y="812"/>
                </a:lnTo>
                <a:lnTo>
                  <a:pt x="6227" y="812"/>
                </a:lnTo>
                <a:lnTo>
                  <a:pt x="6227" y="811"/>
                </a:lnTo>
                <a:lnTo>
                  <a:pt x="6226" y="811"/>
                </a:lnTo>
                <a:lnTo>
                  <a:pt x="6225" y="811"/>
                </a:lnTo>
                <a:lnTo>
                  <a:pt x="6225" y="810"/>
                </a:lnTo>
                <a:lnTo>
                  <a:pt x="6224" y="810"/>
                </a:lnTo>
                <a:lnTo>
                  <a:pt x="6223" y="810"/>
                </a:lnTo>
                <a:lnTo>
                  <a:pt x="6222" y="809"/>
                </a:lnTo>
                <a:lnTo>
                  <a:pt x="6221" y="809"/>
                </a:lnTo>
                <a:lnTo>
                  <a:pt x="6221" y="808"/>
                </a:lnTo>
                <a:lnTo>
                  <a:pt x="6220" y="808"/>
                </a:lnTo>
                <a:lnTo>
                  <a:pt x="6219" y="807"/>
                </a:lnTo>
                <a:lnTo>
                  <a:pt x="6218" y="807"/>
                </a:lnTo>
                <a:lnTo>
                  <a:pt x="6217" y="806"/>
                </a:lnTo>
                <a:lnTo>
                  <a:pt x="6216" y="806"/>
                </a:lnTo>
                <a:lnTo>
                  <a:pt x="6215" y="806"/>
                </a:lnTo>
                <a:lnTo>
                  <a:pt x="6215" y="805"/>
                </a:lnTo>
                <a:lnTo>
                  <a:pt x="6214" y="805"/>
                </a:lnTo>
                <a:lnTo>
                  <a:pt x="6213" y="805"/>
                </a:lnTo>
                <a:lnTo>
                  <a:pt x="6212" y="805"/>
                </a:lnTo>
                <a:lnTo>
                  <a:pt x="6211" y="804"/>
                </a:lnTo>
                <a:lnTo>
                  <a:pt x="6210" y="804"/>
                </a:lnTo>
                <a:lnTo>
                  <a:pt x="6210" y="803"/>
                </a:lnTo>
                <a:lnTo>
                  <a:pt x="6209" y="803"/>
                </a:lnTo>
                <a:lnTo>
                  <a:pt x="6208" y="803"/>
                </a:lnTo>
                <a:lnTo>
                  <a:pt x="6208" y="802"/>
                </a:lnTo>
                <a:lnTo>
                  <a:pt x="6207" y="802"/>
                </a:lnTo>
                <a:lnTo>
                  <a:pt x="6206" y="802"/>
                </a:lnTo>
                <a:lnTo>
                  <a:pt x="6205" y="801"/>
                </a:lnTo>
                <a:lnTo>
                  <a:pt x="6204" y="801"/>
                </a:lnTo>
                <a:lnTo>
                  <a:pt x="6204" y="800"/>
                </a:lnTo>
                <a:lnTo>
                  <a:pt x="6203" y="800"/>
                </a:lnTo>
                <a:lnTo>
                  <a:pt x="6202" y="799"/>
                </a:lnTo>
                <a:lnTo>
                  <a:pt x="6201" y="799"/>
                </a:lnTo>
                <a:lnTo>
                  <a:pt x="6200" y="798"/>
                </a:lnTo>
                <a:lnTo>
                  <a:pt x="6199" y="798"/>
                </a:lnTo>
                <a:lnTo>
                  <a:pt x="6198" y="798"/>
                </a:lnTo>
                <a:lnTo>
                  <a:pt x="6198" y="797"/>
                </a:lnTo>
                <a:lnTo>
                  <a:pt x="6197" y="797"/>
                </a:lnTo>
                <a:lnTo>
                  <a:pt x="6196" y="796"/>
                </a:lnTo>
                <a:lnTo>
                  <a:pt x="6195" y="796"/>
                </a:lnTo>
                <a:lnTo>
                  <a:pt x="6194" y="795"/>
                </a:lnTo>
                <a:lnTo>
                  <a:pt x="6193" y="795"/>
                </a:lnTo>
                <a:lnTo>
                  <a:pt x="6193" y="794"/>
                </a:lnTo>
                <a:lnTo>
                  <a:pt x="6192" y="794"/>
                </a:lnTo>
                <a:lnTo>
                  <a:pt x="6191" y="794"/>
                </a:lnTo>
                <a:lnTo>
                  <a:pt x="6191" y="793"/>
                </a:lnTo>
                <a:lnTo>
                  <a:pt x="6190" y="793"/>
                </a:lnTo>
                <a:lnTo>
                  <a:pt x="6189" y="793"/>
                </a:lnTo>
                <a:lnTo>
                  <a:pt x="6188" y="792"/>
                </a:lnTo>
                <a:lnTo>
                  <a:pt x="6187" y="792"/>
                </a:lnTo>
                <a:lnTo>
                  <a:pt x="6187" y="791"/>
                </a:lnTo>
                <a:lnTo>
                  <a:pt x="6186" y="791"/>
                </a:lnTo>
                <a:lnTo>
                  <a:pt x="6185" y="792"/>
                </a:lnTo>
                <a:lnTo>
                  <a:pt x="6185" y="791"/>
                </a:lnTo>
                <a:lnTo>
                  <a:pt x="6184" y="791"/>
                </a:lnTo>
                <a:lnTo>
                  <a:pt x="6183" y="791"/>
                </a:lnTo>
                <a:lnTo>
                  <a:pt x="6183" y="790"/>
                </a:lnTo>
                <a:lnTo>
                  <a:pt x="6182" y="790"/>
                </a:lnTo>
                <a:lnTo>
                  <a:pt x="6181" y="790"/>
                </a:lnTo>
                <a:lnTo>
                  <a:pt x="6181" y="789"/>
                </a:lnTo>
                <a:lnTo>
                  <a:pt x="6180" y="789"/>
                </a:lnTo>
                <a:lnTo>
                  <a:pt x="6179" y="788"/>
                </a:lnTo>
                <a:lnTo>
                  <a:pt x="6178" y="788"/>
                </a:lnTo>
                <a:lnTo>
                  <a:pt x="6177" y="787"/>
                </a:lnTo>
                <a:lnTo>
                  <a:pt x="6176" y="787"/>
                </a:lnTo>
                <a:lnTo>
                  <a:pt x="6175" y="787"/>
                </a:lnTo>
                <a:lnTo>
                  <a:pt x="6175" y="786"/>
                </a:lnTo>
                <a:lnTo>
                  <a:pt x="6174" y="786"/>
                </a:lnTo>
                <a:lnTo>
                  <a:pt x="6173" y="785"/>
                </a:lnTo>
                <a:lnTo>
                  <a:pt x="6172" y="785"/>
                </a:lnTo>
                <a:lnTo>
                  <a:pt x="6171" y="784"/>
                </a:lnTo>
                <a:lnTo>
                  <a:pt x="6170" y="784"/>
                </a:lnTo>
                <a:lnTo>
                  <a:pt x="6170" y="783"/>
                </a:lnTo>
                <a:lnTo>
                  <a:pt x="6169" y="783"/>
                </a:lnTo>
                <a:lnTo>
                  <a:pt x="6168" y="783"/>
                </a:lnTo>
                <a:lnTo>
                  <a:pt x="6167" y="782"/>
                </a:lnTo>
                <a:lnTo>
                  <a:pt x="6166" y="782"/>
                </a:lnTo>
                <a:lnTo>
                  <a:pt x="6165" y="781"/>
                </a:lnTo>
                <a:lnTo>
                  <a:pt x="6164" y="781"/>
                </a:lnTo>
                <a:lnTo>
                  <a:pt x="6164" y="780"/>
                </a:lnTo>
                <a:lnTo>
                  <a:pt x="6163" y="780"/>
                </a:lnTo>
                <a:lnTo>
                  <a:pt x="6162" y="779"/>
                </a:lnTo>
                <a:lnTo>
                  <a:pt x="6161" y="779"/>
                </a:lnTo>
                <a:lnTo>
                  <a:pt x="6160" y="779"/>
                </a:lnTo>
                <a:lnTo>
                  <a:pt x="6160" y="778"/>
                </a:lnTo>
                <a:lnTo>
                  <a:pt x="6159" y="778"/>
                </a:lnTo>
                <a:lnTo>
                  <a:pt x="6158" y="778"/>
                </a:lnTo>
                <a:lnTo>
                  <a:pt x="6158" y="777"/>
                </a:lnTo>
                <a:lnTo>
                  <a:pt x="6157" y="777"/>
                </a:lnTo>
                <a:lnTo>
                  <a:pt x="6156" y="776"/>
                </a:lnTo>
                <a:lnTo>
                  <a:pt x="6155" y="776"/>
                </a:lnTo>
                <a:lnTo>
                  <a:pt x="6154" y="775"/>
                </a:lnTo>
                <a:lnTo>
                  <a:pt x="6153" y="775"/>
                </a:lnTo>
                <a:lnTo>
                  <a:pt x="6152" y="774"/>
                </a:lnTo>
                <a:lnTo>
                  <a:pt x="6151" y="774"/>
                </a:lnTo>
                <a:lnTo>
                  <a:pt x="6150" y="773"/>
                </a:lnTo>
                <a:lnTo>
                  <a:pt x="6149" y="773"/>
                </a:lnTo>
                <a:lnTo>
                  <a:pt x="6148" y="772"/>
                </a:lnTo>
                <a:lnTo>
                  <a:pt x="6147" y="772"/>
                </a:lnTo>
                <a:lnTo>
                  <a:pt x="6147" y="771"/>
                </a:lnTo>
                <a:lnTo>
                  <a:pt x="6146" y="771"/>
                </a:lnTo>
                <a:lnTo>
                  <a:pt x="6145" y="771"/>
                </a:lnTo>
                <a:lnTo>
                  <a:pt x="6144" y="770"/>
                </a:lnTo>
                <a:lnTo>
                  <a:pt x="6143" y="770"/>
                </a:lnTo>
                <a:lnTo>
                  <a:pt x="6143" y="769"/>
                </a:lnTo>
                <a:lnTo>
                  <a:pt x="6142" y="769"/>
                </a:lnTo>
                <a:lnTo>
                  <a:pt x="6141" y="769"/>
                </a:lnTo>
                <a:lnTo>
                  <a:pt x="6141" y="768"/>
                </a:lnTo>
                <a:lnTo>
                  <a:pt x="6140" y="768"/>
                </a:lnTo>
                <a:lnTo>
                  <a:pt x="6139" y="767"/>
                </a:lnTo>
                <a:lnTo>
                  <a:pt x="6138" y="767"/>
                </a:lnTo>
                <a:lnTo>
                  <a:pt x="6137" y="767"/>
                </a:lnTo>
                <a:lnTo>
                  <a:pt x="6137" y="766"/>
                </a:lnTo>
                <a:lnTo>
                  <a:pt x="6136" y="766"/>
                </a:lnTo>
                <a:lnTo>
                  <a:pt x="6135" y="765"/>
                </a:lnTo>
                <a:lnTo>
                  <a:pt x="6134" y="765"/>
                </a:lnTo>
                <a:lnTo>
                  <a:pt x="6133" y="764"/>
                </a:lnTo>
                <a:lnTo>
                  <a:pt x="6132" y="764"/>
                </a:lnTo>
                <a:lnTo>
                  <a:pt x="6131" y="763"/>
                </a:lnTo>
                <a:lnTo>
                  <a:pt x="6130" y="763"/>
                </a:lnTo>
                <a:lnTo>
                  <a:pt x="6129" y="762"/>
                </a:lnTo>
                <a:lnTo>
                  <a:pt x="6128" y="762"/>
                </a:lnTo>
                <a:lnTo>
                  <a:pt x="6127" y="761"/>
                </a:lnTo>
                <a:lnTo>
                  <a:pt x="6126" y="761"/>
                </a:lnTo>
                <a:lnTo>
                  <a:pt x="6126" y="760"/>
                </a:lnTo>
                <a:lnTo>
                  <a:pt x="6125" y="760"/>
                </a:lnTo>
                <a:lnTo>
                  <a:pt x="6124" y="760"/>
                </a:lnTo>
                <a:lnTo>
                  <a:pt x="6124" y="759"/>
                </a:lnTo>
                <a:lnTo>
                  <a:pt x="6123" y="759"/>
                </a:lnTo>
                <a:lnTo>
                  <a:pt x="6122" y="759"/>
                </a:lnTo>
                <a:lnTo>
                  <a:pt x="6121" y="758"/>
                </a:lnTo>
                <a:lnTo>
                  <a:pt x="6120" y="758"/>
                </a:lnTo>
                <a:lnTo>
                  <a:pt x="6120" y="757"/>
                </a:lnTo>
                <a:lnTo>
                  <a:pt x="6119" y="757"/>
                </a:lnTo>
                <a:lnTo>
                  <a:pt x="6118" y="757"/>
                </a:lnTo>
                <a:lnTo>
                  <a:pt x="6118" y="756"/>
                </a:lnTo>
                <a:lnTo>
                  <a:pt x="6117" y="756"/>
                </a:lnTo>
                <a:lnTo>
                  <a:pt x="6116" y="755"/>
                </a:lnTo>
                <a:lnTo>
                  <a:pt x="6115" y="755"/>
                </a:lnTo>
                <a:lnTo>
                  <a:pt x="6114" y="755"/>
                </a:lnTo>
                <a:lnTo>
                  <a:pt x="6114" y="754"/>
                </a:lnTo>
                <a:lnTo>
                  <a:pt x="6113" y="754"/>
                </a:lnTo>
                <a:lnTo>
                  <a:pt x="6112" y="753"/>
                </a:lnTo>
                <a:lnTo>
                  <a:pt x="6111" y="753"/>
                </a:lnTo>
                <a:lnTo>
                  <a:pt x="6110" y="752"/>
                </a:lnTo>
                <a:lnTo>
                  <a:pt x="6109" y="752"/>
                </a:lnTo>
                <a:lnTo>
                  <a:pt x="6108" y="751"/>
                </a:lnTo>
                <a:lnTo>
                  <a:pt x="6107" y="751"/>
                </a:lnTo>
                <a:lnTo>
                  <a:pt x="6106" y="750"/>
                </a:lnTo>
                <a:lnTo>
                  <a:pt x="6105" y="750"/>
                </a:lnTo>
                <a:lnTo>
                  <a:pt x="6104" y="749"/>
                </a:lnTo>
                <a:lnTo>
                  <a:pt x="6103" y="749"/>
                </a:lnTo>
                <a:lnTo>
                  <a:pt x="6103" y="748"/>
                </a:lnTo>
                <a:lnTo>
                  <a:pt x="6102" y="748"/>
                </a:lnTo>
                <a:lnTo>
                  <a:pt x="6101" y="748"/>
                </a:lnTo>
                <a:lnTo>
                  <a:pt x="6101" y="747"/>
                </a:lnTo>
                <a:lnTo>
                  <a:pt x="6100" y="747"/>
                </a:lnTo>
                <a:lnTo>
                  <a:pt x="6099" y="747"/>
                </a:lnTo>
                <a:lnTo>
                  <a:pt x="6098" y="746"/>
                </a:lnTo>
                <a:lnTo>
                  <a:pt x="6097" y="746"/>
                </a:lnTo>
                <a:lnTo>
                  <a:pt x="6097" y="745"/>
                </a:lnTo>
                <a:lnTo>
                  <a:pt x="6096" y="745"/>
                </a:lnTo>
                <a:lnTo>
                  <a:pt x="6095" y="744"/>
                </a:lnTo>
                <a:lnTo>
                  <a:pt x="6094" y="744"/>
                </a:lnTo>
                <a:lnTo>
                  <a:pt x="6093" y="743"/>
                </a:lnTo>
                <a:lnTo>
                  <a:pt x="6092" y="743"/>
                </a:lnTo>
                <a:lnTo>
                  <a:pt x="6091" y="743"/>
                </a:lnTo>
                <a:lnTo>
                  <a:pt x="6091" y="742"/>
                </a:lnTo>
                <a:lnTo>
                  <a:pt x="6090" y="742"/>
                </a:lnTo>
                <a:lnTo>
                  <a:pt x="6089" y="741"/>
                </a:lnTo>
                <a:lnTo>
                  <a:pt x="6088" y="741"/>
                </a:lnTo>
                <a:lnTo>
                  <a:pt x="6087" y="740"/>
                </a:lnTo>
                <a:lnTo>
                  <a:pt x="6086" y="740"/>
                </a:lnTo>
                <a:lnTo>
                  <a:pt x="6086" y="739"/>
                </a:lnTo>
                <a:lnTo>
                  <a:pt x="6085" y="739"/>
                </a:lnTo>
                <a:lnTo>
                  <a:pt x="6084" y="739"/>
                </a:lnTo>
                <a:lnTo>
                  <a:pt x="6083" y="738"/>
                </a:lnTo>
                <a:lnTo>
                  <a:pt x="6082" y="738"/>
                </a:lnTo>
                <a:lnTo>
                  <a:pt x="6081" y="737"/>
                </a:lnTo>
                <a:lnTo>
                  <a:pt x="6080" y="737"/>
                </a:lnTo>
                <a:lnTo>
                  <a:pt x="6080" y="736"/>
                </a:lnTo>
                <a:lnTo>
                  <a:pt x="6079" y="736"/>
                </a:lnTo>
                <a:lnTo>
                  <a:pt x="6078" y="735"/>
                </a:lnTo>
                <a:lnTo>
                  <a:pt x="6077" y="735"/>
                </a:lnTo>
                <a:lnTo>
                  <a:pt x="6076" y="735"/>
                </a:lnTo>
                <a:lnTo>
                  <a:pt x="6076" y="734"/>
                </a:lnTo>
                <a:lnTo>
                  <a:pt x="6075" y="734"/>
                </a:lnTo>
                <a:lnTo>
                  <a:pt x="6074" y="734"/>
                </a:lnTo>
                <a:lnTo>
                  <a:pt x="6074" y="733"/>
                </a:lnTo>
                <a:lnTo>
                  <a:pt x="6073" y="733"/>
                </a:lnTo>
                <a:lnTo>
                  <a:pt x="6072" y="732"/>
                </a:lnTo>
                <a:lnTo>
                  <a:pt x="6071" y="732"/>
                </a:lnTo>
                <a:lnTo>
                  <a:pt x="6070" y="731"/>
                </a:lnTo>
                <a:lnTo>
                  <a:pt x="6069" y="731"/>
                </a:lnTo>
                <a:lnTo>
                  <a:pt x="6068" y="730"/>
                </a:lnTo>
                <a:lnTo>
                  <a:pt x="6067" y="730"/>
                </a:lnTo>
                <a:lnTo>
                  <a:pt x="6066" y="729"/>
                </a:lnTo>
                <a:lnTo>
                  <a:pt x="6065" y="729"/>
                </a:lnTo>
                <a:lnTo>
                  <a:pt x="6064" y="728"/>
                </a:lnTo>
                <a:lnTo>
                  <a:pt x="6063" y="728"/>
                </a:lnTo>
                <a:lnTo>
                  <a:pt x="6063" y="727"/>
                </a:lnTo>
                <a:lnTo>
                  <a:pt x="6062" y="727"/>
                </a:lnTo>
                <a:lnTo>
                  <a:pt x="6061" y="727"/>
                </a:lnTo>
                <a:lnTo>
                  <a:pt x="6060" y="726"/>
                </a:lnTo>
                <a:lnTo>
                  <a:pt x="6059" y="726"/>
                </a:lnTo>
                <a:lnTo>
                  <a:pt x="6059" y="725"/>
                </a:lnTo>
                <a:lnTo>
                  <a:pt x="6058" y="725"/>
                </a:lnTo>
                <a:lnTo>
                  <a:pt x="6057" y="725"/>
                </a:lnTo>
                <a:lnTo>
                  <a:pt x="6057" y="724"/>
                </a:lnTo>
                <a:lnTo>
                  <a:pt x="6056" y="724"/>
                </a:lnTo>
                <a:lnTo>
                  <a:pt x="6055" y="723"/>
                </a:lnTo>
                <a:lnTo>
                  <a:pt x="6054" y="723"/>
                </a:lnTo>
                <a:lnTo>
                  <a:pt x="6053" y="723"/>
                </a:lnTo>
                <a:lnTo>
                  <a:pt x="6053" y="722"/>
                </a:lnTo>
                <a:lnTo>
                  <a:pt x="6052" y="722"/>
                </a:lnTo>
                <a:lnTo>
                  <a:pt x="6051" y="722"/>
                </a:lnTo>
                <a:lnTo>
                  <a:pt x="6051" y="721"/>
                </a:lnTo>
                <a:lnTo>
                  <a:pt x="6050" y="721"/>
                </a:lnTo>
                <a:lnTo>
                  <a:pt x="6049" y="720"/>
                </a:lnTo>
                <a:lnTo>
                  <a:pt x="6048" y="720"/>
                </a:lnTo>
                <a:lnTo>
                  <a:pt x="6047" y="719"/>
                </a:lnTo>
                <a:lnTo>
                  <a:pt x="6046" y="719"/>
                </a:lnTo>
                <a:lnTo>
                  <a:pt x="6045" y="718"/>
                </a:lnTo>
                <a:lnTo>
                  <a:pt x="6044" y="718"/>
                </a:lnTo>
                <a:lnTo>
                  <a:pt x="6043" y="717"/>
                </a:lnTo>
                <a:lnTo>
                  <a:pt x="6042" y="717"/>
                </a:lnTo>
                <a:lnTo>
                  <a:pt x="6041" y="716"/>
                </a:lnTo>
                <a:lnTo>
                  <a:pt x="6040" y="716"/>
                </a:lnTo>
                <a:lnTo>
                  <a:pt x="6040" y="715"/>
                </a:lnTo>
                <a:lnTo>
                  <a:pt x="6039" y="718"/>
                </a:lnTo>
                <a:lnTo>
                  <a:pt x="6039" y="717"/>
                </a:lnTo>
                <a:lnTo>
                  <a:pt x="6038" y="717"/>
                </a:lnTo>
                <a:lnTo>
                  <a:pt x="6037" y="717"/>
                </a:lnTo>
                <a:lnTo>
                  <a:pt x="6037" y="716"/>
                </a:lnTo>
                <a:lnTo>
                  <a:pt x="6036" y="716"/>
                </a:lnTo>
                <a:lnTo>
                  <a:pt x="6035" y="715"/>
                </a:lnTo>
                <a:lnTo>
                  <a:pt x="6034" y="715"/>
                </a:lnTo>
                <a:lnTo>
                  <a:pt x="6033" y="714"/>
                </a:lnTo>
                <a:lnTo>
                  <a:pt x="6032" y="714"/>
                </a:lnTo>
                <a:lnTo>
                  <a:pt x="6031" y="714"/>
                </a:lnTo>
                <a:lnTo>
                  <a:pt x="6031" y="713"/>
                </a:lnTo>
                <a:lnTo>
                  <a:pt x="6030" y="713"/>
                </a:lnTo>
                <a:lnTo>
                  <a:pt x="6029" y="712"/>
                </a:lnTo>
                <a:lnTo>
                  <a:pt x="6028" y="712"/>
                </a:lnTo>
                <a:lnTo>
                  <a:pt x="6027" y="711"/>
                </a:lnTo>
                <a:lnTo>
                  <a:pt x="6026" y="711"/>
                </a:lnTo>
                <a:lnTo>
                  <a:pt x="6026" y="710"/>
                </a:lnTo>
                <a:lnTo>
                  <a:pt x="6025" y="710"/>
                </a:lnTo>
                <a:lnTo>
                  <a:pt x="6024" y="710"/>
                </a:lnTo>
                <a:lnTo>
                  <a:pt x="6023" y="709"/>
                </a:lnTo>
                <a:lnTo>
                  <a:pt x="6022" y="709"/>
                </a:lnTo>
                <a:lnTo>
                  <a:pt x="6022" y="708"/>
                </a:lnTo>
                <a:lnTo>
                  <a:pt x="6021" y="708"/>
                </a:lnTo>
                <a:lnTo>
                  <a:pt x="6020" y="708"/>
                </a:lnTo>
                <a:lnTo>
                  <a:pt x="6020" y="707"/>
                </a:lnTo>
                <a:lnTo>
                  <a:pt x="6019" y="707"/>
                </a:lnTo>
                <a:lnTo>
                  <a:pt x="6018" y="706"/>
                </a:lnTo>
                <a:lnTo>
                  <a:pt x="6017" y="706"/>
                </a:lnTo>
                <a:lnTo>
                  <a:pt x="6016" y="706"/>
                </a:lnTo>
                <a:lnTo>
                  <a:pt x="6016" y="705"/>
                </a:lnTo>
                <a:lnTo>
                  <a:pt x="6015" y="705"/>
                </a:lnTo>
                <a:lnTo>
                  <a:pt x="6014" y="705"/>
                </a:lnTo>
                <a:lnTo>
                  <a:pt x="6014" y="704"/>
                </a:lnTo>
                <a:lnTo>
                  <a:pt x="6013" y="704"/>
                </a:lnTo>
                <a:lnTo>
                  <a:pt x="6012" y="703"/>
                </a:lnTo>
                <a:lnTo>
                  <a:pt x="6011" y="703"/>
                </a:lnTo>
                <a:lnTo>
                  <a:pt x="6010" y="702"/>
                </a:lnTo>
                <a:lnTo>
                  <a:pt x="6009" y="702"/>
                </a:lnTo>
                <a:lnTo>
                  <a:pt x="6008" y="701"/>
                </a:lnTo>
                <a:lnTo>
                  <a:pt x="6007" y="701"/>
                </a:lnTo>
                <a:lnTo>
                  <a:pt x="6006" y="700"/>
                </a:lnTo>
                <a:lnTo>
                  <a:pt x="6005" y="700"/>
                </a:lnTo>
                <a:lnTo>
                  <a:pt x="6004" y="699"/>
                </a:lnTo>
                <a:lnTo>
                  <a:pt x="6003" y="699"/>
                </a:lnTo>
                <a:lnTo>
                  <a:pt x="6003" y="698"/>
                </a:lnTo>
                <a:lnTo>
                  <a:pt x="6002" y="698"/>
                </a:lnTo>
                <a:lnTo>
                  <a:pt x="6001" y="698"/>
                </a:lnTo>
                <a:lnTo>
                  <a:pt x="6000" y="697"/>
                </a:lnTo>
                <a:lnTo>
                  <a:pt x="5999" y="697"/>
                </a:lnTo>
                <a:lnTo>
                  <a:pt x="5999" y="696"/>
                </a:lnTo>
                <a:lnTo>
                  <a:pt x="5998" y="696"/>
                </a:lnTo>
                <a:lnTo>
                  <a:pt x="5997" y="696"/>
                </a:lnTo>
                <a:lnTo>
                  <a:pt x="5997" y="695"/>
                </a:lnTo>
                <a:lnTo>
                  <a:pt x="5996" y="695"/>
                </a:lnTo>
                <a:lnTo>
                  <a:pt x="5995" y="694"/>
                </a:lnTo>
                <a:lnTo>
                  <a:pt x="5994" y="694"/>
                </a:lnTo>
                <a:lnTo>
                  <a:pt x="5993" y="694"/>
                </a:lnTo>
                <a:lnTo>
                  <a:pt x="5993" y="693"/>
                </a:lnTo>
                <a:lnTo>
                  <a:pt x="5992" y="693"/>
                </a:lnTo>
                <a:lnTo>
                  <a:pt x="5991" y="695"/>
                </a:lnTo>
                <a:lnTo>
                  <a:pt x="5990" y="695"/>
                </a:lnTo>
                <a:lnTo>
                  <a:pt x="5989" y="694"/>
                </a:lnTo>
                <a:lnTo>
                  <a:pt x="5988" y="694"/>
                </a:lnTo>
                <a:lnTo>
                  <a:pt x="5987" y="693"/>
                </a:lnTo>
                <a:lnTo>
                  <a:pt x="5986" y="696"/>
                </a:lnTo>
                <a:lnTo>
                  <a:pt x="5986" y="695"/>
                </a:lnTo>
                <a:lnTo>
                  <a:pt x="5985" y="695"/>
                </a:lnTo>
                <a:lnTo>
                  <a:pt x="5984" y="695"/>
                </a:lnTo>
                <a:lnTo>
                  <a:pt x="5984" y="694"/>
                </a:lnTo>
                <a:lnTo>
                  <a:pt x="5983" y="694"/>
                </a:lnTo>
                <a:lnTo>
                  <a:pt x="5982" y="693"/>
                </a:lnTo>
                <a:lnTo>
                  <a:pt x="5981" y="693"/>
                </a:lnTo>
                <a:lnTo>
                  <a:pt x="5980" y="692"/>
                </a:lnTo>
                <a:lnTo>
                  <a:pt x="5979" y="692"/>
                </a:lnTo>
                <a:lnTo>
                  <a:pt x="5978" y="691"/>
                </a:lnTo>
                <a:lnTo>
                  <a:pt x="5977" y="691"/>
                </a:lnTo>
                <a:lnTo>
                  <a:pt x="5976" y="690"/>
                </a:lnTo>
                <a:lnTo>
                  <a:pt x="5975" y="690"/>
                </a:lnTo>
                <a:lnTo>
                  <a:pt x="5974" y="689"/>
                </a:lnTo>
                <a:lnTo>
                  <a:pt x="5973" y="689"/>
                </a:lnTo>
                <a:lnTo>
                  <a:pt x="5973" y="688"/>
                </a:lnTo>
                <a:lnTo>
                  <a:pt x="5972" y="688"/>
                </a:lnTo>
                <a:lnTo>
                  <a:pt x="5971" y="688"/>
                </a:lnTo>
                <a:lnTo>
                  <a:pt x="5970" y="687"/>
                </a:lnTo>
                <a:lnTo>
                  <a:pt x="5969" y="687"/>
                </a:lnTo>
                <a:lnTo>
                  <a:pt x="5969" y="686"/>
                </a:lnTo>
                <a:lnTo>
                  <a:pt x="5968" y="686"/>
                </a:lnTo>
                <a:lnTo>
                  <a:pt x="5967" y="686"/>
                </a:lnTo>
                <a:lnTo>
                  <a:pt x="5967" y="685"/>
                </a:lnTo>
                <a:lnTo>
                  <a:pt x="5966" y="685"/>
                </a:lnTo>
                <a:lnTo>
                  <a:pt x="5965" y="684"/>
                </a:lnTo>
                <a:lnTo>
                  <a:pt x="5964" y="684"/>
                </a:lnTo>
                <a:lnTo>
                  <a:pt x="5963" y="684"/>
                </a:lnTo>
                <a:lnTo>
                  <a:pt x="5963" y="683"/>
                </a:lnTo>
                <a:lnTo>
                  <a:pt x="5962" y="683"/>
                </a:lnTo>
                <a:lnTo>
                  <a:pt x="5961" y="682"/>
                </a:lnTo>
                <a:lnTo>
                  <a:pt x="5960" y="682"/>
                </a:lnTo>
                <a:lnTo>
                  <a:pt x="5959" y="681"/>
                </a:lnTo>
                <a:lnTo>
                  <a:pt x="5958" y="681"/>
                </a:lnTo>
                <a:lnTo>
                  <a:pt x="5957" y="680"/>
                </a:lnTo>
                <a:lnTo>
                  <a:pt x="5956" y="680"/>
                </a:lnTo>
                <a:lnTo>
                  <a:pt x="5955" y="679"/>
                </a:lnTo>
                <a:lnTo>
                  <a:pt x="5954" y="679"/>
                </a:lnTo>
                <a:lnTo>
                  <a:pt x="5953" y="678"/>
                </a:lnTo>
                <a:lnTo>
                  <a:pt x="5952" y="678"/>
                </a:lnTo>
                <a:lnTo>
                  <a:pt x="5952" y="681"/>
                </a:lnTo>
                <a:lnTo>
                  <a:pt x="5951" y="680"/>
                </a:lnTo>
                <a:lnTo>
                  <a:pt x="5950" y="680"/>
                </a:lnTo>
                <a:lnTo>
                  <a:pt x="5949" y="679"/>
                </a:lnTo>
                <a:lnTo>
                  <a:pt x="5948" y="679"/>
                </a:lnTo>
                <a:lnTo>
                  <a:pt x="5947" y="678"/>
                </a:lnTo>
                <a:lnTo>
                  <a:pt x="5946" y="678"/>
                </a:lnTo>
                <a:lnTo>
                  <a:pt x="5946" y="677"/>
                </a:lnTo>
                <a:lnTo>
                  <a:pt x="5945" y="677"/>
                </a:lnTo>
                <a:lnTo>
                  <a:pt x="5944" y="677"/>
                </a:lnTo>
                <a:lnTo>
                  <a:pt x="5943" y="676"/>
                </a:lnTo>
                <a:lnTo>
                  <a:pt x="5942" y="676"/>
                </a:lnTo>
                <a:lnTo>
                  <a:pt x="5942" y="675"/>
                </a:lnTo>
                <a:lnTo>
                  <a:pt x="5941" y="675"/>
                </a:lnTo>
                <a:lnTo>
                  <a:pt x="5940" y="675"/>
                </a:lnTo>
                <a:lnTo>
                  <a:pt x="5940" y="674"/>
                </a:lnTo>
                <a:lnTo>
                  <a:pt x="5939" y="674"/>
                </a:lnTo>
                <a:lnTo>
                  <a:pt x="5938" y="673"/>
                </a:lnTo>
                <a:lnTo>
                  <a:pt x="5937" y="673"/>
                </a:lnTo>
                <a:lnTo>
                  <a:pt x="5936" y="673"/>
                </a:lnTo>
                <a:lnTo>
                  <a:pt x="5936" y="672"/>
                </a:lnTo>
                <a:lnTo>
                  <a:pt x="5935" y="672"/>
                </a:lnTo>
                <a:lnTo>
                  <a:pt x="5934" y="671"/>
                </a:lnTo>
                <a:lnTo>
                  <a:pt x="5933" y="671"/>
                </a:lnTo>
                <a:lnTo>
                  <a:pt x="5932" y="670"/>
                </a:lnTo>
                <a:lnTo>
                  <a:pt x="5931" y="670"/>
                </a:lnTo>
                <a:lnTo>
                  <a:pt x="5930" y="669"/>
                </a:lnTo>
                <a:lnTo>
                  <a:pt x="5929" y="669"/>
                </a:lnTo>
                <a:lnTo>
                  <a:pt x="5928" y="668"/>
                </a:lnTo>
                <a:lnTo>
                  <a:pt x="5927" y="668"/>
                </a:lnTo>
                <a:lnTo>
                  <a:pt x="5926" y="667"/>
                </a:lnTo>
                <a:lnTo>
                  <a:pt x="5925" y="667"/>
                </a:lnTo>
                <a:lnTo>
                  <a:pt x="5925" y="666"/>
                </a:lnTo>
                <a:lnTo>
                  <a:pt x="5924" y="666"/>
                </a:lnTo>
                <a:lnTo>
                  <a:pt x="5923" y="666"/>
                </a:lnTo>
                <a:lnTo>
                  <a:pt x="5923" y="665"/>
                </a:lnTo>
                <a:lnTo>
                  <a:pt x="5922" y="665"/>
                </a:lnTo>
                <a:lnTo>
                  <a:pt x="5921" y="665"/>
                </a:lnTo>
                <a:lnTo>
                  <a:pt x="5920" y="664"/>
                </a:lnTo>
                <a:lnTo>
                  <a:pt x="5919" y="664"/>
                </a:lnTo>
                <a:lnTo>
                  <a:pt x="5919" y="663"/>
                </a:lnTo>
                <a:lnTo>
                  <a:pt x="5918" y="663"/>
                </a:lnTo>
                <a:lnTo>
                  <a:pt x="5917" y="663"/>
                </a:lnTo>
                <a:lnTo>
                  <a:pt x="5917" y="662"/>
                </a:lnTo>
                <a:lnTo>
                  <a:pt x="5916" y="662"/>
                </a:lnTo>
                <a:lnTo>
                  <a:pt x="5916" y="665"/>
                </a:lnTo>
                <a:lnTo>
                  <a:pt x="5915" y="665"/>
                </a:lnTo>
                <a:lnTo>
                  <a:pt x="5914" y="664"/>
                </a:lnTo>
                <a:lnTo>
                  <a:pt x="5913" y="664"/>
                </a:lnTo>
                <a:lnTo>
                  <a:pt x="5912" y="663"/>
                </a:lnTo>
                <a:lnTo>
                  <a:pt x="5911" y="663"/>
                </a:lnTo>
                <a:lnTo>
                  <a:pt x="5910" y="663"/>
                </a:lnTo>
                <a:lnTo>
                  <a:pt x="5910" y="662"/>
                </a:lnTo>
                <a:lnTo>
                  <a:pt x="5909" y="662"/>
                </a:lnTo>
                <a:lnTo>
                  <a:pt x="5908" y="661"/>
                </a:lnTo>
                <a:lnTo>
                  <a:pt x="5907" y="661"/>
                </a:lnTo>
                <a:lnTo>
                  <a:pt x="5906" y="660"/>
                </a:lnTo>
                <a:lnTo>
                  <a:pt x="5905" y="660"/>
                </a:lnTo>
                <a:lnTo>
                  <a:pt x="5905" y="659"/>
                </a:lnTo>
                <a:lnTo>
                  <a:pt x="5904" y="659"/>
                </a:lnTo>
                <a:lnTo>
                  <a:pt x="5903" y="659"/>
                </a:lnTo>
                <a:lnTo>
                  <a:pt x="5902" y="658"/>
                </a:lnTo>
                <a:lnTo>
                  <a:pt x="5901" y="658"/>
                </a:lnTo>
                <a:lnTo>
                  <a:pt x="5900" y="657"/>
                </a:lnTo>
                <a:lnTo>
                  <a:pt x="5899" y="657"/>
                </a:lnTo>
                <a:lnTo>
                  <a:pt x="5899" y="656"/>
                </a:lnTo>
                <a:lnTo>
                  <a:pt x="5898" y="656"/>
                </a:lnTo>
                <a:lnTo>
                  <a:pt x="5897" y="655"/>
                </a:lnTo>
                <a:lnTo>
                  <a:pt x="5896" y="655"/>
                </a:lnTo>
                <a:lnTo>
                  <a:pt x="5895" y="655"/>
                </a:lnTo>
                <a:lnTo>
                  <a:pt x="5895" y="654"/>
                </a:lnTo>
                <a:lnTo>
                  <a:pt x="5894" y="654"/>
                </a:lnTo>
                <a:lnTo>
                  <a:pt x="5893" y="654"/>
                </a:lnTo>
                <a:lnTo>
                  <a:pt x="5893" y="653"/>
                </a:lnTo>
                <a:lnTo>
                  <a:pt x="5892" y="653"/>
                </a:lnTo>
                <a:lnTo>
                  <a:pt x="5891" y="652"/>
                </a:lnTo>
                <a:lnTo>
                  <a:pt x="5890" y="652"/>
                </a:lnTo>
                <a:lnTo>
                  <a:pt x="5889" y="651"/>
                </a:lnTo>
                <a:lnTo>
                  <a:pt x="5888" y="651"/>
                </a:lnTo>
                <a:lnTo>
                  <a:pt x="5887" y="650"/>
                </a:lnTo>
                <a:lnTo>
                  <a:pt x="5886" y="650"/>
                </a:lnTo>
                <a:lnTo>
                  <a:pt x="5885" y="649"/>
                </a:lnTo>
                <a:lnTo>
                  <a:pt x="5884" y="649"/>
                </a:lnTo>
                <a:lnTo>
                  <a:pt x="5883" y="648"/>
                </a:lnTo>
                <a:lnTo>
                  <a:pt x="5882" y="648"/>
                </a:lnTo>
                <a:lnTo>
                  <a:pt x="5882" y="647"/>
                </a:lnTo>
                <a:lnTo>
                  <a:pt x="5881" y="647"/>
                </a:lnTo>
                <a:lnTo>
                  <a:pt x="5880" y="647"/>
                </a:lnTo>
                <a:lnTo>
                  <a:pt x="5879" y="646"/>
                </a:lnTo>
                <a:lnTo>
                  <a:pt x="5878" y="646"/>
                </a:lnTo>
                <a:lnTo>
                  <a:pt x="5878" y="645"/>
                </a:lnTo>
                <a:lnTo>
                  <a:pt x="5877" y="645"/>
                </a:lnTo>
                <a:lnTo>
                  <a:pt x="5876" y="645"/>
                </a:lnTo>
                <a:lnTo>
                  <a:pt x="5876" y="644"/>
                </a:lnTo>
                <a:lnTo>
                  <a:pt x="5875" y="644"/>
                </a:lnTo>
                <a:lnTo>
                  <a:pt x="5874" y="643"/>
                </a:lnTo>
                <a:lnTo>
                  <a:pt x="5873" y="643"/>
                </a:lnTo>
                <a:lnTo>
                  <a:pt x="5872" y="643"/>
                </a:lnTo>
                <a:lnTo>
                  <a:pt x="5872" y="642"/>
                </a:lnTo>
                <a:lnTo>
                  <a:pt x="5871" y="642"/>
                </a:lnTo>
                <a:lnTo>
                  <a:pt x="5870" y="642"/>
                </a:lnTo>
                <a:lnTo>
                  <a:pt x="5870" y="641"/>
                </a:lnTo>
                <a:lnTo>
                  <a:pt x="5869" y="641"/>
                </a:lnTo>
                <a:lnTo>
                  <a:pt x="5868" y="640"/>
                </a:lnTo>
                <a:lnTo>
                  <a:pt x="5867" y="640"/>
                </a:lnTo>
                <a:lnTo>
                  <a:pt x="5866" y="639"/>
                </a:lnTo>
                <a:lnTo>
                  <a:pt x="5865" y="639"/>
                </a:lnTo>
                <a:lnTo>
                  <a:pt x="5864" y="638"/>
                </a:lnTo>
                <a:lnTo>
                  <a:pt x="5863" y="638"/>
                </a:lnTo>
                <a:lnTo>
                  <a:pt x="5862" y="637"/>
                </a:lnTo>
                <a:lnTo>
                  <a:pt x="5861" y="637"/>
                </a:lnTo>
                <a:lnTo>
                  <a:pt x="5860" y="636"/>
                </a:lnTo>
                <a:lnTo>
                  <a:pt x="5859" y="636"/>
                </a:lnTo>
                <a:lnTo>
                  <a:pt x="5859" y="635"/>
                </a:lnTo>
                <a:lnTo>
                  <a:pt x="5858" y="635"/>
                </a:lnTo>
                <a:lnTo>
                  <a:pt x="5857" y="635"/>
                </a:lnTo>
                <a:lnTo>
                  <a:pt x="5856" y="634"/>
                </a:lnTo>
                <a:lnTo>
                  <a:pt x="5855" y="634"/>
                </a:lnTo>
                <a:lnTo>
                  <a:pt x="5855" y="633"/>
                </a:lnTo>
                <a:lnTo>
                  <a:pt x="5854" y="633"/>
                </a:lnTo>
                <a:lnTo>
                  <a:pt x="5853" y="633"/>
                </a:lnTo>
                <a:lnTo>
                  <a:pt x="5853" y="636"/>
                </a:lnTo>
                <a:lnTo>
                  <a:pt x="5852" y="636"/>
                </a:lnTo>
                <a:lnTo>
                  <a:pt x="5851" y="636"/>
                </a:lnTo>
                <a:lnTo>
                  <a:pt x="5850" y="635"/>
                </a:lnTo>
                <a:lnTo>
                  <a:pt x="5849" y="635"/>
                </a:lnTo>
                <a:lnTo>
                  <a:pt x="5849" y="634"/>
                </a:lnTo>
                <a:lnTo>
                  <a:pt x="5848" y="634"/>
                </a:lnTo>
                <a:lnTo>
                  <a:pt x="5847" y="633"/>
                </a:lnTo>
                <a:lnTo>
                  <a:pt x="5846" y="633"/>
                </a:lnTo>
                <a:lnTo>
                  <a:pt x="5845" y="632"/>
                </a:lnTo>
                <a:lnTo>
                  <a:pt x="5844" y="632"/>
                </a:lnTo>
                <a:lnTo>
                  <a:pt x="5843" y="632"/>
                </a:lnTo>
                <a:lnTo>
                  <a:pt x="5843" y="631"/>
                </a:lnTo>
                <a:lnTo>
                  <a:pt x="5842" y="631"/>
                </a:lnTo>
                <a:lnTo>
                  <a:pt x="5841" y="630"/>
                </a:lnTo>
                <a:lnTo>
                  <a:pt x="5840" y="630"/>
                </a:lnTo>
                <a:lnTo>
                  <a:pt x="5839" y="629"/>
                </a:lnTo>
                <a:lnTo>
                  <a:pt x="5838" y="629"/>
                </a:lnTo>
                <a:lnTo>
                  <a:pt x="5838" y="628"/>
                </a:lnTo>
                <a:lnTo>
                  <a:pt x="5837" y="628"/>
                </a:lnTo>
                <a:lnTo>
                  <a:pt x="5836" y="628"/>
                </a:lnTo>
                <a:lnTo>
                  <a:pt x="5835" y="627"/>
                </a:lnTo>
                <a:lnTo>
                  <a:pt x="5834" y="627"/>
                </a:lnTo>
                <a:lnTo>
                  <a:pt x="5833" y="626"/>
                </a:lnTo>
                <a:lnTo>
                  <a:pt x="5832" y="626"/>
                </a:lnTo>
                <a:lnTo>
                  <a:pt x="5832" y="625"/>
                </a:lnTo>
                <a:lnTo>
                  <a:pt x="5831" y="625"/>
                </a:lnTo>
                <a:lnTo>
                  <a:pt x="5830" y="624"/>
                </a:lnTo>
                <a:lnTo>
                  <a:pt x="5829" y="624"/>
                </a:lnTo>
                <a:lnTo>
                  <a:pt x="5828" y="624"/>
                </a:lnTo>
                <a:lnTo>
                  <a:pt x="5828" y="623"/>
                </a:lnTo>
                <a:lnTo>
                  <a:pt x="5827" y="623"/>
                </a:lnTo>
                <a:lnTo>
                  <a:pt x="5826" y="623"/>
                </a:lnTo>
                <a:lnTo>
                  <a:pt x="5826" y="622"/>
                </a:lnTo>
                <a:lnTo>
                  <a:pt x="5825" y="622"/>
                </a:lnTo>
                <a:lnTo>
                  <a:pt x="5824" y="621"/>
                </a:lnTo>
                <a:lnTo>
                  <a:pt x="5823" y="621"/>
                </a:lnTo>
                <a:lnTo>
                  <a:pt x="5822" y="620"/>
                </a:lnTo>
                <a:lnTo>
                  <a:pt x="5821" y="620"/>
                </a:lnTo>
                <a:lnTo>
                  <a:pt x="5820" y="619"/>
                </a:lnTo>
                <a:lnTo>
                  <a:pt x="5819" y="619"/>
                </a:lnTo>
                <a:lnTo>
                  <a:pt x="5818" y="618"/>
                </a:lnTo>
                <a:lnTo>
                  <a:pt x="5817" y="618"/>
                </a:lnTo>
                <a:lnTo>
                  <a:pt x="5816" y="617"/>
                </a:lnTo>
                <a:lnTo>
                  <a:pt x="5815" y="617"/>
                </a:lnTo>
                <a:lnTo>
                  <a:pt x="5815" y="616"/>
                </a:lnTo>
                <a:lnTo>
                  <a:pt x="5814" y="616"/>
                </a:lnTo>
                <a:lnTo>
                  <a:pt x="5813" y="616"/>
                </a:lnTo>
                <a:lnTo>
                  <a:pt x="5812" y="615"/>
                </a:lnTo>
                <a:lnTo>
                  <a:pt x="5811" y="615"/>
                </a:lnTo>
                <a:lnTo>
                  <a:pt x="5811" y="614"/>
                </a:lnTo>
                <a:lnTo>
                  <a:pt x="5810" y="614"/>
                </a:lnTo>
                <a:lnTo>
                  <a:pt x="5809" y="614"/>
                </a:lnTo>
                <a:lnTo>
                  <a:pt x="5809" y="613"/>
                </a:lnTo>
                <a:lnTo>
                  <a:pt x="5808" y="613"/>
                </a:lnTo>
                <a:lnTo>
                  <a:pt x="5807" y="612"/>
                </a:lnTo>
                <a:lnTo>
                  <a:pt x="5806" y="612"/>
                </a:lnTo>
                <a:lnTo>
                  <a:pt x="5805" y="612"/>
                </a:lnTo>
                <a:lnTo>
                  <a:pt x="5805" y="611"/>
                </a:lnTo>
                <a:lnTo>
                  <a:pt x="5804" y="611"/>
                </a:lnTo>
                <a:lnTo>
                  <a:pt x="5803" y="611"/>
                </a:lnTo>
                <a:lnTo>
                  <a:pt x="5803" y="610"/>
                </a:lnTo>
                <a:lnTo>
                  <a:pt x="5802" y="610"/>
                </a:lnTo>
                <a:lnTo>
                  <a:pt x="5801" y="609"/>
                </a:lnTo>
                <a:lnTo>
                  <a:pt x="5800" y="609"/>
                </a:lnTo>
                <a:lnTo>
                  <a:pt x="5799" y="608"/>
                </a:lnTo>
                <a:lnTo>
                  <a:pt x="5798" y="608"/>
                </a:lnTo>
                <a:lnTo>
                  <a:pt x="5797" y="607"/>
                </a:lnTo>
                <a:lnTo>
                  <a:pt x="5796" y="607"/>
                </a:lnTo>
                <a:lnTo>
                  <a:pt x="5795" y="606"/>
                </a:lnTo>
                <a:lnTo>
                  <a:pt x="5794" y="606"/>
                </a:lnTo>
                <a:lnTo>
                  <a:pt x="5793" y="605"/>
                </a:lnTo>
                <a:lnTo>
                  <a:pt x="5792" y="605"/>
                </a:lnTo>
                <a:lnTo>
                  <a:pt x="5792" y="604"/>
                </a:lnTo>
                <a:lnTo>
                  <a:pt x="5791" y="604"/>
                </a:lnTo>
                <a:lnTo>
                  <a:pt x="5790" y="604"/>
                </a:lnTo>
                <a:lnTo>
                  <a:pt x="5789" y="603"/>
                </a:lnTo>
                <a:lnTo>
                  <a:pt x="5788" y="603"/>
                </a:lnTo>
                <a:lnTo>
                  <a:pt x="5788" y="602"/>
                </a:lnTo>
                <a:lnTo>
                  <a:pt x="5787" y="602"/>
                </a:lnTo>
                <a:lnTo>
                  <a:pt x="5786" y="602"/>
                </a:lnTo>
                <a:lnTo>
                  <a:pt x="5786" y="601"/>
                </a:lnTo>
                <a:lnTo>
                  <a:pt x="5785" y="601"/>
                </a:lnTo>
                <a:lnTo>
                  <a:pt x="5784" y="600"/>
                </a:lnTo>
                <a:lnTo>
                  <a:pt x="5783" y="600"/>
                </a:lnTo>
                <a:lnTo>
                  <a:pt x="5782" y="600"/>
                </a:lnTo>
                <a:lnTo>
                  <a:pt x="5782" y="599"/>
                </a:lnTo>
                <a:lnTo>
                  <a:pt x="5781" y="599"/>
                </a:lnTo>
                <a:lnTo>
                  <a:pt x="5780" y="598"/>
                </a:lnTo>
                <a:lnTo>
                  <a:pt x="5779" y="598"/>
                </a:lnTo>
                <a:lnTo>
                  <a:pt x="5778" y="597"/>
                </a:lnTo>
                <a:lnTo>
                  <a:pt x="5777" y="597"/>
                </a:lnTo>
                <a:lnTo>
                  <a:pt x="5776" y="596"/>
                </a:lnTo>
                <a:lnTo>
                  <a:pt x="5775" y="596"/>
                </a:lnTo>
                <a:lnTo>
                  <a:pt x="5774" y="595"/>
                </a:lnTo>
                <a:lnTo>
                  <a:pt x="5773" y="595"/>
                </a:lnTo>
                <a:lnTo>
                  <a:pt x="5772" y="594"/>
                </a:lnTo>
                <a:lnTo>
                  <a:pt x="5771" y="594"/>
                </a:lnTo>
                <a:lnTo>
                  <a:pt x="5771" y="593"/>
                </a:lnTo>
                <a:lnTo>
                  <a:pt x="5770" y="593"/>
                </a:lnTo>
                <a:lnTo>
                  <a:pt x="5769" y="593"/>
                </a:lnTo>
                <a:lnTo>
                  <a:pt x="5769" y="592"/>
                </a:lnTo>
                <a:lnTo>
                  <a:pt x="5768" y="592"/>
                </a:lnTo>
                <a:lnTo>
                  <a:pt x="5767" y="592"/>
                </a:lnTo>
                <a:lnTo>
                  <a:pt x="5766" y="591"/>
                </a:lnTo>
                <a:lnTo>
                  <a:pt x="5765" y="591"/>
                </a:lnTo>
                <a:lnTo>
                  <a:pt x="5765" y="590"/>
                </a:lnTo>
                <a:lnTo>
                  <a:pt x="5764" y="590"/>
                </a:lnTo>
                <a:lnTo>
                  <a:pt x="5763" y="589"/>
                </a:lnTo>
                <a:lnTo>
                  <a:pt x="5762" y="589"/>
                </a:lnTo>
                <a:lnTo>
                  <a:pt x="5761" y="588"/>
                </a:lnTo>
                <a:lnTo>
                  <a:pt x="5760" y="588"/>
                </a:lnTo>
                <a:lnTo>
                  <a:pt x="5759" y="588"/>
                </a:lnTo>
                <a:lnTo>
                  <a:pt x="5759" y="587"/>
                </a:lnTo>
                <a:lnTo>
                  <a:pt x="5758" y="587"/>
                </a:lnTo>
                <a:lnTo>
                  <a:pt x="5757" y="586"/>
                </a:lnTo>
                <a:lnTo>
                  <a:pt x="5756" y="586"/>
                </a:lnTo>
                <a:lnTo>
                  <a:pt x="5755" y="585"/>
                </a:lnTo>
                <a:lnTo>
                  <a:pt x="5754" y="585"/>
                </a:lnTo>
                <a:lnTo>
                  <a:pt x="5754" y="584"/>
                </a:lnTo>
                <a:lnTo>
                  <a:pt x="5753" y="584"/>
                </a:lnTo>
                <a:lnTo>
                  <a:pt x="5752" y="584"/>
                </a:lnTo>
                <a:lnTo>
                  <a:pt x="5751" y="583"/>
                </a:lnTo>
                <a:lnTo>
                  <a:pt x="5750" y="583"/>
                </a:lnTo>
                <a:lnTo>
                  <a:pt x="5749" y="582"/>
                </a:lnTo>
                <a:lnTo>
                  <a:pt x="5748" y="582"/>
                </a:lnTo>
                <a:lnTo>
                  <a:pt x="5748" y="581"/>
                </a:lnTo>
                <a:lnTo>
                  <a:pt x="5747" y="581"/>
                </a:lnTo>
                <a:lnTo>
                  <a:pt x="5746" y="581"/>
                </a:lnTo>
                <a:lnTo>
                  <a:pt x="5746" y="580"/>
                </a:lnTo>
                <a:lnTo>
                  <a:pt x="5745" y="580"/>
                </a:lnTo>
                <a:lnTo>
                  <a:pt x="5744" y="580"/>
                </a:lnTo>
                <a:lnTo>
                  <a:pt x="5744" y="579"/>
                </a:lnTo>
                <a:lnTo>
                  <a:pt x="5743" y="579"/>
                </a:lnTo>
                <a:lnTo>
                  <a:pt x="5742" y="579"/>
                </a:lnTo>
                <a:lnTo>
                  <a:pt x="5742" y="578"/>
                </a:lnTo>
                <a:lnTo>
                  <a:pt x="5741" y="578"/>
                </a:lnTo>
                <a:lnTo>
                  <a:pt x="5740" y="577"/>
                </a:lnTo>
                <a:lnTo>
                  <a:pt x="5739" y="582"/>
                </a:lnTo>
                <a:lnTo>
                  <a:pt x="5738" y="582"/>
                </a:lnTo>
                <a:lnTo>
                  <a:pt x="5738" y="581"/>
                </a:lnTo>
                <a:lnTo>
                  <a:pt x="5737" y="581"/>
                </a:lnTo>
                <a:lnTo>
                  <a:pt x="5736" y="581"/>
                </a:lnTo>
                <a:lnTo>
                  <a:pt x="5736" y="580"/>
                </a:lnTo>
                <a:lnTo>
                  <a:pt x="5735" y="580"/>
                </a:lnTo>
                <a:lnTo>
                  <a:pt x="5734" y="580"/>
                </a:lnTo>
                <a:lnTo>
                  <a:pt x="5734" y="579"/>
                </a:lnTo>
                <a:lnTo>
                  <a:pt x="5733" y="579"/>
                </a:lnTo>
                <a:lnTo>
                  <a:pt x="5732" y="579"/>
                </a:lnTo>
                <a:lnTo>
                  <a:pt x="5732" y="578"/>
                </a:lnTo>
                <a:lnTo>
                  <a:pt x="5731" y="578"/>
                </a:lnTo>
                <a:lnTo>
                  <a:pt x="5731" y="583"/>
                </a:lnTo>
                <a:lnTo>
                  <a:pt x="5730" y="583"/>
                </a:lnTo>
                <a:lnTo>
                  <a:pt x="5729" y="582"/>
                </a:lnTo>
                <a:lnTo>
                  <a:pt x="5728" y="582"/>
                </a:lnTo>
                <a:lnTo>
                  <a:pt x="5727" y="581"/>
                </a:lnTo>
                <a:lnTo>
                  <a:pt x="5726" y="581"/>
                </a:lnTo>
                <a:lnTo>
                  <a:pt x="5725" y="580"/>
                </a:lnTo>
                <a:lnTo>
                  <a:pt x="5724" y="580"/>
                </a:lnTo>
                <a:lnTo>
                  <a:pt x="5724" y="579"/>
                </a:lnTo>
                <a:lnTo>
                  <a:pt x="5723" y="579"/>
                </a:lnTo>
                <a:lnTo>
                  <a:pt x="5722" y="579"/>
                </a:lnTo>
                <a:lnTo>
                  <a:pt x="5722" y="578"/>
                </a:lnTo>
                <a:lnTo>
                  <a:pt x="5721" y="578"/>
                </a:lnTo>
                <a:lnTo>
                  <a:pt x="5720" y="578"/>
                </a:lnTo>
                <a:lnTo>
                  <a:pt x="5719" y="577"/>
                </a:lnTo>
                <a:lnTo>
                  <a:pt x="5718" y="577"/>
                </a:lnTo>
                <a:lnTo>
                  <a:pt x="5718" y="576"/>
                </a:lnTo>
                <a:lnTo>
                  <a:pt x="5717" y="576"/>
                </a:lnTo>
                <a:lnTo>
                  <a:pt x="5716" y="576"/>
                </a:lnTo>
                <a:lnTo>
                  <a:pt x="5716" y="575"/>
                </a:lnTo>
                <a:lnTo>
                  <a:pt x="5715" y="575"/>
                </a:lnTo>
                <a:lnTo>
                  <a:pt x="5714" y="574"/>
                </a:lnTo>
                <a:lnTo>
                  <a:pt x="5713" y="574"/>
                </a:lnTo>
                <a:lnTo>
                  <a:pt x="5712" y="574"/>
                </a:lnTo>
                <a:lnTo>
                  <a:pt x="5712" y="573"/>
                </a:lnTo>
                <a:lnTo>
                  <a:pt x="5711" y="573"/>
                </a:lnTo>
                <a:lnTo>
                  <a:pt x="5710" y="572"/>
                </a:lnTo>
                <a:lnTo>
                  <a:pt x="5709" y="572"/>
                </a:lnTo>
                <a:lnTo>
                  <a:pt x="5708" y="571"/>
                </a:lnTo>
                <a:lnTo>
                  <a:pt x="5707" y="571"/>
                </a:lnTo>
                <a:lnTo>
                  <a:pt x="5707" y="570"/>
                </a:lnTo>
                <a:lnTo>
                  <a:pt x="5706" y="570"/>
                </a:lnTo>
                <a:lnTo>
                  <a:pt x="5705" y="570"/>
                </a:lnTo>
                <a:lnTo>
                  <a:pt x="5704" y="569"/>
                </a:lnTo>
                <a:lnTo>
                  <a:pt x="5703" y="569"/>
                </a:lnTo>
                <a:lnTo>
                  <a:pt x="5702" y="568"/>
                </a:lnTo>
                <a:lnTo>
                  <a:pt x="5701" y="568"/>
                </a:lnTo>
                <a:lnTo>
                  <a:pt x="5701" y="567"/>
                </a:lnTo>
                <a:lnTo>
                  <a:pt x="5700" y="567"/>
                </a:lnTo>
                <a:lnTo>
                  <a:pt x="5699" y="567"/>
                </a:lnTo>
                <a:lnTo>
                  <a:pt x="5699" y="566"/>
                </a:lnTo>
                <a:lnTo>
                  <a:pt x="5698" y="566"/>
                </a:lnTo>
                <a:lnTo>
                  <a:pt x="5697" y="566"/>
                </a:lnTo>
                <a:lnTo>
                  <a:pt x="5697" y="565"/>
                </a:lnTo>
                <a:lnTo>
                  <a:pt x="5696" y="565"/>
                </a:lnTo>
                <a:lnTo>
                  <a:pt x="5695" y="565"/>
                </a:lnTo>
                <a:lnTo>
                  <a:pt x="5695" y="564"/>
                </a:lnTo>
                <a:lnTo>
                  <a:pt x="5694" y="564"/>
                </a:lnTo>
                <a:lnTo>
                  <a:pt x="5693" y="563"/>
                </a:lnTo>
                <a:lnTo>
                  <a:pt x="5692" y="563"/>
                </a:lnTo>
                <a:lnTo>
                  <a:pt x="5691" y="562"/>
                </a:lnTo>
                <a:lnTo>
                  <a:pt x="5690" y="562"/>
                </a:lnTo>
                <a:lnTo>
                  <a:pt x="5689" y="562"/>
                </a:lnTo>
                <a:lnTo>
                  <a:pt x="5689" y="561"/>
                </a:lnTo>
                <a:lnTo>
                  <a:pt x="5688" y="561"/>
                </a:lnTo>
                <a:lnTo>
                  <a:pt x="5687" y="560"/>
                </a:lnTo>
                <a:lnTo>
                  <a:pt x="5686" y="560"/>
                </a:lnTo>
                <a:lnTo>
                  <a:pt x="5685" y="559"/>
                </a:lnTo>
                <a:lnTo>
                  <a:pt x="5684" y="559"/>
                </a:lnTo>
                <a:lnTo>
                  <a:pt x="5684" y="558"/>
                </a:lnTo>
                <a:lnTo>
                  <a:pt x="5683" y="558"/>
                </a:lnTo>
                <a:lnTo>
                  <a:pt x="5682" y="558"/>
                </a:lnTo>
                <a:lnTo>
                  <a:pt x="5681" y="557"/>
                </a:lnTo>
                <a:lnTo>
                  <a:pt x="5680" y="557"/>
                </a:lnTo>
                <a:lnTo>
                  <a:pt x="5679" y="556"/>
                </a:lnTo>
                <a:lnTo>
                  <a:pt x="5678" y="556"/>
                </a:lnTo>
                <a:lnTo>
                  <a:pt x="5678" y="555"/>
                </a:lnTo>
                <a:lnTo>
                  <a:pt x="5677" y="555"/>
                </a:lnTo>
                <a:lnTo>
                  <a:pt x="5676" y="554"/>
                </a:lnTo>
                <a:lnTo>
                  <a:pt x="5675" y="554"/>
                </a:lnTo>
                <a:lnTo>
                  <a:pt x="5674" y="554"/>
                </a:lnTo>
                <a:lnTo>
                  <a:pt x="5674" y="553"/>
                </a:lnTo>
                <a:lnTo>
                  <a:pt x="5673" y="553"/>
                </a:lnTo>
                <a:lnTo>
                  <a:pt x="5672" y="553"/>
                </a:lnTo>
                <a:lnTo>
                  <a:pt x="5672" y="552"/>
                </a:lnTo>
                <a:lnTo>
                  <a:pt x="5671" y="552"/>
                </a:lnTo>
                <a:lnTo>
                  <a:pt x="5670" y="551"/>
                </a:lnTo>
                <a:lnTo>
                  <a:pt x="5669" y="551"/>
                </a:lnTo>
                <a:lnTo>
                  <a:pt x="5668" y="550"/>
                </a:lnTo>
                <a:lnTo>
                  <a:pt x="5667" y="550"/>
                </a:lnTo>
                <a:lnTo>
                  <a:pt x="5666" y="549"/>
                </a:lnTo>
                <a:lnTo>
                  <a:pt x="5665" y="549"/>
                </a:lnTo>
                <a:lnTo>
                  <a:pt x="5664" y="548"/>
                </a:lnTo>
                <a:lnTo>
                  <a:pt x="5663" y="548"/>
                </a:lnTo>
                <a:lnTo>
                  <a:pt x="5662" y="547"/>
                </a:lnTo>
                <a:lnTo>
                  <a:pt x="5661" y="547"/>
                </a:lnTo>
                <a:lnTo>
                  <a:pt x="5661" y="546"/>
                </a:lnTo>
                <a:lnTo>
                  <a:pt x="5660" y="546"/>
                </a:lnTo>
                <a:lnTo>
                  <a:pt x="5659" y="546"/>
                </a:lnTo>
                <a:lnTo>
                  <a:pt x="5658" y="545"/>
                </a:lnTo>
                <a:lnTo>
                  <a:pt x="5657" y="545"/>
                </a:lnTo>
                <a:lnTo>
                  <a:pt x="5657" y="544"/>
                </a:lnTo>
                <a:lnTo>
                  <a:pt x="5656" y="544"/>
                </a:lnTo>
                <a:lnTo>
                  <a:pt x="5655" y="544"/>
                </a:lnTo>
                <a:lnTo>
                  <a:pt x="5655" y="543"/>
                </a:lnTo>
                <a:lnTo>
                  <a:pt x="5654" y="543"/>
                </a:lnTo>
                <a:lnTo>
                  <a:pt x="5653" y="542"/>
                </a:lnTo>
                <a:lnTo>
                  <a:pt x="5652" y="542"/>
                </a:lnTo>
                <a:lnTo>
                  <a:pt x="5651" y="542"/>
                </a:lnTo>
                <a:lnTo>
                  <a:pt x="5651" y="541"/>
                </a:lnTo>
                <a:lnTo>
                  <a:pt x="5650" y="541"/>
                </a:lnTo>
                <a:lnTo>
                  <a:pt x="5649" y="540"/>
                </a:lnTo>
                <a:lnTo>
                  <a:pt x="5648" y="540"/>
                </a:lnTo>
                <a:lnTo>
                  <a:pt x="5647" y="539"/>
                </a:lnTo>
                <a:lnTo>
                  <a:pt x="5646" y="539"/>
                </a:lnTo>
                <a:lnTo>
                  <a:pt x="5645" y="538"/>
                </a:lnTo>
                <a:lnTo>
                  <a:pt x="5644" y="538"/>
                </a:lnTo>
                <a:lnTo>
                  <a:pt x="5643" y="537"/>
                </a:lnTo>
                <a:lnTo>
                  <a:pt x="5642" y="537"/>
                </a:lnTo>
                <a:lnTo>
                  <a:pt x="5641" y="536"/>
                </a:lnTo>
                <a:lnTo>
                  <a:pt x="5640" y="536"/>
                </a:lnTo>
                <a:lnTo>
                  <a:pt x="5640" y="535"/>
                </a:lnTo>
                <a:lnTo>
                  <a:pt x="5639" y="535"/>
                </a:lnTo>
                <a:lnTo>
                  <a:pt x="5638" y="535"/>
                </a:lnTo>
                <a:lnTo>
                  <a:pt x="5638" y="534"/>
                </a:lnTo>
                <a:lnTo>
                  <a:pt x="5637" y="534"/>
                </a:lnTo>
                <a:lnTo>
                  <a:pt x="5636" y="534"/>
                </a:lnTo>
                <a:lnTo>
                  <a:pt x="5635" y="533"/>
                </a:lnTo>
                <a:lnTo>
                  <a:pt x="5634" y="533"/>
                </a:lnTo>
                <a:lnTo>
                  <a:pt x="5634" y="532"/>
                </a:lnTo>
                <a:lnTo>
                  <a:pt x="5633" y="532"/>
                </a:lnTo>
                <a:lnTo>
                  <a:pt x="5632" y="532"/>
                </a:lnTo>
                <a:lnTo>
                  <a:pt x="5632" y="531"/>
                </a:lnTo>
                <a:lnTo>
                  <a:pt x="5631" y="531"/>
                </a:lnTo>
                <a:lnTo>
                  <a:pt x="5630" y="530"/>
                </a:lnTo>
                <a:lnTo>
                  <a:pt x="5629" y="530"/>
                </a:lnTo>
                <a:lnTo>
                  <a:pt x="5628" y="530"/>
                </a:lnTo>
                <a:lnTo>
                  <a:pt x="5628" y="529"/>
                </a:lnTo>
                <a:lnTo>
                  <a:pt x="5627" y="529"/>
                </a:lnTo>
                <a:lnTo>
                  <a:pt x="5626" y="528"/>
                </a:lnTo>
                <a:lnTo>
                  <a:pt x="5625" y="528"/>
                </a:lnTo>
                <a:lnTo>
                  <a:pt x="5624" y="527"/>
                </a:lnTo>
                <a:lnTo>
                  <a:pt x="5623" y="527"/>
                </a:lnTo>
                <a:lnTo>
                  <a:pt x="5622" y="526"/>
                </a:lnTo>
                <a:lnTo>
                  <a:pt x="5621" y="526"/>
                </a:lnTo>
                <a:lnTo>
                  <a:pt x="5620" y="525"/>
                </a:lnTo>
                <a:lnTo>
                  <a:pt x="5619" y="525"/>
                </a:lnTo>
                <a:lnTo>
                  <a:pt x="5618" y="524"/>
                </a:lnTo>
                <a:lnTo>
                  <a:pt x="5617" y="524"/>
                </a:lnTo>
                <a:lnTo>
                  <a:pt x="5617" y="523"/>
                </a:lnTo>
                <a:lnTo>
                  <a:pt x="5616" y="523"/>
                </a:lnTo>
                <a:lnTo>
                  <a:pt x="5615" y="523"/>
                </a:lnTo>
                <a:lnTo>
                  <a:pt x="5615" y="522"/>
                </a:lnTo>
                <a:lnTo>
                  <a:pt x="5614" y="522"/>
                </a:lnTo>
                <a:lnTo>
                  <a:pt x="5613" y="522"/>
                </a:lnTo>
                <a:lnTo>
                  <a:pt x="5612" y="521"/>
                </a:lnTo>
                <a:lnTo>
                  <a:pt x="5611" y="521"/>
                </a:lnTo>
                <a:lnTo>
                  <a:pt x="5611" y="520"/>
                </a:lnTo>
                <a:lnTo>
                  <a:pt x="5610" y="520"/>
                </a:lnTo>
                <a:lnTo>
                  <a:pt x="5609" y="519"/>
                </a:lnTo>
                <a:lnTo>
                  <a:pt x="5608" y="519"/>
                </a:lnTo>
                <a:lnTo>
                  <a:pt x="5607" y="518"/>
                </a:lnTo>
                <a:lnTo>
                  <a:pt x="5606" y="518"/>
                </a:lnTo>
                <a:lnTo>
                  <a:pt x="5605" y="518"/>
                </a:lnTo>
                <a:lnTo>
                  <a:pt x="5605" y="517"/>
                </a:lnTo>
                <a:lnTo>
                  <a:pt x="5604" y="517"/>
                </a:lnTo>
                <a:lnTo>
                  <a:pt x="5603" y="516"/>
                </a:lnTo>
                <a:lnTo>
                  <a:pt x="5602" y="516"/>
                </a:lnTo>
                <a:lnTo>
                  <a:pt x="5601" y="515"/>
                </a:lnTo>
                <a:lnTo>
                  <a:pt x="5600" y="515"/>
                </a:lnTo>
                <a:lnTo>
                  <a:pt x="5600" y="514"/>
                </a:lnTo>
                <a:lnTo>
                  <a:pt x="5599" y="514"/>
                </a:lnTo>
                <a:lnTo>
                  <a:pt x="5598" y="514"/>
                </a:lnTo>
                <a:lnTo>
                  <a:pt x="5597" y="513"/>
                </a:lnTo>
                <a:lnTo>
                  <a:pt x="5596" y="513"/>
                </a:lnTo>
                <a:lnTo>
                  <a:pt x="5595" y="512"/>
                </a:lnTo>
                <a:lnTo>
                  <a:pt x="5594" y="512"/>
                </a:lnTo>
                <a:lnTo>
                  <a:pt x="5594" y="511"/>
                </a:lnTo>
                <a:lnTo>
                  <a:pt x="5593" y="511"/>
                </a:lnTo>
                <a:lnTo>
                  <a:pt x="5592" y="511"/>
                </a:lnTo>
                <a:lnTo>
                  <a:pt x="5592" y="510"/>
                </a:lnTo>
                <a:lnTo>
                  <a:pt x="5591" y="510"/>
                </a:lnTo>
                <a:lnTo>
                  <a:pt x="5590" y="510"/>
                </a:lnTo>
                <a:lnTo>
                  <a:pt x="5590" y="509"/>
                </a:lnTo>
                <a:lnTo>
                  <a:pt x="5589" y="509"/>
                </a:lnTo>
                <a:lnTo>
                  <a:pt x="5588" y="509"/>
                </a:lnTo>
                <a:lnTo>
                  <a:pt x="5588" y="508"/>
                </a:lnTo>
                <a:lnTo>
                  <a:pt x="5587" y="508"/>
                </a:lnTo>
                <a:lnTo>
                  <a:pt x="5586" y="507"/>
                </a:lnTo>
                <a:lnTo>
                  <a:pt x="5585" y="507"/>
                </a:lnTo>
                <a:lnTo>
                  <a:pt x="5584" y="513"/>
                </a:lnTo>
                <a:lnTo>
                  <a:pt x="5583" y="513"/>
                </a:lnTo>
                <a:lnTo>
                  <a:pt x="5583" y="512"/>
                </a:lnTo>
                <a:lnTo>
                  <a:pt x="5582" y="512"/>
                </a:lnTo>
                <a:lnTo>
                  <a:pt x="5581" y="512"/>
                </a:lnTo>
                <a:lnTo>
                  <a:pt x="5581" y="511"/>
                </a:lnTo>
                <a:lnTo>
                  <a:pt x="5580" y="511"/>
                </a:lnTo>
                <a:lnTo>
                  <a:pt x="5579" y="510"/>
                </a:lnTo>
                <a:lnTo>
                  <a:pt x="5578" y="510"/>
                </a:lnTo>
                <a:lnTo>
                  <a:pt x="5577" y="509"/>
                </a:lnTo>
                <a:lnTo>
                  <a:pt x="5576" y="509"/>
                </a:lnTo>
                <a:lnTo>
                  <a:pt x="5575" y="509"/>
                </a:lnTo>
                <a:lnTo>
                  <a:pt x="5575" y="508"/>
                </a:lnTo>
                <a:lnTo>
                  <a:pt x="5574" y="508"/>
                </a:lnTo>
                <a:lnTo>
                  <a:pt x="5573" y="507"/>
                </a:lnTo>
                <a:lnTo>
                  <a:pt x="5572" y="507"/>
                </a:lnTo>
                <a:lnTo>
                  <a:pt x="5571" y="506"/>
                </a:lnTo>
                <a:lnTo>
                  <a:pt x="5570" y="506"/>
                </a:lnTo>
                <a:lnTo>
                  <a:pt x="5570" y="505"/>
                </a:lnTo>
                <a:lnTo>
                  <a:pt x="5569" y="505"/>
                </a:lnTo>
                <a:lnTo>
                  <a:pt x="5568" y="505"/>
                </a:lnTo>
                <a:lnTo>
                  <a:pt x="5567" y="504"/>
                </a:lnTo>
                <a:lnTo>
                  <a:pt x="5566" y="504"/>
                </a:lnTo>
                <a:lnTo>
                  <a:pt x="5565" y="503"/>
                </a:lnTo>
                <a:lnTo>
                  <a:pt x="5564" y="503"/>
                </a:lnTo>
                <a:lnTo>
                  <a:pt x="5564" y="502"/>
                </a:lnTo>
                <a:lnTo>
                  <a:pt x="5563" y="502"/>
                </a:lnTo>
                <a:lnTo>
                  <a:pt x="5562" y="501"/>
                </a:lnTo>
                <a:lnTo>
                  <a:pt x="5561" y="501"/>
                </a:lnTo>
                <a:lnTo>
                  <a:pt x="5560" y="501"/>
                </a:lnTo>
                <a:lnTo>
                  <a:pt x="5560" y="500"/>
                </a:lnTo>
                <a:lnTo>
                  <a:pt x="5559" y="500"/>
                </a:lnTo>
                <a:lnTo>
                  <a:pt x="5558" y="500"/>
                </a:lnTo>
                <a:lnTo>
                  <a:pt x="5558" y="499"/>
                </a:lnTo>
                <a:lnTo>
                  <a:pt x="5557" y="499"/>
                </a:lnTo>
                <a:lnTo>
                  <a:pt x="5556" y="498"/>
                </a:lnTo>
                <a:lnTo>
                  <a:pt x="5555" y="498"/>
                </a:lnTo>
                <a:lnTo>
                  <a:pt x="5554" y="497"/>
                </a:lnTo>
                <a:lnTo>
                  <a:pt x="5553" y="497"/>
                </a:lnTo>
                <a:lnTo>
                  <a:pt x="5552" y="496"/>
                </a:lnTo>
                <a:lnTo>
                  <a:pt x="5551" y="496"/>
                </a:lnTo>
                <a:lnTo>
                  <a:pt x="5550" y="495"/>
                </a:lnTo>
                <a:lnTo>
                  <a:pt x="5549" y="495"/>
                </a:lnTo>
                <a:lnTo>
                  <a:pt x="5548" y="494"/>
                </a:lnTo>
                <a:lnTo>
                  <a:pt x="5547" y="494"/>
                </a:lnTo>
                <a:lnTo>
                  <a:pt x="5547" y="493"/>
                </a:lnTo>
                <a:lnTo>
                  <a:pt x="5546" y="493"/>
                </a:lnTo>
                <a:lnTo>
                  <a:pt x="5545" y="493"/>
                </a:lnTo>
                <a:lnTo>
                  <a:pt x="5544" y="492"/>
                </a:lnTo>
                <a:lnTo>
                  <a:pt x="5543" y="492"/>
                </a:lnTo>
                <a:lnTo>
                  <a:pt x="5543" y="491"/>
                </a:lnTo>
                <a:lnTo>
                  <a:pt x="5542" y="491"/>
                </a:lnTo>
                <a:lnTo>
                  <a:pt x="5541" y="491"/>
                </a:lnTo>
                <a:lnTo>
                  <a:pt x="5541" y="490"/>
                </a:lnTo>
                <a:lnTo>
                  <a:pt x="5540" y="490"/>
                </a:lnTo>
                <a:lnTo>
                  <a:pt x="5539" y="489"/>
                </a:lnTo>
                <a:lnTo>
                  <a:pt x="5538" y="489"/>
                </a:lnTo>
                <a:lnTo>
                  <a:pt x="5537" y="489"/>
                </a:lnTo>
                <a:lnTo>
                  <a:pt x="5537" y="488"/>
                </a:lnTo>
                <a:lnTo>
                  <a:pt x="5536" y="488"/>
                </a:lnTo>
                <a:lnTo>
                  <a:pt x="5535" y="488"/>
                </a:lnTo>
                <a:lnTo>
                  <a:pt x="5535" y="487"/>
                </a:lnTo>
                <a:lnTo>
                  <a:pt x="5534" y="487"/>
                </a:lnTo>
                <a:lnTo>
                  <a:pt x="5533" y="486"/>
                </a:lnTo>
                <a:lnTo>
                  <a:pt x="5532" y="486"/>
                </a:lnTo>
                <a:lnTo>
                  <a:pt x="5531" y="485"/>
                </a:lnTo>
                <a:lnTo>
                  <a:pt x="5530" y="485"/>
                </a:lnTo>
                <a:lnTo>
                  <a:pt x="5529" y="484"/>
                </a:lnTo>
                <a:lnTo>
                  <a:pt x="5528" y="484"/>
                </a:lnTo>
                <a:lnTo>
                  <a:pt x="5527" y="483"/>
                </a:lnTo>
                <a:lnTo>
                  <a:pt x="5526" y="483"/>
                </a:lnTo>
                <a:lnTo>
                  <a:pt x="5526" y="482"/>
                </a:lnTo>
                <a:lnTo>
                  <a:pt x="5525" y="482"/>
                </a:lnTo>
                <a:lnTo>
                  <a:pt x="5524" y="482"/>
                </a:lnTo>
                <a:lnTo>
                  <a:pt x="5524" y="481"/>
                </a:lnTo>
                <a:lnTo>
                  <a:pt x="5523" y="481"/>
                </a:lnTo>
                <a:lnTo>
                  <a:pt x="5522" y="481"/>
                </a:lnTo>
                <a:lnTo>
                  <a:pt x="5521" y="480"/>
                </a:lnTo>
                <a:lnTo>
                  <a:pt x="5520" y="480"/>
                </a:lnTo>
                <a:lnTo>
                  <a:pt x="5520" y="479"/>
                </a:lnTo>
                <a:lnTo>
                  <a:pt x="5519" y="479"/>
                </a:lnTo>
                <a:lnTo>
                  <a:pt x="5518" y="479"/>
                </a:lnTo>
                <a:lnTo>
                  <a:pt x="5518" y="478"/>
                </a:lnTo>
                <a:lnTo>
                  <a:pt x="5517" y="478"/>
                </a:lnTo>
                <a:lnTo>
                  <a:pt x="5516" y="477"/>
                </a:lnTo>
                <a:lnTo>
                  <a:pt x="5515" y="477"/>
                </a:lnTo>
                <a:lnTo>
                  <a:pt x="5514" y="477"/>
                </a:lnTo>
                <a:lnTo>
                  <a:pt x="5514" y="476"/>
                </a:lnTo>
                <a:lnTo>
                  <a:pt x="5513" y="476"/>
                </a:lnTo>
                <a:lnTo>
                  <a:pt x="5512" y="475"/>
                </a:lnTo>
                <a:lnTo>
                  <a:pt x="5511" y="475"/>
                </a:lnTo>
                <a:lnTo>
                  <a:pt x="5510" y="474"/>
                </a:lnTo>
                <a:lnTo>
                  <a:pt x="5509" y="474"/>
                </a:lnTo>
                <a:lnTo>
                  <a:pt x="5508" y="473"/>
                </a:lnTo>
                <a:lnTo>
                  <a:pt x="5507" y="473"/>
                </a:lnTo>
                <a:lnTo>
                  <a:pt x="5507" y="472"/>
                </a:lnTo>
                <a:lnTo>
                  <a:pt x="5506" y="472"/>
                </a:lnTo>
                <a:lnTo>
                  <a:pt x="5505" y="472"/>
                </a:lnTo>
                <a:lnTo>
                  <a:pt x="5504" y="471"/>
                </a:lnTo>
                <a:lnTo>
                  <a:pt x="5503" y="471"/>
                </a:lnTo>
                <a:lnTo>
                  <a:pt x="5503" y="470"/>
                </a:lnTo>
                <a:lnTo>
                  <a:pt x="5502" y="470"/>
                </a:lnTo>
                <a:lnTo>
                  <a:pt x="5501" y="470"/>
                </a:lnTo>
                <a:lnTo>
                  <a:pt x="5501" y="477"/>
                </a:lnTo>
                <a:lnTo>
                  <a:pt x="5500" y="477"/>
                </a:lnTo>
                <a:lnTo>
                  <a:pt x="5500" y="476"/>
                </a:lnTo>
                <a:lnTo>
                  <a:pt x="5499" y="476"/>
                </a:lnTo>
                <a:lnTo>
                  <a:pt x="5498" y="476"/>
                </a:lnTo>
                <a:lnTo>
                  <a:pt x="5498" y="475"/>
                </a:lnTo>
                <a:lnTo>
                  <a:pt x="5497" y="475"/>
                </a:lnTo>
                <a:lnTo>
                  <a:pt x="5496" y="474"/>
                </a:lnTo>
                <a:lnTo>
                  <a:pt x="5495" y="474"/>
                </a:lnTo>
                <a:lnTo>
                  <a:pt x="5494" y="474"/>
                </a:lnTo>
                <a:lnTo>
                  <a:pt x="5494" y="473"/>
                </a:lnTo>
                <a:lnTo>
                  <a:pt x="5493" y="473"/>
                </a:lnTo>
                <a:lnTo>
                  <a:pt x="5492" y="472"/>
                </a:lnTo>
                <a:lnTo>
                  <a:pt x="5491" y="472"/>
                </a:lnTo>
                <a:lnTo>
                  <a:pt x="5490" y="471"/>
                </a:lnTo>
                <a:lnTo>
                  <a:pt x="5489" y="471"/>
                </a:lnTo>
                <a:lnTo>
                  <a:pt x="5488" y="470"/>
                </a:lnTo>
                <a:lnTo>
                  <a:pt x="5487" y="470"/>
                </a:lnTo>
                <a:lnTo>
                  <a:pt x="5486" y="469"/>
                </a:lnTo>
                <a:lnTo>
                  <a:pt x="5485" y="469"/>
                </a:lnTo>
                <a:lnTo>
                  <a:pt x="5484" y="468"/>
                </a:lnTo>
                <a:lnTo>
                  <a:pt x="5483" y="468"/>
                </a:lnTo>
                <a:lnTo>
                  <a:pt x="5483" y="467"/>
                </a:lnTo>
                <a:lnTo>
                  <a:pt x="5482" y="475"/>
                </a:lnTo>
                <a:lnTo>
                  <a:pt x="5481" y="474"/>
                </a:lnTo>
                <a:lnTo>
                  <a:pt x="5480" y="474"/>
                </a:lnTo>
                <a:lnTo>
                  <a:pt x="5479" y="473"/>
                </a:lnTo>
                <a:lnTo>
                  <a:pt x="5478" y="473"/>
                </a:lnTo>
                <a:lnTo>
                  <a:pt x="5477" y="472"/>
                </a:lnTo>
                <a:lnTo>
                  <a:pt x="5476" y="472"/>
                </a:lnTo>
                <a:lnTo>
                  <a:pt x="5476" y="471"/>
                </a:lnTo>
                <a:lnTo>
                  <a:pt x="5475" y="471"/>
                </a:lnTo>
                <a:lnTo>
                  <a:pt x="5474" y="471"/>
                </a:lnTo>
                <a:lnTo>
                  <a:pt x="5474" y="470"/>
                </a:lnTo>
                <a:lnTo>
                  <a:pt x="5473" y="470"/>
                </a:lnTo>
                <a:lnTo>
                  <a:pt x="5472" y="470"/>
                </a:lnTo>
                <a:lnTo>
                  <a:pt x="5471" y="469"/>
                </a:lnTo>
                <a:lnTo>
                  <a:pt x="5470" y="469"/>
                </a:lnTo>
                <a:lnTo>
                  <a:pt x="5470" y="468"/>
                </a:lnTo>
                <a:lnTo>
                  <a:pt x="5469" y="468"/>
                </a:lnTo>
                <a:lnTo>
                  <a:pt x="5468" y="468"/>
                </a:lnTo>
                <a:lnTo>
                  <a:pt x="5468" y="467"/>
                </a:lnTo>
                <a:lnTo>
                  <a:pt x="5467" y="467"/>
                </a:lnTo>
                <a:lnTo>
                  <a:pt x="5466" y="466"/>
                </a:lnTo>
                <a:lnTo>
                  <a:pt x="5466" y="474"/>
                </a:lnTo>
                <a:lnTo>
                  <a:pt x="5465" y="474"/>
                </a:lnTo>
                <a:lnTo>
                  <a:pt x="5464" y="473"/>
                </a:lnTo>
                <a:lnTo>
                  <a:pt x="5463" y="473"/>
                </a:lnTo>
                <a:lnTo>
                  <a:pt x="5463" y="472"/>
                </a:lnTo>
                <a:lnTo>
                  <a:pt x="5462" y="472"/>
                </a:lnTo>
                <a:lnTo>
                  <a:pt x="5461" y="472"/>
                </a:lnTo>
                <a:lnTo>
                  <a:pt x="5460" y="471"/>
                </a:lnTo>
                <a:lnTo>
                  <a:pt x="5459" y="471"/>
                </a:lnTo>
                <a:lnTo>
                  <a:pt x="5459" y="470"/>
                </a:lnTo>
                <a:lnTo>
                  <a:pt x="5458" y="470"/>
                </a:lnTo>
                <a:lnTo>
                  <a:pt x="5457" y="470"/>
                </a:lnTo>
                <a:lnTo>
                  <a:pt x="5457" y="469"/>
                </a:lnTo>
                <a:lnTo>
                  <a:pt x="5456" y="469"/>
                </a:lnTo>
                <a:lnTo>
                  <a:pt x="5455" y="468"/>
                </a:lnTo>
                <a:lnTo>
                  <a:pt x="5454" y="468"/>
                </a:lnTo>
                <a:lnTo>
                  <a:pt x="5453" y="468"/>
                </a:lnTo>
                <a:lnTo>
                  <a:pt x="5453" y="467"/>
                </a:lnTo>
                <a:lnTo>
                  <a:pt x="5452" y="467"/>
                </a:lnTo>
                <a:lnTo>
                  <a:pt x="5451" y="467"/>
                </a:lnTo>
                <a:lnTo>
                  <a:pt x="5451" y="466"/>
                </a:lnTo>
                <a:lnTo>
                  <a:pt x="5450" y="466"/>
                </a:lnTo>
                <a:lnTo>
                  <a:pt x="5449" y="465"/>
                </a:lnTo>
                <a:lnTo>
                  <a:pt x="5448" y="465"/>
                </a:lnTo>
                <a:lnTo>
                  <a:pt x="5447" y="464"/>
                </a:lnTo>
                <a:lnTo>
                  <a:pt x="5446" y="464"/>
                </a:lnTo>
                <a:lnTo>
                  <a:pt x="5445" y="463"/>
                </a:lnTo>
                <a:lnTo>
                  <a:pt x="5444" y="463"/>
                </a:lnTo>
                <a:lnTo>
                  <a:pt x="5443" y="462"/>
                </a:lnTo>
                <a:lnTo>
                  <a:pt x="5442" y="462"/>
                </a:lnTo>
                <a:lnTo>
                  <a:pt x="5441" y="461"/>
                </a:lnTo>
                <a:lnTo>
                  <a:pt x="5440" y="461"/>
                </a:lnTo>
                <a:lnTo>
                  <a:pt x="5440" y="460"/>
                </a:lnTo>
                <a:lnTo>
                  <a:pt x="5439" y="460"/>
                </a:lnTo>
                <a:lnTo>
                  <a:pt x="5438" y="460"/>
                </a:lnTo>
                <a:lnTo>
                  <a:pt x="5437" y="459"/>
                </a:lnTo>
                <a:lnTo>
                  <a:pt x="5436" y="459"/>
                </a:lnTo>
                <a:lnTo>
                  <a:pt x="5436" y="458"/>
                </a:lnTo>
                <a:lnTo>
                  <a:pt x="5435" y="458"/>
                </a:lnTo>
                <a:lnTo>
                  <a:pt x="5434" y="458"/>
                </a:lnTo>
                <a:lnTo>
                  <a:pt x="5434" y="457"/>
                </a:lnTo>
                <a:lnTo>
                  <a:pt x="5433" y="457"/>
                </a:lnTo>
                <a:lnTo>
                  <a:pt x="5432" y="456"/>
                </a:lnTo>
                <a:lnTo>
                  <a:pt x="5431" y="456"/>
                </a:lnTo>
                <a:lnTo>
                  <a:pt x="5430" y="456"/>
                </a:lnTo>
                <a:lnTo>
                  <a:pt x="5430" y="455"/>
                </a:lnTo>
                <a:lnTo>
                  <a:pt x="5429" y="455"/>
                </a:lnTo>
                <a:lnTo>
                  <a:pt x="5428" y="454"/>
                </a:lnTo>
                <a:lnTo>
                  <a:pt x="5427" y="454"/>
                </a:lnTo>
                <a:lnTo>
                  <a:pt x="5426" y="453"/>
                </a:lnTo>
                <a:lnTo>
                  <a:pt x="5425" y="453"/>
                </a:lnTo>
                <a:lnTo>
                  <a:pt x="5424" y="452"/>
                </a:lnTo>
                <a:lnTo>
                  <a:pt x="5423" y="452"/>
                </a:lnTo>
                <a:lnTo>
                  <a:pt x="5422" y="451"/>
                </a:lnTo>
                <a:lnTo>
                  <a:pt x="5421" y="451"/>
                </a:lnTo>
                <a:lnTo>
                  <a:pt x="5420" y="450"/>
                </a:lnTo>
                <a:lnTo>
                  <a:pt x="5419" y="450"/>
                </a:lnTo>
                <a:lnTo>
                  <a:pt x="5419" y="449"/>
                </a:lnTo>
                <a:lnTo>
                  <a:pt x="5418" y="449"/>
                </a:lnTo>
                <a:lnTo>
                  <a:pt x="5417" y="449"/>
                </a:lnTo>
                <a:lnTo>
                  <a:pt x="5417" y="448"/>
                </a:lnTo>
                <a:lnTo>
                  <a:pt x="5416" y="448"/>
                </a:lnTo>
                <a:lnTo>
                  <a:pt x="5415" y="448"/>
                </a:lnTo>
                <a:lnTo>
                  <a:pt x="5414" y="447"/>
                </a:lnTo>
                <a:lnTo>
                  <a:pt x="5413" y="447"/>
                </a:lnTo>
                <a:lnTo>
                  <a:pt x="5413" y="446"/>
                </a:lnTo>
                <a:lnTo>
                  <a:pt x="5412" y="446"/>
                </a:lnTo>
                <a:lnTo>
                  <a:pt x="5411" y="446"/>
                </a:lnTo>
                <a:lnTo>
                  <a:pt x="5411" y="445"/>
                </a:lnTo>
                <a:lnTo>
                  <a:pt x="5410" y="445"/>
                </a:lnTo>
                <a:lnTo>
                  <a:pt x="5409" y="444"/>
                </a:lnTo>
                <a:lnTo>
                  <a:pt x="5408" y="444"/>
                </a:lnTo>
                <a:lnTo>
                  <a:pt x="5407" y="444"/>
                </a:lnTo>
                <a:lnTo>
                  <a:pt x="5407" y="443"/>
                </a:lnTo>
                <a:lnTo>
                  <a:pt x="5406" y="443"/>
                </a:lnTo>
                <a:lnTo>
                  <a:pt x="5405" y="442"/>
                </a:lnTo>
                <a:lnTo>
                  <a:pt x="5404" y="442"/>
                </a:lnTo>
                <a:lnTo>
                  <a:pt x="5403" y="441"/>
                </a:lnTo>
                <a:lnTo>
                  <a:pt x="5402" y="441"/>
                </a:lnTo>
                <a:lnTo>
                  <a:pt x="5401" y="440"/>
                </a:lnTo>
                <a:lnTo>
                  <a:pt x="5400" y="448"/>
                </a:lnTo>
                <a:lnTo>
                  <a:pt x="5399" y="448"/>
                </a:lnTo>
                <a:lnTo>
                  <a:pt x="5399" y="447"/>
                </a:lnTo>
                <a:lnTo>
                  <a:pt x="5398" y="447"/>
                </a:lnTo>
                <a:lnTo>
                  <a:pt x="5397" y="447"/>
                </a:lnTo>
                <a:lnTo>
                  <a:pt x="5397" y="446"/>
                </a:lnTo>
                <a:lnTo>
                  <a:pt x="5396" y="446"/>
                </a:lnTo>
                <a:lnTo>
                  <a:pt x="5395" y="446"/>
                </a:lnTo>
                <a:lnTo>
                  <a:pt x="5394" y="445"/>
                </a:lnTo>
                <a:lnTo>
                  <a:pt x="5393" y="445"/>
                </a:lnTo>
                <a:lnTo>
                  <a:pt x="5393" y="444"/>
                </a:lnTo>
                <a:lnTo>
                  <a:pt x="5392" y="444"/>
                </a:lnTo>
                <a:lnTo>
                  <a:pt x="5391" y="443"/>
                </a:lnTo>
                <a:lnTo>
                  <a:pt x="5390" y="443"/>
                </a:lnTo>
                <a:lnTo>
                  <a:pt x="5389" y="442"/>
                </a:lnTo>
                <a:lnTo>
                  <a:pt x="5388" y="442"/>
                </a:lnTo>
                <a:lnTo>
                  <a:pt x="5387" y="442"/>
                </a:lnTo>
                <a:lnTo>
                  <a:pt x="5387" y="441"/>
                </a:lnTo>
                <a:lnTo>
                  <a:pt x="5386" y="441"/>
                </a:lnTo>
                <a:lnTo>
                  <a:pt x="5385" y="440"/>
                </a:lnTo>
                <a:lnTo>
                  <a:pt x="5384" y="440"/>
                </a:lnTo>
                <a:lnTo>
                  <a:pt x="5383" y="439"/>
                </a:lnTo>
                <a:lnTo>
                  <a:pt x="5382" y="439"/>
                </a:lnTo>
                <a:lnTo>
                  <a:pt x="5382" y="438"/>
                </a:lnTo>
                <a:lnTo>
                  <a:pt x="5381" y="438"/>
                </a:lnTo>
                <a:lnTo>
                  <a:pt x="5380" y="438"/>
                </a:lnTo>
                <a:lnTo>
                  <a:pt x="5379" y="437"/>
                </a:lnTo>
                <a:lnTo>
                  <a:pt x="5378" y="437"/>
                </a:lnTo>
                <a:lnTo>
                  <a:pt x="5377" y="445"/>
                </a:lnTo>
                <a:lnTo>
                  <a:pt x="5376" y="444"/>
                </a:lnTo>
                <a:lnTo>
                  <a:pt x="5375" y="444"/>
                </a:lnTo>
                <a:lnTo>
                  <a:pt x="5374" y="443"/>
                </a:lnTo>
                <a:lnTo>
                  <a:pt x="5373" y="443"/>
                </a:lnTo>
                <a:lnTo>
                  <a:pt x="5372" y="442"/>
                </a:lnTo>
                <a:lnTo>
                  <a:pt x="5371" y="442"/>
                </a:lnTo>
                <a:lnTo>
                  <a:pt x="5370" y="441"/>
                </a:lnTo>
                <a:lnTo>
                  <a:pt x="5369" y="441"/>
                </a:lnTo>
                <a:lnTo>
                  <a:pt x="5369" y="440"/>
                </a:lnTo>
                <a:lnTo>
                  <a:pt x="5368" y="440"/>
                </a:lnTo>
                <a:lnTo>
                  <a:pt x="5367" y="440"/>
                </a:lnTo>
                <a:lnTo>
                  <a:pt x="5367" y="439"/>
                </a:lnTo>
                <a:lnTo>
                  <a:pt x="5366" y="439"/>
                </a:lnTo>
                <a:lnTo>
                  <a:pt x="5365" y="439"/>
                </a:lnTo>
                <a:lnTo>
                  <a:pt x="5364" y="438"/>
                </a:lnTo>
                <a:lnTo>
                  <a:pt x="5363" y="438"/>
                </a:lnTo>
                <a:lnTo>
                  <a:pt x="5363" y="437"/>
                </a:lnTo>
                <a:lnTo>
                  <a:pt x="5362" y="437"/>
                </a:lnTo>
                <a:lnTo>
                  <a:pt x="5361" y="436"/>
                </a:lnTo>
                <a:lnTo>
                  <a:pt x="5360" y="436"/>
                </a:lnTo>
                <a:lnTo>
                  <a:pt x="5359" y="435"/>
                </a:lnTo>
                <a:lnTo>
                  <a:pt x="5358" y="435"/>
                </a:lnTo>
                <a:lnTo>
                  <a:pt x="5357" y="435"/>
                </a:lnTo>
                <a:lnTo>
                  <a:pt x="5357" y="434"/>
                </a:lnTo>
                <a:lnTo>
                  <a:pt x="5356" y="434"/>
                </a:lnTo>
                <a:lnTo>
                  <a:pt x="5355" y="433"/>
                </a:lnTo>
                <a:lnTo>
                  <a:pt x="5354" y="433"/>
                </a:lnTo>
                <a:lnTo>
                  <a:pt x="5353" y="432"/>
                </a:lnTo>
                <a:lnTo>
                  <a:pt x="5352" y="432"/>
                </a:lnTo>
                <a:lnTo>
                  <a:pt x="5352" y="431"/>
                </a:lnTo>
                <a:lnTo>
                  <a:pt x="5351" y="431"/>
                </a:lnTo>
                <a:lnTo>
                  <a:pt x="5350" y="431"/>
                </a:lnTo>
                <a:lnTo>
                  <a:pt x="5349" y="430"/>
                </a:lnTo>
                <a:lnTo>
                  <a:pt x="5348" y="430"/>
                </a:lnTo>
                <a:lnTo>
                  <a:pt x="5347" y="429"/>
                </a:lnTo>
                <a:lnTo>
                  <a:pt x="5346" y="429"/>
                </a:lnTo>
                <a:lnTo>
                  <a:pt x="5346" y="428"/>
                </a:lnTo>
                <a:lnTo>
                  <a:pt x="5345" y="428"/>
                </a:lnTo>
                <a:lnTo>
                  <a:pt x="5344" y="428"/>
                </a:lnTo>
                <a:lnTo>
                  <a:pt x="5344" y="427"/>
                </a:lnTo>
                <a:lnTo>
                  <a:pt x="5343" y="427"/>
                </a:lnTo>
                <a:lnTo>
                  <a:pt x="5342" y="427"/>
                </a:lnTo>
                <a:lnTo>
                  <a:pt x="5342" y="426"/>
                </a:lnTo>
                <a:lnTo>
                  <a:pt x="5341" y="426"/>
                </a:lnTo>
                <a:lnTo>
                  <a:pt x="5340" y="426"/>
                </a:lnTo>
                <a:lnTo>
                  <a:pt x="5340" y="425"/>
                </a:lnTo>
                <a:lnTo>
                  <a:pt x="5339" y="425"/>
                </a:lnTo>
                <a:lnTo>
                  <a:pt x="5338" y="424"/>
                </a:lnTo>
                <a:lnTo>
                  <a:pt x="5337" y="424"/>
                </a:lnTo>
                <a:lnTo>
                  <a:pt x="5336" y="423"/>
                </a:lnTo>
                <a:lnTo>
                  <a:pt x="5335" y="423"/>
                </a:lnTo>
                <a:lnTo>
                  <a:pt x="5334" y="422"/>
                </a:lnTo>
                <a:lnTo>
                  <a:pt x="5333" y="422"/>
                </a:lnTo>
                <a:lnTo>
                  <a:pt x="5332" y="421"/>
                </a:lnTo>
                <a:lnTo>
                  <a:pt x="5331" y="421"/>
                </a:lnTo>
                <a:lnTo>
                  <a:pt x="5330" y="420"/>
                </a:lnTo>
                <a:lnTo>
                  <a:pt x="5329" y="420"/>
                </a:lnTo>
                <a:lnTo>
                  <a:pt x="5329" y="419"/>
                </a:lnTo>
                <a:lnTo>
                  <a:pt x="5328" y="419"/>
                </a:lnTo>
                <a:lnTo>
                  <a:pt x="5327" y="419"/>
                </a:lnTo>
                <a:lnTo>
                  <a:pt x="5326" y="418"/>
                </a:lnTo>
                <a:lnTo>
                  <a:pt x="5325" y="418"/>
                </a:lnTo>
                <a:lnTo>
                  <a:pt x="5325" y="417"/>
                </a:lnTo>
                <a:lnTo>
                  <a:pt x="5324" y="417"/>
                </a:lnTo>
                <a:lnTo>
                  <a:pt x="5323" y="417"/>
                </a:lnTo>
                <a:lnTo>
                  <a:pt x="5323" y="416"/>
                </a:lnTo>
                <a:lnTo>
                  <a:pt x="5322" y="416"/>
                </a:lnTo>
                <a:lnTo>
                  <a:pt x="5321" y="415"/>
                </a:lnTo>
                <a:lnTo>
                  <a:pt x="5320" y="415"/>
                </a:lnTo>
                <a:lnTo>
                  <a:pt x="5319" y="415"/>
                </a:lnTo>
                <a:lnTo>
                  <a:pt x="5319" y="414"/>
                </a:lnTo>
                <a:lnTo>
                  <a:pt x="5318" y="414"/>
                </a:lnTo>
                <a:lnTo>
                  <a:pt x="5317" y="414"/>
                </a:lnTo>
                <a:lnTo>
                  <a:pt x="5317" y="413"/>
                </a:lnTo>
                <a:lnTo>
                  <a:pt x="5316" y="413"/>
                </a:lnTo>
                <a:lnTo>
                  <a:pt x="5315" y="412"/>
                </a:lnTo>
                <a:lnTo>
                  <a:pt x="5314" y="412"/>
                </a:lnTo>
                <a:lnTo>
                  <a:pt x="5313" y="411"/>
                </a:lnTo>
                <a:lnTo>
                  <a:pt x="5312" y="411"/>
                </a:lnTo>
                <a:lnTo>
                  <a:pt x="5311" y="410"/>
                </a:lnTo>
                <a:lnTo>
                  <a:pt x="5310" y="410"/>
                </a:lnTo>
                <a:lnTo>
                  <a:pt x="5309" y="409"/>
                </a:lnTo>
                <a:lnTo>
                  <a:pt x="5308" y="409"/>
                </a:lnTo>
                <a:lnTo>
                  <a:pt x="5307" y="408"/>
                </a:lnTo>
                <a:lnTo>
                  <a:pt x="5306" y="408"/>
                </a:lnTo>
                <a:lnTo>
                  <a:pt x="5306" y="407"/>
                </a:lnTo>
                <a:lnTo>
                  <a:pt x="5305" y="407"/>
                </a:lnTo>
                <a:lnTo>
                  <a:pt x="5304" y="407"/>
                </a:lnTo>
                <a:lnTo>
                  <a:pt x="5303" y="406"/>
                </a:lnTo>
                <a:lnTo>
                  <a:pt x="5302" y="406"/>
                </a:lnTo>
                <a:lnTo>
                  <a:pt x="5302" y="405"/>
                </a:lnTo>
                <a:lnTo>
                  <a:pt x="5301" y="405"/>
                </a:lnTo>
                <a:lnTo>
                  <a:pt x="5300" y="405"/>
                </a:lnTo>
                <a:lnTo>
                  <a:pt x="5300" y="404"/>
                </a:lnTo>
                <a:lnTo>
                  <a:pt x="5299" y="404"/>
                </a:lnTo>
                <a:lnTo>
                  <a:pt x="5298" y="403"/>
                </a:lnTo>
                <a:lnTo>
                  <a:pt x="5297" y="403"/>
                </a:lnTo>
                <a:lnTo>
                  <a:pt x="5296" y="403"/>
                </a:lnTo>
                <a:lnTo>
                  <a:pt x="5296" y="402"/>
                </a:lnTo>
                <a:lnTo>
                  <a:pt x="5295" y="402"/>
                </a:lnTo>
                <a:lnTo>
                  <a:pt x="5294" y="401"/>
                </a:lnTo>
                <a:lnTo>
                  <a:pt x="5293" y="401"/>
                </a:lnTo>
                <a:lnTo>
                  <a:pt x="5292" y="400"/>
                </a:lnTo>
                <a:lnTo>
                  <a:pt x="5291" y="400"/>
                </a:lnTo>
                <a:lnTo>
                  <a:pt x="5290" y="399"/>
                </a:lnTo>
                <a:lnTo>
                  <a:pt x="5289" y="399"/>
                </a:lnTo>
                <a:lnTo>
                  <a:pt x="5288" y="398"/>
                </a:lnTo>
                <a:lnTo>
                  <a:pt x="5287" y="398"/>
                </a:lnTo>
                <a:lnTo>
                  <a:pt x="5286" y="397"/>
                </a:lnTo>
                <a:lnTo>
                  <a:pt x="5285" y="397"/>
                </a:lnTo>
                <a:lnTo>
                  <a:pt x="5285" y="396"/>
                </a:lnTo>
                <a:lnTo>
                  <a:pt x="5284" y="396"/>
                </a:lnTo>
                <a:lnTo>
                  <a:pt x="5283" y="396"/>
                </a:lnTo>
                <a:lnTo>
                  <a:pt x="5283" y="395"/>
                </a:lnTo>
                <a:lnTo>
                  <a:pt x="5282" y="395"/>
                </a:lnTo>
                <a:lnTo>
                  <a:pt x="5281" y="395"/>
                </a:lnTo>
                <a:lnTo>
                  <a:pt x="5280" y="394"/>
                </a:lnTo>
                <a:lnTo>
                  <a:pt x="5279" y="394"/>
                </a:lnTo>
                <a:lnTo>
                  <a:pt x="5279" y="393"/>
                </a:lnTo>
                <a:lnTo>
                  <a:pt x="5278" y="393"/>
                </a:lnTo>
                <a:lnTo>
                  <a:pt x="5277" y="393"/>
                </a:lnTo>
                <a:lnTo>
                  <a:pt x="5277" y="392"/>
                </a:lnTo>
                <a:lnTo>
                  <a:pt x="5276" y="392"/>
                </a:lnTo>
                <a:lnTo>
                  <a:pt x="5275" y="391"/>
                </a:lnTo>
                <a:lnTo>
                  <a:pt x="5274" y="391"/>
                </a:lnTo>
                <a:lnTo>
                  <a:pt x="5273" y="391"/>
                </a:lnTo>
                <a:lnTo>
                  <a:pt x="5273" y="390"/>
                </a:lnTo>
                <a:lnTo>
                  <a:pt x="5272" y="390"/>
                </a:lnTo>
                <a:lnTo>
                  <a:pt x="5271" y="389"/>
                </a:lnTo>
                <a:lnTo>
                  <a:pt x="5270" y="389"/>
                </a:lnTo>
                <a:lnTo>
                  <a:pt x="5269" y="388"/>
                </a:lnTo>
                <a:lnTo>
                  <a:pt x="5268" y="388"/>
                </a:lnTo>
                <a:lnTo>
                  <a:pt x="5268" y="387"/>
                </a:lnTo>
                <a:lnTo>
                  <a:pt x="5267" y="387"/>
                </a:lnTo>
                <a:lnTo>
                  <a:pt x="5266" y="387"/>
                </a:lnTo>
                <a:lnTo>
                  <a:pt x="5265" y="386"/>
                </a:lnTo>
                <a:lnTo>
                  <a:pt x="5264" y="386"/>
                </a:lnTo>
                <a:lnTo>
                  <a:pt x="5263" y="385"/>
                </a:lnTo>
                <a:lnTo>
                  <a:pt x="5262" y="385"/>
                </a:lnTo>
                <a:lnTo>
                  <a:pt x="5262" y="384"/>
                </a:lnTo>
                <a:lnTo>
                  <a:pt x="5261" y="384"/>
                </a:lnTo>
                <a:lnTo>
                  <a:pt x="5260" y="384"/>
                </a:lnTo>
                <a:lnTo>
                  <a:pt x="5260" y="383"/>
                </a:lnTo>
                <a:lnTo>
                  <a:pt x="5259" y="383"/>
                </a:lnTo>
                <a:lnTo>
                  <a:pt x="5258" y="383"/>
                </a:lnTo>
                <a:lnTo>
                  <a:pt x="5258" y="382"/>
                </a:lnTo>
                <a:lnTo>
                  <a:pt x="5257" y="382"/>
                </a:lnTo>
                <a:lnTo>
                  <a:pt x="5256" y="382"/>
                </a:lnTo>
                <a:lnTo>
                  <a:pt x="5256" y="381"/>
                </a:lnTo>
                <a:lnTo>
                  <a:pt x="5255" y="381"/>
                </a:lnTo>
                <a:lnTo>
                  <a:pt x="5254" y="380"/>
                </a:lnTo>
                <a:lnTo>
                  <a:pt x="5253" y="380"/>
                </a:lnTo>
                <a:lnTo>
                  <a:pt x="5252" y="379"/>
                </a:lnTo>
                <a:lnTo>
                  <a:pt x="5251" y="379"/>
                </a:lnTo>
                <a:lnTo>
                  <a:pt x="5250" y="379"/>
                </a:lnTo>
                <a:lnTo>
                  <a:pt x="5250" y="378"/>
                </a:lnTo>
                <a:lnTo>
                  <a:pt x="5249" y="378"/>
                </a:lnTo>
                <a:lnTo>
                  <a:pt x="5248" y="377"/>
                </a:lnTo>
                <a:lnTo>
                  <a:pt x="5247" y="377"/>
                </a:lnTo>
                <a:lnTo>
                  <a:pt x="5246" y="376"/>
                </a:lnTo>
                <a:lnTo>
                  <a:pt x="5245" y="376"/>
                </a:lnTo>
                <a:lnTo>
                  <a:pt x="5245" y="375"/>
                </a:lnTo>
                <a:lnTo>
                  <a:pt x="5244" y="385"/>
                </a:lnTo>
                <a:lnTo>
                  <a:pt x="5243" y="385"/>
                </a:lnTo>
                <a:lnTo>
                  <a:pt x="5242" y="384"/>
                </a:lnTo>
                <a:lnTo>
                  <a:pt x="5241" y="384"/>
                </a:lnTo>
                <a:lnTo>
                  <a:pt x="5240" y="383"/>
                </a:lnTo>
                <a:lnTo>
                  <a:pt x="5239" y="383"/>
                </a:lnTo>
                <a:lnTo>
                  <a:pt x="5239" y="382"/>
                </a:lnTo>
                <a:lnTo>
                  <a:pt x="5238" y="382"/>
                </a:lnTo>
                <a:lnTo>
                  <a:pt x="5237" y="391"/>
                </a:lnTo>
                <a:lnTo>
                  <a:pt x="5236" y="391"/>
                </a:lnTo>
                <a:lnTo>
                  <a:pt x="5235" y="391"/>
                </a:lnTo>
                <a:lnTo>
                  <a:pt x="5235" y="390"/>
                </a:lnTo>
                <a:lnTo>
                  <a:pt x="5234" y="390"/>
                </a:lnTo>
                <a:lnTo>
                  <a:pt x="5233" y="390"/>
                </a:lnTo>
                <a:lnTo>
                  <a:pt x="5233" y="389"/>
                </a:lnTo>
                <a:lnTo>
                  <a:pt x="5232" y="389"/>
                </a:lnTo>
                <a:lnTo>
                  <a:pt x="5231" y="388"/>
                </a:lnTo>
                <a:lnTo>
                  <a:pt x="5230" y="388"/>
                </a:lnTo>
                <a:lnTo>
                  <a:pt x="5229" y="387"/>
                </a:lnTo>
                <a:lnTo>
                  <a:pt x="5228" y="387"/>
                </a:lnTo>
                <a:lnTo>
                  <a:pt x="5227" y="386"/>
                </a:lnTo>
                <a:lnTo>
                  <a:pt x="5226" y="386"/>
                </a:lnTo>
                <a:lnTo>
                  <a:pt x="5225" y="385"/>
                </a:lnTo>
                <a:lnTo>
                  <a:pt x="5224" y="385"/>
                </a:lnTo>
                <a:lnTo>
                  <a:pt x="5223" y="384"/>
                </a:lnTo>
                <a:lnTo>
                  <a:pt x="5222" y="384"/>
                </a:lnTo>
                <a:lnTo>
                  <a:pt x="5222" y="383"/>
                </a:lnTo>
                <a:lnTo>
                  <a:pt x="5221" y="383"/>
                </a:lnTo>
                <a:lnTo>
                  <a:pt x="5220" y="383"/>
                </a:lnTo>
                <a:lnTo>
                  <a:pt x="5219" y="382"/>
                </a:lnTo>
                <a:lnTo>
                  <a:pt x="5218" y="382"/>
                </a:lnTo>
                <a:lnTo>
                  <a:pt x="5218" y="381"/>
                </a:lnTo>
                <a:lnTo>
                  <a:pt x="5217" y="381"/>
                </a:lnTo>
                <a:lnTo>
                  <a:pt x="5216" y="381"/>
                </a:lnTo>
                <a:lnTo>
                  <a:pt x="5216" y="380"/>
                </a:lnTo>
                <a:lnTo>
                  <a:pt x="5215" y="380"/>
                </a:lnTo>
                <a:lnTo>
                  <a:pt x="5214" y="379"/>
                </a:lnTo>
                <a:lnTo>
                  <a:pt x="5213" y="379"/>
                </a:lnTo>
                <a:lnTo>
                  <a:pt x="5212" y="379"/>
                </a:lnTo>
                <a:lnTo>
                  <a:pt x="5212" y="378"/>
                </a:lnTo>
                <a:lnTo>
                  <a:pt x="5211" y="378"/>
                </a:lnTo>
                <a:lnTo>
                  <a:pt x="5210" y="378"/>
                </a:lnTo>
                <a:lnTo>
                  <a:pt x="5210" y="377"/>
                </a:lnTo>
                <a:lnTo>
                  <a:pt x="5209" y="377"/>
                </a:lnTo>
                <a:lnTo>
                  <a:pt x="5208" y="376"/>
                </a:lnTo>
                <a:lnTo>
                  <a:pt x="5207" y="376"/>
                </a:lnTo>
                <a:lnTo>
                  <a:pt x="5206" y="375"/>
                </a:lnTo>
                <a:lnTo>
                  <a:pt x="5205" y="375"/>
                </a:lnTo>
                <a:lnTo>
                  <a:pt x="5204" y="374"/>
                </a:lnTo>
                <a:lnTo>
                  <a:pt x="5203" y="374"/>
                </a:lnTo>
                <a:lnTo>
                  <a:pt x="5202" y="373"/>
                </a:lnTo>
                <a:lnTo>
                  <a:pt x="5201" y="373"/>
                </a:lnTo>
                <a:lnTo>
                  <a:pt x="5201" y="372"/>
                </a:lnTo>
                <a:lnTo>
                  <a:pt x="5200" y="372"/>
                </a:lnTo>
                <a:lnTo>
                  <a:pt x="5199" y="372"/>
                </a:lnTo>
                <a:lnTo>
                  <a:pt x="5199" y="371"/>
                </a:lnTo>
                <a:lnTo>
                  <a:pt x="5198" y="371"/>
                </a:lnTo>
                <a:lnTo>
                  <a:pt x="5197" y="371"/>
                </a:lnTo>
                <a:lnTo>
                  <a:pt x="5196" y="370"/>
                </a:lnTo>
                <a:lnTo>
                  <a:pt x="5195" y="370"/>
                </a:lnTo>
                <a:lnTo>
                  <a:pt x="5195" y="369"/>
                </a:lnTo>
                <a:lnTo>
                  <a:pt x="5194" y="369"/>
                </a:lnTo>
                <a:lnTo>
                  <a:pt x="5193" y="369"/>
                </a:lnTo>
                <a:lnTo>
                  <a:pt x="5193" y="368"/>
                </a:lnTo>
                <a:lnTo>
                  <a:pt x="5192" y="368"/>
                </a:lnTo>
                <a:lnTo>
                  <a:pt x="5191" y="367"/>
                </a:lnTo>
                <a:lnTo>
                  <a:pt x="5190" y="367"/>
                </a:lnTo>
                <a:lnTo>
                  <a:pt x="5189" y="367"/>
                </a:lnTo>
                <a:lnTo>
                  <a:pt x="5189" y="366"/>
                </a:lnTo>
                <a:lnTo>
                  <a:pt x="5188" y="376"/>
                </a:lnTo>
                <a:lnTo>
                  <a:pt x="5187" y="376"/>
                </a:lnTo>
                <a:lnTo>
                  <a:pt x="5186" y="375"/>
                </a:lnTo>
                <a:lnTo>
                  <a:pt x="5185" y="375"/>
                </a:lnTo>
                <a:lnTo>
                  <a:pt x="5184" y="374"/>
                </a:lnTo>
                <a:lnTo>
                  <a:pt x="5183" y="374"/>
                </a:lnTo>
                <a:lnTo>
                  <a:pt x="5182" y="373"/>
                </a:lnTo>
                <a:lnTo>
                  <a:pt x="5181" y="373"/>
                </a:lnTo>
                <a:lnTo>
                  <a:pt x="5181" y="372"/>
                </a:lnTo>
                <a:lnTo>
                  <a:pt x="5180" y="372"/>
                </a:lnTo>
                <a:lnTo>
                  <a:pt x="5179" y="372"/>
                </a:lnTo>
                <a:lnTo>
                  <a:pt x="5179" y="371"/>
                </a:lnTo>
                <a:lnTo>
                  <a:pt x="5178" y="371"/>
                </a:lnTo>
                <a:lnTo>
                  <a:pt x="5177" y="371"/>
                </a:lnTo>
                <a:lnTo>
                  <a:pt x="5176" y="370"/>
                </a:lnTo>
                <a:lnTo>
                  <a:pt x="5175" y="370"/>
                </a:lnTo>
                <a:lnTo>
                  <a:pt x="5175" y="369"/>
                </a:lnTo>
                <a:lnTo>
                  <a:pt x="5174" y="369"/>
                </a:lnTo>
                <a:lnTo>
                  <a:pt x="5173" y="369"/>
                </a:lnTo>
                <a:lnTo>
                  <a:pt x="5173" y="368"/>
                </a:lnTo>
                <a:lnTo>
                  <a:pt x="5172" y="368"/>
                </a:lnTo>
                <a:lnTo>
                  <a:pt x="5171" y="367"/>
                </a:lnTo>
                <a:lnTo>
                  <a:pt x="5170" y="367"/>
                </a:lnTo>
                <a:lnTo>
                  <a:pt x="5169" y="367"/>
                </a:lnTo>
                <a:lnTo>
                  <a:pt x="5169" y="366"/>
                </a:lnTo>
                <a:lnTo>
                  <a:pt x="5168" y="366"/>
                </a:lnTo>
                <a:lnTo>
                  <a:pt x="5167" y="365"/>
                </a:lnTo>
                <a:lnTo>
                  <a:pt x="5166" y="365"/>
                </a:lnTo>
                <a:lnTo>
                  <a:pt x="5165" y="364"/>
                </a:lnTo>
                <a:lnTo>
                  <a:pt x="5164" y="364"/>
                </a:lnTo>
                <a:lnTo>
                  <a:pt x="5163" y="363"/>
                </a:lnTo>
                <a:lnTo>
                  <a:pt x="5162" y="363"/>
                </a:lnTo>
                <a:lnTo>
                  <a:pt x="5161" y="362"/>
                </a:lnTo>
                <a:lnTo>
                  <a:pt x="5160" y="362"/>
                </a:lnTo>
                <a:lnTo>
                  <a:pt x="5159" y="361"/>
                </a:lnTo>
                <a:lnTo>
                  <a:pt x="5158" y="361"/>
                </a:lnTo>
                <a:lnTo>
                  <a:pt x="5158" y="360"/>
                </a:lnTo>
                <a:lnTo>
                  <a:pt x="5157" y="360"/>
                </a:lnTo>
                <a:lnTo>
                  <a:pt x="5156" y="360"/>
                </a:lnTo>
                <a:lnTo>
                  <a:pt x="5156" y="359"/>
                </a:lnTo>
                <a:lnTo>
                  <a:pt x="5155" y="359"/>
                </a:lnTo>
                <a:lnTo>
                  <a:pt x="5154" y="359"/>
                </a:lnTo>
                <a:lnTo>
                  <a:pt x="5153" y="358"/>
                </a:lnTo>
                <a:lnTo>
                  <a:pt x="5152" y="358"/>
                </a:lnTo>
                <a:lnTo>
                  <a:pt x="5152" y="357"/>
                </a:lnTo>
                <a:lnTo>
                  <a:pt x="5151" y="357"/>
                </a:lnTo>
                <a:lnTo>
                  <a:pt x="5150" y="356"/>
                </a:lnTo>
                <a:lnTo>
                  <a:pt x="5149" y="356"/>
                </a:lnTo>
                <a:lnTo>
                  <a:pt x="5148" y="355"/>
                </a:lnTo>
                <a:lnTo>
                  <a:pt x="5147" y="355"/>
                </a:lnTo>
                <a:lnTo>
                  <a:pt x="5146" y="355"/>
                </a:lnTo>
                <a:lnTo>
                  <a:pt x="5146" y="354"/>
                </a:lnTo>
                <a:lnTo>
                  <a:pt x="5145" y="354"/>
                </a:lnTo>
                <a:lnTo>
                  <a:pt x="5144" y="353"/>
                </a:lnTo>
                <a:lnTo>
                  <a:pt x="5143" y="353"/>
                </a:lnTo>
                <a:lnTo>
                  <a:pt x="5142" y="352"/>
                </a:lnTo>
                <a:lnTo>
                  <a:pt x="5141" y="352"/>
                </a:lnTo>
                <a:lnTo>
                  <a:pt x="5141" y="351"/>
                </a:lnTo>
                <a:lnTo>
                  <a:pt x="5140" y="351"/>
                </a:lnTo>
                <a:lnTo>
                  <a:pt x="5139" y="351"/>
                </a:lnTo>
                <a:lnTo>
                  <a:pt x="5138" y="361"/>
                </a:lnTo>
                <a:lnTo>
                  <a:pt x="5137" y="361"/>
                </a:lnTo>
                <a:lnTo>
                  <a:pt x="5136" y="360"/>
                </a:lnTo>
                <a:lnTo>
                  <a:pt x="5135" y="360"/>
                </a:lnTo>
                <a:lnTo>
                  <a:pt x="5135" y="359"/>
                </a:lnTo>
                <a:lnTo>
                  <a:pt x="5134" y="359"/>
                </a:lnTo>
                <a:lnTo>
                  <a:pt x="5133" y="358"/>
                </a:lnTo>
                <a:lnTo>
                  <a:pt x="5132" y="358"/>
                </a:lnTo>
                <a:lnTo>
                  <a:pt x="5131" y="358"/>
                </a:lnTo>
                <a:lnTo>
                  <a:pt x="5131" y="357"/>
                </a:lnTo>
                <a:lnTo>
                  <a:pt x="5130" y="357"/>
                </a:lnTo>
                <a:lnTo>
                  <a:pt x="5129" y="357"/>
                </a:lnTo>
                <a:lnTo>
                  <a:pt x="5129" y="356"/>
                </a:lnTo>
                <a:lnTo>
                  <a:pt x="5128" y="356"/>
                </a:lnTo>
                <a:lnTo>
                  <a:pt x="5127" y="355"/>
                </a:lnTo>
                <a:lnTo>
                  <a:pt x="5126" y="355"/>
                </a:lnTo>
                <a:lnTo>
                  <a:pt x="5125" y="354"/>
                </a:lnTo>
                <a:lnTo>
                  <a:pt x="5124" y="354"/>
                </a:lnTo>
                <a:lnTo>
                  <a:pt x="5123" y="353"/>
                </a:lnTo>
                <a:lnTo>
                  <a:pt x="5122" y="353"/>
                </a:lnTo>
                <a:lnTo>
                  <a:pt x="5121" y="352"/>
                </a:lnTo>
                <a:lnTo>
                  <a:pt x="5120" y="352"/>
                </a:lnTo>
                <a:lnTo>
                  <a:pt x="5119" y="351"/>
                </a:lnTo>
                <a:lnTo>
                  <a:pt x="5118" y="351"/>
                </a:lnTo>
                <a:lnTo>
                  <a:pt x="5118" y="350"/>
                </a:lnTo>
                <a:lnTo>
                  <a:pt x="5117" y="350"/>
                </a:lnTo>
                <a:lnTo>
                  <a:pt x="5116" y="350"/>
                </a:lnTo>
                <a:lnTo>
                  <a:pt x="5116" y="349"/>
                </a:lnTo>
                <a:lnTo>
                  <a:pt x="5115" y="349"/>
                </a:lnTo>
                <a:lnTo>
                  <a:pt x="5114" y="349"/>
                </a:lnTo>
                <a:lnTo>
                  <a:pt x="5114" y="348"/>
                </a:lnTo>
                <a:lnTo>
                  <a:pt x="5113" y="348"/>
                </a:lnTo>
                <a:lnTo>
                  <a:pt x="5112" y="348"/>
                </a:lnTo>
                <a:lnTo>
                  <a:pt x="5112" y="347"/>
                </a:lnTo>
                <a:lnTo>
                  <a:pt x="5111" y="347"/>
                </a:lnTo>
                <a:lnTo>
                  <a:pt x="5110" y="346"/>
                </a:lnTo>
                <a:lnTo>
                  <a:pt x="5109" y="346"/>
                </a:lnTo>
                <a:lnTo>
                  <a:pt x="5108" y="345"/>
                </a:lnTo>
                <a:lnTo>
                  <a:pt x="5107" y="345"/>
                </a:lnTo>
                <a:lnTo>
                  <a:pt x="5106" y="345"/>
                </a:lnTo>
                <a:lnTo>
                  <a:pt x="5106" y="344"/>
                </a:lnTo>
                <a:lnTo>
                  <a:pt x="5105" y="344"/>
                </a:lnTo>
                <a:lnTo>
                  <a:pt x="5104" y="343"/>
                </a:lnTo>
                <a:lnTo>
                  <a:pt x="5103" y="343"/>
                </a:lnTo>
                <a:lnTo>
                  <a:pt x="5102" y="354"/>
                </a:lnTo>
                <a:lnTo>
                  <a:pt x="5102" y="353"/>
                </a:lnTo>
                <a:lnTo>
                  <a:pt x="5101" y="353"/>
                </a:lnTo>
                <a:lnTo>
                  <a:pt x="5100" y="352"/>
                </a:lnTo>
                <a:lnTo>
                  <a:pt x="5099" y="352"/>
                </a:lnTo>
                <a:lnTo>
                  <a:pt x="5098" y="352"/>
                </a:lnTo>
                <a:lnTo>
                  <a:pt x="5098" y="351"/>
                </a:lnTo>
                <a:lnTo>
                  <a:pt x="5097" y="351"/>
                </a:lnTo>
                <a:lnTo>
                  <a:pt x="5096" y="351"/>
                </a:lnTo>
                <a:lnTo>
                  <a:pt x="5096" y="350"/>
                </a:lnTo>
                <a:lnTo>
                  <a:pt x="5095" y="350"/>
                </a:lnTo>
                <a:lnTo>
                  <a:pt x="5094" y="349"/>
                </a:lnTo>
                <a:lnTo>
                  <a:pt x="5093" y="349"/>
                </a:lnTo>
                <a:lnTo>
                  <a:pt x="5092" y="348"/>
                </a:lnTo>
                <a:lnTo>
                  <a:pt x="5091" y="348"/>
                </a:lnTo>
                <a:lnTo>
                  <a:pt x="5090" y="347"/>
                </a:lnTo>
                <a:lnTo>
                  <a:pt x="5089" y="347"/>
                </a:lnTo>
                <a:lnTo>
                  <a:pt x="5088" y="346"/>
                </a:lnTo>
                <a:lnTo>
                  <a:pt x="5087" y="346"/>
                </a:lnTo>
                <a:lnTo>
                  <a:pt x="5086" y="345"/>
                </a:lnTo>
                <a:lnTo>
                  <a:pt x="5085" y="345"/>
                </a:lnTo>
                <a:lnTo>
                  <a:pt x="5085" y="344"/>
                </a:lnTo>
                <a:lnTo>
                  <a:pt x="5084" y="344"/>
                </a:lnTo>
                <a:lnTo>
                  <a:pt x="5083" y="344"/>
                </a:lnTo>
                <a:lnTo>
                  <a:pt x="5082" y="343"/>
                </a:lnTo>
                <a:lnTo>
                  <a:pt x="5081" y="343"/>
                </a:lnTo>
                <a:lnTo>
                  <a:pt x="5081" y="342"/>
                </a:lnTo>
                <a:lnTo>
                  <a:pt x="5080" y="342"/>
                </a:lnTo>
                <a:lnTo>
                  <a:pt x="5079" y="342"/>
                </a:lnTo>
                <a:lnTo>
                  <a:pt x="5079" y="341"/>
                </a:lnTo>
                <a:lnTo>
                  <a:pt x="5078" y="353"/>
                </a:lnTo>
                <a:lnTo>
                  <a:pt x="5078" y="352"/>
                </a:lnTo>
                <a:lnTo>
                  <a:pt x="5077" y="352"/>
                </a:lnTo>
                <a:lnTo>
                  <a:pt x="5076" y="351"/>
                </a:lnTo>
                <a:lnTo>
                  <a:pt x="5075" y="351"/>
                </a:lnTo>
                <a:lnTo>
                  <a:pt x="5074" y="350"/>
                </a:lnTo>
                <a:lnTo>
                  <a:pt x="5073" y="350"/>
                </a:lnTo>
                <a:lnTo>
                  <a:pt x="5072" y="350"/>
                </a:lnTo>
                <a:lnTo>
                  <a:pt x="5072" y="349"/>
                </a:lnTo>
                <a:lnTo>
                  <a:pt x="5071" y="349"/>
                </a:lnTo>
                <a:lnTo>
                  <a:pt x="5070" y="348"/>
                </a:lnTo>
                <a:lnTo>
                  <a:pt x="5069" y="348"/>
                </a:lnTo>
                <a:lnTo>
                  <a:pt x="5068" y="347"/>
                </a:lnTo>
                <a:lnTo>
                  <a:pt x="5067" y="347"/>
                </a:lnTo>
                <a:lnTo>
                  <a:pt x="5067" y="346"/>
                </a:lnTo>
                <a:lnTo>
                  <a:pt x="5066" y="346"/>
                </a:lnTo>
                <a:lnTo>
                  <a:pt x="5065" y="346"/>
                </a:lnTo>
                <a:lnTo>
                  <a:pt x="5064" y="345"/>
                </a:lnTo>
                <a:lnTo>
                  <a:pt x="5063" y="345"/>
                </a:lnTo>
                <a:lnTo>
                  <a:pt x="5062" y="344"/>
                </a:lnTo>
                <a:lnTo>
                  <a:pt x="5061" y="344"/>
                </a:lnTo>
                <a:lnTo>
                  <a:pt x="5061" y="343"/>
                </a:lnTo>
                <a:lnTo>
                  <a:pt x="5060" y="343"/>
                </a:lnTo>
                <a:lnTo>
                  <a:pt x="5059" y="343"/>
                </a:lnTo>
                <a:lnTo>
                  <a:pt x="5059" y="342"/>
                </a:lnTo>
                <a:lnTo>
                  <a:pt x="5058" y="342"/>
                </a:lnTo>
                <a:lnTo>
                  <a:pt x="5057" y="342"/>
                </a:lnTo>
                <a:lnTo>
                  <a:pt x="5057" y="341"/>
                </a:lnTo>
                <a:lnTo>
                  <a:pt x="5056" y="341"/>
                </a:lnTo>
                <a:lnTo>
                  <a:pt x="5055" y="341"/>
                </a:lnTo>
                <a:lnTo>
                  <a:pt x="5055" y="340"/>
                </a:lnTo>
                <a:lnTo>
                  <a:pt x="5054" y="340"/>
                </a:lnTo>
                <a:lnTo>
                  <a:pt x="5053" y="339"/>
                </a:lnTo>
                <a:lnTo>
                  <a:pt x="5052" y="339"/>
                </a:lnTo>
                <a:lnTo>
                  <a:pt x="5051" y="338"/>
                </a:lnTo>
                <a:lnTo>
                  <a:pt x="5050" y="338"/>
                </a:lnTo>
                <a:lnTo>
                  <a:pt x="5049" y="338"/>
                </a:lnTo>
                <a:lnTo>
                  <a:pt x="5049" y="337"/>
                </a:lnTo>
                <a:lnTo>
                  <a:pt x="5048" y="337"/>
                </a:lnTo>
                <a:lnTo>
                  <a:pt x="5047" y="336"/>
                </a:lnTo>
                <a:lnTo>
                  <a:pt x="5046" y="336"/>
                </a:lnTo>
                <a:lnTo>
                  <a:pt x="5045" y="335"/>
                </a:lnTo>
                <a:lnTo>
                  <a:pt x="5044" y="335"/>
                </a:lnTo>
                <a:lnTo>
                  <a:pt x="5044" y="334"/>
                </a:lnTo>
                <a:lnTo>
                  <a:pt x="5043" y="334"/>
                </a:lnTo>
                <a:lnTo>
                  <a:pt x="5042" y="334"/>
                </a:lnTo>
                <a:lnTo>
                  <a:pt x="5041" y="333"/>
                </a:lnTo>
                <a:lnTo>
                  <a:pt x="5040" y="333"/>
                </a:lnTo>
                <a:lnTo>
                  <a:pt x="5039" y="332"/>
                </a:lnTo>
                <a:lnTo>
                  <a:pt x="5038" y="332"/>
                </a:lnTo>
                <a:lnTo>
                  <a:pt x="5038" y="331"/>
                </a:lnTo>
                <a:lnTo>
                  <a:pt x="5037" y="331"/>
                </a:lnTo>
                <a:lnTo>
                  <a:pt x="5036" y="330"/>
                </a:lnTo>
                <a:lnTo>
                  <a:pt x="5035" y="330"/>
                </a:lnTo>
                <a:lnTo>
                  <a:pt x="5034" y="330"/>
                </a:lnTo>
                <a:lnTo>
                  <a:pt x="5034" y="329"/>
                </a:lnTo>
                <a:lnTo>
                  <a:pt x="5033" y="329"/>
                </a:lnTo>
                <a:lnTo>
                  <a:pt x="5032" y="329"/>
                </a:lnTo>
                <a:lnTo>
                  <a:pt x="5032" y="328"/>
                </a:lnTo>
                <a:lnTo>
                  <a:pt x="5031" y="328"/>
                </a:lnTo>
                <a:lnTo>
                  <a:pt x="5030" y="327"/>
                </a:lnTo>
                <a:lnTo>
                  <a:pt x="5029" y="327"/>
                </a:lnTo>
                <a:lnTo>
                  <a:pt x="5028" y="326"/>
                </a:lnTo>
                <a:lnTo>
                  <a:pt x="5027" y="326"/>
                </a:lnTo>
                <a:lnTo>
                  <a:pt x="5026" y="325"/>
                </a:lnTo>
                <a:lnTo>
                  <a:pt x="5025" y="325"/>
                </a:lnTo>
                <a:lnTo>
                  <a:pt x="5024" y="324"/>
                </a:lnTo>
                <a:lnTo>
                  <a:pt x="5023" y="324"/>
                </a:lnTo>
                <a:lnTo>
                  <a:pt x="5022" y="323"/>
                </a:lnTo>
                <a:lnTo>
                  <a:pt x="5021" y="323"/>
                </a:lnTo>
                <a:lnTo>
                  <a:pt x="5021" y="322"/>
                </a:lnTo>
                <a:lnTo>
                  <a:pt x="5020" y="322"/>
                </a:lnTo>
                <a:lnTo>
                  <a:pt x="5019" y="322"/>
                </a:lnTo>
                <a:lnTo>
                  <a:pt x="5018" y="321"/>
                </a:lnTo>
                <a:lnTo>
                  <a:pt x="5017" y="321"/>
                </a:lnTo>
                <a:lnTo>
                  <a:pt x="5017" y="332"/>
                </a:lnTo>
                <a:lnTo>
                  <a:pt x="5016" y="332"/>
                </a:lnTo>
                <a:lnTo>
                  <a:pt x="5015" y="332"/>
                </a:lnTo>
                <a:lnTo>
                  <a:pt x="5015" y="331"/>
                </a:lnTo>
                <a:lnTo>
                  <a:pt x="5014" y="331"/>
                </a:lnTo>
                <a:lnTo>
                  <a:pt x="5013" y="330"/>
                </a:lnTo>
                <a:lnTo>
                  <a:pt x="5012" y="330"/>
                </a:lnTo>
                <a:lnTo>
                  <a:pt x="5011" y="330"/>
                </a:lnTo>
                <a:lnTo>
                  <a:pt x="5011" y="329"/>
                </a:lnTo>
                <a:lnTo>
                  <a:pt x="5010" y="329"/>
                </a:lnTo>
                <a:lnTo>
                  <a:pt x="5009" y="328"/>
                </a:lnTo>
                <a:lnTo>
                  <a:pt x="5008" y="328"/>
                </a:lnTo>
                <a:lnTo>
                  <a:pt x="5007" y="327"/>
                </a:lnTo>
                <a:lnTo>
                  <a:pt x="5006" y="327"/>
                </a:lnTo>
                <a:lnTo>
                  <a:pt x="5005" y="326"/>
                </a:lnTo>
                <a:lnTo>
                  <a:pt x="5004" y="326"/>
                </a:lnTo>
                <a:lnTo>
                  <a:pt x="5003" y="325"/>
                </a:lnTo>
                <a:lnTo>
                  <a:pt x="5002" y="325"/>
                </a:lnTo>
                <a:lnTo>
                  <a:pt x="5001" y="324"/>
                </a:lnTo>
                <a:lnTo>
                  <a:pt x="5000" y="324"/>
                </a:lnTo>
                <a:lnTo>
                  <a:pt x="5000" y="323"/>
                </a:lnTo>
                <a:lnTo>
                  <a:pt x="4999" y="323"/>
                </a:lnTo>
                <a:lnTo>
                  <a:pt x="4998" y="323"/>
                </a:lnTo>
                <a:lnTo>
                  <a:pt x="4998" y="322"/>
                </a:lnTo>
                <a:lnTo>
                  <a:pt x="4997" y="322"/>
                </a:lnTo>
                <a:lnTo>
                  <a:pt x="4996" y="322"/>
                </a:lnTo>
                <a:lnTo>
                  <a:pt x="4995" y="321"/>
                </a:lnTo>
                <a:lnTo>
                  <a:pt x="4994" y="321"/>
                </a:lnTo>
                <a:lnTo>
                  <a:pt x="4994" y="320"/>
                </a:lnTo>
                <a:lnTo>
                  <a:pt x="4993" y="320"/>
                </a:lnTo>
                <a:lnTo>
                  <a:pt x="4992" y="320"/>
                </a:lnTo>
                <a:lnTo>
                  <a:pt x="4992" y="319"/>
                </a:lnTo>
                <a:lnTo>
                  <a:pt x="4991" y="319"/>
                </a:lnTo>
                <a:lnTo>
                  <a:pt x="4990" y="318"/>
                </a:lnTo>
                <a:lnTo>
                  <a:pt x="4989" y="318"/>
                </a:lnTo>
                <a:lnTo>
                  <a:pt x="4988" y="318"/>
                </a:lnTo>
                <a:lnTo>
                  <a:pt x="4988" y="317"/>
                </a:lnTo>
                <a:lnTo>
                  <a:pt x="4987" y="317"/>
                </a:lnTo>
                <a:lnTo>
                  <a:pt x="4986" y="316"/>
                </a:lnTo>
                <a:lnTo>
                  <a:pt x="4985" y="316"/>
                </a:lnTo>
                <a:lnTo>
                  <a:pt x="4984" y="315"/>
                </a:lnTo>
                <a:lnTo>
                  <a:pt x="4983" y="315"/>
                </a:lnTo>
                <a:lnTo>
                  <a:pt x="4982" y="314"/>
                </a:lnTo>
                <a:lnTo>
                  <a:pt x="4981" y="314"/>
                </a:lnTo>
                <a:lnTo>
                  <a:pt x="4980" y="313"/>
                </a:lnTo>
                <a:lnTo>
                  <a:pt x="4979" y="313"/>
                </a:lnTo>
                <a:lnTo>
                  <a:pt x="4978" y="312"/>
                </a:lnTo>
                <a:lnTo>
                  <a:pt x="4977" y="312"/>
                </a:lnTo>
                <a:lnTo>
                  <a:pt x="4977" y="311"/>
                </a:lnTo>
                <a:lnTo>
                  <a:pt x="4976" y="311"/>
                </a:lnTo>
                <a:lnTo>
                  <a:pt x="4975" y="311"/>
                </a:lnTo>
                <a:lnTo>
                  <a:pt x="4975" y="310"/>
                </a:lnTo>
                <a:lnTo>
                  <a:pt x="4974" y="310"/>
                </a:lnTo>
                <a:lnTo>
                  <a:pt x="4973" y="310"/>
                </a:lnTo>
                <a:lnTo>
                  <a:pt x="4972" y="309"/>
                </a:lnTo>
                <a:lnTo>
                  <a:pt x="4971" y="309"/>
                </a:lnTo>
                <a:lnTo>
                  <a:pt x="4971" y="308"/>
                </a:lnTo>
                <a:lnTo>
                  <a:pt x="4970" y="308"/>
                </a:lnTo>
                <a:lnTo>
                  <a:pt x="4970" y="320"/>
                </a:lnTo>
                <a:lnTo>
                  <a:pt x="4969" y="320"/>
                </a:lnTo>
                <a:lnTo>
                  <a:pt x="4968" y="320"/>
                </a:lnTo>
                <a:lnTo>
                  <a:pt x="4968" y="319"/>
                </a:lnTo>
                <a:lnTo>
                  <a:pt x="4967" y="319"/>
                </a:lnTo>
                <a:lnTo>
                  <a:pt x="4966" y="318"/>
                </a:lnTo>
                <a:lnTo>
                  <a:pt x="4965" y="318"/>
                </a:lnTo>
                <a:lnTo>
                  <a:pt x="4964" y="317"/>
                </a:lnTo>
                <a:lnTo>
                  <a:pt x="4963" y="317"/>
                </a:lnTo>
                <a:lnTo>
                  <a:pt x="4962" y="316"/>
                </a:lnTo>
                <a:lnTo>
                  <a:pt x="4961" y="316"/>
                </a:lnTo>
                <a:lnTo>
                  <a:pt x="4960" y="315"/>
                </a:lnTo>
                <a:lnTo>
                  <a:pt x="4959" y="315"/>
                </a:lnTo>
                <a:lnTo>
                  <a:pt x="4958" y="314"/>
                </a:lnTo>
                <a:lnTo>
                  <a:pt x="4957" y="314"/>
                </a:lnTo>
                <a:lnTo>
                  <a:pt x="4957" y="313"/>
                </a:lnTo>
                <a:lnTo>
                  <a:pt x="4956" y="313"/>
                </a:lnTo>
                <a:lnTo>
                  <a:pt x="4955" y="313"/>
                </a:lnTo>
                <a:lnTo>
                  <a:pt x="4955" y="312"/>
                </a:lnTo>
                <a:lnTo>
                  <a:pt x="4954" y="312"/>
                </a:lnTo>
                <a:lnTo>
                  <a:pt x="4953" y="311"/>
                </a:lnTo>
                <a:lnTo>
                  <a:pt x="4952" y="311"/>
                </a:lnTo>
                <a:lnTo>
                  <a:pt x="4951" y="311"/>
                </a:lnTo>
                <a:lnTo>
                  <a:pt x="4951" y="310"/>
                </a:lnTo>
                <a:lnTo>
                  <a:pt x="4950" y="310"/>
                </a:lnTo>
                <a:lnTo>
                  <a:pt x="4949" y="309"/>
                </a:lnTo>
                <a:lnTo>
                  <a:pt x="4948" y="309"/>
                </a:lnTo>
                <a:lnTo>
                  <a:pt x="4947" y="308"/>
                </a:lnTo>
                <a:lnTo>
                  <a:pt x="4946" y="308"/>
                </a:lnTo>
                <a:lnTo>
                  <a:pt x="4945" y="307"/>
                </a:lnTo>
                <a:lnTo>
                  <a:pt x="4944" y="307"/>
                </a:lnTo>
                <a:lnTo>
                  <a:pt x="4943" y="306"/>
                </a:lnTo>
                <a:lnTo>
                  <a:pt x="4942" y="306"/>
                </a:lnTo>
                <a:lnTo>
                  <a:pt x="4941" y="305"/>
                </a:lnTo>
                <a:lnTo>
                  <a:pt x="4940" y="305"/>
                </a:lnTo>
                <a:lnTo>
                  <a:pt x="4940" y="304"/>
                </a:lnTo>
                <a:lnTo>
                  <a:pt x="4939" y="304"/>
                </a:lnTo>
                <a:lnTo>
                  <a:pt x="4938" y="304"/>
                </a:lnTo>
                <a:lnTo>
                  <a:pt x="4938" y="303"/>
                </a:lnTo>
                <a:lnTo>
                  <a:pt x="4937" y="303"/>
                </a:lnTo>
                <a:lnTo>
                  <a:pt x="4936" y="303"/>
                </a:lnTo>
                <a:lnTo>
                  <a:pt x="4935" y="302"/>
                </a:lnTo>
                <a:lnTo>
                  <a:pt x="4934" y="302"/>
                </a:lnTo>
                <a:lnTo>
                  <a:pt x="4934" y="314"/>
                </a:lnTo>
                <a:lnTo>
                  <a:pt x="4933" y="314"/>
                </a:lnTo>
                <a:lnTo>
                  <a:pt x="4933" y="313"/>
                </a:lnTo>
                <a:lnTo>
                  <a:pt x="4932" y="313"/>
                </a:lnTo>
                <a:lnTo>
                  <a:pt x="4931" y="313"/>
                </a:lnTo>
                <a:lnTo>
                  <a:pt x="4930" y="312"/>
                </a:lnTo>
                <a:lnTo>
                  <a:pt x="4929" y="312"/>
                </a:lnTo>
                <a:lnTo>
                  <a:pt x="4928" y="311"/>
                </a:lnTo>
                <a:lnTo>
                  <a:pt x="4927" y="311"/>
                </a:lnTo>
                <a:lnTo>
                  <a:pt x="4927" y="310"/>
                </a:lnTo>
                <a:lnTo>
                  <a:pt x="4926" y="310"/>
                </a:lnTo>
                <a:lnTo>
                  <a:pt x="4925" y="310"/>
                </a:lnTo>
                <a:lnTo>
                  <a:pt x="4925" y="309"/>
                </a:lnTo>
                <a:lnTo>
                  <a:pt x="4924" y="309"/>
                </a:lnTo>
                <a:lnTo>
                  <a:pt x="4923" y="309"/>
                </a:lnTo>
                <a:lnTo>
                  <a:pt x="4923" y="308"/>
                </a:lnTo>
                <a:lnTo>
                  <a:pt x="4922" y="308"/>
                </a:lnTo>
                <a:lnTo>
                  <a:pt x="4921" y="308"/>
                </a:lnTo>
                <a:lnTo>
                  <a:pt x="4921" y="307"/>
                </a:lnTo>
                <a:lnTo>
                  <a:pt x="4920" y="307"/>
                </a:lnTo>
                <a:lnTo>
                  <a:pt x="4919" y="306"/>
                </a:lnTo>
                <a:lnTo>
                  <a:pt x="4918" y="306"/>
                </a:lnTo>
                <a:lnTo>
                  <a:pt x="4917" y="305"/>
                </a:lnTo>
                <a:lnTo>
                  <a:pt x="4916" y="305"/>
                </a:lnTo>
                <a:lnTo>
                  <a:pt x="4915" y="305"/>
                </a:lnTo>
                <a:lnTo>
                  <a:pt x="4915" y="304"/>
                </a:lnTo>
                <a:lnTo>
                  <a:pt x="4914" y="304"/>
                </a:lnTo>
                <a:lnTo>
                  <a:pt x="4913" y="303"/>
                </a:lnTo>
                <a:lnTo>
                  <a:pt x="4912" y="303"/>
                </a:lnTo>
                <a:lnTo>
                  <a:pt x="4911" y="302"/>
                </a:lnTo>
                <a:lnTo>
                  <a:pt x="4910" y="302"/>
                </a:lnTo>
                <a:lnTo>
                  <a:pt x="4910" y="301"/>
                </a:lnTo>
                <a:lnTo>
                  <a:pt x="4909" y="301"/>
                </a:lnTo>
                <a:lnTo>
                  <a:pt x="4908" y="301"/>
                </a:lnTo>
                <a:lnTo>
                  <a:pt x="4907" y="300"/>
                </a:lnTo>
                <a:lnTo>
                  <a:pt x="4906" y="300"/>
                </a:lnTo>
                <a:lnTo>
                  <a:pt x="4905" y="299"/>
                </a:lnTo>
                <a:lnTo>
                  <a:pt x="4904" y="299"/>
                </a:lnTo>
                <a:lnTo>
                  <a:pt x="4904" y="298"/>
                </a:lnTo>
                <a:lnTo>
                  <a:pt x="4903" y="298"/>
                </a:lnTo>
                <a:lnTo>
                  <a:pt x="4902" y="297"/>
                </a:lnTo>
                <a:lnTo>
                  <a:pt x="4901" y="297"/>
                </a:lnTo>
                <a:lnTo>
                  <a:pt x="4900" y="297"/>
                </a:lnTo>
                <a:lnTo>
                  <a:pt x="4900" y="296"/>
                </a:lnTo>
                <a:lnTo>
                  <a:pt x="4899" y="296"/>
                </a:lnTo>
                <a:lnTo>
                  <a:pt x="4898" y="296"/>
                </a:lnTo>
                <a:lnTo>
                  <a:pt x="4898" y="295"/>
                </a:lnTo>
                <a:lnTo>
                  <a:pt x="4897" y="295"/>
                </a:lnTo>
                <a:lnTo>
                  <a:pt x="4896" y="294"/>
                </a:lnTo>
                <a:lnTo>
                  <a:pt x="4895" y="294"/>
                </a:lnTo>
                <a:lnTo>
                  <a:pt x="4895" y="307"/>
                </a:lnTo>
                <a:lnTo>
                  <a:pt x="4894" y="307"/>
                </a:lnTo>
                <a:lnTo>
                  <a:pt x="4894" y="306"/>
                </a:lnTo>
                <a:lnTo>
                  <a:pt x="4893" y="306"/>
                </a:lnTo>
                <a:lnTo>
                  <a:pt x="4892" y="305"/>
                </a:lnTo>
                <a:lnTo>
                  <a:pt x="4891" y="305"/>
                </a:lnTo>
                <a:lnTo>
                  <a:pt x="4890" y="304"/>
                </a:lnTo>
                <a:lnTo>
                  <a:pt x="4889" y="304"/>
                </a:lnTo>
                <a:lnTo>
                  <a:pt x="4888" y="317"/>
                </a:lnTo>
                <a:lnTo>
                  <a:pt x="4888" y="316"/>
                </a:lnTo>
                <a:lnTo>
                  <a:pt x="4887" y="316"/>
                </a:lnTo>
                <a:lnTo>
                  <a:pt x="4886" y="315"/>
                </a:lnTo>
                <a:lnTo>
                  <a:pt x="4885" y="315"/>
                </a:lnTo>
                <a:lnTo>
                  <a:pt x="4884" y="314"/>
                </a:lnTo>
                <a:lnTo>
                  <a:pt x="4883" y="314"/>
                </a:lnTo>
                <a:lnTo>
                  <a:pt x="4883" y="313"/>
                </a:lnTo>
                <a:lnTo>
                  <a:pt x="4882" y="313"/>
                </a:lnTo>
                <a:lnTo>
                  <a:pt x="4881" y="313"/>
                </a:lnTo>
                <a:lnTo>
                  <a:pt x="4880" y="312"/>
                </a:lnTo>
                <a:lnTo>
                  <a:pt x="4879" y="312"/>
                </a:lnTo>
                <a:lnTo>
                  <a:pt x="4878" y="311"/>
                </a:lnTo>
                <a:lnTo>
                  <a:pt x="4877" y="311"/>
                </a:lnTo>
                <a:lnTo>
                  <a:pt x="4877" y="310"/>
                </a:lnTo>
                <a:lnTo>
                  <a:pt x="4876" y="310"/>
                </a:lnTo>
                <a:lnTo>
                  <a:pt x="4875" y="309"/>
                </a:lnTo>
                <a:lnTo>
                  <a:pt x="4874" y="309"/>
                </a:lnTo>
                <a:lnTo>
                  <a:pt x="4873" y="309"/>
                </a:lnTo>
                <a:lnTo>
                  <a:pt x="4873" y="308"/>
                </a:lnTo>
                <a:lnTo>
                  <a:pt x="4872" y="308"/>
                </a:lnTo>
                <a:lnTo>
                  <a:pt x="4871" y="308"/>
                </a:lnTo>
                <a:lnTo>
                  <a:pt x="4871" y="307"/>
                </a:lnTo>
                <a:lnTo>
                  <a:pt x="4870" y="307"/>
                </a:lnTo>
                <a:lnTo>
                  <a:pt x="4869" y="306"/>
                </a:lnTo>
                <a:lnTo>
                  <a:pt x="4868" y="306"/>
                </a:lnTo>
                <a:lnTo>
                  <a:pt x="4867" y="305"/>
                </a:lnTo>
                <a:lnTo>
                  <a:pt x="4866" y="305"/>
                </a:lnTo>
                <a:lnTo>
                  <a:pt x="4865" y="304"/>
                </a:lnTo>
                <a:lnTo>
                  <a:pt x="4864" y="304"/>
                </a:lnTo>
                <a:lnTo>
                  <a:pt x="4863" y="303"/>
                </a:lnTo>
                <a:lnTo>
                  <a:pt x="4862" y="316"/>
                </a:lnTo>
                <a:lnTo>
                  <a:pt x="4861" y="316"/>
                </a:lnTo>
                <a:lnTo>
                  <a:pt x="4861" y="315"/>
                </a:lnTo>
                <a:lnTo>
                  <a:pt x="4860" y="315"/>
                </a:lnTo>
                <a:lnTo>
                  <a:pt x="4859" y="315"/>
                </a:lnTo>
                <a:lnTo>
                  <a:pt x="4858" y="314"/>
                </a:lnTo>
                <a:lnTo>
                  <a:pt x="4857" y="327"/>
                </a:lnTo>
                <a:lnTo>
                  <a:pt x="4856" y="326"/>
                </a:lnTo>
                <a:lnTo>
                  <a:pt x="4855" y="326"/>
                </a:lnTo>
                <a:lnTo>
                  <a:pt x="4854" y="325"/>
                </a:lnTo>
                <a:lnTo>
                  <a:pt x="4853" y="325"/>
                </a:lnTo>
                <a:lnTo>
                  <a:pt x="4852" y="324"/>
                </a:lnTo>
                <a:lnTo>
                  <a:pt x="4851" y="324"/>
                </a:lnTo>
                <a:lnTo>
                  <a:pt x="4850" y="323"/>
                </a:lnTo>
                <a:lnTo>
                  <a:pt x="4849" y="323"/>
                </a:lnTo>
                <a:lnTo>
                  <a:pt x="4848" y="322"/>
                </a:lnTo>
                <a:lnTo>
                  <a:pt x="4847" y="322"/>
                </a:lnTo>
                <a:lnTo>
                  <a:pt x="4847" y="321"/>
                </a:lnTo>
                <a:lnTo>
                  <a:pt x="4846" y="321"/>
                </a:lnTo>
                <a:lnTo>
                  <a:pt x="4845" y="321"/>
                </a:lnTo>
                <a:lnTo>
                  <a:pt x="4844" y="320"/>
                </a:lnTo>
                <a:lnTo>
                  <a:pt x="4843" y="320"/>
                </a:lnTo>
                <a:lnTo>
                  <a:pt x="4843" y="319"/>
                </a:lnTo>
                <a:lnTo>
                  <a:pt x="4842" y="319"/>
                </a:lnTo>
                <a:lnTo>
                  <a:pt x="4841" y="319"/>
                </a:lnTo>
                <a:lnTo>
                  <a:pt x="4841" y="318"/>
                </a:lnTo>
                <a:lnTo>
                  <a:pt x="4840" y="318"/>
                </a:lnTo>
                <a:lnTo>
                  <a:pt x="4839" y="331"/>
                </a:lnTo>
                <a:lnTo>
                  <a:pt x="4838" y="331"/>
                </a:lnTo>
                <a:lnTo>
                  <a:pt x="4838" y="330"/>
                </a:lnTo>
                <a:lnTo>
                  <a:pt x="4837" y="330"/>
                </a:lnTo>
                <a:lnTo>
                  <a:pt x="4836" y="329"/>
                </a:lnTo>
                <a:lnTo>
                  <a:pt x="4835" y="329"/>
                </a:lnTo>
                <a:lnTo>
                  <a:pt x="4834" y="329"/>
                </a:lnTo>
                <a:lnTo>
                  <a:pt x="4834" y="328"/>
                </a:lnTo>
                <a:lnTo>
                  <a:pt x="4833" y="328"/>
                </a:lnTo>
                <a:lnTo>
                  <a:pt x="4832" y="327"/>
                </a:lnTo>
                <a:lnTo>
                  <a:pt x="4831" y="327"/>
                </a:lnTo>
                <a:lnTo>
                  <a:pt x="4830" y="326"/>
                </a:lnTo>
                <a:lnTo>
                  <a:pt x="4829" y="326"/>
                </a:lnTo>
                <a:lnTo>
                  <a:pt x="4829" y="325"/>
                </a:lnTo>
                <a:lnTo>
                  <a:pt x="4828" y="325"/>
                </a:lnTo>
                <a:lnTo>
                  <a:pt x="4827" y="325"/>
                </a:lnTo>
                <a:lnTo>
                  <a:pt x="4826" y="324"/>
                </a:lnTo>
                <a:lnTo>
                  <a:pt x="4825" y="324"/>
                </a:lnTo>
                <a:lnTo>
                  <a:pt x="4824" y="323"/>
                </a:lnTo>
                <a:lnTo>
                  <a:pt x="4823" y="323"/>
                </a:lnTo>
                <a:lnTo>
                  <a:pt x="4823" y="322"/>
                </a:lnTo>
                <a:lnTo>
                  <a:pt x="4822" y="322"/>
                </a:lnTo>
                <a:lnTo>
                  <a:pt x="4821" y="322"/>
                </a:lnTo>
                <a:lnTo>
                  <a:pt x="4821" y="321"/>
                </a:lnTo>
                <a:lnTo>
                  <a:pt x="4820" y="321"/>
                </a:lnTo>
                <a:lnTo>
                  <a:pt x="4819" y="321"/>
                </a:lnTo>
                <a:lnTo>
                  <a:pt x="4819" y="320"/>
                </a:lnTo>
                <a:lnTo>
                  <a:pt x="4818" y="320"/>
                </a:lnTo>
                <a:lnTo>
                  <a:pt x="4817" y="320"/>
                </a:lnTo>
                <a:lnTo>
                  <a:pt x="4817" y="319"/>
                </a:lnTo>
                <a:lnTo>
                  <a:pt x="4816" y="319"/>
                </a:lnTo>
                <a:lnTo>
                  <a:pt x="4815" y="318"/>
                </a:lnTo>
                <a:lnTo>
                  <a:pt x="4814" y="318"/>
                </a:lnTo>
                <a:lnTo>
                  <a:pt x="4813" y="317"/>
                </a:lnTo>
                <a:lnTo>
                  <a:pt x="4812" y="317"/>
                </a:lnTo>
                <a:lnTo>
                  <a:pt x="4811" y="317"/>
                </a:lnTo>
                <a:lnTo>
                  <a:pt x="4811" y="316"/>
                </a:lnTo>
                <a:lnTo>
                  <a:pt x="4810" y="316"/>
                </a:lnTo>
                <a:lnTo>
                  <a:pt x="4809" y="315"/>
                </a:lnTo>
                <a:lnTo>
                  <a:pt x="4808" y="315"/>
                </a:lnTo>
                <a:lnTo>
                  <a:pt x="4807" y="314"/>
                </a:lnTo>
                <a:lnTo>
                  <a:pt x="4806" y="314"/>
                </a:lnTo>
                <a:lnTo>
                  <a:pt x="4806" y="313"/>
                </a:lnTo>
                <a:lnTo>
                  <a:pt x="4805" y="313"/>
                </a:lnTo>
                <a:lnTo>
                  <a:pt x="4804" y="313"/>
                </a:lnTo>
                <a:lnTo>
                  <a:pt x="4803" y="312"/>
                </a:lnTo>
                <a:lnTo>
                  <a:pt x="4802" y="312"/>
                </a:lnTo>
                <a:lnTo>
                  <a:pt x="4801" y="311"/>
                </a:lnTo>
                <a:lnTo>
                  <a:pt x="4800" y="311"/>
                </a:lnTo>
                <a:lnTo>
                  <a:pt x="4800" y="310"/>
                </a:lnTo>
                <a:lnTo>
                  <a:pt x="4799" y="310"/>
                </a:lnTo>
                <a:lnTo>
                  <a:pt x="4798" y="309"/>
                </a:lnTo>
                <a:lnTo>
                  <a:pt x="4797" y="309"/>
                </a:lnTo>
                <a:lnTo>
                  <a:pt x="4796" y="309"/>
                </a:lnTo>
                <a:lnTo>
                  <a:pt x="4796" y="308"/>
                </a:lnTo>
                <a:lnTo>
                  <a:pt x="4795" y="308"/>
                </a:lnTo>
                <a:lnTo>
                  <a:pt x="4794" y="308"/>
                </a:lnTo>
                <a:lnTo>
                  <a:pt x="4794" y="307"/>
                </a:lnTo>
                <a:lnTo>
                  <a:pt x="4793" y="307"/>
                </a:lnTo>
                <a:lnTo>
                  <a:pt x="4792" y="306"/>
                </a:lnTo>
                <a:lnTo>
                  <a:pt x="4791" y="306"/>
                </a:lnTo>
                <a:lnTo>
                  <a:pt x="4790" y="305"/>
                </a:lnTo>
                <a:lnTo>
                  <a:pt x="4789" y="305"/>
                </a:lnTo>
                <a:lnTo>
                  <a:pt x="4788" y="304"/>
                </a:lnTo>
                <a:lnTo>
                  <a:pt x="4787" y="304"/>
                </a:lnTo>
                <a:lnTo>
                  <a:pt x="4786" y="303"/>
                </a:lnTo>
                <a:lnTo>
                  <a:pt x="4785" y="303"/>
                </a:lnTo>
                <a:lnTo>
                  <a:pt x="4784" y="302"/>
                </a:lnTo>
                <a:lnTo>
                  <a:pt x="4783" y="302"/>
                </a:lnTo>
                <a:lnTo>
                  <a:pt x="4783" y="301"/>
                </a:lnTo>
                <a:lnTo>
                  <a:pt x="4782" y="301"/>
                </a:lnTo>
                <a:lnTo>
                  <a:pt x="4781" y="301"/>
                </a:lnTo>
                <a:lnTo>
                  <a:pt x="4780" y="300"/>
                </a:lnTo>
                <a:lnTo>
                  <a:pt x="4779" y="300"/>
                </a:lnTo>
                <a:lnTo>
                  <a:pt x="4779" y="299"/>
                </a:lnTo>
                <a:lnTo>
                  <a:pt x="4778" y="299"/>
                </a:lnTo>
                <a:lnTo>
                  <a:pt x="4777" y="299"/>
                </a:lnTo>
                <a:lnTo>
                  <a:pt x="4777" y="298"/>
                </a:lnTo>
                <a:lnTo>
                  <a:pt x="4776" y="298"/>
                </a:lnTo>
                <a:lnTo>
                  <a:pt x="4775" y="297"/>
                </a:lnTo>
                <a:lnTo>
                  <a:pt x="4774" y="297"/>
                </a:lnTo>
                <a:lnTo>
                  <a:pt x="4773" y="297"/>
                </a:lnTo>
                <a:lnTo>
                  <a:pt x="4773" y="296"/>
                </a:lnTo>
                <a:lnTo>
                  <a:pt x="4772" y="296"/>
                </a:lnTo>
                <a:lnTo>
                  <a:pt x="4771" y="296"/>
                </a:lnTo>
                <a:lnTo>
                  <a:pt x="4771" y="295"/>
                </a:lnTo>
                <a:lnTo>
                  <a:pt x="4770" y="295"/>
                </a:lnTo>
                <a:lnTo>
                  <a:pt x="4769" y="294"/>
                </a:lnTo>
                <a:lnTo>
                  <a:pt x="4768" y="294"/>
                </a:lnTo>
                <a:lnTo>
                  <a:pt x="4767" y="293"/>
                </a:lnTo>
                <a:lnTo>
                  <a:pt x="4766" y="293"/>
                </a:lnTo>
                <a:lnTo>
                  <a:pt x="4765" y="292"/>
                </a:lnTo>
                <a:lnTo>
                  <a:pt x="4764" y="292"/>
                </a:lnTo>
                <a:lnTo>
                  <a:pt x="4763" y="291"/>
                </a:lnTo>
                <a:lnTo>
                  <a:pt x="4762" y="291"/>
                </a:lnTo>
                <a:lnTo>
                  <a:pt x="4762" y="290"/>
                </a:lnTo>
                <a:lnTo>
                  <a:pt x="4761" y="304"/>
                </a:lnTo>
                <a:lnTo>
                  <a:pt x="4760" y="304"/>
                </a:lnTo>
                <a:lnTo>
                  <a:pt x="4759" y="304"/>
                </a:lnTo>
                <a:lnTo>
                  <a:pt x="4759" y="303"/>
                </a:lnTo>
                <a:lnTo>
                  <a:pt x="4758" y="303"/>
                </a:lnTo>
                <a:lnTo>
                  <a:pt x="4757" y="303"/>
                </a:lnTo>
                <a:lnTo>
                  <a:pt x="4757" y="302"/>
                </a:lnTo>
                <a:lnTo>
                  <a:pt x="4756" y="302"/>
                </a:lnTo>
                <a:lnTo>
                  <a:pt x="4755" y="301"/>
                </a:lnTo>
                <a:lnTo>
                  <a:pt x="4754" y="315"/>
                </a:lnTo>
                <a:lnTo>
                  <a:pt x="4753" y="315"/>
                </a:lnTo>
                <a:lnTo>
                  <a:pt x="4752" y="314"/>
                </a:lnTo>
                <a:lnTo>
                  <a:pt x="4751" y="314"/>
                </a:lnTo>
                <a:lnTo>
                  <a:pt x="4750" y="313"/>
                </a:lnTo>
                <a:lnTo>
                  <a:pt x="4749" y="313"/>
                </a:lnTo>
                <a:lnTo>
                  <a:pt x="4749" y="312"/>
                </a:lnTo>
                <a:lnTo>
                  <a:pt x="4748" y="312"/>
                </a:lnTo>
                <a:lnTo>
                  <a:pt x="4747" y="312"/>
                </a:lnTo>
                <a:lnTo>
                  <a:pt x="4747" y="311"/>
                </a:lnTo>
                <a:lnTo>
                  <a:pt x="4746" y="311"/>
                </a:lnTo>
                <a:lnTo>
                  <a:pt x="4745" y="311"/>
                </a:lnTo>
                <a:lnTo>
                  <a:pt x="4744" y="310"/>
                </a:lnTo>
                <a:lnTo>
                  <a:pt x="4743" y="310"/>
                </a:lnTo>
                <a:lnTo>
                  <a:pt x="4743" y="309"/>
                </a:lnTo>
                <a:lnTo>
                  <a:pt x="4742" y="309"/>
                </a:lnTo>
                <a:lnTo>
                  <a:pt x="4741" y="308"/>
                </a:lnTo>
                <a:lnTo>
                  <a:pt x="4740" y="308"/>
                </a:lnTo>
                <a:lnTo>
                  <a:pt x="4739" y="307"/>
                </a:lnTo>
                <a:lnTo>
                  <a:pt x="4738" y="307"/>
                </a:lnTo>
                <a:lnTo>
                  <a:pt x="4737" y="307"/>
                </a:lnTo>
                <a:lnTo>
                  <a:pt x="4737" y="306"/>
                </a:lnTo>
                <a:lnTo>
                  <a:pt x="4736" y="306"/>
                </a:lnTo>
                <a:lnTo>
                  <a:pt x="4735" y="305"/>
                </a:lnTo>
                <a:lnTo>
                  <a:pt x="4734" y="305"/>
                </a:lnTo>
                <a:lnTo>
                  <a:pt x="4733" y="304"/>
                </a:lnTo>
                <a:lnTo>
                  <a:pt x="4732" y="304"/>
                </a:lnTo>
                <a:lnTo>
                  <a:pt x="4732" y="318"/>
                </a:lnTo>
                <a:lnTo>
                  <a:pt x="4731" y="318"/>
                </a:lnTo>
                <a:lnTo>
                  <a:pt x="4730" y="317"/>
                </a:lnTo>
                <a:lnTo>
                  <a:pt x="4729" y="317"/>
                </a:lnTo>
                <a:lnTo>
                  <a:pt x="4728" y="316"/>
                </a:lnTo>
                <a:lnTo>
                  <a:pt x="4727" y="316"/>
                </a:lnTo>
                <a:lnTo>
                  <a:pt x="4726" y="315"/>
                </a:lnTo>
                <a:lnTo>
                  <a:pt x="4725" y="315"/>
                </a:lnTo>
                <a:lnTo>
                  <a:pt x="4724" y="314"/>
                </a:lnTo>
                <a:lnTo>
                  <a:pt x="4723" y="314"/>
                </a:lnTo>
                <a:lnTo>
                  <a:pt x="4723" y="313"/>
                </a:lnTo>
                <a:lnTo>
                  <a:pt x="4722" y="313"/>
                </a:lnTo>
                <a:lnTo>
                  <a:pt x="4721" y="313"/>
                </a:lnTo>
                <a:lnTo>
                  <a:pt x="4720" y="312"/>
                </a:lnTo>
                <a:lnTo>
                  <a:pt x="4719" y="312"/>
                </a:lnTo>
                <a:lnTo>
                  <a:pt x="4719" y="311"/>
                </a:lnTo>
                <a:lnTo>
                  <a:pt x="4718" y="311"/>
                </a:lnTo>
                <a:lnTo>
                  <a:pt x="4717" y="311"/>
                </a:lnTo>
                <a:lnTo>
                  <a:pt x="4717" y="310"/>
                </a:lnTo>
                <a:lnTo>
                  <a:pt x="4716" y="310"/>
                </a:lnTo>
                <a:lnTo>
                  <a:pt x="4715" y="309"/>
                </a:lnTo>
                <a:lnTo>
                  <a:pt x="4714" y="309"/>
                </a:lnTo>
                <a:lnTo>
                  <a:pt x="4713" y="309"/>
                </a:lnTo>
                <a:lnTo>
                  <a:pt x="4713" y="308"/>
                </a:lnTo>
                <a:lnTo>
                  <a:pt x="4712" y="308"/>
                </a:lnTo>
                <a:lnTo>
                  <a:pt x="4711" y="307"/>
                </a:lnTo>
                <a:lnTo>
                  <a:pt x="4710" y="307"/>
                </a:lnTo>
                <a:lnTo>
                  <a:pt x="4709" y="306"/>
                </a:lnTo>
                <a:lnTo>
                  <a:pt x="4708" y="306"/>
                </a:lnTo>
                <a:lnTo>
                  <a:pt x="4707" y="305"/>
                </a:lnTo>
                <a:lnTo>
                  <a:pt x="4706" y="305"/>
                </a:lnTo>
                <a:lnTo>
                  <a:pt x="4706" y="304"/>
                </a:lnTo>
                <a:lnTo>
                  <a:pt x="4705" y="304"/>
                </a:lnTo>
                <a:lnTo>
                  <a:pt x="4704" y="304"/>
                </a:lnTo>
                <a:lnTo>
                  <a:pt x="4703" y="303"/>
                </a:lnTo>
                <a:lnTo>
                  <a:pt x="4702" y="303"/>
                </a:lnTo>
                <a:lnTo>
                  <a:pt x="4702" y="302"/>
                </a:lnTo>
                <a:lnTo>
                  <a:pt x="4701" y="302"/>
                </a:lnTo>
                <a:lnTo>
                  <a:pt x="4700" y="302"/>
                </a:lnTo>
                <a:lnTo>
                  <a:pt x="4700" y="301"/>
                </a:lnTo>
                <a:lnTo>
                  <a:pt x="4699" y="301"/>
                </a:lnTo>
                <a:lnTo>
                  <a:pt x="4698" y="300"/>
                </a:lnTo>
                <a:lnTo>
                  <a:pt x="4697" y="300"/>
                </a:lnTo>
                <a:lnTo>
                  <a:pt x="4696" y="300"/>
                </a:lnTo>
                <a:lnTo>
                  <a:pt x="4696" y="299"/>
                </a:lnTo>
                <a:lnTo>
                  <a:pt x="4695" y="299"/>
                </a:lnTo>
                <a:lnTo>
                  <a:pt x="4694" y="298"/>
                </a:lnTo>
                <a:lnTo>
                  <a:pt x="4693" y="298"/>
                </a:lnTo>
                <a:lnTo>
                  <a:pt x="4692" y="297"/>
                </a:lnTo>
                <a:lnTo>
                  <a:pt x="4691" y="297"/>
                </a:lnTo>
                <a:lnTo>
                  <a:pt x="4690" y="296"/>
                </a:lnTo>
                <a:lnTo>
                  <a:pt x="4689" y="296"/>
                </a:lnTo>
                <a:lnTo>
                  <a:pt x="4688" y="295"/>
                </a:lnTo>
                <a:lnTo>
                  <a:pt x="4687" y="295"/>
                </a:lnTo>
                <a:lnTo>
                  <a:pt x="4686" y="294"/>
                </a:lnTo>
                <a:lnTo>
                  <a:pt x="4685" y="294"/>
                </a:lnTo>
                <a:lnTo>
                  <a:pt x="4685" y="293"/>
                </a:lnTo>
                <a:lnTo>
                  <a:pt x="4684" y="293"/>
                </a:lnTo>
                <a:lnTo>
                  <a:pt x="4683" y="293"/>
                </a:lnTo>
                <a:lnTo>
                  <a:pt x="4683" y="292"/>
                </a:lnTo>
                <a:lnTo>
                  <a:pt x="4682" y="292"/>
                </a:lnTo>
                <a:lnTo>
                  <a:pt x="4681" y="292"/>
                </a:lnTo>
                <a:lnTo>
                  <a:pt x="4680" y="291"/>
                </a:lnTo>
                <a:lnTo>
                  <a:pt x="4679" y="291"/>
                </a:lnTo>
                <a:lnTo>
                  <a:pt x="4679" y="290"/>
                </a:lnTo>
                <a:lnTo>
                  <a:pt x="4678" y="290"/>
                </a:lnTo>
                <a:lnTo>
                  <a:pt x="4677" y="290"/>
                </a:lnTo>
                <a:lnTo>
                  <a:pt x="4677" y="289"/>
                </a:lnTo>
                <a:lnTo>
                  <a:pt x="4676" y="289"/>
                </a:lnTo>
                <a:lnTo>
                  <a:pt x="4675" y="288"/>
                </a:lnTo>
                <a:lnTo>
                  <a:pt x="4674" y="288"/>
                </a:lnTo>
                <a:lnTo>
                  <a:pt x="4673" y="288"/>
                </a:lnTo>
                <a:lnTo>
                  <a:pt x="4673" y="287"/>
                </a:lnTo>
                <a:lnTo>
                  <a:pt x="4672" y="287"/>
                </a:lnTo>
                <a:lnTo>
                  <a:pt x="4671" y="286"/>
                </a:lnTo>
                <a:lnTo>
                  <a:pt x="4670" y="286"/>
                </a:lnTo>
                <a:lnTo>
                  <a:pt x="4669" y="285"/>
                </a:lnTo>
                <a:lnTo>
                  <a:pt x="4668" y="285"/>
                </a:lnTo>
                <a:lnTo>
                  <a:pt x="4667" y="284"/>
                </a:lnTo>
                <a:lnTo>
                  <a:pt x="4666" y="284"/>
                </a:lnTo>
                <a:lnTo>
                  <a:pt x="4665" y="283"/>
                </a:lnTo>
                <a:lnTo>
                  <a:pt x="4664" y="283"/>
                </a:lnTo>
                <a:lnTo>
                  <a:pt x="4663" y="282"/>
                </a:lnTo>
                <a:lnTo>
                  <a:pt x="4662" y="282"/>
                </a:lnTo>
                <a:lnTo>
                  <a:pt x="4662" y="281"/>
                </a:lnTo>
                <a:lnTo>
                  <a:pt x="4661" y="281"/>
                </a:lnTo>
                <a:lnTo>
                  <a:pt x="4660" y="281"/>
                </a:lnTo>
                <a:lnTo>
                  <a:pt x="4660" y="280"/>
                </a:lnTo>
                <a:lnTo>
                  <a:pt x="4659" y="280"/>
                </a:lnTo>
                <a:lnTo>
                  <a:pt x="4658" y="280"/>
                </a:lnTo>
                <a:lnTo>
                  <a:pt x="4657" y="279"/>
                </a:lnTo>
                <a:lnTo>
                  <a:pt x="4656" y="279"/>
                </a:lnTo>
                <a:lnTo>
                  <a:pt x="4656" y="278"/>
                </a:lnTo>
                <a:lnTo>
                  <a:pt x="4655" y="278"/>
                </a:lnTo>
                <a:lnTo>
                  <a:pt x="4654" y="277"/>
                </a:lnTo>
                <a:lnTo>
                  <a:pt x="4653" y="277"/>
                </a:lnTo>
                <a:lnTo>
                  <a:pt x="4652" y="276"/>
                </a:lnTo>
                <a:lnTo>
                  <a:pt x="4651" y="276"/>
                </a:lnTo>
                <a:lnTo>
                  <a:pt x="4650" y="276"/>
                </a:lnTo>
                <a:lnTo>
                  <a:pt x="4650" y="275"/>
                </a:lnTo>
                <a:lnTo>
                  <a:pt x="4649" y="275"/>
                </a:lnTo>
                <a:lnTo>
                  <a:pt x="4648" y="274"/>
                </a:lnTo>
                <a:lnTo>
                  <a:pt x="4647" y="274"/>
                </a:lnTo>
                <a:lnTo>
                  <a:pt x="4646" y="273"/>
                </a:lnTo>
                <a:lnTo>
                  <a:pt x="4645" y="273"/>
                </a:lnTo>
                <a:lnTo>
                  <a:pt x="4645" y="272"/>
                </a:lnTo>
                <a:lnTo>
                  <a:pt x="4644" y="272"/>
                </a:lnTo>
                <a:lnTo>
                  <a:pt x="4643" y="272"/>
                </a:lnTo>
                <a:lnTo>
                  <a:pt x="4642" y="271"/>
                </a:lnTo>
                <a:lnTo>
                  <a:pt x="4641" y="271"/>
                </a:lnTo>
                <a:lnTo>
                  <a:pt x="4640" y="270"/>
                </a:lnTo>
                <a:lnTo>
                  <a:pt x="4639" y="270"/>
                </a:lnTo>
                <a:lnTo>
                  <a:pt x="4639" y="269"/>
                </a:lnTo>
                <a:lnTo>
                  <a:pt x="4638" y="269"/>
                </a:lnTo>
                <a:lnTo>
                  <a:pt x="4637" y="268"/>
                </a:lnTo>
                <a:lnTo>
                  <a:pt x="4636" y="268"/>
                </a:lnTo>
                <a:lnTo>
                  <a:pt x="4635" y="268"/>
                </a:lnTo>
                <a:lnTo>
                  <a:pt x="4635" y="267"/>
                </a:lnTo>
                <a:lnTo>
                  <a:pt x="4634" y="267"/>
                </a:lnTo>
                <a:lnTo>
                  <a:pt x="4633" y="267"/>
                </a:lnTo>
                <a:lnTo>
                  <a:pt x="4633" y="266"/>
                </a:lnTo>
                <a:lnTo>
                  <a:pt x="4632" y="266"/>
                </a:lnTo>
                <a:lnTo>
                  <a:pt x="4631" y="265"/>
                </a:lnTo>
                <a:lnTo>
                  <a:pt x="4630" y="265"/>
                </a:lnTo>
                <a:lnTo>
                  <a:pt x="4629" y="264"/>
                </a:lnTo>
                <a:lnTo>
                  <a:pt x="4628" y="264"/>
                </a:lnTo>
                <a:lnTo>
                  <a:pt x="4627" y="263"/>
                </a:lnTo>
                <a:lnTo>
                  <a:pt x="4626" y="263"/>
                </a:lnTo>
                <a:lnTo>
                  <a:pt x="4625" y="262"/>
                </a:lnTo>
                <a:lnTo>
                  <a:pt x="4624" y="262"/>
                </a:lnTo>
                <a:lnTo>
                  <a:pt x="4623" y="261"/>
                </a:lnTo>
                <a:lnTo>
                  <a:pt x="4622" y="261"/>
                </a:lnTo>
                <a:lnTo>
                  <a:pt x="4622" y="260"/>
                </a:lnTo>
                <a:lnTo>
                  <a:pt x="4621" y="260"/>
                </a:lnTo>
                <a:lnTo>
                  <a:pt x="4620" y="260"/>
                </a:lnTo>
                <a:lnTo>
                  <a:pt x="4619" y="259"/>
                </a:lnTo>
                <a:lnTo>
                  <a:pt x="4618" y="259"/>
                </a:lnTo>
                <a:lnTo>
                  <a:pt x="4618" y="258"/>
                </a:lnTo>
                <a:lnTo>
                  <a:pt x="4617" y="258"/>
                </a:lnTo>
                <a:lnTo>
                  <a:pt x="4616" y="258"/>
                </a:lnTo>
                <a:lnTo>
                  <a:pt x="4616" y="257"/>
                </a:lnTo>
                <a:lnTo>
                  <a:pt x="4615" y="257"/>
                </a:lnTo>
                <a:lnTo>
                  <a:pt x="4614" y="256"/>
                </a:lnTo>
                <a:lnTo>
                  <a:pt x="4613" y="256"/>
                </a:lnTo>
                <a:lnTo>
                  <a:pt x="4612" y="256"/>
                </a:lnTo>
                <a:lnTo>
                  <a:pt x="4612" y="255"/>
                </a:lnTo>
                <a:lnTo>
                  <a:pt x="4611" y="255"/>
                </a:lnTo>
                <a:lnTo>
                  <a:pt x="4610" y="255"/>
                </a:lnTo>
                <a:lnTo>
                  <a:pt x="4610" y="254"/>
                </a:lnTo>
                <a:lnTo>
                  <a:pt x="4609" y="254"/>
                </a:lnTo>
                <a:lnTo>
                  <a:pt x="4608" y="253"/>
                </a:lnTo>
                <a:lnTo>
                  <a:pt x="4607" y="253"/>
                </a:lnTo>
                <a:lnTo>
                  <a:pt x="4606" y="252"/>
                </a:lnTo>
                <a:lnTo>
                  <a:pt x="4605" y="252"/>
                </a:lnTo>
                <a:lnTo>
                  <a:pt x="4604" y="251"/>
                </a:lnTo>
                <a:lnTo>
                  <a:pt x="4603" y="251"/>
                </a:lnTo>
                <a:lnTo>
                  <a:pt x="4602" y="250"/>
                </a:lnTo>
                <a:lnTo>
                  <a:pt x="4601" y="250"/>
                </a:lnTo>
                <a:lnTo>
                  <a:pt x="4600" y="249"/>
                </a:lnTo>
                <a:lnTo>
                  <a:pt x="4599" y="249"/>
                </a:lnTo>
                <a:lnTo>
                  <a:pt x="4599" y="248"/>
                </a:lnTo>
                <a:lnTo>
                  <a:pt x="4598" y="248"/>
                </a:lnTo>
                <a:lnTo>
                  <a:pt x="4597" y="248"/>
                </a:lnTo>
                <a:lnTo>
                  <a:pt x="4596" y="247"/>
                </a:lnTo>
                <a:lnTo>
                  <a:pt x="4595" y="247"/>
                </a:lnTo>
                <a:lnTo>
                  <a:pt x="4595" y="246"/>
                </a:lnTo>
                <a:lnTo>
                  <a:pt x="4594" y="246"/>
                </a:lnTo>
                <a:lnTo>
                  <a:pt x="4593" y="246"/>
                </a:lnTo>
                <a:lnTo>
                  <a:pt x="4593" y="245"/>
                </a:lnTo>
                <a:lnTo>
                  <a:pt x="4592" y="245"/>
                </a:lnTo>
                <a:lnTo>
                  <a:pt x="4591" y="244"/>
                </a:lnTo>
                <a:lnTo>
                  <a:pt x="4590" y="244"/>
                </a:lnTo>
                <a:lnTo>
                  <a:pt x="4589" y="244"/>
                </a:lnTo>
                <a:lnTo>
                  <a:pt x="4589" y="243"/>
                </a:lnTo>
                <a:lnTo>
                  <a:pt x="4588" y="243"/>
                </a:lnTo>
                <a:lnTo>
                  <a:pt x="4587" y="242"/>
                </a:lnTo>
                <a:lnTo>
                  <a:pt x="4586" y="258"/>
                </a:lnTo>
                <a:lnTo>
                  <a:pt x="4585" y="257"/>
                </a:lnTo>
                <a:lnTo>
                  <a:pt x="4584" y="257"/>
                </a:lnTo>
                <a:lnTo>
                  <a:pt x="4583" y="256"/>
                </a:lnTo>
                <a:lnTo>
                  <a:pt x="4582" y="256"/>
                </a:lnTo>
                <a:lnTo>
                  <a:pt x="4581" y="255"/>
                </a:lnTo>
                <a:lnTo>
                  <a:pt x="4580" y="255"/>
                </a:lnTo>
                <a:lnTo>
                  <a:pt x="4579" y="254"/>
                </a:lnTo>
                <a:lnTo>
                  <a:pt x="4578" y="254"/>
                </a:lnTo>
                <a:lnTo>
                  <a:pt x="4578" y="253"/>
                </a:lnTo>
                <a:lnTo>
                  <a:pt x="4577" y="253"/>
                </a:lnTo>
                <a:lnTo>
                  <a:pt x="4576" y="253"/>
                </a:lnTo>
                <a:lnTo>
                  <a:pt x="4576" y="252"/>
                </a:lnTo>
                <a:lnTo>
                  <a:pt x="4575" y="252"/>
                </a:lnTo>
                <a:lnTo>
                  <a:pt x="4574" y="252"/>
                </a:lnTo>
                <a:lnTo>
                  <a:pt x="4573" y="251"/>
                </a:lnTo>
                <a:lnTo>
                  <a:pt x="4572" y="251"/>
                </a:lnTo>
                <a:lnTo>
                  <a:pt x="4572" y="250"/>
                </a:lnTo>
                <a:lnTo>
                  <a:pt x="4571" y="250"/>
                </a:lnTo>
                <a:lnTo>
                  <a:pt x="4570" y="249"/>
                </a:lnTo>
                <a:lnTo>
                  <a:pt x="4569" y="249"/>
                </a:lnTo>
                <a:lnTo>
                  <a:pt x="4568" y="248"/>
                </a:lnTo>
                <a:lnTo>
                  <a:pt x="4567" y="248"/>
                </a:lnTo>
                <a:lnTo>
                  <a:pt x="4566" y="248"/>
                </a:lnTo>
                <a:lnTo>
                  <a:pt x="4566" y="247"/>
                </a:lnTo>
                <a:lnTo>
                  <a:pt x="4565" y="247"/>
                </a:lnTo>
                <a:lnTo>
                  <a:pt x="4564" y="246"/>
                </a:lnTo>
                <a:lnTo>
                  <a:pt x="4563" y="246"/>
                </a:lnTo>
                <a:lnTo>
                  <a:pt x="4562" y="245"/>
                </a:lnTo>
                <a:lnTo>
                  <a:pt x="4561" y="245"/>
                </a:lnTo>
                <a:lnTo>
                  <a:pt x="4561" y="244"/>
                </a:lnTo>
                <a:lnTo>
                  <a:pt x="4560" y="244"/>
                </a:lnTo>
                <a:lnTo>
                  <a:pt x="4559" y="244"/>
                </a:lnTo>
                <a:lnTo>
                  <a:pt x="4558" y="243"/>
                </a:lnTo>
                <a:lnTo>
                  <a:pt x="4557" y="243"/>
                </a:lnTo>
                <a:lnTo>
                  <a:pt x="4556" y="242"/>
                </a:lnTo>
                <a:lnTo>
                  <a:pt x="4555" y="242"/>
                </a:lnTo>
                <a:lnTo>
                  <a:pt x="4555" y="241"/>
                </a:lnTo>
                <a:lnTo>
                  <a:pt x="4554" y="241"/>
                </a:lnTo>
                <a:lnTo>
                  <a:pt x="4553" y="257"/>
                </a:lnTo>
                <a:lnTo>
                  <a:pt x="4552" y="256"/>
                </a:lnTo>
                <a:lnTo>
                  <a:pt x="4551" y="256"/>
                </a:lnTo>
                <a:lnTo>
                  <a:pt x="4550" y="255"/>
                </a:lnTo>
                <a:lnTo>
                  <a:pt x="4549" y="255"/>
                </a:lnTo>
                <a:lnTo>
                  <a:pt x="4548" y="254"/>
                </a:lnTo>
                <a:lnTo>
                  <a:pt x="4547" y="254"/>
                </a:lnTo>
                <a:lnTo>
                  <a:pt x="4546" y="253"/>
                </a:lnTo>
                <a:lnTo>
                  <a:pt x="4545" y="253"/>
                </a:lnTo>
                <a:lnTo>
                  <a:pt x="4545" y="252"/>
                </a:lnTo>
                <a:lnTo>
                  <a:pt x="4544" y="252"/>
                </a:lnTo>
                <a:lnTo>
                  <a:pt x="4543" y="252"/>
                </a:lnTo>
                <a:lnTo>
                  <a:pt x="4542" y="251"/>
                </a:lnTo>
                <a:lnTo>
                  <a:pt x="4541" y="251"/>
                </a:lnTo>
                <a:lnTo>
                  <a:pt x="4541" y="250"/>
                </a:lnTo>
                <a:lnTo>
                  <a:pt x="4540" y="250"/>
                </a:lnTo>
                <a:lnTo>
                  <a:pt x="4539" y="250"/>
                </a:lnTo>
                <a:lnTo>
                  <a:pt x="4539" y="249"/>
                </a:lnTo>
                <a:lnTo>
                  <a:pt x="4538" y="249"/>
                </a:lnTo>
                <a:lnTo>
                  <a:pt x="4537" y="248"/>
                </a:lnTo>
                <a:lnTo>
                  <a:pt x="4536" y="248"/>
                </a:lnTo>
                <a:lnTo>
                  <a:pt x="4535" y="248"/>
                </a:lnTo>
                <a:lnTo>
                  <a:pt x="4535" y="247"/>
                </a:lnTo>
                <a:lnTo>
                  <a:pt x="4534" y="247"/>
                </a:lnTo>
                <a:lnTo>
                  <a:pt x="4533" y="247"/>
                </a:lnTo>
                <a:lnTo>
                  <a:pt x="4533" y="246"/>
                </a:lnTo>
                <a:lnTo>
                  <a:pt x="4532" y="246"/>
                </a:lnTo>
                <a:lnTo>
                  <a:pt x="4531" y="245"/>
                </a:lnTo>
                <a:lnTo>
                  <a:pt x="4530" y="245"/>
                </a:lnTo>
                <a:lnTo>
                  <a:pt x="4529" y="244"/>
                </a:lnTo>
                <a:lnTo>
                  <a:pt x="4528" y="244"/>
                </a:lnTo>
                <a:lnTo>
                  <a:pt x="4527" y="260"/>
                </a:lnTo>
                <a:lnTo>
                  <a:pt x="4526" y="260"/>
                </a:lnTo>
                <a:lnTo>
                  <a:pt x="4526" y="259"/>
                </a:lnTo>
                <a:lnTo>
                  <a:pt x="4525" y="259"/>
                </a:lnTo>
                <a:lnTo>
                  <a:pt x="4524" y="258"/>
                </a:lnTo>
                <a:lnTo>
                  <a:pt x="4523" y="258"/>
                </a:lnTo>
                <a:lnTo>
                  <a:pt x="4522" y="257"/>
                </a:lnTo>
                <a:lnTo>
                  <a:pt x="4521" y="257"/>
                </a:lnTo>
                <a:lnTo>
                  <a:pt x="4520" y="256"/>
                </a:lnTo>
                <a:lnTo>
                  <a:pt x="4519" y="256"/>
                </a:lnTo>
                <a:lnTo>
                  <a:pt x="4518" y="255"/>
                </a:lnTo>
                <a:lnTo>
                  <a:pt x="4517" y="255"/>
                </a:lnTo>
                <a:lnTo>
                  <a:pt x="4516" y="254"/>
                </a:lnTo>
                <a:lnTo>
                  <a:pt x="4515" y="254"/>
                </a:lnTo>
                <a:lnTo>
                  <a:pt x="4515" y="253"/>
                </a:lnTo>
                <a:lnTo>
                  <a:pt x="4514" y="253"/>
                </a:lnTo>
                <a:lnTo>
                  <a:pt x="4513" y="253"/>
                </a:lnTo>
                <a:lnTo>
                  <a:pt x="4512" y="252"/>
                </a:lnTo>
                <a:lnTo>
                  <a:pt x="4511" y="252"/>
                </a:lnTo>
                <a:lnTo>
                  <a:pt x="4511" y="251"/>
                </a:lnTo>
                <a:lnTo>
                  <a:pt x="4510" y="251"/>
                </a:lnTo>
                <a:lnTo>
                  <a:pt x="4509" y="251"/>
                </a:lnTo>
                <a:lnTo>
                  <a:pt x="4509" y="250"/>
                </a:lnTo>
                <a:lnTo>
                  <a:pt x="4508" y="250"/>
                </a:lnTo>
                <a:lnTo>
                  <a:pt x="4507" y="249"/>
                </a:lnTo>
                <a:lnTo>
                  <a:pt x="4506" y="249"/>
                </a:lnTo>
                <a:lnTo>
                  <a:pt x="4505" y="249"/>
                </a:lnTo>
                <a:lnTo>
                  <a:pt x="4505" y="248"/>
                </a:lnTo>
                <a:lnTo>
                  <a:pt x="4504" y="248"/>
                </a:lnTo>
                <a:lnTo>
                  <a:pt x="4503" y="247"/>
                </a:lnTo>
                <a:lnTo>
                  <a:pt x="4502" y="247"/>
                </a:lnTo>
                <a:lnTo>
                  <a:pt x="4501" y="246"/>
                </a:lnTo>
                <a:lnTo>
                  <a:pt x="4500" y="246"/>
                </a:lnTo>
                <a:lnTo>
                  <a:pt x="4499" y="245"/>
                </a:lnTo>
                <a:lnTo>
                  <a:pt x="4498" y="245"/>
                </a:lnTo>
                <a:lnTo>
                  <a:pt x="4497" y="244"/>
                </a:lnTo>
                <a:lnTo>
                  <a:pt x="4496" y="244"/>
                </a:lnTo>
                <a:lnTo>
                  <a:pt x="4495" y="243"/>
                </a:lnTo>
                <a:lnTo>
                  <a:pt x="4494" y="243"/>
                </a:lnTo>
                <a:lnTo>
                  <a:pt x="4494" y="242"/>
                </a:lnTo>
                <a:lnTo>
                  <a:pt x="4493" y="242"/>
                </a:lnTo>
                <a:lnTo>
                  <a:pt x="4492" y="242"/>
                </a:lnTo>
                <a:lnTo>
                  <a:pt x="4492" y="241"/>
                </a:lnTo>
                <a:lnTo>
                  <a:pt x="4491" y="241"/>
                </a:lnTo>
                <a:lnTo>
                  <a:pt x="4490" y="240"/>
                </a:lnTo>
                <a:lnTo>
                  <a:pt x="4489" y="240"/>
                </a:lnTo>
                <a:lnTo>
                  <a:pt x="4488" y="240"/>
                </a:lnTo>
                <a:lnTo>
                  <a:pt x="4488" y="239"/>
                </a:lnTo>
                <a:lnTo>
                  <a:pt x="4487" y="239"/>
                </a:lnTo>
                <a:lnTo>
                  <a:pt x="4486" y="239"/>
                </a:lnTo>
                <a:lnTo>
                  <a:pt x="4486" y="238"/>
                </a:lnTo>
                <a:lnTo>
                  <a:pt x="4485" y="238"/>
                </a:lnTo>
                <a:lnTo>
                  <a:pt x="4484" y="237"/>
                </a:lnTo>
                <a:lnTo>
                  <a:pt x="4483" y="237"/>
                </a:lnTo>
                <a:lnTo>
                  <a:pt x="4482" y="236"/>
                </a:lnTo>
                <a:lnTo>
                  <a:pt x="4481" y="236"/>
                </a:lnTo>
                <a:lnTo>
                  <a:pt x="4480" y="235"/>
                </a:lnTo>
                <a:lnTo>
                  <a:pt x="4479" y="235"/>
                </a:lnTo>
                <a:lnTo>
                  <a:pt x="4478" y="234"/>
                </a:lnTo>
                <a:lnTo>
                  <a:pt x="4477" y="234"/>
                </a:lnTo>
                <a:lnTo>
                  <a:pt x="4476" y="233"/>
                </a:lnTo>
                <a:lnTo>
                  <a:pt x="4475" y="233"/>
                </a:lnTo>
                <a:lnTo>
                  <a:pt x="4475" y="232"/>
                </a:lnTo>
                <a:lnTo>
                  <a:pt x="4474" y="232"/>
                </a:lnTo>
                <a:lnTo>
                  <a:pt x="4473" y="232"/>
                </a:lnTo>
                <a:lnTo>
                  <a:pt x="4472" y="231"/>
                </a:lnTo>
                <a:lnTo>
                  <a:pt x="4471" y="231"/>
                </a:lnTo>
                <a:lnTo>
                  <a:pt x="4471" y="230"/>
                </a:lnTo>
                <a:lnTo>
                  <a:pt x="4470" y="230"/>
                </a:lnTo>
                <a:lnTo>
                  <a:pt x="4469" y="230"/>
                </a:lnTo>
                <a:lnTo>
                  <a:pt x="4469" y="229"/>
                </a:lnTo>
                <a:lnTo>
                  <a:pt x="4468" y="229"/>
                </a:lnTo>
                <a:lnTo>
                  <a:pt x="4467" y="228"/>
                </a:lnTo>
                <a:lnTo>
                  <a:pt x="4466" y="246"/>
                </a:lnTo>
                <a:lnTo>
                  <a:pt x="4466" y="245"/>
                </a:lnTo>
                <a:lnTo>
                  <a:pt x="4465" y="245"/>
                </a:lnTo>
                <a:lnTo>
                  <a:pt x="4464" y="244"/>
                </a:lnTo>
                <a:lnTo>
                  <a:pt x="4463" y="244"/>
                </a:lnTo>
                <a:lnTo>
                  <a:pt x="4462" y="243"/>
                </a:lnTo>
                <a:lnTo>
                  <a:pt x="4461" y="243"/>
                </a:lnTo>
                <a:lnTo>
                  <a:pt x="4461" y="242"/>
                </a:lnTo>
                <a:lnTo>
                  <a:pt x="4460" y="242"/>
                </a:lnTo>
                <a:lnTo>
                  <a:pt x="4459" y="242"/>
                </a:lnTo>
                <a:lnTo>
                  <a:pt x="4458" y="241"/>
                </a:lnTo>
                <a:lnTo>
                  <a:pt x="4457" y="241"/>
                </a:lnTo>
                <a:lnTo>
                  <a:pt x="4456" y="240"/>
                </a:lnTo>
                <a:lnTo>
                  <a:pt x="4455" y="240"/>
                </a:lnTo>
                <a:lnTo>
                  <a:pt x="4455" y="239"/>
                </a:lnTo>
                <a:lnTo>
                  <a:pt x="4454" y="239"/>
                </a:lnTo>
                <a:lnTo>
                  <a:pt x="4453" y="238"/>
                </a:lnTo>
                <a:lnTo>
                  <a:pt x="4452" y="238"/>
                </a:lnTo>
                <a:lnTo>
                  <a:pt x="4451" y="238"/>
                </a:lnTo>
                <a:lnTo>
                  <a:pt x="4451" y="237"/>
                </a:lnTo>
                <a:lnTo>
                  <a:pt x="4450" y="237"/>
                </a:lnTo>
                <a:lnTo>
                  <a:pt x="4449" y="237"/>
                </a:lnTo>
                <a:lnTo>
                  <a:pt x="4449" y="236"/>
                </a:lnTo>
                <a:lnTo>
                  <a:pt x="4448" y="236"/>
                </a:lnTo>
                <a:lnTo>
                  <a:pt x="4447" y="235"/>
                </a:lnTo>
                <a:lnTo>
                  <a:pt x="4446" y="235"/>
                </a:lnTo>
                <a:lnTo>
                  <a:pt x="4445" y="234"/>
                </a:lnTo>
                <a:lnTo>
                  <a:pt x="4444" y="234"/>
                </a:lnTo>
                <a:lnTo>
                  <a:pt x="4443" y="233"/>
                </a:lnTo>
                <a:lnTo>
                  <a:pt x="4442" y="233"/>
                </a:lnTo>
                <a:lnTo>
                  <a:pt x="4441" y="232"/>
                </a:lnTo>
                <a:lnTo>
                  <a:pt x="4440" y="232"/>
                </a:lnTo>
                <a:lnTo>
                  <a:pt x="4439" y="231"/>
                </a:lnTo>
                <a:lnTo>
                  <a:pt x="4438" y="231"/>
                </a:lnTo>
                <a:lnTo>
                  <a:pt x="4438" y="230"/>
                </a:lnTo>
                <a:lnTo>
                  <a:pt x="4437" y="230"/>
                </a:lnTo>
                <a:lnTo>
                  <a:pt x="4436" y="230"/>
                </a:lnTo>
                <a:lnTo>
                  <a:pt x="4435" y="229"/>
                </a:lnTo>
                <a:lnTo>
                  <a:pt x="4434" y="229"/>
                </a:lnTo>
                <a:lnTo>
                  <a:pt x="4434" y="228"/>
                </a:lnTo>
                <a:lnTo>
                  <a:pt x="4433" y="228"/>
                </a:lnTo>
                <a:lnTo>
                  <a:pt x="4432" y="228"/>
                </a:lnTo>
                <a:lnTo>
                  <a:pt x="4432" y="227"/>
                </a:lnTo>
                <a:lnTo>
                  <a:pt x="4431" y="227"/>
                </a:lnTo>
                <a:lnTo>
                  <a:pt x="4430" y="226"/>
                </a:lnTo>
                <a:lnTo>
                  <a:pt x="4429" y="226"/>
                </a:lnTo>
                <a:lnTo>
                  <a:pt x="4428" y="226"/>
                </a:lnTo>
                <a:lnTo>
                  <a:pt x="4428" y="225"/>
                </a:lnTo>
                <a:lnTo>
                  <a:pt x="4427" y="225"/>
                </a:lnTo>
                <a:lnTo>
                  <a:pt x="4426" y="224"/>
                </a:lnTo>
                <a:lnTo>
                  <a:pt x="4425" y="224"/>
                </a:lnTo>
                <a:lnTo>
                  <a:pt x="4424" y="223"/>
                </a:lnTo>
                <a:lnTo>
                  <a:pt x="4423" y="223"/>
                </a:lnTo>
                <a:lnTo>
                  <a:pt x="4422" y="222"/>
                </a:lnTo>
                <a:lnTo>
                  <a:pt x="4421" y="222"/>
                </a:lnTo>
                <a:lnTo>
                  <a:pt x="4420" y="221"/>
                </a:lnTo>
                <a:lnTo>
                  <a:pt x="4419" y="221"/>
                </a:lnTo>
                <a:lnTo>
                  <a:pt x="4418" y="220"/>
                </a:lnTo>
                <a:lnTo>
                  <a:pt x="4417" y="220"/>
                </a:lnTo>
                <a:lnTo>
                  <a:pt x="4417" y="219"/>
                </a:lnTo>
                <a:lnTo>
                  <a:pt x="4416" y="219"/>
                </a:lnTo>
                <a:lnTo>
                  <a:pt x="4415" y="219"/>
                </a:lnTo>
                <a:lnTo>
                  <a:pt x="4415" y="218"/>
                </a:lnTo>
                <a:lnTo>
                  <a:pt x="4414" y="218"/>
                </a:lnTo>
                <a:lnTo>
                  <a:pt x="4413" y="218"/>
                </a:lnTo>
                <a:lnTo>
                  <a:pt x="4412" y="217"/>
                </a:lnTo>
                <a:lnTo>
                  <a:pt x="4411" y="217"/>
                </a:lnTo>
                <a:lnTo>
                  <a:pt x="4411" y="216"/>
                </a:lnTo>
                <a:lnTo>
                  <a:pt x="4410" y="216"/>
                </a:lnTo>
                <a:lnTo>
                  <a:pt x="4409" y="216"/>
                </a:lnTo>
                <a:lnTo>
                  <a:pt x="4409" y="215"/>
                </a:lnTo>
                <a:lnTo>
                  <a:pt x="4408" y="215"/>
                </a:lnTo>
                <a:lnTo>
                  <a:pt x="4407" y="214"/>
                </a:lnTo>
                <a:lnTo>
                  <a:pt x="4406" y="214"/>
                </a:lnTo>
                <a:lnTo>
                  <a:pt x="4405" y="214"/>
                </a:lnTo>
                <a:lnTo>
                  <a:pt x="4405" y="213"/>
                </a:lnTo>
                <a:lnTo>
                  <a:pt x="4404" y="213"/>
                </a:lnTo>
                <a:lnTo>
                  <a:pt x="4403" y="212"/>
                </a:lnTo>
                <a:lnTo>
                  <a:pt x="4402" y="212"/>
                </a:lnTo>
                <a:lnTo>
                  <a:pt x="4401" y="211"/>
                </a:lnTo>
                <a:lnTo>
                  <a:pt x="4400" y="211"/>
                </a:lnTo>
                <a:lnTo>
                  <a:pt x="4399" y="210"/>
                </a:lnTo>
                <a:lnTo>
                  <a:pt x="4398" y="210"/>
                </a:lnTo>
                <a:lnTo>
                  <a:pt x="4397" y="209"/>
                </a:lnTo>
                <a:lnTo>
                  <a:pt x="4396" y="209"/>
                </a:lnTo>
                <a:lnTo>
                  <a:pt x="4395" y="208"/>
                </a:lnTo>
                <a:lnTo>
                  <a:pt x="4394" y="208"/>
                </a:lnTo>
                <a:lnTo>
                  <a:pt x="4394" y="207"/>
                </a:lnTo>
                <a:lnTo>
                  <a:pt x="4393" y="207"/>
                </a:lnTo>
                <a:lnTo>
                  <a:pt x="4392" y="207"/>
                </a:lnTo>
                <a:lnTo>
                  <a:pt x="4392" y="206"/>
                </a:lnTo>
                <a:lnTo>
                  <a:pt x="4391" y="206"/>
                </a:lnTo>
                <a:lnTo>
                  <a:pt x="4390" y="205"/>
                </a:lnTo>
                <a:lnTo>
                  <a:pt x="4389" y="205"/>
                </a:lnTo>
                <a:lnTo>
                  <a:pt x="4388" y="223"/>
                </a:lnTo>
                <a:lnTo>
                  <a:pt x="4388" y="222"/>
                </a:lnTo>
                <a:lnTo>
                  <a:pt x="4387" y="222"/>
                </a:lnTo>
                <a:lnTo>
                  <a:pt x="4386" y="221"/>
                </a:lnTo>
                <a:lnTo>
                  <a:pt x="4385" y="221"/>
                </a:lnTo>
                <a:lnTo>
                  <a:pt x="4384" y="221"/>
                </a:lnTo>
                <a:lnTo>
                  <a:pt x="4384" y="220"/>
                </a:lnTo>
                <a:lnTo>
                  <a:pt x="4383" y="220"/>
                </a:lnTo>
                <a:lnTo>
                  <a:pt x="4382" y="220"/>
                </a:lnTo>
                <a:lnTo>
                  <a:pt x="4382" y="219"/>
                </a:lnTo>
                <a:lnTo>
                  <a:pt x="4381" y="219"/>
                </a:lnTo>
                <a:lnTo>
                  <a:pt x="4381" y="237"/>
                </a:lnTo>
                <a:lnTo>
                  <a:pt x="4380" y="237"/>
                </a:lnTo>
                <a:lnTo>
                  <a:pt x="4380" y="236"/>
                </a:lnTo>
                <a:lnTo>
                  <a:pt x="4379" y="236"/>
                </a:lnTo>
                <a:lnTo>
                  <a:pt x="4378" y="236"/>
                </a:lnTo>
                <a:lnTo>
                  <a:pt x="4378" y="235"/>
                </a:lnTo>
                <a:lnTo>
                  <a:pt x="4377" y="235"/>
                </a:lnTo>
                <a:lnTo>
                  <a:pt x="4376" y="234"/>
                </a:lnTo>
                <a:lnTo>
                  <a:pt x="4375" y="234"/>
                </a:lnTo>
                <a:lnTo>
                  <a:pt x="4374" y="233"/>
                </a:lnTo>
                <a:lnTo>
                  <a:pt x="4373" y="233"/>
                </a:lnTo>
                <a:lnTo>
                  <a:pt x="4372" y="233"/>
                </a:lnTo>
                <a:lnTo>
                  <a:pt x="4372" y="232"/>
                </a:lnTo>
                <a:lnTo>
                  <a:pt x="4371" y="232"/>
                </a:lnTo>
                <a:lnTo>
                  <a:pt x="4370" y="231"/>
                </a:lnTo>
                <a:lnTo>
                  <a:pt x="4369" y="231"/>
                </a:lnTo>
                <a:lnTo>
                  <a:pt x="4368" y="230"/>
                </a:lnTo>
                <a:lnTo>
                  <a:pt x="4367" y="230"/>
                </a:lnTo>
                <a:lnTo>
                  <a:pt x="4367" y="229"/>
                </a:lnTo>
                <a:lnTo>
                  <a:pt x="4366" y="229"/>
                </a:lnTo>
                <a:lnTo>
                  <a:pt x="4365" y="229"/>
                </a:lnTo>
                <a:lnTo>
                  <a:pt x="4364" y="228"/>
                </a:lnTo>
                <a:lnTo>
                  <a:pt x="4363" y="228"/>
                </a:lnTo>
                <a:lnTo>
                  <a:pt x="4362" y="227"/>
                </a:lnTo>
                <a:lnTo>
                  <a:pt x="4361" y="227"/>
                </a:lnTo>
                <a:lnTo>
                  <a:pt x="4361" y="226"/>
                </a:lnTo>
                <a:lnTo>
                  <a:pt x="4360" y="226"/>
                </a:lnTo>
                <a:lnTo>
                  <a:pt x="4359" y="225"/>
                </a:lnTo>
                <a:lnTo>
                  <a:pt x="4358" y="225"/>
                </a:lnTo>
                <a:lnTo>
                  <a:pt x="4357" y="225"/>
                </a:lnTo>
                <a:lnTo>
                  <a:pt x="4357" y="224"/>
                </a:lnTo>
                <a:lnTo>
                  <a:pt x="4356" y="224"/>
                </a:lnTo>
                <a:lnTo>
                  <a:pt x="4355" y="224"/>
                </a:lnTo>
                <a:lnTo>
                  <a:pt x="4355" y="223"/>
                </a:lnTo>
                <a:lnTo>
                  <a:pt x="4354" y="223"/>
                </a:lnTo>
                <a:lnTo>
                  <a:pt x="4353" y="222"/>
                </a:lnTo>
                <a:lnTo>
                  <a:pt x="4352" y="222"/>
                </a:lnTo>
                <a:lnTo>
                  <a:pt x="4351" y="221"/>
                </a:lnTo>
                <a:lnTo>
                  <a:pt x="4350" y="221"/>
                </a:lnTo>
                <a:lnTo>
                  <a:pt x="4349" y="220"/>
                </a:lnTo>
                <a:lnTo>
                  <a:pt x="4348" y="220"/>
                </a:lnTo>
                <a:lnTo>
                  <a:pt x="4347" y="219"/>
                </a:lnTo>
                <a:lnTo>
                  <a:pt x="4346" y="219"/>
                </a:lnTo>
                <a:lnTo>
                  <a:pt x="4345" y="218"/>
                </a:lnTo>
                <a:lnTo>
                  <a:pt x="4344" y="218"/>
                </a:lnTo>
                <a:lnTo>
                  <a:pt x="4344" y="217"/>
                </a:lnTo>
                <a:lnTo>
                  <a:pt x="4343" y="217"/>
                </a:lnTo>
                <a:lnTo>
                  <a:pt x="4342" y="217"/>
                </a:lnTo>
                <a:lnTo>
                  <a:pt x="4341" y="216"/>
                </a:lnTo>
                <a:lnTo>
                  <a:pt x="4340" y="216"/>
                </a:lnTo>
                <a:lnTo>
                  <a:pt x="4340" y="215"/>
                </a:lnTo>
                <a:lnTo>
                  <a:pt x="4339" y="215"/>
                </a:lnTo>
                <a:lnTo>
                  <a:pt x="4338" y="215"/>
                </a:lnTo>
                <a:lnTo>
                  <a:pt x="4338" y="214"/>
                </a:lnTo>
                <a:lnTo>
                  <a:pt x="4337" y="214"/>
                </a:lnTo>
                <a:lnTo>
                  <a:pt x="4336" y="213"/>
                </a:lnTo>
                <a:lnTo>
                  <a:pt x="4335" y="213"/>
                </a:lnTo>
                <a:lnTo>
                  <a:pt x="4334" y="213"/>
                </a:lnTo>
                <a:lnTo>
                  <a:pt x="4334" y="212"/>
                </a:lnTo>
                <a:lnTo>
                  <a:pt x="4333" y="212"/>
                </a:lnTo>
                <a:lnTo>
                  <a:pt x="4332" y="212"/>
                </a:lnTo>
                <a:lnTo>
                  <a:pt x="4332" y="211"/>
                </a:lnTo>
                <a:lnTo>
                  <a:pt x="4331" y="211"/>
                </a:lnTo>
                <a:lnTo>
                  <a:pt x="4330" y="210"/>
                </a:lnTo>
                <a:lnTo>
                  <a:pt x="4329" y="210"/>
                </a:lnTo>
                <a:lnTo>
                  <a:pt x="4328" y="209"/>
                </a:lnTo>
                <a:lnTo>
                  <a:pt x="4327" y="209"/>
                </a:lnTo>
                <a:lnTo>
                  <a:pt x="4326" y="208"/>
                </a:lnTo>
                <a:lnTo>
                  <a:pt x="4325" y="208"/>
                </a:lnTo>
                <a:lnTo>
                  <a:pt x="4324" y="207"/>
                </a:lnTo>
                <a:lnTo>
                  <a:pt x="4323" y="207"/>
                </a:lnTo>
                <a:lnTo>
                  <a:pt x="4323" y="206"/>
                </a:lnTo>
                <a:lnTo>
                  <a:pt x="4322" y="206"/>
                </a:lnTo>
                <a:lnTo>
                  <a:pt x="4321" y="206"/>
                </a:lnTo>
                <a:lnTo>
                  <a:pt x="4321" y="205"/>
                </a:lnTo>
                <a:lnTo>
                  <a:pt x="4320" y="205"/>
                </a:lnTo>
                <a:lnTo>
                  <a:pt x="4319" y="205"/>
                </a:lnTo>
                <a:lnTo>
                  <a:pt x="4318" y="204"/>
                </a:lnTo>
                <a:lnTo>
                  <a:pt x="4317" y="204"/>
                </a:lnTo>
                <a:lnTo>
                  <a:pt x="4317" y="203"/>
                </a:lnTo>
                <a:lnTo>
                  <a:pt x="4316" y="203"/>
                </a:lnTo>
                <a:lnTo>
                  <a:pt x="4315" y="203"/>
                </a:lnTo>
                <a:lnTo>
                  <a:pt x="4315" y="202"/>
                </a:lnTo>
                <a:lnTo>
                  <a:pt x="4314" y="202"/>
                </a:lnTo>
                <a:lnTo>
                  <a:pt x="4313" y="220"/>
                </a:lnTo>
                <a:lnTo>
                  <a:pt x="4312" y="220"/>
                </a:lnTo>
                <a:lnTo>
                  <a:pt x="4311" y="219"/>
                </a:lnTo>
                <a:lnTo>
                  <a:pt x="4310" y="219"/>
                </a:lnTo>
                <a:lnTo>
                  <a:pt x="4310" y="218"/>
                </a:lnTo>
                <a:lnTo>
                  <a:pt x="4309" y="218"/>
                </a:lnTo>
                <a:lnTo>
                  <a:pt x="4308" y="218"/>
                </a:lnTo>
                <a:lnTo>
                  <a:pt x="4307" y="217"/>
                </a:lnTo>
                <a:lnTo>
                  <a:pt x="4306" y="217"/>
                </a:lnTo>
                <a:lnTo>
                  <a:pt x="4305" y="216"/>
                </a:lnTo>
                <a:lnTo>
                  <a:pt x="4304" y="216"/>
                </a:lnTo>
                <a:lnTo>
                  <a:pt x="4304" y="215"/>
                </a:lnTo>
                <a:lnTo>
                  <a:pt x="4303" y="215"/>
                </a:lnTo>
                <a:lnTo>
                  <a:pt x="4302" y="214"/>
                </a:lnTo>
                <a:lnTo>
                  <a:pt x="4301" y="214"/>
                </a:lnTo>
                <a:lnTo>
                  <a:pt x="4300" y="214"/>
                </a:lnTo>
                <a:lnTo>
                  <a:pt x="4300" y="213"/>
                </a:lnTo>
                <a:lnTo>
                  <a:pt x="4299" y="213"/>
                </a:lnTo>
                <a:lnTo>
                  <a:pt x="4298" y="213"/>
                </a:lnTo>
                <a:lnTo>
                  <a:pt x="4298" y="212"/>
                </a:lnTo>
                <a:lnTo>
                  <a:pt x="4297" y="212"/>
                </a:lnTo>
                <a:lnTo>
                  <a:pt x="4296" y="211"/>
                </a:lnTo>
                <a:lnTo>
                  <a:pt x="4295" y="211"/>
                </a:lnTo>
                <a:lnTo>
                  <a:pt x="4294" y="210"/>
                </a:lnTo>
                <a:lnTo>
                  <a:pt x="4293" y="210"/>
                </a:lnTo>
                <a:lnTo>
                  <a:pt x="4292" y="209"/>
                </a:lnTo>
                <a:lnTo>
                  <a:pt x="4291" y="209"/>
                </a:lnTo>
                <a:lnTo>
                  <a:pt x="4290" y="208"/>
                </a:lnTo>
                <a:lnTo>
                  <a:pt x="4289" y="208"/>
                </a:lnTo>
                <a:lnTo>
                  <a:pt x="4288" y="207"/>
                </a:lnTo>
                <a:lnTo>
                  <a:pt x="4287" y="207"/>
                </a:lnTo>
                <a:lnTo>
                  <a:pt x="4287" y="206"/>
                </a:lnTo>
                <a:lnTo>
                  <a:pt x="4286" y="206"/>
                </a:lnTo>
                <a:lnTo>
                  <a:pt x="4285" y="206"/>
                </a:lnTo>
                <a:lnTo>
                  <a:pt x="4284" y="205"/>
                </a:lnTo>
                <a:lnTo>
                  <a:pt x="4283" y="205"/>
                </a:lnTo>
                <a:lnTo>
                  <a:pt x="4283" y="204"/>
                </a:lnTo>
                <a:lnTo>
                  <a:pt x="4282" y="204"/>
                </a:lnTo>
                <a:lnTo>
                  <a:pt x="4281" y="204"/>
                </a:lnTo>
                <a:lnTo>
                  <a:pt x="4281" y="203"/>
                </a:lnTo>
                <a:lnTo>
                  <a:pt x="4280" y="203"/>
                </a:lnTo>
                <a:lnTo>
                  <a:pt x="4279" y="202"/>
                </a:lnTo>
                <a:lnTo>
                  <a:pt x="4278" y="202"/>
                </a:lnTo>
                <a:lnTo>
                  <a:pt x="4277" y="202"/>
                </a:lnTo>
                <a:lnTo>
                  <a:pt x="4277" y="201"/>
                </a:lnTo>
                <a:lnTo>
                  <a:pt x="4276" y="201"/>
                </a:lnTo>
                <a:lnTo>
                  <a:pt x="4275" y="201"/>
                </a:lnTo>
                <a:lnTo>
                  <a:pt x="4275" y="200"/>
                </a:lnTo>
                <a:lnTo>
                  <a:pt x="4274" y="200"/>
                </a:lnTo>
                <a:lnTo>
                  <a:pt x="4273" y="199"/>
                </a:lnTo>
                <a:lnTo>
                  <a:pt x="4272" y="199"/>
                </a:lnTo>
                <a:lnTo>
                  <a:pt x="4271" y="198"/>
                </a:lnTo>
                <a:lnTo>
                  <a:pt x="4270" y="198"/>
                </a:lnTo>
                <a:lnTo>
                  <a:pt x="4269" y="197"/>
                </a:lnTo>
                <a:lnTo>
                  <a:pt x="4268" y="197"/>
                </a:lnTo>
                <a:lnTo>
                  <a:pt x="4267" y="196"/>
                </a:lnTo>
                <a:lnTo>
                  <a:pt x="4266" y="196"/>
                </a:lnTo>
                <a:lnTo>
                  <a:pt x="4265" y="195"/>
                </a:lnTo>
                <a:lnTo>
                  <a:pt x="4264" y="195"/>
                </a:lnTo>
                <a:lnTo>
                  <a:pt x="4264" y="194"/>
                </a:lnTo>
                <a:lnTo>
                  <a:pt x="4263" y="194"/>
                </a:lnTo>
                <a:lnTo>
                  <a:pt x="4262" y="194"/>
                </a:lnTo>
                <a:lnTo>
                  <a:pt x="4261" y="193"/>
                </a:lnTo>
                <a:lnTo>
                  <a:pt x="4260" y="193"/>
                </a:lnTo>
                <a:lnTo>
                  <a:pt x="4260" y="192"/>
                </a:lnTo>
                <a:lnTo>
                  <a:pt x="4259" y="192"/>
                </a:lnTo>
                <a:lnTo>
                  <a:pt x="4258" y="192"/>
                </a:lnTo>
                <a:lnTo>
                  <a:pt x="4258" y="191"/>
                </a:lnTo>
                <a:lnTo>
                  <a:pt x="4257" y="191"/>
                </a:lnTo>
                <a:lnTo>
                  <a:pt x="4256" y="190"/>
                </a:lnTo>
                <a:lnTo>
                  <a:pt x="4255" y="190"/>
                </a:lnTo>
                <a:lnTo>
                  <a:pt x="4254" y="190"/>
                </a:lnTo>
                <a:lnTo>
                  <a:pt x="4254" y="189"/>
                </a:lnTo>
                <a:lnTo>
                  <a:pt x="4253" y="189"/>
                </a:lnTo>
                <a:lnTo>
                  <a:pt x="4252" y="188"/>
                </a:lnTo>
                <a:lnTo>
                  <a:pt x="4251" y="188"/>
                </a:lnTo>
                <a:lnTo>
                  <a:pt x="4250" y="187"/>
                </a:lnTo>
                <a:lnTo>
                  <a:pt x="4249" y="187"/>
                </a:lnTo>
                <a:lnTo>
                  <a:pt x="4248" y="186"/>
                </a:lnTo>
                <a:lnTo>
                  <a:pt x="4247" y="186"/>
                </a:lnTo>
                <a:lnTo>
                  <a:pt x="4247" y="185"/>
                </a:lnTo>
                <a:lnTo>
                  <a:pt x="4246" y="185"/>
                </a:lnTo>
                <a:lnTo>
                  <a:pt x="4245" y="185"/>
                </a:lnTo>
                <a:lnTo>
                  <a:pt x="4244" y="184"/>
                </a:lnTo>
                <a:lnTo>
                  <a:pt x="4243" y="184"/>
                </a:lnTo>
                <a:lnTo>
                  <a:pt x="4243" y="183"/>
                </a:lnTo>
                <a:lnTo>
                  <a:pt x="4242" y="183"/>
                </a:lnTo>
                <a:lnTo>
                  <a:pt x="4241" y="183"/>
                </a:lnTo>
                <a:lnTo>
                  <a:pt x="4241" y="182"/>
                </a:lnTo>
                <a:lnTo>
                  <a:pt x="4240" y="182"/>
                </a:lnTo>
                <a:lnTo>
                  <a:pt x="4239" y="181"/>
                </a:lnTo>
                <a:lnTo>
                  <a:pt x="4238" y="181"/>
                </a:lnTo>
                <a:lnTo>
                  <a:pt x="4237" y="181"/>
                </a:lnTo>
                <a:lnTo>
                  <a:pt x="4237" y="180"/>
                </a:lnTo>
                <a:lnTo>
                  <a:pt x="4236" y="180"/>
                </a:lnTo>
                <a:lnTo>
                  <a:pt x="4235" y="179"/>
                </a:lnTo>
                <a:lnTo>
                  <a:pt x="4234" y="179"/>
                </a:lnTo>
                <a:lnTo>
                  <a:pt x="4233" y="178"/>
                </a:lnTo>
                <a:lnTo>
                  <a:pt x="4232" y="178"/>
                </a:lnTo>
                <a:lnTo>
                  <a:pt x="4231" y="177"/>
                </a:lnTo>
                <a:lnTo>
                  <a:pt x="4230" y="177"/>
                </a:lnTo>
                <a:lnTo>
                  <a:pt x="4229" y="176"/>
                </a:lnTo>
                <a:lnTo>
                  <a:pt x="4228" y="176"/>
                </a:lnTo>
                <a:lnTo>
                  <a:pt x="4227" y="175"/>
                </a:lnTo>
                <a:lnTo>
                  <a:pt x="4226" y="175"/>
                </a:lnTo>
                <a:lnTo>
                  <a:pt x="4226" y="174"/>
                </a:lnTo>
                <a:lnTo>
                  <a:pt x="4225" y="174"/>
                </a:lnTo>
                <a:lnTo>
                  <a:pt x="4224" y="174"/>
                </a:lnTo>
                <a:lnTo>
                  <a:pt x="4224" y="173"/>
                </a:lnTo>
                <a:lnTo>
                  <a:pt x="4223" y="173"/>
                </a:lnTo>
                <a:lnTo>
                  <a:pt x="4222" y="173"/>
                </a:lnTo>
                <a:lnTo>
                  <a:pt x="4221" y="172"/>
                </a:lnTo>
                <a:lnTo>
                  <a:pt x="4220" y="172"/>
                </a:lnTo>
                <a:lnTo>
                  <a:pt x="4220" y="171"/>
                </a:lnTo>
                <a:lnTo>
                  <a:pt x="4219" y="171"/>
                </a:lnTo>
                <a:lnTo>
                  <a:pt x="4218" y="171"/>
                </a:lnTo>
                <a:lnTo>
                  <a:pt x="4218" y="170"/>
                </a:lnTo>
                <a:lnTo>
                  <a:pt x="4217" y="170"/>
                </a:lnTo>
                <a:lnTo>
                  <a:pt x="4216" y="169"/>
                </a:lnTo>
                <a:lnTo>
                  <a:pt x="4215" y="169"/>
                </a:lnTo>
                <a:lnTo>
                  <a:pt x="4214" y="169"/>
                </a:lnTo>
                <a:lnTo>
                  <a:pt x="4214" y="168"/>
                </a:lnTo>
                <a:lnTo>
                  <a:pt x="4213" y="168"/>
                </a:lnTo>
                <a:lnTo>
                  <a:pt x="4212" y="167"/>
                </a:lnTo>
                <a:lnTo>
                  <a:pt x="4211" y="167"/>
                </a:lnTo>
                <a:lnTo>
                  <a:pt x="4210" y="166"/>
                </a:lnTo>
                <a:lnTo>
                  <a:pt x="4209" y="166"/>
                </a:lnTo>
                <a:lnTo>
                  <a:pt x="4208" y="165"/>
                </a:lnTo>
                <a:lnTo>
                  <a:pt x="4207" y="165"/>
                </a:lnTo>
                <a:lnTo>
                  <a:pt x="4206" y="164"/>
                </a:lnTo>
                <a:lnTo>
                  <a:pt x="4205" y="164"/>
                </a:lnTo>
                <a:lnTo>
                  <a:pt x="4204" y="163"/>
                </a:lnTo>
                <a:lnTo>
                  <a:pt x="4203" y="163"/>
                </a:lnTo>
                <a:lnTo>
                  <a:pt x="4203" y="162"/>
                </a:lnTo>
                <a:lnTo>
                  <a:pt x="4202" y="162"/>
                </a:lnTo>
                <a:lnTo>
                  <a:pt x="4201" y="162"/>
                </a:lnTo>
                <a:lnTo>
                  <a:pt x="4201" y="161"/>
                </a:lnTo>
                <a:lnTo>
                  <a:pt x="4200" y="161"/>
                </a:lnTo>
                <a:lnTo>
                  <a:pt x="4199" y="161"/>
                </a:lnTo>
                <a:lnTo>
                  <a:pt x="4199" y="160"/>
                </a:lnTo>
                <a:lnTo>
                  <a:pt x="4198" y="160"/>
                </a:lnTo>
                <a:lnTo>
                  <a:pt x="4197" y="160"/>
                </a:lnTo>
                <a:lnTo>
                  <a:pt x="4197" y="159"/>
                </a:lnTo>
                <a:lnTo>
                  <a:pt x="4196" y="159"/>
                </a:lnTo>
                <a:lnTo>
                  <a:pt x="4195" y="158"/>
                </a:lnTo>
                <a:lnTo>
                  <a:pt x="4194" y="158"/>
                </a:lnTo>
                <a:lnTo>
                  <a:pt x="4193" y="157"/>
                </a:lnTo>
                <a:lnTo>
                  <a:pt x="4192" y="157"/>
                </a:lnTo>
                <a:lnTo>
                  <a:pt x="4191" y="157"/>
                </a:lnTo>
                <a:lnTo>
                  <a:pt x="4191" y="156"/>
                </a:lnTo>
                <a:lnTo>
                  <a:pt x="4190" y="156"/>
                </a:lnTo>
                <a:lnTo>
                  <a:pt x="4189" y="155"/>
                </a:lnTo>
                <a:lnTo>
                  <a:pt x="4188" y="155"/>
                </a:lnTo>
                <a:lnTo>
                  <a:pt x="4187" y="154"/>
                </a:lnTo>
                <a:lnTo>
                  <a:pt x="4186" y="154"/>
                </a:lnTo>
                <a:lnTo>
                  <a:pt x="4186" y="153"/>
                </a:lnTo>
                <a:lnTo>
                  <a:pt x="4185" y="153"/>
                </a:lnTo>
                <a:lnTo>
                  <a:pt x="4184" y="153"/>
                </a:lnTo>
                <a:lnTo>
                  <a:pt x="4183" y="152"/>
                </a:lnTo>
                <a:lnTo>
                  <a:pt x="4182" y="152"/>
                </a:lnTo>
                <a:lnTo>
                  <a:pt x="4181" y="151"/>
                </a:lnTo>
                <a:lnTo>
                  <a:pt x="4180" y="151"/>
                </a:lnTo>
                <a:lnTo>
                  <a:pt x="4180" y="150"/>
                </a:lnTo>
                <a:lnTo>
                  <a:pt x="4179" y="150"/>
                </a:lnTo>
                <a:lnTo>
                  <a:pt x="4178" y="149"/>
                </a:lnTo>
                <a:lnTo>
                  <a:pt x="4177" y="149"/>
                </a:lnTo>
                <a:lnTo>
                  <a:pt x="4176" y="149"/>
                </a:lnTo>
                <a:lnTo>
                  <a:pt x="4176" y="148"/>
                </a:lnTo>
                <a:lnTo>
                  <a:pt x="4175" y="148"/>
                </a:lnTo>
                <a:lnTo>
                  <a:pt x="4174" y="148"/>
                </a:lnTo>
                <a:lnTo>
                  <a:pt x="4174" y="147"/>
                </a:lnTo>
                <a:lnTo>
                  <a:pt x="4173" y="147"/>
                </a:lnTo>
                <a:lnTo>
                  <a:pt x="4172" y="146"/>
                </a:lnTo>
                <a:lnTo>
                  <a:pt x="4171" y="146"/>
                </a:lnTo>
                <a:lnTo>
                  <a:pt x="4170" y="145"/>
                </a:lnTo>
                <a:lnTo>
                  <a:pt x="4169" y="145"/>
                </a:lnTo>
                <a:lnTo>
                  <a:pt x="4168" y="144"/>
                </a:lnTo>
                <a:lnTo>
                  <a:pt x="4167" y="144"/>
                </a:lnTo>
                <a:lnTo>
                  <a:pt x="4166" y="143"/>
                </a:lnTo>
                <a:lnTo>
                  <a:pt x="4165" y="143"/>
                </a:lnTo>
                <a:lnTo>
                  <a:pt x="4164" y="142"/>
                </a:lnTo>
                <a:lnTo>
                  <a:pt x="4163" y="142"/>
                </a:lnTo>
                <a:lnTo>
                  <a:pt x="4163" y="141"/>
                </a:lnTo>
                <a:lnTo>
                  <a:pt x="4162" y="141"/>
                </a:lnTo>
                <a:lnTo>
                  <a:pt x="4161" y="161"/>
                </a:lnTo>
                <a:lnTo>
                  <a:pt x="4160" y="161"/>
                </a:lnTo>
                <a:lnTo>
                  <a:pt x="4160" y="160"/>
                </a:lnTo>
                <a:lnTo>
                  <a:pt x="4159" y="160"/>
                </a:lnTo>
                <a:lnTo>
                  <a:pt x="4158" y="159"/>
                </a:lnTo>
                <a:lnTo>
                  <a:pt x="4157" y="159"/>
                </a:lnTo>
                <a:lnTo>
                  <a:pt x="4156" y="159"/>
                </a:lnTo>
                <a:lnTo>
                  <a:pt x="4156" y="158"/>
                </a:lnTo>
                <a:lnTo>
                  <a:pt x="4155" y="158"/>
                </a:lnTo>
                <a:lnTo>
                  <a:pt x="4154" y="158"/>
                </a:lnTo>
                <a:lnTo>
                  <a:pt x="4154" y="157"/>
                </a:lnTo>
                <a:lnTo>
                  <a:pt x="4153" y="157"/>
                </a:lnTo>
                <a:lnTo>
                  <a:pt x="4152" y="156"/>
                </a:lnTo>
                <a:lnTo>
                  <a:pt x="4151" y="156"/>
                </a:lnTo>
                <a:lnTo>
                  <a:pt x="4150" y="155"/>
                </a:lnTo>
                <a:lnTo>
                  <a:pt x="4149" y="155"/>
                </a:lnTo>
                <a:lnTo>
                  <a:pt x="4148" y="154"/>
                </a:lnTo>
                <a:lnTo>
                  <a:pt x="4147" y="154"/>
                </a:lnTo>
                <a:lnTo>
                  <a:pt x="4146" y="153"/>
                </a:lnTo>
                <a:lnTo>
                  <a:pt x="4145" y="153"/>
                </a:lnTo>
                <a:lnTo>
                  <a:pt x="4144" y="152"/>
                </a:lnTo>
                <a:lnTo>
                  <a:pt x="4143" y="152"/>
                </a:lnTo>
                <a:lnTo>
                  <a:pt x="4143" y="151"/>
                </a:lnTo>
                <a:lnTo>
                  <a:pt x="4142" y="151"/>
                </a:lnTo>
                <a:lnTo>
                  <a:pt x="4141" y="151"/>
                </a:lnTo>
                <a:lnTo>
                  <a:pt x="4140" y="150"/>
                </a:lnTo>
                <a:lnTo>
                  <a:pt x="4139" y="150"/>
                </a:lnTo>
                <a:lnTo>
                  <a:pt x="4139" y="149"/>
                </a:lnTo>
                <a:lnTo>
                  <a:pt x="4138" y="149"/>
                </a:lnTo>
                <a:lnTo>
                  <a:pt x="4137" y="149"/>
                </a:lnTo>
                <a:lnTo>
                  <a:pt x="4137" y="148"/>
                </a:lnTo>
                <a:lnTo>
                  <a:pt x="4136" y="148"/>
                </a:lnTo>
                <a:lnTo>
                  <a:pt x="4135" y="147"/>
                </a:lnTo>
                <a:lnTo>
                  <a:pt x="4134" y="147"/>
                </a:lnTo>
                <a:lnTo>
                  <a:pt x="4133" y="147"/>
                </a:lnTo>
                <a:lnTo>
                  <a:pt x="4133" y="146"/>
                </a:lnTo>
                <a:lnTo>
                  <a:pt x="4132" y="146"/>
                </a:lnTo>
                <a:lnTo>
                  <a:pt x="4131" y="145"/>
                </a:lnTo>
                <a:lnTo>
                  <a:pt x="4130" y="145"/>
                </a:lnTo>
                <a:lnTo>
                  <a:pt x="4129" y="144"/>
                </a:lnTo>
                <a:lnTo>
                  <a:pt x="4128" y="144"/>
                </a:lnTo>
                <a:lnTo>
                  <a:pt x="4127" y="143"/>
                </a:lnTo>
                <a:lnTo>
                  <a:pt x="4126" y="143"/>
                </a:lnTo>
                <a:lnTo>
                  <a:pt x="4125" y="142"/>
                </a:lnTo>
                <a:lnTo>
                  <a:pt x="4124" y="142"/>
                </a:lnTo>
                <a:lnTo>
                  <a:pt x="4123" y="141"/>
                </a:lnTo>
                <a:lnTo>
                  <a:pt x="4122" y="141"/>
                </a:lnTo>
                <a:lnTo>
                  <a:pt x="4122" y="140"/>
                </a:lnTo>
                <a:lnTo>
                  <a:pt x="4121" y="140"/>
                </a:lnTo>
                <a:lnTo>
                  <a:pt x="4120" y="140"/>
                </a:lnTo>
                <a:lnTo>
                  <a:pt x="4120" y="139"/>
                </a:lnTo>
                <a:lnTo>
                  <a:pt x="4119" y="139"/>
                </a:lnTo>
                <a:lnTo>
                  <a:pt x="4118" y="139"/>
                </a:lnTo>
                <a:lnTo>
                  <a:pt x="4117" y="138"/>
                </a:lnTo>
                <a:lnTo>
                  <a:pt x="4116" y="138"/>
                </a:lnTo>
                <a:lnTo>
                  <a:pt x="4116" y="137"/>
                </a:lnTo>
                <a:lnTo>
                  <a:pt x="4115" y="137"/>
                </a:lnTo>
                <a:lnTo>
                  <a:pt x="4114" y="137"/>
                </a:lnTo>
                <a:lnTo>
                  <a:pt x="4114" y="136"/>
                </a:lnTo>
                <a:lnTo>
                  <a:pt x="4113" y="136"/>
                </a:lnTo>
                <a:lnTo>
                  <a:pt x="4112" y="135"/>
                </a:lnTo>
                <a:lnTo>
                  <a:pt x="4111" y="135"/>
                </a:lnTo>
                <a:lnTo>
                  <a:pt x="4110" y="135"/>
                </a:lnTo>
                <a:lnTo>
                  <a:pt x="4110" y="134"/>
                </a:lnTo>
                <a:lnTo>
                  <a:pt x="4109" y="134"/>
                </a:lnTo>
                <a:lnTo>
                  <a:pt x="4108" y="133"/>
                </a:lnTo>
                <a:lnTo>
                  <a:pt x="4107" y="133"/>
                </a:lnTo>
                <a:lnTo>
                  <a:pt x="4106" y="132"/>
                </a:lnTo>
                <a:lnTo>
                  <a:pt x="4105" y="132"/>
                </a:lnTo>
                <a:lnTo>
                  <a:pt x="4104" y="131"/>
                </a:lnTo>
                <a:lnTo>
                  <a:pt x="4103" y="131"/>
                </a:lnTo>
                <a:lnTo>
                  <a:pt x="4102" y="130"/>
                </a:lnTo>
                <a:lnTo>
                  <a:pt x="4101" y="130"/>
                </a:lnTo>
                <a:lnTo>
                  <a:pt x="4100" y="129"/>
                </a:lnTo>
                <a:lnTo>
                  <a:pt x="4099" y="129"/>
                </a:lnTo>
                <a:lnTo>
                  <a:pt x="4099" y="128"/>
                </a:lnTo>
                <a:lnTo>
                  <a:pt x="4098" y="128"/>
                </a:lnTo>
                <a:lnTo>
                  <a:pt x="4097" y="128"/>
                </a:lnTo>
                <a:lnTo>
                  <a:pt x="4097" y="127"/>
                </a:lnTo>
                <a:lnTo>
                  <a:pt x="4096" y="127"/>
                </a:lnTo>
                <a:lnTo>
                  <a:pt x="4095" y="127"/>
                </a:lnTo>
                <a:lnTo>
                  <a:pt x="4094" y="126"/>
                </a:lnTo>
                <a:lnTo>
                  <a:pt x="4093" y="126"/>
                </a:lnTo>
                <a:lnTo>
                  <a:pt x="4093" y="125"/>
                </a:lnTo>
                <a:lnTo>
                  <a:pt x="4092" y="125"/>
                </a:lnTo>
                <a:lnTo>
                  <a:pt x="4091" y="124"/>
                </a:lnTo>
                <a:lnTo>
                  <a:pt x="4090" y="124"/>
                </a:lnTo>
                <a:lnTo>
                  <a:pt x="4090" y="145"/>
                </a:lnTo>
                <a:lnTo>
                  <a:pt x="4089" y="145"/>
                </a:lnTo>
                <a:lnTo>
                  <a:pt x="4089" y="144"/>
                </a:lnTo>
                <a:lnTo>
                  <a:pt x="4088" y="144"/>
                </a:lnTo>
                <a:lnTo>
                  <a:pt x="4087" y="144"/>
                </a:lnTo>
                <a:lnTo>
                  <a:pt x="4087" y="143"/>
                </a:lnTo>
                <a:lnTo>
                  <a:pt x="4086" y="143"/>
                </a:lnTo>
                <a:lnTo>
                  <a:pt x="4085" y="143"/>
                </a:lnTo>
                <a:lnTo>
                  <a:pt x="4084" y="142"/>
                </a:lnTo>
                <a:lnTo>
                  <a:pt x="4083" y="142"/>
                </a:lnTo>
                <a:lnTo>
                  <a:pt x="4083" y="141"/>
                </a:lnTo>
                <a:lnTo>
                  <a:pt x="4082" y="141"/>
                </a:lnTo>
                <a:lnTo>
                  <a:pt x="4081" y="140"/>
                </a:lnTo>
                <a:lnTo>
                  <a:pt x="4080" y="140"/>
                </a:lnTo>
                <a:lnTo>
                  <a:pt x="4079" y="139"/>
                </a:lnTo>
                <a:lnTo>
                  <a:pt x="4078" y="139"/>
                </a:lnTo>
                <a:lnTo>
                  <a:pt x="4077" y="139"/>
                </a:lnTo>
                <a:lnTo>
                  <a:pt x="4077" y="138"/>
                </a:lnTo>
                <a:lnTo>
                  <a:pt x="4076" y="138"/>
                </a:lnTo>
                <a:lnTo>
                  <a:pt x="4075" y="137"/>
                </a:lnTo>
                <a:lnTo>
                  <a:pt x="4074" y="137"/>
                </a:lnTo>
                <a:lnTo>
                  <a:pt x="4073" y="136"/>
                </a:lnTo>
                <a:lnTo>
                  <a:pt x="4072" y="136"/>
                </a:lnTo>
                <a:lnTo>
                  <a:pt x="4072" y="135"/>
                </a:lnTo>
                <a:lnTo>
                  <a:pt x="4071" y="135"/>
                </a:lnTo>
                <a:lnTo>
                  <a:pt x="4070" y="135"/>
                </a:lnTo>
                <a:lnTo>
                  <a:pt x="4069" y="134"/>
                </a:lnTo>
                <a:lnTo>
                  <a:pt x="4068" y="134"/>
                </a:lnTo>
                <a:lnTo>
                  <a:pt x="4067" y="133"/>
                </a:lnTo>
                <a:lnTo>
                  <a:pt x="4066" y="133"/>
                </a:lnTo>
                <a:lnTo>
                  <a:pt x="4066" y="132"/>
                </a:lnTo>
                <a:lnTo>
                  <a:pt x="4065" y="132"/>
                </a:lnTo>
                <a:lnTo>
                  <a:pt x="4064" y="131"/>
                </a:lnTo>
                <a:lnTo>
                  <a:pt x="4063" y="131"/>
                </a:lnTo>
                <a:lnTo>
                  <a:pt x="4062" y="131"/>
                </a:lnTo>
                <a:lnTo>
                  <a:pt x="4062" y="130"/>
                </a:lnTo>
                <a:lnTo>
                  <a:pt x="4061" y="130"/>
                </a:lnTo>
                <a:lnTo>
                  <a:pt x="4060" y="130"/>
                </a:lnTo>
                <a:lnTo>
                  <a:pt x="4060" y="129"/>
                </a:lnTo>
                <a:lnTo>
                  <a:pt x="4059" y="129"/>
                </a:lnTo>
                <a:lnTo>
                  <a:pt x="4058" y="128"/>
                </a:lnTo>
                <a:lnTo>
                  <a:pt x="4057" y="128"/>
                </a:lnTo>
                <a:lnTo>
                  <a:pt x="4056" y="127"/>
                </a:lnTo>
                <a:lnTo>
                  <a:pt x="4055" y="127"/>
                </a:lnTo>
                <a:lnTo>
                  <a:pt x="4054" y="126"/>
                </a:lnTo>
                <a:lnTo>
                  <a:pt x="4053" y="126"/>
                </a:lnTo>
                <a:lnTo>
                  <a:pt x="4052" y="125"/>
                </a:lnTo>
                <a:lnTo>
                  <a:pt x="4051" y="125"/>
                </a:lnTo>
                <a:lnTo>
                  <a:pt x="4050" y="124"/>
                </a:lnTo>
                <a:lnTo>
                  <a:pt x="4049" y="124"/>
                </a:lnTo>
                <a:lnTo>
                  <a:pt x="4049" y="123"/>
                </a:lnTo>
                <a:lnTo>
                  <a:pt x="4048" y="123"/>
                </a:lnTo>
                <a:lnTo>
                  <a:pt x="4047" y="123"/>
                </a:lnTo>
                <a:lnTo>
                  <a:pt x="4046" y="122"/>
                </a:lnTo>
                <a:lnTo>
                  <a:pt x="4045" y="122"/>
                </a:lnTo>
                <a:lnTo>
                  <a:pt x="4045" y="121"/>
                </a:lnTo>
                <a:lnTo>
                  <a:pt x="4044" y="121"/>
                </a:lnTo>
                <a:lnTo>
                  <a:pt x="4043" y="121"/>
                </a:lnTo>
                <a:lnTo>
                  <a:pt x="4043" y="120"/>
                </a:lnTo>
                <a:lnTo>
                  <a:pt x="4042" y="120"/>
                </a:lnTo>
                <a:lnTo>
                  <a:pt x="4041" y="119"/>
                </a:lnTo>
                <a:lnTo>
                  <a:pt x="4040" y="119"/>
                </a:lnTo>
                <a:lnTo>
                  <a:pt x="4039" y="119"/>
                </a:lnTo>
                <a:lnTo>
                  <a:pt x="4039" y="118"/>
                </a:lnTo>
                <a:lnTo>
                  <a:pt x="4038" y="118"/>
                </a:lnTo>
                <a:lnTo>
                  <a:pt x="4037" y="118"/>
                </a:lnTo>
                <a:lnTo>
                  <a:pt x="4037" y="117"/>
                </a:lnTo>
                <a:lnTo>
                  <a:pt x="4036" y="117"/>
                </a:lnTo>
                <a:lnTo>
                  <a:pt x="4035" y="116"/>
                </a:lnTo>
                <a:lnTo>
                  <a:pt x="4034" y="116"/>
                </a:lnTo>
                <a:lnTo>
                  <a:pt x="4033" y="115"/>
                </a:lnTo>
                <a:lnTo>
                  <a:pt x="4032" y="115"/>
                </a:lnTo>
                <a:lnTo>
                  <a:pt x="4031" y="114"/>
                </a:lnTo>
                <a:lnTo>
                  <a:pt x="4030" y="114"/>
                </a:lnTo>
                <a:lnTo>
                  <a:pt x="4029" y="113"/>
                </a:lnTo>
                <a:lnTo>
                  <a:pt x="4028" y="113"/>
                </a:lnTo>
                <a:lnTo>
                  <a:pt x="4027" y="112"/>
                </a:lnTo>
                <a:lnTo>
                  <a:pt x="4026" y="112"/>
                </a:lnTo>
                <a:lnTo>
                  <a:pt x="4026" y="111"/>
                </a:lnTo>
                <a:lnTo>
                  <a:pt x="4025" y="111"/>
                </a:lnTo>
                <a:lnTo>
                  <a:pt x="4024" y="111"/>
                </a:lnTo>
                <a:lnTo>
                  <a:pt x="4023" y="110"/>
                </a:lnTo>
                <a:lnTo>
                  <a:pt x="4022" y="110"/>
                </a:lnTo>
                <a:lnTo>
                  <a:pt x="4022" y="109"/>
                </a:lnTo>
                <a:lnTo>
                  <a:pt x="4021" y="109"/>
                </a:lnTo>
                <a:lnTo>
                  <a:pt x="4020" y="109"/>
                </a:lnTo>
                <a:lnTo>
                  <a:pt x="4020" y="108"/>
                </a:lnTo>
                <a:lnTo>
                  <a:pt x="4019" y="108"/>
                </a:lnTo>
                <a:lnTo>
                  <a:pt x="4018" y="107"/>
                </a:lnTo>
                <a:lnTo>
                  <a:pt x="4017" y="107"/>
                </a:lnTo>
                <a:lnTo>
                  <a:pt x="4016" y="107"/>
                </a:lnTo>
                <a:lnTo>
                  <a:pt x="4016" y="106"/>
                </a:lnTo>
                <a:lnTo>
                  <a:pt x="4015" y="106"/>
                </a:lnTo>
                <a:lnTo>
                  <a:pt x="4014" y="105"/>
                </a:lnTo>
                <a:lnTo>
                  <a:pt x="4013" y="105"/>
                </a:lnTo>
                <a:lnTo>
                  <a:pt x="4012" y="104"/>
                </a:lnTo>
                <a:lnTo>
                  <a:pt x="4011" y="104"/>
                </a:lnTo>
                <a:lnTo>
                  <a:pt x="4010" y="103"/>
                </a:lnTo>
                <a:lnTo>
                  <a:pt x="4009" y="103"/>
                </a:lnTo>
                <a:lnTo>
                  <a:pt x="4008" y="102"/>
                </a:lnTo>
                <a:lnTo>
                  <a:pt x="4007" y="102"/>
                </a:lnTo>
                <a:lnTo>
                  <a:pt x="4006" y="101"/>
                </a:lnTo>
                <a:lnTo>
                  <a:pt x="4005" y="101"/>
                </a:lnTo>
                <a:lnTo>
                  <a:pt x="4005" y="100"/>
                </a:lnTo>
                <a:lnTo>
                  <a:pt x="4004" y="100"/>
                </a:lnTo>
                <a:lnTo>
                  <a:pt x="4003" y="100"/>
                </a:lnTo>
                <a:lnTo>
                  <a:pt x="4003" y="99"/>
                </a:lnTo>
                <a:lnTo>
                  <a:pt x="4002" y="99"/>
                </a:lnTo>
                <a:lnTo>
                  <a:pt x="4001" y="99"/>
                </a:lnTo>
                <a:lnTo>
                  <a:pt x="4000" y="98"/>
                </a:lnTo>
                <a:lnTo>
                  <a:pt x="3999" y="98"/>
                </a:lnTo>
                <a:lnTo>
                  <a:pt x="3999" y="97"/>
                </a:lnTo>
                <a:lnTo>
                  <a:pt x="3998" y="97"/>
                </a:lnTo>
                <a:lnTo>
                  <a:pt x="3997" y="96"/>
                </a:lnTo>
                <a:lnTo>
                  <a:pt x="3996" y="96"/>
                </a:lnTo>
                <a:lnTo>
                  <a:pt x="3995" y="95"/>
                </a:lnTo>
                <a:lnTo>
                  <a:pt x="3994" y="95"/>
                </a:lnTo>
                <a:lnTo>
                  <a:pt x="3993" y="95"/>
                </a:lnTo>
                <a:lnTo>
                  <a:pt x="3993" y="94"/>
                </a:lnTo>
                <a:lnTo>
                  <a:pt x="3992" y="94"/>
                </a:lnTo>
                <a:lnTo>
                  <a:pt x="3991" y="93"/>
                </a:lnTo>
                <a:lnTo>
                  <a:pt x="3990" y="93"/>
                </a:lnTo>
                <a:lnTo>
                  <a:pt x="3989" y="92"/>
                </a:lnTo>
                <a:lnTo>
                  <a:pt x="3988" y="92"/>
                </a:lnTo>
                <a:lnTo>
                  <a:pt x="3988" y="91"/>
                </a:lnTo>
                <a:lnTo>
                  <a:pt x="3987" y="91"/>
                </a:lnTo>
                <a:lnTo>
                  <a:pt x="3986" y="91"/>
                </a:lnTo>
                <a:lnTo>
                  <a:pt x="3985" y="90"/>
                </a:lnTo>
                <a:lnTo>
                  <a:pt x="3984" y="90"/>
                </a:lnTo>
                <a:lnTo>
                  <a:pt x="3983" y="89"/>
                </a:lnTo>
                <a:lnTo>
                  <a:pt x="3982" y="89"/>
                </a:lnTo>
                <a:lnTo>
                  <a:pt x="3982" y="88"/>
                </a:lnTo>
                <a:lnTo>
                  <a:pt x="3981" y="88"/>
                </a:lnTo>
                <a:lnTo>
                  <a:pt x="3980" y="88"/>
                </a:lnTo>
                <a:lnTo>
                  <a:pt x="3980" y="87"/>
                </a:lnTo>
                <a:lnTo>
                  <a:pt x="3979" y="87"/>
                </a:lnTo>
                <a:lnTo>
                  <a:pt x="3978" y="87"/>
                </a:lnTo>
                <a:lnTo>
                  <a:pt x="3978" y="86"/>
                </a:lnTo>
                <a:lnTo>
                  <a:pt x="3977" y="86"/>
                </a:lnTo>
                <a:lnTo>
                  <a:pt x="3976" y="86"/>
                </a:lnTo>
                <a:lnTo>
                  <a:pt x="3976" y="85"/>
                </a:lnTo>
                <a:lnTo>
                  <a:pt x="3975" y="85"/>
                </a:lnTo>
                <a:lnTo>
                  <a:pt x="3974" y="84"/>
                </a:lnTo>
                <a:lnTo>
                  <a:pt x="3973" y="84"/>
                </a:lnTo>
                <a:lnTo>
                  <a:pt x="3972" y="83"/>
                </a:lnTo>
                <a:lnTo>
                  <a:pt x="3971" y="83"/>
                </a:lnTo>
                <a:lnTo>
                  <a:pt x="3970" y="83"/>
                </a:lnTo>
                <a:lnTo>
                  <a:pt x="3970" y="82"/>
                </a:lnTo>
                <a:lnTo>
                  <a:pt x="3969" y="82"/>
                </a:lnTo>
                <a:lnTo>
                  <a:pt x="3968" y="81"/>
                </a:lnTo>
                <a:lnTo>
                  <a:pt x="3967" y="81"/>
                </a:lnTo>
                <a:lnTo>
                  <a:pt x="3966" y="80"/>
                </a:lnTo>
                <a:lnTo>
                  <a:pt x="3965" y="80"/>
                </a:lnTo>
                <a:lnTo>
                  <a:pt x="3965" y="79"/>
                </a:lnTo>
                <a:lnTo>
                  <a:pt x="3964" y="79"/>
                </a:lnTo>
                <a:lnTo>
                  <a:pt x="3963" y="79"/>
                </a:lnTo>
                <a:lnTo>
                  <a:pt x="3962" y="78"/>
                </a:lnTo>
                <a:lnTo>
                  <a:pt x="3961" y="78"/>
                </a:lnTo>
                <a:lnTo>
                  <a:pt x="3960" y="77"/>
                </a:lnTo>
                <a:lnTo>
                  <a:pt x="3959" y="77"/>
                </a:lnTo>
                <a:lnTo>
                  <a:pt x="3959" y="76"/>
                </a:lnTo>
                <a:lnTo>
                  <a:pt x="3958" y="76"/>
                </a:lnTo>
                <a:lnTo>
                  <a:pt x="3957" y="75"/>
                </a:lnTo>
                <a:lnTo>
                  <a:pt x="3956" y="75"/>
                </a:lnTo>
                <a:lnTo>
                  <a:pt x="3955" y="75"/>
                </a:lnTo>
                <a:lnTo>
                  <a:pt x="3955" y="74"/>
                </a:lnTo>
                <a:lnTo>
                  <a:pt x="3954" y="74"/>
                </a:lnTo>
                <a:lnTo>
                  <a:pt x="3953" y="74"/>
                </a:lnTo>
                <a:lnTo>
                  <a:pt x="3953" y="73"/>
                </a:lnTo>
                <a:lnTo>
                  <a:pt x="3952" y="73"/>
                </a:lnTo>
                <a:lnTo>
                  <a:pt x="3951" y="72"/>
                </a:lnTo>
                <a:lnTo>
                  <a:pt x="3950" y="72"/>
                </a:lnTo>
                <a:lnTo>
                  <a:pt x="3949" y="71"/>
                </a:lnTo>
                <a:lnTo>
                  <a:pt x="3948" y="71"/>
                </a:lnTo>
                <a:lnTo>
                  <a:pt x="3947" y="70"/>
                </a:lnTo>
                <a:lnTo>
                  <a:pt x="3946" y="70"/>
                </a:lnTo>
                <a:lnTo>
                  <a:pt x="3945" y="69"/>
                </a:lnTo>
                <a:lnTo>
                  <a:pt x="3944" y="69"/>
                </a:lnTo>
                <a:lnTo>
                  <a:pt x="3943" y="68"/>
                </a:lnTo>
                <a:lnTo>
                  <a:pt x="3942" y="68"/>
                </a:lnTo>
                <a:lnTo>
                  <a:pt x="3942" y="67"/>
                </a:lnTo>
                <a:lnTo>
                  <a:pt x="3941" y="67"/>
                </a:lnTo>
                <a:lnTo>
                  <a:pt x="3940" y="67"/>
                </a:lnTo>
                <a:lnTo>
                  <a:pt x="3939" y="66"/>
                </a:lnTo>
                <a:lnTo>
                  <a:pt x="3938" y="66"/>
                </a:lnTo>
                <a:lnTo>
                  <a:pt x="3938" y="65"/>
                </a:lnTo>
                <a:lnTo>
                  <a:pt x="3937" y="65"/>
                </a:lnTo>
                <a:lnTo>
                  <a:pt x="3936" y="65"/>
                </a:lnTo>
                <a:lnTo>
                  <a:pt x="3936" y="64"/>
                </a:lnTo>
                <a:lnTo>
                  <a:pt x="3935" y="64"/>
                </a:lnTo>
                <a:lnTo>
                  <a:pt x="3934" y="63"/>
                </a:lnTo>
                <a:lnTo>
                  <a:pt x="3933" y="63"/>
                </a:lnTo>
                <a:lnTo>
                  <a:pt x="3932" y="63"/>
                </a:lnTo>
                <a:lnTo>
                  <a:pt x="3932" y="62"/>
                </a:lnTo>
                <a:lnTo>
                  <a:pt x="3931" y="62"/>
                </a:lnTo>
                <a:lnTo>
                  <a:pt x="3930" y="61"/>
                </a:lnTo>
                <a:lnTo>
                  <a:pt x="3929" y="61"/>
                </a:lnTo>
                <a:lnTo>
                  <a:pt x="3928" y="60"/>
                </a:lnTo>
                <a:lnTo>
                  <a:pt x="3927" y="60"/>
                </a:lnTo>
                <a:lnTo>
                  <a:pt x="3926" y="59"/>
                </a:lnTo>
                <a:lnTo>
                  <a:pt x="3925" y="59"/>
                </a:lnTo>
                <a:lnTo>
                  <a:pt x="3924" y="58"/>
                </a:lnTo>
                <a:lnTo>
                  <a:pt x="3923" y="58"/>
                </a:lnTo>
                <a:lnTo>
                  <a:pt x="3922" y="57"/>
                </a:lnTo>
                <a:lnTo>
                  <a:pt x="3921" y="57"/>
                </a:lnTo>
                <a:lnTo>
                  <a:pt x="3921" y="56"/>
                </a:lnTo>
                <a:lnTo>
                  <a:pt x="3920" y="56"/>
                </a:lnTo>
                <a:lnTo>
                  <a:pt x="3919" y="56"/>
                </a:lnTo>
                <a:lnTo>
                  <a:pt x="3919" y="55"/>
                </a:lnTo>
                <a:lnTo>
                  <a:pt x="3918" y="55"/>
                </a:lnTo>
                <a:lnTo>
                  <a:pt x="3917" y="55"/>
                </a:lnTo>
                <a:lnTo>
                  <a:pt x="3916" y="54"/>
                </a:lnTo>
                <a:lnTo>
                  <a:pt x="3915" y="54"/>
                </a:lnTo>
                <a:lnTo>
                  <a:pt x="3915" y="53"/>
                </a:lnTo>
                <a:lnTo>
                  <a:pt x="3914" y="53"/>
                </a:lnTo>
                <a:lnTo>
                  <a:pt x="3913" y="53"/>
                </a:lnTo>
                <a:lnTo>
                  <a:pt x="3913" y="52"/>
                </a:lnTo>
                <a:lnTo>
                  <a:pt x="3912" y="52"/>
                </a:lnTo>
                <a:lnTo>
                  <a:pt x="3911" y="51"/>
                </a:lnTo>
                <a:lnTo>
                  <a:pt x="3910" y="51"/>
                </a:lnTo>
                <a:lnTo>
                  <a:pt x="3909" y="51"/>
                </a:lnTo>
                <a:lnTo>
                  <a:pt x="3909" y="50"/>
                </a:lnTo>
                <a:lnTo>
                  <a:pt x="3908" y="50"/>
                </a:lnTo>
                <a:lnTo>
                  <a:pt x="3907" y="49"/>
                </a:lnTo>
                <a:lnTo>
                  <a:pt x="3906" y="49"/>
                </a:lnTo>
                <a:lnTo>
                  <a:pt x="3905" y="48"/>
                </a:lnTo>
                <a:lnTo>
                  <a:pt x="3904" y="48"/>
                </a:lnTo>
                <a:lnTo>
                  <a:pt x="3903" y="47"/>
                </a:lnTo>
                <a:lnTo>
                  <a:pt x="3902" y="47"/>
                </a:lnTo>
                <a:lnTo>
                  <a:pt x="3902" y="46"/>
                </a:lnTo>
                <a:lnTo>
                  <a:pt x="3901" y="46"/>
                </a:lnTo>
                <a:lnTo>
                  <a:pt x="3900" y="46"/>
                </a:lnTo>
                <a:lnTo>
                  <a:pt x="3899" y="45"/>
                </a:lnTo>
                <a:lnTo>
                  <a:pt x="3898" y="45"/>
                </a:lnTo>
                <a:lnTo>
                  <a:pt x="3898" y="44"/>
                </a:lnTo>
                <a:lnTo>
                  <a:pt x="3897" y="44"/>
                </a:lnTo>
                <a:lnTo>
                  <a:pt x="3896" y="44"/>
                </a:lnTo>
                <a:lnTo>
                  <a:pt x="3896" y="43"/>
                </a:lnTo>
                <a:lnTo>
                  <a:pt x="3895" y="43"/>
                </a:lnTo>
                <a:lnTo>
                  <a:pt x="3894" y="42"/>
                </a:lnTo>
                <a:lnTo>
                  <a:pt x="3893" y="42"/>
                </a:lnTo>
                <a:lnTo>
                  <a:pt x="3892" y="42"/>
                </a:lnTo>
                <a:lnTo>
                  <a:pt x="3892" y="41"/>
                </a:lnTo>
                <a:lnTo>
                  <a:pt x="3891" y="41"/>
                </a:lnTo>
                <a:lnTo>
                  <a:pt x="3890" y="40"/>
                </a:lnTo>
                <a:lnTo>
                  <a:pt x="3889" y="40"/>
                </a:lnTo>
                <a:lnTo>
                  <a:pt x="3888" y="39"/>
                </a:lnTo>
                <a:lnTo>
                  <a:pt x="3887" y="39"/>
                </a:lnTo>
                <a:lnTo>
                  <a:pt x="3886" y="38"/>
                </a:lnTo>
                <a:lnTo>
                  <a:pt x="3885" y="38"/>
                </a:lnTo>
                <a:lnTo>
                  <a:pt x="3884" y="37"/>
                </a:lnTo>
                <a:lnTo>
                  <a:pt x="3883" y="37"/>
                </a:lnTo>
                <a:lnTo>
                  <a:pt x="3882" y="36"/>
                </a:lnTo>
                <a:lnTo>
                  <a:pt x="3881" y="36"/>
                </a:lnTo>
                <a:lnTo>
                  <a:pt x="3881" y="35"/>
                </a:lnTo>
                <a:lnTo>
                  <a:pt x="3880" y="35"/>
                </a:lnTo>
                <a:lnTo>
                  <a:pt x="3879" y="35"/>
                </a:lnTo>
                <a:lnTo>
                  <a:pt x="3879" y="34"/>
                </a:lnTo>
                <a:lnTo>
                  <a:pt x="3878" y="34"/>
                </a:lnTo>
                <a:lnTo>
                  <a:pt x="3877" y="34"/>
                </a:lnTo>
                <a:lnTo>
                  <a:pt x="3876" y="33"/>
                </a:lnTo>
                <a:lnTo>
                  <a:pt x="3875" y="33"/>
                </a:lnTo>
                <a:lnTo>
                  <a:pt x="3875" y="32"/>
                </a:lnTo>
                <a:lnTo>
                  <a:pt x="3874" y="32"/>
                </a:lnTo>
                <a:lnTo>
                  <a:pt x="3873" y="31"/>
                </a:lnTo>
                <a:lnTo>
                  <a:pt x="3872" y="31"/>
                </a:lnTo>
                <a:lnTo>
                  <a:pt x="3871" y="30"/>
                </a:lnTo>
                <a:lnTo>
                  <a:pt x="3870" y="30"/>
                </a:lnTo>
                <a:lnTo>
                  <a:pt x="3869" y="30"/>
                </a:lnTo>
                <a:lnTo>
                  <a:pt x="3869" y="29"/>
                </a:lnTo>
                <a:lnTo>
                  <a:pt x="3868" y="29"/>
                </a:lnTo>
                <a:lnTo>
                  <a:pt x="3867" y="28"/>
                </a:lnTo>
                <a:lnTo>
                  <a:pt x="3866" y="28"/>
                </a:lnTo>
                <a:lnTo>
                  <a:pt x="3865" y="27"/>
                </a:lnTo>
                <a:lnTo>
                  <a:pt x="3864" y="27"/>
                </a:lnTo>
                <a:lnTo>
                  <a:pt x="3864" y="26"/>
                </a:lnTo>
                <a:lnTo>
                  <a:pt x="3863" y="26"/>
                </a:lnTo>
                <a:lnTo>
                  <a:pt x="3862" y="26"/>
                </a:lnTo>
                <a:lnTo>
                  <a:pt x="3861" y="25"/>
                </a:lnTo>
                <a:lnTo>
                  <a:pt x="3860" y="25"/>
                </a:lnTo>
                <a:lnTo>
                  <a:pt x="3859" y="24"/>
                </a:lnTo>
                <a:lnTo>
                  <a:pt x="3858" y="24"/>
                </a:lnTo>
                <a:lnTo>
                  <a:pt x="3858" y="23"/>
                </a:lnTo>
                <a:lnTo>
                  <a:pt x="3857" y="23"/>
                </a:lnTo>
                <a:lnTo>
                  <a:pt x="3856" y="23"/>
                </a:lnTo>
                <a:lnTo>
                  <a:pt x="3856" y="22"/>
                </a:lnTo>
                <a:lnTo>
                  <a:pt x="3855" y="22"/>
                </a:lnTo>
                <a:lnTo>
                  <a:pt x="3854" y="22"/>
                </a:lnTo>
                <a:lnTo>
                  <a:pt x="3854" y="21"/>
                </a:lnTo>
                <a:lnTo>
                  <a:pt x="3853" y="21"/>
                </a:lnTo>
                <a:lnTo>
                  <a:pt x="3852" y="21"/>
                </a:lnTo>
                <a:lnTo>
                  <a:pt x="3852" y="20"/>
                </a:lnTo>
                <a:lnTo>
                  <a:pt x="3851" y="20"/>
                </a:lnTo>
                <a:lnTo>
                  <a:pt x="3850" y="19"/>
                </a:lnTo>
                <a:lnTo>
                  <a:pt x="3849" y="19"/>
                </a:lnTo>
                <a:lnTo>
                  <a:pt x="3848" y="18"/>
                </a:lnTo>
                <a:lnTo>
                  <a:pt x="3847" y="18"/>
                </a:lnTo>
                <a:lnTo>
                  <a:pt x="3846" y="18"/>
                </a:lnTo>
                <a:lnTo>
                  <a:pt x="3846" y="17"/>
                </a:lnTo>
                <a:lnTo>
                  <a:pt x="3845" y="17"/>
                </a:lnTo>
                <a:lnTo>
                  <a:pt x="3844" y="16"/>
                </a:lnTo>
                <a:lnTo>
                  <a:pt x="3843" y="16"/>
                </a:lnTo>
                <a:lnTo>
                  <a:pt x="3842" y="15"/>
                </a:lnTo>
                <a:lnTo>
                  <a:pt x="3841" y="15"/>
                </a:lnTo>
                <a:lnTo>
                  <a:pt x="3841" y="14"/>
                </a:lnTo>
                <a:lnTo>
                  <a:pt x="3840" y="14"/>
                </a:lnTo>
                <a:lnTo>
                  <a:pt x="3839" y="14"/>
                </a:lnTo>
                <a:lnTo>
                  <a:pt x="3838" y="13"/>
                </a:lnTo>
                <a:lnTo>
                  <a:pt x="3837" y="13"/>
                </a:lnTo>
                <a:lnTo>
                  <a:pt x="3836" y="12"/>
                </a:lnTo>
                <a:lnTo>
                  <a:pt x="3835" y="12"/>
                </a:lnTo>
                <a:lnTo>
                  <a:pt x="3835" y="11"/>
                </a:lnTo>
                <a:lnTo>
                  <a:pt x="3834" y="11"/>
                </a:lnTo>
                <a:lnTo>
                  <a:pt x="3833" y="10"/>
                </a:lnTo>
                <a:lnTo>
                  <a:pt x="3832" y="10"/>
                </a:lnTo>
                <a:lnTo>
                  <a:pt x="3831" y="10"/>
                </a:lnTo>
                <a:lnTo>
                  <a:pt x="3831" y="9"/>
                </a:lnTo>
                <a:lnTo>
                  <a:pt x="3830" y="9"/>
                </a:lnTo>
                <a:lnTo>
                  <a:pt x="3829" y="9"/>
                </a:lnTo>
                <a:lnTo>
                  <a:pt x="3829" y="8"/>
                </a:lnTo>
                <a:lnTo>
                  <a:pt x="3827" y="8"/>
                </a:lnTo>
                <a:lnTo>
                  <a:pt x="3826" y="7"/>
                </a:lnTo>
                <a:lnTo>
                  <a:pt x="3825" y="7"/>
                </a:lnTo>
                <a:lnTo>
                  <a:pt x="3824" y="6"/>
                </a:lnTo>
                <a:lnTo>
                  <a:pt x="3823" y="6"/>
                </a:lnTo>
                <a:lnTo>
                  <a:pt x="3822" y="5"/>
                </a:lnTo>
                <a:lnTo>
                  <a:pt x="3821" y="5"/>
                </a:lnTo>
                <a:lnTo>
                  <a:pt x="3820" y="4"/>
                </a:lnTo>
                <a:lnTo>
                  <a:pt x="3819" y="4"/>
                </a:lnTo>
                <a:lnTo>
                  <a:pt x="3818" y="3"/>
                </a:lnTo>
                <a:lnTo>
                  <a:pt x="3817" y="3"/>
                </a:lnTo>
                <a:lnTo>
                  <a:pt x="3817" y="2"/>
                </a:lnTo>
                <a:lnTo>
                  <a:pt x="3816" y="2"/>
                </a:lnTo>
                <a:lnTo>
                  <a:pt x="3815" y="2"/>
                </a:lnTo>
                <a:lnTo>
                  <a:pt x="3814" y="1"/>
                </a:lnTo>
                <a:lnTo>
                  <a:pt x="3813" y="1"/>
                </a:lnTo>
                <a:lnTo>
                  <a:pt x="3813" y="0"/>
                </a:lnTo>
                <a:lnTo>
                  <a:pt x="3812" y="0"/>
                </a:lnTo>
                <a:lnTo>
                  <a:pt x="3811" y="24"/>
                </a:lnTo>
                <a:lnTo>
                  <a:pt x="3810" y="23"/>
                </a:lnTo>
                <a:lnTo>
                  <a:pt x="3809" y="23"/>
                </a:lnTo>
                <a:lnTo>
                  <a:pt x="3808" y="22"/>
                </a:lnTo>
                <a:lnTo>
                  <a:pt x="3807" y="22"/>
                </a:lnTo>
                <a:lnTo>
                  <a:pt x="3806" y="21"/>
                </a:lnTo>
                <a:lnTo>
                  <a:pt x="3805" y="21"/>
                </a:lnTo>
                <a:lnTo>
                  <a:pt x="3804" y="20"/>
                </a:lnTo>
                <a:lnTo>
                  <a:pt x="3803" y="20"/>
                </a:lnTo>
                <a:lnTo>
                  <a:pt x="3803" y="19"/>
                </a:lnTo>
                <a:lnTo>
                  <a:pt x="3802" y="19"/>
                </a:lnTo>
                <a:lnTo>
                  <a:pt x="3801" y="19"/>
                </a:lnTo>
                <a:lnTo>
                  <a:pt x="3801" y="18"/>
                </a:lnTo>
                <a:lnTo>
                  <a:pt x="3800" y="18"/>
                </a:lnTo>
                <a:lnTo>
                  <a:pt x="3799" y="18"/>
                </a:lnTo>
                <a:lnTo>
                  <a:pt x="3798" y="17"/>
                </a:lnTo>
                <a:lnTo>
                  <a:pt x="3797" y="17"/>
                </a:lnTo>
                <a:lnTo>
                  <a:pt x="3797" y="16"/>
                </a:lnTo>
                <a:lnTo>
                  <a:pt x="3796" y="16"/>
                </a:lnTo>
                <a:lnTo>
                  <a:pt x="3795" y="15"/>
                </a:lnTo>
                <a:lnTo>
                  <a:pt x="3794" y="15"/>
                </a:lnTo>
                <a:lnTo>
                  <a:pt x="3793" y="14"/>
                </a:lnTo>
                <a:lnTo>
                  <a:pt x="3792" y="14"/>
                </a:lnTo>
                <a:lnTo>
                  <a:pt x="3791" y="14"/>
                </a:lnTo>
                <a:lnTo>
                  <a:pt x="3791" y="13"/>
                </a:lnTo>
                <a:lnTo>
                  <a:pt x="3790" y="13"/>
                </a:lnTo>
                <a:lnTo>
                  <a:pt x="3789" y="12"/>
                </a:lnTo>
                <a:lnTo>
                  <a:pt x="3788" y="12"/>
                </a:lnTo>
                <a:lnTo>
                  <a:pt x="3787" y="11"/>
                </a:lnTo>
                <a:lnTo>
                  <a:pt x="3786" y="11"/>
                </a:lnTo>
                <a:lnTo>
                  <a:pt x="3786" y="10"/>
                </a:lnTo>
                <a:lnTo>
                  <a:pt x="3785" y="10"/>
                </a:lnTo>
                <a:lnTo>
                  <a:pt x="3784" y="10"/>
                </a:lnTo>
                <a:lnTo>
                  <a:pt x="3783" y="9"/>
                </a:lnTo>
                <a:lnTo>
                  <a:pt x="3782" y="33"/>
                </a:lnTo>
                <a:lnTo>
                  <a:pt x="3781" y="33"/>
                </a:lnTo>
                <a:lnTo>
                  <a:pt x="3780" y="32"/>
                </a:lnTo>
                <a:lnTo>
                  <a:pt x="3779" y="32"/>
                </a:lnTo>
                <a:lnTo>
                  <a:pt x="3778" y="31"/>
                </a:lnTo>
                <a:lnTo>
                  <a:pt x="3777" y="31"/>
                </a:lnTo>
                <a:lnTo>
                  <a:pt x="3777" y="30"/>
                </a:lnTo>
                <a:lnTo>
                  <a:pt x="3776" y="30"/>
                </a:lnTo>
                <a:lnTo>
                  <a:pt x="3775" y="30"/>
                </a:lnTo>
                <a:lnTo>
                  <a:pt x="3774" y="29"/>
                </a:lnTo>
                <a:lnTo>
                  <a:pt x="3773" y="29"/>
                </a:lnTo>
                <a:lnTo>
                  <a:pt x="3773" y="28"/>
                </a:lnTo>
                <a:lnTo>
                  <a:pt x="3772" y="53"/>
                </a:lnTo>
                <a:lnTo>
                  <a:pt x="3771" y="52"/>
                </a:lnTo>
                <a:lnTo>
                  <a:pt x="3770" y="52"/>
                </a:lnTo>
                <a:lnTo>
                  <a:pt x="3769" y="51"/>
                </a:lnTo>
                <a:lnTo>
                  <a:pt x="3768" y="51"/>
                </a:lnTo>
                <a:lnTo>
                  <a:pt x="3768" y="75"/>
                </a:lnTo>
                <a:lnTo>
                  <a:pt x="3767" y="75"/>
                </a:lnTo>
                <a:lnTo>
                  <a:pt x="3766" y="74"/>
                </a:lnTo>
                <a:lnTo>
                  <a:pt x="3765" y="74"/>
                </a:lnTo>
                <a:lnTo>
                  <a:pt x="3764" y="74"/>
                </a:lnTo>
                <a:lnTo>
                  <a:pt x="3764" y="73"/>
                </a:lnTo>
                <a:lnTo>
                  <a:pt x="3763" y="73"/>
                </a:lnTo>
                <a:lnTo>
                  <a:pt x="3762" y="72"/>
                </a:lnTo>
                <a:lnTo>
                  <a:pt x="3761" y="72"/>
                </a:lnTo>
                <a:lnTo>
                  <a:pt x="3760" y="71"/>
                </a:lnTo>
                <a:lnTo>
                  <a:pt x="3759" y="71"/>
                </a:lnTo>
                <a:lnTo>
                  <a:pt x="3759" y="70"/>
                </a:lnTo>
                <a:lnTo>
                  <a:pt x="3758" y="70"/>
                </a:lnTo>
                <a:lnTo>
                  <a:pt x="3757" y="70"/>
                </a:lnTo>
                <a:lnTo>
                  <a:pt x="3756" y="69"/>
                </a:lnTo>
                <a:lnTo>
                  <a:pt x="3755" y="69"/>
                </a:lnTo>
                <a:lnTo>
                  <a:pt x="3754" y="68"/>
                </a:lnTo>
                <a:lnTo>
                  <a:pt x="3753" y="68"/>
                </a:lnTo>
                <a:lnTo>
                  <a:pt x="3753" y="67"/>
                </a:lnTo>
                <a:lnTo>
                  <a:pt x="3752" y="67"/>
                </a:lnTo>
                <a:lnTo>
                  <a:pt x="3751" y="67"/>
                </a:lnTo>
                <a:lnTo>
                  <a:pt x="3751" y="66"/>
                </a:lnTo>
                <a:lnTo>
                  <a:pt x="3750" y="66"/>
                </a:lnTo>
                <a:lnTo>
                  <a:pt x="3749" y="66"/>
                </a:lnTo>
                <a:lnTo>
                  <a:pt x="3749" y="65"/>
                </a:lnTo>
                <a:lnTo>
                  <a:pt x="3748" y="65"/>
                </a:lnTo>
                <a:lnTo>
                  <a:pt x="3747" y="65"/>
                </a:lnTo>
                <a:lnTo>
                  <a:pt x="3747" y="64"/>
                </a:lnTo>
                <a:lnTo>
                  <a:pt x="3746" y="64"/>
                </a:lnTo>
                <a:lnTo>
                  <a:pt x="3745" y="63"/>
                </a:lnTo>
                <a:lnTo>
                  <a:pt x="3744" y="63"/>
                </a:lnTo>
                <a:lnTo>
                  <a:pt x="3743" y="62"/>
                </a:lnTo>
                <a:lnTo>
                  <a:pt x="3742" y="62"/>
                </a:lnTo>
                <a:lnTo>
                  <a:pt x="3741" y="62"/>
                </a:lnTo>
                <a:lnTo>
                  <a:pt x="3741" y="61"/>
                </a:lnTo>
                <a:lnTo>
                  <a:pt x="3740" y="61"/>
                </a:lnTo>
                <a:lnTo>
                  <a:pt x="3739" y="60"/>
                </a:lnTo>
                <a:lnTo>
                  <a:pt x="3739" y="85"/>
                </a:lnTo>
                <a:lnTo>
                  <a:pt x="3738" y="85"/>
                </a:lnTo>
                <a:lnTo>
                  <a:pt x="3737" y="85"/>
                </a:lnTo>
                <a:lnTo>
                  <a:pt x="3737" y="84"/>
                </a:lnTo>
                <a:lnTo>
                  <a:pt x="3736" y="84"/>
                </a:lnTo>
                <a:lnTo>
                  <a:pt x="3735" y="83"/>
                </a:lnTo>
                <a:lnTo>
                  <a:pt x="3734" y="83"/>
                </a:lnTo>
                <a:lnTo>
                  <a:pt x="3733" y="82"/>
                </a:lnTo>
                <a:lnTo>
                  <a:pt x="3732" y="82"/>
                </a:lnTo>
                <a:lnTo>
                  <a:pt x="3731" y="81"/>
                </a:lnTo>
                <a:lnTo>
                  <a:pt x="3730" y="81"/>
                </a:lnTo>
                <a:lnTo>
                  <a:pt x="3729" y="80"/>
                </a:lnTo>
                <a:lnTo>
                  <a:pt x="3728" y="80"/>
                </a:lnTo>
                <a:lnTo>
                  <a:pt x="3727" y="79"/>
                </a:lnTo>
                <a:lnTo>
                  <a:pt x="3726" y="79"/>
                </a:lnTo>
                <a:lnTo>
                  <a:pt x="3726" y="78"/>
                </a:lnTo>
                <a:lnTo>
                  <a:pt x="3725" y="78"/>
                </a:lnTo>
                <a:lnTo>
                  <a:pt x="3724" y="78"/>
                </a:lnTo>
                <a:lnTo>
                  <a:pt x="3724" y="77"/>
                </a:lnTo>
                <a:lnTo>
                  <a:pt x="3723" y="77"/>
                </a:lnTo>
                <a:lnTo>
                  <a:pt x="3722" y="77"/>
                </a:lnTo>
                <a:lnTo>
                  <a:pt x="3721" y="76"/>
                </a:lnTo>
                <a:lnTo>
                  <a:pt x="3720" y="76"/>
                </a:lnTo>
                <a:lnTo>
                  <a:pt x="3720" y="75"/>
                </a:lnTo>
                <a:lnTo>
                  <a:pt x="3719" y="75"/>
                </a:lnTo>
                <a:lnTo>
                  <a:pt x="3718" y="74"/>
                </a:lnTo>
                <a:lnTo>
                  <a:pt x="3717" y="74"/>
                </a:lnTo>
                <a:lnTo>
                  <a:pt x="3716" y="73"/>
                </a:lnTo>
                <a:lnTo>
                  <a:pt x="3715" y="73"/>
                </a:lnTo>
                <a:lnTo>
                  <a:pt x="3714" y="73"/>
                </a:lnTo>
                <a:lnTo>
                  <a:pt x="3714" y="72"/>
                </a:lnTo>
                <a:lnTo>
                  <a:pt x="3713" y="72"/>
                </a:lnTo>
                <a:lnTo>
                  <a:pt x="3712" y="97"/>
                </a:lnTo>
                <a:lnTo>
                  <a:pt x="3711" y="97"/>
                </a:lnTo>
                <a:lnTo>
                  <a:pt x="3711" y="96"/>
                </a:lnTo>
                <a:lnTo>
                  <a:pt x="3710" y="96"/>
                </a:lnTo>
                <a:lnTo>
                  <a:pt x="3709" y="95"/>
                </a:lnTo>
                <a:lnTo>
                  <a:pt x="3708" y="95"/>
                </a:lnTo>
                <a:lnTo>
                  <a:pt x="3707" y="94"/>
                </a:lnTo>
                <a:lnTo>
                  <a:pt x="3706" y="94"/>
                </a:lnTo>
                <a:lnTo>
                  <a:pt x="3706" y="93"/>
                </a:lnTo>
                <a:lnTo>
                  <a:pt x="3705" y="93"/>
                </a:lnTo>
                <a:lnTo>
                  <a:pt x="3704" y="93"/>
                </a:lnTo>
                <a:lnTo>
                  <a:pt x="3703" y="92"/>
                </a:lnTo>
                <a:lnTo>
                  <a:pt x="3702" y="92"/>
                </a:lnTo>
                <a:lnTo>
                  <a:pt x="3701" y="91"/>
                </a:lnTo>
                <a:lnTo>
                  <a:pt x="3700" y="91"/>
                </a:lnTo>
                <a:lnTo>
                  <a:pt x="3700" y="90"/>
                </a:lnTo>
                <a:lnTo>
                  <a:pt x="3699" y="90"/>
                </a:lnTo>
                <a:lnTo>
                  <a:pt x="3698" y="89"/>
                </a:lnTo>
                <a:lnTo>
                  <a:pt x="3697" y="89"/>
                </a:lnTo>
                <a:lnTo>
                  <a:pt x="3696" y="89"/>
                </a:lnTo>
                <a:lnTo>
                  <a:pt x="3696" y="88"/>
                </a:lnTo>
                <a:lnTo>
                  <a:pt x="3695" y="88"/>
                </a:lnTo>
                <a:lnTo>
                  <a:pt x="3694" y="88"/>
                </a:lnTo>
                <a:lnTo>
                  <a:pt x="3694" y="87"/>
                </a:lnTo>
                <a:lnTo>
                  <a:pt x="3693" y="87"/>
                </a:lnTo>
                <a:lnTo>
                  <a:pt x="3692" y="86"/>
                </a:lnTo>
                <a:lnTo>
                  <a:pt x="3691" y="86"/>
                </a:lnTo>
                <a:lnTo>
                  <a:pt x="3690" y="85"/>
                </a:lnTo>
                <a:lnTo>
                  <a:pt x="3689" y="85"/>
                </a:lnTo>
                <a:lnTo>
                  <a:pt x="3688" y="84"/>
                </a:lnTo>
                <a:lnTo>
                  <a:pt x="3687" y="84"/>
                </a:lnTo>
                <a:lnTo>
                  <a:pt x="3686" y="83"/>
                </a:lnTo>
                <a:lnTo>
                  <a:pt x="3685" y="83"/>
                </a:lnTo>
                <a:lnTo>
                  <a:pt x="3684" y="82"/>
                </a:lnTo>
                <a:lnTo>
                  <a:pt x="3683" y="82"/>
                </a:lnTo>
                <a:lnTo>
                  <a:pt x="3683" y="81"/>
                </a:lnTo>
                <a:lnTo>
                  <a:pt x="3682" y="81"/>
                </a:lnTo>
                <a:lnTo>
                  <a:pt x="3681" y="81"/>
                </a:lnTo>
                <a:lnTo>
                  <a:pt x="3680" y="80"/>
                </a:lnTo>
                <a:lnTo>
                  <a:pt x="3679" y="80"/>
                </a:lnTo>
                <a:lnTo>
                  <a:pt x="3679" y="79"/>
                </a:lnTo>
                <a:lnTo>
                  <a:pt x="3678" y="79"/>
                </a:lnTo>
                <a:lnTo>
                  <a:pt x="3677" y="79"/>
                </a:lnTo>
                <a:lnTo>
                  <a:pt x="3677" y="78"/>
                </a:lnTo>
                <a:lnTo>
                  <a:pt x="3676" y="78"/>
                </a:lnTo>
                <a:lnTo>
                  <a:pt x="3675" y="77"/>
                </a:lnTo>
                <a:lnTo>
                  <a:pt x="3674" y="77"/>
                </a:lnTo>
                <a:lnTo>
                  <a:pt x="3673" y="77"/>
                </a:lnTo>
                <a:lnTo>
                  <a:pt x="3673" y="76"/>
                </a:lnTo>
                <a:lnTo>
                  <a:pt x="3672" y="76"/>
                </a:lnTo>
                <a:lnTo>
                  <a:pt x="3671" y="75"/>
                </a:lnTo>
                <a:lnTo>
                  <a:pt x="3670" y="75"/>
                </a:lnTo>
                <a:lnTo>
                  <a:pt x="3669" y="74"/>
                </a:lnTo>
                <a:lnTo>
                  <a:pt x="3668" y="74"/>
                </a:lnTo>
                <a:lnTo>
                  <a:pt x="3667" y="73"/>
                </a:lnTo>
                <a:lnTo>
                  <a:pt x="3666" y="73"/>
                </a:lnTo>
                <a:lnTo>
                  <a:pt x="3665" y="72"/>
                </a:lnTo>
                <a:lnTo>
                  <a:pt x="3664" y="72"/>
                </a:lnTo>
                <a:lnTo>
                  <a:pt x="3663" y="71"/>
                </a:lnTo>
                <a:lnTo>
                  <a:pt x="3662" y="71"/>
                </a:lnTo>
                <a:lnTo>
                  <a:pt x="3662" y="70"/>
                </a:lnTo>
                <a:lnTo>
                  <a:pt x="3661" y="70"/>
                </a:lnTo>
                <a:lnTo>
                  <a:pt x="3660" y="70"/>
                </a:lnTo>
                <a:lnTo>
                  <a:pt x="3660" y="69"/>
                </a:lnTo>
                <a:lnTo>
                  <a:pt x="3659" y="69"/>
                </a:lnTo>
                <a:lnTo>
                  <a:pt x="3658" y="69"/>
                </a:lnTo>
                <a:lnTo>
                  <a:pt x="3657" y="68"/>
                </a:lnTo>
                <a:lnTo>
                  <a:pt x="3656" y="68"/>
                </a:lnTo>
                <a:lnTo>
                  <a:pt x="3656" y="67"/>
                </a:lnTo>
                <a:lnTo>
                  <a:pt x="3655" y="67"/>
                </a:lnTo>
                <a:lnTo>
                  <a:pt x="3654" y="67"/>
                </a:lnTo>
                <a:lnTo>
                  <a:pt x="3654" y="66"/>
                </a:lnTo>
                <a:lnTo>
                  <a:pt x="3653" y="66"/>
                </a:lnTo>
                <a:lnTo>
                  <a:pt x="3652" y="65"/>
                </a:lnTo>
                <a:lnTo>
                  <a:pt x="3651" y="65"/>
                </a:lnTo>
                <a:lnTo>
                  <a:pt x="3650" y="65"/>
                </a:lnTo>
                <a:lnTo>
                  <a:pt x="3650" y="64"/>
                </a:lnTo>
                <a:lnTo>
                  <a:pt x="3649" y="64"/>
                </a:lnTo>
                <a:lnTo>
                  <a:pt x="3648" y="63"/>
                </a:lnTo>
                <a:lnTo>
                  <a:pt x="3647" y="63"/>
                </a:lnTo>
                <a:lnTo>
                  <a:pt x="3646" y="62"/>
                </a:lnTo>
                <a:lnTo>
                  <a:pt x="3645" y="62"/>
                </a:lnTo>
                <a:lnTo>
                  <a:pt x="3644" y="61"/>
                </a:lnTo>
                <a:lnTo>
                  <a:pt x="3643" y="61"/>
                </a:lnTo>
                <a:lnTo>
                  <a:pt x="3642" y="60"/>
                </a:lnTo>
                <a:lnTo>
                  <a:pt x="3641" y="60"/>
                </a:lnTo>
                <a:lnTo>
                  <a:pt x="3640" y="59"/>
                </a:lnTo>
                <a:lnTo>
                  <a:pt x="3639" y="59"/>
                </a:lnTo>
                <a:lnTo>
                  <a:pt x="3639" y="58"/>
                </a:lnTo>
                <a:lnTo>
                  <a:pt x="3638" y="58"/>
                </a:lnTo>
                <a:lnTo>
                  <a:pt x="3637" y="58"/>
                </a:lnTo>
                <a:lnTo>
                  <a:pt x="3637" y="57"/>
                </a:lnTo>
                <a:lnTo>
                  <a:pt x="3636" y="57"/>
                </a:lnTo>
                <a:lnTo>
                  <a:pt x="3635" y="57"/>
                </a:lnTo>
                <a:lnTo>
                  <a:pt x="3634" y="56"/>
                </a:lnTo>
                <a:lnTo>
                  <a:pt x="3633" y="56"/>
                </a:lnTo>
                <a:lnTo>
                  <a:pt x="3633" y="55"/>
                </a:lnTo>
                <a:lnTo>
                  <a:pt x="3632" y="55"/>
                </a:lnTo>
                <a:lnTo>
                  <a:pt x="3631" y="54"/>
                </a:lnTo>
                <a:lnTo>
                  <a:pt x="3630" y="54"/>
                </a:lnTo>
                <a:lnTo>
                  <a:pt x="3629" y="53"/>
                </a:lnTo>
                <a:lnTo>
                  <a:pt x="3628" y="53"/>
                </a:lnTo>
                <a:lnTo>
                  <a:pt x="3627" y="52"/>
                </a:lnTo>
                <a:lnTo>
                  <a:pt x="3626" y="52"/>
                </a:lnTo>
                <a:lnTo>
                  <a:pt x="3625" y="51"/>
                </a:lnTo>
                <a:lnTo>
                  <a:pt x="3624" y="51"/>
                </a:lnTo>
                <a:lnTo>
                  <a:pt x="3623" y="50"/>
                </a:lnTo>
                <a:lnTo>
                  <a:pt x="3622" y="50"/>
                </a:lnTo>
                <a:lnTo>
                  <a:pt x="3622" y="49"/>
                </a:lnTo>
                <a:lnTo>
                  <a:pt x="3621" y="49"/>
                </a:lnTo>
                <a:lnTo>
                  <a:pt x="3620" y="49"/>
                </a:lnTo>
                <a:lnTo>
                  <a:pt x="3620" y="48"/>
                </a:lnTo>
                <a:lnTo>
                  <a:pt x="3619" y="48"/>
                </a:lnTo>
                <a:lnTo>
                  <a:pt x="3618" y="48"/>
                </a:lnTo>
                <a:lnTo>
                  <a:pt x="3617" y="47"/>
                </a:lnTo>
                <a:lnTo>
                  <a:pt x="3616" y="47"/>
                </a:lnTo>
                <a:lnTo>
                  <a:pt x="3616" y="46"/>
                </a:lnTo>
                <a:lnTo>
                  <a:pt x="3615" y="46"/>
                </a:lnTo>
                <a:lnTo>
                  <a:pt x="3614" y="45"/>
                </a:lnTo>
                <a:lnTo>
                  <a:pt x="3613" y="45"/>
                </a:lnTo>
                <a:lnTo>
                  <a:pt x="3612" y="44"/>
                </a:lnTo>
                <a:lnTo>
                  <a:pt x="3611" y="44"/>
                </a:lnTo>
                <a:lnTo>
                  <a:pt x="3610" y="44"/>
                </a:lnTo>
                <a:lnTo>
                  <a:pt x="3610" y="43"/>
                </a:lnTo>
                <a:lnTo>
                  <a:pt x="3609" y="70"/>
                </a:lnTo>
                <a:lnTo>
                  <a:pt x="3608" y="69"/>
                </a:lnTo>
                <a:lnTo>
                  <a:pt x="3607" y="69"/>
                </a:lnTo>
                <a:lnTo>
                  <a:pt x="3606" y="68"/>
                </a:lnTo>
                <a:lnTo>
                  <a:pt x="3605" y="68"/>
                </a:lnTo>
                <a:lnTo>
                  <a:pt x="3605" y="67"/>
                </a:lnTo>
                <a:lnTo>
                  <a:pt x="3604" y="67"/>
                </a:lnTo>
                <a:lnTo>
                  <a:pt x="3603" y="67"/>
                </a:lnTo>
                <a:lnTo>
                  <a:pt x="3603" y="66"/>
                </a:lnTo>
                <a:lnTo>
                  <a:pt x="3602" y="66"/>
                </a:lnTo>
                <a:lnTo>
                  <a:pt x="3601" y="66"/>
                </a:lnTo>
                <a:lnTo>
                  <a:pt x="3600" y="65"/>
                </a:lnTo>
                <a:lnTo>
                  <a:pt x="3599" y="65"/>
                </a:lnTo>
                <a:lnTo>
                  <a:pt x="3599" y="64"/>
                </a:lnTo>
                <a:lnTo>
                  <a:pt x="3598" y="64"/>
                </a:lnTo>
                <a:lnTo>
                  <a:pt x="3597" y="64"/>
                </a:lnTo>
                <a:lnTo>
                  <a:pt x="3597" y="63"/>
                </a:lnTo>
                <a:lnTo>
                  <a:pt x="3596" y="63"/>
                </a:lnTo>
                <a:lnTo>
                  <a:pt x="3595" y="62"/>
                </a:lnTo>
                <a:lnTo>
                  <a:pt x="3594" y="62"/>
                </a:lnTo>
                <a:lnTo>
                  <a:pt x="3593" y="62"/>
                </a:lnTo>
                <a:lnTo>
                  <a:pt x="3593" y="61"/>
                </a:lnTo>
                <a:lnTo>
                  <a:pt x="3592" y="61"/>
                </a:lnTo>
                <a:lnTo>
                  <a:pt x="3591" y="60"/>
                </a:lnTo>
                <a:lnTo>
                  <a:pt x="3590" y="60"/>
                </a:lnTo>
                <a:lnTo>
                  <a:pt x="3589" y="59"/>
                </a:lnTo>
                <a:lnTo>
                  <a:pt x="3588" y="59"/>
                </a:lnTo>
                <a:lnTo>
                  <a:pt x="3587" y="58"/>
                </a:lnTo>
                <a:lnTo>
                  <a:pt x="3586" y="58"/>
                </a:lnTo>
                <a:lnTo>
                  <a:pt x="3585" y="57"/>
                </a:lnTo>
                <a:lnTo>
                  <a:pt x="3584" y="57"/>
                </a:lnTo>
                <a:lnTo>
                  <a:pt x="3583" y="56"/>
                </a:lnTo>
                <a:lnTo>
                  <a:pt x="3582" y="56"/>
                </a:lnTo>
                <a:lnTo>
                  <a:pt x="3582" y="55"/>
                </a:lnTo>
                <a:lnTo>
                  <a:pt x="3581" y="55"/>
                </a:lnTo>
                <a:lnTo>
                  <a:pt x="3580" y="55"/>
                </a:lnTo>
                <a:lnTo>
                  <a:pt x="3580" y="54"/>
                </a:lnTo>
                <a:lnTo>
                  <a:pt x="3579" y="54"/>
                </a:lnTo>
                <a:lnTo>
                  <a:pt x="3578" y="54"/>
                </a:lnTo>
                <a:lnTo>
                  <a:pt x="3577" y="53"/>
                </a:lnTo>
                <a:lnTo>
                  <a:pt x="3576" y="53"/>
                </a:lnTo>
                <a:lnTo>
                  <a:pt x="3576" y="52"/>
                </a:lnTo>
                <a:lnTo>
                  <a:pt x="3575" y="52"/>
                </a:lnTo>
                <a:lnTo>
                  <a:pt x="3574" y="51"/>
                </a:lnTo>
                <a:lnTo>
                  <a:pt x="3573" y="51"/>
                </a:lnTo>
                <a:lnTo>
                  <a:pt x="3572" y="50"/>
                </a:lnTo>
                <a:lnTo>
                  <a:pt x="3571" y="50"/>
                </a:lnTo>
                <a:lnTo>
                  <a:pt x="3570" y="50"/>
                </a:lnTo>
                <a:lnTo>
                  <a:pt x="3570" y="49"/>
                </a:lnTo>
                <a:lnTo>
                  <a:pt x="3569" y="49"/>
                </a:lnTo>
                <a:lnTo>
                  <a:pt x="3568" y="48"/>
                </a:lnTo>
                <a:lnTo>
                  <a:pt x="3567" y="48"/>
                </a:lnTo>
                <a:lnTo>
                  <a:pt x="3566" y="47"/>
                </a:lnTo>
                <a:lnTo>
                  <a:pt x="3565" y="47"/>
                </a:lnTo>
                <a:lnTo>
                  <a:pt x="3565" y="46"/>
                </a:lnTo>
                <a:lnTo>
                  <a:pt x="3564" y="73"/>
                </a:lnTo>
                <a:lnTo>
                  <a:pt x="3563" y="73"/>
                </a:lnTo>
                <a:lnTo>
                  <a:pt x="3562" y="73"/>
                </a:lnTo>
                <a:lnTo>
                  <a:pt x="3562" y="72"/>
                </a:lnTo>
                <a:lnTo>
                  <a:pt x="3561" y="72"/>
                </a:lnTo>
                <a:lnTo>
                  <a:pt x="3560" y="72"/>
                </a:lnTo>
                <a:lnTo>
                  <a:pt x="3560" y="99"/>
                </a:lnTo>
                <a:lnTo>
                  <a:pt x="3559" y="98"/>
                </a:lnTo>
                <a:lnTo>
                  <a:pt x="3558" y="98"/>
                </a:lnTo>
                <a:lnTo>
                  <a:pt x="3558" y="125"/>
                </a:lnTo>
                <a:lnTo>
                  <a:pt x="3557" y="125"/>
                </a:lnTo>
                <a:lnTo>
                  <a:pt x="3556" y="124"/>
                </a:lnTo>
                <a:lnTo>
                  <a:pt x="3555" y="124"/>
                </a:lnTo>
                <a:lnTo>
                  <a:pt x="3555" y="123"/>
                </a:lnTo>
                <a:lnTo>
                  <a:pt x="3554" y="123"/>
                </a:lnTo>
                <a:lnTo>
                  <a:pt x="3553" y="123"/>
                </a:lnTo>
                <a:lnTo>
                  <a:pt x="3553" y="122"/>
                </a:lnTo>
                <a:lnTo>
                  <a:pt x="3552" y="122"/>
                </a:lnTo>
                <a:lnTo>
                  <a:pt x="3551" y="122"/>
                </a:lnTo>
                <a:lnTo>
                  <a:pt x="3550" y="121"/>
                </a:lnTo>
                <a:lnTo>
                  <a:pt x="3549" y="121"/>
                </a:lnTo>
                <a:lnTo>
                  <a:pt x="3549" y="120"/>
                </a:lnTo>
                <a:lnTo>
                  <a:pt x="3548" y="120"/>
                </a:lnTo>
                <a:lnTo>
                  <a:pt x="3547" y="119"/>
                </a:lnTo>
                <a:lnTo>
                  <a:pt x="3546" y="119"/>
                </a:lnTo>
                <a:lnTo>
                  <a:pt x="3545" y="118"/>
                </a:lnTo>
                <a:lnTo>
                  <a:pt x="3544" y="118"/>
                </a:lnTo>
                <a:lnTo>
                  <a:pt x="3543" y="118"/>
                </a:lnTo>
                <a:lnTo>
                  <a:pt x="3543" y="117"/>
                </a:lnTo>
                <a:lnTo>
                  <a:pt x="3542" y="117"/>
                </a:lnTo>
                <a:lnTo>
                  <a:pt x="3541" y="116"/>
                </a:lnTo>
                <a:lnTo>
                  <a:pt x="3540" y="116"/>
                </a:lnTo>
                <a:lnTo>
                  <a:pt x="3539" y="115"/>
                </a:lnTo>
                <a:lnTo>
                  <a:pt x="3538" y="115"/>
                </a:lnTo>
                <a:lnTo>
                  <a:pt x="3538" y="114"/>
                </a:lnTo>
                <a:lnTo>
                  <a:pt x="3537" y="114"/>
                </a:lnTo>
                <a:lnTo>
                  <a:pt x="3536" y="114"/>
                </a:lnTo>
                <a:lnTo>
                  <a:pt x="3535" y="113"/>
                </a:lnTo>
                <a:lnTo>
                  <a:pt x="3534" y="113"/>
                </a:lnTo>
                <a:lnTo>
                  <a:pt x="3533" y="112"/>
                </a:lnTo>
                <a:lnTo>
                  <a:pt x="3532" y="112"/>
                </a:lnTo>
                <a:lnTo>
                  <a:pt x="3532" y="111"/>
                </a:lnTo>
                <a:lnTo>
                  <a:pt x="3531" y="111"/>
                </a:lnTo>
                <a:lnTo>
                  <a:pt x="3530" y="111"/>
                </a:lnTo>
                <a:lnTo>
                  <a:pt x="3530" y="110"/>
                </a:lnTo>
                <a:lnTo>
                  <a:pt x="3529" y="110"/>
                </a:lnTo>
                <a:lnTo>
                  <a:pt x="3528" y="110"/>
                </a:lnTo>
                <a:lnTo>
                  <a:pt x="3528" y="109"/>
                </a:lnTo>
                <a:lnTo>
                  <a:pt x="3527" y="109"/>
                </a:lnTo>
                <a:lnTo>
                  <a:pt x="3526" y="109"/>
                </a:lnTo>
                <a:lnTo>
                  <a:pt x="3526" y="108"/>
                </a:lnTo>
                <a:lnTo>
                  <a:pt x="3525" y="108"/>
                </a:lnTo>
                <a:lnTo>
                  <a:pt x="3524" y="107"/>
                </a:lnTo>
                <a:lnTo>
                  <a:pt x="3523" y="107"/>
                </a:lnTo>
                <a:lnTo>
                  <a:pt x="3522" y="106"/>
                </a:lnTo>
                <a:lnTo>
                  <a:pt x="3521" y="106"/>
                </a:lnTo>
                <a:lnTo>
                  <a:pt x="3520" y="106"/>
                </a:lnTo>
                <a:lnTo>
                  <a:pt x="3520" y="105"/>
                </a:lnTo>
                <a:lnTo>
                  <a:pt x="3519" y="105"/>
                </a:lnTo>
                <a:lnTo>
                  <a:pt x="3518" y="104"/>
                </a:lnTo>
                <a:lnTo>
                  <a:pt x="3517" y="104"/>
                </a:lnTo>
                <a:lnTo>
                  <a:pt x="3516" y="103"/>
                </a:lnTo>
                <a:lnTo>
                  <a:pt x="3515" y="103"/>
                </a:lnTo>
                <a:lnTo>
                  <a:pt x="3515" y="102"/>
                </a:lnTo>
                <a:lnTo>
                  <a:pt x="3514" y="102"/>
                </a:lnTo>
                <a:lnTo>
                  <a:pt x="3513" y="102"/>
                </a:lnTo>
                <a:lnTo>
                  <a:pt x="3512" y="101"/>
                </a:lnTo>
                <a:lnTo>
                  <a:pt x="3511" y="101"/>
                </a:lnTo>
                <a:lnTo>
                  <a:pt x="3510" y="100"/>
                </a:lnTo>
                <a:lnTo>
                  <a:pt x="3509" y="100"/>
                </a:lnTo>
                <a:lnTo>
                  <a:pt x="3509" y="99"/>
                </a:lnTo>
                <a:lnTo>
                  <a:pt x="3508" y="99"/>
                </a:lnTo>
                <a:lnTo>
                  <a:pt x="3507" y="98"/>
                </a:lnTo>
                <a:lnTo>
                  <a:pt x="3506" y="98"/>
                </a:lnTo>
                <a:lnTo>
                  <a:pt x="3505" y="98"/>
                </a:lnTo>
                <a:lnTo>
                  <a:pt x="3505" y="97"/>
                </a:lnTo>
                <a:lnTo>
                  <a:pt x="3504" y="97"/>
                </a:lnTo>
                <a:lnTo>
                  <a:pt x="3503" y="97"/>
                </a:lnTo>
                <a:lnTo>
                  <a:pt x="3503" y="96"/>
                </a:lnTo>
                <a:lnTo>
                  <a:pt x="3502" y="96"/>
                </a:lnTo>
                <a:lnTo>
                  <a:pt x="3501" y="95"/>
                </a:lnTo>
                <a:lnTo>
                  <a:pt x="3500" y="95"/>
                </a:lnTo>
                <a:lnTo>
                  <a:pt x="3499" y="94"/>
                </a:lnTo>
                <a:lnTo>
                  <a:pt x="3498" y="94"/>
                </a:lnTo>
                <a:lnTo>
                  <a:pt x="3497" y="93"/>
                </a:lnTo>
                <a:lnTo>
                  <a:pt x="3496" y="93"/>
                </a:lnTo>
                <a:lnTo>
                  <a:pt x="3495" y="92"/>
                </a:lnTo>
                <a:lnTo>
                  <a:pt x="3494" y="120"/>
                </a:lnTo>
                <a:lnTo>
                  <a:pt x="3493" y="120"/>
                </a:lnTo>
                <a:lnTo>
                  <a:pt x="3493" y="119"/>
                </a:lnTo>
                <a:lnTo>
                  <a:pt x="3492" y="119"/>
                </a:lnTo>
                <a:lnTo>
                  <a:pt x="3491" y="118"/>
                </a:lnTo>
                <a:lnTo>
                  <a:pt x="3490" y="118"/>
                </a:lnTo>
                <a:lnTo>
                  <a:pt x="3489" y="118"/>
                </a:lnTo>
                <a:lnTo>
                  <a:pt x="3489" y="117"/>
                </a:lnTo>
                <a:lnTo>
                  <a:pt x="3488" y="117"/>
                </a:lnTo>
                <a:lnTo>
                  <a:pt x="3487" y="116"/>
                </a:lnTo>
                <a:lnTo>
                  <a:pt x="3486" y="116"/>
                </a:lnTo>
                <a:lnTo>
                  <a:pt x="3485" y="115"/>
                </a:lnTo>
                <a:lnTo>
                  <a:pt x="3484" y="115"/>
                </a:lnTo>
                <a:lnTo>
                  <a:pt x="3483" y="114"/>
                </a:lnTo>
                <a:lnTo>
                  <a:pt x="3482" y="114"/>
                </a:lnTo>
                <a:lnTo>
                  <a:pt x="3481" y="113"/>
                </a:lnTo>
                <a:lnTo>
                  <a:pt x="3480" y="113"/>
                </a:lnTo>
                <a:lnTo>
                  <a:pt x="3479" y="112"/>
                </a:lnTo>
                <a:lnTo>
                  <a:pt x="3478" y="112"/>
                </a:lnTo>
                <a:lnTo>
                  <a:pt x="3478" y="111"/>
                </a:lnTo>
                <a:lnTo>
                  <a:pt x="3477" y="111"/>
                </a:lnTo>
                <a:lnTo>
                  <a:pt x="3476" y="111"/>
                </a:lnTo>
                <a:lnTo>
                  <a:pt x="3476" y="110"/>
                </a:lnTo>
                <a:lnTo>
                  <a:pt x="3475" y="110"/>
                </a:lnTo>
                <a:lnTo>
                  <a:pt x="3474" y="138"/>
                </a:lnTo>
                <a:lnTo>
                  <a:pt x="3473" y="138"/>
                </a:lnTo>
                <a:lnTo>
                  <a:pt x="3473" y="137"/>
                </a:lnTo>
                <a:lnTo>
                  <a:pt x="3472" y="137"/>
                </a:lnTo>
                <a:lnTo>
                  <a:pt x="3471" y="137"/>
                </a:lnTo>
                <a:lnTo>
                  <a:pt x="3471" y="136"/>
                </a:lnTo>
                <a:lnTo>
                  <a:pt x="3470" y="136"/>
                </a:lnTo>
                <a:lnTo>
                  <a:pt x="3469" y="136"/>
                </a:lnTo>
                <a:lnTo>
                  <a:pt x="3469" y="135"/>
                </a:lnTo>
                <a:lnTo>
                  <a:pt x="3468" y="135"/>
                </a:lnTo>
                <a:lnTo>
                  <a:pt x="3467" y="134"/>
                </a:lnTo>
                <a:lnTo>
                  <a:pt x="3466" y="134"/>
                </a:lnTo>
                <a:lnTo>
                  <a:pt x="3465" y="133"/>
                </a:lnTo>
                <a:lnTo>
                  <a:pt x="3464" y="133"/>
                </a:lnTo>
                <a:lnTo>
                  <a:pt x="3463" y="133"/>
                </a:lnTo>
                <a:lnTo>
                  <a:pt x="3463" y="132"/>
                </a:lnTo>
                <a:lnTo>
                  <a:pt x="3462" y="132"/>
                </a:lnTo>
                <a:lnTo>
                  <a:pt x="3461" y="131"/>
                </a:lnTo>
                <a:lnTo>
                  <a:pt x="3460" y="131"/>
                </a:lnTo>
                <a:lnTo>
                  <a:pt x="3459" y="130"/>
                </a:lnTo>
                <a:lnTo>
                  <a:pt x="3458" y="130"/>
                </a:lnTo>
                <a:lnTo>
                  <a:pt x="3458" y="129"/>
                </a:lnTo>
                <a:lnTo>
                  <a:pt x="3457" y="129"/>
                </a:lnTo>
                <a:lnTo>
                  <a:pt x="3456" y="129"/>
                </a:lnTo>
                <a:lnTo>
                  <a:pt x="3455" y="128"/>
                </a:lnTo>
                <a:lnTo>
                  <a:pt x="3454" y="128"/>
                </a:lnTo>
                <a:lnTo>
                  <a:pt x="3453" y="127"/>
                </a:lnTo>
                <a:lnTo>
                  <a:pt x="3452" y="127"/>
                </a:lnTo>
                <a:lnTo>
                  <a:pt x="3452" y="126"/>
                </a:lnTo>
                <a:lnTo>
                  <a:pt x="3451" y="126"/>
                </a:lnTo>
                <a:lnTo>
                  <a:pt x="3450" y="125"/>
                </a:lnTo>
                <a:lnTo>
                  <a:pt x="3449" y="125"/>
                </a:lnTo>
                <a:lnTo>
                  <a:pt x="3448" y="125"/>
                </a:lnTo>
                <a:lnTo>
                  <a:pt x="3448" y="124"/>
                </a:lnTo>
                <a:lnTo>
                  <a:pt x="3447" y="153"/>
                </a:lnTo>
                <a:lnTo>
                  <a:pt x="3446" y="153"/>
                </a:lnTo>
                <a:lnTo>
                  <a:pt x="3446" y="152"/>
                </a:lnTo>
                <a:lnTo>
                  <a:pt x="3445" y="152"/>
                </a:lnTo>
                <a:lnTo>
                  <a:pt x="3444" y="151"/>
                </a:lnTo>
                <a:lnTo>
                  <a:pt x="3443" y="151"/>
                </a:lnTo>
                <a:lnTo>
                  <a:pt x="3442" y="150"/>
                </a:lnTo>
                <a:lnTo>
                  <a:pt x="3442" y="179"/>
                </a:lnTo>
                <a:lnTo>
                  <a:pt x="3441" y="208"/>
                </a:lnTo>
                <a:lnTo>
                  <a:pt x="3441" y="207"/>
                </a:lnTo>
                <a:lnTo>
                  <a:pt x="3440" y="207"/>
                </a:lnTo>
                <a:lnTo>
                  <a:pt x="3439" y="207"/>
                </a:lnTo>
                <a:lnTo>
                  <a:pt x="3439" y="206"/>
                </a:lnTo>
                <a:lnTo>
                  <a:pt x="3438" y="206"/>
                </a:lnTo>
                <a:lnTo>
                  <a:pt x="3437" y="206"/>
                </a:lnTo>
                <a:lnTo>
                  <a:pt x="3436" y="205"/>
                </a:lnTo>
                <a:lnTo>
                  <a:pt x="3435" y="205"/>
                </a:lnTo>
                <a:lnTo>
                  <a:pt x="3435" y="204"/>
                </a:lnTo>
                <a:lnTo>
                  <a:pt x="3434" y="204"/>
                </a:lnTo>
                <a:lnTo>
                  <a:pt x="3433" y="203"/>
                </a:lnTo>
                <a:lnTo>
                  <a:pt x="3432" y="203"/>
                </a:lnTo>
                <a:lnTo>
                  <a:pt x="3431" y="202"/>
                </a:lnTo>
                <a:lnTo>
                  <a:pt x="3430" y="202"/>
                </a:lnTo>
                <a:lnTo>
                  <a:pt x="3429" y="202"/>
                </a:lnTo>
                <a:lnTo>
                  <a:pt x="3429" y="201"/>
                </a:lnTo>
                <a:lnTo>
                  <a:pt x="3428" y="201"/>
                </a:lnTo>
                <a:lnTo>
                  <a:pt x="3427" y="200"/>
                </a:lnTo>
                <a:lnTo>
                  <a:pt x="3426" y="200"/>
                </a:lnTo>
                <a:lnTo>
                  <a:pt x="3425" y="199"/>
                </a:lnTo>
                <a:lnTo>
                  <a:pt x="3424" y="199"/>
                </a:lnTo>
                <a:lnTo>
                  <a:pt x="3424" y="198"/>
                </a:lnTo>
                <a:lnTo>
                  <a:pt x="3423" y="198"/>
                </a:lnTo>
                <a:lnTo>
                  <a:pt x="3422" y="198"/>
                </a:lnTo>
                <a:lnTo>
                  <a:pt x="3421" y="197"/>
                </a:lnTo>
                <a:lnTo>
                  <a:pt x="3420" y="197"/>
                </a:lnTo>
                <a:lnTo>
                  <a:pt x="3419" y="196"/>
                </a:lnTo>
                <a:lnTo>
                  <a:pt x="3418" y="196"/>
                </a:lnTo>
                <a:lnTo>
                  <a:pt x="3418" y="195"/>
                </a:lnTo>
                <a:lnTo>
                  <a:pt x="3417" y="195"/>
                </a:lnTo>
                <a:lnTo>
                  <a:pt x="3416" y="195"/>
                </a:lnTo>
                <a:lnTo>
                  <a:pt x="3416" y="194"/>
                </a:lnTo>
                <a:lnTo>
                  <a:pt x="3415" y="194"/>
                </a:lnTo>
                <a:lnTo>
                  <a:pt x="3415" y="223"/>
                </a:lnTo>
                <a:lnTo>
                  <a:pt x="3414" y="223"/>
                </a:lnTo>
                <a:lnTo>
                  <a:pt x="3414" y="222"/>
                </a:lnTo>
                <a:lnTo>
                  <a:pt x="3413" y="222"/>
                </a:lnTo>
                <a:lnTo>
                  <a:pt x="3412" y="222"/>
                </a:lnTo>
                <a:lnTo>
                  <a:pt x="3411" y="221"/>
                </a:lnTo>
                <a:lnTo>
                  <a:pt x="3410" y="221"/>
                </a:lnTo>
                <a:lnTo>
                  <a:pt x="3409" y="220"/>
                </a:lnTo>
                <a:lnTo>
                  <a:pt x="3409" y="249"/>
                </a:lnTo>
                <a:lnTo>
                  <a:pt x="3408" y="249"/>
                </a:lnTo>
                <a:lnTo>
                  <a:pt x="3407" y="248"/>
                </a:lnTo>
                <a:lnTo>
                  <a:pt x="3406" y="248"/>
                </a:lnTo>
                <a:lnTo>
                  <a:pt x="3405" y="247"/>
                </a:lnTo>
                <a:lnTo>
                  <a:pt x="3404" y="247"/>
                </a:lnTo>
                <a:lnTo>
                  <a:pt x="3403" y="246"/>
                </a:lnTo>
                <a:lnTo>
                  <a:pt x="3402" y="246"/>
                </a:lnTo>
                <a:lnTo>
                  <a:pt x="3401" y="245"/>
                </a:lnTo>
                <a:lnTo>
                  <a:pt x="3400" y="245"/>
                </a:lnTo>
                <a:lnTo>
                  <a:pt x="3399" y="244"/>
                </a:lnTo>
                <a:lnTo>
                  <a:pt x="3398" y="244"/>
                </a:lnTo>
                <a:lnTo>
                  <a:pt x="3398" y="243"/>
                </a:lnTo>
                <a:lnTo>
                  <a:pt x="3397" y="243"/>
                </a:lnTo>
                <a:lnTo>
                  <a:pt x="3396" y="243"/>
                </a:lnTo>
                <a:lnTo>
                  <a:pt x="3395" y="242"/>
                </a:lnTo>
                <a:lnTo>
                  <a:pt x="3394" y="242"/>
                </a:lnTo>
                <a:lnTo>
                  <a:pt x="3394" y="271"/>
                </a:lnTo>
                <a:lnTo>
                  <a:pt x="3393" y="300"/>
                </a:lnTo>
                <a:lnTo>
                  <a:pt x="3392" y="329"/>
                </a:lnTo>
                <a:lnTo>
                  <a:pt x="3391" y="329"/>
                </a:lnTo>
                <a:lnTo>
                  <a:pt x="3391" y="328"/>
                </a:lnTo>
                <a:lnTo>
                  <a:pt x="3390" y="328"/>
                </a:lnTo>
                <a:lnTo>
                  <a:pt x="3389" y="328"/>
                </a:lnTo>
                <a:lnTo>
                  <a:pt x="3389" y="327"/>
                </a:lnTo>
                <a:lnTo>
                  <a:pt x="3388" y="327"/>
                </a:lnTo>
                <a:lnTo>
                  <a:pt x="3387" y="326"/>
                </a:lnTo>
                <a:lnTo>
                  <a:pt x="3386" y="326"/>
                </a:lnTo>
                <a:lnTo>
                  <a:pt x="3385" y="325"/>
                </a:lnTo>
                <a:lnTo>
                  <a:pt x="3384" y="325"/>
                </a:lnTo>
                <a:lnTo>
                  <a:pt x="3383" y="324"/>
                </a:lnTo>
                <a:lnTo>
                  <a:pt x="3382" y="324"/>
                </a:lnTo>
                <a:lnTo>
                  <a:pt x="3381" y="323"/>
                </a:lnTo>
                <a:lnTo>
                  <a:pt x="3380" y="323"/>
                </a:lnTo>
                <a:lnTo>
                  <a:pt x="3379" y="322"/>
                </a:lnTo>
                <a:lnTo>
                  <a:pt x="3378" y="322"/>
                </a:lnTo>
                <a:lnTo>
                  <a:pt x="3378" y="321"/>
                </a:lnTo>
                <a:lnTo>
                  <a:pt x="3377" y="321"/>
                </a:lnTo>
                <a:lnTo>
                  <a:pt x="3376" y="321"/>
                </a:lnTo>
                <a:lnTo>
                  <a:pt x="3375" y="320"/>
                </a:lnTo>
                <a:lnTo>
                  <a:pt x="3374" y="320"/>
                </a:lnTo>
                <a:lnTo>
                  <a:pt x="3374" y="319"/>
                </a:lnTo>
                <a:lnTo>
                  <a:pt x="3373" y="319"/>
                </a:lnTo>
                <a:lnTo>
                  <a:pt x="3372" y="319"/>
                </a:lnTo>
                <a:lnTo>
                  <a:pt x="3372" y="318"/>
                </a:lnTo>
                <a:lnTo>
                  <a:pt x="3371" y="318"/>
                </a:lnTo>
                <a:lnTo>
                  <a:pt x="3370" y="317"/>
                </a:lnTo>
                <a:lnTo>
                  <a:pt x="3369" y="317"/>
                </a:lnTo>
                <a:lnTo>
                  <a:pt x="3368" y="317"/>
                </a:lnTo>
                <a:lnTo>
                  <a:pt x="3368" y="316"/>
                </a:lnTo>
                <a:lnTo>
                  <a:pt x="3367" y="316"/>
                </a:lnTo>
                <a:lnTo>
                  <a:pt x="3366" y="315"/>
                </a:lnTo>
                <a:lnTo>
                  <a:pt x="3365" y="315"/>
                </a:lnTo>
                <a:lnTo>
                  <a:pt x="3364" y="314"/>
                </a:lnTo>
                <a:lnTo>
                  <a:pt x="3363" y="314"/>
                </a:lnTo>
                <a:lnTo>
                  <a:pt x="3362" y="313"/>
                </a:lnTo>
                <a:lnTo>
                  <a:pt x="3361" y="313"/>
                </a:lnTo>
                <a:lnTo>
                  <a:pt x="3360" y="312"/>
                </a:lnTo>
                <a:lnTo>
                  <a:pt x="3359" y="312"/>
                </a:lnTo>
                <a:lnTo>
                  <a:pt x="3358" y="311"/>
                </a:lnTo>
                <a:lnTo>
                  <a:pt x="3357" y="311"/>
                </a:lnTo>
                <a:lnTo>
                  <a:pt x="3357" y="310"/>
                </a:lnTo>
                <a:lnTo>
                  <a:pt x="3356" y="310"/>
                </a:lnTo>
                <a:lnTo>
                  <a:pt x="3355" y="310"/>
                </a:lnTo>
                <a:lnTo>
                  <a:pt x="3355" y="309"/>
                </a:lnTo>
                <a:lnTo>
                  <a:pt x="3354" y="309"/>
                </a:lnTo>
                <a:lnTo>
                  <a:pt x="3353" y="309"/>
                </a:lnTo>
                <a:lnTo>
                  <a:pt x="3352" y="308"/>
                </a:lnTo>
                <a:lnTo>
                  <a:pt x="3351" y="308"/>
                </a:lnTo>
                <a:lnTo>
                  <a:pt x="3351" y="307"/>
                </a:lnTo>
                <a:lnTo>
                  <a:pt x="3350" y="307"/>
                </a:lnTo>
                <a:lnTo>
                  <a:pt x="3349" y="307"/>
                </a:lnTo>
                <a:lnTo>
                  <a:pt x="3349" y="306"/>
                </a:lnTo>
                <a:lnTo>
                  <a:pt x="3348" y="306"/>
                </a:lnTo>
                <a:lnTo>
                  <a:pt x="3347" y="305"/>
                </a:lnTo>
                <a:lnTo>
                  <a:pt x="3346" y="305"/>
                </a:lnTo>
                <a:lnTo>
                  <a:pt x="3345" y="305"/>
                </a:lnTo>
                <a:lnTo>
                  <a:pt x="3345" y="304"/>
                </a:lnTo>
                <a:lnTo>
                  <a:pt x="3344" y="304"/>
                </a:lnTo>
                <a:lnTo>
                  <a:pt x="3343" y="303"/>
                </a:lnTo>
                <a:lnTo>
                  <a:pt x="3342" y="303"/>
                </a:lnTo>
                <a:lnTo>
                  <a:pt x="3341" y="302"/>
                </a:lnTo>
                <a:lnTo>
                  <a:pt x="3340" y="302"/>
                </a:lnTo>
                <a:lnTo>
                  <a:pt x="3339" y="301"/>
                </a:lnTo>
                <a:lnTo>
                  <a:pt x="3338" y="301"/>
                </a:lnTo>
                <a:lnTo>
                  <a:pt x="3337" y="300"/>
                </a:lnTo>
                <a:lnTo>
                  <a:pt x="3336" y="300"/>
                </a:lnTo>
                <a:lnTo>
                  <a:pt x="3335" y="299"/>
                </a:lnTo>
                <a:lnTo>
                  <a:pt x="3334" y="299"/>
                </a:lnTo>
                <a:lnTo>
                  <a:pt x="3334" y="298"/>
                </a:lnTo>
                <a:lnTo>
                  <a:pt x="3333" y="298"/>
                </a:lnTo>
                <a:lnTo>
                  <a:pt x="3332" y="298"/>
                </a:lnTo>
                <a:lnTo>
                  <a:pt x="3332" y="297"/>
                </a:lnTo>
                <a:lnTo>
                  <a:pt x="3331" y="297"/>
                </a:lnTo>
                <a:lnTo>
                  <a:pt x="3330" y="297"/>
                </a:lnTo>
                <a:lnTo>
                  <a:pt x="3329" y="296"/>
                </a:lnTo>
                <a:lnTo>
                  <a:pt x="3328" y="296"/>
                </a:lnTo>
                <a:lnTo>
                  <a:pt x="3328" y="295"/>
                </a:lnTo>
                <a:lnTo>
                  <a:pt x="3327" y="295"/>
                </a:lnTo>
                <a:lnTo>
                  <a:pt x="3326" y="294"/>
                </a:lnTo>
                <a:lnTo>
                  <a:pt x="3325" y="294"/>
                </a:lnTo>
                <a:lnTo>
                  <a:pt x="3324" y="293"/>
                </a:lnTo>
                <a:lnTo>
                  <a:pt x="3323" y="293"/>
                </a:lnTo>
                <a:lnTo>
                  <a:pt x="3322" y="293"/>
                </a:lnTo>
                <a:lnTo>
                  <a:pt x="3322" y="292"/>
                </a:lnTo>
                <a:lnTo>
                  <a:pt x="3321" y="292"/>
                </a:lnTo>
                <a:lnTo>
                  <a:pt x="3320" y="291"/>
                </a:lnTo>
                <a:lnTo>
                  <a:pt x="3319" y="291"/>
                </a:lnTo>
                <a:lnTo>
                  <a:pt x="3318" y="290"/>
                </a:lnTo>
                <a:lnTo>
                  <a:pt x="3317" y="290"/>
                </a:lnTo>
                <a:lnTo>
                  <a:pt x="3317" y="289"/>
                </a:lnTo>
                <a:lnTo>
                  <a:pt x="3316" y="289"/>
                </a:lnTo>
                <a:lnTo>
                  <a:pt x="3315" y="319"/>
                </a:lnTo>
                <a:lnTo>
                  <a:pt x="3314" y="349"/>
                </a:lnTo>
                <a:lnTo>
                  <a:pt x="3314" y="379"/>
                </a:lnTo>
                <a:lnTo>
                  <a:pt x="3313" y="379"/>
                </a:lnTo>
                <a:lnTo>
                  <a:pt x="3312" y="379"/>
                </a:lnTo>
                <a:lnTo>
                  <a:pt x="3311" y="378"/>
                </a:lnTo>
                <a:lnTo>
                  <a:pt x="3310" y="378"/>
                </a:lnTo>
                <a:lnTo>
                  <a:pt x="3310" y="377"/>
                </a:lnTo>
                <a:lnTo>
                  <a:pt x="3309" y="377"/>
                </a:lnTo>
                <a:lnTo>
                  <a:pt x="3308" y="377"/>
                </a:lnTo>
                <a:lnTo>
                  <a:pt x="3308" y="376"/>
                </a:lnTo>
                <a:lnTo>
                  <a:pt x="3307" y="376"/>
                </a:lnTo>
                <a:lnTo>
                  <a:pt x="3306" y="375"/>
                </a:lnTo>
                <a:lnTo>
                  <a:pt x="3305" y="375"/>
                </a:lnTo>
                <a:lnTo>
                  <a:pt x="3304" y="375"/>
                </a:lnTo>
                <a:lnTo>
                  <a:pt x="3304" y="374"/>
                </a:lnTo>
                <a:lnTo>
                  <a:pt x="3303" y="374"/>
                </a:lnTo>
                <a:lnTo>
                  <a:pt x="3302" y="374"/>
                </a:lnTo>
                <a:lnTo>
                  <a:pt x="3302" y="373"/>
                </a:lnTo>
                <a:lnTo>
                  <a:pt x="3301" y="373"/>
                </a:lnTo>
                <a:lnTo>
                  <a:pt x="3300" y="372"/>
                </a:lnTo>
                <a:lnTo>
                  <a:pt x="3299" y="372"/>
                </a:lnTo>
                <a:lnTo>
                  <a:pt x="3298" y="371"/>
                </a:lnTo>
                <a:lnTo>
                  <a:pt x="3297" y="371"/>
                </a:lnTo>
                <a:lnTo>
                  <a:pt x="3296" y="370"/>
                </a:lnTo>
                <a:lnTo>
                  <a:pt x="3295" y="370"/>
                </a:lnTo>
                <a:lnTo>
                  <a:pt x="3294" y="369"/>
                </a:lnTo>
                <a:lnTo>
                  <a:pt x="3293" y="369"/>
                </a:lnTo>
                <a:lnTo>
                  <a:pt x="3292" y="368"/>
                </a:lnTo>
                <a:lnTo>
                  <a:pt x="3291" y="368"/>
                </a:lnTo>
                <a:lnTo>
                  <a:pt x="3291" y="367"/>
                </a:lnTo>
                <a:lnTo>
                  <a:pt x="3290" y="367"/>
                </a:lnTo>
                <a:lnTo>
                  <a:pt x="3289" y="367"/>
                </a:lnTo>
                <a:lnTo>
                  <a:pt x="3288" y="366"/>
                </a:lnTo>
                <a:lnTo>
                  <a:pt x="3287" y="366"/>
                </a:lnTo>
                <a:lnTo>
                  <a:pt x="3287" y="365"/>
                </a:lnTo>
                <a:lnTo>
                  <a:pt x="3286" y="365"/>
                </a:lnTo>
                <a:lnTo>
                  <a:pt x="3285" y="365"/>
                </a:lnTo>
                <a:lnTo>
                  <a:pt x="3285" y="364"/>
                </a:lnTo>
                <a:lnTo>
                  <a:pt x="3284" y="364"/>
                </a:lnTo>
                <a:lnTo>
                  <a:pt x="3283" y="363"/>
                </a:lnTo>
                <a:lnTo>
                  <a:pt x="3282" y="363"/>
                </a:lnTo>
                <a:lnTo>
                  <a:pt x="3281" y="362"/>
                </a:lnTo>
                <a:lnTo>
                  <a:pt x="3280" y="362"/>
                </a:lnTo>
                <a:lnTo>
                  <a:pt x="3279" y="361"/>
                </a:lnTo>
                <a:lnTo>
                  <a:pt x="3278" y="392"/>
                </a:lnTo>
                <a:lnTo>
                  <a:pt x="3277" y="391"/>
                </a:lnTo>
                <a:lnTo>
                  <a:pt x="3276" y="391"/>
                </a:lnTo>
                <a:lnTo>
                  <a:pt x="3275" y="390"/>
                </a:lnTo>
                <a:lnTo>
                  <a:pt x="3274" y="390"/>
                </a:lnTo>
                <a:lnTo>
                  <a:pt x="3273" y="389"/>
                </a:lnTo>
                <a:lnTo>
                  <a:pt x="3272" y="389"/>
                </a:lnTo>
                <a:lnTo>
                  <a:pt x="3271" y="388"/>
                </a:lnTo>
                <a:lnTo>
                  <a:pt x="3270" y="388"/>
                </a:lnTo>
                <a:lnTo>
                  <a:pt x="3270" y="419"/>
                </a:lnTo>
                <a:lnTo>
                  <a:pt x="3269" y="418"/>
                </a:lnTo>
                <a:lnTo>
                  <a:pt x="3268" y="418"/>
                </a:lnTo>
                <a:lnTo>
                  <a:pt x="3267" y="417"/>
                </a:lnTo>
                <a:lnTo>
                  <a:pt x="3266" y="417"/>
                </a:lnTo>
                <a:lnTo>
                  <a:pt x="3265" y="416"/>
                </a:lnTo>
                <a:lnTo>
                  <a:pt x="3264" y="416"/>
                </a:lnTo>
                <a:lnTo>
                  <a:pt x="3263" y="415"/>
                </a:lnTo>
                <a:lnTo>
                  <a:pt x="3262" y="415"/>
                </a:lnTo>
                <a:lnTo>
                  <a:pt x="3261" y="414"/>
                </a:lnTo>
                <a:lnTo>
                  <a:pt x="3260" y="414"/>
                </a:lnTo>
                <a:lnTo>
                  <a:pt x="3260" y="413"/>
                </a:lnTo>
                <a:lnTo>
                  <a:pt x="3259" y="413"/>
                </a:lnTo>
                <a:lnTo>
                  <a:pt x="3258" y="413"/>
                </a:lnTo>
                <a:lnTo>
                  <a:pt x="3258" y="412"/>
                </a:lnTo>
                <a:lnTo>
                  <a:pt x="3257" y="412"/>
                </a:lnTo>
                <a:lnTo>
                  <a:pt x="3256" y="412"/>
                </a:lnTo>
                <a:lnTo>
                  <a:pt x="3255" y="411"/>
                </a:lnTo>
                <a:lnTo>
                  <a:pt x="3254" y="411"/>
                </a:lnTo>
                <a:lnTo>
                  <a:pt x="3254" y="410"/>
                </a:lnTo>
                <a:lnTo>
                  <a:pt x="3253" y="410"/>
                </a:lnTo>
                <a:lnTo>
                  <a:pt x="3252" y="409"/>
                </a:lnTo>
                <a:lnTo>
                  <a:pt x="3251" y="409"/>
                </a:lnTo>
                <a:lnTo>
                  <a:pt x="3250" y="408"/>
                </a:lnTo>
                <a:lnTo>
                  <a:pt x="3249" y="408"/>
                </a:lnTo>
                <a:lnTo>
                  <a:pt x="3248" y="408"/>
                </a:lnTo>
                <a:lnTo>
                  <a:pt x="3248" y="407"/>
                </a:lnTo>
                <a:lnTo>
                  <a:pt x="3247" y="407"/>
                </a:lnTo>
                <a:lnTo>
                  <a:pt x="3246" y="406"/>
                </a:lnTo>
                <a:lnTo>
                  <a:pt x="3245" y="406"/>
                </a:lnTo>
                <a:lnTo>
                  <a:pt x="3244" y="405"/>
                </a:lnTo>
                <a:lnTo>
                  <a:pt x="3243" y="405"/>
                </a:lnTo>
                <a:lnTo>
                  <a:pt x="3243" y="404"/>
                </a:lnTo>
                <a:lnTo>
                  <a:pt x="3242" y="404"/>
                </a:lnTo>
                <a:lnTo>
                  <a:pt x="3241" y="404"/>
                </a:lnTo>
                <a:lnTo>
                  <a:pt x="3240" y="403"/>
                </a:lnTo>
                <a:lnTo>
                  <a:pt x="3239" y="403"/>
                </a:lnTo>
                <a:lnTo>
                  <a:pt x="3238" y="402"/>
                </a:lnTo>
                <a:lnTo>
                  <a:pt x="3237" y="402"/>
                </a:lnTo>
                <a:lnTo>
                  <a:pt x="3237" y="401"/>
                </a:lnTo>
                <a:lnTo>
                  <a:pt x="3236" y="401"/>
                </a:lnTo>
                <a:lnTo>
                  <a:pt x="3235" y="401"/>
                </a:lnTo>
                <a:lnTo>
                  <a:pt x="3235" y="400"/>
                </a:lnTo>
                <a:lnTo>
                  <a:pt x="3234" y="400"/>
                </a:lnTo>
                <a:lnTo>
                  <a:pt x="3233" y="400"/>
                </a:lnTo>
                <a:lnTo>
                  <a:pt x="3233" y="399"/>
                </a:lnTo>
                <a:lnTo>
                  <a:pt x="3232" y="399"/>
                </a:lnTo>
                <a:lnTo>
                  <a:pt x="3231" y="399"/>
                </a:lnTo>
                <a:lnTo>
                  <a:pt x="3231" y="398"/>
                </a:lnTo>
                <a:lnTo>
                  <a:pt x="3230" y="398"/>
                </a:lnTo>
                <a:lnTo>
                  <a:pt x="3229" y="397"/>
                </a:lnTo>
                <a:lnTo>
                  <a:pt x="3228" y="397"/>
                </a:lnTo>
                <a:lnTo>
                  <a:pt x="3227" y="396"/>
                </a:lnTo>
                <a:lnTo>
                  <a:pt x="3226" y="396"/>
                </a:lnTo>
                <a:lnTo>
                  <a:pt x="3225" y="396"/>
                </a:lnTo>
                <a:lnTo>
                  <a:pt x="3225" y="395"/>
                </a:lnTo>
                <a:lnTo>
                  <a:pt x="3224" y="395"/>
                </a:lnTo>
                <a:lnTo>
                  <a:pt x="3223" y="394"/>
                </a:lnTo>
                <a:lnTo>
                  <a:pt x="3222" y="394"/>
                </a:lnTo>
                <a:lnTo>
                  <a:pt x="3221" y="425"/>
                </a:lnTo>
                <a:lnTo>
                  <a:pt x="3220" y="425"/>
                </a:lnTo>
                <a:lnTo>
                  <a:pt x="3220" y="424"/>
                </a:lnTo>
                <a:lnTo>
                  <a:pt x="3219" y="424"/>
                </a:lnTo>
                <a:lnTo>
                  <a:pt x="3218" y="424"/>
                </a:lnTo>
                <a:lnTo>
                  <a:pt x="3218" y="423"/>
                </a:lnTo>
                <a:lnTo>
                  <a:pt x="3217" y="423"/>
                </a:lnTo>
                <a:lnTo>
                  <a:pt x="3216" y="422"/>
                </a:lnTo>
                <a:lnTo>
                  <a:pt x="3215" y="422"/>
                </a:lnTo>
                <a:lnTo>
                  <a:pt x="3214" y="421"/>
                </a:lnTo>
                <a:lnTo>
                  <a:pt x="3213" y="421"/>
                </a:lnTo>
                <a:lnTo>
                  <a:pt x="3212" y="420"/>
                </a:lnTo>
                <a:lnTo>
                  <a:pt x="3211" y="420"/>
                </a:lnTo>
                <a:lnTo>
                  <a:pt x="3210" y="419"/>
                </a:lnTo>
                <a:lnTo>
                  <a:pt x="3209" y="419"/>
                </a:lnTo>
                <a:lnTo>
                  <a:pt x="3208" y="418"/>
                </a:lnTo>
                <a:lnTo>
                  <a:pt x="3207" y="418"/>
                </a:lnTo>
                <a:lnTo>
                  <a:pt x="3207" y="417"/>
                </a:lnTo>
                <a:lnTo>
                  <a:pt x="3206" y="417"/>
                </a:lnTo>
                <a:lnTo>
                  <a:pt x="3205" y="417"/>
                </a:lnTo>
                <a:lnTo>
                  <a:pt x="3204" y="416"/>
                </a:lnTo>
                <a:lnTo>
                  <a:pt x="3203" y="416"/>
                </a:lnTo>
                <a:lnTo>
                  <a:pt x="3203" y="415"/>
                </a:lnTo>
                <a:lnTo>
                  <a:pt x="3202" y="415"/>
                </a:lnTo>
                <a:lnTo>
                  <a:pt x="3201" y="415"/>
                </a:lnTo>
                <a:lnTo>
                  <a:pt x="3201" y="414"/>
                </a:lnTo>
                <a:lnTo>
                  <a:pt x="3200" y="414"/>
                </a:lnTo>
                <a:lnTo>
                  <a:pt x="3199" y="413"/>
                </a:lnTo>
                <a:lnTo>
                  <a:pt x="3198" y="413"/>
                </a:lnTo>
                <a:lnTo>
                  <a:pt x="3197" y="413"/>
                </a:lnTo>
                <a:lnTo>
                  <a:pt x="3197" y="412"/>
                </a:lnTo>
                <a:lnTo>
                  <a:pt x="3196" y="412"/>
                </a:lnTo>
                <a:lnTo>
                  <a:pt x="3195" y="412"/>
                </a:lnTo>
                <a:lnTo>
                  <a:pt x="3195" y="411"/>
                </a:lnTo>
                <a:lnTo>
                  <a:pt x="3194" y="411"/>
                </a:lnTo>
                <a:lnTo>
                  <a:pt x="3193" y="410"/>
                </a:lnTo>
                <a:lnTo>
                  <a:pt x="3192" y="410"/>
                </a:lnTo>
                <a:lnTo>
                  <a:pt x="3191" y="409"/>
                </a:lnTo>
                <a:lnTo>
                  <a:pt x="3190" y="441"/>
                </a:lnTo>
                <a:lnTo>
                  <a:pt x="3189" y="473"/>
                </a:lnTo>
                <a:lnTo>
                  <a:pt x="3188" y="472"/>
                </a:lnTo>
                <a:lnTo>
                  <a:pt x="3187" y="472"/>
                </a:lnTo>
                <a:lnTo>
                  <a:pt x="3186" y="471"/>
                </a:lnTo>
                <a:lnTo>
                  <a:pt x="3185" y="471"/>
                </a:lnTo>
                <a:lnTo>
                  <a:pt x="3184" y="470"/>
                </a:lnTo>
                <a:lnTo>
                  <a:pt x="3183" y="470"/>
                </a:lnTo>
                <a:lnTo>
                  <a:pt x="3183" y="469"/>
                </a:lnTo>
                <a:lnTo>
                  <a:pt x="3182" y="469"/>
                </a:lnTo>
                <a:lnTo>
                  <a:pt x="3181" y="469"/>
                </a:lnTo>
                <a:lnTo>
                  <a:pt x="3181" y="468"/>
                </a:lnTo>
                <a:lnTo>
                  <a:pt x="3180" y="468"/>
                </a:lnTo>
                <a:lnTo>
                  <a:pt x="3179" y="468"/>
                </a:lnTo>
                <a:lnTo>
                  <a:pt x="3178" y="467"/>
                </a:lnTo>
                <a:lnTo>
                  <a:pt x="3177" y="467"/>
                </a:lnTo>
                <a:lnTo>
                  <a:pt x="3177" y="466"/>
                </a:lnTo>
                <a:lnTo>
                  <a:pt x="3176" y="466"/>
                </a:lnTo>
                <a:lnTo>
                  <a:pt x="3175" y="465"/>
                </a:lnTo>
                <a:lnTo>
                  <a:pt x="3174" y="465"/>
                </a:lnTo>
                <a:lnTo>
                  <a:pt x="3173" y="464"/>
                </a:lnTo>
                <a:lnTo>
                  <a:pt x="3172" y="464"/>
                </a:lnTo>
                <a:lnTo>
                  <a:pt x="3171" y="464"/>
                </a:lnTo>
                <a:lnTo>
                  <a:pt x="3171" y="463"/>
                </a:lnTo>
                <a:lnTo>
                  <a:pt x="3170" y="463"/>
                </a:lnTo>
                <a:lnTo>
                  <a:pt x="3169" y="495"/>
                </a:lnTo>
                <a:lnTo>
                  <a:pt x="3168" y="494"/>
                </a:lnTo>
                <a:lnTo>
                  <a:pt x="3167" y="494"/>
                </a:lnTo>
                <a:lnTo>
                  <a:pt x="3166" y="493"/>
                </a:lnTo>
                <a:lnTo>
                  <a:pt x="3165" y="493"/>
                </a:lnTo>
                <a:lnTo>
                  <a:pt x="3164" y="492"/>
                </a:lnTo>
                <a:lnTo>
                  <a:pt x="3163" y="492"/>
                </a:lnTo>
                <a:lnTo>
                  <a:pt x="3163" y="491"/>
                </a:lnTo>
                <a:lnTo>
                  <a:pt x="3162" y="491"/>
                </a:lnTo>
                <a:lnTo>
                  <a:pt x="3161" y="491"/>
                </a:lnTo>
                <a:lnTo>
                  <a:pt x="3161" y="490"/>
                </a:lnTo>
                <a:lnTo>
                  <a:pt x="3160" y="490"/>
                </a:lnTo>
                <a:lnTo>
                  <a:pt x="3159" y="490"/>
                </a:lnTo>
                <a:lnTo>
                  <a:pt x="3158" y="489"/>
                </a:lnTo>
                <a:lnTo>
                  <a:pt x="3157" y="489"/>
                </a:lnTo>
                <a:lnTo>
                  <a:pt x="3157" y="488"/>
                </a:lnTo>
                <a:lnTo>
                  <a:pt x="3156" y="488"/>
                </a:lnTo>
                <a:lnTo>
                  <a:pt x="3155" y="487"/>
                </a:lnTo>
                <a:lnTo>
                  <a:pt x="3154" y="487"/>
                </a:lnTo>
                <a:lnTo>
                  <a:pt x="3153" y="486"/>
                </a:lnTo>
                <a:lnTo>
                  <a:pt x="3152" y="486"/>
                </a:lnTo>
                <a:lnTo>
                  <a:pt x="3151" y="486"/>
                </a:lnTo>
                <a:lnTo>
                  <a:pt x="3151" y="485"/>
                </a:lnTo>
                <a:lnTo>
                  <a:pt x="3150" y="485"/>
                </a:lnTo>
                <a:lnTo>
                  <a:pt x="3149" y="484"/>
                </a:lnTo>
                <a:lnTo>
                  <a:pt x="3148" y="484"/>
                </a:lnTo>
                <a:lnTo>
                  <a:pt x="3147" y="483"/>
                </a:lnTo>
                <a:lnTo>
                  <a:pt x="3146" y="483"/>
                </a:lnTo>
                <a:lnTo>
                  <a:pt x="3146" y="482"/>
                </a:lnTo>
                <a:lnTo>
                  <a:pt x="3145" y="482"/>
                </a:lnTo>
                <a:lnTo>
                  <a:pt x="3144" y="482"/>
                </a:lnTo>
                <a:lnTo>
                  <a:pt x="3143" y="481"/>
                </a:lnTo>
                <a:lnTo>
                  <a:pt x="3142" y="481"/>
                </a:lnTo>
                <a:lnTo>
                  <a:pt x="3141" y="480"/>
                </a:lnTo>
                <a:lnTo>
                  <a:pt x="3140" y="480"/>
                </a:lnTo>
                <a:lnTo>
                  <a:pt x="3140" y="479"/>
                </a:lnTo>
                <a:lnTo>
                  <a:pt x="3139" y="479"/>
                </a:lnTo>
                <a:lnTo>
                  <a:pt x="3138" y="479"/>
                </a:lnTo>
                <a:lnTo>
                  <a:pt x="3138" y="478"/>
                </a:lnTo>
                <a:lnTo>
                  <a:pt x="3137" y="478"/>
                </a:lnTo>
                <a:lnTo>
                  <a:pt x="3136" y="478"/>
                </a:lnTo>
                <a:lnTo>
                  <a:pt x="3136" y="477"/>
                </a:lnTo>
                <a:lnTo>
                  <a:pt x="3135" y="477"/>
                </a:lnTo>
                <a:lnTo>
                  <a:pt x="3134" y="477"/>
                </a:lnTo>
                <a:lnTo>
                  <a:pt x="3134" y="476"/>
                </a:lnTo>
                <a:lnTo>
                  <a:pt x="3133" y="476"/>
                </a:lnTo>
                <a:lnTo>
                  <a:pt x="3132" y="475"/>
                </a:lnTo>
                <a:lnTo>
                  <a:pt x="3131" y="475"/>
                </a:lnTo>
                <a:lnTo>
                  <a:pt x="3130" y="507"/>
                </a:lnTo>
                <a:lnTo>
                  <a:pt x="3129" y="507"/>
                </a:lnTo>
                <a:lnTo>
                  <a:pt x="3128" y="506"/>
                </a:lnTo>
                <a:lnTo>
                  <a:pt x="3127" y="506"/>
                </a:lnTo>
                <a:lnTo>
                  <a:pt x="3126" y="505"/>
                </a:lnTo>
                <a:lnTo>
                  <a:pt x="3125" y="505"/>
                </a:lnTo>
                <a:lnTo>
                  <a:pt x="3124" y="504"/>
                </a:lnTo>
                <a:lnTo>
                  <a:pt x="3123" y="504"/>
                </a:lnTo>
                <a:lnTo>
                  <a:pt x="3123" y="503"/>
                </a:lnTo>
                <a:lnTo>
                  <a:pt x="3122" y="503"/>
                </a:lnTo>
                <a:lnTo>
                  <a:pt x="3121" y="503"/>
                </a:lnTo>
                <a:lnTo>
                  <a:pt x="3120" y="502"/>
                </a:lnTo>
                <a:lnTo>
                  <a:pt x="3119" y="502"/>
                </a:lnTo>
                <a:lnTo>
                  <a:pt x="3119" y="501"/>
                </a:lnTo>
                <a:lnTo>
                  <a:pt x="3118" y="501"/>
                </a:lnTo>
                <a:lnTo>
                  <a:pt x="3117" y="501"/>
                </a:lnTo>
                <a:lnTo>
                  <a:pt x="3117" y="500"/>
                </a:lnTo>
                <a:lnTo>
                  <a:pt x="3116" y="500"/>
                </a:lnTo>
                <a:lnTo>
                  <a:pt x="3115" y="499"/>
                </a:lnTo>
                <a:lnTo>
                  <a:pt x="3114" y="532"/>
                </a:lnTo>
                <a:lnTo>
                  <a:pt x="3113" y="532"/>
                </a:lnTo>
                <a:lnTo>
                  <a:pt x="3113" y="531"/>
                </a:lnTo>
                <a:lnTo>
                  <a:pt x="3112" y="531"/>
                </a:lnTo>
                <a:lnTo>
                  <a:pt x="3111" y="531"/>
                </a:lnTo>
                <a:lnTo>
                  <a:pt x="3111" y="530"/>
                </a:lnTo>
                <a:lnTo>
                  <a:pt x="3110" y="530"/>
                </a:lnTo>
                <a:lnTo>
                  <a:pt x="3109" y="530"/>
                </a:lnTo>
                <a:lnTo>
                  <a:pt x="3109" y="529"/>
                </a:lnTo>
                <a:lnTo>
                  <a:pt x="3108" y="529"/>
                </a:lnTo>
                <a:lnTo>
                  <a:pt x="3107" y="529"/>
                </a:lnTo>
                <a:lnTo>
                  <a:pt x="3107" y="562"/>
                </a:lnTo>
                <a:lnTo>
                  <a:pt x="3106" y="595"/>
                </a:lnTo>
                <a:lnTo>
                  <a:pt x="3106" y="594"/>
                </a:lnTo>
                <a:lnTo>
                  <a:pt x="3105" y="594"/>
                </a:lnTo>
                <a:lnTo>
                  <a:pt x="3104" y="594"/>
                </a:lnTo>
                <a:lnTo>
                  <a:pt x="3104" y="593"/>
                </a:lnTo>
                <a:lnTo>
                  <a:pt x="3103" y="593"/>
                </a:lnTo>
                <a:lnTo>
                  <a:pt x="3102" y="592"/>
                </a:lnTo>
                <a:lnTo>
                  <a:pt x="3101" y="592"/>
                </a:lnTo>
                <a:lnTo>
                  <a:pt x="3101" y="625"/>
                </a:lnTo>
                <a:lnTo>
                  <a:pt x="3100" y="625"/>
                </a:lnTo>
                <a:lnTo>
                  <a:pt x="3100" y="624"/>
                </a:lnTo>
                <a:lnTo>
                  <a:pt x="3099" y="624"/>
                </a:lnTo>
                <a:lnTo>
                  <a:pt x="3098" y="624"/>
                </a:lnTo>
                <a:lnTo>
                  <a:pt x="3097" y="623"/>
                </a:lnTo>
                <a:lnTo>
                  <a:pt x="3096" y="623"/>
                </a:lnTo>
                <a:lnTo>
                  <a:pt x="3096" y="622"/>
                </a:lnTo>
                <a:lnTo>
                  <a:pt x="3095" y="622"/>
                </a:lnTo>
                <a:lnTo>
                  <a:pt x="3094" y="622"/>
                </a:lnTo>
                <a:lnTo>
                  <a:pt x="3094" y="621"/>
                </a:lnTo>
                <a:lnTo>
                  <a:pt x="3093" y="621"/>
                </a:lnTo>
                <a:lnTo>
                  <a:pt x="3092" y="620"/>
                </a:lnTo>
                <a:lnTo>
                  <a:pt x="3091" y="620"/>
                </a:lnTo>
                <a:lnTo>
                  <a:pt x="3090" y="620"/>
                </a:lnTo>
                <a:lnTo>
                  <a:pt x="3090" y="619"/>
                </a:lnTo>
                <a:lnTo>
                  <a:pt x="3089" y="619"/>
                </a:lnTo>
                <a:lnTo>
                  <a:pt x="3088" y="618"/>
                </a:lnTo>
                <a:lnTo>
                  <a:pt x="3087" y="618"/>
                </a:lnTo>
                <a:lnTo>
                  <a:pt x="3086" y="617"/>
                </a:lnTo>
                <a:lnTo>
                  <a:pt x="3085" y="617"/>
                </a:lnTo>
                <a:lnTo>
                  <a:pt x="3084" y="616"/>
                </a:lnTo>
                <a:lnTo>
                  <a:pt x="3083" y="616"/>
                </a:lnTo>
                <a:lnTo>
                  <a:pt x="3083" y="649"/>
                </a:lnTo>
                <a:lnTo>
                  <a:pt x="3082" y="649"/>
                </a:lnTo>
                <a:lnTo>
                  <a:pt x="3081" y="648"/>
                </a:lnTo>
                <a:lnTo>
                  <a:pt x="3080" y="648"/>
                </a:lnTo>
                <a:lnTo>
                  <a:pt x="3080" y="647"/>
                </a:lnTo>
                <a:lnTo>
                  <a:pt x="3079" y="647"/>
                </a:lnTo>
                <a:lnTo>
                  <a:pt x="3078" y="647"/>
                </a:lnTo>
                <a:lnTo>
                  <a:pt x="3077" y="646"/>
                </a:lnTo>
                <a:lnTo>
                  <a:pt x="3076" y="646"/>
                </a:lnTo>
                <a:lnTo>
                  <a:pt x="3076" y="645"/>
                </a:lnTo>
                <a:lnTo>
                  <a:pt x="3075" y="645"/>
                </a:lnTo>
                <a:lnTo>
                  <a:pt x="3074" y="645"/>
                </a:lnTo>
                <a:lnTo>
                  <a:pt x="3074" y="644"/>
                </a:lnTo>
                <a:lnTo>
                  <a:pt x="3073" y="644"/>
                </a:lnTo>
                <a:lnTo>
                  <a:pt x="3072" y="643"/>
                </a:lnTo>
                <a:lnTo>
                  <a:pt x="3071" y="643"/>
                </a:lnTo>
                <a:lnTo>
                  <a:pt x="3071" y="677"/>
                </a:lnTo>
                <a:lnTo>
                  <a:pt x="3070" y="676"/>
                </a:lnTo>
                <a:lnTo>
                  <a:pt x="3069" y="676"/>
                </a:lnTo>
                <a:lnTo>
                  <a:pt x="3069" y="675"/>
                </a:lnTo>
                <a:lnTo>
                  <a:pt x="3068" y="675"/>
                </a:lnTo>
                <a:lnTo>
                  <a:pt x="3067" y="675"/>
                </a:lnTo>
                <a:lnTo>
                  <a:pt x="3067" y="674"/>
                </a:lnTo>
                <a:lnTo>
                  <a:pt x="3066" y="674"/>
                </a:lnTo>
                <a:lnTo>
                  <a:pt x="3065" y="674"/>
                </a:lnTo>
                <a:lnTo>
                  <a:pt x="3064" y="673"/>
                </a:lnTo>
                <a:lnTo>
                  <a:pt x="3063" y="673"/>
                </a:lnTo>
                <a:lnTo>
                  <a:pt x="3063" y="672"/>
                </a:lnTo>
                <a:lnTo>
                  <a:pt x="3062" y="672"/>
                </a:lnTo>
                <a:lnTo>
                  <a:pt x="3061" y="671"/>
                </a:lnTo>
                <a:lnTo>
                  <a:pt x="3060" y="671"/>
                </a:lnTo>
                <a:lnTo>
                  <a:pt x="3059" y="670"/>
                </a:lnTo>
                <a:lnTo>
                  <a:pt x="3058" y="670"/>
                </a:lnTo>
                <a:lnTo>
                  <a:pt x="3057" y="670"/>
                </a:lnTo>
                <a:lnTo>
                  <a:pt x="3057" y="669"/>
                </a:lnTo>
                <a:lnTo>
                  <a:pt x="3056" y="669"/>
                </a:lnTo>
                <a:lnTo>
                  <a:pt x="3055" y="668"/>
                </a:lnTo>
                <a:lnTo>
                  <a:pt x="3054" y="668"/>
                </a:lnTo>
                <a:lnTo>
                  <a:pt x="3053" y="667"/>
                </a:lnTo>
                <a:lnTo>
                  <a:pt x="3052" y="667"/>
                </a:lnTo>
                <a:lnTo>
                  <a:pt x="3052" y="666"/>
                </a:lnTo>
                <a:lnTo>
                  <a:pt x="3051" y="666"/>
                </a:lnTo>
                <a:lnTo>
                  <a:pt x="3050" y="666"/>
                </a:lnTo>
                <a:lnTo>
                  <a:pt x="3049" y="665"/>
                </a:lnTo>
                <a:lnTo>
                  <a:pt x="3048" y="665"/>
                </a:lnTo>
                <a:lnTo>
                  <a:pt x="3047" y="664"/>
                </a:lnTo>
                <a:lnTo>
                  <a:pt x="3046" y="664"/>
                </a:lnTo>
                <a:lnTo>
                  <a:pt x="3046" y="663"/>
                </a:lnTo>
                <a:lnTo>
                  <a:pt x="3045" y="663"/>
                </a:lnTo>
                <a:lnTo>
                  <a:pt x="3044" y="663"/>
                </a:lnTo>
                <a:lnTo>
                  <a:pt x="3044" y="662"/>
                </a:lnTo>
                <a:lnTo>
                  <a:pt x="3043" y="662"/>
                </a:lnTo>
                <a:lnTo>
                  <a:pt x="3042" y="662"/>
                </a:lnTo>
                <a:lnTo>
                  <a:pt x="3042" y="661"/>
                </a:lnTo>
                <a:lnTo>
                  <a:pt x="3041" y="661"/>
                </a:lnTo>
                <a:lnTo>
                  <a:pt x="3040" y="661"/>
                </a:lnTo>
                <a:lnTo>
                  <a:pt x="3040" y="660"/>
                </a:lnTo>
                <a:lnTo>
                  <a:pt x="3039" y="660"/>
                </a:lnTo>
                <a:lnTo>
                  <a:pt x="3038" y="659"/>
                </a:lnTo>
                <a:lnTo>
                  <a:pt x="3037" y="659"/>
                </a:lnTo>
                <a:lnTo>
                  <a:pt x="3036" y="658"/>
                </a:lnTo>
                <a:lnTo>
                  <a:pt x="3035" y="658"/>
                </a:lnTo>
                <a:lnTo>
                  <a:pt x="3034" y="658"/>
                </a:lnTo>
                <a:lnTo>
                  <a:pt x="3034" y="657"/>
                </a:lnTo>
                <a:lnTo>
                  <a:pt x="3033" y="657"/>
                </a:lnTo>
                <a:lnTo>
                  <a:pt x="3032" y="656"/>
                </a:lnTo>
                <a:lnTo>
                  <a:pt x="3031" y="656"/>
                </a:lnTo>
                <a:lnTo>
                  <a:pt x="3030" y="655"/>
                </a:lnTo>
                <a:lnTo>
                  <a:pt x="3029" y="655"/>
                </a:lnTo>
                <a:lnTo>
                  <a:pt x="3029" y="654"/>
                </a:lnTo>
                <a:lnTo>
                  <a:pt x="3028" y="654"/>
                </a:lnTo>
                <a:lnTo>
                  <a:pt x="3027" y="654"/>
                </a:lnTo>
                <a:lnTo>
                  <a:pt x="3026" y="653"/>
                </a:lnTo>
                <a:lnTo>
                  <a:pt x="3025" y="653"/>
                </a:lnTo>
                <a:lnTo>
                  <a:pt x="3024" y="652"/>
                </a:lnTo>
                <a:lnTo>
                  <a:pt x="3023" y="652"/>
                </a:lnTo>
                <a:lnTo>
                  <a:pt x="3023" y="651"/>
                </a:lnTo>
                <a:lnTo>
                  <a:pt x="3022" y="651"/>
                </a:lnTo>
                <a:lnTo>
                  <a:pt x="3021" y="650"/>
                </a:lnTo>
                <a:lnTo>
                  <a:pt x="3020" y="650"/>
                </a:lnTo>
                <a:lnTo>
                  <a:pt x="3019" y="650"/>
                </a:lnTo>
                <a:lnTo>
                  <a:pt x="3019" y="684"/>
                </a:lnTo>
                <a:lnTo>
                  <a:pt x="3018" y="684"/>
                </a:lnTo>
                <a:lnTo>
                  <a:pt x="3017" y="683"/>
                </a:lnTo>
                <a:lnTo>
                  <a:pt x="3016" y="683"/>
                </a:lnTo>
                <a:lnTo>
                  <a:pt x="3016" y="717"/>
                </a:lnTo>
                <a:lnTo>
                  <a:pt x="3015" y="717"/>
                </a:lnTo>
                <a:lnTo>
                  <a:pt x="3014" y="716"/>
                </a:lnTo>
                <a:lnTo>
                  <a:pt x="3013" y="716"/>
                </a:lnTo>
                <a:lnTo>
                  <a:pt x="3013" y="715"/>
                </a:lnTo>
                <a:lnTo>
                  <a:pt x="3012" y="715"/>
                </a:lnTo>
                <a:lnTo>
                  <a:pt x="3011" y="715"/>
                </a:lnTo>
                <a:lnTo>
                  <a:pt x="3010" y="714"/>
                </a:lnTo>
                <a:lnTo>
                  <a:pt x="3009" y="714"/>
                </a:lnTo>
                <a:lnTo>
                  <a:pt x="3009" y="713"/>
                </a:lnTo>
                <a:lnTo>
                  <a:pt x="3008" y="713"/>
                </a:lnTo>
                <a:lnTo>
                  <a:pt x="3007" y="713"/>
                </a:lnTo>
                <a:lnTo>
                  <a:pt x="3007" y="712"/>
                </a:lnTo>
                <a:lnTo>
                  <a:pt x="3006" y="712"/>
                </a:lnTo>
                <a:lnTo>
                  <a:pt x="3005" y="711"/>
                </a:lnTo>
                <a:lnTo>
                  <a:pt x="3004" y="711"/>
                </a:lnTo>
                <a:lnTo>
                  <a:pt x="3003" y="711"/>
                </a:lnTo>
                <a:lnTo>
                  <a:pt x="3003" y="710"/>
                </a:lnTo>
                <a:lnTo>
                  <a:pt x="3002" y="710"/>
                </a:lnTo>
                <a:lnTo>
                  <a:pt x="3001" y="709"/>
                </a:lnTo>
                <a:lnTo>
                  <a:pt x="3000" y="709"/>
                </a:lnTo>
                <a:lnTo>
                  <a:pt x="2999" y="708"/>
                </a:lnTo>
                <a:lnTo>
                  <a:pt x="2998" y="743"/>
                </a:lnTo>
                <a:lnTo>
                  <a:pt x="2997" y="742"/>
                </a:lnTo>
                <a:lnTo>
                  <a:pt x="2996" y="742"/>
                </a:lnTo>
                <a:lnTo>
                  <a:pt x="2995" y="741"/>
                </a:lnTo>
                <a:lnTo>
                  <a:pt x="2994" y="741"/>
                </a:lnTo>
                <a:lnTo>
                  <a:pt x="2993" y="740"/>
                </a:lnTo>
                <a:lnTo>
                  <a:pt x="2992" y="740"/>
                </a:lnTo>
                <a:lnTo>
                  <a:pt x="2992" y="739"/>
                </a:lnTo>
                <a:lnTo>
                  <a:pt x="2991" y="739"/>
                </a:lnTo>
                <a:lnTo>
                  <a:pt x="2990" y="739"/>
                </a:lnTo>
                <a:lnTo>
                  <a:pt x="2990" y="738"/>
                </a:lnTo>
                <a:lnTo>
                  <a:pt x="2989" y="738"/>
                </a:lnTo>
                <a:lnTo>
                  <a:pt x="2988" y="738"/>
                </a:lnTo>
                <a:lnTo>
                  <a:pt x="2987" y="737"/>
                </a:lnTo>
                <a:lnTo>
                  <a:pt x="2986" y="737"/>
                </a:lnTo>
                <a:lnTo>
                  <a:pt x="2986" y="736"/>
                </a:lnTo>
                <a:lnTo>
                  <a:pt x="2985" y="736"/>
                </a:lnTo>
                <a:lnTo>
                  <a:pt x="2984" y="735"/>
                </a:lnTo>
                <a:lnTo>
                  <a:pt x="2983" y="735"/>
                </a:lnTo>
                <a:lnTo>
                  <a:pt x="2982" y="734"/>
                </a:lnTo>
                <a:lnTo>
                  <a:pt x="2981" y="734"/>
                </a:lnTo>
                <a:lnTo>
                  <a:pt x="2980" y="734"/>
                </a:lnTo>
                <a:lnTo>
                  <a:pt x="2980" y="733"/>
                </a:lnTo>
                <a:lnTo>
                  <a:pt x="2979" y="733"/>
                </a:lnTo>
                <a:lnTo>
                  <a:pt x="2978" y="732"/>
                </a:lnTo>
                <a:lnTo>
                  <a:pt x="2977" y="732"/>
                </a:lnTo>
                <a:lnTo>
                  <a:pt x="2976" y="731"/>
                </a:lnTo>
                <a:lnTo>
                  <a:pt x="2975" y="731"/>
                </a:lnTo>
                <a:lnTo>
                  <a:pt x="2975" y="730"/>
                </a:lnTo>
                <a:lnTo>
                  <a:pt x="2974" y="730"/>
                </a:lnTo>
                <a:lnTo>
                  <a:pt x="2973" y="765"/>
                </a:lnTo>
                <a:lnTo>
                  <a:pt x="2972" y="765"/>
                </a:lnTo>
                <a:lnTo>
                  <a:pt x="2972" y="764"/>
                </a:lnTo>
                <a:lnTo>
                  <a:pt x="2971" y="764"/>
                </a:lnTo>
                <a:lnTo>
                  <a:pt x="2970" y="764"/>
                </a:lnTo>
                <a:lnTo>
                  <a:pt x="2970" y="763"/>
                </a:lnTo>
                <a:lnTo>
                  <a:pt x="2969" y="763"/>
                </a:lnTo>
                <a:lnTo>
                  <a:pt x="2968" y="762"/>
                </a:lnTo>
                <a:lnTo>
                  <a:pt x="2967" y="762"/>
                </a:lnTo>
                <a:lnTo>
                  <a:pt x="2966" y="761"/>
                </a:lnTo>
                <a:lnTo>
                  <a:pt x="2965" y="761"/>
                </a:lnTo>
                <a:lnTo>
                  <a:pt x="2964" y="760"/>
                </a:lnTo>
                <a:lnTo>
                  <a:pt x="2963" y="760"/>
                </a:lnTo>
                <a:lnTo>
                  <a:pt x="2962" y="759"/>
                </a:lnTo>
                <a:lnTo>
                  <a:pt x="2961" y="759"/>
                </a:lnTo>
                <a:lnTo>
                  <a:pt x="2960" y="758"/>
                </a:lnTo>
                <a:lnTo>
                  <a:pt x="2959" y="758"/>
                </a:lnTo>
                <a:lnTo>
                  <a:pt x="2959" y="757"/>
                </a:lnTo>
                <a:lnTo>
                  <a:pt x="2958" y="757"/>
                </a:lnTo>
                <a:lnTo>
                  <a:pt x="2957" y="757"/>
                </a:lnTo>
                <a:lnTo>
                  <a:pt x="2956" y="756"/>
                </a:lnTo>
                <a:lnTo>
                  <a:pt x="2955" y="756"/>
                </a:lnTo>
                <a:lnTo>
                  <a:pt x="2955" y="755"/>
                </a:lnTo>
                <a:lnTo>
                  <a:pt x="2954" y="755"/>
                </a:lnTo>
                <a:lnTo>
                  <a:pt x="2953" y="755"/>
                </a:lnTo>
                <a:lnTo>
                  <a:pt x="2953" y="754"/>
                </a:lnTo>
                <a:lnTo>
                  <a:pt x="2952" y="754"/>
                </a:lnTo>
                <a:lnTo>
                  <a:pt x="2951" y="753"/>
                </a:lnTo>
                <a:lnTo>
                  <a:pt x="2950" y="753"/>
                </a:lnTo>
                <a:lnTo>
                  <a:pt x="2949" y="753"/>
                </a:lnTo>
                <a:lnTo>
                  <a:pt x="2949" y="752"/>
                </a:lnTo>
                <a:lnTo>
                  <a:pt x="2948" y="752"/>
                </a:lnTo>
                <a:lnTo>
                  <a:pt x="2947" y="752"/>
                </a:lnTo>
                <a:lnTo>
                  <a:pt x="2947" y="751"/>
                </a:lnTo>
                <a:lnTo>
                  <a:pt x="2946" y="751"/>
                </a:lnTo>
                <a:lnTo>
                  <a:pt x="2945" y="750"/>
                </a:lnTo>
                <a:lnTo>
                  <a:pt x="2944" y="750"/>
                </a:lnTo>
                <a:lnTo>
                  <a:pt x="2943" y="749"/>
                </a:lnTo>
                <a:lnTo>
                  <a:pt x="2942" y="749"/>
                </a:lnTo>
                <a:lnTo>
                  <a:pt x="2941" y="748"/>
                </a:lnTo>
                <a:lnTo>
                  <a:pt x="2940" y="748"/>
                </a:lnTo>
                <a:lnTo>
                  <a:pt x="2939" y="747"/>
                </a:lnTo>
                <a:lnTo>
                  <a:pt x="2938" y="747"/>
                </a:lnTo>
                <a:lnTo>
                  <a:pt x="2938" y="746"/>
                </a:lnTo>
                <a:lnTo>
                  <a:pt x="2937" y="746"/>
                </a:lnTo>
                <a:lnTo>
                  <a:pt x="2936" y="746"/>
                </a:lnTo>
                <a:lnTo>
                  <a:pt x="2936" y="745"/>
                </a:lnTo>
                <a:lnTo>
                  <a:pt x="2935" y="745"/>
                </a:lnTo>
                <a:lnTo>
                  <a:pt x="2934" y="745"/>
                </a:lnTo>
                <a:lnTo>
                  <a:pt x="2933" y="744"/>
                </a:lnTo>
                <a:lnTo>
                  <a:pt x="2932" y="744"/>
                </a:lnTo>
                <a:lnTo>
                  <a:pt x="2932" y="743"/>
                </a:lnTo>
                <a:lnTo>
                  <a:pt x="2931" y="743"/>
                </a:lnTo>
                <a:lnTo>
                  <a:pt x="2930" y="743"/>
                </a:lnTo>
                <a:lnTo>
                  <a:pt x="2930" y="742"/>
                </a:lnTo>
                <a:lnTo>
                  <a:pt x="2929" y="742"/>
                </a:lnTo>
                <a:lnTo>
                  <a:pt x="2928" y="741"/>
                </a:lnTo>
                <a:lnTo>
                  <a:pt x="2927" y="741"/>
                </a:lnTo>
                <a:lnTo>
                  <a:pt x="2926" y="741"/>
                </a:lnTo>
                <a:lnTo>
                  <a:pt x="2926" y="740"/>
                </a:lnTo>
                <a:lnTo>
                  <a:pt x="2925" y="740"/>
                </a:lnTo>
                <a:lnTo>
                  <a:pt x="2924" y="739"/>
                </a:lnTo>
                <a:lnTo>
                  <a:pt x="2923" y="739"/>
                </a:lnTo>
                <a:lnTo>
                  <a:pt x="2922" y="738"/>
                </a:lnTo>
                <a:lnTo>
                  <a:pt x="2921" y="738"/>
                </a:lnTo>
                <a:lnTo>
                  <a:pt x="2920" y="737"/>
                </a:lnTo>
                <a:lnTo>
                  <a:pt x="2919" y="737"/>
                </a:lnTo>
                <a:lnTo>
                  <a:pt x="2918" y="736"/>
                </a:lnTo>
                <a:lnTo>
                  <a:pt x="2917" y="736"/>
                </a:lnTo>
                <a:lnTo>
                  <a:pt x="2916" y="735"/>
                </a:lnTo>
                <a:lnTo>
                  <a:pt x="2916" y="771"/>
                </a:lnTo>
                <a:lnTo>
                  <a:pt x="2915" y="771"/>
                </a:lnTo>
                <a:lnTo>
                  <a:pt x="2914" y="771"/>
                </a:lnTo>
                <a:lnTo>
                  <a:pt x="2913" y="770"/>
                </a:lnTo>
                <a:lnTo>
                  <a:pt x="2912" y="770"/>
                </a:lnTo>
                <a:lnTo>
                  <a:pt x="2912" y="769"/>
                </a:lnTo>
                <a:lnTo>
                  <a:pt x="2911" y="769"/>
                </a:lnTo>
                <a:lnTo>
                  <a:pt x="2910" y="805"/>
                </a:lnTo>
                <a:lnTo>
                  <a:pt x="2909" y="805"/>
                </a:lnTo>
                <a:lnTo>
                  <a:pt x="2909" y="804"/>
                </a:lnTo>
                <a:lnTo>
                  <a:pt x="2908" y="804"/>
                </a:lnTo>
                <a:lnTo>
                  <a:pt x="2907" y="803"/>
                </a:lnTo>
                <a:lnTo>
                  <a:pt x="2906" y="803"/>
                </a:lnTo>
                <a:lnTo>
                  <a:pt x="2905" y="802"/>
                </a:lnTo>
                <a:lnTo>
                  <a:pt x="2904" y="802"/>
                </a:lnTo>
                <a:lnTo>
                  <a:pt x="2903" y="802"/>
                </a:lnTo>
                <a:lnTo>
                  <a:pt x="2903" y="801"/>
                </a:lnTo>
                <a:lnTo>
                  <a:pt x="2902" y="801"/>
                </a:lnTo>
                <a:lnTo>
                  <a:pt x="2901" y="800"/>
                </a:lnTo>
                <a:lnTo>
                  <a:pt x="2900" y="800"/>
                </a:lnTo>
                <a:lnTo>
                  <a:pt x="2899" y="799"/>
                </a:lnTo>
                <a:lnTo>
                  <a:pt x="2898" y="799"/>
                </a:lnTo>
                <a:lnTo>
                  <a:pt x="2898" y="798"/>
                </a:lnTo>
                <a:lnTo>
                  <a:pt x="2897" y="798"/>
                </a:lnTo>
                <a:lnTo>
                  <a:pt x="2896" y="798"/>
                </a:lnTo>
                <a:lnTo>
                  <a:pt x="2895" y="797"/>
                </a:lnTo>
                <a:lnTo>
                  <a:pt x="2894" y="797"/>
                </a:lnTo>
                <a:lnTo>
                  <a:pt x="2893" y="796"/>
                </a:lnTo>
                <a:lnTo>
                  <a:pt x="2892" y="796"/>
                </a:lnTo>
                <a:lnTo>
                  <a:pt x="2892" y="795"/>
                </a:lnTo>
                <a:lnTo>
                  <a:pt x="2891" y="795"/>
                </a:lnTo>
                <a:lnTo>
                  <a:pt x="2890" y="795"/>
                </a:lnTo>
                <a:lnTo>
                  <a:pt x="2890" y="794"/>
                </a:lnTo>
                <a:lnTo>
                  <a:pt x="2889" y="794"/>
                </a:lnTo>
                <a:lnTo>
                  <a:pt x="2888" y="794"/>
                </a:lnTo>
                <a:lnTo>
                  <a:pt x="2888" y="793"/>
                </a:lnTo>
                <a:lnTo>
                  <a:pt x="2887" y="793"/>
                </a:lnTo>
                <a:lnTo>
                  <a:pt x="2886" y="793"/>
                </a:lnTo>
                <a:lnTo>
                  <a:pt x="2886" y="792"/>
                </a:lnTo>
                <a:lnTo>
                  <a:pt x="2885" y="792"/>
                </a:lnTo>
                <a:lnTo>
                  <a:pt x="2884" y="791"/>
                </a:lnTo>
                <a:lnTo>
                  <a:pt x="2883" y="791"/>
                </a:lnTo>
                <a:lnTo>
                  <a:pt x="2882" y="790"/>
                </a:lnTo>
                <a:lnTo>
                  <a:pt x="2881" y="790"/>
                </a:lnTo>
                <a:lnTo>
                  <a:pt x="2880" y="790"/>
                </a:lnTo>
                <a:lnTo>
                  <a:pt x="2880" y="789"/>
                </a:lnTo>
                <a:lnTo>
                  <a:pt x="2879" y="789"/>
                </a:lnTo>
                <a:lnTo>
                  <a:pt x="2878" y="788"/>
                </a:lnTo>
                <a:lnTo>
                  <a:pt x="2877" y="825"/>
                </a:lnTo>
                <a:lnTo>
                  <a:pt x="2876" y="825"/>
                </a:lnTo>
                <a:lnTo>
                  <a:pt x="2876" y="824"/>
                </a:lnTo>
                <a:lnTo>
                  <a:pt x="2875" y="824"/>
                </a:lnTo>
                <a:lnTo>
                  <a:pt x="2874" y="861"/>
                </a:lnTo>
                <a:lnTo>
                  <a:pt x="2873" y="860"/>
                </a:lnTo>
                <a:lnTo>
                  <a:pt x="2873" y="897"/>
                </a:lnTo>
                <a:lnTo>
                  <a:pt x="2872" y="897"/>
                </a:lnTo>
                <a:lnTo>
                  <a:pt x="2871" y="896"/>
                </a:lnTo>
                <a:lnTo>
                  <a:pt x="2870" y="896"/>
                </a:lnTo>
                <a:lnTo>
                  <a:pt x="2869" y="896"/>
                </a:lnTo>
                <a:lnTo>
                  <a:pt x="2869" y="895"/>
                </a:lnTo>
                <a:lnTo>
                  <a:pt x="2868" y="895"/>
                </a:lnTo>
                <a:lnTo>
                  <a:pt x="2867" y="894"/>
                </a:lnTo>
                <a:lnTo>
                  <a:pt x="2866" y="894"/>
                </a:lnTo>
                <a:lnTo>
                  <a:pt x="2865" y="893"/>
                </a:lnTo>
                <a:lnTo>
                  <a:pt x="2864" y="893"/>
                </a:lnTo>
                <a:lnTo>
                  <a:pt x="2863" y="892"/>
                </a:lnTo>
                <a:lnTo>
                  <a:pt x="2863" y="930"/>
                </a:lnTo>
                <a:lnTo>
                  <a:pt x="2862" y="929"/>
                </a:lnTo>
                <a:lnTo>
                  <a:pt x="2861" y="929"/>
                </a:lnTo>
                <a:lnTo>
                  <a:pt x="2861" y="928"/>
                </a:lnTo>
                <a:lnTo>
                  <a:pt x="2860" y="928"/>
                </a:lnTo>
                <a:lnTo>
                  <a:pt x="2859" y="928"/>
                </a:lnTo>
                <a:lnTo>
                  <a:pt x="2858" y="927"/>
                </a:lnTo>
                <a:lnTo>
                  <a:pt x="2857" y="927"/>
                </a:lnTo>
                <a:lnTo>
                  <a:pt x="2856" y="926"/>
                </a:lnTo>
                <a:lnTo>
                  <a:pt x="2855" y="926"/>
                </a:lnTo>
                <a:lnTo>
                  <a:pt x="2855" y="963"/>
                </a:lnTo>
                <a:lnTo>
                  <a:pt x="2854" y="963"/>
                </a:lnTo>
                <a:lnTo>
                  <a:pt x="2853" y="962"/>
                </a:lnTo>
                <a:lnTo>
                  <a:pt x="2852" y="962"/>
                </a:lnTo>
                <a:lnTo>
                  <a:pt x="2852" y="961"/>
                </a:lnTo>
                <a:lnTo>
                  <a:pt x="2851" y="961"/>
                </a:lnTo>
                <a:lnTo>
                  <a:pt x="2850" y="961"/>
                </a:lnTo>
                <a:lnTo>
                  <a:pt x="2849" y="960"/>
                </a:lnTo>
                <a:lnTo>
                  <a:pt x="2848" y="960"/>
                </a:lnTo>
                <a:lnTo>
                  <a:pt x="2848" y="959"/>
                </a:lnTo>
                <a:lnTo>
                  <a:pt x="2847" y="959"/>
                </a:lnTo>
                <a:lnTo>
                  <a:pt x="2846" y="959"/>
                </a:lnTo>
                <a:lnTo>
                  <a:pt x="2846" y="958"/>
                </a:lnTo>
                <a:lnTo>
                  <a:pt x="2845" y="958"/>
                </a:lnTo>
                <a:lnTo>
                  <a:pt x="2844" y="957"/>
                </a:lnTo>
                <a:lnTo>
                  <a:pt x="2843" y="957"/>
                </a:lnTo>
                <a:lnTo>
                  <a:pt x="2842" y="957"/>
                </a:lnTo>
                <a:lnTo>
                  <a:pt x="2842" y="956"/>
                </a:lnTo>
                <a:lnTo>
                  <a:pt x="2841" y="956"/>
                </a:lnTo>
                <a:lnTo>
                  <a:pt x="2840" y="955"/>
                </a:lnTo>
                <a:lnTo>
                  <a:pt x="2839" y="955"/>
                </a:lnTo>
                <a:lnTo>
                  <a:pt x="2838" y="954"/>
                </a:lnTo>
                <a:lnTo>
                  <a:pt x="2837" y="954"/>
                </a:lnTo>
                <a:lnTo>
                  <a:pt x="2836" y="953"/>
                </a:lnTo>
                <a:lnTo>
                  <a:pt x="2835" y="953"/>
                </a:lnTo>
                <a:lnTo>
                  <a:pt x="2834" y="990"/>
                </a:lnTo>
                <a:lnTo>
                  <a:pt x="2833" y="990"/>
                </a:lnTo>
                <a:lnTo>
                  <a:pt x="2833" y="1027"/>
                </a:lnTo>
                <a:lnTo>
                  <a:pt x="2832" y="1027"/>
                </a:lnTo>
                <a:lnTo>
                  <a:pt x="2831" y="1027"/>
                </a:lnTo>
                <a:lnTo>
                  <a:pt x="2831" y="1026"/>
                </a:lnTo>
                <a:lnTo>
                  <a:pt x="2830" y="1026"/>
                </a:lnTo>
                <a:lnTo>
                  <a:pt x="2829" y="1026"/>
                </a:lnTo>
                <a:lnTo>
                  <a:pt x="2829" y="1025"/>
                </a:lnTo>
                <a:lnTo>
                  <a:pt x="2828" y="1025"/>
                </a:lnTo>
                <a:lnTo>
                  <a:pt x="2827" y="1024"/>
                </a:lnTo>
                <a:lnTo>
                  <a:pt x="2826" y="1024"/>
                </a:lnTo>
                <a:lnTo>
                  <a:pt x="2825" y="1023"/>
                </a:lnTo>
                <a:lnTo>
                  <a:pt x="2824" y="1023"/>
                </a:lnTo>
                <a:lnTo>
                  <a:pt x="2823" y="1023"/>
                </a:lnTo>
                <a:lnTo>
                  <a:pt x="2823" y="1022"/>
                </a:lnTo>
                <a:lnTo>
                  <a:pt x="2822" y="1022"/>
                </a:lnTo>
                <a:lnTo>
                  <a:pt x="2821" y="1021"/>
                </a:lnTo>
                <a:lnTo>
                  <a:pt x="2820" y="1021"/>
                </a:lnTo>
                <a:lnTo>
                  <a:pt x="2819" y="1020"/>
                </a:lnTo>
                <a:lnTo>
                  <a:pt x="2818" y="1020"/>
                </a:lnTo>
                <a:lnTo>
                  <a:pt x="2818" y="1058"/>
                </a:lnTo>
                <a:lnTo>
                  <a:pt x="2817" y="1057"/>
                </a:lnTo>
                <a:lnTo>
                  <a:pt x="2816" y="1057"/>
                </a:lnTo>
                <a:lnTo>
                  <a:pt x="2815" y="1056"/>
                </a:lnTo>
                <a:lnTo>
                  <a:pt x="2814" y="1056"/>
                </a:lnTo>
                <a:lnTo>
                  <a:pt x="2814" y="1055"/>
                </a:lnTo>
                <a:lnTo>
                  <a:pt x="2813" y="1055"/>
                </a:lnTo>
                <a:lnTo>
                  <a:pt x="2812" y="1055"/>
                </a:lnTo>
                <a:lnTo>
                  <a:pt x="2812" y="1054"/>
                </a:lnTo>
                <a:lnTo>
                  <a:pt x="2811" y="1054"/>
                </a:lnTo>
                <a:lnTo>
                  <a:pt x="2810" y="1054"/>
                </a:lnTo>
                <a:lnTo>
                  <a:pt x="2809" y="1053"/>
                </a:lnTo>
                <a:lnTo>
                  <a:pt x="2808" y="1053"/>
                </a:lnTo>
                <a:lnTo>
                  <a:pt x="2808" y="1052"/>
                </a:lnTo>
                <a:lnTo>
                  <a:pt x="2807" y="1052"/>
                </a:lnTo>
                <a:lnTo>
                  <a:pt x="2806" y="1052"/>
                </a:lnTo>
                <a:lnTo>
                  <a:pt x="2806" y="1051"/>
                </a:lnTo>
                <a:lnTo>
                  <a:pt x="2805" y="1051"/>
                </a:lnTo>
                <a:lnTo>
                  <a:pt x="2804" y="1050"/>
                </a:lnTo>
                <a:lnTo>
                  <a:pt x="2803" y="1050"/>
                </a:lnTo>
                <a:lnTo>
                  <a:pt x="2802" y="1050"/>
                </a:lnTo>
                <a:lnTo>
                  <a:pt x="2802" y="1049"/>
                </a:lnTo>
                <a:lnTo>
                  <a:pt x="2801" y="1049"/>
                </a:lnTo>
                <a:lnTo>
                  <a:pt x="2800" y="1048"/>
                </a:lnTo>
                <a:lnTo>
                  <a:pt x="2799" y="1048"/>
                </a:lnTo>
                <a:lnTo>
                  <a:pt x="2798" y="1047"/>
                </a:lnTo>
                <a:lnTo>
                  <a:pt x="2797" y="1047"/>
                </a:lnTo>
                <a:lnTo>
                  <a:pt x="2796" y="1046"/>
                </a:lnTo>
                <a:lnTo>
                  <a:pt x="2795" y="1046"/>
                </a:lnTo>
                <a:lnTo>
                  <a:pt x="2794" y="1045"/>
                </a:lnTo>
                <a:lnTo>
                  <a:pt x="2793" y="1045"/>
                </a:lnTo>
                <a:lnTo>
                  <a:pt x="2792" y="1044"/>
                </a:lnTo>
                <a:lnTo>
                  <a:pt x="2791" y="1044"/>
                </a:lnTo>
                <a:lnTo>
                  <a:pt x="2791" y="1043"/>
                </a:lnTo>
                <a:lnTo>
                  <a:pt x="2790" y="1043"/>
                </a:lnTo>
                <a:lnTo>
                  <a:pt x="2789" y="1043"/>
                </a:lnTo>
                <a:lnTo>
                  <a:pt x="2789" y="1042"/>
                </a:lnTo>
                <a:lnTo>
                  <a:pt x="2788" y="1042"/>
                </a:lnTo>
                <a:lnTo>
                  <a:pt x="2787" y="1042"/>
                </a:lnTo>
                <a:lnTo>
                  <a:pt x="2786" y="1041"/>
                </a:lnTo>
                <a:lnTo>
                  <a:pt x="2785" y="1041"/>
                </a:lnTo>
                <a:lnTo>
                  <a:pt x="2785" y="1040"/>
                </a:lnTo>
                <a:lnTo>
                  <a:pt x="2784" y="1040"/>
                </a:lnTo>
                <a:lnTo>
                  <a:pt x="2783" y="1039"/>
                </a:lnTo>
                <a:lnTo>
                  <a:pt x="2782" y="1039"/>
                </a:lnTo>
                <a:lnTo>
                  <a:pt x="2781" y="1038"/>
                </a:lnTo>
                <a:lnTo>
                  <a:pt x="2780" y="1038"/>
                </a:lnTo>
                <a:lnTo>
                  <a:pt x="2779" y="1038"/>
                </a:lnTo>
                <a:lnTo>
                  <a:pt x="2779" y="1037"/>
                </a:lnTo>
                <a:lnTo>
                  <a:pt x="2778" y="1037"/>
                </a:lnTo>
                <a:lnTo>
                  <a:pt x="2777" y="1036"/>
                </a:lnTo>
                <a:lnTo>
                  <a:pt x="2776" y="1036"/>
                </a:lnTo>
                <a:lnTo>
                  <a:pt x="2775" y="1035"/>
                </a:lnTo>
                <a:lnTo>
                  <a:pt x="2774" y="1035"/>
                </a:lnTo>
                <a:lnTo>
                  <a:pt x="2774" y="1034"/>
                </a:lnTo>
                <a:lnTo>
                  <a:pt x="2773" y="1034"/>
                </a:lnTo>
                <a:lnTo>
                  <a:pt x="2772" y="1034"/>
                </a:lnTo>
                <a:lnTo>
                  <a:pt x="2771" y="1033"/>
                </a:lnTo>
                <a:lnTo>
                  <a:pt x="2770" y="1033"/>
                </a:lnTo>
                <a:lnTo>
                  <a:pt x="2769" y="1032"/>
                </a:lnTo>
                <a:lnTo>
                  <a:pt x="2768" y="1032"/>
                </a:lnTo>
                <a:lnTo>
                  <a:pt x="2768" y="1070"/>
                </a:lnTo>
                <a:lnTo>
                  <a:pt x="2767" y="1070"/>
                </a:lnTo>
                <a:lnTo>
                  <a:pt x="2766" y="1070"/>
                </a:lnTo>
                <a:lnTo>
                  <a:pt x="2766" y="1069"/>
                </a:lnTo>
                <a:lnTo>
                  <a:pt x="2765" y="1069"/>
                </a:lnTo>
                <a:lnTo>
                  <a:pt x="2764" y="1069"/>
                </a:lnTo>
                <a:lnTo>
                  <a:pt x="2764" y="1068"/>
                </a:lnTo>
                <a:lnTo>
                  <a:pt x="2763" y="1068"/>
                </a:lnTo>
                <a:lnTo>
                  <a:pt x="2762" y="1068"/>
                </a:lnTo>
                <a:lnTo>
                  <a:pt x="2762" y="1067"/>
                </a:lnTo>
                <a:lnTo>
                  <a:pt x="2761" y="1067"/>
                </a:lnTo>
                <a:lnTo>
                  <a:pt x="2760" y="1066"/>
                </a:lnTo>
                <a:lnTo>
                  <a:pt x="2759" y="1066"/>
                </a:lnTo>
                <a:lnTo>
                  <a:pt x="2758" y="1065"/>
                </a:lnTo>
                <a:lnTo>
                  <a:pt x="2757" y="1065"/>
                </a:lnTo>
                <a:lnTo>
                  <a:pt x="2756" y="1065"/>
                </a:lnTo>
                <a:lnTo>
                  <a:pt x="2756" y="1064"/>
                </a:lnTo>
                <a:lnTo>
                  <a:pt x="2755" y="1064"/>
                </a:lnTo>
                <a:lnTo>
                  <a:pt x="2754" y="1063"/>
                </a:lnTo>
                <a:lnTo>
                  <a:pt x="2753" y="1063"/>
                </a:lnTo>
                <a:lnTo>
                  <a:pt x="2752" y="1062"/>
                </a:lnTo>
                <a:lnTo>
                  <a:pt x="2751" y="1062"/>
                </a:lnTo>
                <a:lnTo>
                  <a:pt x="2751" y="1061"/>
                </a:lnTo>
                <a:lnTo>
                  <a:pt x="2750" y="1061"/>
                </a:lnTo>
                <a:lnTo>
                  <a:pt x="2749" y="1061"/>
                </a:lnTo>
                <a:lnTo>
                  <a:pt x="2748" y="1099"/>
                </a:lnTo>
                <a:lnTo>
                  <a:pt x="2748" y="1138"/>
                </a:lnTo>
                <a:lnTo>
                  <a:pt x="2747" y="1138"/>
                </a:lnTo>
                <a:lnTo>
                  <a:pt x="2746" y="1137"/>
                </a:lnTo>
                <a:lnTo>
                  <a:pt x="2745" y="1137"/>
                </a:lnTo>
                <a:lnTo>
                  <a:pt x="2744" y="1136"/>
                </a:lnTo>
                <a:lnTo>
                  <a:pt x="2743" y="1136"/>
                </a:lnTo>
                <a:lnTo>
                  <a:pt x="2742" y="1136"/>
                </a:lnTo>
                <a:lnTo>
                  <a:pt x="2742" y="1135"/>
                </a:lnTo>
                <a:lnTo>
                  <a:pt x="2741" y="1135"/>
                </a:lnTo>
                <a:lnTo>
                  <a:pt x="2740" y="1134"/>
                </a:lnTo>
                <a:lnTo>
                  <a:pt x="2739" y="1134"/>
                </a:lnTo>
                <a:lnTo>
                  <a:pt x="2738" y="1133"/>
                </a:lnTo>
                <a:lnTo>
                  <a:pt x="2737" y="1133"/>
                </a:lnTo>
                <a:lnTo>
                  <a:pt x="2737" y="1132"/>
                </a:lnTo>
                <a:lnTo>
                  <a:pt x="2736" y="1132"/>
                </a:lnTo>
                <a:lnTo>
                  <a:pt x="2735" y="1132"/>
                </a:lnTo>
                <a:lnTo>
                  <a:pt x="2734" y="1131"/>
                </a:lnTo>
                <a:lnTo>
                  <a:pt x="2733" y="1131"/>
                </a:lnTo>
                <a:lnTo>
                  <a:pt x="2732" y="1130"/>
                </a:lnTo>
                <a:lnTo>
                  <a:pt x="2731" y="1130"/>
                </a:lnTo>
                <a:lnTo>
                  <a:pt x="2731" y="1129"/>
                </a:lnTo>
                <a:lnTo>
                  <a:pt x="2730" y="1129"/>
                </a:lnTo>
                <a:lnTo>
                  <a:pt x="2729" y="1129"/>
                </a:lnTo>
                <a:lnTo>
                  <a:pt x="2729" y="1128"/>
                </a:lnTo>
                <a:lnTo>
                  <a:pt x="2728" y="1128"/>
                </a:lnTo>
                <a:lnTo>
                  <a:pt x="2727" y="1128"/>
                </a:lnTo>
                <a:lnTo>
                  <a:pt x="2727" y="1127"/>
                </a:lnTo>
                <a:lnTo>
                  <a:pt x="2726" y="1127"/>
                </a:lnTo>
                <a:lnTo>
                  <a:pt x="2725" y="1166"/>
                </a:lnTo>
                <a:lnTo>
                  <a:pt x="2724" y="1165"/>
                </a:lnTo>
                <a:lnTo>
                  <a:pt x="2723" y="1165"/>
                </a:lnTo>
                <a:lnTo>
                  <a:pt x="2722" y="1165"/>
                </a:lnTo>
                <a:lnTo>
                  <a:pt x="2722" y="1164"/>
                </a:lnTo>
                <a:lnTo>
                  <a:pt x="2721" y="1164"/>
                </a:lnTo>
                <a:lnTo>
                  <a:pt x="2720" y="1203"/>
                </a:lnTo>
                <a:lnTo>
                  <a:pt x="2719" y="1203"/>
                </a:lnTo>
                <a:lnTo>
                  <a:pt x="2719" y="1202"/>
                </a:lnTo>
                <a:lnTo>
                  <a:pt x="2718" y="1202"/>
                </a:lnTo>
                <a:lnTo>
                  <a:pt x="2717" y="1201"/>
                </a:lnTo>
                <a:lnTo>
                  <a:pt x="2716" y="1201"/>
                </a:lnTo>
                <a:lnTo>
                  <a:pt x="2715" y="1200"/>
                </a:lnTo>
                <a:lnTo>
                  <a:pt x="2714" y="1200"/>
                </a:lnTo>
                <a:lnTo>
                  <a:pt x="2713" y="1199"/>
                </a:lnTo>
                <a:lnTo>
                  <a:pt x="2712" y="1199"/>
                </a:lnTo>
                <a:lnTo>
                  <a:pt x="2711" y="1198"/>
                </a:lnTo>
                <a:lnTo>
                  <a:pt x="2710" y="1198"/>
                </a:lnTo>
                <a:lnTo>
                  <a:pt x="2709" y="1197"/>
                </a:lnTo>
                <a:lnTo>
                  <a:pt x="2708" y="1197"/>
                </a:lnTo>
                <a:lnTo>
                  <a:pt x="2708" y="1196"/>
                </a:lnTo>
                <a:lnTo>
                  <a:pt x="2707" y="1196"/>
                </a:lnTo>
                <a:lnTo>
                  <a:pt x="2706" y="1196"/>
                </a:lnTo>
                <a:lnTo>
                  <a:pt x="2705" y="1195"/>
                </a:lnTo>
                <a:lnTo>
                  <a:pt x="2704" y="1195"/>
                </a:lnTo>
                <a:lnTo>
                  <a:pt x="2704" y="1194"/>
                </a:lnTo>
                <a:lnTo>
                  <a:pt x="2703" y="1194"/>
                </a:lnTo>
                <a:lnTo>
                  <a:pt x="2702" y="1194"/>
                </a:lnTo>
                <a:lnTo>
                  <a:pt x="2702" y="1193"/>
                </a:lnTo>
                <a:lnTo>
                  <a:pt x="2701" y="1193"/>
                </a:lnTo>
                <a:lnTo>
                  <a:pt x="2700" y="1192"/>
                </a:lnTo>
                <a:lnTo>
                  <a:pt x="2699" y="1192"/>
                </a:lnTo>
                <a:lnTo>
                  <a:pt x="2698" y="1192"/>
                </a:lnTo>
                <a:lnTo>
                  <a:pt x="2698" y="1191"/>
                </a:lnTo>
                <a:lnTo>
                  <a:pt x="2697" y="1191"/>
                </a:lnTo>
                <a:lnTo>
                  <a:pt x="2696" y="1190"/>
                </a:lnTo>
                <a:lnTo>
                  <a:pt x="2695" y="1190"/>
                </a:lnTo>
                <a:lnTo>
                  <a:pt x="2694" y="1189"/>
                </a:lnTo>
                <a:lnTo>
                  <a:pt x="2693" y="1189"/>
                </a:lnTo>
                <a:lnTo>
                  <a:pt x="2692" y="1188"/>
                </a:lnTo>
                <a:lnTo>
                  <a:pt x="2691" y="1188"/>
                </a:lnTo>
                <a:lnTo>
                  <a:pt x="2690" y="1227"/>
                </a:lnTo>
                <a:lnTo>
                  <a:pt x="2689" y="1227"/>
                </a:lnTo>
                <a:lnTo>
                  <a:pt x="2688" y="1226"/>
                </a:lnTo>
                <a:lnTo>
                  <a:pt x="2687" y="1226"/>
                </a:lnTo>
                <a:lnTo>
                  <a:pt x="2686" y="1225"/>
                </a:lnTo>
                <a:lnTo>
                  <a:pt x="2685" y="1225"/>
                </a:lnTo>
                <a:lnTo>
                  <a:pt x="2685" y="1265"/>
                </a:lnTo>
                <a:lnTo>
                  <a:pt x="2684" y="1264"/>
                </a:lnTo>
                <a:lnTo>
                  <a:pt x="2683" y="1264"/>
                </a:lnTo>
                <a:lnTo>
                  <a:pt x="2682" y="1264"/>
                </a:lnTo>
                <a:lnTo>
                  <a:pt x="2682" y="1263"/>
                </a:lnTo>
                <a:lnTo>
                  <a:pt x="2681" y="1263"/>
                </a:lnTo>
                <a:lnTo>
                  <a:pt x="2680" y="1262"/>
                </a:lnTo>
                <a:lnTo>
                  <a:pt x="2679" y="1262"/>
                </a:lnTo>
                <a:lnTo>
                  <a:pt x="2678" y="1261"/>
                </a:lnTo>
                <a:lnTo>
                  <a:pt x="2677" y="1261"/>
                </a:lnTo>
                <a:lnTo>
                  <a:pt x="2677" y="1260"/>
                </a:lnTo>
                <a:lnTo>
                  <a:pt x="2676" y="1260"/>
                </a:lnTo>
                <a:lnTo>
                  <a:pt x="2675" y="1260"/>
                </a:lnTo>
                <a:lnTo>
                  <a:pt x="2674" y="1259"/>
                </a:lnTo>
                <a:lnTo>
                  <a:pt x="2673" y="1299"/>
                </a:lnTo>
                <a:lnTo>
                  <a:pt x="2672" y="1299"/>
                </a:lnTo>
                <a:lnTo>
                  <a:pt x="2672" y="1298"/>
                </a:lnTo>
                <a:lnTo>
                  <a:pt x="2671" y="1339"/>
                </a:lnTo>
                <a:lnTo>
                  <a:pt x="2671" y="1338"/>
                </a:lnTo>
                <a:lnTo>
                  <a:pt x="2670" y="1338"/>
                </a:lnTo>
                <a:lnTo>
                  <a:pt x="2669" y="1337"/>
                </a:lnTo>
                <a:lnTo>
                  <a:pt x="2668" y="1337"/>
                </a:lnTo>
                <a:lnTo>
                  <a:pt x="2667" y="1336"/>
                </a:lnTo>
                <a:lnTo>
                  <a:pt x="2666" y="1376"/>
                </a:lnTo>
                <a:lnTo>
                  <a:pt x="2665" y="1376"/>
                </a:lnTo>
                <a:lnTo>
                  <a:pt x="2664" y="1375"/>
                </a:lnTo>
                <a:lnTo>
                  <a:pt x="2663" y="1375"/>
                </a:lnTo>
                <a:lnTo>
                  <a:pt x="2662" y="1374"/>
                </a:lnTo>
                <a:lnTo>
                  <a:pt x="2661" y="1374"/>
                </a:lnTo>
                <a:lnTo>
                  <a:pt x="2660" y="1373"/>
                </a:lnTo>
                <a:lnTo>
                  <a:pt x="2659" y="1373"/>
                </a:lnTo>
                <a:lnTo>
                  <a:pt x="2658" y="1372"/>
                </a:lnTo>
                <a:lnTo>
                  <a:pt x="2657" y="1372"/>
                </a:lnTo>
                <a:lnTo>
                  <a:pt x="2657" y="1371"/>
                </a:lnTo>
                <a:lnTo>
                  <a:pt x="2656" y="1371"/>
                </a:lnTo>
                <a:lnTo>
                  <a:pt x="2655" y="1371"/>
                </a:lnTo>
                <a:lnTo>
                  <a:pt x="2655" y="1370"/>
                </a:lnTo>
                <a:lnTo>
                  <a:pt x="2654" y="1411"/>
                </a:lnTo>
                <a:lnTo>
                  <a:pt x="2653" y="1410"/>
                </a:lnTo>
                <a:lnTo>
                  <a:pt x="2652" y="1410"/>
                </a:lnTo>
                <a:lnTo>
                  <a:pt x="2651" y="1409"/>
                </a:lnTo>
                <a:lnTo>
                  <a:pt x="2650" y="1409"/>
                </a:lnTo>
                <a:lnTo>
                  <a:pt x="2650" y="1408"/>
                </a:lnTo>
                <a:lnTo>
                  <a:pt x="2649" y="1408"/>
                </a:lnTo>
                <a:lnTo>
                  <a:pt x="2648" y="1408"/>
                </a:lnTo>
                <a:lnTo>
                  <a:pt x="2648" y="1407"/>
                </a:lnTo>
                <a:lnTo>
                  <a:pt x="2647" y="1407"/>
                </a:lnTo>
                <a:lnTo>
                  <a:pt x="2646" y="1407"/>
                </a:lnTo>
                <a:lnTo>
                  <a:pt x="2645" y="1406"/>
                </a:lnTo>
                <a:lnTo>
                  <a:pt x="2644" y="1406"/>
                </a:lnTo>
                <a:lnTo>
                  <a:pt x="2644" y="1405"/>
                </a:lnTo>
                <a:lnTo>
                  <a:pt x="2643" y="1405"/>
                </a:lnTo>
                <a:lnTo>
                  <a:pt x="2642" y="1405"/>
                </a:lnTo>
                <a:lnTo>
                  <a:pt x="2642" y="1404"/>
                </a:lnTo>
                <a:lnTo>
                  <a:pt x="2641" y="1404"/>
                </a:lnTo>
                <a:lnTo>
                  <a:pt x="2640" y="1403"/>
                </a:lnTo>
                <a:lnTo>
                  <a:pt x="2639" y="1403"/>
                </a:lnTo>
                <a:lnTo>
                  <a:pt x="2638" y="1403"/>
                </a:lnTo>
                <a:lnTo>
                  <a:pt x="2638" y="1402"/>
                </a:lnTo>
                <a:lnTo>
                  <a:pt x="2637" y="1402"/>
                </a:lnTo>
                <a:lnTo>
                  <a:pt x="2636" y="1401"/>
                </a:lnTo>
                <a:lnTo>
                  <a:pt x="2635" y="1401"/>
                </a:lnTo>
                <a:lnTo>
                  <a:pt x="2634" y="1400"/>
                </a:lnTo>
                <a:lnTo>
                  <a:pt x="2633" y="1400"/>
                </a:lnTo>
                <a:lnTo>
                  <a:pt x="2632" y="1399"/>
                </a:lnTo>
                <a:lnTo>
                  <a:pt x="2631" y="1399"/>
                </a:lnTo>
                <a:lnTo>
                  <a:pt x="2631" y="1440"/>
                </a:lnTo>
                <a:lnTo>
                  <a:pt x="2630" y="1439"/>
                </a:lnTo>
                <a:lnTo>
                  <a:pt x="2629" y="1439"/>
                </a:lnTo>
                <a:lnTo>
                  <a:pt x="2628" y="1438"/>
                </a:lnTo>
                <a:lnTo>
                  <a:pt x="2627" y="1438"/>
                </a:lnTo>
                <a:lnTo>
                  <a:pt x="2626" y="1437"/>
                </a:lnTo>
                <a:lnTo>
                  <a:pt x="2625" y="1478"/>
                </a:lnTo>
                <a:lnTo>
                  <a:pt x="2624" y="1478"/>
                </a:lnTo>
                <a:lnTo>
                  <a:pt x="2624" y="1477"/>
                </a:lnTo>
                <a:lnTo>
                  <a:pt x="2623" y="1477"/>
                </a:lnTo>
                <a:lnTo>
                  <a:pt x="2622" y="1476"/>
                </a:lnTo>
                <a:lnTo>
                  <a:pt x="2621" y="1476"/>
                </a:lnTo>
                <a:lnTo>
                  <a:pt x="2620" y="1475"/>
                </a:lnTo>
                <a:lnTo>
                  <a:pt x="2619" y="1475"/>
                </a:lnTo>
                <a:lnTo>
                  <a:pt x="2618" y="1474"/>
                </a:lnTo>
                <a:lnTo>
                  <a:pt x="2617" y="1474"/>
                </a:lnTo>
                <a:lnTo>
                  <a:pt x="2616" y="1473"/>
                </a:lnTo>
                <a:lnTo>
                  <a:pt x="2615" y="1514"/>
                </a:lnTo>
                <a:lnTo>
                  <a:pt x="2614" y="1514"/>
                </a:lnTo>
                <a:lnTo>
                  <a:pt x="2614" y="1513"/>
                </a:lnTo>
                <a:lnTo>
                  <a:pt x="2613" y="1513"/>
                </a:lnTo>
                <a:lnTo>
                  <a:pt x="2612" y="1512"/>
                </a:lnTo>
                <a:lnTo>
                  <a:pt x="2611" y="1512"/>
                </a:lnTo>
                <a:lnTo>
                  <a:pt x="2610" y="1511"/>
                </a:lnTo>
                <a:lnTo>
                  <a:pt x="2609" y="1511"/>
                </a:lnTo>
                <a:lnTo>
                  <a:pt x="2608" y="1511"/>
                </a:lnTo>
                <a:lnTo>
                  <a:pt x="2608" y="1510"/>
                </a:lnTo>
                <a:lnTo>
                  <a:pt x="2607" y="1510"/>
                </a:lnTo>
                <a:lnTo>
                  <a:pt x="2606" y="1509"/>
                </a:lnTo>
                <a:lnTo>
                  <a:pt x="2605" y="1509"/>
                </a:lnTo>
                <a:lnTo>
                  <a:pt x="2604" y="1508"/>
                </a:lnTo>
                <a:lnTo>
                  <a:pt x="2603" y="1508"/>
                </a:lnTo>
                <a:lnTo>
                  <a:pt x="2603" y="1549"/>
                </a:lnTo>
                <a:lnTo>
                  <a:pt x="2602" y="1549"/>
                </a:lnTo>
                <a:lnTo>
                  <a:pt x="2601" y="1548"/>
                </a:lnTo>
                <a:lnTo>
                  <a:pt x="2600" y="1548"/>
                </a:lnTo>
                <a:lnTo>
                  <a:pt x="2600" y="1547"/>
                </a:lnTo>
                <a:lnTo>
                  <a:pt x="2599" y="1547"/>
                </a:lnTo>
                <a:lnTo>
                  <a:pt x="2598" y="1547"/>
                </a:lnTo>
                <a:lnTo>
                  <a:pt x="2598" y="1546"/>
                </a:lnTo>
                <a:lnTo>
                  <a:pt x="2597" y="1546"/>
                </a:lnTo>
                <a:lnTo>
                  <a:pt x="2596" y="1546"/>
                </a:lnTo>
                <a:lnTo>
                  <a:pt x="2595" y="1545"/>
                </a:lnTo>
                <a:lnTo>
                  <a:pt x="2595" y="1587"/>
                </a:lnTo>
                <a:lnTo>
                  <a:pt x="2594" y="1586"/>
                </a:lnTo>
                <a:lnTo>
                  <a:pt x="2593" y="1586"/>
                </a:lnTo>
                <a:lnTo>
                  <a:pt x="2593" y="1585"/>
                </a:lnTo>
                <a:lnTo>
                  <a:pt x="2592" y="1585"/>
                </a:lnTo>
                <a:lnTo>
                  <a:pt x="2591" y="1585"/>
                </a:lnTo>
                <a:lnTo>
                  <a:pt x="2591" y="1584"/>
                </a:lnTo>
                <a:lnTo>
                  <a:pt x="2590" y="1584"/>
                </a:lnTo>
                <a:lnTo>
                  <a:pt x="2589" y="1584"/>
                </a:lnTo>
                <a:lnTo>
                  <a:pt x="2588" y="1583"/>
                </a:lnTo>
                <a:lnTo>
                  <a:pt x="2587" y="1583"/>
                </a:lnTo>
                <a:lnTo>
                  <a:pt x="2587" y="1582"/>
                </a:lnTo>
                <a:lnTo>
                  <a:pt x="2586" y="1582"/>
                </a:lnTo>
                <a:lnTo>
                  <a:pt x="2585" y="1582"/>
                </a:lnTo>
                <a:lnTo>
                  <a:pt x="2585" y="1581"/>
                </a:lnTo>
                <a:lnTo>
                  <a:pt x="2584" y="1581"/>
                </a:lnTo>
                <a:lnTo>
                  <a:pt x="2583" y="1580"/>
                </a:lnTo>
                <a:lnTo>
                  <a:pt x="2582" y="1580"/>
                </a:lnTo>
                <a:lnTo>
                  <a:pt x="2581" y="1580"/>
                </a:lnTo>
                <a:lnTo>
                  <a:pt x="2581" y="1579"/>
                </a:lnTo>
                <a:lnTo>
                  <a:pt x="2580" y="1579"/>
                </a:lnTo>
                <a:lnTo>
                  <a:pt x="2579" y="1578"/>
                </a:lnTo>
                <a:lnTo>
                  <a:pt x="2578" y="1578"/>
                </a:lnTo>
                <a:lnTo>
                  <a:pt x="2577" y="1577"/>
                </a:lnTo>
                <a:lnTo>
                  <a:pt x="2576" y="1577"/>
                </a:lnTo>
                <a:lnTo>
                  <a:pt x="2575" y="1576"/>
                </a:lnTo>
                <a:lnTo>
                  <a:pt x="2574" y="1576"/>
                </a:lnTo>
                <a:lnTo>
                  <a:pt x="2573" y="1575"/>
                </a:lnTo>
                <a:lnTo>
                  <a:pt x="2572" y="1575"/>
                </a:lnTo>
                <a:lnTo>
                  <a:pt x="2571" y="1574"/>
                </a:lnTo>
                <a:lnTo>
                  <a:pt x="2570" y="1574"/>
                </a:lnTo>
                <a:lnTo>
                  <a:pt x="2570" y="1573"/>
                </a:lnTo>
                <a:lnTo>
                  <a:pt x="2569" y="1573"/>
                </a:lnTo>
                <a:lnTo>
                  <a:pt x="2568" y="1573"/>
                </a:lnTo>
                <a:lnTo>
                  <a:pt x="2568" y="1572"/>
                </a:lnTo>
                <a:lnTo>
                  <a:pt x="2567" y="1572"/>
                </a:lnTo>
                <a:lnTo>
                  <a:pt x="2566" y="1572"/>
                </a:lnTo>
                <a:lnTo>
                  <a:pt x="2565" y="1571"/>
                </a:lnTo>
                <a:lnTo>
                  <a:pt x="2564" y="1571"/>
                </a:lnTo>
                <a:lnTo>
                  <a:pt x="2564" y="1570"/>
                </a:lnTo>
                <a:lnTo>
                  <a:pt x="2563" y="1570"/>
                </a:lnTo>
                <a:lnTo>
                  <a:pt x="2562" y="1569"/>
                </a:lnTo>
                <a:lnTo>
                  <a:pt x="2561" y="1569"/>
                </a:lnTo>
                <a:lnTo>
                  <a:pt x="2560" y="1568"/>
                </a:lnTo>
                <a:lnTo>
                  <a:pt x="2559" y="1568"/>
                </a:lnTo>
                <a:lnTo>
                  <a:pt x="2558" y="1568"/>
                </a:lnTo>
                <a:lnTo>
                  <a:pt x="2558" y="1567"/>
                </a:lnTo>
                <a:lnTo>
                  <a:pt x="2557" y="1567"/>
                </a:lnTo>
                <a:lnTo>
                  <a:pt x="2556" y="1566"/>
                </a:lnTo>
                <a:lnTo>
                  <a:pt x="2555" y="1566"/>
                </a:lnTo>
                <a:lnTo>
                  <a:pt x="2554" y="1565"/>
                </a:lnTo>
                <a:lnTo>
                  <a:pt x="2553" y="1565"/>
                </a:lnTo>
                <a:lnTo>
                  <a:pt x="2553" y="1564"/>
                </a:lnTo>
                <a:lnTo>
                  <a:pt x="2552" y="1564"/>
                </a:lnTo>
                <a:lnTo>
                  <a:pt x="2551" y="1564"/>
                </a:lnTo>
                <a:lnTo>
                  <a:pt x="2550" y="1563"/>
                </a:lnTo>
                <a:lnTo>
                  <a:pt x="2549" y="1563"/>
                </a:lnTo>
                <a:lnTo>
                  <a:pt x="2548" y="1562"/>
                </a:lnTo>
                <a:lnTo>
                  <a:pt x="2547" y="1562"/>
                </a:lnTo>
                <a:lnTo>
                  <a:pt x="2547" y="1561"/>
                </a:lnTo>
                <a:lnTo>
                  <a:pt x="2546" y="1561"/>
                </a:lnTo>
                <a:lnTo>
                  <a:pt x="2545" y="1560"/>
                </a:lnTo>
                <a:lnTo>
                  <a:pt x="2544" y="1560"/>
                </a:lnTo>
                <a:lnTo>
                  <a:pt x="2543" y="1560"/>
                </a:lnTo>
                <a:lnTo>
                  <a:pt x="2543" y="1559"/>
                </a:lnTo>
                <a:lnTo>
                  <a:pt x="2542" y="1559"/>
                </a:lnTo>
                <a:lnTo>
                  <a:pt x="2541" y="1559"/>
                </a:lnTo>
                <a:lnTo>
                  <a:pt x="2541" y="1558"/>
                </a:lnTo>
                <a:lnTo>
                  <a:pt x="2540" y="1558"/>
                </a:lnTo>
                <a:lnTo>
                  <a:pt x="2539" y="1557"/>
                </a:lnTo>
                <a:lnTo>
                  <a:pt x="2538" y="1557"/>
                </a:lnTo>
                <a:lnTo>
                  <a:pt x="2537" y="1599"/>
                </a:lnTo>
                <a:lnTo>
                  <a:pt x="2536" y="1599"/>
                </a:lnTo>
                <a:lnTo>
                  <a:pt x="2536" y="1598"/>
                </a:lnTo>
                <a:lnTo>
                  <a:pt x="2535" y="1598"/>
                </a:lnTo>
                <a:lnTo>
                  <a:pt x="2534" y="1598"/>
                </a:lnTo>
                <a:lnTo>
                  <a:pt x="2534" y="1597"/>
                </a:lnTo>
                <a:lnTo>
                  <a:pt x="2533" y="1597"/>
                </a:lnTo>
                <a:lnTo>
                  <a:pt x="2532" y="1596"/>
                </a:lnTo>
                <a:lnTo>
                  <a:pt x="2531" y="1596"/>
                </a:lnTo>
                <a:lnTo>
                  <a:pt x="2530" y="1638"/>
                </a:lnTo>
                <a:lnTo>
                  <a:pt x="2530" y="1681"/>
                </a:lnTo>
                <a:lnTo>
                  <a:pt x="2529" y="1680"/>
                </a:lnTo>
                <a:lnTo>
                  <a:pt x="2528" y="1680"/>
                </a:lnTo>
                <a:lnTo>
                  <a:pt x="2527" y="1679"/>
                </a:lnTo>
                <a:lnTo>
                  <a:pt x="2526" y="1679"/>
                </a:lnTo>
                <a:lnTo>
                  <a:pt x="2525" y="1678"/>
                </a:lnTo>
                <a:lnTo>
                  <a:pt x="2524" y="1678"/>
                </a:lnTo>
                <a:lnTo>
                  <a:pt x="2523" y="1677"/>
                </a:lnTo>
                <a:lnTo>
                  <a:pt x="2522" y="1677"/>
                </a:lnTo>
                <a:lnTo>
                  <a:pt x="2521" y="1676"/>
                </a:lnTo>
                <a:lnTo>
                  <a:pt x="2520" y="1676"/>
                </a:lnTo>
                <a:lnTo>
                  <a:pt x="2520" y="1675"/>
                </a:lnTo>
                <a:lnTo>
                  <a:pt x="2519" y="1675"/>
                </a:lnTo>
                <a:lnTo>
                  <a:pt x="2518" y="1675"/>
                </a:lnTo>
                <a:lnTo>
                  <a:pt x="2517" y="1674"/>
                </a:lnTo>
                <a:lnTo>
                  <a:pt x="2516" y="1674"/>
                </a:lnTo>
                <a:lnTo>
                  <a:pt x="2516" y="1673"/>
                </a:lnTo>
                <a:lnTo>
                  <a:pt x="2515" y="1673"/>
                </a:lnTo>
                <a:lnTo>
                  <a:pt x="2514" y="1673"/>
                </a:lnTo>
                <a:lnTo>
                  <a:pt x="2514" y="1672"/>
                </a:lnTo>
                <a:lnTo>
                  <a:pt x="2513" y="1672"/>
                </a:lnTo>
                <a:lnTo>
                  <a:pt x="2512" y="1671"/>
                </a:lnTo>
                <a:lnTo>
                  <a:pt x="2511" y="1671"/>
                </a:lnTo>
                <a:lnTo>
                  <a:pt x="2510" y="1671"/>
                </a:lnTo>
                <a:lnTo>
                  <a:pt x="2510" y="1714"/>
                </a:lnTo>
                <a:lnTo>
                  <a:pt x="2509" y="1713"/>
                </a:lnTo>
                <a:lnTo>
                  <a:pt x="2508" y="1713"/>
                </a:lnTo>
                <a:lnTo>
                  <a:pt x="2507" y="1712"/>
                </a:lnTo>
                <a:lnTo>
                  <a:pt x="2506" y="1712"/>
                </a:lnTo>
                <a:lnTo>
                  <a:pt x="2506" y="1711"/>
                </a:lnTo>
                <a:lnTo>
                  <a:pt x="2505" y="1711"/>
                </a:lnTo>
                <a:lnTo>
                  <a:pt x="2504" y="1711"/>
                </a:lnTo>
                <a:lnTo>
                  <a:pt x="2503" y="1710"/>
                </a:lnTo>
                <a:lnTo>
                  <a:pt x="2502" y="1710"/>
                </a:lnTo>
                <a:lnTo>
                  <a:pt x="2501" y="1709"/>
                </a:lnTo>
                <a:lnTo>
                  <a:pt x="2500" y="1709"/>
                </a:lnTo>
                <a:lnTo>
                  <a:pt x="2500" y="1708"/>
                </a:lnTo>
                <a:lnTo>
                  <a:pt x="2499" y="1708"/>
                </a:lnTo>
                <a:lnTo>
                  <a:pt x="2498" y="1707"/>
                </a:lnTo>
                <a:lnTo>
                  <a:pt x="2497" y="1707"/>
                </a:lnTo>
                <a:lnTo>
                  <a:pt x="2496" y="1707"/>
                </a:lnTo>
                <a:lnTo>
                  <a:pt x="2496" y="1706"/>
                </a:lnTo>
                <a:lnTo>
                  <a:pt x="2495" y="1706"/>
                </a:lnTo>
                <a:lnTo>
                  <a:pt x="2494" y="1706"/>
                </a:lnTo>
                <a:lnTo>
                  <a:pt x="2494" y="1705"/>
                </a:lnTo>
                <a:lnTo>
                  <a:pt x="2493" y="1705"/>
                </a:lnTo>
                <a:lnTo>
                  <a:pt x="2492" y="1704"/>
                </a:lnTo>
                <a:lnTo>
                  <a:pt x="2491" y="1704"/>
                </a:lnTo>
                <a:lnTo>
                  <a:pt x="2490" y="1703"/>
                </a:lnTo>
                <a:lnTo>
                  <a:pt x="2489" y="1747"/>
                </a:lnTo>
                <a:lnTo>
                  <a:pt x="2489" y="1746"/>
                </a:lnTo>
                <a:lnTo>
                  <a:pt x="2488" y="1746"/>
                </a:lnTo>
                <a:lnTo>
                  <a:pt x="2487" y="1746"/>
                </a:lnTo>
                <a:lnTo>
                  <a:pt x="2487" y="1745"/>
                </a:lnTo>
                <a:lnTo>
                  <a:pt x="2486" y="1745"/>
                </a:lnTo>
                <a:lnTo>
                  <a:pt x="2485" y="1744"/>
                </a:lnTo>
                <a:lnTo>
                  <a:pt x="2484" y="1744"/>
                </a:lnTo>
                <a:lnTo>
                  <a:pt x="2483" y="1743"/>
                </a:lnTo>
                <a:lnTo>
                  <a:pt x="2482" y="1743"/>
                </a:lnTo>
                <a:lnTo>
                  <a:pt x="2481" y="1743"/>
                </a:lnTo>
                <a:lnTo>
                  <a:pt x="2481" y="1742"/>
                </a:lnTo>
                <a:lnTo>
                  <a:pt x="2480" y="1742"/>
                </a:lnTo>
                <a:lnTo>
                  <a:pt x="2479" y="1741"/>
                </a:lnTo>
                <a:lnTo>
                  <a:pt x="2478" y="1741"/>
                </a:lnTo>
                <a:lnTo>
                  <a:pt x="2477" y="1740"/>
                </a:lnTo>
                <a:lnTo>
                  <a:pt x="2476" y="1740"/>
                </a:lnTo>
                <a:lnTo>
                  <a:pt x="2476" y="1739"/>
                </a:lnTo>
                <a:lnTo>
                  <a:pt x="2475" y="1739"/>
                </a:lnTo>
                <a:lnTo>
                  <a:pt x="2474" y="1739"/>
                </a:lnTo>
                <a:lnTo>
                  <a:pt x="2473" y="1738"/>
                </a:lnTo>
                <a:lnTo>
                  <a:pt x="2472" y="1738"/>
                </a:lnTo>
                <a:lnTo>
                  <a:pt x="2471" y="1737"/>
                </a:lnTo>
                <a:lnTo>
                  <a:pt x="2470" y="1737"/>
                </a:lnTo>
                <a:lnTo>
                  <a:pt x="2470" y="1736"/>
                </a:lnTo>
                <a:lnTo>
                  <a:pt x="2469" y="1736"/>
                </a:lnTo>
                <a:lnTo>
                  <a:pt x="2468" y="1735"/>
                </a:lnTo>
                <a:lnTo>
                  <a:pt x="2467" y="1735"/>
                </a:lnTo>
                <a:lnTo>
                  <a:pt x="2466" y="1735"/>
                </a:lnTo>
                <a:lnTo>
                  <a:pt x="2466" y="1734"/>
                </a:lnTo>
                <a:lnTo>
                  <a:pt x="2465" y="1778"/>
                </a:lnTo>
                <a:lnTo>
                  <a:pt x="2464" y="1778"/>
                </a:lnTo>
                <a:lnTo>
                  <a:pt x="2464" y="1777"/>
                </a:lnTo>
                <a:lnTo>
                  <a:pt x="2463" y="1777"/>
                </a:lnTo>
                <a:lnTo>
                  <a:pt x="2462" y="1776"/>
                </a:lnTo>
                <a:lnTo>
                  <a:pt x="2461" y="1776"/>
                </a:lnTo>
                <a:lnTo>
                  <a:pt x="2460" y="1776"/>
                </a:lnTo>
                <a:lnTo>
                  <a:pt x="2460" y="1775"/>
                </a:lnTo>
                <a:lnTo>
                  <a:pt x="2459" y="1819"/>
                </a:lnTo>
                <a:lnTo>
                  <a:pt x="2458" y="1819"/>
                </a:lnTo>
                <a:lnTo>
                  <a:pt x="2457" y="1818"/>
                </a:lnTo>
                <a:lnTo>
                  <a:pt x="2456" y="1862"/>
                </a:lnTo>
                <a:lnTo>
                  <a:pt x="2455" y="1861"/>
                </a:lnTo>
                <a:lnTo>
                  <a:pt x="2454" y="1861"/>
                </a:lnTo>
                <a:lnTo>
                  <a:pt x="2453" y="1905"/>
                </a:lnTo>
                <a:lnTo>
                  <a:pt x="2452" y="1904"/>
                </a:lnTo>
                <a:lnTo>
                  <a:pt x="2451" y="1904"/>
                </a:lnTo>
                <a:lnTo>
                  <a:pt x="2450" y="1903"/>
                </a:lnTo>
                <a:lnTo>
                  <a:pt x="2449" y="1903"/>
                </a:lnTo>
                <a:lnTo>
                  <a:pt x="2449" y="1902"/>
                </a:lnTo>
                <a:lnTo>
                  <a:pt x="2448" y="1902"/>
                </a:lnTo>
                <a:lnTo>
                  <a:pt x="2447" y="1902"/>
                </a:lnTo>
                <a:lnTo>
                  <a:pt x="2447" y="1901"/>
                </a:lnTo>
                <a:lnTo>
                  <a:pt x="2446" y="1901"/>
                </a:lnTo>
                <a:lnTo>
                  <a:pt x="2445" y="1901"/>
                </a:lnTo>
                <a:lnTo>
                  <a:pt x="2444" y="1900"/>
                </a:lnTo>
                <a:lnTo>
                  <a:pt x="2443" y="1900"/>
                </a:lnTo>
                <a:lnTo>
                  <a:pt x="2443" y="1899"/>
                </a:lnTo>
                <a:lnTo>
                  <a:pt x="2442" y="1899"/>
                </a:lnTo>
                <a:lnTo>
                  <a:pt x="2441" y="1899"/>
                </a:lnTo>
                <a:lnTo>
                  <a:pt x="2441" y="1898"/>
                </a:lnTo>
                <a:lnTo>
                  <a:pt x="2440" y="1898"/>
                </a:lnTo>
                <a:lnTo>
                  <a:pt x="2439" y="1897"/>
                </a:lnTo>
                <a:lnTo>
                  <a:pt x="2438" y="1897"/>
                </a:lnTo>
                <a:lnTo>
                  <a:pt x="2437" y="1897"/>
                </a:lnTo>
                <a:lnTo>
                  <a:pt x="2437" y="1896"/>
                </a:lnTo>
                <a:lnTo>
                  <a:pt x="2436" y="1896"/>
                </a:lnTo>
                <a:lnTo>
                  <a:pt x="2435" y="1895"/>
                </a:lnTo>
                <a:lnTo>
                  <a:pt x="2434" y="1940"/>
                </a:lnTo>
                <a:lnTo>
                  <a:pt x="2434" y="1939"/>
                </a:lnTo>
                <a:lnTo>
                  <a:pt x="2433" y="1939"/>
                </a:lnTo>
                <a:lnTo>
                  <a:pt x="2432" y="1938"/>
                </a:lnTo>
                <a:lnTo>
                  <a:pt x="2431" y="1938"/>
                </a:lnTo>
                <a:lnTo>
                  <a:pt x="2430" y="1938"/>
                </a:lnTo>
                <a:lnTo>
                  <a:pt x="2430" y="1937"/>
                </a:lnTo>
                <a:lnTo>
                  <a:pt x="2429" y="1937"/>
                </a:lnTo>
                <a:lnTo>
                  <a:pt x="2428" y="1936"/>
                </a:lnTo>
                <a:lnTo>
                  <a:pt x="2427" y="1936"/>
                </a:lnTo>
                <a:lnTo>
                  <a:pt x="2426" y="1935"/>
                </a:lnTo>
                <a:lnTo>
                  <a:pt x="2425" y="1935"/>
                </a:lnTo>
                <a:lnTo>
                  <a:pt x="2424" y="1934"/>
                </a:lnTo>
                <a:lnTo>
                  <a:pt x="2423" y="1934"/>
                </a:lnTo>
                <a:lnTo>
                  <a:pt x="2422" y="1933"/>
                </a:lnTo>
                <a:lnTo>
                  <a:pt x="2421" y="1933"/>
                </a:lnTo>
                <a:lnTo>
                  <a:pt x="2420" y="1932"/>
                </a:lnTo>
                <a:lnTo>
                  <a:pt x="2419" y="1932"/>
                </a:lnTo>
                <a:lnTo>
                  <a:pt x="2419" y="1931"/>
                </a:lnTo>
                <a:lnTo>
                  <a:pt x="2418" y="1931"/>
                </a:lnTo>
                <a:lnTo>
                  <a:pt x="2417" y="1931"/>
                </a:lnTo>
                <a:lnTo>
                  <a:pt x="2417" y="1930"/>
                </a:lnTo>
                <a:lnTo>
                  <a:pt x="2416" y="1975"/>
                </a:lnTo>
                <a:lnTo>
                  <a:pt x="2415" y="1975"/>
                </a:lnTo>
                <a:lnTo>
                  <a:pt x="2414" y="1974"/>
                </a:lnTo>
                <a:lnTo>
                  <a:pt x="2413" y="1974"/>
                </a:lnTo>
                <a:lnTo>
                  <a:pt x="2413" y="1973"/>
                </a:lnTo>
                <a:lnTo>
                  <a:pt x="2412" y="1973"/>
                </a:lnTo>
                <a:lnTo>
                  <a:pt x="2411" y="1972"/>
                </a:lnTo>
                <a:lnTo>
                  <a:pt x="2410" y="1972"/>
                </a:lnTo>
                <a:lnTo>
                  <a:pt x="2409" y="1971"/>
                </a:lnTo>
                <a:lnTo>
                  <a:pt x="2408" y="1971"/>
                </a:lnTo>
                <a:lnTo>
                  <a:pt x="2407" y="1971"/>
                </a:lnTo>
                <a:lnTo>
                  <a:pt x="2407" y="1970"/>
                </a:lnTo>
                <a:lnTo>
                  <a:pt x="2406" y="1970"/>
                </a:lnTo>
                <a:lnTo>
                  <a:pt x="2405" y="1969"/>
                </a:lnTo>
                <a:lnTo>
                  <a:pt x="2404" y="1969"/>
                </a:lnTo>
                <a:lnTo>
                  <a:pt x="2403" y="1968"/>
                </a:lnTo>
                <a:lnTo>
                  <a:pt x="2402" y="1968"/>
                </a:lnTo>
                <a:lnTo>
                  <a:pt x="2402" y="1967"/>
                </a:lnTo>
                <a:lnTo>
                  <a:pt x="2401" y="1967"/>
                </a:lnTo>
                <a:lnTo>
                  <a:pt x="2400" y="1967"/>
                </a:lnTo>
                <a:lnTo>
                  <a:pt x="2399" y="1966"/>
                </a:lnTo>
                <a:lnTo>
                  <a:pt x="2399" y="2011"/>
                </a:lnTo>
                <a:lnTo>
                  <a:pt x="2398" y="2011"/>
                </a:lnTo>
                <a:lnTo>
                  <a:pt x="2397" y="2011"/>
                </a:lnTo>
                <a:lnTo>
                  <a:pt x="2397" y="2010"/>
                </a:lnTo>
                <a:lnTo>
                  <a:pt x="2396" y="2010"/>
                </a:lnTo>
                <a:lnTo>
                  <a:pt x="2395" y="2009"/>
                </a:lnTo>
                <a:lnTo>
                  <a:pt x="2394" y="2009"/>
                </a:lnTo>
                <a:lnTo>
                  <a:pt x="2393" y="2009"/>
                </a:lnTo>
                <a:lnTo>
                  <a:pt x="2393" y="2008"/>
                </a:lnTo>
                <a:lnTo>
                  <a:pt x="2392" y="2008"/>
                </a:lnTo>
                <a:lnTo>
                  <a:pt x="2391" y="2007"/>
                </a:lnTo>
                <a:lnTo>
                  <a:pt x="2390" y="2007"/>
                </a:lnTo>
                <a:lnTo>
                  <a:pt x="2390" y="2052"/>
                </a:lnTo>
                <a:lnTo>
                  <a:pt x="2389" y="2052"/>
                </a:lnTo>
                <a:lnTo>
                  <a:pt x="2388" y="2051"/>
                </a:lnTo>
                <a:lnTo>
                  <a:pt x="2387" y="2051"/>
                </a:lnTo>
                <a:lnTo>
                  <a:pt x="2386" y="2050"/>
                </a:lnTo>
                <a:lnTo>
                  <a:pt x="2385" y="2050"/>
                </a:lnTo>
                <a:lnTo>
                  <a:pt x="2384" y="2049"/>
                </a:lnTo>
                <a:lnTo>
                  <a:pt x="2383" y="2049"/>
                </a:lnTo>
                <a:lnTo>
                  <a:pt x="2383" y="2048"/>
                </a:lnTo>
                <a:lnTo>
                  <a:pt x="2382" y="2048"/>
                </a:lnTo>
                <a:lnTo>
                  <a:pt x="2382" y="2093"/>
                </a:lnTo>
                <a:lnTo>
                  <a:pt x="2381" y="2093"/>
                </a:lnTo>
                <a:lnTo>
                  <a:pt x="2380" y="2093"/>
                </a:lnTo>
                <a:lnTo>
                  <a:pt x="2379" y="2092"/>
                </a:lnTo>
                <a:lnTo>
                  <a:pt x="2378" y="2137"/>
                </a:lnTo>
                <a:lnTo>
                  <a:pt x="2377" y="2137"/>
                </a:lnTo>
                <a:lnTo>
                  <a:pt x="2376" y="2136"/>
                </a:lnTo>
                <a:lnTo>
                  <a:pt x="2375" y="2136"/>
                </a:lnTo>
                <a:lnTo>
                  <a:pt x="2374" y="2135"/>
                </a:lnTo>
                <a:lnTo>
                  <a:pt x="2373" y="2135"/>
                </a:lnTo>
                <a:lnTo>
                  <a:pt x="2372" y="2134"/>
                </a:lnTo>
                <a:lnTo>
                  <a:pt x="2371" y="2134"/>
                </a:lnTo>
                <a:lnTo>
                  <a:pt x="2370" y="2133"/>
                </a:lnTo>
                <a:lnTo>
                  <a:pt x="2369" y="2133"/>
                </a:lnTo>
                <a:lnTo>
                  <a:pt x="2369" y="2132"/>
                </a:lnTo>
                <a:lnTo>
                  <a:pt x="2368" y="2132"/>
                </a:lnTo>
                <a:lnTo>
                  <a:pt x="2367" y="2132"/>
                </a:lnTo>
                <a:lnTo>
                  <a:pt x="2367" y="2131"/>
                </a:lnTo>
                <a:lnTo>
                  <a:pt x="2366" y="2131"/>
                </a:lnTo>
                <a:lnTo>
                  <a:pt x="2365" y="2131"/>
                </a:lnTo>
                <a:lnTo>
                  <a:pt x="2365" y="2130"/>
                </a:lnTo>
                <a:lnTo>
                  <a:pt x="2364" y="2130"/>
                </a:lnTo>
                <a:lnTo>
                  <a:pt x="2363" y="2130"/>
                </a:lnTo>
                <a:lnTo>
                  <a:pt x="2363" y="2129"/>
                </a:lnTo>
                <a:lnTo>
                  <a:pt x="2362" y="2129"/>
                </a:lnTo>
                <a:lnTo>
                  <a:pt x="2361" y="2128"/>
                </a:lnTo>
                <a:lnTo>
                  <a:pt x="2360" y="2128"/>
                </a:lnTo>
                <a:lnTo>
                  <a:pt x="2359" y="2127"/>
                </a:lnTo>
                <a:lnTo>
                  <a:pt x="2358" y="2127"/>
                </a:lnTo>
                <a:lnTo>
                  <a:pt x="2357" y="2127"/>
                </a:lnTo>
                <a:lnTo>
                  <a:pt x="2357" y="2126"/>
                </a:lnTo>
                <a:lnTo>
                  <a:pt x="2356" y="2126"/>
                </a:lnTo>
                <a:lnTo>
                  <a:pt x="2355" y="2125"/>
                </a:lnTo>
                <a:lnTo>
                  <a:pt x="2354" y="2125"/>
                </a:lnTo>
                <a:lnTo>
                  <a:pt x="2353" y="2124"/>
                </a:lnTo>
                <a:lnTo>
                  <a:pt x="2352" y="2124"/>
                </a:lnTo>
                <a:lnTo>
                  <a:pt x="2352" y="2123"/>
                </a:lnTo>
                <a:lnTo>
                  <a:pt x="2351" y="2123"/>
                </a:lnTo>
                <a:lnTo>
                  <a:pt x="2350" y="2123"/>
                </a:lnTo>
                <a:lnTo>
                  <a:pt x="2350" y="2169"/>
                </a:lnTo>
                <a:lnTo>
                  <a:pt x="2349" y="2168"/>
                </a:lnTo>
                <a:lnTo>
                  <a:pt x="2348" y="2168"/>
                </a:lnTo>
                <a:lnTo>
                  <a:pt x="2347" y="2168"/>
                </a:lnTo>
                <a:lnTo>
                  <a:pt x="2347" y="2167"/>
                </a:lnTo>
                <a:lnTo>
                  <a:pt x="2346" y="2167"/>
                </a:lnTo>
                <a:lnTo>
                  <a:pt x="2345" y="2166"/>
                </a:lnTo>
                <a:lnTo>
                  <a:pt x="2344" y="2166"/>
                </a:lnTo>
                <a:lnTo>
                  <a:pt x="2343" y="2165"/>
                </a:lnTo>
                <a:lnTo>
                  <a:pt x="2342" y="2165"/>
                </a:lnTo>
                <a:lnTo>
                  <a:pt x="2342" y="2164"/>
                </a:lnTo>
                <a:lnTo>
                  <a:pt x="2341" y="2164"/>
                </a:lnTo>
                <a:lnTo>
                  <a:pt x="2340" y="2164"/>
                </a:lnTo>
                <a:lnTo>
                  <a:pt x="2339" y="2163"/>
                </a:lnTo>
                <a:lnTo>
                  <a:pt x="2338" y="2163"/>
                </a:lnTo>
                <a:lnTo>
                  <a:pt x="2337" y="2162"/>
                </a:lnTo>
                <a:lnTo>
                  <a:pt x="2336" y="2162"/>
                </a:lnTo>
                <a:lnTo>
                  <a:pt x="2336" y="2161"/>
                </a:lnTo>
                <a:lnTo>
                  <a:pt x="2335" y="2161"/>
                </a:lnTo>
                <a:lnTo>
                  <a:pt x="2334" y="2160"/>
                </a:lnTo>
                <a:lnTo>
                  <a:pt x="2333" y="2160"/>
                </a:lnTo>
                <a:lnTo>
                  <a:pt x="2332" y="2160"/>
                </a:lnTo>
                <a:lnTo>
                  <a:pt x="2332" y="2159"/>
                </a:lnTo>
                <a:lnTo>
                  <a:pt x="2331" y="2159"/>
                </a:lnTo>
                <a:lnTo>
                  <a:pt x="2330" y="2159"/>
                </a:lnTo>
                <a:lnTo>
                  <a:pt x="2330" y="2158"/>
                </a:lnTo>
                <a:lnTo>
                  <a:pt x="2329" y="2158"/>
                </a:lnTo>
                <a:lnTo>
                  <a:pt x="2328" y="2157"/>
                </a:lnTo>
                <a:lnTo>
                  <a:pt x="2327" y="2157"/>
                </a:lnTo>
                <a:lnTo>
                  <a:pt x="2326" y="2156"/>
                </a:lnTo>
                <a:lnTo>
                  <a:pt x="2325" y="2156"/>
                </a:lnTo>
                <a:lnTo>
                  <a:pt x="2324" y="2155"/>
                </a:lnTo>
                <a:lnTo>
                  <a:pt x="2323" y="2155"/>
                </a:lnTo>
                <a:lnTo>
                  <a:pt x="2322" y="2154"/>
                </a:lnTo>
                <a:lnTo>
                  <a:pt x="2321" y="2154"/>
                </a:lnTo>
                <a:lnTo>
                  <a:pt x="2320" y="2153"/>
                </a:lnTo>
                <a:lnTo>
                  <a:pt x="2319" y="2153"/>
                </a:lnTo>
                <a:lnTo>
                  <a:pt x="2319" y="2152"/>
                </a:lnTo>
                <a:lnTo>
                  <a:pt x="2318" y="2152"/>
                </a:lnTo>
                <a:lnTo>
                  <a:pt x="2317" y="2152"/>
                </a:lnTo>
                <a:lnTo>
                  <a:pt x="2316" y="2151"/>
                </a:lnTo>
                <a:lnTo>
                  <a:pt x="2315" y="2151"/>
                </a:lnTo>
                <a:lnTo>
                  <a:pt x="2315" y="2150"/>
                </a:lnTo>
                <a:lnTo>
                  <a:pt x="2314" y="2197"/>
                </a:lnTo>
                <a:lnTo>
                  <a:pt x="2313" y="2197"/>
                </a:lnTo>
                <a:lnTo>
                  <a:pt x="2313" y="2196"/>
                </a:lnTo>
                <a:lnTo>
                  <a:pt x="2312" y="2196"/>
                </a:lnTo>
                <a:lnTo>
                  <a:pt x="2311" y="2195"/>
                </a:lnTo>
                <a:lnTo>
                  <a:pt x="2310" y="2195"/>
                </a:lnTo>
                <a:lnTo>
                  <a:pt x="2309" y="2194"/>
                </a:lnTo>
                <a:lnTo>
                  <a:pt x="2308" y="2194"/>
                </a:lnTo>
                <a:lnTo>
                  <a:pt x="2308" y="2193"/>
                </a:lnTo>
                <a:lnTo>
                  <a:pt x="2307" y="2193"/>
                </a:lnTo>
                <a:lnTo>
                  <a:pt x="2306" y="2193"/>
                </a:lnTo>
                <a:lnTo>
                  <a:pt x="2305" y="2192"/>
                </a:lnTo>
                <a:lnTo>
                  <a:pt x="2304" y="2192"/>
                </a:lnTo>
                <a:lnTo>
                  <a:pt x="2303" y="2191"/>
                </a:lnTo>
                <a:lnTo>
                  <a:pt x="2302" y="2191"/>
                </a:lnTo>
                <a:lnTo>
                  <a:pt x="2302" y="2190"/>
                </a:lnTo>
                <a:lnTo>
                  <a:pt x="2301" y="2190"/>
                </a:lnTo>
                <a:lnTo>
                  <a:pt x="2300" y="2190"/>
                </a:lnTo>
                <a:lnTo>
                  <a:pt x="2300" y="2189"/>
                </a:lnTo>
                <a:lnTo>
                  <a:pt x="2299" y="2189"/>
                </a:lnTo>
                <a:lnTo>
                  <a:pt x="2298" y="2189"/>
                </a:lnTo>
                <a:lnTo>
                  <a:pt x="2298" y="2188"/>
                </a:lnTo>
                <a:lnTo>
                  <a:pt x="2297" y="2188"/>
                </a:lnTo>
                <a:lnTo>
                  <a:pt x="2296" y="2188"/>
                </a:lnTo>
                <a:lnTo>
                  <a:pt x="2296" y="2187"/>
                </a:lnTo>
                <a:lnTo>
                  <a:pt x="2295" y="2187"/>
                </a:lnTo>
                <a:lnTo>
                  <a:pt x="2294" y="2186"/>
                </a:lnTo>
                <a:lnTo>
                  <a:pt x="2293" y="2186"/>
                </a:lnTo>
                <a:lnTo>
                  <a:pt x="2292" y="2185"/>
                </a:lnTo>
                <a:lnTo>
                  <a:pt x="2291" y="2185"/>
                </a:lnTo>
                <a:lnTo>
                  <a:pt x="2290" y="2185"/>
                </a:lnTo>
                <a:lnTo>
                  <a:pt x="2290" y="2184"/>
                </a:lnTo>
                <a:lnTo>
                  <a:pt x="2289" y="2231"/>
                </a:lnTo>
                <a:lnTo>
                  <a:pt x="2288" y="2231"/>
                </a:lnTo>
                <a:lnTo>
                  <a:pt x="2288" y="2230"/>
                </a:lnTo>
                <a:lnTo>
                  <a:pt x="2287" y="2230"/>
                </a:lnTo>
                <a:lnTo>
                  <a:pt x="2286" y="2230"/>
                </a:lnTo>
                <a:lnTo>
                  <a:pt x="2286" y="2229"/>
                </a:lnTo>
                <a:lnTo>
                  <a:pt x="2285" y="2229"/>
                </a:lnTo>
                <a:lnTo>
                  <a:pt x="2284" y="2229"/>
                </a:lnTo>
                <a:lnTo>
                  <a:pt x="2283" y="2228"/>
                </a:lnTo>
                <a:lnTo>
                  <a:pt x="2283" y="2275"/>
                </a:lnTo>
                <a:lnTo>
                  <a:pt x="2282" y="2275"/>
                </a:lnTo>
                <a:lnTo>
                  <a:pt x="2281" y="2275"/>
                </a:lnTo>
                <a:lnTo>
                  <a:pt x="2280" y="2274"/>
                </a:lnTo>
                <a:lnTo>
                  <a:pt x="2279" y="2274"/>
                </a:lnTo>
                <a:lnTo>
                  <a:pt x="2279" y="2273"/>
                </a:lnTo>
                <a:lnTo>
                  <a:pt x="2278" y="2273"/>
                </a:lnTo>
                <a:lnTo>
                  <a:pt x="2277" y="2272"/>
                </a:lnTo>
                <a:lnTo>
                  <a:pt x="2276" y="2272"/>
                </a:lnTo>
                <a:lnTo>
                  <a:pt x="2275" y="2271"/>
                </a:lnTo>
                <a:lnTo>
                  <a:pt x="2274" y="2271"/>
                </a:lnTo>
                <a:lnTo>
                  <a:pt x="2273" y="2271"/>
                </a:lnTo>
                <a:lnTo>
                  <a:pt x="2273" y="2270"/>
                </a:lnTo>
                <a:lnTo>
                  <a:pt x="2272" y="2270"/>
                </a:lnTo>
                <a:lnTo>
                  <a:pt x="2271" y="2269"/>
                </a:lnTo>
                <a:lnTo>
                  <a:pt x="2270" y="2269"/>
                </a:lnTo>
                <a:lnTo>
                  <a:pt x="2269" y="2268"/>
                </a:lnTo>
                <a:lnTo>
                  <a:pt x="2268" y="2268"/>
                </a:lnTo>
                <a:lnTo>
                  <a:pt x="2268" y="2267"/>
                </a:lnTo>
                <a:lnTo>
                  <a:pt x="2267" y="2267"/>
                </a:lnTo>
                <a:lnTo>
                  <a:pt x="2266" y="2267"/>
                </a:lnTo>
                <a:lnTo>
                  <a:pt x="2265" y="2266"/>
                </a:lnTo>
                <a:lnTo>
                  <a:pt x="2264" y="2266"/>
                </a:lnTo>
                <a:lnTo>
                  <a:pt x="2263" y="2265"/>
                </a:lnTo>
                <a:lnTo>
                  <a:pt x="2262" y="2265"/>
                </a:lnTo>
                <a:lnTo>
                  <a:pt x="2262" y="2264"/>
                </a:lnTo>
                <a:lnTo>
                  <a:pt x="2261" y="2264"/>
                </a:lnTo>
                <a:lnTo>
                  <a:pt x="2260" y="2264"/>
                </a:lnTo>
                <a:lnTo>
                  <a:pt x="2260" y="2263"/>
                </a:lnTo>
                <a:lnTo>
                  <a:pt x="2259" y="2263"/>
                </a:lnTo>
                <a:lnTo>
                  <a:pt x="2258" y="2263"/>
                </a:lnTo>
                <a:lnTo>
                  <a:pt x="2258" y="2262"/>
                </a:lnTo>
                <a:lnTo>
                  <a:pt x="2257" y="2262"/>
                </a:lnTo>
                <a:lnTo>
                  <a:pt x="2256" y="2262"/>
                </a:lnTo>
                <a:lnTo>
                  <a:pt x="2256" y="2261"/>
                </a:lnTo>
                <a:lnTo>
                  <a:pt x="2255" y="2261"/>
                </a:lnTo>
                <a:lnTo>
                  <a:pt x="2254" y="2260"/>
                </a:lnTo>
                <a:lnTo>
                  <a:pt x="2253" y="2260"/>
                </a:lnTo>
                <a:lnTo>
                  <a:pt x="2252" y="2259"/>
                </a:lnTo>
                <a:lnTo>
                  <a:pt x="2251" y="2259"/>
                </a:lnTo>
                <a:lnTo>
                  <a:pt x="2250" y="2258"/>
                </a:lnTo>
                <a:lnTo>
                  <a:pt x="2249" y="2258"/>
                </a:lnTo>
                <a:lnTo>
                  <a:pt x="2248" y="2257"/>
                </a:lnTo>
                <a:lnTo>
                  <a:pt x="2247" y="2257"/>
                </a:lnTo>
                <a:lnTo>
                  <a:pt x="2246" y="2256"/>
                </a:lnTo>
                <a:lnTo>
                  <a:pt x="2245" y="2256"/>
                </a:lnTo>
                <a:lnTo>
                  <a:pt x="2245" y="2255"/>
                </a:lnTo>
                <a:lnTo>
                  <a:pt x="2244" y="2255"/>
                </a:lnTo>
                <a:lnTo>
                  <a:pt x="2243" y="2255"/>
                </a:lnTo>
                <a:lnTo>
                  <a:pt x="2243" y="2254"/>
                </a:lnTo>
                <a:lnTo>
                  <a:pt x="2242" y="2254"/>
                </a:lnTo>
                <a:lnTo>
                  <a:pt x="2241" y="2254"/>
                </a:lnTo>
                <a:lnTo>
                  <a:pt x="2241" y="2253"/>
                </a:lnTo>
                <a:lnTo>
                  <a:pt x="2240" y="2253"/>
                </a:lnTo>
                <a:lnTo>
                  <a:pt x="2239" y="2253"/>
                </a:lnTo>
                <a:lnTo>
                  <a:pt x="2239" y="2252"/>
                </a:lnTo>
                <a:lnTo>
                  <a:pt x="2238" y="2252"/>
                </a:lnTo>
                <a:lnTo>
                  <a:pt x="2237" y="2251"/>
                </a:lnTo>
                <a:lnTo>
                  <a:pt x="2236" y="2251"/>
                </a:lnTo>
                <a:lnTo>
                  <a:pt x="2235" y="2250"/>
                </a:lnTo>
                <a:lnTo>
                  <a:pt x="2234" y="2250"/>
                </a:lnTo>
                <a:lnTo>
                  <a:pt x="2233" y="2298"/>
                </a:lnTo>
                <a:lnTo>
                  <a:pt x="2232" y="2297"/>
                </a:lnTo>
                <a:lnTo>
                  <a:pt x="2231" y="2297"/>
                </a:lnTo>
                <a:lnTo>
                  <a:pt x="2231" y="2296"/>
                </a:lnTo>
                <a:lnTo>
                  <a:pt x="2230" y="2296"/>
                </a:lnTo>
                <a:lnTo>
                  <a:pt x="2229" y="2296"/>
                </a:lnTo>
                <a:lnTo>
                  <a:pt x="2229" y="2295"/>
                </a:lnTo>
                <a:lnTo>
                  <a:pt x="2228" y="2295"/>
                </a:lnTo>
                <a:lnTo>
                  <a:pt x="2227" y="2295"/>
                </a:lnTo>
                <a:lnTo>
                  <a:pt x="2226" y="2294"/>
                </a:lnTo>
                <a:lnTo>
                  <a:pt x="2225" y="2294"/>
                </a:lnTo>
                <a:lnTo>
                  <a:pt x="2225" y="2293"/>
                </a:lnTo>
                <a:lnTo>
                  <a:pt x="2224" y="2293"/>
                </a:lnTo>
                <a:lnTo>
                  <a:pt x="2223" y="2293"/>
                </a:lnTo>
                <a:lnTo>
                  <a:pt x="2223" y="2292"/>
                </a:lnTo>
                <a:lnTo>
                  <a:pt x="2222" y="2292"/>
                </a:lnTo>
                <a:lnTo>
                  <a:pt x="2221" y="2291"/>
                </a:lnTo>
                <a:lnTo>
                  <a:pt x="2220" y="2291"/>
                </a:lnTo>
                <a:lnTo>
                  <a:pt x="2219" y="2291"/>
                </a:lnTo>
                <a:lnTo>
                  <a:pt x="2219" y="2290"/>
                </a:lnTo>
                <a:lnTo>
                  <a:pt x="2218" y="2290"/>
                </a:lnTo>
                <a:lnTo>
                  <a:pt x="2217" y="2289"/>
                </a:lnTo>
                <a:lnTo>
                  <a:pt x="2216" y="2289"/>
                </a:lnTo>
                <a:lnTo>
                  <a:pt x="2215" y="2288"/>
                </a:lnTo>
                <a:lnTo>
                  <a:pt x="2214" y="2337"/>
                </a:lnTo>
                <a:lnTo>
                  <a:pt x="2213" y="2336"/>
                </a:lnTo>
                <a:lnTo>
                  <a:pt x="2212" y="2336"/>
                </a:lnTo>
                <a:lnTo>
                  <a:pt x="2212" y="2335"/>
                </a:lnTo>
                <a:lnTo>
                  <a:pt x="2211" y="2335"/>
                </a:lnTo>
                <a:lnTo>
                  <a:pt x="2211" y="2384"/>
                </a:lnTo>
                <a:lnTo>
                  <a:pt x="2210" y="2383"/>
                </a:lnTo>
                <a:lnTo>
                  <a:pt x="2209" y="2383"/>
                </a:lnTo>
                <a:lnTo>
                  <a:pt x="2208" y="2383"/>
                </a:lnTo>
                <a:lnTo>
                  <a:pt x="2208" y="2382"/>
                </a:lnTo>
                <a:lnTo>
                  <a:pt x="2207" y="2382"/>
                </a:lnTo>
                <a:lnTo>
                  <a:pt x="2206" y="2382"/>
                </a:lnTo>
                <a:lnTo>
                  <a:pt x="2206" y="2381"/>
                </a:lnTo>
                <a:lnTo>
                  <a:pt x="2205" y="2381"/>
                </a:lnTo>
                <a:lnTo>
                  <a:pt x="2204" y="2380"/>
                </a:lnTo>
                <a:lnTo>
                  <a:pt x="2203" y="2429"/>
                </a:lnTo>
                <a:lnTo>
                  <a:pt x="2202" y="2429"/>
                </a:lnTo>
                <a:lnTo>
                  <a:pt x="2202" y="2428"/>
                </a:lnTo>
                <a:lnTo>
                  <a:pt x="2201" y="2477"/>
                </a:lnTo>
                <a:lnTo>
                  <a:pt x="2200" y="2476"/>
                </a:lnTo>
                <a:lnTo>
                  <a:pt x="2199" y="2476"/>
                </a:lnTo>
                <a:lnTo>
                  <a:pt x="2198" y="2475"/>
                </a:lnTo>
                <a:lnTo>
                  <a:pt x="2197" y="2475"/>
                </a:lnTo>
                <a:lnTo>
                  <a:pt x="2196" y="2475"/>
                </a:lnTo>
                <a:lnTo>
                  <a:pt x="2196" y="2474"/>
                </a:lnTo>
                <a:lnTo>
                  <a:pt x="2195" y="2474"/>
                </a:lnTo>
                <a:lnTo>
                  <a:pt x="2194" y="2523"/>
                </a:lnTo>
                <a:lnTo>
                  <a:pt x="2193" y="2522"/>
                </a:lnTo>
                <a:lnTo>
                  <a:pt x="2192" y="2522"/>
                </a:lnTo>
                <a:lnTo>
                  <a:pt x="2192" y="2521"/>
                </a:lnTo>
                <a:lnTo>
                  <a:pt x="2191" y="2521"/>
                </a:lnTo>
                <a:lnTo>
                  <a:pt x="2190" y="2521"/>
                </a:lnTo>
                <a:lnTo>
                  <a:pt x="2189" y="2520"/>
                </a:lnTo>
                <a:lnTo>
                  <a:pt x="2188" y="2520"/>
                </a:lnTo>
                <a:lnTo>
                  <a:pt x="2188" y="2519"/>
                </a:lnTo>
                <a:lnTo>
                  <a:pt x="2187" y="2519"/>
                </a:lnTo>
                <a:lnTo>
                  <a:pt x="2186" y="2519"/>
                </a:lnTo>
                <a:lnTo>
                  <a:pt x="2186" y="2518"/>
                </a:lnTo>
                <a:lnTo>
                  <a:pt x="2185" y="2518"/>
                </a:lnTo>
                <a:lnTo>
                  <a:pt x="2184" y="2517"/>
                </a:lnTo>
                <a:lnTo>
                  <a:pt x="2183" y="2517"/>
                </a:lnTo>
                <a:lnTo>
                  <a:pt x="2182" y="2517"/>
                </a:lnTo>
                <a:lnTo>
                  <a:pt x="2182" y="2516"/>
                </a:lnTo>
                <a:lnTo>
                  <a:pt x="2181" y="2516"/>
                </a:lnTo>
                <a:lnTo>
                  <a:pt x="2180" y="2515"/>
                </a:lnTo>
                <a:lnTo>
                  <a:pt x="2179" y="2515"/>
                </a:lnTo>
                <a:lnTo>
                  <a:pt x="2178" y="2514"/>
                </a:lnTo>
                <a:lnTo>
                  <a:pt x="2177" y="2514"/>
                </a:lnTo>
                <a:lnTo>
                  <a:pt x="2176" y="2513"/>
                </a:lnTo>
                <a:lnTo>
                  <a:pt x="2175" y="2513"/>
                </a:lnTo>
                <a:lnTo>
                  <a:pt x="2174" y="2512"/>
                </a:lnTo>
                <a:lnTo>
                  <a:pt x="2173" y="2512"/>
                </a:lnTo>
                <a:lnTo>
                  <a:pt x="2172" y="2511"/>
                </a:lnTo>
                <a:lnTo>
                  <a:pt x="2171" y="2511"/>
                </a:lnTo>
                <a:lnTo>
                  <a:pt x="2171" y="2510"/>
                </a:lnTo>
                <a:lnTo>
                  <a:pt x="2170" y="2510"/>
                </a:lnTo>
                <a:lnTo>
                  <a:pt x="2169" y="2510"/>
                </a:lnTo>
                <a:lnTo>
                  <a:pt x="2169" y="2509"/>
                </a:lnTo>
                <a:lnTo>
                  <a:pt x="2168" y="2509"/>
                </a:lnTo>
                <a:lnTo>
                  <a:pt x="2167" y="2509"/>
                </a:lnTo>
                <a:lnTo>
                  <a:pt x="2166" y="2508"/>
                </a:lnTo>
                <a:lnTo>
                  <a:pt x="2165" y="2508"/>
                </a:lnTo>
                <a:lnTo>
                  <a:pt x="2165" y="2507"/>
                </a:lnTo>
                <a:lnTo>
                  <a:pt x="2164" y="2507"/>
                </a:lnTo>
                <a:lnTo>
                  <a:pt x="2163" y="2506"/>
                </a:lnTo>
                <a:lnTo>
                  <a:pt x="2162" y="2506"/>
                </a:lnTo>
                <a:lnTo>
                  <a:pt x="2161" y="2505"/>
                </a:lnTo>
                <a:lnTo>
                  <a:pt x="2161" y="2555"/>
                </a:lnTo>
                <a:lnTo>
                  <a:pt x="2160" y="2555"/>
                </a:lnTo>
                <a:lnTo>
                  <a:pt x="2159" y="2554"/>
                </a:lnTo>
                <a:lnTo>
                  <a:pt x="2158" y="2554"/>
                </a:lnTo>
                <a:lnTo>
                  <a:pt x="2157" y="2553"/>
                </a:lnTo>
                <a:lnTo>
                  <a:pt x="2156" y="2553"/>
                </a:lnTo>
                <a:lnTo>
                  <a:pt x="2155" y="2552"/>
                </a:lnTo>
                <a:lnTo>
                  <a:pt x="2154" y="2552"/>
                </a:lnTo>
                <a:lnTo>
                  <a:pt x="2154" y="2551"/>
                </a:lnTo>
                <a:lnTo>
                  <a:pt x="2153" y="2551"/>
                </a:lnTo>
                <a:lnTo>
                  <a:pt x="2152" y="2551"/>
                </a:lnTo>
                <a:lnTo>
                  <a:pt x="2152" y="2550"/>
                </a:lnTo>
                <a:lnTo>
                  <a:pt x="2151" y="2550"/>
                </a:lnTo>
                <a:lnTo>
                  <a:pt x="2150" y="2550"/>
                </a:lnTo>
                <a:lnTo>
                  <a:pt x="2149" y="2549"/>
                </a:lnTo>
                <a:lnTo>
                  <a:pt x="2148" y="2549"/>
                </a:lnTo>
                <a:lnTo>
                  <a:pt x="2148" y="2548"/>
                </a:lnTo>
                <a:lnTo>
                  <a:pt x="2147" y="2548"/>
                </a:lnTo>
                <a:lnTo>
                  <a:pt x="2146" y="2548"/>
                </a:lnTo>
                <a:lnTo>
                  <a:pt x="2146" y="2547"/>
                </a:lnTo>
                <a:lnTo>
                  <a:pt x="2145" y="2547"/>
                </a:lnTo>
                <a:lnTo>
                  <a:pt x="2144" y="2546"/>
                </a:lnTo>
                <a:lnTo>
                  <a:pt x="2143" y="2546"/>
                </a:lnTo>
                <a:lnTo>
                  <a:pt x="2142" y="2546"/>
                </a:lnTo>
                <a:lnTo>
                  <a:pt x="2142" y="2545"/>
                </a:lnTo>
                <a:lnTo>
                  <a:pt x="2141" y="2545"/>
                </a:lnTo>
                <a:lnTo>
                  <a:pt x="2140" y="2544"/>
                </a:lnTo>
                <a:lnTo>
                  <a:pt x="2139" y="2544"/>
                </a:lnTo>
                <a:lnTo>
                  <a:pt x="2138" y="2543"/>
                </a:lnTo>
                <a:lnTo>
                  <a:pt x="2137" y="2543"/>
                </a:lnTo>
                <a:lnTo>
                  <a:pt x="2136" y="2542"/>
                </a:lnTo>
                <a:lnTo>
                  <a:pt x="2135" y="2542"/>
                </a:lnTo>
                <a:lnTo>
                  <a:pt x="2134" y="2541"/>
                </a:lnTo>
                <a:lnTo>
                  <a:pt x="2133" y="2541"/>
                </a:lnTo>
                <a:lnTo>
                  <a:pt x="2132" y="2540"/>
                </a:lnTo>
                <a:lnTo>
                  <a:pt x="2131" y="2540"/>
                </a:lnTo>
                <a:lnTo>
                  <a:pt x="2131" y="2539"/>
                </a:lnTo>
                <a:lnTo>
                  <a:pt x="2130" y="2539"/>
                </a:lnTo>
                <a:lnTo>
                  <a:pt x="2129" y="2539"/>
                </a:lnTo>
                <a:lnTo>
                  <a:pt x="2129" y="2538"/>
                </a:lnTo>
                <a:lnTo>
                  <a:pt x="2128" y="2538"/>
                </a:lnTo>
                <a:lnTo>
                  <a:pt x="2127" y="2538"/>
                </a:lnTo>
                <a:lnTo>
                  <a:pt x="2126" y="2537"/>
                </a:lnTo>
                <a:lnTo>
                  <a:pt x="2125" y="2537"/>
                </a:lnTo>
                <a:lnTo>
                  <a:pt x="2125" y="2536"/>
                </a:lnTo>
                <a:lnTo>
                  <a:pt x="2124" y="2536"/>
                </a:lnTo>
                <a:lnTo>
                  <a:pt x="2123" y="2535"/>
                </a:lnTo>
                <a:lnTo>
                  <a:pt x="2122" y="2535"/>
                </a:lnTo>
                <a:lnTo>
                  <a:pt x="2121" y="2534"/>
                </a:lnTo>
                <a:lnTo>
                  <a:pt x="2120" y="2534"/>
                </a:lnTo>
                <a:lnTo>
                  <a:pt x="2119" y="2534"/>
                </a:lnTo>
                <a:lnTo>
                  <a:pt x="2119" y="2533"/>
                </a:lnTo>
                <a:lnTo>
                  <a:pt x="2118" y="2533"/>
                </a:lnTo>
                <a:lnTo>
                  <a:pt x="2117" y="2532"/>
                </a:lnTo>
                <a:lnTo>
                  <a:pt x="2116" y="2532"/>
                </a:lnTo>
                <a:lnTo>
                  <a:pt x="2115" y="2531"/>
                </a:lnTo>
                <a:lnTo>
                  <a:pt x="2114" y="2531"/>
                </a:lnTo>
                <a:lnTo>
                  <a:pt x="2114" y="2530"/>
                </a:lnTo>
                <a:lnTo>
                  <a:pt x="2113" y="2530"/>
                </a:lnTo>
                <a:lnTo>
                  <a:pt x="2112" y="2530"/>
                </a:lnTo>
                <a:lnTo>
                  <a:pt x="2111" y="2529"/>
                </a:lnTo>
                <a:lnTo>
                  <a:pt x="2110" y="2529"/>
                </a:lnTo>
                <a:lnTo>
                  <a:pt x="2109" y="2528"/>
                </a:lnTo>
                <a:lnTo>
                  <a:pt x="2108" y="2528"/>
                </a:lnTo>
                <a:lnTo>
                  <a:pt x="2108" y="2527"/>
                </a:lnTo>
                <a:lnTo>
                  <a:pt x="2107" y="2527"/>
                </a:lnTo>
                <a:lnTo>
                  <a:pt x="2106" y="2526"/>
                </a:lnTo>
                <a:lnTo>
                  <a:pt x="2105" y="2526"/>
                </a:lnTo>
                <a:lnTo>
                  <a:pt x="2104" y="2526"/>
                </a:lnTo>
                <a:lnTo>
                  <a:pt x="2104" y="2525"/>
                </a:lnTo>
                <a:lnTo>
                  <a:pt x="2103" y="2525"/>
                </a:lnTo>
                <a:lnTo>
                  <a:pt x="2102" y="2525"/>
                </a:lnTo>
                <a:lnTo>
                  <a:pt x="2102" y="2524"/>
                </a:lnTo>
                <a:lnTo>
                  <a:pt x="2101" y="2524"/>
                </a:lnTo>
                <a:lnTo>
                  <a:pt x="2100" y="2523"/>
                </a:lnTo>
                <a:lnTo>
                  <a:pt x="2099" y="2575"/>
                </a:lnTo>
                <a:lnTo>
                  <a:pt x="2099" y="2574"/>
                </a:lnTo>
                <a:lnTo>
                  <a:pt x="2098" y="2574"/>
                </a:lnTo>
                <a:lnTo>
                  <a:pt x="2097" y="2573"/>
                </a:lnTo>
                <a:lnTo>
                  <a:pt x="2096" y="2573"/>
                </a:lnTo>
                <a:lnTo>
                  <a:pt x="2095" y="2572"/>
                </a:lnTo>
                <a:lnTo>
                  <a:pt x="2094" y="2572"/>
                </a:lnTo>
                <a:lnTo>
                  <a:pt x="2094" y="2571"/>
                </a:lnTo>
                <a:lnTo>
                  <a:pt x="2093" y="2571"/>
                </a:lnTo>
                <a:lnTo>
                  <a:pt x="2092" y="2571"/>
                </a:lnTo>
                <a:lnTo>
                  <a:pt x="2091" y="2570"/>
                </a:lnTo>
                <a:lnTo>
                  <a:pt x="2090" y="2570"/>
                </a:lnTo>
                <a:lnTo>
                  <a:pt x="2089" y="2569"/>
                </a:lnTo>
                <a:lnTo>
                  <a:pt x="2088" y="2569"/>
                </a:lnTo>
                <a:lnTo>
                  <a:pt x="2088" y="2568"/>
                </a:lnTo>
                <a:lnTo>
                  <a:pt x="2087" y="2568"/>
                </a:lnTo>
                <a:lnTo>
                  <a:pt x="2086" y="2567"/>
                </a:lnTo>
                <a:lnTo>
                  <a:pt x="2085" y="2567"/>
                </a:lnTo>
                <a:lnTo>
                  <a:pt x="2084" y="2567"/>
                </a:lnTo>
                <a:lnTo>
                  <a:pt x="2084" y="2566"/>
                </a:lnTo>
                <a:lnTo>
                  <a:pt x="2083" y="2566"/>
                </a:lnTo>
                <a:lnTo>
                  <a:pt x="2082" y="2566"/>
                </a:lnTo>
                <a:lnTo>
                  <a:pt x="2082" y="2565"/>
                </a:lnTo>
                <a:lnTo>
                  <a:pt x="2081" y="2565"/>
                </a:lnTo>
                <a:lnTo>
                  <a:pt x="2080" y="2564"/>
                </a:lnTo>
                <a:lnTo>
                  <a:pt x="2079" y="2564"/>
                </a:lnTo>
                <a:lnTo>
                  <a:pt x="2078" y="2563"/>
                </a:lnTo>
                <a:lnTo>
                  <a:pt x="2077" y="2563"/>
                </a:lnTo>
                <a:lnTo>
                  <a:pt x="2076" y="2562"/>
                </a:lnTo>
                <a:lnTo>
                  <a:pt x="2075" y="2562"/>
                </a:lnTo>
                <a:lnTo>
                  <a:pt x="2074" y="2561"/>
                </a:lnTo>
                <a:lnTo>
                  <a:pt x="2073" y="2561"/>
                </a:lnTo>
                <a:lnTo>
                  <a:pt x="2072" y="2560"/>
                </a:lnTo>
                <a:lnTo>
                  <a:pt x="2071" y="2560"/>
                </a:lnTo>
                <a:lnTo>
                  <a:pt x="2071" y="2559"/>
                </a:lnTo>
                <a:lnTo>
                  <a:pt x="2070" y="2559"/>
                </a:lnTo>
                <a:lnTo>
                  <a:pt x="2069" y="2559"/>
                </a:lnTo>
                <a:lnTo>
                  <a:pt x="2069" y="2558"/>
                </a:lnTo>
                <a:lnTo>
                  <a:pt x="2068" y="2558"/>
                </a:lnTo>
                <a:lnTo>
                  <a:pt x="2067" y="2558"/>
                </a:lnTo>
                <a:lnTo>
                  <a:pt x="2067" y="2557"/>
                </a:lnTo>
                <a:lnTo>
                  <a:pt x="2066" y="2557"/>
                </a:lnTo>
                <a:lnTo>
                  <a:pt x="2065" y="2557"/>
                </a:lnTo>
                <a:lnTo>
                  <a:pt x="2065" y="2556"/>
                </a:lnTo>
                <a:lnTo>
                  <a:pt x="2064" y="2556"/>
                </a:lnTo>
                <a:lnTo>
                  <a:pt x="2063" y="2555"/>
                </a:lnTo>
                <a:lnTo>
                  <a:pt x="2062" y="2555"/>
                </a:lnTo>
                <a:lnTo>
                  <a:pt x="2061" y="2554"/>
                </a:lnTo>
                <a:lnTo>
                  <a:pt x="2060" y="2554"/>
                </a:lnTo>
                <a:lnTo>
                  <a:pt x="2059" y="2554"/>
                </a:lnTo>
                <a:lnTo>
                  <a:pt x="2059" y="2553"/>
                </a:lnTo>
                <a:lnTo>
                  <a:pt x="2058" y="2553"/>
                </a:lnTo>
                <a:lnTo>
                  <a:pt x="2057" y="2552"/>
                </a:lnTo>
                <a:lnTo>
                  <a:pt x="2056" y="2552"/>
                </a:lnTo>
                <a:lnTo>
                  <a:pt x="2055" y="2551"/>
                </a:lnTo>
                <a:lnTo>
                  <a:pt x="2054" y="2551"/>
                </a:lnTo>
                <a:lnTo>
                  <a:pt x="2054" y="2550"/>
                </a:lnTo>
                <a:lnTo>
                  <a:pt x="2053" y="2550"/>
                </a:lnTo>
                <a:lnTo>
                  <a:pt x="2052" y="2550"/>
                </a:lnTo>
                <a:lnTo>
                  <a:pt x="2051" y="2549"/>
                </a:lnTo>
                <a:lnTo>
                  <a:pt x="2050" y="2549"/>
                </a:lnTo>
                <a:lnTo>
                  <a:pt x="2050" y="2548"/>
                </a:lnTo>
                <a:lnTo>
                  <a:pt x="2049" y="2548"/>
                </a:lnTo>
                <a:lnTo>
                  <a:pt x="2048" y="2548"/>
                </a:lnTo>
                <a:lnTo>
                  <a:pt x="2048" y="2547"/>
                </a:lnTo>
                <a:lnTo>
                  <a:pt x="2047" y="2547"/>
                </a:lnTo>
                <a:lnTo>
                  <a:pt x="2046" y="2546"/>
                </a:lnTo>
                <a:lnTo>
                  <a:pt x="2045" y="2546"/>
                </a:lnTo>
                <a:lnTo>
                  <a:pt x="2044" y="2546"/>
                </a:lnTo>
                <a:lnTo>
                  <a:pt x="2044" y="2545"/>
                </a:lnTo>
                <a:lnTo>
                  <a:pt x="2043" y="2545"/>
                </a:lnTo>
                <a:lnTo>
                  <a:pt x="2042" y="2545"/>
                </a:lnTo>
                <a:lnTo>
                  <a:pt x="2042" y="2544"/>
                </a:lnTo>
                <a:lnTo>
                  <a:pt x="2041" y="2544"/>
                </a:lnTo>
                <a:lnTo>
                  <a:pt x="2040" y="2543"/>
                </a:lnTo>
                <a:lnTo>
                  <a:pt x="2039" y="2543"/>
                </a:lnTo>
                <a:lnTo>
                  <a:pt x="2038" y="2542"/>
                </a:lnTo>
                <a:lnTo>
                  <a:pt x="2037" y="2542"/>
                </a:lnTo>
                <a:lnTo>
                  <a:pt x="2036" y="2541"/>
                </a:lnTo>
                <a:lnTo>
                  <a:pt x="2035" y="2541"/>
                </a:lnTo>
                <a:lnTo>
                  <a:pt x="2034" y="2540"/>
                </a:lnTo>
                <a:lnTo>
                  <a:pt x="2033" y="2540"/>
                </a:lnTo>
                <a:lnTo>
                  <a:pt x="2032" y="2539"/>
                </a:lnTo>
                <a:lnTo>
                  <a:pt x="2031" y="2539"/>
                </a:lnTo>
                <a:lnTo>
                  <a:pt x="2031" y="2538"/>
                </a:lnTo>
                <a:lnTo>
                  <a:pt x="2030" y="2538"/>
                </a:lnTo>
                <a:lnTo>
                  <a:pt x="2029" y="2538"/>
                </a:lnTo>
                <a:lnTo>
                  <a:pt x="2028" y="2537"/>
                </a:lnTo>
                <a:lnTo>
                  <a:pt x="2027" y="2537"/>
                </a:lnTo>
                <a:lnTo>
                  <a:pt x="2027" y="2536"/>
                </a:lnTo>
                <a:lnTo>
                  <a:pt x="2026" y="2536"/>
                </a:lnTo>
                <a:lnTo>
                  <a:pt x="2025" y="2536"/>
                </a:lnTo>
                <a:lnTo>
                  <a:pt x="2025" y="2535"/>
                </a:lnTo>
                <a:lnTo>
                  <a:pt x="2024" y="2535"/>
                </a:lnTo>
                <a:lnTo>
                  <a:pt x="2023" y="2534"/>
                </a:lnTo>
                <a:lnTo>
                  <a:pt x="2022" y="2534"/>
                </a:lnTo>
                <a:lnTo>
                  <a:pt x="2021" y="2534"/>
                </a:lnTo>
                <a:lnTo>
                  <a:pt x="2021" y="2533"/>
                </a:lnTo>
                <a:lnTo>
                  <a:pt x="2020" y="2533"/>
                </a:lnTo>
                <a:lnTo>
                  <a:pt x="2019" y="2532"/>
                </a:lnTo>
                <a:lnTo>
                  <a:pt x="2018" y="2532"/>
                </a:lnTo>
                <a:lnTo>
                  <a:pt x="2017" y="2531"/>
                </a:lnTo>
                <a:lnTo>
                  <a:pt x="2016" y="2531"/>
                </a:lnTo>
                <a:lnTo>
                  <a:pt x="2015" y="2530"/>
                </a:lnTo>
                <a:lnTo>
                  <a:pt x="2014" y="2530"/>
                </a:lnTo>
                <a:lnTo>
                  <a:pt x="2013" y="2529"/>
                </a:lnTo>
                <a:lnTo>
                  <a:pt x="2012" y="2529"/>
                </a:lnTo>
                <a:lnTo>
                  <a:pt x="2011" y="2528"/>
                </a:lnTo>
                <a:lnTo>
                  <a:pt x="2010" y="2528"/>
                </a:lnTo>
                <a:lnTo>
                  <a:pt x="2010" y="2527"/>
                </a:lnTo>
                <a:lnTo>
                  <a:pt x="2009" y="2527"/>
                </a:lnTo>
                <a:lnTo>
                  <a:pt x="2008" y="2527"/>
                </a:lnTo>
                <a:lnTo>
                  <a:pt x="2008" y="2526"/>
                </a:lnTo>
                <a:lnTo>
                  <a:pt x="2007" y="2526"/>
                </a:lnTo>
                <a:lnTo>
                  <a:pt x="2006" y="2526"/>
                </a:lnTo>
                <a:lnTo>
                  <a:pt x="2005" y="2525"/>
                </a:lnTo>
                <a:lnTo>
                  <a:pt x="2004" y="2525"/>
                </a:lnTo>
                <a:lnTo>
                  <a:pt x="2004" y="2524"/>
                </a:lnTo>
                <a:lnTo>
                  <a:pt x="2003" y="2524"/>
                </a:lnTo>
                <a:lnTo>
                  <a:pt x="2002" y="2524"/>
                </a:lnTo>
                <a:lnTo>
                  <a:pt x="2002" y="2523"/>
                </a:lnTo>
                <a:lnTo>
                  <a:pt x="2001" y="2523"/>
                </a:lnTo>
                <a:lnTo>
                  <a:pt x="2000" y="2522"/>
                </a:lnTo>
                <a:lnTo>
                  <a:pt x="1999" y="2522"/>
                </a:lnTo>
                <a:lnTo>
                  <a:pt x="1998" y="2522"/>
                </a:lnTo>
                <a:lnTo>
                  <a:pt x="1998" y="2521"/>
                </a:lnTo>
                <a:lnTo>
                  <a:pt x="1997" y="2521"/>
                </a:lnTo>
                <a:lnTo>
                  <a:pt x="1996" y="2520"/>
                </a:lnTo>
                <a:lnTo>
                  <a:pt x="1995" y="2520"/>
                </a:lnTo>
                <a:lnTo>
                  <a:pt x="1994" y="2519"/>
                </a:lnTo>
                <a:lnTo>
                  <a:pt x="1993" y="2519"/>
                </a:lnTo>
                <a:lnTo>
                  <a:pt x="1993" y="2518"/>
                </a:lnTo>
                <a:lnTo>
                  <a:pt x="1992" y="2518"/>
                </a:lnTo>
                <a:lnTo>
                  <a:pt x="1991" y="2518"/>
                </a:lnTo>
                <a:lnTo>
                  <a:pt x="1990" y="2517"/>
                </a:lnTo>
                <a:lnTo>
                  <a:pt x="1989" y="2517"/>
                </a:lnTo>
                <a:lnTo>
                  <a:pt x="1988" y="2516"/>
                </a:lnTo>
                <a:lnTo>
                  <a:pt x="1987" y="2516"/>
                </a:lnTo>
                <a:lnTo>
                  <a:pt x="1987" y="2515"/>
                </a:lnTo>
                <a:lnTo>
                  <a:pt x="1986" y="2515"/>
                </a:lnTo>
                <a:lnTo>
                  <a:pt x="1985" y="2515"/>
                </a:lnTo>
                <a:lnTo>
                  <a:pt x="1985" y="2514"/>
                </a:lnTo>
                <a:lnTo>
                  <a:pt x="1984" y="2568"/>
                </a:lnTo>
                <a:lnTo>
                  <a:pt x="1983" y="2622"/>
                </a:lnTo>
                <a:lnTo>
                  <a:pt x="1983" y="2621"/>
                </a:lnTo>
                <a:lnTo>
                  <a:pt x="1982" y="2621"/>
                </a:lnTo>
                <a:lnTo>
                  <a:pt x="1981" y="2621"/>
                </a:lnTo>
                <a:lnTo>
                  <a:pt x="1980" y="2620"/>
                </a:lnTo>
                <a:lnTo>
                  <a:pt x="1979" y="2620"/>
                </a:lnTo>
                <a:lnTo>
                  <a:pt x="1978" y="2619"/>
                </a:lnTo>
                <a:lnTo>
                  <a:pt x="1977" y="2619"/>
                </a:lnTo>
                <a:lnTo>
                  <a:pt x="1977" y="2618"/>
                </a:lnTo>
                <a:lnTo>
                  <a:pt x="1976" y="2618"/>
                </a:lnTo>
                <a:lnTo>
                  <a:pt x="1975" y="2618"/>
                </a:lnTo>
                <a:lnTo>
                  <a:pt x="1975" y="2617"/>
                </a:lnTo>
                <a:lnTo>
                  <a:pt x="1974" y="2617"/>
                </a:lnTo>
                <a:lnTo>
                  <a:pt x="1973" y="2617"/>
                </a:lnTo>
                <a:lnTo>
                  <a:pt x="1973" y="2616"/>
                </a:lnTo>
                <a:lnTo>
                  <a:pt x="1972" y="2616"/>
                </a:lnTo>
                <a:lnTo>
                  <a:pt x="1971" y="2616"/>
                </a:lnTo>
                <a:lnTo>
                  <a:pt x="1971" y="2615"/>
                </a:lnTo>
                <a:lnTo>
                  <a:pt x="1970" y="2615"/>
                </a:lnTo>
                <a:lnTo>
                  <a:pt x="1969" y="2614"/>
                </a:lnTo>
                <a:lnTo>
                  <a:pt x="1968" y="2614"/>
                </a:lnTo>
                <a:lnTo>
                  <a:pt x="1967" y="2613"/>
                </a:lnTo>
                <a:lnTo>
                  <a:pt x="1966" y="2667"/>
                </a:lnTo>
                <a:lnTo>
                  <a:pt x="1965" y="2667"/>
                </a:lnTo>
                <a:lnTo>
                  <a:pt x="1964" y="2666"/>
                </a:lnTo>
                <a:lnTo>
                  <a:pt x="1963" y="2666"/>
                </a:lnTo>
                <a:lnTo>
                  <a:pt x="1963" y="2665"/>
                </a:lnTo>
                <a:lnTo>
                  <a:pt x="1962" y="2665"/>
                </a:lnTo>
                <a:lnTo>
                  <a:pt x="1961" y="2665"/>
                </a:lnTo>
                <a:lnTo>
                  <a:pt x="1960" y="2664"/>
                </a:lnTo>
                <a:lnTo>
                  <a:pt x="1959" y="2664"/>
                </a:lnTo>
                <a:lnTo>
                  <a:pt x="1958" y="2663"/>
                </a:lnTo>
                <a:lnTo>
                  <a:pt x="1957" y="2663"/>
                </a:lnTo>
                <a:lnTo>
                  <a:pt x="1957" y="2662"/>
                </a:lnTo>
                <a:lnTo>
                  <a:pt x="1956" y="2662"/>
                </a:lnTo>
                <a:lnTo>
                  <a:pt x="1955" y="2662"/>
                </a:lnTo>
                <a:lnTo>
                  <a:pt x="1955" y="2661"/>
                </a:lnTo>
                <a:lnTo>
                  <a:pt x="1954" y="2661"/>
                </a:lnTo>
                <a:lnTo>
                  <a:pt x="1953" y="2661"/>
                </a:lnTo>
                <a:lnTo>
                  <a:pt x="1953" y="2660"/>
                </a:lnTo>
                <a:lnTo>
                  <a:pt x="1952" y="2660"/>
                </a:lnTo>
                <a:lnTo>
                  <a:pt x="1951" y="2660"/>
                </a:lnTo>
                <a:lnTo>
                  <a:pt x="1951" y="2659"/>
                </a:lnTo>
                <a:lnTo>
                  <a:pt x="1950" y="2659"/>
                </a:lnTo>
                <a:lnTo>
                  <a:pt x="1949" y="2658"/>
                </a:lnTo>
                <a:lnTo>
                  <a:pt x="1948" y="2658"/>
                </a:lnTo>
                <a:lnTo>
                  <a:pt x="1947" y="2657"/>
                </a:lnTo>
                <a:lnTo>
                  <a:pt x="1946" y="2657"/>
                </a:lnTo>
                <a:lnTo>
                  <a:pt x="1945" y="2657"/>
                </a:lnTo>
                <a:lnTo>
                  <a:pt x="1945" y="2656"/>
                </a:lnTo>
                <a:lnTo>
                  <a:pt x="1944" y="2656"/>
                </a:lnTo>
                <a:lnTo>
                  <a:pt x="1943" y="2655"/>
                </a:lnTo>
                <a:lnTo>
                  <a:pt x="1942" y="2655"/>
                </a:lnTo>
                <a:lnTo>
                  <a:pt x="1941" y="2654"/>
                </a:lnTo>
                <a:lnTo>
                  <a:pt x="1940" y="2654"/>
                </a:lnTo>
                <a:lnTo>
                  <a:pt x="1940" y="2653"/>
                </a:lnTo>
                <a:lnTo>
                  <a:pt x="1939" y="2653"/>
                </a:lnTo>
                <a:lnTo>
                  <a:pt x="1938" y="2653"/>
                </a:lnTo>
                <a:lnTo>
                  <a:pt x="1937" y="2652"/>
                </a:lnTo>
                <a:lnTo>
                  <a:pt x="1936" y="2652"/>
                </a:lnTo>
                <a:lnTo>
                  <a:pt x="1935" y="2651"/>
                </a:lnTo>
                <a:lnTo>
                  <a:pt x="1934" y="2651"/>
                </a:lnTo>
                <a:lnTo>
                  <a:pt x="1934" y="2650"/>
                </a:lnTo>
                <a:lnTo>
                  <a:pt x="1933" y="2650"/>
                </a:lnTo>
                <a:lnTo>
                  <a:pt x="1932" y="2649"/>
                </a:lnTo>
                <a:lnTo>
                  <a:pt x="1931" y="2649"/>
                </a:lnTo>
                <a:lnTo>
                  <a:pt x="1930" y="2649"/>
                </a:lnTo>
                <a:lnTo>
                  <a:pt x="1930" y="2648"/>
                </a:lnTo>
                <a:lnTo>
                  <a:pt x="1929" y="2648"/>
                </a:lnTo>
                <a:lnTo>
                  <a:pt x="1928" y="2648"/>
                </a:lnTo>
                <a:lnTo>
                  <a:pt x="1928" y="2647"/>
                </a:lnTo>
                <a:lnTo>
                  <a:pt x="1927" y="2647"/>
                </a:lnTo>
                <a:lnTo>
                  <a:pt x="1926" y="2646"/>
                </a:lnTo>
                <a:lnTo>
                  <a:pt x="1925" y="2646"/>
                </a:lnTo>
                <a:lnTo>
                  <a:pt x="1924" y="2645"/>
                </a:lnTo>
                <a:lnTo>
                  <a:pt x="1923" y="2645"/>
                </a:lnTo>
                <a:lnTo>
                  <a:pt x="1922" y="2644"/>
                </a:lnTo>
                <a:lnTo>
                  <a:pt x="1921" y="2644"/>
                </a:lnTo>
                <a:lnTo>
                  <a:pt x="1920" y="2643"/>
                </a:lnTo>
                <a:lnTo>
                  <a:pt x="1919" y="2643"/>
                </a:lnTo>
                <a:lnTo>
                  <a:pt x="1918" y="2642"/>
                </a:lnTo>
                <a:lnTo>
                  <a:pt x="1917" y="2642"/>
                </a:lnTo>
                <a:lnTo>
                  <a:pt x="1917" y="2641"/>
                </a:lnTo>
                <a:lnTo>
                  <a:pt x="1916" y="2641"/>
                </a:lnTo>
                <a:lnTo>
                  <a:pt x="1915" y="2641"/>
                </a:lnTo>
                <a:lnTo>
                  <a:pt x="1914" y="2640"/>
                </a:lnTo>
                <a:lnTo>
                  <a:pt x="1913" y="2640"/>
                </a:lnTo>
                <a:lnTo>
                  <a:pt x="1913" y="2639"/>
                </a:lnTo>
                <a:lnTo>
                  <a:pt x="1912" y="2639"/>
                </a:lnTo>
                <a:lnTo>
                  <a:pt x="1911" y="2639"/>
                </a:lnTo>
                <a:lnTo>
                  <a:pt x="1911" y="2638"/>
                </a:lnTo>
                <a:lnTo>
                  <a:pt x="1910" y="2638"/>
                </a:lnTo>
                <a:lnTo>
                  <a:pt x="1909" y="2637"/>
                </a:lnTo>
                <a:lnTo>
                  <a:pt x="1908" y="2637"/>
                </a:lnTo>
                <a:lnTo>
                  <a:pt x="1907" y="2637"/>
                </a:lnTo>
                <a:lnTo>
                  <a:pt x="1907" y="2636"/>
                </a:lnTo>
                <a:lnTo>
                  <a:pt x="1906" y="2636"/>
                </a:lnTo>
                <a:lnTo>
                  <a:pt x="1905" y="2635"/>
                </a:lnTo>
                <a:lnTo>
                  <a:pt x="1904" y="2635"/>
                </a:lnTo>
                <a:lnTo>
                  <a:pt x="1903" y="2634"/>
                </a:lnTo>
                <a:lnTo>
                  <a:pt x="1902" y="2690"/>
                </a:lnTo>
                <a:lnTo>
                  <a:pt x="1901" y="2690"/>
                </a:lnTo>
                <a:lnTo>
                  <a:pt x="1901" y="2689"/>
                </a:lnTo>
                <a:lnTo>
                  <a:pt x="1900" y="2689"/>
                </a:lnTo>
                <a:lnTo>
                  <a:pt x="1899" y="2688"/>
                </a:lnTo>
                <a:lnTo>
                  <a:pt x="1898" y="2688"/>
                </a:lnTo>
                <a:lnTo>
                  <a:pt x="1897" y="2687"/>
                </a:lnTo>
                <a:lnTo>
                  <a:pt x="1896" y="2687"/>
                </a:lnTo>
                <a:lnTo>
                  <a:pt x="1895" y="2686"/>
                </a:lnTo>
                <a:lnTo>
                  <a:pt x="1894" y="2686"/>
                </a:lnTo>
                <a:lnTo>
                  <a:pt x="1893" y="2685"/>
                </a:lnTo>
                <a:lnTo>
                  <a:pt x="1892" y="2685"/>
                </a:lnTo>
                <a:lnTo>
                  <a:pt x="1891" y="2684"/>
                </a:lnTo>
                <a:lnTo>
                  <a:pt x="1890" y="2684"/>
                </a:lnTo>
                <a:lnTo>
                  <a:pt x="1890" y="2683"/>
                </a:lnTo>
                <a:lnTo>
                  <a:pt x="1889" y="2683"/>
                </a:lnTo>
                <a:lnTo>
                  <a:pt x="1888" y="2683"/>
                </a:lnTo>
                <a:lnTo>
                  <a:pt x="1887" y="2682"/>
                </a:lnTo>
                <a:lnTo>
                  <a:pt x="1886" y="2682"/>
                </a:lnTo>
                <a:lnTo>
                  <a:pt x="1886" y="2681"/>
                </a:lnTo>
                <a:lnTo>
                  <a:pt x="1885" y="2681"/>
                </a:lnTo>
                <a:lnTo>
                  <a:pt x="1884" y="2681"/>
                </a:lnTo>
                <a:lnTo>
                  <a:pt x="1884" y="2680"/>
                </a:lnTo>
                <a:lnTo>
                  <a:pt x="1883" y="2680"/>
                </a:lnTo>
                <a:lnTo>
                  <a:pt x="1882" y="2679"/>
                </a:lnTo>
                <a:lnTo>
                  <a:pt x="1881" y="2679"/>
                </a:lnTo>
                <a:lnTo>
                  <a:pt x="1880" y="2679"/>
                </a:lnTo>
                <a:lnTo>
                  <a:pt x="1880" y="2678"/>
                </a:lnTo>
                <a:lnTo>
                  <a:pt x="1879" y="2678"/>
                </a:lnTo>
                <a:lnTo>
                  <a:pt x="1878" y="2678"/>
                </a:lnTo>
                <a:lnTo>
                  <a:pt x="1878" y="2677"/>
                </a:lnTo>
                <a:lnTo>
                  <a:pt x="1877" y="2677"/>
                </a:lnTo>
                <a:lnTo>
                  <a:pt x="1876" y="2676"/>
                </a:lnTo>
                <a:lnTo>
                  <a:pt x="1875" y="2676"/>
                </a:lnTo>
                <a:lnTo>
                  <a:pt x="1874" y="2675"/>
                </a:lnTo>
                <a:lnTo>
                  <a:pt x="1873" y="2675"/>
                </a:lnTo>
                <a:lnTo>
                  <a:pt x="1872" y="2674"/>
                </a:lnTo>
                <a:lnTo>
                  <a:pt x="1871" y="2674"/>
                </a:lnTo>
                <a:lnTo>
                  <a:pt x="1870" y="2731"/>
                </a:lnTo>
                <a:lnTo>
                  <a:pt x="1870" y="2730"/>
                </a:lnTo>
                <a:lnTo>
                  <a:pt x="1869" y="2730"/>
                </a:lnTo>
                <a:lnTo>
                  <a:pt x="1868" y="2729"/>
                </a:lnTo>
                <a:lnTo>
                  <a:pt x="1867" y="2729"/>
                </a:lnTo>
                <a:lnTo>
                  <a:pt x="1866" y="2728"/>
                </a:lnTo>
                <a:lnTo>
                  <a:pt x="1865" y="2728"/>
                </a:lnTo>
                <a:lnTo>
                  <a:pt x="1864" y="2728"/>
                </a:lnTo>
                <a:lnTo>
                  <a:pt x="1864" y="2727"/>
                </a:lnTo>
                <a:lnTo>
                  <a:pt x="1863" y="2727"/>
                </a:lnTo>
                <a:lnTo>
                  <a:pt x="1862" y="2726"/>
                </a:lnTo>
                <a:lnTo>
                  <a:pt x="1861" y="2726"/>
                </a:lnTo>
                <a:lnTo>
                  <a:pt x="1860" y="2783"/>
                </a:lnTo>
                <a:lnTo>
                  <a:pt x="1859" y="2782"/>
                </a:lnTo>
                <a:lnTo>
                  <a:pt x="1858" y="2782"/>
                </a:lnTo>
                <a:lnTo>
                  <a:pt x="1857" y="2781"/>
                </a:lnTo>
                <a:lnTo>
                  <a:pt x="1856" y="2781"/>
                </a:lnTo>
                <a:lnTo>
                  <a:pt x="1856" y="2780"/>
                </a:lnTo>
                <a:lnTo>
                  <a:pt x="1855" y="2780"/>
                </a:lnTo>
                <a:lnTo>
                  <a:pt x="1854" y="2780"/>
                </a:lnTo>
                <a:lnTo>
                  <a:pt x="1853" y="2779"/>
                </a:lnTo>
                <a:lnTo>
                  <a:pt x="1852" y="2779"/>
                </a:lnTo>
                <a:lnTo>
                  <a:pt x="1851" y="2778"/>
                </a:lnTo>
                <a:lnTo>
                  <a:pt x="1850" y="2778"/>
                </a:lnTo>
                <a:lnTo>
                  <a:pt x="1850" y="2777"/>
                </a:lnTo>
                <a:lnTo>
                  <a:pt x="1849" y="2777"/>
                </a:lnTo>
                <a:lnTo>
                  <a:pt x="1848" y="2776"/>
                </a:lnTo>
                <a:lnTo>
                  <a:pt x="1847" y="2776"/>
                </a:lnTo>
                <a:lnTo>
                  <a:pt x="1846" y="2776"/>
                </a:lnTo>
                <a:lnTo>
                  <a:pt x="1846" y="2775"/>
                </a:lnTo>
                <a:lnTo>
                  <a:pt x="1845" y="2775"/>
                </a:lnTo>
                <a:lnTo>
                  <a:pt x="1844" y="2775"/>
                </a:lnTo>
                <a:lnTo>
                  <a:pt x="1844" y="2774"/>
                </a:lnTo>
                <a:lnTo>
                  <a:pt x="1843" y="2774"/>
                </a:lnTo>
                <a:lnTo>
                  <a:pt x="1842" y="2773"/>
                </a:lnTo>
                <a:lnTo>
                  <a:pt x="1841" y="2831"/>
                </a:lnTo>
                <a:lnTo>
                  <a:pt x="1840" y="2830"/>
                </a:lnTo>
                <a:lnTo>
                  <a:pt x="1839" y="2830"/>
                </a:lnTo>
                <a:lnTo>
                  <a:pt x="1838" y="2829"/>
                </a:lnTo>
                <a:lnTo>
                  <a:pt x="1837" y="2829"/>
                </a:lnTo>
                <a:lnTo>
                  <a:pt x="1836" y="2828"/>
                </a:lnTo>
                <a:lnTo>
                  <a:pt x="1835" y="2828"/>
                </a:lnTo>
                <a:lnTo>
                  <a:pt x="1834" y="2827"/>
                </a:lnTo>
                <a:lnTo>
                  <a:pt x="1833" y="2827"/>
                </a:lnTo>
                <a:lnTo>
                  <a:pt x="1833" y="2826"/>
                </a:lnTo>
                <a:lnTo>
                  <a:pt x="1832" y="2826"/>
                </a:lnTo>
                <a:lnTo>
                  <a:pt x="1831" y="2826"/>
                </a:lnTo>
                <a:lnTo>
                  <a:pt x="1830" y="2825"/>
                </a:lnTo>
                <a:lnTo>
                  <a:pt x="1829" y="2825"/>
                </a:lnTo>
                <a:lnTo>
                  <a:pt x="1829" y="2824"/>
                </a:lnTo>
                <a:lnTo>
                  <a:pt x="1828" y="2824"/>
                </a:lnTo>
                <a:lnTo>
                  <a:pt x="1827" y="2824"/>
                </a:lnTo>
                <a:lnTo>
                  <a:pt x="1827" y="2823"/>
                </a:lnTo>
                <a:lnTo>
                  <a:pt x="1826" y="2823"/>
                </a:lnTo>
                <a:lnTo>
                  <a:pt x="1825" y="2822"/>
                </a:lnTo>
                <a:lnTo>
                  <a:pt x="1824" y="2822"/>
                </a:lnTo>
                <a:lnTo>
                  <a:pt x="1823" y="2822"/>
                </a:lnTo>
                <a:lnTo>
                  <a:pt x="1823" y="2821"/>
                </a:lnTo>
                <a:lnTo>
                  <a:pt x="1822" y="2821"/>
                </a:lnTo>
                <a:lnTo>
                  <a:pt x="1821" y="2821"/>
                </a:lnTo>
                <a:lnTo>
                  <a:pt x="1821" y="2820"/>
                </a:lnTo>
                <a:lnTo>
                  <a:pt x="1820" y="2820"/>
                </a:lnTo>
                <a:lnTo>
                  <a:pt x="1819" y="2819"/>
                </a:lnTo>
                <a:lnTo>
                  <a:pt x="1818" y="2819"/>
                </a:lnTo>
                <a:lnTo>
                  <a:pt x="1817" y="2818"/>
                </a:lnTo>
                <a:lnTo>
                  <a:pt x="1816" y="2818"/>
                </a:lnTo>
                <a:lnTo>
                  <a:pt x="1815" y="2817"/>
                </a:lnTo>
                <a:lnTo>
                  <a:pt x="1814" y="2817"/>
                </a:lnTo>
                <a:lnTo>
                  <a:pt x="1813" y="2816"/>
                </a:lnTo>
                <a:lnTo>
                  <a:pt x="1812" y="2816"/>
                </a:lnTo>
                <a:lnTo>
                  <a:pt x="1811" y="2815"/>
                </a:lnTo>
                <a:lnTo>
                  <a:pt x="1810" y="2815"/>
                </a:lnTo>
                <a:lnTo>
                  <a:pt x="1810" y="2814"/>
                </a:lnTo>
                <a:lnTo>
                  <a:pt x="1809" y="2873"/>
                </a:lnTo>
                <a:lnTo>
                  <a:pt x="1808" y="2872"/>
                </a:lnTo>
                <a:lnTo>
                  <a:pt x="1807" y="2872"/>
                </a:lnTo>
                <a:lnTo>
                  <a:pt x="1806" y="2872"/>
                </a:lnTo>
                <a:lnTo>
                  <a:pt x="1806" y="2871"/>
                </a:lnTo>
                <a:lnTo>
                  <a:pt x="1805" y="2871"/>
                </a:lnTo>
                <a:lnTo>
                  <a:pt x="1804" y="2871"/>
                </a:lnTo>
                <a:lnTo>
                  <a:pt x="1804" y="2870"/>
                </a:lnTo>
                <a:lnTo>
                  <a:pt x="1803" y="2870"/>
                </a:lnTo>
                <a:lnTo>
                  <a:pt x="1802" y="2930"/>
                </a:lnTo>
                <a:lnTo>
                  <a:pt x="1802" y="2929"/>
                </a:lnTo>
                <a:lnTo>
                  <a:pt x="1801" y="2929"/>
                </a:lnTo>
                <a:lnTo>
                  <a:pt x="1800" y="2929"/>
                </a:lnTo>
                <a:lnTo>
                  <a:pt x="1800" y="2928"/>
                </a:lnTo>
                <a:lnTo>
                  <a:pt x="1799" y="2928"/>
                </a:lnTo>
                <a:lnTo>
                  <a:pt x="1798" y="2927"/>
                </a:lnTo>
                <a:lnTo>
                  <a:pt x="1797" y="2927"/>
                </a:lnTo>
                <a:lnTo>
                  <a:pt x="1796" y="2927"/>
                </a:lnTo>
                <a:lnTo>
                  <a:pt x="1796" y="2926"/>
                </a:lnTo>
                <a:lnTo>
                  <a:pt x="1795" y="2926"/>
                </a:lnTo>
                <a:lnTo>
                  <a:pt x="1794" y="2926"/>
                </a:lnTo>
                <a:lnTo>
                  <a:pt x="1794" y="2924"/>
                </a:lnTo>
                <a:lnTo>
                  <a:pt x="1793" y="2924"/>
                </a:lnTo>
                <a:lnTo>
                  <a:pt x="1792" y="2923"/>
                </a:lnTo>
                <a:lnTo>
                  <a:pt x="1791" y="2923"/>
                </a:lnTo>
                <a:lnTo>
                  <a:pt x="1790" y="2922"/>
                </a:lnTo>
                <a:lnTo>
                  <a:pt x="1789" y="2922"/>
                </a:lnTo>
                <a:lnTo>
                  <a:pt x="1788" y="2921"/>
                </a:lnTo>
                <a:lnTo>
                  <a:pt x="1787" y="2921"/>
                </a:lnTo>
                <a:lnTo>
                  <a:pt x="1786" y="2920"/>
                </a:lnTo>
                <a:lnTo>
                  <a:pt x="1785" y="2920"/>
                </a:lnTo>
                <a:lnTo>
                  <a:pt x="1784" y="2919"/>
                </a:lnTo>
                <a:lnTo>
                  <a:pt x="1783" y="2919"/>
                </a:lnTo>
                <a:lnTo>
                  <a:pt x="1783" y="2918"/>
                </a:lnTo>
                <a:lnTo>
                  <a:pt x="1782" y="2918"/>
                </a:lnTo>
                <a:lnTo>
                  <a:pt x="1781" y="2918"/>
                </a:lnTo>
                <a:lnTo>
                  <a:pt x="1780" y="2917"/>
                </a:lnTo>
                <a:lnTo>
                  <a:pt x="1779" y="2917"/>
                </a:lnTo>
                <a:lnTo>
                  <a:pt x="1779" y="2916"/>
                </a:lnTo>
                <a:lnTo>
                  <a:pt x="1778" y="2916"/>
                </a:lnTo>
                <a:lnTo>
                  <a:pt x="1777" y="2916"/>
                </a:lnTo>
                <a:lnTo>
                  <a:pt x="1777" y="2915"/>
                </a:lnTo>
                <a:lnTo>
                  <a:pt x="1776" y="2915"/>
                </a:lnTo>
                <a:lnTo>
                  <a:pt x="1775" y="2914"/>
                </a:lnTo>
                <a:lnTo>
                  <a:pt x="1774" y="2914"/>
                </a:lnTo>
                <a:lnTo>
                  <a:pt x="1773" y="2914"/>
                </a:lnTo>
                <a:lnTo>
                  <a:pt x="1773" y="2913"/>
                </a:lnTo>
                <a:lnTo>
                  <a:pt x="1772" y="2913"/>
                </a:lnTo>
                <a:lnTo>
                  <a:pt x="1771" y="2912"/>
                </a:lnTo>
                <a:lnTo>
                  <a:pt x="1770" y="2912"/>
                </a:lnTo>
                <a:lnTo>
                  <a:pt x="1769" y="2911"/>
                </a:lnTo>
                <a:lnTo>
                  <a:pt x="1768" y="2911"/>
                </a:lnTo>
                <a:lnTo>
                  <a:pt x="1767" y="2910"/>
                </a:lnTo>
                <a:lnTo>
                  <a:pt x="1766" y="2910"/>
                </a:lnTo>
                <a:lnTo>
                  <a:pt x="1765" y="2909"/>
                </a:lnTo>
                <a:lnTo>
                  <a:pt x="1764" y="2909"/>
                </a:lnTo>
                <a:lnTo>
                  <a:pt x="1763" y="2908"/>
                </a:lnTo>
                <a:lnTo>
                  <a:pt x="1762" y="2908"/>
                </a:lnTo>
                <a:lnTo>
                  <a:pt x="1762" y="2907"/>
                </a:lnTo>
                <a:lnTo>
                  <a:pt x="1761" y="2907"/>
                </a:lnTo>
                <a:lnTo>
                  <a:pt x="1760" y="2907"/>
                </a:lnTo>
                <a:lnTo>
                  <a:pt x="1760" y="2906"/>
                </a:lnTo>
                <a:lnTo>
                  <a:pt x="1759" y="2906"/>
                </a:lnTo>
                <a:lnTo>
                  <a:pt x="1758" y="2906"/>
                </a:lnTo>
                <a:lnTo>
                  <a:pt x="1757" y="2905"/>
                </a:lnTo>
                <a:lnTo>
                  <a:pt x="1756" y="2905"/>
                </a:lnTo>
                <a:lnTo>
                  <a:pt x="1756" y="2904"/>
                </a:lnTo>
                <a:lnTo>
                  <a:pt x="1755" y="2904"/>
                </a:lnTo>
                <a:lnTo>
                  <a:pt x="1754" y="2965"/>
                </a:lnTo>
                <a:lnTo>
                  <a:pt x="1753" y="2965"/>
                </a:lnTo>
                <a:lnTo>
                  <a:pt x="1753" y="2964"/>
                </a:lnTo>
                <a:lnTo>
                  <a:pt x="1752" y="3025"/>
                </a:lnTo>
                <a:lnTo>
                  <a:pt x="1751" y="3024"/>
                </a:lnTo>
                <a:lnTo>
                  <a:pt x="1750" y="3024"/>
                </a:lnTo>
                <a:lnTo>
                  <a:pt x="1749" y="3023"/>
                </a:lnTo>
                <a:lnTo>
                  <a:pt x="1748" y="3023"/>
                </a:lnTo>
                <a:lnTo>
                  <a:pt x="1747" y="3022"/>
                </a:lnTo>
                <a:lnTo>
                  <a:pt x="1746" y="3022"/>
                </a:lnTo>
                <a:lnTo>
                  <a:pt x="1745" y="3021"/>
                </a:lnTo>
                <a:lnTo>
                  <a:pt x="1744" y="3021"/>
                </a:lnTo>
                <a:lnTo>
                  <a:pt x="1743" y="3020"/>
                </a:lnTo>
                <a:lnTo>
                  <a:pt x="1742" y="3020"/>
                </a:lnTo>
                <a:lnTo>
                  <a:pt x="1742" y="3019"/>
                </a:lnTo>
                <a:lnTo>
                  <a:pt x="1741" y="3019"/>
                </a:lnTo>
                <a:lnTo>
                  <a:pt x="1740" y="3019"/>
                </a:lnTo>
                <a:lnTo>
                  <a:pt x="1740" y="3018"/>
                </a:lnTo>
                <a:lnTo>
                  <a:pt x="1739" y="3018"/>
                </a:lnTo>
                <a:lnTo>
                  <a:pt x="1738" y="3018"/>
                </a:lnTo>
                <a:lnTo>
                  <a:pt x="1737" y="3017"/>
                </a:lnTo>
                <a:lnTo>
                  <a:pt x="1736" y="3017"/>
                </a:lnTo>
                <a:lnTo>
                  <a:pt x="1736" y="3016"/>
                </a:lnTo>
                <a:lnTo>
                  <a:pt x="1735" y="3016"/>
                </a:lnTo>
                <a:lnTo>
                  <a:pt x="1734" y="3015"/>
                </a:lnTo>
                <a:lnTo>
                  <a:pt x="1733" y="3015"/>
                </a:lnTo>
                <a:lnTo>
                  <a:pt x="1732" y="3014"/>
                </a:lnTo>
                <a:lnTo>
                  <a:pt x="1731" y="3014"/>
                </a:lnTo>
                <a:lnTo>
                  <a:pt x="1730" y="3014"/>
                </a:lnTo>
                <a:lnTo>
                  <a:pt x="1730" y="3013"/>
                </a:lnTo>
                <a:lnTo>
                  <a:pt x="1729" y="3013"/>
                </a:lnTo>
                <a:lnTo>
                  <a:pt x="1728" y="3012"/>
                </a:lnTo>
                <a:lnTo>
                  <a:pt x="1727" y="3012"/>
                </a:lnTo>
                <a:lnTo>
                  <a:pt x="1726" y="3011"/>
                </a:lnTo>
                <a:lnTo>
                  <a:pt x="1725" y="3011"/>
                </a:lnTo>
                <a:lnTo>
                  <a:pt x="1725" y="3010"/>
                </a:lnTo>
                <a:lnTo>
                  <a:pt x="1724" y="3010"/>
                </a:lnTo>
                <a:lnTo>
                  <a:pt x="1723" y="3010"/>
                </a:lnTo>
                <a:lnTo>
                  <a:pt x="1722" y="3009"/>
                </a:lnTo>
                <a:lnTo>
                  <a:pt x="1721" y="3009"/>
                </a:lnTo>
                <a:lnTo>
                  <a:pt x="1720" y="3008"/>
                </a:lnTo>
                <a:lnTo>
                  <a:pt x="1719" y="3008"/>
                </a:lnTo>
                <a:lnTo>
                  <a:pt x="1719" y="3007"/>
                </a:lnTo>
                <a:lnTo>
                  <a:pt x="1718" y="3007"/>
                </a:lnTo>
                <a:lnTo>
                  <a:pt x="1717" y="3007"/>
                </a:lnTo>
                <a:lnTo>
                  <a:pt x="1717" y="3006"/>
                </a:lnTo>
                <a:lnTo>
                  <a:pt x="1716" y="3006"/>
                </a:lnTo>
                <a:lnTo>
                  <a:pt x="1715" y="3006"/>
                </a:lnTo>
                <a:lnTo>
                  <a:pt x="1715" y="3005"/>
                </a:lnTo>
                <a:lnTo>
                  <a:pt x="1714" y="3005"/>
                </a:lnTo>
                <a:lnTo>
                  <a:pt x="1713" y="3005"/>
                </a:lnTo>
                <a:lnTo>
                  <a:pt x="1713" y="3004"/>
                </a:lnTo>
                <a:lnTo>
                  <a:pt x="1712" y="3004"/>
                </a:lnTo>
                <a:lnTo>
                  <a:pt x="1711" y="3003"/>
                </a:lnTo>
                <a:lnTo>
                  <a:pt x="1710" y="3003"/>
                </a:lnTo>
                <a:lnTo>
                  <a:pt x="1709" y="3002"/>
                </a:lnTo>
                <a:lnTo>
                  <a:pt x="1708" y="3002"/>
                </a:lnTo>
                <a:lnTo>
                  <a:pt x="1707" y="3002"/>
                </a:lnTo>
                <a:lnTo>
                  <a:pt x="1707" y="3001"/>
                </a:lnTo>
                <a:lnTo>
                  <a:pt x="1706" y="3001"/>
                </a:lnTo>
                <a:lnTo>
                  <a:pt x="1706" y="3062"/>
                </a:lnTo>
                <a:lnTo>
                  <a:pt x="1705" y="3062"/>
                </a:lnTo>
                <a:lnTo>
                  <a:pt x="1704" y="3062"/>
                </a:lnTo>
                <a:lnTo>
                  <a:pt x="1703" y="3061"/>
                </a:lnTo>
                <a:lnTo>
                  <a:pt x="1702" y="3061"/>
                </a:lnTo>
                <a:lnTo>
                  <a:pt x="1702" y="3060"/>
                </a:lnTo>
                <a:lnTo>
                  <a:pt x="1701" y="3060"/>
                </a:lnTo>
                <a:lnTo>
                  <a:pt x="1700" y="3060"/>
                </a:lnTo>
                <a:lnTo>
                  <a:pt x="1700" y="3059"/>
                </a:lnTo>
                <a:lnTo>
                  <a:pt x="1699" y="3059"/>
                </a:lnTo>
                <a:lnTo>
                  <a:pt x="1698" y="3058"/>
                </a:lnTo>
                <a:lnTo>
                  <a:pt x="1697" y="3058"/>
                </a:lnTo>
                <a:lnTo>
                  <a:pt x="1696" y="3058"/>
                </a:lnTo>
                <a:lnTo>
                  <a:pt x="1696" y="3057"/>
                </a:lnTo>
                <a:lnTo>
                  <a:pt x="1695" y="3057"/>
                </a:lnTo>
                <a:lnTo>
                  <a:pt x="1694" y="3056"/>
                </a:lnTo>
                <a:lnTo>
                  <a:pt x="1693" y="3056"/>
                </a:lnTo>
                <a:lnTo>
                  <a:pt x="1692" y="3055"/>
                </a:lnTo>
                <a:lnTo>
                  <a:pt x="1691" y="3055"/>
                </a:lnTo>
                <a:lnTo>
                  <a:pt x="1690" y="3054"/>
                </a:lnTo>
                <a:lnTo>
                  <a:pt x="1689" y="3054"/>
                </a:lnTo>
                <a:lnTo>
                  <a:pt x="1688" y="3053"/>
                </a:lnTo>
                <a:lnTo>
                  <a:pt x="1687" y="3053"/>
                </a:lnTo>
                <a:lnTo>
                  <a:pt x="1686" y="3052"/>
                </a:lnTo>
                <a:lnTo>
                  <a:pt x="1685" y="3052"/>
                </a:lnTo>
                <a:lnTo>
                  <a:pt x="1685" y="3051"/>
                </a:lnTo>
                <a:lnTo>
                  <a:pt x="1684" y="3051"/>
                </a:lnTo>
                <a:lnTo>
                  <a:pt x="1683" y="3051"/>
                </a:lnTo>
                <a:lnTo>
                  <a:pt x="1683" y="3050"/>
                </a:lnTo>
                <a:lnTo>
                  <a:pt x="1682" y="3050"/>
                </a:lnTo>
                <a:lnTo>
                  <a:pt x="1681" y="3050"/>
                </a:lnTo>
                <a:lnTo>
                  <a:pt x="1680" y="3049"/>
                </a:lnTo>
                <a:lnTo>
                  <a:pt x="1679" y="3049"/>
                </a:lnTo>
                <a:lnTo>
                  <a:pt x="1679" y="3111"/>
                </a:lnTo>
                <a:lnTo>
                  <a:pt x="1678" y="3111"/>
                </a:lnTo>
                <a:lnTo>
                  <a:pt x="1678" y="3110"/>
                </a:lnTo>
                <a:lnTo>
                  <a:pt x="1677" y="3110"/>
                </a:lnTo>
                <a:lnTo>
                  <a:pt x="1676" y="3110"/>
                </a:lnTo>
                <a:lnTo>
                  <a:pt x="1676" y="3109"/>
                </a:lnTo>
                <a:lnTo>
                  <a:pt x="1675" y="3109"/>
                </a:lnTo>
                <a:lnTo>
                  <a:pt x="1674" y="3108"/>
                </a:lnTo>
                <a:lnTo>
                  <a:pt x="1673" y="3108"/>
                </a:lnTo>
                <a:lnTo>
                  <a:pt x="1672" y="3108"/>
                </a:lnTo>
                <a:lnTo>
                  <a:pt x="1672" y="3107"/>
                </a:lnTo>
                <a:lnTo>
                  <a:pt x="1671" y="3107"/>
                </a:lnTo>
                <a:lnTo>
                  <a:pt x="1670" y="3107"/>
                </a:lnTo>
                <a:lnTo>
                  <a:pt x="1670" y="3169"/>
                </a:lnTo>
                <a:lnTo>
                  <a:pt x="1669" y="3169"/>
                </a:lnTo>
                <a:lnTo>
                  <a:pt x="1668" y="3168"/>
                </a:lnTo>
                <a:lnTo>
                  <a:pt x="1667" y="3168"/>
                </a:lnTo>
                <a:lnTo>
                  <a:pt x="1666" y="3167"/>
                </a:lnTo>
                <a:lnTo>
                  <a:pt x="1665" y="3167"/>
                </a:lnTo>
                <a:lnTo>
                  <a:pt x="1665" y="3166"/>
                </a:lnTo>
                <a:lnTo>
                  <a:pt x="1664" y="3166"/>
                </a:lnTo>
                <a:lnTo>
                  <a:pt x="1663" y="3166"/>
                </a:lnTo>
                <a:lnTo>
                  <a:pt x="1663" y="3165"/>
                </a:lnTo>
                <a:lnTo>
                  <a:pt x="1662" y="3165"/>
                </a:lnTo>
                <a:lnTo>
                  <a:pt x="1661" y="3165"/>
                </a:lnTo>
                <a:lnTo>
                  <a:pt x="1660" y="3164"/>
                </a:lnTo>
                <a:lnTo>
                  <a:pt x="1659" y="3164"/>
                </a:lnTo>
                <a:lnTo>
                  <a:pt x="1659" y="3163"/>
                </a:lnTo>
                <a:lnTo>
                  <a:pt x="1658" y="3163"/>
                </a:lnTo>
                <a:lnTo>
                  <a:pt x="1657" y="3162"/>
                </a:lnTo>
                <a:lnTo>
                  <a:pt x="1656" y="3162"/>
                </a:lnTo>
                <a:lnTo>
                  <a:pt x="1655" y="3161"/>
                </a:lnTo>
                <a:lnTo>
                  <a:pt x="1654" y="3161"/>
                </a:lnTo>
                <a:lnTo>
                  <a:pt x="1653" y="3161"/>
                </a:lnTo>
                <a:lnTo>
                  <a:pt x="1653" y="3160"/>
                </a:lnTo>
                <a:lnTo>
                  <a:pt x="1652" y="3160"/>
                </a:lnTo>
                <a:lnTo>
                  <a:pt x="1651" y="3159"/>
                </a:lnTo>
                <a:lnTo>
                  <a:pt x="1650" y="3159"/>
                </a:lnTo>
                <a:lnTo>
                  <a:pt x="1649" y="3158"/>
                </a:lnTo>
                <a:lnTo>
                  <a:pt x="1649" y="3222"/>
                </a:lnTo>
                <a:lnTo>
                  <a:pt x="1648" y="3221"/>
                </a:lnTo>
                <a:lnTo>
                  <a:pt x="1647" y="3221"/>
                </a:lnTo>
                <a:lnTo>
                  <a:pt x="1646" y="3220"/>
                </a:lnTo>
                <a:lnTo>
                  <a:pt x="1645" y="3220"/>
                </a:lnTo>
                <a:lnTo>
                  <a:pt x="1644" y="3219"/>
                </a:lnTo>
                <a:lnTo>
                  <a:pt x="1643" y="3219"/>
                </a:lnTo>
                <a:lnTo>
                  <a:pt x="1642" y="3218"/>
                </a:lnTo>
                <a:lnTo>
                  <a:pt x="1641" y="3218"/>
                </a:lnTo>
                <a:lnTo>
                  <a:pt x="1640" y="3217"/>
                </a:lnTo>
                <a:lnTo>
                  <a:pt x="1639" y="3217"/>
                </a:lnTo>
                <a:lnTo>
                  <a:pt x="1639" y="3216"/>
                </a:lnTo>
                <a:lnTo>
                  <a:pt x="1638" y="3216"/>
                </a:lnTo>
                <a:lnTo>
                  <a:pt x="1637" y="3216"/>
                </a:lnTo>
                <a:lnTo>
                  <a:pt x="1636" y="3215"/>
                </a:lnTo>
                <a:lnTo>
                  <a:pt x="1635" y="3215"/>
                </a:lnTo>
                <a:lnTo>
                  <a:pt x="1635" y="3214"/>
                </a:lnTo>
                <a:lnTo>
                  <a:pt x="1634" y="3214"/>
                </a:lnTo>
                <a:lnTo>
                  <a:pt x="1633" y="3214"/>
                </a:lnTo>
                <a:lnTo>
                  <a:pt x="1633" y="3213"/>
                </a:lnTo>
                <a:lnTo>
                  <a:pt x="1632" y="3213"/>
                </a:lnTo>
                <a:lnTo>
                  <a:pt x="1631" y="3212"/>
                </a:lnTo>
                <a:lnTo>
                  <a:pt x="1630" y="3212"/>
                </a:lnTo>
                <a:lnTo>
                  <a:pt x="1629" y="3212"/>
                </a:lnTo>
                <a:lnTo>
                  <a:pt x="1629" y="3211"/>
                </a:lnTo>
                <a:lnTo>
                  <a:pt x="1628" y="3211"/>
                </a:lnTo>
                <a:lnTo>
                  <a:pt x="1628" y="3275"/>
                </a:lnTo>
                <a:lnTo>
                  <a:pt x="1627" y="3275"/>
                </a:lnTo>
                <a:lnTo>
                  <a:pt x="1626" y="3274"/>
                </a:lnTo>
                <a:lnTo>
                  <a:pt x="1625" y="3274"/>
                </a:lnTo>
                <a:lnTo>
                  <a:pt x="1625" y="3273"/>
                </a:lnTo>
                <a:lnTo>
                  <a:pt x="1624" y="3273"/>
                </a:lnTo>
                <a:lnTo>
                  <a:pt x="1623" y="3273"/>
                </a:lnTo>
                <a:lnTo>
                  <a:pt x="1623" y="3272"/>
                </a:lnTo>
                <a:lnTo>
                  <a:pt x="1622" y="3272"/>
                </a:lnTo>
                <a:lnTo>
                  <a:pt x="1621" y="3271"/>
                </a:lnTo>
                <a:lnTo>
                  <a:pt x="1620" y="3271"/>
                </a:lnTo>
                <a:lnTo>
                  <a:pt x="1619" y="3271"/>
                </a:lnTo>
                <a:lnTo>
                  <a:pt x="1619" y="3270"/>
                </a:lnTo>
                <a:lnTo>
                  <a:pt x="1618" y="3270"/>
                </a:lnTo>
                <a:lnTo>
                  <a:pt x="1617" y="3269"/>
                </a:lnTo>
                <a:lnTo>
                  <a:pt x="1616" y="3269"/>
                </a:lnTo>
                <a:lnTo>
                  <a:pt x="1615" y="3268"/>
                </a:lnTo>
                <a:lnTo>
                  <a:pt x="1614" y="3268"/>
                </a:lnTo>
                <a:lnTo>
                  <a:pt x="1613" y="3267"/>
                </a:lnTo>
                <a:lnTo>
                  <a:pt x="1612" y="3267"/>
                </a:lnTo>
                <a:lnTo>
                  <a:pt x="1611" y="3266"/>
                </a:lnTo>
                <a:lnTo>
                  <a:pt x="1610" y="3330"/>
                </a:lnTo>
                <a:lnTo>
                  <a:pt x="1609" y="3330"/>
                </a:lnTo>
                <a:lnTo>
                  <a:pt x="1608" y="3330"/>
                </a:lnTo>
                <a:lnTo>
                  <a:pt x="1608" y="3329"/>
                </a:lnTo>
                <a:lnTo>
                  <a:pt x="1607" y="3329"/>
                </a:lnTo>
                <a:lnTo>
                  <a:pt x="1606" y="3394"/>
                </a:lnTo>
                <a:lnTo>
                  <a:pt x="1606" y="3393"/>
                </a:lnTo>
                <a:lnTo>
                  <a:pt x="1605" y="3393"/>
                </a:lnTo>
                <a:lnTo>
                  <a:pt x="1604" y="3392"/>
                </a:lnTo>
                <a:lnTo>
                  <a:pt x="1603" y="3392"/>
                </a:lnTo>
                <a:lnTo>
                  <a:pt x="1602" y="3391"/>
                </a:lnTo>
                <a:lnTo>
                  <a:pt x="1601" y="3391"/>
                </a:lnTo>
                <a:lnTo>
                  <a:pt x="1600" y="3390"/>
                </a:lnTo>
                <a:lnTo>
                  <a:pt x="1599" y="3390"/>
                </a:lnTo>
                <a:lnTo>
                  <a:pt x="1598" y="3389"/>
                </a:lnTo>
                <a:lnTo>
                  <a:pt x="1597" y="3389"/>
                </a:lnTo>
                <a:lnTo>
                  <a:pt x="1596" y="3388"/>
                </a:lnTo>
                <a:lnTo>
                  <a:pt x="1595" y="3388"/>
                </a:lnTo>
                <a:lnTo>
                  <a:pt x="1595" y="3387"/>
                </a:lnTo>
                <a:lnTo>
                  <a:pt x="1594" y="3387"/>
                </a:lnTo>
                <a:lnTo>
                  <a:pt x="1593" y="3387"/>
                </a:lnTo>
                <a:lnTo>
                  <a:pt x="1592" y="3386"/>
                </a:lnTo>
                <a:lnTo>
                  <a:pt x="1591" y="3386"/>
                </a:lnTo>
                <a:lnTo>
                  <a:pt x="1591" y="3385"/>
                </a:lnTo>
                <a:lnTo>
                  <a:pt x="1590" y="3385"/>
                </a:lnTo>
                <a:lnTo>
                  <a:pt x="1589" y="3385"/>
                </a:lnTo>
                <a:lnTo>
                  <a:pt x="1589" y="3384"/>
                </a:lnTo>
                <a:lnTo>
                  <a:pt x="1588" y="3384"/>
                </a:lnTo>
                <a:lnTo>
                  <a:pt x="1587" y="3383"/>
                </a:lnTo>
                <a:lnTo>
                  <a:pt x="1586" y="3383"/>
                </a:lnTo>
                <a:lnTo>
                  <a:pt x="1585" y="3383"/>
                </a:lnTo>
                <a:lnTo>
                  <a:pt x="1585" y="3382"/>
                </a:lnTo>
                <a:lnTo>
                  <a:pt x="1584" y="3382"/>
                </a:lnTo>
                <a:lnTo>
                  <a:pt x="1583" y="3382"/>
                </a:lnTo>
                <a:lnTo>
                  <a:pt x="1583" y="3381"/>
                </a:lnTo>
                <a:lnTo>
                  <a:pt x="1582" y="3381"/>
                </a:lnTo>
                <a:lnTo>
                  <a:pt x="1581" y="3380"/>
                </a:lnTo>
                <a:lnTo>
                  <a:pt x="1580" y="3380"/>
                </a:lnTo>
                <a:lnTo>
                  <a:pt x="1579" y="3379"/>
                </a:lnTo>
                <a:lnTo>
                  <a:pt x="1578" y="3379"/>
                </a:lnTo>
                <a:lnTo>
                  <a:pt x="1577" y="3378"/>
                </a:lnTo>
                <a:lnTo>
                  <a:pt x="1576" y="3378"/>
                </a:lnTo>
                <a:lnTo>
                  <a:pt x="1575" y="3377"/>
                </a:lnTo>
                <a:lnTo>
                  <a:pt x="1574" y="3377"/>
                </a:lnTo>
                <a:lnTo>
                  <a:pt x="1573" y="3376"/>
                </a:lnTo>
                <a:lnTo>
                  <a:pt x="1572" y="3376"/>
                </a:lnTo>
                <a:lnTo>
                  <a:pt x="1572" y="3375"/>
                </a:lnTo>
                <a:lnTo>
                  <a:pt x="1571" y="3375"/>
                </a:lnTo>
                <a:lnTo>
                  <a:pt x="1570" y="3375"/>
                </a:lnTo>
                <a:lnTo>
                  <a:pt x="1569" y="3374"/>
                </a:lnTo>
                <a:lnTo>
                  <a:pt x="1568" y="3374"/>
                </a:lnTo>
                <a:lnTo>
                  <a:pt x="1568" y="3373"/>
                </a:lnTo>
                <a:lnTo>
                  <a:pt x="1567" y="3373"/>
                </a:lnTo>
                <a:lnTo>
                  <a:pt x="1566" y="3373"/>
                </a:lnTo>
                <a:lnTo>
                  <a:pt x="1566" y="3372"/>
                </a:lnTo>
                <a:lnTo>
                  <a:pt x="1565" y="3372"/>
                </a:lnTo>
                <a:lnTo>
                  <a:pt x="1564" y="3371"/>
                </a:lnTo>
                <a:lnTo>
                  <a:pt x="1563" y="3371"/>
                </a:lnTo>
                <a:lnTo>
                  <a:pt x="1562" y="3371"/>
                </a:lnTo>
                <a:lnTo>
                  <a:pt x="1562" y="3370"/>
                </a:lnTo>
                <a:lnTo>
                  <a:pt x="1561" y="3370"/>
                </a:lnTo>
                <a:lnTo>
                  <a:pt x="1560" y="3369"/>
                </a:lnTo>
                <a:lnTo>
                  <a:pt x="1559" y="3369"/>
                </a:lnTo>
                <a:lnTo>
                  <a:pt x="1558" y="3368"/>
                </a:lnTo>
                <a:lnTo>
                  <a:pt x="1557" y="3368"/>
                </a:lnTo>
                <a:lnTo>
                  <a:pt x="1556" y="3367"/>
                </a:lnTo>
                <a:lnTo>
                  <a:pt x="1555" y="3367"/>
                </a:lnTo>
                <a:lnTo>
                  <a:pt x="1554" y="3366"/>
                </a:lnTo>
                <a:lnTo>
                  <a:pt x="1553" y="3366"/>
                </a:lnTo>
                <a:lnTo>
                  <a:pt x="1552" y="3365"/>
                </a:lnTo>
                <a:lnTo>
                  <a:pt x="1551" y="3365"/>
                </a:lnTo>
                <a:lnTo>
                  <a:pt x="1551" y="3364"/>
                </a:lnTo>
                <a:lnTo>
                  <a:pt x="1550" y="3364"/>
                </a:lnTo>
                <a:lnTo>
                  <a:pt x="1549" y="3364"/>
                </a:lnTo>
                <a:lnTo>
                  <a:pt x="1549" y="3363"/>
                </a:lnTo>
                <a:lnTo>
                  <a:pt x="1548" y="3363"/>
                </a:lnTo>
                <a:lnTo>
                  <a:pt x="1547" y="3363"/>
                </a:lnTo>
                <a:lnTo>
                  <a:pt x="1546" y="3362"/>
                </a:lnTo>
                <a:lnTo>
                  <a:pt x="1545" y="3362"/>
                </a:lnTo>
                <a:lnTo>
                  <a:pt x="1545" y="3361"/>
                </a:lnTo>
                <a:lnTo>
                  <a:pt x="1544" y="3361"/>
                </a:lnTo>
                <a:lnTo>
                  <a:pt x="1543" y="3360"/>
                </a:lnTo>
                <a:lnTo>
                  <a:pt x="1542" y="3360"/>
                </a:lnTo>
                <a:lnTo>
                  <a:pt x="1541" y="3359"/>
                </a:lnTo>
                <a:lnTo>
                  <a:pt x="1540" y="3359"/>
                </a:lnTo>
                <a:lnTo>
                  <a:pt x="1539" y="3359"/>
                </a:lnTo>
                <a:lnTo>
                  <a:pt x="1539" y="3358"/>
                </a:lnTo>
                <a:lnTo>
                  <a:pt x="1538" y="3358"/>
                </a:lnTo>
                <a:lnTo>
                  <a:pt x="1537" y="3357"/>
                </a:lnTo>
                <a:lnTo>
                  <a:pt x="1536" y="3357"/>
                </a:lnTo>
                <a:lnTo>
                  <a:pt x="1535" y="3356"/>
                </a:lnTo>
                <a:lnTo>
                  <a:pt x="1534" y="3356"/>
                </a:lnTo>
                <a:lnTo>
                  <a:pt x="1534" y="3355"/>
                </a:lnTo>
                <a:lnTo>
                  <a:pt x="1533" y="3355"/>
                </a:lnTo>
                <a:lnTo>
                  <a:pt x="1532" y="3355"/>
                </a:lnTo>
                <a:lnTo>
                  <a:pt x="1531" y="3354"/>
                </a:lnTo>
                <a:lnTo>
                  <a:pt x="1530" y="3354"/>
                </a:lnTo>
                <a:lnTo>
                  <a:pt x="1529" y="3353"/>
                </a:lnTo>
                <a:lnTo>
                  <a:pt x="1528" y="3353"/>
                </a:lnTo>
                <a:lnTo>
                  <a:pt x="1528" y="3352"/>
                </a:lnTo>
                <a:lnTo>
                  <a:pt x="1527" y="3352"/>
                </a:lnTo>
                <a:lnTo>
                  <a:pt x="1526" y="3352"/>
                </a:lnTo>
                <a:lnTo>
                  <a:pt x="1526" y="3351"/>
                </a:lnTo>
                <a:lnTo>
                  <a:pt x="1525" y="3351"/>
                </a:lnTo>
                <a:lnTo>
                  <a:pt x="1524" y="3351"/>
                </a:lnTo>
                <a:lnTo>
                  <a:pt x="1524" y="3350"/>
                </a:lnTo>
                <a:lnTo>
                  <a:pt x="1523" y="3350"/>
                </a:lnTo>
                <a:lnTo>
                  <a:pt x="1522" y="3350"/>
                </a:lnTo>
                <a:lnTo>
                  <a:pt x="1522" y="3349"/>
                </a:lnTo>
                <a:lnTo>
                  <a:pt x="1521" y="3349"/>
                </a:lnTo>
                <a:lnTo>
                  <a:pt x="1520" y="3348"/>
                </a:lnTo>
                <a:lnTo>
                  <a:pt x="1519" y="3348"/>
                </a:lnTo>
                <a:lnTo>
                  <a:pt x="1518" y="3347"/>
                </a:lnTo>
                <a:lnTo>
                  <a:pt x="1517" y="3347"/>
                </a:lnTo>
                <a:lnTo>
                  <a:pt x="1516" y="3347"/>
                </a:lnTo>
                <a:lnTo>
                  <a:pt x="1516" y="3346"/>
                </a:lnTo>
                <a:lnTo>
                  <a:pt x="1515" y="3346"/>
                </a:lnTo>
                <a:lnTo>
                  <a:pt x="1514" y="3345"/>
                </a:lnTo>
                <a:lnTo>
                  <a:pt x="1513" y="3345"/>
                </a:lnTo>
                <a:lnTo>
                  <a:pt x="1512" y="3344"/>
                </a:lnTo>
                <a:lnTo>
                  <a:pt x="1511" y="3344"/>
                </a:lnTo>
                <a:lnTo>
                  <a:pt x="1511" y="3343"/>
                </a:lnTo>
                <a:lnTo>
                  <a:pt x="1510" y="3343"/>
                </a:lnTo>
                <a:lnTo>
                  <a:pt x="1509" y="3343"/>
                </a:lnTo>
                <a:lnTo>
                  <a:pt x="1508" y="3342"/>
                </a:lnTo>
                <a:lnTo>
                  <a:pt x="1507" y="3342"/>
                </a:lnTo>
                <a:lnTo>
                  <a:pt x="1506" y="3341"/>
                </a:lnTo>
                <a:lnTo>
                  <a:pt x="1505" y="3341"/>
                </a:lnTo>
                <a:lnTo>
                  <a:pt x="1505" y="3340"/>
                </a:lnTo>
                <a:lnTo>
                  <a:pt x="1504" y="3340"/>
                </a:lnTo>
                <a:lnTo>
                  <a:pt x="1503" y="3339"/>
                </a:lnTo>
                <a:lnTo>
                  <a:pt x="1502" y="3339"/>
                </a:lnTo>
                <a:lnTo>
                  <a:pt x="1501" y="3338"/>
                </a:lnTo>
                <a:lnTo>
                  <a:pt x="1501" y="3407"/>
                </a:lnTo>
                <a:lnTo>
                  <a:pt x="1500" y="3406"/>
                </a:lnTo>
                <a:lnTo>
                  <a:pt x="1499" y="3406"/>
                </a:lnTo>
                <a:lnTo>
                  <a:pt x="1498" y="3405"/>
                </a:lnTo>
                <a:lnTo>
                  <a:pt x="1497" y="3405"/>
                </a:lnTo>
                <a:lnTo>
                  <a:pt x="1496" y="3405"/>
                </a:lnTo>
                <a:lnTo>
                  <a:pt x="1496" y="3404"/>
                </a:lnTo>
                <a:lnTo>
                  <a:pt x="1495" y="3404"/>
                </a:lnTo>
                <a:lnTo>
                  <a:pt x="1494" y="3403"/>
                </a:lnTo>
                <a:lnTo>
                  <a:pt x="1493" y="3403"/>
                </a:lnTo>
                <a:lnTo>
                  <a:pt x="1492" y="3402"/>
                </a:lnTo>
                <a:lnTo>
                  <a:pt x="1491" y="3471"/>
                </a:lnTo>
                <a:lnTo>
                  <a:pt x="1491" y="3470"/>
                </a:lnTo>
                <a:lnTo>
                  <a:pt x="1490" y="3470"/>
                </a:lnTo>
                <a:lnTo>
                  <a:pt x="1489" y="3470"/>
                </a:lnTo>
                <a:lnTo>
                  <a:pt x="1489" y="3469"/>
                </a:lnTo>
                <a:lnTo>
                  <a:pt x="1488" y="3469"/>
                </a:lnTo>
                <a:lnTo>
                  <a:pt x="1487" y="3468"/>
                </a:lnTo>
                <a:lnTo>
                  <a:pt x="1486" y="3468"/>
                </a:lnTo>
                <a:lnTo>
                  <a:pt x="1485" y="3468"/>
                </a:lnTo>
                <a:lnTo>
                  <a:pt x="1485" y="3467"/>
                </a:lnTo>
                <a:lnTo>
                  <a:pt x="1484" y="3467"/>
                </a:lnTo>
                <a:lnTo>
                  <a:pt x="1483" y="3466"/>
                </a:lnTo>
                <a:lnTo>
                  <a:pt x="1482" y="3466"/>
                </a:lnTo>
                <a:lnTo>
                  <a:pt x="1481" y="3465"/>
                </a:lnTo>
                <a:lnTo>
                  <a:pt x="1480" y="3465"/>
                </a:lnTo>
                <a:lnTo>
                  <a:pt x="1479" y="3464"/>
                </a:lnTo>
                <a:lnTo>
                  <a:pt x="1478" y="3464"/>
                </a:lnTo>
                <a:lnTo>
                  <a:pt x="1477" y="3463"/>
                </a:lnTo>
                <a:lnTo>
                  <a:pt x="1476" y="3463"/>
                </a:lnTo>
                <a:lnTo>
                  <a:pt x="1475" y="3462"/>
                </a:lnTo>
                <a:lnTo>
                  <a:pt x="1474" y="3462"/>
                </a:lnTo>
                <a:lnTo>
                  <a:pt x="1474" y="3461"/>
                </a:lnTo>
                <a:lnTo>
                  <a:pt x="1473" y="3461"/>
                </a:lnTo>
                <a:lnTo>
                  <a:pt x="1472" y="3461"/>
                </a:lnTo>
                <a:lnTo>
                  <a:pt x="1472" y="3460"/>
                </a:lnTo>
                <a:lnTo>
                  <a:pt x="1471" y="3460"/>
                </a:lnTo>
                <a:lnTo>
                  <a:pt x="1470" y="3460"/>
                </a:lnTo>
                <a:lnTo>
                  <a:pt x="1469" y="3459"/>
                </a:lnTo>
                <a:lnTo>
                  <a:pt x="1468" y="3459"/>
                </a:lnTo>
                <a:lnTo>
                  <a:pt x="1468" y="3458"/>
                </a:lnTo>
                <a:lnTo>
                  <a:pt x="1467" y="3458"/>
                </a:lnTo>
                <a:lnTo>
                  <a:pt x="1466" y="3457"/>
                </a:lnTo>
                <a:lnTo>
                  <a:pt x="1465" y="3457"/>
                </a:lnTo>
                <a:lnTo>
                  <a:pt x="1464" y="3456"/>
                </a:lnTo>
                <a:lnTo>
                  <a:pt x="1463" y="3456"/>
                </a:lnTo>
                <a:lnTo>
                  <a:pt x="1462" y="3456"/>
                </a:lnTo>
                <a:lnTo>
                  <a:pt x="1462" y="3455"/>
                </a:lnTo>
                <a:lnTo>
                  <a:pt x="1461" y="3455"/>
                </a:lnTo>
                <a:lnTo>
                  <a:pt x="1460" y="3454"/>
                </a:lnTo>
                <a:lnTo>
                  <a:pt x="1459" y="3454"/>
                </a:lnTo>
                <a:lnTo>
                  <a:pt x="1458" y="3453"/>
                </a:lnTo>
                <a:lnTo>
                  <a:pt x="1457" y="3453"/>
                </a:lnTo>
                <a:lnTo>
                  <a:pt x="1457" y="3452"/>
                </a:lnTo>
                <a:lnTo>
                  <a:pt x="1456" y="3452"/>
                </a:lnTo>
                <a:lnTo>
                  <a:pt x="1455" y="3452"/>
                </a:lnTo>
                <a:lnTo>
                  <a:pt x="1454" y="3451"/>
                </a:lnTo>
                <a:lnTo>
                  <a:pt x="1453" y="3451"/>
                </a:lnTo>
                <a:lnTo>
                  <a:pt x="1452" y="3450"/>
                </a:lnTo>
                <a:lnTo>
                  <a:pt x="1451" y="3450"/>
                </a:lnTo>
                <a:lnTo>
                  <a:pt x="1451" y="3449"/>
                </a:lnTo>
                <a:lnTo>
                  <a:pt x="1450" y="3449"/>
                </a:lnTo>
                <a:lnTo>
                  <a:pt x="1449" y="3449"/>
                </a:lnTo>
                <a:lnTo>
                  <a:pt x="1449" y="3448"/>
                </a:lnTo>
                <a:lnTo>
                  <a:pt x="1448" y="3448"/>
                </a:lnTo>
                <a:lnTo>
                  <a:pt x="1447" y="3448"/>
                </a:lnTo>
                <a:lnTo>
                  <a:pt x="1447" y="3447"/>
                </a:lnTo>
                <a:lnTo>
                  <a:pt x="1446" y="3447"/>
                </a:lnTo>
                <a:lnTo>
                  <a:pt x="1445" y="3447"/>
                </a:lnTo>
                <a:lnTo>
                  <a:pt x="1445" y="3446"/>
                </a:lnTo>
                <a:lnTo>
                  <a:pt x="1444" y="3446"/>
                </a:lnTo>
                <a:lnTo>
                  <a:pt x="1443" y="3445"/>
                </a:lnTo>
                <a:lnTo>
                  <a:pt x="1442" y="3445"/>
                </a:lnTo>
                <a:lnTo>
                  <a:pt x="1441" y="3444"/>
                </a:lnTo>
                <a:lnTo>
                  <a:pt x="1440" y="3444"/>
                </a:lnTo>
                <a:lnTo>
                  <a:pt x="1439" y="3444"/>
                </a:lnTo>
                <a:lnTo>
                  <a:pt x="1439" y="3443"/>
                </a:lnTo>
                <a:lnTo>
                  <a:pt x="1438" y="3443"/>
                </a:lnTo>
                <a:lnTo>
                  <a:pt x="1437" y="3442"/>
                </a:lnTo>
                <a:lnTo>
                  <a:pt x="1436" y="3442"/>
                </a:lnTo>
                <a:lnTo>
                  <a:pt x="1435" y="3441"/>
                </a:lnTo>
                <a:lnTo>
                  <a:pt x="1434" y="3441"/>
                </a:lnTo>
                <a:lnTo>
                  <a:pt x="1434" y="3440"/>
                </a:lnTo>
                <a:lnTo>
                  <a:pt x="1433" y="3440"/>
                </a:lnTo>
                <a:lnTo>
                  <a:pt x="1432" y="3440"/>
                </a:lnTo>
                <a:lnTo>
                  <a:pt x="1431" y="3439"/>
                </a:lnTo>
                <a:lnTo>
                  <a:pt x="1430" y="3439"/>
                </a:lnTo>
                <a:lnTo>
                  <a:pt x="1429" y="3438"/>
                </a:lnTo>
                <a:lnTo>
                  <a:pt x="1428" y="3438"/>
                </a:lnTo>
                <a:lnTo>
                  <a:pt x="1428" y="3437"/>
                </a:lnTo>
                <a:lnTo>
                  <a:pt x="1427" y="3437"/>
                </a:lnTo>
                <a:lnTo>
                  <a:pt x="1426" y="3436"/>
                </a:lnTo>
                <a:lnTo>
                  <a:pt x="1425" y="3436"/>
                </a:lnTo>
                <a:lnTo>
                  <a:pt x="1424" y="3436"/>
                </a:lnTo>
                <a:lnTo>
                  <a:pt x="1424" y="3435"/>
                </a:lnTo>
                <a:lnTo>
                  <a:pt x="1423" y="3435"/>
                </a:lnTo>
                <a:lnTo>
                  <a:pt x="1422" y="3435"/>
                </a:lnTo>
                <a:lnTo>
                  <a:pt x="1422" y="3434"/>
                </a:lnTo>
                <a:lnTo>
                  <a:pt x="1421" y="3434"/>
                </a:lnTo>
                <a:lnTo>
                  <a:pt x="1420" y="3433"/>
                </a:lnTo>
                <a:lnTo>
                  <a:pt x="1419" y="3433"/>
                </a:lnTo>
                <a:lnTo>
                  <a:pt x="1418" y="3432"/>
                </a:lnTo>
                <a:lnTo>
                  <a:pt x="1417" y="3432"/>
                </a:lnTo>
                <a:lnTo>
                  <a:pt x="1416" y="3431"/>
                </a:lnTo>
                <a:lnTo>
                  <a:pt x="1415" y="3431"/>
                </a:lnTo>
                <a:lnTo>
                  <a:pt x="1414" y="3430"/>
                </a:lnTo>
                <a:lnTo>
                  <a:pt x="1413" y="3430"/>
                </a:lnTo>
                <a:lnTo>
                  <a:pt x="1412" y="3429"/>
                </a:lnTo>
                <a:lnTo>
                  <a:pt x="1411" y="3429"/>
                </a:lnTo>
                <a:lnTo>
                  <a:pt x="1411" y="3428"/>
                </a:lnTo>
                <a:lnTo>
                  <a:pt x="1410" y="3428"/>
                </a:lnTo>
                <a:lnTo>
                  <a:pt x="1409" y="3428"/>
                </a:lnTo>
                <a:lnTo>
                  <a:pt x="1408" y="3427"/>
                </a:lnTo>
                <a:lnTo>
                  <a:pt x="1407" y="3427"/>
                </a:lnTo>
                <a:lnTo>
                  <a:pt x="1407" y="3426"/>
                </a:lnTo>
                <a:lnTo>
                  <a:pt x="1406" y="3426"/>
                </a:lnTo>
                <a:lnTo>
                  <a:pt x="1405" y="3426"/>
                </a:lnTo>
                <a:lnTo>
                  <a:pt x="1405" y="3425"/>
                </a:lnTo>
                <a:lnTo>
                  <a:pt x="1404" y="3425"/>
                </a:lnTo>
                <a:lnTo>
                  <a:pt x="1403" y="3424"/>
                </a:lnTo>
                <a:lnTo>
                  <a:pt x="1402" y="3424"/>
                </a:lnTo>
                <a:lnTo>
                  <a:pt x="1401" y="3424"/>
                </a:lnTo>
                <a:lnTo>
                  <a:pt x="1401" y="3423"/>
                </a:lnTo>
                <a:lnTo>
                  <a:pt x="1400" y="3423"/>
                </a:lnTo>
                <a:lnTo>
                  <a:pt x="1399" y="3422"/>
                </a:lnTo>
                <a:lnTo>
                  <a:pt x="1398" y="3422"/>
                </a:lnTo>
                <a:lnTo>
                  <a:pt x="1397" y="3421"/>
                </a:lnTo>
                <a:lnTo>
                  <a:pt x="1396" y="3421"/>
                </a:lnTo>
                <a:lnTo>
                  <a:pt x="1395" y="3420"/>
                </a:lnTo>
                <a:lnTo>
                  <a:pt x="1394" y="3420"/>
                </a:lnTo>
                <a:lnTo>
                  <a:pt x="1393" y="3419"/>
                </a:lnTo>
                <a:lnTo>
                  <a:pt x="1392" y="3419"/>
                </a:lnTo>
                <a:lnTo>
                  <a:pt x="1391" y="3418"/>
                </a:lnTo>
                <a:lnTo>
                  <a:pt x="1390" y="3490"/>
                </a:lnTo>
                <a:lnTo>
                  <a:pt x="1389" y="3490"/>
                </a:lnTo>
                <a:lnTo>
                  <a:pt x="1388" y="3489"/>
                </a:lnTo>
                <a:lnTo>
                  <a:pt x="1387" y="3489"/>
                </a:lnTo>
                <a:lnTo>
                  <a:pt x="1387" y="3488"/>
                </a:lnTo>
                <a:lnTo>
                  <a:pt x="1386" y="3488"/>
                </a:lnTo>
                <a:lnTo>
                  <a:pt x="1385" y="3488"/>
                </a:lnTo>
                <a:lnTo>
                  <a:pt x="1384" y="3487"/>
                </a:lnTo>
                <a:lnTo>
                  <a:pt x="1383" y="3487"/>
                </a:lnTo>
                <a:lnTo>
                  <a:pt x="1382" y="3486"/>
                </a:lnTo>
                <a:lnTo>
                  <a:pt x="1381" y="3486"/>
                </a:lnTo>
                <a:lnTo>
                  <a:pt x="1381" y="3485"/>
                </a:lnTo>
                <a:lnTo>
                  <a:pt x="1380" y="3485"/>
                </a:lnTo>
                <a:lnTo>
                  <a:pt x="1379" y="3484"/>
                </a:lnTo>
                <a:lnTo>
                  <a:pt x="1378" y="3484"/>
                </a:lnTo>
                <a:lnTo>
                  <a:pt x="1377" y="3484"/>
                </a:lnTo>
                <a:lnTo>
                  <a:pt x="1377" y="3483"/>
                </a:lnTo>
                <a:lnTo>
                  <a:pt x="1376" y="3483"/>
                </a:lnTo>
                <a:lnTo>
                  <a:pt x="1375" y="3483"/>
                </a:lnTo>
                <a:lnTo>
                  <a:pt x="1375" y="3482"/>
                </a:lnTo>
                <a:lnTo>
                  <a:pt x="1374" y="3482"/>
                </a:lnTo>
                <a:lnTo>
                  <a:pt x="1373" y="3481"/>
                </a:lnTo>
                <a:lnTo>
                  <a:pt x="1372" y="3481"/>
                </a:lnTo>
                <a:lnTo>
                  <a:pt x="1371" y="3480"/>
                </a:lnTo>
                <a:lnTo>
                  <a:pt x="1370" y="3480"/>
                </a:lnTo>
                <a:lnTo>
                  <a:pt x="1369" y="3479"/>
                </a:lnTo>
                <a:lnTo>
                  <a:pt x="1368" y="3479"/>
                </a:lnTo>
                <a:lnTo>
                  <a:pt x="1367" y="3478"/>
                </a:lnTo>
                <a:lnTo>
                  <a:pt x="1366" y="3478"/>
                </a:lnTo>
                <a:lnTo>
                  <a:pt x="1365" y="3477"/>
                </a:lnTo>
                <a:lnTo>
                  <a:pt x="1364" y="3550"/>
                </a:lnTo>
                <a:lnTo>
                  <a:pt x="1363" y="3550"/>
                </a:lnTo>
                <a:lnTo>
                  <a:pt x="1363" y="3549"/>
                </a:lnTo>
                <a:lnTo>
                  <a:pt x="1362" y="3549"/>
                </a:lnTo>
                <a:lnTo>
                  <a:pt x="1361" y="3549"/>
                </a:lnTo>
                <a:lnTo>
                  <a:pt x="1360" y="3548"/>
                </a:lnTo>
                <a:lnTo>
                  <a:pt x="1359" y="3548"/>
                </a:lnTo>
                <a:lnTo>
                  <a:pt x="1358" y="3547"/>
                </a:lnTo>
                <a:lnTo>
                  <a:pt x="1358" y="3621"/>
                </a:lnTo>
                <a:lnTo>
                  <a:pt x="1357" y="3621"/>
                </a:lnTo>
                <a:lnTo>
                  <a:pt x="1357" y="3620"/>
                </a:lnTo>
                <a:lnTo>
                  <a:pt x="1356" y="3620"/>
                </a:lnTo>
                <a:lnTo>
                  <a:pt x="1355" y="3620"/>
                </a:lnTo>
                <a:lnTo>
                  <a:pt x="1355" y="3619"/>
                </a:lnTo>
                <a:lnTo>
                  <a:pt x="1354" y="3619"/>
                </a:lnTo>
                <a:lnTo>
                  <a:pt x="1353" y="3618"/>
                </a:lnTo>
                <a:lnTo>
                  <a:pt x="1352" y="3618"/>
                </a:lnTo>
                <a:lnTo>
                  <a:pt x="1351" y="3618"/>
                </a:lnTo>
                <a:lnTo>
                  <a:pt x="1351" y="3617"/>
                </a:lnTo>
                <a:lnTo>
                  <a:pt x="1350" y="3617"/>
                </a:lnTo>
                <a:lnTo>
                  <a:pt x="1349" y="3616"/>
                </a:lnTo>
                <a:lnTo>
                  <a:pt x="1348" y="3616"/>
                </a:lnTo>
                <a:lnTo>
                  <a:pt x="1347" y="3615"/>
                </a:lnTo>
                <a:lnTo>
                  <a:pt x="1346" y="3615"/>
                </a:lnTo>
                <a:lnTo>
                  <a:pt x="1345" y="3614"/>
                </a:lnTo>
                <a:lnTo>
                  <a:pt x="1344" y="3614"/>
                </a:lnTo>
                <a:lnTo>
                  <a:pt x="1343" y="3613"/>
                </a:lnTo>
                <a:lnTo>
                  <a:pt x="1342" y="3613"/>
                </a:lnTo>
                <a:lnTo>
                  <a:pt x="1341" y="3612"/>
                </a:lnTo>
                <a:lnTo>
                  <a:pt x="1340" y="3612"/>
                </a:lnTo>
                <a:lnTo>
                  <a:pt x="1340" y="3611"/>
                </a:lnTo>
                <a:lnTo>
                  <a:pt x="1339" y="3611"/>
                </a:lnTo>
                <a:lnTo>
                  <a:pt x="1338" y="3611"/>
                </a:lnTo>
                <a:lnTo>
                  <a:pt x="1338" y="3610"/>
                </a:lnTo>
                <a:lnTo>
                  <a:pt x="1337" y="3610"/>
                </a:lnTo>
                <a:lnTo>
                  <a:pt x="1336" y="3610"/>
                </a:lnTo>
                <a:lnTo>
                  <a:pt x="1335" y="3609"/>
                </a:lnTo>
                <a:lnTo>
                  <a:pt x="1334" y="3609"/>
                </a:lnTo>
                <a:lnTo>
                  <a:pt x="1334" y="3608"/>
                </a:lnTo>
                <a:lnTo>
                  <a:pt x="1333" y="3608"/>
                </a:lnTo>
                <a:lnTo>
                  <a:pt x="1332" y="3607"/>
                </a:lnTo>
                <a:lnTo>
                  <a:pt x="1331" y="3607"/>
                </a:lnTo>
                <a:lnTo>
                  <a:pt x="1330" y="3606"/>
                </a:lnTo>
                <a:lnTo>
                  <a:pt x="1329" y="3606"/>
                </a:lnTo>
                <a:lnTo>
                  <a:pt x="1328" y="3606"/>
                </a:lnTo>
                <a:lnTo>
                  <a:pt x="1328" y="3605"/>
                </a:lnTo>
                <a:lnTo>
                  <a:pt x="1327" y="3605"/>
                </a:lnTo>
                <a:lnTo>
                  <a:pt x="1326" y="3604"/>
                </a:lnTo>
                <a:lnTo>
                  <a:pt x="1325" y="3604"/>
                </a:lnTo>
                <a:lnTo>
                  <a:pt x="1324" y="3603"/>
                </a:lnTo>
                <a:lnTo>
                  <a:pt x="1323" y="3603"/>
                </a:lnTo>
                <a:lnTo>
                  <a:pt x="1323" y="3602"/>
                </a:lnTo>
                <a:lnTo>
                  <a:pt x="1322" y="3602"/>
                </a:lnTo>
                <a:lnTo>
                  <a:pt x="1321" y="3602"/>
                </a:lnTo>
                <a:lnTo>
                  <a:pt x="1320" y="3601"/>
                </a:lnTo>
                <a:lnTo>
                  <a:pt x="1319" y="3601"/>
                </a:lnTo>
                <a:lnTo>
                  <a:pt x="1318" y="3600"/>
                </a:lnTo>
                <a:lnTo>
                  <a:pt x="1317" y="3600"/>
                </a:lnTo>
                <a:lnTo>
                  <a:pt x="1317" y="3599"/>
                </a:lnTo>
                <a:lnTo>
                  <a:pt x="1316" y="3599"/>
                </a:lnTo>
                <a:lnTo>
                  <a:pt x="1315" y="3599"/>
                </a:lnTo>
                <a:lnTo>
                  <a:pt x="1315" y="3598"/>
                </a:lnTo>
                <a:lnTo>
                  <a:pt x="1314" y="3598"/>
                </a:lnTo>
                <a:lnTo>
                  <a:pt x="1313" y="3598"/>
                </a:lnTo>
                <a:lnTo>
                  <a:pt x="1313" y="3597"/>
                </a:lnTo>
                <a:lnTo>
                  <a:pt x="1312" y="3597"/>
                </a:lnTo>
                <a:lnTo>
                  <a:pt x="1311" y="3597"/>
                </a:lnTo>
                <a:lnTo>
                  <a:pt x="1311" y="3596"/>
                </a:lnTo>
                <a:lnTo>
                  <a:pt x="1310" y="3596"/>
                </a:lnTo>
                <a:lnTo>
                  <a:pt x="1309" y="3595"/>
                </a:lnTo>
                <a:lnTo>
                  <a:pt x="1308" y="3595"/>
                </a:lnTo>
                <a:lnTo>
                  <a:pt x="1307" y="3594"/>
                </a:lnTo>
                <a:lnTo>
                  <a:pt x="1306" y="3594"/>
                </a:lnTo>
                <a:lnTo>
                  <a:pt x="1305" y="3594"/>
                </a:lnTo>
                <a:lnTo>
                  <a:pt x="1305" y="3593"/>
                </a:lnTo>
                <a:lnTo>
                  <a:pt x="1304" y="3593"/>
                </a:lnTo>
                <a:lnTo>
                  <a:pt x="1303" y="3592"/>
                </a:lnTo>
                <a:lnTo>
                  <a:pt x="1302" y="3592"/>
                </a:lnTo>
                <a:lnTo>
                  <a:pt x="1301" y="3591"/>
                </a:lnTo>
                <a:lnTo>
                  <a:pt x="1300" y="3591"/>
                </a:lnTo>
                <a:lnTo>
                  <a:pt x="1300" y="3590"/>
                </a:lnTo>
                <a:lnTo>
                  <a:pt x="1299" y="3590"/>
                </a:lnTo>
                <a:lnTo>
                  <a:pt x="1298" y="3590"/>
                </a:lnTo>
                <a:lnTo>
                  <a:pt x="1297" y="3589"/>
                </a:lnTo>
                <a:lnTo>
                  <a:pt x="1296" y="3589"/>
                </a:lnTo>
                <a:lnTo>
                  <a:pt x="1296" y="3588"/>
                </a:lnTo>
                <a:lnTo>
                  <a:pt x="1295" y="3588"/>
                </a:lnTo>
                <a:lnTo>
                  <a:pt x="1294" y="3588"/>
                </a:lnTo>
                <a:lnTo>
                  <a:pt x="1294" y="3587"/>
                </a:lnTo>
                <a:lnTo>
                  <a:pt x="1293" y="3587"/>
                </a:lnTo>
                <a:lnTo>
                  <a:pt x="1292" y="3586"/>
                </a:lnTo>
                <a:lnTo>
                  <a:pt x="1291" y="3586"/>
                </a:lnTo>
                <a:lnTo>
                  <a:pt x="1290" y="3586"/>
                </a:lnTo>
                <a:lnTo>
                  <a:pt x="1290" y="3585"/>
                </a:lnTo>
                <a:lnTo>
                  <a:pt x="1289" y="3585"/>
                </a:lnTo>
                <a:lnTo>
                  <a:pt x="1288" y="3585"/>
                </a:lnTo>
                <a:lnTo>
                  <a:pt x="1288" y="3584"/>
                </a:lnTo>
                <a:lnTo>
                  <a:pt x="1287" y="3584"/>
                </a:lnTo>
                <a:lnTo>
                  <a:pt x="1287" y="3661"/>
                </a:lnTo>
                <a:lnTo>
                  <a:pt x="1286" y="3661"/>
                </a:lnTo>
                <a:lnTo>
                  <a:pt x="1286" y="3660"/>
                </a:lnTo>
                <a:lnTo>
                  <a:pt x="1285" y="3660"/>
                </a:lnTo>
                <a:lnTo>
                  <a:pt x="1284" y="3660"/>
                </a:lnTo>
                <a:lnTo>
                  <a:pt x="1284" y="3659"/>
                </a:lnTo>
                <a:lnTo>
                  <a:pt x="1283" y="3659"/>
                </a:lnTo>
                <a:lnTo>
                  <a:pt x="1282" y="3659"/>
                </a:lnTo>
                <a:lnTo>
                  <a:pt x="1281" y="3658"/>
                </a:lnTo>
                <a:lnTo>
                  <a:pt x="1280" y="3658"/>
                </a:lnTo>
                <a:lnTo>
                  <a:pt x="1280" y="3657"/>
                </a:lnTo>
                <a:lnTo>
                  <a:pt x="1279" y="3657"/>
                </a:lnTo>
                <a:lnTo>
                  <a:pt x="1278" y="3657"/>
                </a:lnTo>
                <a:lnTo>
                  <a:pt x="1278" y="3656"/>
                </a:lnTo>
                <a:lnTo>
                  <a:pt x="1277" y="3656"/>
                </a:lnTo>
                <a:lnTo>
                  <a:pt x="1276" y="3655"/>
                </a:lnTo>
                <a:lnTo>
                  <a:pt x="1275" y="3655"/>
                </a:lnTo>
                <a:lnTo>
                  <a:pt x="1274" y="3655"/>
                </a:lnTo>
                <a:lnTo>
                  <a:pt x="1274" y="3654"/>
                </a:lnTo>
                <a:lnTo>
                  <a:pt x="1273" y="3654"/>
                </a:lnTo>
                <a:lnTo>
                  <a:pt x="1272" y="3732"/>
                </a:lnTo>
                <a:lnTo>
                  <a:pt x="1271" y="3731"/>
                </a:lnTo>
                <a:lnTo>
                  <a:pt x="1270" y="3731"/>
                </a:lnTo>
                <a:lnTo>
                  <a:pt x="1270" y="3730"/>
                </a:lnTo>
                <a:lnTo>
                  <a:pt x="1269" y="3730"/>
                </a:lnTo>
                <a:lnTo>
                  <a:pt x="1268" y="3730"/>
                </a:lnTo>
                <a:lnTo>
                  <a:pt x="1267" y="3729"/>
                </a:lnTo>
                <a:lnTo>
                  <a:pt x="1266" y="3729"/>
                </a:lnTo>
                <a:lnTo>
                  <a:pt x="1266" y="3728"/>
                </a:lnTo>
                <a:lnTo>
                  <a:pt x="1265" y="3728"/>
                </a:lnTo>
                <a:lnTo>
                  <a:pt x="1264" y="3728"/>
                </a:lnTo>
                <a:lnTo>
                  <a:pt x="1264" y="3727"/>
                </a:lnTo>
                <a:lnTo>
                  <a:pt x="1263" y="3727"/>
                </a:lnTo>
                <a:lnTo>
                  <a:pt x="1262" y="3726"/>
                </a:lnTo>
                <a:lnTo>
                  <a:pt x="1261" y="3726"/>
                </a:lnTo>
                <a:lnTo>
                  <a:pt x="1260" y="3726"/>
                </a:lnTo>
                <a:lnTo>
                  <a:pt x="1260" y="3725"/>
                </a:lnTo>
                <a:lnTo>
                  <a:pt x="1259" y="3725"/>
                </a:lnTo>
                <a:lnTo>
                  <a:pt x="1258" y="3725"/>
                </a:lnTo>
                <a:lnTo>
                  <a:pt x="1258" y="3724"/>
                </a:lnTo>
                <a:lnTo>
                  <a:pt x="1257" y="3724"/>
                </a:lnTo>
                <a:lnTo>
                  <a:pt x="1256" y="3723"/>
                </a:lnTo>
                <a:lnTo>
                  <a:pt x="1255" y="3723"/>
                </a:lnTo>
                <a:lnTo>
                  <a:pt x="1254" y="3722"/>
                </a:lnTo>
                <a:lnTo>
                  <a:pt x="1253" y="3722"/>
                </a:lnTo>
                <a:lnTo>
                  <a:pt x="1252" y="3721"/>
                </a:lnTo>
                <a:lnTo>
                  <a:pt x="1251" y="3721"/>
                </a:lnTo>
                <a:lnTo>
                  <a:pt x="1250" y="3720"/>
                </a:lnTo>
                <a:lnTo>
                  <a:pt x="1249" y="3720"/>
                </a:lnTo>
                <a:lnTo>
                  <a:pt x="1248" y="3719"/>
                </a:lnTo>
                <a:lnTo>
                  <a:pt x="1247" y="3719"/>
                </a:lnTo>
                <a:lnTo>
                  <a:pt x="1247" y="3718"/>
                </a:lnTo>
                <a:lnTo>
                  <a:pt x="1246" y="3718"/>
                </a:lnTo>
                <a:lnTo>
                  <a:pt x="1245" y="3718"/>
                </a:lnTo>
                <a:lnTo>
                  <a:pt x="1244" y="3717"/>
                </a:lnTo>
                <a:lnTo>
                  <a:pt x="1243" y="3717"/>
                </a:lnTo>
                <a:lnTo>
                  <a:pt x="1243" y="3716"/>
                </a:lnTo>
                <a:lnTo>
                  <a:pt x="1242" y="3716"/>
                </a:lnTo>
                <a:lnTo>
                  <a:pt x="1241" y="3716"/>
                </a:lnTo>
                <a:lnTo>
                  <a:pt x="1241" y="3715"/>
                </a:lnTo>
                <a:lnTo>
                  <a:pt x="1240" y="3715"/>
                </a:lnTo>
                <a:lnTo>
                  <a:pt x="1239" y="3714"/>
                </a:lnTo>
                <a:lnTo>
                  <a:pt x="1238" y="3714"/>
                </a:lnTo>
                <a:lnTo>
                  <a:pt x="1237" y="3714"/>
                </a:lnTo>
                <a:lnTo>
                  <a:pt x="1237" y="3713"/>
                </a:lnTo>
                <a:lnTo>
                  <a:pt x="1236" y="3713"/>
                </a:lnTo>
                <a:lnTo>
                  <a:pt x="1235" y="3712"/>
                </a:lnTo>
                <a:lnTo>
                  <a:pt x="1234" y="3712"/>
                </a:lnTo>
                <a:lnTo>
                  <a:pt x="1233" y="3711"/>
                </a:lnTo>
                <a:lnTo>
                  <a:pt x="1232" y="3711"/>
                </a:lnTo>
                <a:lnTo>
                  <a:pt x="1231" y="3710"/>
                </a:lnTo>
                <a:lnTo>
                  <a:pt x="1230" y="3710"/>
                </a:lnTo>
                <a:lnTo>
                  <a:pt x="1229" y="3709"/>
                </a:lnTo>
                <a:lnTo>
                  <a:pt x="1228" y="3709"/>
                </a:lnTo>
                <a:lnTo>
                  <a:pt x="1227" y="3708"/>
                </a:lnTo>
                <a:lnTo>
                  <a:pt x="1226" y="3708"/>
                </a:lnTo>
                <a:lnTo>
                  <a:pt x="1226" y="3707"/>
                </a:lnTo>
                <a:lnTo>
                  <a:pt x="1225" y="3707"/>
                </a:lnTo>
                <a:lnTo>
                  <a:pt x="1224" y="3707"/>
                </a:lnTo>
                <a:lnTo>
                  <a:pt x="1224" y="3706"/>
                </a:lnTo>
                <a:lnTo>
                  <a:pt x="1223" y="3787"/>
                </a:lnTo>
                <a:lnTo>
                  <a:pt x="1222" y="3787"/>
                </a:lnTo>
                <a:lnTo>
                  <a:pt x="1221" y="3786"/>
                </a:lnTo>
                <a:lnTo>
                  <a:pt x="1220" y="3786"/>
                </a:lnTo>
                <a:lnTo>
                  <a:pt x="1220" y="3785"/>
                </a:lnTo>
                <a:lnTo>
                  <a:pt x="1219" y="3785"/>
                </a:lnTo>
                <a:lnTo>
                  <a:pt x="1218" y="3784"/>
                </a:lnTo>
                <a:lnTo>
                  <a:pt x="1217" y="3784"/>
                </a:lnTo>
                <a:lnTo>
                  <a:pt x="1216" y="3783"/>
                </a:lnTo>
                <a:lnTo>
                  <a:pt x="1215" y="3783"/>
                </a:lnTo>
                <a:lnTo>
                  <a:pt x="1214" y="3783"/>
                </a:lnTo>
                <a:lnTo>
                  <a:pt x="1214" y="3782"/>
                </a:lnTo>
                <a:lnTo>
                  <a:pt x="1213" y="3782"/>
                </a:lnTo>
                <a:lnTo>
                  <a:pt x="1212" y="3781"/>
                </a:lnTo>
                <a:lnTo>
                  <a:pt x="1211" y="3781"/>
                </a:lnTo>
                <a:lnTo>
                  <a:pt x="1210" y="3780"/>
                </a:lnTo>
                <a:lnTo>
                  <a:pt x="1209" y="3780"/>
                </a:lnTo>
                <a:lnTo>
                  <a:pt x="1209" y="3779"/>
                </a:lnTo>
                <a:lnTo>
                  <a:pt x="1208" y="3779"/>
                </a:lnTo>
                <a:lnTo>
                  <a:pt x="1207" y="3779"/>
                </a:lnTo>
                <a:lnTo>
                  <a:pt x="1206" y="3778"/>
                </a:lnTo>
                <a:lnTo>
                  <a:pt x="1205" y="3778"/>
                </a:lnTo>
                <a:lnTo>
                  <a:pt x="1204" y="3777"/>
                </a:lnTo>
                <a:lnTo>
                  <a:pt x="1203" y="3777"/>
                </a:lnTo>
                <a:lnTo>
                  <a:pt x="1203" y="3776"/>
                </a:lnTo>
                <a:lnTo>
                  <a:pt x="1202" y="3776"/>
                </a:lnTo>
                <a:lnTo>
                  <a:pt x="1201" y="3776"/>
                </a:lnTo>
                <a:lnTo>
                  <a:pt x="1201" y="3775"/>
                </a:lnTo>
                <a:lnTo>
                  <a:pt x="1200" y="3775"/>
                </a:lnTo>
                <a:lnTo>
                  <a:pt x="1199" y="3775"/>
                </a:lnTo>
                <a:lnTo>
                  <a:pt x="1199" y="3774"/>
                </a:lnTo>
                <a:lnTo>
                  <a:pt x="1198" y="3774"/>
                </a:lnTo>
                <a:lnTo>
                  <a:pt x="1197" y="3774"/>
                </a:lnTo>
                <a:lnTo>
                  <a:pt x="1197" y="3773"/>
                </a:lnTo>
                <a:lnTo>
                  <a:pt x="1196" y="3773"/>
                </a:lnTo>
                <a:lnTo>
                  <a:pt x="1195" y="3772"/>
                </a:lnTo>
                <a:lnTo>
                  <a:pt x="1194" y="3772"/>
                </a:lnTo>
                <a:lnTo>
                  <a:pt x="1193" y="3771"/>
                </a:lnTo>
                <a:lnTo>
                  <a:pt x="1192" y="3771"/>
                </a:lnTo>
                <a:lnTo>
                  <a:pt x="1191" y="3771"/>
                </a:lnTo>
                <a:lnTo>
                  <a:pt x="1191" y="3770"/>
                </a:lnTo>
                <a:lnTo>
                  <a:pt x="1190" y="3770"/>
                </a:lnTo>
                <a:lnTo>
                  <a:pt x="1189" y="3769"/>
                </a:lnTo>
                <a:lnTo>
                  <a:pt x="1188" y="3769"/>
                </a:lnTo>
                <a:lnTo>
                  <a:pt x="1187" y="3768"/>
                </a:lnTo>
                <a:lnTo>
                  <a:pt x="1186" y="3768"/>
                </a:lnTo>
                <a:lnTo>
                  <a:pt x="1186" y="3767"/>
                </a:lnTo>
                <a:lnTo>
                  <a:pt x="1185" y="3767"/>
                </a:lnTo>
                <a:lnTo>
                  <a:pt x="1184" y="3767"/>
                </a:lnTo>
                <a:lnTo>
                  <a:pt x="1183" y="3766"/>
                </a:lnTo>
                <a:lnTo>
                  <a:pt x="1182" y="3766"/>
                </a:lnTo>
                <a:lnTo>
                  <a:pt x="1181" y="3765"/>
                </a:lnTo>
                <a:lnTo>
                  <a:pt x="1180" y="3765"/>
                </a:lnTo>
                <a:lnTo>
                  <a:pt x="1180" y="3764"/>
                </a:lnTo>
                <a:lnTo>
                  <a:pt x="1179" y="3764"/>
                </a:lnTo>
                <a:lnTo>
                  <a:pt x="1178" y="3763"/>
                </a:lnTo>
                <a:lnTo>
                  <a:pt x="1177" y="3763"/>
                </a:lnTo>
                <a:lnTo>
                  <a:pt x="1176" y="3763"/>
                </a:lnTo>
                <a:lnTo>
                  <a:pt x="1176" y="3762"/>
                </a:lnTo>
                <a:lnTo>
                  <a:pt x="1175" y="3762"/>
                </a:lnTo>
                <a:lnTo>
                  <a:pt x="1174" y="3762"/>
                </a:lnTo>
                <a:lnTo>
                  <a:pt x="1174" y="3761"/>
                </a:lnTo>
                <a:lnTo>
                  <a:pt x="1173" y="3761"/>
                </a:lnTo>
                <a:lnTo>
                  <a:pt x="1172" y="3760"/>
                </a:lnTo>
                <a:lnTo>
                  <a:pt x="1171" y="3760"/>
                </a:lnTo>
                <a:lnTo>
                  <a:pt x="1170" y="3759"/>
                </a:lnTo>
                <a:lnTo>
                  <a:pt x="1169" y="3759"/>
                </a:lnTo>
                <a:lnTo>
                  <a:pt x="1168" y="3758"/>
                </a:lnTo>
                <a:lnTo>
                  <a:pt x="1167" y="3758"/>
                </a:lnTo>
                <a:lnTo>
                  <a:pt x="1166" y="3757"/>
                </a:lnTo>
                <a:lnTo>
                  <a:pt x="1165" y="3757"/>
                </a:lnTo>
                <a:lnTo>
                  <a:pt x="1164" y="3756"/>
                </a:lnTo>
                <a:lnTo>
                  <a:pt x="1163" y="3756"/>
                </a:lnTo>
                <a:lnTo>
                  <a:pt x="1163" y="3755"/>
                </a:lnTo>
                <a:lnTo>
                  <a:pt x="1162" y="3755"/>
                </a:lnTo>
                <a:lnTo>
                  <a:pt x="1161" y="3755"/>
                </a:lnTo>
                <a:lnTo>
                  <a:pt x="1160" y="3754"/>
                </a:lnTo>
                <a:lnTo>
                  <a:pt x="1159" y="3754"/>
                </a:lnTo>
                <a:lnTo>
                  <a:pt x="1159" y="3753"/>
                </a:lnTo>
                <a:lnTo>
                  <a:pt x="1158" y="3753"/>
                </a:lnTo>
                <a:lnTo>
                  <a:pt x="1157" y="3753"/>
                </a:lnTo>
                <a:lnTo>
                  <a:pt x="1157" y="3752"/>
                </a:lnTo>
                <a:lnTo>
                  <a:pt x="1156" y="3752"/>
                </a:lnTo>
                <a:lnTo>
                  <a:pt x="1155" y="3751"/>
                </a:lnTo>
                <a:lnTo>
                  <a:pt x="1154" y="3751"/>
                </a:lnTo>
                <a:lnTo>
                  <a:pt x="1153" y="3751"/>
                </a:lnTo>
                <a:lnTo>
                  <a:pt x="1153" y="3750"/>
                </a:lnTo>
                <a:lnTo>
                  <a:pt x="1152" y="3750"/>
                </a:lnTo>
                <a:lnTo>
                  <a:pt x="1151" y="3749"/>
                </a:lnTo>
                <a:lnTo>
                  <a:pt x="1150" y="3749"/>
                </a:lnTo>
                <a:lnTo>
                  <a:pt x="1149" y="3748"/>
                </a:lnTo>
                <a:lnTo>
                  <a:pt x="1148" y="3748"/>
                </a:lnTo>
                <a:lnTo>
                  <a:pt x="1147" y="3747"/>
                </a:lnTo>
                <a:lnTo>
                  <a:pt x="1146" y="3832"/>
                </a:lnTo>
                <a:lnTo>
                  <a:pt x="1145" y="3831"/>
                </a:lnTo>
                <a:lnTo>
                  <a:pt x="1144" y="3831"/>
                </a:lnTo>
                <a:lnTo>
                  <a:pt x="1143" y="3830"/>
                </a:lnTo>
                <a:lnTo>
                  <a:pt x="1142" y="3830"/>
                </a:lnTo>
                <a:lnTo>
                  <a:pt x="1141" y="3829"/>
                </a:lnTo>
                <a:lnTo>
                  <a:pt x="1140" y="3829"/>
                </a:lnTo>
                <a:lnTo>
                  <a:pt x="1139" y="3828"/>
                </a:lnTo>
                <a:lnTo>
                  <a:pt x="1138" y="3828"/>
                </a:lnTo>
                <a:lnTo>
                  <a:pt x="1137" y="3827"/>
                </a:lnTo>
                <a:lnTo>
                  <a:pt x="1136" y="3827"/>
                </a:lnTo>
                <a:lnTo>
                  <a:pt x="1136" y="3826"/>
                </a:lnTo>
                <a:lnTo>
                  <a:pt x="1135" y="3826"/>
                </a:lnTo>
                <a:lnTo>
                  <a:pt x="1134" y="3826"/>
                </a:lnTo>
                <a:lnTo>
                  <a:pt x="1133" y="3825"/>
                </a:lnTo>
                <a:lnTo>
                  <a:pt x="1132" y="3825"/>
                </a:lnTo>
                <a:lnTo>
                  <a:pt x="1132" y="3824"/>
                </a:lnTo>
                <a:lnTo>
                  <a:pt x="1131" y="3824"/>
                </a:lnTo>
                <a:lnTo>
                  <a:pt x="1130" y="3824"/>
                </a:lnTo>
                <a:lnTo>
                  <a:pt x="1130" y="3823"/>
                </a:lnTo>
                <a:lnTo>
                  <a:pt x="1129" y="3823"/>
                </a:lnTo>
                <a:lnTo>
                  <a:pt x="1128" y="3822"/>
                </a:lnTo>
                <a:lnTo>
                  <a:pt x="1127" y="3822"/>
                </a:lnTo>
                <a:lnTo>
                  <a:pt x="1126" y="3822"/>
                </a:lnTo>
                <a:lnTo>
                  <a:pt x="1126" y="3821"/>
                </a:lnTo>
                <a:lnTo>
                  <a:pt x="1125" y="3821"/>
                </a:lnTo>
                <a:lnTo>
                  <a:pt x="1124" y="3821"/>
                </a:lnTo>
                <a:lnTo>
                  <a:pt x="1124" y="3820"/>
                </a:lnTo>
                <a:lnTo>
                  <a:pt x="1123" y="3820"/>
                </a:lnTo>
                <a:lnTo>
                  <a:pt x="1122" y="3819"/>
                </a:lnTo>
                <a:lnTo>
                  <a:pt x="1121" y="3819"/>
                </a:lnTo>
                <a:lnTo>
                  <a:pt x="1120" y="3818"/>
                </a:lnTo>
                <a:lnTo>
                  <a:pt x="1119" y="3818"/>
                </a:lnTo>
                <a:lnTo>
                  <a:pt x="1118" y="3817"/>
                </a:lnTo>
                <a:lnTo>
                  <a:pt x="1117" y="3817"/>
                </a:lnTo>
                <a:lnTo>
                  <a:pt x="1116" y="3816"/>
                </a:lnTo>
                <a:lnTo>
                  <a:pt x="1115" y="3816"/>
                </a:lnTo>
                <a:lnTo>
                  <a:pt x="1114" y="3815"/>
                </a:lnTo>
                <a:lnTo>
                  <a:pt x="1113" y="3815"/>
                </a:lnTo>
                <a:lnTo>
                  <a:pt x="1113" y="3814"/>
                </a:lnTo>
                <a:lnTo>
                  <a:pt x="1112" y="3814"/>
                </a:lnTo>
                <a:lnTo>
                  <a:pt x="1111" y="3814"/>
                </a:lnTo>
                <a:lnTo>
                  <a:pt x="1110" y="3813"/>
                </a:lnTo>
                <a:lnTo>
                  <a:pt x="1109" y="3813"/>
                </a:lnTo>
                <a:lnTo>
                  <a:pt x="1109" y="3812"/>
                </a:lnTo>
                <a:lnTo>
                  <a:pt x="1108" y="3812"/>
                </a:lnTo>
                <a:lnTo>
                  <a:pt x="1107" y="3812"/>
                </a:lnTo>
                <a:lnTo>
                  <a:pt x="1107" y="3811"/>
                </a:lnTo>
                <a:lnTo>
                  <a:pt x="1106" y="3811"/>
                </a:lnTo>
                <a:lnTo>
                  <a:pt x="1105" y="3810"/>
                </a:lnTo>
                <a:lnTo>
                  <a:pt x="1104" y="3810"/>
                </a:lnTo>
                <a:lnTo>
                  <a:pt x="1103" y="3810"/>
                </a:lnTo>
                <a:lnTo>
                  <a:pt x="1103" y="3809"/>
                </a:lnTo>
                <a:lnTo>
                  <a:pt x="1102" y="3809"/>
                </a:lnTo>
                <a:lnTo>
                  <a:pt x="1101" y="3808"/>
                </a:lnTo>
                <a:lnTo>
                  <a:pt x="1100" y="3808"/>
                </a:lnTo>
                <a:lnTo>
                  <a:pt x="1099" y="3807"/>
                </a:lnTo>
                <a:lnTo>
                  <a:pt x="1098" y="3807"/>
                </a:lnTo>
                <a:lnTo>
                  <a:pt x="1097" y="3806"/>
                </a:lnTo>
                <a:lnTo>
                  <a:pt x="1096" y="3806"/>
                </a:lnTo>
                <a:lnTo>
                  <a:pt x="1095" y="3805"/>
                </a:lnTo>
                <a:lnTo>
                  <a:pt x="1094" y="3805"/>
                </a:lnTo>
                <a:lnTo>
                  <a:pt x="1093" y="3804"/>
                </a:lnTo>
                <a:lnTo>
                  <a:pt x="1092" y="3804"/>
                </a:lnTo>
                <a:lnTo>
                  <a:pt x="1092" y="3803"/>
                </a:lnTo>
                <a:lnTo>
                  <a:pt x="1091" y="3803"/>
                </a:lnTo>
                <a:lnTo>
                  <a:pt x="1090" y="3803"/>
                </a:lnTo>
                <a:lnTo>
                  <a:pt x="1090" y="3802"/>
                </a:lnTo>
                <a:lnTo>
                  <a:pt x="1089" y="3802"/>
                </a:lnTo>
                <a:lnTo>
                  <a:pt x="1088" y="3802"/>
                </a:lnTo>
                <a:lnTo>
                  <a:pt x="1087" y="3801"/>
                </a:lnTo>
                <a:lnTo>
                  <a:pt x="1086" y="3801"/>
                </a:lnTo>
                <a:lnTo>
                  <a:pt x="1086" y="3800"/>
                </a:lnTo>
                <a:lnTo>
                  <a:pt x="1085" y="3800"/>
                </a:lnTo>
                <a:lnTo>
                  <a:pt x="1084" y="3799"/>
                </a:lnTo>
                <a:lnTo>
                  <a:pt x="1083" y="3799"/>
                </a:lnTo>
                <a:lnTo>
                  <a:pt x="1082" y="3798"/>
                </a:lnTo>
                <a:lnTo>
                  <a:pt x="1081" y="3798"/>
                </a:lnTo>
                <a:lnTo>
                  <a:pt x="1080" y="3798"/>
                </a:lnTo>
                <a:lnTo>
                  <a:pt x="1080" y="3797"/>
                </a:lnTo>
                <a:lnTo>
                  <a:pt x="1079" y="3797"/>
                </a:lnTo>
                <a:lnTo>
                  <a:pt x="1078" y="3796"/>
                </a:lnTo>
                <a:lnTo>
                  <a:pt x="1077" y="3796"/>
                </a:lnTo>
                <a:lnTo>
                  <a:pt x="1076" y="3795"/>
                </a:lnTo>
                <a:lnTo>
                  <a:pt x="1075" y="3795"/>
                </a:lnTo>
                <a:lnTo>
                  <a:pt x="1075" y="3794"/>
                </a:lnTo>
                <a:lnTo>
                  <a:pt x="1074" y="3794"/>
                </a:lnTo>
                <a:lnTo>
                  <a:pt x="1073" y="3794"/>
                </a:lnTo>
                <a:lnTo>
                  <a:pt x="1072" y="3793"/>
                </a:lnTo>
                <a:lnTo>
                  <a:pt x="1071" y="3793"/>
                </a:lnTo>
                <a:lnTo>
                  <a:pt x="1070" y="3792"/>
                </a:lnTo>
                <a:lnTo>
                  <a:pt x="1069" y="3792"/>
                </a:lnTo>
                <a:lnTo>
                  <a:pt x="1069" y="3791"/>
                </a:lnTo>
                <a:lnTo>
                  <a:pt x="1068" y="3791"/>
                </a:lnTo>
                <a:lnTo>
                  <a:pt x="1067" y="3791"/>
                </a:lnTo>
                <a:lnTo>
                  <a:pt x="1067" y="3790"/>
                </a:lnTo>
                <a:lnTo>
                  <a:pt x="1066" y="3790"/>
                </a:lnTo>
                <a:lnTo>
                  <a:pt x="1065" y="3880"/>
                </a:lnTo>
                <a:lnTo>
                  <a:pt x="1064" y="3879"/>
                </a:lnTo>
                <a:lnTo>
                  <a:pt x="1063" y="3879"/>
                </a:lnTo>
                <a:lnTo>
                  <a:pt x="1062" y="3878"/>
                </a:lnTo>
                <a:lnTo>
                  <a:pt x="1061" y="3878"/>
                </a:lnTo>
                <a:lnTo>
                  <a:pt x="1060" y="3877"/>
                </a:lnTo>
                <a:lnTo>
                  <a:pt x="1059" y="3877"/>
                </a:lnTo>
                <a:lnTo>
                  <a:pt x="1058" y="3876"/>
                </a:lnTo>
                <a:lnTo>
                  <a:pt x="1057" y="3876"/>
                </a:lnTo>
                <a:lnTo>
                  <a:pt x="1056" y="3875"/>
                </a:lnTo>
                <a:lnTo>
                  <a:pt x="1055" y="3875"/>
                </a:lnTo>
                <a:lnTo>
                  <a:pt x="1055" y="3874"/>
                </a:lnTo>
                <a:lnTo>
                  <a:pt x="1054" y="3874"/>
                </a:lnTo>
                <a:lnTo>
                  <a:pt x="1053" y="3874"/>
                </a:lnTo>
                <a:lnTo>
                  <a:pt x="1053" y="3873"/>
                </a:lnTo>
                <a:lnTo>
                  <a:pt x="1052" y="3873"/>
                </a:lnTo>
                <a:lnTo>
                  <a:pt x="1051" y="3873"/>
                </a:lnTo>
                <a:lnTo>
                  <a:pt x="1050" y="3872"/>
                </a:lnTo>
                <a:lnTo>
                  <a:pt x="1049" y="3872"/>
                </a:lnTo>
                <a:lnTo>
                  <a:pt x="1049" y="3871"/>
                </a:lnTo>
                <a:lnTo>
                  <a:pt x="1048" y="3871"/>
                </a:lnTo>
                <a:lnTo>
                  <a:pt x="1047" y="3870"/>
                </a:lnTo>
                <a:lnTo>
                  <a:pt x="1046" y="3870"/>
                </a:lnTo>
                <a:lnTo>
                  <a:pt x="1045" y="3869"/>
                </a:lnTo>
                <a:lnTo>
                  <a:pt x="1044" y="3869"/>
                </a:lnTo>
                <a:lnTo>
                  <a:pt x="1043" y="3869"/>
                </a:lnTo>
                <a:lnTo>
                  <a:pt x="1043" y="3868"/>
                </a:lnTo>
                <a:lnTo>
                  <a:pt x="1042" y="3868"/>
                </a:lnTo>
                <a:lnTo>
                  <a:pt x="1041" y="3867"/>
                </a:lnTo>
                <a:lnTo>
                  <a:pt x="1040" y="3867"/>
                </a:lnTo>
                <a:lnTo>
                  <a:pt x="1039" y="3866"/>
                </a:lnTo>
                <a:lnTo>
                  <a:pt x="1038" y="3866"/>
                </a:lnTo>
                <a:lnTo>
                  <a:pt x="1038" y="3865"/>
                </a:lnTo>
                <a:lnTo>
                  <a:pt x="1037" y="3865"/>
                </a:lnTo>
                <a:lnTo>
                  <a:pt x="1036" y="3865"/>
                </a:lnTo>
                <a:lnTo>
                  <a:pt x="1035" y="3864"/>
                </a:lnTo>
                <a:lnTo>
                  <a:pt x="1034" y="3864"/>
                </a:lnTo>
                <a:lnTo>
                  <a:pt x="1033" y="3863"/>
                </a:lnTo>
                <a:lnTo>
                  <a:pt x="1032" y="3863"/>
                </a:lnTo>
                <a:lnTo>
                  <a:pt x="1032" y="3862"/>
                </a:lnTo>
                <a:lnTo>
                  <a:pt x="1031" y="3862"/>
                </a:lnTo>
                <a:lnTo>
                  <a:pt x="1030" y="3862"/>
                </a:lnTo>
                <a:lnTo>
                  <a:pt x="1030" y="3861"/>
                </a:lnTo>
                <a:lnTo>
                  <a:pt x="1029" y="3861"/>
                </a:lnTo>
                <a:lnTo>
                  <a:pt x="1028" y="3861"/>
                </a:lnTo>
                <a:lnTo>
                  <a:pt x="1028" y="3860"/>
                </a:lnTo>
                <a:lnTo>
                  <a:pt x="1027" y="3860"/>
                </a:lnTo>
                <a:lnTo>
                  <a:pt x="1026" y="3860"/>
                </a:lnTo>
                <a:lnTo>
                  <a:pt x="1026" y="3859"/>
                </a:lnTo>
                <a:lnTo>
                  <a:pt x="1025" y="3859"/>
                </a:lnTo>
                <a:lnTo>
                  <a:pt x="1024" y="3858"/>
                </a:lnTo>
                <a:lnTo>
                  <a:pt x="1023" y="3858"/>
                </a:lnTo>
                <a:lnTo>
                  <a:pt x="1022" y="3857"/>
                </a:lnTo>
                <a:lnTo>
                  <a:pt x="1021" y="3857"/>
                </a:lnTo>
                <a:lnTo>
                  <a:pt x="1020" y="3856"/>
                </a:lnTo>
                <a:lnTo>
                  <a:pt x="1019" y="3856"/>
                </a:lnTo>
                <a:lnTo>
                  <a:pt x="1018" y="3855"/>
                </a:lnTo>
                <a:lnTo>
                  <a:pt x="1017" y="3855"/>
                </a:lnTo>
                <a:lnTo>
                  <a:pt x="1016" y="3854"/>
                </a:lnTo>
                <a:lnTo>
                  <a:pt x="1015" y="3854"/>
                </a:lnTo>
                <a:lnTo>
                  <a:pt x="1015" y="3853"/>
                </a:lnTo>
                <a:lnTo>
                  <a:pt x="1014" y="3853"/>
                </a:lnTo>
                <a:lnTo>
                  <a:pt x="1013" y="3853"/>
                </a:lnTo>
                <a:lnTo>
                  <a:pt x="1013" y="3852"/>
                </a:lnTo>
                <a:lnTo>
                  <a:pt x="1012" y="3852"/>
                </a:lnTo>
                <a:lnTo>
                  <a:pt x="1011" y="3852"/>
                </a:lnTo>
                <a:lnTo>
                  <a:pt x="1010" y="3851"/>
                </a:lnTo>
                <a:lnTo>
                  <a:pt x="1009" y="3851"/>
                </a:lnTo>
                <a:lnTo>
                  <a:pt x="1009" y="3850"/>
                </a:lnTo>
                <a:lnTo>
                  <a:pt x="1008" y="3850"/>
                </a:lnTo>
                <a:lnTo>
                  <a:pt x="1007" y="3849"/>
                </a:lnTo>
                <a:lnTo>
                  <a:pt x="1006" y="3849"/>
                </a:lnTo>
                <a:lnTo>
                  <a:pt x="1005" y="3848"/>
                </a:lnTo>
                <a:lnTo>
                  <a:pt x="1004" y="3848"/>
                </a:lnTo>
                <a:lnTo>
                  <a:pt x="1003" y="3848"/>
                </a:lnTo>
                <a:lnTo>
                  <a:pt x="1003" y="3847"/>
                </a:lnTo>
                <a:lnTo>
                  <a:pt x="1002" y="3847"/>
                </a:lnTo>
                <a:lnTo>
                  <a:pt x="1001" y="3846"/>
                </a:lnTo>
                <a:lnTo>
                  <a:pt x="1000" y="3846"/>
                </a:lnTo>
                <a:lnTo>
                  <a:pt x="999" y="3845"/>
                </a:lnTo>
                <a:lnTo>
                  <a:pt x="998" y="3845"/>
                </a:lnTo>
                <a:lnTo>
                  <a:pt x="998" y="3844"/>
                </a:lnTo>
                <a:lnTo>
                  <a:pt x="997" y="3844"/>
                </a:lnTo>
                <a:lnTo>
                  <a:pt x="996" y="3844"/>
                </a:lnTo>
                <a:lnTo>
                  <a:pt x="995" y="3843"/>
                </a:lnTo>
                <a:lnTo>
                  <a:pt x="994" y="3843"/>
                </a:lnTo>
                <a:lnTo>
                  <a:pt x="993" y="3842"/>
                </a:lnTo>
                <a:lnTo>
                  <a:pt x="992" y="3842"/>
                </a:lnTo>
                <a:lnTo>
                  <a:pt x="992" y="3841"/>
                </a:lnTo>
                <a:lnTo>
                  <a:pt x="991" y="3841"/>
                </a:lnTo>
                <a:lnTo>
                  <a:pt x="990" y="3841"/>
                </a:lnTo>
                <a:lnTo>
                  <a:pt x="990" y="3840"/>
                </a:lnTo>
                <a:lnTo>
                  <a:pt x="989" y="3840"/>
                </a:lnTo>
                <a:lnTo>
                  <a:pt x="988" y="3840"/>
                </a:lnTo>
                <a:lnTo>
                  <a:pt x="988" y="3839"/>
                </a:lnTo>
                <a:lnTo>
                  <a:pt x="987" y="3839"/>
                </a:lnTo>
                <a:lnTo>
                  <a:pt x="986" y="3839"/>
                </a:lnTo>
                <a:lnTo>
                  <a:pt x="986" y="3838"/>
                </a:lnTo>
                <a:lnTo>
                  <a:pt x="985" y="3838"/>
                </a:lnTo>
                <a:lnTo>
                  <a:pt x="984" y="3837"/>
                </a:lnTo>
                <a:lnTo>
                  <a:pt x="983" y="3837"/>
                </a:lnTo>
                <a:lnTo>
                  <a:pt x="982" y="3836"/>
                </a:lnTo>
                <a:lnTo>
                  <a:pt x="981" y="3836"/>
                </a:lnTo>
                <a:lnTo>
                  <a:pt x="980" y="3835"/>
                </a:lnTo>
                <a:lnTo>
                  <a:pt x="979" y="3835"/>
                </a:lnTo>
                <a:lnTo>
                  <a:pt x="978" y="3834"/>
                </a:lnTo>
                <a:lnTo>
                  <a:pt x="977" y="3834"/>
                </a:lnTo>
                <a:lnTo>
                  <a:pt x="976" y="3833"/>
                </a:lnTo>
                <a:lnTo>
                  <a:pt x="975" y="3833"/>
                </a:lnTo>
                <a:lnTo>
                  <a:pt x="975" y="3832"/>
                </a:lnTo>
                <a:lnTo>
                  <a:pt x="974" y="3832"/>
                </a:lnTo>
                <a:lnTo>
                  <a:pt x="973" y="3832"/>
                </a:lnTo>
                <a:lnTo>
                  <a:pt x="972" y="3831"/>
                </a:lnTo>
                <a:lnTo>
                  <a:pt x="971" y="3831"/>
                </a:lnTo>
                <a:lnTo>
                  <a:pt x="971" y="3830"/>
                </a:lnTo>
                <a:lnTo>
                  <a:pt x="970" y="3830"/>
                </a:lnTo>
                <a:lnTo>
                  <a:pt x="969" y="3830"/>
                </a:lnTo>
                <a:lnTo>
                  <a:pt x="969" y="3829"/>
                </a:lnTo>
                <a:lnTo>
                  <a:pt x="968" y="3829"/>
                </a:lnTo>
                <a:lnTo>
                  <a:pt x="967" y="3828"/>
                </a:lnTo>
                <a:lnTo>
                  <a:pt x="966" y="3828"/>
                </a:lnTo>
                <a:lnTo>
                  <a:pt x="965" y="3828"/>
                </a:lnTo>
                <a:lnTo>
                  <a:pt x="965" y="3827"/>
                </a:lnTo>
                <a:lnTo>
                  <a:pt x="964" y="3827"/>
                </a:lnTo>
                <a:lnTo>
                  <a:pt x="963" y="3827"/>
                </a:lnTo>
                <a:lnTo>
                  <a:pt x="963" y="3826"/>
                </a:lnTo>
                <a:lnTo>
                  <a:pt x="962" y="3826"/>
                </a:lnTo>
                <a:lnTo>
                  <a:pt x="961" y="3825"/>
                </a:lnTo>
                <a:lnTo>
                  <a:pt x="960" y="3825"/>
                </a:lnTo>
                <a:lnTo>
                  <a:pt x="959" y="3824"/>
                </a:lnTo>
                <a:lnTo>
                  <a:pt x="958" y="3824"/>
                </a:lnTo>
                <a:lnTo>
                  <a:pt x="957" y="3823"/>
                </a:lnTo>
                <a:lnTo>
                  <a:pt x="956" y="3823"/>
                </a:lnTo>
                <a:lnTo>
                  <a:pt x="955" y="3822"/>
                </a:lnTo>
                <a:lnTo>
                  <a:pt x="954" y="3822"/>
                </a:lnTo>
                <a:lnTo>
                  <a:pt x="953" y="3821"/>
                </a:lnTo>
                <a:lnTo>
                  <a:pt x="952" y="3821"/>
                </a:lnTo>
                <a:lnTo>
                  <a:pt x="952" y="3820"/>
                </a:lnTo>
                <a:lnTo>
                  <a:pt x="951" y="3820"/>
                </a:lnTo>
                <a:lnTo>
                  <a:pt x="950" y="3820"/>
                </a:lnTo>
                <a:lnTo>
                  <a:pt x="949" y="3819"/>
                </a:lnTo>
                <a:lnTo>
                  <a:pt x="948" y="3819"/>
                </a:lnTo>
                <a:lnTo>
                  <a:pt x="948" y="3818"/>
                </a:lnTo>
                <a:lnTo>
                  <a:pt x="947" y="3818"/>
                </a:lnTo>
                <a:lnTo>
                  <a:pt x="946" y="3818"/>
                </a:lnTo>
                <a:lnTo>
                  <a:pt x="946" y="3817"/>
                </a:lnTo>
                <a:lnTo>
                  <a:pt x="945" y="3817"/>
                </a:lnTo>
                <a:lnTo>
                  <a:pt x="944" y="3816"/>
                </a:lnTo>
                <a:lnTo>
                  <a:pt x="943" y="3816"/>
                </a:lnTo>
                <a:lnTo>
                  <a:pt x="942" y="3816"/>
                </a:lnTo>
                <a:lnTo>
                  <a:pt x="942" y="3815"/>
                </a:lnTo>
                <a:lnTo>
                  <a:pt x="941" y="3815"/>
                </a:lnTo>
                <a:lnTo>
                  <a:pt x="940" y="3814"/>
                </a:lnTo>
                <a:lnTo>
                  <a:pt x="939" y="3814"/>
                </a:lnTo>
                <a:lnTo>
                  <a:pt x="938" y="3813"/>
                </a:lnTo>
                <a:lnTo>
                  <a:pt x="937" y="3813"/>
                </a:lnTo>
                <a:lnTo>
                  <a:pt x="936" y="3812"/>
                </a:lnTo>
                <a:lnTo>
                  <a:pt x="935" y="3812"/>
                </a:lnTo>
                <a:lnTo>
                  <a:pt x="934" y="3811"/>
                </a:lnTo>
                <a:lnTo>
                  <a:pt x="933" y="3811"/>
                </a:lnTo>
                <a:lnTo>
                  <a:pt x="932" y="3810"/>
                </a:lnTo>
                <a:lnTo>
                  <a:pt x="931" y="3810"/>
                </a:lnTo>
                <a:lnTo>
                  <a:pt x="931" y="3809"/>
                </a:lnTo>
                <a:lnTo>
                  <a:pt x="930" y="3809"/>
                </a:lnTo>
                <a:lnTo>
                  <a:pt x="929" y="3809"/>
                </a:lnTo>
                <a:lnTo>
                  <a:pt x="929" y="3808"/>
                </a:lnTo>
                <a:lnTo>
                  <a:pt x="928" y="3808"/>
                </a:lnTo>
                <a:lnTo>
                  <a:pt x="927" y="3808"/>
                </a:lnTo>
                <a:lnTo>
                  <a:pt x="926" y="3807"/>
                </a:lnTo>
                <a:lnTo>
                  <a:pt x="925" y="3807"/>
                </a:lnTo>
                <a:lnTo>
                  <a:pt x="925" y="3806"/>
                </a:lnTo>
                <a:lnTo>
                  <a:pt x="924" y="3806"/>
                </a:lnTo>
                <a:lnTo>
                  <a:pt x="923" y="3805"/>
                </a:lnTo>
                <a:lnTo>
                  <a:pt x="922" y="3805"/>
                </a:lnTo>
                <a:lnTo>
                  <a:pt x="921" y="3804"/>
                </a:lnTo>
                <a:lnTo>
                  <a:pt x="920" y="3903"/>
                </a:lnTo>
                <a:lnTo>
                  <a:pt x="919" y="3903"/>
                </a:lnTo>
                <a:lnTo>
                  <a:pt x="918" y="3902"/>
                </a:lnTo>
                <a:lnTo>
                  <a:pt x="917" y="3902"/>
                </a:lnTo>
                <a:lnTo>
                  <a:pt x="916" y="3901"/>
                </a:lnTo>
                <a:lnTo>
                  <a:pt x="915" y="3901"/>
                </a:lnTo>
                <a:lnTo>
                  <a:pt x="915" y="3900"/>
                </a:lnTo>
                <a:lnTo>
                  <a:pt x="914" y="3900"/>
                </a:lnTo>
                <a:lnTo>
                  <a:pt x="913" y="3900"/>
                </a:lnTo>
                <a:lnTo>
                  <a:pt x="912" y="3899"/>
                </a:lnTo>
                <a:lnTo>
                  <a:pt x="911" y="3899"/>
                </a:lnTo>
                <a:lnTo>
                  <a:pt x="911" y="3898"/>
                </a:lnTo>
                <a:lnTo>
                  <a:pt x="910" y="3898"/>
                </a:lnTo>
                <a:lnTo>
                  <a:pt x="909" y="3898"/>
                </a:lnTo>
                <a:lnTo>
                  <a:pt x="909" y="3897"/>
                </a:lnTo>
                <a:lnTo>
                  <a:pt x="908" y="3897"/>
                </a:lnTo>
                <a:lnTo>
                  <a:pt x="907" y="3896"/>
                </a:lnTo>
                <a:lnTo>
                  <a:pt x="906" y="3896"/>
                </a:lnTo>
                <a:lnTo>
                  <a:pt x="905" y="3895"/>
                </a:lnTo>
                <a:lnTo>
                  <a:pt x="904" y="3895"/>
                </a:lnTo>
                <a:lnTo>
                  <a:pt x="903" y="3894"/>
                </a:lnTo>
                <a:lnTo>
                  <a:pt x="902" y="3894"/>
                </a:lnTo>
                <a:lnTo>
                  <a:pt x="901" y="3893"/>
                </a:lnTo>
                <a:lnTo>
                  <a:pt x="900" y="3893"/>
                </a:lnTo>
                <a:lnTo>
                  <a:pt x="899" y="3892"/>
                </a:lnTo>
                <a:lnTo>
                  <a:pt x="898" y="3892"/>
                </a:lnTo>
                <a:lnTo>
                  <a:pt x="898" y="3891"/>
                </a:lnTo>
                <a:lnTo>
                  <a:pt x="897" y="3891"/>
                </a:lnTo>
                <a:lnTo>
                  <a:pt x="896" y="3891"/>
                </a:lnTo>
                <a:lnTo>
                  <a:pt x="895" y="3890"/>
                </a:lnTo>
                <a:lnTo>
                  <a:pt x="895" y="3991"/>
                </a:lnTo>
                <a:lnTo>
                  <a:pt x="894" y="3991"/>
                </a:lnTo>
                <a:lnTo>
                  <a:pt x="894" y="3990"/>
                </a:lnTo>
                <a:lnTo>
                  <a:pt x="893" y="3990"/>
                </a:lnTo>
                <a:lnTo>
                  <a:pt x="892" y="3990"/>
                </a:lnTo>
                <a:lnTo>
                  <a:pt x="892" y="4091"/>
                </a:lnTo>
                <a:lnTo>
                  <a:pt x="891" y="4091"/>
                </a:lnTo>
                <a:lnTo>
                  <a:pt x="891" y="4090"/>
                </a:lnTo>
                <a:lnTo>
                  <a:pt x="890" y="4090"/>
                </a:lnTo>
                <a:lnTo>
                  <a:pt x="889" y="4090"/>
                </a:lnTo>
                <a:lnTo>
                  <a:pt x="889" y="4089"/>
                </a:lnTo>
                <a:lnTo>
                  <a:pt x="888" y="4089"/>
                </a:lnTo>
                <a:lnTo>
                  <a:pt x="887" y="4088"/>
                </a:lnTo>
                <a:lnTo>
                  <a:pt x="886" y="4088"/>
                </a:lnTo>
                <a:lnTo>
                  <a:pt x="885" y="4087"/>
                </a:lnTo>
                <a:lnTo>
                  <a:pt x="884" y="4087"/>
                </a:lnTo>
                <a:lnTo>
                  <a:pt x="883" y="4086"/>
                </a:lnTo>
                <a:lnTo>
                  <a:pt x="882" y="4188"/>
                </a:lnTo>
                <a:lnTo>
                  <a:pt x="881" y="4188"/>
                </a:lnTo>
                <a:lnTo>
                  <a:pt x="881" y="4187"/>
                </a:lnTo>
                <a:lnTo>
                  <a:pt x="880" y="4187"/>
                </a:lnTo>
                <a:lnTo>
                  <a:pt x="879" y="4187"/>
                </a:lnTo>
                <a:lnTo>
                  <a:pt x="879" y="4186"/>
                </a:lnTo>
                <a:lnTo>
                  <a:pt x="878" y="4186"/>
                </a:lnTo>
                <a:lnTo>
                  <a:pt x="877" y="4185"/>
                </a:lnTo>
                <a:lnTo>
                  <a:pt x="876" y="4185"/>
                </a:lnTo>
                <a:lnTo>
                  <a:pt x="875" y="4184"/>
                </a:lnTo>
                <a:lnTo>
                  <a:pt x="874" y="4184"/>
                </a:lnTo>
                <a:lnTo>
                  <a:pt x="873" y="4183"/>
                </a:lnTo>
                <a:lnTo>
                  <a:pt x="872" y="4183"/>
                </a:lnTo>
                <a:lnTo>
                  <a:pt x="871" y="4182"/>
                </a:lnTo>
                <a:lnTo>
                  <a:pt x="870" y="4182"/>
                </a:lnTo>
                <a:lnTo>
                  <a:pt x="869" y="4181"/>
                </a:lnTo>
                <a:lnTo>
                  <a:pt x="868" y="4181"/>
                </a:lnTo>
                <a:lnTo>
                  <a:pt x="868" y="4180"/>
                </a:lnTo>
                <a:lnTo>
                  <a:pt x="867" y="4180"/>
                </a:lnTo>
                <a:lnTo>
                  <a:pt x="866" y="4180"/>
                </a:lnTo>
                <a:lnTo>
                  <a:pt x="865" y="4179"/>
                </a:lnTo>
                <a:lnTo>
                  <a:pt x="864" y="4179"/>
                </a:lnTo>
                <a:lnTo>
                  <a:pt x="864" y="4178"/>
                </a:lnTo>
                <a:lnTo>
                  <a:pt x="863" y="4178"/>
                </a:lnTo>
                <a:lnTo>
                  <a:pt x="862" y="4178"/>
                </a:lnTo>
                <a:lnTo>
                  <a:pt x="862" y="4177"/>
                </a:lnTo>
                <a:lnTo>
                  <a:pt x="861" y="4177"/>
                </a:lnTo>
                <a:lnTo>
                  <a:pt x="860" y="4176"/>
                </a:lnTo>
                <a:lnTo>
                  <a:pt x="859" y="4176"/>
                </a:lnTo>
                <a:lnTo>
                  <a:pt x="858" y="4176"/>
                </a:lnTo>
                <a:lnTo>
                  <a:pt x="858" y="4175"/>
                </a:lnTo>
                <a:lnTo>
                  <a:pt x="857" y="4175"/>
                </a:lnTo>
                <a:lnTo>
                  <a:pt x="856" y="4174"/>
                </a:lnTo>
                <a:lnTo>
                  <a:pt x="855" y="4174"/>
                </a:lnTo>
                <a:lnTo>
                  <a:pt x="854" y="4173"/>
                </a:lnTo>
                <a:lnTo>
                  <a:pt x="853" y="4173"/>
                </a:lnTo>
                <a:lnTo>
                  <a:pt x="852" y="4172"/>
                </a:lnTo>
                <a:lnTo>
                  <a:pt x="851" y="4172"/>
                </a:lnTo>
                <a:lnTo>
                  <a:pt x="850" y="4171"/>
                </a:lnTo>
                <a:lnTo>
                  <a:pt x="849" y="4171"/>
                </a:lnTo>
                <a:lnTo>
                  <a:pt x="848" y="4170"/>
                </a:lnTo>
                <a:lnTo>
                  <a:pt x="847" y="4170"/>
                </a:lnTo>
                <a:lnTo>
                  <a:pt x="847" y="4169"/>
                </a:lnTo>
                <a:lnTo>
                  <a:pt x="846" y="4169"/>
                </a:lnTo>
                <a:lnTo>
                  <a:pt x="845" y="4169"/>
                </a:lnTo>
                <a:lnTo>
                  <a:pt x="845" y="4168"/>
                </a:lnTo>
                <a:lnTo>
                  <a:pt x="844" y="4168"/>
                </a:lnTo>
                <a:lnTo>
                  <a:pt x="843" y="4168"/>
                </a:lnTo>
                <a:lnTo>
                  <a:pt x="842" y="4167"/>
                </a:lnTo>
                <a:lnTo>
                  <a:pt x="841" y="4167"/>
                </a:lnTo>
                <a:lnTo>
                  <a:pt x="841" y="4166"/>
                </a:lnTo>
                <a:lnTo>
                  <a:pt x="840" y="4166"/>
                </a:lnTo>
                <a:lnTo>
                  <a:pt x="839" y="4166"/>
                </a:lnTo>
                <a:lnTo>
                  <a:pt x="839" y="4165"/>
                </a:lnTo>
                <a:lnTo>
                  <a:pt x="838" y="4165"/>
                </a:lnTo>
                <a:lnTo>
                  <a:pt x="837" y="4164"/>
                </a:lnTo>
                <a:lnTo>
                  <a:pt x="836" y="4164"/>
                </a:lnTo>
                <a:lnTo>
                  <a:pt x="835" y="4270"/>
                </a:lnTo>
                <a:lnTo>
                  <a:pt x="834" y="4269"/>
                </a:lnTo>
                <a:lnTo>
                  <a:pt x="833" y="4269"/>
                </a:lnTo>
                <a:lnTo>
                  <a:pt x="832" y="4268"/>
                </a:lnTo>
                <a:lnTo>
                  <a:pt x="831" y="4268"/>
                </a:lnTo>
                <a:lnTo>
                  <a:pt x="831" y="4267"/>
                </a:lnTo>
                <a:lnTo>
                  <a:pt x="830" y="4267"/>
                </a:lnTo>
                <a:lnTo>
                  <a:pt x="829" y="4267"/>
                </a:lnTo>
                <a:lnTo>
                  <a:pt x="829" y="4266"/>
                </a:lnTo>
                <a:lnTo>
                  <a:pt x="828" y="4266"/>
                </a:lnTo>
                <a:lnTo>
                  <a:pt x="827" y="4266"/>
                </a:lnTo>
                <a:lnTo>
                  <a:pt x="827" y="4265"/>
                </a:lnTo>
                <a:lnTo>
                  <a:pt x="826" y="4265"/>
                </a:lnTo>
                <a:lnTo>
                  <a:pt x="825" y="4265"/>
                </a:lnTo>
                <a:lnTo>
                  <a:pt x="825" y="4264"/>
                </a:lnTo>
                <a:lnTo>
                  <a:pt x="824" y="4264"/>
                </a:lnTo>
                <a:lnTo>
                  <a:pt x="823" y="4263"/>
                </a:lnTo>
                <a:lnTo>
                  <a:pt x="822" y="4263"/>
                </a:lnTo>
                <a:lnTo>
                  <a:pt x="821" y="4262"/>
                </a:lnTo>
                <a:lnTo>
                  <a:pt x="820" y="4262"/>
                </a:lnTo>
                <a:lnTo>
                  <a:pt x="819" y="4262"/>
                </a:lnTo>
                <a:lnTo>
                  <a:pt x="819" y="4261"/>
                </a:lnTo>
                <a:lnTo>
                  <a:pt x="818" y="4261"/>
                </a:lnTo>
                <a:lnTo>
                  <a:pt x="817" y="4260"/>
                </a:lnTo>
                <a:lnTo>
                  <a:pt x="816" y="4260"/>
                </a:lnTo>
                <a:lnTo>
                  <a:pt x="815" y="4259"/>
                </a:lnTo>
                <a:lnTo>
                  <a:pt x="814" y="4259"/>
                </a:lnTo>
                <a:lnTo>
                  <a:pt x="814" y="4258"/>
                </a:lnTo>
                <a:lnTo>
                  <a:pt x="813" y="4258"/>
                </a:lnTo>
                <a:lnTo>
                  <a:pt x="812" y="4258"/>
                </a:lnTo>
                <a:lnTo>
                  <a:pt x="811" y="4257"/>
                </a:lnTo>
                <a:lnTo>
                  <a:pt x="810" y="4257"/>
                </a:lnTo>
                <a:lnTo>
                  <a:pt x="809" y="4256"/>
                </a:lnTo>
                <a:lnTo>
                  <a:pt x="808" y="4256"/>
                </a:lnTo>
                <a:lnTo>
                  <a:pt x="808" y="4255"/>
                </a:lnTo>
                <a:lnTo>
                  <a:pt x="807" y="4255"/>
                </a:lnTo>
                <a:lnTo>
                  <a:pt x="806" y="4254"/>
                </a:lnTo>
                <a:lnTo>
                  <a:pt x="805" y="4254"/>
                </a:lnTo>
                <a:lnTo>
                  <a:pt x="804" y="4254"/>
                </a:lnTo>
                <a:lnTo>
                  <a:pt x="804" y="4253"/>
                </a:lnTo>
                <a:lnTo>
                  <a:pt x="803" y="4253"/>
                </a:lnTo>
                <a:lnTo>
                  <a:pt x="802" y="4253"/>
                </a:lnTo>
                <a:lnTo>
                  <a:pt x="802" y="4252"/>
                </a:lnTo>
                <a:lnTo>
                  <a:pt x="801" y="4252"/>
                </a:lnTo>
                <a:lnTo>
                  <a:pt x="800" y="4251"/>
                </a:lnTo>
                <a:lnTo>
                  <a:pt x="799" y="4251"/>
                </a:lnTo>
                <a:lnTo>
                  <a:pt x="798" y="4250"/>
                </a:lnTo>
                <a:lnTo>
                  <a:pt x="797" y="4250"/>
                </a:lnTo>
                <a:lnTo>
                  <a:pt x="796" y="4249"/>
                </a:lnTo>
                <a:lnTo>
                  <a:pt x="795" y="4249"/>
                </a:lnTo>
                <a:lnTo>
                  <a:pt x="794" y="4248"/>
                </a:lnTo>
                <a:lnTo>
                  <a:pt x="793" y="4248"/>
                </a:lnTo>
                <a:lnTo>
                  <a:pt x="792" y="4247"/>
                </a:lnTo>
                <a:lnTo>
                  <a:pt x="791" y="4247"/>
                </a:lnTo>
                <a:lnTo>
                  <a:pt x="791" y="4246"/>
                </a:lnTo>
                <a:lnTo>
                  <a:pt x="790" y="4246"/>
                </a:lnTo>
                <a:lnTo>
                  <a:pt x="789" y="4246"/>
                </a:lnTo>
                <a:lnTo>
                  <a:pt x="788" y="4245"/>
                </a:lnTo>
                <a:lnTo>
                  <a:pt x="787" y="4245"/>
                </a:lnTo>
                <a:lnTo>
                  <a:pt x="787" y="4244"/>
                </a:lnTo>
                <a:lnTo>
                  <a:pt x="786" y="4244"/>
                </a:lnTo>
                <a:lnTo>
                  <a:pt x="785" y="4244"/>
                </a:lnTo>
                <a:lnTo>
                  <a:pt x="785" y="4243"/>
                </a:lnTo>
                <a:lnTo>
                  <a:pt x="784" y="4243"/>
                </a:lnTo>
                <a:lnTo>
                  <a:pt x="783" y="4242"/>
                </a:lnTo>
                <a:lnTo>
                  <a:pt x="782" y="4242"/>
                </a:lnTo>
                <a:lnTo>
                  <a:pt x="781" y="4242"/>
                </a:lnTo>
                <a:lnTo>
                  <a:pt x="781" y="4241"/>
                </a:lnTo>
                <a:lnTo>
                  <a:pt x="780" y="4241"/>
                </a:lnTo>
                <a:lnTo>
                  <a:pt x="779" y="4240"/>
                </a:lnTo>
                <a:lnTo>
                  <a:pt x="778" y="4240"/>
                </a:lnTo>
                <a:lnTo>
                  <a:pt x="777" y="4239"/>
                </a:lnTo>
                <a:lnTo>
                  <a:pt x="776" y="4239"/>
                </a:lnTo>
                <a:lnTo>
                  <a:pt x="775" y="4238"/>
                </a:lnTo>
                <a:lnTo>
                  <a:pt x="774" y="4238"/>
                </a:lnTo>
                <a:lnTo>
                  <a:pt x="773" y="4237"/>
                </a:lnTo>
                <a:lnTo>
                  <a:pt x="772" y="4237"/>
                </a:lnTo>
                <a:lnTo>
                  <a:pt x="771" y="4236"/>
                </a:lnTo>
                <a:lnTo>
                  <a:pt x="770" y="4236"/>
                </a:lnTo>
                <a:lnTo>
                  <a:pt x="770" y="4235"/>
                </a:lnTo>
                <a:lnTo>
                  <a:pt x="769" y="4235"/>
                </a:lnTo>
                <a:lnTo>
                  <a:pt x="768" y="4235"/>
                </a:lnTo>
                <a:lnTo>
                  <a:pt x="768" y="4234"/>
                </a:lnTo>
                <a:lnTo>
                  <a:pt x="767" y="4234"/>
                </a:lnTo>
                <a:lnTo>
                  <a:pt x="766" y="4234"/>
                </a:lnTo>
                <a:lnTo>
                  <a:pt x="765" y="4233"/>
                </a:lnTo>
                <a:lnTo>
                  <a:pt x="764" y="4233"/>
                </a:lnTo>
                <a:lnTo>
                  <a:pt x="764" y="4232"/>
                </a:lnTo>
                <a:lnTo>
                  <a:pt x="763" y="4232"/>
                </a:lnTo>
                <a:lnTo>
                  <a:pt x="762" y="4232"/>
                </a:lnTo>
                <a:lnTo>
                  <a:pt x="762" y="4231"/>
                </a:lnTo>
                <a:lnTo>
                  <a:pt x="761" y="4231"/>
                </a:lnTo>
                <a:lnTo>
                  <a:pt x="760" y="4230"/>
                </a:lnTo>
                <a:lnTo>
                  <a:pt x="759" y="4230"/>
                </a:lnTo>
                <a:lnTo>
                  <a:pt x="758" y="4230"/>
                </a:lnTo>
                <a:lnTo>
                  <a:pt x="758" y="4229"/>
                </a:lnTo>
                <a:lnTo>
                  <a:pt x="757" y="4229"/>
                </a:lnTo>
                <a:lnTo>
                  <a:pt x="756" y="4228"/>
                </a:lnTo>
                <a:lnTo>
                  <a:pt x="755" y="4228"/>
                </a:lnTo>
                <a:lnTo>
                  <a:pt x="754" y="4227"/>
                </a:lnTo>
                <a:lnTo>
                  <a:pt x="753" y="4227"/>
                </a:lnTo>
                <a:lnTo>
                  <a:pt x="752" y="4226"/>
                </a:lnTo>
                <a:lnTo>
                  <a:pt x="751" y="4226"/>
                </a:lnTo>
                <a:lnTo>
                  <a:pt x="750" y="4225"/>
                </a:lnTo>
                <a:lnTo>
                  <a:pt x="749" y="4225"/>
                </a:lnTo>
                <a:lnTo>
                  <a:pt x="748" y="4224"/>
                </a:lnTo>
                <a:lnTo>
                  <a:pt x="747" y="4224"/>
                </a:lnTo>
                <a:lnTo>
                  <a:pt x="747" y="4223"/>
                </a:lnTo>
                <a:lnTo>
                  <a:pt x="746" y="4223"/>
                </a:lnTo>
                <a:lnTo>
                  <a:pt x="745" y="4223"/>
                </a:lnTo>
                <a:lnTo>
                  <a:pt x="745" y="4222"/>
                </a:lnTo>
                <a:lnTo>
                  <a:pt x="744" y="4222"/>
                </a:lnTo>
                <a:lnTo>
                  <a:pt x="743" y="4222"/>
                </a:lnTo>
                <a:lnTo>
                  <a:pt x="742" y="4221"/>
                </a:lnTo>
                <a:lnTo>
                  <a:pt x="741" y="4221"/>
                </a:lnTo>
                <a:lnTo>
                  <a:pt x="741" y="4220"/>
                </a:lnTo>
                <a:lnTo>
                  <a:pt x="740" y="4220"/>
                </a:lnTo>
                <a:lnTo>
                  <a:pt x="739" y="4219"/>
                </a:lnTo>
                <a:lnTo>
                  <a:pt x="738" y="4219"/>
                </a:lnTo>
                <a:lnTo>
                  <a:pt x="737" y="4218"/>
                </a:lnTo>
                <a:lnTo>
                  <a:pt x="736" y="4218"/>
                </a:lnTo>
                <a:lnTo>
                  <a:pt x="735" y="4218"/>
                </a:lnTo>
                <a:lnTo>
                  <a:pt x="735" y="4217"/>
                </a:lnTo>
                <a:lnTo>
                  <a:pt x="734" y="4217"/>
                </a:lnTo>
                <a:lnTo>
                  <a:pt x="733" y="4216"/>
                </a:lnTo>
                <a:lnTo>
                  <a:pt x="732" y="4216"/>
                </a:lnTo>
                <a:lnTo>
                  <a:pt x="731" y="4215"/>
                </a:lnTo>
                <a:lnTo>
                  <a:pt x="730" y="4215"/>
                </a:lnTo>
                <a:lnTo>
                  <a:pt x="730" y="4214"/>
                </a:lnTo>
                <a:lnTo>
                  <a:pt x="729" y="4214"/>
                </a:lnTo>
                <a:lnTo>
                  <a:pt x="728" y="4214"/>
                </a:lnTo>
                <a:lnTo>
                  <a:pt x="727" y="4213"/>
                </a:lnTo>
                <a:lnTo>
                  <a:pt x="726" y="4213"/>
                </a:lnTo>
                <a:lnTo>
                  <a:pt x="725" y="4212"/>
                </a:lnTo>
                <a:lnTo>
                  <a:pt x="724" y="4212"/>
                </a:lnTo>
                <a:lnTo>
                  <a:pt x="724" y="4211"/>
                </a:lnTo>
                <a:lnTo>
                  <a:pt x="723" y="4211"/>
                </a:lnTo>
                <a:lnTo>
                  <a:pt x="722" y="4210"/>
                </a:lnTo>
                <a:lnTo>
                  <a:pt x="721" y="4210"/>
                </a:lnTo>
                <a:lnTo>
                  <a:pt x="720" y="4210"/>
                </a:lnTo>
                <a:lnTo>
                  <a:pt x="720" y="4209"/>
                </a:lnTo>
                <a:lnTo>
                  <a:pt x="719" y="4209"/>
                </a:lnTo>
                <a:lnTo>
                  <a:pt x="718" y="4209"/>
                </a:lnTo>
                <a:lnTo>
                  <a:pt x="718" y="4208"/>
                </a:lnTo>
                <a:lnTo>
                  <a:pt x="717" y="4208"/>
                </a:lnTo>
                <a:lnTo>
                  <a:pt x="716" y="4207"/>
                </a:lnTo>
                <a:lnTo>
                  <a:pt x="715" y="4207"/>
                </a:lnTo>
                <a:lnTo>
                  <a:pt x="714" y="4206"/>
                </a:lnTo>
                <a:lnTo>
                  <a:pt x="713" y="4206"/>
                </a:lnTo>
                <a:lnTo>
                  <a:pt x="712" y="4205"/>
                </a:lnTo>
                <a:lnTo>
                  <a:pt x="711" y="4205"/>
                </a:lnTo>
                <a:lnTo>
                  <a:pt x="710" y="4204"/>
                </a:lnTo>
                <a:lnTo>
                  <a:pt x="709" y="4204"/>
                </a:lnTo>
                <a:lnTo>
                  <a:pt x="708" y="4203"/>
                </a:lnTo>
                <a:lnTo>
                  <a:pt x="707" y="4203"/>
                </a:lnTo>
                <a:lnTo>
                  <a:pt x="707" y="4202"/>
                </a:lnTo>
                <a:lnTo>
                  <a:pt x="706" y="4202"/>
                </a:lnTo>
                <a:lnTo>
                  <a:pt x="705" y="4202"/>
                </a:lnTo>
                <a:lnTo>
                  <a:pt x="704" y="4201"/>
                </a:lnTo>
                <a:lnTo>
                  <a:pt x="703" y="4201"/>
                </a:lnTo>
                <a:lnTo>
                  <a:pt x="703" y="4200"/>
                </a:lnTo>
                <a:lnTo>
                  <a:pt x="702" y="4200"/>
                </a:lnTo>
                <a:lnTo>
                  <a:pt x="701" y="4200"/>
                </a:lnTo>
                <a:lnTo>
                  <a:pt x="701" y="4199"/>
                </a:lnTo>
                <a:lnTo>
                  <a:pt x="700" y="4199"/>
                </a:lnTo>
                <a:lnTo>
                  <a:pt x="699" y="4198"/>
                </a:lnTo>
                <a:lnTo>
                  <a:pt x="698" y="4198"/>
                </a:lnTo>
                <a:lnTo>
                  <a:pt x="697" y="4198"/>
                </a:lnTo>
                <a:lnTo>
                  <a:pt x="697" y="4197"/>
                </a:lnTo>
                <a:lnTo>
                  <a:pt x="696" y="4197"/>
                </a:lnTo>
                <a:lnTo>
                  <a:pt x="695" y="4197"/>
                </a:lnTo>
                <a:lnTo>
                  <a:pt x="695" y="4196"/>
                </a:lnTo>
                <a:lnTo>
                  <a:pt x="694" y="4196"/>
                </a:lnTo>
                <a:lnTo>
                  <a:pt x="693" y="4195"/>
                </a:lnTo>
                <a:lnTo>
                  <a:pt x="692" y="4195"/>
                </a:lnTo>
                <a:lnTo>
                  <a:pt x="691" y="4194"/>
                </a:lnTo>
                <a:lnTo>
                  <a:pt x="690" y="4194"/>
                </a:lnTo>
                <a:lnTo>
                  <a:pt x="689" y="4193"/>
                </a:lnTo>
                <a:lnTo>
                  <a:pt x="688" y="4193"/>
                </a:lnTo>
                <a:lnTo>
                  <a:pt x="687" y="4192"/>
                </a:lnTo>
                <a:lnTo>
                  <a:pt x="686" y="4192"/>
                </a:lnTo>
                <a:lnTo>
                  <a:pt x="685" y="4191"/>
                </a:lnTo>
                <a:lnTo>
                  <a:pt x="684" y="4191"/>
                </a:lnTo>
                <a:lnTo>
                  <a:pt x="684" y="4190"/>
                </a:lnTo>
                <a:lnTo>
                  <a:pt x="683" y="4190"/>
                </a:lnTo>
                <a:lnTo>
                  <a:pt x="682" y="4190"/>
                </a:lnTo>
                <a:lnTo>
                  <a:pt x="681" y="4189"/>
                </a:lnTo>
                <a:lnTo>
                  <a:pt x="680" y="4189"/>
                </a:lnTo>
                <a:lnTo>
                  <a:pt x="680" y="4188"/>
                </a:lnTo>
                <a:lnTo>
                  <a:pt x="679" y="4188"/>
                </a:lnTo>
                <a:lnTo>
                  <a:pt x="678" y="4188"/>
                </a:lnTo>
                <a:lnTo>
                  <a:pt x="678" y="4187"/>
                </a:lnTo>
                <a:lnTo>
                  <a:pt x="677" y="4187"/>
                </a:lnTo>
                <a:lnTo>
                  <a:pt x="676" y="4186"/>
                </a:lnTo>
                <a:lnTo>
                  <a:pt x="675" y="4186"/>
                </a:lnTo>
                <a:lnTo>
                  <a:pt x="674" y="4186"/>
                </a:lnTo>
                <a:lnTo>
                  <a:pt x="674" y="4185"/>
                </a:lnTo>
                <a:lnTo>
                  <a:pt x="673" y="4185"/>
                </a:lnTo>
                <a:lnTo>
                  <a:pt x="672" y="4184"/>
                </a:lnTo>
                <a:lnTo>
                  <a:pt x="671" y="4184"/>
                </a:lnTo>
                <a:lnTo>
                  <a:pt x="670" y="4183"/>
                </a:lnTo>
                <a:lnTo>
                  <a:pt x="669" y="4183"/>
                </a:lnTo>
                <a:lnTo>
                  <a:pt x="668" y="4182"/>
                </a:lnTo>
                <a:lnTo>
                  <a:pt x="667" y="4182"/>
                </a:lnTo>
                <a:lnTo>
                  <a:pt x="666" y="4181"/>
                </a:lnTo>
                <a:lnTo>
                  <a:pt x="665" y="4181"/>
                </a:lnTo>
                <a:lnTo>
                  <a:pt x="664" y="4180"/>
                </a:lnTo>
                <a:lnTo>
                  <a:pt x="663" y="4180"/>
                </a:lnTo>
                <a:lnTo>
                  <a:pt x="663" y="4179"/>
                </a:lnTo>
                <a:lnTo>
                  <a:pt x="662" y="4179"/>
                </a:lnTo>
                <a:lnTo>
                  <a:pt x="661" y="4179"/>
                </a:lnTo>
                <a:lnTo>
                  <a:pt x="661" y="4178"/>
                </a:lnTo>
                <a:lnTo>
                  <a:pt x="660" y="4178"/>
                </a:lnTo>
                <a:lnTo>
                  <a:pt x="659" y="4178"/>
                </a:lnTo>
                <a:lnTo>
                  <a:pt x="658" y="4177"/>
                </a:lnTo>
                <a:lnTo>
                  <a:pt x="657" y="4177"/>
                </a:lnTo>
                <a:lnTo>
                  <a:pt x="657" y="4176"/>
                </a:lnTo>
                <a:lnTo>
                  <a:pt x="656" y="4176"/>
                </a:lnTo>
                <a:lnTo>
                  <a:pt x="655" y="4175"/>
                </a:lnTo>
                <a:lnTo>
                  <a:pt x="654" y="4175"/>
                </a:lnTo>
                <a:lnTo>
                  <a:pt x="653" y="4174"/>
                </a:lnTo>
                <a:lnTo>
                  <a:pt x="652" y="4174"/>
                </a:lnTo>
                <a:lnTo>
                  <a:pt x="651" y="4174"/>
                </a:lnTo>
                <a:lnTo>
                  <a:pt x="651" y="4173"/>
                </a:lnTo>
                <a:lnTo>
                  <a:pt x="650" y="4173"/>
                </a:lnTo>
                <a:lnTo>
                  <a:pt x="649" y="4172"/>
                </a:lnTo>
                <a:lnTo>
                  <a:pt x="648" y="4172"/>
                </a:lnTo>
                <a:lnTo>
                  <a:pt x="647" y="4171"/>
                </a:lnTo>
                <a:lnTo>
                  <a:pt x="646" y="4171"/>
                </a:lnTo>
                <a:lnTo>
                  <a:pt x="646" y="4170"/>
                </a:lnTo>
                <a:lnTo>
                  <a:pt x="645" y="4170"/>
                </a:lnTo>
                <a:lnTo>
                  <a:pt x="644" y="4170"/>
                </a:lnTo>
                <a:lnTo>
                  <a:pt x="643" y="4169"/>
                </a:lnTo>
                <a:lnTo>
                  <a:pt x="642" y="4169"/>
                </a:lnTo>
                <a:lnTo>
                  <a:pt x="641" y="4168"/>
                </a:lnTo>
                <a:lnTo>
                  <a:pt x="640" y="4292"/>
                </a:lnTo>
                <a:lnTo>
                  <a:pt x="639" y="4292"/>
                </a:lnTo>
                <a:lnTo>
                  <a:pt x="638" y="4292"/>
                </a:lnTo>
                <a:lnTo>
                  <a:pt x="638" y="4291"/>
                </a:lnTo>
                <a:lnTo>
                  <a:pt x="637" y="4291"/>
                </a:lnTo>
                <a:lnTo>
                  <a:pt x="636" y="4290"/>
                </a:lnTo>
                <a:lnTo>
                  <a:pt x="635" y="4290"/>
                </a:lnTo>
                <a:lnTo>
                  <a:pt x="634" y="4289"/>
                </a:lnTo>
                <a:lnTo>
                  <a:pt x="633" y="4289"/>
                </a:lnTo>
                <a:lnTo>
                  <a:pt x="633" y="4288"/>
                </a:lnTo>
                <a:lnTo>
                  <a:pt x="632" y="4288"/>
                </a:lnTo>
                <a:lnTo>
                  <a:pt x="631" y="4288"/>
                </a:lnTo>
                <a:lnTo>
                  <a:pt x="630" y="4287"/>
                </a:lnTo>
                <a:lnTo>
                  <a:pt x="629" y="4287"/>
                </a:lnTo>
                <a:lnTo>
                  <a:pt x="628" y="4286"/>
                </a:lnTo>
                <a:lnTo>
                  <a:pt x="627" y="4286"/>
                </a:lnTo>
                <a:lnTo>
                  <a:pt x="627" y="4285"/>
                </a:lnTo>
                <a:lnTo>
                  <a:pt x="626" y="4285"/>
                </a:lnTo>
                <a:lnTo>
                  <a:pt x="625" y="4284"/>
                </a:lnTo>
                <a:lnTo>
                  <a:pt x="624" y="4284"/>
                </a:lnTo>
                <a:lnTo>
                  <a:pt x="623" y="4284"/>
                </a:lnTo>
                <a:lnTo>
                  <a:pt x="623" y="4283"/>
                </a:lnTo>
                <a:lnTo>
                  <a:pt x="622" y="4283"/>
                </a:lnTo>
                <a:lnTo>
                  <a:pt x="621" y="4283"/>
                </a:lnTo>
                <a:lnTo>
                  <a:pt x="621" y="4282"/>
                </a:lnTo>
                <a:lnTo>
                  <a:pt x="620" y="4282"/>
                </a:lnTo>
                <a:lnTo>
                  <a:pt x="619" y="4281"/>
                </a:lnTo>
                <a:lnTo>
                  <a:pt x="618" y="4281"/>
                </a:lnTo>
                <a:lnTo>
                  <a:pt x="617" y="4280"/>
                </a:lnTo>
                <a:lnTo>
                  <a:pt x="616" y="4280"/>
                </a:lnTo>
                <a:lnTo>
                  <a:pt x="615" y="4279"/>
                </a:lnTo>
                <a:lnTo>
                  <a:pt x="614" y="4279"/>
                </a:lnTo>
                <a:lnTo>
                  <a:pt x="613" y="4278"/>
                </a:lnTo>
                <a:lnTo>
                  <a:pt x="612" y="4278"/>
                </a:lnTo>
                <a:lnTo>
                  <a:pt x="611" y="4277"/>
                </a:lnTo>
                <a:lnTo>
                  <a:pt x="610" y="4277"/>
                </a:lnTo>
                <a:lnTo>
                  <a:pt x="610" y="4276"/>
                </a:lnTo>
                <a:lnTo>
                  <a:pt x="609" y="4276"/>
                </a:lnTo>
                <a:lnTo>
                  <a:pt x="608" y="4276"/>
                </a:lnTo>
                <a:lnTo>
                  <a:pt x="607" y="4275"/>
                </a:lnTo>
                <a:lnTo>
                  <a:pt x="606" y="4275"/>
                </a:lnTo>
                <a:lnTo>
                  <a:pt x="606" y="4274"/>
                </a:lnTo>
                <a:lnTo>
                  <a:pt x="605" y="4274"/>
                </a:lnTo>
                <a:lnTo>
                  <a:pt x="604" y="4274"/>
                </a:lnTo>
                <a:lnTo>
                  <a:pt x="604" y="4273"/>
                </a:lnTo>
                <a:lnTo>
                  <a:pt x="603" y="4273"/>
                </a:lnTo>
                <a:lnTo>
                  <a:pt x="602" y="4272"/>
                </a:lnTo>
                <a:lnTo>
                  <a:pt x="601" y="4272"/>
                </a:lnTo>
                <a:lnTo>
                  <a:pt x="600" y="4272"/>
                </a:lnTo>
                <a:lnTo>
                  <a:pt x="600" y="4271"/>
                </a:lnTo>
                <a:lnTo>
                  <a:pt x="599" y="4271"/>
                </a:lnTo>
                <a:lnTo>
                  <a:pt x="598" y="4270"/>
                </a:lnTo>
                <a:lnTo>
                  <a:pt x="597" y="4270"/>
                </a:lnTo>
                <a:lnTo>
                  <a:pt x="596" y="4269"/>
                </a:lnTo>
                <a:lnTo>
                  <a:pt x="595" y="4269"/>
                </a:lnTo>
                <a:lnTo>
                  <a:pt x="594" y="4268"/>
                </a:lnTo>
                <a:lnTo>
                  <a:pt x="593" y="4268"/>
                </a:lnTo>
                <a:lnTo>
                  <a:pt x="592" y="4267"/>
                </a:lnTo>
                <a:lnTo>
                  <a:pt x="591" y="4267"/>
                </a:lnTo>
                <a:lnTo>
                  <a:pt x="590" y="4266"/>
                </a:lnTo>
                <a:lnTo>
                  <a:pt x="589" y="4266"/>
                </a:lnTo>
                <a:lnTo>
                  <a:pt x="589" y="4265"/>
                </a:lnTo>
                <a:lnTo>
                  <a:pt x="588" y="4265"/>
                </a:lnTo>
                <a:lnTo>
                  <a:pt x="587" y="4265"/>
                </a:lnTo>
                <a:lnTo>
                  <a:pt x="587" y="4264"/>
                </a:lnTo>
                <a:lnTo>
                  <a:pt x="586" y="4264"/>
                </a:lnTo>
                <a:lnTo>
                  <a:pt x="585" y="4264"/>
                </a:lnTo>
                <a:lnTo>
                  <a:pt x="584" y="4263"/>
                </a:lnTo>
                <a:lnTo>
                  <a:pt x="583" y="4263"/>
                </a:lnTo>
                <a:lnTo>
                  <a:pt x="583" y="4262"/>
                </a:lnTo>
                <a:lnTo>
                  <a:pt x="582" y="4262"/>
                </a:lnTo>
                <a:lnTo>
                  <a:pt x="581" y="4262"/>
                </a:lnTo>
                <a:lnTo>
                  <a:pt x="581" y="4261"/>
                </a:lnTo>
                <a:lnTo>
                  <a:pt x="580" y="4261"/>
                </a:lnTo>
                <a:lnTo>
                  <a:pt x="579" y="4260"/>
                </a:lnTo>
                <a:lnTo>
                  <a:pt x="578" y="4260"/>
                </a:lnTo>
                <a:lnTo>
                  <a:pt x="577" y="4260"/>
                </a:lnTo>
                <a:lnTo>
                  <a:pt x="577" y="4259"/>
                </a:lnTo>
                <a:lnTo>
                  <a:pt x="576" y="4259"/>
                </a:lnTo>
                <a:lnTo>
                  <a:pt x="575" y="4258"/>
                </a:lnTo>
                <a:lnTo>
                  <a:pt x="574" y="4258"/>
                </a:lnTo>
                <a:lnTo>
                  <a:pt x="573" y="4257"/>
                </a:lnTo>
                <a:lnTo>
                  <a:pt x="572" y="4257"/>
                </a:lnTo>
                <a:lnTo>
                  <a:pt x="571" y="4256"/>
                </a:lnTo>
                <a:lnTo>
                  <a:pt x="570" y="4256"/>
                </a:lnTo>
                <a:lnTo>
                  <a:pt x="569" y="4255"/>
                </a:lnTo>
                <a:lnTo>
                  <a:pt x="568" y="4255"/>
                </a:lnTo>
                <a:lnTo>
                  <a:pt x="567" y="4254"/>
                </a:lnTo>
                <a:lnTo>
                  <a:pt x="566" y="4254"/>
                </a:lnTo>
                <a:lnTo>
                  <a:pt x="566" y="4253"/>
                </a:lnTo>
                <a:lnTo>
                  <a:pt x="565" y="4253"/>
                </a:lnTo>
                <a:lnTo>
                  <a:pt x="564" y="4253"/>
                </a:lnTo>
                <a:lnTo>
                  <a:pt x="564" y="4252"/>
                </a:lnTo>
                <a:lnTo>
                  <a:pt x="563" y="4252"/>
                </a:lnTo>
                <a:lnTo>
                  <a:pt x="562" y="4252"/>
                </a:lnTo>
                <a:lnTo>
                  <a:pt x="561" y="4251"/>
                </a:lnTo>
                <a:lnTo>
                  <a:pt x="560" y="4386"/>
                </a:lnTo>
                <a:lnTo>
                  <a:pt x="559" y="4386"/>
                </a:lnTo>
                <a:lnTo>
                  <a:pt x="559" y="4385"/>
                </a:lnTo>
                <a:lnTo>
                  <a:pt x="558" y="4385"/>
                </a:lnTo>
                <a:lnTo>
                  <a:pt x="557" y="4385"/>
                </a:lnTo>
                <a:lnTo>
                  <a:pt x="557" y="4384"/>
                </a:lnTo>
                <a:lnTo>
                  <a:pt x="556" y="4384"/>
                </a:lnTo>
                <a:lnTo>
                  <a:pt x="555" y="4384"/>
                </a:lnTo>
                <a:lnTo>
                  <a:pt x="554" y="4383"/>
                </a:lnTo>
                <a:lnTo>
                  <a:pt x="553" y="4383"/>
                </a:lnTo>
                <a:lnTo>
                  <a:pt x="553" y="4382"/>
                </a:lnTo>
                <a:lnTo>
                  <a:pt x="552" y="4382"/>
                </a:lnTo>
                <a:lnTo>
                  <a:pt x="551" y="4382"/>
                </a:lnTo>
                <a:lnTo>
                  <a:pt x="551" y="4381"/>
                </a:lnTo>
                <a:lnTo>
                  <a:pt x="550" y="4381"/>
                </a:lnTo>
                <a:lnTo>
                  <a:pt x="549" y="4380"/>
                </a:lnTo>
                <a:lnTo>
                  <a:pt x="548" y="4380"/>
                </a:lnTo>
                <a:lnTo>
                  <a:pt x="547" y="4380"/>
                </a:lnTo>
                <a:lnTo>
                  <a:pt x="547" y="4379"/>
                </a:lnTo>
                <a:lnTo>
                  <a:pt x="546" y="4379"/>
                </a:lnTo>
                <a:lnTo>
                  <a:pt x="545" y="4378"/>
                </a:lnTo>
                <a:lnTo>
                  <a:pt x="544" y="4378"/>
                </a:lnTo>
                <a:lnTo>
                  <a:pt x="543" y="4377"/>
                </a:lnTo>
                <a:lnTo>
                  <a:pt x="542" y="4377"/>
                </a:lnTo>
                <a:lnTo>
                  <a:pt x="542" y="4376"/>
                </a:lnTo>
                <a:lnTo>
                  <a:pt x="541" y="4376"/>
                </a:lnTo>
                <a:lnTo>
                  <a:pt x="540" y="4376"/>
                </a:lnTo>
                <a:lnTo>
                  <a:pt x="539" y="4375"/>
                </a:lnTo>
                <a:lnTo>
                  <a:pt x="538" y="4375"/>
                </a:lnTo>
                <a:lnTo>
                  <a:pt x="537" y="4374"/>
                </a:lnTo>
                <a:lnTo>
                  <a:pt x="536" y="4374"/>
                </a:lnTo>
                <a:lnTo>
                  <a:pt x="536" y="4373"/>
                </a:lnTo>
                <a:lnTo>
                  <a:pt x="535" y="4373"/>
                </a:lnTo>
                <a:lnTo>
                  <a:pt x="534" y="4373"/>
                </a:lnTo>
                <a:lnTo>
                  <a:pt x="534" y="4372"/>
                </a:lnTo>
                <a:lnTo>
                  <a:pt x="533" y="4372"/>
                </a:lnTo>
                <a:lnTo>
                  <a:pt x="532" y="4372"/>
                </a:lnTo>
                <a:lnTo>
                  <a:pt x="532" y="4371"/>
                </a:lnTo>
                <a:lnTo>
                  <a:pt x="531" y="4371"/>
                </a:lnTo>
                <a:lnTo>
                  <a:pt x="530" y="4371"/>
                </a:lnTo>
                <a:lnTo>
                  <a:pt x="530" y="4370"/>
                </a:lnTo>
                <a:lnTo>
                  <a:pt x="529" y="4370"/>
                </a:lnTo>
                <a:lnTo>
                  <a:pt x="528" y="4369"/>
                </a:lnTo>
                <a:lnTo>
                  <a:pt x="527" y="4369"/>
                </a:lnTo>
                <a:lnTo>
                  <a:pt x="526" y="4368"/>
                </a:lnTo>
                <a:lnTo>
                  <a:pt x="525" y="4368"/>
                </a:lnTo>
                <a:lnTo>
                  <a:pt x="524" y="4368"/>
                </a:lnTo>
                <a:lnTo>
                  <a:pt x="524" y="4367"/>
                </a:lnTo>
                <a:lnTo>
                  <a:pt x="523" y="4367"/>
                </a:lnTo>
                <a:lnTo>
                  <a:pt x="522" y="4366"/>
                </a:lnTo>
                <a:lnTo>
                  <a:pt x="521" y="4366"/>
                </a:lnTo>
                <a:lnTo>
                  <a:pt x="520" y="4365"/>
                </a:lnTo>
                <a:lnTo>
                  <a:pt x="519" y="4365"/>
                </a:lnTo>
                <a:lnTo>
                  <a:pt x="519" y="4364"/>
                </a:lnTo>
                <a:lnTo>
                  <a:pt x="518" y="4364"/>
                </a:lnTo>
                <a:lnTo>
                  <a:pt x="517" y="4364"/>
                </a:lnTo>
                <a:lnTo>
                  <a:pt x="516" y="4363"/>
                </a:lnTo>
                <a:lnTo>
                  <a:pt x="515" y="4363"/>
                </a:lnTo>
                <a:lnTo>
                  <a:pt x="514" y="4362"/>
                </a:lnTo>
                <a:lnTo>
                  <a:pt x="513" y="4362"/>
                </a:lnTo>
                <a:lnTo>
                  <a:pt x="513" y="4361"/>
                </a:lnTo>
                <a:lnTo>
                  <a:pt x="512" y="4361"/>
                </a:lnTo>
                <a:lnTo>
                  <a:pt x="511" y="4360"/>
                </a:lnTo>
                <a:lnTo>
                  <a:pt x="510" y="4360"/>
                </a:lnTo>
                <a:lnTo>
                  <a:pt x="509" y="4360"/>
                </a:lnTo>
                <a:lnTo>
                  <a:pt x="509" y="4359"/>
                </a:lnTo>
                <a:lnTo>
                  <a:pt x="508" y="4359"/>
                </a:lnTo>
                <a:lnTo>
                  <a:pt x="507" y="4359"/>
                </a:lnTo>
                <a:lnTo>
                  <a:pt x="507" y="4358"/>
                </a:lnTo>
                <a:lnTo>
                  <a:pt x="506" y="4358"/>
                </a:lnTo>
                <a:lnTo>
                  <a:pt x="505" y="4357"/>
                </a:lnTo>
                <a:lnTo>
                  <a:pt x="504" y="4357"/>
                </a:lnTo>
                <a:lnTo>
                  <a:pt x="503" y="4356"/>
                </a:lnTo>
                <a:lnTo>
                  <a:pt x="502" y="4356"/>
                </a:lnTo>
                <a:lnTo>
                  <a:pt x="501" y="4355"/>
                </a:lnTo>
                <a:lnTo>
                  <a:pt x="500" y="4355"/>
                </a:lnTo>
                <a:lnTo>
                  <a:pt x="499" y="4354"/>
                </a:lnTo>
                <a:lnTo>
                  <a:pt x="498" y="4354"/>
                </a:lnTo>
                <a:lnTo>
                  <a:pt x="497" y="4353"/>
                </a:lnTo>
                <a:lnTo>
                  <a:pt x="496" y="4353"/>
                </a:lnTo>
                <a:lnTo>
                  <a:pt x="496" y="4352"/>
                </a:lnTo>
                <a:lnTo>
                  <a:pt x="495" y="4352"/>
                </a:lnTo>
                <a:lnTo>
                  <a:pt x="494" y="4352"/>
                </a:lnTo>
                <a:lnTo>
                  <a:pt x="493" y="4351"/>
                </a:lnTo>
                <a:lnTo>
                  <a:pt x="492" y="4351"/>
                </a:lnTo>
                <a:lnTo>
                  <a:pt x="492" y="4350"/>
                </a:lnTo>
                <a:lnTo>
                  <a:pt x="491" y="4350"/>
                </a:lnTo>
                <a:lnTo>
                  <a:pt x="490" y="4350"/>
                </a:lnTo>
                <a:lnTo>
                  <a:pt x="490" y="4349"/>
                </a:lnTo>
                <a:lnTo>
                  <a:pt x="489" y="4349"/>
                </a:lnTo>
                <a:lnTo>
                  <a:pt x="488" y="4348"/>
                </a:lnTo>
                <a:lnTo>
                  <a:pt x="487" y="4348"/>
                </a:lnTo>
                <a:lnTo>
                  <a:pt x="486" y="4348"/>
                </a:lnTo>
                <a:lnTo>
                  <a:pt x="486" y="4347"/>
                </a:lnTo>
                <a:lnTo>
                  <a:pt x="485" y="4347"/>
                </a:lnTo>
                <a:lnTo>
                  <a:pt x="484" y="4347"/>
                </a:lnTo>
                <a:lnTo>
                  <a:pt x="484" y="4346"/>
                </a:lnTo>
                <a:lnTo>
                  <a:pt x="483" y="4346"/>
                </a:lnTo>
                <a:lnTo>
                  <a:pt x="482" y="4345"/>
                </a:lnTo>
                <a:lnTo>
                  <a:pt x="481" y="4345"/>
                </a:lnTo>
                <a:lnTo>
                  <a:pt x="480" y="4344"/>
                </a:lnTo>
                <a:lnTo>
                  <a:pt x="479" y="4494"/>
                </a:lnTo>
                <a:lnTo>
                  <a:pt x="478" y="4493"/>
                </a:lnTo>
                <a:lnTo>
                  <a:pt x="477" y="4493"/>
                </a:lnTo>
                <a:lnTo>
                  <a:pt x="476" y="4492"/>
                </a:lnTo>
                <a:lnTo>
                  <a:pt x="475" y="4492"/>
                </a:lnTo>
                <a:lnTo>
                  <a:pt x="474" y="4491"/>
                </a:lnTo>
                <a:lnTo>
                  <a:pt x="473" y="4491"/>
                </a:lnTo>
                <a:lnTo>
                  <a:pt x="472" y="4490"/>
                </a:lnTo>
                <a:lnTo>
                  <a:pt x="471" y="4490"/>
                </a:lnTo>
                <a:lnTo>
                  <a:pt x="470" y="4489"/>
                </a:lnTo>
                <a:lnTo>
                  <a:pt x="469" y="4489"/>
                </a:lnTo>
                <a:lnTo>
                  <a:pt x="469" y="4488"/>
                </a:lnTo>
                <a:lnTo>
                  <a:pt x="468" y="4488"/>
                </a:lnTo>
                <a:lnTo>
                  <a:pt x="467" y="4488"/>
                </a:lnTo>
                <a:lnTo>
                  <a:pt x="466" y="4487"/>
                </a:lnTo>
                <a:lnTo>
                  <a:pt x="465" y="4487"/>
                </a:lnTo>
                <a:lnTo>
                  <a:pt x="465" y="4486"/>
                </a:lnTo>
                <a:lnTo>
                  <a:pt x="464" y="4486"/>
                </a:lnTo>
                <a:lnTo>
                  <a:pt x="463" y="4486"/>
                </a:lnTo>
                <a:lnTo>
                  <a:pt x="463" y="4485"/>
                </a:lnTo>
                <a:lnTo>
                  <a:pt x="462" y="4485"/>
                </a:lnTo>
                <a:lnTo>
                  <a:pt x="461" y="4484"/>
                </a:lnTo>
                <a:lnTo>
                  <a:pt x="460" y="4484"/>
                </a:lnTo>
                <a:lnTo>
                  <a:pt x="459" y="4484"/>
                </a:lnTo>
                <a:lnTo>
                  <a:pt x="459" y="4483"/>
                </a:lnTo>
                <a:lnTo>
                  <a:pt x="458" y="4483"/>
                </a:lnTo>
                <a:lnTo>
                  <a:pt x="457" y="4483"/>
                </a:lnTo>
                <a:lnTo>
                  <a:pt x="457" y="4482"/>
                </a:lnTo>
                <a:lnTo>
                  <a:pt x="456" y="4482"/>
                </a:lnTo>
                <a:lnTo>
                  <a:pt x="455" y="4481"/>
                </a:lnTo>
                <a:lnTo>
                  <a:pt x="454" y="4481"/>
                </a:lnTo>
                <a:lnTo>
                  <a:pt x="453" y="4480"/>
                </a:lnTo>
                <a:lnTo>
                  <a:pt x="452" y="4480"/>
                </a:lnTo>
                <a:lnTo>
                  <a:pt x="451" y="4479"/>
                </a:lnTo>
                <a:lnTo>
                  <a:pt x="450" y="4479"/>
                </a:lnTo>
                <a:lnTo>
                  <a:pt x="449" y="4478"/>
                </a:lnTo>
                <a:lnTo>
                  <a:pt x="448" y="4478"/>
                </a:lnTo>
                <a:lnTo>
                  <a:pt x="447" y="4477"/>
                </a:lnTo>
                <a:lnTo>
                  <a:pt x="446" y="4477"/>
                </a:lnTo>
                <a:lnTo>
                  <a:pt x="446" y="4476"/>
                </a:lnTo>
                <a:lnTo>
                  <a:pt x="445" y="4476"/>
                </a:lnTo>
                <a:lnTo>
                  <a:pt x="444" y="4476"/>
                </a:lnTo>
                <a:lnTo>
                  <a:pt x="443" y="4475"/>
                </a:lnTo>
                <a:lnTo>
                  <a:pt x="442" y="4475"/>
                </a:lnTo>
                <a:lnTo>
                  <a:pt x="442" y="4474"/>
                </a:lnTo>
                <a:lnTo>
                  <a:pt x="441" y="4474"/>
                </a:lnTo>
                <a:lnTo>
                  <a:pt x="440" y="4474"/>
                </a:lnTo>
                <a:lnTo>
                  <a:pt x="440" y="4473"/>
                </a:lnTo>
                <a:lnTo>
                  <a:pt x="439" y="4473"/>
                </a:lnTo>
                <a:lnTo>
                  <a:pt x="438" y="4472"/>
                </a:lnTo>
                <a:lnTo>
                  <a:pt x="437" y="4472"/>
                </a:lnTo>
                <a:lnTo>
                  <a:pt x="436" y="4472"/>
                </a:lnTo>
                <a:lnTo>
                  <a:pt x="436" y="4471"/>
                </a:lnTo>
                <a:lnTo>
                  <a:pt x="435" y="4471"/>
                </a:lnTo>
                <a:lnTo>
                  <a:pt x="434" y="4470"/>
                </a:lnTo>
                <a:lnTo>
                  <a:pt x="433" y="4470"/>
                </a:lnTo>
                <a:lnTo>
                  <a:pt x="432" y="4469"/>
                </a:lnTo>
                <a:lnTo>
                  <a:pt x="431" y="4469"/>
                </a:lnTo>
                <a:lnTo>
                  <a:pt x="430" y="4468"/>
                </a:lnTo>
                <a:lnTo>
                  <a:pt x="429" y="4468"/>
                </a:lnTo>
                <a:lnTo>
                  <a:pt x="428" y="4467"/>
                </a:lnTo>
                <a:lnTo>
                  <a:pt x="427" y="4467"/>
                </a:lnTo>
                <a:lnTo>
                  <a:pt x="426" y="4466"/>
                </a:lnTo>
                <a:lnTo>
                  <a:pt x="425" y="4466"/>
                </a:lnTo>
                <a:lnTo>
                  <a:pt x="425" y="4465"/>
                </a:lnTo>
                <a:lnTo>
                  <a:pt x="424" y="4465"/>
                </a:lnTo>
                <a:lnTo>
                  <a:pt x="423" y="4465"/>
                </a:lnTo>
                <a:lnTo>
                  <a:pt x="423" y="4464"/>
                </a:lnTo>
                <a:lnTo>
                  <a:pt x="422" y="4464"/>
                </a:lnTo>
                <a:lnTo>
                  <a:pt x="421" y="4464"/>
                </a:lnTo>
                <a:lnTo>
                  <a:pt x="420" y="4463"/>
                </a:lnTo>
                <a:lnTo>
                  <a:pt x="419" y="4463"/>
                </a:lnTo>
                <a:lnTo>
                  <a:pt x="419" y="4462"/>
                </a:lnTo>
                <a:lnTo>
                  <a:pt x="418" y="4462"/>
                </a:lnTo>
                <a:lnTo>
                  <a:pt x="417" y="4461"/>
                </a:lnTo>
                <a:lnTo>
                  <a:pt x="416" y="4461"/>
                </a:lnTo>
                <a:lnTo>
                  <a:pt x="415" y="4460"/>
                </a:lnTo>
                <a:lnTo>
                  <a:pt x="414" y="4460"/>
                </a:lnTo>
                <a:lnTo>
                  <a:pt x="413" y="4460"/>
                </a:lnTo>
                <a:lnTo>
                  <a:pt x="413" y="4459"/>
                </a:lnTo>
                <a:lnTo>
                  <a:pt x="412" y="4459"/>
                </a:lnTo>
                <a:lnTo>
                  <a:pt x="411" y="4458"/>
                </a:lnTo>
                <a:lnTo>
                  <a:pt x="410" y="4458"/>
                </a:lnTo>
                <a:lnTo>
                  <a:pt x="409" y="4457"/>
                </a:lnTo>
                <a:lnTo>
                  <a:pt x="408" y="4457"/>
                </a:lnTo>
                <a:lnTo>
                  <a:pt x="408" y="4456"/>
                </a:lnTo>
                <a:lnTo>
                  <a:pt x="407" y="4456"/>
                </a:lnTo>
                <a:lnTo>
                  <a:pt x="406" y="4456"/>
                </a:lnTo>
                <a:lnTo>
                  <a:pt x="405" y="4455"/>
                </a:lnTo>
                <a:lnTo>
                  <a:pt x="404" y="4455"/>
                </a:lnTo>
                <a:lnTo>
                  <a:pt x="403" y="4454"/>
                </a:lnTo>
                <a:lnTo>
                  <a:pt x="402" y="4454"/>
                </a:lnTo>
                <a:lnTo>
                  <a:pt x="402" y="4453"/>
                </a:lnTo>
                <a:lnTo>
                  <a:pt x="401" y="4453"/>
                </a:lnTo>
                <a:lnTo>
                  <a:pt x="400" y="4453"/>
                </a:lnTo>
                <a:lnTo>
                  <a:pt x="400" y="4452"/>
                </a:lnTo>
                <a:lnTo>
                  <a:pt x="399" y="4452"/>
                </a:lnTo>
                <a:lnTo>
                  <a:pt x="398" y="4452"/>
                </a:lnTo>
                <a:lnTo>
                  <a:pt x="398" y="4451"/>
                </a:lnTo>
                <a:lnTo>
                  <a:pt x="397" y="4451"/>
                </a:lnTo>
                <a:lnTo>
                  <a:pt x="396" y="4451"/>
                </a:lnTo>
                <a:lnTo>
                  <a:pt x="396" y="4450"/>
                </a:lnTo>
                <a:lnTo>
                  <a:pt x="395" y="4450"/>
                </a:lnTo>
                <a:lnTo>
                  <a:pt x="394" y="4449"/>
                </a:lnTo>
                <a:lnTo>
                  <a:pt x="393" y="4449"/>
                </a:lnTo>
                <a:lnTo>
                  <a:pt x="392" y="4448"/>
                </a:lnTo>
                <a:lnTo>
                  <a:pt x="391" y="4448"/>
                </a:lnTo>
                <a:lnTo>
                  <a:pt x="390" y="4448"/>
                </a:lnTo>
                <a:lnTo>
                  <a:pt x="390" y="4447"/>
                </a:lnTo>
                <a:lnTo>
                  <a:pt x="389" y="4447"/>
                </a:lnTo>
                <a:lnTo>
                  <a:pt x="388" y="4446"/>
                </a:lnTo>
                <a:lnTo>
                  <a:pt x="387" y="4446"/>
                </a:lnTo>
                <a:lnTo>
                  <a:pt x="386" y="4445"/>
                </a:lnTo>
                <a:lnTo>
                  <a:pt x="385" y="4445"/>
                </a:lnTo>
                <a:lnTo>
                  <a:pt x="385" y="4444"/>
                </a:lnTo>
                <a:lnTo>
                  <a:pt x="384" y="4444"/>
                </a:lnTo>
                <a:lnTo>
                  <a:pt x="383" y="4444"/>
                </a:lnTo>
                <a:lnTo>
                  <a:pt x="382" y="4443"/>
                </a:lnTo>
                <a:lnTo>
                  <a:pt x="381" y="4443"/>
                </a:lnTo>
                <a:lnTo>
                  <a:pt x="380" y="4442"/>
                </a:lnTo>
                <a:lnTo>
                  <a:pt x="379" y="4442"/>
                </a:lnTo>
                <a:lnTo>
                  <a:pt x="379" y="4441"/>
                </a:lnTo>
                <a:lnTo>
                  <a:pt x="378" y="4441"/>
                </a:lnTo>
                <a:lnTo>
                  <a:pt x="377" y="4440"/>
                </a:lnTo>
                <a:lnTo>
                  <a:pt x="376" y="4440"/>
                </a:lnTo>
                <a:lnTo>
                  <a:pt x="375" y="4439"/>
                </a:lnTo>
                <a:lnTo>
                  <a:pt x="374" y="4439"/>
                </a:lnTo>
                <a:lnTo>
                  <a:pt x="373" y="4439"/>
                </a:lnTo>
                <a:lnTo>
                  <a:pt x="373" y="4438"/>
                </a:lnTo>
                <a:lnTo>
                  <a:pt x="372" y="4438"/>
                </a:lnTo>
                <a:lnTo>
                  <a:pt x="371" y="4437"/>
                </a:lnTo>
                <a:lnTo>
                  <a:pt x="370" y="4437"/>
                </a:lnTo>
                <a:lnTo>
                  <a:pt x="369" y="4436"/>
                </a:lnTo>
                <a:lnTo>
                  <a:pt x="368" y="4436"/>
                </a:lnTo>
                <a:lnTo>
                  <a:pt x="368" y="4435"/>
                </a:lnTo>
                <a:lnTo>
                  <a:pt x="367" y="4435"/>
                </a:lnTo>
                <a:lnTo>
                  <a:pt x="366" y="4435"/>
                </a:lnTo>
                <a:lnTo>
                  <a:pt x="365" y="4434"/>
                </a:lnTo>
                <a:lnTo>
                  <a:pt x="364" y="4434"/>
                </a:lnTo>
                <a:lnTo>
                  <a:pt x="363" y="4433"/>
                </a:lnTo>
                <a:lnTo>
                  <a:pt x="362" y="4433"/>
                </a:lnTo>
                <a:lnTo>
                  <a:pt x="362" y="4432"/>
                </a:lnTo>
                <a:lnTo>
                  <a:pt x="361" y="4432"/>
                </a:lnTo>
                <a:lnTo>
                  <a:pt x="360" y="4432"/>
                </a:lnTo>
                <a:lnTo>
                  <a:pt x="360" y="4431"/>
                </a:lnTo>
                <a:lnTo>
                  <a:pt x="359" y="4431"/>
                </a:lnTo>
                <a:lnTo>
                  <a:pt x="358" y="4431"/>
                </a:lnTo>
                <a:lnTo>
                  <a:pt x="358" y="4430"/>
                </a:lnTo>
                <a:lnTo>
                  <a:pt x="357" y="4430"/>
                </a:lnTo>
                <a:lnTo>
                  <a:pt x="356" y="4430"/>
                </a:lnTo>
                <a:lnTo>
                  <a:pt x="356" y="4429"/>
                </a:lnTo>
                <a:lnTo>
                  <a:pt x="355" y="4429"/>
                </a:lnTo>
                <a:lnTo>
                  <a:pt x="354" y="4428"/>
                </a:lnTo>
                <a:lnTo>
                  <a:pt x="353" y="4428"/>
                </a:lnTo>
                <a:lnTo>
                  <a:pt x="352" y="4427"/>
                </a:lnTo>
                <a:lnTo>
                  <a:pt x="351" y="4427"/>
                </a:lnTo>
                <a:lnTo>
                  <a:pt x="350" y="4426"/>
                </a:lnTo>
                <a:lnTo>
                  <a:pt x="349" y="4426"/>
                </a:lnTo>
                <a:lnTo>
                  <a:pt x="348" y="4425"/>
                </a:lnTo>
                <a:lnTo>
                  <a:pt x="347" y="4425"/>
                </a:lnTo>
                <a:lnTo>
                  <a:pt x="346" y="4424"/>
                </a:lnTo>
                <a:lnTo>
                  <a:pt x="345" y="4424"/>
                </a:lnTo>
                <a:lnTo>
                  <a:pt x="345" y="4423"/>
                </a:lnTo>
                <a:lnTo>
                  <a:pt x="344" y="4423"/>
                </a:lnTo>
                <a:lnTo>
                  <a:pt x="343" y="4423"/>
                </a:lnTo>
                <a:lnTo>
                  <a:pt x="342" y="4422"/>
                </a:lnTo>
                <a:lnTo>
                  <a:pt x="341" y="4422"/>
                </a:lnTo>
                <a:lnTo>
                  <a:pt x="341" y="4421"/>
                </a:lnTo>
                <a:lnTo>
                  <a:pt x="340" y="4421"/>
                </a:lnTo>
                <a:lnTo>
                  <a:pt x="339" y="4421"/>
                </a:lnTo>
                <a:lnTo>
                  <a:pt x="339" y="4420"/>
                </a:lnTo>
                <a:lnTo>
                  <a:pt x="338" y="4420"/>
                </a:lnTo>
                <a:lnTo>
                  <a:pt x="337" y="4419"/>
                </a:lnTo>
                <a:lnTo>
                  <a:pt x="336" y="4419"/>
                </a:lnTo>
                <a:lnTo>
                  <a:pt x="335" y="4419"/>
                </a:lnTo>
                <a:lnTo>
                  <a:pt x="335" y="4418"/>
                </a:lnTo>
                <a:lnTo>
                  <a:pt x="334" y="4418"/>
                </a:lnTo>
                <a:lnTo>
                  <a:pt x="333" y="4418"/>
                </a:lnTo>
                <a:lnTo>
                  <a:pt x="333" y="4417"/>
                </a:lnTo>
                <a:lnTo>
                  <a:pt x="332" y="4417"/>
                </a:lnTo>
                <a:lnTo>
                  <a:pt x="331" y="4416"/>
                </a:lnTo>
                <a:lnTo>
                  <a:pt x="330" y="4416"/>
                </a:lnTo>
                <a:lnTo>
                  <a:pt x="329" y="4415"/>
                </a:lnTo>
                <a:lnTo>
                  <a:pt x="328" y="4415"/>
                </a:lnTo>
                <a:lnTo>
                  <a:pt x="327" y="4414"/>
                </a:lnTo>
                <a:lnTo>
                  <a:pt x="326" y="4414"/>
                </a:lnTo>
                <a:lnTo>
                  <a:pt x="325" y="4413"/>
                </a:lnTo>
                <a:lnTo>
                  <a:pt x="324" y="4413"/>
                </a:lnTo>
                <a:lnTo>
                  <a:pt x="323" y="4412"/>
                </a:lnTo>
                <a:lnTo>
                  <a:pt x="322" y="4412"/>
                </a:lnTo>
                <a:lnTo>
                  <a:pt x="322" y="4411"/>
                </a:lnTo>
                <a:lnTo>
                  <a:pt x="321" y="4411"/>
                </a:lnTo>
                <a:lnTo>
                  <a:pt x="320" y="4411"/>
                </a:lnTo>
                <a:lnTo>
                  <a:pt x="319" y="4410"/>
                </a:lnTo>
                <a:lnTo>
                  <a:pt x="318" y="4410"/>
                </a:lnTo>
                <a:lnTo>
                  <a:pt x="318" y="4409"/>
                </a:lnTo>
                <a:lnTo>
                  <a:pt x="317" y="4409"/>
                </a:lnTo>
                <a:lnTo>
                  <a:pt x="316" y="4409"/>
                </a:lnTo>
                <a:lnTo>
                  <a:pt x="316" y="4408"/>
                </a:lnTo>
                <a:lnTo>
                  <a:pt x="315" y="4408"/>
                </a:lnTo>
                <a:lnTo>
                  <a:pt x="314" y="4407"/>
                </a:lnTo>
                <a:lnTo>
                  <a:pt x="313" y="4407"/>
                </a:lnTo>
                <a:lnTo>
                  <a:pt x="312" y="4407"/>
                </a:lnTo>
                <a:lnTo>
                  <a:pt x="312" y="4406"/>
                </a:lnTo>
                <a:lnTo>
                  <a:pt x="311" y="4406"/>
                </a:lnTo>
                <a:lnTo>
                  <a:pt x="310" y="4405"/>
                </a:lnTo>
                <a:lnTo>
                  <a:pt x="309" y="4405"/>
                </a:lnTo>
                <a:lnTo>
                  <a:pt x="308" y="4404"/>
                </a:lnTo>
                <a:lnTo>
                  <a:pt x="307" y="4404"/>
                </a:lnTo>
                <a:lnTo>
                  <a:pt x="306" y="4403"/>
                </a:lnTo>
                <a:lnTo>
                  <a:pt x="305" y="4403"/>
                </a:lnTo>
                <a:lnTo>
                  <a:pt x="304" y="4402"/>
                </a:lnTo>
                <a:lnTo>
                  <a:pt x="303" y="4402"/>
                </a:lnTo>
                <a:lnTo>
                  <a:pt x="302" y="4401"/>
                </a:lnTo>
                <a:lnTo>
                  <a:pt x="301" y="4401"/>
                </a:lnTo>
                <a:lnTo>
                  <a:pt x="301" y="4400"/>
                </a:lnTo>
                <a:lnTo>
                  <a:pt x="300" y="4400"/>
                </a:lnTo>
                <a:lnTo>
                  <a:pt x="299" y="4400"/>
                </a:lnTo>
                <a:lnTo>
                  <a:pt x="299" y="4399"/>
                </a:lnTo>
                <a:lnTo>
                  <a:pt x="298" y="4399"/>
                </a:lnTo>
                <a:lnTo>
                  <a:pt x="297" y="4399"/>
                </a:lnTo>
                <a:lnTo>
                  <a:pt x="296" y="4398"/>
                </a:lnTo>
                <a:lnTo>
                  <a:pt x="295" y="4398"/>
                </a:lnTo>
                <a:lnTo>
                  <a:pt x="295" y="4397"/>
                </a:lnTo>
                <a:lnTo>
                  <a:pt x="294" y="4397"/>
                </a:lnTo>
                <a:lnTo>
                  <a:pt x="293" y="4397"/>
                </a:lnTo>
                <a:lnTo>
                  <a:pt x="293" y="4396"/>
                </a:lnTo>
                <a:lnTo>
                  <a:pt x="292" y="4396"/>
                </a:lnTo>
                <a:lnTo>
                  <a:pt x="291" y="4395"/>
                </a:lnTo>
                <a:lnTo>
                  <a:pt x="290" y="4395"/>
                </a:lnTo>
                <a:lnTo>
                  <a:pt x="289" y="4395"/>
                </a:lnTo>
                <a:lnTo>
                  <a:pt x="289" y="4394"/>
                </a:lnTo>
                <a:lnTo>
                  <a:pt x="288" y="4394"/>
                </a:lnTo>
                <a:lnTo>
                  <a:pt x="287" y="4393"/>
                </a:lnTo>
                <a:lnTo>
                  <a:pt x="286" y="4393"/>
                </a:lnTo>
                <a:lnTo>
                  <a:pt x="285" y="4392"/>
                </a:lnTo>
                <a:lnTo>
                  <a:pt x="284" y="4392"/>
                </a:lnTo>
                <a:lnTo>
                  <a:pt x="284" y="4391"/>
                </a:lnTo>
                <a:lnTo>
                  <a:pt x="283" y="4391"/>
                </a:lnTo>
                <a:lnTo>
                  <a:pt x="282" y="4391"/>
                </a:lnTo>
                <a:lnTo>
                  <a:pt x="281" y="4390"/>
                </a:lnTo>
                <a:lnTo>
                  <a:pt x="280" y="4390"/>
                </a:lnTo>
                <a:lnTo>
                  <a:pt x="279" y="4389"/>
                </a:lnTo>
                <a:lnTo>
                  <a:pt x="278" y="4389"/>
                </a:lnTo>
                <a:lnTo>
                  <a:pt x="278" y="4388"/>
                </a:lnTo>
                <a:lnTo>
                  <a:pt x="277" y="4388"/>
                </a:lnTo>
                <a:lnTo>
                  <a:pt x="276" y="4388"/>
                </a:lnTo>
                <a:lnTo>
                  <a:pt x="276" y="4387"/>
                </a:lnTo>
                <a:lnTo>
                  <a:pt x="275" y="4387"/>
                </a:lnTo>
                <a:lnTo>
                  <a:pt x="274" y="4387"/>
                </a:lnTo>
                <a:lnTo>
                  <a:pt x="274" y="4386"/>
                </a:lnTo>
                <a:lnTo>
                  <a:pt x="273" y="4386"/>
                </a:lnTo>
                <a:lnTo>
                  <a:pt x="272" y="4386"/>
                </a:lnTo>
                <a:lnTo>
                  <a:pt x="272" y="4385"/>
                </a:lnTo>
                <a:lnTo>
                  <a:pt x="271" y="4385"/>
                </a:lnTo>
                <a:lnTo>
                  <a:pt x="270" y="4384"/>
                </a:lnTo>
                <a:lnTo>
                  <a:pt x="269" y="4384"/>
                </a:lnTo>
                <a:lnTo>
                  <a:pt x="268" y="4383"/>
                </a:lnTo>
                <a:lnTo>
                  <a:pt x="267" y="4383"/>
                </a:lnTo>
                <a:lnTo>
                  <a:pt x="266" y="4383"/>
                </a:lnTo>
                <a:lnTo>
                  <a:pt x="266" y="4382"/>
                </a:lnTo>
                <a:lnTo>
                  <a:pt x="265" y="4382"/>
                </a:lnTo>
                <a:lnTo>
                  <a:pt x="264" y="4381"/>
                </a:lnTo>
                <a:lnTo>
                  <a:pt x="263" y="4381"/>
                </a:lnTo>
                <a:lnTo>
                  <a:pt x="262" y="4380"/>
                </a:lnTo>
                <a:lnTo>
                  <a:pt x="261" y="4380"/>
                </a:lnTo>
                <a:lnTo>
                  <a:pt x="261" y="4379"/>
                </a:lnTo>
                <a:lnTo>
                  <a:pt x="260" y="4379"/>
                </a:lnTo>
                <a:lnTo>
                  <a:pt x="259" y="4379"/>
                </a:lnTo>
                <a:lnTo>
                  <a:pt x="258" y="4378"/>
                </a:lnTo>
                <a:lnTo>
                  <a:pt x="257" y="4378"/>
                </a:lnTo>
                <a:lnTo>
                  <a:pt x="256" y="4377"/>
                </a:lnTo>
                <a:lnTo>
                  <a:pt x="255" y="4377"/>
                </a:lnTo>
                <a:lnTo>
                  <a:pt x="255" y="4376"/>
                </a:lnTo>
                <a:lnTo>
                  <a:pt x="254" y="4376"/>
                </a:lnTo>
                <a:lnTo>
                  <a:pt x="253" y="4375"/>
                </a:lnTo>
                <a:lnTo>
                  <a:pt x="252" y="4375"/>
                </a:lnTo>
                <a:lnTo>
                  <a:pt x="251" y="4375"/>
                </a:lnTo>
                <a:lnTo>
                  <a:pt x="251" y="4374"/>
                </a:lnTo>
                <a:lnTo>
                  <a:pt x="250" y="4374"/>
                </a:lnTo>
                <a:lnTo>
                  <a:pt x="249" y="4374"/>
                </a:lnTo>
                <a:lnTo>
                  <a:pt x="249" y="4373"/>
                </a:lnTo>
                <a:lnTo>
                  <a:pt x="248" y="4373"/>
                </a:lnTo>
                <a:lnTo>
                  <a:pt x="247" y="4372"/>
                </a:lnTo>
                <a:lnTo>
                  <a:pt x="246" y="4372"/>
                </a:lnTo>
                <a:lnTo>
                  <a:pt x="245" y="4371"/>
                </a:lnTo>
                <a:lnTo>
                  <a:pt x="244" y="4371"/>
                </a:lnTo>
                <a:lnTo>
                  <a:pt x="243" y="4370"/>
                </a:lnTo>
                <a:lnTo>
                  <a:pt x="242" y="4370"/>
                </a:lnTo>
                <a:lnTo>
                  <a:pt x="241" y="4369"/>
                </a:lnTo>
                <a:lnTo>
                  <a:pt x="240" y="4369"/>
                </a:lnTo>
                <a:lnTo>
                  <a:pt x="239" y="4368"/>
                </a:lnTo>
                <a:lnTo>
                  <a:pt x="238" y="4368"/>
                </a:lnTo>
                <a:lnTo>
                  <a:pt x="238" y="4367"/>
                </a:lnTo>
                <a:lnTo>
                  <a:pt x="237" y="4367"/>
                </a:lnTo>
                <a:lnTo>
                  <a:pt x="236" y="4367"/>
                </a:lnTo>
                <a:lnTo>
                  <a:pt x="235" y="4366"/>
                </a:lnTo>
                <a:lnTo>
                  <a:pt x="234" y="4366"/>
                </a:lnTo>
                <a:lnTo>
                  <a:pt x="234" y="4365"/>
                </a:lnTo>
                <a:lnTo>
                  <a:pt x="233" y="4365"/>
                </a:lnTo>
                <a:lnTo>
                  <a:pt x="232" y="4365"/>
                </a:lnTo>
                <a:lnTo>
                  <a:pt x="232" y="4364"/>
                </a:lnTo>
                <a:lnTo>
                  <a:pt x="231" y="4364"/>
                </a:lnTo>
                <a:lnTo>
                  <a:pt x="230" y="4363"/>
                </a:lnTo>
                <a:lnTo>
                  <a:pt x="229" y="4363"/>
                </a:lnTo>
                <a:lnTo>
                  <a:pt x="228" y="4363"/>
                </a:lnTo>
                <a:lnTo>
                  <a:pt x="228" y="4362"/>
                </a:lnTo>
                <a:lnTo>
                  <a:pt x="227" y="4362"/>
                </a:lnTo>
                <a:lnTo>
                  <a:pt x="226" y="4361"/>
                </a:lnTo>
                <a:lnTo>
                  <a:pt x="225" y="4361"/>
                </a:lnTo>
                <a:lnTo>
                  <a:pt x="224" y="4360"/>
                </a:lnTo>
                <a:lnTo>
                  <a:pt x="223" y="4360"/>
                </a:lnTo>
                <a:lnTo>
                  <a:pt x="222" y="4359"/>
                </a:lnTo>
                <a:lnTo>
                  <a:pt x="221" y="4359"/>
                </a:lnTo>
                <a:lnTo>
                  <a:pt x="220" y="4358"/>
                </a:lnTo>
                <a:lnTo>
                  <a:pt x="219" y="4358"/>
                </a:lnTo>
                <a:lnTo>
                  <a:pt x="218" y="4357"/>
                </a:lnTo>
                <a:lnTo>
                  <a:pt x="217" y="4357"/>
                </a:lnTo>
                <a:lnTo>
                  <a:pt x="217" y="4356"/>
                </a:lnTo>
                <a:lnTo>
                  <a:pt x="216" y="4356"/>
                </a:lnTo>
                <a:lnTo>
                  <a:pt x="215" y="4356"/>
                </a:lnTo>
                <a:lnTo>
                  <a:pt x="215" y="4355"/>
                </a:lnTo>
                <a:lnTo>
                  <a:pt x="214" y="4355"/>
                </a:lnTo>
                <a:lnTo>
                  <a:pt x="213" y="4355"/>
                </a:lnTo>
                <a:lnTo>
                  <a:pt x="212" y="4354"/>
                </a:lnTo>
                <a:lnTo>
                  <a:pt x="211" y="4354"/>
                </a:lnTo>
                <a:lnTo>
                  <a:pt x="211" y="4353"/>
                </a:lnTo>
                <a:lnTo>
                  <a:pt x="210" y="4353"/>
                </a:lnTo>
                <a:lnTo>
                  <a:pt x="209" y="4353"/>
                </a:lnTo>
                <a:lnTo>
                  <a:pt x="209" y="4352"/>
                </a:lnTo>
                <a:lnTo>
                  <a:pt x="208" y="4352"/>
                </a:lnTo>
                <a:lnTo>
                  <a:pt x="207" y="4351"/>
                </a:lnTo>
                <a:lnTo>
                  <a:pt x="206" y="4351"/>
                </a:lnTo>
                <a:lnTo>
                  <a:pt x="205" y="4351"/>
                </a:lnTo>
                <a:lnTo>
                  <a:pt x="205" y="4350"/>
                </a:lnTo>
                <a:lnTo>
                  <a:pt x="204" y="4350"/>
                </a:lnTo>
                <a:lnTo>
                  <a:pt x="203" y="4349"/>
                </a:lnTo>
                <a:lnTo>
                  <a:pt x="202" y="4349"/>
                </a:lnTo>
                <a:lnTo>
                  <a:pt x="201" y="4348"/>
                </a:lnTo>
                <a:lnTo>
                  <a:pt x="200" y="4348"/>
                </a:lnTo>
                <a:lnTo>
                  <a:pt x="199" y="4347"/>
                </a:lnTo>
                <a:lnTo>
                  <a:pt x="198" y="4347"/>
                </a:lnTo>
                <a:lnTo>
                  <a:pt x="197" y="4346"/>
                </a:lnTo>
                <a:lnTo>
                  <a:pt x="196" y="4346"/>
                </a:lnTo>
                <a:lnTo>
                  <a:pt x="195" y="4345"/>
                </a:lnTo>
                <a:lnTo>
                  <a:pt x="194" y="4345"/>
                </a:lnTo>
                <a:lnTo>
                  <a:pt x="194" y="4344"/>
                </a:lnTo>
                <a:lnTo>
                  <a:pt x="193" y="4344"/>
                </a:lnTo>
                <a:lnTo>
                  <a:pt x="192" y="4344"/>
                </a:lnTo>
                <a:lnTo>
                  <a:pt x="192" y="4343"/>
                </a:lnTo>
                <a:lnTo>
                  <a:pt x="191" y="4343"/>
                </a:lnTo>
                <a:lnTo>
                  <a:pt x="190" y="4343"/>
                </a:lnTo>
                <a:lnTo>
                  <a:pt x="189" y="4342"/>
                </a:lnTo>
                <a:lnTo>
                  <a:pt x="188" y="4342"/>
                </a:lnTo>
                <a:lnTo>
                  <a:pt x="188" y="4341"/>
                </a:lnTo>
                <a:lnTo>
                  <a:pt x="187" y="4341"/>
                </a:lnTo>
                <a:lnTo>
                  <a:pt x="186" y="4340"/>
                </a:lnTo>
                <a:lnTo>
                  <a:pt x="185" y="4340"/>
                </a:lnTo>
                <a:lnTo>
                  <a:pt x="184" y="4339"/>
                </a:lnTo>
                <a:lnTo>
                  <a:pt x="183" y="4339"/>
                </a:lnTo>
                <a:lnTo>
                  <a:pt x="182" y="4339"/>
                </a:lnTo>
                <a:lnTo>
                  <a:pt x="182" y="4338"/>
                </a:lnTo>
                <a:lnTo>
                  <a:pt x="181" y="4338"/>
                </a:lnTo>
                <a:lnTo>
                  <a:pt x="180" y="4337"/>
                </a:lnTo>
                <a:lnTo>
                  <a:pt x="179" y="4337"/>
                </a:lnTo>
                <a:lnTo>
                  <a:pt x="178" y="4336"/>
                </a:lnTo>
                <a:lnTo>
                  <a:pt x="177" y="4336"/>
                </a:lnTo>
                <a:lnTo>
                  <a:pt x="177" y="4335"/>
                </a:lnTo>
                <a:lnTo>
                  <a:pt x="176" y="4335"/>
                </a:lnTo>
                <a:lnTo>
                  <a:pt x="175" y="4335"/>
                </a:lnTo>
                <a:lnTo>
                  <a:pt x="174" y="4334"/>
                </a:lnTo>
                <a:lnTo>
                  <a:pt x="173" y="4334"/>
                </a:lnTo>
                <a:lnTo>
                  <a:pt x="172" y="4333"/>
                </a:lnTo>
                <a:lnTo>
                  <a:pt x="171" y="4333"/>
                </a:lnTo>
                <a:lnTo>
                  <a:pt x="171" y="4332"/>
                </a:lnTo>
                <a:lnTo>
                  <a:pt x="170" y="4332"/>
                </a:lnTo>
                <a:lnTo>
                  <a:pt x="169" y="4332"/>
                </a:lnTo>
                <a:lnTo>
                  <a:pt x="169" y="4331"/>
                </a:lnTo>
                <a:lnTo>
                  <a:pt x="168" y="4331"/>
                </a:lnTo>
                <a:lnTo>
                  <a:pt x="167" y="4331"/>
                </a:lnTo>
                <a:lnTo>
                  <a:pt x="167" y="4330"/>
                </a:lnTo>
                <a:lnTo>
                  <a:pt x="166" y="4330"/>
                </a:lnTo>
                <a:lnTo>
                  <a:pt x="165" y="4330"/>
                </a:lnTo>
                <a:lnTo>
                  <a:pt x="165" y="4329"/>
                </a:lnTo>
                <a:lnTo>
                  <a:pt x="164" y="4329"/>
                </a:lnTo>
                <a:lnTo>
                  <a:pt x="163" y="4328"/>
                </a:lnTo>
                <a:lnTo>
                  <a:pt x="162" y="4328"/>
                </a:lnTo>
                <a:lnTo>
                  <a:pt x="161" y="4327"/>
                </a:lnTo>
                <a:lnTo>
                  <a:pt x="160" y="4327"/>
                </a:lnTo>
                <a:lnTo>
                  <a:pt x="159" y="4326"/>
                </a:lnTo>
                <a:lnTo>
                  <a:pt x="158" y="4326"/>
                </a:lnTo>
                <a:lnTo>
                  <a:pt x="157" y="4325"/>
                </a:lnTo>
                <a:lnTo>
                  <a:pt x="156" y="4325"/>
                </a:lnTo>
                <a:lnTo>
                  <a:pt x="155" y="4324"/>
                </a:lnTo>
                <a:lnTo>
                  <a:pt x="154" y="4324"/>
                </a:lnTo>
                <a:lnTo>
                  <a:pt x="154" y="4323"/>
                </a:lnTo>
                <a:lnTo>
                  <a:pt x="153" y="4323"/>
                </a:lnTo>
                <a:lnTo>
                  <a:pt x="152" y="4323"/>
                </a:lnTo>
                <a:lnTo>
                  <a:pt x="151" y="4322"/>
                </a:lnTo>
                <a:lnTo>
                  <a:pt x="150" y="4322"/>
                </a:lnTo>
                <a:lnTo>
                  <a:pt x="150" y="4321"/>
                </a:lnTo>
                <a:lnTo>
                  <a:pt x="149" y="4321"/>
                </a:lnTo>
                <a:lnTo>
                  <a:pt x="148" y="4321"/>
                </a:lnTo>
                <a:lnTo>
                  <a:pt x="148" y="4320"/>
                </a:lnTo>
                <a:lnTo>
                  <a:pt x="147" y="4320"/>
                </a:lnTo>
                <a:lnTo>
                  <a:pt x="146" y="4319"/>
                </a:lnTo>
                <a:lnTo>
                  <a:pt x="145" y="4319"/>
                </a:lnTo>
                <a:lnTo>
                  <a:pt x="144" y="4319"/>
                </a:lnTo>
                <a:lnTo>
                  <a:pt x="144" y="4318"/>
                </a:lnTo>
                <a:lnTo>
                  <a:pt x="143" y="4318"/>
                </a:lnTo>
                <a:lnTo>
                  <a:pt x="142" y="4318"/>
                </a:lnTo>
                <a:lnTo>
                  <a:pt x="142" y="4317"/>
                </a:lnTo>
                <a:lnTo>
                  <a:pt x="141" y="4317"/>
                </a:lnTo>
                <a:lnTo>
                  <a:pt x="140" y="4316"/>
                </a:lnTo>
                <a:lnTo>
                  <a:pt x="139" y="4316"/>
                </a:lnTo>
                <a:lnTo>
                  <a:pt x="138" y="4315"/>
                </a:lnTo>
                <a:lnTo>
                  <a:pt x="137" y="4315"/>
                </a:lnTo>
                <a:lnTo>
                  <a:pt x="136" y="4314"/>
                </a:lnTo>
                <a:lnTo>
                  <a:pt x="135" y="4314"/>
                </a:lnTo>
                <a:lnTo>
                  <a:pt x="134" y="4313"/>
                </a:lnTo>
                <a:lnTo>
                  <a:pt x="133" y="4313"/>
                </a:lnTo>
                <a:lnTo>
                  <a:pt x="132" y="4312"/>
                </a:lnTo>
                <a:lnTo>
                  <a:pt x="131" y="4312"/>
                </a:lnTo>
                <a:lnTo>
                  <a:pt x="131" y="4311"/>
                </a:lnTo>
                <a:lnTo>
                  <a:pt x="130" y="4311"/>
                </a:lnTo>
                <a:lnTo>
                  <a:pt x="129" y="4311"/>
                </a:lnTo>
                <a:lnTo>
                  <a:pt x="128" y="4310"/>
                </a:lnTo>
                <a:lnTo>
                  <a:pt x="127" y="4310"/>
                </a:lnTo>
                <a:lnTo>
                  <a:pt x="127" y="4309"/>
                </a:lnTo>
                <a:lnTo>
                  <a:pt x="126" y="4309"/>
                </a:lnTo>
                <a:lnTo>
                  <a:pt x="125" y="4309"/>
                </a:lnTo>
                <a:lnTo>
                  <a:pt x="125" y="4308"/>
                </a:lnTo>
                <a:lnTo>
                  <a:pt x="124" y="4308"/>
                </a:lnTo>
                <a:lnTo>
                  <a:pt x="123" y="4307"/>
                </a:lnTo>
                <a:lnTo>
                  <a:pt x="122" y="4307"/>
                </a:lnTo>
                <a:lnTo>
                  <a:pt x="121" y="4307"/>
                </a:lnTo>
                <a:lnTo>
                  <a:pt x="121" y="4306"/>
                </a:lnTo>
                <a:lnTo>
                  <a:pt x="120" y="4306"/>
                </a:lnTo>
                <a:lnTo>
                  <a:pt x="119" y="4305"/>
                </a:lnTo>
                <a:lnTo>
                  <a:pt x="118" y="4305"/>
                </a:lnTo>
                <a:lnTo>
                  <a:pt x="117" y="4304"/>
                </a:lnTo>
                <a:lnTo>
                  <a:pt x="116" y="4304"/>
                </a:lnTo>
                <a:lnTo>
                  <a:pt x="115" y="4303"/>
                </a:lnTo>
                <a:lnTo>
                  <a:pt x="114" y="4303"/>
                </a:lnTo>
                <a:lnTo>
                  <a:pt x="113" y="4302"/>
                </a:lnTo>
                <a:lnTo>
                  <a:pt x="112" y="4302"/>
                </a:lnTo>
                <a:lnTo>
                  <a:pt x="111" y="4301"/>
                </a:lnTo>
                <a:lnTo>
                  <a:pt x="110" y="4301"/>
                </a:lnTo>
                <a:lnTo>
                  <a:pt x="110" y="4300"/>
                </a:lnTo>
                <a:lnTo>
                  <a:pt x="109" y="4300"/>
                </a:lnTo>
                <a:lnTo>
                  <a:pt x="108" y="4300"/>
                </a:lnTo>
                <a:lnTo>
                  <a:pt x="108" y="4299"/>
                </a:lnTo>
                <a:lnTo>
                  <a:pt x="107" y="4299"/>
                </a:lnTo>
                <a:lnTo>
                  <a:pt x="106" y="4299"/>
                </a:lnTo>
                <a:lnTo>
                  <a:pt x="105" y="4298"/>
                </a:lnTo>
                <a:lnTo>
                  <a:pt x="104" y="4298"/>
                </a:lnTo>
                <a:lnTo>
                  <a:pt x="104" y="4297"/>
                </a:lnTo>
                <a:lnTo>
                  <a:pt x="103" y="4297"/>
                </a:lnTo>
                <a:lnTo>
                  <a:pt x="102" y="4296"/>
                </a:lnTo>
                <a:lnTo>
                  <a:pt x="101" y="4296"/>
                </a:lnTo>
                <a:lnTo>
                  <a:pt x="100" y="4295"/>
                </a:lnTo>
                <a:lnTo>
                  <a:pt x="99" y="4295"/>
                </a:lnTo>
                <a:lnTo>
                  <a:pt x="98" y="4295"/>
                </a:lnTo>
                <a:lnTo>
                  <a:pt x="98" y="4294"/>
                </a:lnTo>
                <a:lnTo>
                  <a:pt x="97" y="4294"/>
                </a:lnTo>
                <a:lnTo>
                  <a:pt x="96" y="4293"/>
                </a:lnTo>
                <a:lnTo>
                  <a:pt x="95" y="4293"/>
                </a:lnTo>
                <a:lnTo>
                  <a:pt x="94" y="4292"/>
                </a:lnTo>
                <a:lnTo>
                  <a:pt x="93" y="4292"/>
                </a:lnTo>
                <a:lnTo>
                  <a:pt x="93" y="4291"/>
                </a:lnTo>
                <a:lnTo>
                  <a:pt x="92" y="4291"/>
                </a:lnTo>
                <a:lnTo>
                  <a:pt x="91" y="4291"/>
                </a:lnTo>
                <a:lnTo>
                  <a:pt x="90" y="4290"/>
                </a:lnTo>
                <a:lnTo>
                  <a:pt x="89" y="4290"/>
                </a:lnTo>
                <a:lnTo>
                  <a:pt x="88" y="4289"/>
                </a:lnTo>
                <a:lnTo>
                  <a:pt x="87" y="4289"/>
                </a:lnTo>
                <a:lnTo>
                  <a:pt x="87" y="4288"/>
                </a:lnTo>
                <a:lnTo>
                  <a:pt x="86" y="4288"/>
                </a:lnTo>
                <a:lnTo>
                  <a:pt x="85" y="4288"/>
                </a:lnTo>
                <a:lnTo>
                  <a:pt x="85" y="4287"/>
                </a:lnTo>
                <a:lnTo>
                  <a:pt x="84" y="4287"/>
                </a:lnTo>
                <a:lnTo>
                  <a:pt x="83" y="4287"/>
                </a:lnTo>
                <a:lnTo>
                  <a:pt x="83" y="4286"/>
                </a:lnTo>
                <a:lnTo>
                  <a:pt x="82" y="4286"/>
                </a:lnTo>
                <a:lnTo>
                  <a:pt x="81" y="4286"/>
                </a:lnTo>
                <a:lnTo>
                  <a:pt x="81" y="4285"/>
                </a:lnTo>
                <a:lnTo>
                  <a:pt x="80" y="4285"/>
                </a:lnTo>
                <a:lnTo>
                  <a:pt x="79" y="4284"/>
                </a:lnTo>
                <a:lnTo>
                  <a:pt x="78" y="4284"/>
                </a:lnTo>
                <a:lnTo>
                  <a:pt x="77" y="4283"/>
                </a:lnTo>
                <a:lnTo>
                  <a:pt x="76" y="4283"/>
                </a:lnTo>
                <a:lnTo>
                  <a:pt x="75" y="4283"/>
                </a:lnTo>
                <a:lnTo>
                  <a:pt x="75" y="4282"/>
                </a:lnTo>
                <a:lnTo>
                  <a:pt x="74" y="4282"/>
                </a:lnTo>
                <a:lnTo>
                  <a:pt x="73" y="4281"/>
                </a:lnTo>
                <a:lnTo>
                  <a:pt x="72" y="4281"/>
                </a:lnTo>
                <a:lnTo>
                  <a:pt x="71" y="4280"/>
                </a:lnTo>
                <a:lnTo>
                  <a:pt x="70" y="4280"/>
                </a:lnTo>
                <a:lnTo>
                  <a:pt x="70" y="4279"/>
                </a:lnTo>
                <a:lnTo>
                  <a:pt x="69" y="4279"/>
                </a:lnTo>
                <a:lnTo>
                  <a:pt x="68" y="4279"/>
                </a:lnTo>
                <a:lnTo>
                  <a:pt x="67" y="4278"/>
                </a:lnTo>
                <a:lnTo>
                  <a:pt x="66" y="4278"/>
                </a:lnTo>
                <a:lnTo>
                  <a:pt x="65" y="4277"/>
                </a:lnTo>
                <a:lnTo>
                  <a:pt x="64" y="4277"/>
                </a:lnTo>
                <a:lnTo>
                  <a:pt x="64" y="4276"/>
                </a:lnTo>
                <a:lnTo>
                  <a:pt x="63" y="4276"/>
                </a:lnTo>
                <a:lnTo>
                  <a:pt x="62" y="4275"/>
                </a:lnTo>
                <a:lnTo>
                  <a:pt x="61" y="4275"/>
                </a:lnTo>
                <a:lnTo>
                  <a:pt x="60" y="4274"/>
                </a:lnTo>
                <a:lnTo>
                  <a:pt x="59" y="4274"/>
                </a:lnTo>
                <a:lnTo>
                  <a:pt x="58" y="4274"/>
                </a:lnTo>
                <a:lnTo>
                  <a:pt x="58" y="4273"/>
                </a:lnTo>
                <a:lnTo>
                  <a:pt x="57" y="4273"/>
                </a:lnTo>
                <a:lnTo>
                  <a:pt x="56" y="4272"/>
                </a:lnTo>
                <a:lnTo>
                  <a:pt x="55" y="4272"/>
                </a:lnTo>
                <a:lnTo>
                  <a:pt x="54" y="4271"/>
                </a:lnTo>
                <a:lnTo>
                  <a:pt x="53" y="4271"/>
                </a:lnTo>
                <a:lnTo>
                  <a:pt x="53" y="4270"/>
                </a:lnTo>
                <a:lnTo>
                  <a:pt x="52" y="4270"/>
                </a:lnTo>
                <a:lnTo>
                  <a:pt x="51" y="4270"/>
                </a:lnTo>
                <a:lnTo>
                  <a:pt x="50" y="4269"/>
                </a:lnTo>
                <a:lnTo>
                  <a:pt x="49" y="4269"/>
                </a:lnTo>
                <a:lnTo>
                  <a:pt x="48" y="4268"/>
                </a:lnTo>
                <a:lnTo>
                  <a:pt x="47" y="4268"/>
                </a:lnTo>
                <a:lnTo>
                  <a:pt x="47" y="4267"/>
                </a:lnTo>
                <a:lnTo>
                  <a:pt x="46" y="4267"/>
                </a:lnTo>
                <a:lnTo>
                  <a:pt x="45" y="4267"/>
                </a:lnTo>
                <a:lnTo>
                  <a:pt x="45" y="4266"/>
                </a:lnTo>
                <a:lnTo>
                  <a:pt x="44" y="4266"/>
                </a:lnTo>
                <a:lnTo>
                  <a:pt x="43" y="4266"/>
                </a:lnTo>
                <a:lnTo>
                  <a:pt x="43" y="4265"/>
                </a:lnTo>
                <a:lnTo>
                  <a:pt x="42" y="4265"/>
                </a:lnTo>
                <a:lnTo>
                  <a:pt x="41" y="4265"/>
                </a:lnTo>
                <a:lnTo>
                  <a:pt x="41" y="4264"/>
                </a:lnTo>
                <a:lnTo>
                  <a:pt x="40" y="4264"/>
                </a:lnTo>
                <a:lnTo>
                  <a:pt x="39" y="4263"/>
                </a:lnTo>
                <a:lnTo>
                  <a:pt x="38" y="4263"/>
                </a:lnTo>
                <a:lnTo>
                  <a:pt x="37" y="4262"/>
                </a:lnTo>
                <a:lnTo>
                  <a:pt x="36" y="4262"/>
                </a:lnTo>
                <a:lnTo>
                  <a:pt x="35" y="4261"/>
                </a:lnTo>
                <a:lnTo>
                  <a:pt x="34" y="4261"/>
                </a:lnTo>
                <a:lnTo>
                  <a:pt x="33" y="4260"/>
                </a:lnTo>
                <a:lnTo>
                  <a:pt x="32" y="4260"/>
                </a:lnTo>
                <a:lnTo>
                  <a:pt x="31" y="4259"/>
                </a:lnTo>
                <a:lnTo>
                  <a:pt x="30" y="4259"/>
                </a:lnTo>
                <a:lnTo>
                  <a:pt x="30" y="4258"/>
                </a:lnTo>
                <a:lnTo>
                  <a:pt x="29" y="4258"/>
                </a:lnTo>
                <a:lnTo>
                  <a:pt x="28" y="4258"/>
                </a:lnTo>
                <a:lnTo>
                  <a:pt x="27" y="4257"/>
                </a:lnTo>
                <a:lnTo>
                  <a:pt x="26" y="4257"/>
                </a:lnTo>
                <a:lnTo>
                  <a:pt x="26" y="4256"/>
                </a:lnTo>
                <a:lnTo>
                  <a:pt x="25" y="4256"/>
                </a:lnTo>
                <a:lnTo>
                  <a:pt x="24" y="4256"/>
                </a:lnTo>
                <a:lnTo>
                  <a:pt x="24" y="4255"/>
                </a:lnTo>
                <a:lnTo>
                  <a:pt x="23" y="4255"/>
                </a:lnTo>
                <a:lnTo>
                  <a:pt x="22" y="4254"/>
                </a:lnTo>
                <a:lnTo>
                  <a:pt x="21" y="4254"/>
                </a:lnTo>
                <a:lnTo>
                  <a:pt x="20" y="4254"/>
                </a:lnTo>
                <a:lnTo>
                  <a:pt x="20" y="4253"/>
                </a:lnTo>
                <a:lnTo>
                  <a:pt x="19" y="4253"/>
                </a:lnTo>
                <a:lnTo>
                  <a:pt x="18" y="4253"/>
                </a:lnTo>
                <a:lnTo>
                  <a:pt x="18" y="4252"/>
                </a:lnTo>
                <a:lnTo>
                  <a:pt x="17" y="4252"/>
                </a:lnTo>
                <a:lnTo>
                  <a:pt x="16" y="4251"/>
                </a:lnTo>
                <a:lnTo>
                  <a:pt x="15" y="4251"/>
                </a:lnTo>
                <a:lnTo>
                  <a:pt x="14" y="4250"/>
                </a:lnTo>
                <a:lnTo>
                  <a:pt x="13" y="4250"/>
                </a:lnTo>
                <a:lnTo>
                  <a:pt x="12" y="4249"/>
                </a:lnTo>
                <a:lnTo>
                  <a:pt x="11" y="4249"/>
                </a:lnTo>
                <a:lnTo>
                  <a:pt x="10" y="4248"/>
                </a:lnTo>
                <a:lnTo>
                  <a:pt x="9" y="4248"/>
                </a:lnTo>
                <a:lnTo>
                  <a:pt x="8" y="4247"/>
                </a:lnTo>
                <a:lnTo>
                  <a:pt x="7" y="4247"/>
                </a:lnTo>
                <a:lnTo>
                  <a:pt x="7" y="4246"/>
                </a:lnTo>
                <a:lnTo>
                  <a:pt x="6" y="4246"/>
                </a:lnTo>
                <a:lnTo>
                  <a:pt x="5" y="4246"/>
                </a:lnTo>
                <a:lnTo>
                  <a:pt x="4" y="4245"/>
                </a:lnTo>
                <a:lnTo>
                  <a:pt x="3" y="4245"/>
                </a:lnTo>
                <a:lnTo>
                  <a:pt x="3" y="4244"/>
                </a:lnTo>
                <a:lnTo>
                  <a:pt x="2" y="4244"/>
                </a:lnTo>
                <a:lnTo>
                  <a:pt x="1" y="4244"/>
                </a:lnTo>
                <a:lnTo>
                  <a:pt x="1" y="4243"/>
                </a:lnTo>
                <a:lnTo>
                  <a:pt x="0" y="4243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595" name=""/>
          <p:cNvSpPr/>
          <p:nvPr/>
        </p:nvSpPr>
        <p:spPr>
          <a:xfrm>
            <a:off x="1037880" y="4607280"/>
            <a:ext cx="4831920" cy="1617840"/>
          </a:xfrm>
          <a:custGeom>
            <a:avLst/>
            <a:gdLst/>
            <a:ahLst/>
            <a:rect l="0" t="0" r="r" b="b"/>
            <a:pathLst>
              <a:path fill="none" w="13422" h="4494">
                <a:moveTo>
                  <a:pt x="0" y="4243"/>
                </a:moveTo>
                <a:lnTo>
                  <a:pt x="479" y="4494"/>
                </a:lnTo>
                <a:lnTo>
                  <a:pt x="480" y="4344"/>
                </a:lnTo>
                <a:lnTo>
                  <a:pt x="483" y="4346"/>
                </a:lnTo>
                <a:lnTo>
                  <a:pt x="560" y="4386"/>
                </a:lnTo>
                <a:lnTo>
                  <a:pt x="561" y="4251"/>
                </a:lnTo>
                <a:lnTo>
                  <a:pt x="564" y="4253"/>
                </a:lnTo>
                <a:lnTo>
                  <a:pt x="640" y="4292"/>
                </a:lnTo>
                <a:lnTo>
                  <a:pt x="641" y="4168"/>
                </a:lnTo>
                <a:lnTo>
                  <a:pt x="644" y="4170"/>
                </a:lnTo>
                <a:lnTo>
                  <a:pt x="835" y="4270"/>
                </a:lnTo>
                <a:lnTo>
                  <a:pt x="836" y="4164"/>
                </a:lnTo>
                <a:lnTo>
                  <a:pt x="839" y="4166"/>
                </a:lnTo>
                <a:lnTo>
                  <a:pt x="882" y="4188"/>
                </a:lnTo>
                <a:lnTo>
                  <a:pt x="883" y="4086"/>
                </a:lnTo>
                <a:lnTo>
                  <a:pt x="886" y="4088"/>
                </a:lnTo>
                <a:lnTo>
                  <a:pt x="892" y="4091"/>
                </a:lnTo>
                <a:lnTo>
                  <a:pt x="895" y="3890"/>
                </a:lnTo>
                <a:lnTo>
                  <a:pt x="896" y="3891"/>
                </a:lnTo>
                <a:lnTo>
                  <a:pt x="920" y="3903"/>
                </a:lnTo>
                <a:lnTo>
                  <a:pt x="921" y="3804"/>
                </a:lnTo>
                <a:lnTo>
                  <a:pt x="924" y="3806"/>
                </a:lnTo>
                <a:lnTo>
                  <a:pt x="1065" y="3880"/>
                </a:lnTo>
                <a:lnTo>
                  <a:pt x="1066" y="3790"/>
                </a:lnTo>
                <a:lnTo>
                  <a:pt x="1069" y="3792"/>
                </a:lnTo>
                <a:lnTo>
                  <a:pt x="1146" y="3832"/>
                </a:lnTo>
                <a:lnTo>
                  <a:pt x="1147" y="3747"/>
                </a:lnTo>
                <a:lnTo>
                  <a:pt x="1150" y="3749"/>
                </a:lnTo>
                <a:lnTo>
                  <a:pt x="1223" y="3787"/>
                </a:lnTo>
                <a:lnTo>
                  <a:pt x="1224" y="3706"/>
                </a:lnTo>
                <a:lnTo>
                  <a:pt x="1227" y="3708"/>
                </a:lnTo>
                <a:lnTo>
                  <a:pt x="1272" y="3732"/>
                </a:lnTo>
                <a:lnTo>
                  <a:pt x="1273" y="3654"/>
                </a:lnTo>
                <a:lnTo>
                  <a:pt x="1276" y="3655"/>
                </a:lnTo>
                <a:lnTo>
                  <a:pt x="1287" y="3661"/>
                </a:lnTo>
                <a:lnTo>
                  <a:pt x="1287" y="3584"/>
                </a:lnTo>
                <a:lnTo>
                  <a:pt x="1291" y="3586"/>
                </a:lnTo>
                <a:lnTo>
                  <a:pt x="1358" y="3621"/>
                </a:lnTo>
                <a:lnTo>
                  <a:pt x="1358" y="3547"/>
                </a:lnTo>
                <a:lnTo>
                  <a:pt x="1362" y="3549"/>
                </a:lnTo>
                <a:lnTo>
                  <a:pt x="1364" y="3550"/>
                </a:lnTo>
                <a:lnTo>
                  <a:pt x="1365" y="3477"/>
                </a:lnTo>
                <a:lnTo>
                  <a:pt x="1368" y="3479"/>
                </a:lnTo>
                <a:lnTo>
                  <a:pt x="1390" y="3490"/>
                </a:lnTo>
                <a:lnTo>
                  <a:pt x="1391" y="3418"/>
                </a:lnTo>
                <a:lnTo>
                  <a:pt x="1394" y="3420"/>
                </a:lnTo>
                <a:lnTo>
                  <a:pt x="1491" y="3471"/>
                </a:lnTo>
                <a:lnTo>
                  <a:pt x="1492" y="3402"/>
                </a:lnTo>
                <a:lnTo>
                  <a:pt x="1495" y="3404"/>
                </a:lnTo>
                <a:lnTo>
                  <a:pt x="1501" y="3407"/>
                </a:lnTo>
                <a:lnTo>
                  <a:pt x="1501" y="3338"/>
                </a:lnTo>
                <a:lnTo>
                  <a:pt x="1505" y="3340"/>
                </a:lnTo>
                <a:lnTo>
                  <a:pt x="1606" y="3394"/>
                </a:lnTo>
                <a:lnTo>
                  <a:pt x="1611" y="3266"/>
                </a:lnTo>
                <a:lnTo>
                  <a:pt x="1628" y="3275"/>
                </a:lnTo>
                <a:lnTo>
                  <a:pt x="1628" y="3211"/>
                </a:lnTo>
                <a:lnTo>
                  <a:pt x="1632" y="3213"/>
                </a:lnTo>
                <a:lnTo>
                  <a:pt x="1649" y="3222"/>
                </a:lnTo>
                <a:lnTo>
                  <a:pt x="1649" y="3158"/>
                </a:lnTo>
                <a:lnTo>
                  <a:pt x="1653" y="3160"/>
                </a:lnTo>
                <a:lnTo>
                  <a:pt x="1670" y="3169"/>
                </a:lnTo>
                <a:lnTo>
                  <a:pt x="1670" y="3107"/>
                </a:lnTo>
                <a:lnTo>
                  <a:pt x="1674" y="3108"/>
                </a:lnTo>
                <a:lnTo>
                  <a:pt x="1679" y="3111"/>
                </a:lnTo>
                <a:lnTo>
                  <a:pt x="1679" y="3049"/>
                </a:lnTo>
                <a:lnTo>
                  <a:pt x="1683" y="3050"/>
                </a:lnTo>
                <a:lnTo>
                  <a:pt x="1706" y="3062"/>
                </a:lnTo>
                <a:lnTo>
                  <a:pt x="1706" y="3001"/>
                </a:lnTo>
                <a:lnTo>
                  <a:pt x="1710" y="3003"/>
                </a:lnTo>
                <a:lnTo>
                  <a:pt x="1752" y="3025"/>
                </a:lnTo>
                <a:lnTo>
                  <a:pt x="1755" y="2904"/>
                </a:lnTo>
                <a:lnTo>
                  <a:pt x="1757" y="2905"/>
                </a:lnTo>
                <a:lnTo>
                  <a:pt x="1802" y="2930"/>
                </a:lnTo>
                <a:lnTo>
                  <a:pt x="1803" y="2870"/>
                </a:lnTo>
                <a:lnTo>
                  <a:pt x="1806" y="2872"/>
                </a:lnTo>
                <a:lnTo>
                  <a:pt x="1809" y="2873"/>
                </a:lnTo>
                <a:lnTo>
                  <a:pt x="1810" y="2814"/>
                </a:lnTo>
                <a:lnTo>
                  <a:pt x="1813" y="2816"/>
                </a:lnTo>
                <a:lnTo>
                  <a:pt x="1841" y="2831"/>
                </a:lnTo>
                <a:lnTo>
                  <a:pt x="1842" y="2773"/>
                </a:lnTo>
                <a:lnTo>
                  <a:pt x="1846" y="2775"/>
                </a:lnTo>
                <a:lnTo>
                  <a:pt x="1860" y="2783"/>
                </a:lnTo>
                <a:lnTo>
                  <a:pt x="1861" y="2726"/>
                </a:lnTo>
                <a:lnTo>
                  <a:pt x="1864" y="2728"/>
                </a:lnTo>
                <a:lnTo>
                  <a:pt x="1870" y="2731"/>
                </a:lnTo>
                <a:lnTo>
                  <a:pt x="1871" y="2674"/>
                </a:lnTo>
                <a:lnTo>
                  <a:pt x="1874" y="2675"/>
                </a:lnTo>
                <a:lnTo>
                  <a:pt x="1902" y="2690"/>
                </a:lnTo>
                <a:lnTo>
                  <a:pt x="1903" y="2634"/>
                </a:lnTo>
                <a:lnTo>
                  <a:pt x="1906" y="2636"/>
                </a:lnTo>
                <a:lnTo>
                  <a:pt x="1966" y="2667"/>
                </a:lnTo>
                <a:lnTo>
                  <a:pt x="1967" y="2613"/>
                </a:lnTo>
                <a:lnTo>
                  <a:pt x="1970" y="2615"/>
                </a:lnTo>
                <a:lnTo>
                  <a:pt x="1983" y="2622"/>
                </a:lnTo>
                <a:lnTo>
                  <a:pt x="1985" y="2514"/>
                </a:lnTo>
                <a:lnTo>
                  <a:pt x="1988" y="2516"/>
                </a:lnTo>
                <a:lnTo>
                  <a:pt x="2099" y="2575"/>
                </a:lnTo>
                <a:lnTo>
                  <a:pt x="2100" y="2523"/>
                </a:lnTo>
                <a:lnTo>
                  <a:pt x="2104" y="2525"/>
                </a:lnTo>
                <a:lnTo>
                  <a:pt x="2161" y="2555"/>
                </a:lnTo>
                <a:lnTo>
                  <a:pt x="2161" y="2505"/>
                </a:lnTo>
                <a:lnTo>
                  <a:pt x="2165" y="2507"/>
                </a:lnTo>
                <a:lnTo>
                  <a:pt x="2194" y="2523"/>
                </a:lnTo>
                <a:lnTo>
                  <a:pt x="2195" y="2474"/>
                </a:lnTo>
                <a:lnTo>
                  <a:pt x="2198" y="2475"/>
                </a:lnTo>
                <a:lnTo>
                  <a:pt x="2201" y="2477"/>
                </a:lnTo>
                <a:lnTo>
                  <a:pt x="2204" y="2380"/>
                </a:lnTo>
                <a:lnTo>
                  <a:pt x="2206" y="2381"/>
                </a:lnTo>
                <a:lnTo>
                  <a:pt x="2211" y="2384"/>
                </a:lnTo>
                <a:lnTo>
                  <a:pt x="2215" y="2288"/>
                </a:lnTo>
                <a:lnTo>
                  <a:pt x="2233" y="2298"/>
                </a:lnTo>
                <a:lnTo>
                  <a:pt x="2234" y="2250"/>
                </a:lnTo>
                <a:lnTo>
                  <a:pt x="2238" y="2252"/>
                </a:lnTo>
                <a:lnTo>
                  <a:pt x="2283" y="2275"/>
                </a:lnTo>
                <a:lnTo>
                  <a:pt x="2283" y="2228"/>
                </a:lnTo>
                <a:lnTo>
                  <a:pt x="2287" y="2230"/>
                </a:lnTo>
                <a:lnTo>
                  <a:pt x="2289" y="2231"/>
                </a:lnTo>
                <a:lnTo>
                  <a:pt x="2290" y="2184"/>
                </a:lnTo>
                <a:lnTo>
                  <a:pt x="2293" y="2186"/>
                </a:lnTo>
                <a:lnTo>
                  <a:pt x="2314" y="2197"/>
                </a:lnTo>
                <a:lnTo>
                  <a:pt x="2315" y="2150"/>
                </a:lnTo>
                <a:lnTo>
                  <a:pt x="2318" y="2152"/>
                </a:lnTo>
                <a:lnTo>
                  <a:pt x="2350" y="2169"/>
                </a:lnTo>
                <a:lnTo>
                  <a:pt x="2350" y="2123"/>
                </a:lnTo>
                <a:lnTo>
                  <a:pt x="2354" y="2125"/>
                </a:lnTo>
                <a:lnTo>
                  <a:pt x="2378" y="2137"/>
                </a:lnTo>
                <a:lnTo>
                  <a:pt x="2382" y="2048"/>
                </a:lnTo>
                <a:lnTo>
                  <a:pt x="2383" y="2048"/>
                </a:lnTo>
                <a:lnTo>
                  <a:pt x="2390" y="2052"/>
                </a:lnTo>
                <a:lnTo>
                  <a:pt x="2390" y="2007"/>
                </a:lnTo>
                <a:lnTo>
                  <a:pt x="2394" y="2009"/>
                </a:lnTo>
                <a:lnTo>
                  <a:pt x="2399" y="2011"/>
                </a:lnTo>
                <a:lnTo>
                  <a:pt x="2399" y="1966"/>
                </a:lnTo>
                <a:lnTo>
                  <a:pt x="2403" y="1968"/>
                </a:lnTo>
                <a:lnTo>
                  <a:pt x="2416" y="1975"/>
                </a:lnTo>
                <a:lnTo>
                  <a:pt x="2417" y="1930"/>
                </a:lnTo>
                <a:lnTo>
                  <a:pt x="2420" y="1932"/>
                </a:lnTo>
                <a:lnTo>
                  <a:pt x="2434" y="1940"/>
                </a:lnTo>
                <a:lnTo>
                  <a:pt x="2435" y="1895"/>
                </a:lnTo>
                <a:lnTo>
                  <a:pt x="2439" y="1897"/>
                </a:lnTo>
                <a:lnTo>
                  <a:pt x="2453" y="1905"/>
                </a:lnTo>
                <a:lnTo>
                  <a:pt x="2457" y="1818"/>
                </a:lnTo>
                <a:lnTo>
                  <a:pt x="2458" y="1819"/>
                </a:lnTo>
                <a:lnTo>
                  <a:pt x="2459" y="1819"/>
                </a:lnTo>
                <a:lnTo>
                  <a:pt x="2460" y="1775"/>
                </a:lnTo>
                <a:lnTo>
                  <a:pt x="2463" y="1777"/>
                </a:lnTo>
                <a:lnTo>
                  <a:pt x="2465" y="1778"/>
                </a:lnTo>
                <a:lnTo>
                  <a:pt x="2466" y="1734"/>
                </a:lnTo>
                <a:lnTo>
                  <a:pt x="2469" y="1736"/>
                </a:lnTo>
                <a:lnTo>
                  <a:pt x="2489" y="1747"/>
                </a:lnTo>
                <a:lnTo>
                  <a:pt x="2490" y="1703"/>
                </a:lnTo>
                <a:lnTo>
                  <a:pt x="2493" y="1705"/>
                </a:lnTo>
                <a:lnTo>
                  <a:pt x="2510" y="1714"/>
                </a:lnTo>
                <a:lnTo>
                  <a:pt x="2510" y="1671"/>
                </a:lnTo>
                <a:lnTo>
                  <a:pt x="2514" y="1672"/>
                </a:lnTo>
                <a:lnTo>
                  <a:pt x="2530" y="1681"/>
                </a:lnTo>
                <a:lnTo>
                  <a:pt x="2531" y="1596"/>
                </a:lnTo>
                <a:lnTo>
                  <a:pt x="2534" y="1598"/>
                </a:lnTo>
                <a:lnTo>
                  <a:pt x="2537" y="1599"/>
                </a:lnTo>
                <a:lnTo>
                  <a:pt x="2538" y="1557"/>
                </a:lnTo>
                <a:lnTo>
                  <a:pt x="2541" y="1559"/>
                </a:lnTo>
                <a:lnTo>
                  <a:pt x="2595" y="1587"/>
                </a:lnTo>
                <a:lnTo>
                  <a:pt x="2595" y="1545"/>
                </a:lnTo>
                <a:lnTo>
                  <a:pt x="2599" y="1547"/>
                </a:lnTo>
                <a:lnTo>
                  <a:pt x="2603" y="1549"/>
                </a:lnTo>
                <a:lnTo>
                  <a:pt x="2603" y="1508"/>
                </a:lnTo>
                <a:lnTo>
                  <a:pt x="2607" y="1510"/>
                </a:lnTo>
                <a:lnTo>
                  <a:pt x="2615" y="1514"/>
                </a:lnTo>
                <a:lnTo>
                  <a:pt x="2616" y="1473"/>
                </a:lnTo>
                <a:lnTo>
                  <a:pt x="2620" y="1475"/>
                </a:lnTo>
                <a:lnTo>
                  <a:pt x="2625" y="1478"/>
                </a:lnTo>
                <a:lnTo>
                  <a:pt x="2626" y="1437"/>
                </a:lnTo>
                <a:lnTo>
                  <a:pt x="2630" y="1439"/>
                </a:lnTo>
                <a:lnTo>
                  <a:pt x="2631" y="1440"/>
                </a:lnTo>
                <a:lnTo>
                  <a:pt x="2631" y="1399"/>
                </a:lnTo>
                <a:lnTo>
                  <a:pt x="2635" y="1401"/>
                </a:lnTo>
                <a:lnTo>
                  <a:pt x="2654" y="1411"/>
                </a:lnTo>
                <a:lnTo>
                  <a:pt x="2655" y="1370"/>
                </a:lnTo>
                <a:lnTo>
                  <a:pt x="2658" y="1372"/>
                </a:lnTo>
                <a:lnTo>
                  <a:pt x="2666" y="1376"/>
                </a:lnTo>
                <a:lnTo>
                  <a:pt x="2667" y="1336"/>
                </a:lnTo>
                <a:lnTo>
                  <a:pt x="2670" y="1338"/>
                </a:lnTo>
                <a:lnTo>
                  <a:pt x="2671" y="1339"/>
                </a:lnTo>
                <a:lnTo>
                  <a:pt x="2674" y="1259"/>
                </a:lnTo>
                <a:lnTo>
                  <a:pt x="2676" y="1260"/>
                </a:lnTo>
                <a:lnTo>
                  <a:pt x="2685" y="1265"/>
                </a:lnTo>
                <a:lnTo>
                  <a:pt x="2685" y="1225"/>
                </a:lnTo>
                <a:lnTo>
                  <a:pt x="2689" y="1227"/>
                </a:lnTo>
                <a:lnTo>
                  <a:pt x="2690" y="1227"/>
                </a:lnTo>
                <a:lnTo>
                  <a:pt x="2691" y="1188"/>
                </a:lnTo>
                <a:lnTo>
                  <a:pt x="2694" y="1189"/>
                </a:lnTo>
                <a:lnTo>
                  <a:pt x="2720" y="1203"/>
                </a:lnTo>
                <a:lnTo>
                  <a:pt x="2721" y="1164"/>
                </a:lnTo>
                <a:lnTo>
                  <a:pt x="2724" y="1165"/>
                </a:lnTo>
                <a:lnTo>
                  <a:pt x="2725" y="1166"/>
                </a:lnTo>
                <a:lnTo>
                  <a:pt x="2726" y="1127"/>
                </a:lnTo>
                <a:lnTo>
                  <a:pt x="2729" y="1129"/>
                </a:lnTo>
                <a:lnTo>
                  <a:pt x="2748" y="1138"/>
                </a:lnTo>
                <a:lnTo>
                  <a:pt x="2749" y="1061"/>
                </a:lnTo>
                <a:lnTo>
                  <a:pt x="2752" y="1062"/>
                </a:lnTo>
                <a:lnTo>
                  <a:pt x="2768" y="1070"/>
                </a:lnTo>
                <a:lnTo>
                  <a:pt x="2768" y="1032"/>
                </a:lnTo>
                <a:lnTo>
                  <a:pt x="2772" y="1034"/>
                </a:lnTo>
                <a:lnTo>
                  <a:pt x="2818" y="1058"/>
                </a:lnTo>
                <a:lnTo>
                  <a:pt x="2818" y="1020"/>
                </a:lnTo>
                <a:lnTo>
                  <a:pt x="2822" y="1022"/>
                </a:lnTo>
                <a:lnTo>
                  <a:pt x="2833" y="1027"/>
                </a:lnTo>
                <a:lnTo>
                  <a:pt x="2835" y="953"/>
                </a:lnTo>
                <a:lnTo>
                  <a:pt x="2838" y="954"/>
                </a:lnTo>
                <a:lnTo>
                  <a:pt x="2855" y="963"/>
                </a:lnTo>
                <a:lnTo>
                  <a:pt x="2855" y="926"/>
                </a:lnTo>
                <a:lnTo>
                  <a:pt x="2859" y="928"/>
                </a:lnTo>
                <a:lnTo>
                  <a:pt x="2863" y="930"/>
                </a:lnTo>
                <a:lnTo>
                  <a:pt x="2863" y="892"/>
                </a:lnTo>
                <a:lnTo>
                  <a:pt x="2867" y="894"/>
                </a:lnTo>
                <a:lnTo>
                  <a:pt x="2873" y="897"/>
                </a:lnTo>
                <a:lnTo>
                  <a:pt x="2878" y="788"/>
                </a:lnTo>
                <a:lnTo>
                  <a:pt x="2910" y="805"/>
                </a:lnTo>
                <a:lnTo>
                  <a:pt x="2911" y="769"/>
                </a:lnTo>
                <a:lnTo>
                  <a:pt x="2915" y="771"/>
                </a:lnTo>
                <a:lnTo>
                  <a:pt x="2916" y="771"/>
                </a:lnTo>
                <a:lnTo>
                  <a:pt x="2916" y="735"/>
                </a:lnTo>
                <a:lnTo>
                  <a:pt x="2920" y="737"/>
                </a:lnTo>
                <a:lnTo>
                  <a:pt x="2973" y="765"/>
                </a:lnTo>
                <a:lnTo>
                  <a:pt x="2974" y="730"/>
                </a:lnTo>
                <a:lnTo>
                  <a:pt x="2977" y="732"/>
                </a:lnTo>
                <a:lnTo>
                  <a:pt x="2998" y="743"/>
                </a:lnTo>
                <a:lnTo>
                  <a:pt x="2999" y="708"/>
                </a:lnTo>
                <a:lnTo>
                  <a:pt x="3002" y="710"/>
                </a:lnTo>
                <a:lnTo>
                  <a:pt x="3016" y="717"/>
                </a:lnTo>
                <a:lnTo>
                  <a:pt x="3019" y="650"/>
                </a:lnTo>
                <a:lnTo>
                  <a:pt x="3020" y="650"/>
                </a:lnTo>
                <a:lnTo>
                  <a:pt x="3071" y="677"/>
                </a:lnTo>
                <a:lnTo>
                  <a:pt x="3071" y="643"/>
                </a:lnTo>
                <a:lnTo>
                  <a:pt x="3075" y="645"/>
                </a:lnTo>
                <a:lnTo>
                  <a:pt x="3083" y="649"/>
                </a:lnTo>
                <a:lnTo>
                  <a:pt x="3083" y="616"/>
                </a:lnTo>
                <a:lnTo>
                  <a:pt x="3087" y="618"/>
                </a:lnTo>
                <a:lnTo>
                  <a:pt x="3101" y="625"/>
                </a:lnTo>
                <a:lnTo>
                  <a:pt x="3101" y="592"/>
                </a:lnTo>
                <a:lnTo>
                  <a:pt x="3105" y="594"/>
                </a:lnTo>
                <a:lnTo>
                  <a:pt x="3106" y="595"/>
                </a:lnTo>
                <a:lnTo>
                  <a:pt x="3107" y="529"/>
                </a:lnTo>
                <a:lnTo>
                  <a:pt x="3111" y="530"/>
                </a:lnTo>
                <a:lnTo>
                  <a:pt x="3114" y="532"/>
                </a:lnTo>
                <a:lnTo>
                  <a:pt x="3115" y="499"/>
                </a:lnTo>
                <a:lnTo>
                  <a:pt x="3119" y="501"/>
                </a:lnTo>
                <a:lnTo>
                  <a:pt x="3130" y="507"/>
                </a:lnTo>
                <a:lnTo>
                  <a:pt x="3131" y="475"/>
                </a:lnTo>
                <a:lnTo>
                  <a:pt x="3134" y="477"/>
                </a:lnTo>
                <a:lnTo>
                  <a:pt x="3169" y="495"/>
                </a:lnTo>
                <a:lnTo>
                  <a:pt x="3170" y="463"/>
                </a:lnTo>
                <a:lnTo>
                  <a:pt x="3173" y="464"/>
                </a:lnTo>
                <a:lnTo>
                  <a:pt x="3189" y="473"/>
                </a:lnTo>
                <a:lnTo>
                  <a:pt x="3191" y="409"/>
                </a:lnTo>
                <a:lnTo>
                  <a:pt x="3194" y="411"/>
                </a:lnTo>
                <a:lnTo>
                  <a:pt x="3221" y="425"/>
                </a:lnTo>
                <a:lnTo>
                  <a:pt x="3222" y="394"/>
                </a:lnTo>
                <a:lnTo>
                  <a:pt x="3225" y="396"/>
                </a:lnTo>
                <a:lnTo>
                  <a:pt x="3270" y="419"/>
                </a:lnTo>
                <a:lnTo>
                  <a:pt x="3270" y="388"/>
                </a:lnTo>
                <a:lnTo>
                  <a:pt x="3274" y="390"/>
                </a:lnTo>
                <a:lnTo>
                  <a:pt x="3278" y="392"/>
                </a:lnTo>
                <a:lnTo>
                  <a:pt x="3279" y="361"/>
                </a:lnTo>
                <a:lnTo>
                  <a:pt x="3282" y="363"/>
                </a:lnTo>
                <a:lnTo>
                  <a:pt x="3314" y="379"/>
                </a:lnTo>
                <a:lnTo>
                  <a:pt x="3316" y="289"/>
                </a:lnTo>
                <a:lnTo>
                  <a:pt x="3319" y="291"/>
                </a:lnTo>
                <a:lnTo>
                  <a:pt x="3392" y="329"/>
                </a:lnTo>
                <a:lnTo>
                  <a:pt x="3394" y="242"/>
                </a:lnTo>
                <a:lnTo>
                  <a:pt x="3398" y="243"/>
                </a:lnTo>
                <a:lnTo>
                  <a:pt x="3409" y="249"/>
                </a:lnTo>
                <a:lnTo>
                  <a:pt x="3409" y="220"/>
                </a:lnTo>
                <a:lnTo>
                  <a:pt x="3413" y="222"/>
                </a:lnTo>
                <a:lnTo>
                  <a:pt x="3415" y="223"/>
                </a:lnTo>
                <a:lnTo>
                  <a:pt x="3415" y="194"/>
                </a:lnTo>
                <a:lnTo>
                  <a:pt x="3419" y="196"/>
                </a:lnTo>
                <a:lnTo>
                  <a:pt x="3441" y="208"/>
                </a:lnTo>
                <a:lnTo>
                  <a:pt x="3442" y="150"/>
                </a:lnTo>
                <a:lnTo>
                  <a:pt x="3446" y="152"/>
                </a:lnTo>
                <a:lnTo>
                  <a:pt x="3447" y="153"/>
                </a:lnTo>
                <a:lnTo>
                  <a:pt x="3448" y="124"/>
                </a:lnTo>
                <a:lnTo>
                  <a:pt x="3451" y="126"/>
                </a:lnTo>
                <a:lnTo>
                  <a:pt x="3474" y="138"/>
                </a:lnTo>
                <a:lnTo>
                  <a:pt x="3475" y="110"/>
                </a:lnTo>
                <a:lnTo>
                  <a:pt x="3478" y="112"/>
                </a:lnTo>
                <a:lnTo>
                  <a:pt x="3494" y="120"/>
                </a:lnTo>
                <a:lnTo>
                  <a:pt x="3495" y="92"/>
                </a:lnTo>
                <a:lnTo>
                  <a:pt x="3498" y="94"/>
                </a:lnTo>
                <a:lnTo>
                  <a:pt x="3558" y="125"/>
                </a:lnTo>
                <a:lnTo>
                  <a:pt x="3560" y="72"/>
                </a:lnTo>
                <a:lnTo>
                  <a:pt x="3562" y="73"/>
                </a:lnTo>
                <a:lnTo>
                  <a:pt x="3564" y="73"/>
                </a:lnTo>
                <a:lnTo>
                  <a:pt x="3565" y="46"/>
                </a:lnTo>
                <a:lnTo>
                  <a:pt x="3568" y="48"/>
                </a:lnTo>
                <a:lnTo>
                  <a:pt x="3609" y="70"/>
                </a:lnTo>
                <a:lnTo>
                  <a:pt x="3610" y="43"/>
                </a:lnTo>
                <a:lnTo>
                  <a:pt x="3613" y="45"/>
                </a:lnTo>
                <a:lnTo>
                  <a:pt x="3712" y="97"/>
                </a:lnTo>
                <a:lnTo>
                  <a:pt x="3713" y="72"/>
                </a:lnTo>
                <a:lnTo>
                  <a:pt x="3716" y="73"/>
                </a:lnTo>
                <a:lnTo>
                  <a:pt x="3739" y="85"/>
                </a:lnTo>
                <a:lnTo>
                  <a:pt x="3739" y="60"/>
                </a:lnTo>
                <a:lnTo>
                  <a:pt x="3743" y="62"/>
                </a:lnTo>
                <a:lnTo>
                  <a:pt x="3768" y="75"/>
                </a:lnTo>
                <a:lnTo>
                  <a:pt x="3773" y="28"/>
                </a:lnTo>
                <a:lnTo>
                  <a:pt x="3782" y="33"/>
                </a:lnTo>
                <a:lnTo>
                  <a:pt x="3783" y="9"/>
                </a:lnTo>
                <a:lnTo>
                  <a:pt x="3786" y="11"/>
                </a:lnTo>
                <a:lnTo>
                  <a:pt x="3811" y="24"/>
                </a:lnTo>
                <a:lnTo>
                  <a:pt x="3812" y="0"/>
                </a:lnTo>
                <a:lnTo>
                  <a:pt x="3816" y="2"/>
                </a:lnTo>
                <a:lnTo>
                  <a:pt x="4090" y="145"/>
                </a:lnTo>
                <a:lnTo>
                  <a:pt x="4090" y="124"/>
                </a:lnTo>
                <a:lnTo>
                  <a:pt x="4094" y="126"/>
                </a:lnTo>
                <a:lnTo>
                  <a:pt x="4161" y="161"/>
                </a:lnTo>
                <a:lnTo>
                  <a:pt x="4162" y="141"/>
                </a:lnTo>
                <a:lnTo>
                  <a:pt x="4166" y="143"/>
                </a:lnTo>
                <a:lnTo>
                  <a:pt x="4313" y="220"/>
                </a:lnTo>
                <a:lnTo>
                  <a:pt x="4314" y="202"/>
                </a:lnTo>
                <a:lnTo>
                  <a:pt x="4317" y="204"/>
                </a:lnTo>
                <a:lnTo>
                  <a:pt x="4381" y="237"/>
                </a:lnTo>
                <a:lnTo>
                  <a:pt x="4381" y="219"/>
                </a:lnTo>
                <a:lnTo>
                  <a:pt x="4385" y="221"/>
                </a:lnTo>
                <a:lnTo>
                  <a:pt x="4388" y="223"/>
                </a:lnTo>
                <a:lnTo>
                  <a:pt x="4389" y="205"/>
                </a:lnTo>
                <a:lnTo>
                  <a:pt x="4392" y="207"/>
                </a:lnTo>
                <a:lnTo>
                  <a:pt x="4466" y="246"/>
                </a:lnTo>
                <a:lnTo>
                  <a:pt x="4467" y="228"/>
                </a:lnTo>
                <a:lnTo>
                  <a:pt x="4471" y="230"/>
                </a:lnTo>
                <a:lnTo>
                  <a:pt x="4527" y="260"/>
                </a:lnTo>
                <a:lnTo>
                  <a:pt x="4528" y="244"/>
                </a:lnTo>
                <a:lnTo>
                  <a:pt x="4531" y="245"/>
                </a:lnTo>
                <a:lnTo>
                  <a:pt x="4553" y="257"/>
                </a:lnTo>
                <a:lnTo>
                  <a:pt x="4554" y="241"/>
                </a:lnTo>
                <a:lnTo>
                  <a:pt x="4558" y="243"/>
                </a:lnTo>
                <a:lnTo>
                  <a:pt x="4586" y="258"/>
                </a:lnTo>
                <a:lnTo>
                  <a:pt x="4587" y="242"/>
                </a:lnTo>
                <a:lnTo>
                  <a:pt x="4590" y="244"/>
                </a:lnTo>
                <a:lnTo>
                  <a:pt x="4732" y="318"/>
                </a:lnTo>
                <a:lnTo>
                  <a:pt x="4732" y="304"/>
                </a:lnTo>
                <a:lnTo>
                  <a:pt x="4736" y="306"/>
                </a:lnTo>
                <a:lnTo>
                  <a:pt x="4754" y="315"/>
                </a:lnTo>
                <a:lnTo>
                  <a:pt x="4755" y="301"/>
                </a:lnTo>
                <a:lnTo>
                  <a:pt x="4759" y="303"/>
                </a:lnTo>
                <a:lnTo>
                  <a:pt x="4761" y="304"/>
                </a:lnTo>
                <a:lnTo>
                  <a:pt x="4762" y="290"/>
                </a:lnTo>
                <a:lnTo>
                  <a:pt x="4765" y="292"/>
                </a:lnTo>
                <a:lnTo>
                  <a:pt x="4839" y="331"/>
                </a:lnTo>
                <a:lnTo>
                  <a:pt x="4840" y="318"/>
                </a:lnTo>
                <a:lnTo>
                  <a:pt x="4843" y="320"/>
                </a:lnTo>
                <a:lnTo>
                  <a:pt x="4857" y="327"/>
                </a:lnTo>
                <a:lnTo>
                  <a:pt x="4858" y="314"/>
                </a:lnTo>
                <a:lnTo>
                  <a:pt x="4861" y="316"/>
                </a:lnTo>
                <a:lnTo>
                  <a:pt x="4862" y="316"/>
                </a:lnTo>
                <a:lnTo>
                  <a:pt x="4863" y="303"/>
                </a:lnTo>
                <a:lnTo>
                  <a:pt x="4866" y="305"/>
                </a:lnTo>
                <a:lnTo>
                  <a:pt x="4888" y="317"/>
                </a:lnTo>
                <a:lnTo>
                  <a:pt x="4889" y="304"/>
                </a:lnTo>
                <a:lnTo>
                  <a:pt x="4893" y="306"/>
                </a:lnTo>
                <a:lnTo>
                  <a:pt x="4895" y="307"/>
                </a:lnTo>
                <a:lnTo>
                  <a:pt x="4895" y="294"/>
                </a:lnTo>
                <a:lnTo>
                  <a:pt x="4899" y="296"/>
                </a:lnTo>
                <a:lnTo>
                  <a:pt x="4934" y="314"/>
                </a:lnTo>
                <a:lnTo>
                  <a:pt x="4934" y="302"/>
                </a:lnTo>
                <a:lnTo>
                  <a:pt x="4938" y="303"/>
                </a:lnTo>
                <a:lnTo>
                  <a:pt x="4970" y="320"/>
                </a:lnTo>
                <a:lnTo>
                  <a:pt x="4970" y="308"/>
                </a:lnTo>
                <a:lnTo>
                  <a:pt x="4974" y="310"/>
                </a:lnTo>
                <a:lnTo>
                  <a:pt x="5017" y="332"/>
                </a:lnTo>
                <a:lnTo>
                  <a:pt x="5017" y="321"/>
                </a:lnTo>
                <a:lnTo>
                  <a:pt x="5021" y="322"/>
                </a:lnTo>
                <a:lnTo>
                  <a:pt x="5078" y="353"/>
                </a:lnTo>
                <a:lnTo>
                  <a:pt x="5079" y="341"/>
                </a:lnTo>
                <a:lnTo>
                  <a:pt x="5082" y="343"/>
                </a:lnTo>
                <a:lnTo>
                  <a:pt x="5102" y="354"/>
                </a:lnTo>
                <a:lnTo>
                  <a:pt x="5103" y="343"/>
                </a:lnTo>
                <a:lnTo>
                  <a:pt x="5106" y="345"/>
                </a:lnTo>
                <a:lnTo>
                  <a:pt x="5138" y="361"/>
                </a:lnTo>
                <a:lnTo>
                  <a:pt x="5139" y="351"/>
                </a:lnTo>
                <a:lnTo>
                  <a:pt x="5142" y="352"/>
                </a:lnTo>
                <a:lnTo>
                  <a:pt x="5188" y="376"/>
                </a:lnTo>
                <a:lnTo>
                  <a:pt x="5189" y="366"/>
                </a:lnTo>
                <a:lnTo>
                  <a:pt x="5192" y="368"/>
                </a:lnTo>
                <a:lnTo>
                  <a:pt x="5237" y="391"/>
                </a:lnTo>
                <a:lnTo>
                  <a:pt x="5238" y="382"/>
                </a:lnTo>
                <a:lnTo>
                  <a:pt x="5241" y="384"/>
                </a:lnTo>
                <a:lnTo>
                  <a:pt x="5244" y="385"/>
                </a:lnTo>
                <a:lnTo>
                  <a:pt x="5245" y="375"/>
                </a:lnTo>
                <a:lnTo>
                  <a:pt x="5248" y="377"/>
                </a:lnTo>
                <a:lnTo>
                  <a:pt x="5377" y="445"/>
                </a:lnTo>
                <a:lnTo>
                  <a:pt x="5378" y="437"/>
                </a:lnTo>
                <a:lnTo>
                  <a:pt x="5382" y="438"/>
                </a:lnTo>
                <a:lnTo>
                  <a:pt x="5400" y="448"/>
                </a:lnTo>
                <a:lnTo>
                  <a:pt x="5401" y="440"/>
                </a:lnTo>
                <a:lnTo>
                  <a:pt x="5404" y="442"/>
                </a:lnTo>
                <a:lnTo>
                  <a:pt x="5466" y="474"/>
                </a:lnTo>
                <a:lnTo>
                  <a:pt x="5466" y="466"/>
                </a:lnTo>
                <a:lnTo>
                  <a:pt x="5470" y="468"/>
                </a:lnTo>
                <a:lnTo>
                  <a:pt x="5482" y="475"/>
                </a:lnTo>
                <a:lnTo>
                  <a:pt x="5483" y="467"/>
                </a:lnTo>
                <a:lnTo>
                  <a:pt x="5486" y="469"/>
                </a:lnTo>
                <a:lnTo>
                  <a:pt x="5501" y="477"/>
                </a:lnTo>
                <a:lnTo>
                  <a:pt x="5501" y="470"/>
                </a:lnTo>
                <a:lnTo>
                  <a:pt x="5505" y="472"/>
                </a:lnTo>
                <a:lnTo>
                  <a:pt x="5584" y="513"/>
                </a:lnTo>
                <a:lnTo>
                  <a:pt x="5585" y="507"/>
                </a:lnTo>
                <a:lnTo>
                  <a:pt x="5588" y="509"/>
                </a:lnTo>
                <a:lnTo>
                  <a:pt x="5731" y="583"/>
                </a:lnTo>
                <a:lnTo>
                  <a:pt x="5731" y="578"/>
                </a:lnTo>
                <a:lnTo>
                  <a:pt x="5735" y="580"/>
                </a:lnTo>
                <a:lnTo>
                  <a:pt x="5739" y="582"/>
                </a:lnTo>
                <a:lnTo>
                  <a:pt x="5740" y="577"/>
                </a:lnTo>
                <a:lnTo>
                  <a:pt x="5744" y="579"/>
                </a:lnTo>
                <a:lnTo>
                  <a:pt x="5916" y="665"/>
                </a:lnTo>
                <a:lnTo>
                  <a:pt x="5916" y="662"/>
                </a:lnTo>
                <a:lnTo>
                  <a:pt x="5920" y="664"/>
                </a:lnTo>
                <a:lnTo>
                  <a:pt x="5986" y="696"/>
                </a:lnTo>
                <a:lnTo>
                  <a:pt x="5987" y="693"/>
                </a:lnTo>
                <a:lnTo>
                  <a:pt x="5990" y="695"/>
                </a:lnTo>
                <a:lnTo>
                  <a:pt x="6039" y="718"/>
                </a:lnTo>
                <a:lnTo>
                  <a:pt x="6040" y="715"/>
                </a:lnTo>
                <a:lnTo>
                  <a:pt x="6043" y="717"/>
                </a:lnTo>
                <a:lnTo>
                  <a:pt x="6411" y="906"/>
                </a:lnTo>
                <a:lnTo>
                  <a:pt x="6411" y="905"/>
                </a:lnTo>
                <a:lnTo>
                  <a:pt x="6414" y="907"/>
                </a:lnTo>
                <a:lnTo>
                  <a:pt x="6445" y="920"/>
                </a:lnTo>
                <a:lnTo>
                  <a:pt x="6446" y="918"/>
                </a:lnTo>
                <a:lnTo>
                  <a:pt x="6449" y="920"/>
                </a:lnTo>
                <a:lnTo>
                  <a:pt x="6503" y="944"/>
                </a:lnTo>
                <a:lnTo>
                  <a:pt x="6503" y="942"/>
                </a:lnTo>
                <a:lnTo>
                  <a:pt x="6507" y="944"/>
                </a:lnTo>
                <a:lnTo>
                  <a:pt x="6788" y="1088"/>
                </a:lnTo>
                <a:lnTo>
                  <a:pt x="6789" y="1084"/>
                </a:lnTo>
                <a:lnTo>
                  <a:pt x="6793" y="1085"/>
                </a:lnTo>
                <a:lnTo>
                  <a:pt x="6918" y="1151"/>
                </a:lnTo>
                <a:lnTo>
                  <a:pt x="6920" y="1140"/>
                </a:lnTo>
                <a:lnTo>
                  <a:pt x="6922" y="1141"/>
                </a:lnTo>
                <a:lnTo>
                  <a:pt x="6927" y="1144"/>
                </a:lnTo>
                <a:lnTo>
                  <a:pt x="6928" y="1138"/>
                </a:lnTo>
                <a:lnTo>
                  <a:pt x="6931" y="1140"/>
                </a:lnTo>
                <a:lnTo>
                  <a:pt x="6941" y="1145"/>
                </a:lnTo>
                <a:lnTo>
                  <a:pt x="6942" y="1139"/>
                </a:lnTo>
                <a:lnTo>
                  <a:pt x="6945" y="1141"/>
                </a:lnTo>
                <a:lnTo>
                  <a:pt x="7011" y="1175"/>
                </a:lnTo>
                <a:lnTo>
                  <a:pt x="7011" y="1169"/>
                </a:lnTo>
                <a:lnTo>
                  <a:pt x="7015" y="1170"/>
                </a:lnTo>
                <a:lnTo>
                  <a:pt x="7132" y="1232"/>
                </a:lnTo>
                <a:lnTo>
                  <a:pt x="7132" y="1224"/>
                </a:lnTo>
                <a:lnTo>
                  <a:pt x="7136" y="1226"/>
                </a:lnTo>
                <a:lnTo>
                  <a:pt x="7388" y="1358"/>
                </a:lnTo>
                <a:lnTo>
                  <a:pt x="7388" y="1348"/>
                </a:lnTo>
                <a:lnTo>
                  <a:pt x="7392" y="1349"/>
                </a:lnTo>
                <a:lnTo>
                  <a:pt x="7399" y="1353"/>
                </a:lnTo>
                <a:lnTo>
                  <a:pt x="7400" y="1343"/>
                </a:lnTo>
                <a:lnTo>
                  <a:pt x="7403" y="1345"/>
                </a:lnTo>
                <a:lnTo>
                  <a:pt x="7700" y="1500"/>
                </a:lnTo>
                <a:lnTo>
                  <a:pt x="7701" y="1487"/>
                </a:lnTo>
                <a:lnTo>
                  <a:pt x="7704" y="1489"/>
                </a:lnTo>
                <a:lnTo>
                  <a:pt x="7888" y="1585"/>
                </a:lnTo>
                <a:lnTo>
                  <a:pt x="7889" y="1570"/>
                </a:lnTo>
                <a:lnTo>
                  <a:pt x="7892" y="1572"/>
                </a:lnTo>
                <a:lnTo>
                  <a:pt x="8054" y="1657"/>
                </a:lnTo>
                <a:lnTo>
                  <a:pt x="8054" y="1640"/>
                </a:lnTo>
                <a:lnTo>
                  <a:pt x="8058" y="1642"/>
                </a:lnTo>
                <a:lnTo>
                  <a:pt x="8435" y="1839"/>
                </a:lnTo>
                <a:lnTo>
                  <a:pt x="8435" y="1819"/>
                </a:lnTo>
                <a:lnTo>
                  <a:pt x="8439" y="1820"/>
                </a:lnTo>
                <a:lnTo>
                  <a:pt x="8452" y="1827"/>
                </a:lnTo>
                <a:lnTo>
                  <a:pt x="8452" y="1806"/>
                </a:lnTo>
                <a:lnTo>
                  <a:pt x="8456" y="1808"/>
                </a:lnTo>
                <a:lnTo>
                  <a:pt x="8852" y="2016"/>
                </a:lnTo>
                <a:lnTo>
                  <a:pt x="8853" y="1991"/>
                </a:lnTo>
                <a:lnTo>
                  <a:pt x="8857" y="1993"/>
                </a:lnTo>
                <a:lnTo>
                  <a:pt x="8925" y="2029"/>
                </a:lnTo>
                <a:lnTo>
                  <a:pt x="8926" y="2002"/>
                </a:lnTo>
                <a:lnTo>
                  <a:pt x="8929" y="2004"/>
                </a:lnTo>
                <a:lnTo>
                  <a:pt x="9192" y="2142"/>
                </a:lnTo>
                <a:lnTo>
                  <a:pt x="9193" y="2112"/>
                </a:lnTo>
                <a:lnTo>
                  <a:pt x="9196" y="2114"/>
                </a:lnTo>
                <a:lnTo>
                  <a:pt x="9579" y="2315"/>
                </a:lnTo>
                <a:lnTo>
                  <a:pt x="9580" y="2280"/>
                </a:lnTo>
                <a:lnTo>
                  <a:pt x="9583" y="2281"/>
                </a:lnTo>
                <a:lnTo>
                  <a:pt x="10420" y="2720"/>
                </a:lnTo>
                <a:lnTo>
                  <a:pt x="10421" y="2670"/>
                </a:lnTo>
                <a:lnTo>
                  <a:pt x="10424" y="2672"/>
                </a:lnTo>
                <a:lnTo>
                  <a:pt x="13422" y="4242"/>
                </a:lnTo>
              </a:path>
            </a:pathLst>
          </a:custGeom>
          <a:ln cap="sq" w="32760">
            <a:solidFill>
              <a:srgbClr val="0a7d6e"/>
            </a:solidFill>
            <a:round/>
          </a:ln>
        </p:spPr>
      </p:sp>
      <p:sp>
        <p:nvSpPr>
          <p:cNvPr id="596" name=""/>
          <p:cNvSpPr/>
          <p:nvPr/>
        </p:nvSpPr>
        <p:spPr>
          <a:xfrm>
            <a:off x="1037880" y="6134040"/>
            <a:ext cx="4831560" cy="0"/>
          </a:xfrm>
          <a:prstGeom prst="line">
            <a:avLst/>
          </a:prstGeom>
          <a:ln cap="sq" w="75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97" name=""/>
          <p:cNvSpPr/>
          <p:nvPr/>
        </p:nvSpPr>
        <p:spPr>
          <a:xfrm flipV="1">
            <a:off x="1037880" y="4526280"/>
            <a:ext cx="0" cy="17794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98" name=""/>
          <p:cNvSpPr/>
          <p:nvPr/>
        </p:nvSpPr>
        <p:spPr>
          <a:xfrm>
            <a:off x="1037880" y="6305760"/>
            <a:ext cx="4831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99" name=""/>
          <p:cNvSpPr/>
          <p:nvPr/>
        </p:nvSpPr>
        <p:spPr>
          <a:xfrm>
            <a:off x="1078560" y="4541760"/>
            <a:ext cx="1327680" cy="247320"/>
          </a:xfrm>
          <a:custGeom>
            <a:avLst/>
            <a:gdLst/>
            <a:ahLst/>
            <a:rect l="0" t="0" r="r" b="b"/>
            <a:pathLst>
              <a:path w="3688" h="687">
                <a:moveTo>
                  <a:pt x="155" y="687"/>
                </a:moveTo>
                <a:lnTo>
                  <a:pt x="3533" y="687"/>
                </a:lnTo>
                <a:cubicBezTo>
                  <a:pt x="3636" y="687"/>
                  <a:pt x="3688" y="635"/>
                  <a:pt x="3688" y="531"/>
                </a:cubicBezTo>
                <a:lnTo>
                  <a:pt x="3688" y="156"/>
                </a:lnTo>
                <a:cubicBezTo>
                  <a:pt x="3688" y="52"/>
                  <a:pt x="3636" y="0"/>
                  <a:pt x="3533" y="0"/>
                </a:cubicBezTo>
                <a:lnTo>
                  <a:pt x="155" y="0"/>
                </a:lnTo>
                <a:cubicBezTo>
                  <a:pt x="52" y="0"/>
                  <a:pt x="0" y="52"/>
                  <a:pt x="0" y="156"/>
                </a:cubicBezTo>
                <a:lnTo>
                  <a:pt x="0" y="531"/>
                </a:lnTo>
                <a:cubicBezTo>
                  <a:pt x="0" y="635"/>
                  <a:pt x="52" y="687"/>
                  <a:pt x="155" y="687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 w="12600">
            <a:solidFill>
              <a:srgbClr val="0a7d6e">
                <a:alpha val="92000"/>
              </a:srgbClr>
            </a:solidFill>
            <a:miter/>
          </a:ln>
        </p:spPr>
      </p:sp>
      <p:sp>
        <p:nvSpPr>
          <p:cNvPr id="600" name=""/>
          <p:cNvSpPr txBox="1"/>
          <p:nvPr/>
        </p:nvSpPr>
        <p:spPr>
          <a:xfrm rot="16200000">
            <a:off x="563040" y="5341320"/>
            <a:ext cx="1789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01" name=""/>
          <p:cNvSpPr txBox="1"/>
          <p:nvPr/>
        </p:nvSpPr>
        <p:spPr>
          <a:xfrm>
            <a:off x="1134720" y="4573080"/>
            <a:ext cx="12261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MYC targets V1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02" name=""/>
          <p:cNvSpPr txBox="1"/>
          <p:nvPr/>
        </p:nvSpPr>
        <p:spPr>
          <a:xfrm>
            <a:off x="4874040" y="5948280"/>
            <a:ext cx="900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a7d6e"/>
                </a:solidFill>
                <a:latin typeface="DejaVuSans"/>
              </a:rPr>
              <a:t>NES = +2.36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03" name=""/>
          <p:cNvSpPr/>
          <p:nvPr/>
        </p:nvSpPr>
        <p:spPr>
          <a:xfrm>
            <a:off x="2343600" y="454068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1" y="352"/>
                  <a:pt x="316" y="317"/>
                </a:cubicBezTo>
                <a:cubicBezTo>
                  <a:pt x="351" y="282"/>
                  <a:pt x="371" y="235"/>
                  <a:pt x="371" y="186"/>
                </a:cubicBezTo>
                <a:cubicBezTo>
                  <a:pt x="371" y="137"/>
                  <a:pt x="351" y="89"/>
                  <a:pt x="316" y="54"/>
                </a:cubicBezTo>
                <a:cubicBezTo>
                  <a:pt x="281" y="20"/>
                  <a:pt x="234" y="0"/>
                  <a:pt x="185" y="0"/>
                </a:cubicBezTo>
                <a:cubicBezTo>
                  <a:pt x="136" y="0"/>
                  <a:pt x="89" y="20"/>
                  <a:pt x="54" y="54"/>
                </a:cubicBezTo>
                <a:cubicBezTo>
                  <a:pt x="19" y="89"/>
                  <a:pt x="0" y="137"/>
                  <a:pt x="0" y="186"/>
                </a:cubicBezTo>
                <a:cubicBezTo>
                  <a:pt x="0" y="235"/>
                  <a:pt x="19" y="282"/>
                  <a:pt x="54" y="317"/>
                </a:cubicBezTo>
                <a:cubicBezTo>
                  <a:pt x="89" y="352"/>
                  <a:pt x="136" y="371"/>
                  <a:pt x="185" y="371"/>
                </a:cubicBezTo>
                <a:close/>
              </a:path>
            </a:pathLst>
          </a:custGeom>
          <a:solidFill>
            <a:srgbClr val="0a7d6e"/>
          </a:solidFill>
          <a:ln w="22680">
            <a:solidFill>
              <a:srgbClr val="ffffff"/>
            </a:solidFill>
            <a:round/>
          </a:ln>
        </p:spPr>
      </p:sp>
      <p:sp>
        <p:nvSpPr>
          <p:cNvPr id="604" name=""/>
          <p:cNvSpPr/>
          <p:nvPr/>
        </p:nvSpPr>
        <p:spPr>
          <a:xfrm>
            <a:off x="1037880" y="6396840"/>
            <a:ext cx="4831920" cy="190080"/>
          </a:xfrm>
          <a:custGeom>
            <a:avLst/>
            <a:gdLst/>
            <a:ahLst/>
            <a:rect l="0" t="0" r="r" b="b"/>
            <a:pathLst>
              <a:path w="13422" h="528">
                <a:moveTo>
                  <a:pt x="0" y="528"/>
                </a:moveTo>
                <a:lnTo>
                  <a:pt x="13422" y="528"/>
                </a:lnTo>
                <a:lnTo>
                  <a:pt x="13422" y="0"/>
                </a:lnTo>
                <a:lnTo>
                  <a:pt x="0" y="0"/>
                </a:lnTo>
                <a:lnTo>
                  <a:pt x="0" y="52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605" name=""/>
          <p:cNvSpPr/>
          <p:nvPr/>
        </p:nvSpPr>
        <p:spPr>
          <a:xfrm flipV="1">
            <a:off x="12106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6" name=""/>
          <p:cNvSpPr/>
          <p:nvPr/>
        </p:nvSpPr>
        <p:spPr>
          <a:xfrm flipV="1">
            <a:off x="1239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7" name=""/>
          <p:cNvSpPr/>
          <p:nvPr/>
        </p:nvSpPr>
        <p:spPr>
          <a:xfrm flipV="1">
            <a:off x="1268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8" name=""/>
          <p:cNvSpPr/>
          <p:nvPr/>
        </p:nvSpPr>
        <p:spPr>
          <a:xfrm flipV="1">
            <a:off x="1338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9" name=""/>
          <p:cNvSpPr/>
          <p:nvPr/>
        </p:nvSpPr>
        <p:spPr>
          <a:xfrm flipV="1">
            <a:off x="13557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0" name=""/>
          <p:cNvSpPr/>
          <p:nvPr/>
        </p:nvSpPr>
        <p:spPr>
          <a:xfrm flipV="1">
            <a:off x="1359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1" name=""/>
          <p:cNvSpPr/>
          <p:nvPr/>
        </p:nvSpPr>
        <p:spPr>
          <a:xfrm flipV="1">
            <a:off x="1360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2" name=""/>
          <p:cNvSpPr/>
          <p:nvPr/>
        </p:nvSpPr>
        <p:spPr>
          <a:xfrm flipV="1">
            <a:off x="13694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3" name=""/>
          <p:cNvSpPr/>
          <p:nvPr/>
        </p:nvSpPr>
        <p:spPr>
          <a:xfrm flipV="1">
            <a:off x="1421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4" name=""/>
          <p:cNvSpPr/>
          <p:nvPr/>
        </p:nvSpPr>
        <p:spPr>
          <a:xfrm flipV="1">
            <a:off x="14508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5" name=""/>
          <p:cNvSpPr/>
          <p:nvPr/>
        </p:nvSpPr>
        <p:spPr>
          <a:xfrm flipV="1">
            <a:off x="14785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6" name=""/>
          <p:cNvSpPr/>
          <p:nvPr/>
        </p:nvSpPr>
        <p:spPr>
          <a:xfrm flipV="1">
            <a:off x="14961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7" name=""/>
          <p:cNvSpPr/>
          <p:nvPr/>
        </p:nvSpPr>
        <p:spPr>
          <a:xfrm flipV="1">
            <a:off x="15012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8" name=""/>
          <p:cNvSpPr/>
          <p:nvPr/>
        </p:nvSpPr>
        <p:spPr>
          <a:xfrm flipV="1">
            <a:off x="15267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9" name=""/>
          <p:cNvSpPr/>
          <p:nvPr/>
        </p:nvSpPr>
        <p:spPr>
          <a:xfrm flipV="1">
            <a:off x="1529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0" name=""/>
          <p:cNvSpPr/>
          <p:nvPr/>
        </p:nvSpPr>
        <p:spPr>
          <a:xfrm flipV="1">
            <a:off x="1538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1" name=""/>
          <p:cNvSpPr/>
          <p:nvPr/>
        </p:nvSpPr>
        <p:spPr>
          <a:xfrm flipV="1">
            <a:off x="1575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2" name=""/>
          <p:cNvSpPr/>
          <p:nvPr/>
        </p:nvSpPr>
        <p:spPr>
          <a:xfrm flipV="1">
            <a:off x="15782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3" name=""/>
          <p:cNvSpPr/>
          <p:nvPr/>
        </p:nvSpPr>
        <p:spPr>
          <a:xfrm flipV="1">
            <a:off x="16164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4" name=""/>
          <p:cNvSpPr/>
          <p:nvPr/>
        </p:nvSpPr>
        <p:spPr>
          <a:xfrm flipV="1">
            <a:off x="1617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5" name=""/>
          <p:cNvSpPr/>
          <p:nvPr/>
        </p:nvSpPr>
        <p:spPr>
          <a:xfrm flipV="1">
            <a:off x="1623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6" name=""/>
          <p:cNvSpPr/>
          <p:nvPr/>
        </p:nvSpPr>
        <p:spPr>
          <a:xfrm flipV="1">
            <a:off x="16315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7" name=""/>
          <p:cNvSpPr/>
          <p:nvPr/>
        </p:nvSpPr>
        <p:spPr>
          <a:xfrm flipV="1">
            <a:off x="1639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8" name=""/>
          <p:cNvSpPr/>
          <p:nvPr/>
        </p:nvSpPr>
        <p:spPr>
          <a:xfrm flipV="1">
            <a:off x="16423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9" name=""/>
          <p:cNvSpPr/>
          <p:nvPr/>
        </p:nvSpPr>
        <p:spPr>
          <a:xfrm flipV="1">
            <a:off x="16520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0" name=""/>
          <p:cNvSpPr/>
          <p:nvPr/>
        </p:nvSpPr>
        <p:spPr>
          <a:xfrm flipV="1">
            <a:off x="1668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1" name=""/>
          <p:cNvSpPr/>
          <p:nvPr/>
        </p:nvSpPr>
        <p:spPr>
          <a:xfrm flipV="1">
            <a:off x="16696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2" name=""/>
          <p:cNvSpPr/>
          <p:nvPr/>
        </p:nvSpPr>
        <p:spPr>
          <a:xfrm flipV="1">
            <a:off x="1686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3" name=""/>
          <p:cNvSpPr/>
          <p:nvPr/>
        </p:nvSpPr>
        <p:spPr>
          <a:xfrm flipV="1">
            <a:off x="1689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4" name=""/>
          <p:cNvSpPr/>
          <p:nvPr/>
        </p:nvSpPr>
        <p:spPr>
          <a:xfrm flipV="1">
            <a:off x="1701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5" name=""/>
          <p:cNvSpPr/>
          <p:nvPr/>
        </p:nvSpPr>
        <p:spPr>
          <a:xfrm flipV="1">
            <a:off x="1707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6" name=""/>
          <p:cNvSpPr/>
          <p:nvPr/>
        </p:nvSpPr>
        <p:spPr>
          <a:xfrm flipV="1">
            <a:off x="17114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7" name=""/>
          <p:cNvSpPr/>
          <p:nvPr/>
        </p:nvSpPr>
        <p:spPr>
          <a:xfrm flipV="1">
            <a:off x="1722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8" name=""/>
          <p:cNvSpPr/>
          <p:nvPr/>
        </p:nvSpPr>
        <p:spPr>
          <a:xfrm flipV="1">
            <a:off x="1746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9" name=""/>
          <p:cNvSpPr/>
          <p:nvPr/>
        </p:nvSpPr>
        <p:spPr>
          <a:xfrm flipV="1">
            <a:off x="17521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0" name=""/>
          <p:cNvSpPr/>
          <p:nvPr/>
        </p:nvSpPr>
        <p:spPr>
          <a:xfrm flipV="1">
            <a:off x="1752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1" name=""/>
          <p:cNvSpPr/>
          <p:nvPr/>
        </p:nvSpPr>
        <p:spPr>
          <a:xfrm flipV="1">
            <a:off x="1793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2" name=""/>
          <p:cNvSpPr/>
          <p:nvPr/>
        </p:nvSpPr>
        <p:spPr>
          <a:xfrm flipV="1">
            <a:off x="1815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3" name=""/>
          <p:cNvSpPr/>
          <p:nvPr/>
        </p:nvSpPr>
        <p:spPr>
          <a:xfrm flipV="1">
            <a:off x="1828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4" name=""/>
          <p:cNvSpPr/>
          <p:nvPr/>
        </p:nvSpPr>
        <p:spPr>
          <a:xfrm flipV="1">
            <a:off x="18306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5" name=""/>
          <p:cNvSpPr/>
          <p:nvPr/>
        </p:nvSpPr>
        <p:spPr>
          <a:xfrm flipV="1">
            <a:off x="18313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6" name=""/>
          <p:cNvSpPr/>
          <p:nvPr/>
        </p:nvSpPr>
        <p:spPr>
          <a:xfrm flipV="1">
            <a:off x="1833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7" name=""/>
          <p:cNvSpPr/>
          <p:nvPr/>
        </p:nvSpPr>
        <p:spPr>
          <a:xfrm flipV="1">
            <a:off x="1835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8" name=""/>
          <p:cNvSpPr/>
          <p:nvPr/>
        </p:nvSpPr>
        <p:spPr>
          <a:xfrm flipV="1">
            <a:off x="18421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9" name=""/>
          <p:cNvSpPr/>
          <p:nvPr/>
        </p:nvSpPr>
        <p:spPr>
          <a:xfrm flipV="1">
            <a:off x="18597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0" name=""/>
          <p:cNvSpPr/>
          <p:nvPr/>
        </p:nvSpPr>
        <p:spPr>
          <a:xfrm flipV="1">
            <a:off x="1862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1" name=""/>
          <p:cNvSpPr/>
          <p:nvPr/>
        </p:nvSpPr>
        <p:spPr>
          <a:xfrm flipV="1">
            <a:off x="1871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2" name=""/>
          <p:cNvSpPr/>
          <p:nvPr/>
        </p:nvSpPr>
        <p:spPr>
          <a:xfrm flipV="1">
            <a:off x="1883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3" name=""/>
          <p:cNvSpPr/>
          <p:nvPr/>
        </p:nvSpPr>
        <p:spPr>
          <a:xfrm flipV="1">
            <a:off x="18943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4" name=""/>
          <p:cNvSpPr/>
          <p:nvPr/>
        </p:nvSpPr>
        <p:spPr>
          <a:xfrm flipV="1">
            <a:off x="18954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5" name=""/>
          <p:cNvSpPr/>
          <p:nvPr/>
        </p:nvSpPr>
        <p:spPr>
          <a:xfrm flipV="1">
            <a:off x="1898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6" name=""/>
          <p:cNvSpPr/>
          <p:nvPr/>
        </p:nvSpPr>
        <p:spPr>
          <a:xfrm flipV="1">
            <a:off x="19015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7" name=""/>
          <p:cNvSpPr/>
          <p:nvPr/>
        </p:nvSpPr>
        <p:spPr>
          <a:xfrm flipV="1">
            <a:off x="1908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8" name=""/>
          <p:cNvSpPr/>
          <p:nvPr/>
        </p:nvSpPr>
        <p:spPr>
          <a:xfrm flipV="1">
            <a:off x="1914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9" name=""/>
          <p:cNvSpPr/>
          <p:nvPr/>
        </p:nvSpPr>
        <p:spPr>
          <a:xfrm flipV="1">
            <a:off x="19213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0" name=""/>
          <p:cNvSpPr/>
          <p:nvPr/>
        </p:nvSpPr>
        <p:spPr>
          <a:xfrm flipV="1">
            <a:off x="19224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1" name=""/>
          <p:cNvSpPr/>
          <p:nvPr/>
        </p:nvSpPr>
        <p:spPr>
          <a:xfrm flipV="1">
            <a:off x="1923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2" name=""/>
          <p:cNvSpPr/>
          <p:nvPr/>
        </p:nvSpPr>
        <p:spPr>
          <a:xfrm flipV="1">
            <a:off x="1925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3" name=""/>
          <p:cNvSpPr/>
          <p:nvPr/>
        </p:nvSpPr>
        <p:spPr>
          <a:xfrm flipV="1">
            <a:off x="1934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4" name=""/>
          <p:cNvSpPr/>
          <p:nvPr/>
        </p:nvSpPr>
        <p:spPr>
          <a:xfrm flipV="1">
            <a:off x="1941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5" name=""/>
          <p:cNvSpPr/>
          <p:nvPr/>
        </p:nvSpPr>
        <p:spPr>
          <a:xfrm flipV="1">
            <a:off x="19486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6" name=""/>
          <p:cNvSpPr/>
          <p:nvPr/>
        </p:nvSpPr>
        <p:spPr>
          <a:xfrm flipV="1">
            <a:off x="19490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7" name=""/>
          <p:cNvSpPr/>
          <p:nvPr/>
        </p:nvSpPr>
        <p:spPr>
          <a:xfrm flipV="1">
            <a:off x="1951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8" name=""/>
          <p:cNvSpPr/>
          <p:nvPr/>
        </p:nvSpPr>
        <p:spPr>
          <a:xfrm flipV="1">
            <a:off x="1972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9" name=""/>
          <p:cNvSpPr/>
          <p:nvPr/>
        </p:nvSpPr>
        <p:spPr>
          <a:xfrm flipV="1">
            <a:off x="1974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0" name=""/>
          <p:cNvSpPr/>
          <p:nvPr/>
        </p:nvSpPr>
        <p:spPr>
          <a:xfrm flipV="1">
            <a:off x="1979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1" name=""/>
          <p:cNvSpPr/>
          <p:nvPr/>
        </p:nvSpPr>
        <p:spPr>
          <a:xfrm flipV="1">
            <a:off x="19832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2" name=""/>
          <p:cNvSpPr/>
          <p:nvPr/>
        </p:nvSpPr>
        <p:spPr>
          <a:xfrm flipV="1">
            <a:off x="19850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3" name=""/>
          <p:cNvSpPr/>
          <p:nvPr/>
        </p:nvSpPr>
        <p:spPr>
          <a:xfrm flipV="1">
            <a:off x="19936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4" name=""/>
          <p:cNvSpPr/>
          <p:nvPr/>
        </p:nvSpPr>
        <p:spPr>
          <a:xfrm flipV="1">
            <a:off x="1998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5" name=""/>
          <p:cNvSpPr/>
          <p:nvPr/>
        </p:nvSpPr>
        <p:spPr>
          <a:xfrm flipV="1">
            <a:off x="19998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6" name=""/>
          <p:cNvSpPr/>
          <p:nvPr/>
        </p:nvSpPr>
        <p:spPr>
          <a:xfrm flipV="1">
            <a:off x="20005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7" name=""/>
          <p:cNvSpPr/>
          <p:nvPr/>
        </p:nvSpPr>
        <p:spPr>
          <a:xfrm flipV="1">
            <a:off x="2004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8" name=""/>
          <p:cNvSpPr/>
          <p:nvPr/>
        </p:nvSpPr>
        <p:spPr>
          <a:xfrm flipV="1">
            <a:off x="2006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9" name=""/>
          <p:cNvSpPr/>
          <p:nvPr/>
        </p:nvSpPr>
        <p:spPr>
          <a:xfrm flipV="1">
            <a:off x="20174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0" name=""/>
          <p:cNvSpPr/>
          <p:nvPr/>
        </p:nvSpPr>
        <p:spPr>
          <a:xfrm flipV="1">
            <a:off x="20192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1" name=""/>
          <p:cNvSpPr/>
          <p:nvPr/>
        </p:nvSpPr>
        <p:spPr>
          <a:xfrm flipV="1">
            <a:off x="20271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2" name=""/>
          <p:cNvSpPr/>
          <p:nvPr/>
        </p:nvSpPr>
        <p:spPr>
          <a:xfrm flipV="1">
            <a:off x="20275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3" name=""/>
          <p:cNvSpPr/>
          <p:nvPr/>
        </p:nvSpPr>
        <p:spPr>
          <a:xfrm flipV="1">
            <a:off x="20343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4" name=""/>
          <p:cNvSpPr/>
          <p:nvPr/>
        </p:nvSpPr>
        <p:spPr>
          <a:xfrm flipV="1">
            <a:off x="20523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5" name=""/>
          <p:cNvSpPr/>
          <p:nvPr/>
        </p:nvSpPr>
        <p:spPr>
          <a:xfrm flipV="1">
            <a:off x="20577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6" name=""/>
          <p:cNvSpPr/>
          <p:nvPr/>
        </p:nvSpPr>
        <p:spPr>
          <a:xfrm flipV="1">
            <a:off x="2058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7" name=""/>
          <p:cNvSpPr/>
          <p:nvPr/>
        </p:nvSpPr>
        <p:spPr>
          <a:xfrm flipV="1">
            <a:off x="20656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8" name=""/>
          <p:cNvSpPr/>
          <p:nvPr/>
        </p:nvSpPr>
        <p:spPr>
          <a:xfrm flipV="1">
            <a:off x="2068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9" name=""/>
          <p:cNvSpPr/>
          <p:nvPr/>
        </p:nvSpPr>
        <p:spPr>
          <a:xfrm flipV="1">
            <a:off x="20721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0" name=""/>
          <p:cNvSpPr/>
          <p:nvPr/>
        </p:nvSpPr>
        <p:spPr>
          <a:xfrm flipV="1">
            <a:off x="2072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1" name=""/>
          <p:cNvSpPr/>
          <p:nvPr/>
        </p:nvSpPr>
        <p:spPr>
          <a:xfrm flipV="1">
            <a:off x="2073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2" name=""/>
          <p:cNvSpPr/>
          <p:nvPr/>
        </p:nvSpPr>
        <p:spPr>
          <a:xfrm flipV="1">
            <a:off x="2085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3" name=""/>
          <p:cNvSpPr/>
          <p:nvPr/>
        </p:nvSpPr>
        <p:spPr>
          <a:xfrm flipV="1">
            <a:off x="2087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4" name=""/>
          <p:cNvSpPr/>
          <p:nvPr/>
        </p:nvSpPr>
        <p:spPr>
          <a:xfrm flipV="1">
            <a:off x="21085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5" name=""/>
          <p:cNvSpPr/>
          <p:nvPr/>
        </p:nvSpPr>
        <p:spPr>
          <a:xfrm flipV="1">
            <a:off x="21175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6" name=""/>
          <p:cNvSpPr/>
          <p:nvPr/>
        </p:nvSpPr>
        <p:spPr>
          <a:xfrm flipV="1">
            <a:off x="2123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7" name=""/>
          <p:cNvSpPr/>
          <p:nvPr/>
        </p:nvSpPr>
        <p:spPr>
          <a:xfrm flipV="1">
            <a:off x="21247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8" name=""/>
          <p:cNvSpPr/>
          <p:nvPr/>
        </p:nvSpPr>
        <p:spPr>
          <a:xfrm flipV="1">
            <a:off x="21434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9" name=""/>
          <p:cNvSpPr/>
          <p:nvPr/>
        </p:nvSpPr>
        <p:spPr>
          <a:xfrm flipV="1">
            <a:off x="21477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0" name=""/>
          <p:cNvSpPr/>
          <p:nvPr/>
        </p:nvSpPr>
        <p:spPr>
          <a:xfrm flipV="1">
            <a:off x="21542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1" name=""/>
          <p:cNvSpPr/>
          <p:nvPr/>
        </p:nvSpPr>
        <p:spPr>
          <a:xfrm flipV="1">
            <a:off x="21564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2" name=""/>
          <p:cNvSpPr/>
          <p:nvPr/>
        </p:nvSpPr>
        <p:spPr>
          <a:xfrm flipV="1">
            <a:off x="21564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3" name=""/>
          <p:cNvSpPr/>
          <p:nvPr/>
        </p:nvSpPr>
        <p:spPr>
          <a:xfrm flipV="1">
            <a:off x="2159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4" name=""/>
          <p:cNvSpPr/>
          <p:nvPr/>
        </p:nvSpPr>
        <p:spPr>
          <a:xfrm flipV="1">
            <a:off x="21650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5" name=""/>
          <p:cNvSpPr/>
          <p:nvPr/>
        </p:nvSpPr>
        <p:spPr>
          <a:xfrm flipV="1">
            <a:off x="2179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6" name=""/>
          <p:cNvSpPr/>
          <p:nvPr/>
        </p:nvSpPr>
        <p:spPr>
          <a:xfrm flipV="1">
            <a:off x="2186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7" name=""/>
          <p:cNvSpPr/>
          <p:nvPr/>
        </p:nvSpPr>
        <p:spPr>
          <a:xfrm flipV="1">
            <a:off x="2186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8" name=""/>
          <p:cNvSpPr/>
          <p:nvPr/>
        </p:nvSpPr>
        <p:spPr>
          <a:xfrm flipV="1">
            <a:off x="21978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9" name=""/>
          <p:cNvSpPr/>
          <p:nvPr/>
        </p:nvSpPr>
        <p:spPr>
          <a:xfrm flipV="1">
            <a:off x="2215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0" name=""/>
          <p:cNvSpPr/>
          <p:nvPr/>
        </p:nvSpPr>
        <p:spPr>
          <a:xfrm flipV="1">
            <a:off x="22183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1" name=""/>
          <p:cNvSpPr/>
          <p:nvPr/>
        </p:nvSpPr>
        <p:spPr>
          <a:xfrm flipV="1">
            <a:off x="22309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2" name=""/>
          <p:cNvSpPr/>
          <p:nvPr/>
        </p:nvSpPr>
        <p:spPr>
          <a:xfrm flipV="1">
            <a:off x="2231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3" name=""/>
          <p:cNvSpPr/>
          <p:nvPr/>
        </p:nvSpPr>
        <p:spPr>
          <a:xfrm flipV="1">
            <a:off x="2231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4" name=""/>
          <p:cNvSpPr/>
          <p:nvPr/>
        </p:nvSpPr>
        <p:spPr>
          <a:xfrm flipV="1">
            <a:off x="22593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5" name=""/>
          <p:cNvSpPr/>
          <p:nvPr/>
        </p:nvSpPr>
        <p:spPr>
          <a:xfrm flipV="1">
            <a:off x="22597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6" name=""/>
          <p:cNvSpPr/>
          <p:nvPr/>
        </p:nvSpPr>
        <p:spPr>
          <a:xfrm flipV="1">
            <a:off x="22597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7" name=""/>
          <p:cNvSpPr/>
          <p:nvPr/>
        </p:nvSpPr>
        <p:spPr>
          <a:xfrm flipV="1">
            <a:off x="22651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8" name=""/>
          <p:cNvSpPr/>
          <p:nvPr/>
        </p:nvSpPr>
        <p:spPr>
          <a:xfrm flipV="1">
            <a:off x="2267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9" name=""/>
          <p:cNvSpPr/>
          <p:nvPr/>
        </p:nvSpPr>
        <p:spPr>
          <a:xfrm flipV="1">
            <a:off x="2277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0" name=""/>
          <p:cNvSpPr/>
          <p:nvPr/>
        </p:nvSpPr>
        <p:spPr>
          <a:xfrm flipV="1">
            <a:off x="2277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1" name=""/>
          <p:cNvSpPr/>
          <p:nvPr/>
        </p:nvSpPr>
        <p:spPr>
          <a:xfrm flipV="1">
            <a:off x="22791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2" name=""/>
          <p:cNvSpPr/>
          <p:nvPr/>
        </p:nvSpPr>
        <p:spPr>
          <a:xfrm flipV="1">
            <a:off x="2288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3" name=""/>
          <p:cNvSpPr/>
          <p:nvPr/>
        </p:nvSpPr>
        <p:spPr>
          <a:xfrm flipV="1">
            <a:off x="2296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4" name=""/>
          <p:cNvSpPr/>
          <p:nvPr/>
        </p:nvSpPr>
        <p:spPr>
          <a:xfrm flipV="1">
            <a:off x="23187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5" name=""/>
          <p:cNvSpPr/>
          <p:nvPr/>
        </p:nvSpPr>
        <p:spPr>
          <a:xfrm flipV="1">
            <a:off x="2319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6" name=""/>
          <p:cNvSpPr/>
          <p:nvPr/>
        </p:nvSpPr>
        <p:spPr>
          <a:xfrm flipV="1">
            <a:off x="2321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7" name=""/>
          <p:cNvSpPr/>
          <p:nvPr/>
        </p:nvSpPr>
        <p:spPr>
          <a:xfrm flipV="1">
            <a:off x="2337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8" name=""/>
          <p:cNvSpPr/>
          <p:nvPr/>
        </p:nvSpPr>
        <p:spPr>
          <a:xfrm flipV="1">
            <a:off x="2374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9" name=""/>
          <p:cNvSpPr/>
          <p:nvPr/>
        </p:nvSpPr>
        <p:spPr>
          <a:xfrm flipV="1">
            <a:off x="23839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0" name=""/>
          <p:cNvSpPr/>
          <p:nvPr/>
        </p:nvSpPr>
        <p:spPr>
          <a:xfrm flipV="1">
            <a:off x="23943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1" name=""/>
          <p:cNvSpPr/>
          <p:nvPr/>
        </p:nvSpPr>
        <p:spPr>
          <a:xfrm flipV="1">
            <a:off x="23961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2" name=""/>
          <p:cNvSpPr/>
          <p:nvPr/>
        </p:nvSpPr>
        <p:spPr>
          <a:xfrm flipV="1">
            <a:off x="23997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3" name=""/>
          <p:cNvSpPr/>
          <p:nvPr/>
        </p:nvSpPr>
        <p:spPr>
          <a:xfrm flipV="1">
            <a:off x="24102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4" name=""/>
          <p:cNvSpPr/>
          <p:nvPr/>
        </p:nvSpPr>
        <p:spPr>
          <a:xfrm flipV="1">
            <a:off x="25099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5" name=""/>
          <p:cNvSpPr/>
          <p:nvPr/>
        </p:nvSpPr>
        <p:spPr>
          <a:xfrm flipV="1">
            <a:off x="2535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6" name=""/>
          <p:cNvSpPr/>
          <p:nvPr/>
        </p:nvSpPr>
        <p:spPr>
          <a:xfrm flipV="1">
            <a:off x="2590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7" name=""/>
          <p:cNvSpPr/>
          <p:nvPr/>
        </p:nvSpPr>
        <p:spPr>
          <a:xfrm flipV="1">
            <a:off x="26146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8" name=""/>
          <p:cNvSpPr/>
          <p:nvPr/>
        </p:nvSpPr>
        <p:spPr>
          <a:xfrm flipV="1">
            <a:off x="2617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9" name=""/>
          <p:cNvSpPr/>
          <p:nvPr/>
        </p:nvSpPr>
        <p:spPr>
          <a:xfrm flipV="1">
            <a:off x="2645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0" name=""/>
          <p:cNvSpPr/>
          <p:nvPr/>
        </p:nvSpPr>
        <p:spPr>
          <a:xfrm flipV="1">
            <a:off x="26676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1" name=""/>
          <p:cNvSpPr/>
          <p:nvPr/>
        </p:nvSpPr>
        <p:spPr>
          <a:xfrm flipV="1">
            <a:off x="2676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2" name=""/>
          <p:cNvSpPr/>
          <p:nvPr/>
        </p:nvSpPr>
        <p:spPr>
          <a:xfrm flipV="1">
            <a:off x="2688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3" name=""/>
          <p:cNvSpPr/>
          <p:nvPr/>
        </p:nvSpPr>
        <p:spPr>
          <a:xfrm flipV="1">
            <a:off x="27410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4" name=""/>
          <p:cNvSpPr/>
          <p:nvPr/>
        </p:nvSpPr>
        <p:spPr>
          <a:xfrm flipV="1">
            <a:off x="27493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5" name=""/>
          <p:cNvSpPr/>
          <p:nvPr/>
        </p:nvSpPr>
        <p:spPr>
          <a:xfrm flipV="1">
            <a:off x="2751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6" name=""/>
          <p:cNvSpPr/>
          <p:nvPr/>
        </p:nvSpPr>
        <p:spPr>
          <a:xfrm flipV="1">
            <a:off x="27799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7" name=""/>
          <p:cNvSpPr/>
          <p:nvPr/>
        </p:nvSpPr>
        <p:spPr>
          <a:xfrm flipV="1">
            <a:off x="27864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8" name=""/>
          <p:cNvSpPr/>
          <p:nvPr/>
        </p:nvSpPr>
        <p:spPr>
          <a:xfrm flipV="1">
            <a:off x="27882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9" name=""/>
          <p:cNvSpPr/>
          <p:nvPr/>
        </p:nvSpPr>
        <p:spPr>
          <a:xfrm flipV="1">
            <a:off x="2797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0" name=""/>
          <p:cNvSpPr/>
          <p:nvPr/>
        </p:nvSpPr>
        <p:spPr>
          <a:xfrm flipV="1">
            <a:off x="27997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1" name=""/>
          <p:cNvSpPr/>
          <p:nvPr/>
        </p:nvSpPr>
        <p:spPr>
          <a:xfrm flipV="1">
            <a:off x="28137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2" name=""/>
          <p:cNvSpPr/>
          <p:nvPr/>
        </p:nvSpPr>
        <p:spPr>
          <a:xfrm flipV="1">
            <a:off x="28267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3" name=""/>
          <p:cNvSpPr/>
          <p:nvPr/>
        </p:nvSpPr>
        <p:spPr>
          <a:xfrm flipV="1">
            <a:off x="2843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4" name=""/>
          <p:cNvSpPr/>
          <p:nvPr/>
        </p:nvSpPr>
        <p:spPr>
          <a:xfrm flipV="1">
            <a:off x="2865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5" name=""/>
          <p:cNvSpPr/>
          <p:nvPr/>
        </p:nvSpPr>
        <p:spPr>
          <a:xfrm flipV="1">
            <a:off x="28746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6" name=""/>
          <p:cNvSpPr/>
          <p:nvPr/>
        </p:nvSpPr>
        <p:spPr>
          <a:xfrm flipV="1">
            <a:off x="2887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7" name=""/>
          <p:cNvSpPr/>
          <p:nvPr/>
        </p:nvSpPr>
        <p:spPr>
          <a:xfrm flipV="1">
            <a:off x="2905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8" name=""/>
          <p:cNvSpPr/>
          <p:nvPr/>
        </p:nvSpPr>
        <p:spPr>
          <a:xfrm flipV="1">
            <a:off x="29232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9" name=""/>
          <p:cNvSpPr/>
          <p:nvPr/>
        </p:nvSpPr>
        <p:spPr>
          <a:xfrm flipV="1">
            <a:off x="29257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0" name=""/>
          <p:cNvSpPr/>
          <p:nvPr/>
        </p:nvSpPr>
        <p:spPr>
          <a:xfrm flipV="1">
            <a:off x="29736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1" name=""/>
          <p:cNvSpPr/>
          <p:nvPr/>
        </p:nvSpPr>
        <p:spPr>
          <a:xfrm flipV="1">
            <a:off x="2981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2" name=""/>
          <p:cNvSpPr/>
          <p:nvPr/>
        </p:nvSpPr>
        <p:spPr>
          <a:xfrm flipV="1">
            <a:off x="3005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3" name=""/>
          <p:cNvSpPr/>
          <p:nvPr/>
        </p:nvSpPr>
        <p:spPr>
          <a:xfrm flipV="1">
            <a:off x="30114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4" name=""/>
          <p:cNvSpPr/>
          <p:nvPr/>
        </p:nvSpPr>
        <p:spPr>
          <a:xfrm flipV="1">
            <a:off x="3017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5" name=""/>
          <p:cNvSpPr/>
          <p:nvPr/>
        </p:nvSpPr>
        <p:spPr>
          <a:xfrm flipV="1">
            <a:off x="30481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6" name=""/>
          <p:cNvSpPr/>
          <p:nvPr/>
        </p:nvSpPr>
        <p:spPr>
          <a:xfrm flipV="1">
            <a:off x="31006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7" name=""/>
          <p:cNvSpPr/>
          <p:nvPr/>
        </p:nvSpPr>
        <p:spPr>
          <a:xfrm flipV="1">
            <a:off x="31039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8" name=""/>
          <p:cNvSpPr/>
          <p:nvPr/>
        </p:nvSpPr>
        <p:spPr>
          <a:xfrm flipV="1">
            <a:off x="31446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9" name=""/>
          <p:cNvSpPr/>
          <p:nvPr/>
        </p:nvSpPr>
        <p:spPr>
          <a:xfrm flipV="1">
            <a:off x="3167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0" name=""/>
          <p:cNvSpPr/>
          <p:nvPr/>
        </p:nvSpPr>
        <p:spPr>
          <a:xfrm flipV="1">
            <a:off x="31802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1" name=""/>
          <p:cNvSpPr/>
          <p:nvPr/>
        </p:nvSpPr>
        <p:spPr>
          <a:xfrm flipV="1">
            <a:off x="31928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2" name=""/>
          <p:cNvSpPr/>
          <p:nvPr/>
        </p:nvSpPr>
        <p:spPr>
          <a:xfrm flipV="1">
            <a:off x="3194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3" name=""/>
          <p:cNvSpPr/>
          <p:nvPr/>
        </p:nvSpPr>
        <p:spPr>
          <a:xfrm flipV="1">
            <a:off x="32119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4" name=""/>
          <p:cNvSpPr/>
          <p:nvPr/>
        </p:nvSpPr>
        <p:spPr>
          <a:xfrm flipV="1">
            <a:off x="3264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5" name=""/>
          <p:cNvSpPr/>
          <p:nvPr/>
        </p:nvSpPr>
        <p:spPr>
          <a:xfrm flipV="1">
            <a:off x="3274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6" name=""/>
          <p:cNvSpPr/>
          <p:nvPr/>
        </p:nvSpPr>
        <p:spPr>
          <a:xfrm flipV="1">
            <a:off x="3306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7" name=""/>
          <p:cNvSpPr/>
          <p:nvPr/>
        </p:nvSpPr>
        <p:spPr>
          <a:xfrm flipV="1">
            <a:off x="3330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8" name=""/>
          <p:cNvSpPr/>
          <p:nvPr/>
        </p:nvSpPr>
        <p:spPr>
          <a:xfrm flipV="1">
            <a:off x="3345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9" name=""/>
          <p:cNvSpPr/>
          <p:nvPr/>
        </p:nvSpPr>
        <p:spPr>
          <a:xfrm flipV="1">
            <a:off x="33472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0" name=""/>
          <p:cNvSpPr/>
          <p:nvPr/>
        </p:nvSpPr>
        <p:spPr>
          <a:xfrm flipV="1">
            <a:off x="3350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1" name=""/>
          <p:cNvSpPr/>
          <p:nvPr/>
        </p:nvSpPr>
        <p:spPr>
          <a:xfrm flipV="1">
            <a:off x="3358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2" name=""/>
          <p:cNvSpPr/>
          <p:nvPr/>
        </p:nvSpPr>
        <p:spPr>
          <a:xfrm flipV="1">
            <a:off x="3368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3" name=""/>
          <p:cNvSpPr/>
          <p:nvPr/>
        </p:nvSpPr>
        <p:spPr>
          <a:xfrm flipV="1">
            <a:off x="33706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4" name=""/>
          <p:cNvSpPr/>
          <p:nvPr/>
        </p:nvSpPr>
        <p:spPr>
          <a:xfrm flipV="1">
            <a:off x="33786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5" name=""/>
          <p:cNvSpPr/>
          <p:nvPr/>
        </p:nvSpPr>
        <p:spPr>
          <a:xfrm flipV="1">
            <a:off x="3419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6" name=""/>
          <p:cNvSpPr/>
          <p:nvPr/>
        </p:nvSpPr>
        <p:spPr>
          <a:xfrm flipV="1">
            <a:off x="3481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7" name=""/>
          <p:cNvSpPr/>
          <p:nvPr/>
        </p:nvSpPr>
        <p:spPr>
          <a:xfrm flipV="1">
            <a:off x="3528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8" name=""/>
          <p:cNvSpPr/>
          <p:nvPr/>
        </p:nvSpPr>
        <p:spPr>
          <a:xfrm flipV="1">
            <a:off x="35287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9" name=""/>
          <p:cNvSpPr/>
          <p:nvPr/>
        </p:nvSpPr>
        <p:spPr>
          <a:xfrm flipV="1">
            <a:off x="35316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0" name=""/>
          <p:cNvSpPr/>
          <p:nvPr/>
        </p:nvSpPr>
        <p:spPr>
          <a:xfrm flipV="1">
            <a:off x="35366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1" name=""/>
          <p:cNvSpPr/>
          <p:nvPr/>
        </p:nvSpPr>
        <p:spPr>
          <a:xfrm flipV="1">
            <a:off x="35614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2" name=""/>
          <p:cNvSpPr/>
          <p:nvPr/>
        </p:nvSpPr>
        <p:spPr>
          <a:xfrm flipV="1">
            <a:off x="36050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3" name=""/>
          <p:cNvSpPr/>
          <p:nvPr/>
        </p:nvSpPr>
        <p:spPr>
          <a:xfrm flipV="1">
            <a:off x="36972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4" name=""/>
          <p:cNvSpPr/>
          <p:nvPr/>
        </p:nvSpPr>
        <p:spPr>
          <a:xfrm flipV="1">
            <a:off x="37015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5" name=""/>
          <p:cNvSpPr/>
          <p:nvPr/>
        </p:nvSpPr>
        <p:spPr>
          <a:xfrm flipV="1">
            <a:off x="3809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6" name=""/>
          <p:cNvSpPr/>
          <p:nvPr/>
        </p:nvSpPr>
        <p:spPr>
          <a:xfrm flipV="1">
            <a:off x="38775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7" name=""/>
          <p:cNvSpPr/>
          <p:nvPr/>
        </p:nvSpPr>
        <p:spPr>
          <a:xfrm flipV="1">
            <a:off x="393696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8" name=""/>
          <p:cNvSpPr/>
          <p:nvPr/>
        </p:nvSpPr>
        <p:spPr>
          <a:xfrm flipV="1">
            <a:off x="40741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9" name=""/>
          <p:cNvSpPr/>
          <p:nvPr/>
        </p:nvSpPr>
        <p:spPr>
          <a:xfrm flipV="1">
            <a:off x="408024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0" name=""/>
          <p:cNvSpPr/>
          <p:nvPr/>
        </p:nvSpPr>
        <p:spPr>
          <a:xfrm flipV="1">
            <a:off x="42246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1" name=""/>
          <p:cNvSpPr/>
          <p:nvPr/>
        </p:nvSpPr>
        <p:spPr>
          <a:xfrm flipV="1">
            <a:off x="42508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2" name=""/>
          <p:cNvSpPr/>
          <p:nvPr/>
        </p:nvSpPr>
        <p:spPr>
          <a:xfrm flipV="1">
            <a:off x="434700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3" name=""/>
          <p:cNvSpPr/>
          <p:nvPr/>
        </p:nvSpPr>
        <p:spPr>
          <a:xfrm flipV="1">
            <a:off x="448632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4" name=""/>
          <p:cNvSpPr/>
          <p:nvPr/>
        </p:nvSpPr>
        <p:spPr>
          <a:xfrm flipV="1">
            <a:off x="4789080" y="6396840"/>
            <a:ext cx="0" cy="189720"/>
          </a:xfrm>
          <a:prstGeom prst="line">
            <a:avLst/>
          </a:prstGeom>
          <a:ln cap="sq" w="79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5" name=""/>
          <p:cNvSpPr txBox="1"/>
          <p:nvPr/>
        </p:nvSpPr>
        <p:spPr>
          <a:xfrm>
            <a:off x="4947120" y="6090480"/>
            <a:ext cx="825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a7d6e"/>
                </a:solidFill>
                <a:latin typeface="DejaVuSans"/>
              </a:rPr>
              <a:t>p = 1.1e-13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06" name=""/>
          <p:cNvSpPr txBox="1"/>
          <p:nvPr/>
        </p:nvSpPr>
        <p:spPr>
          <a:xfrm>
            <a:off x="587160" y="6359040"/>
            <a:ext cx="432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Leading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07" name=""/>
          <p:cNvSpPr/>
          <p:nvPr/>
        </p:nvSpPr>
        <p:spPr>
          <a:xfrm>
            <a:off x="1037880" y="6677640"/>
            <a:ext cx="4831920" cy="949320"/>
          </a:xfrm>
          <a:custGeom>
            <a:avLst/>
            <a:gdLst/>
            <a:ahLst/>
            <a:rect l="0" t="0" r="r" b="b"/>
            <a:pathLst>
              <a:path w="13422" h="2637">
                <a:moveTo>
                  <a:pt x="0" y="2637"/>
                </a:moveTo>
                <a:lnTo>
                  <a:pt x="13422" y="2637"/>
                </a:lnTo>
                <a:lnTo>
                  <a:pt x="13422" y="0"/>
                </a:lnTo>
                <a:lnTo>
                  <a:pt x="0" y="0"/>
                </a:lnTo>
                <a:lnTo>
                  <a:pt x="0" y="263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808" name="" descr=""/>
          <p:cNvPicPr/>
          <p:nvPr/>
        </p:nvPicPr>
        <p:blipFill>
          <a:blip r:embed="rId4"/>
          <a:stretch/>
        </p:blipFill>
        <p:spPr>
          <a:xfrm>
            <a:off x="1037880" y="6675840"/>
            <a:ext cx="4833720" cy="950760"/>
          </a:xfrm>
          <a:prstGeom prst="rect">
            <a:avLst/>
          </a:prstGeom>
          <a:ln w="0">
            <a:noFill/>
          </a:ln>
        </p:spPr>
      </p:pic>
      <p:sp>
        <p:nvSpPr>
          <p:cNvPr id="809" name=""/>
          <p:cNvSpPr/>
          <p:nvPr/>
        </p:nvSpPr>
        <p:spPr>
          <a:xfrm>
            <a:off x="5895000" y="670140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810" name=""/>
          <p:cNvSpPr txBox="1"/>
          <p:nvPr/>
        </p:nvSpPr>
        <p:spPr>
          <a:xfrm>
            <a:off x="743760" y="6487200"/>
            <a:ext cx="272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edge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11" name=""/>
          <p:cNvSpPr/>
          <p:nvPr/>
        </p:nvSpPr>
        <p:spPr>
          <a:xfrm>
            <a:off x="5895000" y="674892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812" name=""/>
          <p:cNvSpPr txBox="1"/>
          <p:nvPr/>
        </p:nvSpPr>
        <p:spPr>
          <a:xfrm>
            <a:off x="6015960" y="6635160"/>
            <a:ext cx="3787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CDC20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13" name=""/>
          <p:cNvSpPr/>
          <p:nvPr/>
        </p:nvSpPr>
        <p:spPr>
          <a:xfrm>
            <a:off x="5895000" y="679608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0a7d6e"/>
            </a:solidFill>
            <a:round/>
          </a:ln>
        </p:spPr>
      </p:sp>
      <p:sp>
        <p:nvSpPr>
          <p:cNvPr id="814" name=""/>
          <p:cNvSpPr txBox="1"/>
          <p:nvPr/>
        </p:nvSpPr>
        <p:spPr>
          <a:xfrm>
            <a:off x="6015960" y="6682680"/>
            <a:ext cx="38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CCNA2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15" name=""/>
          <p:cNvSpPr txBox="1"/>
          <p:nvPr/>
        </p:nvSpPr>
        <p:spPr>
          <a:xfrm>
            <a:off x="6015960" y="6730200"/>
            <a:ext cx="39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a7d6e"/>
                </a:solidFill>
                <a:latin typeface="DejaVuSans"/>
              </a:rPr>
              <a:t>NOP56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16" name=""/>
          <p:cNvSpPr txBox="1"/>
          <p:nvPr/>
        </p:nvSpPr>
        <p:spPr>
          <a:xfrm>
            <a:off x="91440" y="7019640"/>
            <a:ext cx="947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Top leading-edge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17" name=""/>
          <p:cNvSpPr/>
          <p:nvPr/>
        </p:nvSpPr>
        <p:spPr>
          <a:xfrm>
            <a:off x="1037880" y="7717680"/>
            <a:ext cx="4831920" cy="118800"/>
          </a:xfrm>
          <a:custGeom>
            <a:avLst/>
            <a:gdLst/>
            <a:ahLst/>
            <a:rect l="0" t="0" r="r" b="b"/>
            <a:pathLst>
              <a:path w="13422" h="330">
                <a:moveTo>
                  <a:pt x="0" y="330"/>
                </a:moveTo>
                <a:lnTo>
                  <a:pt x="13422" y="330"/>
                </a:lnTo>
                <a:lnTo>
                  <a:pt x="13422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818" name=""/>
          <p:cNvSpPr txBox="1"/>
          <p:nvPr/>
        </p:nvSpPr>
        <p:spPr>
          <a:xfrm>
            <a:off x="272880" y="7147800"/>
            <a:ext cx="744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genes (n=20)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19" name=""/>
          <p:cNvSpPr/>
          <p:nvPr/>
        </p:nvSpPr>
        <p:spPr>
          <a:xfrm>
            <a:off x="103788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0" name=""/>
          <p:cNvSpPr/>
          <p:nvPr/>
        </p:nvSpPr>
        <p:spPr>
          <a:xfrm>
            <a:off x="11840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1" name=""/>
          <p:cNvSpPr/>
          <p:nvPr/>
        </p:nvSpPr>
        <p:spPr>
          <a:xfrm>
            <a:off x="13305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2" name=""/>
          <p:cNvSpPr/>
          <p:nvPr/>
        </p:nvSpPr>
        <p:spPr>
          <a:xfrm>
            <a:off x="14770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3" name=""/>
          <p:cNvSpPr/>
          <p:nvPr/>
        </p:nvSpPr>
        <p:spPr>
          <a:xfrm>
            <a:off x="162360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4" name=""/>
          <p:cNvSpPr/>
          <p:nvPr/>
        </p:nvSpPr>
        <p:spPr>
          <a:xfrm>
            <a:off x="17697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5" name=""/>
          <p:cNvSpPr/>
          <p:nvPr/>
        </p:nvSpPr>
        <p:spPr>
          <a:xfrm>
            <a:off x="19162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6" name=""/>
          <p:cNvSpPr/>
          <p:nvPr/>
        </p:nvSpPr>
        <p:spPr>
          <a:xfrm>
            <a:off x="206280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7" name=""/>
          <p:cNvSpPr/>
          <p:nvPr/>
        </p:nvSpPr>
        <p:spPr>
          <a:xfrm>
            <a:off x="22089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8" name=""/>
          <p:cNvSpPr/>
          <p:nvPr/>
        </p:nvSpPr>
        <p:spPr>
          <a:xfrm>
            <a:off x="23554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29" name=""/>
          <p:cNvSpPr/>
          <p:nvPr/>
        </p:nvSpPr>
        <p:spPr>
          <a:xfrm>
            <a:off x="25020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30" name=""/>
          <p:cNvSpPr/>
          <p:nvPr/>
        </p:nvSpPr>
        <p:spPr>
          <a:xfrm>
            <a:off x="264852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31" name=""/>
          <p:cNvSpPr/>
          <p:nvPr/>
        </p:nvSpPr>
        <p:spPr>
          <a:xfrm>
            <a:off x="27946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32" name=""/>
          <p:cNvSpPr/>
          <p:nvPr/>
        </p:nvSpPr>
        <p:spPr>
          <a:xfrm>
            <a:off x="29412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33" name=""/>
          <p:cNvSpPr/>
          <p:nvPr/>
        </p:nvSpPr>
        <p:spPr>
          <a:xfrm>
            <a:off x="308772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34" name=""/>
          <p:cNvSpPr/>
          <p:nvPr/>
        </p:nvSpPr>
        <p:spPr>
          <a:xfrm>
            <a:off x="32338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35" name=""/>
          <p:cNvSpPr/>
          <p:nvPr/>
        </p:nvSpPr>
        <p:spPr>
          <a:xfrm>
            <a:off x="33804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836" name=""/>
          <p:cNvSpPr/>
          <p:nvPr/>
        </p:nvSpPr>
        <p:spPr>
          <a:xfrm>
            <a:off x="35269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37" name=""/>
          <p:cNvSpPr/>
          <p:nvPr/>
        </p:nvSpPr>
        <p:spPr>
          <a:xfrm>
            <a:off x="367344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38" name=""/>
          <p:cNvSpPr/>
          <p:nvPr/>
        </p:nvSpPr>
        <p:spPr>
          <a:xfrm>
            <a:off x="38196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39" name=""/>
          <p:cNvSpPr/>
          <p:nvPr/>
        </p:nvSpPr>
        <p:spPr>
          <a:xfrm>
            <a:off x="39661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0" name=""/>
          <p:cNvSpPr/>
          <p:nvPr/>
        </p:nvSpPr>
        <p:spPr>
          <a:xfrm>
            <a:off x="411264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1" name=""/>
          <p:cNvSpPr/>
          <p:nvPr/>
        </p:nvSpPr>
        <p:spPr>
          <a:xfrm>
            <a:off x="42588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2" name=""/>
          <p:cNvSpPr/>
          <p:nvPr/>
        </p:nvSpPr>
        <p:spPr>
          <a:xfrm>
            <a:off x="44053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3" name=""/>
          <p:cNvSpPr/>
          <p:nvPr/>
        </p:nvSpPr>
        <p:spPr>
          <a:xfrm>
            <a:off x="45518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4" name=""/>
          <p:cNvSpPr/>
          <p:nvPr/>
        </p:nvSpPr>
        <p:spPr>
          <a:xfrm>
            <a:off x="469836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5" name=""/>
          <p:cNvSpPr/>
          <p:nvPr/>
        </p:nvSpPr>
        <p:spPr>
          <a:xfrm>
            <a:off x="48445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6" name=""/>
          <p:cNvSpPr/>
          <p:nvPr/>
        </p:nvSpPr>
        <p:spPr>
          <a:xfrm>
            <a:off x="49910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7" name=""/>
          <p:cNvSpPr/>
          <p:nvPr/>
        </p:nvSpPr>
        <p:spPr>
          <a:xfrm>
            <a:off x="513756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8" name=""/>
          <p:cNvSpPr/>
          <p:nvPr/>
        </p:nvSpPr>
        <p:spPr>
          <a:xfrm>
            <a:off x="52837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49" name=""/>
          <p:cNvSpPr/>
          <p:nvPr/>
        </p:nvSpPr>
        <p:spPr>
          <a:xfrm>
            <a:off x="54302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50" name=""/>
          <p:cNvSpPr/>
          <p:nvPr/>
        </p:nvSpPr>
        <p:spPr>
          <a:xfrm>
            <a:off x="55767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51" name=""/>
          <p:cNvSpPr/>
          <p:nvPr/>
        </p:nvSpPr>
        <p:spPr>
          <a:xfrm>
            <a:off x="572328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852" name=""/>
          <p:cNvSpPr txBox="1"/>
          <p:nvPr/>
        </p:nvSpPr>
        <p:spPr>
          <a:xfrm>
            <a:off x="2315160" y="7842600"/>
            <a:ext cx="2288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Pre-treatment samples (good ← → poor)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53" name=""/>
          <p:cNvSpPr/>
          <p:nvPr/>
        </p:nvSpPr>
        <p:spPr>
          <a:xfrm>
            <a:off x="6836040" y="4526280"/>
            <a:ext cx="4831920" cy="1779840"/>
          </a:xfrm>
          <a:custGeom>
            <a:avLst/>
            <a:gdLst/>
            <a:ahLst/>
            <a:rect l="0" t="0" r="r" b="b"/>
            <a:pathLst>
              <a:path w="13422" h="4944">
                <a:moveTo>
                  <a:pt x="0" y="4944"/>
                </a:moveTo>
                <a:lnTo>
                  <a:pt x="13422" y="4944"/>
                </a:lnTo>
                <a:lnTo>
                  <a:pt x="13422" y="0"/>
                </a:lnTo>
                <a:lnTo>
                  <a:pt x="0" y="0"/>
                </a:lnTo>
                <a:lnTo>
                  <a:pt x="0" y="494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854" name=""/>
          <p:cNvSpPr/>
          <p:nvPr/>
        </p:nvSpPr>
        <p:spPr>
          <a:xfrm>
            <a:off x="6797880" y="6059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5" name=""/>
          <p:cNvSpPr/>
          <p:nvPr/>
        </p:nvSpPr>
        <p:spPr>
          <a:xfrm flipH="1">
            <a:off x="6797880" y="6059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6" name=""/>
          <p:cNvSpPr txBox="1"/>
          <p:nvPr/>
        </p:nvSpPr>
        <p:spPr>
          <a:xfrm>
            <a:off x="495360" y="7708320"/>
            <a:ext cx="52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57" name=""/>
          <p:cNvSpPr/>
          <p:nvPr/>
        </p:nvSpPr>
        <p:spPr>
          <a:xfrm>
            <a:off x="6797880" y="5581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8" name=""/>
          <p:cNvSpPr/>
          <p:nvPr/>
        </p:nvSpPr>
        <p:spPr>
          <a:xfrm flipH="1">
            <a:off x="6797880" y="5581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9" name=""/>
          <p:cNvSpPr txBox="1"/>
          <p:nvPr/>
        </p:nvSpPr>
        <p:spPr>
          <a:xfrm>
            <a:off x="6475680" y="599724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0" name=""/>
          <p:cNvSpPr/>
          <p:nvPr/>
        </p:nvSpPr>
        <p:spPr>
          <a:xfrm>
            <a:off x="6797880" y="5102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1" name=""/>
          <p:cNvSpPr/>
          <p:nvPr/>
        </p:nvSpPr>
        <p:spPr>
          <a:xfrm flipH="1">
            <a:off x="6797880" y="5102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2" name=""/>
          <p:cNvSpPr txBox="1"/>
          <p:nvPr/>
        </p:nvSpPr>
        <p:spPr>
          <a:xfrm>
            <a:off x="6475680" y="551880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3" name=""/>
          <p:cNvSpPr/>
          <p:nvPr/>
        </p:nvSpPr>
        <p:spPr>
          <a:xfrm>
            <a:off x="6797880" y="4624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4" name=""/>
          <p:cNvSpPr/>
          <p:nvPr/>
        </p:nvSpPr>
        <p:spPr>
          <a:xfrm flipH="1">
            <a:off x="6797880" y="4624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5" name=""/>
          <p:cNvSpPr txBox="1"/>
          <p:nvPr/>
        </p:nvSpPr>
        <p:spPr>
          <a:xfrm>
            <a:off x="6475680" y="5040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6" name=""/>
          <p:cNvSpPr txBox="1"/>
          <p:nvPr/>
        </p:nvSpPr>
        <p:spPr>
          <a:xfrm>
            <a:off x="6571440" y="4561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7" name=""/>
          <p:cNvSpPr/>
          <p:nvPr/>
        </p:nvSpPr>
        <p:spPr>
          <a:xfrm>
            <a:off x="6836040" y="4607280"/>
            <a:ext cx="4831920" cy="1617840"/>
          </a:xfrm>
          <a:custGeom>
            <a:avLst/>
            <a:gdLst/>
            <a:ahLst/>
            <a:rect l="0" t="0" r="r" b="b"/>
            <a:pathLst>
              <a:path w="13422" h="4494">
                <a:moveTo>
                  <a:pt x="0" y="47"/>
                </a:moveTo>
                <a:lnTo>
                  <a:pt x="1" y="47"/>
                </a:lnTo>
                <a:lnTo>
                  <a:pt x="2" y="47"/>
                </a:lnTo>
                <a:lnTo>
                  <a:pt x="3" y="47"/>
                </a:lnTo>
                <a:lnTo>
                  <a:pt x="4" y="47"/>
                </a:lnTo>
                <a:lnTo>
                  <a:pt x="5" y="47"/>
                </a:lnTo>
                <a:lnTo>
                  <a:pt x="6" y="47"/>
                </a:lnTo>
                <a:lnTo>
                  <a:pt x="7" y="47"/>
                </a:lnTo>
                <a:lnTo>
                  <a:pt x="8" y="47"/>
                </a:lnTo>
                <a:lnTo>
                  <a:pt x="9" y="47"/>
                </a:lnTo>
                <a:lnTo>
                  <a:pt x="10" y="47"/>
                </a:lnTo>
                <a:lnTo>
                  <a:pt x="11" y="47"/>
                </a:lnTo>
                <a:lnTo>
                  <a:pt x="12" y="47"/>
                </a:lnTo>
                <a:lnTo>
                  <a:pt x="13" y="47"/>
                </a:lnTo>
                <a:lnTo>
                  <a:pt x="14" y="47"/>
                </a:lnTo>
                <a:lnTo>
                  <a:pt x="15" y="47"/>
                </a:lnTo>
                <a:lnTo>
                  <a:pt x="16" y="47"/>
                </a:lnTo>
                <a:lnTo>
                  <a:pt x="17" y="47"/>
                </a:lnTo>
                <a:lnTo>
                  <a:pt x="18" y="47"/>
                </a:lnTo>
                <a:lnTo>
                  <a:pt x="19" y="47"/>
                </a:lnTo>
                <a:lnTo>
                  <a:pt x="20" y="47"/>
                </a:lnTo>
                <a:lnTo>
                  <a:pt x="21" y="47"/>
                </a:lnTo>
                <a:lnTo>
                  <a:pt x="22" y="47"/>
                </a:lnTo>
                <a:lnTo>
                  <a:pt x="23" y="47"/>
                </a:lnTo>
                <a:lnTo>
                  <a:pt x="24" y="47"/>
                </a:lnTo>
                <a:lnTo>
                  <a:pt x="25" y="47"/>
                </a:lnTo>
                <a:lnTo>
                  <a:pt x="26" y="47"/>
                </a:lnTo>
                <a:lnTo>
                  <a:pt x="27" y="47"/>
                </a:lnTo>
                <a:lnTo>
                  <a:pt x="28" y="47"/>
                </a:lnTo>
                <a:lnTo>
                  <a:pt x="29" y="47"/>
                </a:lnTo>
                <a:lnTo>
                  <a:pt x="30" y="47"/>
                </a:lnTo>
                <a:lnTo>
                  <a:pt x="31" y="47"/>
                </a:lnTo>
                <a:lnTo>
                  <a:pt x="32" y="47"/>
                </a:lnTo>
                <a:lnTo>
                  <a:pt x="33" y="47"/>
                </a:lnTo>
                <a:lnTo>
                  <a:pt x="34" y="47"/>
                </a:lnTo>
                <a:lnTo>
                  <a:pt x="35" y="47"/>
                </a:lnTo>
                <a:lnTo>
                  <a:pt x="36" y="47"/>
                </a:lnTo>
                <a:lnTo>
                  <a:pt x="37" y="47"/>
                </a:lnTo>
                <a:lnTo>
                  <a:pt x="38" y="47"/>
                </a:lnTo>
                <a:lnTo>
                  <a:pt x="39" y="47"/>
                </a:lnTo>
                <a:lnTo>
                  <a:pt x="40" y="47"/>
                </a:lnTo>
                <a:lnTo>
                  <a:pt x="41" y="47"/>
                </a:lnTo>
                <a:lnTo>
                  <a:pt x="42" y="47"/>
                </a:lnTo>
                <a:lnTo>
                  <a:pt x="43" y="47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7" y="47"/>
                </a:lnTo>
                <a:lnTo>
                  <a:pt x="48" y="47"/>
                </a:lnTo>
                <a:lnTo>
                  <a:pt x="49" y="47"/>
                </a:lnTo>
                <a:lnTo>
                  <a:pt x="50" y="47"/>
                </a:lnTo>
                <a:lnTo>
                  <a:pt x="51" y="47"/>
                </a:lnTo>
                <a:lnTo>
                  <a:pt x="52" y="47"/>
                </a:lnTo>
                <a:lnTo>
                  <a:pt x="53" y="47"/>
                </a:lnTo>
                <a:lnTo>
                  <a:pt x="54" y="47"/>
                </a:lnTo>
                <a:lnTo>
                  <a:pt x="55" y="47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9" y="47"/>
                </a:lnTo>
                <a:lnTo>
                  <a:pt x="60" y="47"/>
                </a:lnTo>
                <a:lnTo>
                  <a:pt x="61" y="47"/>
                </a:lnTo>
                <a:lnTo>
                  <a:pt x="62" y="47"/>
                </a:lnTo>
                <a:lnTo>
                  <a:pt x="63" y="47"/>
                </a:lnTo>
                <a:lnTo>
                  <a:pt x="64" y="47"/>
                </a:lnTo>
                <a:lnTo>
                  <a:pt x="65" y="47"/>
                </a:lnTo>
                <a:lnTo>
                  <a:pt x="66" y="47"/>
                </a:lnTo>
                <a:lnTo>
                  <a:pt x="67" y="47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4" y="47"/>
                </a:lnTo>
                <a:lnTo>
                  <a:pt x="75" y="47"/>
                </a:lnTo>
                <a:lnTo>
                  <a:pt x="76" y="47"/>
                </a:lnTo>
                <a:lnTo>
                  <a:pt x="77" y="47"/>
                </a:lnTo>
                <a:lnTo>
                  <a:pt x="78" y="47"/>
                </a:lnTo>
                <a:lnTo>
                  <a:pt x="79" y="47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3" y="47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7" y="47"/>
                </a:lnTo>
                <a:lnTo>
                  <a:pt x="88" y="47"/>
                </a:lnTo>
                <a:lnTo>
                  <a:pt x="89" y="47"/>
                </a:lnTo>
                <a:lnTo>
                  <a:pt x="90" y="47"/>
                </a:lnTo>
                <a:lnTo>
                  <a:pt x="91" y="47"/>
                </a:lnTo>
                <a:lnTo>
                  <a:pt x="92" y="47"/>
                </a:lnTo>
                <a:lnTo>
                  <a:pt x="93" y="47"/>
                </a:lnTo>
                <a:lnTo>
                  <a:pt x="94" y="47"/>
                </a:lnTo>
                <a:lnTo>
                  <a:pt x="95" y="47"/>
                </a:lnTo>
                <a:lnTo>
                  <a:pt x="96" y="47"/>
                </a:lnTo>
                <a:lnTo>
                  <a:pt x="97" y="47"/>
                </a:lnTo>
                <a:lnTo>
                  <a:pt x="98" y="47"/>
                </a:lnTo>
                <a:lnTo>
                  <a:pt x="99" y="47"/>
                </a:lnTo>
                <a:lnTo>
                  <a:pt x="100" y="47"/>
                </a:lnTo>
                <a:lnTo>
                  <a:pt x="101" y="47"/>
                </a:lnTo>
                <a:lnTo>
                  <a:pt x="102" y="47"/>
                </a:lnTo>
                <a:lnTo>
                  <a:pt x="103" y="47"/>
                </a:lnTo>
                <a:lnTo>
                  <a:pt x="104" y="47"/>
                </a:lnTo>
                <a:lnTo>
                  <a:pt x="105" y="47"/>
                </a:lnTo>
                <a:lnTo>
                  <a:pt x="106" y="47"/>
                </a:lnTo>
                <a:lnTo>
                  <a:pt x="107" y="47"/>
                </a:lnTo>
                <a:lnTo>
                  <a:pt x="108" y="47"/>
                </a:lnTo>
                <a:lnTo>
                  <a:pt x="109" y="47"/>
                </a:lnTo>
                <a:lnTo>
                  <a:pt x="110" y="47"/>
                </a:lnTo>
                <a:lnTo>
                  <a:pt x="111" y="47"/>
                </a:lnTo>
                <a:lnTo>
                  <a:pt x="112" y="47"/>
                </a:lnTo>
                <a:lnTo>
                  <a:pt x="113" y="47"/>
                </a:lnTo>
                <a:lnTo>
                  <a:pt x="114" y="47"/>
                </a:lnTo>
                <a:lnTo>
                  <a:pt x="115" y="47"/>
                </a:lnTo>
                <a:lnTo>
                  <a:pt x="116" y="47"/>
                </a:lnTo>
                <a:lnTo>
                  <a:pt x="117" y="47"/>
                </a:lnTo>
                <a:lnTo>
                  <a:pt x="118" y="47"/>
                </a:lnTo>
                <a:lnTo>
                  <a:pt x="119" y="47"/>
                </a:lnTo>
                <a:lnTo>
                  <a:pt x="120" y="47"/>
                </a:lnTo>
                <a:lnTo>
                  <a:pt x="121" y="47"/>
                </a:lnTo>
                <a:lnTo>
                  <a:pt x="122" y="47"/>
                </a:lnTo>
                <a:lnTo>
                  <a:pt x="123" y="47"/>
                </a:lnTo>
                <a:lnTo>
                  <a:pt x="124" y="47"/>
                </a:lnTo>
                <a:lnTo>
                  <a:pt x="125" y="47"/>
                </a:lnTo>
                <a:lnTo>
                  <a:pt x="126" y="47"/>
                </a:lnTo>
                <a:lnTo>
                  <a:pt x="127" y="47"/>
                </a:lnTo>
                <a:lnTo>
                  <a:pt x="128" y="47"/>
                </a:lnTo>
                <a:lnTo>
                  <a:pt x="129" y="47"/>
                </a:lnTo>
                <a:lnTo>
                  <a:pt x="130" y="47"/>
                </a:lnTo>
                <a:lnTo>
                  <a:pt x="131" y="47"/>
                </a:lnTo>
                <a:lnTo>
                  <a:pt x="132" y="47"/>
                </a:lnTo>
                <a:lnTo>
                  <a:pt x="133" y="47"/>
                </a:lnTo>
                <a:lnTo>
                  <a:pt x="134" y="47"/>
                </a:lnTo>
                <a:lnTo>
                  <a:pt x="135" y="47"/>
                </a:lnTo>
                <a:lnTo>
                  <a:pt x="136" y="47"/>
                </a:lnTo>
                <a:lnTo>
                  <a:pt x="137" y="47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1" y="47"/>
                </a:lnTo>
                <a:lnTo>
                  <a:pt x="142" y="47"/>
                </a:lnTo>
                <a:lnTo>
                  <a:pt x="143" y="47"/>
                </a:lnTo>
                <a:lnTo>
                  <a:pt x="144" y="47"/>
                </a:lnTo>
                <a:lnTo>
                  <a:pt x="145" y="47"/>
                </a:lnTo>
                <a:lnTo>
                  <a:pt x="146" y="47"/>
                </a:lnTo>
                <a:lnTo>
                  <a:pt x="147" y="47"/>
                </a:lnTo>
                <a:lnTo>
                  <a:pt x="148" y="47"/>
                </a:lnTo>
                <a:lnTo>
                  <a:pt x="149" y="47"/>
                </a:lnTo>
                <a:lnTo>
                  <a:pt x="150" y="47"/>
                </a:lnTo>
                <a:lnTo>
                  <a:pt x="151" y="47"/>
                </a:lnTo>
                <a:lnTo>
                  <a:pt x="152" y="47"/>
                </a:lnTo>
                <a:lnTo>
                  <a:pt x="153" y="47"/>
                </a:lnTo>
                <a:lnTo>
                  <a:pt x="154" y="47"/>
                </a:lnTo>
                <a:lnTo>
                  <a:pt x="155" y="47"/>
                </a:lnTo>
                <a:lnTo>
                  <a:pt x="156" y="47"/>
                </a:lnTo>
                <a:lnTo>
                  <a:pt x="157" y="47"/>
                </a:lnTo>
                <a:lnTo>
                  <a:pt x="158" y="47"/>
                </a:lnTo>
                <a:lnTo>
                  <a:pt x="159" y="47"/>
                </a:lnTo>
                <a:lnTo>
                  <a:pt x="160" y="47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4" y="47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8" y="47"/>
                </a:lnTo>
                <a:lnTo>
                  <a:pt x="169" y="47"/>
                </a:lnTo>
                <a:lnTo>
                  <a:pt x="170" y="47"/>
                </a:lnTo>
                <a:lnTo>
                  <a:pt x="171" y="47"/>
                </a:lnTo>
                <a:lnTo>
                  <a:pt x="172" y="47"/>
                </a:lnTo>
                <a:lnTo>
                  <a:pt x="173" y="47"/>
                </a:lnTo>
                <a:lnTo>
                  <a:pt x="174" y="47"/>
                </a:lnTo>
                <a:lnTo>
                  <a:pt x="175" y="47"/>
                </a:lnTo>
                <a:lnTo>
                  <a:pt x="176" y="47"/>
                </a:lnTo>
                <a:lnTo>
                  <a:pt x="177" y="47"/>
                </a:lnTo>
                <a:lnTo>
                  <a:pt x="178" y="47"/>
                </a:lnTo>
                <a:lnTo>
                  <a:pt x="179" y="47"/>
                </a:lnTo>
                <a:lnTo>
                  <a:pt x="180" y="47"/>
                </a:lnTo>
                <a:lnTo>
                  <a:pt x="181" y="47"/>
                </a:lnTo>
                <a:lnTo>
                  <a:pt x="182" y="47"/>
                </a:lnTo>
                <a:lnTo>
                  <a:pt x="183" y="47"/>
                </a:lnTo>
                <a:lnTo>
                  <a:pt x="184" y="47"/>
                </a:lnTo>
                <a:lnTo>
                  <a:pt x="185" y="47"/>
                </a:lnTo>
                <a:lnTo>
                  <a:pt x="186" y="47"/>
                </a:lnTo>
                <a:lnTo>
                  <a:pt x="187" y="47"/>
                </a:lnTo>
                <a:lnTo>
                  <a:pt x="188" y="47"/>
                </a:lnTo>
                <a:lnTo>
                  <a:pt x="189" y="47"/>
                </a:lnTo>
                <a:lnTo>
                  <a:pt x="190" y="47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4" y="47"/>
                </a:lnTo>
                <a:lnTo>
                  <a:pt x="195" y="47"/>
                </a:lnTo>
                <a:lnTo>
                  <a:pt x="196" y="47"/>
                </a:lnTo>
                <a:lnTo>
                  <a:pt x="197" y="47"/>
                </a:lnTo>
                <a:lnTo>
                  <a:pt x="198" y="47"/>
                </a:lnTo>
                <a:lnTo>
                  <a:pt x="199" y="47"/>
                </a:lnTo>
                <a:lnTo>
                  <a:pt x="200" y="47"/>
                </a:lnTo>
                <a:lnTo>
                  <a:pt x="201" y="47"/>
                </a:lnTo>
                <a:lnTo>
                  <a:pt x="202" y="47"/>
                </a:lnTo>
                <a:lnTo>
                  <a:pt x="203" y="47"/>
                </a:lnTo>
                <a:lnTo>
                  <a:pt x="204" y="47"/>
                </a:lnTo>
                <a:lnTo>
                  <a:pt x="205" y="47"/>
                </a:lnTo>
                <a:lnTo>
                  <a:pt x="206" y="47"/>
                </a:lnTo>
                <a:lnTo>
                  <a:pt x="207" y="47"/>
                </a:lnTo>
                <a:lnTo>
                  <a:pt x="208" y="47"/>
                </a:lnTo>
                <a:lnTo>
                  <a:pt x="209" y="47"/>
                </a:lnTo>
                <a:lnTo>
                  <a:pt x="210" y="47"/>
                </a:lnTo>
                <a:lnTo>
                  <a:pt x="211" y="47"/>
                </a:lnTo>
                <a:lnTo>
                  <a:pt x="212" y="47"/>
                </a:lnTo>
                <a:lnTo>
                  <a:pt x="213" y="47"/>
                </a:lnTo>
                <a:lnTo>
                  <a:pt x="214" y="47"/>
                </a:lnTo>
                <a:lnTo>
                  <a:pt x="215" y="47"/>
                </a:lnTo>
                <a:lnTo>
                  <a:pt x="216" y="47"/>
                </a:lnTo>
                <a:lnTo>
                  <a:pt x="217" y="47"/>
                </a:lnTo>
                <a:lnTo>
                  <a:pt x="218" y="47"/>
                </a:lnTo>
                <a:lnTo>
                  <a:pt x="219" y="47"/>
                </a:lnTo>
                <a:lnTo>
                  <a:pt x="220" y="47"/>
                </a:lnTo>
                <a:lnTo>
                  <a:pt x="221" y="47"/>
                </a:lnTo>
                <a:lnTo>
                  <a:pt x="222" y="47"/>
                </a:lnTo>
                <a:lnTo>
                  <a:pt x="223" y="47"/>
                </a:lnTo>
                <a:lnTo>
                  <a:pt x="224" y="47"/>
                </a:lnTo>
                <a:lnTo>
                  <a:pt x="225" y="47"/>
                </a:lnTo>
                <a:lnTo>
                  <a:pt x="226" y="47"/>
                </a:lnTo>
                <a:lnTo>
                  <a:pt x="227" y="47"/>
                </a:lnTo>
                <a:lnTo>
                  <a:pt x="228" y="47"/>
                </a:lnTo>
                <a:lnTo>
                  <a:pt x="229" y="47"/>
                </a:lnTo>
                <a:lnTo>
                  <a:pt x="230" y="47"/>
                </a:lnTo>
                <a:lnTo>
                  <a:pt x="231" y="47"/>
                </a:lnTo>
                <a:lnTo>
                  <a:pt x="232" y="47"/>
                </a:lnTo>
                <a:lnTo>
                  <a:pt x="233" y="47"/>
                </a:lnTo>
                <a:lnTo>
                  <a:pt x="234" y="47"/>
                </a:lnTo>
                <a:lnTo>
                  <a:pt x="235" y="47"/>
                </a:lnTo>
                <a:lnTo>
                  <a:pt x="236" y="47"/>
                </a:lnTo>
                <a:lnTo>
                  <a:pt x="237" y="47"/>
                </a:lnTo>
                <a:lnTo>
                  <a:pt x="238" y="47"/>
                </a:lnTo>
                <a:lnTo>
                  <a:pt x="239" y="47"/>
                </a:lnTo>
                <a:lnTo>
                  <a:pt x="240" y="47"/>
                </a:lnTo>
                <a:lnTo>
                  <a:pt x="241" y="47"/>
                </a:lnTo>
                <a:lnTo>
                  <a:pt x="242" y="47"/>
                </a:lnTo>
                <a:lnTo>
                  <a:pt x="243" y="47"/>
                </a:lnTo>
                <a:lnTo>
                  <a:pt x="244" y="47"/>
                </a:lnTo>
                <a:lnTo>
                  <a:pt x="245" y="47"/>
                </a:lnTo>
                <a:lnTo>
                  <a:pt x="246" y="47"/>
                </a:lnTo>
                <a:lnTo>
                  <a:pt x="247" y="47"/>
                </a:lnTo>
                <a:lnTo>
                  <a:pt x="248" y="47"/>
                </a:lnTo>
                <a:lnTo>
                  <a:pt x="249" y="47"/>
                </a:lnTo>
                <a:lnTo>
                  <a:pt x="250" y="47"/>
                </a:lnTo>
                <a:lnTo>
                  <a:pt x="251" y="47"/>
                </a:lnTo>
                <a:lnTo>
                  <a:pt x="252" y="47"/>
                </a:lnTo>
                <a:lnTo>
                  <a:pt x="253" y="47"/>
                </a:lnTo>
                <a:lnTo>
                  <a:pt x="254" y="47"/>
                </a:lnTo>
                <a:lnTo>
                  <a:pt x="255" y="47"/>
                </a:lnTo>
                <a:lnTo>
                  <a:pt x="256" y="47"/>
                </a:lnTo>
                <a:lnTo>
                  <a:pt x="257" y="47"/>
                </a:lnTo>
                <a:lnTo>
                  <a:pt x="258" y="47"/>
                </a:lnTo>
                <a:lnTo>
                  <a:pt x="259" y="47"/>
                </a:lnTo>
                <a:lnTo>
                  <a:pt x="260" y="47"/>
                </a:lnTo>
                <a:lnTo>
                  <a:pt x="261" y="47"/>
                </a:lnTo>
                <a:lnTo>
                  <a:pt x="262" y="47"/>
                </a:lnTo>
                <a:lnTo>
                  <a:pt x="263" y="47"/>
                </a:lnTo>
                <a:lnTo>
                  <a:pt x="264" y="47"/>
                </a:lnTo>
                <a:lnTo>
                  <a:pt x="265" y="47"/>
                </a:lnTo>
                <a:lnTo>
                  <a:pt x="266" y="47"/>
                </a:lnTo>
                <a:lnTo>
                  <a:pt x="267" y="47"/>
                </a:lnTo>
                <a:lnTo>
                  <a:pt x="268" y="47"/>
                </a:lnTo>
                <a:lnTo>
                  <a:pt x="269" y="47"/>
                </a:lnTo>
                <a:lnTo>
                  <a:pt x="270" y="47"/>
                </a:lnTo>
                <a:lnTo>
                  <a:pt x="271" y="47"/>
                </a:lnTo>
                <a:lnTo>
                  <a:pt x="272" y="47"/>
                </a:lnTo>
                <a:lnTo>
                  <a:pt x="273" y="47"/>
                </a:lnTo>
                <a:lnTo>
                  <a:pt x="274" y="47"/>
                </a:lnTo>
                <a:lnTo>
                  <a:pt x="275" y="47"/>
                </a:lnTo>
                <a:lnTo>
                  <a:pt x="276" y="47"/>
                </a:lnTo>
                <a:lnTo>
                  <a:pt x="277" y="47"/>
                </a:lnTo>
                <a:lnTo>
                  <a:pt x="278" y="47"/>
                </a:lnTo>
                <a:lnTo>
                  <a:pt x="279" y="47"/>
                </a:lnTo>
                <a:lnTo>
                  <a:pt x="280" y="47"/>
                </a:lnTo>
                <a:lnTo>
                  <a:pt x="281" y="47"/>
                </a:lnTo>
                <a:lnTo>
                  <a:pt x="282" y="47"/>
                </a:lnTo>
                <a:lnTo>
                  <a:pt x="283" y="47"/>
                </a:lnTo>
                <a:lnTo>
                  <a:pt x="284" y="47"/>
                </a:lnTo>
                <a:lnTo>
                  <a:pt x="285" y="47"/>
                </a:lnTo>
                <a:lnTo>
                  <a:pt x="286" y="47"/>
                </a:lnTo>
                <a:lnTo>
                  <a:pt x="287" y="47"/>
                </a:lnTo>
                <a:lnTo>
                  <a:pt x="288" y="47"/>
                </a:lnTo>
                <a:lnTo>
                  <a:pt x="289" y="47"/>
                </a:lnTo>
                <a:lnTo>
                  <a:pt x="290" y="47"/>
                </a:lnTo>
                <a:lnTo>
                  <a:pt x="291" y="47"/>
                </a:lnTo>
                <a:lnTo>
                  <a:pt x="292" y="47"/>
                </a:lnTo>
                <a:lnTo>
                  <a:pt x="293" y="47"/>
                </a:lnTo>
                <a:lnTo>
                  <a:pt x="294" y="47"/>
                </a:lnTo>
                <a:lnTo>
                  <a:pt x="295" y="47"/>
                </a:lnTo>
                <a:lnTo>
                  <a:pt x="296" y="47"/>
                </a:lnTo>
                <a:lnTo>
                  <a:pt x="297" y="47"/>
                </a:lnTo>
                <a:lnTo>
                  <a:pt x="298" y="47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2" y="47"/>
                </a:lnTo>
                <a:lnTo>
                  <a:pt x="303" y="47"/>
                </a:lnTo>
                <a:lnTo>
                  <a:pt x="304" y="47"/>
                </a:lnTo>
                <a:lnTo>
                  <a:pt x="305" y="47"/>
                </a:lnTo>
                <a:lnTo>
                  <a:pt x="306" y="47"/>
                </a:lnTo>
                <a:lnTo>
                  <a:pt x="307" y="47"/>
                </a:lnTo>
                <a:lnTo>
                  <a:pt x="308" y="47"/>
                </a:lnTo>
                <a:lnTo>
                  <a:pt x="309" y="47"/>
                </a:lnTo>
                <a:lnTo>
                  <a:pt x="310" y="47"/>
                </a:lnTo>
                <a:lnTo>
                  <a:pt x="311" y="47"/>
                </a:lnTo>
                <a:lnTo>
                  <a:pt x="312" y="47"/>
                </a:lnTo>
                <a:lnTo>
                  <a:pt x="313" y="47"/>
                </a:lnTo>
                <a:lnTo>
                  <a:pt x="314" y="47"/>
                </a:lnTo>
                <a:lnTo>
                  <a:pt x="315" y="47"/>
                </a:lnTo>
                <a:lnTo>
                  <a:pt x="316" y="47"/>
                </a:lnTo>
                <a:lnTo>
                  <a:pt x="317" y="47"/>
                </a:lnTo>
                <a:lnTo>
                  <a:pt x="318" y="47"/>
                </a:lnTo>
                <a:lnTo>
                  <a:pt x="319" y="47"/>
                </a:lnTo>
                <a:lnTo>
                  <a:pt x="320" y="47"/>
                </a:lnTo>
                <a:lnTo>
                  <a:pt x="321" y="47"/>
                </a:lnTo>
                <a:lnTo>
                  <a:pt x="322" y="47"/>
                </a:lnTo>
                <a:lnTo>
                  <a:pt x="323" y="47"/>
                </a:lnTo>
                <a:lnTo>
                  <a:pt x="324" y="47"/>
                </a:lnTo>
                <a:lnTo>
                  <a:pt x="325" y="47"/>
                </a:lnTo>
                <a:lnTo>
                  <a:pt x="326" y="47"/>
                </a:lnTo>
                <a:lnTo>
                  <a:pt x="327" y="47"/>
                </a:lnTo>
                <a:lnTo>
                  <a:pt x="328" y="47"/>
                </a:lnTo>
                <a:lnTo>
                  <a:pt x="329" y="47"/>
                </a:lnTo>
                <a:lnTo>
                  <a:pt x="330" y="47"/>
                </a:lnTo>
                <a:lnTo>
                  <a:pt x="331" y="47"/>
                </a:lnTo>
                <a:lnTo>
                  <a:pt x="332" y="47"/>
                </a:lnTo>
                <a:lnTo>
                  <a:pt x="333" y="47"/>
                </a:lnTo>
                <a:lnTo>
                  <a:pt x="334" y="47"/>
                </a:lnTo>
                <a:lnTo>
                  <a:pt x="335" y="47"/>
                </a:lnTo>
                <a:lnTo>
                  <a:pt x="336" y="47"/>
                </a:lnTo>
                <a:lnTo>
                  <a:pt x="337" y="47"/>
                </a:lnTo>
                <a:lnTo>
                  <a:pt x="338" y="47"/>
                </a:lnTo>
                <a:lnTo>
                  <a:pt x="339" y="47"/>
                </a:lnTo>
                <a:lnTo>
                  <a:pt x="340" y="47"/>
                </a:lnTo>
                <a:lnTo>
                  <a:pt x="341" y="47"/>
                </a:lnTo>
                <a:lnTo>
                  <a:pt x="342" y="47"/>
                </a:lnTo>
                <a:lnTo>
                  <a:pt x="343" y="47"/>
                </a:lnTo>
                <a:lnTo>
                  <a:pt x="344" y="47"/>
                </a:lnTo>
                <a:lnTo>
                  <a:pt x="345" y="47"/>
                </a:lnTo>
                <a:lnTo>
                  <a:pt x="346" y="47"/>
                </a:lnTo>
                <a:lnTo>
                  <a:pt x="347" y="47"/>
                </a:lnTo>
                <a:lnTo>
                  <a:pt x="348" y="47"/>
                </a:lnTo>
                <a:lnTo>
                  <a:pt x="349" y="47"/>
                </a:lnTo>
                <a:lnTo>
                  <a:pt x="350" y="47"/>
                </a:lnTo>
                <a:lnTo>
                  <a:pt x="351" y="47"/>
                </a:lnTo>
                <a:lnTo>
                  <a:pt x="352" y="47"/>
                </a:lnTo>
                <a:lnTo>
                  <a:pt x="353" y="47"/>
                </a:lnTo>
                <a:lnTo>
                  <a:pt x="354" y="47"/>
                </a:lnTo>
                <a:lnTo>
                  <a:pt x="355" y="47"/>
                </a:lnTo>
                <a:lnTo>
                  <a:pt x="356" y="47"/>
                </a:lnTo>
                <a:lnTo>
                  <a:pt x="357" y="47"/>
                </a:lnTo>
                <a:lnTo>
                  <a:pt x="358" y="47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2" y="47"/>
                </a:lnTo>
                <a:lnTo>
                  <a:pt x="363" y="47"/>
                </a:lnTo>
                <a:lnTo>
                  <a:pt x="364" y="47"/>
                </a:lnTo>
                <a:lnTo>
                  <a:pt x="365" y="47"/>
                </a:lnTo>
                <a:lnTo>
                  <a:pt x="366" y="47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70" y="47"/>
                </a:lnTo>
                <a:lnTo>
                  <a:pt x="371" y="47"/>
                </a:lnTo>
                <a:lnTo>
                  <a:pt x="372" y="47"/>
                </a:lnTo>
                <a:lnTo>
                  <a:pt x="373" y="47"/>
                </a:lnTo>
                <a:lnTo>
                  <a:pt x="374" y="47"/>
                </a:lnTo>
                <a:lnTo>
                  <a:pt x="375" y="47"/>
                </a:lnTo>
                <a:lnTo>
                  <a:pt x="376" y="47"/>
                </a:lnTo>
                <a:lnTo>
                  <a:pt x="377" y="47"/>
                </a:lnTo>
                <a:lnTo>
                  <a:pt x="378" y="47"/>
                </a:lnTo>
                <a:lnTo>
                  <a:pt x="379" y="47"/>
                </a:lnTo>
                <a:lnTo>
                  <a:pt x="380" y="47"/>
                </a:lnTo>
                <a:lnTo>
                  <a:pt x="381" y="47"/>
                </a:lnTo>
                <a:lnTo>
                  <a:pt x="382" y="47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7"/>
                </a:lnTo>
                <a:lnTo>
                  <a:pt x="389" y="47"/>
                </a:lnTo>
                <a:lnTo>
                  <a:pt x="390" y="47"/>
                </a:lnTo>
                <a:lnTo>
                  <a:pt x="391" y="47"/>
                </a:lnTo>
                <a:lnTo>
                  <a:pt x="392" y="47"/>
                </a:lnTo>
                <a:lnTo>
                  <a:pt x="393" y="47"/>
                </a:lnTo>
                <a:lnTo>
                  <a:pt x="394" y="47"/>
                </a:lnTo>
                <a:lnTo>
                  <a:pt x="395" y="47"/>
                </a:lnTo>
                <a:lnTo>
                  <a:pt x="396" y="47"/>
                </a:lnTo>
                <a:lnTo>
                  <a:pt x="397" y="47"/>
                </a:lnTo>
                <a:lnTo>
                  <a:pt x="398" y="47"/>
                </a:lnTo>
                <a:lnTo>
                  <a:pt x="399" y="47"/>
                </a:lnTo>
                <a:lnTo>
                  <a:pt x="400" y="47"/>
                </a:lnTo>
                <a:lnTo>
                  <a:pt x="401" y="47"/>
                </a:lnTo>
                <a:lnTo>
                  <a:pt x="402" y="47"/>
                </a:lnTo>
                <a:lnTo>
                  <a:pt x="403" y="47"/>
                </a:lnTo>
                <a:lnTo>
                  <a:pt x="404" y="47"/>
                </a:lnTo>
                <a:lnTo>
                  <a:pt x="405" y="47"/>
                </a:lnTo>
                <a:lnTo>
                  <a:pt x="406" y="47"/>
                </a:lnTo>
                <a:lnTo>
                  <a:pt x="407" y="47"/>
                </a:lnTo>
                <a:lnTo>
                  <a:pt x="408" y="47"/>
                </a:lnTo>
                <a:lnTo>
                  <a:pt x="409" y="47"/>
                </a:lnTo>
                <a:lnTo>
                  <a:pt x="410" y="47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7"/>
                </a:lnTo>
                <a:lnTo>
                  <a:pt x="417" y="47"/>
                </a:lnTo>
                <a:lnTo>
                  <a:pt x="418" y="47"/>
                </a:lnTo>
                <a:lnTo>
                  <a:pt x="419" y="47"/>
                </a:lnTo>
                <a:lnTo>
                  <a:pt x="420" y="47"/>
                </a:lnTo>
                <a:lnTo>
                  <a:pt x="421" y="47"/>
                </a:lnTo>
                <a:lnTo>
                  <a:pt x="422" y="47"/>
                </a:lnTo>
                <a:lnTo>
                  <a:pt x="423" y="47"/>
                </a:lnTo>
                <a:lnTo>
                  <a:pt x="424" y="47"/>
                </a:lnTo>
                <a:lnTo>
                  <a:pt x="425" y="47"/>
                </a:lnTo>
                <a:lnTo>
                  <a:pt x="426" y="47"/>
                </a:lnTo>
                <a:lnTo>
                  <a:pt x="427" y="47"/>
                </a:lnTo>
                <a:lnTo>
                  <a:pt x="428" y="47"/>
                </a:lnTo>
                <a:lnTo>
                  <a:pt x="429" y="47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3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9" y="47"/>
                </a:lnTo>
                <a:lnTo>
                  <a:pt x="450" y="47"/>
                </a:lnTo>
                <a:lnTo>
                  <a:pt x="451" y="47"/>
                </a:lnTo>
                <a:lnTo>
                  <a:pt x="452" y="47"/>
                </a:lnTo>
                <a:lnTo>
                  <a:pt x="453" y="47"/>
                </a:lnTo>
                <a:lnTo>
                  <a:pt x="454" y="47"/>
                </a:lnTo>
                <a:lnTo>
                  <a:pt x="455" y="47"/>
                </a:lnTo>
                <a:lnTo>
                  <a:pt x="456" y="47"/>
                </a:lnTo>
                <a:lnTo>
                  <a:pt x="457" y="47"/>
                </a:lnTo>
                <a:lnTo>
                  <a:pt x="458" y="47"/>
                </a:lnTo>
                <a:lnTo>
                  <a:pt x="459" y="47"/>
                </a:lnTo>
                <a:lnTo>
                  <a:pt x="460" y="47"/>
                </a:lnTo>
                <a:lnTo>
                  <a:pt x="461" y="47"/>
                </a:lnTo>
                <a:lnTo>
                  <a:pt x="462" y="47"/>
                </a:lnTo>
                <a:lnTo>
                  <a:pt x="463" y="47"/>
                </a:lnTo>
                <a:lnTo>
                  <a:pt x="464" y="47"/>
                </a:lnTo>
                <a:lnTo>
                  <a:pt x="465" y="47"/>
                </a:lnTo>
                <a:lnTo>
                  <a:pt x="466" y="47"/>
                </a:lnTo>
                <a:lnTo>
                  <a:pt x="467" y="47"/>
                </a:lnTo>
                <a:lnTo>
                  <a:pt x="468" y="47"/>
                </a:lnTo>
                <a:lnTo>
                  <a:pt x="469" y="47"/>
                </a:lnTo>
                <a:lnTo>
                  <a:pt x="470" y="47"/>
                </a:lnTo>
                <a:lnTo>
                  <a:pt x="471" y="47"/>
                </a:lnTo>
                <a:lnTo>
                  <a:pt x="472" y="47"/>
                </a:lnTo>
                <a:lnTo>
                  <a:pt x="473" y="47"/>
                </a:lnTo>
                <a:lnTo>
                  <a:pt x="474" y="47"/>
                </a:lnTo>
                <a:lnTo>
                  <a:pt x="475" y="47"/>
                </a:lnTo>
                <a:lnTo>
                  <a:pt x="476" y="47"/>
                </a:lnTo>
                <a:lnTo>
                  <a:pt x="477" y="47"/>
                </a:lnTo>
                <a:lnTo>
                  <a:pt x="478" y="47"/>
                </a:lnTo>
                <a:lnTo>
                  <a:pt x="479" y="47"/>
                </a:lnTo>
                <a:lnTo>
                  <a:pt x="480" y="47"/>
                </a:lnTo>
                <a:lnTo>
                  <a:pt x="481" y="47"/>
                </a:lnTo>
                <a:lnTo>
                  <a:pt x="482" y="47"/>
                </a:lnTo>
                <a:lnTo>
                  <a:pt x="483" y="47"/>
                </a:lnTo>
                <a:lnTo>
                  <a:pt x="484" y="47"/>
                </a:lnTo>
                <a:lnTo>
                  <a:pt x="485" y="47"/>
                </a:lnTo>
                <a:lnTo>
                  <a:pt x="486" y="47"/>
                </a:lnTo>
                <a:lnTo>
                  <a:pt x="487" y="47"/>
                </a:lnTo>
                <a:lnTo>
                  <a:pt x="488" y="47"/>
                </a:lnTo>
                <a:lnTo>
                  <a:pt x="489" y="47"/>
                </a:lnTo>
                <a:lnTo>
                  <a:pt x="490" y="47"/>
                </a:lnTo>
                <a:lnTo>
                  <a:pt x="491" y="47"/>
                </a:lnTo>
                <a:lnTo>
                  <a:pt x="492" y="47"/>
                </a:lnTo>
                <a:lnTo>
                  <a:pt x="493" y="47"/>
                </a:lnTo>
                <a:lnTo>
                  <a:pt x="494" y="47"/>
                </a:lnTo>
                <a:lnTo>
                  <a:pt x="495" y="47"/>
                </a:lnTo>
                <a:lnTo>
                  <a:pt x="496" y="47"/>
                </a:lnTo>
                <a:lnTo>
                  <a:pt x="497" y="47"/>
                </a:lnTo>
                <a:lnTo>
                  <a:pt x="498" y="47"/>
                </a:lnTo>
                <a:lnTo>
                  <a:pt x="499" y="47"/>
                </a:lnTo>
                <a:lnTo>
                  <a:pt x="500" y="47"/>
                </a:lnTo>
                <a:lnTo>
                  <a:pt x="501" y="47"/>
                </a:lnTo>
                <a:lnTo>
                  <a:pt x="502" y="47"/>
                </a:lnTo>
                <a:lnTo>
                  <a:pt x="503" y="47"/>
                </a:lnTo>
                <a:lnTo>
                  <a:pt x="504" y="47"/>
                </a:lnTo>
                <a:lnTo>
                  <a:pt x="505" y="47"/>
                </a:lnTo>
                <a:lnTo>
                  <a:pt x="506" y="47"/>
                </a:lnTo>
                <a:lnTo>
                  <a:pt x="507" y="47"/>
                </a:lnTo>
                <a:lnTo>
                  <a:pt x="508" y="47"/>
                </a:lnTo>
                <a:lnTo>
                  <a:pt x="509" y="47"/>
                </a:lnTo>
                <a:lnTo>
                  <a:pt x="510" y="47"/>
                </a:lnTo>
                <a:lnTo>
                  <a:pt x="511" y="47"/>
                </a:lnTo>
                <a:lnTo>
                  <a:pt x="512" y="47"/>
                </a:lnTo>
                <a:lnTo>
                  <a:pt x="513" y="47"/>
                </a:lnTo>
                <a:lnTo>
                  <a:pt x="514" y="47"/>
                </a:lnTo>
                <a:lnTo>
                  <a:pt x="515" y="47"/>
                </a:lnTo>
                <a:lnTo>
                  <a:pt x="516" y="47"/>
                </a:lnTo>
                <a:lnTo>
                  <a:pt x="517" y="47"/>
                </a:lnTo>
                <a:lnTo>
                  <a:pt x="518" y="47"/>
                </a:lnTo>
                <a:lnTo>
                  <a:pt x="519" y="47"/>
                </a:lnTo>
                <a:lnTo>
                  <a:pt x="520" y="47"/>
                </a:lnTo>
                <a:lnTo>
                  <a:pt x="521" y="47"/>
                </a:lnTo>
                <a:lnTo>
                  <a:pt x="522" y="47"/>
                </a:lnTo>
                <a:lnTo>
                  <a:pt x="523" y="47"/>
                </a:lnTo>
                <a:lnTo>
                  <a:pt x="524" y="47"/>
                </a:lnTo>
                <a:lnTo>
                  <a:pt x="525" y="47"/>
                </a:lnTo>
                <a:lnTo>
                  <a:pt x="526" y="47"/>
                </a:lnTo>
                <a:lnTo>
                  <a:pt x="527" y="47"/>
                </a:lnTo>
                <a:lnTo>
                  <a:pt x="528" y="47"/>
                </a:lnTo>
                <a:lnTo>
                  <a:pt x="529" y="47"/>
                </a:lnTo>
                <a:lnTo>
                  <a:pt x="530" y="47"/>
                </a:lnTo>
                <a:lnTo>
                  <a:pt x="531" y="47"/>
                </a:lnTo>
                <a:lnTo>
                  <a:pt x="532" y="47"/>
                </a:lnTo>
                <a:lnTo>
                  <a:pt x="533" y="47"/>
                </a:lnTo>
                <a:lnTo>
                  <a:pt x="534" y="47"/>
                </a:lnTo>
                <a:lnTo>
                  <a:pt x="535" y="47"/>
                </a:lnTo>
                <a:lnTo>
                  <a:pt x="536" y="47"/>
                </a:lnTo>
                <a:lnTo>
                  <a:pt x="537" y="47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6" y="47"/>
                </a:lnTo>
                <a:lnTo>
                  <a:pt x="547" y="47"/>
                </a:lnTo>
                <a:lnTo>
                  <a:pt x="548" y="47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7"/>
                </a:lnTo>
                <a:lnTo>
                  <a:pt x="555" y="47"/>
                </a:lnTo>
                <a:lnTo>
                  <a:pt x="556" y="47"/>
                </a:lnTo>
                <a:lnTo>
                  <a:pt x="557" y="47"/>
                </a:lnTo>
                <a:lnTo>
                  <a:pt x="558" y="47"/>
                </a:lnTo>
                <a:lnTo>
                  <a:pt x="559" y="47"/>
                </a:lnTo>
                <a:lnTo>
                  <a:pt x="560" y="47"/>
                </a:lnTo>
                <a:lnTo>
                  <a:pt x="561" y="47"/>
                </a:lnTo>
                <a:lnTo>
                  <a:pt x="562" y="47"/>
                </a:lnTo>
                <a:lnTo>
                  <a:pt x="563" y="47"/>
                </a:lnTo>
                <a:lnTo>
                  <a:pt x="564" y="47"/>
                </a:lnTo>
                <a:lnTo>
                  <a:pt x="565" y="47"/>
                </a:lnTo>
                <a:lnTo>
                  <a:pt x="566" y="47"/>
                </a:lnTo>
                <a:lnTo>
                  <a:pt x="567" y="47"/>
                </a:lnTo>
                <a:lnTo>
                  <a:pt x="568" y="47"/>
                </a:lnTo>
                <a:lnTo>
                  <a:pt x="569" y="47"/>
                </a:lnTo>
                <a:lnTo>
                  <a:pt x="570" y="47"/>
                </a:lnTo>
                <a:lnTo>
                  <a:pt x="571" y="47"/>
                </a:lnTo>
                <a:lnTo>
                  <a:pt x="572" y="47"/>
                </a:lnTo>
                <a:lnTo>
                  <a:pt x="573" y="47"/>
                </a:lnTo>
                <a:lnTo>
                  <a:pt x="574" y="47"/>
                </a:lnTo>
                <a:lnTo>
                  <a:pt x="575" y="47"/>
                </a:lnTo>
                <a:lnTo>
                  <a:pt x="576" y="47"/>
                </a:lnTo>
                <a:lnTo>
                  <a:pt x="577" y="47"/>
                </a:lnTo>
                <a:lnTo>
                  <a:pt x="578" y="47"/>
                </a:lnTo>
                <a:lnTo>
                  <a:pt x="579" y="47"/>
                </a:lnTo>
                <a:lnTo>
                  <a:pt x="580" y="47"/>
                </a:lnTo>
                <a:lnTo>
                  <a:pt x="581" y="47"/>
                </a:lnTo>
                <a:lnTo>
                  <a:pt x="582" y="47"/>
                </a:lnTo>
                <a:lnTo>
                  <a:pt x="583" y="47"/>
                </a:lnTo>
                <a:lnTo>
                  <a:pt x="584" y="47"/>
                </a:lnTo>
                <a:lnTo>
                  <a:pt x="585" y="47"/>
                </a:lnTo>
                <a:lnTo>
                  <a:pt x="586" y="47"/>
                </a:lnTo>
                <a:lnTo>
                  <a:pt x="587" y="47"/>
                </a:lnTo>
                <a:lnTo>
                  <a:pt x="588" y="47"/>
                </a:lnTo>
                <a:lnTo>
                  <a:pt x="589" y="47"/>
                </a:lnTo>
                <a:lnTo>
                  <a:pt x="590" y="47"/>
                </a:lnTo>
                <a:lnTo>
                  <a:pt x="591" y="47"/>
                </a:lnTo>
                <a:lnTo>
                  <a:pt x="592" y="47"/>
                </a:lnTo>
                <a:lnTo>
                  <a:pt x="593" y="47"/>
                </a:lnTo>
                <a:lnTo>
                  <a:pt x="594" y="47"/>
                </a:lnTo>
                <a:lnTo>
                  <a:pt x="595" y="47"/>
                </a:lnTo>
                <a:lnTo>
                  <a:pt x="596" y="47"/>
                </a:lnTo>
                <a:lnTo>
                  <a:pt x="597" y="47"/>
                </a:lnTo>
                <a:lnTo>
                  <a:pt x="598" y="47"/>
                </a:lnTo>
                <a:lnTo>
                  <a:pt x="599" y="47"/>
                </a:lnTo>
                <a:lnTo>
                  <a:pt x="600" y="47"/>
                </a:lnTo>
                <a:lnTo>
                  <a:pt x="601" y="47"/>
                </a:lnTo>
                <a:lnTo>
                  <a:pt x="602" y="47"/>
                </a:lnTo>
                <a:lnTo>
                  <a:pt x="603" y="47"/>
                </a:lnTo>
                <a:lnTo>
                  <a:pt x="604" y="47"/>
                </a:lnTo>
                <a:lnTo>
                  <a:pt x="605" y="47"/>
                </a:lnTo>
                <a:lnTo>
                  <a:pt x="606" y="47"/>
                </a:lnTo>
                <a:lnTo>
                  <a:pt x="607" y="47"/>
                </a:lnTo>
                <a:lnTo>
                  <a:pt x="608" y="47"/>
                </a:lnTo>
                <a:lnTo>
                  <a:pt x="609" y="47"/>
                </a:lnTo>
                <a:lnTo>
                  <a:pt x="610" y="47"/>
                </a:lnTo>
                <a:lnTo>
                  <a:pt x="611" y="47"/>
                </a:lnTo>
                <a:lnTo>
                  <a:pt x="612" y="47"/>
                </a:lnTo>
                <a:lnTo>
                  <a:pt x="613" y="47"/>
                </a:lnTo>
                <a:lnTo>
                  <a:pt x="614" y="47"/>
                </a:lnTo>
                <a:lnTo>
                  <a:pt x="615" y="47"/>
                </a:lnTo>
                <a:lnTo>
                  <a:pt x="616" y="47"/>
                </a:lnTo>
                <a:lnTo>
                  <a:pt x="617" y="47"/>
                </a:lnTo>
                <a:lnTo>
                  <a:pt x="618" y="47"/>
                </a:lnTo>
                <a:lnTo>
                  <a:pt x="619" y="47"/>
                </a:lnTo>
                <a:lnTo>
                  <a:pt x="620" y="47"/>
                </a:lnTo>
                <a:lnTo>
                  <a:pt x="621" y="47"/>
                </a:lnTo>
                <a:lnTo>
                  <a:pt x="622" y="47"/>
                </a:lnTo>
                <a:lnTo>
                  <a:pt x="623" y="47"/>
                </a:lnTo>
                <a:lnTo>
                  <a:pt x="624" y="47"/>
                </a:lnTo>
                <a:lnTo>
                  <a:pt x="625" y="47"/>
                </a:lnTo>
                <a:lnTo>
                  <a:pt x="626" y="47"/>
                </a:lnTo>
                <a:lnTo>
                  <a:pt x="627" y="47"/>
                </a:lnTo>
                <a:lnTo>
                  <a:pt x="628" y="47"/>
                </a:lnTo>
                <a:lnTo>
                  <a:pt x="629" y="47"/>
                </a:lnTo>
                <a:lnTo>
                  <a:pt x="630" y="47"/>
                </a:lnTo>
                <a:lnTo>
                  <a:pt x="631" y="47"/>
                </a:lnTo>
                <a:lnTo>
                  <a:pt x="632" y="47"/>
                </a:lnTo>
                <a:lnTo>
                  <a:pt x="633" y="47"/>
                </a:lnTo>
                <a:lnTo>
                  <a:pt x="634" y="47"/>
                </a:lnTo>
                <a:lnTo>
                  <a:pt x="635" y="47"/>
                </a:lnTo>
                <a:lnTo>
                  <a:pt x="636" y="47"/>
                </a:lnTo>
                <a:lnTo>
                  <a:pt x="637" y="47"/>
                </a:lnTo>
                <a:lnTo>
                  <a:pt x="638" y="47"/>
                </a:lnTo>
                <a:lnTo>
                  <a:pt x="639" y="47"/>
                </a:lnTo>
                <a:lnTo>
                  <a:pt x="640" y="47"/>
                </a:lnTo>
                <a:lnTo>
                  <a:pt x="641" y="47"/>
                </a:lnTo>
                <a:lnTo>
                  <a:pt x="642" y="47"/>
                </a:lnTo>
                <a:lnTo>
                  <a:pt x="643" y="47"/>
                </a:lnTo>
                <a:lnTo>
                  <a:pt x="644" y="47"/>
                </a:lnTo>
                <a:lnTo>
                  <a:pt x="645" y="47"/>
                </a:lnTo>
                <a:lnTo>
                  <a:pt x="646" y="47"/>
                </a:lnTo>
                <a:lnTo>
                  <a:pt x="647" y="47"/>
                </a:lnTo>
                <a:lnTo>
                  <a:pt x="648" y="47"/>
                </a:lnTo>
                <a:lnTo>
                  <a:pt x="649" y="47"/>
                </a:lnTo>
                <a:lnTo>
                  <a:pt x="650" y="47"/>
                </a:lnTo>
                <a:lnTo>
                  <a:pt x="651" y="47"/>
                </a:lnTo>
                <a:lnTo>
                  <a:pt x="652" y="47"/>
                </a:lnTo>
                <a:lnTo>
                  <a:pt x="653" y="47"/>
                </a:lnTo>
                <a:lnTo>
                  <a:pt x="654" y="47"/>
                </a:lnTo>
                <a:lnTo>
                  <a:pt x="655" y="47"/>
                </a:lnTo>
                <a:lnTo>
                  <a:pt x="656" y="47"/>
                </a:lnTo>
                <a:lnTo>
                  <a:pt x="657" y="47"/>
                </a:lnTo>
                <a:lnTo>
                  <a:pt x="658" y="47"/>
                </a:lnTo>
                <a:lnTo>
                  <a:pt x="659" y="47"/>
                </a:lnTo>
                <a:lnTo>
                  <a:pt x="660" y="47"/>
                </a:lnTo>
                <a:lnTo>
                  <a:pt x="661" y="47"/>
                </a:lnTo>
                <a:lnTo>
                  <a:pt x="662" y="47"/>
                </a:lnTo>
                <a:lnTo>
                  <a:pt x="663" y="47"/>
                </a:lnTo>
                <a:lnTo>
                  <a:pt x="664" y="47"/>
                </a:lnTo>
                <a:lnTo>
                  <a:pt x="665" y="47"/>
                </a:lnTo>
                <a:lnTo>
                  <a:pt x="666" y="47"/>
                </a:lnTo>
                <a:lnTo>
                  <a:pt x="667" y="47"/>
                </a:lnTo>
                <a:lnTo>
                  <a:pt x="668" y="47"/>
                </a:lnTo>
                <a:lnTo>
                  <a:pt x="669" y="47"/>
                </a:lnTo>
                <a:lnTo>
                  <a:pt x="670" y="47"/>
                </a:lnTo>
                <a:lnTo>
                  <a:pt x="671" y="47"/>
                </a:lnTo>
                <a:lnTo>
                  <a:pt x="672" y="47"/>
                </a:lnTo>
                <a:lnTo>
                  <a:pt x="673" y="47"/>
                </a:lnTo>
                <a:lnTo>
                  <a:pt x="674" y="47"/>
                </a:lnTo>
                <a:lnTo>
                  <a:pt x="675" y="47"/>
                </a:lnTo>
                <a:lnTo>
                  <a:pt x="676" y="47"/>
                </a:lnTo>
                <a:lnTo>
                  <a:pt x="677" y="47"/>
                </a:lnTo>
                <a:lnTo>
                  <a:pt x="678" y="47"/>
                </a:lnTo>
                <a:lnTo>
                  <a:pt x="679" y="47"/>
                </a:lnTo>
                <a:lnTo>
                  <a:pt x="680" y="47"/>
                </a:lnTo>
                <a:lnTo>
                  <a:pt x="681" y="47"/>
                </a:lnTo>
                <a:lnTo>
                  <a:pt x="682" y="47"/>
                </a:lnTo>
                <a:lnTo>
                  <a:pt x="683" y="47"/>
                </a:lnTo>
                <a:lnTo>
                  <a:pt x="684" y="47"/>
                </a:lnTo>
                <a:lnTo>
                  <a:pt x="685" y="47"/>
                </a:lnTo>
                <a:lnTo>
                  <a:pt x="686" y="47"/>
                </a:lnTo>
                <a:lnTo>
                  <a:pt x="687" y="47"/>
                </a:lnTo>
                <a:lnTo>
                  <a:pt x="688" y="47"/>
                </a:lnTo>
                <a:lnTo>
                  <a:pt x="689" y="47"/>
                </a:lnTo>
                <a:lnTo>
                  <a:pt x="690" y="47"/>
                </a:lnTo>
                <a:lnTo>
                  <a:pt x="691" y="47"/>
                </a:lnTo>
                <a:lnTo>
                  <a:pt x="692" y="47"/>
                </a:lnTo>
                <a:lnTo>
                  <a:pt x="693" y="47"/>
                </a:lnTo>
                <a:lnTo>
                  <a:pt x="694" y="47"/>
                </a:lnTo>
                <a:lnTo>
                  <a:pt x="695" y="47"/>
                </a:lnTo>
                <a:lnTo>
                  <a:pt x="696" y="47"/>
                </a:lnTo>
                <a:lnTo>
                  <a:pt x="697" y="47"/>
                </a:lnTo>
                <a:lnTo>
                  <a:pt x="698" y="47"/>
                </a:lnTo>
                <a:lnTo>
                  <a:pt x="699" y="47"/>
                </a:lnTo>
                <a:lnTo>
                  <a:pt x="700" y="47"/>
                </a:lnTo>
                <a:lnTo>
                  <a:pt x="701" y="47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5" y="47"/>
                </a:lnTo>
                <a:lnTo>
                  <a:pt x="706" y="47"/>
                </a:lnTo>
                <a:lnTo>
                  <a:pt x="707" y="47"/>
                </a:lnTo>
                <a:lnTo>
                  <a:pt x="708" y="47"/>
                </a:lnTo>
                <a:lnTo>
                  <a:pt x="709" y="47"/>
                </a:lnTo>
                <a:lnTo>
                  <a:pt x="710" y="47"/>
                </a:lnTo>
                <a:lnTo>
                  <a:pt x="711" y="47"/>
                </a:lnTo>
                <a:lnTo>
                  <a:pt x="712" y="47"/>
                </a:lnTo>
                <a:lnTo>
                  <a:pt x="713" y="47"/>
                </a:lnTo>
                <a:lnTo>
                  <a:pt x="714" y="47"/>
                </a:lnTo>
                <a:lnTo>
                  <a:pt x="715" y="47"/>
                </a:lnTo>
                <a:lnTo>
                  <a:pt x="716" y="47"/>
                </a:lnTo>
                <a:lnTo>
                  <a:pt x="717" y="47"/>
                </a:lnTo>
                <a:lnTo>
                  <a:pt x="718" y="47"/>
                </a:lnTo>
                <a:lnTo>
                  <a:pt x="719" y="47"/>
                </a:lnTo>
                <a:lnTo>
                  <a:pt x="720" y="47"/>
                </a:lnTo>
                <a:lnTo>
                  <a:pt x="721" y="47"/>
                </a:lnTo>
                <a:lnTo>
                  <a:pt x="722" y="47"/>
                </a:lnTo>
                <a:lnTo>
                  <a:pt x="723" y="47"/>
                </a:lnTo>
                <a:lnTo>
                  <a:pt x="724" y="47"/>
                </a:lnTo>
                <a:lnTo>
                  <a:pt x="725" y="47"/>
                </a:lnTo>
                <a:lnTo>
                  <a:pt x="726" y="47"/>
                </a:lnTo>
                <a:lnTo>
                  <a:pt x="727" y="47"/>
                </a:lnTo>
                <a:lnTo>
                  <a:pt x="728" y="47"/>
                </a:lnTo>
                <a:lnTo>
                  <a:pt x="729" y="47"/>
                </a:lnTo>
                <a:lnTo>
                  <a:pt x="730" y="47"/>
                </a:lnTo>
                <a:lnTo>
                  <a:pt x="731" y="47"/>
                </a:lnTo>
                <a:lnTo>
                  <a:pt x="732" y="47"/>
                </a:lnTo>
                <a:lnTo>
                  <a:pt x="733" y="47"/>
                </a:lnTo>
                <a:lnTo>
                  <a:pt x="734" y="47"/>
                </a:lnTo>
                <a:lnTo>
                  <a:pt x="735" y="47"/>
                </a:lnTo>
                <a:lnTo>
                  <a:pt x="736" y="47"/>
                </a:lnTo>
                <a:lnTo>
                  <a:pt x="737" y="47"/>
                </a:lnTo>
                <a:lnTo>
                  <a:pt x="738" y="47"/>
                </a:lnTo>
                <a:lnTo>
                  <a:pt x="739" y="47"/>
                </a:lnTo>
                <a:lnTo>
                  <a:pt x="740" y="47"/>
                </a:lnTo>
                <a:lnTo>
                  <a:pt x="741" y="47"/>
                </a:lnTo>
                <a:lnTo>
                  <a:pt x="742" y="47"/>
                </a:lnTo>
                <a:lnTo>
                  <a:pt x="743" y="47"/>
                </a:lnTo>
                <a:lnTo>
                  <a:pt x="744" y="47"/>
                </a:lnTo>
                <a:lnTo>
                  <a:pt x="745" y="47"/>
                </a:lnTo>
                <a:lnTo>
                  <a:pt x="746" y="47"/>
                </a:lnTo>
                <a:lnTo>
                  <a:pt x="747" y="47"/>
                </a:lnTo>
                <a:lnTo>
                  <a:pt x="748" y="47"/>
                </a:lnTo>
                <a:lnTo>
                  <a:pt x="749" y="47"/>
                </a:lnTo>
                <a:lnTo>
                  <a:pt x="750" y="47"/>
                </a:lnTo>
                <a:lnTo>
                  <a:pt x="751" y="47"/>
                </a:lnTo>
                <a:lnTo>
                  <a:pt x="752" y="47"/>
                </a:lnTo>
                <a:lnTo>
                  <a:pt x="753" y="47"/>
                </a:lnTo>
                <a:lnTo>
                  <a:pt x="754" y="47"/>
                </a:lnTo>
                <a:lnTo>
                  <a:pt x="755" y="47"/>
                </a:lnTo>
                <a:lnTo>
                  <a:pt x="756" y="47"/>
                </a:lnTo>
                <a:lnTo>
                  <a:pt x="757" y="47"/>
                </a:lnTo>
                <a:lnTo>
                  <a:pt x="758" y="47"/>
                </a:lnTo>
                <a:lnTo>
                  <a:pt x="759" y="47"/>
                </a:lnTo>
                <a:lnTo>
                  <a:pt x="760" y="47"/>
                </a:lnTo>
                <a:lnTo>
                  <a:pt x="761" y="47"/>
                </a:lnTo>
                <a:lnTo>
                  <a:pt x="762" y="47"/>
                </a:lnTo>
                <a:lnTo>
                  <a:pt x="763" y="47"/>
                </a:lnTo>
                <a:lnTo>
                  <a:pt x="764" y="47"/>
                </a:lnTo>
                <a:lnTo>
                  <a:pt x="765" y="47"/>
                </a:lnTo>
                <a:lnTo>
                  <a:pt x="766" y="47"/>
                </a:lnTo>
                <a:lnTo>
                  <a:pt x="767" y="47"/>
                </a:lnTo>
                <a:lnTo>
                  <a:pt x="768" y="47"/>
                </a:lnTo>
                <a:lnTo>
                  <a:pt x="769" y="47"/>
                </a:lnTo>
                <a:lnTo>
                  <a:pt x="770" y="47"/>
                </a:lnTo>
                <a:lnTo>
                  <a:pt x="771" y="47"/>
                </a:lnTo>
                <a:lnTo>
                  <a:pt x="772" y="47"/>
                </a:lnTo>
                <a:lnTo>
                  <a:pt x="773" y="47"/>
                </a:lnTo>
                <a:lnTo>
                  <a:pt x="774" y="47"/>
                </a:lnTo>
                <a:lnTo>
                  <a:pt x="775" y="47"/>
                </a:lnTo>
                <a:lnTo>
                  <a:pt x="776" y="47"/>
                </a:lnTo>
                <a:lnTo>
                  <a:pt x="777" y="47"/>
                </a:lnTo>
                <a:lnTo>
                  <a:pt x="778" y="47"/>
                </a:lnTo>
                <a:lnTo>
                  <a:pt x="779" y="47"/>
                </a:lnTo>
                <a:lnTo>
                  <a:pt x="780" y="47"/>
                </a:lnTo>
                <a:lnTo>
                  <a:pt x="781" y="47"/>
                </a:lnTo>
                <a:lnTo>
                  <a:pt x="782" y="47"/>
                </a:lnTo>
                <a:lnTo>
                  <a:pt x="783" y="47"/>
                </a:lnTo>
                <a:lnTo>
                  <a:pt x="784" y="47"/>
                </a:lnTo>
                <a:lnTo>
                  <a:pt x="785" y="47"/>
                </a:lnTo>
                <a:lnTo>
                  <a:pt x="786" y="47"/>
                </a:lnTo>
                <a:lnTo>
                  <a:pt x="787" y="47"/>
                </a:lnTo>
                <a:lnTo>
                  <a:pt x="788" y="47"/>
                </a:lnTo>
                <a:lnTo>
                  <a:pt x="789" y="47"/>
                </a:lnTo>
                <a:lnTo>
                  <a:pt x="790" y="47"/>
                </a:lnTo>
                <a:lnTo>
                  <a:pt x="791" y="47"/>
                </a:lnTo>
                <a:lnTo>
                  <a:pt x="792" y="47"/>
                </a:lnTo>
                <a:lnTo>
                  <a:pt x="793" y="47"/>
                </a:lnTo>
                <a:lnTo>
                  <a:pt x="794" y="47"/>
                </a:lnTo>
                <a:lnTo>
                  <a:pt x="795" y="47"/>
                </a:lnTo>
                <a:lnTo>
                  <a:pt x="796" y="47"/>
                </a:lnTo>
                <a:lnTo>
                  <a:pt x="797" y="47"/>
                </a:lnTo>
                <a:lnTo>
                  <a:pt x="798" y="47"/>
                </a:lnTo>
                <a:lnTo>
                  <a:pt x="799" y="47"/>
                </a:lnTo>
                <a:lnTo>
                  <a:pt x="800" y="47"/>
                </a:lnTo>
                <a:lnTo>
                  <a:pt x="801" y="47"/>
                </a:lnTo>
                <a:lnTo>
                  <a:pt x="802" y="47"/>
                </a:lnTo>
                <a:lnTo>
                  <a:pt x="803" y="47"/>
                </a:lnTo>
                <a:lnTo>
                  <a:pt x="804" y="47"/>
                </a:lnTo>
                <a:lnTo>
                  <a:pt x="805" y="47"/>
                </a:lnTo>
                <a:lnTo>
                  <a:pt x="806" y="47"/>
                </a:lnTo>
                <a:lnTo>
                  <a:pt x="807" y="47"/>
                </a:lnTo>
                <a:lnTo>
                  <a:pt x="808" y="47"/>
                </a:lnTo>
                <a:lnTo>
                  <a:pt x="809" y="47"/>
                </a:lnTo>
                <a:lnTo>
                  <a:pt x="810" y="47"/>
                </a:lnTo>
                <a:lnTo>
                  <a:pt x="811" y="47"/>
                </a:lnTo>
                <a:lnTo>
                  <a:pt x="812" y="47"/>
                </a:lnTo>
                <a:lnTo>
                  <a:pt x="813" y="47"/>
                </a:lnTo>
                <a:lnTo>
                  <a:pt x="814" y="47"/>
                </a:lnTo>
                <a:lnTo>
                  <a:pt x="815" y="47"/>
                </a:lnTo>
                <a:lnTo>
                  <a:pt x="816" y="47"/>
                </a:lnTo>
                <a:lnTo>
                  <a:pt x="817" y="47"/>
                </a:lnTo>
                <a:lnTo>
                  <a:pt x="818" y="47"/>
                </a:lnTo>
                <a:lnTo>
                  <a:pt x="819" y="47"/>
                </a:lnTo>
                <a:lnTo>
                  <a:pt x="820" y="47"/>
                </a:lnTo>
                <a:lnTo>
                  <a:pt x="821" y="47"/>
                </a:lnTo>
                <a:lnTo>
                  <a:pt x="822" y="47"/>
                </a:lnTo>
                <a:lnTo>
                  <a:pt x="823" y="47"/>
                </a:lnTo>
                <a:lnTo>
                  <a:pt x="824" y="47"/>
                </a:lnTo>
                <a:lnTo>
                  <a:pt x="825" y="47"/>
                </a:lnTo>
                <a:lnTo>
                  <a:pt x="826" y="47"/>
                </a:lnTo>
                <a:lnTo>
                  <a:pt x="827" y="47"/>
                </a:lnTo>
                <a:lnTo>
                  <a:pt x="828" y="47"/>
                </a:lnTo>
                <a:lnTo>
                  <a:pt x="829" y="47"/>
                </a:lnTo>
                <a:lnTo>
                  <a:pt x="830" y="47"/>
                </a:lnTo>
                <a:lnTo>
                  <a:pt x="831" y="47"/>
                </a:lnTo>
                <a:lnTo>
                  <a:pt x="832" y="47"/>
                </a:lnTo>
                <a:lnTo>
                  <a:pt x="833" y="47"/>
                </a:lnTo>
                <a:lnTo>
                  <a:pt x="834" y="47"/>
                </a:lnTo>
                <a:lnTo>
                  <a:pt x="835" y="47"/>
                </a:lnTo>
                <a:lnTo>
                  <a:pt x="836" y="47"/>
                </a:lnTo>
                <a:lnTo>
                  <a:pt x="837" y="47"/>
                </a:lnTo>
                <a:lnTo>
                  <a:pt x="838" y="47"/>
                </a:lnTo>
                <a:lnTo>
                  <a:pt x="839" y="47"/>
                </a:lnTo>
                <a:lnTo>
                  <a:pt x="840" y="47"/>
                </a:lnTo>
                <a:lnTo>
                  <a:pt x="841" y="47"/>
                </a:lnTo>
                <a:lnTo>
                  <a:pt x="842" y="47"/>
                </a:lnTo>
                <a:lnTo>
                  <a:pt x="843" y="47"/>
                </a:lnTo>
                <a:lnTo>
                  <a:pt x="844" y="47"/>
                </a:lnTo>
                <a:lnTo>
                  <a:pt x="845" y="47"/>
                </a:lnTo>
                <a:lnTo>
                  <a:pt x="846" y="47"/>
                </a:lnTo>
                <a:lnTo>
                  <a:pt x="847" y="47"/>
                </a:lnTo>
                <a:lnTo>
                  <a:pt x="848" y="47"/>
                </a:lnTo>
                <a:lnTo>
                  <a:pt x="849" y="47"/>
                </a:lnTo>
                <a:lnTo>
                  <a:pt x="850" y="47"/>
                </a:lnTo>
                <a:lnTo>
                  <a:pt x="851" y="47"/>
                </a:lnTo>
                <a:lnTo>
                  <a:pt x="852" y="47"/>
                </a:lnTo>
                <a:lnTo>
                  <a:pt x="853" y="47"/>
                </a:lnTo>
                <a:lnTo>
                  <a:pt x="854" y="47"/>
                </a:lnTo>
                <a:lnTo>
                  <a:pt x="855" y="47"/>
                </a:lnTo>
                <a:lnTo>
                  <a:pt x="856" y="47"/>
                </a:lnTo>
                <a:lnTo>
                  <a:pt x="857" y="47"/>
                </a:lnTo>
                <a:lnTo>
                  <a:pt x="858" y="47"/>
                </a:lnTo>
                <a:lnTo>
                  <a:pt x="859" y="47"/>
                </a:lnTo>
                <a:lnTo>
                  <a:pt x="860" y="47"/>
                </a:lnTo>
                <a:lnTo>
                  <a:pt x="861" y="47"/>
                </a:lnTo>
                <a:lnTo>
                  <a:pt x="862" y="47"/>
                </a:lnTo>
                <a:lnTo>
                  <a:pt x="863" y="47"/>
                </a:lnTo>
                <a:lnTo>
                  <a:pt x="864" y="47"/>
                </a:lnTo>
                <a:lnTo>
                  <a:pt x="865" y="47"/>
                </a:lnTo>
                <a:lnTo>
                  <a:pt x="866" y="47"/>
                </a:lnTo>
                <a:lnTo>
                  <a:pt x="867" y="47"/>
                </a:lnTo>
                <a:lnTo>
                  <a:pt x="868" y="47"/>
                </a:lnTo>
                <a:lnTo>
                  <a:pt x="869" y="47"/>
                </a:lnTo>
                <a:lnTo>
                  <a:pt x="870" y="47"/>
                </a:lnTo>
                <a:lnTo>
                  <a:pt x="871" y="47"/>
                </a:lnTo>
                <a:lnTo>
                  <a:pt x="872" y="47"/>
                </a:lnTo>
                <a:lnTo>
                  <a:pt x="873" y="47"/>
                </a:lnTo>
                <a:lnTo>
                  <a:pt x="874" y="47"/>
                </a:lnTo>
                <a:lnTo>
                  <a:pt x="875" y="47"/>
                </a:lnTo>
                <a:lnTo>
                  <a:pt x="876" y="47"/>
                </a:lnTo>
                <a:lnTo>
                  <a:pt x="877" y="47"/>
                </a:lnTo>
                <a:lnTo>
                  <a:pt x="878" y="47"/>
                </a:lnTo>
                <a:lnTo>
                  <a:pt x="879" y="47"/>
                </a:lnTo>
                <a:lnTo>
                  <a:pt x="880" y="47"/>
                </a:lnTo>
                <a:lnTo>
                  <a:pt x="881" y="47"/>
                </a:lnTo>
                <a:lnTo>
                  <a:pt x="882" y="47"/>
                </a:lnTo>
                <a:lnTo>
                  <a:pt x="883" y="47"/>
                </a:lnTo>
                <a:lnTo>
                  <a:pt x="884" y="47"/>
                </a:lnTo>
                <a:lnTo>
                  <a:pt x="885" y="47"/>
                </a:lnTo>
                <a:lnTo>
                  <a:pt x="886" y="47"/>
                </a:lnTo>
                <a:lnTo>
                  <a:pt x="887" y="47"/>
                </a:lnTo>
                <a:lnTo>
                  <a:pt x="888" y="47"/>
                </a:lnTo>
                <a:lnTo>
                  <a:pt x="889" y="47"/>
                </a:lnTo>
                <a:lnTo>
                  <a:pt x="890" y="47"/>
                </a:lnTo>
                <a:lnTo>
                  <a:pt x="891" y="47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5" y="47"/>
                </a:lnTo>
                <a:lnTo>
                  <a:pt x="896" y="47"/>
                </a:lnTo>
                <a:lnTo>
                  <a:pt x="897" y="47"/>
                </a:lnTo>
                <a:lnTo>
                  <a:pt x="898" y="47"/>
                </a:lnTo>
                <a:lnTo>
                  <a:pt x="899" y="47"/>
                </a:lnTo>
                <a:lnTo>
                  <a:pt x="900" y="47"/>
                </a:lnTo>
                <a:lnTo>
                  <a:pt x="901" y="47"/>
                </a:lnTo>
                <a:lnTo>
                  <a:pt x="902" y="47"/>
                </a:lnTo>
                <a:lnTo>
                  <a:pt x="903" y="47"/>
                </a:lnTo>
                <a:lnTo>
                  <a:pt x="904" y="47"/>
                </a:lnTo>
                <a:lnTo>
                  <a:pt x="905" y="47"/>
                </a:lnTo>
                <a:lnTo>
                  <a:pt x="906" y="47"/>
                </a:lnTo>
                <a:lnTo>
                  <a:pt x="907" y="47"/>
                </a:lnTo>
                <a:lnTo>
                  <a:pt x="908" y="47"/>
                </a:lnTo>
                <a:lnTo>
                  <a:pt x="909" y="47"/>
                </a:lnTo>
                <a:lnTo>
                  <a:pt x="910" y="47"/>
                </a:lnTo>
                <a:lnTo>
                  <a:pt x="911" y="47"/>
                </a:lnTo>
                <a:lnTo>
                  <a:pt x="912" y="47"/>
                </a:lnTo>
                <a:lnTo>
                  <a:pt x="913" y="47"/>
                </a:lnTo>
                <a:lnTo>
                  <a:pt x="914" y="47"/>
                </a:lnTo>
                <a:lnTo>
                  <a:pt x="915" y="47"/>
                </a:lnTo>
                <a:lnTo>
                  <a:pt x="916" y="47"/>
                </a:lnTo>
                <a:lnTo>
                  <a:pt x="917" y="47"/>
                </a:lnTo>
                <a:lnTo>
                  <a:pt x="918" y="47"/>
                </a:lnTo>
                <a:lnTo>
                  <a:pt x="919" y="47"/>
                </a:lnTo>
                <a:lnTo>
                  <a:pt x="920" y="47"/>
                </a:lnTo>
                <a:lnTo>
                  <a:pt x="921" y="47"/>
                </a:lnTo>
                <a:lnTo>
                  <a:pt x="922" y="47"/>
                </a:lnTo>
                <a:lnTo>
                  <a:pt x="923" y="47"/>
                </a:lnTo>
                <a:lnTo>
                  <a:pt x="924" y="47"/>
                </a:lnTo>
                <a:lnTo>
                  <a:pt x="925" y="47"/>
                </a:lnTo>
                <a:lnTo>
                  <a:pt x="926" y="47"/>
                </a:lnTo>
                <a:lnTo>
                  <a:pt x="927" y="47"/>
                </a:lnTo>
                <a:lnTo>
                  <a:pt x="928" y="47"/>
                </a:lnTo>
                <a:lnTo>
                  <a:pt x="929" y="47"/>
                </a:lnTo>
                <a:lnTo>
                  <a:pt x="930" y="47"/>
                </a:lnTo>
                <a:lnTo>
                  <a:pt x="931" y="47"/>
                </a:lnTo>
                <a:lnTo>
                  <a:pt x="932" y="47"/>
                </a:lnTo>
                <a:lnTo>
                  <a:pt x="933" y="47"/>
                </a:lnTo>
                <a:lnTo>
                  <a:pt x="934" y="47"/>
                </a:lnTo>
                <a:lnTo>
                  <a:pt x="935" y="47"/>
                </a:lnTo>
                <a:lnTo>
                  <a:pt x="936" y="47"/>
                </a:lnTo>
                <a:lnTo>
                  <a:pt x="937" y="47"/>
                </a:lnTo>
                <a:lnTo>
                  <a:pt x="938" y="47"/>
                </a:lnTo>
                <a:lnTo>
                  <a:pt x="939" y="47"/>
                </a:lnTo>
                <a:lnTo>
                  <a:pt x="940" y="47"/>
                </a:lnTo>
                <a:lnTo>
                  <a:pt x="941" y="47"/>
                </a:lnTo>
                <a:lnTo>
                  <a:pt x="942" y="47"/>
                </a:lnTo>
                <a:lnTo>
                  <a:pt x="943" y="47"/>
                </a:lnTo>
                <a:lnTo>
                  <a:pt x="944" y="47"/>
                </a:lnTo>
                <a:lnTo>
                  <a:pt x="945" y="47"/>
                </a:lnTo>
                <a:lnTo>
                  <a:pt x="946" y="47"/>
                </a:lnTo>
                <a:lnTo>
                  <a:pt x="947" y="47"/>
                </a:lnTo>
                <a:lnTo>
                  <a:pt x="948" y="47"/>
                </a:lnTo>
                <a:lnTo>
                  <a:pt x="949" y="47"/>
                </a:lnTo>
                <a:lnTo>
                  <a:pt x="950" y="47"/>
                </a:lnTo>
                <a:lnTo>
                  <a:pt x="951" y="47"/>
                </a:lnTo>
                <a:lnTo>
                  <a:pt x="952" y="47"/>
                </a:lnTo>
                <a:lnTo>
                  <a:pt x="953" y="47"/>
                </a:lnTo>
                <a:lnTo>
                  <a:pt x="954" y="47"/>
                </a:lnTo>
                <a:lnTo>
                  <a:pt x="955" y="47"/>
                </a:lnTo>
                <a:lnTo>
                  <a:pt x="956" y="47"/>
                </a:lnTo>
                <a:lnTo>
                  <a:pt x="957" y="47"/>
                </a:lnTo>
                <a:lnTo>
                  <a:pt x="958" y="47"/>
                </a:lnTo>
                <a:lnTo>
                  <a:pt x="959" y="47"/>
                </a:lnTo>
                <a:lnTo>
                  <a:pt x="960" y="47"/>
                </a:lnTo>
                <a:lnTo>
                  <a:pt x="961" y="47"/>
                </a:lnTo>
                <a:lnTo>
                  <a:pt x="962" y="47"/>
                </a:lnTo>
                <a:lnTo>
                  <a:pt x="963" y="47"/>
                </a:lnTo>
                <a:lnTo>
                  <a:pt x="964" y="47"/>
                </a:lnTo>
                <a:lnTo>
                  <a:pt x="965" y="47"/>
                </a:lnTo>
                <a:lnTo>
                  <a:pt x="966" y="47"/>
                </a:lnTo>
                <a:lnTo>
                  <a:pt x="967" y="47"/>
                </a:lnTo>
                <a:lnTo>
                  <a:pt x="968" y="47"/>
                </a:lnTo>
                <a:lnTo>
                  <a:pt x="969" y="47"/>
                </a:lnTo>
                <a:lnTo>
                  <a:pt x="970" y="47"/>
                </a:lnTo>
                <a:lnTo>
                  <a:pt x="971" y="47"/>
                </a:lnTo>
                <a:lnTo>
                  <a:pt x="972" y="47"/>
                </a:lnTo>
                <a:lnTo>
                  <a:pt x="973" y="47"/>
                </a:lnTo>
                <a:lnTo>
                  <a:pt x="974" y="47"/>
                </a:lnTo>
                <a:lnTo>
                  <a:pt x="975" y="47"/>
                </a:lnTo>
                <a:lnTo>
                  <a:pt x="976" y="47"/>
                </a:lnTo>
                <a:lnTo>
                  <a:pt x="977" y="47"/>
                </a:lnTo>
                <a:lnTo>
                  <a:pt x="978" y="47"/>
                </a:lnTo>
                <a:lnTo>
                  <a:pt x="979" y="47"/>
                </a:lnTo>
                <a:lnTo>
                  <a:pt x="980" y="47"/>
                </a:lnTo>
                <a:lnTo>
                  <a:pt x="981" y="47"/>
                </a:lnTo>
                <a:lnTo>
                  <a:pt x="982" y="47"/>
                </a:lnTo>
                <a:lnTo>
                  <a:pt x="983" y="47"/>
                </a:lnTo>
                <a:lnTo>
                  <a:pt x="984" y="47"/>
                </a:lnTo>
                <a:lnTo>
                  <a:pt x="985" y="47"/>
                </a:lnTo>
                <a:lnTo>
                  <a:pt x="986" y="47"/>
                </a:lnTo>
                <a:lnTo>
                  <a:pt x="987" y="47"/>
                </a:lnTo>
                <a:lnTo>
                  <a:pt x="988" y="47"/>
                </a:lnTo>
                <a:lnTo>
                  <a:pt x="989" y="47"/>
                </a:lnTo>
                <a:lnTo>
                  <a:pt x="990" y="47"/>
                </a:lnTo>
                <a:lnTo>
                  <a:pt x="991" y="47"/>
                </a:lnTo>
                <a:lnTo>
                  <a:pt x="992" y="47"/>
                </a:lnTo>
                <a:lnTo>
                  <a:pt x="993" y="47"/>
                </a:lnTo>
                <a:lnTo>
                  <a:pt x="994" y="47"/>
                </a:lnTo>
                <a:lnTo>
                  <a:pt x="995" y="47"/>
                </a:lnTo>
                <a:lnTo>
                  <a:pt x="996" y="47"/>
                </a:lnTo>
                <a:lnTo>
                  <a:pt x="997" y="47"/>
                </a:lnTo>
                <a:lnTo>
                  <a:pt x="998" y="47"/>
                </a:lnTo>
                <a:lnTo>
                  <a:pt x="999" y="47"/>
                </a:lnTo>
                <a:lnTo>
                  <a:pt x="1000" y="47"/>
                </a:lnTo>
                <a:lnTo>
                  <a:pt x="1001" y="47"/>
                </a:lnTo>
                <a:lnTo>
                  <a:pt x="1002" y="47"/>
                </a:lnTo>
                <a:lnTo>
                  <a:pt x="1003" y="47"/>
                </a:lnTo>
                <a:lnTo>
                  <a:pt x="1004" y="47"/>
                </a:lnTo>
                <a:lnTo>
                  <a:pt x="1005" y="47"/>
                </a:lnTo>
                <a:lnTo>
                  <a:pt x="1006" y="47"/>
                </a:lnTo>
                <a:lnTo>
                  <a:pt x="1007" y="47"/>
                </a:lnTo>
                <a:lnTo>
                  <a:pt x="1008" y="47"/>
                </a:lnTo>
                <a:lnTo>
                  <a:pt x="1009" y="47"/>
                </a:lnTo>
                <a:lnTo>
                  <a:pt x="1010" y="47"/>
                </a:lnTo>
                <a:lnTo>
                  <a:pt x="1011" y="47"/>
                </a:lnTo>
                <a:lnTo>
                  <a:pt x="1012" y="47"/>
                </a:lnTo>
                <a:lnTo>
                  <a:pt x="1013" y="47"/>
                </a:lnTo>
                <a:lnTo>
                  <a:pt x="1014" y="47"/>
                </a:lnTo>
                <a:lnTo>
                  <a:pt x="1015" y="47"/>
                </a:lnTo>
                <a:lnTo>
                  <a:pt x="1016" y="47"/>
                </a:lnTo>
                <a:lnTo>
                  <a:pt x="1017" y="47"/>
                </a:lnTo>
                <a:lnTo>
                  <a:pt x="1018" y="47"/>
                </a:lnTo>
                <a:lnTo>
                  <a:pt x="1019" y="47"/>
                </a:lnTo>
                <a:lnTo>
                  <a:pt x="1020" y="47"/>
                </a:lnTo>
                <a:lnTo>
                  <a:pt x="1021" y="47"/>
                </a:lnTo>
                <a:lnTo>
                  <a:pt x="1022" y="47"/>
                </a:lnTo>
                <a:lnTo>
                  <a:pt x="1023" y="47"/>
                </a:lnTo>
                <a:lnTo>
                  <a:pt x="1024" y="47"/>
                </a:lnTo>
                <a:lnTo>
                  <a:pt x="1025" y="47"/>
                </a:lnTo>
                <a:lnTo>
                  <a:pt x="1026" y="47"/>
                </a:lnTo>
                <a:lnTo>
                  <a:pt x="1027" y="47"/>
                </a:lnTo>
                <a:lnTo>
                  <a:pt x="1028" y="47"/>
                </a:lnTo>
                <a:lnTo>
                  <a:pt x="1029" y="47"/>
                </a:lnTo>
                <a:lnTo>
                  <a:pt x="1030" y="47"/>
                </a:lnTo>
                <a:lnTo>
                  <a:pt x="1031" y="47"/>
                </a:lnTo>
                <a:lnTo>
                  <a:pt x="1032" y="47"/>
                </a:lnTo>
                <a:lnTo>
                  <a:pt x="1033" y="47"/>
                </a:lnTo>
                <a:lnTo>
                  <a:pt x="1034" y="47"/>
                </a:lnTo>
                <a:lnTo>
                  <a:pt x="1035" y="47"/>
                </a:lnTo>
                <a:lnTo>
                  <a:pt x="1036" y="47"/>
                </a:lnTo>
                <a:lnTo>
                  <a:pt x="1037" y="47"/>
                </a:lnTo>
                <a:lnTo>
                  <a:pt x="1038" y="47"/>
                </a:lnTo>
                <a:lnTo>
                  <a:pt x="1039" y="47"/>
                </a:lnTo>
                <a:lnTo>
                  <a:pt x="1040" y="47"/>
                </a:lnTo>
                <a:lnTo>
                  <a:pt x="1041" y="47"/>
                </a:lnTo>
                <a:lnTo>
                  <a:pt x="1042" y="47"/>
                </a:lnTo>
                <a:lnTo>
                  <a:pt x="1043" y="47"/>
                </a:lnTo>
                <a:lnTo>
                  <a:pt x="1044" y="47"/>
                </a:lnTo>
                <a:lnTo>
                  <a:pt x="1045" y="47"/>
                </a:lnTo>
                <a:lnTo>
                  <a:pt x="1046" y="47"/>
                </a:lnTo>
                <a:lnTo>
                  <a:pt x="1047" y="47"/>
                </a:lnTo>
                <a:lnTo>
                  <a:pt x="1048" y="47"/>
                </a:lnTo>
                <a:lnTo>
                  <a:pt x="1049" y="47"/>
                </a:lnTo>
                <a:lnTo>
                  <a:pt x="1050" y="47"/>
                </a:lnTo>
                <a:lnTo>
                  <a:pt x="1051" y="47"/>
                </a:lnTo>
                <a:lnTo>
                  <a:pt x="1052" y="47"/>
                </a:lnTo>
                <a:lnTo>
                  <a:pt x="1053" y="47"/>
                </a:lnTo>
                <a:lnTo>
                  <a:pt x="1054" y="47"/>
                </a:lnTo>
                <a:lnTo>
                  <a:pt x="1055" y="47"/>
                </a:lnTo>
                <a:lnTo>
                  <a:pt x="1056" y="47"/>
                </a:lnTo>
                <a:lnTo>
                  <a:pt x="1057" y="47"/>
                </a:lnTo>
                <a:lnTo>
                  <a:pt x="1058" y="47"/>
                </a:lnTo>
                <a:lnTo>
                  <a:pt x="1059" y="47"/>
                </a:lnTo>
                <a:lnTo>
                  <a:pt x="1060" y="47"/>
                </a:lnTo>
                <a:lnTo>
                  <a:pt x="1061" y="47"/>
                </a:lnTo>
                <a:lnTo>
                  <a:pt x="1062" y="47"/>
                </a:lnTo>
                <a:lnTo>
                  <a:pt x="1063" y="47"/>
                </a:lnTo>
                <a:lnTo>
                  <a:pt x="1064" y="47"/>
                </a:lnTo>
                <a:lnTo>
                  <a:pt x="1065" y="47"/>
                </a:lnTo>
                <a:lnTo>
                  <a:pt x="1066" y="47"/>
                </a:lnTo>
                <a:lnTo>
                  <a:pt x="1067" y="47"/>
                </a:lnTo>
                <a:lnTo>
                  <a:pt x="1068" y="47"/>
                </a:lnTo>
                <a:lnTo>
                  <a:pt x="1069" y="47"/>
                </a:lnTo>
                <a:lnTo>
                  <a:pt x="1070" y="47"/>
                </a:lnTo>
                <a:lnTo>
                  <a:pt x="1071" y="47"/>
                </a:lnTo>
                <a:lnTo>
                  <a:pt x="1072" y="47"/>
                </a:lnTo>
                <a:lnTo>
                  <a:pt x="1073" y="47"/>
                </a:lnTo>
                <a:lnTo>
                  <a:pt x="1074" y="47"/>
                </a:lnTo>
                <a:lnTo>
                  <a:pt x="1075" y="47"/>
                </a:lnTo>
                <a:lnTo>
                  <a:pt x="1076" y="47"/>
                </a:lnTo>
                <a:lnTo>
                  <a:pt x="1077" y="47"/>
                </a:lnTo>
                <a:lnTo>
                  <a:pt x="1078" y="47"/>
                </a:lnTo>
                <a:lnTo>
                  <a:pt x="1079" y="47"/>
                </a:lnTo>
                <a:lnTo>
                  <a:pt x="1080" y="47"/>
                </a:lnTo>
                <a:lnTo>
                  <a:pt x="1081" y="47"/>
                </a:lnTo>
                <a:lnTo>
                  <a:pt x="1082" y="47"/>
                </a:lnTo>
                <a:lnTo>
                  <a:pt x="1083" y="47"/>
                </a:lnTo>
                <a:lnTo>
                  <a:pt x="1084" y="47"/>
                </a:lnTo>
                <a:lnTo>
                  <a:pt x="1085" y="47"/>
                </a:lnTo>
                <a:lnTo>
                  <a:pt x="1086" y="47"/>
                </a:lnTo>
                <a:lnTo>
                  <a:pt x="1087" y="47"/>
                </a:lnTo>
                <a:lnTo>
                  <a:pt x="1088" y="47"/>
                </a:lnTo>
                <a:lnTo>
                  <a:pt x="1089" y="47"/>
                </a:lnTo>
                <a:lnTo>
                  <a:pt x="1090" y="47"/>
                </a:lnTo>
                <a:lnTo>
                  <a:pt x="1091" y="47"/>
                </a:lnTo>
                <a:lnTo>
                  <a:pt x="1092" y="47"/>
                </a:lnTo>
                <a:lnTo>
                  <a:pt x="1093" y="47"/>
                </a:lnTo>
                <a:lnTo>
                  <a:pt x="1094" y="47"/>
                </a:lnTo>
                <a:lnTo>
                  <a:pt x="1095" y="47"/>
                </a:lnTo>
                <a:lnTo>
                  <a:pt x="1096" y="47"/>
                </a:lnTo>
                <a:lnTo>
                  <a:pt x="1097" y="47"/>
                </a:lnTo>
                <a:lnTo>
                  <a:pt x="1098" y="47"/>
                </a:lnTo>
                <a:lnTo>
                  <a:pt x="1099" y="47"/>
                </a:lnTo>
                <a:lnTo>
                  <a:pt x="1100" y="47"/>
                </a:lnTo>
                <a:lnTo>
                  <a:pt x="1101" y="47"/>
                </a:lnTo>
                <a:lnTo>
                  <a:pt x="1102" y="47"/>
                </a:lnTo>
                <a:lnTo>
                  <a:pt x="1103" y="47"/>
                </a:lnTo>
                <a:lnTo>
                  <a:pt x="1104" y="47"/>
                </a:lnTo>
                <a:lnTo>
                  <a:pt x="1105" y="47"/>
                </a:lnTo>
                <a:lnTo>
                  <a:pt x="1106" y="47"/>
                </a:lnTo>
                <a:lnTo>
                  <a:pt x="1107" y="47"/>
                </a:lnTo>
                <a:lnTo>
                  <a:pt x="1108" y="47"/>
                </a:lnTo>
                <a:lnTo>
                  <a:pt x="1109" y="47"/>
                </a:lnTo>
                <a:lnTo>
                  <a:pt x="1110" y="47"/>
                </a:lnTo>
                <a:lnTo>
                  <a:pt x="1111" y="47"/>
                </a:lnTo>
                <a:lnTo>
                  <a:pt x="1112" y="47"/>
                </a:lnTo>
                <a:lnTo>
                  <a:pt x="1113" y="47"/>
                </a:lnTo>
                <a:lnTo>
                  <a:pt x="1114" y="47"/>
                </a:lnTo>
                <a:lnTo>
                  <a:pt x="1115" y="47"/>
                </a:lnTo>
                <a:lnTo>
                  <a:pt x="1116" y="47"/>
                </a:lnTo>
                <a:lnTo>
                  <a:pt x="1117" y="47"/>
                </a:lnTo>
                <a:lnTo>
                  <a:pt x="1118" y="47"/>
                </a:lnTo>
                <a:lnTo>
                  <a:pt x="1119" y="47"/>
                </a:lnTo>
                <a:lnTo>
                  <a:pt x="1120" y="47"/>
                </a:lnTo>
                <a:lnTo>
                  <a:pt x="1121" y="47"/>
                </a:lnTo>
                <a:lnTo>
                  <a:pt x="1122" y="47"/>
                </a:lnTo>
                <a:lnTo>
                  <a:pt x="1123" y="47"/>
                </a:lnTo>
                <a:lnTo>
                  <a:pt x="1124" y="47"/>
                </a:lnTo>
                <a:lnTo>
                  <a:pt x="1125" y="47"/>
                </a:lnTo>
                <a:lnTo>
                  <a:pt x="1126" y="47"/>
                </a:lnTo>
                <a:lnTo>
                  <a:pt x="1127" y="47"/>
                </a:lnTo>
                <a:lnTo>
                  <a:pt x="1128" y="47"/>
                </a:lnTo>
                <a:lnTo>
                  <a:pt x="1129" y="47"/>
                </a:lnTo>
                <a:lnTo>
                  <a:pt x="1130" y="47"/>
                </a:lnTo>
                <a:lnTo>
                  <a:pt x="1131" y="47"/>
                </a:lnTo>
                <a:lnTo>
                  <a:pt x="1132" y="47"/>
                </a:lnTo>
                <a:lnTo>
                  <a:pt x="1133" y="47"/>
                </a:lnTo>
                <a:lnTo>
                  <a:pt x="1134" y="47"/>
                </a:lnTo>
                <a:lnTo>
                  <a:pt x="1135" y="47"/>
                </a:lnTo>
                <a:lnTo>
                  <a:pt x="1136" y="47"/>
                </a:lnTo>
                <a:lnTo>
                  <a:pt x="1137" y="47"/>
                </a:lnTo>
                <a:lnTo>
                  <a:pt x="1138" y="47"/>
                </a:lnTo>
                <a:lnTo>
                  <a:pt x="1139" y="47"/>
                </a:lnTo>
                <a:lnTo>
                  <a:pt x="1140" y="47"/>
                </a:lnTo>
                <a:lnTo>
                  <a:pt x="1141" y="47"/>
                </a:lnTo>
                <a:lnTo>
                  <a:pt x="1142" y="47"/>
                </a:lnTo>
                <a:lnTo>
                  <a:pt x="1144" y="47"/>
                </a:lnTo>
                <a:lnTo>
                  <a:pt x="1145" y="47"/>
                </a:lnTo>
                <a:lnTo>
                  <a:pt x="1146" y="47"/>
                </a:lnTo>
                <a:lnTo>
                  <a:pt x="1147" y="47"/>
                </a:lnTo>
                <a:lnTo>
                  <a:pt x="1148" y="47"/>
                </a:lnTo>
                <a:lnTo>
                  <a:pt x="1149" y="47"/>
                </a:lnTo>
                <a:lnTo>
                  <a:pt x="1150" y="47"/>
                </a:lnTo>
                <a:lnTo>
                  <a:pt x="1151" y="47"/>
                </a:lnTo>
                <a:lnTo>
                  <a:pt x="1152" y="47"/>
                </a:lnTo>
                <a:lnTo>
                  <a:pt x="1153" y="47"/>
                </a:lnTo>
                <a:lnTo>
                  <a:pt x="1154" y="47"/>
                </a:lnTo>
                <a:lnTo>
                  <a:pt x="1155" y="47"/>
                </a:lnTo>
                <a:lnTo>
                  <a:pt x="1156" y="47"/>
                </a:lnTo>
                <a:lnTo>
                  <a:pt x="1157" y="47"/>
                </a:lnTo>
                <a:lnTo>
                  <a:pt x="1158" y="47"/>
                </a:lnTo>
                <a:lnTo>
                  <a:pt x="1159" y="47"/>
                </a:lnTo>
                <a:lnTo>
                  <a:pt x="1160" y="47"/>
                </a:lnTo>
                <a:lnTo>
                  <a:pt x="1161" y="47"/>
                </a:lnTo>
                <a:lnTo>
                  <a:pt x="1162" y="47"/>
                </a:lnTo>
                <a:lnTo>
                  <a:pt x="1163" y="47"/>
                </a:lnTo>
                <a:lnTo>
                  <a:pt x="1164" y="47"/>
                </a:lnTo>
                <a:lnTo>
                  <a:pt x="1165" y="47"/>
                </a:lnTo>
                <a:lnTo>
                  <a:pt x="1166" y="47"/>
                </a:lnTo>
                <a:lnTo>
                  <a:pt x="1167" y="47"/>
                </a:lnTo>
                <a:lnTo>
                  <a:pt x="1168" y="47"/>
                </a:lnTo>
                <a:lnTo>
                  <a:pt x="1169" y="47"/>
                </a:lnTo>
                <a:lnTo>
                  <a:pt x="1170" y="47"/>
                </a:lnTo>
                <a:lnTo>
                  <a:pt x="1171" y="47"/>
                </a:lnTo>
                <a:lnTo>
                  <a:pt x="1172" y="47"/>
                </a:lnTo>
                <a:lnTo>
                  <a:pt x="1173" y="47"/>
                </a:lnTo>
                <a:lnTo>
                  <a:pt x="1174" y="47"/>
                </a:lnTo>
                <a:lnTo>
                  <a:pt x="1175" y="47"/>
                </a:lnTo>
                <a:lnTo>
                  <a:pt x="1176" y="47"/>
                </a:lnTo>
                <a:lnTo>
                  <a:pt x="1177" y="47"/>
                </a:lnTo>
                <a:lnTo>
                  <a:pt x="1178" y="47"/>
                </a:lnTo>
                <a:lnTo>
                  <a:pt x="1179" y="47"/>
                </a:lnTo>
                <a:lnTo>
                  <a:pt x="1180" y="47"/>
                </a:lnTo>
                <a:lnTo>
                  <a:pt x="1181" y="47"/>
                </a:lnTo>
                <a:lnTo>
                  <a:pt x="1182" y="47"/>
                </a:lnTo>
                <a:lnTo>
                  <a:pt x="1183" y="47"/>
                </a:lnTo>
                <a:lnTo>
                  <a:pt x="1184" y="47"/>
                </a:lnTo>
                <a:lnTo>
                  <a:pt x="1185" y="47"/>
                </a:lnTo>
                <a:lnTo>
                  <a:pt x="1186" y="47"/>
                </a:lnTo>
                <a:lnTo>
                  <a:pt x="1187" y="47"/>
                </a:lnTo>
                <a:lnTo>
                  <a:pt x="1188" y="47"/>
                </a:lnTo>
                <a:lnTo>
                  <a:pt x="1189" y="47"/>
                </a:lnTo>
                <a:lnTo>
                  <a:pt x="1190" y="47"/>
                </a:lnTo>
                <a:lnTo>
                  <a:pt x="1191" y="47"/>
                </a:lnTo>
                <a:lnTo>
                  <a:pt x="1192" y="47"/>
                </a:lnTo>
                <a:lnTo>
                  <a:pt x="1193" y="47"/>
                </a:lnTo>
                <a:lnTo>
                  <a:pt x="1194" y="47"/>
                </a:lnTo>
                <a:lnTo>
                  <a:pt x="1195" y="47"/>
                </a:lnTo>
                <a:lnTo>
                  <a:pt x="1196" y="47"/>
                </a:lnTo>
                <a:lnTo>
                  <a:pt x="1197" y="47"/>
                </a:lnTo>
                <a:lnTo>
                  <a:pt x="1198" y="47"/>
                </a:lnTo>
                <a:lnTo>
                  <a:pt x="1199" y="47"/>
                </a:lnTo>
                <a:lnTo>
                  <a:pt x="1200" y="47"/>
                </a:lnTo>
                <a:lnTo>
                  <a:pt x="1201" y="47"/>
                </a:lnTo>
                <a:lnTo>
                  <a:pt x="1202" y="47"/>
                </a:lnTo>
                <a:lnTo>
                  <a:pt x="1203" y="47"/>
                </a:lnTo>
                <a:lnTo>
                  <a:pt x="1204" y="47"/>
                </a:lnTo>
                <a:lnTo>
                  <a:pt x="1205" y="47"/>
                </a:lnTo>
                <a:lnTo>
                  <a:pt x="1206" y="47"/>
                </a:lnTo>
                <a:lnTo>
                  <a:pt x="1207" y="47"/>
                </a:lnTo>
                <a:lnTo>
                  <a:pt x="1208" y="47"/>
                </a:lnTo>
                <a:lnTo>
                  <a:pt x="1209" y="47"/>
                </a:lnTo>
                <a:lnTo>
                  <a:pt x="1210" y="47"/>
                </a:lnTo>
                <a:lnTo>
                  <a:pt x="1211" y="47"/>
                </a:lnTo>
                <a:lnTo>
                  <a:pt x="1212" y="47"/>
                </a:lnTo>
                <a:lnTo>
                  <a:pt x="1213" y="47"/>
                </a:lnTo>
                <a:lnTo>
                  <a:pt x="1214" y="47"/>
                </a:lnTo>
                <a:lnTo>
                  <a:pt x="1215" y="47"/>
                </a:lnTo>
                <a:lnTo>
                  <a:pt x="1216" y="47"/>
                </a:lnTo>
                <a:lnTo>
                  <a:pt x="1217" y="47"/>
                </a:lnTo>
                <a:lnTo>
                  <a:pt x="1218" y="47"/>
                </a:lnTo>
                <a:lnTo>
                  <a:pt x="1219" y="47"/>
                </a:lnTo>
                <a:lnTo>
                  <a:pt x="1220" y="47"/>
                </a:lnTo>
                <a:lnTo>
                  <a:pt x="1221" y="47"/>
                </a:lnTo>
                <a:lnTo>
                  <a:pt x="1222" y="47"/>
                </a:lnTo>
                <a:lnTo>
                  <a:pt x="1223" y="47"/>
                </a:lnTo>
                <a:lnTo>
                  <a:pt x="1224" y="47"/>
                </a:lnTo>
                <a:lnTo>
                  <a:pt x="1225" y="47"/>
                </a:lnTo>
                <a:lnTo>
                  <a:pt x="1226" y="47"/>
                </a:lnTo>
                <a:lnTo>
                  <a:pt x="1227" y="47"/>
                </a:lnTo>
                <a:lnTo>
                  <a:pt x="1228" y="47"/>
                </a:lnTo>
                <a:lnTo>
                  <a:pt x="1229" y="47"/>
                </a:lnTo>
                <a:lnTo>
                  <a:pt x="1230" y="47"/>
                </a:lnTo>
                <a:lnTo>
                  <a:pt x="1231" y="47"/>
                </a:lnTo>
                <a:lnTo>
                  <a:pt x="1232" y="47"/>
                </a:lnTo>
                <a:lnTo>
                  <a:pt x="1233" y="47"/>
                </a:lnTo>
                <a:lnTo>
                  <a:pt x="1234" y="47"/>
                </a:lnTo>
                <a:lnTo>
                  <a:pt x="1235" y="47"/>
                </a:lnTo>
                <a:lnTo>
                  <a:pt x="1236" y="47"/>
                </a:lnTo>
                <a:lnTo>
                  <a:pt x="1237" y="47"/>
                </a:lnTo>
                <a:lnTo>
                  <a:pt x="1238" y="47"/>
                </a:lnTo>
                <a:lnTo>
                  <a:pt x="1239" y="47"/>
                </a:lnTo>
                <a:lnTo>
                  <a:pt x="1240" y="47"/>
                </a:lnTo>
                <a:lnTo>
                  <a:pt x="1241" y="47"/>
                </a:lnTo>
                <a:lnTo>
                  <a:pt x="1242" y="47"/>
                </a:lnTo>
                <a:lnTo>
                  <a:pt x="1243" y="47"/>
                </a:lnTo>
                <a:lnTo>
                  <a:pt x="1244" y="47"/>
                </a:lnTo>
                <a:lnTo>
                  <a:pt x="1245" y="47"/>
                </a:lnTo>
                <a:lnTo>
                  <a:pt x="1246" y="47"/>
                </a:lnTo>
                <a:lnTo>
                  <a:pt x="1247" y="47"/>
                </a:lnTo>
                <a:lnTo>
                  <a:pt x="1248" y="47"/>
                </a:lnTo>
                <a:lnTo>
                  <a:pt x="1249" y="47"/>
                </a:lnTo>
                <a:lnTo>
                  <a:pt x="1250" y="47"/>
                </a:lnTo>
                <a:lnTo>
                  <a:pt x="1251" y="47"/>
                </a:lnTo>
                <a:lnTo>
                  <a:pt x="1252" y="47"/>
                </a:lnTo>
                <a:lnTo>
                  <a:pt x="1253" y="47"/>
                </a:lnTo>
                <a:lnTo>
                  <a:pt x="1254" y="47"/>
                </a:lnTo>
                <a:lnTo>
                  <a:pt x="1255" y="47"/>
                </a:lnTo>
                <a:lnTo>
                  <a:pt x="1256" y="47"/>
                </a:lnTo>
                <a:lnTo>
                  <a:pt x="1257" y="47"/>
                </a:lnTo>
                <a:lnTo>
                  <a:pt x="1258" y="47"/>
                </a:lnTo>
                <a:lnTo>
                  <a:pt x="1259" y="47"/>
                </a:lnTo>
                <a:lnTo>
                  <a:pt x="1260" y="47"/>
                </a:lnTo>
                <a:lnTo>
                  <a:pt x="1261" y="47"/>
                </a:lnTo>
                <a:lnTo>
                  <a:pt x="1262" y="47"/>
                </a:lnTo>
                <a:lnTo>
                  <a:pt x="1263" y="47"/>
                </a:lnTo>
                <a:lnTo>
                  <a:pt x="1264" y="47"/>
                </a:lnTo>
                <a:lnTo>
                  <a:pt x="1265" y="47"/>
                </a:lnTo>
                <a:lnTo>
                  <a:pt x="1266" y="47"/>
                </a:lnTo>
                <a:lnTo>
                  <a:pt x="1267" y="47"/>
                </a:lnTo>
                <a:lnTo>
                  <a:pt x="1268" y="47"/>
                </a:lnTo>
                <a:lnTo>
                  <a:pt x="1269" y="47"/>
                </a:lnTo>
                <a:lnTo>
                  <a:pt x="1270" y="47"/>
                </a:lnTo>
                <a:lnTo>
                  <a:pt x="1271" y="47"/>
                </a:lnTo>
                <a:lnTo>
                  <a:pt x="1272" y="47"/>
                </a:lnTo>
                <a:lnTo>
                  <a:pt x="1273" y="47"/>
                </a:lnTo>
                <a:lnTo>
                  <a:pt x="1274" y="47"/>
                </a:lnTo>
                <a:lnTo>
                  <a:pt x="1275" y="47"/>
                </a:lnTo>
                <a:lnTo>
                  <a:pt x="1276" y="47"/>
                </a:lnTo>
                <a:lnTo>
                  <a:pt x="1277" y="47"/>
                </a:lnTo>
                <a:lnTo>
                  <a:pt x="1278" y="47"/>
                </a:lnTo>
                <a:lnTo>
                  <a:pt x="1279" y="47"/>
                </a:lnTo>
                <a:lnTo>
                  <a:pt x="1280" y="47"/>
                </a:lnTo>
                <a:lnTo>
                  <a:pt x="1281" y="47"/>
                </a:lnTo>
                <a:lnTo>
                  <a:pt x="1282" y="47"/>
                </a:lnTo>
                <a:lnTo>
                  <a:pt x="1283" y="47"/>
                </a:lnTo>
                <a:lnTo>
                  <a:pt x="1284" y="47"/>
                </a:lnTo>
                <a:lnTo>
                  <a:pt x="1285" y="47"/>
                </a:lnTo>
                <a:lnTo>
                  <a:pt x="1286" y="47"/>
                </a:lnTo>
                <a:lnTo>
                  <a:pt x="1287" y="47"/>
                </a:lnTo>
                <a:lnTo>
                  <a:pt x="1288" y="47"/>
                </a:lnTo>
                <a:lnTo>
                  <a:pt x="1289" y="47"/>
                </a:lnTo>
                <a:lnTo>
                  <a:pt x="1290" y="47"/>
                </a:lnTo>
                <a:lnTo>
                  <a:pt x="1291" y="47"/>
                </a:lnTo>
                <a:lnTo>
                  <a:pt x="1292" y="47"/>
                </a:lnTo>
                <a:lnTo>
                  <a:pt x="1293" y="47"/>
                </a:lnTo>
                <a:lnTo>
                  <a:pt x="1294" y="47"/>
                </a:lnTo>
                <a:lnTo>
                  <a:pt x="1295" y="47"/>
                </a:lnTo>
                <a:lnTo>
                  <a:pt x="1296" y="47"/>
                </a:lnTo>
                <a:lnTo>
                  <a:pt x="1297" y="47"/>
                </a:lnTo>
                <a:lnTo>
                  <a:pt x="1298" y="47"/>
                </a:lnTo>
                <a:lnTo>
                  <a:pt x="1299" y="47"/>
                </a:lnTo>
                <a:lnTo>
                  <a:pt x="1300" y="47"/>
                </a:lnTo>
                <a:lnTo>
                  <a:pt x="1301" y="47"/>
                </a:lnTo>
                <a:lnTo>
                  <a:pt x="1302" y="47"/>
                </a:lnTo>
                <a:lnTo>
                  <a:pt x="1303" y="47"/>
                </a:lnTo>
                <a:lnTo>
                  <a:pt x="1304" y="47"/>
                </a:lnTo>
                <a:lnTo>
                  <a:pt x="1305" y="47"/>
                </a:lnTo>
                <a:lnTo>
                  <a:pt x="1306" y="47"/>
                </a:lnTo>
                <a:lnTo>
                  <a:pt x="1307" y="47"/>
                </a:lnTo>
                <a:lnTo>
                  <a:pt x="1308" y="47"/>
                </a:lnTo>
                <a:lnTo>
                  <a:pt x="1309" y="47"/>
                </a:lnTo>
                <a:lnTo>
                  <a:pt x="1310" y="47"/>
                </a:lnTo>
                <a:lnTo>
                  <a:pt x="1311" y="47"/>
                </a:lnTo>
                <a:lnTo>
                  <a:pt x="1312" y="47"/>
                </a:lnTo>
                <a:lnTo>
                  <a:pt x="1313" y="47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8" y="47"/>
                </a:lnTo>
                <a:lnTo>
                  <a:pt x="1319" y="47"/>
                </a:lnTo>
                <a:lnTo>
                  <a:pt x="1320" y="47"/>
                </a:lnTo>
                <a:lnTo>
                  <a:pt x="1321" y="47"/>
                </a:lnTo>
                <a:lnTo>
                  <a:pt x="1322" y="47"/>
                </a:lnTo>
                <a:lnTo>
                  <a:pt x="1323" y="47"/>
                </a:lnTo>
                <a:lnTo>
                  <a:pt x="1324" y="47"/>
                </a:lnTo>
                <a:lnTo>
                  <a:pt x="1325" y="47"/>
                </a:lnTo>
                <a:lnTo>
                  <a:pt x="1326" y="47"/>
                </a:lnTo>
                <a:lnTo>
                  <a:pt x="1327" y="47"/>
                </a:lnTo>
                <a:lnTo>
                  <a:pt x="1328" y="47"/>
                </a:lnTo>
                <a:lnTo>
                  <a:pt x="1329" y="47"/>
                </a:lnTo>
                <a:lnTo>
                  <a:pt x="1330" y="47"/>
                </a:lnTo>
                <a:lnTo>
                  <a:pt x="1331" y="47"/>
                </a:lnTo>
                <a:lnTo>
                  <a:pt x="1332" y="47"/>
                </a:lnTo>
                <a:lnTo>
                  <a:pt x="1333" y="47"/>
                </a:lnTo>
                <a:lnTo>
                  <a:pt x="1334" y="47"/>
                </a:lnTo>
                <a:lnTo>
                  <a:pt x="1335" y="47"/>
                </a:lnTo>
                <a:lnTo>
                  <a:pt x="1336" y="47"/>
                </a:lnTo>
                <a:lnTo>
                  <a:pt x="1337" y="47"/>
                </a:lnTo>
                <a:lnTo>
                  <a:pt x="1338" y="47"/>
                </a:lnTo>
                <a:lnTo>
                  <a:pt x="1339" y="47"/>
                </a:lnTo>
                <a:lnTo>
                  <a:pt x="1340" y="47"/>
                </a:lnTo>
                <a:lnTo>
                  <a:pt x="1341" y="47"/>
                </a:lnTo>
                <a:lnTo>
                  <a:pt x="1342" y="47"/>
                </a:lnTo>
                <a:lnTo>
                  <a:pt x="1343" y="47"/>
                </a:lnTo>
                <a:lnTo>
                  <a:pt x="1344" y="47"/>
                </a:lnTo>
                <a:lnTo>
                  <a:pt x="1345" y="47"/>
                </a:lnTo>
                <a:lnTo>
                  <a:pt x="1346" y="47"/>
                </a:lnTo>
                <a:lnTo>
                  <a:pt x="1347" y="47"/>
                </a:lnTo>
                <a:lnTo>
                  <a:pt x="1348" y="47"/>
                </a:lnTo>
                <a:lnTo>
                  <a:pt x="1349" y="47"/>
                </a:lnTo>
                <a:lnTo>
                  <a:pt x="1350" y="47"/>
                </a:lnTo>
                <a:lnTo>
                  <a:pt x="1351" y="47"/>
                </a:lnTo>
                <a:lnTo>
                  <a:pt x="1352" y="47"/>
                </a:lnTo>
                <a:lnTo>
                  <a:pt x="1353" y="47"/>
                </a:lnTo>
                <a:lnTo>
                  <a:pt x="1354" y="47"/>
                </a:lnTo>
                <a:lnTo>
                  <a:pt x="1355" y="47"/>
                </a:lnTo>
                <a:lnTo>
                  <a:pt x="1356" y="47"/>
                </a:lnTo>
                <a:lnTo>
                  <a:pt x="1357" y="47"/>
                </a:lnTo>
                <a:lnTo>
                  <a:pt x="1358" y="47"/>
                </a:lnTo>
                <a:lnTo>
                  <a:pt x="1359" y="47"/>
                </a:lnTo>
                <a:lnTo>
                  <a:pt x="1360" y="47"/>
                </a:lnTo>
                <a:lnTo>
                  <a:pt x="1361" y="47"/>
                </a:lnTo>
                <a:lnTo>
                  <a:pt x="1362" y="47"/>
                </a:lnTo>
                <a:lnTo>
                  <a:pt x="1363" y="47"/>
                </a:lnTo>
                <a:lnTo>
                  <a:pt x="1364" y="47"/>
                </a:lnTo>
                <a:lnTo>
                  <a:pt x="1365" y="47"/>
                </a:lnTo>
                <a:lnTo>
                  <a:pt x="1366" y="47"/>
                </a:lnTo>
                <a:lnTo>
                  <a:pt x="1367" y="47"/>
                </a:lnTo>
                <a:lnTo>
                  <a:pt x="1368" y="47"/>
                </a:lnTo>
                <a:lnTo>
                  <a:pt x="1369" y="47"/>
                </a:lnTo>
                <a:lnTo>
                  <a:pt x="1370" y="47"/>
                </a:lnTo>
                <a:lnTo>
                  <a:pt x="1371" y="47"/>
                </a:lnTo>
                <a:lnTo>
                  <a:pt x="1372" y="47"/>
                </a:lnTo>
                <a:lnTo>
                  <a:pt x="1373" y="47"/>
                </a:lnTo>
                <a:lnTo>
                  <a:pt x="1374" y="47"/>
                </a:lnTo>
                <a:lnTo>
                  <a:pt x="1375" y="47"/>
                </a:lnTo>
                <a:lnTo>
                  <a:pt x="1376" y="47"/>
                </a:lnTo>
                <a:lnTo>
                  <a:pt x="1377" y="47"/>
                </a:lnTo>
                <a:lnTo>
                  <a:pt x="1378" y="47"/>
                </a:lnTo>
                <a:lnTo>
                  <a:pt x="1379" y="47"/>
                </a:lnTo>
                <a:lnTo>
                  <a:pt x="1380" y="47"/>
                </a:lnTo>
                <a:lnTo>
                  <a:pt x="1381" y="47"/>
                </a:lnTo>
                <a:lnTo>
                  <a:pt x="1382" y="47"/>
                </a:lnTo>
                <a:lnTo>
                  <a:pt x="1383" y="47"/>
                </a:lnTo>
                <a:lnTo>
                  <a:pt x="1384" y="47"/>
                </a:lnTo>
                <a:lnTo>
                  <a:pt x="1385" y="47"/>
                </a:lnTo>
                <a:lnTo>
                  <a:pt x="1386" y="47"/>
                </a:lnTo>
                <a:lnTo>
                  <a:pt x="1387" y="47"/>
                </a:lnTo>
                <a:lnTo>
                  <a:pt x="1388" y="47"/>
                </a:lnTo>
                <a:lnTo>
                  <a:pt x="1389" y="47"/>
                </a:lnTo>
                <a:lnTo>
                  <a:pt x="1390" y="47"/>
                </a:lnTo>
                <a:lnTo>
                  <a:pt x="1391" y="47"/>
                </a:lnTo>
                <a:lnTo>
                  <a:pt x="1392" y="47"/>
                </a:lnTo>
                <a:lnTo>
                  <a:pt x="1393" y="47"/>
                </a:lnTo>
                <a:lnTo>
                  <a:pt x="1394" y="47"/>
                </a:lnTo>
                <a:lnTo>
                  <a:pt x="1395" y="47"/>
                </a:lnTo>
                <a:lnTo>
                  <a:pt x="1396" y="47"/>
                </a:lnTo>
                <a:lnTo>
                  <a:pt x="1397" y="47"/>
                </a:lnTo>
                <a:lnTo>
                  <a:pt x="1398" y="47"/>
                </a:lnTo>
                <a:lnTo>
                  <a:pt x="1399" y="47"/>
                </a:lnTo>
                <a:lnTo>
                  <a:pt x="1400" y="47"/>
                </a:lnTo>
                <a:lnTo>
                  <a:pt x="1401" y="47"/>
                </a:lnTo>
                <a:lnTo>
                  <a:pt x="1402" y="47"/>
                </a:lnTo>
                <a:lnTo>
                  <a:pt x="1403" y="47"/>
                </a:lnTo>
                <a:lnTo>
                  <a:pt x="1404" y="47"/>
                </a:lnTo>
                <a:lnTo>
                  <a:pt x="1405" y="47"/>
                </a:lnTo>
                <a:lnTo>
                  <a:pt x="1406" y="47"/>
                </a:lnTo>
                <a:lnTo>
                  <a:pt x="1407" y="47"/>
                </a:lnTo>
                <a:lnTo>
                  <a:pt x="1408" y="47"/>
                </a:lnTo>
                <a:lnTo>
                  <a:pt x="1409" y="47"/>
                </a:lnTo>
                <a:lnTo>
                  <a:pt x="1410" y="47"/>
                </a:lnTo>
                <a:lnTo>
                  <a:pt x="1411" y="47"/>
                </a:lnTo>
                <a:lnTo>
                  <a:pt x="1412" y="47"/>
                </a:lnTo>
                <a:lnTo>
                  <a:pt x="1413" y="47"/>
                </a:lnTo>
                <a:lnTo>
                  <a:pt x="1414" y="47"/>
                </a:lnTo>
                <a:lnTo>
                  <a:pt x="1415" y="47"/>
                </a:lnTo>
                <a:lnTo>
                  <a:pt x="1416" y="47"/>
                </a:lnTo>
                <a:lnTo>
                  <a:pt x="1417" y="47"/>
                </a:lnTo>
                <a:lnTo>
                  <a:pt x="1418" y="47"/>
                </a:lnTo>
                <a:lnTo>
                  <a:pt x="1419" y="47"/>
                </a:lnTo>
                <a:lnTo>
                  <a:pt x="1420" y="47"/>
                </a:lnTo>
                <a:lnTo>
                  <a:pt x="1421" y="47"/>
                </a:lnTo>
                <a:lnTo>
                  <a:pt x="1422" y="47"/>
                </a:lnTo>
                <a:lnTo>
                  <a:pt x="1423" y="47"/>
                </a:lnTo>
                <a:lnTo>
                  <a:pt x="1424" y="47"/>
                </a:lnTo>
                <a:lnTo>
                  <a:pt x="1425" y="47"/>
                </a:lnTo>
                <a:lnTo>
                  <a:pt x="1426" y="47"/>
                </a:lnTo>
                <a:lnTo>
                  <a:pt x="1427" y="47"/>
                </a:lnTo>
                <a:lnTo>
                  <a:pt x="1428" y="47"/>
                </a:lnTo>
                <a:lnTo>
                  <a:pt x="1429" y="47"/>
                </a:lnTo>
                <a:lnTo>
                  <a:pt x="1430" y="47"/>
                </a:lnTo>
                <a:lnTo>
                  <a:pt x="1431" y="47"/>
                </a:lnTo>
                <a:lnTo>
                  <a:pt x="1432" y="47"/>
                </a:lnTo>
                <a:lnTo>
                  <a:pt x="1433" y="47"/>
                </a:lnTo>
                <a:lnTo>
                  <a:pt x="1434" y="47"/>
                </a:lnTo>
                <a:lnTo>
                  <a:pt x="1435" y="47"/>
                </a:lnTo>
                <a:lnTo>
                  <a:pt x="1436" y="47"/>
                </a:lnTo>
                <a:lnTo>
                  <a:pt x="1437" y="47"/>
                </a:lnTo>
                <a:lnTo>
                  <a:pt x="1438" y="47"/>
                </a:lnTo>
                <a:lnTo>
                  <a:pt x="1439" y="47"/>
                </a:lnTo>
                <a:lnTo>
                  <a:pt x="1440" y="47"/>
                </a:lnTo>
                <a:lnTo>
                  <a:pt x="1441" y="47"/>
                </a:lnTo>
                <a:lnTo>
                  <a:pt x="1442" y="47"/>
                </a:lnTo>
                <a:lnTo>
                  <a:pt x="1443" y="47"/>
                </a:lnTo>
                <a:lnTo>
                  <a:pt x="1444" y="47"/>
                </a:lnTo>
                <a:lnTo>
                  <a:pt x="1445" y="47"/>
                </a:lnTo>
                <a:lnTo>
                  <a:pt x="1446" y="47"/>
                </a:lnTo>
                <a:lnTo>
                  <a:pt x="1447" y="47"/>
                </a:lnTo>
                <a:lnTo>
                  <a:pt x="1448" y="47"/>
                </a:lnTo>
                <a:lnTo>
                  <a:pt x="1449" y="47"/>
                </a:lnTo>
                <a:lnTo>
                  <a:pt x="1450" y="47"/>
                </a:lnTo>
                <a:lnTo>
                  <a:pt x="1451" y="47"/>
                </a:lnTo>
                <a:lnTo>
                  <a:pt x="1452" y="47"/>
                </a:lnTo>
                <a:lnTo>
                  <a:pt x="1453" y="47"/>
                </a:lnTo>
                <a:lnTo>
                  <a:pt x="1454" y="47"/>
                </a:lnTo>
                <a:lnTo>
                  <a:pt x="1455" y="47"/>
                </a:lnTo>
                <a:lnTo>
                  <a:pt x="1456" y="47"/>
                </a:lnTo>
                <a:lnTo>
                  <a:pt x="1457" y="47"/>
                </a:lnTo>
                <a:lnTo>
                  <a:pt x="1458" y="47"/>
                </a:lnTo>
                <a:lnTo>
                  <a:pt x="1459" y="47"/>
                </a:lnTo>
                <a:lnTo>
                  <a:pt x="1460" y="47"/>
                </a:lnTo>
                <a:lnTo>
                  <a:pt x="1461" y="47"/>
                </a:lnTo>
                <a:lnTo>
                  <a:pt x="1462" y="47"/>
                </a:lnTo>
                <a:lnTo>
                  <a:pt x="1463" y="47"/>
                </a:lnTo>
                <a:lnTo>
                  <a:pt x="1464" y="47"/>
                </a:lnTo>
                <a:lnTo>
                  <a:pt x="1465" y="47"/>
                </a:lnTo>
                <a:lnTo>
                  <a:pt x="1466" y="47"/>
                </a:lnTo>
                <a:lnTo>
                  <a:pt x="1467" y="47"/>
                </a:lnTo>
                <a:lnTo>
                  <a:pt x="1468" y="47"/>
                </a:lnTo>
                <a:lnTo>
                  <a:pt x="1469" y="47"/>
                </a:lnTo>
                <a:lnTo>
                  <a:pt x="1470" y="47"/>
                </a:lnTo>
                <a:lnTo>
                  <a:pt x="1471" y="47"/>
                </a:lnTo>
                <a:lnTo>
                  <a:pt x="1472" y="47"/>
                </a:lnTo>
                <a:lnTo>
                  <a:pt x="1473" y="47"/>
                </a:lnTo>
                <a:lnTo>
                  <a:pt x="1474" y="47"/>
                </a:lnTo>
                <a:lnTo>
                  <a:pt x="1475" y="47"/>
                </a:lnTo>
                <a:lnTo>
                  <a:pt x="1476" y="47"/>
                </a:lnTo>
                <a:lnTo>
                  <a:pt x="1477" y="47"/>
                </a:lnTo>
                <a:lnTo>
                  <a:pt x="1478" y="47"/>
                </a:lnTo>
                <a:lnTo>
                  <a:pt x="1479" y="47"/>
                </a:lnTo>
                <a:lnTo>
                  <a:pt x="1480" y="47"/>
                </a:lnTo>
                <a:lnTo>
                  <a:pt x="1481" y="47"/>
                </a:lnTo>
                <a:lnTo>
                  <a:pt x="1482" y="47"/>
                </a:lnTo>
                <a:lnTo>
                  <a:pt x="1483" y="47"/>
                </a:lnTo>
                <a:lnTo>
                  <a:pt x="1484" y="47"/>
                </a:lnTo>
                <a:lnTo>
                  <a:pt x="1485" y="47"/>
                </a:lnTo>
                <a:lnTo>
                  <a:pt x="1486" y="47"/>
                </a:lnTo>
                <a:lnTo>
                  <a:pt x="1487" y="47"/>
                </a:lnTo>
                <a:lnTo>
                  <a:pt x="1488" y="47"/>
                </a:lnTo>
                <a:lnTo>
                  <a:pt x="1489" y="47"/>
                </a:lnTo>
                <a:lnTo>
                  <a:pt x="1490" y="47"/>
                </a:lnTo>
                <a:lnTo>
                  <a:pt x="1491" y="47"/>
                </a:lnTo>
                <a:lnTo>
                  <a:pt x="1492" y="47"/>
                </a:lnTo>
                <a:lnTo>
                  <a:pt x="1493" y="47"/>
                </a:lnTo>
                <a:lnTo>
                  <a:pt x="1494" y="47"/>
                </a:lnTo>
                <a:lnTo>
                  <a:pt x="1495" y="47"/>
                </a:lnTo>
                <a:lnTo>
                  <a:pt x="1496" y="47"/>
                </a:lnTo>
                <a:lnTo>
                  <a:pt x="1497" y="47"/>
                </a:lnTo>
                <a:lnTo>
                  <a:pt x="1498" y="47"/>
                </a:lnTo>
                <a:lnTo>
                  <a:pt x="1499" y="47"/>
                </a:lnTo>
                <a:lnTo>
                  <a:pt x="1500" y="47"/>
                </a:lnTo>
                <a:lnTo>
                  <a:pt x="1501" y="47"/>
                </a:lnTo>
                <a:lnTo>
                  <a:pt x="1502" y="47"/>
                </a:lnTo>
                <a:lnTo>
                  <a:pt x="1503" y="47"/>
                </a:lnTo>
                <a:lnTo>
                  <a:pt x="1504" y="47"/>
                </a:lnTo>
                <a:lnTo>
                  <a:pt x="1505" y="47"/>
                </a:lnTo>
                <a:lnTo>
                  <a:pt x="1506" y="47"/>
                </a:lnTo>
                <a:lnTo>
                  <a:pt x="1507" y="47"/>
                </a:lnTo>
                <a:lnTo>
                  <a:pt x="1508" y="47"/>
                </a:lnTo>
                <a:lnTo>
                  <a:pt x="1509" y="47"/>
                </a:lnTo>
                <a:lnTo>
                  <a:pt x="1510" y="47"/>
                </a:lnTo>
                <a:lnTo>
                  <a:pt x="1511" y="47"/>
                </a:lnTo>
                <a:lnTo>
                  <a:pt x="1512" y="47"/>
                </a:lnTo>
                <a:lnTo>
                  <a:pt x="1513" y="47"/>
                </a:lnTo>
                <a:lnTo>
                  <a:pt x="1514" y="47"/>
                </a:lnTo>
                <a:lnTo>
                  <a:pt x="1515" y="47"/>
                </a:lnTo>
                <a:lnTo>
                  <a:pt x="1516" y="47"/>
                </a:lnTo>
                <a:lnTo>
                  <a:pt x="1517" y="47"/>
                </a:lnTo>
                <a:lnTo>
                  <a:pt x="1518" y="47"/>
                </a:lnTo>
                <a:lnTo>
                  <a:pt x="1519" y="47"/>
                </a:lnTo>
                <a:lnTo>
                  <a:pt x="1520" y="47"/>
                </a:lnTo>
                <a:lnTo>
                  <a:pt x="1521" y="47"/>
                </a:lnTo>
                <a:lnTo>
                  <a:pt x="1522" y="47"/>
                </a:lnTo>
                <a:lnTo>
                  <a:pt x="1523" y="47"/>
                </a:lnTo>
                <a:lnTo>
                  <a:pt x="1524" y="47"/>
                </a:lnTo>
                <a:lnTo>
                  <a:pt x="1525" y="47"/>
                </a:lnTo>
                <a:lnTo>
                  <a:pt x="1526" y="47"/>
                </a:lnTo>
                <a:lnTo>
                  <a:pt x="1527" y="47"/>
                </a:lnTo>
                <a:lnTo>
                  <a:pt x="1528" y="47"/>
                </a:lnTo>
                <a:lnTo>
                  <a:pt x="1529" y="47"/>
                </a:lnTo>
                <a:lnTo>
                  <a:pt x="1530" y="47"/>
                </a:lnTo>
                <a:lnTo>
                  <a:pt x="1531" y="47"/>
                </a:lnTo>
                <a:lnTo>
                  <a:pt x="1532" y="47"/>
                </a:lnTo>
                <a:lnTo>
                  <a:pt x="1533" y="47"/>
                </a:lnTo>
                <a:lnTo>
                  <a:pt x="1534" y="47"/>
                </a:lnTo>
                <a:lnTo>
                  <a:pt x="1535" y="47"/>
                </a:lnTo>
                <a:lnTo>
                  <a:pt x="1536" y="47"/>
                </a:lnTo>
                <a:lnTo>
                  <a:pt x="1537" y="47"/>
                </a:lnTo>
                <a:lnTo>
                  <a:pt x="1538" y="47"/>
                </a:lnTo>
                <a:lnTo>
                  <a:pt x="1539" y="47"/>
                </a:lnTo>
                <a:lnTo>
                  <a:pt x="1540" y="47"/>
                </a:lnTo>
                <a:lnTo>
                  <a:pt x="1541" y="47"/>
                </a:lnTo>
                <a:lnTo>
                  <a:pt x="1542" y="47"/>
                </a:lnTo>
                <a:lnTo>
                  <a:pt x="1543" y="47"/>
                </a:lnTo>
                <a:lnTo>
                  <a:pt x="1544" y="47"/>
                </a:lnTo>
                <a:lnTo>
                  <a:pt x="1545" y="47"/>
                </a:lnTo>
                <a:lnTo>
                  <a:pt x="1546" y="47"/>
                </a:lnTo>
                <a:lnTo>
                  <a:pt x="1547" y="47"/>
                </a:lnTo>
                <a:lnTo>
                  <a:pt x="1548" y="47"/>
                </a:lnTo>
                <a:lnTo>
                  <a:pt x="1549" y="47"/>
                </a:lnTo>
                <a:lnTo>
                  <a:pt x="1550" y="47"/>
                </a:lnTo>
                <a:lnTo>
                  <a:pt x="1551" y="47"/>
                </a:lnTo>
                <a:lnTo>
                  <a:pt x="1552" y="47"/>
                </a:lnTo>
                <a:lnTo>
                  <a:pt x="1553" y="47"/>
                </a:lnTo>
                <a:lnTo>
                  <a:pt x="1554" y="47"/>
                </a:lnTo>
                <a:lnTo>
                  <a:pt x="1555" y="47"/>
                </a:lnTo>
                <a:lnTo>
                  <a:pt x="1556" y="47"/>
                </a:lnTo>
                <a:lnTo>
                  <a:pt x="1557" y="47"/>
                </a:lnTo>
                <a:lnTo>
                  <a:pt x="1558" y="47"/>
                </a:lnTo>
                <a:lnTo>
                  <a:pt x="1559" y="47"/>
                </a:lnTo>
                <a:lnTo>
                  <a:pt x="1560" y="47"/>
                </a:lnTo>
                <a:lnTo>
                  <a:pt x="1561" y="47"/>
                </a:lnTo>
                <a:lnTo>
                  <a:pt x="1562" y="47"/>
                </a:lnTo>
                <a:lnTo>
                  <a:pt x="1563" y="47"/>
                </a:lnTo>
                <a:lnTo>
                  <a:pt x="1564" y="47"/>
                </a:lnTo>
                <a:lnTo>
                  <a:pt x="1565" y="47"/>
                </a:lnTo>
                <a:lnTo>
                  <a:pt x="1566" y="47"/>
                </a:lnTo>
                <a:lnTo>
                  <a:pt x="1567" y="47"/>
                </a:lnTo>
                <a:lnTo>
                  <a:pt x="1568" y="47"/>
                </a:lnTo>
                <a:lnTo>
                  <a:pt x="1569" y="47"/>
                </a:lnTo>
                <a:lnTo>
                  <a:pt x="1570" y="47"/>
                </a:lnTo>
                <a:lnTo>
                  <a:pt x="1571" y="47"/>
                </a:lnTo>
                <a:lnTo>
                  <a:pt x="1572" y="47"/>
                </a:lnTo>
                <a:lnTo>
                  <a:pt x="1573" y="47"/>
                </a:lnTo>
                <a:lnTo>
                  <a:pt x="1574" y="47"/>
                </a:lnTo>
                <a:lnTo>
                  <a:pt x="1575" y="47"/>
                </a:lnTo>
                <a:lnTo>
                  <a:pt x="1576" y="47"/>
                </a:lnTo>
                <a:lnTo>
                  <a:pt x="1577" y="47"/>
                </a:lnTo>
                <a:lnTo>
                  <a:pt x="1578" y="47"/>
                </a:lnTo>
                <a:lnTo>
                  <a:pt x="1579" y="47"/>
                </a:lnTo>
                <a:lnTo>
                  <a:pt x="1580" y="47"/>
                </a:lnTo>
                <a:lnTo>
                  <a:pt x="1581" y="47"/>
                </a:lnTo>
                <a:lnTo>
                  <a:pt x="1582" y="47"/>
                </a:lnTo>
                <a:lnTo>
                  <a:pt x="1583" y="47"/>
                </a:lnTo>
                <a:lnTo>
                  <a:pt x="1584" y="47"/>
                </a:lnTo>
                <a:lnTo>
                  <a:pt x="1585" y="47"/>
                </a:lnTo>
                <a:lnTo>
                  <a:pt x="1586" y="47"/>
                </a:lnTo>
                <a:lnTo>
                  <a:pt x="1587" y="47"/>
                </a:lnTo>
                <a:lnTo>
                  <a:pt x="1588" y="47"/>
                </a:lnTo>
                <a:lnTo>
                  <a:pt x="1589" y="47"/>
                </a:lnTo>
                <a:lnTo>
                  <a:pt x="1590" y="47"/>
                </a:lnTo>
                <a:lnTo>
                  <a:pt x="1591" y="47"/>
                </a:lnTo>
                <a:lnTo>
                  <a:pt x="1592" y="47"/>
                </a:lnTo>
                <a:lnTo>
                  <a:pt x="1593" y="47"/>
                </a:lnTo>
                <a:lnTo>
                  <a:pt x="1594" y="47"/>
                </a:lnTo>
                <a:lnTo>
                  <a:pt x="1595" y="47"/>
                </a:lnTo>
                <a:lnTo>
                  <a:pt x="1596" y="47"/>
                </a:lnTo>
                <a:lnTo>
                  <a:pt x="1597" y="47"/>
                </a:lnTo>
                <a:lnTo>
                  <a:pt x="1598" y="47"/>
                </a:lnTo>
                <a:lnTo>
                  <a:pt x="1599" y="47"/>
                </a:lnTo>
                <a:lnTo>
                  <a:pt x="1600" y="47"/>
                </a:lnTo>
                <a:lnTo>
                  <a:pt x="1601" y="47"/>
                </a:lnTo>
                <a:lnTo>
                  <a:pt x="1602" y="47"/>
                </a:lnTo>
                <a:lnTo>
                  <a:pt x="1603" y="47"/>
                </a:lnTo>
                <a:lnTo>
                  <a:pt x="1604" y="47"/>
                </a:lnTo>
                <a:lnTo>
                  <a:pt x="1605" y="47"/>
                </a:lnTo>
                <a:lnTo>
                  <a:pt x="1606" y="47"/>
                </a:lnTo>
                <a:lnTo>
                  <a:pt x="1607" y="47"/>
                </a:lnTo>
                <a:lnTo>
                  <a:pt x="1608" y="47"/>
                </a:lnTo>
                <a:lnTo>
                  <a:pt x="1609" y="47"/>
                </a:lnTo>
                <a:lnTo>
                  <a:pt x="1610" y="47"/>
                </a:lnTo>
                <a:lnTo>
                  <a:pt x="1611" y="47"/>
                </a:lnTo>
                <a:lnTo>
                  <a:pt x="1612" y="47"/>
                </a:lnTo>
                <a:lnTo>
                  <a:pt x="1613" y="47"/>
                </a:lnTo>
                <a:lnTo>
                  <a:pt x="1614" y="47"/>
                </a:lnTo>
                <a:lnTo>
                  <a:pt x="1615" y="47"/>
                </a:lnTo>
                <a:lnTo>
                  <a:pt x="1616" y="47"/>
                </a:lnTo>
                <a:lnTo>
                  <a:pt x="1617" y="47"/>
                </a:lnTo>
                <a:lnTo>
                  <a:pt x="1618" y="47"/>
                </a:lnTo>
                <a:lnTo>
                  <a:pt x="1619" y="47"/>
                </a:lnTo>
                <a:lnTo>
                  <a:pt x="1620" y="47"/>
                </a:lnTo>
                <a:lnTo>
                  <a:pt x="1621" y="47"/>
                </a:lnTo>
                <a:lnTo>
                  <a:pt x="1622" y="47"/>
                </a:lnTo>
                <a:lnTo>
                  <a:pt x="1623" y="47"/>
                </a:lnTo>
                <a:lnTo>
                  <a:pt x="1624" y="47"/>
                </a:lnTo>
                <a:lnTo>
                  <a:pt x="1625" y="47"/>
                </a:lnTo>
                <a:lnTo>
                  <a:pt x="1626" y="47"/>
                </a:lnTo>
                <a:lnTo>
                  <a:pt x="1627" y="47"/>
                </a:lnTo>
                <a:lnTo>
                  <a:pt x="1628" y="47"/>
                </a:lnTo>
                <a:lnTo>
                  <a:pt x="1629" y="47"/>
                </a:lnTo>
                <a:lnTo>
                  <a:pt x="1630" y="47"/>
                </a:lnTo>
                <a:lnTo>
                  <a:pt x="1631" y="47"/>
                </a:lnTo>
                <a:lnTo>
                  <a:pt x="1632" y="47"/>
                </a:lnTo>
                <a:lnTo>
                  <a:pt x="1633" y="47"/>
                </a:lnTo>
                <a:lnTo>
                  <a:pt x="1634" y="47"/>
                </a:lnTo>
                <a:lnTo>
                  <a:pt x="1635" y="47"/>
                </a:lnTo>
                <a:lnTo>
                  <a:pt x="1636" y="47"/>
                </a:lnTo>
                <a:lnTo>
                  <a:pt x="1637" y="47"/>
                </a:lnTo>
                <a:lnTo>
                  <a:pt x="1638" y="47"/>
                </a:lnTo>
                <a:lnTo>
                  <a:pt x="1639" y="47"/>
                </a:lnTo>
                <a:lnTo>
                  <a:pt x="1640" y="47"/>
                </a:lnTo>
                <a:lnTo>
                  <a:pt x="1641" y="47"/>
                </a:lnTo>
                <a:lnTo>
                  <a:pt x="1642" y="47"/>
                </a:lnTo>
                <a:lnTo>
                  <a:pt x="1643" y="47"/>
                </a:lnTo>
                <a:lnTo>
                  <a:pt x="1644" y="47"/>
                </a:lnTo>
                <a:lnTo>
                  <a:pt x="1645" y="47"/>
                </a:lnTo>
                <a:lnTo>
                  <a:pt x="1646" y="47"/>
                </a:lnTo>
                <a:lnTo>
                  <a:pt x="1647" y="47"/>
                </a:lnTo>
                <a:lnTo>
                  <a:pt x="1648" y="47"/>
                </a:lnTo>
                <a:lnTo>
                  <a:pt x="1649" y="47"/>
                </a:lnTo>
                <a:lnTo>
                  <a:pt x="1650" y="47"/>
                </a:lnTo>
                <a:lnTo>
                  <a:pt x="1651" y="47"/>
                </a:lnTo>
                <a:lnTo>
                  <a:pt x="1652" y="47"/>
                </a:lnTo>
                <a:lnTo>
                  <a:pt x="1653" y="47"/>
                </a:lnTo>
                <a:lnTo>
                  <a:pt x="1654" y="47"/>
                </a:lnTo>
                <a:lnTo>
                  <a:pt x="1655" y="47"/>
                </a:lnTo>
                <a:lnTo>
                  <a:pt x="1656" y="47"/>
                </a:lnTo>
                <a:lnTo>
                  <a:pt x="1657" y="47"/>
                </a:lnTo>
                <a:lnTo>
                  <a:pt x="1658" y="47"/>
                </a:lnTo>
                <a:lnTo>
                  <a:pt x="1659" y="47"/>
                </a:lnTo>
                <a:lnTo>
                  <a:pt x="1660" y="47"/>
                </a:lnTo>
                <a:lnTo>
                  <a:pt x="1661" y="47"/>
                </a:lnTo>
                <a:lnTo>
                  <a:pt x="1662" y="47"/>
                </a:lnTo>
                <a:lnTo>
                  <a:pt x="1663" y="47"/>
                </a:lnTo>
                <a:lnTo>
                  <a:pt x="1664" y="47"/>
                </a:lnTo>
                <a:lnTo>
                  <a:pt x="1665" y="47"/>
                </a:lnTo>
                <a:lnTo>
                  <a:pt x="1666" y="47"/>
                </a:lnTo>
                <a:lnTo>
                  <a:pt x="1667" y="47"/>
                </a:lnTo>
                <a:lnTo>
                  <a:pt x="1668" y="47"/>
                </a:lnTo>
                <a:lnTo>
                  <a:pt x="1669" y="47"/>
                </a:lnTo>
                <a:lnTo>
                  <a:pt x="1670" y="47"/>
                </a:lnTo>
                <a:lnTo>
                  <a:pt x="1671" y="47"/>
                </a:lnTo>
                <a:lnTo>
                  <a:pt x="1672" y="47"/>
                </a:lnTo>
                <a:lnTo>
                  <a:pt x="1673" y="47"/>
                </a:lnTo>
                <a:lnTo>
                  <a:pt x="1674" y="47"/>
                </a:lnTo>
                <a:lnTo>
                  <a:pt x="1675" y="47"/>
                </a:lnTo>
                <a:lnTo>
                  <a:pt x="1676" y="47"/>
                </a:lnTo>
                <a:lnTo>
                  <a:pt x="1677" y="47"/>
                </a:lnTo>
                <a:lnTo>
                  <a:pt x="1678" y="47"/>
                </a:lnTo>
                <a:lnTo>
                  <a:pt x="1679" y="47"/>
                </a:lnTo>
                <a:lnTo>
                  <a:pt x="1680" y="47"/>
                </a:lnTo>
                <a:lnTo>
                  <a:pt x="1681" y="47"/>
                </a:lnTo>
                <a:lnTo>
                  <a:pt x="1682" y="47"/>
                </a:lnTo>
                <a:lnTo>
                  <a:pt x="1683" y="47"/>
                </a:lnTo>
                <a:lnTo>
                  <a:pt x="1684" y="47"/>
                </a:lnTo>
                <a:lnTo>
                  <a:pt x="1685" y="47"/>
                </a:lnTo>
                <a:lnTo>
                  <a:pt x="1686" y="47"/>
                </a:lnTo>
                <a:lnTo>
                  <a:pt x="1687" y="47"/>
                </a:lnTo>
                <a:lnTo>
                  <a:pt x="1688" y="47"/>
                </a:lnTo>
                <a:lnTo>
                  <a:pt x="1689" y="47"/>
                </a:lnTo>
                <a:lnTo>
                  <a:pt x="1690" y="47"/>
                </a:lnTo>
                <a:lnTo>
                  <a:pt x="1691" y="47"/>
                </a:lnTo>
                <a:lnTo>
                  <a:pt x="1692" y="47"/>
                </a:lnTo>
                <a:lnTo>
                  <a:pt x="1693" y="47"/>
                </a:lnTo>
                <a:lnTo>
                  <a:pt x="1694" y="47"/>
                </a:lnTo>
                <a:lnTo>
                  <a:pt x="1695" y="47"/>
                </a:lnTo>
                <a:lnTo>
                  <a:pt x="1696" y="47"/>
                </a:lnTo>
                <a:lnTo>
                  <a:pt x="1697" y="47"/>
                </a:lnTo>
                <a:lnTo>
                  <a:pt x="1698" y="47"/>
                </a:lnTo>
                <a:lnTo>
                  <a:pt x="1699" y="47"/>
                </a:lnTo>
                <a:lnTo>
                  <a:pt x="1700" y="47"/>
                </a:lnTo>
                <a:lnTo>
                  <a:pt x="1701" y="47"/>
                </a:lnTo>
                <a:lnTo>
                  <a:pt x="1702" y="47"/>
                </a:lnTo>
                <a:lnTo>
                  <a:pt x="1703" y="47"/>
                </a:lnTo>
                <a:lnTo>
                  <a:pt x="1704" y="47"/>
                </a:lnTo>
                <a:lnTo>
                  <a:pt x="1705" y="47"/>
                </a:lnTo>
                <a:lnTo>
                  <a:pt x="1706" y="47"/>
                </a:lnTo>
                <a:lnTo>
                  <a:pt x="1707" y="47"/>
                </a:lnTo>
                <a:lnTo>
                  <a:pt x="1708" y="47"/>
                </a:lnTo>
                <a:lnTo>
                  <a:pt x="1709" y="47"/>
                </a:lnTo>
                <a:lnTo>
                  <a:pt x="1710" y="47"/>
                </a:lnTo>
                <a:lnTo>
                  <a:pt x="1711" y="47"/>
                </a:lnTo>
                <a:lnTo>
                  <a:pt x="1712" y="47"/>
                </a:lnTo>
                <a:lnTo>
                  <a:pt x="1713" y="47"/>
                </a:lnTo>
                <a:lnTo>
                  <a:pt x="1714" y="47"/>
                </a:lnTo>
                <a:lnTo>
                  <a:pt x="1715" y="47"/>
                </a:lnTo>
                <a:lnTo>
                  <a:pt x="1716" y="47"/>
                </a:lnTo>
                <a:lnTo>
                  <a:pt x="1717" y="47"/>
                </a:lnTo>
                <a:lnTo>
                  <a:pt x="1718" y="47"/>
                </a:lnTo>
                <a:lnTo>
                  <a:pt x="1719" y="47"/>
                </a:lnTo>
                <a:lnTo>
                  <a:pt x="1720" y="47"/>
                </a:lnTo>
                <a:lnTo>
                  <a:pt x="1721" y="47"/>
                </a:lnTo>
                <a:lnTo>
                  <a:pt x="1722" y="47"/>
                </a:lnTo>
                <a:lnTo>
                  <a:pt x="1723" y="47"/>
                </a:lnTo>
                <a:lnTo>
                  <a:pt x="1724" y="47"/>
                </a:lnTo>
                <a:lnTo>
                  <a:pt x="1725" y="47"/>
                </a:lnTo>
                <a:lnTo>
                  <a:pt x="1726" y="47"/>
                </a:lnTo>
                <a:lnTo>
                  <a:pt x="1727" y="47"/>
                </a:lnTo>
                <a:lnTo>
                  <a:pt x="1728" y="47"/>
                </a:lnTo>
                <a:lnTo>
                  <a:pt x="1729" y="47"/>
                </a:lnTo>
                <a:lnTo>
                  <a:pt x="1730" y="47"/>
                </a:lnTo>
                <a:lnTo>
                  <a:pt x="1731" y="47"/>
                </a:lnTo>
                <a:lnTo>
                  <a:pt x="1732" y="47"/>
                </a:lnTo>
                <a:lnTo>
                  <a:pt x="1733" y="47"/>
                </a:lnTo>
                <a:lnTo>
                  <a:pt x="1734" y="47"/>
                </a:lnTo>
                <a:lnTo>
                  <a:pt x="1735" y="47"/>
                </a:lnTo>
                <a:lnTo>
                  <a:pt x="1736" y="47"/>
                </a:lnTo>
                <a:lnTo>
                  <a:pt x="1737" y="47"/>
                </a:lnTo>
                <a:lnTo>
                  <a:pt x="1738" y="47"/>
                </a:lnTo>
                <a:lnTo>
                  <a:pt x="1739" y="47"/>
                </a:lnTo>
                <a:lnTo>
                  <a:pt x="1740" y="47"/>
                </a:lnTo>
                <a:lnTo>
                  <a:pt x="1741" y="47"/>
                </a:lnTo>
                <a:lnTo>
                  <a:pt x="1742" y="47"/>
                </a:lnTo>
                <a:lnTo>
                  <a:pt x="1743" y="47"/>
                </a:lnTo>
                <a:lnTo>
                  <a:pt x="1744" y="47"/>
                </a:lnTo>
                <a:lnTo>
                  <a:pt x="1745" y="47"/>
                </a:lnTo>
                <a:lnTo>
                  <a:pt x="1746" y="47"/>
                </a:lnTo>
                <a:lnTo>
                  <a:pt x="1747" y="47"/>
                </a:lnTo>
                <a:lnTo>
                  <a:pt x="1748" y="47"/>
                </a:lnTo>
                <a:lnTo>
                  <a:pt x="1749" y="47"/>
                </a:lnTo>
                <a:lnTo>
                  <a:pt x="1750" y="47"/>
                </a:lnTo>
                <a:lnTo>
                  <a:pt x="1751" y="47"/>
                </a:lnTo>
                <a:lnTo>
                  <a:pt x="1752" y="47"/>
                </a:lnTo>
                <a:lnTo>
                  <a:pt x="1753" y="47"/>
                </a:lnTo>
                <a:lnTo>
                  <a:pt x="1754" y="47"/>
                </a:lnTo>
                <a:lnTo>
                  <a:pt x="1755" y="47"/>
                </a:lnTo>
                <a:lnTo>
                  <a:pt x="1756" y="47"/>
                </a:lnTo>
                <a:lnTo>
                  <a:pt x="1757" y="47"/>
                </a:lnTo>
                <a:lnTo>
                  <a:pt x="1758" y="47"/>
                </a:lnTo>
                <a:lnTo>
                  <a:pt x="1759" y="47"/>
                </a:lnTo>
                <a:lnTo>
                  <a:pt x="1760" y="47"/>
                </a:lnTo>
                <a:lnTo>
                  <a:pt x="1761" y="47"/>
                </a:lnTo>
                <a:lnTo>
                  <a:pt x="1762" y="47"/>
                </a:lnTo>
                <a:lnTo>
                  <a:pt x="1763" y="47"/>
                </a:lnTo>
                <a:lnTo>
                  <a:pt x="1764" y="47"/>
                </a:lnTo>
                <a:lnTo>
                  <a:pt x="1765" y="47"/>
                </a:lnTo>
                <a:lnTo>
                  <a:pt x="1766" y="47"/>
                </a:lnTo>
                <a:lnTo>
                  <a:pt x="1767" y="47"/>
                </a:lnTo>
                <a:lnTo>
                  <a:pt x="1768" y="47"/>
                </a:lnTo>
                <a:lnTo>
                  <a:pt x="1769" y="47"/>
                </a:lnTo>
                <a:lnTo>
                  <a:pt x="1770" y="47"/>
                </a:lnTo>
                <a:lnTo>
                  <a:pt x="1771" y="47"/>
                </a:lnTo>
                <a:lnTo>
                  <a:pt x="1772" y="47"/>
                </a:lnTo>
                <a:lnTo>
                  <a:pt x="1773" y="47"/>
                </a:lnTo>
                <a:lnTo>
                  <a:pt x="1774" y="47"/>
                </a:lnTo>
                <a:lnTo>
                  <a:pt x="1775" y="47"/>
                </a:lnTo>
                <a:lnTo>
                  <a:pt x="1776" y="47"/>
                </a:lnTo>
                <a:lnTo>
                  <a:pt x="1777" y="47"/>
                </a:lnTo>
                <a:lnTo>
                  <a:pt x="1778" y="47"/>
                </a:lnTo>
                <a:lnTo>
                  <a:pt x="1779" y="47"/>
                </a:lnTo>
                <a:lnTo>
                  <a:pt x="1780" y="47"/>
                </a:lnTo>
                <a:lnTo>
                  <a:pt x="1781" y="47"/>
                </a:lnTo>
                <a:lnTo>
                  <a:pt x="1782" y="47"/>
                </a:lnTo>
                <a:lnTo>
                  <a:pt x="1783" y="47"/>
                </a:lnTo>
                <a:lnTo>
                  <a:pt x="1784" y="47"/>
                </a:lnTo>
                <a:lnTo>
                  <a:pt x="1785" y="47"/>
                </a:lnTo>
                <a:lnTo>
                  <a:pt x="1786" y="47"/>
                </a:lnTo>
                <a:lnTo>
                  <a:pt x="1787" y="47"/>
                </a:lnTo>
                <a:lnTo>
                  <a:pt x="1788" y="47"/>
                </a:lnTo>
                <a:lnTo>
                  <a:pt x="1789" y="47"/>
                </a:lnTo>
                <a:lnTo>
                  <a:pt x="1790" y="47"/>
                </a:lnTo>
                <a:lnTo>
                  <a:pt x="1791" y="47"/>
                </a:lnTo>
                <a:lnTo>
                  <a:pt x="1792" y="47"/>
                </a:lnTo>
                <a:lnTo>
                  <a:pt x="1793" y="47"/>
                </a:lnTo>
                <a:lnTo>
                  <a:pt x="1794" y="47"/>
                </a:lnTo>
                <a:lnTo>
                  <a:pt x="1795" y="47"/>
                </a:lnTo>
                <a:lnTo>
                  <a:pt x="1796" y="47"/>
                </a:lnTo>
                <a:lnTo>
                  <a:pt x="1797" y="47"/>
                </a:lnTo>
                <a:lnTo>
                  <a:pt x="1798" y="47"/>
                </a:lnTo>
                <a:lnTo>
                  <a:pt x="1799" y="47"/>
                </a:lnTo>
                <a:lnTo>
                  <a:pt x="1800" y="47"/>
                </a:lnTo>
                <a:lnTo>
                  <a:pt x="1801" y="47"/>
                </a:lnTo>
                <a:lnTo>
                  <a:pt x="1802" y="47"/>
                </a:lnTo>
                <a:lnTo>
                  <a:pt x="1803" y="47"/>
                </a:lnTo>
                <a:lnTo>
                  <a:pt x="1804" y="47"/>
                </a:lnTo>
                <a:lnTo>
                  <a:pt x="1805" y="47"/>
                </a:lnTo>
                <a:lnTo>
                  <a:pt x="1806" y="47"/>
                </a:lnTo>
                <a:lnTo>
                  <a:pt x="1807" y="47"/>
                </a:lnTo>
                <a:lnTo>
                  <a:pt x="1808" y="47"/>
                </a:lnTo>
                <a:lnTo>
                  <a:pt x="1809" y="47"/>
                </a:lnTo>
                <a:lnTo>
                  <a:pt x="1810" y="47"/>
                </a:lnTo>
                <a:lnTo>
                  <a:pt x="1811" y="47"/>
                </a:lnTo>
                <a:lnTo>
                  <a:pt x="1812" y="47"/>
                </a:lnTo>
                <a:lnTo>
                  <a:pt x="1813" y="47"/>
                </a:lnTo>
                <a:lnTo>
                  <a:pt x="1814" y="47"/>
                </a:lnTo>
                <a:lnTo>
                  <a:pt x="1815" y="47"/>
                </a:lnTo>
                <a:lnTo>
                  <a:pt x="1816" y="47"/>
                </a:lnTo>
                <a:lnTo>
                  <a:pt x="1817" y="47"/>
                </a:lnTo>
                <a:lnTo>
                  <a:pt x="1818" y="47"/>
                </a:lnTo>
                <a:lnTo>
                  <a:pt x="1819" y="47"/>
                </a:lnTo>
                <a:lnTo>
                  <a:pt x="1820" y="47"/>
                </a:lnTo>
                <a:lnTo>
                  <a:pt x="1821" y="47"/>
                </a:lnTo>
                <a:lnTo>
                  <a:pt x="1822" y="47"/>
                </a:lnTo>
                <a:lnTo>
                  <a:pt x="1823" y="47"/>
                </a:lnTo>
                <a:lnTo>
                  <a:pt x="1824" y="47"/>
                </a:lnTo>
                <a:lnTo>
                  <a:pt x="1825" y="47"/>
                </a:lnTo>
                <a:lnTo>
                  <a:pt x="1826" y="47"/>
                </a:lnTo>
                <a:lnTo>
                  <a:pt x="1827" y="47"/>
                </a:lnTo>
                <a:lnTo>
                  <a:pt x="1828" y="47"/>
                </a:lnTo>
                <a:lnTo>
                  <a:pt x="1829" y="47"/>
                </a:lnTo>
                <a:lnTo>
                  <a:pt x="1830" y="47"/>
                </a:lnTo>
                <a:lnTo>
                  <a:pt x="1831" y="47"/>
                </a:lnTo>
                <a:lnTo>
                  <a:pt x="1832" y="47"/>
                </a:lnTo>
                <a:lnTo>
                  <a:pt x="1833" y="47"/>
                </a:lnTo>
                <a:lnTo>
                  <a:pt x="1834" y="47"/>
                </a:lnTo>
                <a:lnTo>
                  <a:pt x="1835" y="47"/>
                </a:lnTo>
                <a:lnTo>
                  <a:pt x="1836" y="47"/>
                </a:lnTo>
                <a:lnTo>
                  <a:pt x="1837" y="47"/>
                </a:lnTo>
                <a:lnTo>
                  <a:pt x="1838" y="47"/>
                </a:lnTo>
                <a:lnTo>
                  <a:pt x="1839" y="47"/>
                </a:lnTo>
                <a:lnTo>
                  <a:pt x="1840" y="47"/>
                </a:lnTo>
                <a:lnTo>
                  <a:pt x="1841" y="47"/>
                </a:lnTo>
                <a:lnTo>
                  <a:pt x="1842" y="47"/>
                </a:lnTo>
                <a:lnTo>
                  <a:pt x="1843" y="47"/>
                </a:lnTo>
                <a:lnTo>
                  <a:pt x="1844" y="47"/>
                </a:lnTo>
                <a:lnTo>
                  <a:pt x="1845" y="47"/>
                </a:lnTo>
                <a:lnTo>
                  <a:pt x="1846" y="47"/>
                </a:lnTo>
                <a:lnTo>
                  <a:pt x="1847" y="47"/>
                </a:lnTo>
                <a:lnTo>
                  <a:pt x="1848" y="47"/>
                </a:lnTo>
                <a:lnTo>
                  <a:pt x="1849" y="47"/>
                </a:lnTo>
                <a:lnTo>
                  <a:pt x="1850" y="47"/>
                </a:lnTo>
                <a:lnTo>
                  <a:pt x="1851" y="47"/>
                </a:lnTo>
                <a:lnTo>
                  <a:pt x="1852" y="47"/>
                </a:lnTo>
                <a:lnTo>
                  <a:pt x="1853" y="47"/>
                </a:lnTo>
                <a:lnTo>
                  <a:pt x="1854" y="47"/>
                </a:lnTo>
                <a:lnTo>
                  <a:pt x="1855" y="47"/>
                </a:lnTo>
                <a:lnTo>
                  <a:pt x="1856" y="47"/>
                </a:lnTo>
                <a:lnTo>
                  <a:pt x="1857" y="47"/>
                </a:lnTo>
                <a:lnTo>
                  <a:pt x="1858" y="47"/>
                </a:lnTo>
                <a:lnTo>
                  <a:pt x="1859" y="47"/>
                </a:lnTo>
                <a:lnTo>
                  <a:pt x="1860" y="47"/>
                </a:lnTo>
                <a:lnTo>
                  <a:pt x="1861" y="47"/>
                </a:lnTo>
                <a:lnTo>
                  <a:pt x="1862" y="47"/>
                </a:lnTo>
                <a:lnTo>
                  <a:pt x="1863" y="47"/>
                </a:lnTo>
                <a:lnTo>
                  <a:pt x="1864" y="47"/>
                </a:lnTo>
                <a:lnTo>
                  <a:pt x="1865" y="47"/>
                </a:lnTo>
                <a:lnTo>
                  <a:pt x="1866" y="47"/>
                </a:lnTo>
                <a:lnTo>
                  <a:pt x="1867" y="47"/>
                </a:lnTo>
                <a:lnTo>
                  <a:pt x="1868" y="47"/>
                </a:lnTo>
                <a:lnTo>
                  <a:pt x="1869" y="47"/>
                </a:lnTo>
                <a:lnTo>
                  <a:pt x="1870" y="47"/>
                </a:lnTo>
                <a:lnTo>
                  <a:pt x="1871" y="47"/>
                </a:lnTo>
                <a:lnTo>
                  <a:pt x="1872" y="47"/>
                </a:lnTo>
                <a:lnTo>
                  <a:pt x="1873" y="47"/>
                </a:lnTo>
                <a:lnTo>
                  <a:pt x="1874" y="47"/>
                </a:lnTo>
                <a:lnTo>
                  <a:pt x="1875" y="47"/>
                </a:lnTo>
                <a:lnTo>
                  <a:pt x="1876" y="47"/>
                </a:lnTo>
                <a:lnTo>
                  <a:pt x="1877" y="47"/>
                </a:lnTo>
                <a:lnTo>
                  <a:pt x="1878" y="47"/>
                </a:lnTo>
                <a:lnTo>
                  <a:pt x="1879" y="47"/>
                </a:lnTo>
                <a:lnTo>
                  <a:pt x="1880" y="47"/>
                </a:lnTo>
                <a:lnTo>
                  <a:pt x="1881" y="47"/>
                </a:lnTo>
                <a:lnTo>
                  <a:pt x="1882" y="47"/>
                </a:lnTo>
                <a:lnTo>
                  <a:pt x="1883" y="47"/>
                </a:lnTo>
                <a:lnTo>
                  <a:pt x="1884" y="47"/>
                </a:lnTo>
                <a:lnTo>
                  <a:pt x="1885" y="47"/>
                </a:lnTo>
                <a:lnTo>
                  <a:pt x="1886" y="47"/>
                </a:lnTo>
                <a:lnTo>
                  <a:pt x="1887" y="47"/>
                </a:lnTo>
                <a:lnTo>
                  <a:pt x="1888" y="47"/>
                </a:lnTo>
                <a:lnTo>
                  <a:pt x="1889" y="47"/>
                </a:lnTo>
                <a:lnTo>
                  <a:pt x="1890" y="47"/>
                </a:lnTo>
                <a:lnTo>
                  <a:pt x="1891" y="47"/>
                </a:lnTo>
                <a:lnTo>
                  <a:pt x="1892" y="47"/>
                </a:lnTo>
                <a:lnTo>
                  <a:pt x="1893" y="47"/>
                </a:lnTo>
                <a:lnTo>
                  <a:pt x="1894" y="47"/>
                </a:lnTo>
                <a:lnTo>
                  <a:pt x="1895" y="47"/>
                </a:lnTo>
                <a:lnTo>
                  <a:pt x="1896" y="47"/>
                </a:lnTo>
                <a:lnTo>
                  <a:pt x="1897" y="47"/>
                </a:lnTo>
                <a:lnTo>
                  <a:pt x="1898" y="47"/>
                </a:lnTo>
                <a:lnTo>
                  <a:pt x="1899" y="47"/>
                </a:lnTo>
                <a:lnTo>
                  <a:pt x="1900" y="47"/>
                </a:lnTo>
                <a:lnTo>
                  <a:pt x="1901" y="47"/>
                </a:lnTo>
                <a:lnTo>
                  <a:pt x="1902" y="47"/>
                </a:lnTo>
                <a:lnTo>
                  <a:pt x="1903" y="47"/>
                </a:lnTo>
                <a:lnTo>
                  <a:pt x="1904" y="47"/>
                </a:lnTo>
                <a:lnTo>
                  <a:pt x="1905" y="47"/>
                </a:lnTo>
                <a:lnTo>
                  <a:pt x="1906" y="47"/>
                </a:lnTo>
                <a:lnTo>
                  <a:pt x="1907" y="47"/>
                </a:lnTo>
                <a:lnTo>
                  <a:pt x="1908" y="47"/>
                </a:lnTo>
                <a:lnTo>
                  <a:pt x="1909" y="47"/>
                </a:lnTo>
                <a:lnTo>
                  <a:pt x="1910" y="47"/>
                </a:lnTo>
                <a:lnTo>
                  <a:pt x="1911" y="47"/>
                </a:lnTo>
                <a:lnTo>
                  <a:pt x="1912" y="47"/>
                </a:lnTo>
                <a:lnTo>
                  <a:pt x="1913" y="47"/>
                </a:lnTo>
                <a:lnTo>
                  <a:pt x="1914" y="47"/>
                </a:lnTo>
                <a:lnTo>
                  <a:pt x="1915" y="47"/>
                </a:lnTo>
                <a:lnTo>
                  <a:pt x="1916" y="47"/>
                </a:lnTo>
                <a:lnTo>
                  <a:pt x="1917" y="47"/>
                </a:lnTo>
                <a:lnTo>
                  <a:pt x="1918" y="47"/>
                </a:lnTo>
                <a:lnTo>
                  <a:pt x="1919" y="47"/>
                </a:lnTo>
                <a:lnTo>
                  <a:pt x="1920" y="47"/>
                </a:lnTo>
                <a:lnTo>
                  <a:pt x="1921" y="47"/>
                </a:lnTo>
                <a:lnTo>
                  <a:pt x="1922" y="47"/>
                </a:lnTo>
                <a:lnTo>
                  <a:pt x="1923" y="47"/>
                </a:lnTo>
                <a:lnTo>
                  <a:pt x="1924" y="47"/>
                </a:lnTo>
                <a:lnTo>
                  <a:pt x="1925" y="47"/>
                </a:lnTo>
                <a:lnTo>
                  <a:pt x="1926" y="47"/>
                </a:lnTo>
                <a:lnTo>
                  <a:pt x="1927" y="47"/>
                </a:lnTo>
                <a:lnTo>
                  <a:pt x="1928" y="47"/>
                </a:lnTo>
                <a:lnTo>
                  <a:pt x="1929" y="47"/>
                </a:lnTo>
                <a:lnTo>
                  <a:pt x="1930" y="47"/>
                </a:lnTo>
                <a:lnTo>
                  <a:pt x="1931" y="47"/>
                </a:lnTo>
                <a:lnTo>
                  <a:pt x="1932" y="47"/>
                </a:lnTo>
                <a:lnTo>
                  <a:pt x="1933" y="47"/>
                </a:lnTo>
                <a:lnTo>
                  <a:pt x="1934" y="47"/>
                </a:lnTo>
                <a:lnTo>
                  <a:pt x="1935" y="47"/>
                </a:lnTo>
                <a:lnTo>
                  <a:pt x="1936" y="47"/>
                </a:lnTo>
                <a:lnTo>
                  <a:pt x="1937" y="47"/>
                </a:lnTo>
                <a:lnTo>
                  <a:pt x="1938" y="47"/>
                </a:lnTo>
                <a:lnTo>
                  <a:pt x="1939" y="47"/>
                </a:lnTo>
                <a:lnTo>
                  <a:pt x="1940" y="47"/>
                </a:lnTo>
                <a:lnTo>
                  <a:pt x="1941" y="47"/>
                </a:lnTo>
                <a:lnTo>
                  <a:pt x="1942" y="47"/>
                </a:lnTo>
                <a:lnTo>
                  <a:pt x="1943" y="47"/>
                </a:lnTo>
                <a:lnTo>
                  <a:pt x="1944" y="47"/>
                </a:lnTo>
                <a:lnTo>
                  <a:pt x="1945" y="47"/>
                </a:lnTo>
                <a:lnTo>
                  <a:pt x="1946" y="47"/>
                </a:lnTo>
                <a:lnTo>
                  <a:pt x="1947" y="47"/>
                </a:lnTo>
                <a:lnTo>
                  <a:pt x="1948" y="47"/>
                </a:lnTo>
                <a:lnTo>
                  <a:pt x="1949" y="47"/>
                </a:lnTo>
                <a:lnTo>
                  <a:pt x="1950" y="47"/>
                </a:lnTo>
                <a:lnTo>
                  <a:pt x="1951" y="47"/>
                </a:lnTo>
                <a:lnTo>
                  <a:pt x="1952" y="47"/>
                </a:lnTo>
                <a:lnTo>
                  <a:pt x="1953" y="47"/>
                </a:lnTo>
                <a:lnTo>
                  <a:pt x="1954" y="47"/>
                </a:lnTo>
                <a:lnTo>
                  <a:pt x="1955" y="47"/>
                </a:lnTo>
                <a:lnTo>
                  <a:pt x="1956" y="47"/>
                </a:lnTo>
                <a:lnTo>
                  <a:pt x="1957" y="47"/>
                </a:lnTo>
                <a:lnTo>
                  <a:pt x="1958" y="47"/>
                </a:lnTo>
                <a:lnTo>
                  <a:pt x="1959" y="47"/>
                </a:lnTo>
                <a:lnTo>
                  <a:pt x="1960" y="47"/>
                </a:lnTo>
                <a:lnTo>
                  <a:pt x="1961" y="47"/>
                </a:lnTo>
                <a:lnTo>
                  <a:pt x="1962" y="47"/>
                </a:lnTo>
                <a:lnTo>
                  <a:pt x="1963" y="47"/>
                </a:lnTo>
                <a:lnTo>
                  <a:pt x="1964" y="47"/>
                </a:lnTo>
                <a:lnTo>
                  <a:pt x="1965" y="47"/>
                </a:lnTo>
                <a:lnTo>
                  <a:pt x="1966" y="47"/>
                </a:lnTo>
                <a:lnTo>
                  <a:pt x="1967" y="47"/>
                </a:lnTo>
                <a:lnTo>
                  <a:pt x="1968" y="47"/>
                </a:lnTo>
                <a:lnTo>
                  <a:pt x="1969" y="47"/>
                </a:lnTo>
                <a:lnTo>
                  <a:pt x="1970" y="47"/>
                </a:lnTo>
                <a:lnTo>
                  <a:pt x="1971" y="47"/>
                </a:lnTo>
                <a:lnTo>
                  <a:pt x="1972" y="47"/>
                </a:lnTo>
                <a:lnTo>
                  <a:pt x="1973" y="47"/>
                </a:lnTo>
                <a:lnTo>
                  <a:pt x="1974" y="47"/>
                </a:lnTo>
                <a:lnTo>
                  <a:pt x="1975" y="47"/>
                </a:lnTo>
                <a:lnTo>
                  <a:pt x="1976" y="47"/>
                </a:lnTo>
                <a:lnTo>
                  <a:pt x="1977" y="47"/>
                </a:lnTo>
                <a:lnTo>
                  <a:pt x="1978" y="47"/>
                </a:lnTo>
                <a:lnTo>
                  <a:pt x="1979" y="47"/>
                </a:lnTo>
                <a:lnTo>
                  <a:pt x="1980" y="47"/>
                </a:lnTo>
                <a:lnTo>
                  <a:pt x="1981" y="47"/>
                </a:lnTo>
                <a:lnTo>
                  <a:pt x="1982" y="47"/>
                </a:lnTo>
                <a:lnTo>
                  <a:pt x="1983" y="47"/>
                </a:lnTo>
                <a:lnTo>
                  <a:pt x="1984" y="47"/>
                </a:lnTo>
                <a:lnTo>
                  <a:pt x="1985" y="47"/>
                </a:lnTo>
                <a:lnTo>
                  <a:pt x="1986" y="47"/>
                </a:lnTo>
                <a:lnTo>
                  <a:pt x="1987" y="47"/>
                </a:lnTo>
                <a:lnTo>
                  <a:pt x="1988" y="47"/>
                </a:lnTo>
                <a:lnTo>
                  <a:pt x="1989" y="47"/>
                </a:lnTo>
                <a:lnTo>
                  <a:pt x="1990" y="47"/>
                </a:lnTo>
                <a:lnTo>
                  <a:pt x="1991" y="47"/>
                </a:lnTo>
                <a:lnTo>
                  <a:pt x="1992" y="47"/>
                </a:lnTo>
                <a:lnTo>
                  <a:pt x="1993" y="47"/>
                </a:lnTo>
                <a:lnTo>
                  <a:pt x="1994" y="47"/>
                </a:lnTo>
                <a:lnTo>
                  <a:pt x="1995" y="47"/>
                </a:lnTo>
                <a:lnTo>
                  <a:pt x="1996" y="47"/>
                </a:lnTo>
                <a:lnTo>
                  <a:pt x="1997" y="47"/>
                </a:lnTo>
                <a:lnTo>
                  <a:pt x="1998" y="47"/>
                </a:lnTo>
                <a:lnTo>
                  <a:pt x="1999" y="47"/>
                </a:lnTo>
                <a:lnTo>
                  <a:pt x="2000" y="47"/>
                </a:lnTo>
                <a:lnTo>
                  <a:pt x="2001" y="47"/>
                </a:lnTo>
                <a:lnTo>
                  <a:pt x="2002" y="47"/>
                </a:lnTo>
                <a:lnTo>
                  <a:pt x="2003" y="47"/>
                </a:lnTo>
                <a:lnTo>
                  <a:pt x="2004" y="47"/>
                </a:lnTo>
                <a:lnTo>
                  <a:pt x="2005" y="47"/>
                </a:lnTo>
                <a:lnTo>
                  <a:pt x="2006" y="47"/>
                </a:lnTo>
                <a:lnTo>
                  <a:pt x="2007" y="47"/>
                </a:lnTo>
                <a:lnTo>
                  <a:pt x="2008" y="47"/>
                </a:lnTo>
                <a:lnTo>
                  <a:pt x="2009" y="47"/>
                </a:lnTo>
                <a:lnTo>
                  <a:pt x="2010" y="47"/>
                </a:lnTo>
                <a:lnTo>
                  <a:pt x="2011" y="47"/>
                </a:lnTo>
                <a:lnTo>
                  <a:pt x="2012" y="47"/>
                </a:lnTo>
                <a:lnTo>
                  <a:pt x="2013" y="47"/>
                </a:lnTo>
                <a:lnTo>
                  <a:pt x="2014" y="47"/>
                </a:lnTo>
                <a:lnTo>
                  <a:pt x="2015" y="47"/>
                </a:lnTo>
                <a:lnTo>
                  <a:pt x="2016" y="47"/>
                </a:lnTo>
                <a:lnTo>
                  <a:pt x="2017" y="47"/>
                </a:lnTo>
                <a:lnTo>
                  <a:pt x="2018" y="47"/>
                </a:lnTo>
                <a:lnTo>
                  <a:pt x="2019" y="47"/>
                </a:lnTo>
                <a:lnTo>
                  <a:pt x="2020" y="47"/>
                </a:lnTo>
                <a:lnTo>
                  <a:pt x="2021" y="47"/>
                </a:lnTo>
                <a:lnTo>
                  <a:pt x="2022" y="47"/>
                </a:lnTo>
                <a:lnTo>
                  <a:pt x="2023" y="47"/>
                </a:lnTo>
                <a:lnTo>
                  <a:pt x="2024" y="47"/>
                </a:lnTo>
                <a:lnTo>
                  <a:pt x="2025" y="47"/>
                </a:lnTo>
                <a:lnTo>
                  <a:pt x="2026" y="47"/>
                </a:lnTo>
                <a:lnTo>
                  <a:pt x="2027" y="47"/>
                </a:lnTo>
                <a:lnTo>
                  <a:pt x="2028" y="47"/>
                </a:lnTo>
                <a:lnTo>
                  <a:pt x="2029" y="47"/>
                </a:lnTo>
                <a:lnTo>
                  <a:pt x="2030" y="47"/>
                </a:lnTo>
                <a:lnTo>
                  <a:pt x="2031" y="47"/>
                </a:lnTo>
                <a:lnTo>
                  <a:pt x="2032" y="47"/>
                </a:lnTo>
                <a:lnTo>
                  <a:pt x="2033" y="47"/>
                </a:lnTo>
                <a:lnTo>
                  <a:pt x="2034" y="47"/>
                </a:lnTo>
                <a:lnTo>
                  <a:pt x="2035" y="47"/>
                </a:lnTo>
                <a:lnTo>
                  <a:pt x="2036" y="47"/>
                </a:lnTo>
                <a:lnTo>
                  <a:pt x="2037" y="47"/>
                </a:lnTo>
                <a:lnTo>
                  <a:pt x="2038" y="47"/>
                </a:lnTo>
                <a:lnTo>
                  <a:pt x="2039" y="47"/>
                </a:lnTo>
                <a:lnTo>
                  <a:pt x="2040" y="47"/>
                </a:lnTo>
                <a:lnTo>
                  <a:pt x="2041" y="47"/>
                </a:lnTo>
                <a:lnTo>
                  <a:pt x="2042" y="47"/>
                </a:lnTo>
                <a:lnTo>
                  <a:pt x="2043" y="47"/>
                </a:lnTo>
                <a:lnTo>
                  <a:pt x="2044" y="47"/>
                </a:lnTo>
                <a:lnTo>
                  <a:pt x="2045" y="47"/>
                </a:lnTo>
                <a:lnTo>
                  <a:pt x="2046" y="47"/>
                </a:lnTo>
                <a:lnTo>
                  <a:pt x="2047" y="47"/>
                </a:lnTo>
                <a:lnTo>
                  <a:pt x="2048" y="47"/>
                </a:lnTo>
                <a:lnTo>
                  <a:pt x="2049" y="47"/>
                </a:lnTo>
                <a:lnTo>
                  <a:pt x="2050" y="47"/>
                </a:lnTo>
                <a:lnTo>
                  <a:pt x="2051" y="47"/>
                </a:lnTo>
                <a:lnTo>
                  <a:pt x="2052" y="47"/>
                </a:lnTo>
                <a:lnTo>
                  <a:pt x="2053" y="47"/>
                </a:lnTo>
                <a:lnTo>
                  <a:pt x="2054" y="47"/>
                </a:lnTo>
                <a:lnTo>
                  <a:pt x="2055" y="47"/>
                </a:lnTo>
                <a:lnTo>
                  <a:pt x="2056" y="47"/>
                </a:lnTo>
                <a:lnTo>
                  <a:pt x="2057" y="47"/>
                </a:lnTo>
                <a:lnTo>
                  <a:pt x="2058" y="47"/>
                </a:lnTo>
                <a:lnTo>
                  <a:pt x="2059" y="47"/>
                </a:lnTo>
                <a:lnTo>
                  <a:pt x="2060" y="47"/>
                </a:lnTo>
                <a:lnTo>
                  <a:pt x="2061" y="47"/>
                </a:lnTo>
                <a:lnTo>
                  <a:pt x="2062" y="47"/>
                </a:lnTo>
                <a:lnTo>
                  <a:pt x="2063" y="47"/>
                </a:lnTo>
                <a:lnTo>
                  <a:pt x="2064" y="47"/>
                </a:lnTo>
                <a:lnTo>
                  <a:pt x="2065" y="47"/>
                </a:lnTo>
                <a:lnTo>
                  <a:pt x="2066" y="47"/>
                </a:lnTo>
                <a:lnTo>
                  <a:pt x="2067" y="47"/>
                </a:lnTo>
                <a:lnTo>
                  <a:pt x="2068" y="47"/>
                </a:lnTo>
                <a:lnTo>
                  <a:pt x="2069" y="47"/>
                </a:lnTo>
                <a:lnTo>
                  <a:pt x="2070" y="47"/>
                </a:lnTo>
                <a:lnTo>
                  <a:pt x="2071" y="47"/>
                </a:lnTo>
                <a:lnTo>
                  <a:pt x="2072" y="47"/>
                </a:lnTo>
                <a:lnTo>
                  <a:pt x="2073" y="47"/>
                </a:lnTo>
                <a:lnTo>
                  <a:pt x="2074" y="47"/>
                </a:lnTo>
                <a:lnTo>
                  <a:pt x="2075" y="47"/>
                </a:lnTo>
                <a:lnTo>
                  <a:pt x="2076" y="47"/>
                </a:lnTo>
                <a:lnTo>
                  <a:pt x="2077" y="47"/>
                </a:lnTo>
                <a:lnTo>
                  <a:pt x="2078" y="47"/>
                </a:lnTo>
                <a:lnTo>
                  <a:pt x="2079" y="47"/>
                </a:lnTo>
                <a:lnTo>
                  <a:pt x="2080" y="47"/>
                </a:lnTo>
                <a:lnTo>
                  <a:pt x="2081" y="47"/>
                </a:lnTo>
                <a:lnTo>
                  <a:pt x="2082" y="47"/>
                </a:lnTo>
                <a:lnTo>
                  <a:pt x="2083" y="47"/>
                </a:lnTo>
                <a:lnTo>
                  <a:pt x="2084" y="47"/>
                </a:lnTo>
                <a:lnTo>
                  <a:pt x="2085" y="47"/>
                </a:lnTo>
                <a:lnTo>
                  <a:pt x="2086" y="47"/>
                </a:lnTo>
                <a:lnTo>
                  <a:pt x="2087" y="47"/>
                </a:lnTo>
                <a:lnTo>
                  <a:pt x="2088" y="47"/>
                </a:lnTo>
                <a:lnTo>
                  <a:pt x="2089" y="47"/>
                </a:lnTo>
                <a:lnTo>
                  <a:pt x="2090" y="47"/>
                </a:lnTo>
                <a:lnTo>
                  <a:pt x="2091" y="47"/>
                </a:lnTo>
                <a:lnTo>
                  <a:pt x="2092" y="47"/>
                </a:lnTo>
                <a:lnTo>
                  <a:pt x="2093" y="47"/>
                </a:lnTo>
                <a:lnTo>
                  <a:pt x="2094" y="47"/>
                </a:lnTo>
                <a:lnTo>
                  <a:pt x="2095" y="47"/>
                </a:lnTo>
                <a:lnTo>
                  <a:pt x="2096" y="47"/>
                </a:lnTo>
                <a:lnTo>
                  <a:pt x="2097" y="47"/>
                </a:lnTo>
                <a:lnTo>
                  <a:pt x="2098" y="47"/>
                </a:lnTo>
                <a:lnTo>
                  <a:pt x="2099" y="47"/>
                </a:lnTo>
                <a:lnTo>
                  <a:pt x="2100" y="47"/>
                </a:lnTo>
                <a:lnTo>
                  <a:pt x="2101" y="47"/>
                </a:lnTo>
                <a:lnTo>
                  <a:pt x="2102" y="47"/>
                </a:lnTo>
                <a:lnTo>
                  <a:pt x="2103" y="47"/>
                </a:lnTo>
                <a:lnTo>
                  <a:pt x="2104" y="47"/>
                </a:lnTo>
                <a:lnTo>
                  <a:pt x="2105" y="47"/>
                </a:lnTo>
                <a:lnTo>
                  <a:pt x="2106" y="47"/>
                </a:lnTo>
                <a:lnTo>
                  <a:pt x="2107" y="47"/>
                </a:lnTo>
                <a:lnTo>
                  <a:pt x="2108" y="47"/>
                </a:lnTo>
                <a:lnTo>
                  <a:pt x="2109" y="47"/>
                </a:lnTo>
                <a:lnTo>
                  <a:pt x="2110" y="47"/>
                </a:lnTo>
                <a:lnTo>
                  <a:pt x="2111" y="47"/>
                </a:lnTo>
                <a:lnTo>
                  <a:pt x="2112" y="47"/>
                </a:lnTo>
                <a:lnTo>
                  <a:pt x="2113" y="47"/>
                </a:lnTo>
                <a:lnTo>
                  <a:pt x="2114" y="47"/>
                </a:lnTo>
                <a:lnTo>
                  <a:pt x="2115" y="47"/>
                </a:lnTo>
                <a:lnTo>
                  <a:pt x="2116" y="47"/>
                </a:lnTo>
                <a:lnTo>
                  <a:pt x="2117" y="47"/>
                </a:lnTo>
                <a:lnTo>
                  <a:pt x="2118" y="47"/>
                </a:lnTo>
                <a:lnTo>
                  <a:pt x="2119" y="47"/>
                </a:lnTo>
                <a:lnTo>
                  <a:pt x="2120" y="47"/>
                </a:lnTo>
                <a:lnTo>
                  <a:pt x="2121" y="47"/>
                </a:lnTo>
                <a:lnTo>
                  <a:pt x="2122" y="47"/>
                </a:lnTo>
                <a:lnTo>
                  <a:pt x="2123" y="47"/>
                </a:lnTo>
                <a:lnTo>
                  <a:pt x="2124" y="47"/>
                </a:lnTo>
                <a:lnTo>
                  <a:pt x="2125" y="47"/>
                </a:lnTo>
                <a:lnTo>
                  <a:pt x="2126" y="47"/>
                </a:lnTo>
                <a:lnTo>
                  <a:pt x="2127" y="47"/>
                </a:lnTo>
                <a:lnTo>
                  <a:pt x="2128" y="47"/>
                </a:lnTo>
                <a:lnTo>
                  <a:pt x="2129" y="47"/>
                </a:lnTo>
                <a:lnTo>
                  <a:pt x="2130" y="47"/>
                </a:lnTo>
                <a:lnTo>
                  <a:pt x="2131" y="47"/>
                </a:lnTo>
                <a:lnTo>
                  <a:pt x="2132" y="47"/>
                </a:lnTo>
                <a:lnTo>
                  <a:pt x="2133" y="47"/>
                </a:lnTo>
                <a:lnTo>
                  <a:pt x="2134" y="47"/>
                </a:lnTo>
                <a:lnTo>
                  <a:pt x="2135" y="47"/>
                </a:lnTo>
                <a:lnTo>
                  <a:pt x="2136" y="47"/>
                </a:lnTo>
                <a:lnTo>
                  <a:pt x="2137" y="47"/>
                </a:lnTo>
                <a:lnTo>
                  <a:pt x="2138" y="47"/>
                </a:lnTo>
                <a:lnTo>
                  <a:pt x="2139" y="47"/>
                </a:lnTo>
                <a:lnTo>
                  <a:pt x="2140" y="47"/>
                </a:lnTo>
                <a:lnTo>
                  <a:pt x="2141" y="47"/>
                </a:lnTo>
                <a:lnTo>
                  <a:pt x="2142" y="47"/>
                </a:lnTo>
                <a:lnTo>
                  <a:pt x="2143" y="47"/>
                </a:lnTo>
                <a:lnTo>
                  <a:pt x="2144" y="47"/>
                </a:lnTo>
                <a:lnTo>
                  <a:pt x="2145" y="47"/>
                </a:lnTo>
                <a:lnTo>
                  <a:pt x="2146" y="47"/>
                </a:lnTo>
                <a:lnTo>
                  <a:pt x="2147" y="47"/>
                </a:lnTo>
                <a:lnTo>
                  <a:pt x="2148" y="47"/>
                </a:lnTo>
                <a:lnTo>
                  <a:pt x="2149" y="47"/>
                </a:lnTo>
                <a:lnTo>
                  <a:pt x="2150" y="47"/>
                </a:lnTo>
                <a:lnTo>
                  <a:pt x="2151" y="47"/>
                </a:lnTo>
                <a:lnTo>
                  <a:pt x="2152" y="47"/>
                </a:lnTo>
                <a:lnTo>
                  <a:pt x="2153" y="47"/>
                </a:lnTo>
                <a:lnTo>
                  <a:pt x="2154" y="47"/>
                </a:lnTo>
                <a:lnTo>
                  <a:pt x="2155" y="47"/>
                </a:lnTo>
                <a:lnTo>
                  <a:pt x="2156" y="47"/>
                </a:lnTo>
                <a:lnTo>
                  <a:pt x="2157" y="47"/>
                </a:lnTo>
                <a:lnTo>
                  <a:pt x="2158" y="47"/>
                </a:lnTo>
                <a:lnTo>
                  <a:pt x="2159" y="47"/>
                </a:lnTo>
                <a:lnTo>
                  <a:pt x="2160" y="47"/>
                </a:lnTo>
                <a:lnTo>
                  <a:pt x="2161" y="47"/>
                </a:lnTo>
                <a:lnTo>
                  <a:pt x="2162" y="47"/>
                </a:lnTo>
                <a:lnTo>
                  <a:pt x="2163" y="47"/>
                </a:lnTo>
                <a:lnTo>
                  <a:pt x="2164" y="47"/>
                </a:lnTo>
                <a:lnTo>
                  <a:pt x="2165" y="47"/>
                </a:lnTo>
                <a:lnTo>
                  <a:pt x="2166" y="47"/>
                </a:lnTo>
                <a:lnTo>
                  <a:pt x="2167" y="47"/>
                </a:lnTo>
                <a:lnTo>
                  <a:pt x="2168" y="47"/>
                </a:lnTo>
                <a:lnTo>
                  <a:pt x="2169" y="47"/>
                </a:lnTo>
                <a:lnTo>
                  <a:pt x="2170" y="47"/>
                </a:lnTo>
                <a:lnTo>
                  <a:pt x="2171" y="47"/>
                </a:lnTo>
                <a:lnTo>
                  <a:pt x="2172" y="47"/>
                </a:lnTo>
                <a:lnTo>
                  <a:pt x="2173" y="47"/>
                </a:lnTo>
                <a:lnTo>
                  <a:pt x="2174" y="47"/>
                </a:lnTo>
                <a:lnTo>
                  <a:pt x="2175" y="47"/>
                </a:lnTo>
                <a:lnTo>
                  <a:pt x="2176" y="47"/>
                </a:lnTo>
                <a:lnTo>
                  <a:pt x="2177" y="47"/>
                </a:lnTo>
                <a:lnTo>
                  <a:pt x="2178" y="47"/>
                </a:lnTo>
                <a:lnTo>
                  <a:pt x="2179" y="47"/>
                </a:lnTo>
                <a:lnTo>
                  <a:pt x="2180" y="47"/>
                </a:lnTo>
                <a:lnTo>
                  <a:pt x="2181" y="47"/>
                </a:lnTo>
                <a:lnTo>
                  <a:pt x="2182" y="47"/>
                </a:lnTo>
                <a:lnTo>
                  <a:pt x="2183" y="47"/>
                </a:lnTo>
                <a:lnTo>
                  <a:pt x="2184" y="47"/>
                </a:lnTo>
                <a:lnTo>
                  <a:pt x="2185" y="47"/>
                </a:lnTo>
                <a:lnTo>
                  <a:pt x="2186" y="47"/>
                </a:lnTo>
                <a:lnTo>
                  <a:pt x="2187" y="47"/>
                </a:lnTo>
                <a:lnTo>
                  <a:pt x="2188" y="47"/>
                </a:lnTo>
                <a:lnTo>
                  <a:pt x="2189" y="47"/>
                </a:lnTo>
                <a:lnTo>
                  <a:pt x="2190" y="47"/>
                </a:lnTo>
                <a:lnTo>
                  <a:pt x="2191" y="47"/>
                </a:lnTo>
                <a:lnTo>
                  <a:pt x="2192" y="47"/>
                </a:lnTo>
                <a:lnTo>
                  <a:pt x="2193" y="47"/>
                </a:lnTo>
                <a:lnTo>
                  <a:pt x="2194" y="47"/>
                </a:lnTo>
                <a:lnTo>
                  <a:pt x="2195" y="47"/>
                </a:lnTo>
                <a:lnTo>
                  <a:pt x="2196" y="47"/>
                </a:lnTo>
                <a:lnTo>
                  <a:pt x="2197" y="47"/>
                </a:lnTo>
                <a:lnTo>
                  <a:pt x="2198" y="47"/>
                </a:lnTo>
                <a:lnTo>
                  <a:pt x="2199" y="47"/>
                </a:lnTo>
                <a:lnTo>
                  <a:pt x="2200" y="47"/>
                </a:lnTo>
                <a:lnTo>
                  <a:pt x="2201" y="47"/>
                </a:lnTo>
                <a:lnTo>
                  <a:pt x="2202" y="47"/>
                </a:lnTo>
                <a:lnTo>
                  <a:pt x="2203" y="47"/>
                </a:lnTo>
                <a:lnTo>
                  <a:pt x="2204" y="47"/>
                </a:lnTo>
                <a:lnTo>
                  <a:pt x="2205" y="47"/>
                </a:lnTo>
                <a:lnTo>
                  <a:pt x="2206" y="47"/>
                </a:lnTo>
                <a:lnTo>
                  <a:pt x="2207" y="47"/>
                </a:lnTo>
                <a:lnTo>
                  <a:pt x="2208" y="47"/>
                </a:lnTo>
                <a:lnTo>
                  <a:pt x="2209" y="47"/>
                </a:lnTo>
                <a:lnTo>
                  <a:pt x="2210" y="47"/>
                </a:lnTo>
                <a:lnTo>
                  <a:pt x="2211" y="47"/>
                </a:lnTo>
                <a:lnTo>
                  <a:pt x="2212" y="47"/>
                </a:lnTo>
                <a:lnTo>
                  <a:pt x="2213" y="47"/>
                </a:lnTo>
                <a:lnTo>
                  <a:pt x="2214" y="47"/>
                </a:lnTo>
                <a:lnTo>
                  <a:pt x="2215" y="47"/>
                </a:lnTo>
                <a:lnTo>
                  <a:pt x="2216" y="47"/>
                </a:lnTo>
                <a:lnTo>
                  <a:pt x="2217" y="47"/>
                </a:lnTo>
                <a:lnTo>
                  <a:pt x="2218" y="47"/>
                </a:lnTo>
                <a:lnTo>
                  <a:pt x="2219" y="47"/>
                </a:lnTo>
                <a:lnTo>
                  <a:pt x="2220" y="47"/>
                </a:lnTo>
                <a:lnTo>
                  <a:pt x="2221" y="47"/>
                </a:lnTo>
                <a:lnTo>
                  <a:pt x="2222" y="47"/>
                </a:lnTo>
                <a:lnTo>
                  <a:pt x="2223" y="47"/>
                </a:lnTo>
                <a:lnTo>
                  <a:pt x="2224" y="47"/>
                </a:lnTo>
                <a:lnTo>
                  <a:pt x="2225" y="47"/>
                </a:lnTo>
                <a:lnTo>
                  <a:pt x="2226" y="47"/>
                </a:lnTo>
                <a:lnTo>
                  <a:pt x="2227" y="47"/>
                </a:lnTo>
                <a:lnTo>
                  <a:pt x="2228" y="47"/>
                </a:lnTo>
                <a:lnTo>
                  <a:pt x="2229" y="47"/>
                </a:lnTo>
                <a:lnTo>
                  <a:pt x="2230" y="47"/>
                </a:lnTo>
                <a:lnTo>
                  <a:pt x="2231" y="47"/>
                </a:lnTo>
                <a:lnTo>
                  <a:pt x="2232" y="47"/>
                </a:lnTo>
                <a:lnTo>
                  <a:pt x="2233" y="47"/>
                </a:lnTo>
                <a:lnTo>
                  <a:pt x="2234" y="47"/>
                </a:lnTo>
                <a:lnTo>
                  <a:pt x="2235" y="47"/>
                </a:lnTo>
                <a:lnTo>
                  <a:pt x="2236" y="47"/>
                </a:lnTo>
                <a:lnTo>
                  <a:pt x="2237" y="47"/>
                </a:lnTo>
                <a:lnTo>
                  <a:pt x="2238" y="47"/>
                </a:lnTo>
                <a:lnTo>
                  <a:pt x="2239" y="47"/>
                </a:lnTo>
                <a:lnTo>
                  <a:pt x="2240" y="47"/>
                </a:lnTo>
                <a:lnTo>
                  <a:pt x="2241" y="47"/>
                </a:lnTo>
                <a:lnTo>
                  <a:pt x="2242" y="47"/>
                </a:lnTo>
                <a:lnTo>
                  <a:pt x="2243" y="47"/>
                </a:lnTo>
                <a:lnTo>
                  <a:pt x="2244" y="47"/>
                </a:lnTo>
                <a:lnTo>
                  <a:pt x="2245" y="47"/>
                </a:lnTo>
                <a:lnTo>
                  <a:pt x="2246" y="47"/>
                </a:lnTo>
                <a:lnTo>
                  <a:pt x="2247" y="47"/>
                </a:lnTo>
                <a:lnTo>
                  <a:pt x="2248" y="47"/>
                </a:lnTo>
                <a:lnTo>
                  <a:pt x="2249" y="47"/>
                </a:lnTo>
                <a:lnTo>
                  <a:pt x="2250" y="47"/>
                </a:lnTo>
                <a:lnTo>
                  <a:pt x="2251" y="47"/>
                </a:lnTo>
                <a:lnTo>
                  <a:pt x="2252" y="47"/>
                </a:lnTo>
                <a:lnTo>
                  <a:pt x="2253" y="47"/>
                </a:lnTo>
                <a:lnTo>
                  <a:pt x="2254" y="47"/>
                </a:lnTo>
                <a:lnTo>
                  <a:pt x="2255" y="47"/>
                </a:lnTo>
                <a:lnTo>
                  <a:pt x="2256" y="47"/>
                </a:lnTo>
                <a:lnTo>
                  <a:pt x="2257" y="47"/>
                </a:lnTo>
                <a:lnTo>
                  <a:pt x="2258" y="47"/>
                </a:lnTo>
                <a:lnTo>
                  <a:pt x="2259" y="47"/>
                </a:lnTo>
                <a:lnTo>
                  <a:pt x="2260" y="47"/>
                </a:lnTo>
                <a:lnTo>
                  <a:pt x="2261" y="47"/>
                </a:lnTo>
                <a:lnTo>
                  <a:pt x="2262" y="47"/>
                </a:lnTo>
                <a:lnTo>
                  <a:pt x="2263" y="47"/>
                </a:lnTo>
                <a:lnTo>
                  <a:pt x="2264" y="47"/>
                </a:lnTo>
                <a:lnTo>
                  <a:pt x="2265" y="47"/>
                </a:lnTo>
                <a:lnTo>
                  <a:pt x="2266" y="47"/>
                </a:lnTo>
                <a:lnTo>
                  <a:pt x="2267" y="47"/>
                </a:lnTo>
                <a:lnTo>
                  <a:pt x="2268" y="47"/>
                </a:lnTo>
                <a:lnTo>
                  <a:pt x="2269" y="47"/>
                </a:lnTo>
                <a:lnTo>
                  <a:pt x="2270" y="47"/>
                </a:lnTo>
                <a:lnTo>
                  <a:pt x="2271" y="47"/>
                </a:lnTo>
                <a:lnTo>
                  <a:pt x="2272" y="47"/>
                </a:lnTo>
                <a:lnTo>
                  <a:pt x="2273" y="47"/>
                </a:lnTo>
                <a:lnTo>
                  <a:pt x="2274" y="47"/>
                </a:lnTo>
                <a:lnTo>
                  <a:pt x="2275" y="47"/>
                </a:lnTo>
                <a:lnTo>
                  <a:pt x="2276" y="47"/>
                </a:lnTo>
                <a:lnTo>
                  <a:pt x="2277" y="47"/>
                </a:lnTo>
                <a:lnTo>
                  <a:pt x="2278" y="47"/>
                </a:lnTo>
                <a:lnTo>
                  <a:pt x="2279" y="47"/>
                </a:lnTo>
                <a:lnTo>
                  <a:pt x="2280" y="47"/>
                </a:lnTo>
                <a:lnTo>
                  <a:pt x="2281" y="47"/>
                </a:lnTo>
                <a:lnTo>
                  <a:pt x="2282" y="47"/>
                </a:lnTo>
                <a:lnTo>
                  <a:pt x="2283" y="47"/>
                </a:lnTo>
                <a:lnTo>
                  <a:pt x="2284" y="47"/>
                </a:lnTo>
                <a:lnTo>
                  <a:pt x="2285" y="47"/>
                </a:lnTo>
                <a:lnTo>
                  <a:pt x="2286" y="47"/>
                </a:lnTo>
                <a:lnTo>
                  <a:pt x="2287" y="47"/>
                </a:lnTo>
                <a:lnTo>
                  <a:pt x="2288" y="47"/>
                </a:lnTo>
                <a:lnTo>
                  <a:pt x="2289" y="47"/>
                </a:lnTo>
                <a:lnTo>
                  <a:pt x="2290" y="47"/>
                </a:lnTo>
                <a:lnTo>
                  <a:pt x="2291" y="47"/>
                </a:lnTo>
                <a:lnTo>
                  <a:pt x="2292" y="47"/>
                </a:lnTo>
                <a:lnTo>
                  <a:pt x="2293" y="47"/>
                </a:lnTo>
                <a:lnTo>
                  <a:pt x="2294" y="47"/>
                </a:lnTo>
                <a:lnTo>
                  <a:pt x="2295" y="47"/>
                </a:lnTo>
                <a:lnTo>
                  <a:pt x="2296" y="47"/>
                </a:lnTo>
                <a:lnTo>
                  <a:pt x="2297" y="47"/>
                </a:lnTo>
                <a:lnTo>
                  <a:pt x="2298" y="47"/>
                </a:lnTo>
                <a:lnTo>
                  <a:pt x="2299" y="47"/>
                </a:lnTo>
                <a:lnTo>
                  <a:pt x="2300" y="47"/>
                </a:lnTo>
                <a:lnTo>
                  <a:pt x="2301" y="47"/>
                </a:lnTo>
                <a:lnTo>
                  <a:pt x="2302" y="47"/>
                </a:lnTo>
                <a:lnTo>
                  <a:pt x="2303" y="47"/>
                </a:lnTo>
                <a:lnTo>
                  <a:pt x="2304" y="47"/>
                </a:lnTo>
                <a:lnTo>
                  <a:pt x="2305" y="47"/>
                </a:lnTo>
                <a:lnTo>
                  <a:pt x="2306" y="47"/>
                </a:lnTo>
                <a:lnTo>
                  <a:pt x="2307" y="47"/>
                </a:lnTo>
                <a:lnTo>
                  <a:pt x="2308" y="47"/>
                </a:lnTo>
                <a:lnTo>
                  <a:pt x="2309" y="47"/>
                </a:lnTo>
                <a:lnTo>
                  <a:pt x="2310" y="47"/>
                </a:lnTo>
                <a:lnTo>
                  <a:pt x="2311" y="47"/>
                </a:lnTo>
                <a:lnTo>
                  <a:pt x="2312" y="47"/>
                </a:lnTo>
                <a:lnTo>
                  <a:pt x="2313" y="47"/>
                </a:lnTo>
                <a:lnTo>
                  <a:pt x="2314" y="47"/>
                </a:lnTo>
                <a:lnTo>
                  <a:pt x="2315" y="47"/>
                </a:lnTo>
                <a:lnTo>
                  <a:pt x="2316" y="47"/>
                </a:lnTo>
                <a:lnTo>
                  <a:pt x="2317" y="47"/>
                </a:lnTo>
                <a:lnTo>
                  <a:pt x="2318" y="47"/>
                </a:lnTo>
                <a:lnTo>
                  <a:pt x="2319" y="47"/>
                </a:lnTo>
                <a:lnTo>
                  <a:pt x="2320" y="47"/>
                </a:lnTo>
                <a:lnTo>
                  <a:pt x="2321" y="47"/>
                </a:lnTo>
                <a:lnTo>
                  <a:pt x="2322" y="47"/>
                </a:lnTo>
                <a:lnTo>
                  <a:pt x="2323" y="47"/>
                </a:lnTo>
                <a:lnTo>
                  <a:pt x="2324" y="47"/>
                </a:lnTo>
                <a:lnTo>
                  <a:pt x="2325" y="47"/>
                </a:lnTo>
                <a:lnTo>
                  <a:pt x="2326" y="47"/>
                </a:lnTo>
                <a:lnTo>
                  <a:pt x="2327" y="47"/>
                </a:lnTo>
                <a:lnTo>
                  <a:pt x="2328" y="47"/>
                </a:lnTo>
                <a:lnTo>
                  <a:pt x="2329" y="47"/>
                </a:lnTo>
                <a:lnTo>
                  <a:pt x="2330" y="47"/>
                </a:lnTo>
                <a:lnTo>
                  <a:pt x="2331" y="47"/>
                </a:lnTo>
                <a:lnTo>
                  <a:pt x="2332" y="47"/>
                </a:lnTo>
                <a:lnTo>
                  <a:pt x="2333" y="47"/>
                </a:lnTo>
                <a:lnTo>
                  <a:pt x="2334" y="47"/>
                </a:lnTo>
                <a:lnTo>
                  <a:pt x="2335" y="47"/>
                </a:lnTo>
                <a:lnTo>
                  <a:pt x="2336" y="47"/>
                </a:lnTo>
                <a:lnTo>
                  <a:pt x="2337" y="47"/>
                </a:lnTo>
                <a:lnTo>
                  <a:pt x="2338" y="47"/>
                </a:lnTo>
                <a:lnTo>
                  <a:pt x="2339" y="47"/>
                </a:lnTo>
                <a:lnTo>
                  <a:pt x="2340" y="47"/>
                </a:lnTo>
                <a:lnTo>
                  <a:pt x="2341" y="47"/>
                </a:lnTo>
                <a:lnTo>
                  <a:pt x="2342" y="47"/>
                </a:lnTo>
                <a:lnTo>
                  <a:pt x="2343" y="47"/>
                </a:lnTo>
                <a:lnTo>
                  <a:pt x="2344" y="47"/>
                </a:lnTo>
                <a:lnTo>
                  <a:pt x="2345" y="47"/>
                </a:lnTo>
                <a:lnTo>
                  <a:pt x="2346" y="47"/>
                </a:lnTo>
                <a:lnTo>
                  <a:pt x="2347" y="47"/>
                </a:lnTo>
                <a:lnTo>
                  <a:pt x="2348" y="47"/>
                </a:lnTo>
                <a:lnTo>
                  <a:pt x="2349" y="47"/>
                </a:lnTo>
                <a:lnTo>
                  <a:pt x="2350" y="47"/>
                </a:lnTo>
                <a:lnTo>
                  <a:pt x="2351" y="47"/>
                </a:lnTo>
                <a:lnTo>
                  <a:pt x="2352" y="47"/>
                </a:lnTo>
                <a:lnTo>
                  <a:pt x="2353" y="47"/>
                </a:lnTo>
                <a:lnTo>
                  <a:pt x="2354" y="47"/>
                </a:lnTo>
                <a:lnTo>
                  <a:pt x="2355" y="47"/>
                </a:lnTo>
                <a:lnTo>
                  <a:pt x="2356" y="47"/>
                </a:lnTo>
                <a:lnTo>
                  <a:pt x="2357" y="47"/>
                </a:lnTo>
                <a:lnTo>
                  <a:pt x="2358" y="47"/>
                </a:lnTo>
                <a:lnTo>
                  <a:pt x="2359" y="47"/>
                </a:lnTo>
                <a:lnTo>
                  <a:pt x="2360" y="47"/>
                </a:lnTo>
                <a:lnTo>
                  <a:pt x="2361" y="47"/>
                </a:lnTo>
                <a:lnTo>
                  <a:pt x="2362" y="47"/>
                </a:lnTo>
                <a:lnTo>
                  <a:pt x="2363" y="47"/>
                </a:lnTo>
                <a:lnTo>
                  <a:pt x="2364" y="47"/>
                </a:lnTo>
                <a:lnTo>
                  <a:pt x="2365" y="47"/>
                </a:lnTo>
                <a:lnTo>
                  <a:pt x="2366" y="47"/>
                </a:lnTo>
                <a:lnTo>
                  <a:pt x="2367" y="47"/>
                </a:lnTo>
                <a:lnTo>
                  <a:pt x="2368" y="47"/>
                </a:lnTo>
                <a:lnTo>
                  <a:pt x="2369" y="47"/>
                </a:lnTo>
                <a:lnTo>
                  <a:pt x="2370" y="47"/>
                </a:lnTo>
                <a:lnTo>
                  <a:pt x="2371" y="47"/>
                </a:lnTo>
                <a:lnTo>
                  <a:pt x="2372" y="47"/>
                </a:lnTo>
                <a:lnTo>
                  <a:pt x="2373" y="47"/>
                </a:lnTo>
                <a:lnTo>
                  <a:pt x="2374" y="47"/>
                </a:lnTo>
                <a:lnTo>
                  <a:pt x="2375" y="47"/>
                </a:lnTo>
                <a:lnTo>
                  <a:pt x="2376" y="47"/>
                </a:lnTo>
                <a:lnTo>
                  <a:pt x="2377" y="47"/>
                </a:lnTo>
                <a:lnTo>
                  <a:pt x="2378" y="47"/>
                </a:lnTo>
                <a:lnTo>
                  <a:pt x="2379" y="47"/>
                </a:lnTo>
                <a:lnTo>
                  <a:pt x="2380" y="47"/>
                </a:lnTo>
                <a:lnTo>
                  <a:pt x="2381" y="47"/>
                </a:lnTo>
                <a:lnTo>
                  <a:pt x="2382" y="47"/>
                </a:lnTo>
                <a:lnTo>
                  <a:pt x="2383" y="47"/>
                </a:lnTo>
                <a:lnTo>
                  <a:pt x="2384" y="47"/>
                </a:lnTo>
                <a:lnTo>
                  <a:pt x="2385" y="47"/>
                </a:lnTo>
                <a:lnTo>
                  <a:pt x="2386" y="47"/>
                </a:lnTo>
                <a:lnTo>
                  <a:pt x="2387" y="47"/>
                </a:lnTo>
                <a:lnTo>
                  <a:pt x="2388" y="47"/>
                </a:lnTo>
                <a:lnTo>
                  <a:pt x="2389" y="47"/>
                </a:lnTo>
                <a:lnTo>
                  <a:pt x="2390" y="47"/>
                </a:lnTo>
                <a:lnTo>
                  <a:pt x="2391" y="47"/>
                </a:lnTo>
                <a:lnTo>
                  <a:pt x="2392" y="47"/>
                </a:lnTo>
                <a:lnTo>
                  <a:pt x="2393" y="47"/>
                </a:lnTo>
                <a:lnTo>
                  <a:pt x="2394" y="47"/>
                </a:lnTo>
                <a:lnTo>
                  <a:pt x="2395" y="47"/>
                </a:lnTo>
                <a:lnTo>
                  <a:pt x="2396" y="47"/>
                </a:lnTo>
                <a:lnTo>
                  <a:pt x="2397" y="47"/>
                </a:lnTo>
                <a:lnTo>
                  <a:pt x="2398" y="47"/>
                </a:lnTo>
                <a:lnTo>
                  <a:pt x="2399" y="47"/>
                </a:lnTo>
                <a:lnTo>
                  <a:pt x="2400" y="47"/>
                </a:lnTo>
                <a:lnTo>
                  <a:pt x="2401" y="47"/>
                </a:lnTo>
                <a:lnTo>
                  <a:pt x="2402" y="47"/>
                </a:lnTo>
                <a:lnTo>
                  <a:pt x="2403" y="47"/>
                </a:lnTo>
                <a:lnTo>
                  <a:pt x="2404" y="47"/>
                </a:lnTo>
                <a:lnTo>
                  <a:pt x="2405" y="47"/>
                </a:lnTo>
                <a:lnTo>
                  <a:pt x="2406" y="47"/>
                </a:lnTo>
                <a:lnTo>
                  <a:pt x="2407" y="47"/>
                </a:lnTo>
                <a:lnTo>
                  <a:pt x="2408" y="47"/>
                </a:lnTo>
                <a:lnTo>
                  <a:pt x="2409" y="47"/>
                </a:lnTo>
                <a:lnTo>
                  <a:pt x="2410" y="47"/>
                </a:lnTo>
                <a:lnTo>
                  <a:pt x="2411" y="47"/>
                </a:lnTo>
                <a:lnTo>
                  <a:pt x="2412" y="47"/>
                </a:lnTo>
                <a:lnTo>
                  <a:pt x="2413" y="47"/>
                </a:lnTo>
                <a:lnTo>
                  <a:pt x="2414" y="47"/>
                </a:lnTo>
                <a:lnTo>
                  <a:pt x="2415" y="47"/>
                </a:lnTo>
                <a:lnTo>
                  <a:pt x="2416" y="47"/>
                </a:lnTo>
                <a:lnTo>
                  <a:pt x="2417" y="47"/>
                </a:lnTo>
                <a:lnTo>
                  <a:pt x="2418" y="47"/>
                </a:lnTo>
                <a:lnTo>
                  <a:pt x="2419" y="47"/>
                </a:lnTo>
                <a:lnTo>
                  <a:pt x="2420" y="47"/>
                </a:lnTo>
                <a:lnTo>
                  <a:pt x="2421" y="47"/>
                </a:lnTo>
                <a:lnTo>
                  <a:pt x="2422" y="47"/>
                </a:lnTo>
                <a:lnTo>
                  <a:pt x="2423" y="47"/>
                </a:lnTo>
                <a:lnTo>
                  <a:pt x="2424" y="47"/>
                </a:lnTo>
                <a:lnTo>
                  <a:pt x="2425" y="47"/>
                </a:lnTo>
                <a:lnTo>
                  <a:pt x="2426" y="47"/>
                </a:lnTo>
                <a:lnTo>
                  <a:pt x="2427" y="47"/>
                </a:lnTo>
                <a:lnTo>
                  <a:pt x="2428" y="47"/>
                </a:lnTo>
                <a:lnTo>
                  <a:pt x="2429" y="47"/>
                </a:lnTo>
                <a:lnTo>
                  <a:pt x="2430" y="47"/>
                </a:lnTo>
                <a:lnTo>
                  <a:pt x="2431" y="47"/>
                </a:lnTo>
                <a:lnTo>
                  <a:pt x="2432" y="47"/>
                </a:lnTo>
                <a:lnTo>
                  <a:pt x="2433" y="47"/>
                </a:lnTo>
                <a:lnTo>
                  <a:pt x="2434" y="47"/>
                </a:lnTo>
                <a:lnTo>
                  <a:pt x="2435" y="47"/>
                </a:lnTo>
                <a:lnTo>
                  <a:pt x="2436" y="47"/>
                </a:lnTo>
                <a:lnTo>
                  <a:pt x="2437" y="47"/>
                </a:lnTo>
                <a:lnTo>
                  <a:pt x="2438" y="47"/>
                </a:lnTo>
                <a:lnTo>
                  <a:pt x="2439" y="47"/>
                </a:lnTo>
                <a:lnTo>
                  <a:pt x="2440" y="47"/>
                </a:lnTo>
                <a:lnTo>
                  <a:pt x="2441" y="47"/>
                </a:lnTo>
                <a:lnTo>
                  <a:pt x="2442" y="47"/>
                </a:lnTo>
                <a:lnTo>
                  <a:pt x="2443" y="47"/>
                </a:lnTo>
                <a:lnTo>
                  <a:pt x="2444" y="47"/>
                </a:lnTo>
                <a:lnTo>
                  <a:pt x="2445" y="47"/>
                </a:lnTo>
                <a:lnTo>
                  <a:pt x="2446" y="47"/>
                </a:lnTo>
                <a:lnTo>
                  <a:pt x="2447" y="47"/>
                </a:lnTo>
                <a:lnTo>
                  <a:pt x="2448" y="47"/>
                </a:lnTo>
                <a:lnTo>
                  <a:pt x="2449" y="47"/>
                </a:lnTo>
                <a:lnTo>
                  <a:pt x="2450" y="47"/>
                </a:lnTo>
                <a:lnTo>
                  <a:pt x="2451" y="47"/>
                </a:lnTo>
                <a:lnTo>
                  <a:pt x="2452" y="47"/>
                </a:lnTo>
                <a:lnTo>
                  <a:pt x="2453" y="47"/>
                </a:lnTo>
                <a:lnTo>
                  <a:pt x="2454" y="47"/>
                </a:lnTo>
                <a:lnTo>
                  <a:pt x="2455" y="47"/>
                </a:lnTo>
                <a:lnTo>
                  <a:pt x="2456" y="47"/>
                </a:lnTo>
                <a:lnTo>
                  <a:pt x="2457" y="47"/>
                </a:lnTo>
                <a:lnTo>
                  <a:pt x="2458" y="47"/>
                </a:lnTo>
                <a:lnTo>
                  <a:pt x="2459" y="47"/>
                </a:lnTo>
                <a:lnTo>
                  <a:pt x="2460" y="47"/>
                </a:lnTo>
                <a:lnTo>
                  <a:pt x="2461" y="47"/>
                </a:lnTo>
                <a:lnTo>
                  <a:pt x="2462" y="47"/>
                </a:lnTo>
                <a:lnTo>
                  <a:pt x="2463" y="47"/>
                </a:lnTo>
                <a:lnTo>
                  <a:pt x="2464" y="47"/>
                </a:lnTo>
                <a:lnTo>
                  <a:pt x="2465" y="47"/>
                </a:lnTo>
                <a:lnTo>
                  <a:pt x="2466" y="47"/>
                </a:lnTo>
                <a:lnTo>
                  <a:pt x="2467" y="47"/>
                </a:lnTo>
                <a:lnTo>
                  <a:pt x="2468" y="47"/>
                </a:lnTo>
                <a:lnTo>
                  <a:pt x="2469" y="47"/>
                </a:lnTo>
                <a:lnTo>
                  <a:pt x="2470" y="47"/>
                </a:lnTo>
                <a:lnTo>
                  <a:pt x="2471" y="47"/>
                </a:lnTo>
                <a:lnTo>
                  <a:pt x="2472" y="47"/>
                </a:lnTo>
                <a:lnTo>
                  <a:pt x="2473" y="47"/>
                </a:lnTo>
                <a:lnTo>
                  <a:pt x="2474" y="47"/>
                </a:lnTo>
                <a:lnTo>
                  <a:pt x="2475" y="47"/>
                </a:lnTo>
                <a:lnTo>
                  <a:pt x="2476" y="47"/>
                </a:lnTo>
                <a:lnTo>
                  <a:pt x="2477" y="47"/>
                </a:lnTo>
                <a:lnTo>
                  <a:pt x="2478" y="47"/>
                </a:lnTo>
                <a:lnTo>
                  <a:pt x="2479" y="47"/>
                </a:lnTo>
                <a:lnTo>
                  <a:pt x="2480" y="47"/>
                </a:lnTo>
                <a:lnTo>
                  <a:pt x="2481" y="47"/>
                </a:lnTo>
                <a:lnTo>
                  <a:pt x="2482" y="47"/>
                </a:lnTo>
                <a:lnTo>
                  <a:pt x="2483" y="47"/>
                </a:lnTo>
                <a:lnTo>
                  <a:pt x="2484" y="47"/>
                </a:lnTo>
                <a:lnTo>
                  <a:pt x="2485" y="47"/>
                </a:lnTo>
                <a:lnTo>
                  <a:pt x="2486" y="47"/>
                </a:lnTo>
                <a:lnTo>
                  <a:pt x="2487" y="47"/>
                </a:lnTo>
                <a:lnTo>
                  <a:pt x="2488" y="47"/>
                </a:lnTo>
                <a:lnTo>
                  <a:pt x="2489" y="47"/>
                </a:lnTo>
                <a:lnTo>
                  <a:pt x="2490" y="47"/>
                </a:lnTo>
                <a:lnTo>
                  <a:pt x="2491" y="47"/>
                </a:lnTo>
                <a:lnTo>
                  <a:pt x="2492" y="47"/>
                </a:lnTo>
                <a:lnTo>
                  <a:pt x="2493" y="47"/>
                </a:lnTo>
                <a:lnTo>
                  <a:pt x="2494" y="47"/>
                </a:lnTo>
                <a:lnTo>
                  <a:pt x="2495" y="47"/>
                </a:lnTo>
                <a:lnTo>
                  <a:pt x="2496" y="47"/>
                </a:lnTo>
                <a:lnTo>
                  <a:pt x="2497" y="47"/>
                </a:lnTo>
                <a:lnTo>
                  <a:pt x="2498" y="47"/>
                </a:lnTo>
                <a:lnTo>
                  <a:pt x="2499" y="47"/>
                </a:lnTo>
                <a:lnTo>
                  <a:pt x="2500" y="47"/>
                </a:lnTo>
                <a:lnTo>
                  <a:pt x="2501" y="47"/>
                </a:lnTo>
                <a:lnTo>
                  <a:pt x="2502" y="47"/>
                </a:lnTo>
                <a:lnTo>
                  <a:pt x="2503" y="47"/>
                </a:lnTo>
                <a:lnTo>
                  <a:pt x="2504" y="47"/>
                </a:lnTo>
                <a:lnTo>
                  <a:pt x="2505" y="47"/>
                </a:lnTo>
                <a:lnTo>
                  <a:pt x="2506" y="47"/>
                </a:lnTo>
                <a:lnTo>
                  <a:pt x="2507" y="47"/>
                </a:lnTo>
                <a:lnTo>
                  <a:pt x="2508" y="47"/>
                </a:lnTo>
                <a:lnTo>
                  <a:pt x="2509" y="47"/>
                </a:lnTo>
                <a:lnTo>
                  <a:pt x="2510" y="47"/>
                </a:lnTo>
                <a:lnTo>
                  <a:pt x="2511" y="47"/>
                </a:lnTo>
                <a:lnTo>
                  <a:pt x="2512" y="47"/>
                </a:lnTo>
                <a:lnTo>
                  <a:pt x="2513" y="47"/>
                </a:lnTo>
                <a:lnTo>
                  <a:pt x="2514" y="47"/>
                </a:lnTo>
                <a:lnTo>
                  <a:pt x="2515" y="47"/>
                </a:lnTo>
                <a:lnTo>
                  <a:pt x="2516" y="47"/>
                </a:lnTo>
                <a:lnTo>
                  <a:pt x="2517" y="47"/>
                </a:lnTo>
                <a:lnTo>
                  <a:pt x="2518" y="47"/>
                </a:lnTo>
                <a:lnTo>
                  <a:pt x="2519" y="47"/>
                </a:lnTo>
                <a:lnTo>
                  <a:pt x="2520" y="47"/>
                </a:lnTo>
                <a:lnTo>
                  <a:pt x="2521" y="47"/>
                </a:lnTo>
                <a:lnTo>
                  <a:pt x="2522" y="47"/>
                </a:lnTo>
                <a:lnTo>
                  <a:pt x="2523" y="47"/>
                </a:lnTo>
                <a:lnTo>
                  <a:pt x="2524" y="47"/>
                </a:lnTo>
                <a:lnTo>
                  <a:pt x="2525" y="47"/>
                </a:lnTo>
                <a:lnTo>
                  <a:pt x="2526" y="47"/>
                </a:lnTo>
                <a:lnTo>
                  <a:pt x="2527" y="47"/>
                </a:lnTo>
                <a:lnTo>
                  <a:pt x="2528" y="47"/>
                </a:lnTo>
                <a:lnTo>
                  <a:pt x="2529" y="47"/>
                </a:lnTo>
                <a:lnTo>
                  <a:pt x="2530" y="47"/>
                </a:lnTo>
                <a:lnTo>
                  <a:pt x="2531" y="47"/>
                </a:lnTo>
                <a:lnTo>
                  <a:pt x="2532" y="47"/>
                </a:lnTo>
                <a:lnTo>
                  <a:pt x="2533" y="47"/>
                </a:lnTo>
                <a:lnTo>
                  <a:pt x="2534" y="47"/>
                </a:lnTo>
                <a:lnTo>
                  <a:pt x="2535" y="47"/>
                </a:lnTo>
                <a:lnTo>
                  <a:pt x="2536" y="47"/>
                </a:lnTo>
                <a:lnTo>
                  <a:pt x="2537" y="47"/>
                </a:lnTo>
                <a:lnTo>
                  <a:pt x="2538" y="47"/>
                </a:lnTo>
                <a:lnTo>
                  <a:pt x="2539" y="47"/>
                </a:lnTo>
                <a:lnTo>
                  <a:pt x="2540" y="47"/>
                </a:lnTo>
                <a:lnTo>
                  <a:pt x="2541" y="47"/>
                </a:lnTo>
                <a:lnTo>
                  <a:pt x="2542" y="47"/>
                </a:lnTo>
                <a:lnTo>
                  <a:pt x="2543" y="47"/>
                </a:lnTo>
                <a:lnTo>
                  <a:pt x="2544" y="47"/>
                </a:lnTo>
                <a:lnTo>
                  <a:pt x="2545" y="47"/>
                </a:lnTo>
                <a:lnTo>
                  <a:pt x="2546" y="47"/>
                </a:lnTo>
                <a:lnTo>
                  <a:pt x="2547" y="47"/>
                </a:lnTo>
                <a:lnTo>
                  <a:pt x="2548" y="47"/>
                </a:lnTo>
                <a:lnTo>
                  <a:pt x="2549" y="47"/>
                </a:lnTo>
                <a:lnTo>
                  <a:pt x="2550" y="47"/>
                </a:lnTo>
                <a:lnTo>
                  <a:pt x="2551" y="47"/>
                </a:lnTo>
                <a:lnTo>
                  <a:pt x="2552" y="47"/>
                </a:lnTo>
                <a:lnTo>
                  <a:pt x="2553" y="47"/>
                </a:lnTo>
                <a:lnTo>
                  <a:pt x="2554" y="47"/>
                </a:lnTo>
                <a:lnTo>
                  <a:pt x="2555" y="47"/>
                </a:lnTo>
                <a:lnTo>
                  <a:pt x="2556" y="47"/>
                </a:lnTo>
                <a:lnTo>
                  <a:pt x="2557" y="47"/>
                </a:lnTo>
                <a:lnTo>
                  <a:pt x="2558" y="47"/>
                </a:lnTo>
                <a:lnTo>
                  <a:pt x="2559" y="47"/>
                </a:lnTo>
                <a:lnTo>
                  <a:pt x="2560" y="47"/>
                </a:lnTo>
                <a:lnTo>
                  <a:pt x="2561" y="47"/>
                </a:lnTo>
                <a:lnTo>
                  <a:pt x="2562" y="47"/>
                </a:lnTo>
                <a:lnTo>
                  <a:pt x="2563" y="47"/>
                </a:lnTo>
                <a:lnTo>
                  <a:pt x="2564" y="47"/>
                </a:lnTo>
                <a:lnTo>
                  <a:pt x="2565" y="47"/>
                </a:lnTo>
                <a:lnTo>
                  <a:pt x="2566" y="47"/>
                </a:lnTo>
                <a:lnTo>
                  <a:pt x="2567" y="47"/>
                </a:lnTo>
                <a:lnTo>
                  <a:pt x="2568" y="47"/>
                </a:lnTo>
                <a:lnTo>
                  <a:pt x="2569" y="47"/>
                </a:lnTo>
                <a:lnTo>
                  <a:pt x="2570" y="47"/>
                </a:lnTo>
                <a:lnTo>
                  <a:pt x="2571" y="47"/>
                </a:lnTo>
                <a:lnTo>
                  <a:pt x="2572" y="47"/>
                </a:lnTo>
                <a:lnTo>
                  <a:pt x="2573" y="47"/>
                </a:lnTo>
                <a:lnTo>
                  <a:pt x="2574" y="47"/>
                </a:lnTo>
                <a:lnTo>
                  <a:pt x="2575" y="47"/>
                </a:lnTo>
                <a:lnTo>
                  <a:pt x="2576" y="47"/>
                </a:lnTo>
                <a:lnTo>
                  <a:pt x="2577" y="47"/>
                </a:lnTo>
                <a:lnTo>
                  <a:pt x="2578" y="47"/>
                </a:lnTo>
                <a:lnTo>
                  <a:pt x="2579" y="47"/>
                </a:lnTo>
                <a:lnTo>
                  <a:pt x="2580" y="47"/>
                </a:lnTo>
                <a:lnTo>
                  <a:pt x="2581" y="47"/>
                </a:lnTo>
                <a:lnTo>
                  <a:pt x="2582" y="47"/>
                </a:lnTo>
                <a:lnTo>
                  <a:pt x="2583" y="47"/>
                </a:lnTo>
                <a:lnTo>
                  <a:pt x="2584" y="47"/>
                </a:lnTo>
                <a:lnTo>
                  <a:pt x="2585" y="47"/>
                </a:lnTo>
                <a:lnTo>
                  <a:pt x="2586" y="47"/>
                </a:lnTo>
                <a:lnTo>
                  <a:pt x="2587" y="47"/>
                </a:lnTo>
                <a:lnTo>
                  <a:pt x="2588" y="47"/>
                </a:lnTo>
                <a:lnTo>
                  <a:pt x="2589" y="47"/>
                </a:lnTo>
                <a:lnTo>
                  <a:pt x="2590" y="47"/>
                </a:lnTo>
                <a:lnTo>
                  <a:pt x="2591" y="47"/>
                </a:lnTo>
                <a:lnTo>
                  <a:pt x="2592" y="47"/>
                </a:lnTo>
                <a:lnTo>
                  <a:pt x="2593" y="47"/>
                </a:lnTo>
                <a:lnTo>
                  <a:pt x="2594" y="47"/>
                </a:lnTo>
                <a:lnTo>
                  <a:pt x="2595" y="47"/>
                </a:lnTo>
                <a:lnTo>
                  <a:pt x="2596" y="47"/>
                </a:lnTo>
                <a:lnTo>
                  <a:pt x="2597" y="47"/>
                </a:lnTo>
                <a:lnTo>
                  <a:pt x="2598" y="47"/>
                </a:lnTo>
                <a:lnTo>
                  <a:pt x="2599" y="47"/>
                </a:lnTo>
                <a:lnTo>
                  <a:pt x="2600" y="47"/>
                </a:lnTo>
                <a:lnTo>
                  <a:pt x="2601" y="47"/>
                </a:lnTo>
                <a:lnTo>
                  <a:pt x="2602" y="47"/>
                </a:lnTo>
                <a:lnTo>
                  <a:pt x="2603" y="47"/>
                </a:lnTo>
                <a:lnTo>
                  <a:pt x="2604" y="47"/>
                </a:lnTo>
                <a:lnTo>
                  <a:pt x="2605" y="47"/>
                </a:lnTo>
                <a:lnTo>
                  <a:pt x="2606" y="47"/>
                </a:lnTo>
                <a:lnTo>
                  <a:pt x="2607" y="47"/>
                </a:lnTo>
                <a:lnTo>
                  <a:pt x="2608" y="47"/>
                </a:lnTo>
                <a:lnTo>
                  <a:pt x="2609" y="47"/>
                </a:lnTo>
                <a:lnTo>
                  <a:pt x="2610" y="47"/>
                </a:lnTo>
                <a:lnTo>
                  <a:pt x="2611" y="47"/>
                </a:lnTo>
                <a:lnTo>
                  <a:pt x="2612" y="47"/>
                </a:lnTo>
                <a:lnTo>
                  <a:pt x="2613" y="47"/>
                </a:lnTo>
                <a:lnTo>
                  <a:pt x="2614" y="47"/>
                </a:lnTo>
                <a:lnTo>
                  <a:pt x="2615" y="47"/>
                </a:lnTo>
                <a:lnTo>
                  <a:pt x="2616" y="47"/>
                </a:lnTo>
                <a:lnTo>
                  <a:pt x="2617" y="47"/>
                </a:lnTo>
                <a:lnTo>
                  <a:pt x="2618" y="47"/>
                </a:lnTo>
                <a:lnTo>
                  <a:pt x="2619" y="47"/>
                </a:lnTo>
                <a:lnTo>
                  <a:pt x="2620" y="47"/>
                </a:lnTo>
                <a:lnTo>
                  <a:pt x="2621" y="47"/>
                </a:lnTo>
                <a:lnTo>
                  <a:pt x="2622" y="47"/>
                </a:lnTo>
                <a:lnTo>
                  <a:pt x="2623" y="47"/>
                </a:lnTo>
                <a:lnTo>
                  <a:pt x="2624" y="47"/>
                </a:lnTo>
                <a:lnTo>
                  <a:pt x="2625" y="47"/>
                </a:lnTo>
                <a:lnTo>
                  <a:pt x="2626" y="47"/>
                </a:lnTo>
                <a:lnTo>
                  <a:pt x="2627" y="47"/>
                </a:lnTo>
                <a:lnTo>
                  <a:pt x="2628" y="47"/>
                </a:lnTo>
                <a:lnTo>
                  <a:pt x="2629" y="47"/>
                </a:lnTo>
                <a:lnTo>
                  <a:pt x="2630" y="47"/>
                </a:lnTo>
                <a:lnTo>
                  <a:pt x="2631" y="47"/>
                </a:lnTo>
                <a:lnTo>
                  <a:pt x="2632" y="47"/>
                </a:lnTo>
                <a:lnTo>
                  <a:pt x="2633" y="47"/>
                </a:lnTo>
                <a:lnTo>
                  <a:pt x="2634" y="47"/>
                </a:lnTo>
                <a:lnTo>
                  <a:pt x="2635" y="47"/>
                </a:lnTo>
                <a:lnTo>
                  <a:pt x="2636" y="47"/>
                </a:lnTo>
                <a:lnTo>
                  <a:pt x="2637" y="47"/>
                </a:lnTo>
                <a:lnTo>
                  <a:pt x="2638" y="47"/>
                </a:lnTo>
                <a:lnTo>
                  <a:pt x="2639" y="47"/>
                </a:lnTo>
                <a:lnTo>
                  <a:pt x="2640" y="47"/>
                </a:lnTo>
                <a:lnTo>
                  <a:pt x="2641" y="47"/>
                </a:lnTo>
                <a:lnTo>
                  <a:pt x="2642" y="47"/>
                </a:lnTo>
                <a:lnTo>
                  <a:pt x="2643" y="47"/>
                </a:lnTo>
                <a:lnTo>
                  <a:pt x="2644" y="47"/>
                </a:lnTo>
                <a:lnTo>
                  <a:pt x="2645" y="47"/>
                </a:lnTo>
                <a:lnTo>
                  <a:pt x="2646" y="47"/>
                </a:lnTo>
                <a:lnTo>
                  <a:pt x="2647" y="47"/>
                </a:lnTo>
                <a:lnTo>
                  <a:pt x="2648" y="47"/>
                </a:lnTo>
                <a:lnTo>
                  <a:pt x="2649" y="47"/>
                </a:lnTo>
                <a:lnTo>
                  <a:pt x="2650" y="47"/>
                </a:lnTo>
                <a:lnTo>
                  <a:pt x="2651" y="47"/>
                </a:lnTo>
                <a:lnTo>
                  <a:pt x="2652" y="47"/>
                </a:lnTo>
                <a:lnTo>
                  <a:pt x="2653" y="47"/>
                </a:lnTo>
                <a:lnTo>
                  <a:pt x="2654" y="47"/>
                </a:lnTo>
                <a:lnTo>
                  <a:pt x="2655" y="47"/>
                </a:lnTo>
                <a:lnTo>
                  <a:pt x="2656" y="47"/>
                </a:lnTo>
                <a:lnTo>
                  <a:pt x="2657" y="47"/>
                </a:lnTo>
                <a:lnTo>
                  <a:pt x="2658" y="47"/>
                </a:lnTo>
                <a:lnTo>
                  <a:pt x="2659" y="47"/>
                </a:lnTo>
                <a:lnTo>
                  <a:pt x="2660" y="47"/>
                </a:lnTo>
                <a:lnTo>
                  <a:pt x="2661" y="47"/>
                </a:lnTo>
                <a:lnTo>
                  <a:pt x="2662" y="47"/>
                </a:lnTo>
                <a:lnTo>
                  <a:pt x="2663" y="47"/>
                </a:lnTo>
                <a:lnTo>
                  <a:pt x="2664" y="47"/>
                </a:lnTo>
                <a:lnTo>
                  <a:pt x="2665" y="47"/>
                </a:lnTo>
                <a:lnTo>
                  <a:pt x="2666" y="47"/>
                </a:lnTo>
                <a:lnTo>
                  <a:pt x="2667" y="47"/>
                </a:lnTo>
                <a:lnTo>
                  <a:pt x="2668" y="47"/>
                </a:lnTo>
                <a:lnTo>
                  <a:pt x="2669" y="47"/>
                </a:lnTo>
                <a:lnTo>
                  <a:pt x="2670" y="47"/>
                </a:lnTo>
                <a:lnTo>
                  <a:pt x="2671" y="47"/>
                </a:lnTo>
                <a:lnTo>
                  <a:pt x="2672" y="47"/>
                </a:lnTo>
                <a:lnTo>
                  <a:pt x="2673" y="47"/>
                </a:lnTo>
                <a:lnTo>
                  <a:pt x="2674" y="47"/>
                </a:lnTo>
                <a:lnTo>
                  <a:pt x="2675" y="47"/>
                </a:lnTo>
                <a:lnTo>
                  <a:pt x="2676" y="47"/>
                </a:lnTo>
                <a:lnTo>
                  <a:pt x="2677" y="47"/>
                </a:lnTo>
                <a:lnTo>
                  <a:pt x="2678" y="47"/>
                </a:lnTo>
                <a:lnTo>
                  <a:pt x="2679" y="47"/>
                </a:lnTo>
                <a:lnTo>
                  <a:pt x="2680" y="47"/>
                </a:lnTo>
                <a:lnTo>
                  <a:pt x="2681" y="47"/>
                </a:lnTo>
                <a:lnTo>
                  <a:pt x="2682" y="47"/>
                </a:lnTo>
                <a:lnTo>
                  <a:pt x="2683" y="47"/>
                </a:lnTo>
                <a:lnTo>
                  <a:pt x="2684" y="47"/>
                </a:lnTo>
                <a:lnTo>
                  <a:pt x="2685" y="47"/>
                </a:lnTo>
                <a:lnTo>
                  <a:pt x="2686" y="47"/>
                </a:lnTo>
                <a:lnTo>
                  <a:pt x="2687" y="47"/>
                </a:lnTo>
                <a:lnTo>
                  <a:pt x="2688" y="47"/>
                </a:lnTo>
                <a:lnTo>
                  <a:pt x="2689" y="47"/>
                </a:lnTo>
                <a:lnTo>
                  <a:pt x="2690" y="47"/>
                </a:lnTo>
                <a:lnTo>
                  <a:pt x="2691" y="47"/>
                </a:lnTo>
                <a:lnTo>
                  <a:pt x="2692" y="47"/>
                </a:lnTo>
                <a:lnTo>
                  <a:pt x="2693" y="47"/>
                </a:lnTo>
                <a:lnTo>
                  <a:pt x="2694" y="47"/>
                </a:lnTo>
                <a:lnTo>
                  <a:pt x="2695" y="47"/>
                </a:lnTo>
                <a:lnTo>
                  <a:pt x="2696" y="47"/>
                </a:lnTo>
                <a:lnTo>
                  <a:pt x="2697" y="47"/>
                </a:lnTo>
                <a:lnTo>
                  <a:pt x="2698" y="47"/>
                </a:lnTo>
                <a:lnTo>
                  <a:pt x="2699" y="47"/>
                </a:lnTo>
                <a:lnTo>
                  <a:pt x="2700" y="47"/>
                </a:lnTo>
                <a:lnTo>
                  <a:pt x="2701" y="47"/>
                </a:lnTo>
                <a:lnTo>
                  <a:pt x="2702" y="47"/>
                </a:lnTo>
                <a:lnTo>
                  <a:pt x="2703" y="47"/>
                </a:lnTo>
                <a:lnTo>
                  <a:pt x="2704" y="47"/>
                </a:lnTo>
                <a:lnTo>
                  <a:pt x="2705" y="47"/>
                </a:lnTo>
                <a:lnTo>
                  <a:pt x="2706" y="47"/>
                </a:lnTo>
                <a:lnTo>
                  <a:pt x="2707" y="47"/>
                </a:lnTo>
                <a:lnTo>
                  <a:pt x="2708" y="47"/>
                </a:lnTo>
                <a:lnTo>
                  <a:pt x="2709" y="47"/>
                </a:lnTo>
                <a:lnTo>
                  <a:pt x="2710" y="47"/>
                </a:lnTo>
                <a:lnTo>
                  <a:pt x="2711" y="47"/>
                </a:lnTo>
                <a:lnTo>
                  <a:pt x="2712" y="47"/>
                </a:lnTo>
                <a:lnTo>
                  <a:pt x="2713" y="47"/>
                </a:lnTo>
                <a:lnTo>
                  <a:pt x="2714" y="47"/>
                </a:lnTo>
                <a:lnTo>
                  <a:pt x="2715" y="47"/>
                </a:lnTo>
                <a:lnTo>
                  <a:pt x="2716" y="47"/>
                </a:lnTo>
                <a:lnTo>
                  <a:pt x="2717" y="47"/>
                </a:lnTo>
                <a:lnTo>
                  <a:pt x="2718" y="47"/>
                </a:lnTo>
                <a:lnTo>
                  <a:pt x="2719" y="47"/>
                </a:lnTo>
                <a:lnTo>
                  <a:pt x="2720" y="47"/>
                </a:lnTo>
                <a:lnTo>
                  <a:pt x="2721" y="47"/>
                </a:lnTo>
                <a:lnTo>
                  <a:pt x="2722" y="47"/>
                </a:lnTo>
                <a:lnTo>
                  <a:pt x="2723" y="47"/>
                </a:lnTo>
                <a:lnTo>
                  <a:pt x="2724" y="47"/>
                </a:lnTo>
                <a:lnTo>
                  <a:pt x="2725" y="47"/>
                </a:lnTo>
                <a:lnTo>
                  <a:pt x="2726" y="47"/>
                </a:lnTo>
                <a:lnTo>
                  <a:pt x="2727" y="47"/>
                </a:lnTo>
                <a:lnTo>
                  <a:pt x="2728" y="47"/>
                </a:lnTo>
                <a:lnTo>
                  <a:pt x="2729" y="47"/>
                </a:lnTo>
                <a:lnTo>
                  <a:pt x="2730" y="47"/>
                </a:lnTo>
                <a:lnTo>
                  <a:pt x="2731" y="47"/>
                </a:lnTo>
                <a:lnTo>
                  <a:pt x="2732" y="47"/>
                </a:lnTo>
                <a:lnTo>
                  <a:pt x="2733" y="47"/>
                </a:lnTo>
                <a:lnTo>
                  <a:pt x="2734" y="47"/>
                </a:lnTo>
                <a:lnTo>
                  <a:pt x="2735" y="47"/>
                </a:lnTo>
                <a:lnTo>
                  <a:pt x="2736" y="47"/>
                </a:lnTo>
                <a:lnTo>
                  <a:pt x="2737" y="47"/>
                </a:lnTo>
                <a:lnTo>
                  <a:pt x="2738" y="47"/>
                </a:lnTo>
                <a:lnTo>
                  <a:pt x="2739" y="47"/>
                </a:lnTo>
                <a:lnTo>
                  <a:pt x="2740" y="47"/>
                </a:lnTo>
                <a:lnTo>
                  <a:pt x="2741" y="47"/>
                </a:lnTo>
                <a:lnTo>
                  <a:pt x="2742" y="47"/>
                </a:lnTo>
                <a:lnTo>
                  <a:pt x="2743" y="47"/>
                </a:lnTo>
                <a:lnTo>
                  <a:pt x="2744" y="47"/>
                </a:lnTo>
                <a:lnTo>
                  <a:pt x="2745" y="47"/>
                </a:lnTo>
                <a:lnTo>
                  <a:pt x="2746" y="47"/>
                </a:lnTo>
                <a:lnTo>
                  <a:pt x="2747" y="47"/>
                </a:lnTo>
                <a:lnTo>
                  <a:pt x="2748" y="47"/>
                </a:lnTo>
                <a:lnTo>
                  <a:pt x="2749" y="47"/>
                </a:lnTo>
                <a:lnTo>
                  <a:pt x="2750" y="47"/>
                </a:lnTo>
                <a:lnTo>
                  <a:pt x="2751" y="47"/>
                </a:lnTo>
                <a:lnTo>
                  <a:pt x="2752" y="47"/>
                </a:lnTo>
                <a:lnTo>
                  <a:pt x="2753" y="47"/>
                </a:lnTo>
                <a:lnTo>
                  <a:pt x="2754" y="47"/>
                </a:lnTo>
                <a:lnTo>
                  <a:pt x="2755" y="47"/>
                </a:lnTo>
                <a:lnTo>
                  <a:pt x="2756" y="47"/>
                </a:lnTo>
                <a:lnTo>
                  <a:pt x="2757" y="47"/>
                </a:lnTo>
                <a:lnTo>
                  <a:pt x="2758" y="47"/>
                </a:lnTo>
                <a:lnTo>
                  <a:pt x="2759" y="47"/>
                </a:lnTo>
                <a:lnTo>
                  <a:pt x="2760" y="47"/>
                </a:lnTo>
                <a:lnTo>
                  <a:pt x="2761" y="47"/>
                </a:lnTo>
                <a:lnTo>
                  <a:pt x="2762" y="47"/>
                </a:lnTo>
                <a:lnTo>
                  <a:pt x="2763" y="47"/>
                </a:lnTo>
                <a:lnTo>
                  <a:pt x="2764" y="47"/>
                </a:lnTo>
                <a:lnTo>
                  <a:pt x="2765" y="47"/>
                </a:lnTo>
                <a:lnTo>
                  <a:pt x="2766" y="47"/>
                </a:lnTo>
                <a:lnTo>
                  <a:pt x="2767" y="47"/>
                </a:lnTo>
                <a:lnTo>
                  <a:pt x="2768" y="47"/>
                </a:lnTo>
                <a:lnTo>
                  <a:pt x="2769" y="47"/>
                </a:lnTo>
                <a:lnTo>
                  <a:pt x="2770" y="47"/>
                </a:lnTo>
                <a:lnTo>
                  <a:pt x="2771" y="47"/>
                </a:lnTo>
                <a:lnTo>
                  <a:pt x="2772" y="47"/>
                </a:lnTo>
                <a:lnTo>
                  <a:pt x="2773" y="47"/>
                </a:lnTo>
                <a:lnTo>
                  <a:pt x="2774" y="47"/>
                </a:lnTo>
                <a:lnTo>
                  <a:pt x="2775" y="47"/>
                </a:lnTo>
                <a:lnTo>
                  <a:pt x="2776" y="47"/>
                </a:lnTo>
                <a:lnTo>
                  <a:pt x="2777" y="47"/>
                </a:lnTo>
                <a:lnTo>
                  <a:pt x="2778" y="47"/>
                </a:lnTo>
                <a:lnTo>
                  <a:pt x="2779" y="47"/>
                </a:lnTo>
                <a:lnTo>
                  <a:pt x="2780" y="47"/>
                </a:lnTo>
                <a:lnTo>
                  <a:pt x="2781" y="47"/>
                </a:lnTo>
                <a:lnTo>
                  <a:pt x="2782" y="47"/>
                </a:lnTo>
                <a:lnTo>
                  <a:pt x="2783" y="47"/>
                </a:lnTo>
                <a:lnTo>
                  <a:pt x="2784" y="47"/>
                </a:lnTo>
                <a:lnTo>
                  <a:pt x="2785" y="47"/>
                </a:lnTo>
                <a:lnTo>
                  <a:pt x="2786" y="47"/>
                </a:lnTo>
                <a:lnTo>
                  <a:pt x="2787" y="47"/>
                </a:lnTo>
                <a:lnTo>
                  <a:pt x="2788" y="47"/>
                </a:lnTo>
                <a:lnTo>
                  <a:pt x="2789" y="47"/>
                </a:lnTo>
                <a:lnTo>
                  <a:pt x="2790" y="47"/>
                </a:lnTo>
                <a:lnTo>
                  <a:pt x="2791" y="47"/>
                </a:lnTo>
                <a:lnTo>
                  <a:pt x="2792" y="47"/>
                </a:lnTo>
                <a:lnTo>
                  <a:pt x="2793" y="47"/>
                </a:lnTo>
                <a:lnTo>
                  <a:pt x="2794" y="47"/>
                </a:lnTo>
                <a:lnTo>
                  <a:pt x="2795" y="47"/>
                </a:lnTo>
                <a:lnTo>
                  <a:pt x="2796" y="47"/>
                </a:lnTo>
                <a:lnTo>
                  <a:pt x="2797" y="47"/>
                </a:lnTo>
                <a:lnTo>
                  <a:pt x="2798" y="47"/>
                </a:lnTo>
                <a:lnTo>
                  <a:pt x="2799" y="47"/>
                </a:lnTo>
                <a:lnTo>
                  <a:pt x="2800" y="47"/>
                </a:lnTo>
                <a:lnTo>
                  <a:pt x="2801" y="47"/>
                </a:lnTo>
                <a:lnTo>
                  <a:pt x="2802" y="47"/>
                </a:lnTo>
                <a:lnTo>
                  <a:pt x="2803" y="47"/>
                </a:lnTo>
                <a:lnTo>
                  <a:pt x="2804" y="47"/>
                </a:lnTo>
                <a:lnTo>
                  <a:pt x="2805" y="47"/>
                </a:lnTo>
                <a:lnTo>
                  <a:pt x="2806" y="47"/>
                </a:lnTo>
                <a:lnTo>
                  <a:pt x="2807" y="47"/>
                </a:lnTo>
                <a:lnTo>
                  <a:pt x="2808" y="47"/>
                </a:lnTo>
                <a:lnTo>
                  <a:pt x="2809" y="47"/>
                </a:lnTo>
                <a:lnTo>
                  <a:pt x="2810" y="47"/>
                </a:lnTo>
                <a:lnTo>
                  <a:pt x="2811" y="47"/>
                </a:lnTo>
                <a:lnTo>
                  <a:pt x="2812" y="47"/>
                </a:lnTo>
                <a:lnTo>
                  <a:pt x="2813" y="47"/>
                </a:lnTo>
                <a:lnTo>
                  <a:pt x="2814" y="47"/>
                </a:lnTo>
                <a:lnTo>
                  <a:pt x="2815" y="47"/>
                </a:lnTo>
                <a:lnTo>
                  <a:pt x="2816" y="47"/>
                </a:lnTo>
                <a:lnTo>
                  <a:pt x="2817" y="47"/>
                </a:lnTo>
                <a:lnTo>
                  <a:pt x="2818" y="47"/>
                </a:lnTo>
                <a:lnTo>
                  <a:pt x="2819" y="47"/>
                </a:lnTo>
                <a:lnTo>
                  <a:pt x="2820" y="47"/>
                </a:lnTo>
                <a:lnTo>
                  <a:pt x="2821" y="47"/>
                </a:lnTo>
                <a:lnTo>
                  <a:pt x="2822" y="47"/>
                </a:lnTo>
                <a:lnTo>
                  <a:pt x="2823" y="47"/>
                </a:lnTo>
                <a:lnTo>
                  <a:pt x="2824" y="47"/>
                </a:lnTo>
                <a:lnTo>
                  <a:pt x="2825" y="47"/>
                </a:lnTo>
                <a:lnTo>
                  <a:pt x="2826" y="47"/>
                </a:lnTo>
                <a:lnTo>
                  <a:pt x="2827" y="47"/>
                </a:lnTo>
                <a:lnTo>
                  <a:pt x="2828" y="47"/>
                </a:lnTo>
                <a:lnTo>
                  <a:pt x="2829" y="47"/>
                </a:lnTo>
                <a:lnTo>
                  <a:pt x="2830" y="47"/>
                </a:lnTo>
                <a:lnTo>
                  <a:pt x="2831" y="47"/>
                </a:lnTo>
                <a:lnTo>
                  <a:pt x="2832" y="47"/>
                </a:lnTo>
                <a:lnTo>
                  <a:pt x="2833" y="47"/>
                </a:lnTo>
                <a:lnTo>
                  <a:pt x="2834" y="47"/>
                </a:lnTo>
                <a:lnTo>
                  <a:pt x="2835" y="47"/>
                </a:lnTo>
                <a:lnTo>
                  <a:pt x="2836" y="47"/>
                </a:lnTo>
                <a:lnTo>
                  <a:pt x="2837" y="47"/>
                </a:lnTo>
                <a:lnTo>
                  <a:pt x="2838" y="47"/>
                </a:lnTo>
                <a:lnTo>
                  <a:pt x="2839" y="47"/>
                </a:lnTo>
                <a:lnTo>
                  <a:pt x="2840" y="47"/>
                </a:lnTo>
                <a:lnTo>
                  <a:pt x="2841" y="47"/>
                </a:lnTo>
                <a:lnTo>
                  <a:pt x="2842" y="47"/>
                </a:lnTo>
                <a:lnTo>
                  <a:pt x="2843" y="47"/>
                </a:lnTo>
                <a:lnTo>
                  <a:pt x="2844" y="47"/>
                </a:lnTo>
                <a:lnTo>
                  <a:pt x="2845" y="47"/>
                </a:lnTo>
                <a:lnTo>
                  <a:pt x="2846" y="47"/>
                </a:lnTo>
                <a:lnTo>
                  <a:pt x="2847" y="47"/>
                </a:lnTo>
                <a:lnTo>
                  <a:pt x="2848" y="47"/>
                </a:lnTo>
                <a:lnTo>
                  <a:pt x="2849" y="47"/>
                </a:lnTo>
                <a:lnTo>
                  <a:pt x="2850" y="47"/>
                </a:lnTo>
                <a:lnTo>
                  <a:pt x="2851" y="47"/>
                </a:lnTo>
                <a:lnTo>
                  <a:pt x="2852" y="47"/>
                </a:lnTo>
                <a:lnTo>
                  <a:pt x="2853" y="47"/>
                </a:lnTo>
                <a:lnTo>
                  <a:pt x="2854" y="47"/>
                </a:lnTo>
                <a:lnTo>
                  <a:pt x="2855" y="47"/>
                </a:lnTo>
                <a:lnTo>
                  <a:pt x="2856" y="47"/>
                </a:lnTo>
                <a:lnTo>
                  <a:pt x="2857" y="47"/>
                </a:lnTo>
                <a:lnTo>
                  <a:pt x="2858" y="47"/>
                </a:lnTo>
                <a:lnTo>
                  <a:pt x="2859" y="47"/>
                </a:lnTo>
                <a:lnTo>
                  <a:pt x="2860" y="47"/>
                </a:lnTo>
                <a:lnTo>
                  <a:pt x="2861" y="47"/>
                </a:lnTo>
                <a:lnTo>
                  <a:pt x="2862" y="47"/>
                </a:lnTo>
                <a:lnTo>
                  <a:pt x="2863" y="47"/>
                </a:lnTo>
                <a:lnTo>
                  <a:pt x="2864" y="47"/>
                </a:lnTo>
                <a:lnTo>
                  <a:pt x="2865" y="47"/>
                </a:lnTo>
                <a:lnTo>
                  <a:pt x="2866" y="47"/>
                </a:lnTo>
                <a:lnTo>
                  <a:pt x="2867" y="47"/>
                </a:lnTo>
                <a:lnTo>
                  <a:pt x="2868" y="47"/>
                </a:lnTo>
                <a:lnTo>
                  <a:pt x="2869" y="47"/>
                </a:lnTo>
                <a:lnTo>
                  <a:pt x="2870" y="47"/>
                </a:lnTo>
                <a:lnTo>
                  <a:pt x="2871" y="47"/>
                </a:lnTo>
                <a:lnTo>
                  <a:pt x="2872" y="47"/>
                </a:lnTo>
                <a:lnTo>
                  <a:pt x="2873" y="47"/>
                </a:lnTo>
                <a:lnTo>
                  <a:pt x="2874" y="47"/>
                </a:lnTo>
                <a:lnTo>
                  <a:pt x="2875" y="47"/>
                </a:lnTo>
                <a:lnTo>
                  <a:pt x="2876" y="47"/>
                </a:lnTo>
                <a:lnTo>
                  <a:pt x="2877" y="47"/>
                </a:lnTo>
                <a:lnTo>
                  <a:pt x="2878" y="47"/>
                </a:lnTo>
                <a:lnTo>
                  <a:pt x="2879" y="47"/>
                </a:lnTo>
                <a:lnTo>
                  <a:pt x="2880" y="47"/>
                </a:lnTo>
                <a:lnTo>
                  <a:pt x="2881" y="47"/>
                </a:lnTo>
                <a:lnTo>
                  <a:pt x="2882" y="47"/>
                </a:lnTo>
                <a:lnTo>
                  <a:pt x="2883" y="47"/>
                </a:lnTo>
                <a:lnTo>
                  <a:pt x="2884" y="47"/>
                </a:lnTo>
                <a:lnTo>
                  <a:pt x="2885" y="47"/>
                </a:lnTo>
                <a:lnTo>
                  <a:pt x="2886" y="47"/>
                </a:lnTo>
                <a:lnTo>
                  <a:pt x="2887" y="47"/>
                </a:lnTo>
                <a:lnTo>
                  <a:pt x="2888" y="47"/>
                </a:lnTo>
                <a:lnTo>
                  <a:pt x="2889" y="47"/>
                </a:lnTo>
                <a:lnTo>
                  <a:pt x="2890" y="47"/>
                </a:lnTo>
                <a:lnTo>
                  <a:pt x="2891" y="47"/>
                </a:lnTo>
                <a:lnTo>
                  <a:pt x="2892" y="47"/>
                </a:lnTo>
                <a:lnTo>
                  <a:pt x="2893" y="47"/>
                </a:lnTo>
                <a:lnTo>
                  <a:pt x="2894" y="47"/>
                </a:lnTo>
                <a:lnTo>
                  <a:pt x="2895" y="47"/>
                </a:lnTo>
                <a:lnTo>
                  <a:pt x="2896" y="47"/>
                </a:lnTo>
                <a:lnTo>
                  <a:pt x="2897" y="47"/>
                </a:lnTo>
                <a:lnTo>
                  <a:pt x="2898" y="47"/>
                </a:lnTo>
                <a:lnTo>
                  <a:pt x="2899" y="47"/>
                </a:lnTo>
                <a:lnTo>
                  <a:pt x="2900" y="47"/>
                </a:lnTo>
                <a:lnTo>
                  <a:pt x="2901" y="47"/>
                </a:lnTo>
                <a:lnTo>
                  <a:pt x="2902" y="47"/>
                </a:lnTo>
                <a:lnTo>
                  <a:pt x="2903" y="47"/>
                </a:lnTo>
                <a:lnTo>
                  <a:pt x="2904" y="47"/>
                </a:lnTo>
                <a:lnTo>
                  <a:pt x="2905" y="47"/>
                </a:lnTo>
                <a:lnTo>
                  <a:pt x="2906" y="47"/>
                </a:lnTo>
                <a:lnTo>
                  <a:pt x="2907" y="47"/>
                </a:lnTo>
                <a:lnTo>
                  <a:pt x="2908" y="47"/>
                </a:lnTo>
                <a:lnTo>
                  <a:pt x="2909" y="47"/>
                </a:lnTo>
                <a:lnTo>
                  <a:pt x="2910" y="47"/>
                </a:lnTo>
                <a:lnTo>
                  <a:pt x="2911" y="47"/>
                </a:lnTo>
                <a:lnTo>
                  <a:pt x="2912" y="47"/>
                </a:lnTo>
                <a:lnTo>
                  <a:pt x="2913" y="47"/>
                </a:lnTo>
                <a:lnTo>
                  <a:pt x="2914" y="47"/>
                </a:lnTo>
                <a:lnTo>
                  <a:pt x="2915" y="47"/>
                </a:lnTo>
                <a:lnTo>
                  <a:pt x="2916" y="47"/>
                </a:lnTo>
                <a:lnTo>
                  <a:pt x="2917" y="47"/>
                </a:lnTo>
                <a:lnTo>
                  <a:pt x="2918" y="47"/>
                </a:lnTo>
                <a:lnTo>
                  <a:pt x="2919" y="47"/>
                </a:lnTo>
                <a:lnTo>
                  <a:pt x="2920" y="47"/>
                </a:lnTo>
                <a:lnTo>
                  <a:pt x="2921" y="47"/>
                </a:lnTo>
                <a:lnTo>
                  <a:pt x="2922" y="47"/>
                </a:lnTo>
                <a:lnTo>
                  <a:pt x="2923" y="47"/>
                </a:lnTo>
                <a:lnTo>
                  <a:pt x="2924" y="47"/>
                </a:lnTo>
                <a:lnTo>
                  <a:pt x="2925" y="47"/>
                </a:lnTo>
                <a:lnTo>
                  <a:pt x="2926" y="47"/>
                </a:lnTo>
                <a:lnTo>
                  <a:pt x="2927" y="47"/>
                </a:lnTo>
                <a:lnTo>
                  <a:pt x="2928" y="47"/>
                </a:lnTo>
                <a:lnTo>
                  <a:pt x="2929" y="47"/>
                </a:lnTo>
                <a:lnTo>
                  <a:pt x="2930" y="47"/>
                </a:lnTo>
                <a:lnTo>
                  <a:pt x="2931" y="47"/>
                </a:lnTo>
                <a:lnTo>
                  <a:pt x="2932" y="47"/>
                </a:lnTo>
                <a:lnTo>
                  <a:pt x="2933" y="47"/>
                </a:lnTo>
                <a:lnTo>
                  <a:pt x="2934" y="47"/>
                </a:lnTo>
                <a:lnTo>
                  <a:pt x="2935" y="47"/>
                </a:lnTo>
                <a:lnTo>
                  <a:pt x="2936" y="47"/>
                </a:lnTo>
                <a:lnTo>
                  <a:pt x="2937" y="47"/>
                </a:lnTo>
                <a:lnTo>
                  <a:pt x="2938" y="47"/>
                </a:lnTo>
                <a:lnTo>
                  <a:pt x="2939" y="47"/>
                </a:lnTo>
                <a:lnTo>
                  <a:pt x="2940" y="47"/>
                </a:lnTo>
                <a:lnTo>
                  <a:pt x="2941" y="47"/>
                </a:lnTo>
                <a:lnTo>
                  <a:pt x="2942" y="47"/>
                </a:lnTo>
                <a:lnTo>
                  <a:pt x="2943" y="47"/>
                </a:lnTo>
                <a:lnTo>
                  <a:pt x="2944" y="47"/>
                </a:lnTo>
                <a:lnTo>
                  <a:pt x="2945" y="47"/>
                </a:lnTo>
                <a:lnTo>
                  <a:pt x="2946" y="47"/>
                </a:lnTo>
                <a:lnTo>
                  <a:pt x="2947" y="47"/>
                </a:lnTo>
                <a:lnTo>
                  <a:pt x="2948" y="47"/>
                </a:lnTo>
                <a:lnTo>
                  <a:pt x="2949" y="47"/>
                </a:lnTo>
                <a:lnTo>
                  <a:pt x="2950" y="47"/>
                </a:lnTo>
                <a:lnTo>
                  <a:pt x="2951" y="47"/>
                </a:lnTo>
                <a:lnTo>
                  <a:pt x="2952" y="47"/>
                </a:lnTo>
                <a:lnTo>
                  <a:pt x="2953" y="47"/>
                </a:lnTo>
                <a:lnTo>
                  <a:pt x="2954" y="47"/>
                </a:lnTo>
                <a:lnTo>
                  <a:pt x="2955" y="47"/>
                </a:lnTo>
                <a:lnTo>
                  <a:pt x="2956" y="47"/>
                </a:lnTo>
                <a:lnTo>
                  <a:pt x="2957" y="47"/>
                </a:lnTo>
                <a:lnTo>
                  <a:pt x="2958" y="47"/>
                </a:lnTo>
                <a:lnTo>
                  <a:pt x="2959" y="47"/>
                </a:lnTo>
                <a:lnTo>
                  <a:pt x="2960" y="47"/>
                </a:lnTo>
                <a:lnTo>
                  <a:pt x="2961" y="47"/>
                </a:lnTo>
                <a:lnTo>
                  <a:pt x="2962" y="47"/>
                </a:lnTo>
                <a:lnTo>
                  <a:pt x="2963" y="47"/>
                </a:lnTo>
                <a:lnTo>
                  <a:pt x="2964" y="47"/>
                </a:lnTo>
                <a:lnTo>
                  <a:pt x="2965" y="47"/>
                </a:lnTo>
                <a:lnTo>
                  <a:pt x="2966" y="47"/>
                </a:lnTo>
                <a:lnTo>
                  <a:pt x="2967" y="47"/>
                </a:lnTo>
                <a:lnTo>
                  <a:pt x="2968" y="47"/>
                </a:lnTo>
                <a:lnTo>
                  <a:pt x="2969" y="47"/>
                </a:lnTo>
                <a:lnTo>
                  <a:pt x="2970" y="47"/>
                </a:lnTo>
                <a:lnTo>
                  <a:pt x="2971" y="47"/>
                </a:lnTo>
                <a:lnTo>
                  <a:pt x="2972" y="47"/>
                </a:lnTo>
                <a:lnTo>
                  <a:pt x="2973" y="47"/>
                </a:lnTo>
                <a:lnTo>
                  <a:pt x="2974" y="47"/>
                </a:lnTo>
                <a:lnTo>
                  <a:pt x="2975" y="47"/>
                </a:lnTo>
                <a:lnTo>
                  <a:pt x="2976" y="47"/>
                </a:lnTo>
                <a:lnTo>
                  <a:pt x="2977" y="47"/>
                </a:lnTo>
                <a:lnTo>
                  <a:pt x="2978" y="47"/>
                </a:lnTo>
                <a:lnTo>
                  <a:pt x="2979" y="47"/>
                </a:lnTo>
                <a:lnTo>
                  <a:pt x="2980" y="47"/>
                </a:lnTo>
                <a:lnTo>
                  <a:pt x="2981" y="47"/>
                </a:lnTo>
                <a:lnTo>
                  <a:pt x="2982" y="47"/>
                </a:lnTo>
                <a:lnTo>
                  <a:pt x="2983" y="47"/>
                </a:lnTo>
                <a:lnTo>
                  <a:pt x="2984" y="47"/>
                </a:lnTo>
                <a:lnTo>
                  <a:pt x="2985" y="47"/>
                </a:lnTo>
                <a:lnTo>
                  <a:pt x="2986" y="47"/>
                </a:lnTo>
                <a:lnTo>
                  <a:pt x="2987" y="47"/>
                </a:lnTo>
                <a:lnTo>
                  <a:pt x="2988" y="47"/>
                </a:lnTo>
                <a:lnTo>
                  <a:pt x="2989" y="47"/>
                </a:lnTo>
                <a:lnTo>
                  <a:pt x="2990" y="47"/>
                </a:lnTo>
                <a:lnTo>
                  <a:pt x="2991" y="47"/>
                </a:lnTo>
                <a:lnTo>
                  <a:pt x="2992" y="47"/>
                </a:lnTo>
                <a:lnTo>
                  <a:pt x="2993" y="47"/>
                </a:lnTo>
                <a:lnTo>
                  <a:pt x="2994" y="47"/>
                </a:lnTo>
                <a:lnTo>
                  <a:pt x="2995" y="47"/>
                </a:lnTo>
                <a:lnTo>
                  <a:pt x="2996" y="47"/>
                </a:lnTo>
                <a:lnTo>
                  <a:pt x="2997" y="47"/>
                </a:lnTo>
                <a:lnTo>
                  <a:pt x="2998" y="47"/>
                </a:lnTo>
                <a:lnTo>
                  <a:pt x="2999" y="47"/>
                </a:lnTo>
                <a:lnTo>
                  <a:pt x="3000" y="47"/>
                </a:lnTo>
                <a:lnTo>
                  <a:pt x="3001" y="47"/>
                </a:lnTo>
                <a:lnTo>
                  <a:pt x="3002" y="47"/>
                </a:lnTo>
                <a:lnTo>
                  <a:pt x="3003" y="47"/>
                </a:lnTo>
                <a:lnTo>
                  <a:pt x="3004" y="47"/>
                </a:lnTo>
                <a:lnTo>
                  <a:pt x="3005" y="47"/>
                </a:lnTo>
                <a:lnTo>
                  <a:pt x="3006" y="47"/>
                </a:lnTo>
                <a:lnTo>
                  <a:pt x="3007" y="47"/>
                </a:lnTo>
                <a:lnTo>
                  <a:pt x="3008" y="47"/>
                </a:lnTo>
                <a:lnTo>
                  <a:pt x="3009" y="47"/>
                </a:lnTo>
                <a:lnTo>
                  <a:pt x="3010" y="47"/>
                </a:lnTo>
                <a:lnTo>
                  <a:pt x="3011" y="47"/>
                </a:lnTo>
                <a:lnTo>
                  <a:pt x="3012" y="47"/>
                </a:lnTo>
                <a:lnTo>
                  <a:pt x="3013" y="47"/>
                </a:lnTo>
                <a:lnTo>
                  <a:pt x="3014" y="47"/>
                </a:lnTo>
                <a:lnTo>
                  <a:pt x="3015" y="47"/>
                </a:lnTo>
                <a:lnTo>
                  <a:pt x="3016" y="47"/>
                </a:lnTo>
                <a:lnTo>
                  <a:pt x="3017" y="47"/>
                </a:lnTo>
                <a:lnTo>
                  <a:pt x="3018" y="47"/>
                </a:lnTo>
                <a:lnTo>
                  <a:pt x="3019" y="47"/>
                </a:lnTo>
                <a:lnTo>
                  <a:pt x="3020" y="47"/>
                </a:lnTo>
                <a:lnTo>
                  <a:pt x="3021" y="47"/>
                </a:lnTo>
                <a:lnTo>
                  <a:pt x="3022" y="47"/>
                </a:lnTo>
                <a:lnTo>
                  <a:pt x="3023" y="47"/>
                </a:lnTo>
                <a:lnTo>
                  <a:pt x="3024" y="47"/>
                </a:lnTo>
                <a:lnTo>
                  <a:pt x="3025" y="47"/>
                </a:lnTo>
                <a:lnTo>
                  <a:pt x="3026" y="47"/>
                </a:lnTo>
                <a:lnTo>
                  <a:pt x="3027" y="47"/>
                </a:lnTo>
                <a:lnTo>
                  <a:pt x="3028" y="47"/>
                </a:lnTo>
                <a:lnTo>
                  <a:pt x="3029" y="47"/>
                </a:lnTo>
                <a:lnTo>
                  <a:pt x="3030" y="47"/>
                </a:lnTo>
                <a:lnTo>
                  <a:pt x="3031" y="47"/>
                </a:lnTo>
                <a:lnTo>
                  <a:pt x="3032" y="47"/>
                </a:lnTo>
                <a:lnTo>
                  <a:pt x="3033" y="47"/>
                </a:lnTo>
                <a:lnTo>
                  <a:pt x="3034" y="47"/>
                </a:lnTo>
                <a:lnTo>
                  <a:pt x="3035" y="47"/>
                </a:lnTo>
                <a:lnTo>
                  <a:pt x="3036" y="47"/>
                </a:lnTo>
                <a:lnTo>
                  <a:pt x="3037" y="47"/>
                </a:lnTo>
                <a:lnTo>
                  <a:pt x="3038" y="47"/>
                </a:lnTo>
                <a:lnTo>
                  <a:pt x="3039" y="47"/>
                </a:lnTo>
                <a:lnTo>
                  <a:pt x="3040" y="47"/>
                </a:lnTo>
                <a:lnTo>
                  <a:pt x="3041" y="47"/>
                </a:lnTo>
                <a:lnTo>
                  <a:pt x="3042" y="47"/>
                </a:lnTo>
                <a:lnTo>
                  <a:pt x="3043" y="47"/>
                </a:lnTo>
                <a:lnTo>
                  <a:pt x="3044" y="47"/>
                </a:lnTo>
                <a:lnTo>
                  <a:pt x="3045" y="47"/>
                </a:lnTo>
                <a:lnTo>
                  <a:pt x="3046" y="47"/>
                </a:lnTo>
                <a:lnTo>
                  <a:pt x="3047" y="47"/>
                </a:lnTo>
                <a:lnTo>
                  <a:pt x="3048" y="47"/>
                </a:lnTo>
                <a:lnTo>
                  <a:pt x="3049" y="47"/>
                </a:lnTo>
                <a:lnTo>
                  <a:pt x="3050" y="47"/>
                </a:lnTo>
                <a:lnTo>
                  <a:pt x="3051" y="47"/>
                </a:lnTo>
                <a:lnTo>
                  <a:pt x="3052" y="47"/>
                </a:lnTo>
                <a:lnTo>
                  <a:pt x="3053" y="47"/>
                </a:lnTo>
                <a:lnTo>
                  <a:pt x="3054" y="47"/>
                </a:lnTo>
                <a:lnTo>
                  <a:pt x="3055" y="47"/>
                </a:lnTo>
                <a:lnTo>
                  <a:pt x="3056" y="47"/>
                </a:lnTo>
                <a:lnTo>
                  <a:pt x="3057" y="47"/>
                </a:lnTo>
                <a:lnTo>
                  <a:pt x="3058" y="47"/>
                </a:lnTo>
                <a:lnTo>
                  <a:pt x="3059" y="47"/>
                </a:lnTo>
                <a:lnTo>
                  <a:pt x="3060" y="47"/>
                </a:lnTo>
                <a:lnTo>
                  <a:pt x="3061" y="47"/>
                </a:lnTo>
                <a:lnTo>
                  <a:pt x="3062" y="47"/>
                </a:lnTo>
                <a:lnTo>
                  <a:pt x="3063" y="47"/>
                </a:lnTo>
                <a:lnTo>
                  <a:pt x="3064" y="47"/>
                </a:lnTo>
                <a:lnTo>
                  <a:pt x="3065" y="47"/>
                </a:lnTo>
                <a:lnTo>
                  <a:pt x="3066" y="47"/>
                </a:lnTo>
                <a:lnTo>
                  <a:pt x="3067" y="47"/>
                </a:lnTo>
                <a:lnTo>
                  <a:pt x="3068" y="47"/>
                </a:lnTo>
                <a:lnTo>
                  <a:pt x="3069" y="47"/>
                </a:lnTo>
                <a:lnTo>
                  <a:pt x="3070" y="47"/>
                </a:lnTo>
                <a:lnTo>
                  <a:pt x="3071" y="47"/>
                </a:lnTo>
                <a:lnTo>
                  <a:pt x="3072" y="47"/>
                </a:lnTo>
                <a:lnTo>
                  <a:pt x="3073" y="47"/>
                </a:lnTo>
                <a:lnTo>
                  <a:pt x="3074" y="47"/>
                </a:lnTo>
                <a:lnTo>
                  <a:pt x="3075" y="47"/>
                </a:lnTo>
                <a:lnTo>
                  <a:pt x="3076" y="47"/>
                </a:lnTo>
                <a:lnTo>
                  <a:pt x="3077" y="47"/>
                </a:lnTo>
                <a:lnTo>
                  <a:pt x="3078" y="47"/>
                </a:lnTo>
                <a:lnTo>
                  <a:pt x="3079" y="47"/>
                </a:lnTo>
                <a:lnTo>
                  <a:pt x="3080" y="47"/>
                </a:lnTo>
                <a:lnTo>
                  <a:pt x="3081" y="47"/>
                </a:lnTo>
                <a:lnTo>
                  <a:pt x="3082" y="47"/>
                </a:lnTo>
                <a:lnTo>
                  <a:pt x="3083" y="47"/>
                </a:lnTo>
                <a:lnTo>
                  <a:pt x="3084" y="47"/>
                </a:lnTo>
                <a:lnTo>
                  <a:pt x="3085" y="47"/>
                </a:lnTo>
                <a:lnTo>
                  <a:pt x="3086" y="47"/>
                </a:lnTo>
                <a:lnTo>
                  <a:pt x="3087" y="47"/>
                </a:lnTo>
                <a:lnTo>
                  <a:pt x="3088" y="47"/>
                </a:lnTo>
                <a:lnTo>
                  <a:pt x="3089" y="47"/>
                </a:lnTo>
                <a:lnTo>
                  <a:pt x="3090" y="47"/>
                </a:lnTo>
                <a:lnTo>
                  <a:pt x="3091" y="47"/>
                </a:lnTo>
                <a:lnTo>
                  <a:pt x="3092" y="47"/>
                </a:lnTo>
                <a:lnTo>
                  <a:pt x="3093" y="47"/>
                </a:lnTo>
                <a:lnTo>
                  <a:pt x="3094" y="47"/>
                </a:lnTo>
                <a:lnTo>
                  <a:pt x="3095" y="47"/>
                </a:lnTo>
                <a:lnTo>
                  <a:pt x="3096" y="47"/>
                </a:lnTo>
                <a:lnTo>
                  <a:pt x="3097" y="47"/>
                </a:lnTo>
                <a:lnTo>
                  <a:pt x="3098" y="47"/>
                </a:lnTo>
                <a:lnTo>
                  <a:pt x="3099" y="47"/>
                </a:lnTo>
                <a:lnTo>
                  <a:pt x="3100" y="47"/>
                </a:lnTo>
                <a:lnTo>
                  <a:pt x="3101" y="47"/>
                </a:lnTo>
                <a:lnTo>
                  <a:pt x="3102" y="47"/>
                </a:lnTo>
                <a:lnTo>
                  <a:pt x="3103" y="47"/>
                </a:lnTo>
                <a:lnTo>
                  <a:pt x="3104" y="47"/>
                </a:lnTo>
                <a:lnTo>
                  <a:pt x="3105" y="47"/>
                </a:lnTo>
                <a:lnTo>
                  <a:pt x="3106" y="47"/>
                </a:lnTo>
                <a:lnTo>
                  <a:pt x="3107" y="47"/>
                </a:lnTo>
                <a:lnTo>
                  <a:pt x="3108" y="47"/>
                </a:lnTo>
                <a:lnTo>
                  <a:pt x="3109" y="47"/>
                </a:lnTo>
                <a:lnTo>
                  <a:pt x="3110" y="47"/>
                </a:lnTo>
                <a:lnTo>
                  <a:pt x="3111" y="47"/>
                </a:lnTo>
                <a:lnTo>
                  <a:pt x="3112" y="47"/>
                </a:lnTo>
                <a:lnTo>
                  <a:pt x="3113" y="47"/>
                </a:lnTo>
                <a:lnTo>
                  <a:pt x="3114" y="47"/>
                </a:lnTo>
                <a:lnTo>
                  <a:pt x="3115" y="47"/>
                </a:lnTo>
                <a:lnTo>
                  <a:pt x="3116" y="47"/>
                </a:lnTo>
                <a:lnTo>
                  <a:pt x="3117" y="47"/>
                </a:lnTo>
                <a:lnTo>
                  <a:pt x="3118" y="47"/>
                </a:lnTo>
                <a:lnTo>
                  <a:pt x="3119" y="47"/>
                </a:lnTo>
                <a:lnTo>
                  <a:pt x="3120" y="47"/>
                </a:lnTo>
                <a:lnTo>
                  <a:pt x="3121" y="47"/>
                </a:lnTo>
                <a:lnTo>
                  <a:pt x="3122" y="47"/>
                </a:lnTo>
                <a:lnTo>
                  <a:pt x="3123" y="47"/>
                </a:lnTo>
                <a:lnTo>
                  <a:pt x="3124" y="47"/>
                </a:lnTo>
                <a:lnTo>
                  <a:pt x="3125" y="47"/>
                </a:lnTo>
                <a:lnTo>
                  <a:pt x="3126" y="47"/>
                </a:lnTo>
                <a:lnTo>
                  <a:pt x="3127" y="47"/>
                </a:lnTo>
                <a:lnTo>
                  <a:pt x="3128" y="47"/>
                </a:lnTo>
                <a:lnTo>
                  <a:pt x="3129" y="47"/>
                </a:lnTo>
                <a:lnTo>
                  <a:pt x="3130" y="47"/>
                </a:lnTo>
                <a:lnTo>
                  <a:pt x="3131" y="47"/>
                </a:lnTo>
                <a:lnTo>
                  <a:pt x="3132" y="47"/>
                </a:lnTo>
                <a:lnTo>
                  <a:pt x="3133" y="47"/>
                </a:lnTo>
                <a:lnTo>
                  <a:pt x="3134" y="47"/>
                </a:lnTo>
                <a:lnTo>
                  <a:pt x="3135" y="47"/>
                </a:lnTo>
                <a:lnTo>
                  <a:pt x="3136" y="47"/>
                </a:lnTo>
                <a:lnTo>
                  <a:pt x="3137" y="47"/>
                </a:lnTo>
                <a:lnTo>
                  <a:pt x="3138" y="47"/>
                </a:lnTo>
                <a:lnTo>
                  <a:pt x="3139" y="47"/>
                </a:lnTo>
                <a:lnTo>
                  <a:pt x="3140" y="47"/>
                </a:lnTo>
                <a:lnTo>
                  <a:pt x="3141" y="47"/>
                </a:lnTo>
                <a:lnTo>
                  <a:pt x="3142" y="47"/>
                </a:lnTo>
                <a:lnTo>
                  <a:pt x="3143" y="47"/>
                </a:lnTo>
                <a:lnTo>
                  <a:pt x="3144" y="47"/>
                </a:lnTo>
                <a:lnTo>
                  <a:pt x="3145" y="47"/>
                </a:lnTo>
                <a:lnTo>
                  <a:pt x="3146" y="47"/>
                </a:lnTo>
                <a:lnTo>
                  <a:pt x="3147" y="47"/>
                </a:lnTo>
                <a:lnTo>
                  <a:pt x="3148" y="47"/>
                </a:lnTo>
                <a:lnTo>
                  <a:pt x="3149" y="47"/>
                </a:lnTo>
                <a:lnTo>
                  <a:pt x="3150" y="47"/>
                </a:lnTo>
                <a:lnTo>
                  <a:pt x="3151" y="47"/>
                </a:lnTo>
                <a:lnTo>
                  <a:pt x="3152" y="47"/>
                </a:lnTo>
                <a:lnTo>
                  <a:pt x="3153" y="47"/>
                </a:lnTo>
                <a:lnTo>
                  <a:pt x="3154" y="47"/>
                </a:lnTo>
                <a:lnTo>
                  <a:pt x="3155" y="47"/>
                </a:lnTo>
                <a:lnTo>
                  <a:pt x="3156" y="47"/>
                </a:lnTo>
                <a:lnTo>
                  <a:pt x="3157" y="47"/>
                </a:lnTo>
                <a:lnTo>
                  <a:pt x="3158" y="47"/>
                </a:lnTo>
                <a:lnTo>
                  <a:pt x="3159" y="47"/>
                </a:lnTo>
                <a:lnTo>
                  <a:pt x="3160" y="47"/>
                </a:lnTo>
                <a:lnTo>
                  <a:pt x="3161" y="47"/>
                </a:lnTo>
                <a:lnTo>
                  <a:pt x="3162" y="47"/>
                </a:lnTo>
                <a:lnTo>
                  <a:pt x="3163" y="47"/>
                </a:lnTo>
                <a:lnTo>
                  <a:pt x="3164" y="47"/>
                </a:lnTo>
                <a:lnTo>
                  <a:pt x="3165" y="47"/>
                </a:lnTo>
                <a:lnTo>
                  <a:pt x="3166" y="47"/>
                </a:lnTo>
                <a:lnTo>
                  <a:pt x="3167" y="47"/>
                </a:lnTo>
                <a:lnTo>
                  <a:pt x="3168" y="47"/>
                </a:lnTo>
                <a:lnTo>
                  <a:pt x="3169" y="47"/>
                </a:lnTo>
                <a:lnTo>
                  <a:pt x="3170" y="47"/>
                </a:lnTo>
                <a:lnTo>
                  <a:pt x="3171" y="47"/>
                </a:lnTo>
                <a:lnTo>
                  <a:pt x="3172" y="47"/>
                </a:lnTo>
                <a:lnTo>
                  <a:pt x="3173" y="47"/>
                </a:lnTo>
                <a:lnTo>
                  <a:pt x="3174" y="47"/>
                </a:lnTo>
                <a:lnTo>
                  <a:pt x="3175" y="47"/>
                </a:lnTo>
                <a:lnTo>
                  <a:pt x="3176" y="47"/>
                </a:lnTo>
                <a:lnTo>
                  <a:pt x="3177" y="47"/>
                </a:lnTo>
                <a:lnTo>
                  <a:pt x="3178" y="47"/>
                </a:lnTo>
                <a:lnTo>
                  <a:pt x="3179" y="47"/>
                </a:lnTo>
                <a:lnTo>
                  <a:pt x="3180" y="47"/>
                </a:lnTo>
                <a:lnTo>
                  <a:pt x="3181" y="47"/>
                </a:lnTo>
                <a:lnTo>
                  <a:pt x="3182" y="47"/>
                </a:lnTo>
                <a:lnTo>
                  <a:pt x="3183" y="47"/>
                </a:lnTo>
                <a:lnTo>
                  <a:pt x="3184" y="47"/>
                </a:lnTo>
                <a:lnTo>
                  <a:pt x="3185" y="47"/>
                </a:lnTo>
                <a:lnTo>
                  <a:pt x="3186" y="47"/>
                </a:lnTo>
                <a:lnTo>
                  <a:pt x="3187" y="47"/>
                </a:lnTo>
                <a:lnTo>
                  <a:pt x="3188" y="47"/>
                </a:lnTo>
                <a:lnTo>
                  <a:pt x="3189" y="47"/>
                </a:lnTo>
                <a:lnTo>
                  <a:pt x="3190" y="47"/>
                </a:lnTo>
                <a:lnTo>
                  <a:pt x="3191" y="47"/>
                </a:lnTo>
                <a:lnTo>
                  <a:pt x="3192" y="47"/>
                </a:lnTo>
                <a:lnTo>
                  <a:pt x="3193" y="47"/>
                </a:lnTo>
                <a:lnTo>
                  <a:pt x="3194" y="47"/>
                </a:lnTo>
                <a:lnTo>
                  <a:pt x="3195" y="47"/>
                </a:lnTo>
                <a:lnTo>
                  <a:pt x="3196" y="47"/>
                </a:lnTo>
                <a:lnTo>
                  <a:pt x="3197" y="47"/>
                </a:lnTo>
                <a:lnTo>
                  <a:pt x="3198" y="47"/>
                </a:lnTo>
                <a:lnTo>
                  <a:pt x="3199" y="47"/>
                </a:lnTo>
                <a:lnTo>
                  <a:pt x="3200" y="47"/>
                </a:lnTo>
                <a:lnTo>
                  <a:pt x="3201" y="47"/>
                </a:lnTo>
                <a:lnTo>
                  <a:pt x="3202" y="47"/>
                </a:lnTo>
                <a:lnTo>
                  <a:pt x="3203" y="47"/>
                </a:lnTo>
                <a:lnTo>
                  <a:pt x="3204" y="47"/>
                </a:lnTo>
                <a:lnTo>
                  <a:pt x="3205" y="47"/>
                </a:lnTo>
                <a:lnTo>
                  <a:pt x="3206" y="47"/>
                </a:lnTo>
                <a:lnTo>
                  <a:pt x="3207" y="47"/>
                </a:lnTo>
                <a:lnTo>
                  <a:pt x="3208" y="47"/>
                </a:lnTo>
                <a:lnTo>
                  <a:pt x="3209" y="47"/>
                </a:lnTo>
                <a:lnTo>
                  <a:pt x="3210" y="47"/>
                </a:lnTo>
                <a:lnTo>
                  <a:pt x="3211" y="47"/>
                </a:lnTo>
                <a:lnTo>
                  <a:pt x="3212" y="47"/>
                </a:lnTo>
                <a:lnTo>
                  <a:pt x="3213" y="47"/>
                </a:lnTo>
                <a:lnTo>
                  <a:pt x="3214" y="47"/>
                </a:lnTo>
                <a:lnTo>
                  <a:pt x="3215" y="47"/>
                </a:lnTo>
                <a:lnTo>
                  <a:pt x="3216" y="47"/>
                </a:lnTo>
                <a:lnTo>
                  <a:pt x="3217" y="47"/>
                </a:lnTo>
                <a:lnTo>
                  <a:pt x="3218" y="47"/>
                </a:lnTo>
                <a:lnTo>
                  <a:pt x="3219" y="47"/>
                </a:lnTo>
                <a:lnTo>
                  <a:pt x="3220" y="47"/>
                </a:lnTo>
                <a:lnTo>
                  <a:pt x="3221" y="47"/>
                </a:lnTo>
                <a:lnTo>
                  <a:pt x="3222" y="47"/>
                </a:lnTo>
                <a:lnTo>
                  <a:pt x="3223" y="47"/>
                </a:lnTo>
                <a:lnTo>
                  <a:pt x="3224" y="47"/>
                </a:lnTo>
                <a:lnTo>
                  <a:pt x="3225" y="47"/>
                </a:lnTo>
                <a:lnTo>
                  <a:pt x="3226" y="47"/>
                </a:lnTo>
                <a:lnTo>
                  <a:pt x="3227" y="47"/>
                </a:lnTo>
                <a:lnTo>
                  <a:pt x="3228" y="47"/>
                </a:lnTo>
                <a:lnTo>
                  <a:pt x="3229" y="47"/>
                </a:lnTo>
                <a:lnTo>
                  <a:pt x="3230" y="47"/>
                </a:lnTo>
                <a:lnTo>
                  <a:pt x="3231" y="47"/>
                </a:lnTo>
                <a:lnTo>
                  <a:pt x="3232" y="47"/>
                </a:lnTo>
                <a:lnTo>
                  <a:pt x="3233" y="47"/>
                </a:lnTo>
                <a:lnTo>
                  <a:pt x="3234" y="47"/>
                </a:lnTo>
                <a:lnTo>
                  <a:pt x="3235" y="47"/>
                </a:lnTo>
                <a:lnTo>
                  <a:pt x="3236" y="47"/>
                </a:lnTo>
                <a:lnTo>
                  <a:pt x="3237" y="47"/>
                </a:lnTo>
                <a:lnTo>
                  <a:pt x="3238" y="47"/>
                </a:lnTo>
                <a:lnTo>
                  <a:pt x="3239" y="47"/>
                </a:lnTo>
                <a:lnTo>
                  <a:pt x="3240" y="47"/>
                </a:lnTo>
                <a:lnTo>
                  <a:pt x="3241" y="47"/>
                </a:lnTo>
                <a:lnTo>
                  <a:pt x="3242" y="47"/>
                </a:lnTo>
                <a:lnTo>
                  <a:pt x="3243" y="47"/>
                </a:lnTo>
                <a:lnTo>
                  <a:pt x="3244" y="47"/>
                </a:lnTo>
                <a:lnTo>
                  <a:pt x="3245" y="47"/>
                </a:lnTo>
                <a:lnTo>
                  <a:pt x="3246" y="47"/>
                </a:lnTo>
                <a:lnTo>
                  <a:pt x="3247" y="47"/>
                </a:lnTo>
                <a:lnTo>
                  <a:pt x="3248" y="47"/>
                </a:lnTo>
                <a:lnTo>
                  <a:pt x="3249" y="47"/>
                </a:lnTo>
                <a:lnTo>
                  <a:pt x="3250" y="47"/>
                </a:lnTo>
                <a:lnTo>
                  <a:pt x="3251" y="47"/>
                </a:lnTo>
                <a:lnTo>
                  <a:pt x="3252" y="47"/>
                </a:lnTo>
                <a:lnTo>
                  <a:pt x="3253" y="47"/>
                </a:lnTo>
                <a:lnTo>
                  <a:pt x="3254" y="47"/>
                </a:lnTo>
                <a:lnTo>
                  <a:pt x="3255" y="47"/>
                </a:lnTo>
                <a:lnTo>
                  <a:pt x="3256" y="47"/>
                </a:lnTo>
                <a:lnTo>
                  <a:pt x="3257" y="47"/>
                </a:lnTo>
                <a:lnTo>
                  <a:pt x="3258" y="47"/>
                </a:lnTo>
                <a:lnTo>
                  <a:pt x="3259" y="47"/>
                </a:lnTo>
                <a:lnTo>
                  <a:pt x="3260" y="47"/>
                </a:lnTo>
                <a:lnTo>
                  <a:pt x="3261" y="47"/>
                </a:lnTo>
                <a:lnTo>
                  <a:pt x="3262" y="47"/>
                </a:lnTo>
                <a:lnTo>
                  <a:pt x="3263" y="47"/>
                </a:lnTo>
                <a:lnTo>
                  <a:pt x="3264" y="47"/>
                </a:lnTo>
                <a:lnTo>
                  <a:pt x="3265" y="47"/>
                </a:lnTo>
                <a:lnTo>
                  <a:pt x="3266" y="47"/>
                </a:lnTo>
                <a:lnTo>
                  <a:pt x="3267" y="47"/>
                </a:lnTo>
                <a:lnTo>
                  <a:pt x="3268" y="47"/>
                </a:lnTo>
                <a:lnTo>
                  <a:pt x="3269" y="47"/>
                </a:lnTo>
                <a:lnTo>
                  <a:pt x="3270" y="47"/>
                </a:lnTo>
                <a:lnTo>
                  <a:pt x="3271" y="47"/>
                </a:lnTo>
                <a:lnTo>
                  <a:pt x="3272" y="47"/>
                </a:lnTo>
                <a:lnTo>
                  <a:pt x="3273" y="47"/>
                </a:lnTo>
                <a:lnTo>
                  <a:pt x="3274" y="47"/>
                </a:lnTo>
                <a:lnTo>
                  <a:pt x="3275" y="47"/>
                </a:lnTo>
                <a:lnTo>
                  <a:pt x="3276" y="47"/>
                </a:lnTo>
                <a:lnTo>
                  <a:pt x="3277" y="47"/>
                </a:lnTo>
                <a:lnTo>
                  <a:pt x="3278" y="47"/>
                </a:lnTo>
                <a:lnTo>
                  <a:pt x="3279" y="47"/>
                </a:lnTo>
                <a:lnTo>
                  <a:pt x="3280" y="47"/>
                </a:lnTo>
                <a:lnTo>
                  <a:pt x="3281" y="47"/>
                </a:lnTo>
                <a:lnTo>
                  <a:pt x="3282" y="47"/>
                </a:lnTo>
                <a:lnTo>
                  <a:pt x="3283" y="47"/>
                </a:lnTo>
                <a:lnTo>
                  <a:pt x="3284" y="47"/>
                </a:lnTo>
                <a:lnTo>
                  <a:pt x="3285" y="47"/>
                </a:lnTo>
                <a:lnTo>
                  <a:pt x="3286" y="47"/>
                </a:lnTo>
                <a:lnTo>
                  <a:pt x="3287" y="47"/>
                </a:lnTo>
                <a:lnTo>
                  <a:pt x="3288" y="47"/>
                </a:lnTo>
                <a:lnTo>
                  <a:pt x="3289" y="47"/>
                </a:lnTo>
                <a:lnTo>
                  <a:pt x="3290" y="47"/>
                </a:lnTo>
                <a:lnTo>
                  <a:pt x="3291" y="47"/>
                </a:lnTo>
                <a:lnTo>
                  <a:pt x="3292" y="47"/>
                </a:lnTo>
                <a:lnTo>
                  <a:pt x="3293" y="47"/>
                </a:lnTo>
                <a:lnTo>
                  <a:pt x="3294" y="47"/>
                </a:lnTo>
                <a:lnTo>
                  <a:pt x="3295" y="47"/>
                </a:lnTo>
                <a:lnTo>
                  <a:pt x="3296" y="47"/>
                </a:lnTo>
                <a:lnTo>
                  <a:pt x="3297" y="47"/>
                </a:lnTo>
                <a:lnTo>
                  <a:pt x="3298" y="47"/>
                </a:lnTo>
                <a:lnTo>
                  <a:pt x="3299" y="47"/>
                </a:lnTo>
                <a:lnTo>
                  <a:pt x="3300" y="47"/>
                </a:lnTo>
                <a:lnTo>
                  <a:pt x="3301" y="47"/>
                </a:lnTo>
                <a:lnTo>
                  <a:pt x="3302" y="47"/>
                </a:lnTo>
                <a:lnTo>
                  <a:pt x="3303" y="47"/>
                </a:lnTo>
                <a:lnTo>
                  <a:pt x="3304" y="47"/>
                </a:lnTo>
                <a:lnTo>
                  <a:pt x="3305" y="47"/>
                </a:lnTo>
                <a:lnTo>
                  <a:pt x="3306" y="47"/>
                </a:lnTo>
                <a:lnTo>
                  <a:pt x="3307" y="47"/>
                </a:lnTo>
                <a:lnTo>
                  <a:pt x="3308" y="47"/>
                </a:lnTo>
                <a:lnTo>
                  <a:pt x="3309" y="47"/>
                </a:lnTo>
                <a:lnTo>
                  <a:pt x="3310" y="47"/>
                </a:lnTo>
                <a:lnTo>
                  <a:pt x="3311" y="47"/>
                </a:lnTo>
                <a:lnTo>
                  <a:pt x="3312" y="47"/>
                </a:lnTo>
                <a:lnTo>
                  <a:pt x="3313" y="47"/>
                </a:lnTo>
                <a:lnTo>
                  <a:pt x="3314" y="47"/>
                </a:lnTo>
                <a:lnTo>
                  <a:pt x="3315" y="47"/>
                </a:lnTo>
                <a:lnTo>
                  <a:pt x="3316" y="47"/>
                </a:lnTo>
                <a:lnTo>
                  <a:pt x="3317" y="47"/>
                </a:lnTo>
                <a:lnTo>
                  <a:pt x="3318" y="47"/>
                </a:lnTo>
                <a:lnTo>
                  <a:pt x="3319" y="47"/>
                </a:lnTo>
                <a:lnTo>
                  <a:pt x="3320" y="47"/>
                </a:lnTo>
                <a:lnTo>
                  <a:pt x="3321" y="47"/>
                </a:lnTo>
                <a:lnTo>
                  <a:pt x="3322" y="47"/>
                </a:lnTo>
                <a:lnTo>
                  <a:pt x="3323" y="47"/>
                </a:lnTo>
                <a:lnTo>
                  <a:pt x="3324" y="47"/>
                </a:lnTo>
                <a:lnTo>
                  <a:pt x="3325" y="47"/>
                </a:lnTo>
                <a:lnTo>
                  <a:pt x="3326" y="47"/>
                </a:lnTo>
                <a:lnTo>
                  <a:pt x="3327" y="47"/>
                </a:lnTo>
                <a:lnTo>
                  <a:pt x="3328" y="47"/>
                </a:lnTo>
                <a:lnTo>
                  <a:pt x="3329" y="47"/>
                </a:lnTo>
                <a:lnTo>
                  <a:pt x="3330" y="47"/>
                </a:lnTo>
                <a:lnTo>
                  <a:pt x="3331" y="47"/>
                </a:lnTo>
                <a:lnTo>
                  <a:pt x="3332" y="47"/>
                </a:lnTo>
                <a:lnTo>
                  <a:pt x="3333" y="47"/>
                </a:lnTo>
                <a:lnTo>
                  <a:pt x="3334" y="47"/>
                </a:lnTo>
                <a:lnTo>
                  <a:pt x="3335" y="47"/>
                </a:lnTo>
                <a:lnTo>
                  <a:pt x="3336" y="47"/>
                </a:lnTo>
                <a:lnTo>
                  <a:pt x="3337" y="47"/>
                </a:lnTo>
                <a:lnTo>
                  <a:pt x="3338" y="47"/>
                </a:lnTo>
                <a:lnTo>
                  <a:pt x="3339" y="47"/>
                </a:lnTo>
                <a:lnTo>
                  <a:pt x="3340" y="47"/>
                </a:lnTo>
                <a:lnTo>
                  <a:pt x="3341" y="47"/>
                </a:lnTo>
                <a:lnTo>
                  <a:pt x="3342" y="47"/>
                </a:lnTo>
                <a:lnTo>
                  <a:pt x="3343" y="47"/>
                </a:lnTo>
                <a:lnTo>
                  <a:pt x="3344" y="47"/>
                </a:lnTo>
                <a:lnTo>
                  <a:pt x="3345" y="47"/>
                </a:lnTo>
                <a:lnTo>
                  <a:pt x="3346" y="47"/>
                </a:lnTo>
                <a:lnTo>
                  <a:pt x="3347" y="47"/>
                </a:lnTo>
                <a:lnTo>
                  <a:pt x="3348" y="47"/>
                </a:lnTo>
                <a:lnTo>
                  <a:pt x="3349" y="47"/>
                </a:lnTo>
                <a:lnTo>
                  <a:pt x="3350" y="47"/>
                </a:lnTo>
                <a:lnTo>
                  <a:pt x="3351" y="47"/>
                </a:lnTo>
                <a:lnTo>
                  <a:pt x="3352" y="47"/>
                </a:lnTo>
                <a:lnTo>
                  <a:pt x="3353" y="47"/>
                </a:lnTo>
                <a:lnTo>
                  <a:pt x="3354" y="47"/>
                </a:lnTo>
                <a:lnTo>
                  <a:pt x="3355" y="47"/>
                </a:lnTo>
                <a:lnTo>
                  <a:pt x="3356" y="47"/>
                </a:lnTo>
                <a:lnTo>
                  <a:pt x="3357" y="47"/>
                </a:lnTo>
                <a:lnTo>
                  <a:pt x="3358" y="47"/>
                </a:lnTo>
                <a:lnTo>
                  <a:pt x="3359" y="47"/>
                </a:lnTo>
                <a:lnTo>
                  <a:pt x="3360" y="47"/>
                </a:lnTo>
                <a:lnTo>
                  <a:pt x="3361" y="47"/>
                </a:lnTo>
                <a:lnTo>
                  <a:pt x="3362" y="47"/>
                </a:lnTo>
                <a:lnTo>
                  <a:pt x="3363" y="47"/>
                </a:lnTo>
                <a:lnTo>
                  <a:pt x="3364" y="47"/>
                </a:lnTo>
                <a:lnTo>
                  <a:pt x="3365" y="47"/>
                </a:lnTo>
                <a:lnTo>
                  <a:pt x="3366" y="47"/>
                </a:lnTo>
                <a:lnTo>
                  <a:pt x="3367" y="47"/>
                </a:lnTo>
                <a:lnTo>
                  <a:pt x="3368" y="47"/>
                </a:lnTo>
                <a:lnTo>
                  <a:pt x="3369" y="47"/>
                </a:lnTo>
                <a:lnTo>
                  <a:pt x="3370" y="47"/>
                </a:lnTo>
                <a:lnTo>
                  <a:pt x="3371" y="47"/>
                </a:lnTo>
                <a:lnTo>
                  <a:pt x="3372" y="47"/>
                </a:lnTo>
                <a:lnTo>
                  <a:pt x="3373" y="47"/>
                </a:lnTo>
                <a:lnTo>
                  <a:pt x="3374" y="47"/>
                </a:lnTo>
                <a:lnTo>
                  <a:pt x="3375" y="47"/>
                </a:lnTo>
                <a:lnTo>
                  <a:pt x="3376" y="47"/>
                </a:lnTo>
                <a:lnTo>
                  <a:pt x="3377" y="47"/>
                </a:lnTo>
                <a:lnTo>
                  <a:pt x="3378" y="47"/>
                </a:lnTo>
                <a:lnTo>
                  <a:pt x="3379" y="47"/>
                </a:lnTo>
                <a:lnTo>
                  <a:pt x="3380" y="47"/>
                </a:lnTo>
                <a:lnTo>
                  <a:pt x="3381" y="47"/>
                </a:lnTo>
                <a:lnTo>
                  <a:pt x="3382" y="47"/>
                </a:lnTo>
                <a:lnTo>
                  <a:pt x="3383" y="47"/>
                </a:lnTo>
                <a:lnTo>
                  <a:pt x="3384" y="47"/>
                </a:lnTo>
                <a:lnTo>
                  <a:pt x="3385" y="47"/>
                </a:lnTo>
                <a:lnTo>
                  <a:pt x="3386" y="47"/>
                </a:lnTo>
                <a:lnTo>
                  <a:pt x="3387" y="47"/>
                </a:lnTo>
                <a:lnTo>
                  <a:pt x="3388" y="47"/>
                </a:lnTo>
                <a:lnTo>
                  <a:pt x="3389" y="47"/>
                </a:lnTo>
                <a:lnTo>
                  <a:pt x="3390" y="47"/>
                </a:lnTo>
                <a:lnTo>
                  <a:pt x="3391" y="47"/>
                </a:lnTo>
                <a:lnTo>
                  <a:pt x="3392" y="47"/>
                </a:lnTo>
                <a:lnTo>
                  <a:pt x="3393" y="47"/>
                </a:lnTo>
                <a:lnTo>
                  <a:pt x="3394" y="47"/>
                </a:lnTo>
                <a:lnTo>
                  <a:pt x="3395" y="47"/>
                </a:lnTo>
                <a:lnTo>
                  <a:pt x="3396" y="47"/>
                </a:lnTo>
                <a:lnTo>
                  <a:pt x="3397" y="47"/>
                </a:lnTo>
                <a:lnTo>
                  <a:pt x="3398" y="47"/>
                </a:lnTo>
                <a:lnTo>
                  <a:pt x="3399" y="47"/>
                </a:lnTo>
                <a:lnTo>
                  <a:pt x="3400" y="47"/>
                </a:lnTo>
                <a:lnTo>
                  <a:pt x="3401" y="47"/>
                </a:lnTo>
                <a:lnTo>
                  <a:pt x="3402" y="47"/>
                </a:lnTo>
                <a:lnTo>
                  <a:pt x="3403" y="47"/>
                </a:lnTo>
                <a:lnTo>
                  <a:pt x="3404" y="47"/>
                </a:lnTo>
                <a:lnTo>
                  <a:pt x="3405" y="47"/>
                </a:lnTo>
                <a:lnTo>
                  <a:pt x="3406" y="47"/>
                </a:lnTo>
                <a:lnTo>
                  <a:pt x="3407" y="47"/>
                </a:lnTo>
                <a:lnTo>
                  <a:pt x="3408" y="47"/>
                </a:lnTo>
                <a:lnTo>
                  <a:pt x="3409" y="47"/>
                </a:lnTo>
                <a:lnTo>
                  <a:pt x="3410" y="47"/>
                </a:lnTo>
                <a:lnTo>
                  <a:pt x="3411" y="47"/>
                </a:lnTo>
                <a:lnTo>
                  <a:pt x="3412" y="47"/>
                </a:lnTo>
                <a:lnTo>
                  <a:pt x="3413" y="47"/>
                </a:lnTo>
                <a:lnTo>
                  <a:pt x="3414" y="47"/>
                </a:lnTo>
                <a:lnTo>
                  <a:pt x="3415" y="47"/>
                </a:lnTo>
                <a:lnTo>
                  <a:pt x="3416" y="47"/>
                </a:lnTo>
                <a:lnTo>
                  <a:pt x="3417" y="47"/>
                </a:lnTo>
                <a:lnTo>
                  <a:pt x="3418" y="47"/>
                </a:lnTo>
                <a:lnTo>
                  <a:pt x="3419" y="47"/>
                </a:lnTo>
                <a:lnTo>
                  <a:pt x="3420" y="47"/>
                </a:lnTo>
                <a:lnTo>
                  <a:pt x="3421" y="47"/>
                </a:lnTo>
                <a:lnTo>
                  <a:pt x="3422" y="47"/>
                </a:lnTo>
                <a:lnTo>
                  <a:pt x="3423" y="47"/>
                </a:lnTo>
                <a:lnTo>
                  <a:pt x="3424" y="47"/>
                </a:lnTo>
                <a:lnTo>
                  <a:pt x="3425" y="47"/>
                </a:lnTo>
                <a:lnTo>
                  <a:pt x="3426" y="47"/>
                </a:lnTo>
                <a:lnTo>
                  <a:pt x="3427" y="47"/>
                </a:lnTo>
                <a:lnTo>
                  <a:pt x="3428" y="47"/>
                </a:lnTo>
                <a:lnTo>
                  <a:pt x="3429" y="47"/>
                </a:lnTo>
                <a:lnTo>
                  <a:pt x="3430" y="47"/>
                </a:lnTo>
                <a:lnTo>
                  <a:pt x="3431" y="47"/>
                </a:lnTo>
                <a:lnTo>
                  <a:pt x="3432" y="47"/>
                </a:lnTo>
                <a:lnTo>
                  <a:pt x="3433" y="47"/>
                </a:lnTo>
                <a:lnTo>
                  <a:pt x="3434" y="47"/>
                </a:lnTo>
                <a:lnTo>
                  <a:pt x="3435" y="47"/>
                </a:lnTo>
                <a:lnTo>
                  <a:pt x="3436" y="47"/>
                </a:lnTo>
                <a:lnTo>
                  <a:pt x="3437" y="47"/>
                </a:lnTo>
                <a:lnTo>
                  <a:pt x="3438" y="47"/>
                </a:lnTo>
                <a:lnTo>
                  <a:pt x="3439" y="47"/>
                </a:lnTo>
                <a:lnTo>
                  <a:pt x="3440" y="47"/>
                </a:lnTo>
                <a:lnTo>
                  <a:pt x="3441" y="47"/>
                </a:lnTo>
                <a:lnTo>
                  <a:pt x="3442" y="47"/>
                </a:lnTo>
                <a:lnTo>
                  <a:pt x="3443" y="47"/>
                </a:lnTo>
                <a:lnTo>
                  <a:pt x="3444" y="47"/>
                </a:lnTo>
                <a:lnTo>
                  <a:pt x="3445" y="47"/>
                </a:lnTo>
                <a:lnTo>
                  <a:pt x="3446" y="47"/>
                </a:lnTo>
                <a:lnTo>
                  <a:pt x="3447" y="47"/>
                </a:lnTo>
                <a:lnTo>
                  <a:pt x="3448" y="47"/>
                </a:lnTo>
                <a:lnTo>
                  <a:pt x="3449" y="47"/>
                </a:lnTo>
                <a:lnTo>
                  <a:pt x="3450" y="47"/>
                </a:lnTo>
                <a:lnTo>
                  <a:pt x="3451" y="47"/>
                </a:lnTo>
                <a:lnTo>
                  <a:pt x="3452" y="47"/>
                </a:lnTo>
                <a:lnTo>
                  <a:pt x="3453" y="47"/>
                </a:lnTo>
                <a:lnTo>
                  <a:pt x="3454" y="47"/>
                </a:lnTo>
                <a:lnTo>
                  <a:pt x="3455" y="47"/>
                </a:lnTo>
                <a:lnTo>
                  <a:pt x="3456" y="47"/>
                </a:lnTo>
                <a:lnTo>
                  <a:pt x="3457" y="47"/>
                </a:lnTo>
                <a:lnTo>
                  <a:pt x="3458" y="47"/>
                </a:lnTo>
                <a:lnTo>
                  <a:pt x="3459" y="47"/>
                </a:lnTo>
                <a:lnTo>
                  <a:pt x="3460" y="47"/>
                </a:lnTo>
                <a:lnTo>
                  <a:pt x="3461" y="47"/>
                </a:lnTo>
                <a:lnTo>
                  <a:pt x="3462" y="47"/>
                </a:lnTo>
                <a:lnTo>
                  <a:pt x="3463" y="47"/>
                </a:lnTo>
                <a:lnTo>
                  <a:pt x="3464" y="47"/>
                </a:lnTo>
                <a:lnTo>
                  <a:pt x="3465" y="47"/>
                </a:lnTo>
                <a:lnTo>
                  <a:pt x="3466" y="47"/>
                </a:lnTo>
                <a:lnTo>
                  <a:pt x="3467" y="47"/>
                </a:lnTo>
                <a:lnTo>
                  <a:pt x="3468" y="47"/>
                </a:lnTo>
                <a:lnTo>
                  <a:pt x="3469" y="47"/>
                </a:lnTo>
                <a:lnTo>
                  <a:pt x="3470" y="47"/>
                </a:lnTo>
                <a:lnTo>
                  <a:pt x="3471" y="47"/>
                </a:lnTo>
                <a:lnTo>
                  <a:pt x="3472" y="47"/>
                </a:lnTo>
                <a:lnTo>
                  <a:pt x="3473" y="47"/>
                </a:lnTo>
                <a:lnTo>
                  <a:pt x="3474" y="47"/>
                </a:lnTo>
                <a:lnTo>
                  <a:pt x="3475" y="47"/>
                </a:lnTo>
                <a:lnTo>
                  <a:pt x="3476" y="47"/>
                </a:lnTo>
                <a:lnTo>
                  <a:pt x="3477" y="47"/>
                </a:lnTo>
                <a:lnTo>
                  <a:pt x="3478" y="47"/>
                </a:lnTo>
                <a:lnTo>
                  <a:pt x="3479" y="47"/>
                </a:lnTo>
                <a:lnTo>
                  <a:pt x="3480" y="47"/>
                </a:lnTo>
                <a:lnTo>
                  <a:pt x="3481" y="47"/>
                </a:lnTo>
                <a:lnTo>
                  <a:pt x="3482" y="47"/>
                </a:lnTo>
                <a:lnTo>
                  <a:pt x="3483" y="47"/>
                </a:lnTo>
                <a:lnTo>
                  <a:pt x="3484" y="47"/>
                </a:lnTo>
                <a:lnTo>
                  <a:pt x="3485" y="47"/>
                </a:lnTo>
                <a:lnTo>
                  <a:pt x="3486" y="47"/>
                </a:lnTo>
                <a:lnTo>
                  <a:pt x="3487" y="47"/>
                </a:lnTo>
                <a:lnTo>
                  <a:pt x="3488" y="47"/>
                </a:lnTo>
                <a:lnTo>
                  <a:pt x="3489" y="47"/>
                </a:lnTo>
                <a:lnTo>
                  <a:pt x="3490" y="47"/>
                </a:lnTo>
                <a:lnTo>
                  <a:pt x="3491" y="47"/>
                </a:lnTo>
                <a:lnTo>
                  <a:pt x="3492" y="47"/>
                </a:lnTo>
                <a:lnTo>
                  <a:pt x="3493" y="47"/>
                </a:lnTo>
                <a:lnTo>
                  <a:pt x="3494" y="47"/>
                </a:lnTo>
                <a:lnTo>
                  <a:pt x="3495" y="47"/>
                </a:lnTo>
                <a:lnTo>
                  <a:pt x="3496" y="47"/>
                </a:lnTo>
                <a:lnTo>
                  <a:pt x="3497" y="47"/>
                </a:lnTo>
                <a:lnTo>
                  <a:pt x="3498" y="47"/>
                </a:lnTo>
                <a:lnTo>
                  <a:pt x="3499" y="47"/>
                </a:lnTo>
                <a:lnTo>
                  <a:pt x="3500" y="47"/>
                </a:lnTo>
                <a:lnTo>
                  <a:pt x="3501" y="47"/>
                </a:lnTo>
                <a:lnTo>
                  <a:pt x="3502" y="47"/>
                </a:lnTo>
                <a:lnTo>
                  <a:pt x="3503" y="47"/>
                </a:lnTo>
                <a:lnTo>
                  <a:pt x="3504" y="47"/>
                </a:lnTo>
                <a:lnTo>
                  <a:pt x="3505" y="47"/>
                </a:lnTo>
                <a:lnTo>
                  <a:pt x="3506" y="47"/>
                </a:lnTo>
                <a:lnTo>
                  <a:pt x="3507" y="47"/>
                </a:lnTo>
                <a:lnTo>
                  <a:pt x="3508" y="47"/>
                </a:lnTo>
                <a:lnTo>
                  <a:pt x="3509" y="47"/>
                </a:lnTo>
                <a:lnTo>
                  <a:pt x="3510" y="47"/>
                </a:lnTo>
                <a:lnTo>
                  <a:pt x="3511" y="47"/>
                </a:lnTo>
                <a:lnTo>
                  <a:pt x="3512" y="47"/>
                </a:lnTo>
                <a:lnTo>
                  <a:pt x="3513" y="47"/>
                </a:lnTo>
                <a:lnTo>
                  <a:pt x="3514" y="47"/>
                </a:lnTo>
                <a:lnTo>
                  <a:pt x="3515" y="47"/>
                </a:lnTo>
                <a:lnTo>
                  <a:pt x="3516" y="47"/>
                </a:lnTo>
                <a:lnTo>
                  <a:pt x="3517" y="47"/>
                </a:lnTo>
                <a:lnTo>
                  <a:pt x="3518" y="47"/>
                </a:lnTo>
                <a:lnTo>
                  <a:pt x="3519" y="47"/>
                </a:lnTo>
                <a:lnTo>
                  <a:pt x="3520" y="47"/>
                </a:lnTo>
                <a:lnTo>
                  <a:pt x="3521" y="47"/>
                </a:lnTo>
                <a:lnTo>
                  <a:pt x="3522" y="47"/>
                </a:lnTo>
                <a:lnTo>
                  <a:pt x="3523" y="47"/>
                </a:lnTo>
                <a:lnTo>
                  <a:pt x="3524" y="47"/>
                </a:lnTo>
                <a:lnTo>
                  <a:pt x="3525" y="47"/>
                </a:lnTo>
                <a:lnTo>
                  <a:pt x="3526" y="47"/>
                </a:lnTo>
                <a:lnTo>
                  <a:pt x="3527" y="47"/>
                </a:lnTo>
                <a:lnTo>
                  <a:pt x="3528" y="47"/>
                </a:lnTo>
                <a:lnTo>
                  <a:pt x="3529" y="47"/>
                </a:lnTo>
                <a:lnTo>
                  <a:pt x="3530" y="47"/>
                </a:lnTo>
                <a:lnTo>
                  <a:pt x="3531" y="47"/>
                </a:lnTo>
                <a:lnTo>
                  <a:pt x="3532" y="47"/>
                </a:lnTo>
                <a:lnTo>
                  <a:pt x="3533" y="47"/>
                </a:lnTo>
                <a:lnTo>
                  <a:pt x="3534" y="47"/>
                </a:lnTo>
                <a:lnTo>
                  <a:pt x="3535" y="47"/>
                </a:lnTo>
                <a:lnTo>
                  <a:pt x="3536" y="47"/>
                </a:lnTo>
                <a:lnTo>
                  <a:pt x="3537" y="47"/>
                </a:lnTo>
                <a:lnTo>
                  <a:pt x="3538" y="47"/>
                </a:lnTo>
                <a:lnTo>
                  <a:pt x="3539" y="47"/>
                </a:lnTo>
                <a:lnTo>
                  <a:pt x="3540" y="47"/>
                </a:lnTo>
                <a:lnTo>
                  <a:pt x="3541" y="47"/>
                </a:lnTo>
                <a:lnTo>
                  <a:pt x="3542" y="47"/>
                </a:lnTo>
                <a:lnTo>
                  <a:pt x="3543" y="47"/>
                </a:lnTo>
                <a:lnTo>
                  <a:pt x="3544" y="47"/>
                </a:lnTo>
                <a:lnTo>
                  <a:pt x="3545" y="47"/>
                </a:lnTo>
                <a:lnTo>
                  <a:pt x="3546" y="47"/>
                </a:lnTo>
                <a:lnTo>
                  <a:pt x="3547" y="47"/>
                </a:lnTo>
                <a:lnTo>
                  <a:pt x="3548" y="47"/>
                </a:lnTo>
                <a:lnTo>
                  <a:pt x="3549" y="47"/>
                </a:lnTo>
                <a:lnTo>
                  <a:pt x="3550" y="47"/>
                </a:lnTo>
                <a:lnTo>
                  <a:pt x="3551" y="47"/>
                </a:lnTo>
                <a:lnTo>
                  <a:pt x="3552" y="47"/>
                </a:lnTo>
                <a:lnTo>
                  <a:pt x="3553" y="47"/>
                </a:lnTo>
                <a:lnTo>
                  <a:pt x="3554" y="47"/>
                </a:lnTo>
                <a:lnTo>
                  <a:pt x="3555" y="47"/>
                </a:lnTo>
                <a:lnTo>
                  <a:pt x="3556" y="47"/>
                </a:lnTo>
                <a:lnTo>
                  <a:pt x="3557" y="47"/>
                </a:lnTo>
                <a:lnTo>
                  <a:pt x="3558" y="47"/>
                </a:lnTo>
                <a:lnTo>
                  <a:pt x="3559" y="47"/>
                </a:lnTo>
                <a:lnTo>
                  <a:pt x="3560" y="47"/>
                </a:lnTo>
                <a:lnTo>
                  <a:pt x="3561" y="47"/>
                </a:lnTo>
                <a:lnTo>
                  <a:pt x="3562" y="47"/>
                </a:lnTo>
                <a:lnTo>
                  <a:pt x="3563" y="47"/>
                </a:lnTo>
                <a:lnTo>
                  <a:pt x="3564" y="47"/>
                </a:lnTo>
                <a:lnTo>
                  <a:pt x="3565" y="47"/>
                </a:lnTo>
                <a:lnTo>
                  <a:pt x="3566" y="47"/>
                </a:lnTo>
                <a:lnTo>
                  <a:pt x="3567" y="47"/>
                </a:lnTo>
                <a:lnTo>
                  <a:pt x="3568" y="47"/>
                </a:lnTo>
                <a:lnTo>
                  <a:pt x="3569" y="47"/>
                </a:lnTo>
                <a:lnTo>
                  <a:pt x="3570" y="47"/>
                </a:lnTo>
                <a:lnTo>
                  <a:pt x="3571" y="47"/>
                </a:lnTo>
                <a:lnTo>
                  <a:pt x="3572" y="47"/>
                </a:lnTo>
                <a:lnTo>
                  <a:pt x="3573" y="47"/>
                </a:lnTo>
                <a:lnTo>
                  <a:pt x="3574" y="47"/>
                </a:lnTo>
                <a:lnTo>
                  <a:pt x="3575" y="47"/>
                </a:lnTo>
                <a:lnTo>
                  <a:pt x="3576" y="47"/>
                </a:lnTo>
                <a:lnTo>
                  <a:pt x="3577" y="47"/>
                </a:lnTo>
                <a:lnTo>
                  <a:pt x="3578" y="47"/>
                </a:lnTo>
                <a:lnTo>
                  <a:pt x="3579" y="47"/>
                </a:lnTo>
                <a:lnTo>
                  <a:pt x="3580" y="47"/>
                </a:lnTo>
                <a:lnTo>
                  <a:pt x="3581" y="47"/>
                </a:lnTo>
                <a:lnTo>
                  <a:pt x="3582" y="47"/>
                </a:lnTo>
                <a:lnTo>
                  <a:pt x="3583" y="47"/>
                </a:lnTo>
                <a:lnTo>
                  <a:pt x="3584" y="47"/>
                </a:lnTo>
                <a:lnTo>
                  <a:pt x="3585" y="47"/>
                </a:lnTo>
                <a:lnTo>
                  <a:pt x="3586" y="47"/>
                </a:lnTo>
                <a:lnTo>
                  <a:pt x="3587" y="47"/>
                </a:lnTo>
                <a:lnTo>
                  <a:pt x="3588" y="47"/>
                </a:lnTo>
                <a:lnTo>
                  <a:pt x="3589" y="47"/>
                </a:lnTo>
                <a:lnTo>
                  <a:pt x="3590" y="47"/>
                </a:lnTo>
                <a:lnTo>
                  <a:pt x="3591" y="47"/>
                </a:lnTo>
                <a:lnTo>
                  <a:pt x="3592" y="47"/>
                </a:lnTo>
                <a:lnTo>
                  <a:pt x="3593" y="47"/>
                </a:lnTo>
                <a:lnTo>
                  <a:pt x="3594" y="47"/>
                </a:lnTo>
                <a:lnTo>
                  <a:pt x="3595" y="47"/>
                </a:lnTo>
                <a:lnTo>
                  <a:pt x="3596" y="47"/>
                </a:lnTo>
                <a:lnTo>
                  <a:pt x="3597" y="47"/>
                </a:lnTo>
                <a:lnTo>
                  <a:pt x="3598" y="47"/>
                </a:lnTo>
                <a:lnTo>
                  <a:pt x="3599" y="47"/>
                </a:lnTo>
                <a:lnTo>
                  <a:pt x="3600" y="47"/>
                </a:lnTo>
                <a:lnTo>
                  <a:pt x="3601" y="47"/>
                </a:lnTo>
                <a:lnTo>
                  <a:pt x="3602" y="47"/>
                </a:lnTo>
                <a:lnTo>
                  <a:pt x="3603" y="47"/>
                </a:lnTo>
                <a:lnTo>
                  <a:pt x="3604" y="47"/>
                </a:lnTo>
                <a:lnTo>
                  <a:pt x="3605" y="47"/>
                </a:lnTo>
                <a:lnTo>
                  <a:pt x="3606" y="47"/>
                </a:lnTo>
                <a:lnTo>
                  <a:pt x="3607" y="47"/>
                </a:lnTo>
                <a:lnTo>
                  <a:pt x="3608" y="47"/>
                </a:lnTo>
                <a:lnTo>
                  <a:pt x="3609" y="47"/>
                </a:lnTo>
                <a:lnTo>
                  <a:pt x="3610" y="47"/>
                </a:lnTo>
                <a:lnTo>
                  <a:pt x="3611" y="47"/>
                </a:lnTo>
                <a:lnTo>
                  <a:pt x="3612" y="47"/>
                </a:lnTo>
                <a:lnTo>
                  <a:pt x="3613" y="47"/>
                </a:lnTo>
                <a:lnTo>
                  <a:pt x="3614" y="47"/>
                </a:lnTo>
                <a:lnTo>
                  <a:pt x="3615" y="47"/>
                </a:lnTo>
                <a:lnTo>
                  <a:pt x="3616" y="47"/>
                </a:lnTo>
                <a:lnTo>
                  <a:pt x="3617" y="47"/>
                </a:lnTo>
                <a:lnTo>
                  <a:pt x="3618" y="47"/>
                </a:lnTo>
                <a:lnTo>
                  <a:pt x="3619" y="47"/>
                </a:lnTo>
                <a:lnTo>
                  <a:pt x="3620" y="47"/>
                </a:lnTo>
                <a:lnTo>
                  <a:pt x="3621" y="47"/>
                </a:lnTo>
                <a:lnTo>
                  <a:pt x="3622" y="47"/>
                </a:lnTo>
                <a:lnTo>
                  <a:pt x="3623" y="47"/>
                </a:lnTo>
                <a:lnTo>
                  <a:pt x="3624" y="47"/>
                </a:lnTo>
                <a:lnTo>
                  <a:pt x="3625" y="47"/>
                </a:lnTo>
                <a:lnTo>
                  <a:pt x="3626" y="47"/>
                </a:lnTo>
                <a:lnTo>
                  <a:pt x="3627" y="47"/>
                </a:lnTo>
                <a:lnTo>
                  <a:pt x="3628" y="47"/>
                </a:lnTo>
                <a:lnTo>
                  <a:pt x="3629" y="47"/>
                </a:lnTo>
                <a:lnTo>
                  <a:pt x="3630" y="47"/>
                </a:lnTo>
                <a:lnTo>
                  <a:pt x="3631" y="47"/>
                </a:lnTo>
                <a:lnTo>
                  <a:pt x="3632" y="47"/>
                </a:lnTo>
                <a:lnTo>
                  <a:pt x="3633" y="47"/>
                </a:lnTo>
                <a:lnTo>
                  <a:pt x="3634" y="47"/>
                </a:lnTo>
                <a:lnTo>
                  <a:pt x="3635" y="47"/>
                </a:lnTo>
                <a:lnTo>
                  <a:pt x="3636" y="47"/>
                </a:lnTo>
                <a:lnTo>
                  <a:pt x="3637" y="47"/>
                </a:lnTo>
                <a:lnTo>
                  <a:pt x="3638" y="47"/>
                </a:lnTo>
                <a:lnTo>
                  <a:pt x="3639" y="47"/>
                </a:lnTo>
                <a:lnTo>
                  <a:pt x="3640" y="47"/>
                </a:lnTo>
                <a:lnTo>
                  <a:pt x="3641" y="47"/>
                </a:lnTo>
                <a:lnTo>
                  <a:pt x="3642" y="47"/>
                </a:lnTo>
                <a:lnTo>
                  <a:pt x="3643" y="47"/>
                </a:lnTo>
                <a:lnTo>
                  <a:pt x="3644" y="47"/>
                </a:lnTo>
                <a:lnTo>
                  <a:pt x="3645" y="47"/>
                </a:lnTo>
                <a:lnTo>
                  <a:pt x="3646" y="47"/>
                </a:lnTo>
                <a:lnTo>
                  <a:pt x="3647" y="47"/>
                </a:lnTo>
                <a:lnTo>
                  <a:pt x="3648" y="47"/>
                </a:lnTo>
                <a:lnTo>
                  <a:pt x="3649" y="47"/>
                </a:lnTo>
                <a:lnTo>
                  <a:pt x="3650" y="47"/>
                </a:lnTo>
                <a:lnTo>
                  <a:pt x="3651" y="47"/>
                </a:lnTo>
                <a:lnTo>
                  <a:pt x="3652" y="47"/>
                </a:lnTo>
                <a:lnTo>
                  <a:pt x="3653" y="47"/>
                </a:lnTo>
                <a:lnTo>
                  <a:pt x="3654" y="47"/>
                </a:lnTo>
                <a:lnTo>
                  <a:pt x="3655" y="47"/>
                </a:lnTo>
                <a:lnTo>
                  <a:pt x="3656" y="47"/>
                </a:lnTo>
                <a:lnTo>
                  <a:pt x="3657" y="47"/>
                </a:lnTo>
                <a:lnTo>
                  <a:pt x="3658" y="47"/>
                </a:lnTo>
                <a:lnTo>
                  <a:pt x="3659" y="47"/>
                </a:lnTo>
                <a:lnTo>
                  <a:pt x="3660" y="47"/>
                </a:lnTo>
                <a:lnTo>
                  <a:pt x="3661" y="47"/>
                </a:lnTo>
                <a:lnTo>
                  <a:pt x="3662" y="47"/>
                </a:lnTo>
                <a:lnTo>
                  <a:pt x="3663" y="47"/>
                </a:lnTo>
                <a:lnTo>
                  <a:pt x="3664" y="47"/>
                </a:lnTo>
                <a:lnTo>
                  <a:pt x="3665" y="47"/>
                </a:lnTo>
                <a:lnTo>
                  <a:pt x="3666" y="47"/>
                </a:lnTo>
                <a:lnTo>
                  <a:pt x="3667" y="47"/>
                </a:lnTo>
                <a:lnTo>
                  <a:pt x="3668" y="47"/>
                </a:lnTo>
                <a:lnTo>
                  <a:pt x="3669" y="47"/>
                </a:lnTo>
                <a:lnTo>
                  <a:pt x="3670" y="47"/>
                </a:lnTo>
                <a:lnTo>
                  <a:pt x="3671" y="47"/>
                </a:lnTo>
                <a:lnTo>
                  <a:pt x="3672" y="47"/>
                </a:lnTo>
                <a:lnTo>
                  <a:pt x="3673" y="47"/>
                </a:lnTo>
                <a:lnTo>
                  <a:pt x="3674" y="47"/>
                </a:lnTo>
                <a:lnTo>
                  <a:pt x="3675" y="47"/>
                </a:lnTo>
                <a:lnTo>
                  <a:pt x="3676" y="47"/>
                </a:lnTo>
                <a:lnTo>
                  <a:pt x="3677" y="47"/>
                </a:lnTo>
                <a:lnTo>
                  <a:pt x="3678" y="47"/>
                </a:lnTo>
                <a:lnTo>
                  <a:pt x="3679" y="47"/>
                </a:lnTo>
                <a:lnTo>
                  <a:pt x="3680" y="47"/>
                </a:lnTo>
                <a:lnTo>
                  <a:pt x="3681" y="47"/>
                </a:lnTo>
                <a:lnTo>
                  <a:pt x="3682" y="47"/>
                </a:lnTo>
                <a:lnTo>
                  <a:pt x="3683" y="47"/>
                </a:lnTo>
                <a:lnTo>
                  <a:pt x="3684" y="47"/>
                </a:lnTo>
                <a:lnTo>
                  <a:pt x="3685" y="47"/>
                </a:lnTo>
                <a:lnTo>
                  <a:pt x="3686" y="47"/>
                </a:lnTo>
                <a:lnTo>
                  <a:pt x="3687" y="47"/>
                </a:lnTo>
                <a:lnTo>
                  <a:pt x="3688" y="47"/>
                </a:lnTo>
                <a:lnTo>
                  <a:pt x="3689" y="47"/>
                </a:lnTo>
                <a:lnTo>
                  <a:pt x="3690" y="47"/>
                </a:lnTo>
                <a:lnTo>
                  <a:pt x="3691" y="47"/>
                </a:lnTo>
                <a:lnTo>
                  <a:pt x="3692" y="47"/>
                </a:lnTo>
                <a:lnTo>
                  <a:pt x="3693" y="47"/>
                </a:lnTo>
                <a:lnTo>
                  <a:pt x="3694" y="47"/>
                </a:lnTo>
                <a:lnTo>
                  <a:pt x="3695" y="47"/>
                </a:lnTo>
                <a:lnTo>
                  <a:pt x="3696" y="47"/>
                </a:lnTo>
                <a:lnTo>
                  <a:pt x="3697" y="47"/>
                </a:lnTo>
                <a:lnTo>
                  <a:pt x="3698" y="47"/>
                </a:lnTo>
                <a:lnTo>
                  <a:pt x="3699" y="47"/>
                </a:lnTo>
                <a:lnTo>
                  <a:pt x="3700" y="47"/>
                </a:lnTo>
                <a:lnTo>
                  <a:pt x="3701" y="47"/>
                </a:lnTo>
                <a:lnTo>
                  <a:pt x="3702" y="47"/>
                </a:lnTo>
                <a:lnTo>
                  <a:pt x="3703" y="47"/>
                </a:lnTo>
                <a:lnTo>
                  <a:pt x="3704" y="47"/>
                </a:lnTo>
                <a:lnTo>
                  <a:pt x="3705" y="47"/>
                </a:lnTo>
                <a:lnTo>
                  <a:pt x="3706" y="47"/>
                </a:lnTo>
                <a:lnTo>
                  <a:pt x="3707" y="47"/>
                </a:lnTo>
                <a:lnTo>
                  <a:pt x="3708" y="47"/>
                </a:lnTo>
                <a:lnTo>
                  <a:pt x="3709" y="47"/>
                </a:lnTo>
                <a:lnTo>
                  <a:pt x="3710" y="47"/>
                </a:lnTo>
                <a:lnTo>
                  <a:pt x="3711" y="47"/>
                </a:lnTo>
                <a:lnTo>
                  <a:pt x="3712" y="47"/>
                </a:lnTo>
                <a:lnTo>
                  <a:pt x="3713" y="47"/>
                </a:lnTo>
                <a:lnTo>
                  <a:pt x="3714" y="47"/>
                </a:lnTo>
                <a:lnTo>
                  <a:pt x="3715" y="47"/>
                </a:lnTo>
                <a:lnTo>
                  <a:pt x="3716" y="47"/>
                </a:lnTo>
                <a:lnTo>
                  <a:pt x="3717" y="47"/>
                </a:lnTo>
                <a:lnTo>
                  <a:pt x="3718" y="47"/>
                </a:lnTo>
                <a:lnTo>
                  <a:pt x="3719" y="47"/>
                </a:lnTo>
                <a:lnTo>
                  <a:pt x="3720" y="47"/>
                </a:lnTo>
                <a:lnTo>
                  <a:pt x="3721" y="47"/>
                </a:lnTo>
                <a:lnTo>
                  <a:pt x="3722" y="47"/>
                </a:lnTo>
                <a:lnTo>
                  <a:pt x="3723" y="47"/>
                </a:lnTo>
                <a:lnTo>
                  <a:pt x="3724" y="47"/>
                </a:lnTo>
                <a:lnTo>
                  <a:pt x="3725" y="47"/>
                </a:lnTo>
                <a:lnTo>
                  <a:pt x="3726" y="47"/>
                </a:lnTo>
                <a:lnTo>
                  <a:pt x="3727" y="47"/>
                </a:lnTo>
                <a:lnTo>
                  <a:pt x="3728" y="47"/>
                </a:lnTo>
                <a:lnTo>
                  <a:pt x="3729" y="47"/>
                </a:lnTo>
                <a:lnTo>
                  <a:pt x="3730" y="47"/>
                </a:lnTo>
                <a:lnTo>
                  <a:pt x="3731" y="47"/>
                </a:lnTo>
                <a:lnTo>
                  <a:pt x="3732" y="47"/>
                </a:lnTo>
                <a:lnTo>
                  <a:pt x="3733" y="47"/>
                </a:lnTo>
                <a:lnTo>
                  <a:pt x="3734" y="47"/>
                </a:lnTo>
                <a:lnTo>
                  <a:pt x="3735" y="47"/>
                </a:lnTo>
                <a:lnTo>
                  <a:pt x="3736" y="47"/>
                </a:lnTo>
                <a:lnTo>
                  <a:pt x="3737" y="47"/>
                </a:lnTo>
                <a:lnTo>
                  <a:pt x="3738" y="47"/>
                </a:lnTo>
                <a:lnTo>
                  <a:pt x="3739" y="47"/>
                </a:lnTo>
                <a:lnTo>
                  <a:pt x="3740" y="47"/>
                </a:lnTo>
                <a:lnTo>
                  <a:pt x="3741" y="47"/>
                </a:lnTo>
                <a:lnTo>
                  <a:pt x="3742" y="47"/>
                </a:lnTo>
                <a:lnTo>
                  <a:pt x="3743" y="47"/>
                </a:lnTo>
                <a:lnTo>
                  <a:pt x="3744" y="47"/>
                </a:lnTo>
                <a:lnTo>
                  <a:pt x="3745" y="47"/>
                </a:lnTo>
                <a:lnTo>
                  <a:pt x="3746" y="47"/>
                </a:lnTo>
                <a:lnTo>
                  <a:pt x="3747" y="47"/>
                </a:lnTo>
                <a:lnTo>
                  <a:pt x="3748" y="47"/>
                </a:lnTo>
                <a:lnTo>
                  <a:pt x="3749" y="47"/>
                </a:lnTo>
                <a:lnTo>
                  <a:pt x="3750" y="47"/>
                </a:lnTo>
                <a:lnTo>
                  <a:pt x="3751" y="47"/>
                </a:lnTo>
                <a:lnTo>
                  <a:pt x="3752" y="47"/>
                </a:lnTo>
                <a:lnTo>
                  <a:pt x="3753" y="47"/>
                </a:lnTo>
                <a:lnTo>
                  <a:pt x="3754" y="47"/>
                </a:lnTo>
                <a:lnTo>
                  <a:pt x="3755" y="47"/>
                </a:lnTo>
                <a:lnTo>
                  <a:pt x="3756" y="47"/>
                </a:lnTo>
                <a:lnTo>
                  <a:pt x="3757" y="47"/>
                </a:lnTo>
                <a:lnTo>
                  <a:pt x="3758" y="47"/>
                </a:lnTo>
                <a:lnTo>
                  <a:pt x="3759" y="47"/>
                </a:lnTo>
                <a:lnTo>
                  <a:pt x="3760" y="47"/>
                </a:lnTo>
                <a:lnTo>
                  <a:pt x="3761" y="47"/>
                </a:lnTo>
                <a:lnTo>
                  <a:pt x="3762" y="47"/>
                </a:lnTo>
                <a:lnTo>
                  <a:pt x="3763" y="47"/>
                </a:lnTo>
                <a:lnTo>
                  <a:pt x="3764" y="47"/>
                </a:lnTo>
                <a:lnTo>
                  <a:pt x="3765" y="47"/>
                </a:lnTo>
                <a:lnTo>
                  <a:pt x="3766" y="47"/>
                </a:lnTo>
                <a:lnTo>
                  <a:pt x="3767" y="47"/>
                </a:lnTo>
                <a:lnTo>
                  <a:pt x="3768" y="47"/>
                </a:lnTo>
                <a:lnTo>
                  <a:pt x="3769" y="47"/>
                </a:lnTo>
                <a:lnTo>
                  <a:pt x="3770" y="47"/>
                </a:lnTo>
                <a:lnTo>
                  <a:pt x="3771" y="47"/>
                </a:lnTo>
                <a:lnTo>
                  <a:pt x="3772" y="47"/>
                </a:lnTo>
                <a:lnTo>
                  <a:pt x="3773" y="47"/>
                </a:lnTo>
                <a:lnTo>
                  <a:pt x="3774" y="47"/>
                </a:lnTo>
                <a:lnTo>
                  <a:pt x="3775" y="47"/>
                </a:lnTo>
                <a:lnTo>
                  <a:pt x="3776" y="47"/>
                </a:lnTo>
                <a:lnTo>
                  <a:pt x="3777" y="47"/>
                </a:lnTo>
                <a:lnTo>
                  <a:pt x="3778" y="47"/>
                </a:lnTo>
                <a:lnTo>
                  <a:pt x="3779" y="47"/>
                </a:lnTo>
                <a:lnTo>
                  <a:pt x="3780" y="47"/>
                </a:lnTo>
                <a:lnTo>
                  <a:pt x="3781" y="47"/>
                </a:lnTo>
                <a:lnTo>
                  <a:pt x="3782" y="47"/>
                </a:lnTo>
                <a:lnTo>
                  <a:pt x="3783" y="47"/>
                </a:lnTo>
                <a:lnTo>
                  <a:pt x="3784" y="47"/>
                </a:lnTo>
                <a:lnTo>
                  <a:pt x="3785" y="47"/>
                </a:lnTo>
                <a:lnTo>
                  <a:pt x="3786" y="47"/>
                </a:lnTo>
                <a:lnTo>
                  <a:pt x="3787" y="47"/>
                </a:lnTo>
                <a:lnTo>
                  <a:pt x="3788" y="47"/>
                </a:lnTo>
                <a:lnTo>
                  <a:pt x="3789" y="47"/>
                </a:lnTo>
                <a:lnTo>
                  <a:pt x="3790" y="47"/>
                </a:lnTo>
                <a:lnTo>
                  <a:pt x="3791" y="47"/>
                </a:lnTo>
                <a:lnTo>
                  <a:pt x="3792" y="47"/>
                </a:lnTo>
                <a:lnTo>
                  <a:pt x="3793" y="47"/>
                </a:lnTo>
                <a:lnTo>
                  <a:pt x="3794" y="47"/>
                </a:lnTo>
                <a:lnTo>
                  <a:pt x="3795" y="47"/>
                </a:lnTo>
                <a:lnTo>
                  <a:pt x="3796" y="47"/>
                </a:lnTo>
                <a:lnTo>
                  <a:pt x="3797" y="47"/>
                </a:lnTo>
                <a:lnTo>
                  <a:pt x="3798" y="47"/>
                </a:lnTo>
                <a:lnTo>
                  <a:pt x="3799" y="47"/>
                </a:lnTo>
                <a:lnTo>
                  <a:pt x="3800" y="47"/>
                </a:lnTo>
                <a:lnTo>
                  <a:pt x="3801" y="47"/>
                </a:lnTo>
                <a:lnTo>
                  <a:pt x="3802" y="47"/>
                </a:lnTo>
                <a:lnTo>
                  <a:pt x="3803" y="47"/>
                </a:lnTo>
                <a:lnTo>
                  <a:pt x="3804" y="47"/>
                </a:lnTo>
                <a:lnTo>
                  <a:pt x="3805" y="47"/>
                </a:lnTo>
                <a:lnTo>
                  <a:pt x="3806" y="47"/>
                </a:lnTo>
                <a:lnTo>
                  <a:pt x="3807" y="47"/>
                </a:lnTo>
                <a:lnTo>
                  <a:pt x="3808" y="47"/>
                </a:lnTo>
                <a:lnTo>
                  <a:pt x="3809" y="47"/>
                </a:lnTo>
                <a:lnTo>
                  <a:pt x="3810" y="47"/>
                </a:lnTo>
                <a:lnTo>
                  <a:pt x="3811" y="47"/>
                </a:lnTo>
                <a:lnTo>
                  <a:pt x="3812" y="47"/>
                </a:lnTo>
                <a:lnTo>
                  <a:pt x="3813" y="47"/>
                </a:lnTo>
                <a:lnTo>
                  <a:pt x="3814" y="47"/>
                </a:lnTo>
                <a:lnTo>
                  <a:pt x="3815" y="47"/>
                </a:lnTo>
                <a:lnTo>
                  <a:pt x="3816" y="47"/>
                </a:lnTo>
                <a:lnTo>
                  <a:pt x="3817" y="47"/>
                </a:lnTo>
                <a:lnTo>
                  <a:pt x="3818" y="47"/>
                </a:lnTo>
                <a:lnTo>
                  <a:pt x="3819" y="47"/>
                </a:lnTo>
                <a:lnTo>
                  <a:pt x="3820" y="47"/>
                </a:lnTo>
                <a:lnTo>
                  <a:pt x="3821" y="47"/>
                </a:lnTo>
                <a:lnTo>
                  <a:pt x="3822" y="47"/>
                </a:lnTo>
                <a:lnTo>
                  <a:pt x="3823" y="47"/>
                </a:lnTo>
                <a:lnTo>
                  <a:pt x="3824" y="47"/>
                </a:lnTo>
                <a:lnTo>
                  <a:pt x="3825" y="47"/>
                </a:lnTo>
                <a:lnTo>
                  <a:pt x="3826" y="47"/>
                </a:lnTo>
                <a:lnTo>
                  <a:pt x="3827" y="47"/>
                </a:lnTo>
                <a:lnTo>
                  <a:pt x="3828" y="47"/>
                </a:lnTo>
                <a:lnTo>
                  <a:pt x="3829" y="47"/>
                </a:lnTo>
                <a:lnTo>
                  <a:pt x="3830" y="47"/>
                </a:lnTo>
                <a:lnTo>
                  <a:pt x="3831" y="47"/>
                </a:lnTo>
                <a:lnTo>
                  <a:pt x="3832" y="47"/>
                </a:lnTo>
                <a:lnTo>
                  <a:pt x="3833" y="47"/>
                </a:lnTo>
                <a:lnTo>
                  <a:pt x="3834" y="47"/>
                </a:lnTo>
                <a:lnTo>
                  <a:pt x="3835" y="47"/>
                </a:lnTo>
                <a:lnTo>
                  <a:pt x="3836" y="47"/>
                </a:lnTo>
                <a:lnTo>
                  <a:pt x="3837" y="47"/>
                </a:lnTo>
                <a:lnTo>
                  <a:pt x="3838" y="47"/>
                </a:lnTo>
                <a:lnTo>
                  <a:pt x="3839" y="47"/>
                </a:lnTo>
                <a:lnTo>
                  <a:pt x="3840" y="47"/>
                </a:lnTo>
                <a:lnTo>
                  <a:pt x="3841" y="47"/>
                </a:lnTo>
                <a:lnTo>
                  <a:pt x="3842" y="47"/>
                </a:lnTo>
                <a:lnTo>
                  <a:pt x="3843" y="47"/>
                </a:lnTo>
                <a:lnTo>
                  <a:pt x="3844" y="47"/>
                </a:lnTo>
                <a:lnTo>
                  <a:pt x="3845" y="47"/>
                </a:lnTo>
                <a:lnTo>
                  <a:pt x="3846" y="47"/>
                </a:lnTo>
                <a:lnTo>
                  <a:pt x="3847" y="47"/>
                </a:lnTo>
                <a:lnTo>
                  <a:pt x="3848" y="47"/>
                </a:lnTo>
                <a:lnTo>
                  <a:pt x="3849" y="47"/>
                </a:lnTo>
                <a:lnTo>
                  <a:pt x="3850" y="47"/>
                </a:lnTo>
                <a:lnTo>
                  <a:pt x="3851" y="47"/>
                </a:lnTo>
                <a:lnTo>
                  <a:pt x="3852" y="47"/>
                </a:lnTo>
                <a:lnTo>
                  <a:pt x="3853" y="47"/>
                </a:lnTo>
                <a:lnTo>
                  <a:pt x="3854" y="47"/>
                </a:lnTo>
                <a:lnTo>
                  <a:pt x="3855" y="47"/>
                </a:lnTo>
                <a:lnTo>
                  <a:pt x="3856" y="47"/>
                </a:lnTo>
                <a:lnTo>
                  <a:pt x="3857" y="47"/>
                </a:lnTo>
                <a:lnTo>
                  <a:pt x="3858" y="47"/>
                </a:lnTo>
                <a:lnTo>
                  <a:pt x="3859" y="47"/>
                </a:lnTo>
                <a:lnTo>
                  <a:pt x="3860" y="47"/>
                </a:lnTo>
                <a:lnTo>
                  <a:pt x="3861" y="47"/>
                </a:lnTo>
                <a:lnTo>
                  <a:pt x="3862" y="47"/>
                </a:lnTo>
                <a:lnTo>
                  <a:pt x="3863" y="47"/>
                </a:lnTo>
                <a:lnTo>
                  <a:pt x="3864" y="47"/>
                </a:lnTo>
                <a:lnTo>
                  <a:pt x="3865" y="47"/>
                </a:lnTo>
                <a:lnTo>
                  <a:pt x="3866" y="47"/>
                </a:lnTo>
                <a:lnTo>
                  <a:pt x="3867" y="47"/>
                </a:lnTo>
                <a:lnTo>
                  <a:pt x="3868" y="47"/>
                </a:lnTo>
                <a:lnTo>
                  <a:pt x="3869" y="47"/>
                </a:lnTo>
                <a:lnTo>
                  <a:pt x="3870" y="47"/>
                </a:lnTo>
                <a:lnTo>
                  <a:pt x="3871" y="47"/>
                </a:lnTo>
                <a:lnTo>
                  <a:pt x="3872" y="47"/>
                </a:lnTo>
                <a:lnTo>
                  <a:pt x="3873" y="47"/>
                </a:lnTo>
                <a:lnTo>
                  <a:pt x="3874" y="47"/>
                </a:lnTo>
                <a:lnTo>
                  <a:pt x="3875" y="47"/>
                </a:lnTo>
                <a:lnTo>
                  <a:pt x="3876" y="47"/>
                </a:lnTo>
                <a:lnTo>
                  <a:pt x="3877" y="47"/>
                </a:lnTo>
                <a:lnTo>
                  <a:pt x="3878" y="47"/>
                </a:lnTo>
                <a:lnTo>
                  <a:pt x="3879" y="47"/>
                </a:lnTo>
                <a:lnTo>
                  <a:pt x="3880" y="47"/>
                </a:lnTo>
                <a:lnTo>
                  <a:pt x="3881" y="47"/>
                </a:lnTo>
                <a:lnTo>
                  <a:pt x="3882" y="47"/>
                </a:lnTo>
                <a:lnTo>
                  <a:pt x="3883" y="47"/>
                </a:lnTo>
                <a:lnTo>
                  <a:pt x="3884" y="47"/>
                </a:lnTo>
                <a:lnTo>
                  <a:pt x="3885" y="47"/>
                </a:lnTo>
                <a:lnTo>
                  <a:pt x="3886" y="47"/>
                </a:lnTo>
                <a:lnTo>
                  <a:pt x="3887" y="47"/>
                </a:lnTo>
                <a:lnTo>
                  <a:pt x="3888" y="47"/>
                </a:lnTo>
                <a:lnTo>
                  <a:pt x="3889" y="47"/>
                </a:lnTo>
                <a:lnTo>
                  <a:pt x="3890" y="47"/>
                </a:lnTo>
                <a:lnTo>
                  <a:pt x="3891" y="47"/>
                </a:lnTo>
                <a:lnTo>
                  <a:pt x="3892" y="47"/>
                </a:lnTo>
                <a:lnTo>
                  <a:pt x="3893" y="47"/>
                </a:lnTo>
                <a:lnTo>
                  <a:pt x="3894" y="47"/>
                </a:lnTo>
                <a:lnTo>
                  <a:pt x="3895" y="47"/>
                </a:lnTo>
                <a:lnTo>
                  <a:pt x="3896" y="47"/>
                </a:lnTo>
                <a:lnTo>
                  <a:pt x="3897" y="47"/>
                </a:lnTo>
                <a:lnTo>
                  <a:pt x="3898" y="47"/>
                </a:lnTo>
                <a:lnTo>
                  <a:pt x="3899" y="47"/>
                </a:lnTo>
                <a:lnTo>
                  <a:pt x="3900" y="47"/>
                </a:lnTo>
                <a:lnTo>
                  <a:pt x="3901" y="47"/>
                </a:lnTo>
                <a:lnTo>
                  <a:pt x="3902" y="47"/>
                </a:lnTo>
                <a:lnTo>
                  <a:pt x="3903" y="47"/>
                </a:lnTo>
                <a:lnTo>
                  <a:pt x="3904" y="47"/>
                </a:lnTo>
                <a:lnTo>
                  <a:pt x="3905" y="47"/>
                </a:lnTo>
                <a:lnTo>
                  <a:pt x="3906" y="47"/>
                </a:lnTo>
                <a:lnTo>
                  <a:pt x="3907" y="47"/>
                </a:lnTo>
                <a:lnTo>
                  <a:pt x="3908" y="47"/>
                </a:lnTo>
                <a:lnTo>
                  <a:pt x="3909" y="47"/>
                </a:lnTo>
                <a:lnTo>
                  <a:pt x="3910" y="47"/>
                </a:lnTo>
                <a:lnTo>
                  <a:pt x="3911" y="47"/>
                </a:lnTo>
                <a:lnTo>
                  <a:pt x="3912" y="47"/>
                </a:lnTo>
                <a:lnTo>
                  <a:pt x="3913" y="47"/>
                </a:lnTo>
                <a:lnTo>
                  <a:pt x="3914" y="47"/>
                </a:lnTo>
                <a:lnTo>
                  <a:pt x="3915" y="47"/>
                </a:lnTo>
                <a:lnTo>
                  <a:pt x="3916" y="47"/>
                </a:lnTo>
                <a:lnTo>
                  <a:pt x="3917" y="47"/>
                </a:lnTo>
                <a:lnTo>
                  <a:pt x="3918" y="47"/>
                </a:lnTo>
                <a:lnTo>
                  <a:pt x="3919" y="47"/>
                </a:lnTo>
                <a:lnTo>
                  <a:pt x="3920" y="47"/>
                </a:lnTo>
                <a:lnTo>
                  <a:pt x="3921" y="47"/>
                </a:lnTo>
                <a:lnTo>
                  <a:pt x="3922" y="47"/>
                </a:lnTo>
                <a:lnTo>
                  <a:pt x="3923" y="47"/>
                </a:lnTo>
                <a:lnTo>
                  <a:pt x="3924" y="47"/>
                </a:lnTo>
                <a:lnTo>
                  <a:pt x="3925" y="47"/>
                </a:lnTo>
                <a:lnTo>
                  <a:pt x="3926" y="47"/>
                </a:lnTo>
                <a:lnTo>
                  <a:pt x="3927" y="47"/>
                </a:lnTo>
                <a:lnTo>
                  <a:pt x="3928" y="47"/>
                </a:lnTo>
                <a:lnTo>
                  <a:pt x="3929" y="47"/>
                </a:lnTo>
                <a:lnTo>
                  <a:pt x="3930" y="47"/>
                </a:lnTo>
                <a:lnTo>
                  <a:pt x="3931" y="47"/>
                </a:lnTo>
                <a:lnTo>
                  <a:pt x="3932" y="47"/>
                </a:lnTo>
                <a:lnTo>
                  <a:pt x="3933" y="47"/>
                </a:lnTo>
                <a:lnTo>
                  <a:pt x="3934" y="47"/>
                </a:lnTo>
                <a:lnTo>
                  <a:pt x="3935" y="47"/>
                </a:lnTo>
                <a:lnTo>
                  <a:pt x="3936" y="47"/>
                </a:lnTo>
                <a:lnTo>
                  <a:pt x="3937" y="47"/>
                </a:lnTo>
                <a:lnTo>
                  <a:pt x="3938" y="47"/>
                </a:lnTo>
                <a:lnTo>
                  <a:pt x="3939" y="47"/>
                </a:lnTo>
                <a:lnTo>
                  <a:pt x="3940" y="47"/>
                </a:lnTo>
                <a:lnTo>
                  <a:pt x="3941" y="47"/>
                </a:lnTo>
                <a:lnTo>
                  <a:pt x="3942" y="47"/>
                </a:lnTo>
                <a:lnTo>
                  <a:pt x="3943" y="47"/>
                </a:lnTo>
                <a:lnTo>
                  <a:pt x="3944" y="47"/>
                </a:lnTo>
                <a:lnTo>
                  <a:pt x="3945" y="47"/>
                </a:lnTo>
                <a:lnTo>
                  <a:pt x="3946" y="47"/>
                </a:lnTo>
                <a:lnTo>
                  <a:pt x="3947" y="47"/>
                </a:lnTo>
                <a:lnTo>
                  <a:pt x="3948" y="47"/>
                </a:lnTo>
                <a:lnTo>
                  <a:pt x="3949" y="47"/>
                </a:lnTo>
                <a:lnTo>
                  <a:pt x="3950" y="47"/>
                </a:lnTo>
                <a:lnTo>
                  <a:pt x="3951" y="47"/>
                </a:lnTo>
                <a:lnTo>
                  <a:pt x="3952" y="47"/>
                </a:lnTo>
                <a:lnTo>
                  <a:pt x="3953" y="47"/>
                </a:lnTo>
                <a:lnTo>
                  <a:pt x="3954" y="47"/>
                </a:lnTo>
                <a:lnTo>
                  <a:pt x="3955" y="47"/>
                </a:lnTo>
                <a:lnTo>
                  <a:pt x="3956" y="47"/>
                </a:lnTo>
                <a:lnTo>
                  <a:pt x="3957" y="47"/>
                </a:lnTo>
                <a:lnTo>
                  <a:pt x="3958" y="47"/>
                </a:lnTo>
                <a:lnTo>
                  <a:pt x="3959" y="47"/>
                </a:lnTo>
                <a:lnTo>
                  <a:pt x="3960" y="47"/>
                </a:lnTo>
                <a:lnTo>
                  <a:pt x="3961" y="47"/>
                </a:lnTo>
                <a:lnTo>
                  <a:pt x="3962" y="47"/>
                </a:lnTo>
                <a:lnTo>
                  <a:pt x="3963" y="47"/>
                </a:lnTo>
                <a:lnTo>
                  <a:pt x="3964" y="47"/>
                </a:lnTo>
                <a:lnTo>
                  <a:pt x="3965" y="47"/>
                </a:lnTo>
                <a:lnTo>
                  <a:pt x="3966" y="47"/>
                </a:lnTo>
                <a:lnTo>
                  <a:pt x="3967" y="47"/>
                </a:lnTo>
                <a:lnTo>
                  <a:pt x="3968" y="47"/>
                </a:lnTo>
                <a:lnTo>
                  <a:pt x="3969" y="47"/>
                </a:lnTo>
                <a:lnTo>
                  <a:pt x="3970" y="47"/>
                </a:lnTo>
                <a:lnTo>
                  <a:pt x="3971" y="47"/>
                </a:lnTo>
                <a:lnTo>
                  <a:pt x="3972" y="47"/>
                </a:lnTo>
                <a:lnTo>
                  <a:pt x="3973" y="47"/>
                </a:lnTo>
                <a:lnTo>
                  <a:pt x="3974" y="47"/>
                </a:lnTo>
                <a:lnTo>
                  <a:pt x="3975" y="47"/>
                </a:lnTo>
                <a:lnTo>
                  <a:pt x="3976" y="47"/>
                </a:lnTo>
                <a:lnTo>
                  <a:pt x="3977" y="47"/>
                </a:lnTo>
                <a:lnTo>
                  <a:pt x="3978" y="47"/>
                </a:lnTo>
                <a:lnTo>
                  <a:pt x="3979" y="47"/>
                </a:lnTo>
                <a:lnTo>
                  <a:pt x="3980" y="47"/>
                </a:lnTo>
                <a:lnTo>
                  <a:pt x="3981" y="47"/>
                </a:lnTo>
                <a:lnTo>
                  <a:pt x="3982" y="47"/>
                </a:lnTo>
                <a:lnTo>
                  <a:pt x="3983" y="47"/>
                </a:lnTo>
                <a:lnTo>
                  <a:pt x="3984" y="47"/>
                </a:lnTo>
                <a:lnTo>
                  <a:pt x="3985" y="47"/>
                </a:lnTo>
                <a:lnTo>
                  <a:pt x="3986" y="47"/>
                </a:lnTo>
                <a:lnTo>
                  <a:pt x="3987" y="47"/>
                </a:lnTo>
                <a:lnTo>
                  <a:pt x="3988" y="47"/>
                </a:lnTo>
                <a:lnTo>
                  <a:pt x="3989" y="47"/>
                </a:lnTo>
                <a:lnTo>
                  <a:pt x="3990" y="47"/>
                </a:lnTo>
                <a:lnTo>
                  <a:pt x="3991" y="47"/>
                </a:lnTo>
                <a:lnTo>
                  <a:pt x="3992" y="47"/>
                </a:lnTo>
                <a:lnTo>
                  <a:pt x="3993" y="47"/>
                </a:lnTo>
                <a:lnTo>
                  <a:pt x="3994" y="47"/>
                </a:lnTo>
                <a:lnTo>
                  <a:pt x="3995" y="47"/>
                </a:lnTo>
                <a:lnTo>
                  <a:pt x="3996" y="47"/>
                </a:lnTo>
                <a:lnTo>
                  <a:pt x="3997" y="47"/>
                </a:lnTo>
                <a:lnTo>
                  <a:pt x="3998" y="47"/>
                </a:lnTo>
                <a:lnTo>
                  <a:pt x="3999" y="47"/>
                </a:lnTo>
                <a:lnTo>
                  <a:pt x="4000" y="47"/>
                </a:lnTo>
                <a:lnTo>
                  <a:pt x="4001" y="47"/>
                </a:lnTo>
                <a:lnTo>
                  <a:pt x="4002" y="47"/>
                </a:lnTo>
                <a:lnTo>
                  <a:pt x="4003" y="47"/>
                </a:lnTo>
                <a:lnTo>
                  <a:pt x="4004" y="47"/>
                </a:lnTo>
                <a:lnTo>
                  <a:pt x="4005" y="47"/>
                </a:lnTo>
                <a:lnTo>
                  <a:pt x="4006" y="47"/>
                </a:lnTo>
                <a:lnTo>
                  <a:pt x="4007" y="47"/>
                </a:lnTo>
                <a:lnTo>
                  <a:pt x="4008" y="47"/>
                </a:lnTo>
                <a:lnTo>
                  <a:pt x="4009" y="47"/>
                </a:lnTo>
                <a:lnTo>
                  <a:pt x="4010" y="47"/>
                </a:lnTo>
                <a:lnTo>
                  <a:pt x="4011" y="47"/>
                </a:lnTo>
                <a:lnTo>
                  <a:pt x="4012" y="47"/>
                </a:lnTo>
                <a:lnTo>
                  <a:pt x="4013" y="47"/>
                </a:lnTo>
                <a:lnTo>
                  <a:pt x="4014" y="47"/>
                </a:lnTo>
                <a:lnTo>
                  <a:pt x="4015" y="47"/>
                </a:lnTo>
                <a:lnTo>
                  <a:pt x="4016" y="47"/>
                </a:lnTo>
                <a:lnTo>
                  <a:pt x="4017" y="47"/>
                </a:lnTo>
                <a:lnTo>
                  <a:pt x="4018" y="47"/>
                </a:lnTo>
                <a:lnTo>
                  <a:pt x="4019" y="47"/>
                </a:lnTo>
                <a:lnTo>
                  <a:pt x="4020" y="47"/>
                </a:lnTo>
                <a:lnTo>
                  <a:pt x="4021" y="47"/>
                </a:lnTo>
                <a:lnTo>
                  <a:pt x="4022" y="47"/>
                </a:lnTo>
                <a:lnTo>
                  <a:pt x="4023" y="47"/>
                </a:lnTo>
                <a:lnTo>
                  <a:pt x="4024" y="47"/>
                </a:lnTo>
                <a:lnTo>
                  <a:pt x="4025" y="47"/>
                </a:lnTo>
                <a:lnTo>
                  <a:pt x="4026" y="47"/>
                </a:lnTo>
                <a:lnTo>
                  <a:pt x="4027" y="47"/>
                </a:lnTo>
                <a:lnTo>
                  <a:pt x="4028" y="47"/>
                </a:lnTo>
                <a:lnTo>
                  <a:pt x="4029" y="47"/>
                </a:lnTo>
                <a:lnTo>
                  <a:pt x="4030" y="47"/>
                </a:lnTo>
                <a:lnTo>
                  <a:pt x="4031" y="47"/>
                </a:lnTo>
                <a:lnTo>
                  <a:pt x="4032" y="47"/>
                </a:lnTo>
                <a:lnTo>
                  <a:pt x="4033" y="47"/>
                </a:lnTo>
                <a:lnTo>
                  <a:pt x="4034" y="47"/>
                </a:lnTo>
                <a:lnTo>
                  <a:pt x="4035" y="47"/>
                </a:lnTo>
                <a:lnTo>
                  <a:pt x="4036" y="47"/>
                </a:lnTo>
                <a:lnTo>
                  <a:pt x="4037" y="47"/>
                </a:lnTo>
                <a:lnTo>
                  <a:pt x="4038" y="47"/>
                </a:lnTo>
                <a:lnTo>
                  <a:pt x="4039" y="47"/>
                </a:lnTo>
                <a:lnTo>
                  <a:pt x="4040" y="47"/>
                </a:lnTo>
                <a:lnTo>
                  <a:pt x="4041" y="47"/>
                </a:lnTo>
                <a:lnTo>
                  <a:pt x="4042" y="47"/>
                </a:lnTo>
                <a:lnTo>
                  <a:pt x="4043" y="47"/>
                </a:lnTo>
                <a:lnTo>
                  <a:pt x="4044" y="47"/>
                </a:lnTo>
                <a:lnTo>
                  <a:pt x="4045" y="47"/>
                </a:lnTo>
                <a:lnTo>
                  <a:pt x="4046" y="47"/>
                </a:lnTo>
                <a:lnTo>
                  <a:pt x="4047" y="47"/>
                </a:lnTo>
                <a:lnTo>
                  <a:pt x="4048" y="47"/>
                </a:lnTo>
                <a:lnTo>
                  <a:pt x="4049" y="47"/>
                </a:lnTo>
                <a:lnTo>
                  <a:pt x="4050" y="47"/>
                </a:lnTo>
                <a:lnTo>
                  <a:pt x="4051" y="47"/>
                </a:lnTo>
                <a:lnTo>
                  <a:pt x="4052" y="47"/>
                </a:lnTo>
                <a:lnTo>
                  <a:pt x="4053" y="47"/>
                </a:lnTo>
                <a:lnTo>
                  <a:pt x="4054" y="47"/>
                </a:lnTo>
                <a:lnTo>
                  <a:pt x="4055" y="47"/>
                </a:lnTo>
                <a:lnTo>
                  <a:pt x="4056" y="47"/>
                </a:lnTo>
                <a:lnTo>
                  <a:pt x="4057" y="47"/>
                </a:lnTo>
                <a:lnTo>
                  <a:pt x="4058" y="47"/>
                </a:lnTo>
                <a:lnTo>
                  <a:pt x="4059" y="47"/>
                </a:lnTo>
                <a:lnTo>
                  <a:pt x="4060" y="47"/>
                </a:lnTo>
                <a:lnTo>
                  <a:pt x="4061" y="47"/>
                </a:lnTo>
                <a:lnTo>
                  <a:pt x="4062" y="47"/>
                </a:lnTo>
                <a:lnTo>
                  <a:pt x="4063" y="47"/>
                </a:lnTo>
                <a:lnTo>
                  <a:pt x="4064" y="47"/>
                </a:lnTo>
                <a:lnTo>
                  <a:pt x="4065" y="47"/>
                </a:lnTo>
                <a:lnTo>
                  <a:pt x="4066" y="47"/>
                </a:lnTo>
                <a:lnTo>
                  <a:pt x="4067" y="47"/>
                </a:lnTo>
                <a:lnTo>
                  <a:pt x="4068" y="47"/>
                </a:lnTo>
                <a:lnTo>
                  <a:pt x="4069" y="47"/>
                </a:lnTo>
                <a:lnTo>
                  <a:pt x="4070" y="47"/>
                </a:lnTo>
                <a:lnTo>
                  <a:pt x="4071" y="47"/>
                </a:lnTo>
                <a:lnTo>
                  <a:pt x="4072" y="47"/>
                </a:lnTo>
                <a:lnTo>
                  <a:pt x="4073" y="47"/>
                </a:lnTo>
                <a:lnTo>
                  <a:pt x="4074" y="47"/>
                </a:lnTo>
                <a:lnTo>
                  <a:pt x="4075" y="47"/>
                </a:lnTo>
                <a:lnTo>
                  <a:pt x="4076" y="47"/>
                </a:lnTo>
                <a:lnTo>
                  <a:pt x="4077" y="47"/>
                </a:lnTo>
                <a:lnTo>
                  <a:pt x="4078" y="47"/>
                </a:lnTo>
                <a:lnTo>
                  <a:pt x="4079" y="47"/>
                </a:lnTo>
                <a:lnTo>
                  <a:pt x="4080" y="47"/>
                </a:lnTo>
                <a:lnTo>
                  <a:pt x="4081" y="47"/>
                </a:lnTo>
                <a:lnTo>
                  <a:pt x="4082" y="47"/>
                </a:lnTo>
                <a:lnTo>
                  <a:pt x="4083" y="47"/>
                </a:lnTo>
                <a:lnTo>
                  <a:pt x="4084" y="47"/>
                </a:lnTo>
                <a:lnTo>
                  <a:pt x="4085" y="47"/>
                </a:lnTo>
                <a:lnTo>
                  <a:pt x="4086" y="47"/>
                </a:lnTo>
                <a:lnTo>
                  <a:pt x="4087" y="47"/>
                </a:lnTo>
                <a:lnTo>
                  <a:pt x="4088" y="47"/>
                </a:lnTo>
                <a:lnTo>
                  <a:pt x="4089" y="47"/>
                </a:lnTo>
                <a:lnTo>
                  <a:pt x="4090" y="47"/>
                </a:lnTo>
                <a:lnTo>
                  <a:pt x="4091" y="47"/>
                </a:lnTo>
                <a:lnTo>
                  <a:pt x="4092" y="47"/>
                </a:lnTo>
                <a:lnTo>
                  <a:pt x="4093" y="47"/>
                </a:lnTo>
                <a:lnTo>
                  <a:pt x="4094" y="47"/>
                </a:lnTo>
                <a:lnTo>
                  <a:pt x="4095" y="47"/>
                </a:lnTo>
                <a:lnTo>
                  <a:pt x="4096" y="47"/>
                </a:lnTo>
                <a:lnTo>
                  <a:pt x="4097" y="47"/>
                </a:lnTo>
                <a:lnTo>
                  <a:pt x="4098" y="47"/>
                </a:lnTo>
                <a:lnTo>
                  <a:pt x="4099" y="47"/>
                </a:lnTo>
                <a:lnTo>
                  <a:pt x="4100" y="47"/>
                </a:lnTo>
                <a:lnTo>
                  <a:pt x="4101" y="47"/>
                </a:lnTo>
                <a:lnTo>
                  <a:pt x="4102" y="47"/>
                </a:lnTo>
                <a:lnTo>
                  <a:pt x="4103" y="47"/>
                </a:lnTo>
                <a:lnTo>
                  <a:pt x="4104" y="47"/>
                </a:lnTo>
                <a:lnTo>
                  <a:pt x="4105" y="47"/>
                </a:lnTo>
                <a:lnTo>
                  <a:pt x="4106" y="47"/>
                </a:lnTo>
                <a:lnTo>
                  <a:pt x="4107" y="47"/>
                </a:lnTo>
                <a:lnTo>
                  <a:pt x="4108" y="47"/>
                </a:lnTo>
                <a:lnTo>
                  <a:pt x="4109" y="47"/>
                </a:lnTo>
                <a:lnTo>
                  <a:pt x="4110" y="47"/>
                </a:lnTo>
                <a:lnTo>
                  <a:pt x="4111" y="47"/>
                </a:lnTo>
                <a:lnTo>
                  <a:pt x="4112" y="47"/>
                </a:lnTo>
                <a:lnTo>
                  <a:pt x="4113" y="47"/>
                </a:lnTo>
                <a:lnTo>
                  <a:pt x="4114" y="47"/>
                </a:lnTo>
                <a:lnTo>
                  <a:pt x="4115" y="47"/>
                </a:lnTo>
                <a:lnTo>
                  <a:pt x="4116" y="47"/>
                </a:lnTo>
                <a:lnTo>
                  <a:pt x="4117" y="47"/>
                </a:lnTo>
                <a:lnTo>
                  <a:pt x="4118" y="47"/>
                </a:lnTo>
                <a:lnTo>
                  <a:pt x="4119" y="47"/>
                </a:lnTo>
                <a:lnTo>
                  <a:pt x="4120" y="47"/>
                </a:lnTo>
                <a:lnTo>
                  <a:pt x="4121" y="47"/>
                </a:lnTo>
                <a:lnTo>
                  <a:pt x="4122" y="47"/>
                </a:lnTo>
                <a:lnTo>
                  <a:pt x="4123" y="47"/>
                </a:lnTo>
                <a:lnTo>
                  <a:pt x="4124" y="47"/>
                </a:lnTo>
                <a:lnTo>
                  <a:pt x="4125" y="47"/>
                </a:lnTo>
                <a:lnTo>
                  <a:pt x="4126" y="47"/>
                </a:lnTo>
                <a:lnTo>
                  <a:pt x="4127" y="47"/>
                </a:lnTo>
                <a:lnTo>
                  <a:pt x="4128" y="47"/>
                </a:lnTo>
                <a:lnTo>
                  <a:pt x="4129" y="47"/>
                </a:lnTo>
                <a:lnTo>
                  <a:pt x="4130" y="47"/>
                </a:lnTo>
                <a:lnTo>
                  <a:pt x="4131" y="47"/>
                </a:lnTo>
                <a:lnTo>
                  <a:pt x="4132" y="47"/>
                </a:lnTo>
                <a:lnTo>
                  <a:pt x="4133" y="47"/>
                </a:lnTo>
                <a:lnTo>
                  <a:pt x="4134" y="47"/>
                </a:lnTo>
                <a:lnTo>
                  <a:pt x="4135" y="47"/>
                </a:lnTo>
                <a:lnTo>
                  <a:pt x="4136" y="47"/>
                </a:lnTo>
                <a:lnTo>
                  <a:pt x="4137" y="47"/>
                </a:lnTo>
                <a:lnTo>
                  <a:pt x="4138" y="47"/>
                </a:lnTo>
                <a:lnTo>
                  <a:pt x="4139" y="47"/>
                </a:lnTo>
                <a:lnTo>
                  <a:pt x="4140" y="47"/>
                </a:lnTo>
                <a:lnTo>
                  <a:pt x="4141" y="47"/>
                </a:lnTo>
                <a:lnTo>
                  <a:pt x="4142" y="47"/>
                </a:lnTo>
                <a:lnTo>
                  <a:pt x="4143" y="47"/>
                </a:lnTo>
                <a:lnTo>
                  <a:pt x="4144" y="47"/>
                </a:lnTo>
                <a:lnTo>
                  <a:pt x="4145" y="47"/>
                </a:lnTo>
                <a:lnTo>
                  <a:pt x="4146" y="47"/>
                </a:lnTo>
                <a:lnTo>
                  <a:pt x="4147" y="47"/>
                </a:lnTo>
                <a:lnTo>
                  <a:pt x="4148" y="47"/>
                </a:lnTo>
                <a:lnTo>
                  <a:pt x="4149" y="47"/>
                </a:lnTo>
                <a:lnTo>
                  <a:pt x="4150" y="47"/>
                </a:lnTo>
                <a:lnTo>
                  <a:pt x="4151" y="47"/>
                </a:lnTo>
                <a:lnTo>
                  <a:pt x="4152" y="47"/>
                </a:lnTo>
                <a:lnTo>
                  <a:pt x="4153" y="47"/>
                </a:lnTo>
                <a:lnTo>
                  <a:pt x="4154" y="47"/>
                </a:lnTo>
                <a:lnTo>
                  <a:pt x="4155" y="47"/>
                </a:lnTo>
                <a:lnTo>
                  <a:pt x="4156" y="47"/>
                </a:lnTo>
                <a:lnTo>
                  <a:pt x="4157" y="47"/>
                </a:lnTo>
                <a:lnTo>
                  <a:pt x="4158" y="47"/>
                </a:lnTo>
                <a:lnTo>
                  <a:pt x="4159" y="47"/>
                </a:lnTo>
                <a:lnTo>
                  <a:pt x="4160" y="47"/>
                </a:lnTo>
                <a:lnTo>
                  <a:pt x="4161" y="47"/>
                </a:lnTo>
                <a:lnTo>
                  <a:pt x="4162" y="47"/>
                </a:lnTo>
                <a:lnTo>
                  <a:pt x="4163" y="47"/>
                </a:lnTo>
                <a:lnTo>
                  <a:pt x="4164" y="47"/>
                </a:lnTo>
                <a:lnTo>
                  <a:pt x="4165" y="47"/>
                </a:lnTo>
                <a:lnTo>
                  <a:pt x="4166" y="47"/>
                </a:lnTo>
                <a:lnTo>
                  <a:pt x="4167" y="47"/>
                </a:lnTo>
                <a:lnTo>
                  <a:pt x="4168" y="47"/>
                </a:lnTo>
                <a:lnTo>
                  <a:pt x="4169" y="47"/>
                </a:lnTo>
                <a:lnTo>
                  <a:pt x="4170" y="47"/>
                </a:lnTo>
                <a:lnTo>
                  <a:pt x="4171" y="47"/>
                </a:lnTo>
                <a:lnTo>
                  <a:pt x="4172" y="47"/>
                </a:lnTo>
                <a:lnTo>
                  <a:pt x="4173" y="47"/>
                </a:lnTo>
                <a:lnTo>
                  <a:pt x="4174" y="47"/>
                </a:lnTo>
                <a:lnTo>
                  <a:pt x="4175" y="47"/>
                </a:lnTo>
                <a:lnTo>
                  <a:pt x="4176" y="47"/>
                </a:lnTo>
                <a:lnTo>
                  <a:pt x="4177" y="47"/>
                </a:lnTo>
                <a:lnTo>
                  <a:pt x="4178" y="47"/>
                </a:lnTo>
                <a:lnTo>
                  <a:pt x="4179" y="47"/>
                </a:lnTo>
                <a:lnTo>
                  <a:pt x="4180" y="47"/>
                </a:lnTo>
                <a:lnTo>
                  <a:pt x="4181" y="47"/>
                </a:lnTo>
                <a:lnTo>
                  <a:pt x="4182" y="47"/>
                </a:lnTo>
                <a:lnTo>
                  <a:pt x="4183" y="47"/>
                </a:lnTo>
                <a:lnTo>
                  <a:pt x="4184" y="47"/>
                </a:lnTo>
                <a:lnTo>
                  <a:pt x="4185" y="47"/>
                </a:lnTo>
                <a:lnTo>
                  <a:pt x="4186" y="47"/>
                </a:lnTo>
                <a:lnTo>
                  <a:pt x="4187" y="47"/>
                </a:lnTo>
                <a:lnTo>
                  <a:pt x="4188" y="47"/>
                </a:lnTo>
                <a:lnTo>
                  <a:pt x="4189" y="47"/>
                </a:lnTo>
                <a:lnTo>
                  <a:pt x="4190" y="47"/>
                </a:lnTo>
                <a:lnTo>
                  <a:pt x="4191" y="47"/>
                </a:lnTo>
                <a:lnTo>
                  <a:pt x="4192" y="47"/>
                </a:lnTo>
                <a:lnTo>
                  <a:pt x="4193" y="47"/>
                </a:lnTo>
                <a:lnTo>
                  <a:pt x="4194" y="47"/>
                </a:lnTo>
                <a:lnTo>
                  <a:pt x="4195" y="47"/>
                </a:lnTo>
                <a:lnTo>
                  <a:pt x="4196" y="47"/>
                </a:lnTo>
                <a:lnTo>
                  <a:pt x="4197" y="47"/>
                </a:lnTo>
                <a:lnTo>
                  <a:pt x="4198" y="47"/>
                </a:lnTo>
                <a:lnTo>
                  <a:pt x="4199" y="47"/>
                </a:lnTo>
                <a:lnTo>
                  <a:pt x="4200" y="47"/>
                </a:lnTo>
                <a:lnTo>
                  <a:pt x="4201" y="47"/>
                </a:lnTo>
                <a:lnTo>
                  <a:pt x="4202" y="47"/>
                </a:lnTo>
                <a:lnTo>
                  <a:pt x="4203" y="47"/>
                </a:lnTo>
                <a:lnTo>
                  <a:pt x="4204" y="47"/>
                </a:lnTo>
                <a:lnTo>
                  <a:pt x="4205" y="47"/>
                </a:lnTo>
                <a:lnTo>
                  <a:pt x="4206" y="47"/>
                </a:lnTo>
                <a:lnTo>
                  <a:pt x="4207" y="47"/>
                </a:lnTo>
                <a:lnTo>
                  <a:pt x="4208" y="47"/>
                </a:lnTo>
                <a:lnTo>
                  <a:pt x="4209" y="47"/>
                </a:lnTo>
                <a:lnTo>
                  <a:pt x="4210" y="47"/>
                </a:lnTo>
                <a:lnTo>
                  <a:pt x="4211" y="47"/>
                </a:lnTo>
                <a:lnTo>
                  <a:pt x="4212" y="47"/>
                </a:lnTo>
                <a:lnTo>
                  <a:pt x="4213" y="47"/>
                </a:lnTo>
                <a:lnTo>
                  <a:pt x="4214" y="47"/>
                </a:lnTo>
                <a:lnTo>
                  <a:pt x="4215" y="47"/>
                </a:lnTo>
                <a:lnTo>
                  <a:pt x="4216" y="47"/>
                </a:lnTo>
                <a:lnTo>
                  <a:pt x="4217" y="47"/>
                </a:lnTo>
                <a:lnTo>
                  <a:pt x="4218" y="47"/>
                </a:lnTo>
                <a:lnTo>
                  <a:pt x="4219" y="47"/>
                </a:lnTo>
                <a:lnTo>
                  <a:pt x="4220" y="47"/>
                </a:lnTo>
                <a:lnTo>
                  <a:pt x="4221" y="47"/>
                </a:lnTo>
                <a:lnTo>
                  <a:pt x="4222" y="47"/>
                </a:lnTo>
                <a:lnTo>
                  <a:pt x="4223" y="47"/>
                </a:lnTo>
                <a:lnTo>
                  <a:pt x="4224" y="47"/>
                </a:lnTo>
                <a:lnTo>
                  <a:pt x="4225" y="47"/>
                </a:lnTo>
                <a:lnTo>
                  <a:pt x="4226" y="47"/>
                </a:lnTo>
                <a:lnTo>
                  <a:pt x="4227" y="47"/>
                </a:lnTo>
                <a:lnTo>
                  <a:pt x="4228" y="47"/>
                </a:lnTo>
                <a:lnTo>
                  <a:pt x="4229" y="47"/>
                </a:lnTo>
                <a:lnTo>
                  <a:pt x="4230" y="47"/>
                </a:lnTo>
                <a:lnTo>
                  <a:pt x="4231" y="47"/>
                </a:lnTo>
                <a:lnTo>
                  <a:pt x="4232" y="47"/>
                </a:lnTo>
                <a:lnTo>
                  <a:pt x="4233" y="47"/>
                </a:lnTo>
                <a:lnTo>
                  <a:pt x="4234" y="47"/>
                </a:lnTo>
                <a:lnTo>
                  <a:pt x="4235" y="47"/>
                </a:lnTo>
                <a:lnTo>
                  <a:pt x="4236" y="47"/>
                </a:lnTo>
                <a:lnTo>
                  <a:pt x="4237" y="47"/>
                </a:lnTo>
                <a:lnTo>
                  <a:pt x="4238" y="47"/>
                </a:lnTo>
                <a:lnTo>
                  <a:pt x="4239" y="47"/>
                </a:lnTo>
                <a:lnTo>
                  <a:pt x="4240" y="47"/>
                </a:lnTo>
                <a:lnTo>
                  <a:pt x="4241" y="47"/>
                </a:lnTo>
                <a:lnTo>
                  <a:pt x="4242" y="47"/>
                </a:lnTo>
                <a:lnTo>
                  <a:pt x="4243" y="47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8" y="47"/>
                </a:lnTo>
                <a:lnTo>
                  <a:pt x="4249" y="47"/>
                </a:lnTo>
                <a:lnTo>
                  <a:pt x="4250" y="47"/>
                </a:lnTo>
                <a:lnTo>
                  <a:pt x="4251" y="47"/>
                </a:lnTo>
                <a:lnTo>
                  <a:pt x="4252" y="47"/>
                </a:lnTo>
                <a:lnTo>
                  <a:pt x="4253" y="47"/>
                </a:lnTo>
                <a:lnTo>
                  <a:pt x="4254" y="47"/>
                </a:lnTo>
                <a:lnTo>
                  <a:pt x="4255" y="47"/>
                </a:lnTo>
                <a:lnTo>
                  <a:pt x="4256" y="47"/>
                </a:lnTo>
                <a:lnTo>
                  <a:pt x="4257" y="47"/>
                </a:lnTo>
                <a:lnTo>
                  <a:pt x="4258" y="47"/>
                </a:lnTo>
                <a:lnTo>
                  <a:pt x="4259" y="47"/>
                </a:lnTo>
                <a:lnTo>
                  <a:pt x="4260" y="47"/>
                </a:lnTo>
                <a:lnTo>
                  <a:pt x="4261" y="47"/>
                </a:lnTo>
                <a:lnTo>
                  <a:pt x="4262" y="47"/>
                </a:lnTo>
                <a:lnTo>
                  <a:pt x="4263" y="47"/>
                </a:lnTo>
                <a:lnTo>
                  <a:pt x="4264" y="47"/>
                </a:lnTo>
                <a:lnTo>
                  <a:pt x="4265" y="47"/>
                </a:lnTo>
                <a:lnTo>
                  <a:pt x="4266" y="47"/>
                </a:lnTo>
                <a:lnTo>
                  <a:pt x="4267" y="47"/>
                </a:lnTo>
                <a:lnTo>
                  <a:pt x="4268" y="47"/>
                </a:lnTo>
                <a:lnTo>
                  <a:pt x="4269" y="47"/>
                </a:lnTo>
                <a:lnTo>
                  <a:pt x="4270" y="47"/>
                </a:lnTo>
                <a:lnTo>
                  <a:pt x="4271" y="47"/>
                </a:lnTo>
                <a:lnTo>
                  <a:pt x="4272" y="47"/>
                </a:lnTo>
                <a:lnTo>
                  <a:pt x="4273" y="47"/>
                </a:lnTo>
                <a:lnTo>
                  <a:pt x="4274" y="47"/>
                </a:lnTo>
                <a:lnTo>
                  <a:pt x="4275" y="47"/>
                </a:lnTo>
                <a:lnTo>
                  <a:pt x="4276" y="47"/>
                </a:lnTo>
                <a:lnTo>
                  <a:pt x="4277" y="47"/>
                </a:lnTo>
                <a:lnTo>
                  <a:pt x="4278" y="47"/>
                </a:lnTo>
                <a:lnTo>
                  <a:pt x="4279" y="47"/>
                </a:lnTo>
                <a:lnTo>
                  <a:pt x="4280" y="47"/>
                </a:lnTo>
                <a:lnTo>
                  <a:pt x="4281" y="47"/>
                </a:lnTo>
                <a:lnTo>
                  <a:pt x="4282" y="47"/>
                </a:lnTo>
                <a:lnTo>
                  <a:pt x="4283" y="47"/>
                </a:lnTo>
                <a:lnTo>
                  <a:pt x="4284" y="47"/>
                </a:lnTo>
                <a:lnTo>
                  <a:pt x="4285" y="47"/>
                </a:lnTo>
                <a:lnTo>
                  <a:pt x="4286" y="47"/>
                </a:lnTo>
                <a:lnTo>
                  <a:pt x="4287" y="47"/>
                </a:lnTo>
                <a:lnTo>
                  <a:pt x="4288" y="47"/>
                </a:lnTo>
                <a:lnTo>
                  <a:pt x="4289" y="47"/>
                </a:lnTo>
                <a:lnTo>
                  <a:pt x="4290" y="47"/>
                </a:lnTo>
                <a:lnTo>
                  <a:pt x="4291" y="47"/>
                </a:lnTo>
                <a:lnTo>
                  <a:pt x="4292" y="47"/>
                </a:lnTo>
                <a:lnTo>
                  <a:pt x="4293" y="47"/>
                </a:lnTo>
                <a:lnTo>
                  <a:pt x="4294" y="47"/>
                </a:lnTo>
                <a:lnTo>
                  <a:pt x="4295" y="47"/>
                </a:lnTo>
                <a:lnTo>
                  <a:pt x="4296" y="47"/>
                </a:lnTo>
                <a:lnTo>
                  <a:pt x="4297" y="47"/>
                </a:lnTo>
                <a:lnTo>
                  <a:pt x="4298" y="47"/>
                </a:lnTo>
                <a:lnTo>
                  <a:pt x="4299" y="47"/>
                </a:lnTo>
                <a:lnTo>
                  <a:pt x="4300" y="47"/>
                </a:lnTo>
                <a:lnTo>
                  <a:pt x="4301" y="47"/>
                </a:lnTo>
                <a:lnTo>
                  <a:pt x="4302" y="47"/>
                </a:lnTo>
                <a:lnTo>
                  <a:pt x="4303" y="47"/>
                </a:lnTo>
                <a:lnTo>
                  <a:pt x="4304" y="47"/>
                </a:lnTo>
                <a:lnTo>
                  <a:pt x="4305" y="47"/>
                </a:lnTo>
                <a:lnTo>
                  <a:pt x="4306" y="47"/>
                </a:lnTo>
                <a:lnTo>
                  <a:pt x="4307" y="47"/>
                </a:lnTo>
                <a:lnTo>
                  <a:pt x="4308" y="47"/>
                </a:lnTo>
                <a:lnTo>
                  <a:pt x="4309" y="47"/>
                </a:lnTo>
                <a:lnTo>
                  <a:pt x="4310" y="47"/>
                </a:lnTo>
                <a:lnTo>
                  <a:pt x="4311" y="47"/>
                </a:lnTo>
                <a:lnTo>
                  <a:pt x="4312" y="47"/>
                </a:lnTo>
                <a:lnTo>
                  <a:pt x="4313" y="47"/>
                </a:lnTo>
                <a:lnTo>
                  <a:pt x="4314" y="47"/>
                </a:lnTo>
                <a:lnTo>
                  <a:pt x="4315" y="47"/>
                </a:lnTo>
                <a:lnTo>
                  <a:pt x="4316" y="47"/>
                </a:lnTo>
                <a:lnTo>
                  <a:pt x="4317" y="47"/>
                </a:lnTo>
                <a:lnTo>
                  <a:pt x="4318" y="47"/>
                </a:lnTo>
                <a:lnTo>
                  <a:pt x="4319" y="47"/>
                </a:lnTo>
                <a:lnTo>
                  <a:pt x="4320" y="47"/>
                </a:lnTo>
                <a:lnTo>
                  <a:pt x="4321" y="47"/>
                </a:lnTo>
                <a:lnTo>
                  <a:pt x="4322" y="47"/>
                </a:lnTo>
                <a:lnTo>
                  <a:pt x="4323" y="47"/>
                </a:lnTo>
                <a:lnTo>
                  <a:pt x="4324" y="47"/>
                </a:lnTo>
                <a:lnTo>
                  <a:pt x="4325" y="47"/>
                </a:lnTo>
                <a:lnTo>
                  <a:pt x="4326" y="47"/>
                </a:lnTo>
                <a:lnTo>
                  <a:pt x="4327" y="47"/>
                </a:lnTo>
                <a:lnTo>
                  <a:pt x="4328" y="47"/>
                </a:lnTo>
                <a:lnTo>
                  <a:pt x="4329" y="47"/>
                </a:lnTo>
                <a:lnTo>
                  <a:pt x="4330" y="47"/>
                </a:lnTo>
                <a:lnTo>
                  <a:pt x="4331" y="47"/>
                </a:lnTo>
                <a:lnTo>
                  <a:pt x="4332" y="47"/>
                </a:lnTo>
                <a:lnTo>
                  <a:pt x="4333" y="47"/>
                </a:lnTo>
                <a:lnTo>
                  <a:pt x="4334" y="47"/>
                </a:lnTo>
                <a:lnTo>
                  <a:pt x="4335" y="47"/>
                </a:lnTo>
                <a:lnTo>
                  <a:pt x="4336" y="47"/>
                </a:lnTo>
                <a:lnTo>
                  <a:pt x="4337" y="47"/>
                </a:lnTo>
                <a:lnTo>
                  <a:pt x="4338" y="47"/>
                </a:lnTo>
                <a:lnTo>
                  <a:pt x="4339" y="47"/>
                </a:lnTo>
                <a:lnTo>
                  <a:pt x="4340" y="47"/>
                </a:lnTo>
                <a:lnTo>
                  <a:pt x="4341" y="47"/>
                </a:lnTo>
                <a:lnTo>
                  <a:pt x="4342" y="47"/>
                </a:lnTo>
                <a:lnTo>
                  <a:pt x="4343" y="47"/>
                </a:lnTo>
                <a:lnTo>
                  <a:pt x="4344" y="47"/>
                </a:lnTo>
                <a:lnTo>
                  <a:pt x="4345" y="47"/>
                </a:lnTo>
                <a:lnTo>
                  <a:pt x="4346" y="47"/>
                </a:lnTo>
                <a:lnTo>
                  <a:pt x="4347" y="47"/>
                </a:lnTo>
                <a:lnTo>
                  <a:pt x="4348" y="47"/>
                </a:lnTo>
                <a:lnTo>
                  <a:pt x="4349" y="47"/>
                </a:lnTo>
                <a:lnTo>
                  <a:pt x="4350" y="47"/>
                </a:lnTo>
                <a:lnTo>
                  <a:pt x="4351" y="47"/>
                </a:lnTo>
                <a:lnTo>
                  <a:pt x="4352" y="47"/>
                </a:lnTo>
                <a:lnTo>
                  <a:pt x="4353" y="47"/>
                </a:lnTo>
                <a:lnTo>
                  <a:pt x="4354" y="47"/>
                </a:lnTo>
                <a:lnTo>
                  <a:pt x="4355" y="47"/>
                </a:lnTo>
                <a:lnTo>
                  <a:pt x="4356" y="47"/>
                </a:lnTo>
                <a:lnTo>
                  <a:pt x="4357" y="47"/>
                </a:lnTo>
                <a:lnTo>
                  <a:pt x="4358" y="47"/>
                </a:lnTo>
                <a:lnTo>
                  <a:pt x="4359" y="47"/>
                </a:lnTo>
                <a:lnTo>
                  <a:pt x="4360" y="47"/>
                </a:lnTo>
                <a:lnTo>
                  <a:pt x="4361" y="47"/>
                </a:lnTo>
                <a:lnTo>
                  <a:pt x="4362" y="47"/>
                </a:lnTo>
                <a:lnTo>
                  <a:pt x="4363" y="47"/>
                </a:lnTo>
                <a:lnTo>
                  <a:pt x="4364" y="47"/>
                </a:lnTo>
                <a:lnTo>
                  <a:pt x="4365" y="47"/>
                </a:lnTo>
                <a:lnTo>
                  <a:pt x="4366" y="47"/>
                </a:lnTo>
                <a:lnTo>
                  <a:pt x="4367" y="47"/>
                </a:lnTo>
                <a:lnTo>
                  <a:pt x="4368" y="47"/>
                </a:lnTo>
                <a:lnTo>
                  <a:pt x="4369" y="47"/>
                </a:lnTo>
                <a:lnTo>
                  <a:pt x="4370" y="47"/>
                </a:lnTo>
                <a:lnTo>
                  <a:pt x="4371" y="47"/>
                </a:lnTo>
                <a:lnTo>
                  <a:pt x="4372" y="47"/>
                </a:lnTo>
                <a:lnTo>
                  <a:pt x="4373" y="47"/>
                </a:lnTo>
                <a:lnTo>
                  <a:pt x="4374" y="47"/>
                </a:lnTo>
                <a:lnTo>
                  <a:pt x="4375" y="47"/>
                </a:lnTo>
                <a:lnTo>
                  <a:pt x="4376" y="47"/>
                </a:lnTo>
                <a:lnTo>
                  <a:pt x="4377" y="47"/>
                </a:lnTo>
                <a:lnTo>
                  <a:pt x="4378" y="47"/>
                </a:lnTo>
                <a:lnTo>
                  <a:pt x="4379" y="47"/>
                </a:lnTo>
                <a:lnTo>
                  <a:pt x="4380" y="47"/>
                </a:lnTo>
                <a:lnTo>
                  <a:pt x="4381" y="47"/>
                </a:lnTo>
                <a:lnTo>
                  <a:pt x="4382" y="47"/>
                </a:lnTo>
                <a:lnTo>
                  <a:pt x="4383" y="47"/>
                </a:lnTo>
                <a:lnTo>
                  <a:pt x="4384" y="47"/>
                </a:lnTo>
                <a:lnTo>
                  <a:pt x="4385" y="47"/>
                </a:lnTo>
                <a:lnTo>
                  <a:pt x="4386" y="47"/>
                </a:lnTo>
                <a:lnTo>
                  <a:pt x="4387" y="47"/>
                </a:lnTo>
                <a:lnTo>
                  <a:pt x="4388" y="47"/>
                </a:lnTo>
                <a:lnTo>
                  <a:pt x="4389" y="47"/>
                </a:lnTo>
                <a:lnTo>
                  <a:pt x="4390" y="47"/>
                </a:lnTo>
                <a:lnTo>
                  <a:pt x="4391" y="47"/>
                </a:lnTo>
                <a:lnTo>
                  <a:pt x="4392" y="47"/>
                </a:lnTo>
                <a:lnTo>
                  <a:pt x="4393" y="47"/>
                </a:lnTo>
                <a:lnTo>
                  <a:pt x="4394" y="47"/>
                </a:lnTo>
                <a:lnTo>
                  <a:pt x="4395" y="47"/>
                </a:lnTo>
                <a:lnTo>
                  <a:pt x="4396" y="47"/>
                </a:lnTo>
                <a:lnTo>
                  <a:pt x="4397" y="47"/>
                </a:lnTo>
                <a:lnTo>
                  <a:pt x="4398" y="47"/>
                </a:lnTo>
                <a:lnTo>
                  <a:pt x="4399" y="47"/>
                </a:lnTo>
                <a:lnTo>
                  <a:pt x="4400" y="47"/>
                </a:lnTo>
                <a:lnTo>
                  <a:pt x="4401" y="47"/>
                </a:lnTo>
                <a:lnTo>
                  <a:pt x="4402" y="47"/>
                </a:lnTo>
                <a:lnTo>
                  <a:pt x="4403" y="47"/>
                </a:lnTo>
                <a:lnTo>
                  <a:pt x="4404" y="47"/>
                </a:lnTo>
                <a:lnTo>
                  <a:pt x="4405" y="47"/>
                </a:lnTo>
                <a:lnTo>
                  <a:pt x="4406" y="47"/>
                </a:lnTo>
                <a:lnTo>
                  <a:pt x="4407" y="47"/>
                </a:lnTo>
                <a:lnTo>
                  <a:pt x="4408" y="47"/>
                </a:lnTo>
                <a:lnTo>
                  <a:pt x="4409" y="47"/>
                </a:lnTo>
                <a:lnTo>
                  <a:pt x="4410" y="47"/>
                </a:lnTo>
                <a:lnTo>
                  <a:pt x="4411" y="47"/>
                </a:lnTo>
                <a:lnTo>
                  <a:pt x="4412" y="47"/>
                </a:lnTo>
                <a:lnTo>
                  <a:pt x="4413" y="47"/>
                </a:lnTo>
                <a:lnTo>
                  <a:pt x="4414" y="47"/>
                </a:lnTo>
                <a:lnTo>
                  <a:pt x="4415" y="47"/>
                </a:lnTo>
                <a:lnTo>
                  <a:pt x="4416" y="47"/>
                </a:lnTo>
                <a:lnTo>
                  <a:pt x="4417" y="47"/>
                </a:lnTo>
                <a:lnTo>
                  <a:pt x="4418" y="47"/>
                </a:lnTo>
                <a:lnTo>
                  <a:pt x="4419" y="47"/>
                </a:lnTo>
                <a:lnTo>
                  <a:pt x="4420" y="47"/>
                </a:lnTo>
                <a:lnTo>
                  <a:pt x="4421" y="47"/>
                </a:lnTo>
                <a:lnTo>
                  <a:pt x="4422" y="47"/>
                </a:lnTo>
                <a:lnTo>
                  <a:pt x="4423" y="47"/>
                </a:lnTo>
                <a:lnTo>
                  <a:pt x="4424" y="47"/>
                </a:lnTo>
                <a:lnTo>
                  <a:pt x="4425" y="47"/>
                </a:lnTo>
                <a:lnTo>
                  <a:pt x="4426" y="47"/>
                </a:lnTo>
                <a:lnTo>
                  <a:pt x="4427" y="47"/>
                </a:lnTo>
                <a:lnTo>
                  <a:pt x="4428" y="47"/>
                </a:lnTo>
                <a:lnTo>
                  <a:pt x="4429" y="47"/>
                </a:lnTo>
                <a:lnTo>
                  <a:pt x="4430" y="47"/>
                </a:lnTo>
                <a:lnTo>
                  <a:pt x="4431" y="47"/>
                </a:lnTo>
                <a:lnTo>
                  <a:pt x="4432" y="47"/>
                </a:lnTo>
                <a:lnTo>
                  <a:pt x="4433" y="47"/>
                </a:lnTo>
                <a:lnTo>
                  <a:pt x="4434" y="47"/>
                </a:lnTo>
                <a:lnTo>
                  <a:pt x="4435" y="47"/>
                </a:lnTo>
                <a:lnTo>
                  <a:pt x="4436" y="47"/>
                </a:lnTo>
                <a:lnTo>
                  <a:pt x="4437" y="47"/>
                </a:lnTo>
                <a:lnTo>
                  <a:pt x="4438" y="47"/>
                </a:lnTo>
                <a:lnTo>
                  <a:pt x="4439" y="47"/>
                </a:lnTo>
                <a:lnTo>
                  <a:pt x="4440" y="47"/>
                </a:lnTo>
                <a:lnTo>
                  <a:pt x="4441" y="47"/>
                </a:lnTo>
                <a:lnTo>
                  <a:pt x="4442" y="47"/>
                </a:lnTo>
                <a:lnTo>
                  <a:pt x="4443" y="47"/>
                </a:lnTo>
                <a:lnTo>
                  <a:pt x="4444" y="47"/>
                </a:lnTo>
                <a:lnTo>
                  <a:pt x="4445" y="47"/>
                </a:lnTo>
                <a:lnTo>
                  <a:pt x="4446" y="47"/>
                </a:lnTo>
                <a:lnTo>
                  <a:pt x="4447" y="47"/>
                </a:lnTo>
                <a:lnTo>
                  <a:pt x="4448" y="47"/>
                </a:lnTo>
                <a:lnTo>
                  <a:pt x="4449" y="47"/>
                </a:lnTo>
                <a:lnTo>
                  <a:pt x="4450" y="47"/>
                </a:lnTo>
                <a:lnTo>
                  <a:pt x="4451" y="47"/>
                </a:lnTo>
                <a:lnTo>
                  <a:pt x="4452" y="47"/>
                </a:lnTo>
                <a:lnTo>
                  <a:pt x="4453" y="47"/>
                </a:lnTo>
                <a:lnTo>
                  <a:pt x="4454" y="47"/>
                </a:lnTo>
                <a:lnTo>
                  <a:pt x="4455" y="47"/>
                </a:lnTo>
                <a:lnTo>
                  <a:pt x="4456" y="47"/>
                </a:lnTo>
                <a:lnTo>
                  <a:pt x="4457" y="47"/>
                </a:lnTo>
                <a:lnTo>
                  <a:pt x="4458" y="47"/>
                </a:lnTo>
                <a:lnTo>
                  <a:pt x="4459" y="47"/>
                </a:lnTo>
                <a:lnTo>
                  <a:pt x="4460" y="47"/>
                </a:lnTo>
                <a:lnTo>
                  <a:pt x="4461" y="47"/>
                </a:lnTo>
                <a:lnTo>
                  <a:pt x="4462" y="47"/>
                </a:lnTo>
                <a:lnTo>
                  <a:pt x="4463" y="47"/>
                </a:lnTo>
                <a:lnTo>
                  <a:pt x="4464" y="47"/>
                </a:lnTo>
                <a:lnTo>
                  <a:pt x="4465" y="47"/>
                </a:lnTo>
                <a:lnTo>
                  <a:pt x="4466" y="47"/>
                </a:lnTo>
                <a:lnTo>
                  <a:pt x="4467" y="47"/>
                </a:lnTo>
                <a:lnTo>
                  <a:pt x="4468" y="47"/>
                </a:lnTo>
                <a:lnTo>
                  <a:pt x="4469" y="47"/>
                </a:lnTo>
                <a:lnTo>
                  <a:pt x="4470" y="47"/>
                </a:lnTo>
                <a:lnTo>
                  <a:pt x="4471" y="47"/>
                </a:lnTo>
                <a:lnTo>
                  <a:pt x="4472" y="47"/>
                </a:lnTo>
                <a:lnTo>
                  <a:pt x="4473" y="47"/>
                </a:lnTo>
                <a:lnTo>
                  <a:pt x="4474" y="47"/>
                </a:lnTo>
                <a:lnTo>
                  <a:pt x="4475" y="47"/>
                </a:lnTo>
                <a:lnTo>
                  <a:pt x="4476" y="47"/>
                </a:lnTo>
                <a:lnTo>
                  <a:pt x="4477" y="47"/>
                </a:lnTo>
                <a:lnTo>
                  <a:pt x="4478" y="47"/>
                </a:lnTo>
                <a:lnTo>
                  <a:pt x="4479" y="47"/>
                </a:lnTo>
                <a:lnTo>
                  <a:pt x="4480" y="47"/>
                </a:lnTo>
                <a:lnTo>
                  <a:pt x="4481" y="47"/>
                </a:lnTo>
                <a:lnTo>
                  <a:pt x="4482" y="47"/>
                </a:lnTo>
                <a:lnTo>
                  <a:pt x="4483" y="47"/>
                </a:lnTo>
                <a:lnTo>
                  <a:pt x="4484" y="47"/>
                </a:lnTo>
                <a:lnTo>
                  <a:pt x="4485" y="47"/>
                </a:lnTo>
                <a:lnTo>
                  <a:pt x="4486" y="47"/>
                </a:lnTo>
                <a:lnTo>
                  <a:pt x="4487" y="47"/>
                </a:lnTo>
                <a:lnTo>
                  <a:pt x="4488" y="47"/>
                </a:lnTo>
                <a:lnTo>
                  <a:pt x="4489" y="47"/>
                </a:lnTo>
                <a:lnTo>
                  <a:pt x="4490" y="47"/>
                </a:lnTo>
                <a:lnTo>
                  <a:pt x="4491" y="47"/>
                </a:lnTo>
                <a:lnTo>
                  <a:pt x="4492" y="47"/>
                </a:lnTo>
                <a:lnTo>
                  <a:pt x="4493" y="47"/>
                </a:lnTo>
                <a:lnTo>
                  <a:pt x="4494" y="47"/>
                </a:lnTo>
                <a:lnTo>
                  <a:pt x="4495" y="47"/>
                </a:lnTo>
                <a:lnTo>
                  <a:pt x="4496" y="47"/>
                </a:lnTo>
                <a:lnTo>
                  <a:pt x="4497" y="47"/>
                </a:lnTo>
                <a:lnTo>
                  <a:pt x="4498" y="47"/>
                </a:lnTo>
                <a:lnTo>
                  <a:pt x="4499" y="47"/>
                </a:lnTo>
                <a:lnTo>
                  <a:pt x="4500" y="47"/>
                </a:lnTo>
                <a:lnTo>
                  <a:pt x="4501" y="47"/>
                </a:lnTo>
                <a:lnTo>
                  <a:pt x="4502" y="47"/>
                </a:lnTo>
                <a:lnTo>
                  <a:pt x="4503" y="47"/>
                </a:lnTo>
                <a:lnTo>
                  <a:pt x="4504" y="47"/>
                </a:lnTo>
                <a:lnTo>
                  <a:pt x="4505" y="47"/>
                </a:lnTo>
                <a:lnTo>
                  <a:pt x="4506" y="47"/>
                </a:lnTo>
                <a:lnTo>
                  <a:pt x="4507" y="47"/>
                </a:lnTo>
                <a:lnTo>
                  <a:pt x="4508" y="47"/>
                </a:lnTo>
                <a:lnTo>
                  <a:pt x="4509" y="47"/>
                </a:lnTo>
                <a:lnTo>
                  <a:pt x="4510" y="47"/>
                </a:lnTo>
                <a:lnTo>
                  <a:pt x="4511" y="47"/>
                </a:lnTo>
                <a:lnTo>
                  <a:pt x="4512" y="47"/>
                </a:lnTo>
                <a:lnTo>
                  <a:pt x="4513" y="47"/>
                </a:lnTo>
                <a:lnTo>
                  <a:pt x="4514" y="47"/>
                </a:lnTo>
                <a:lnTo>
                  <a:pt x="4515" y="47"/>
                </a:lnTo>
                <a:lnTo>
                  <a:pt x="4516" y="47"/>
                </a:lnTo>
                <a:lnTo>
                  <a:pt x="4517" y="47"/>
                </a:lnTo>
                <a:lnTo>
                  <a:pt x="4518" y="47"/>
                </a:lnTo>
                <a:lnTo>
                  <a:pt x="4519" y="47"/>
                </a:lnTo>
                <a:lnTo>
                  <a:pt x="4520" y="47"/>
                </a:lnTo>
                <a:lnTo>
                  <a:pt x="4521" y="47"/>
                </a:lnTo>
                <a:lnTo>
                  <a:pt x="4522" y="47"/>
                </a:lnTo>
                <a:lnTo>
                  <a:pt x="4523" y="47"/>
                </a:lnTo>
                <a:lnTo>
                  <a:pt x="4524" y="47"/>
                </a:lnTo>
                <a:lnTo>
                  <a:pt x="4525" y="47"/>
                </a:lnTo>
                <a:lnTo>
                  <a:pt x="4526" y="47"/>
                </a:lnTo>
                <a:lnTo>
                  <a:pt x="4527" y="47"/>
                </a:lnTo>
                <a:lnTo>
                  <a:pt x="4528" y="47"/>
                </a:lnTo>
                <a:lnTo>
                  <a:pt x="4529" y="47"/>
                </a:lnTo>
                <a:lnTo>
                  <a:pt x="4530" y="47"/>
                </a:lnTo>
                <a:lnTo>
                  <a:pt x="4531" y="47"/>
                </a:lnTo>
                <a:lnTo>
                  <a:pt x="4532" y="47"/>
                </a:lnTo>
                <a:lnTo>
                  <a:pt x="4533" y="47"/>
                </a:lnTo>
                <a:lnTo>
                  <a:pt x="4534" y="47"/>
                </a:lnTo>
                <a:lnTo>
                  <a:pt x="4535" y="47"/>
                </a:lnTo>
                <a:lnTo>
                  <a:pt x="4536" y="47"/>
                </a:lnTo>
                <a:lnTo>
                  <a:pt x="4537" y="47"/>
                </a:lnTo>
                <a:lnTo>
                  <a:pt x="4538" y="47"/>
                </a:lnTo>
                <a:lnTo>
                  <a:pt x="4539" y="47"/>
                </a:lnTo>
                <a:lnTo>
                  <a:pt x="4540" y="47"/>
                </a:lnTo>
                <a:lnTo>
                  <a:pt x="4541" y="47"/>
                </a:lnTo>
                <a:lnTo>
                  <a:pt x="4542" y="47"/>
                </a:lnTo>
                <a:lnTo>
                  <a:pt x="4543" y="47"/>
                </a:lnTo>
                <a:lnTo>
                  <a:pt x="4544" y="47"/>
                </a:lnTo>
                <a:lnTo>
                  <a:pt x="4545" y="47"/>
                </a:lnTo>
                <a:lnTo>
                  <a:pt x="4546" y="47"/>
                </a:lnTo>
                <a:lnTo>
                  <a:pt x="4547" y="47"/>
                </a:lnTo>
                <a:lnTo>
                  <a:pt x="4548" y="47"/>
                </a:lnTo>
                <a:lnTo>
                  <a:pt x="4549" y="47"/>
                </a:lnTo>
                <a:lnTo>
                  <a:pt x="4550" y="47"/>
                </a:lnTo>
                <a:lnTo>
                  <a:pt x="4551" y="47"/>
                </a:lnTo>
                <a:lnTo>
                  <a:pt x="4552" y="47"/>
                </a:lnTo>
                <a:lnTo>
                  <a:pt x="4553" y="47"/>
                </a:lnTo>
                <a:lnTo>
                  <a:pt x="4554" y="47"/>
                </a:lnTo>
                <a:lnTo>
                  <a:pt x="4555" y="47"/>
                </a:lnTo>
                <a:lnTo>
                  <a:pt x="4556" y="47"/>
                </a:lnTo>
                <a:lnTo>
                  <a:pt x="4557" y="47"/>
                </a:lnTo>
                <a:lnTo>
                  <a:pt x="4558" y="47"/>
                </a:lnTo>
                <a:lnTo>
                  <a:pt x="4559" y="47"/>
                </a:lnTo>
                <a:lnTo>
                  <a:pt x="4560" y="47"/>
                </a:lnTo>
                <a:lnTo>
                  <a:pt x="4561" y="47"/>
                </a:lnTo>
                <a:lnTo>
                  <a:pt x="4562" y="47"/>
                </a:lnTo>
                <a:lnTo>
                  <a:pt x="4563" y="47"/>
                </a:lnTo>
                <a:lnTo>
                  <a:pt x="4564" y="47"/>
                </a:lnTo>
                <a:lnTo>
                  <a:pt x="4565" y="47"/>
                </a:lnTo>
                <a:lnTo>
                  <a:pt x="4566" y="47"/>
                </a:lnTo>
                <a:lnTo>
                  <a:pt x="4567" y="47"/>
                </a:lnTo>
                <a:lnTo>
                  <a:pt x="4568" y="47"/>
                </a:lnTo>
                <a:lnTo>
                  <a:pt x="4569" y="47"/>
                </a:lnTo>
                <a:lnTo>
                  <a:pt x="4570" y="47"/>
                </a:lnTo>
                <a:lnTo>
                  <a:pt x="4571" y="47"/>
                </a:lnTo>
                <a:lnTo>
                  <a:pt x="4572" y="47"/>
                </a:lnTo>
                <a:lnTo>
                  <a:pt x="4573" y="47"/>
                </a:lnTo>
                <a:lnTo>
                  <a:pt x="4574" y="47"/>
                </a:lnTo>
                <a:lnTo>
                  <a:pt x="4575" y="47"/>
                </a:lnTo>
                <a:lnTo>
                  <a:pt x="4576" y="47"/>
                </a:lnTo>
                <a:lnTo>
                  <a:pt x="4577" y="47"/>
                </a:lnTo>
                <a:lnTo>
                  <a:pt x="4578" y="47"/>
                </a:lnTo>
                <a:lnTo>
                  <a:pt x="4579" y="47"/>
                </a:lnTo>
                <a:lnTo>
                  <a:pt x="4580" y="47"/>
                </a:lnTo>
                <a:lnTo>
                  <a:pt x="4581" y="47"/>
                </a:lnTo>
                <a:lnTo>
                  <a:pt x="4582" y="47"/>
                </a:lnTo>
                <a:lnTo>
                  <a:pt x="4583" y="47"/>
                </a:lnTo>
                <a:lnTo>
                  <a:pt x="4584" y="47"/>
                </a:lnTo>
                <a:lnTo>
                  <a:pt x="4585" y="47"/>
                </a:lnTo>
                <a:lnTo>
                  <a:pt x="4586" y="47"/>
                </a:lnTo>
                <a:lnTo>
                  <a:pt x="4587" y="47"/>
                </a:lnTo>
                <a:lnTo>
                  <a:pt x="4588" y="47"/>
                </a:lnTo>
                <a:lnTo>
                  <a:pt x="4589" y="47"/>
                </a:lnTo>
                <a:lnTo>
                  <a:pt x="4590" y="47"/>
                </a:lnTo>
                <a:lnTo>
                  <a:pt x="4591" y="47"/>
                </a:lnTo>
                <a:lnTo>
                  <a:pt x="4592" y="47"/>
                </a:lnTo>
                <a:lnTo>
                  <a:pt x="4593" y="47"/>
                </a:lnTo>
                <a:lnTo>
                  <a:pt x="4594" y="47"/>
                </a:lnTo>
                <a:lnTo>
                  <a:pt x="4595" y="47"/>
                </a:lnTo>
                <a:lnTo>
                  <a:pt x="4596" y="47"/>
                </a:lnTo>
                <a:lnTo>
                  <a:pt x="4597" y="47"/>
                </a:lnTo>
                <a:lnTo>
                  <a:pt x="4598" y="47"/>
                </a:lnTo>
                <a:lnTo>
                  <a:pt x="4599" y="47"/>
                </a:lnTo>
                <a:lnTo>
                  <a:pt x="4600" y="47"/>
                </a:lnTo>
                <a:lnTo>
                  <a:pt x="4601" y="47"/>
                </a:lnTo>
                <a:lnTo>
                  <a:pt x="4602" y="47"/>
                </a:lnTo>
                <a:lnTo>
                  <a:pt x="4603" y="47"/>
                </a:lnTo>
                <a:lnTo>
                  <a:pt x="4604" y="47"/>
                </a:lnTo>
                <a:lnTo>
                  <a:pt x="4605" y="47"/>
                </a:lnTo>
                <a:lnTo>
                  <a:pt x="4606" y="47"/>
                </a:lnTo>
                <a:lnTo>
                  <a:pt x="4607" y="47"/>
                </a:lnTo>
                <a:lnTo>
                  <a:pt x="4608" y="47"/>
                </a:lnTo>
                <a:lnTo>
                  <a:pt x="4609" y="47"/>
                </a:lnTo>
                <a:lnTo>
                  <a:pt x="4610" y="47"/>
                </a:lnTo>
                <a:lnTo>
                  <a:pt x="4611" y="47"/>
                </a:lnTo>
                <a:lnTo>
                  <a:pt x="4612" y="47"/>
                </a:lnTo>
                <a:lnTo>
                  <a:pt x="4613" y="47"/>
                </a:lnTo>
                <a:lnTo>
                  <a:pt x="4614" y="47"/>
                </a:lnTo>
                <a:lnTo>
                  <a:pt x="4615" y="47"/>
                </a:lnTo>
                <a:lnTo>
                  <a:pt x="4616" y="47"/>
                </a:lnTo>
                <a:lnTo>
                  <a:pt x="4617" y="47"/>
                </a:lnTo>
                <a:lnTo>
                  <a:pt x="4618" y="47"/>
                </a:lnTo>
                <a:lnTo>
                  <a:pt x="4619" y="47"/>
                </a:lnTo>
                <a:lnTo>
                  <a:pt x="4620" y="47"/>
                </a:lnTo>
                <a:lnTo>
                  <a:pt x="4621" y="47"/>
                </a:lnTo>
                <a:lnTo>
                  <a:pt x="4622" y="47"/>
                </a:lnTo>
                <a:lnTo>
                  <a:pt x="4623" y="47"/>
                </a:lnTo>
                <a:lnTo>
                  <a:pt x="4624" y="47"/>
                </a:lnTo>
                <a:lnTo>
                  <a:pt x="4625" y="47"/>
                </a:lnTo>
                <a:lnTo>
                  <a:pt x="4626" y="47"/>
                </a:lnTo>
                <a:lnTo>
                  <a:pt x="4627" y="47"/>
                </a:lnTo>
                <a:lnTo>
                  <a:pt x="4628" y="47"/>
                </a:lnTo>
                <a:lnTo>
                  <a:pt x="4629" y="47"/>
                </a:lnTo>
                <a:lnTo>
                  <a:pt x="4630" y="47"/>
                </a:lnTo>
                <a:lnTo>
                  <a:pt x="4631" y="47"/>
                </a:lnTo>
                <a:lnTo>
                  <a:pt x="4632" y="47"/>
                </a:lnTo>
                <a:lnTo>
                  <a:pt x="4633" y="47"/>
                </a:lnTo>
                <a:lnTo>
                  <a:pt x="4634" y="47"/>
                </a:lnTo>
                <a:lnTo>
                  <a:pt x="4635" y="47"/>
                </a:lnTo>
                <a:lnTo>
                  <a:pt x="4636" y="47"/>
                </a:lnTo>
                <a:lnTo>
                  <a:pt x="4637" y="47"/>
                </a:lnTo>
                <a:lnTo>
                  <a:pt x="4638" y="47"/>
                </a:lnTo>
                <a:lnTo>
                  <a:pt x="4639" y="47"/>
                </a:lnTo>
                <a:lnTo>
                  <a:pt x="4640" y="47"/>
                </a:lnTo>
                <a:lnTo>
                  <a:pt x="4641" y="47"/>
                </a:lnTo>
                <a:lnTo>
                  <a:pt x="4642" y="47"/>
                </a:lnTo>
                <a:lnTo>
                  <a:pt x="4643" y="47"/>
                </a:lnTo>
                <a:lnTo>
                  <a:pt x="4644" y="47"/>
                </a:lnTo>
                <a:lnTo>
                  <a:pt x="4645" y="47"/>
                </a:lnTo>
                <a:lnTo>
                  <a:pt x="4646" y="47"/>
                </a:lnTo>
                <a:lnTo>
                  <a:pt x="4647" y="47"/>
                </a:lnTo>
                <a:lnTo>
                  <a:pt x="4648" y="47"/>
                </a:lnTo>
                <a:lnTo>
                  <a:pt x="4649" y="47"/>
                </a:lnTo>
                <a:lnTo>
                  <a:pt x="4650" y="47"/>
                </a:lnTo>
                <a:lnTo>
                  <a:pt x="4651" y="47"/>
                </a:lnTo>
                <a:lnTo>
                  <a:pt x="4652" y="47"/>
                </a:lnTo>
                <a:lnTo>
                  <a:pt x="4653" y="47"/>
                </a:lnTo>
                <a:lnTo>
                  <a:pt x="4654" y="47"/>
                </a:lnTo>
                <a:lnTo>
                  <a:pt x="4655" y="47"/>
                </a:lnTo>
                <a:lnTo>
                  <a:pt x="4656" y="47"/>
                </a:lnTo>
                <a:lnTo>
                  <a:pt x="4657" y="47"/>
                </a:lnTo>
                <a:lnTo>
                  <a:pt x="4658" y="47"/>
                </a:lnTo>
                <a:lnTo>
                  <a:pt x="4659" y="47"/>
                </a:lnTo>
                <a:lnTo>
                  <a:pt x="4660" y="47"/>
                </a:lnTo>
                <a:lnTo>
                  <a:pt x="4661" y="47"/>
                </a:lnTo>
                <a:lnTo>
                  <a:pt x="4662" y="47"/>
                </a:lnTo>
                <a:lnTo>
                  <a:pt x="4663" y="47"/>
                </a:lnTo>
                <a:lnTo>
                  <a:pt x="4664" y="47"/>
                </a:lnTo>
                <a:lnTo>
                  <a:pt x="4665" y="47"/>
                </a:lnTo>
                <a:lnTo>
                  <a:pt x="4666" y="47"/>
                </a:lnTo>
                <a:lnTo>
                  <a:pt x="4667" y="47"/>
                </a:lnTo>
                <a:lnTo>
                  <a:pt x="4668" y="47"/>
                </a:lnTo>
                <a:lnTo>
                  <a:pt x="4669" y="47"/>
                </a:lnTo>
                <a:lnTo>
                  <a:pt x="4670" y="47"/>
                </a:lnTo>
                <a:lnTo>
                  <a:pt x="4671" y="47"/>
                </a:lnTo>
                <a:lnTo>
                  <a:pt x="4672" y="47"/>
                </a:lnTo>
                <a:lnTo>
                  <a:pt x="4673" y="47"/>
                </a:lnTo>
                <a:lnTo>
                  <a:pt x="4674" y="47"/>
                </a:lnTo>
                <a:lnTo>
                  <a:pt x="4675" y="47"/>
                </a:lnTo>
                <a:lnTo>
                  <a:pt x="4676" y="47"/>
                </a:lnTo>
                <a:lnTo>
                  <a:pt x="4677" y="47"/>
                </a:lnTo>
                <a:lnTo>
                  <a:pt x="4678" y="47"/>
                </a:lnTo>
                <a:lnTo>
                  <a:pt x="4679" y="47"/>
                </a:lnTo>
                <a:lnTo>
                  <a:pt x="4680" y="47"/>
                </a:lnTo>
                <a:lnTo>
                  <a:pt x="4681" y="47"/>
                </a:lnTo>
                <a:lnTo>
                  <a:pt x="4682" y="47"/>
                </a:lnTo>
                <a:lnTo>
                  <a:pt x="4683" y="47"/>
                </a:lnTo>
                <a:lnTo>
                  <a:pt x="4684" y="47"/>
                </a:lnTo>
                <a:lnTo>
                  <a:pt x="4685" y="47"/>
                </a:lnTo>
                <a:lnTo>
                  <a:pt x="4686" y="47"/>
                </a:lnTo>
                <a:lnTo>
                  <a:pt x="4687" y="47"/>
                </a:lnTo>
                <a:lnTo>
                  <a:pt x="4688" y="47"/>
                </a:lnTo>
                <a:lnTo>
                  <a:pt x="4689" y="47"/>
                </a:lnTo>
                <a:lnTo>
                  <a:pt x="4690" y="47"/>
                </a:lnTo>
                <a:lnTo>
                  <a:pt x="4691" y="47"/>
                </a:lnTo>
                <a:lnTo>
                  <a:pt x="4692" y="47"/>
                </a:lnTo>
                <a:lnTo>
                  <a:pt x="4693" y="47"/>
                </a:lnTo>
                <a:lnTo>
                  <a:pt x="4694" y="47"/>
                </a:lnTo>
                <a:lnTo>
                  <a:pt x="4695" y="47"/>
                </a:lnTo>
                <a:lnTo>
                  <a:pt x="4696" y="47"/>
                </a:lnTo>
                <a:lnTo>
                  <a:pt x="4697" y="47"/>
                </a:lnTo>
                <a:lnTo>
                  <a:pt x="4698" y="47"/>
                </a:lnTo>
                <a:lnTo>
                  <a:pt x="4699" y="47"/>
                </a:lnTo>
                <a:lnTo>
                  <a:pt x="4700" y="47"/>
                </a:lnTo>
                <a:lnTo>
                  <a:pt x="4701" y="47"/>
                </a:lnTo>
                <a:lnTo>
                  <a:pt x="4702" y="47"/>
                </a:lnTo>
                <a:lnTo>
                  <a:pt x="4703" y="47"/>
                </a:lnTo>
                <a:lnTo>
                  <a:pt x="4704" y="47"/>
                </a:lnTo>
                <a:lnTo>
                  <a:pt x="4705" y="47"/>
                </a:lnTo>
                <a:lnTo>
                  <a:pt x="4706" y="47"/>
                </a:lnTo>
                <a:lnTo>
                  <a:pt x="4707" y="47"/>
                </a:lnTo>
                <a:lnTo>
                  <a:pt x="4708" y="47"/>
                </a:lnTo>
                <a:lnTo>
                  <a:pt x="4709" y="47"/>
                </a:lnTo>
                <a:lnTo>
                  <a:pt x="4710" y="47"/>
                </a:lnTo>
                <a:lnTo>
                  <a:pt x="4711" y="47"/>
                </a:lnTo>
                <a:lnTo>
                  <a:pt x="4712" y="47"/>
                </a:lnTo>
                <a:lnTo>
                  <a:pt x="4713" y="47"/>
                </a:lnTo>
                <a:lnTo>
                  <a:pt x="4714" y="47"/>
                </a:lnTo>
                <a:lnTo>
                  <a:pt x="4715" y="47"/>
                </a:lnTo>
                <a:lnTo>
                  <a:pt x="4716" y="47"/>
                </a:lnTo>
                <a:lnTo>
                  <a:pt x="4717" y="47"/>
                </a:lnTo>
                <a:lnTo>
                  <a:pt x="4718" y="47"/>
                </a:lnTo>
                <a:lnTo>
                  <a:pt x="4719" y="47"/>
                </a:lnTo>
                <a:lnTo>
                  <a:pt x="4720" y="47"/>
                </a:lnTo>
                <a:lnTo>
                  <a:pt x="4721" y="47"/>
                </a:lnTo>
                <a:lnTo>
                  <a:pt x="4722" y="47"/>
                </a:lnTo>
                <a:lnTo>
                  <a:pt x="4723" y="47"/>
                </a:lnTo>
                <a:lnTo>
                  <a:pt x="4724" y="47"/>
                </a:lnTo>
                <a:lnTo>
                  <a:pt x="4725" y="47"/>
                </a:lnTo>
                <a:lnTo>
                  <a:pt x="4726" y="47"/>
                </a:lnTo>
                <a:lnTo>
                  <a:pt x="4727" y="47"/>
                </a:lnTo>
                <a:lnTo>
                  <a:pt x="4728" y="47"/>
                </a:lnTo>
                <a:lnTo>
                  <a:pt x="4729" y="47"/>
                </a:lnTo>
                <a:lnTo>
                  <a:pt x="4730" y="47"/>
                </a:lnTo>
                <a:lnTo>
                  <a:pt x="4731" y="47"/>
                </a:lnTo>
                <a:lnTo>
                  <a:pt x="4732" y="47"/>
                </a:lnTo>
                <a:lnTo>
                  <a:pt x="4733" y="47"/>
                </a:lnTo>
                <a:lnTo>
                  <a:pt x="4734" y="47"/>
                </a:lnTo>
                <a:lnTo>
                  <a:pt x="4735" y="47"/>
                </a:lnTo>
                <a:lnTo>
                  <a:pt x="4736" y="47"/>
                </a:lnTo>
                <a:lnTo>
                  <a:pt x="4737" y="47"/>
                </a:lnTo>
                <a:lnTo>
                  <a:pt x="4738" y="47"/>
                </a:lnTo>
                <a:lnTo>
                  <a:pt x="4739" y="47"/>
                </a:lnTo>
                <a:lnTo>
                  <a:pt x="4740" y="47"/>
                </a:lnTo>
                <a:lnTo>
                  <a:pt x="4741" y="47"/>
                </a:lnTo>
                <a:lnTo>
                  <a:pt x="4742" y="47"/>
                </a:lnTo>
                <a:lnTo>
                  <a:pt x="4743" y="47"/>
                </a:lnTo>
                <a:lnTo>
                  <a:pt x="4744" y="47"/>
                </a:lnTo>
                <a:lnTo>
                  <a:pt x="4745" y="47"/>
                </a:lnTo>
                <a:lnTo>
                  <a:pt x="4746" y="47"/>
                </a:lnTo>
                <a:lnTo>
                  <a:pt x="4747" y="47"/>
                </a:lnTo>
                <a:lnTo>
                  <a:pt x="4748" y="47"/>
                </a:lnTo>
                <a:lnTo>
                  <a:pt x="4749" y="47"/>
                </a:lnTo>
                <a:lnTo>
                  <a:pt x="4750" y="47"/>
                </a:lnTo>
                <a:lnTo>
                  <a:pt x="4751" y="47"/>
                </a:lnTo>
                <a:lnTo>
                  <a:pt x="4752" y="47"/>
                </a:lnTo>
                <a:lnTo>
                  <a:pt x="4753" y="47"/>
                </a:lnTo>
                <a:lnTo>
                  <a:pt x="4754" y="47"/>
                </a:lnTo>
                <a:lnTo>
                  <a:pt x="4755" y="47"/>
                </a:lnTo>
                <a:lnTo>
                  <a:pt x="4756" y="47"/>
                </a:lnTo>
                <a:lnTo>
                  <a:pt x="4757" y="47"/>
                </a:lnTo>
                <a:lnTo>
                  <a:pt x="4758" y="47"/>
                </a:lnTo>
                <a:lnTo>
                  <a:pt x="4759" y="47"/>
                </a:lnTo>
                <a:lnTo>
                  <a:pt x="4760" y="47"/>
                </a:lnTo>
                <a:lnTo>
                  <a:pt x="4761" y="47"/>
                </a:lnTo>
                <a:lnTo>
                  <a:pt x="4762" y="47"/>
                </a:lnTo>
                <a:lnTo>
                  <a:pt x="4763" y="47"/>
                </a:lnTo>
                <a:lnTo>
                  <a:pt x="4764" y="47"/>
                </a:lnTo>
                <a:lnTo>
                  <a:pt x="4765" y="47"/>
                </a:lnTo>
                <a:lnTo>
                  <a:pt x="4766" y="47"/>
                </a:lnTo>
                <a:lnTo>
                  <a:pt x="4767" y="47"/>
                </a:lnTo>
                <a:lnTo>
                  <a:pt x="4768" y="47"/>
                </a:lnTo>
                <a:lnTo>
                  <a:pt x="4769" y="47"/>
                </a:lnTo>
                <a:lnTo>
                  <a:pt x="4770" y="47"/>
                </a:lnTo>
                <a:lnTo>
                  <a:pt x="4771" y="47"/>
                </a:lnTo>
                <a:lnTo>
                  <a:pt x="4772" y="47"/>
                </a:lnTo>
                <a:lnTo>
                  <a:pt x="4773" y="47"/>
                </a:lnTo>
                <a:lnTo>
                  <a:pt x="4774" y="47"/>
                </a:lnTo>
                <a:lnTo>
                  <a:pt x="4775" y="47"/>
                </a:lnTo>
                <a:lnTo>
                  <a:pt x="4776" y="47"/>
                </a:lnTo>
                <a:lnTo>
                  <a:pt x="4777" y="47"/>
                </a:lnTo>
                <a:lnTo>
                  <a:pt x="4778" y="47"/>
                </a:lnTo>
                <a:lnTo>
                  <a:pt x="4779" y="47"/>
                </a:lnTo>
                <a:lnTo>
                  <a:pt x="4780" y="47"/>
                </a:lnTo>
                <a:lnTo>
                  <a:pt x="4781" y="47"/>
                </a:lnTo>
                <a:lnTo>
                  <a:pt x="4782" y="47"/>
                </a:lnTo>
                <a:lnTo>
                  <a:pt x="4783" y="47"/>
                </a:lnTo>
                <a:lnTo>
                  <a:pt x="4784" y="47"/>
                </a:lnTo>
                <a:lnTo>
                  <a:pt x="4785" y="47"/>
                </a:lnTo>
                <a:lnTo>
                  <a:pt x="4786" y="47"/>
                </a:lnTo>
                <a:lnTo>
                  <a:pt x="4787" y="47"/>
                </a:lnTo>
                <a:lnTo>
                  <a:pt x="4788" y="47"/>
                </a:lnTo>
                <a:lnTo>
                  <a:pt x="4789" y="47"/>
                </a:lnTo>
                <a:lnTo>
                  <a:pt x="4790" y="47"/>
                </a:lnTo>
                <a:lnTo>
                  <a:pt x="4791" y="47"/>
                </a:lnTo>
                <a:lnTo>
                  <a:pt x="4792" y="47"/>
                </a:lnTo>
                <a:lnTo>
                  <a:pt x="4793" y="47"/>
                </a:lnTo>
                <a:lnTo>
                  <a:pt x="4794" y="47"/>
                </a:lnTo>
                <a:lnTo>
                  <a:pt x="4795" y="47"/>
                </a:lnTo>
                <a:lnTo>
                  <a:pt x="4796" y="47"/>
                </a:lnTo>
                <a:lnTo>
                  <a:pt x="4797" y="47"/>
                </a:lnTo>
                <a:lnTo>
                  <a:pt x="4798" y="47"/>
                </a:lnTo>
                <a:lnTo>
                  <a:pt x="4799" y="47"/>
                </a:lnTo>
                <a:lnTo>
                  <a:pt x="4800" y="47"/>
                </a:lnTo>
                <a:lnTo>
                  <a:pt x="4801" y="47"/>
                </a:lnTo>
                <a:lnTo>
                  <a:pt x="4802" y="47"/>
                </a:lnTo>
                <a:lnTo>
                  <a:pt x="4803" y="47"/>
                </a:lnTo>
                <a:lnTo>
                  <a:pt x="4804" y="47"/>
                </a:lnTo>
                <a:lnTo>
                  <a:pt x="4805" y="47"/>
                </a:lnTo>
                <a:lnTo>
                  <a:pt x="4806" y="47"/>
                </a:lnTo>
                <a:lnTo>
                  <a:pt x="4807" y="47"/>
                </a:lnTo>
                <a:lnTo>
                  <a:pt x="4808" y="47"/>
                </a:lnTo>
                <a:lnTo>
                  <a:pt x="4809" y="47"/>
                </a:lnTo>
                <a:lnTo>
                  <a:pt x="4810" y="47"/>
                </a:lnTo>
                <a:lnTo>
                  <a:pt x="4811" y="47"/>
                </a:lnTo>
                <a:lnTo>
                  <a:pt x="4812" y="47"/>
                </a:lnTo>
                <a:lnTo>
                  <a:pt x="4813" y="47"/>
                </a:lnTo>
                <a:lnTo>
                  <a:pt x="4814" y="47"/>
                </a:lnTo>
                <a:lnTo>
                  <a:pt x="4815" y="47"/>
                </a:lnTo>
                <a:lnTo>
                  <a:pt x="4816" y="47"/>
                </a:lnTo>
                <a:lnTo>
                  <a:pt x="4817" y="47"/>
                </a:lnTo>
                <a:lnTo>
                  <a:pt x="4818" y="47"/>
                </a:lnTo>
                <a:lnTo>
                  <a:pt x="4819" y="47"/>
                </a:lnTo>
                <a:lnTo>
                  <a:pt x="4820" y="47"/>
                </a:lnTo>
                <a:lnTo>
                  <a:pt x="4821" y="47"/>
                </a:lnTo>
                <a:lnTo>
                  <a:pt x="4822" y="47"/>
                </a:lnTo>
                <a:lnTo>
                  <a:pt x="4823" y="47"/>
                </a:lnTo>
                <a:lnTo>
                  <a:pt x="4824" y="47"/>
                </a:lnTo>
                <a:lnTo>
                  <a:pt x="4825" y="47"/>
                </a:lnTo>
                <a:lnTo>
                  <a:pt x="4826" y="47"/>
                </a:lnTo>
                <a:lnTo>
                  <a:pt x="4827" y="47"/>
                </a:lnTo>
                <a:lnTo>
                  <a:pt x="4828" y="47"/>
                </a:lnTo>
                <a:lnTo>
                  <a:pt x="4829" y="47"/>
                </a:lnTo>
                <a:lnTo>
                  <a:pt x="4830" y="47"/>
                </a:lnTo>
                <a:lnTo>
                  <a:pt x="4831" y="47"/>
                </a:lnTo>
                <a:lnTo>
                  <a:pt x="4832" y="47"/>
                </a:lnTo>
                <a:lnTo>
                  <a:pt x="4833" y="47"/>
                </a:lnTo>
                <a:lnTo>
                  <a:pt x="4834" y="47"/>
                </a:lnTo>
                <a:lnTo>
                  <a:pt x="4835" y="47"/>
                </a:lnTo>
                <a:lnTo>
                  <a:pt x="4836" y="47"/>
                </a:lnTo>
                <a:lnTo>
                  <a:pt x="4837" y="47"/>
                </a:lnTo>
                <a:lnTo>
                  <a:pt x="4838" y="47"/>
                </a:lnTo>
                <a:lnTo>
                  <a:pt x="4839" y="47"/>
                </a:lnTo>
                <a:lnTo>
                  <a:pt x="4840" y="47"/>
                </a:lnTo>
                <a:lnTo>
                  <a:pt x="4841" y="47"/>
                </a:lnTo>
                <a:lnTo>
                  <a:pt x="4842" y="47"/>
                </a:lnTo>
                <a:lnTo>
                  <a:pt x="4843" y="47"/>
                </a:lnTo>
                <a:lnTo>
                  <a:pt x="4844" y="47"/>
                </a:lnTo>
                <a:lnTo>
                  <a:pt x="4845" y="47"/>
                </a:lnTo>
                <a:lnTo>
                  <a:pt x="4846" y="47"/>
                </a:lnTo>
                <a:lnTo>
                  <a:pt x="4847" y="47"/>
                </a:lnTo>
                <a:lnTo>
                  <a:pt x="4848" y="47"/>
                </a:lnTo>
                <a:lnTo>
                  <a:pt x="4849" y="47"/>
                </a:lnTo>
                <a:lnTo>
                  <a:pt x="4850" y="47"/>
                </a:lnTo>
                <a:lnTo>
                  <a:pt x="4851" y="47"/>
                </a:lnTo>
                <a:lnTo>
                  <a:pt x="4852" y="47"/>
                </a:lnTo>
                <a:lnTo>
                  <a:pt x="4853" y="47"/>
                </a:lnTo>
                <a:lnTo>
                  <a:pt x="4854" y="47"/>
                </a:lnTo>
                <a:lnTo>
                  <a:pt x="4855" y="47"/>
                </a:lnTo>
                <a:lnTo>
                  <a:pt x="4856" y="47"/>
                </a:lnTo>
                <a:lnTo>
                  <a:pt x="4857" y="47"/>
                </a:lnTo>
                <a:lnTo>
                  <a:pt x="4858" y="47"/>
                </a:lnTo>
                <a:lnTo>
                  <a:pt x="4859" y="47"/>
                </a:lnTo>
                <a:lnTo>
                  <a:pt x="4860" y="47"/>
                </a:lnTo>
                <a:lnTo>
                  <a:pt x="4861" y="47"/>
                </a:lnTo>
                <a:lnTo>
                  <a:pt x="4862" y="47"/>
                </a:lnTo>
                <a:lnTo>
                  <a:pt x="4863" y="47"/>
                </a:lnTo>
                <a:lnTo>
                  <a:pt x="4864" y="47"/>
                </a:lnTo>
                <a:lnTo>
                  <a:pt x="4865" y="47"/>
                </a:lnTo>
                <a:lnTo>
                  <a:pt x="4866" y="47"/>
                </a:lnTo>
                <a:lnTo>
                  <a:pt x="4867" y="47"/>
                </a:lnTo>
                <a:lnTo>
                  <a:pt x="4868" y="47"/>
                </a:lnTo>
                <a:lnTo>
                  <a:pt x="4869" y="47"/>
                </a:lnTo>
                <a:lnTo>
                  <a:pt x="4870" y="47"/>
                </a:lnTo>
                <a:lnTo>
                  <a:pt x="4871" y="47"/>
                </a:lnTo>
                <a:lnTo>
                  <a:pt x="4872" y="47"/>
                </a:lnTo>
                <a:lnTo>
                  <a:pt x="4873" y="47"/>
                </a:lnTo>
                <a:lnTo>
                  <a:pt x="4874" y="47"/>
                </a:lnTo>
                <a:lnTo>
                  <a:pt x="4875" y="47"/>
                </a:lnTo>
                <a:lnTo>
                  <a:pt x="4876" y="47"/>
                </a:lnTo>
                <a:lnTo>
                  <a:pt x="4877" y="47"/>
                </a:lnTo>
                <a:lnTo>
                  <a:pt x="4878" y="47"/>
                </a:lnTo>
                <a:lnTo>
                  <a:pt x="4879" y="47"/>
                </a:lnTo>
                <a:lnTo>
                  <a:pt x="4880" y="47"/>
                </a:lnTo>
                <a:lnTo>
                  <a:pt x="4881" y="47"/>
                </a:lnTo>
                <a:lnTo>
                  <a:pt x="4882" y="47"/>
                </a:lnTo>
                <a:lnTo>
                  <a:pt x="4883" y="47"/>
                </a:lnTo>
                <a:lnTo>
                  <a:pt x="4884" y="47"/>
                </a:lnTo>
                <a:lnTo>
                  <a:pt x="4885" y="47"/>
                </a:lnTo>
                <a:lnTo>
                  <a:pt x="4886" y="47"/>
                </a:lnTo>
                <a:lnTo>
                  <a:pt x="4887" y="47"/>
                </a:lnTo>
                <a:lnTo>
                  <a:pt x="4888" y="47"/>
                </a:lnTo>
                <a:lnTo>
                  <a:pt x="4889" y="47"/>
                </a:lnTo>
                <a:lnTo>
                  <a:pt x="4890" y="47"/>
                </a:lnTo>
                <a:lnTo>
                  <a:pt x="4891" y="47"/>
                </a:lnTo>
                <a:lnTo>
                  <a:pt x="4892" y="47"/>
                </a:lnTo>
                <a:lnTo>
                  <a:pt x="4893" y="47"/>
                </a:lnTo>
                <a:lnTo>
                  <a:pt x="4894" y="47"/>
                </a:lnTo>
                <a:lnTo>
                  <a:pt x="4895" y="47"/>
                </a:lnTo>
                <a:lnTo>
                  <a:pt x="4896" y="47"/>
                </a:lnTo>
                <a:lnTo>
                  <a:pt x="4897" y="47"/>
                </a:lnTo>
                <a:lnTo>
                  <a:pt x="4898" y="47"/>
                </a:lnTo>
                <a:lnTo>
                  <a:pt x="4899" y="47"/>
                </a:lnTo>
                <a:lnTo>
                  <a:pt x="4900" y="47"/>
                </a:lnTo>
                <a:lnTo>
                  <a:pt x="4901" y="47"/>
                </a:lnTo>
                <a:lnTo>
                  <a:pt x="4902" y="47"/>
                </a:lnTo>
                <a:lnTo>
                  <a:pt x="4903" y="47"/>
                </a:lnTo>
                <a:lnTo>
                  <a:pt x="4904" y="47"/>
                </a:lnTo>
                <a:lnTo>
                  <a:pt x="4905" y="47"/>
                </a:lnTo>
                <a:lnTo>
                  <a:pt x="4906" y="47"/>
                </a:lnTo>
                <a:lnTo>
                  <a:pt x="4907" y="47"/>
                </a:lnTo>
                <a:lnTo>
                  <a:pt x="4908" y="47"/>
                </a:lnTo>
                <a:lnTo>
                  <a:pt x="4909" y="47"/>
                </a:lnTo>
                <a:lnTo>
                  <a:pt x="4910" y="47"/>
                </a:lnTo>
                <a:lnTo>
                  <a:pt x="4911" y="47"/>
                </a:lnTo>
                <a:lnTo>
                  <a:pt x="4912" y="47"/>
                </a:lnTo>
                <a:lnTo>
                  <a:pt x="4913" y="47"/>
                </a:lnTo>
                <a:lnTo>
                  <a:pt x="4914" y="47"/>
                </a:lnTo>
                <a:lnTo>
                  <a:pt x="4915" y="47"/>
                </a:lnTo>
                <a:lnTo>
                  <a:pt x="4916" y="47"/>
                </a:lnTo>
                <a:lnTo>
                  <a:pt x="4917" y="47"/>
                </a:lnTo>
                <a:lnTo>
                  <a:pt x="4918" y="47"/>
                </a:lnTo>
                <a:lnTo>
                  <a:pt x="4919" y="47"/>
                </a:lnTo>
                <a:lnTo>
                  <a:pt x="4920" y="47"/>
                </a:lnTo>
                <a:lnTo>
                  <a:pt x="4921" y="47"/>
                </a:lnTo>
                <a:lnTo>
                  <a:pt x="4922" y="47"/>
                </a:lnTo>
                <a:lnTo>
                  <a:pt x="4923" y="47"/>
                </a:lnTo>
                <a:lnTo>
                  <a:pt x="4924" y="47"/>
                </a:lnTo>
                <a:lnTo>
                  <a:pt x="4925" y="47"/>
                </a:lnTo>
                <a:lnTo>
                  <a:pt x="4926" y="47"/>
                </a:lnTo>
                <a:lnTo>
                  <a:pt x="4927" y="47"/>
                </a:lnTo>
                <a:lnTo>
                  <a:pt x="4928" y="47"/>
                </a:lnTo>
                <a:lnTo>
                  <a:pt x="4929" y="47"/>
                </a:lnTo>
                <a:lnTo>
                  <a:pt x="4930" y="47"/>
                </a:lnTo>
                <a:lnTo>
                  <a:pt x="4931" y="47"/>
                </a:lnTo>
                <a:lnTo>
                  <a:pt x="4932" y="47"/>
                </a:lnTo>
                <a:lnTo>
                  <a:pt x="4933" y="47"/>
                </a:lnTo>
                <a:lnTo>
                  <a:pt x="4934" y="47"/>
                </a:lnTo>
                <a:lnTo>
                  <a:pt x="4935" y="47"/>
                </a:lnTo>
                <a:lnTo>
                  <a:pt x="4936" y="47"/>
                </a:lnTo>
                <a:lnTo>
                  <a:pt x="4937" y="47"/>
                </a:lnTo>
                <a:lnTo>
                  <a:pt x="4938" y="47"/>
                </a:lnTo>
                <a:lnTo>
                  <a:pt x="4939" y="47"/>
                </a:lnTo>
                <a:lnTo>
                  <a:pt x="4940" y="47"/>
                </a:lnTo>
                <a:lnTo>
                  <a:pt x="4941" y="47"/>
                </a:lnTo>
                <a:lnTo>
                  <a:pt x="4942" y="47"/>
                </a:lnTo>
                <a:lnTo>
                  <a:pt x="4943" y="47"/>
                </a:lnTo>
                <a:lnTo>
                  <a:pt x="4944" y="47"/>
                </a:lnTo>
                <a:lnTo>
                  <a:pt x="4945" y="47"/>
                </a:lnTo>
                <a:lnTo>
                  <a:pt x="4946" y="47"/>
                </a:lnTo>
                <a:lnTo>
                  <a:pt x="4947" y="47"/>
                </a:lnTo>
                <a:lnTo>
                  <a:pt x="4948" y="47"/>
                </a:lnTo>
                <a:lnTo>
                  <a:pt x="4949" y="47"/>
                </a:lnTo>
                <a:lnTo>
                  <a:pt x="4950" y="47"/>
                </a:lnTo>
                <a:lnTo>
                  <a:pt x="4951" y="47"/>
                </a:lnTo>
                <a:lnTo>
                  <a:pt x="4952" y="47"/>
                </a:lnTo>
                <a:lnTo>
                  <a:pt x="4953" y="47"/>
                </a:lnTo>
                <a:lnTo>
                  <a:pt x="4954" y="47"/>
                </a:lnTo>
                <a:lnTo>
                  <a:pt x="4955" y="47"/>
                </a:lnTo>
                <a:lnTo>
                  <a:pt x="4956" y="47"/>
                </a:lnTo>
                <a:lnTo>
                  <a:pt x="4957" y="47"/>
                </a:lnTo>
                <a:lnTo>
                  <a:pt x="4958" y="47"/>
                </a:lnTo>
                <a:lnTo>
                  <a:pt x="4959" y="47"/>
                </a:lnTo>
                <a:lnTo>
                  <a:pt x="4960" y="47"/>
                </a:lnTo>
                <a:lnTo>
                  <a:pt x="4961" y="47"/>
                </a:lnTo>
                <a:lnTo>
                  <a:pt x="4962" y="47"/>
                </a:lnTo>
                <a:lnTo>
                  <a:pt x="4963" y="47"/>
                </a:lnTo>
                <a:lnTo>
                  <a:pt x="4964" y="47"/>
                </a:lnTo>
                <a:lnTo>
                  <a:pt x="4965" y="47"/>
                </a:lnTo>
                <a:lnTo>
                  <a:pt x="4966" y="47"/>
                </a:lnTo>
                <a:lnTo>
                  <a:pt x="4967" y="47"/>
                </a:lnTo>
                <a:lnTo>
                  <a:pt x="4968" y="47"/>
                </a:lnTo>
                <a:lnTo>
                  <a:pt x="4969" y="47"/>
                </a:lnTo>
                <a:lnTo>
                  <a:pt x="4970" y="47"/>
                </a:lnTo>
                <a:lnTo>
                  <a:pt x="4971" y="47"/>
                </a:lnTo>
                <a:lnTo>
                  <a:pt x="4972" y="47"/>
                </a:lnTo>
                <a:lnTo>
                  <a:pt x="4973" y="47"/>
                </a:lnTo>
                <a:lnTo>
                  <a:pt x="4974" y="47"/>
                </a:lnTo>
                <a:lnTo>
                  <a:pt x="4975" y="47"/>
                </a:lnTo>
                <a:lnTo>
                  <a:pt x="4976" y="47"/>
                </a:lnTo>
                <a:lnTo>
                  <a:pt x="4977" y="47"/>
                </a:lnTo>
                <a:lnTo>
                  <a:pt x="4978" y="47"/>
                </a:lnTo>
                <a:lnTo>
                  <a:pt x="4979" y="47"/>
                </a:lnTo>
                <a:lnTo>
                  <a:pt x="4980" y="47"/>
                </a:lnTo>
                <a:lnTo>
                  <a:pt x="4981" y="47"/>
                </a:lnTo>
                <a:lnTo>
                  <a:pt x="4982" y="47"/>
                </a:lnTo>
                <a:lnTo>
                  <a:pt x="4983" y="47"/>
                </a:lnTo>
                <a:lnTo>
                  <a:pt x="4984" y="47"/>
                </a:lnTo>
                <a:lnTo>
                  <a:pt x="4985" y="47"/>
                </a:lnTo>
                <a:lnTo>
                  <a:pt x="4986" y="47"/>
                </a:lnTo>
                <a:lnTo>
                  <a:pt x="4987" y="47"/>
                </a:lnTo>
                <a:lnTo>
                  <a:pt x="4988" y="47"/>
                </a:lnTo>
                <a:lnTo>
                  <a:pt x="4989" y="47"/>
                </a:lnTo>
                <a:lnTo>
                  <a:pt x="4990" y="47"/>
                </a:lnTo>
                <a:lnTo>
                  <a:pt x="4991" y="47"/>
                </a:lnTo>
                <a:lnTo>
                  <a:pt x="4992" y="47"/>
                </a:lnTo>
                <a:lnTo>
                  <a:pt x="4993" y="47"/>
                </a:lnTo>
                <a:lnTo>
                  <a:pt x="4994" y="47"/>
                </a:lnTo>
                <a:lnTo>
                  <a:pt x="4995" y="47"/>
                </a:lnTo>
                <a:lnTo>
                  <a:pt x="4996" y="47"/>
                </a:lnTo>
                <a:lnTo>
                  <a:pt x="4997" y="47"/>
                </a:lnTo>
                <a:lnTo>
                  <a:pt x="4998" y="47"/>
                </a:lnTo>
                <a:lnTo>
                  <a:pt x="4999" y="47"/>
                </a:lnTo>
                <a:lnTo>
                  <a:pt x="5000" y="47"/>
                </a:lnTo>
                <a:lnTo>
                  <a:pt x="5001" y="47"/>
                </a:lnTo>
                <a:lnTo>
                  <a:pt x="5002" y="47"/>
                </a:lnTo>
                <a:lnTo>
                  <a:pt x="5003" y="47"/>
                </a:lnTo>
                <a:lnTo>
                  <a:pt x="5004" y="47"/>
                </a:lnTo>
                <a:lnTo>
                  <a:pt x="5005" y="47"/>
                </a:lnTo>
                <a:lnTo>
                  <a:pt x="5006" y="47"/>
                </a:lnTo>
                <a:lnTo>
                  <a:pt x="5007" y="47"/>
                </a:lnTo>
                <a:lnTo>
                  <a:pt x="5008" y="47"/>
                </a:lnTo>
                <a:lnTo>
                  <a:pt x="5009" y="47"/>
                </a:lnTo>
                <a:lnTo>
                  <a:pt x="5010" y="47"/>
                </a:lnTo>
                <a:lnTo>
                  <a:pt x="5011" y="47"/>
                </a:lnTo>
                <a:lnTo>
                  <a:pt x="5012" y="47"/>
                </a:lnTo>
                <a:lnTo>
                  <a:pt x="5013" y="47"/>
                </a:lnTo>
                <a:lnTo>
                  <a:pt x="5014" y="47"/>
                </a:lnTo>
                <a:lnTo>
                  <a:pt x="5015" y="47"/>
                </a:lnTo>
                <a:lnTo>
                  <a:pt x="5016" y="47"/>
                </a:lnTo>
                <a:lnTo>
                  <a:pt x="5017" y="47"/>
                </a:lnTo>
                <a:lnTo>
                  <a:pt x="5018" y="47"/>
                </a:lnTo>
                <a:lnTo>
                  <a:pt x="5019" y="47"/>
                </a:lnTo>
                <a:lnTo>
                  <a:pt x="5020" y="47"/>
                </a:lnTo>
                <a:lnTo>
                  <a:pt x="5021" y="47"/>
                </a:lnTo>
                <a:lnTo>
                  <a:pt x="5022" y="47"/>
                </a:lnTo>
                <a:lnTo>
                  <a:pt x="5023" y="47"/>
                </a:lnTo>
                <a:lnTo>
                  <a:pt x="5024" y="47"/>
                </a:lnTo>
                <a:lnTo>
                  <a:pt x="5025" y="47"/>
                </a:lnTo>
                <a:lnTo>
                  <a:pt x="5026" y="47"/>
                </a:lnTo>
                <a:lnTo>
                  <a:pt x="5027" y="47"/>
                </a:lnTo>
                <a:lnTo>
                  <a:pt x="5028" y="47"/>
                </a:lnTo>
                <a:lnTo>
                  <a:pt x="5029" y="47"/>
                </a:lnTo>
                <a:lnTo>
                  <a:pt x="5030" y="47"/>
                </a:lnTo>
                <a:lnTo>
                  <a:pt x="5031" y="47"/>
                </a:lnTo>
                <a:lnTo>
                  <a:pt x="5032" y="47"/>
                </a:lnTo>
                <a:lnTo>
                  <a:pt x="5033" y="47"/>
                </a:lnTo>
                <a:lnTo>
                  <a:pt x="5034" y="47"/>
                </a:lnTo>
                <a:lnTo>
                  <a:pt x="5035" y="47"/>
                </a:lnTo>
                <a:lnTo>
                  <a:pt x="5036" y="47"/>
                </a:lnTo>
                <a:lnTo>
                  <a:pt x="5037" y="47"/>
                </a:lnTo>
                <a:lnTo>
                  <a:pt x="5038" y="47"/>
                </a:lnTo>
                <a:lnTo>
                  <a:pt x="5039" y="47"/>
                </a:lnTo>
                <a:lnTo>
                  <a:pt x="5040" y="47"/>
                </a:lnTo>
                <a:lnTo>
                  <a:pt x="5041" y="47"/>
                </a:lnTo>
                <a:lnTo>
                  <a:pt x="5042" y="47"/>
                </a:lnTo>
                <a:lnTo>
                  <a:pt x="5043" y="47"/>
                </a:lnTo>
                <a:lnTo>
                  <a:pt x="5044" y="47"/>
                </a:lnTo>
                <a:lnTo>
                  <a:pt x="5045" y="47"/>
                </a:lnTo>
                <a:lnTo>
                  <a:pt x="5046" y="47"/>
                </a:lnTo>
                <a:lnTo>
                  <a:pt x="5047" y="47"/>
                </a:lnTo>
                <a:lnTo>
                  <a:pt x="5048" y="47"/>
                </a:lnTo>
                <a:lnTo>
                  <a:pt x="5049" y="47"/>
                </a:lnTo>
                <a:lnTo>
                  <a:pt x="5050" y="47"/>
                </a:lnTo>
                <a:lnTo>
                  <a:pt x="5051" y="47"/>
                </a:lnTo>
                <a:lnTo>
                  <a:pt x="5052" y="47"/>
                </a:lnTo>
                <a:lnTo>
                  <a:pt x="5053" y="47"/>
                </a:lnTo>
                <a:lnTo>
                  <a:pt x="5054" y="47"/>
                </a:lnTo>
                <a:lnTo>
                  <a:pt x="5055" y="47"/>
                </a:lnTo>
                <a:lnTo>
                  <a:pt x="5056" y="47"/>
                </a:lnTo>
                <a:lnTo>
                  <a:pt x="5057" y="47"/>
                </a:lnTo>
                <a:lnTo>
                  <a:pt x="5058" y="47"/>
                </a:lnTo>
                <a:lnTo>
                  <a:pt x="5059" y="47"/>
                </a:lnTo>
                <a:lnTo>
                  <a:pt x="5060" y="47"/>
                </a:lnTo>
                <a:lnTo>
                  <a:pt x="5061" y="47"/>
                </a:lnTo>
                <a:lnTo>
                  <a:pt x="5062" y="47"/>
                </a:lnTo>
                <a:lnTo>
                  <a:pt x="5063" y="47"/>
                </a:lnTo>
                <a:lnTo>
                  <a:pt x="5064" y="47"/>
                </a:lnTo>
                <a:lnTo>
                  <a:pt x="5065" y="47"/>
                </a:lnTo>
                <a:lnTo>
                  <a:pt x="5066" y="47"/>
                </a:lnTo>
                <a:lnTo>
                  <a:pt x="5067" y="47"/>
                </a:lnTo>
                <a:lnTo>
                  <a:pt x="5068" y="47"/>
                </a:lnTo>
                <a:lnTo>
                  <a:pt x="5069" y="47"/>
                </a:lnTo>
                <a:lnTo>
                  <a:pt x="5070" y="47"/>
                </a:lnTo>
                <a:lnTo>
                  <a:pt x="5071" y="47"/>
                </a:lnTo>
                <a:lnTo>
                  <a:pt x="5072" y="47"/>
                </a:lnTo>
                <a:lnTo>
                  <a:pt x="5073" y="47"/>
                </a:lnTo>
                <a:lnTo>
                  <a:pt x="5074" y="47"/>
                </a:lnTo>
                <a:lnTo>
                  <a:pt x="5075" y="47"/>
                </a:lnTo>
                <a:lnTo>
                  <a:pt x="5076" y="47"/>
                </a:lnTo>
                <a:lnTo>
                  <a:pt x="5077" y="47"/>
                </a:lnTo>
                <a:lnTo>
                  <a:pt x="5078" y="47"/>
                </a:lnTo>
                <a:lnTo>
                  <a:pt x="5079" y="47"/>
                </a:lnTo>
                <a:lnTo>
                  <a:pt x="5080" y="47"/>
                </a:lnTo>
                <a:lnTo>
                  <a:pt x="5081" y="47"/>
                </a:lnTo>
                <a:lnTo>
                  <a:pt x="5082" y="47"/>
                </a:lnTo>
                <a:lnTo>
                  <a:pt x="5083" y="47"/>
                </a:lnTo>
                <a:lnTo>
                  <a:pt x="5084" y="47"/>
                </a:lnTo>
                <a:lnTo>
                  <a:pt x="5085" y="47"/>
                </a:lnTo>
                <a:lnTo>
                  <a:pt x="5086" y="47"/>
                </a:lnTo>
                <a:lnTo>
                  <a:pt x="5087" y="47"/>
                </a:lnTo>
                <a:lnTo>
                  <a:pt x="5088" y="47"/>
                </a:lnTo>
                <a:lnTo>
                  <a:pt x="5089" y="47"/>
                </a:lnTo>
                <a:lnTo>
                  <a:pt x="5090" y="47"/>
                </a:lnTo>
                <a:lnTo>
                  <a:pt x="5091" y="47"/>
                </a:lnTo>
                <a:lnTo>
                  <a:pt x="5092" y="47"/>
                </a:lnTo>
                <a:lnTo>
                  <a:pt x="5093" y="47"/>
                </a:lnTo>
                <a:lnTo>
                  <a:pt x="5094" y="47"/>
                </a:lnTo>
                <a:lnTo>
                  <a:pt x="5095" y="47"/>
                </a:lnTo>
                <a:lnTo>
                  <a:pt x="5096" y="47"/>
                </a:lnTo>
                <a:lnTo>
                  <a:pt x="5097" y="47"/>
                </a:lnTo>
                <a:lnTo>
                  <a:pt x="5098" y="47"/>
                </a:lnTo>
                <a:lnTo>
                  <a:pt x="5099" y="47"/>
                </a:lnTo>
                <a:lnTo>
                  <a:pt x="5100" y="47"/>
                </a:lnTo>
                <a:lnTo>
                  <a:pt x="5101" y="47"/>
                </a:lnTo>
                <a:lnTo>
                  <a:pt x="5102" y="47"/>
                </a:lnTo>
                <a:lnTo>
                  <a:pt x="5103" y="47"/>
                </a:lnTo>
                <a:lnTo>
                  <a:pt x="5104" y="47"/>
                </a:lnTo>
                <a:lnTo>
                  <a:pt x="5105" y="47"/>
                </a:lnTo>
                <a:lnTo>
                  <a:pt x="5106" y="47"/>
                </a:lnTo>
                <a:lnTo>
                  <a:pt x="5107" y="47"/>
                </a:lnTo>
                <a:lnTo>
                  <a:pt x="5108" y="47"/>
                </a:lnTo>
                <a:lnTo>
                  <a:pt x="5109" y="47"/>
                </a:lnTo>
                <a:lnTo>
                  <a:pt x="5110" y="47"/>
                </a:lnTo>
                <a:lnTo>
                  <a:pt x="5111" y="47"/>
                </a:lnTo>
                <a:lnTo>
                  <a:pt x="5112" y="47"/>
                </a:lnTo>
                <a:lnTo>
                  <a:pt x="5113" y="47"/>
                </a:lnTo>
                <a:lnTo>
                  <a:pt x="5114" y="47"/>
                </a:lnTo>
                <a:lnTo>
                  <a:pt x="5115" y="47"/>
                </a:lnTo>
                <a:lnTo>
                  <a:pt x="5116" y="47"/>
                </a:lnTo>
                <a:lnTo>
                  <a:pt x="5117" y="47"/>
                </a:lnTo>
                <a:lnTo>
                  <a:pt x="5118" y="47"/>
                </a:lnTo>
                <a:lnTo>
                  <a:pt x="5119" y="47"/>
                </a:lnTo>
                <a:lnTo>
                  <a:pt x="5120" y="47"/>
                </a:lnTo>
                <a:lnTo>
                  <a:pt x="5121" y="47"/>
                </a:lnTo>
                <a:lnTo>
                  <a:pt x="5122" y="47"/>
                </a:lnTo>
                <a:lnTo>
                  <a:pt x="5123" y="47"/>
                </a:lnTo>
                <a:lnTo>
                  <a:pt x="5124" y="47"/>
                </a:lnTo>
                <a:lnTo>
                  <a:pt x="5125" y="47"/>
                </a:lnTo>
                <a:lnTo>
                  <a:pt x="5126" y="47"/>
                </a:lnTo>
                <a:lnTo>
                  <a:pt x="5127" y="47"/>
                </a:lnTo>
                <a:lnTo>
                  <a:pt x="5128" y="47"/>
                </a:lnTo>
                <a:lnTo>
                  <a:pt x="5129" y="47"/>
                </a:lnTo>
                <a:lnTo>
                  <a:pt x="5130" y="47"/>
                </a:lnTo>
                <a:lnTo>
                  <a:pt x="5131" y="47"/>
                </a:lnTo>
                <a:lnTo>
                  <a:pt x="5132" y="47"/>
                </a:lnTo>
                <a:lnTo>
                  <a:pt x="5133" y="47"/>
                </a:lnTo>
                <a:lnTo>
                  <a:pt x="5134" y="47"/>
                </a:lnTo>
                <a:lnTo>
                  <a:pt x="5135" y="47"/>
                </a:lnTo>
                <a:lnTo>
                  <a:pt x="5136" y="47"/>
                </a:lnTo>
                <a:lnTo>
                  <a:pt x="5137" y="47"/>
                </a:lnTo>
                <a:lnTo>
                  <a:pt x="5138" y="47"/>
                </a:lnTo>
                <a:lnTo>
                  <a:pt x="5139" y="47"/>
                </a:lnTo>
                <a:lnTo>
                  <a:pt x="5140" y="47"/>
                </a:lnTo>
                <a:lnTo>
                  <a:pt x="5141" y="47"/>
                </a:lnTo>
                <a:lnTo>
                  <a:pt x="5142" y="47"/>
                </a:lnTo>
                <a:lnTo>
                  <a:pt x="5143" y="47"/>
                </a:lnTo>
                <a:lnTo>
                  <a:pt x="5144" y="47"/>
                </a:lnTo>
                <a:lnTo>
                  <a:pt x="5145" y="47"/>
                </a:lnTo>
                <a:lnTo>
                  <a:pt x="5146" y="47"/>
                </a:lnTo>
                <a:lnTo>
                  <a:pt x="5147" y="47"/>
                </a:lnTo>
                <a:lnTo>
                  <a:pt x="5148" y="47"/>
                </a:lnTo>
                <a:lnTo>
                  <a:pt x="5149" y="47"/>
                </a:lnTo>
                <a:lnTo>
                  <a:pt x="5150" y="47"/>
                </a:lnTo>
                <a:lnTo>
                  <a:pt x="5151" y="47"/>
                </a:lnTo>
                <a:lnTo>
                  <a:pt x="5152" y="47"/>
                </a:lnTo>
                <a:lnTo>
                  <a:pt x="5153" y="47"/>
                </a:lnTo>
                <a:lnTo>
                  <a:pt x="5154" y="47"/>
                </a:lnTo>
                <a:lnTo>
                  <a:pt x="5155" y="47"/>
                </a:lnTo>
                <a:lnTo>
                  <a:pt x="5156" y="47"/>
                </a:lnTo>
                <a:lnTo>
                  <a:pt x="5157" y="47"/>
                </a:lnTo>
                <a:lnTo>
                  <a:pt x="5158" y="47"/>
                </a:lnTo>
                <a:lnTo>
                  <a:pt x="5159" y="47"/>
                </a:lnTo>
                <a:lnTo>
                  <a:pt x="5160" y="47"/>
                </a:lnTo>
                <a:lnTo>
                  <a:pt x="5161" y="47"/>
                </a:lnTo>
                <a:lnTo>
                  <a:pt x="5162" y="47"/>
                </a:lnTo>
                <a:lnTo>
                  <a:pt x="5163" y="47"/>
                </a:lnTo>
                <a:lnTo>
                  <a:pt x="5164" y="47"/>
                </a:lnTo>
                <a:lnTo>
                  <a:pt x="5165" y="47"/>
                </a:lnTo>
                <a:lnTo>
                  <a:pt x="5166" y="47"/>
                </a:lnTo>
                <a:lnTo>
                  <a:pt x="5167" y="47"/>
                </a:lnTo>
                <a:lnTo>
                  <a:pt x="5168" y="47"/>
                </a:lnTo>
                <a:lnTo>
                  <a:pt x="5169" y="47"/>
                </a:lnTo>
                <a:lnTo>
                  <a:pt x="5170" y="47"/>
                </a:lnTo>
                <a:lnTo>
                  <a:pt x="5171" y="47"/>
                </a:lnTo>
                <a:lnTo>
                  <a:pt x="5172" y="47"/>
                </a:lnTo>
                <a:lnTo>
                  <a:pt x="5173" y="47"/>
                </a:lnTo>
                <a:lnTo>
                  <a:pt x="5174" y="47"/>
                </a:lnTo>
                <a:lnTo>
                  <a:pt x="5175" y="47"/>
                </a:lnTo>
                <a:lnTo>
                  <a:pt x="5176" y="47"/>
                </a:lnTo>
                <a:lnTo>
                  <a:pt x="5177" y="47"/>
                </a:lnTo>
                <a:lnTo>
                  <a:pt x="5178" y="47"/>
                </a:lnTo>
                <a:lnTo>
                  <a:pt x="5179" y="47"/>
                </a:lnTo>
                <a:lnTo>
                  <a:pt x="5180" y="47"/>
                </a:lnTo>
                <a:lnTo>
                  <a:pt x="5181" y="47"/>
                </a:lnTo>
                <a:lnTo>
                  <a:pt x="5182" y="47"/>
                </a:lnTo>
                <a:lnTo>
                  <a:pt x="5183" y="47"/>
                </a:lnTo>
                <a:lnTo>
                  <a:pt x="5184" y="47"/>
                </a:lnTo>
                <a:lnTo>
                  <a:pt x="5185" y="47"/>
                </a:lnTo>
                <a:lnTo>
                  <a:pt x="5186" y="47"/>
                </a:lnTo>
                <a:lnTo>
                  <a:pt x="5187" y="47"/>
                </a:lnTo>
                <a:lnTo>
                  <a:pt x="5188" y="47"/>
                </a:lnTo>
                <a:lnTo>
                  <a:pt x="5189" y="47"/>
                </a:lnTo>
                <a:lnTo>
                  <a:pt x="5190" y="47"/>
                </a:lnTo>
                <a:lnTo>
                  <a:pt x="5191" y="47"/>
                </a:lnTo>
                <a:lnTo>
                  <a:pt x="5192" y="47"/>
                </a:lnTo>
                <a:lnTo>
                  <a:pt x="5193" y="47"/>
                </a:lnTo>
                <a:lnTo>
                  <a:pt x="5194" y="47"/>
                </a:lnTo>
                <a:lnTo>
                  <a:pt x="5195" y="47"/>
                </a:lnTo>
                <a:lnTo>
                  <a:pt x="5196" y="47"/>
                </a:lnTo>
                <a:lnTo>
                  <a:pt x="5197" y="47"/>
                </a:lnTo>
                <a:lnTo>
                  <a:pt x="5198" y="47"/>
                </a:lnTo>
                <a:lnTo>
                  <a:pt x="5199" y="47"/>
                </a:lnTo>
                <a:lnTo>
                  <a:pt x="5200" y="47"/>
                </a:lnTo>
                <a:lnTo>
                  <a:pt x="5201" y="47"/>
                </a:lnTo>
                <a:lnTo>
                  <a:pt x="5202" y="47"/>
                </a:lnTo>
                <a:lnTo>
                  <a:pt x="5203" y="47"/>
                </a:lnTo>
                <a:lnTo>
                  <a:pt x="5204" y="47"/>
                </a:lnTo>
                <a:lnTo>
                  <a:pt x="5205" y="47"/>
                </a:lnTo>
                <a:lnTo>
                  <a:pt x="5206" y="47"/>
                </a:lnTo>
                <a:lnTo>
                  <a:pt x="5207" y="47"/>
                </a:lnTo>
                <a:lnTo>
                  <a:pt x="5208" y="47"/>
                </a:lnTo>
                <a:lnTo>
                  <a:pt x="5209" y="47"/>
                </a:lnTo>
                <a:lnTo>
                  <a:pt x="5210" y="47"/>
                </a:lnTo>
                <a:lnTo>
                  <a:pt x="5211" y="47"/>
                </a:lnTo>
                <a:lnTo>
                  <a:pt x="5212" y="47"/>
                </a:lnTo>
                <a:lnTo>
                  <a:pt x="5213" y="47"/>
                </a:lnTo>
                <a:lnTo>
                  <a:pt x="5214" y="47"/>
                </a:lnTo>
                <a:lnTo>
                  <a:pt x="5215" y="47"/>
                </a:lnTo>
                <a:lnTo>
                  <a:pt x="5216" y="47"/>
                </a:lnTo>
                <a:lnTo>
                  <a:pt x="5217" y="47"/>
                </a:lnTo>
                <a:lnTo>
                  <a:pt x="5218" y="47"/>
                </a:lnTo>
                <a:lnTo>
                  <a:pt x="5219" y="47"/>
                </a:lnTo>
                <a:lnTo>
                  <a:pt x="5220" y="47"/>
                </a:lnTo>
                <a:lnTo>
                  <a:pt x="5221" y="47"/>
                </a:lnTo>
                <a:lnTo>
                  <a:pt x="5222" y="47"/>
                </a:lnTo>
                <a:lnTo>
                  <a:pt x="5223" y="47"/>
                </a:lnTo>
                <a:lnTo>
                  <a:pt x="5224" y="47"/>
                </a:lnTo>
                <a:lnTo>
                  <a:pt x="5225" y="47"/>
                </a:lnTo>
                <a:lnTo>
                  <a:pt x="5226" y="47"/>
                </a:lnTo>
                <a:lnTo>
                  <a:pt x="5227" y="47"/>
                </a:lnTo>
                <a:lnTo>
                  <a:pt x="5228" y="47"/>
                </a:lnTo>
                <a:lnTo>
                  <a:pt x="5229" y="47"/>
                </a:lnTo>
                <a:lnTo>
                  <a:pt x="5230" y="47"/>
                </a:lnTo>
                <a:lnTo>
                  <a:pt x="5231" y="47"/>
                </a:lnTo>
                <a:lnTo>
                  <a:pt x="5232" y="47"/>
                </a:lnTo>
                <a:lnTo>
                  <a:pt x="5233" y="47"/>
                </a:lnTo>
                <a:lnTo>
                  <a:pt x="5234" y="47"/>
                </a:lnTo>
                <a:lnTo>
                  <a:pt x="5235" y="47"/>
                </a:lnTo>
                <a:lnTo>
                  <a:pt x="5236" y="47"/>
                </a:lnTo>
                <a:lnTo>
                  <a:pt x="5237" y="47"/>
                </a:lnTo>
                <a:lnTo>
                  <a:pt x="5238" y="47"/>
                </a:lnTo>
                <a:lnTo>
                  <a:pt x="5239" y="47"/>
                </a:lnTo>
                <a:lnTo>
                  <a:pt x="5240" y="47"/>
                </a:lnTo>
                <a:lnTo>
                  <a:pt x="5241" y="47"/>
                </a:lnTo>
                <a:lnTo>
                  <a:pt x="5242" y="47"/>
                </a:lnTo>
                <a:lnTo>
                  <a:pt x="5243" y="47"/>
                </a:lnTo>
                <a:lnTo>
                  <a:pt x="5244" y="47"/>
                </a:lnTo>
                <a:lnTo>
                  <a:pt x="5245" y="47"/>
                </a:lnTo>
                <a:lnTo>
                  <a:pt x="5246" y="47"/>
                </a:lnTo>
                <a:lnTo>
                  <a:pt x="5247" y="47"/>
                </a:lnTo>
                <a:lnTo>
                  <a:pt x="5248" y="47"/>
                </a:lnTo>
                <a:lnTo>
                  <a:pt x="5249" y="47"/>
                </a:lnTo>
                <a:lnTo>
                  <a:pt x="5250" y="47"/>
                </a:lnTo>
                <a:lnTo>
                  <a:pt x="5251" y="47"/>
                </a:lnTo>
                <a:lnTo>
                  <a:pt x="5252" y="47"/>
                </a:lnTo>
                <a:lnTo>
                  <a:pt x="5253" y="47"/>
                </a:lnTo>
                <a:lnTo>
                  <a:pt x="5254" y="47"/>
                </a:lnTo>
                <a:lnTo>
                  <a:pt x="5255" y="47"/>
                </a:lnTo>
                <a:lnTo>
                  <a:pt x="5256" y="47"/>
                </a:lnTo>
                <a:lnTo>
                  <a:pt x="5257" y="47"/>
                </a:lnTo>
                <a:lnTo>
                  <a:pt x="5258" y="47"/>
                </a:lnTo>
                <a:lnTo>
                  <a:pt x="5259" y="47"/>
                </a:lnTo>
                <a:lnTo>
                  <a:pt x="5260" y="47"/>
                </a:lnTo>
                <a:lnTo>
                  <a:pt x="5261" y="47"/>
                </a:lnTo>
                <a:lnTo>
                  <a:pt x="5262" y="47"/>
                </a:lnTo>
                <a:lnTo>
                  <a:pt x="5263" y="47"/>
                </a:lnTo>
                <a:lnTo>
                  <a:pt x="5264" y="47"/>
                </a:lnTo>
                <a:lnTo>
                  <a:pt x="5265" y="47"/>
                </a:lnTo>
                <a:lnTo>
                  <a:pt x="5266" y="47"/>
                </a:lnTo>
                <a:lnTo>
                  <a:pt x="5267" y="47"/>
                </a:lnTo>
                <a:lnTo>
                  <a:pt x="5268" y="47"/>
                </a:lnTo>
                <a:lnTo>
                  <a:pt x="5269" y="47"/>
                </a:lnTo>
                <a:lnTo>
                  <a:pt x="5270" y="47"/>
                </a:lnTo>
                <a:lnTo>
                  <a:pt x="5271" y="47"/>
                </a:lnTo>
                <a:lnTo>
                  <a:pt x="5272" y="47"/>
                </a:lnTo>
                <a:lnTo>
                  <a:pt x="5273" y="47"/>
                </a:lnTo>
                <a:lnTo>
                  <a:pt x="5274" y="47"/>
                </a:lnTo>
                <a:lnTo>
                  <a:pt x="5275" y="47"/>
                </a:lnTo>
                <a:lnTo>
                  <a:pt x="5276" y="47"/>
                </a:lnTo>
                <a:lnTo>
                  <a:pt x="5277" y="47"/>
                </a:lnTo>
                <a:lnTo>
                  <a:pt x="5278" y="47"/>
                </a:lnTo>
                <a:lnTo>
                  <a:pt x="5279" y="47"/>
                </a:lnTo>
                <a:lnTo>
                  <a:pt x="5280" y="47"/>
                </a:lnTo>
                <a:lnTo>
                  <a:pt x="5281" y="47"/>
                </a:lnTo>
                <a:lnTo>
                  <a:pt x="5282" y="47"/>
                </a:lnTo>
                <a:lnTo>
                  <a:pt x="5283" y="47"/>
                </a:lnTo>
                <a:lnTo>
                  <a:pt x="5284" y="47"/>
                </a:lnTo>
                <a:lnTo>
                  <a:pt x="5285" y="47"/>
                </a:lnTo>
                <a:lnTo>
                  <a:pt x="5286" y="47"/>
                </a:lnTo>
                <a:lnTo>
                  <a:pt x="5287" y="47"/>
                </a:lnTo>
                <a:lnTo>
                  <a:pt x="5288" y="47"/>
                </a:lnTo>
                <a:lnTo>
                  <a:pt x="5289" y="47"/>
                </a:lnTo>
                <a:lnTo>
                  <a:pt x="5290" y="47"/>
                </a:lnTo>
                <a:lnTo>
                  <a:pt x="5291" y="47"/>
                </a:lnTo>
                <a:lnTo>
                  <a:pt x="5292" y="47"/>
                </a:lnTo>
                <a:lnTo>
                  <a:pt x="5293" y="47"/>
                </a:lnTo>
                <a:lnTo>
                  <a:pt x="5294" y="47"/>
                </a:lnTo>
                <a:lnTo>
                  <a:pt x="5295" y="47"/>
                </a:lnTo>
                <a:lnTo>
                  <a:pt x="5296" y="47"/>
                </a:lnTo>
                <a:lnTo>
                  <a:pt x="5297" y="47"/>
                </a:lnTo>
                <a:lnTo>
                  <a:pt x="5298" y="47"/>
                </a:lnTo>
                <a:lnTo>
                  <a:pt x="5299" y="47"/>
                </a:lnTo>
                <a:lnTo>
                  <a:pt x="5300" y="47"/>
                </a:lnTo>
                <a:lnTo>
                  <a:pt x="5301" y="47"/>
                </a:lnTo>
                <a:lnTo>
                  <a:pt x="5302" y="47"/>
                </a:lnTo>
                <a:lnTo>
                  <a:pt x="5303" y="47"/>
                </a:lnTo>
                <a:lnTo>
                  <a:pt x="5304" y="47"/>
                </a:lnTo>
                <a:lnTo>
                  <a:pt x="5305" y="47"/>
                </a:lnTo>
                <a:lnTo>
                  <a:pt x="5306" y="47"/>
                </a:lnTo>
                <a:lnTo>
                  <a:pt x="5307" y="47"/>
                </a:lnTo>
                <a:lnTo>
                  <a:pt x="5308" y="47"/>
                </a:lnTo>
                <a:lnTo>
                  <a:pt x="5309" y="47"/>
                </a:lnTo>
                <a:lnTo>
                  <a:pt x="5310" y="47"/>
                </a:lnTo>
                <a:lnTo>
                  <a:pt x="5311" y="47"/>
                </a:lnTo>
                <a:lnTo>
                  <a:pt x="5312" y="47"/>
                </a:lnTo>
                <a:lnTo>
                  <a:pt x="5313" y="47"/>
                </a:lnTo>
                <a:lnTo>
                  <a:pt x="5314" y="47"/>
                </a:lnTo>
                <a:lnTo>
                  <a:pt x="5315" y="47"/>
                </a:lnTo>
                <a:lnTo>
                  <a:pt x="5316" y="47"/>
                </a:lnTo>
                <a:lnTo>
                  <a:pt x="5317" y="47"/>
                </a:lnTo>
                <a:lnTo>
                  <a:pt x="5318" y="47"/>
                </a:lnTo>
                <a:lnTo>
                  <a:pt x="5319" y="47"/>
                </a:lnTo>
                <a:lnTo>
                  <a:pt x="5320" y="47"/>
                </a:lnTo>
                <a:lnTo>
                  <a:pt x="5321" y="47"/>
                </a:lnTo>
                <a:lnTo>
                  <a:pt x="5322" y="47"/>
                </a:lnTo>
                <a:lnTo>
                  <a:pt x="5323" y="47"/>
                </a:lnTo>
                <a:lnTo>
                  <a:pt x="5324" y="47"/>
                </a:lnTo>
                <a:lnTo>
                  <a:pt x="5325" y="47"/>
                </a:lnTo>
                <a:lnTo>
                  <a:pt x="5326" y="47"/>
                </a:lnTo>
                <a:lnTo>
                  <a:pt x="5327" y="47"/>
                </a:lnTo>
                <a:lnTo>
                  <a:pt x="5328" y="47"/>
                </a:lnTo>
                <a:lnTo>
                  <a:pt x="5329" y="47"/>
                </a:lnTo>
                <a:lnTo>
                  <a:pt x="5330" y="47"/>
                </a:lnTo>
                <a:lnTo>
                  <a:pt x="5331" y="47"/>
                </a:lnTo>
                <a:lnTo>
                  <a:pt x="5332" y="47"/>
                </a:lnTo>
                <a:lnTo>
                  <a:pt x="5333" y="47"/>
                </a:lnTo>
                <a:lnTo>
                  <a:pt x="5334" y="47"/>
                </a:lnTo>
                <a:lnTo>
                  <a:pt x="5335" y="47"/>
                </a:lnTo>
                <a:lnTo>
                  <a:pt x="5336" y="47"/>
                </a:lnTo>
                <a:lnTo>
                  <a:pt x="5337" y="47"/>
                </a:lnTo>
                <a:lnTo>
                  <a:pt x="5338" y="47"/>
                </a:lnTo>
                <a:lnTo>
                  <a:pt x="5339" y="47"/>
                </a:lnTo>
                <a:lnTo>
                  <a:pt x="5340" y="47"/>
                </a:lnTo>
                <a:lnTo>
                  <a:pt x="5341" y="47"/>
                </a:lnTo>
                <a:lnTo>
                  <a:pt x="5342" y="47"/>
                </a:lnTo>
                <a:lnTo>
                  <a:pt x="5343" y="47"/>
                </a:lnTo>
                <a:lnTo>
                  <a:pt x="5344" y="47"/>
                </a:lnTo>
                <a:lnTo>
                  <a:pt x="5345" y="47"/>
                </a:lnTo>
                <a:lnTo>
                  <a:pt x="5346" y="47"/>
                </a:lnTo>
                <a:lnTo>
                  <a:pt x="5347" y="47"/>
                </a:lnTo>
                <a:lnTo>
                  <a:pt x="5348" y="47"/>
                </a:lnTo>
                <a:lnTo>
                  <a:pt x="5349" y="47"/>
                </a:lnTo>
                <a:lnTo>
                  <a:pt x="5350" y="47"/>
                </a:lnTo>
                <a:lnTo>
                  <a:pt x="5351" y="47"/>
                </a:lnTo>
                <a:lnTo>
                  <a:pt x="5352" y="47"/>
                </a:lnTo>
                <a:lnTo>
                  <a:pt x="5353" y="47"/>
                </a:lnTo>
                <a:lnTo>
                  <a:pt x="5354" y="47"/>
                </a:lnTo>
                <a:lnTo>
                  <a:pt x="5355" y="47"/>
                </a:lnTo>
                <a:lnTo>
                  <a:pt x="5356" y="47"/>
                </a:lnTo>
                <a:lnTo>
                  <a:pt x="5357" y="47"/>
                </a:lnTo>
                <a:lnTo>
                  <a:pt x="5358" y="47"/>
                </a:lnTo>
                <a:lnTo>
                  <a:pt x="5359" y="47"/>
                </a:lnTo>
                <a:lnTo>
                  <a:pt x="5360" y="47"/>
                </a:lnTo>
                <a:lnTo>
                  <a:pt x="5361" y="47"/>
                </a:lnTo>
                <a:lnTo>
                  <a:pt x="5362" y="47"/>
                </a:lnTo>
                <a:lnTo>
                  <a:pt x="5363" y="47"/>
                </a:lnTo>
                <a:lnTo>
                  <a:pt x="5364" y="47"/>
                </a:lnTo>
                <a:lnTo>
                  <a:pt x="5365" y="47"/>
                </a:lnTo>
                <a:lnTo>
                  <a:pt x="5366" y="47"/>
                </a:lnTo>
                <a:lnTo>
                  <a:pt x="5367" y="47"/>
                </a:lnTo>
                <a:lnTo>
                  <a:pt x="5368" y="47"/>
                </a:lnTo>
                <a:lnTo>
                  <a:pt x="5369" y="47"/>
                </a:lnTo>
                <a:lnTo>
                  <a:pt x="5370" y="47"/>
                </a:lnTo>
                <a:lnTo>
                  <a:pt x="5371" y="47"/>
                </a:lnTo>
                <a:lnTo>
                  <a:pt x="5372" y="47"/>
                </a:lnTo>
                <a:lnTo>
                  <a:pt x="5373" y="47"/>
                </a:lnTo>
                <a:lnTo>
                  <a:pt x="5374" y="47"/>
                </a:lnTo>
                <a:lnTo>
                  <a:pt x="5375" y="47"/>
                </a:lnTo>
                <a:lnTo>
                  <a:pt x="5376" y="47"/>
                </a:lnTo>
                <a:lnTo>
                  <a:pt x="5377" y="47"/>
                </a:lnTo>
                <a:lnTo>
                  <a:pt x="5378" y="47"/>
                </a:lnTo>
                <a:lnTo>
                  <a:pt x="5379" y="47"/>
                </a:lnTo>
                <a:lnTo>
                  <a:pt x="5380" y="47"/>
                </a:lnTo>
                <a:lnTo>
                  <a:pt x="5381" y="47"/>
                </a:lnTo>
                <a:lnTo>
                  <a:pt x="5382" y="47"/>
                </a:lnTo>
                <a:lnTo>
                  <a:pt x="5383" y="47"/>
                </a:lnTo>
                <a:lnTo>
                  <a:pt x="5384" y="47"/>
                </a:lnTo>
                <a:lnTo>
                  <a:pt x="5385" y="47"/>
                </a:lnTo>
                <a:lnTo>
                  <a:pt x="5386" y="47"/>
                </a:lnTo>
                <a:lnTo>
                  <a:pt x="5387" y="47"/>
                </a:lnTo>
                <a:lnTo>
                  <a:pt x="5388" y="47"/>
                </a:lnTo>
                <a:lnTo>
                  <a:pt x="5389" y="47"/>
                </a:lnTo>
                <a:lnTo>
                  <a:pt x="5390" y="47"/>
                </a:lnTo>
                <a:lnTo>
                  <a:pt x="5391" y="47"/>
                </a:lnTo>
                <a:lnTo>
                  <a:pt x="5392" y="47"/>
                </a:lnTo>
                <a:lnTo>
                  <a:pt x="5393" y="47"/>
                </a:lnTo>
                <a:lnTo>
                  <a:pt x="5394" y="47"/>
                </a:lnTo>
                <a:lnTo>
                  <a:pt x="5395" y="47"/>
                </a:lnTo>
                <a:lnTo>
                  <a:pt x="5396" y="47"/>
                </a:lnTo>
                <a:lnTo>
                  <a:pt x="5397" y="47"/>
                </a:lnTo>
                <a:lnTo>
                  <a:pt x="5398" y="47"/>
                </a:lnTo>
                <a:lnTo>
                  <a:pt x="5399" y="47"/>
                </a:lnTo>
                <a:lnTo>
                  <a:pt x="5400" y="47"/>
                </a:lnTo>
                <a:lnTo>
                  <a:pt x="5401" y="47"/>
                </a:lnTo>
                <a:lnTo>
                  <a:pt x="5402" y="47"/>
                </a:lnTo>
                <a:lnTo>
                  <a:pt x="5403" y="47"/>
                </a:lnTo>
                <a:lnTo>
                  <a:pt x="5404" y="47"/>
                </a:lnTo>
                <a:lnTo>
                  <a:pt x="5405" y="47"/>
                </a:lnTo>
                <a:lnTo>
                  <a:pt x="5406" y="47"/>
                </a:lnTo>
                <a:lnTo>
                  <a:pt x="5407" y="47"/>
                </a:lnTo>
                <a:lnTo>
                  <a:pt x="5408" y="47"/>
                </a:lnTo>
                <a:lnTo>
                  <a:pt x="5409" y="47"/>
                </a:lnTo>
                <a:lnTo>
                  <a:pt x="5410" y="47"/>
                </a:lnTo>
                <a:lnTo>
                  <a:pt x="5411" y="47"/>
                </a:lnTo>
                <a:lnTo>
                  <a:pt x="5412" y="47"/>
                </a:lnTo>
                <a:lnTo>
                  <a:pt x="5413" y="47"/>
                </a:lnTo>
                <a:lnTo>
                  <a:pt x="5414" y="47"/>
                </a:lnTo>
                <a:lnTo>
                  <a:pt x="5415" y="47"/>
                </a:lnTo>
                <a:lnTo>
                  <a:pt x="5416" y="47"/>
                </a:lnTo>
                <a:lnTo>
                  <a:pt x="5417" y="47"/>
                </a:lnTo>
                <a:lnTo>
                  <a:pt x="5418" y="47"/>
                </a:lnTo>
                <a:lnTo>
                  <a:pt x="5419" y="47"/>
                </a:lnTo>
                <a:lnTo>
                  <a:pt x="5420" y="47"/>
                </a:lnTo>
                <a:lnTo>
                  <a:pt x="5421" y="47"/>
                </a:lnTo>
                <a:lnTo>
                  <a:pt x="5422" y="47"/>
                </a:lnTo>
                <a:lnTo>
                  <a:pt x="5423" y="47"/>
                </a:lnTo>
                <a:lnTo>
                  <a:pt x="5424" y="47"/>
                </a:lnTo>
                <a:lnTo>
                  <a:pt x="5425" y="47"/>
                </a:lnTo>
                <a:lnTo>
                  <a:pt x="5426" y="47"/>
                </a:lnTo>
                <a:lnTo>
                  <a:pt x="5427" y="47"/>
                </a:lnTo>
                <a:lnTo>
                  <a:pt x="5428" y="47"/>
                </a:lnTo>
                <a:lnTo>
                  <a:pt x="5429" y="47"/>
                </a:lnTo>
                <a:lnTo>
                  <a:pt x="5430" y="47"/>
                </a:lnTo>
                <a:lnTo>
                  <a:pt x="5431" y="47"/>
                </a:lnTo>
                <a:lnTo>
                  <a:pt x="5432" y="47"/>
                </a:lnTo>
                <a:lnTo>
                  <a:pt x="5433" y="47"/>
                </a:lnTo>
                <a:lnTo>
                  <a:pt x="5434" y="47"/>
                </a:lnTo>
                <a:lnTo>
                  <a:pt x="5435" y="47"/>
                </a:lnTo>
                <a:lnTo>
                  <a:pt x="5436" y="47"/>
                </a:lnTo>
                <a:lnTo>
                  <a:pt x="5437" y="47"/>
                </a:lnTo>
                <a:lnTo>
                  <a:pt x="5438" y="47"/>
                </a:lnTo>
                <a:lnTo>
                  <a:pt x="5439" y="47"/>
                </a:lnTo>
                <a:lnTo>
                  <a:pt x="5440" y="47"/>
                </a:lnTo>
                <a:lnTo>
                  <a:pt x="5441" y="47"/>
                </a:lnTo>
                <a:lnTo>
                  <a:pt x="5442" y="47"/>
                </a:lnTo>
                <a:lnTo>
                  <a:pt x="5443" y="47"/>
                </a:lnTo>
                <a:lnTo>
                  <a:pt x="5444" y="47"/>
                </a:lnTo>
                <a:lnTo>
                  <a:pt x="5445" y="47"/>
                </a:lnTo>
                <a:lnTo>
                  <a:pt x="5446" y="47"/>
                </a:lnTo>
                <a:lnTo>
                  <a:pt x="5447" y="47"/>
                </a:lnTo>
                <a:lnTo>
                  <a:pt x="5448" y="47"/>
                </a:lnTo>
                <a:lnTo>
                  <a:pt x="5449" y="47"/>
                </a:lnTo>
                <a:lnTo>
                  <a:pt x="5450" y="47"/>
                </a:lnTo>
                <a:lnTo>
                  <a:pt x="5451" y="47"/>
                </a:lnTo>
                <a:lnTo>
                  <a:pt x="5452" y="47"/>
                </a:lnTo>
                <a:lnTo>
                  <a:pt x="5453" y="47"/>
                </a:lnTo>
                <a:lnTo>
                  <a:pt x="5454" y="47"/>
                </a:lnTo>
                <a:lnTo>
                  <a:pt x="5455" y="47"/>
                </a:lnTo>
                <a:lnTo>
                  <a:pt x="5456" y="47"/>
                </a:lnTo>
                <a:lnTo>
                  <a:pt x="5457" y="47"/>
                </a:lnTo>
                <a:lnTo>
                  <a:pt x="5458" y="47"/>
                </a:lnTo>
                <a:lnTo>
                  <a:pt x="5459" y="47"/>
                </a:lnTo>
                <a:lnTo>
                  <a:pt x="5460" y="47"/>
                </a:lnTo>
                <a:lnTo>
                  <a:pt x="5461" y="47"/>
                </a:lnTo>
                <a:lnTo>
                  <a:pt x="5462" y="47"/>
                </a:lnTo>
                <a:lnTo>
                  <a:pt x="5463" y="47"/>
                </a:lnTo>
                <a:lnTo>
                  <a:pt x="5464" y="47"/>
                </a:lnTo>
                <a:lnTo>
                  <a:pt x="5465" y="47"/>
                </a:lnTo>
                <a:lnTo>
                  <a:pt x="5466" y="47"/>
                </a:lnTo>
                <a:lnTo>
                  <a:pt x="5467" y="47"/>
                </a:lnTo>
                <a:lnTo>
                  <a:pt x="5468" y="47"/>
                </a:lnTo>
                <a:lnTo>
                  <a:pt x="5469" y="47"/>
                </a:lnTo>
                <a:lnTo>
                  <a:pt x="5470" y="47"/>
                </a:lnTo>
                <a:lnTo>
                  <a:pt x="5471" y="47"/>
                </a:lnTo>
                <a:lnTo>
                  <a:pt x="5472" y="47"/>
                </a:lnTo>
                <a:lnTo>
                  <a:pt x="5473" y="47"/>
                </a:lnTo>
                <a:lnTo>
                  <a:pt x="5474" y="47"/>
                </a:lnTo>
                <a:lnTo>
                  <a:pt x="5475" y="47"/>
                </a:lnTo>
                <a:lnTo>
                  <a:pt x="5476" y="47"/>
                </a:lnTo>
                <a:lnTo>
                  <a:pt x="5477" y="47"/>
                </a:lnTo>
                <a:lnTo>
                  <a:pt x="5478" y="47"/>
                </a:lnTo>
                <a:lnTo>
                  <a:pt x="5479" y="47"/>
                </a:lnTo>
                <a:lnTo>
                  <a:pt x="5480" y="47"/>
                </a:lnTo>
                <a:lnTo>
                  <a:pt x="5481" y="47"/>
                </a:lnTo>
                <a:lnTo>
                  <a:pt x="5482" y="47"/>
                </a:lnTo>
                <a:lnTo>
                  <a:pt x="5483" y="47"/>
                </a:lnTo>
                <a:lnTo>
                  <a:pt x="5484" y="47"/>
                </a:lnTo>
                <a:lnTo>
                  <a:pt x="5485" y="47"/>
                </a:lnTo>
                <a:lnTo>
                  <a:pt x="5486" y="47"/>
                </a:lnTo>
                <a:lnTo>
                  <a:pt x="5487" y="47"/>
                </a:lnTo>
                <a:lnTo>
                  <a:pt x="5488" y="47"/>
                </a:lnTo>
                <a:lnTo>
                  <a:pt x="5489" y="47"/>
                </a:lnTo>
                <a:lnTo>
                  <a:pt x="5490" y="47"/>
                </a:lnTo>
                <a:lnTo>
                  <a:pt x="5491" y="47"/>
                </a:lnTo>
                <a:lnTo>
                  <a:pt x="5492" y="47"/>
                </a:lnTo>
                <a:lnTo>
                  <a:pt x="5493" y="47"/>
                </a:lnTo>
                <a:lnTo>
                  <a:pt x="5494" y="47"/>
                </a:lnTo>
                <a:lnTo>
                  <a:pt x="5495" y="47"/>
                </a:lnTo>
                <a:lnTo>
                  <a:pt x="5496" y="47"/>
                </a:lnTo>
                <a:lnTo>
                  <a:pt x="5497" y="47"/>
                </a:lnTo>
                <a:lnTo>
                  <a:pt x="5498" y="47"/>
                </a:lnTo>
                <a:lnTo>
                  <a:pt x="5499" y="47"/>
                </a:lnTo>
                <a:lnTo>
                  <a:pt x="5500" y="47"/>
                </a:lnTo>
                <a:lnTo>
                  <a:pt x="5501" y="47"/>
                </a:lnTo>
                <a:lnTo>
                  <a:pt x="5502" y="47"/>
                </a:lnTo>
                <a:lnTo>
                  <a:pt x="5503" y="47"/>
                </a:lnTo>
                <a:lnTo>
                  <a:pt x="5504" y="47"/>
                </a:lnTo>
                <a:lnTo>
                  <a:pt x="5505" y="47"/>
                </a:lnTo>
                <a:lnTo>
                  <a:pt x="5506" y="47"/>
                </a:lnTo>
                <a:lnTo>
                  <a:pt x="5507" y="47"/>
                </a:lnTo>
                <a:lnTo>
                  <a:pt x="5508" y="47"/>
                </a:lnTo>
                <a:lnTo>
                  <a:pt x="5509" y="47"/>
                </a:lnTo>
                <a:lnTo>
                  <a:pt x="5510" y="47"/>
                </a:lnTo>
                <a:lnTo>
                  <a:pt x="5511" y="47"/>
                </a:lnTo>
                <a:lnTo>
                  <a:pt x="5512" y="47"/>
                </a:lnTo>
                <a:lnTo>
                  <a:pt x="5513" y="47"/>
                </a:lnTo>
                <a:lnTo>
                  <a:pt x="5514" y="47"/>
                </a:lnTo>
                <a:lnTo>
                  <a:pt x="5515" y="47"/>
                </a:lnTo>
                <a:lnTo>
                  <a:pt x="5516" y="47"/>
                </a:lnTo>
                <a:lnTo>
                  <a:pt x="5517" y="47"/>
                </a:lnTo>
                <a:lnTo>
                  <a:pt x="5518" y="47"/>
                </a:lnTo>
                <a:lnTo>
                  <a:pt x="5519" y="47"/>
                </a:lnTo>
                <a:lnTo>
                  <a:pt x="5520" y="47"/>
                </a:lnTo>
                <a:lnTo>
                  <a:pt x="5521" y="47"/>
                </a:lnTo>
                <a:lnTo>
                  <a:pt x="5522" y="47"/>
                </a:lnTo>
                <a:lnTo>
                  <a:pt x="5523" y="47"/>
                </a:lnTo>
                <a:lnTo>
                  <a:pt x="5524" y="47"/>
                </a:lnTo>
                <a:lnTo>
                  <a:pt x="5525" y="47"/>
                </a:lnTo>
                <a:lnTo>
                  <a:pt x="5526" y="47"/>
                </a:lnTo>
                <a:lnTo>
                  <a:pt x="5527" y="47"/>
                </a:lnTo>
                <a:lnTo>
                  <a:pt x="5528" y="47"/>
                </a:lnTo>
                <a:lnTo>
                  <a:pt x="5529" y="47"/>
                </a:lnTo>
                <a:lnTo>
                  <a:pt x="5530" y="47"/>
                </a:lnTo>
                <a:lnTo>
                  <a:pt x="5531" y="47"/>
                </a:lnTo>
                <a:lnTo>
                  <a:pt x="5532" y="47"/>
                </a:lnTo>
                <a:lnTo>
                  <a:pt x="5533" y="47"/>
                </a:lnTo>
                <a:lnTo>
                  <a:pt x="5534" y="47"/>
                </a:lnTo>
                <a:lnTo>
                  <a:pt x="5535" y="47"/>
                </a:lnTo>
                <a:lnTo>
                  <a:pt x="5536" y="47"/>
                </a:lnTo>
                <a:lnTo>
                  <a:pt x="5537" y="47"/>
                </a:lnTo>
                <a:lnTo>
                  <a:pt x="5538" y="47"/>
                </a:lnTo>
                <a:lnTo>
                  <a:pt x="5539" y="47"/>
                </a:lnTo>
                <a:lnTo>
                  <a:pt x="5540" y="47"/>
                </a:lnTo>
                <a:lnTo>
                  <a:pt x="5541" y="47"/>
                </a:lnTo>
                <a:lnTo>
                  <a:pt x="5542" y="47"/>
                </a:lnTo>
                <a:lnTo>
                  <a:pt x="5543" y="47"/>
                </a:lnTo>
                <a:lnTo>
                  <a:pt x="5544" y="47"/>
                </a:lnTo>
                <a:lnTo>
                  <a:pt x="5545" y="47"/>
                </a:lnTo>
                <a:lnTo>
                  <a:pt x="5546" y="47"/>
                </a:lnTo>
                <a:lnTo>
                  <a:pt x="5547" y="47"/>
                </a:lnTo>
                <a:lnTo>
                  <a:pt x="5548" y="47"/>
                </a:lnTo>
                <a:lnTo>
                  <a:pt x="5549" y="47"/>
                </a:lnTo>
                <a:lnTo>
                  <a:pt x="5550" y="47"/>
                </a:lnTo>
                <a:lnTo>
                  <a:pt x="5551" y="47"/>
                </a:lnTo>
                <a:lnTo>
                  <a:pt x="5552" y="47"/>
                </a:lnTo>
                <a:lnTo>
                  <a:pt x="5553" y="47"/>
                </a:lnTo>
                <a:lnTo>
                  <a:pt x="5554" y="47"/>
                </a:lnTo>
                <a:lnTo>
                  <a:pt x="5555" y="47"/>
                </a:lnTo>
                <a:lnTo>
                  <a:pt x="5556" y="47"/>
                </a:lnTo>
                <a:lnTo>
                  <a:pt x="5557" y="47"/>
                </a:lnTo>
                <a:lnTo>
                  <a:pt x="5558" y="47"/>
                </a:lnTo>
                <a:lnTo>
                  <a:pt x="5559" y="47"/>
                </a:lnTo>
                <a:lnTo>
                  <a:pt x="5560" y="47"/>
                </a:lnTo>
                <a:lnTo>
                  <a:pt x="5561" y="47"/>
                </a:lnTo>
                <a:lnTo>
                  <a:pt x="5562" y="47"/>
                </a:lnTo>
                <a:lnTo>
                  <a:pt x="5563" y="47"/>
                </a:lnTo>
                <a:lnTo>
                  <a:pt x="5564" y="47"/>
                </a:lnTo>
                <a:lnTo>
                  <a:pt x="5565" y="47"/>
                </a:lnTo>
                <a:lnTo>
                  <a:pt x="5566" y="47"/>
                </a:lnTo>
                <a:lnTo>
                  <a:pt x="5567" y="47"/>
                </a:lnTo>
                <a:lnTo>
                  <a:pt x="5568" y="47"/>
                </a:lnTo>
                <a:lnTo>
                  <a:pt x="5569" y="47"/>
                </a:lnTo>
                <a:lnTo>
                  <a:pt x="5570" y="47"/>
                </a:lnTo>
                <a:lnTo>
                  <a:pt x="5571" y="47"/>
                </a:lnTo>
                <a:lnTo>
                  <a:pt x="5572" y="47"/>
                </a:lnTo>
                <a:lnTo>
                  <a:pt x="5573" y="47"/>
                </a:lnTo>
                <a:lnTo>
                  <a:pt x="5574" y="47"/>
                </a:lnTo>
                <a:lnTo>
                  <a:pt x="5575" y="47"/>
                </a:lnTo>
                <a:lnTo>
                  <a:pt x="5576" y="47"/>
                </a:lnTo>
                <a:lnTo>
                  <a:pt x="5577" y="47"/>
                </a:lnTo>
                <a:lnTo>
                  <a:pt x="5578" y="47"/>
                </a:lnTo>
                <a:lnTo>
                  <a:pt x="5579" y="47"/>
                </a:lnTo>
                <a:lnTo>
                  <a:pt x="5580" y="47"/>
                </a:lnTo>
                <a:lnTo>
                  <a:pt x="5581" y="47"/>
                </a:lnTo>
                <a:lnTo>
                  <a:pt x="5582" y="47"/>
                </a:lnTo>
                <a:lnTo>
                  <a:pt x="5583" y="47"/>
                </a:lnTo>
                <a:lnTo>
                  <a:pt x="5584" y="47"/>
                </a:lnTo>
                <a:lnTo>
                  <a:pt x="5585" y="47"/>
                </a:lnTo>
                <a:lnTo>
                  <a:pt x="5586" y="47"/>
                </a:lnTo>
                <a:lnTo>
                  <a:pt x="5587" y="47"/>
                </a:lnTo>
                <a:lnTo>
                  <a:pt x="5588" y="47"/>
                </a:lnTo>
                <a:lnTo>
                  <a:pt x="5589" y="47"/>
                </a:lnTo>
                <a:lnTo>
                  <a:pt x="5590" y="47"/>
                </a:lnTo>
                <a:lnTo>
                  <a:pt x="5591" y="47"/>
                </a:lnTo>
                <a:lnTo>
                  <a:pt x="5592" y="47"/>
                </a:lnTo>
                <a:lnTo>
                  <a:pt x="5593" y="47"/>
                </a:lnTo>
                <a:lnTo>
                  <a:pt x="5594" y="47"/>
                </a:lnTo>
                <a:lnTo>
                  <a:pt x="5595" y="47"/>
                </a:lnTo>
                <a:lnTo>
                  <a:pt x="5596" y="47"/>
                </a:lnTo>
                <a:lnTo>
                  <a:pt x="5597" y="47"/>
                </a:lnTo>
                <a:lnTo>
                  <a:pt x="5598" y="47"/>
                </a:lnTo>
                <a:lnTo>
                  <a:pt x="5599" y="47"/>
                </a:lnTo>
                <a:lnTo>
                  <a:pt x="5600" y="47"/>
                </a:lnTo>
                <a:lnTo>
                  <a:pt x="5601" y="47"/>
                </a:lnTo>
                <a:lnTo>
                  <a:pt x="5602" y="47"/>
                </a:lnTo>
                <a:lnTo>
                  <a:pt x="5603" y="47"/>
                </a:lnTo>
                <a:lnTo>
                  <a:pt x="5604" y="47"/>
                </a:lnTo>
                <a:lnTo>
                  <a:pt x="5605" y="47"/>
                </a:lnTo>
                <a:lnTo>
                  <a:pt x="5606" y="47"/>
                </a:lnTo>
                <a:lnTo>
                  <a:pt x="5607" y="47"/>
                </a:lnTo>
                <a:lnTo>
                  <a:pt x="5608" y="47"/>
                </a:lnTo>
                <a:lnTo>
                  <a:pt x="5609" y="47"/>
                </a:lnTo>
                <a:lnTo>
                  <a:pt x="5610" y="47"/>
                </a:lnTo>
                <a:lnTo>
                  <a:pt x="5611" y="47"/>
                </a:lnTo>
                <a:lnTo>
                  <a:pt x="5612" y="47"/>
                </a:lnTo>
                <a:lnTo>
                  <a:pt x="5613" y="47"/>
                </a:lnTo>
                <a:lnTo>
                  <a:pt x="5614" y="47"/>
                </a:lnTo>
                <a:lnTo>
                  <a:pt x="5615" y="47"/>
                </a:lnTo>
                <a:lnTo>
                  <a:pt x="5616" y="47"/>
                </a:lnTo>
                <a:lnTo>
                  <a:pt x="5617" y="47"/>
                </a:lnTo>
                <a:lnTo>
                  <a:pt x="5618" y="47"/>
                </a:lnTo>
                <a:lnTo>
                  <a:pt x="5619" y="47"/>
                </a:lnTo>
                <a:lnTo>
                  <a:pt x="5620" y="47"/>
                </a:lnTo>
                <a:lnTo>
                  <a:pt x="5621" y="47"/>
                </a:lnTo>
                <a:lnTo>
                  <a:pt x="5622" y="47"/>
                </a:lnTo>
                <a:lnTo>
                  <a:pt x="5623" y="47"/>
                </a:lnTo>
                <a:lnTo>
                  <a:pt x="5624" y="47"/>
                </a:lnTo>
                <a:lnTo>
                  <a:pt x="5625" y="47"/>
                </a:lnTo>
                <a:lnTo>
                  <a:pt x="5626" y="47"/>
                </a:lnTo>
                <a:lnTo>
                  <a:pt x="5627" y="47"/>
                </a:lnTo>
                <a:lnTo>
                  <a:pt x="5628" y="47"/>
                </a:lnTo>
                <a:lnTo>
                  <a:pt x="5629" y="47"/>
                </a:lnTo>
                <a:lnTo>
                  <a:pt x="5630" y="47"/>
                </a:lnTo>
                <a:lnTo>
                  <a:pt x="5631" y="47"/>
                </a:lnTo>
                <a:lnTo>
                  <a:pt x="5632" y="47"/>
                </a:lnTo>
                <a:lnTo>
                  <a:pt x="5633" y="47"/>
                </a:lnTo>
                <a:lnTo>
                  <a:pt x="5634" y="47"/>
                </a:lnTo>
                <a:lnTo>
                  <a:pt x="5635" y="47"/>
                </a:lnTo>
                <a:lnTo>
                  <a:pt x="5636" y="47"/>
                </a:lnTo>
                <a:lnTo>
                  <a:pt x="5637" y="47"/>
                </a:lnTo>
                <a:lnTo>
                  <a:pt x="5638" y="47"/>
                </a:lnTo>
                <a:lnTo>
                  <a:pt x="5639" y="47"/>
                </a:lnTo>
                <a:lnTo>
                  <a:pt x="5640" y="47"/>
                </a:lnTo>
                <a:lnTo>
                  <a:pt x="5641" y="47"/>
                </a:lnTo>
                <a:lnTo>
                  <a:pt x="5642" y="47"/>
                </a:lnTo>
                <a:lnTo>
                  <a:pt x="5643" y="47"/>
                </a:lnTo>
                <a:lnTo>
                  <a:pt x="5644" y="47"/>
                </a:lnTo>
                <a:lnTo>
                  <a:pt x="5645" y="47"/>
                </a:lnTo>
                <a:lnTo>
                  <a:pt x="5646" y="47"/>
                </a:lnTo>
                <a:lnTo>
                  <a:pt x="5647" y="47"/>
                </a:lnTo>
                <a:lnTo>
                  <a:pt x="5648" y="47"/>
                </a:lnTo>
                <a:lnTo>
                  <a:pt x="5649" y="47"/>
                </a:lnTo>
                <a:lnTo>
                  <a:pt x="5650" y="47"/>
                </a:lnTo>
                <a:lnTo>
                  <a:pt x="5651" y="47"/>
                </a:lnTo>
                <a:lnTo>
                  <a:pt x="5652" y="47"/>
                </a:lnTo>
                <a:lnTo>
                  <a:pt x="5653" y="47"/>
                </a:lnTo>
                <a:lnTo>
                  <a:pt x="5654" y="47"/>
                </a:lnTo>
                <a:lnTo>
                  <a:pt x="5655" y="47"/>
                </a:lnTo>
                <a:lnTo>
                  <a:pt x="5656" y="47"/>
                </a:lnTo>
                <a:lnTo>
                  <a:pt x="5657" y="47"/>
                </a:lnTo>
                <a:lnTo>
                  <a:pt x="5658" y="47"/>
                </a:lnTo>
                <a:lnTo>
                  <a:pt x="5659" y="47"/>
                </a:lnTo>
                <a:lnTo>
                  <a:pt x="5660" y="47"/>
                </a:lnTo>
                <a:lnTo>
                  <a:pt x="5661" y="47"/>
                </a:lnTo>
                <a:lnTo>
                  <a:pt x="5662" y="47"/>
                </a:lnTo>
                <a:lnTo>
                  <a:pt x="5663" y="47"/>
                </a:lnTo>
                <a:lnTo>
                  <a:pt x="5664" y="47"/>
                </a:lnTo>
                <a:lnTo>
                  <a:pt x="5665" y="47"/>
                </a:lnTo>
                <a:lnTo>
                  <a:pt x="5666" y="47"/>
                </a:lnTo>
                <a:lnTo>
                  <a:pt x="5667" y="47"/>
                </a:lnTo>
                <a:lnTo>
                  <a:pt x="5668" y="47"/>
                </a:lnTo>
                <a:lnTo>
                  <a:pt x="5669" y="47"/>
                </a:lnTo>
                <a:lnTo>
                  <a:pt x="5670" y="47"/>
                </a:lnTo>
                <a:lnTo>
                  <a:pt x="5671" y="47"/>
                </a:lnTo>
                <a:lnTo>
                  <a:pt x="5672" y="47"/>
                </a:lnTo>
                <a:lnTo>
                  <a:pt x="5673" y="47"/>
                </a:lnTo>
                <a:lnTo>
                  <a:pt x="5674" y="47"/>
                </a:lnTo>
                <a:lnTo>
                  <a:pt x="5675" y="47"/>
                </a:lnTo>
                <a:lnTo>
                  <a:pt x="5676" y="47"/>
                </a:lnTo>
                <a:lnTo>
                  <a:pt x="5677" y="47"/>
                </a:lnTo>
                <a:lnTo>
                  <a:pt x="5678" y="47"/>
                </a:lnTo>
                <a:lnTo>
                  <a:pt x="5679" y="47"/>
                </a:lnTo>
                <a:lnTo>
                  <a:pt x="5680" y="47"/>
                </a:lnTo>
                <a:lnTo>
                  <a:pt x="5681" y="47"/>
                </a:lnTo>
                <a:lnTo>
                  <a:pt x="5682" y="47"/>
                </a:lnTo>
                <a:lnTo>
                  <a:pt x="5683" y="47"/>
                </a:lnTo>
                <a:lnTo>
                  <a:pt x="5684" y="47"/>
                </a:lnTo>
                <a:lnTo>
                  <a:pt x="5685" y="47"/>
                </a:lnTo>
                <a:lnTo>
                  <a:pt x="5686" y="47"/>
                </a:lnTo>
                <a:lnTo>
                  <a:pt x="5687" y="47"/>
                </a:lnTo>
                <a:lnTo>
                  <a:pt x="5688" y="47"/>
                </a:lnTo>
                <a:lnTo>
                  <a:pt x="5689" y="47"/>
                </a:lnTo>
                <a:lnTo>
                  <a:pt x="5690" y="47"/>
                </a:lnTo>
                <a:lnTo>
                  <a:pt x="5691" y="47"/>
                </a:lnTo>
                <a:lnTo>
                  <a:pt x="5692" y="47"/>
                </a:lnTo>
                <a:lnTo>
                  <a:pt x="5693" y="47"/>
                </a:lnTo>
                <a:lnTo>
                  <a:pt x="5694" y="47"/>
                </a:lnTo>
                <a:lnTo>
                  <a:pt x="5695" y="47"/>
                </a:lnTo>
                <a:lnTo>
                  <a:pt x="5696" y="47"/>
                </a:lnTo>
                <a:lnTo>
                  <a:pt x="5697" y="47"/>
                </a:lnTo>
                <a:lnTo>
                  <a:pt x="5698" y="47"/>
                </a:lnTo>
                <a:lnTo>
                  <a:pt x="5699" y="47"/>
                </a:lnTo>
                <a:lnTo>
                  <a:pt x="5700" y="47"/>
                </a:lnTo>
                <a:lnTo>
                  <a:pt x="5701" y="47"/>
                </a:lnTo>
                <a:lnTo>
                  <a:pt x="5702" y="47"/>
                </a:lnTo>
                <a:lnTo>
                  <a:pt x="5703" y="47"/>
                </a:lnTo>
                <a:lnTo>
                  <a:pt x="5704" y="47"/>
                </a:lnTo>
                <a:lnTo>
                  <a:pt x="5705" y="47"/>
                </a:lnTo>
                <a:lnTo>
                  <a:pt x="5706" y="47"/>
                </a:lnTo>
                <a:lnTo>
                  <a:pt x="5707" y="47"/>
                </a:lnTo>
                <a:lnTo>
                  <a:pt x="5708" y="47"/>
                </a:lnTo>
                <a:lnTo>
                  <a:pt x="5709" y="47"/>
                </a:lnTo>
                <a:lnTo>
                  <a:pt x="5710" y="47"/>
                </a:lnTo>
                <a:lnTo>
                  <a:pt x="5711" y="47"/>
                </a:lnTo>
                <a:lnTo>
                  <a:pt x="5712" y="47"/>
                </a:lnTo>
                <a:lnTo>
                  <a:pt x="5713" y="47"/>
                </a:lnTo>
                <a:lnTo>
                  <a:pt x="5714" y="47"/>
                </a:lnTo>
                <a:lnTo>
                  <a:pt x="5715" y="47"/>
                </a:lnTo>
                <a:lnTo>
                  <a:pt x="5716" y="47"/>
                </a:lnTo>
                <a:lnTo>
                  <a:pt x="5717" y="47"/>
                </a:lnTo>
                <a:lnTo>
                  <a:pt x="5718" y="47"/>
                </a:lnTo>
                <a:lnTo>
                  <a:pt x="5719" y="47"/>
                </a:lnTo>
                <a:lnTo>
                  <a:pt x="5720" y="47"/>
                </a:lnTo>
                <a:lnTo>
                  <a:pt x="5721" y="47"/>
                </a:lnTo>
                <a:lnTo>
                  <a:pt x="5722" y="47"/>
                </a:lnTo>
                <a:lnTo>
                  <a:pt x="5723" y="47"/>
                </a:lnTo>
                <a:lnTo>
                  <a:pt x="5724" y="47"/>
                </a:lnTo>
                <a:lnTo>
                  <a:pt x="5725" y="47"/>
                </a:lnTo>
                <a:lnTo>
                  <a:pt x="5726" y="47"/>
                </a:lnTo>
                <a:lnTo>
                  <a:pt x="5727" y="47"/>
                </a:lnTo>
                <a:lnTo>
                  <a:pt x="5728" y="47"/>
                </a:lnTo>
                <a:lnTo>
                  <a:pt x="5729" y="47"/>
                </a:lnTo>
                <a:lnTo>
                  <a:pt x="5730" y="47"/>
                </a:lnTo>
                <a:lnTo>
                  <a:pt x="5731" y="47"/>
                </a:lnTo>
                <a:lnTo>
                  <a:pt x="5732" y="47"/>
                </a:lnTo>
                <a:lnTo>
                  <a:pt x="5733" y="47"/>
                </a:lnTo>
                <a:lnTo>
                  <a:pt x="5734" y="47"/>
                </a:lnTo>
                <a:lnTo>
                  <a:pt x="5735" y="47"/>
                </a:lnTo>
                <a:lnTo>
                  <a:pt x="5736" y="47"/>
                </a:lnTo>
                <a:lnTo>
                  <a:pt x="5737" y="47"/>
                </a:lnTo>
                <a:lnTo>
                  <a:pt x="5738" y="47"/>
                </a:lnTo>
                <a:lnTo>
                  <a:pt x="5739" y="47"/>
                </a:lnTo>
                <a:lnTo>
                  <a:pt x="5740" y="47"/>
                </a:lnTo>
                <a:lnTo>
                  <a:pt x="5741" y="47"/>
                </a:lnTo>
                <a:lnTo>
                  <a:pt x="5742" y="47"/>
                </a:lnTo>
                <a:lnTo>
                  <a:pt x="5743" y="47"/>
                </a:lnTo>
                <a:lnTo>
                  <a:pt x="5744" y="47"/>
                </a:lnTo>
                <a:lnTo>
                  <a:pt x="5745" y="47"/>
                </a:lnTo>
                <a:lnTo>
                  <a:pt x="5746" y="47"/>
                </a:lnTo>
                <a:lnTo>
                  <a:pt x="5747" y="47"/>
                </a:lnTo>
                <a:lnTo>
                  <a:pt x="5748" y="47"/>
                </a:lnTo>
                <a:lnTo>
                  <a:pt x="5749" y="47"/>
                </a:lnTo>
                <a:lnTo>
                  <a:pt x="5750" y="47"/>
                </a:lnTo>
                <a:lnTo>
                  <a:pt x="5751" y="47"/>
                </a:lnTo>
                <a:lnTo>
                  <a:pt x="5752" y="47"/>
                </a:lnTo>
                <a:lnTo>
                  <a:pt x="5753" y="47"/>
                </a:lnTo>
                <a:lnTo>
                  <a:pt x="5754" y="47"/>
                </a:lnTo>
                <a:lnTo>
                  <a:pt x="5755" y="47"/>
                </a:lnTo>
                <a:lnTo>
                  <a:pt x="5756" y="47"/>
                </a:lnTo>
                <a:lnTo>
                  <a:pt x="5757" y="47"/>
                </a:lnTo>
                <a:lnTo>
                  <a:pt x="5758" y="47"/>
                </a:lnTo>
                <a:lnTo>
                  <a:pt x="5759" y="47"/>
                </a:lnTo>
                <a:lnTo>
                  <a:pt x="5760" y="47"/>
                </a:lnTo>
                <a:lnTo>
                  <a:pt x="5761" y="47"/>
                </a:lnTo>
                <a:lnTo>
                  <a:pt x="5762" y="47"/>
                </a:lnTo>
                <a:lnTo>
                  <a:pt x="5763" y="47"/>
                </a:lnTo>
                <a:lnTo>
                  <a:pt x="5764" y="47"/>
                </a:lnTo>
                <a:lnTo>
                  <a:pt x="5765" y="47"/>
                </a:lnTo>
                <a:lnTo>
                  <a:pt x="5766" y="47"/>
                </a:lnTo>
                <a:lnTo>
                  <a:pt x="5767" y="47"/>
                </a:lnTo>
                <a:lnTo>
                  <a:pt x="5768" y="47"/>
                </a:lnTo>
                <a:lnTo>
                  <a:pt x="5769" y="47"/>
                </a:lnTo>
                <a:lnTo>
                  <a:pt x="5770" y="47"/>
                </a:lnTo>
                <a:lnTo>
                  <a:pt x="5771" y="47"/>
                </a:lnTo>
                <a:lnTo>
                  <a:pt x="5772" y="47"/>
                </a:lnTo>
                <a:lnTo>
                  <a:pt x="5773" y="47"/>
                </a:lnTo>
                <a:lnTo>
                  <a:pt x="5774" y="47"/>
                </a:lnTo>
                <a:lnTo>
                  <a:pt x="5775" y="47"/>
                </a:lnTo>
                <a:lnTo>
                  <a:pt x="5776" y="47"/>
                </a:lnTo>
                <a:lnTo>
                  <a:pt x="5777" y="47"/>
                </a:lnTo>
                <a:lnTo>
                  <a:pt x="5778" y="47"/>
                </a:lnTo>
                <a:lnTo>
                  <a:pt x="5779" y="47"/>
                </a:lnTo>
                <a:lnTo>
                  <a:pt x="5780" y="47"/>
                </a:lnTo>
                <a:lnTo>
                  <a:pt x="5781" y="47"/>
                </a:lnTo>
                <a:lnTo>
                  <a:pt x="5782" y="47"/>
                </a:lnTo>
                <a:lnTo>
                  <a:pt x="5783" y="47"/>
                </a:lnTo>
                <a:lnTo>
                  <a:pt x="5784" y="47"/>
                </a:lnTo>
                <a:lnTo>
                  <a:pt x="5785" y="47"/>
                </a:lnTo>
                <a:lnTo>
                  <a:pt x="5786" y="47"/>
                </a:lnTo>
                <a:lnTo>
                  <a:pt x="5787" y="47"/>
                </a:lnTo>
                <a:lnTo>
                  <a:pt x="5788" y="47"/>
                </a:lnTo>
                <a:lnTo>
                  <a:pt x="5789" y="47"/>
                </a:lnTo>
                <a:lnTo>
                  <a:pt x="5790" y="47"/>
                </a:lnTo>
                <a:lnTo>
                  <a:pt x="5791" y="47"/>
                </a:lnTo>
                <a:lnTo>
                  <a:pt x="5792" y="47"/>
                </a:lnTo>
                <a:lnTo>
                  <a:pt x="5793" y="47"/>
                </a:lnTo>
                <a:lnTo>
                  <a:pt x="5794" y="47"/>
                </a:lnTo>
                <a:lnTo>
                  <a:pt x="5795" y="47"/>
                </a:lnTo>
                <a:lnTo>
                  <a:pt x="5796" y="47"/>
                </a:lnTo>
                <a:lnTo>
                  <a:pt x="5797" y="47"/>
                </a:lnTo>
                <a:lnTo>
                  <a:pt x="5798" y="47"/>
                </a:lnTo>
                <a:lnTo>
                  <a:pt x="5799" y="47"/>
                </a:lnTo>
                <a:lnTo>
                  <a:pt x="5800" y="47"/>
                </a:lnTo>
                <a:lnTo>
                  <a:pt x="5801" y="47"/>
                </a:lnTo>
                <a:lnTo>
                  <a:pt x="5802" y="47"/>
                </a:lnTo>
                <a:lnTo>
                  <a:pt x="5803" y="47"/>
                </a:lnTo>
                <a:lnTo>
                  <a:pt x="5804" y="47"/>
                </a:lnTo>
                <a:lnTo>
                  <a:pt x="5805" y="47"/>
                </a:lnTo>
                <a:lnTo>
                  <a:pt x="5806" y="47"/>
                </a:lnTo>
                <a:lnTo>
                  <a:pt x="5807" y="47"/>
                </a:lnTo>
                <a:lnTo>
                  <a:pt x="5808" y="47"/>
                </a:lnTo>
                <a:lnTo>
                  <a:pt x="5809" y="47"/>
                </a:lnTo>
                <a:lnTo>
                  <a:pt x="5810" y="47"/>
                </a:lnTo>
                <a:lnTo>
                  <a:pt x="5811" y="47"/>
                </a:lnTo>
                <a:lnTo>
                  <a:pt x="5812" y="47"/>
                </a:lnTo>
                <a:lnTo>
                  <a:pt x="5813" y="47"/>
                </a:lnTo>
                <a:lnTo>
                  <a:pt x="5814" y="47"/>
                </a:lnTo>
                <a:lnTo>
                  <a:pt x="5815" y="47"/>
                </a:lnTo>
                <a:lnTo>
                  <a:pt x="5816" y="47"/>
                </a:lnTo>
                <a:lnTo>
                  <a:pt x="5817" y="47"/>
                </a:lnTo>
                <a:lnTo>
                  <a:pt x="5818" y="47"/>
                </a:lnTo>
                <a:lnTo>
                  <a:pt x="5819" y="47"/>
                </a:lnTo>
                <a:lnTo>
                  <a:pt x="5820" y="47"/>
                </a:lnTo>
                <a:lnTo>
                  <a:pt x="5821" y="47"/>
                </a:lnTo>
                <a:lnTo>
                  <a:pt x="5822" y="47"/>
                </a:lnTo>
                <a:lnTo>
                  <a:pt x="5823" y="47"/>
                </a:lnTo>
                <a:lnTo>
                  <a:pt x="5824" y="47"/>
                </a:lnTo>
                <a:lnTo>
                  <a:pt x="5825" y="47"/>
                </a:lnTo>
                <a:lnTo>
                  <a:pt x="5826" y="47"/>
                </a:lnTo>
                <a:lnTo>
                  <a:pt x="5827" y="47"/>
                </a:lnTo>
                <a:lnTo>
                  <a:pt x="5828" y="47"/>
                </a:lnTo>
                <a:lnTo>
                  <a:pt x="5829" y="47"/>
                </a:lnTo>
                <a:lnTo>
                  <a:pt x="5830" y="47"/>
                </a:lnTo>
                <a:lnTo>
                  <a:pt x="5831" y="47"/>
                </a:lnTo>
                <a:lnTo>
                  <a:pt x="5832" y="47"/>
                </a:lnTo>
                <a:lnTo>
                  <a:pt x="5833" y="47"/>
                </a:lnTo>
                <a:lnTo>
                  <a:pt x="5834" y="47"/>
                </a:lnTo>
                <a:lnTo>
                  <a:pt x="5835" y="47"/>
                </a:lnTo>
                <a:lnTo>
                  <a:pt x="5836" y="47"/>
                </a:lnTo>
                <a:lnTo>
                  <a:pt x="5837" y="47"/>
                </a:lnTo>
                <a:lnTo>
                  <a:pt x="5838" y="47"/>
                </a:lnTo>
                <a:lnTo>
                  <a:pt x="5839" y="47"/>
                </a:lnTo>
                <a:lnTo>
                  <a:pt x="5840" y="47"/>
                </a:lnTo>
                <a:lnTo>
                  <a:pt x="5841" y="47"/>
                </a:lnTo>
                <a:lnTo>
                  <a:pt x="5842" y="47"/>
                </a:lnTo>
                <a:lnTo>
                  <a:pt x="5843" y="47"/>
                </a:lnTo>
                <a:lnTo>
                  <a:pt x="5844" y="47"/>
                </a:lnTo>
                <a:lnTo>
                  <a:pt x="5845" y="47"/>
                </a:lnTo>
                <a:lnTo>
                  <a:pt x="5846" y="47"/>
                </a:lnTo>
                <a:lnTo>
                  <a:pt x="5847" y="47"/>
                </a:lnTo>
                <a:lnTo>
                  <a:pt x="5848" y="47"/>
                </a:lnTo>
                <a:lnTo>
                  <a:pt x="5849" y="47"/>
                </a:lnTo>
                <a:lnTo>
                  <a:pt x="5850" y="47"/>
                </a:lnTo>
                <a:lnTo>
                  <a:pt x="5851" y="47"/>
                </a:lnTo>
                <a:lnTo>
                  <a:pt x="5852" y="47"/>
                </a:lnTo>
                <a:lnTo>
                  <a:pt x="5853" y="47"/>
                </a:lnTo>
                <a:lnTo>
                  <a:pt x="5854" y="47"/>
                </a:lnTo>
                <a:lnTo>
                  <a:pt x="5855" y="47"/>
                </a:lnTo>
                <a:lnTo>
                  <a:pt x="5856" y="47"/>
                </a:lnTo>
                <a:lnTo>
                  <a:pt x="5857" y="47"/>
                </a:lnTo>
                <a:lnTo>
                  <a:pt x="5858" y="47"/>
                </a:lnTo>
                <a:lnTo>
                  <a:pt x="5859" y="47"/>
                </a:lnTo>
                <a:lnTo>
                  <a:pt x="5860" y="47"/>
                </a:lnTo>
                <a:lnTo>
                  <a:pt x="5861" y="47"/>
                </a:lnTo>
                <a:lnTo>
                  <a:pt x="5862" y="47"/>
                </a:lnTo>
                <a:lnTo>
                  <a:pt x="5863" y="47"/>
                </a:lnTo>
                <a:lnTo>
                  <a:pt x="5864" y="47"/>
                </a:lnTo>
                <a:lnTo>
                  <a:pt x="5865" y="47"/>
                </a:lnTo>
                <a:lnTo>
                  <a:pt x="5866" y="47"/>
                </a:lnTo>
                <a:lnTo>
                  <a:pt x="5867" y="47"/>
                </a:lnTo>
                <a:lnTo>
                  <a:pt x="5868" y="47"/>
                </a:lnTo>
                <a:lnTo>
                  <a:pt x="5869" y="47"/>
                </a:lnTo>
                <a:lnTo>
                  <a:pt x="5870" y="47"/>
                </a:lnTo>
                <a:lnTo>
                  <a:pt x="5871" y="47"/>
                </a:lnTo>
                <a:lnTo>
                  <a:pt x="5872" y="47"/>
                </a:lnTo>
                <a:lnTo>
                  <a:pt x="5873" y="47"/>
                </a:lnTo>
                <a:lnTo>
                  <a:pt x="5874" y="47"/>
                </a:lnTo>
                <a:lnTo>
                  <a:pt x="5875" y="47"/>
                </a:lnTo>
                <a:lnTo>
                  <a:pt x="5876" y="47"/>
                </a:lnTo>
                <a:lnTo>
                  <a:pt x="5877" y="47"/>
                </a:lnTo>
                <a:lnTo>
                  <a:pt x="5878" y="47"/>
                </a:lnTo>
                <a:lnTo>
                  <a:pt x="5879" y="47"/>
                </a:lnTo>
                <a:lnTo>
                  <a:pt x="5880" y="47"/>
                </a:lnTo>
                <a:lnTo>
                  <a:pt x="5881" y="47"/>
                </a:lnTo>
                <a:lnTo>
                  <a:pt x="5882" y="47"/>
                </a:lnTo>
                <a:lnTo>
                  <a:pt x="5883" y="47"/>
                </a:lnTo>
                <a:lnTo>
                  <a:pt x="5884" y="47"/>
                </a:lnTo>
                <a:lnTo>
                  <a:pt x="5885" y="47"/>
                </a:lnTo>
                <a:lnTo>
                  <a:pt x="5886" y="47"/>
                </a:lnTo>
                <a:lnTo>
                  <a:pt x="5887" y="47"/>
                </a:lnTo>
                <a:lnTo>
                  <a:pt x="5888" y="47"/>
                </a:lnTo>
                <a:lnTo>
                  <a:pt x="5889" y="47"/>
                </a:lnTo>
                <a:lnTo>
                  <a:pt x="5890" y="47"/>
                </a:lnTo>
                <a:lnTo>
                  <a:pt x="5891" y="47"/>
                </a:lnTo>
                <a:lnTo>
                  <a:pt x="5892" y="47"/>
                </a:lnTo>
                <a:lnTo>
                  <a:pt x="5893" y="47"/>
                </a:lnTo>
                <a:lnTo>
                  <a:pt x="5894" y="47"/>
                </a:lnTo>
                <a:lnTo>
                  <a:pt x="5895" y="47"/>
                </a:lnTo>
                <a:lnTo>
                  <a:pt x="5896" y="47"/>
                </a:lnTo>
                <a:lnTo>
                  <a:pt x="5897" y="47"/>
                </a:lnTo>
                <a:lnTo>
                  <a:pt x="5898" y="47"/>
                </a:lnTo>
                <a:lnTo>
                  <a:pt x="5899" y="47"/>
                </a:lnTo>
                <a:lnTo>
                  <a:pt x="5900" y="47"/>
                </a:lnTo>
                <a:lnTo>
                  <a:pt x="5901" y="47"/>
                </a:lnTo>
                <a:lnTo>
                  <a:pt x="5902" y="47"/>
                </a:lnTo>
                <a:lnTo>
                  <a:pt x="5903" y="47"/>
                </a:lnTo>
                <a:lnTo>
                  <a:pt x="5904" y="47"/>
                </a:lnTo>
                <a:lnTo>
                  <a:pt x="5905" y="47"/>
                </a:lnTo>
                <a:lnTo>
                  <a:pt x="5906" y="47"/>
                </a:lnTo>
                <a:lnTo>
                  <a:pt x="5907" y="47"/>
                </a:lnTo>
                <a:lnTo>
                  <a:pt x="5908" y="47"/>
                </a:lnTo>
                <a:lnTo>
                  <a:pt x="5909" y="47"/>
                </a:lnTo>
                <a:lnTo>
                  <a:pt x="5910" y="47"/>
                </a:lnTo>
                <a:lnTo>
                  <a:pt x="5911" y="47"/>
                </a:lnTo>
                <a:lnTo>
                  <a:pt x="5912" y="47"/>
                </a:lnTo>
                <a:lnTo>
                  <a:pt x="5913" y="47"/>
                </a:lnTo>
                <a:lnTo>
                  <a:pt x="5914" y="47"/>
                </a:lnTo>
                <a:lnTo>
                  <a:pt x="5915" y="47"/>
                </a:lnTo>
                <a:lnTo>
                  <a:pt x="5916" y="47"/>
                </a:lnTo>
                <a:lnTo>
                  <a:pt x="5917" y="47"/>
                </a:lnTo>
                <a:lnTo>
                  <a:pt x="5918" y="47"/>
                </a:lnTo>
                <a:lnTo>
                  <a:pt x="5919" y="47"/>
                </a:lnTo>
                <a:lnTo>
                  <a:pt x="5920" y="47"/>
                </a:lnTo>
                <a:lnTo>
                  <a:pt x="5921" y="47"/>
                </a:lnTo>
                <a:lnTo>
                  <a:pt x="5922" y="47"/>
                </a:lnTo>
                <a:lnTo>
                  <a:pt x="5923" y="47"/>
                </a:lnTo>
                <a:lnTo>
                  <a:pt x="5924" y="47"/>
                </a:lnTo>
                <a:lnTo>
                  <a:pt x="5925" y="47"/>
                </a:lnTo>
                <a:lnTo>
                  <a:pt x="5926" y="47"/>
                </a:lnTo>
                <a:lnTo>
                  <a:pt x="5927" y="47"/>
                </a:lnTo>
                <a:lnTo>
                  <a:pt x="5928" y="47"/>
                </a:lnTo>
                <a:lnTo>
                  <a:pt x="5929" y="47"/>
                </a:lnTo>
                <a:lnTo>
                  <a:pt x="5930" y="47"/>
                </a:lnTo>
                <a:lnTo>
                  <a:pt x="5931" y="47"/>
                </a:lnTo>
                <a:lnTo>
                  <a:pt x="5932" y="47"/>
                </a:lnTo>
                <a:lnTo>
                  <a:pt x="5933" y="47"/>
                </a:lnTo>
                <a:lnTo>
                  <a:pt x="5934" y="47"/>
                </a:lnTo>
                <a:lnTo>
                  <a:pt x="5935" y="47"/>
                </a:lnTo>
                <a:lnTo>
                  <a:pt x="5936" y="47"/>
                </a:lnTo>
                <a:lnTo>
                  <a:pt x="5937" y="47"/>
                </a:lnTo>
                <a:lnTo>
                  <a:pt x="5938" y="47"/>
                </a:lnTo>
                <a:lnTo>
                  <a:pt x="5939" y="47"/>
                </a:lnTo>
                <a:lnTo>
                  <a:pt x="5940" y="47"/>
                </a:lnTo>
                <a:lnTo>
                  <a:pt x="5941" y="47"/>
                </a:lnTo>
                <a:lnTo>
                  <a:pt x="5942" y="47"/>
                </a:lnTo>
                <a:lnTo>
                  <a:pt x="5943" y="47"/>
                </a:lnTo>
                <a:lnTo>
                  <a:pt x="5944" y="47"/>
                </a:lnTo>
                <a:lnTo>
                  <a:pt x="5945" y="47"/>
                </a:lnTo>
                <a:lnTo>
                  <a:pt x="5946" y="47"/>
                </a:lnTo>
                <a:lnTo>
                  <a:pt x="5947" y="47"/>
                </a:lnTo>
                <a:lnTo>
                  <a:pt x="5948" y="47"/>
                </a:lnTo>
                <a:lnTo>
                  <a:pt x="5949" y="47"/>
                </a:lnTo>
                <a:lnTo>
                  <a:pt x="5950" y="47"/>
                </a:lnTo>
                <a:lnTo>
                  <a:pt x="5951" y="47"/>
                </a:lnTo>
                <a:lnTo>
                  <a:pt x="5952" y="47"/>
                </a:lnTo>
                <a:lnTo>
                  <a:pt x="5953" y="47"/>
                </a:lnTo>
                <a:lnTo>
                  <a:pt x="5954" y="47"/>
                </a:lnTo>
                <a:lnTo>
                  <a:pt x="5955" y="47"/>
                </a:lnTo>
                <a:lnTo>
                  <a:pt x="5956" y="47"/>
                </a:lnTo>
                <a:lnTo>
                  <a:pt x="5957" y="47"/>
                </a:lnTo>
                <a:lnTo>
                  <a:pt x="5958" y="47"/>
                </a:lnTo>
                <a:lnTo>
                  <a:pt x="5959" y="47"/>
                </a:lnTo>
                <a:lnTo>
                  <a:pt x="5960" y="47"/>
                </a:lnTo>
                <a:lnTo>
                  <a:pt x="5961" y="47"/>
                </a:lnTo>
                <a:lnTo>
                  <a:pt x="5962" y="47"/>
                </a:lnTo>
                <a:lnTo>
                  <a:pt x="5963" y="47"/>
                </a:lnTo>
                <a:lnTo>
                  <a:pt x="5964" y="47"/>
                </a:lnTo>
                <a:lnTo>
                  <a:pt x="5965" y="47"/>
                </a:lnTo>
                <a:lnTo>
                  <a:pt x="5966" y="47"/>
                </a:lnTo>
                <a:lnTo>
                  <a:pt x="5967" y="47"/>
                </a:lnTo>
                <a:lnTo>
                  <a:pt x="5968" y="47"/>
                </a:lnTo>
                <a:lnTo>
                  <a:pt x="5969" y="47"/>
                </a:lnTo>
                <a:lnTo>
                  <a:pt x="5970" y="47"/>
                </a:lnTo>
                <a:lnTo>
                  <a:pt x="5971" y="47"/>
                </a:lnTo>
                <a:lnTo>
                  <a:pt x="5972" y="47"/>
                </a:lnTo>
                <a:lnTo>
                  <a:pt x="5973" y="47"/>
                </a:lnTo>
                <a:lnTo>
                  <a:pt x="5974" y="47"/>
                </a:lnTo>
                <a:lnTo>
                  <a:pt x="5975" y="47"/>
                </a:lnTo>
                <a:lnTo>
                  <a:pt x="5976" y="47"/>
                </a:lnTo>
                <a:lnTo>
                  <a:pt x="5977" y="47"/>
                </a:lnTo>
                <a:lnTo>
                  <a:pt x="5978" y="47"/>
                </a:lnTo>
                <a:lnTo>
                  <a:pt x="5979" y="47"/>
                </a:lnTo>
                <a:lnTo>
                  <a:pt x="5980" y="47"/>
                </a:lnTo>
                <a:lnTo>
                  <a:pt x="5981" y="47"/>
                </a:lnTo>
                <a:lnTo>
                  <a:pt x="5982" y="47"/>
                </a:lnTo>
                <a:lnTo>
                  <a:pt x="5983" y="47"/>
                </a:lnTo>
                <a:lnTo>
                  <a:pt x="5984" y="47"/>
                </a:lnTo>
                <a:lnTo>
                  <a:pt x="5985" y="47"/>
                </a:lnTo>
                <a:lnTo>
                  <a:pt x="5986" y="47"/>
                </a:lnTo>
                <a:lnTo>
                  <a:pt x="5987" y="47"/>
                </a:lnTo>
                <a:lnTo>
                  <a:pt x="5988" y="47"/>
                </a:lnTo>
                <a:lnTo>
                  <a:pt x="5989" y="47"/>
                </a:lnTo>
                <a:lnTo>
                  <a:pt x="5990" y="47"/>
                </a:lnTo>
                <a:lnTo>
                  <a:pt x="5991" y="47"/>
                </a:lnTo>
                <a:lnTo>
                  <a:pt x="5992" y="47"/>
                </a:lnTo>
                <a:lnTo>
                  <a:pt x="5993" y="47"/>
                </a:lnTo>
                <a:lnTo>
                  <a:pt x="5994" y="47"/>
                </a:lnTo>
                <a:lnTo>
                  <a:pt x="5995" y="47"/>
                </a:lnTo>
                <a:lnTo>
                  <a:pt x="5996" y="47"/>
                </a:lnTo>
                <a:lnTo>
                  <a:pt x="5997" y="47"/>
                </a:lnTo>
                <a:lnTo>
                  <a:pt x="5998" y="47"/>
                </a:lnTo>
                <a:lnTo>
                  <a:pt x="5999" y="47"/>
                </a:lnTo>
                <a:lnTo>
                  <a:pt x="6000" y="47"/>
                </a:lnTo>
                <a:lnTo>
                  <a:pt x="6001" y="47"/>
                </a:lnTo>
                <a:lnTo>
                  <a:pt x="6002" y="47"/>
                </a:lnTo>
                <a:lnTo>
                  <a:pt x="6003" y="47"/>
                </a:lnTo>
                <a:lnTo>
                  <a:pt x="6004" y="47"/>
                </a:lnTo>
                <a:lnTo>
                  <a:pt x="6005" y="47"/>
                </a:lnTo>
                <a:lnTo>
                  <a:pt x="6006" y="47"/>
                </a:lnTo>
                <a:lnTo>
                  <a:pt x="6007" y="47"/>
                </a:lnTo>
                <a:lnTo>
                  <a:pt x="6008" y="47"/>
                </a:lnTo>
                <a:lnTo>
                  <a:pt x="6009" y="47"/>
                </a:lnTo>
                <a:lnTo>
                  <a:pt x="6010" y="47"/>
                </a:lnTo>
                <a:lnTo>
                  <a:pt x="6011" y="47"/>
                </a:lnTo>
                <a:lnTo>
                  <a:pt x="6012" y="47"/>
                </a:lnTo>
                <a:lnTo>
                  <a:pt x="6013" y="47"/>
                </a:lnTo>
                <a:lnTo>
                  <a:pt x="6014" y="47"/>
                </a:lnTo>
                <a:lnTo>
                  <a:pt x="6015" y="47"/>
                </a:lnTo>
                <a:lnTo>
                  <a:pt x="6016" y="47"/>
                </a:lnTo>
                <a:lnTo>
                  <a:pt x="6017" y="47"/>
                </a:lnTo>
                <a:lnTo>
                  <a:pt x="6018" y="47"/>
                </a:lnTo>
                <a:lnTo>
                  <a:pt x="6019" y="47"/>
                </a:lnTo>
                <a:lnTo>
                  <a:pt x="6020" y="47"/>
                </a:lnTo>
                <a:lnTo>
                  <a:pt x="6021" y="47"/>
                </a:lnTo>
                <a:lnTo>
                  <a:pt x="6022" y="47"/>
                </a:lnTo>
                <a:lnTo>
                  <a:pt x="6023" y="47"/>
                </a:lnTo>
                <a:lnTo>
                  <a:pt x="6024" y="47"/>
                </a:lnTo>
                <a:lnTo>
                  <a:pt x="6025" y="47"/>
                </a:lnTo>
                <a:lnTo>
                  <a:pt x="6026" y="47"/>
                </a:lnTo>
                <a:lnTo>
                  <a:pt x="6027" y="47"/>
                </a:lnTo>
                <a:lnTo>
                  <a:pt x="6028" y="47"/>
                </a:lnTo>
                <a:lnTo>
                  <a:pt x="6029" y="47"/>
                </a:lnTo>
                <a:lnTo>
                  <a:pt x="6030" y="47"/>
                </a:lnTo>
                <a:lnTo>
                  <a:pt x="6031" y="47"/>
                </a:lnTo>
                <a:lnTo>
                  <a:pt x="6032" y="47"/>
                </a:lnTo>
                <a:lnTo>
                  <a:pt x="6033" y="47"/>
                </a:lnTo>
                <a:lnTo>
                  <a:pt x="6034" y="47"/>
                </a:lnTo>
                <a:lnTo>
                  <a:pt x="6035" y="47"/>
                </a:lnTo>
                <a:lnTo>
                  <a:pt x="6036" y="47"/>
                </a:lnTo>
                <a:lnTo>
                  <a:pt x="6037" y="47"/>
                </a:lnTo>
                <a:lnTo>
                  <a:pt x="6038" y="47"/>
                </a:lnTo>
                <a:lnTo>
                  <a:pt x="6039" y="47"/>
                </a:lnTo>
                <a:lnTo>
                  <a:pt x="6040" y="47"/>
                </a:lnTo>
                <a:lnTo>
                  <a:pt x="6041" y="47"/>
                </a:lnTo>
                <a:lnTo>
                  <a:pt x="6042" y="47"/>
                </a:lnTo>
                <a:lnTo>
                  <a:pt x="6043" y="47"/>
                </a:lnTo>
                <a:lnTo>
                  <a:pt x="6044" y="47"/>
                </a:lnTo>
                <a:lnTo>
                  <a:pt x="6045" y="47"/>
                </a:lnTo>
                <a:lnTo>
                  <a:pt x="6046" y="47"/>
                </a:lnTo>
                <a:lnTo>
                  <a:pt x="6047" y="47"/>
                </a:lnTo>
                <a:lnTo>
                  <a:pt x="6048" y="47"/>
                </a:lnTo>
                <a:lnTo>
                  <a:pt x="6049" y="47"/>
                </a:lnTo>
                <a:lnTo>
                  <a:pt x="6050" y="47"/>
                </a:lnTo>
                <a:lnTo>
                  <a:pt x="6051" y="47"/>
                </a:lnTo>
                <a:lnTo>
                  <a:pt x="6052" y="47"/>
                </a:lnTo>
                <a:lnTo>
                  <a:pt x="6053" y="47"/>
                </a:lnTo>
                <a:lnTo>
                  <a:pt x="6054" y="47"/>
                </a:lnTo>
                <a:lnTo>
                  <a:pt x="6055" y="47"/>
                </a:lnTo>
                <a:lnTo>
                  <a:pt x="6056" y="47"/>
                </a:lnTo>
                <a:lnTo>
                  <a:pt x="6057" y="47"/>
                </a:lnTo>
                <a:lnTo>
                  <a:pt x="6058" y="47"/>
                </a:lnTo>
                <a:lnTo>
                  <a:pt x="6059" y="47"/>
                </a:lnTo>
                <a:lnTo>
                  <a:pt x="6060" y="47"/>
                </a:lnTo>
                <a:lnTo>
                  <a:pt x="6061" y="47"/>
                </a:lnTo>
                <a:lnTo>
                  <a:pt x="6062" y="47"/>
                </a:lnTo>
                <a:lnTo>
                  <a:pt x="6063" y="47"/>
                </a:lnTo>
                <a:lnTo>
                  <a:pt x="6064" y="47"/>
                </a:lnTo>
                <a:lnTo>
                  <a:pt x="6065" y="47"/>
                </a:lnTo>
                <a:lnTo>
                  <a:pt x="6066" y="47"/>
                </a:lnTo>
                <a:lnTo>
                  <a:pt x="6067" y="47"/>
                </a:lnTo>
                <a:lnTo>
                  <a:pt x="6068" y="47"/>
                </a:lnTo>
                <a:lnTo>
                  <a:pt x="6069" y="47"/>
                </a:lnTo>
                <a:lnTo>
                  <a:pt x="6070" y="47"/>
                </a:lnTo>
                <a:lnTo>
                  <a:pt x="6071" y="47"/>
                </a:lnTo>
                <a:lnTo>
                  <a:pt x="6072" y="47"/>
                </a:lnTo>
                <a:lnTo>
                  <a:pt x="6073" y="47"/>
                </a:lnTo>
                <a:lnTo>
                  <a:pt x="6074" y="47"/>
                </a:lnTo>
                <a:lnTo>
                  <a:pt x="6075" y="47"/>
                </a:lnTo>
                <a:lnTo>
                  <a:pt x="6076" y="47"/>
                </a:lnTo>
                <a:lnTo>
                  <a:pt x="6077" y="47"/>
                </a:lnTo>
                <a:lnTo>
                  <a:pt x="6078" y="47"/>
                </a:lnTo>
                <a:lnTo>
                  <a:pt x="6079" y="47"/>
                </a:lnTo>
                <a:lnTo>
                  <a:pt x="6080" y="47"/>
                </a:lnTo>
                <a:lnTo>
                  <a:pt x="6081" y="47"/>
                </a:lnTo>
                <a:lnTo>
                  <a:pt x="6082" y="47"/>
                </a:lnTo>
                <a:lnTo>
                  <a:pt x="6083" y="47"/>
                </a:lnTo>
                <a:lnTo>
                  <a:pt x="6084" y="47"/>
                </a:lnTo>
                <a:lnTo>
                  <a:pt x="6085" y="47"/>
                </a:lnTo>
                <a:lnTo>
                  <a:pt x="6086" y="47"/>
                </a:lnTo>
                <a:lnTo>
                  <a:pt x="6087" y="47"/>
                </a:lnTo>
                <a:lnTo>
                  <a:pt x="6088" y="47"/>
                </a:lnTo>
                <a:lnTo>
                  <a:pt x="6089" y="47"/>
                </a:lnTo>
                <a:lnTo>
                  <a:pt x="6090" y="47"/>
                </a:lnTo>
                <a:lnTo>
                  <a:pt x="6091" y="47"/>
                </a:lnTo>
                <a:lnTo>
                  <a:pt x="6092" y="47"/>
                </a:lnTo>
                <a:lnTo>
                  <a:pt x="6093" y="47"/>
                </a:lnTo>
                <a:lnTo>
                  <a:pt x="6094" y="47"/>
                </a:lnTo>
                <a:lnTo>
                  <a:pt x="6095" y="47"/>
                </a:lnTo>
                <a:lnTo>
                  <a:pt x="6096" y="47"/>
                </a:lnTo>
                <a:lnTo>
                  <a:pt x="6097" y="47"/>
                </a:lnTo>
                <a:lnTo>
                  <a:pt x="6098" y="47"/>
                </a:lnTo>
                <a:lnTo>
                  <a:pt x="6099" y="47"/>
                </a:lnTo>
                <a:lnTo>
                  <a:pt x="6100" y="47"/>
                </a:lnTo>
                <a:lnTo>
                  <a:pt x="6101" y="47"/>
                </a:lnTo>
                <a:lnTo>
                  <a:pt x="6102" y="47"/>
                </a:lnTo>
                <a:lnTo>
                  <a:pt x="6103" y="47"/>
                </a:lnTo>
                <a:lnTo>
                  <a:pt x="6104" y="47"/>
                </a:lnTo>
                <a:lnTo>
                  <a:pt x="6105" y="47"/>
                </a:lnTo>
                <a:lnTo>
                  <a:pt x="6106" y="47"/>
                </a:lnTo>
                <a:lnTo>
                  <a:pt x="6107" y="47"/>
                </a:lnTo>
                <a:lnTo>
                  <a:pt x="6108" y="47"/>
                </a:lnTo>
                <a:lnTo>
                  <a:pt x="6109" y="47"/>
                </a:lnTo>
                <a:lnTo>
                  <a:pt x="6110" y="47"/>
                </a:lnTo>
                <a:lnTo>
                  <a:pt x="6111" y="47"/>
                </a:lnTo>
                <a:lnTo>
                  <a:pt x="6112" y="47"/>
                </a:lnTo>
                <a:lnTo>
                  <a:pt x="6113" y="47"/>
                </a:lnTo>
                <a:lnTo>
                  <a:pt x="6114" y="47"/>
                </a:lnTo>
                <a:lnTo>
                  <a:pt x="6115" y="47"/>
                </a:lnTo>
                <a:lnTo>
                  <a:pt x="6116" y="47"/>
                </a:lnTo>
                <a:lnTo>
                  <a:pt x="6117" y="47"/>
                </a:lnTo>
                <a:lnTo>
                  <a:pt x="6118" y="47"/>
                </a:lnTo>
                <a:lnTo>
                  <a:pt x="6119" y="47"/>
                </a:lnTo>
                <a:lnTo>
                  <a:pt x="6120" y="47"/>
                </a:lnTo>
                <a:lnTo>
                  <a:pt x="6121" y="47"/>
                </a:lnTo>
                <a:lnTo>
                  <a:pt x="6122" y="47"/>
                </a:lnTo>
                <a:lnTo>
                  <a:pt x="6123" y="47"/>
                </a:lnTo>
                <a:lnTo>
                  <a:pt x="6124" y="47"/>
                </a:lnTo>
                <a:lnTo>
                  <a:pt x="6125" y="47"/>
                </a:lnTo>
                <a:lnTo>
                  <a:pt x="6126" y="47"/>
                </a:lnTo>
                <a:lnTo>
                  <a:pt x="6127" y="47"/>
                </a:lnTo>
                <a:lnTo>
                  <a:pt x="6128" y="47"/>
                </a:lnTo>
                <a:lnTo>
                  <a:pt x="6129" y="47"/>
                </a:lnTo>
                <a:lnTo>
                  <a:pt x="6130" y="47"/>
                </a:lnTo>
                <a:lnTo>
                  <a:pt x="6131" y="47"/>
                </a:lnTo>
                <a:lnTo>
                  <a:pt x="6132" y="47"/>
                </a:lnTo>
                <a:lnTo>
                  <a:pt x="6133" y="47"/>
                </a:lnTo>
                <a:lnTo>
                  <a:pt x="6134" y="47"/>
                </a:lnTo>
                <a:lnTo>
                  <a:pt x="6135" y="47"/>
                </a:lnTo>
                <a:lnTo>
                  <a:pt x="6136" y="47"/>
                </a:lnTo>
                <a:lnTo>
                  <a:pt x="6137" y="47"/>
                </a:lnTo>
                <a:lnTo>
                  <a:pt x="6138" y="47"/>
                </a:lnTo>
                <a:lnTo>
                  <a:pt x="6139" y="47"/>
                </a:lnTo>
                <a:lnTo>
                  <a:pt x="6140" y="47"/>
                </a:lnTo>
                <a:lnTo>
                  <a:pt x="6141" y="47"/>
                </a:lnTo>
                <a:lnTo>
                  <a:pt x="6142" y="47"/>
                </a:lnTo>
                <a:lnTo>
                  <a:pt x="6143" y="47"/>
                </a:lnTo>
                <a:lnTo>
                  <a:pt x="6144" y="47"/>
                </a:lnTo>
                <a:lnTo>
                  <a:pt x="6145" y="47"/>
                </a:lnTo>
                <a:lnTo>
                  <a:pt x="6146" y="47"/>
                </a:lnTo>
                <a:lnTo>
                  <a:pt x="6147" y="47"/>
                </a:lnTo>
                <a:lnTo>
                  <a:pt x="6148" y="47"/>
                </a:lnTo>
                <a:lnTo>
                  <a:pt x="6149" y="47"/>
                </a:lnTo>
                <a:lnTo>
                  <a:pt x="6150" y="47"/>
                </a:lnTo>
                <a:lnTo>
                  <a:pt x="6151" y="47"/>
                </a:lnTo>
                <a:lnTo>
                  <a:pt x="6152" y="47"/>
                </a:lnTo>
                <a:lnTo>
                  <a:pt x="6153" y="47"/>
                </a:lnTo>
                <a:lnTo>
                  <a:pt x="6154" y="47"/>
                </a:lnTo>
                <a:lnTo>
                  <a:pt x="6155" y="47"/>
                </a:lnTo>
                <a:lnTo>
                  <a:pt x="6156" y="47"/>
                </a:lnTo>
                <a:lnTo>
                  <a:pt x="6157" y="47"/>
                </a:lnTo>
                <a:lnTo>
                  <a:pt x="6158" y="47"/>
                </a:lnTo>
                <a:lnTo>
                  <a:pt x="6159" y="47"/>
                </a:lnTo>
                <a:lnTo>
                  <a:pt x="6160" y="47"/>
                </a:lnTo>
                <a:lnTo>
                  <a:pt x="6161" y="47"/>
                </a:lnTo>
                <a:lnTo>
                  <a:pt x="6162" y="47"/>
                </a:lnTo>
                <a:lnTo>
                  <a:pt x="6163" y="47"/>
                </a:lnTo>
                <a:lnTo>
                  <a:pt x="6164" y="47"/>
                </a:lnTo>
                <a:lnTo>
                  <a:pt x="6165" y="47"/>
                </a:lnTo>
                <a:lnTo>
                  <a:pt x="6166" y="47"/>
                </a:lnTo>
                <a:lnTo>
                  <a:pt x="6167" y="47"/>
                </a:lnTo>
                <a:lnTo>
                  <a:pt x="6168" y="47"/>
                </a:lnTo>
                <a:lnTo>
                  <a:pt x="6169" y="47"/>
                </a:lnTo>
                <a:lnTo>
                  <a:pt x="6170" y="47"/>
                </a:lnTo>
                <a:lnTo>
                  <a:pt x="6171" y="47"/>
                </a:lnTo>
                <a:lnTo>
                  <a:pt x="6172" y="47"/>
                </a:lnTo>
                <a:lnTo>
                  <a:pt x="6173" y="47"/>
                </a:lnTo>
                <a:lnTo>
                  <a:pt x="6174" y="47"/>
                </a:lnTo>
                <a:lnTo>
                  <a:pt x="6175" y="47"/>
                </a:lnTo>
                <a:lnTo>
                  <a:pt x="6176" y="47"/>
                </a:lnTo>
                <a:lnTo>
                  <a:pt x="6177" y="47"/>
                </a:lnTo>
                <a:lnTo>
                  <a:pt x="6178" y="47"/>
                </a:lnTo>
                <a:lnTo>
                  <a:pt x="6179" y="47"/>
                </a:lnTo>
                <a:lnTo>
                  <a:pt x="6180" y="47"/>
                </a:lnTo>
                <a:lnTo>
                  <a:pt x="6181" y="47"/>
                </a:lnTo>
                <a:lnTo>
                  <a:pt x="6182" y="47"/>
                </a:lnTo>
                <a:lnTo>
                  <a:pt x="6183" y="47"/>
                </a:lnTo>
                <a:lnTo>
                  <a:pt x="6184" y="47"/>
                </a:lnTo>
                <a:lnTo>
                  <a:pt x="6185" y="47"/>
                </a:lnTo>
                <a:lnTo>
                  <a:pt x="6186" y="47"/>
                </a:lnTo>
                <a:lnTo>
                  <a:pt x="6187" y="47"/>
                </a:lnTo>
                <a:lnTo>
                  <a:pt x="6188" y="47"/>
                </a:lnTo>
                <a:lnTo>
                  <a:pt x="6189" y="47"/>
                </a:lnTo>
                <a:lnTo>
                  <a:pt x="6190" y="47"/>
                </a:lnTo>
                <a:lnTo>
                  <a:pt x="6191" y="47"/>
                </a:lnTo>
                <a:lnTo>
                  <a:pt x="6192" y="47"/>
                </a:lnTo>
                <a:lnTo>
                  <a:pt x="6193" y="47"/>
                </a:lnTo>
                <a:lnTo>
                  <a:pt x="6194" y="47"/>
                </a:lnTo>
                <a:lnTo>
                  <a:pt x="6195" y="47"/>
                </a:lnTo>
                <a:lnTo>
                  <a:pt x="6196" y="47"/>
                </a:lnTo>
                <a:lnTo>
                  <a:pt x="6197" y="47"/>
                </a:lnTo>
                <a:lnTo>
                  <a:pt x="6198" y="47"/>
                </a:lnTo>
                <a:lnTo>
                  <a:pt x="6199" y="47"/>
                </a:lnTo>
                <a:lnTo>
                  <a:pt x="6200" y="47"/>
                </a:lnTo>
                <a:lnTo>
                  <a:pt x="6201" y="47"/>
                </a:lnTo>
                <a:lnTo>
                  <a:pt x="6202" y="47"/>
                </a:lnTo>
                <a:lnTo>
                  <a:pt x="6203" y="47"/>
                </a:lnTo>
                <a:lnTo>
                  <a:pt x="6204" y="47"/>
                </a:lnTo>
                <a:lnTo>
                  <a:pt x="6205" y="47"/>
                </a:lnTo>
                <a:lnTo>
                  <a:pt x="6206" y="47"/>
                </a:lnTo>
                <a:lnTo>
                  <a:pt x="6207" y="47"/>
                </a:lnTo>
                <a:lnTo>
                  <a:pt x="6208" y="47"/>
                </a:lnTo>
                <a:lnTo>
                  <a:pt x="6209" y="47"/>
                </a:lnTo>
                <a:lnTo>
                  <a:pt x="6210" y="47"/>
                </a:lnTo>
                <a:lnTo>
                  <a:pt x="6211" y="47"/>
                </a:lnTo>
                <a:lnTo>
                  <a:pt x="6212" y="47"/>
                </a:lnTo>
                <a:lnTo>
                  <a:pt x="6213" y="47"/>
                </a:lnTo>
                <a:lnTo>
                  <a:pt x="6214" y="47"/>
                </a:lnTo>
                <a:lnTo>
                  <a:pt x="6215" y="47"/>
                </a:lnTo>
                <a:lnTo>
                  <a:pt x="6216" y="47"/>
                </a:lnTo>
                <a:lnTo>
                  <a:pt x="6217" y="47"/>
                </a:lnTo>
                <a:lnTo>
                  <a:pt x="6218" y="47"/>
                </a:lnTo>
                <a:lnTo>
                  <a:pt x="6219" y="47"/>
                </a:lnTo>
                <a:lnTo>
                  <a:pt x="6220" y="47"/>
                </a:lnTo>
                <a:lnTo>
                  <a:pt x="6221" y="47"/>
                </a:lnTo>
                <a:lnTo>
                  <a:pt x="6222" y="47"/>
                </a:lnTo>
                <a:lnTo>
                  <a:pt x="6223" y="47"/>
                </a:lnTo>
                <a:lnTo>
                  <a:pt x="6224" y="47"/>
                </a:lnTo>
                <a:lnTo>
                  <a:pt x="6225" y="47"/>
                </a:lnTo>
                <a:lnTo>
                  <a:pt x="6226" y="47"/>
                </a:lnTo>
                <a:lnTo>
                  <a:pt x="6227" y="47"/>
                </a:lnTo>
                <a:lnTo>
                  <a:pt x="6228" y="47"/>
                </a:lnTo>
                <a:lnTo>
                  <a:pt x="6229" y="47"/>
                </a:lnTo>
                <a:lnTo>
                  <a:pt x="6230" y="47"/>
                </a:lnTo>
                <a:lnTo>
                  <a:pt x="6231" y="47"/>
                </a:lnTo>
                <a:lnTo>
                  <a:pt x="6232" y="47"/>
                </a:lnTo>
                <a:lnTo>
                  <a:pt x="6233" y="47"/>
                </a:lnTo>
                <a:lnTo>
                  <a:pt x="6234" y="47"/>
                </a:lnTo>
                <a:lnTo>
                  <a:pt x="6235" y="47"/>
                </a:lnTo>
                <a:lnTo>
                  <a:pt x="6236" y="47"/>
                </a:lnTo>
                <a:lnTo>
                  <a:pt x="6237" y="47"/>
                </a:lnTo>
                <a:lnTo>
                  <a:pt x="6238" y="47"/>
                </a:lnTo>
                <a:lnTo>
                  <a:pt x="6239" y="47"/>
                </a:lnTo>
                <a:lnTo>
                  <a:pt x="6240" y="47"/>
                </a:lnTo>
                <a:lnTo>
                  <a:pt x="6241" y="47"/>
                </a:lnTo>
                <a:lnTo>
                  <a:pt x="6242" y="47"/>
                </a:lnTo>
                <a:lnTo>
                  <a:pt x="6243" y="47"/>
                </a:lnTo>
                <a:lnTo>
                  <a:pt x="6244" y="47"/>
                </a:lnTo>
                <a:lnTo>
                  <a:pt x="6245" y="47"/>
                </a:lnTo>
                <a:lnTo>
                  <a:pt x="6246" y="47"/>
                </a:lnTo>
                <a:lnTo>
                  <a:pt x="6247" y="47"/>
                </a:lnTo>
                <a:lnTo>
                  <a:pt x="6248" y="47"/>
                </a:lnTo>
                <a:lnTo>
                  <a:pt x="6249" y="47"/>
                </a:lnTo>
                <a:lnTo>
                  <a:pt x="6250" y="47"/>
                </a:lnTo>
                <a:lnTo>
                  <a:pt x="6251" y="47"/>
                </a:lnTo>
                <a:lnTo>
                  <a:pt x="6252" y="47"/>
                </a:lnTo>
                <a:lnTo>
                  <a:pt x="6253" y="47"/>
                </a:lnTo>
                <a:lnTo>
                  <a:pt x="6254" y="47"/>
                </a:lnTo>
                <a:lnTo>
                  <a:pt x="6255" y="47"/>
                </a:lnTo>
                <a:lnTo>
                  <a:pt x="6256" y="47"/>
                </a:lnTo>
                <a:lnTo>
                  <a:pt x="6257" y="47"/>
                </a:lnTo>
                <a:lnTo>
                  <a:pt x="6258" y="47"/>
                </a:lnTo>
                <a:lnTo>
                  <a:pt x="6259" y="47"/>
                </a:lnTo>
                <a:lnTo>
                  <a:pt x="6260" y="47"/>
                </a:lnTo>
                <a:lnTo>
                  <a:pt x="6261" y="47"/>
                </a:lnTo>
                <a:lnTo>
                  <a:pt x="6262" y="47"/>
                </a:lnTo>
                <a:lnTo>
                  <a:pt x="6263" y="47"/>
                </a:lnTo>
                <a:lnTo>
                  <a:pt x="6264" y="47"/>
                </a:lnTo>
                <a:lnTo>
                  <a:pt x="6265" y="47"/>
                </a:lnTo>
                <a:lnTo>
                  <a:pt x="6266" y="47"/>
                </a:lnTo>
                <a:lnTo>
                  <a:pt x="6267" y="47"/>
                </a:lnTo>
                <a:lnTo>
                  <a:pt x="6268" y="47"/>
                </a:lnTo>
                <a:lnTo>
                  <a:pt x="6269" y="47"/>
                </a:lnTo>
                <a:lnTo>
                  <a:pt x="6270" y="47"/>
                </a:lnTo>
                <a:lnTo>
                  <a:pt x="6271" y="47"/>
                </a:lnTo>
                <a:lnTo>
                  <a:pt x="6272" y="47"/>
                </a:lnTo>
                <a:lnTo>
                  <a:pt x="6273" y="47"/>
                </a:lnTo>
                <a:lnTo>
                  <a:pt x="6274" y="47"/>
                </a:lnTo>
                <a:lnTo>
                  <a:pt x="6275" y="47"/>
                </a:lnTo>
                <a:lnTo>
                  <a:pt x="6276" y="47"/>
                </a:lnTo>
                <a:lnTo>
                  <a:pt x="6277" y="47"/>
                </a:lnTo>
                <a:lnTo>
                  <a:pt x="6278" y="47"/>
                </a:lnTo>
                <a:lnTo>
                  <a:pt x="6279" y="47"/>
                </a:lnTo>
                <a:lnTo>
                  <a:pt x="6280" y="47"/>
                </a:lnTo>
                <a:lnTo>
                  <a:pt x="6281" y="47"/>
                </a:lnTo>
                <a:lnTo>
                  <a:pt x="6282" y="47"/>
                </a:lnTo>
                <a:lnTo>
                  <a:pt x="6283" y="47"/>
                </a:lnTo>
                <a:lnTo>
                  <a:pt x="6284" y="47"/>
                </a:lnTo>
                <a:lnTo>
                  <a:pt x="6285" y="47"/>
                </a:lnTo>
                <a:lnTo>
                  <a:pt x="6286" y="47"/>
                </a:lnTo>
                <a:lnTo>
                  <a:pt x="6287" y="47"/>
                </a:lnTo>
                <a:lnTo>
                  <a:pt x="6288" y="47"/>
                </a:lnTo>
                <a:lnTo>
                  <a:pt x="6289" y="47"/>
                </a:lnTo>
                <a:lnTo>
                  <a:pt x="6290" y="47"/>
                </a:lnTo>
                <a:lnTo>
                  <a:pt x="6291" y="47"/>
                </a:lnTo>
                <a:lnTo>
                  <a:pt x="6292" y="47"/>
                </a:lnTo>
                <a:lnTo>
                  <a:pt x="6293" y="47"/>
                </a:lnTo>
                <a:lnTo>
                  <a:pt x="6294" y="47"/>
                </a:lnTo>
                <a:lnTo>
                  <a:pt x="6295" y="47"/>
                </a:lnTo>
                <a:lnTo>
                  <a:pt x="6296" y="47"/>
                </a:lnTo>
                <a:lnTo>
                  <a:pt x="6297" y="47"/>
                </a:lnTo>
                <a:lnTo>
                  <a:pt x="6298" y="47"/>
                </a:lnTo>
                <a:lnTo>
                  <a:pt x="6299" y="47"/>
                </a:lnTo>
                <a:lnTo>
                  <a:pt x="6300" y="47"/>
                </a:lnTo>
                <a:lnTo>
                  <a:pt x="6301" y="47"/>
                </a:lnTo>
                <a:lnTo>
                  <a:pt x="6302" y="47"/>
                </a:lnTo>
                <a:lnTo>
                  <a:pt x="6303" y="47"/>
                </a:lnTo>
                <a:lnTo>
                  <a:pt x="6304" y="47"/>
                </a:lnTo>
                <a:lnTo>
                  <a:pt x="6305" y="47"/>
                </a:lnTo>
                <a:lnTo>
                  <a:pt x="6306" y="47"/>
                </a:lnTo>
                <a:lnTo>
                  <a:pt x="6307" y="47"/>
                </a:lnTo>
                <a:lnTo>
                  <a:pt x="6308" y="47"/>
                </a:lnTo>
                <a:lnTo>
                  <a:pt x="6309" y="47"/>
                </a:lnTo>
                <a:lnTo>
                  <a:pt x="6310" y="47"/>
                </a:lnTo>
                <a:lnTo>
                  <a:pt x="6311" y="47"/>
                </a:lnTo>
                <a:lnTo>
                  <a:pt x="6312" y="47"/>
                </a:lnTo>
                <a:lnTo>
                  <a:pt x="6313" y="47"/>
                </a:lnTo>
                <a:lnTo>
                  <a:pt x="6314" y="47"/>
                </a:lnTo>
                <a:lnTo>
                  <a:pt x="6315" y="47"/>
                </a:lnTo>
                <a:lnTo>
                  <a:pt x="6316" y="47"/>
                </a:lnTo>
                <a:lnTo>
                  <a:pt x="6317" y="47"/>
                </a:lnTo>
                <a:lnTo>
                  <a:pt x="6318" y="47"/>
                </a:lnTo>
                <a:lnTo>
                  <a:pt x="6319" y="47"/>
                </a:lnTo>
                <a:lnTo>
                  <a:pt x="6320" y="47"/>
                </a:lnTo>
                <a:lnTo>
                  <a:pt x="6321" y="47"/>
                </a:lnTo>
                <a:lnTo>
                  <a:pt x="6322" y="47"/>
                </a:lnTo>
                <a:lnTo>
                  <a:pt x="6323" y="47"/>
                </a:lnTo>
                <a:lnTo>
                  <a:pt x="6324" y="47"/>
                </a:lnTo>
                <a:lnTo>
                  <a:pt x="6325" y="47"/>
                </a:lnTo>
                <a:lnTo>
                  <a:pt x="6326" y="47"/>
                </a:lnTo>
                <a:lnTo>
                  <a:pt x="6327" y="47"/>
                </a:lnTo>
                <a:lnTo>
                  <a:pt x="6328" y="47"/>
                </a:lnTo>
                <a:lnTo>
                  <a:pt x="6329" y="47"/>
                </a:lnTo>
                <a:lnTo>
                  <a:pt x="6330" y="47"/>
                </a:lnTo>
                <a:lnTo>
                  <a:pt x="6331" y="47"/>
                </a:lnTo>
                <a:lnTo>
                  <a:pt x="6332" y="47"/>
                </a:lnTo>
                <a:lnTo>
                  <a:pt x="6333" y="47"/>
                </a:lnTo>
                <a:lnTo>
                  <a:pt x="6334" y="47"/>
                </a:lnTo>
                <a:lnTo>
                  <a:pt x="6335" y="47"/>
                </a:lnTo>
                <a:lnTo>
                  <a:pt x="6336" y="47"/>
                </a:lnTo>
                <a:lnTo>
                  <a:pt x="6337" y="47"/>
                </a:lnTo>
                <a:lnTo>
                  <a:pt x="6338" y="47"/>
                </a:lnTo>
                <a:lnTo>
                  <a:pt x="6339" y="47"/>
                </a:lnTo>
                <a:lnTo>
                  <a:pt x="6340" y="47"/>
                </a:lnTo>
                <a:lnTo>
                  <a:pt x="6341" y="47"/>
                </a:lnTo>
                <a:lnTo>
                  <a:pt x="6342" y="47"/>
                </a:lnTo>
                <a:lnTo>
                  <a:pt x="6343" y="47"/>
                </a:lnTo>
                <a:lnTo>
                  <a:pt x="6344" y="47"/>
                </a:lnTo>
                <a:lnTo>
                  <a:pt x="6345" y="47"/>
                </a:lnTo>
                <a:lnTo>
                  <a:pt x="6346" y="47"/>
                </a:lnTo>
                <a:lnTo>
                  <a:pt x="6347" y="47"/>
                </a:lnTo>
                <a:lnTo>
                  <a:pt x="6348" y="47"/>
                </a:lnTo>
                <a:lnTo>
                  <a:pt x="6349" y="47"/>
                </a:lnTo>
                <a:lnTo>
                  <a:pt x="6350" y="47"/>
                </a:lnTo>
                <a:lnTo>
                  <a:pt x="6351" y="47"/>
                </a:lnTo>
                <a:lnTo>
                  <a:pt x="6352" y="47"/>
                </a:lnTo>
                <a:lnTo>
                  <a:pt x="6353" y="47"/>
                </a:lnTo>
                <a:lnTo>
                  <a:pt x="6354" y="47"/>
                </a:lnTo>
                <a:lnTo>
                  <a:pt x="6355" y="47"/>
                </a:lnTo>
                <a:lnTo>
                  <a:pt x="6356" y="47"/>
                </a:lnTo>
                <a:lnTo>
                  <a:pt x="6357" y="47"/>
                </a:lnTo>
                <a:lnTo>
                  <a:pt x="6358" y="47"/>
                </a:lnTo>
                <a:lnTo>
                  <a:pt x="6359" y="47"/>
                </a:lnTo>
                <a:lnTo>
                  <a:pt x="6360" y="47"/>
                </a:lnTo>
                <a:lnTo>
                  <a:pt x="6361" y="47"/>
                </a:lnTo>
                <a:lnTo>
                  <a:pt x="6362" y="47"/>
                </a:lnTo>
                <a:lnTo>
                  <a:pt x="6363" y="47"/>
                </a:lnTo>
                <a:lnTo>
                  <a:pt x="6364" y="47"/>
                </a:lnTo>
                <a:lnTo>
                  <a:pt x="6365" y="47"/>
                </a:lnTo>
                <a:lnTo>
                  <a:pt x="6366" y="47"/>
                </a:lnTo>
                <a:lnTo>
                  <a:pt x="6367" y="47"/>
                </a:lnTo>
                <a:lnTo>
                  <a:pt x="6368" y="47"/>
                </a:lnTo>
                <a:lnTo>
                  <a:pt x="6369" y="47"/>
                </a:lnTo>
                <a:lnTo>
                  <a:pt x="6370" y="47"/>
                </a:lnTo>
                <a:lnTo>
                  <a:pt x="6371" y="47"/>
                </a:lnTo>
                <a:lnTo>
                  <a:pt x="6372" y="47"/>
                </a:lnTo>
                <a:lnTo>
                  <a:pt x="6373" y="47"/>
                </a:lnTo>
                <a:lnTo>
                  <a:pt x="6374" y="47"/>
                </a:lnTo>
                <a:lnTo>
                  <a:pt x="6375" y="47"/>
                </a:lnTo>
                <a:lnTo>
                  <a:pt x="6376" y="47"/>
                </a:lnTo>
                <a:lnTo>
                  <a:pt x="6377" y="47"/>
                </a:lnTo>
                <a:lnTo>
                  <a:pt x="6378" y="47"/>
                </a:lnTo>
                <a:lnTo>
                  <a:pt x="6379" y="47"/>
                </a:lnTo>
                <a:lnTo>
                  <a:pt x="6380" y="47"/>
                </a:lnTo>
                <a:lnTo>
                  <a:pt x="6381" y="47"/>
                </a:lnTo>
                <a:lnTo>
                  <a:pt x="6382" y="47"/>
                </a:lnTo>
                <a:lnTo>
                  <a:pt x="6383" y="47"/>
                </a:lnTo>
                <a:lnTo>
                  <a:pt x="6384" y="47"/>
                </a:lnTo>
                <a:lnTo>
                  <a:pt x="6385" y="47"/>
                </a:lnTo>
                <a:lnTo>
                  <a:pt x="6386" y="47"/>
                </a:lnTo>
                <a:lnTo>
                  <a:pt x="6387" y="47"/>
                </a:lnTo>
                <a:lnTo>
                  <a:pt x="6388" y="47"/>
                </a:lnTo>
                <a:lnTo>
                  <a:pt x="6389" y="47"/>
                </a:lnTo>
                <a:lnTo>
                  <a:pt x="6390" y="47"/>
                </a:lnTo>
                <a:lnTo>
                  <a:pt x="6391" y="47"/>
                </a:lnTo>
                <a:lnTo>
                  <a:pt x="6392" y="47"/>
                </a:lnTo>
                <a:lnTo>
                  <a:pt x="6393" y="47"/>
                </a:lnTo>
                <a:lnTo>
                  <a:pt x="6394" y="47"/>
                </a:lnTo>
                <a:lnTo>
                  <a:pt x="6395" y="47"/>
                </a:lnTo>
                <a:lnTo>
                  <a:pt x="6396" y="47"/>
                </a:lnTo>
                <a:lnTo>
                  <a:pt x="6397" y="47"/>
                </a:lnTo>
                <a:lnTo>
                  <a:pt x="6398" y="47"/>
                </a:lnTo>
                <a:lnTo>
                  <a:pt x="6399" y="47"/>
                </a:lnTo>
                <a:lnTo>
                  <a:pt x="6400" y="47"/>
                </a:lnTo>
                <a:lnTo>
                  <a:pt x="6401" y="47"/>
                </a:lnTo>
                <a:lnTo>
                  <a:pt x="6402" y="47"/>
                </a:lnTo>
                <a:lnTo>
                  <a:pt x="6403" y="47"/>
                </a:lnTo>
                <a:lnTo>
                  <a:pt x="6404" y="47"/>
                </a:lnTo>
                <a:lnTo>
                  <a:pt x="6405" y="47"/>
                </a:lnTo>
                <a:lnTo>
                  <a:pt x="6406" y="47"/>
                </a:lnTo>
                <a:lnTo>
                  <a:pt x="6407" y="47"/>
                </a:lnTo>
                <a:lnTo>
                  <a:pt x="6408" y="47"/>
                </a:lnTo>
                <a:lnTo>
                  <a:pt x="6409" y="47"/>
                </a:lnTo>
                <a:lnTo>
                  <a:pt x="6410" y="47"/>
                </a:lnTo>
                <a:lnTo>
                  <a:pt x="6411" y="47"/>
                </a:lnTo>
                <a:lnTo>
                  <a:pt x="6412" y="47"/>
                </a:lnTo>
                <a:lnTo>
                  <a:pt x="6413" y="47"/>
                </a:lnTo>
                <a:lnTo>
                  <a:pt x="6414" y="47"/>
                </a:lnTo>
                <a:lnTo>
                  <a:pt x="6415" y="47"/>
                </a:lnTo>
                <a:lnTo>
                  <a:pt x="6416" y="47"/>
                </a:lnTo>
                <a:lnTo>
                  <a:pt x="6417" y="47"/>
                </a:lnTo>
                <a:lnTo>
                  <a:pt x="6418" y="47"/>
                </a:lnTo>
                <a:lnTo>
                  <a:pt x="6419" y="47"/>
                </a:lnTo>
                <a:lnTo>
                  <a:pt x="6420" y="47"/>
                </a:lnTo>
                <a:lnTo>
                  <a:pt x="6421" y="47"/>
                </a:lnTo>
                <a:lnTo>
                  <a:pt x="6422" y="47"/>
                </a:lnTo>
                <a:lnTo>
                  <a:pt x="6423" y="47"/>
                </a:lnTo>
                <a:lnTo>
                  <a:pt x="6424" y="47"/>
                </a:lnTo>
                <a:lnTo>
                  <a:pt x="6425" y="47"/>
                </a:lnTo>
                <a:lnTo>
                  <a:pt x="6426" y="47"/>
                </a:lnTo>
                <a:lnTo>
                  <a:pt x="6427" y="47"/>
                </a:lnTo>
                <a:lnTo>
                  <a:pt x="6428" y="47"/>
                </a:lnTo>
                <a:lnTo>
                  <a:pt x="6429" y="47"/>
                </a:lnTo>
                <a:lnTo>
                  <a:pt x="6430" y="47"/>
                </a:lnTo>
                <a:lnTo>
                  <a:pt x="6431" y="47"/>
                </a:lnTo>
                <a:lnTo>
                  <a:pt x="6432" y="47"/>
                </a:lnTo>
                <a:lnTo>
                  <a:pt x="6433" y="47"/>
                </a:lnTo>
                <a:lnTo>
                  <a:pt x="6434" y="47"/>
                </a:lnTo>
                <a:lnTo>
                  <a:pt x="6435" y="47"/>
                </a:lnTo>
                <a:lnTo>
                  <a:pt x="6436" y="47"/>
                </a:lnTo>
                <a:lnTo>
                  <a:pt x="6437" y="47"/>
                </a:lnTo>
                <a:lnTo>
                  <a:pt x="6438" y="47"/>
                </a:lnTo>
                <a:lnTo>
                  <a:pt x="6439" y="47"/>
                </a:lnTo>
                <a:lnTo>
                  <a:pt x="6440" y="47"/>
                </a:lnTo>
                <a:lnTo>
                  <a:pt x="6441" y="47"/>
                </a:lnTo>
                <a:lnTo>
                  <a:pt x="6442" y="47"/>
                </a:lnTo>
                <a:lnTo>
                  <a:pt x="6443" y="47"/>
                </a:lnTo>
                <a:lnTo>
                  <a:pt x="6444" y="47"/>
                </a:lnTo>
                <a:lnTo>
                  <a:pt x="6445" y="47"/>
                </a:lnTo>
                <a:lnTo>
                  <a:pt x="6446" y="47"/>
                </a:lnTo>
                <a:lnTo>
                  <a:pt x="6447" y="47"/>
                </a:lnTo>
                <a:lnTo>
                  <a:pt x="6448" y="47"/>
                </a:lnTo>
                <a:lnTo>
                  <a:pt x="6449" y="47"/>
                </a:lnTo>
                <a:lnTo>
                  <a:pt x="6450" y="47"/>
                </a:lnTo>
                <a:lnTo>
                  <a:pt x="6451" y="47"/>
                </a:lnTo>
                <a:lnTo>
                  <a:pt x="6452" y="47"/>
                </a:lnTo>
                <a:lnTo>
                  <a:pt x="6453" y="47"/>
                </a:lnTo>
                <a:lnTo>
                  <a:pt x="6454" y="47"/>
                </a:lnTo>
                <a:lnTo>
                  <a:pt x="6455" y="47"/>
                </a:lnTo>
                <a:lnTo>
                  <a:pt x="6456" y="47"/>
                </a:lnTo>
                <a:lnTo>
                  <a:pt x="6457" y="47"/>
                </a:lnTo>
                <a:lnTo>
                  <a:pt x="6458" y="47"/>
                </a:lnTo>
                <a:lnTo>
                  <a:pt x="6459" y="47"/>
                </a:lnTo>
                <a:lnTo>
                  <a:pt x="6460" y="47"/>
                </a:lnTo>
                <a:lnTo>
                  <a:pt x="6461" y="47"/>
                </a:lnTo>
                <a:lnTo>
                  <a:pt x="6462" y="47"/>
                </a:lnTo>
                <a:lnTo>
                  <a:pt x="6463" y="47"/>
                </a:lnTo>
                <a:lnTo>
                  <a:pt x="6464" y="47"/>
                </a:lnTo>
                <a:lnTo>
                  <a:pt x="6465" y="47"/>
                </a:lnTo>
                <a:lnTo>
                  <a:pt x="6466" y="47"/>
                </a:lnTo>
                <a:lnTo>
                  <a:pt x="6467" y="47"/>
                </a:lnTo>
                <a:lnTo>
                  <a:pt x="6468" y="47"/>
                </a:lnTo>
                <a:lnTo>
                  <a:pt x="6469" y="47"/>
                </a:lnTo>
                <a:lnTo>
                  <a:pt x="6470" y="47"/>
                </a:lnTo>
                <a:lnTo>
                  <a:pt x="6471" y="47"/>
                </a:lnTo>
                <a:lnTo>
                  <a:pt x="6472" y="47"/>
                </a:lnTo>
                <a:lnTo>
                  <a:pt x="6473" y="47"/>
                </a:lnTo>
                <a:lnTo>
                  <a:pt x="6474" y="47"/>
                </a:lnTo>
                <a:lnTo>
                  <a:pt x="6475" y="47"/>
                </a:lnTo>
                <a:lnTo>
                  <a:pt x="6476" y="47"/>
                </a:lnTo>
                <a:lnTo>
                  <a:pt x="6477" y="47"/>
                </a:lnTo>
                <a:lnTo>
                  <a:pt x="6478" y="47"/>
                </a:lnTo>
                <a:lnTo>
                  <a:pt x="6479" y="47"/>
                </a:lnTo>
                <a:lnTo>
                  <a:pt x="6480" y="47"/>
                </a:lnTo>
                <a:lnTo>
                  <a:pt x="6481" y="47"/>
                </a:lnTo>
                <a:lnTo>
                  <a:pt x="6482" y="47"/>
                </a:lnTo>
                <a:lnTo>
                  <a:pt x="6483" y="47"/>
                </a:lnTo>
                <a:lnTo>
                  <a:pt x="6484" y="47"/>
                </a:lnTo>
                <a:lnTo>
                  <a:pt x="6485" y="47"/>
                </a:lnTo>
                <a:lnTo>
                  <a:pt x="6486" y="47"/>
                </a:lnTo>
                <a:lnTo>
                  <a:pt x="6487" y="47"/>
                </a:lnTo>
                <a:lnTo>
                  <a:pt x="6488" y="47"/>
                </a:lnTo>
                <a:lnTo>
                  <a:pt x="6489" y="47"/>
                </a:lnTo>
                <a:lnTo>
                  <a:pt x="6490" y="47"/>
                </a:lnTo>
                <a:lnTo>
                  <a:pt x="6491" y="47"/>
                </a:lnTo>
                <a:lnTo>
                  <a:pt x="6492" y="47"/>
                </a:lnTo>
                <a:lnTo>
                  <a:pt x="6493" y="47"/>
                </a:lnTo>
                <a:lnTo>
                  <a:pt x="6494" y="47"/>
                </a:lnTo>
                <a:lnTo>
                  <a:pt x="6495" y="47"/>
                </a:lnTo>
                <a:lnTo>
                  <a:pt x="6496" y="47"/>
                </a:lnTo>
                <a:lnTo>
                  <a:pt x="6497" y="47"/>
                </a:lnTo>
                <a:lnTo>
                  <a:pt x="6498" y="47"/>
                </a:lnTo>
                <a:lnTo>
                  <a:pt x="6499" y="47"/>
                </a:lnTo>
                <a:lnTo>
                  <a:pt x="6500" y="47"/>
                </a:lnTo>
                <a:lnTo>
                  <a:pt x="6501" y="47"/>
                </a:lnTo>
                <a:lnTo>
                  <a:pt x="6502" y="47"/>
                </a:lnTo>
                <a:lnTo>
                  <a:pt x="6503" y="47"/>
                </a:lnTo>
                <a:lnTo>
                  <a:pt x="6504" y="47"/>
                </a:lnTo>
                <a:lnTo>
                  <a:pt x="6505" y="47"/>
                </a:lnTo>
                <a:lnTo>
                  <a:pt x="6506" y="47"/>
                </a:lnTo>
                <a:lnTo>
                  <a:pt x="6507" y="47"/>
                </a:lnTo>
                <a:lnTo>
                  <a:pt x="6508" y="47"/>
                </a:lnTo>
                <a:lnTo>
                  <a:pt x="6509" y="47"/>
                </a:lnTo>
                <a:lnTo>
                  <a:pt x="6510" y="47"/>
                </a:lnTo>
                <a:lnTo>
                  <a:pt x="6511" y="47"/>
                </a:lnTo>
                <a:lnTo>
                  <a:pt x="6512" y="47"/>
                </a:lnTo>
                <a:lnTo>
                  <a:pt x="6513" y="47"/>
                </a:lnTo>
                <a:lnTo>
                  <a:pt x="6514" y="47"/>
                </a:lnTo>
                <a:lnTo>
                  <a:pt x="6515" y="47"/>
                </a:lnTo>
                <a:lnTo>
                  <a:pt x="6516" y="47"/>
                </a:lnTo>
                <a:lnTo>
                  <a:pt x="6517" y="47"/>
                </a:lnTo>
                <a:lnTo>
                  <a:pt x="6518" y="47"/>
                </a:lnTo>
                <a:lnTo>
                  <a:pt x="6519" y="47"/>
                </a:lnTo>
                <a:lnTo>
                  <a:pt x="6520" y="47"/>
                </a:lnTo>
                <a:lnTo>
                  <a:pt x="6521" y="47"/>
                </a:lnTo>
                <a:lnTo>
                  <a:pt x="6522" y="47"/>
                </a:lnTo>
                <a:lnTo>
                  <a:pt x="6523" y="47"/>
                </a:lnTo>
                <a:lnTo>
                  <a:pt x="6524" y="47"/>
                </a:lnTo>
                <a:lnTo>
                  <a:pt x="6525" y="47"/>
                </a:lnTo>
                <a:lnTo>
                  <a:pt x="6526" y="47"/>
                </a:lnTo>
                <a:lnTo>
                  <a:pt x="6527" y="47"/>
                </a:lnTo>
                <a:lnTo>
                  <a:pt x="6528" y="47"/>
                </a:lnTo>
                <a:lnTo>
                  <a:pt x="6529" y="47"/>
                </a:lnTo>
                <a:lnTo>
                  <a:pt x="6530" y="47"/>
                </a:lnTo>
                <a:lnTo>
                  <a:pt x="6531" y="47"/>
                </a:lnTo>
                <a:lnTo>
                  <a:pt x="6532" y="47"/>
                </a:lnTo>
                <a:lnTo>
                  <a:pt x="6533" y="47"/>
                </a:lnTo>
                <a:lnTo>
                  <a:pt x="6534" y="47"/>
                </a:lnTo>
                <a:lnTo>
                  <a:pt x="6535" y="47"/>
                </a:lnTo>
                <a:lnTo>
                  <a:pt x="6536" y="47"/>
                </a:lnTo>
                <a:lnTo>
                  <a:pt x="6537" y="47"/>
                </a:lnTo>
                <a:lnTo>
                  <a:pt x="6538" y="47"/>
                </a:lnTo>
                <a:lnTo>
                  <a:pt x="6539" y="47"/>
                </a:lnTo>
                <a:lnTo>
                  <a:pt x="6540" y="47"/>
                </a:lnTo>
                <a:lnTo>
                  <a:pt x="6541" y="47"/>
                </a:lnTo>
                <a:lnTo>
                  <a:pt x="6542" y="47"/>
                </a:lnTo>
                <a:lnTo>
                  <a:pt x="6543" y="47"/>
                </a:lnTo>
                <a:lnTo>
                  <a:pt x="6544" y="47"/>
                </a:lnTo>
                <a:lnTo>
                  <a:pt x="6545" y="47"/>
                </a:lnTo>
                <a:lnTo>
                  <a:pt x="6546" y="47"/>
                </a:lnTo>
                <a:lnTo>
                  <a:pt x="6547" y="47"/>
                </a:lnTo>
                <a:lnTo>
                  <a:pt x="6548" y="47"/>
                </a:lnTo>
                <a:lnTo>
                  <a:pt x="6549" y="47"/>
                </a:lnTo>
                <a:lnTo>
                  <a:pt x="6550" y="47"/>
                </a:lnTo>
                <a:lnTo>
                  <a:pt x="6551" y="47"/>
                </a:lnTo>
                <a:lnTo>
                  <a:pt x="6552" y="47"/>
                </a:lnTo>
                <a:lnTo>
                  <a:pt x="6553" y="47"/>
                </a:lnTo>
                <a:lnTo>
                  <a:pt x="6554" y="47"/>
                </a:lnTo>
                <a:lnTo>
                  <a:pt x="6555" y="47"/>
                </a:lnTo>
                <a:lnTo>
                  <a:pt x="6556" y="47"/>
                </a:lnTo>
                <a:lnTo>
                  <a:pt x="6557" y="47"/>
                </a:lnTo>
                <a:lnTo>
                  <a:pt x="6558" y="47"/>
                </a:lnTo>
                <a:lnTo>
                  <a:pt x="6559" y="47"/>
                </a:lnTo>
                <a:lnTo>
                  <a:pt x="6560" y="47"/>
                </a:lnTo>
                <a:lnTo>
                  <a:pt x="6561" y="47"/>
                </a:lnTo>
                <a:lnTo>
                  <a:pt x="6562" y="47"/>
                </a:lnTo>
                <a:lnTo>
                  <a:pt x="6563" y="47"/>
                </a:lnTo>
                <a:lnTo>
                  <a:pt x="6564" y="47"/>
                </a:lnTo>
                <a:lnTo>
                  <a:pt x="6565" y="47"/>
                </a:lnTo>
                <a:lnTo>
                  <a:pt x="6566" y="47"/>
                </a:lnTo>
                <a:lnTo>
                  <a:pt x="6567" y="47"/>
                </a:lnTo>
                <a:lnTo>
                  <a:pt x="6568" y="47"/>
                </a:lnTo>
                <a:lnTo>
                  <a:pt x="6569" y="47"/>
                </a:lnTo>
                <a:lnTo>
                  <a:pt x="6570" y="47"/>
                </a:lnTo>
                <a:lnTo>
                  <a:pt x="6571" y="47"/>
                </a:lnTo>
                <a:lnTo>
                  <a:pt x="6572" y="47"/>
                </a:lnTo>
                <a:lnTo>
                  <a:pt x="6573" y="47"/>
                </a:lnTo>
                <a:lnTo>
                  <a:pt x="6574" y="47"/>
                </a:lnTo>
                <a:lnTo>
                  <a:pt x="6575" y="47"/>
                </a:lnTo>
                <a:lnTo>
                  <a:pt x="6576" y="47"/>
                </a:lnTo>
                <a:lnTo>
                  <a:pt x="6577" y="47"/>
                </a:lnTo>
                <a:lnTo>
                  <a:pt x="6578" y="47"/>
                </a:lnTo>
                <a:lnTo>
                  <a:pt x="6579" y="47"/>
                </a:lnTo>
                <a:lnTo>
                  <a:pt x="6580" y="47"/>
                </a:lnTo>
                <a:lnTo>
                  <a:pt x="6581" y="47"/>
                </a:lnTo>
                <a:lnTo>
                  <a:pt x="6582" y="47"/>
                </a:lnTo>
                <a:lnTo>
                  <a:pt x="6583" y="47"/>
                </a:lnTo>
                <a:lnTo>
                  <a:pt x="6584" y="47"/>
                </a:lnTo>
                <a:lnTo>
                  <a:pt x="6585" y="47"/>
                </a:lnTo>
                <a:lnTo>
                  <a:pt x="6586" y="47"/>
                </a:lnTo>
                <a:lnTo>
                  <a:pt x="6587" y="47"/>
                </a:lnTo>
                <a:lnTo>
                  <a:pt x="6588" y="47"/>
                </a:lnTo>
                <a:lnTo>
                  <a:pt x="6589" y="47"/>
                </a:lnTo>
                <a:lnTo>
                  <a:pt x="6590" y="47"/>
                </a:lnTo>
                <a:lnTo>
                  <a:pt x="6591" y="47"/>
                </a:lnTo>
                <a:lnTo>
                  <a:pt x="6592" y="47"/>
                </a:lnTo>
                <a:lnTo>
                  <a:pt x="6593" y="47"/>
                </a:lnTo>
                <a:lnTo>
                  <a:pt x="6594" y="47"/>
                </a:lnTo>
                <a:lnTo>
                  <a:pt x="6595" y="47"/>
                </a:lnTo>
                <a:lnTo>
                  <a:pt x="6596" y="47"/>
                </a:lnTo>
                <a:lnTo>
                  <a:pt x="6597" y="47"/>
                </a:lnTo>
                <a:lnTo>
                  <a:pt x="6598" y="47"/>
                </a:lnTo>
                <a:lnTo>
                  <a:pt x="6599" y="47"/>
                </a:lnTo>
                <a:lnTo>
                  <a:pt x="6600" y="47"/>
                </a:lnTo>
                <a:lnTo>
                  <a:pt x="6601" y="47"/>
                </a:lnTo>
                <a:lnTo>
                  <a:pt x="6602" y="47"/>
                </a:lnTo>
                <a:lnTo>
                  <a:pt x="6603" y="47"/>
                </a:lnTo>
                <a:lnTo>
                  <a:pt x="6604" y="47"/>
                </a:lnTo>
                <a:lnTo>
                  <a:pt x="6605" y="47"/>
                </a:lnTo>
                <a:lnTo>
                  <a:pt x="6606" y="47"/>
                </a:lnTo>
                <a:lnTo>
                  <a:pt x="6607" y="47"/>
                </a:lnTo>
                <a:lnTo>
                  <a:pt x="6608" y="47"/>
                </a:lnTo>
                <a:lnTo>
                  <a:pt x="6609" y="47"/>
                </a:lnTo>
                <a:lnTo>
                  <a:pt x="6610" y="47"/>
                </a:lnTo>
                <a:lnTo>
                  <a:pt x="6611" y="47"/>
                </a:lnTo>
                <a:lnTo>
                  <a:pt x="6612" y="47"/>
                </a:lnTo>
                <a:lnTo>
                  <a:pt x="6613" y="47"/>
                </a:lnTo>
                <a:lnTo>
                  <a:pt x="6614" y="47"/>
                </a:lnTo>
                <a:lnTo>
                  <a:pt x="6615" y="47"/>
                </a:lnTo>
                <a:lnTo>
                  <a:pt x="6616" y="47"/>
                </a:lnTo>
                <a:lnTo>
                  <a:pt x="6617" y="47"/>
                </a:lnTo>
                <a:lnTo>
                  <a:pt x="6618" y="47"/>
                </a:lnTo>
                <a:lnTo>
                  <a:pt x="6619" y="47"/>
                </a:lnTo>
                <a:lnTo>
                  <a:pt x="6620" y="47"/>
                </a:lnTo>
                <a:lnTo>
                  <a:pt x="6621" y="47"/>
                </a:lnTo>
                <a:lnTo>
                  <a:pt x="6622" y="47"/>
                </a:lnTo>
                <a:lnTo>
                  <a:pt x="6623" y="47"/>
                </a:lnTo>
                <a:lnTo>
                  <a:pt x="6624" y="47"/>
                </a:lnTo>
                <a:lnTo>
                  <a:pt x="6625" y="47"/>
                </a:lnTo>
                <a:lnTo>
                  <a:pt x="6626" y="47"/>
                </a:lnTo>
                <a:lnTo>
                  <a:pt x="6627" y="47"/>
                </a:lnTo>
                <a:lnTo>
                  <a:pt x="6628" y="47"/>
                </a:lnTo>
                <a:lnTo>
                  <a:pt x="6629" y="47"/>
                </a:lnTo>
                <a:lnTo>
                  <a:pt x="6630" y="47"/>
                </a:lnTo>
                <a:lnTo>
                  <a:pt x="6631" y="47"/>
                </a:lnTo>
                <a:lnTo>
                  <a:pt x="6632" y="47"/>
                </a:lnTo>
                <a:lnTo>
                  <a:pt x="6633" y="47"/>
                </a:lnTo>
                <a:lnTo>
                  <a:pt x="6634" y="47"/>
                </a:lnTo>
                <a:lnTo>
                  <a:pt x="6635" y="47"/>
                </a:lnTo>
                <a:lnTo>
                  <a:pt x="6636" y="47"/>
                </a:lnTo>
                <a:lnTo>
                  <a:pt x="6637" y="47"/>
                </a:lnTo>
                <a:lnTo>
                  <a:pt x="6638" y="47"/>
                </a:lnTo>
                <a:lnTo>
                  <a:pt x="6639" y="47"/>
                </a:lnTo>
                <a:lnTo>
                  <a:pt x="6640" y="47"/>
                </a:lnTo>
                <a:lnTo>
                  <a:pt x="6641" y="47"/>
                </a:lnTo>
                <a:lnTo>
                  <a:pt x="6642" y="47"/>
                </a:lnTo>
                <a:lnTo>
                  <a:pt x="6643" y="47"/>
                </a:lnTo>
                <a:lnTo>
                  <a:pt x="6644" y="47"/>
                </a:lnTo>
                <a:lnTo>
                  <a:pt x="6645" y="47"/>
                </a:lnTo>
                <a:lnTo>
                  <a:pt x="6646" y="47"/>
                </a:lnTo>
                <a:lnTo>
                  <a:pt x="6647" y="47"/>
                </a:lnTo>
                <a:lnTo>
                  <a:pt x="6648" y="47"/>
                </a:lnTo>
                <a:lnTo>
                  <a:pt x="6649" y="47"/>
                </a:lnTo>
                <a:lnTo>
                  <a:pt x="6650" y="47"/>
                </a:lnTo>
                <a:lnTo>
                  <a:pt x="6651" y="47"/>
                </a:lnTo>
                <a:lnTo>
                  <a:pt x="6652" y="47"/>
                </a:lnTo>
                <a:lnTo>
                  <a:pt x="6653" y="47"/>
                </a:lnTo>
                <a:lnTo>
                  <a:pt x="6654" y="47"/>
                </a:lnTo>
                <a:lnTo>
                  <a:pt x="6655" y="47"/>
                </a:lnTo>
                <a:lnTo>
                  <a:pt x="6656" y="47"/>
                </a:lnTo>
                <a:lnTo>
                  <a:pt x="6657" y="47"/>
                </a:lnTo>
                <a:lnTo>
                  <a:pt x="6658" y="47"/>
                </a:lnTo>
                <a:lnTo>
                  <a:pt x="6659" y="47"/>
                </a:lnTo>
                <a:lnTo>
                  <a:pt x="6660" y="47"/>
                </a:lnTo>
                <a:lnTo>
                  <a:pt x="6661" y="47"/>
                </a:lnTo>
                <a:lnTo>
                  <a:pt x="6662" y="47"/>
                </a:lnTo>
                <a:lnTo>
                  <a:pt x="6663" y="47"/>
                </a:lnTo>
                <a:lnTo>
                  <a:pt x="6664" y="47"/>
                </a:lnTo>
                <a:lnTo>
                  <a:pt x="6665" y="47"/>
                </a:lnTo>
                <a:lnTo>
                  <a:pt x="6666" y="47"/>
                </a:lnTo>
                <a:lnTo>
                  <a:pt x="6667" y="47"/>
                </a:lnTo>
                <a:lnTo>
                  <a:pt x="6668" y="47"/>
                </a:lnTo>
                <a:lnTo>
                  <a:pt x="6669" y="47"/>
                </a:lnTo>
                <a:lnTo>
                  <a:pt x="6670" y="47"/>
                </a:lnTo>
                <a:lnTo>
                  <a:pt x="6671" y="47"/>
                </a:lnTo>
                <a:lnTo>
                  <a:pt x="6672" y="47"/>
                </a:lnTo>
                <a:lnTo>
                  <a:pt x="6673" y="47"/>
                </a:lnTo>
                <a:lnTo>
                  <a:pt x="6674" y="47"/>
                </a:lnTo>
                <a:lnTo>
                  <a:pt x="6675" y="47"/>
                </a:lnTo>
                <a:lnTo>
                  <a:pt x="6676" y="47"/>
                </a:lnTo>
                <a:lnTo>
                  <a:pt x="6677" y="47"/>
                </a:lnTo>
                <a:lnTo>
                  <a:pt x="6678" y="47"/>
                </a:lnTo>
                <a:lnTo>
                  <a:pt x="6679" y="47"/>
                </a:lnTo>
                <a:lnTo>
                  <a:pt x="6680" y="47"/>
                </a:lnTo>
                <a:lnTo>
                  <a:pt x="6681" y="47"/>
                </a:lnTo>
                <a:lnTo>
                  <a:pt x="6682" y="47"/>
                </a:lnTo>
                <a:lnTo>
                  <a:pt x="6683" y="47"/>
                </a:lnTo>
                <a:lnTo>
                  <a:pt x="6684" y="47"/>
                </a:lnTo>
                <a:lnTo>
                  <a:pt x="6685" y="47"/>
                </a:lnTo>
                <a:lnTo>
                  <a:pt x="6686" y="47"/>
                </a:lnTo>
                <a:lnTo>
                  <a:pt x="6687" y="47"/>
                </a:lnTo>
                <a:lnTo>
                  <a:pt x="6688" y="47"/>
                </a:lnTo>
                <a:lnTo>
                  <a:pt x="6689" y="47"/>
                </a:lnTo>
                <a:lnTo>
                  <a:pt x="6690" y="47"/>
                </a:lnTo>
                <a:lnTo>
                  <a:pt x="6691" y="47"/>
                </a:lnTo>
                <a:lnTo>
                  <a:pt x="6692" y="47"/>
                </a:lnTo>
                <a:lnTo>
                  <a:pt x="6693" y="47"/>
                </a:lnTo>
                <a:lnTo>
                  <a:pt x="6694" y="47"/>
                </a:lnTo>
                <a:lnTo>
                  <a:pt x="6695" y="47"/>
                </a:lnTo>
                <a:lnTo>
                  <a:pt x="6696" y="47"/>
                </a:lnTo>
                <a:lnTo>
                  <a:pt x="6697" y="47"/>
                </a:lnTo>
                <a:lnTo>
                  <a:pt x="6698" y="47"/>
                </a:lnTo>
                <a:lnTo>
                  <a:pt x="6699" y="47"/>
                </a:lnTo>
                <a:lnTo>
                  <a:pt x="6700" y="47"/>
                </a:lnTo>
                <a:lnTo>
                  <a:pt x="6701" y="47"/>
                </a:lnTo>
                <a:lnTo>
                  <a:pt x="6702" y="47"/>
                </a:lnTo>
                <a:lnTo>
                  <a:pt x="6703" y="47"/>
                </a:lnTo>
                <a:lnTo>
                  <a:pt x="6704" y="47"/>
                </a:lnTo>
                <a:lnTo>
                  <a:pt x="6705" y="47"/>
                </a:lnTo>
                <a:lnTo>
                  <a:pt x="6706" y="47"/>
                </a:lnTo>
                <a:lnTo>
                  <a:pt x="6707" y="47"/>
                </a:lnTo>
                <a:lnTo>
                  <a:pt x="6708" y="47"/>
                </a:lnTo>
                <a:lnTo>
                  <a:pt x="6709" y="47"/>
                </a:lnTo>
                <a:lnTo>
                  <a:pt x="6710" y="47"/>
                </a:lnTo>
                <a:lnTo>
                  <a:pt x="6711" y="47"/>
                </a:lnTo>
                <a:lnTo>
                  <a:pt x="6712" y="47"/>
                </a:lnTo>
                <a:lnTo>
                  <a:pt x="6713" y="47"/>
                </a:lnTo>
                <a:lnTo>
                  <a:pt x="6714" y="47"/>
                </a:lnTo>
                <a:lnTo>
                  <a:pt x="6715" y="47"/>
                </a:lnTo>
                <a:lnTo>
                  <a:pt x="6716" y="47"/>
                </a:lnTo>
                <a:lnTo>
                  <a:pt x="6717" y="47"/>
                </a:lnTo>
                <a:lnTo>
                  <a:pt x="6718" y="47"/>
                </a:lnTo>
                <a:lnTo>
                  <a:pt x="6719" y="47"/>
                </a:lnTo>
                <a:lnTo>
                  <a:pt x="6720" y="47"/>
                </a:lnTo>
                <a:lnTo>
                  <a:pt x="6721" y="47"/>
                </a:lnTo>
                <a:lnTo>
                  <a:pt x="6722" y="47"/>
                </a:lnTo>
                <a:lnTo>
                  <a:pt x="6723" y="47"/>
                </a:lnTo>
                <a:lnTo>
                  <a:pt x="6724" y="47"/>
                </a:lnTo>
                <a:lnTo>
                  <a:pt x="6725" y="47"/>
                </a:lnTo>
                <a:lnTo>
                  <a:pt x="6726" y="47"/>
                </a:lnTo>
                <a:lnTo>
                  <a:pt x="6727" y="47"/>
                </a:lnTo>
                <a:lnTo>
                  <a:pt x="6728" y="47"/>
                </a:lnTo>
                <a:lnTo>
                  <a:pt x="6729" y="47"/>
                </a:lnTo>
                <a:lnTo>
                  <a:pt x="6730" y="47"/>
                </a:lnTo>
                <a:lnTo>
                  <a:pt x="6731" y="47"/>
                </a:lnTo>
                <a:lnTo>
                  <a:pt x="6732" y="47"/>
                </a:lnTo>
                <a:lnTo>
                  <a:pt x="6733" y="47"/>
                </a:lnTo>
                <a:lnTo>
                  <a:pt x="6734" y="47"/>
                </a:lnTo>
                <a:lnTo>
                  <a:pt x="6735" y="47"/>
                </a:lnTo>
                <a:lnTo>
                  <a:pt x="6736" y="47"/>
                </a:lnTo>
                <a:lnTo>
                  <a:pt x="6737" y="47"/>
                </a:lnTo>
                <a:lnTo>
                  <a:pt x="6738" y="47"/>
                </a:lnTo>
                <a:lnTo>
                  <a:pt x="6739" y="47"/>
                </a:lnTo>
                <a:lnTo>
                  <a:pt x="6740" y="47"/>
                </a:lnTo>
                <a:lnTo>
                  <a:pt x="6741" y="47"/>
                </a:lnTo>
                <a:lnTo>
                  <a:pt x="6742" y="47"/>
                </a:lnTo>
                <a:lnTo>
                  <a:pt x="6743" y="47"/>
                </a:lnTo>
                <a:lnTo>
                  <a:pt x="6744" y="47"/>
                </a:lnTo>
                <a:lnTo>
                  <a:pt x="6745" y="47"/>
                </a:lnTo>
                <a:lnTo>
                  <a:pt x="6746" y="47"/>
                </a:lnTo>
                <a:lnTo>
                  <a:pt x="6747" y="47"/>
                </a:lnTo>
                <a:lnTo>
                  <a:pt x="6748" y="47"/>
                </a:lnTo>
                <a:lnTo>
                  <a:pt x="6749" y="47"/>
                </a:lnTo>
                <a:lnTo>
                  <a:pt x="6750" y="47"/>
                </a:lnTo>
                <a:lnTo>
                  <a:pt x="6751" y="47"/>
                </a:lnTo>
                <a:lnTo>
                  <a:pt x="6752" y="47"/>
                </a:lnTo>
                <a:lnTo>
                  <a:pt x="6753" y="47"/>
                </a:lnTo>
                <a:lnTo>
                  <a:pt x="6754" y="47"/>
                </a:lnTo>
                <a:lnTo>
                  <a:pt x="6755" y="47"/>
                </a:lnTo>
                <a:lnTo>
                  <a:pt x="6756" y="47"/>
                </a:lnTo>
                <a:lnTo>
                  <a:pt x="6757" y="47"/>
                </a:lnTo>
                <a:lnTo>
                  <a:pt x="6758" y="47"/>
                </a:lnTo>
                <a:lnTo>
                  <a:pt x="6759" y="47"/>
                </a:lnTo>
                <a:lnTo>
                  <a:pt x="6760" y="47"/>
                </a:lnTo>
                <a:lnTo>
                  <a:pt x="6761" y="47"/>
                </a:lnTo>
                <a:lnTo>
                  <a:pt x="6762" y="47"/>
                </a:lnTo>
                <a:lnTo>
                  <a:pt x="6763" y="47"/>
                </a:lnTo>
                <a:lnTo>
                  <a:pt x="6764" y="47"/>
                </a:lnTo>
                <a:lnTo>
                  <a:pt x="6765" y="47"/>
                </a:lnTo>
                <a:lnTo>
                  <a:pt x="6766" y="47"/>
                </a:lnTo>
                <a:lnTo>
                  <a:pt x="6767" y="47"/>
                </a:lnTo>
                <a:lnTo>
                  <a:pt x="6768" y="47"/>
                </a:lnTo>
                <a:lnTo>
                  <a:pt x="6769" y="47"/>
                </a:lnTo>
                <a:lnTo>
                  <a:pt x="6770" y="47"/>
                </a:lnTo>
                <a:lnTo>
                  <a:pt x="6771" y="47"/>
                </a:lnTo>
                <a:lnTo>
                  <a:pt x="6772" y="47"/>
                </a:lnTo>
                <a:lnTo>
                  <a:pt x="6773" y="47"/>
                </a:lnTo>
                <a:lnTo>
                  <a:pt x="6774" y="47"/>
                </a:lnTo>
                <a:lnTo>
                  <a:pt x="6775" y="47"/>
                </a:lnTo>
                <a:lnTo>
                  <a:pt x="6776" y="47"/>
                </a:lnTo>
                <a:lnTo>
                  <a:pt x="6777" y="47"/>
                </a:lnTo>
                <a:lnTo>
                  <a:pt x="6778" y="47"/>
                </a:lnTo>
                <a:lnTo>
                  <a:pt x="6779" y="47"/>
                </a:lnTo>
                <a:lnTo>
                  <a:pt x="6780" y="47"/>
                </a:lnTo>
                <a:lnTo>
                  <a:pt x="6781" y="47"/>
                </a:lnTo>
                <a:lnTo>
                  <a:pt x="6782" y="47"/>
                </a:lnTo>
                <a:lnTo>
                  <a:pt x="6783" y="47"/>
                </a:lnTo>
                <a:lnTo>
                  <a:pt x="6784" y="47"/>
                </a:lnTo>
                <a:lnTo>
                  <a:pt x="6785" y="47"/>
                </a:lnTo>
                <a:lnTo>
                  <a:pt x="6786" y="47"/>
                </a:lnTo>
                <a:lnTo>
                  <a:pt x="6787" y="47"/>
                </a:lnTo>
                <a:lnTo>
                  <a:pt x="6788" y="47"/>
                </a:lnTo>
                <a:lnTo>
                  <a:pt x="6789" y="47"/>
                </a:lnTo>
                <a:lnTo>
                  <a:pt x="6790" y="47"/>
                </a:lnTo>
                <a:lnTo>
                  <a:pt x="6791" y="47"/>
                </a:lnTo>
                <a:lnTo>
                  <a:pt x="6792" y="47"/>
                </a:lnTo>
                <a:lnTo>
                  <a:pt x="6793" y="47"/>
                </a:lnTo>
                <a:lnTo>
                  <a:pt x="6794" y="47"/>
                </a:lnTo>
                <a:lnTo>
                  <a:pt x="6795" y="47"/>
                </a:lnTo>
                <a:lnTo>
                  <a:pt x="6796" y="47"/>
                </a:lnTo>
                <a:lnTo>
                  <a:pt x="6797" y="47"/>
                </a:lnTo>
                <a:lnTo>
                  <a:pt x="6798" y="47"/>
                </a:lnTo>
                <a:lnTo>
                  <a:pt x="6799" y="47"/>
                </a:lnTo>
                <a:lnTo>
                  <a:pt x="6800" y="47"/>
                </a:lnTo>
                <a:lnTo>
                  <a:pt x="6801" y="47"/>
                </a:lnTo>
                <a:lnTo>
                  <a:pt x="6802" y="47"/>
                </a:lnTo>
                <a:lnTo>
                  <a:pt x="6803" y="47"/>
                </a:lnTo>
                <a:lnTo>
                  <a:pt x="6804" y="47"/>
                </a:lnTo>
                <a:lnTo>
                  <a:pt x="6805" y="47"/>
                </a:lnTo>
                <a:lnTo>
                  <a:pt x="6806" y="47"/>
                </a:lnTo>
                <a:lnTo>
                  <a:pt x="6807" y="47"/>
                </a:lnTo>
                <a:lnTo>
                  <a:pt x="6808" y="47"/>
                </a:lnTo>
                <a:lnTo>
                  <a:pt x="6809" y="47"/>
                </a:lnTo>
                <a:lnTo>
                  <a:pt x="6810" y="47"/>
                </a:lnTo>
                <a:lnTo>
                  <a:pt x="6811" y="47"/>
                </a:lnTo>
                <a:lnTo>
                  <a:pt x="6812" y="47"/>
                </a:lnTo>
                <a:lnTo>
                  <a:pt x="6813" y="47"/>
                </a:lnTo>
                <a:lnTo>
                  <a:pt x="6814" y="47"/>
                </a:lnTo>
                <a:lnTo>
                  <a:pt x="6815" y="47"/>
                </a:lnTo>
                <a:lnTo>
                  <a:pt x="6816" y="47"/>
                </a:lnTo>
                <a:lnTo>
                  <a:pt x="6817" y="47"/>
                </a:lnTo>
                <a:lnTo>
                  <a:pt x="6818" y="47"/>
                </a:lnTo>
                <a:lnTo>
                  <a:pt x="6819" y="47"/>
                </a:lnTo>
                <a:lnTo>
                  <a:pt x="6820" y="47"/>
                </a:lnTo>
                <a:lnTo>
                  <a:pt x="6821" y="47"/>
                </a:lnTo>
                <a:lnTo>
                  <a:pt x="6822" y="47"/>
                </a:lnTo>
                <a:lnTo>
                  <a:pt x="6823" y="47"/>
                </a:lnTo>
                <a:lnTo>
                  <a:pt x="6824" y="47"/>
                </a:lnTo>
                <a:lnTo>
                  <a:pt x="6825" y="47"/>
                </a:lnTo>
                <a:lnTo>
                  <a:pt x="6826" y="47"/>
                </a:lnTo>
                <a:lnTo>
                  <a:pt x="6827" y="47"/>
                </a:lnTo>
                <a:lnTo>
                  <a:pt x="6828" y="47"/>
                </a:lnTo>
                <a:lnTo>
                  <a:pt x="6829" y="47"/>
                </a:lnTo>
                <a:lnTo>
                  <a:pt x="6830" y="47"/>
                </a:lnTo>
                <a:lnTo>
                  <a:pt x="6831" y="47"/>
                </a:lnTo>
                <a:lnTo>
                  <a:pt x="6832" y="47"/>
                </a:lnTo>
                <a:lnTo>
                  <a:pt x="6833" y="47"/>
                </a:lnTo>
                <a:lnTo>
                  <a:pt x="6834" y="47"/>
                </a:lnTo>
                <a:lnTo>
                  <a:pt x="6835" y="47"/>
                </a:lnTo>
                <a:lnTo>
                  <a:pt x="6836" y="47"/>
                </a:lnTo>
                <a:lnTo>
                  <a:pt x="6837" y="47"/>
                </a:lnTo>
                <a:lnTo>
                  <a:pt x="6838" y="47"/>
                </a:lnTo>
                <a:lnTo>
                  <a:pt x="6839" y="47"/>
                </a:lnTo>
                <a:lnTo>
                  <a:pt x="6840" y="47"/>
                </a:lnTo>
                <a:lnTo>
                  <a:pt x="6841" y="47"/>
                </a:lnTo>
                <a:lnTo>
                  <a:pt x="6842" y="47"/>
                </a:lnTo>
                <a:lnTo>
                  <a:pt x="6843" y="47"/>
                </a:lnTo>
                <a:lnTo>
                  <a:pt x="6844" y="47"/>
                </a:lnTo>
                <a:lnTo>
                  <a:pt x="6845" y="47"/>
                </a:lnTo>
                <a:lnTo>
                  <a:pt x="6846" y="47"/>
                </a:lnTo>
                <a:lnTo>
                  <a:pt x="6847" y="47"/>
                </a:lnTo>
                <a:lnTo>
                  <a:pt x="6848" y="47"/>
                </a:lnTo>
                <a:lnTo>
                  <a:pt x="6849" y="47"/>
                </a:lnTo>
                <a:lnTo>
                  <a:pt x="6850" y="47"/>
                </a:lnTo>
                <a:lnTo>
                  <a:pt x="6851" y="47"/>
                </a:lnTo>
                <a:lnTo>
                  <a:pt x="6852" y="47"/>
                </a:lnTo>
                <a:lnTo>
                  <a:pt x="6853" y="47"/>
                </a:lnTo>
                <a:lnTo>
                  <a:pt x="6854" y="47"/>
                </a:lnTo>
                <a:lnTo>
                  <a:pt x="6855" y="47"/>
                </a:lnTo>
                <a:lnTo>
                  <a:pt x="6856" y="47"/>
                </a:lnTo>
                <a:lnTo>
                  <a:pt x="6857" y="47"/>
                </a:lnTo>
                <a:lnTo>
                  <a:pt x="6858" y="47"/>
                </a:lnTo>
                <a:lnTo>
                  <a:pt x="6859" y="47"/>
                </a:lnTo>
                <a:lnTo>
                  <a:pt x="6860" y="47"/>
                </a:lnTo>
                <a:lnTo>
                  <a:pt x="6861" y="47"/>
                </a:lnTo>
                <a:lnTo>
                  <a:pt x="6862" y="47"/>
                </a:lnTo>
                <a:lnTo>
                  <a:pt x="6863" y="47"/>
                </a:lnTo>
                <a:lnTo>
                  <a:pt x="6864" y="47"/>
                </a:lnTo>
                <a:lnTo>
                  <a:pt x="6865" y="47"/>
                </a:lnTo>
                <a:lnTo>
                  <a:pt x="6866" y="47"/>
                </a:lnTo>
                <a:lnTo>
                  <a:pt x="6867" y="47"/>
                </a:lnTo>
                <a:lnTo>
                  <a:pt x="6868" y="47"/>
                </a:lnTo>
                <a:lnTo>
                  <a:pt x="6869" y="47"/>
                </a:lnTo>
                <a:lnTo>
                  <a:pt x="6870" y="47"/>
                </a:lnTo>
                <a:lnTo>
                  <a:pt x="6871" y="47"/>
                </a:lnTo>
                <a:lnTo>
                  <a:pt x="6872" y="47"/>
                </a:lnTo>
                <a:lnTo>
                  <a:pt x="6873" y="47"/>
                </a:lnTo>
                <a:lnTo>
                  <a:pt x="6874" y="47"/>
                </a:lnTo>
                <a:lnTo>
                  <a:pt x="6875" y="47"/>
                </a:lnTo>
                <a:lnTo>
                  <a:pt x="6876" y="47"/>
                </a:lnTo>
                <a:lnTo>
                  <a:pt x="6877" y="47"/>
                </a:lnTo>
                <a:lnTo>
                  <a:pt x="6878" y="47"/>
                </a:lnTo>
                <a:lnTo>
                  <a:pt x="6879" y="47"/>
                </a:lnTo>
                <a:lnTo>
                  <a:pt x="6880" y="47"/>
                </a:lnTo>
                <a:lnTo>
                  <a:pt x="6881" y="47"/>
                </a:lnTo>
                <a:lnTo>
                  <a:pt x="6882" y="47"/>
                </a:lnTo>
                <a:lnTo>
                  <a:pt x="6883" y="47"/>
                </a:lnTo>
                <a:lnTo>
                  <a:pt x="6884" y="47"/>
                </a:lnTo>
                <a:lnTo>
                  <a:pt x="6885" y="47"/>
                </a:lnTo>
                <a:lnTo>
                  <a:pt x="6886" y="47"/>
                </a:lnTo>
                <a:lnTo>
                  <a:pt x="6887" y="47"/>
                </a:lnTo>
                <a:lnTo>
                  <a:pt x="6888" y="47"/>
                </a:lnTo>
                <a:lnTo>
                  <a:pt x="6889" y="47"/>
                </a:lnTo>
                <a:lnTo>
                  <a:pt x="6890" y="47"/>
                </a:lnTo>
                <a:lnTo>
                  <a:pt x="6891" y="47"/>
                </a:lnTo>
                <a:lnTo>
                  <a:pt x="6892" y="47"/>
                </a:lnTo>
                <a:lnTo>
                  <a:pt x="6893" y="47"/>
                </a:lnTo>
                <a:lnTo>
                  <a:pt x="6894" y="47"/>
                </a:lnTo>
                <a:lnTo>
                  <a:pt x="6895" y="47"/>
                </a:lnTo>
                <a:lnTo>
                  <a:pt x="6896" y="47"/>
                </a:lnTo>
                <a:lnTo>
                  <a:pt x="6897" y="47"/>
                </a:lnTo>
                <a:lnTo>
                  <a:pt x="6898" y="47"/>
                </a:lnTo>
                <a:lnTo>
                  <a:pt x="6899" y="47"/>
                </a:lnTo>
                <a:lnTo>
                  <a:pt x="6900" y="47"/>
                </a:lnTo>
                <a:lnTo>
                  <a:pt x="6901" y="47"/>
                </a:lnTo>
                <a:lnTo>
                  <a:pt x="6902" y="47"/>
                </a:lnTo>
                <a:lnTo>
                  <a:pt x="6903" y="47"/>
                </a:lnTo>
                <a:lnTo>
                  <a:pt x="6904" y="47"/>
                </a:lnTo>
                <a:lnTo>
                  <a:pt x="6905" y="47"/>
                </a:lnTo>
                <a:lnTo>
                  <a:pt x="6906" y="47"/>
                </a:lnTo>
                <a:lnTo>
                  <a:pt x="6907" y="47"/>
                </a:lnTo>
                <a:lnTo>
                  <a:pt x="6908" y="47"/>
                </a:lnTo>
                <a:lnTo>
                  <a:pt x="6909" y="47"/>
                </a:lnTo>
                <a:lnTo>
                  <a:pt x="6910" y="47"/>
                </a:lnTo>
                <a:lnTo>
                  <a:pt x="6911" y="47"/>
                </a:lnTo>
                <a:lnTo>
                  <a:pt x="6912" y="47"/>
                </a:lnTo>
                <a:lnTo>
                  <a:pt x="6913" y="47"/>
                </a:lnTo>
                <a:lnTo>
                  <a:pt x="6914" y="47"/>
                </a:lnTo>
                <a:lnTo>
                  <a:pt x="6915" y="47"/>
                </a:lnTo>
                <a:lnTo>
                  <a:pt x="6916" y="47"/>
                </a:lnTo>
                <a:lnTo>
                  <a:pt x="6917" y="47"/>
                </a:lnTo>
                <a:lnTo>
                  <a:pt x="6918" y="47"/>
                </a:lnTo>
                <a:lnTo>
                  <a:pt x="6919" y="47"/>
                </a:lnTo>
                <a:lnTo>
                  <a:pt x="6920" y="47"/>
                </a:lnTo>
                <a:lnTo>
                  <a:pt x="6921" y="47"/>
                </a:lnTo>
                <a:lnTo>
                  <a:pt x="6922" y="47"/>
                </a:lnTo>
                <a:lnTo>
                  <a:pt x="6923" y="47"/>
                </a:lnTo>
                <a:lnTo>
                  <a:pt x="6924" y="47"/>
                </a:lnTo>
                <a:lnTo>
                  <a:pt x="6925" y="47"/>
                </a:lnTo>
                <a:lnTo>
                  <a:pt x="6926" y="47"/>
                </a:lnTo>
                <a:lnTo>
                  <a:pt x="6927" y="47"/>
                </a:lnTo>
                <a:lnTo>
                  <a:pt x="6928" y="47"/>
                </a:lnTo>
                <a:lnTo>
                  <a:pt x="6929" y="47"/>
                </a:lnTo>
                <a:lnTo>
                  <a:pt x="6930" y="47"/>
                </a:lnTo>
                <a:lnTo>
                  <a:pt x="6931" y="47"/>
                </a:lnTo>
                <a:lnTo>
                  <a:pt x="6932" y="47"/>
                </a:lnTo>
                <a:lnTo>
                  <a:pt x="6933" y="47"/>
                </a:lnTo>
                <a:lnTo>
                  <a:pt x="6934" y="47"/>
                </a:lnTo>
                <a:lnTo>
                  <a:pt x="6935" y="47"/>
                </a:lnTo>
                <a:lnTo>
                  <a:pt x="6936" y="47"/>
                </a:lnTo>
                <a:lnTo>
                  <a:pt x="6937" y="47"/>
                </a:lnTo>
                <a:lnTo>
                  <a:pt x="6938" y="47"/>
                </a:lnTo>
                <a:lnTo>
                  <a:pt x="6939" y="47"/>
                </a:lnTo>
                <a:lnTo>
                  <a:pt x="6940" y="47"/>
                </a:lnTo>
                <a:lnTo>
                  <a:pt x="6941" y="47"/>
                </a:lnTo>
                <a:lnTo>
                  <a:pt x="6942" y="47"/>
                </a:lnTo>
                <a:lnTo>
                  <a:pt x="6943" y="47"/>
                </a:lnTo>
                <a:lnTo>
                  <a:pt x="6944" y="47"/>
                </a:lnTo>
                <a:lnTo>
                  <a:pt x="6945" y="47"/>
                </a:lnTo>
                <a:lnTo>
                  <a:pt x="6946" y="47"/>
                </a:lnTo>
                <a:lnTo>
                  <a:pt x="6947" y="47"/>
                </a:lnTo>
                <a:lnTo>
                  <a:pt x="6948" y="47"/>
                </a:lnTo>
                <a:lnTo>
                  <a:pt x="6949" y="47"/>
                </a:lnTo>
                <a:lnTo>
                  <a:pt x="6950" y="47"/>
                </a:lnTo>
                <a:lnTo>
                  <a:pt x="6951" y="47"/>
                </a:lnTo>
                <a:lnTo>
                  <a:pt x="6952" y="47"/>
                </a:lnTo>
                <a:lnTo>
                  <a:pt x="6953" y="47"/>
                </a:lnTo>
                <a:lnTo>
                  <a:pt x="6954" y="47"/>
                </a:lnTo>
                <a:lnTo>
                  <a:pt x="6955" y="47"/>
                </a:lnTo>
                <a:lnTo>
                  <a:pt x="6956" y="47"/>
                </a:lnTo>
                <a:lnTo>
                  <a:pt x="6957" y="47"/>
                </a:lnTo>
                <a:lnTo>
                  <a:pt x="6958" y="47"/>
                </a:lnTo>
                <a:lnTo>
                  <a:pt x="6959" y="47"/>
                </a:lnTo>
                <a:lnTo>
                  <a:pt x="6960" y="47"/>
                </a:lnTo>
                <a:lnTo>
                  <a:pt x="6961" y="47"/>
                </a:lnTo>
                <a:lnTo>
                  <a:pt x="6962" y="47"/>
                </a:lnTo>
                <a:lnTo>
                  <a:pt x="6963" y="47"/>
                </a:lnTo>
                <a:lnTo>
                  <a:pt x="6964" y="47"/>
                </a:lnTo>
                <a:lnTo>
                  <a:pt x="6965" y="47"/>
                </a:lnTo>
                <a:lnTo>
                  <a:pt x="6966" y="47"/>
                </a:lnTo>
                <a:lnTo>
                  <a:pt x="6967" y="47"/>
                </a:lnTo>
                <a:lnTo>
                  <a:pt x="6968" y="47"/>
                </a:lnTo>
                <a:lnTo>
                  <a:pt x="6969" y="47"/>
                </a:lnTo>
                <a:lnTo>
                  <a:pt x="6970" y="47"/>
                </a:lnTo>
                <a:lnTo>
                  <a:pt x="6971" y="47"/>
                </a:lnTo>
                <a:lnTo>
                  <a:pt x="6972" y="47"/>
                </a:lnTo>
                <a:lnTo>
                  <a:pt x="6973" y="47"/>
                </a:lnTo>
                <a:lnTo>
                  <a:pt x="6974" y="47"/>
                </a:lnTo>
                <a:lnTo>
                  <a:pt x="6975" y="47"/>
                </a:lnTo>
                <a:lnTo>
                  <a:pt x="6976" y="47"/>
                </a:lnTo>
                <a:lnTo>
                  <a:pt x="6977" y="47"/>
                </a:lnTo>
                <a:lnTo>
                  <a:pt x="6978" y="47"/>
                </a:lnTo>
                <a:lnTo>
                  <a:pt x="6979" y="47"/>
                </a:lnTo>
                <a:lnTo>
                  <a:pt x="6980" y="47"/>
                </a:lnTo>
                <a:lnTo>
                  <a:pt x="6981" y="47"/>
                </a:lnTo>
                <a:lnTo>
                  <a:pt x="6982" y="47"/>
                </a:lnTo>
                <a:lnTo>
                  <a:pt x="6983" y="47"/>
                </a:lnTo>
                <a:lnTo>
                  <a:pt x="6984" y="47"/>
                </a:lnTo>
                <a:lnTo>
                  <a:pt x="6985" y="47"/>
                </a:lnTo>
                <a:lnTo>
                  <a:pt x="6986" y="47"/>
                </a:lnTo>
                <a:lnTo>
                  <a:pt x="6987" y="47"/>
                </a:lnTo>
                <a:lnTo>
                  <a:pt x="6988" y="47"/>
                </a:lnTo>
                <a:lnTo>
                  <a:pt x="6989" y="47"/>
                </a:lnTo>
                <a:lnTo>
                  <a:pt x="6990" y="47"/>
                </a:lnTo>
                <a:lnTo>
                  <a:pt x="6991" y="47"/>
                </a:lnTo>
                <a:lnTo>
                  <a:pt x="6992" y="47"/>
                </a:lnTo>
                <a:lnTo>
                  <a:pt x="6993" y="47"/>
                </a:lnTo>
                <a:lnTo>
                  <a:pt x="6994" y="47"/>
                </a:lnTo>
                <a:lnTo>
                  <a:pt x="6995" y="47"/>
                </a:lnTo>
                <a:lnTo>
                  <a:pt x="6996" y="47"/>
                </a:lnTo>
                <a:lnTo>
                  <a:pt x="6997" y="47"/>
                </a:lnTo>
                <a:lnTo>
                  <a:pt x="6998" y="47"/>
                </a:lnTo>
                <a:lnTo>
                  <a:pt x="6999" y="47"/>
                </a:lnTo>
                <a:lnTo>
                  <a:pt x="7000" y="47"/>
                </a:lnTo>
                <a:lnTo>
                  <a:pt x="7001" y="47"/>
                </a:lnTo>
                <a:lnTo>
                  <a:pt x="7002" y="47"/>
                </a:lnTo>
                <a:lnTo>
                  <a:pt x="7003" y="47"/>
                </a:lnTo>
                <a:lnTo>
                  <a:pt x="7004" y="47"/>
                </a:lnTo>
                <a:lnTo>
                  <a:pt x="7005" y="47"/>
                </a:lnTo>
                <a:lnTo>
                  <a:pt x="7006" y="47"/>
                </a:lnTo>
                <a:lnTo>
                  <a:pt x="7007" y="47"/>
                </a:lnTo>
                <a:lnTo>
                  <a:pt x="7008" y="47"/>
                </a:lnTo>
                <a:lnTo>
                  <a:pt x="7009" y="47"/>
                </a:lnTo>
                <a:lnTo>
                  <a:pt x="7010" y="47"/>
                </a:lnTo>
                <a:lnTo>
                  <a:pt x="7011" y="47"/>
                </a:lnTo>
                <a:lnTo>
                  <a:pt x="7012" y="47"/>
                </a:lnTo>
                <a:lnTo>
                  <a:pt x="7013" y="47"/>
                </a:lnTo>
                <a:lnTo>
                  <a:pt x="7014" y="47"/>
                </a:lnTo>
                <a:lnTo>
                  <a:pt x="7015" y="47"/>
                </a:lnTo>
                <a:lnTo>
                  <a:pt x="7016" y="47"/>
                </a:lnTo>
                <a:lnTo>
                  <a:pt x="7017" y="47"/>
                </a:lnTo>
                <a:lnTo>
                  <a:pt x="7018" y="47"/>
                </a:lnTo>
                <a:lnTo>
                  <a:pt x="7019" y="47"/>
                </a:lnTo>
                <a:lnTo>
                  <a:pt x="7020" y="47"/>
                </a:lnTo>
                <a:lnTo>
                  <a:pt x="7021" y="47"/>
                </a:lnTo>
                <a:lnTo>
                  <a:pt x="7022" y="47"/>
                </a:lnTo>
                <a:lnTo>
                  <a:pt x="7023" y="47"/>
                </a:lnTo>
                <a:lnTo>
                  <a:pt x="7024" y="47"/>
                </a:lnTo>
                <a:lnTo>
                  <a:pt x="7025" y="47"/>
                </a:lnTo>
                <a:lnTo>
                  <a:pt x="7026" y="47"/>
                </a:lnTo>
                <a:lnTo>
                  <a:pt x="7027" y="47"/>
                </a:lnTo>
                <a:lnTo>
                  <a:pt x="7028" y="47"/>
                </a:lnTo>
                <a:lnTo>
                  <a:pt x="7029" y="47"/>
                </a:lnTo>
                <a:lnTo>
                  <a:pt x="7030" y="47"/>
                </a:lnTo>
                <a:lnTo>
                  <a:pt x="7031" y="47"/>
                </a:lnTo>
                <a:lnTo>
                  <a:pt x="7032" y="47"/>
                </a:lnTo>
                <a:lnTo>
                  <a:pt x="7033" y="47"/>
                </a:lnTo>
                <a:lnTo>
                  <a:pt x="7034" y="47"/>
                </a:lnTo>
                <a:lnTo>
                  <a:pt x="7035" y="47"/>
                </a:lnTo>
                <a:lnTo>
                  <a:pt x="7036" y="47"/>
                </a:lnTo>
                <a:lnTo>
                  <a:pt x="7037" y="47"/>
                </a:lnTo>
                <a:lnTo>
                  <a:pt x="7038" y="47"/>
                </a:lnTo>
                <a:lnTo>
                  <a:pt x="7039" y="47"/>
                </a:lnTo>
                <a:lnTo>
                  <a:pt x="7040" y="47"/>
                </a:lnTo>
                <a:lnTo>
                  <a:pt x="7041" y="47"/>
                </a:lnTo>
                <a:lnTo>
                  <a:pt x="7042" y="47"/>
                </a:lnTo>
                <a:lnTo>
                  <a:pt x="7043" y="47"/>
                </a:lnTo>
                <a:lnTo>
                  <a:pt x="7044" y="47"/>
                </a:lnTo>
                <a:lnTo>
                  <a:pt x="7045" y="47"/>
                </a:lnTo>
                <a:lnTo>
                  <a:pt x="7046" y="47"/>
                </a:lnTo>
                <a:lnTo>
                  <a:pt x="7047" y="47"/>
                </a:lnTo>
                <a:lnTo>
                  <a:pt x="7048" y="47"/>
                </a:lnTo>
                <a:lnTo>
                  <a:pt x="7049" y="47"/>
                </a:lnTo>
                <a:lnTo>
                  <a:pt x="7050" y="47"/>
                </a:lnTo>
                <a:lnTo>
                  <a:pt x="7051" y="47"/>
                </a:lnTo>
                <a:lnTo>
                  <a:pt x="7052" y="47"/>
                </a:lnTo>
                <a:lnTo>
                  <a:pt x="7053" y="47"/>
                </a:lnTo>
                <a:lnTo>
                  <a:pt x="7054" y="47"/>
                </a:lnTo>
                <a:lnTo>
                  <a:pt x="7055" y="47"/>
                </a:lnTo>
                <a:lnTo>
                  <a:pt x="7056" y="47"/>
                </a:lnTo>
                <a:lnTo>
                  <a:pt x="7057" y="47"/>
                </a:lnTo>
                <a:lnTo>
                  <a:pt x="7058" y="47"/>
                </a:lnTo>
                <a:lnTo>
                  <a:pt x="7059" y="47"/>
                </a:lnTo>
                <a:lnTo>
                  <a:pt x="7060" y="47"/>
                </a:lnTo>
                <a:lnTo>
                  <a:pt x="7061" y="47"/>
                </a:lnTo>
                <a:lnTo>
                  <a:pt x="7062" y="47"/>
                </a:lnTo>
                <a:lnTo>
                  <a:pt x="7063" y="47"/>
                </a:lnTo>
                <a:lnTo>
                  <a:pt x="7064" y="47"/>
                </a:lnTo>
                <a:lnTo>
                  <a:pt x="7065" y="47"/>
                </a:lnTo>
                <a:lnTo>
                  <a:pt x="7066" y="47"/>
                </a:lnTo>
                <a:lnTo>
                  <a:pt x="7067" y="47"/>
                </a:lnTo>
                <a:lnTo>
                  <a:pt x="7068" y="47"/>
                </a:lnTo>
                <a:lnTo>
                  <a:pt x="7069" y="47"/>
                </a:lnTo>
                <a:lnTo>
                  <a:pt x="7070" y="47"/>
                </a:lnTo>
                <a:lnTo>
                  <a:pt x="7071" y="47"/>
                </a:lnTo>
                <a:lnTo>
                  <a:pt x="7072" y="47"/>
                </a:lnTo>
                <a:lnTo>
                  <a:pt x="7073" y="47"/>
                </a:lnTo>
                <a:lnTo>
                  <a:pt x="7074" y="47"/>
                </a:lnTo>
                <a:lnTo>
                  <a:pt x="7075" y="47"/>
                </a:lnTo>
                <a:lnTo>
                  <a:pt x="7076" y="47"/>
                </a:lnTo>
                <a:lnTo>
                  <a:pt x="7077" y="47"/>
                </a:lnTo>
                <a:lnTo>
                  <a:pt x="7078" y="47"/>
                </a:lnTo>
                <a:lnTo>
                  <a:pt x="7079" y="47"/>
                </a:lnTo>
                <a:lnTo>
                  <a:pt x="7080" y="47"/>
                </a:lnTo>
                <a:lnTo>
                  <a:pt x="7081" y="47"/>
                </a:lnTo>
                <a:lnTo>
                  <a:pt x="7082" y="47"/>
                </a:lnTo>
                <a:lnTo>
                  <a:pt x="7083" y="47"/>
                </a:lnTo>
                <a:lnTo>
                  <a:pt x="7084" y="47"/>
                </a:lnTo>
                <a:lnTo>
                  <a:pt x="7085" y="47"/>
                </a:lnTo>
                <a:lnTo>
                  <a:pt x="7086" y="47"/>
                </a:lnTo>
                <a:lnTo>
                  <a:pt x="7087" y="47"/>
                </a:lnTo>
                <a:lnTo>
                  <a:pt x="7088" y="47"/>
                </a:lnTo>
                <a:lnTo>
                  <a:pt x="7089" y="47"/>
                </a:lnTo>
                <a:lnTo>
                  <a:pt x="7090" y="47"/>
                </a:lnTo>
                <a:lnTo>
                  <a:pt x="7091" y="47"/>
                </a:lnTo>
                <a:lnTo>
                  <a:pt x="7092" y="47"/>
                </a:lnTo>
                <a:lnTo>
                  <a:pt x="7093" y="47"/>
                </a:lnTo>
                <a:lnTo>
                  <a:pt x="7094" y="47"/>
                </a:lnTo>
                <a:lnTo>
                  <a:pt x="7095" y="47"/>
                </a:lnTo>
                <a:lnTo>
                  <a:pt x="7096" y="47"/>
                </a:lnTo>
                <a:lnTo>
                  <a:pt x="7097" y="47"/>
                </a:lnTo>
                <a:lnTo>
                  <a:pt x="7098" y="47"/>
                </a:lnTo>
                <a:lnTo>
                  <a:pt x="7099" y="47"/>
                </a:lnTo>
                <a:lnTo>
                  <a:pt x="7100" y="47"/>
                </a:lnTo>
                <a:lnTo>
                  <a:pt x="7101" y="47"/>
                </a:lnTo>
                <a:lnTo>
                  <a:pt x="7102" y="47"/>
                </a:lnTo>
                <a:lnTo>
                  <a:pt x="7103" y="47"/>
                </a:lnTo>
                <a:lnTo>
                  <a:pt x="7104" y="47"/>
                </a:lnTo>
                <a:lnTo>
                  <a:pt x="7105" y="47"/>
                </a:lnTo>
                <a:lnTo>
                  <a:pt x="7106" y="47"/>
                </a:lnTo>
                <a:lnTo>
                  <a:pt x="7107" y="47"/>
                </a:lnTo>
                <a:lnTo>
                  <a:pt x="7108" y="47"/>
                </a:lnTo>
                <a:lnTo>
                  <a:pt x="7109" y="47"/>
                </a:lnTo>
                <a:lnTo>
                  <a:pt x="7110" y="47"/>
                </a:lnTo>
                <a:lnTo>
                  <a:pt x="7111" y="47"/>
                </a:lnTo>
                <a:lnTo>
                  <a:pt x="7112" y="47"/>
                </a:lnTo>
                <a:lnTo>
                  <a:pt x="7113" y="47"/>
                </a:lnTo>
                <a:lnTo>
                  <a:pt x="7114" y="47"/>
                </a:lnTo>
                <a:lnTo>
                  <a:pt x="7115" y="47"/>
                </a:lnTo>
                <a:lnTo>
                  <a:pt x="7116" y="47"/>
                </a:lnTo>
                <a:lnTo>
                  <a:pt x="7117" y="47"/>
                </a:lnTo>
                <a:lnTo>
                  <a:pt x="7118" y="47"/>
                </a:lnTo>
                <a:lnTo>
                  <a:pt x="7119" y="47"/>
                </a:lnTo>
                <a:lnTo>
                  <a:pt x="7120" y="47"/>
                </a:lnTo>
                <a:lnTo>
                  <a:pt x="7121" y="47"/>
                </a:lnTo>
                <a:lnTo>
                  <a:pt x="7122" y="47"/>
                </a:lnTo>
                <a:lnTo>
                  <a:pt x="7123" y="47"/>
                </a:lnTo>
                <a:lnTo>
                  <a:pt x="7124" y="47"/>
                </a:lnTo>
                <a:lnTo>
                  <a:pt x="7125" y="47"/>
                </a:lnTo>
                <a:lnTo>
                  <a:pt x="7126" y="47"/>
                </a:lnTo>
                <a:lnTo>
                  <a:pt x="7127" y="47"/>
                </a:lnTo>
                <a:lnTo>
                  <a:pt x="7128" y="47"/>
                </a:lnTo>
                <a:lnTo>
                  <a:pt x="7129" y="47"/>
                </a:lnTo>
                <a:lnTo>
                  <a:pt x="7130" y="47"/>
                </a:lnTo>
                <a:lnTo>
                  <a:pt x="7131" y="47"/>
                </a:lnTo>
                <a:lnTo>
                  <a:pt x="7132" y="47"/>
                </a:lnTo>
                <a:lnTo>
                  <a:pt x="7133" y="47"/>
                </a:lnTo>
                <a:lnTo>
                  <a:pt x="7134" y="47"/>
                </a:lnTo>
                <a:lnTo>
                  <a:pt x="7135" y="47"/>
                </a:lnTo>
                <a:lnTo>
                  <a:pt x="7136" y="47"/>
                </a:lnTo>
                <a:lnTo>
                  <a:pt x="7137" y="47"/>
                </a:lnTo>
                <a:lnTo>
                  <a:pt x="7138" y="47"/>
                </a:lnTo>
                <a:lnTo>
                  <a:pt x="7139" y="47"/>
                </a:lnTo>
                <a:lnTo>
                  <a:pt x="7140" y="47"/>
                </a:lnTo>
                <a:lnTo>
                  <a:pt x="7141" y="47"/>
                </a:lnTo>
                <a:lnTo>
                  <a:pt x="7142" y="47"/>
                </a:lnTo>
                <a:lnTo>
                  <a:pt x="7143" y="47"/>
                </a:lnTo>
                <a:lnTo>
                  <a:pt x="7144" y="47"/>
                </a:lnTo>
                <a:lnTo>
                  <a:pt x="7145" y="47"/>
                </a:lnTo>
                <a:lnTo>
                  <a:pt x="7146" y="47"/>
                </a:lnTo>
                <a:lnTo>
                  <a:pt x="7147" y="47"/>
                </a:lnTo>
                <a:lnTo>
                  <a:pt x="7148" y="47"/>
                </a:lnTo>
                <a:lnTo>
                  <a:pt x="7149" y="47"/>
                </a:lnTo>
                <a:lnTo>
                  <a:pt x="7150" y="47"/>
                </a:lnTo>
                <a:lnTo>
                  <a:pt x="7151" y="47"/>
                </a:lnTo>
                <a:lnTo>
                  <a:pt x="7152" y="47"/>
                </a:lnTo>
                <a:lnTo>
                  <a:pt x="7153" y="47"/>
                </a:lnTo>
                <a:lnTo>
                  <a:pt x="7154" y="47"/>
                </a:lnTo>
                <a:lnTo>
                  <a:pt x="7155" y="47"/>
                </a:lnTo>
                <a:lnTo>
                  <a:pt x="7156" y="47"/>
                </a:lnTo>
                <a:lnTo>
                  <a:pt x="7157" y="47"/>
                </a:lnTo>
                <a:lnTo>
                  <a:pt x="7158" y="47"/>
                </a:lnTo>
                <a:lnTo>
                  <a:pt x="7159" y="47"/>
                </a:lnTo>
                <a:lnTo>
                  <a:pt x="7160" y="47"/>
                </a:lnTo>
                <a:lnTo>
                  <a:pt x="7161" y="47"/>
                </a:lnTo>
                <a:lnTo>
                  <a:pt x="7162" y="47"/>
                </a:lnTo>
                <a:lnTo>
                  <a:pt x="7163" y="47"/>
                </a:lnTo>
                <a:lnTo>
                  <a:pt x="7164" y="47"/>
                </a:lnTo>
                <a:lnTo>
                  <a:pt x="7165" y="47"/>
                </a:lnTo>
                <a:lnTo>
                  <a:pt x="7166" y="47"/>
                </a:lnTo>
                <a:lnTo>
                  <a:pt x="7167" y="47"/>
                </a:lnTo>
                <a:lnTo>
                  <a:pt x="7168" y="47"/>
                </a:lnTo>
                <a:lnTo>
                  <a:pt x="7169" y="47"/>
                </a:lnTo>
                <a:lnTo>
                  <a:pt x="7170" y="47"/>
                </a:lnTo>
                <a:lnTo>
                  <a:pt x="7171" y="47"/>
                </a:lnTo>
                <a:lnTo>
                  <a:pt x="7172" y="47"/>
                </a:lnTo>
                <a:lnTo>
                  <a:pt x="7173" y="47"/>
                </a:lnTo>
                <a:lnTo>
                  <a:pt x="7174" y="47"/>
                </a:lnTo>
                <a:lnTo>
                  <a:pt x="7175" y="47"/>
                </a:lnTo>
                <a:lnTo>
                  <a:pt x="7176" y="47"/>
                </a:lnTo>
                <a:lnTo>
                  <a:pt x="7177" y="47"/>
                </a:lnTo>
                <a:lnTo>
                  <a:pt x="7178" y="47"/>
                </a:lnTo>
                <a:lnTo>
                  <a:pt x="7179" y="47"/>
                </a:lnTo>
                <a:lnTo>
                  <a:pt x="7180" y="47"/>
                </a:lnTo>
                <a:lnTo>
                  <a:pt x="7181" y="47"/>
                </a:lnTo>
                <a:lnTo>
                  <a:pt x="7182" y="47"/>
                </a:lnTo>
                <a:lnTo>
                  <a:pt x="7183" y="47"/>
                </a:lnTo>
                <a:lnTo>
                  <a:pt x="7184" y="47"/>
                </a:lnTo>
                <a:lnTo>
                  <a:pt x="7185" y="47"/>
                </a:lnTo>
                <a:lnTo>
                  <a:pt x="7186" y="47"/>
                </a:lnTo>
                <a:lnTo>
                  <a:pt x="7187" y="47"/>
                </a:lnTo>
                <a:lnTo>
                  <a:pt x="7188" y="47"/>
                </a:lnTo>
                <a:lnTo>
                  <a:pt x="7189" y="47"/>
                </a:lnTo>
                <a:lnTo>
                  <a:pt x="7190" y="47"/>
                </a:lnTo>
                <a:lnTo>
                  <a:pt x="7191" y="47"/>
                </a:lnTo>
                <a:lnTo>
                  <a:pt x="7192" y="47"/>
                </a:lnTo>
                <a:lnTo>
                  <a:pt x="7193" y="47"/>
                </a:lnTo>
                <a:lnTo>
                  <a:pt x="7194" y="47"/>
                </a:lnTo>
                <a:lnTo>
                  <a:pt x="7195" y="47"/>
                </a:lnTo>
                <a:lnTo>
                  <a:pt x="7196" y="47"/>
                </a:lnTo>
                <a:lnTo>
                  <a:pt x="7197" y="47"/>
                </a:lnTo>
                <a:lnTo>
                  <a:pt x="7198" y="47"/>
                </a:lnTo>
                <a:lnTo>
                  <a:pt x="7199" y="47"/>
                </a:lnTo>
                <a:lnTo>
                  <a:pt x="7200" y="47"/>
                </a:lnTo>
                <a:lnTo>
                  <a:pt x="7201" y="47"/>
                </a:lnTo>
                <a:lnTo>
                  <a:pt x="7202" y="47"/>
                </a:lnTo>
                <a:lnTo>
                  <a:pt x="7203" y="47"/>
                </a:lnTo>
                <a:lnTo>
                  <a:pt x="7204" y="47"/>
                </a:lnTo>
                <a:lnTo>
                  <a:pt x="7205" y="47"/>
                </a:lnTo>
                <a:lnTo>
                  <a:pt x="7206" y="47"/>
                </a:lnTo>
                <a:lnTo>
                  <a:pt x="7207" y="47"/>
                </a:lnTo>
                <a:lnTo>
                  <a:pt x="7208" y="47"/>
                </a:lnTo>
                <a:lnTo>
                  <a:pt x="7209" y="47"/>
                </a:lnTo>
                <a:lnTo>
                  <a:pt x="7210" y="47"/>
                </a:lnTo>
                <a:lnTo>
                  <a:pt x="7211" y="47"/>
                </a:lnTo>
                <a:lnTo>
                  <a:pt x="7212" y="47"/>
                </a:lnTo>
                <a:lnTo>
                  <a:pt x="7213" y="47"/>
                </a:lnTo>
                <a:lnTo>
                  <a:pt x="7214" y="47"/>
                </a:lnTo>
                <a:lnTo>
                  <a:pt x="7215" y="47"/>
                </a:lnTo>
                <a:lnTo>
                  <a:pt x="7216" y="47"/>
                </a:lnTo>
                <a:lnTo>
                  <a:pt x="7217" y="47"/>
                </a:lnTo>
                <a:lnTo>
                  <a:pt x="7218" y="47"/>
                </a:lnTo>
                <a:lnTo>
                  <a:pt x="7219" y="47"/>
                </a:lnTo>
                <a:lnTo>
                  <a:pt x="7220" y="47"/>
                </a:lnTo>
                <a:lnTo>
                  <a:pt x="7221" y="47"/>
                </a:lnTo>
                <a:lnTo>
                  <a:pt x="7222" y="47"/>
                </a:lnTo>
                <a:lnTo>
                  <a:pt x="7223" y="47"/>
                </a:lnTo>
                <a:lnTo>
                  <a:pt x="7224" y="47"/>
                </a:lnTo>
                <a:lnTo>
                  <a:pt x="7225" y="47"/>
                </a:lnTo>
                <a:lnTo>
                  <a:pt x="7226" y="47"/>
                </a:lnTo>
                <a:lnTo>
                  <a:pt x="7227" y="47"/>
                </a:lnTo>
                <a:lnTo>
                  <a:pt x="7228" y="47"/>
                </a:lnTo>
                <a:lnTo>
                  <a:pt x="7229" y="47"/>
                </a:lnTo>
                <a:lnTo>
                  <a:pt x="7230" y="47"/>
                </a:lnTo>
                <a:lnTo>
                  <a:pt x="7231" y="47"/>
                </a:lnTo>
                <a:lnTo>
                  <a:pt x="7232" y="47"/>
                </a:lnTo>
                <a:lnTo>
                  <a:pt x="7233" y="47"/>
                </a:lnTo>
                <a:lnTo>
                  <a:pt x="7234" y="47"/>
                </a:lnTo>
                <a:lnTo>
                  <a:pt x="7235" y="47"/>
                </a:lnTo>
                <a:lnTo>
                  <a:pt x="7236" y="47"/>
                </a:lnTo>
                <a:lnTo>
                  <a:pt x="7237" y="47"/>
                </a:lnTo>
                <a:lnTo>
                  <a:pt x="7238" y="47"/>
                </a:lnTo>
                <a:lnTo>
                  <a:pt x="7239" y="47"/>
                </a:lnTo>
                <a:lnTo>
                  <a:pt x="7240" y="47"/>
                </a:lnTo>
                <a:lnTo>
                  <a:pt x="7241" y="47"/>
                </a:lnTo>
                <a:lnTo>
                  <a:pt x="7242" y="47"/>
                </a:lnTo>
                <a:lnTo>
                  <a:pt x="7243" y="47"/>
                </a:lnTo>
                <a:lnTo>
                  <a:pt x="7244" y="47"/>
                </a:lnTo>
                <a:lnTo>
                  <a:pt x="7245" y="47"/>
                </a:lnTo>
                <a:lnTo>
                  <a:pt x="7246" y="47"/>
                </a:lnTo>
                <a:lnTo>
                  <a:pt x="7247" y="47"/>
                </a:lnTo>
                <a:lnTo>
                  <a:pt x="7248" y="47"/>
                </a:lnTo>
                <a:lnTo>
                  <a:pt x="7249" y="47"/>
                </a:lnTo>
                <a:lnTo>
                  <a:pt x="7250" y="47"/>
                </a:lnTo>
                <a:lnTo>
                  <a:pt x="7251" y="47"/>
                </a:lnTo>
                <a:lnTo>
                  <a:pt x="7252" y="47"/>
                </a:lnTo>
                <a:lnTo>
                  <a:pt x="7253" y="47"/>
                </a:lnTo>
                <a:lnTo>
                  <a:pt x="7254" y="47"/>
                </a:lnTo>
                <a:lnTo>
                  <a:pt x="7255" y="47"/>
                </a:lnTo>
                <a:lnTo>
                  <a:pt x="7256" y="47"/>
                </a:lnTo>
                <a:lnTo>
                  <a:pt x="7257" y="47"/>
                </a:lnTo>
                <a:lnTo>
                  <a:pt x="7258" y="47"/>
                </a:lnTo>
                <a:lnTo>
                  <a:pt x="7259" y="47"/>
                </a:lnTo>
                <a:lnTo>
                  <a:pt x="7260" y="47"/>
                </a:lnTo>
                <a:lnTo>
                  <a:pt x="7261" y="47"/>
                </a:lnTo>
                <a:lnTo>
                  <a:pt x="7262" y="47"/>
                </a:lnTo>
                <a:lnTo>
                  <a:pt x="7263" y="47"/>
                </a:lnTo>
                <a:lnTo>
                  <a:pt x="7264" y="47"/>
                </a:lnTo>
                <a:lnTo>
                  <a:pt x="7265" y="47"/>
                </a:lnTo>
                <a:lnTo>
                  <a:pt x="7266" y="47"/>
                </a:lnTo>
                <a:lnTo>
                  <a:pt x="7267" y="47"/>
                </a:lnTo>
                <a:lnTo>
                  <a:pt x="7268" y="47"/>
                </a:lnTo>
                <a:lnTo>
                  <a:pt x="7269" y="47"/>
                </a:lnTo>
                <a:lnTo>
                  <a:pt x="7270" y="47"/>
                </a:lnTo>
                <a:lnTo>
                  <a:pt x="7271" y="47"/>
                </a:lnTo>
                <a:lnTo>
                  <a:pt x="7272" y="47"/>
                </a:lnTo>
                <a:lnTo>
                  <a:pt x="7273" y="47"/>
                </a:lnTo>
                <a:lnTo>
                  <a:pt x="7274" y="47"/>
                </a:lnTo>
                <a:lnTo>
                  <a:pt x="7275" y="47"/>
                </a:lnTo>
                <a:lnTo>
                  <a:pt x="7276" y="47"/>
                </a:lnTo>
                <a:lnTo>
                  <a:pt x="7277" y="47"/>
                </a:lnTo>
                <a:lnTo>
                  <a:pt x="7278" y="47"/>
                </a:lnTo>
                <a:lnTo>
                  <a:pt x="7279" y="47"/>
                </a:lnTo>
                <a:lnTo>
                  <a:pt x="7280" y="47"/>
                </a:lnTo>
                <a:lnTo>
                  <a:pt x="7281" y="47"/>
                </a:lnTo>
                <a:lnTo>
                  <a:pt x="7282" y="47"/>
                </a:lnTo>
                <a:lnTo>
                  <a:pt x="7283" y="47"/>
                </a:lnTo>
                <a:lnTo>
                  <a:pt x="7284" y="47"/>
                </a:lnTo>
                <a:lnTo>
                  <a:pt x="7285" y="47"/>
                </a:lnTo>
                <a:lnTo>
                  <a:pt x="7286" y="47"/>
                </a:lnTo>
                <a:lnTo>
                  <a:pt x="7287" y="47"/>
                </a:lnTo>
                <a:lnTo>
                  <a:pt x="7288" y="47"/>
                </a:lnTo>
                <a:lnTo>
                  <a:pt x="7289" y="47"/>
                </a:lnTo>
                <a:lnTo>
                  <a:pt x="7290" y="47"/>
                </a:lnTo>
                <a:lnTo>
                  <a:pt x="7291" y="47"/>
                </a:lnTo>
                <a:lnTo>
                  <a:pt x="7292" y="47"/>
                </a:lnTo>
                <a:lnTo>
                  <a:pt x="7293" y="47"/>
                </a:lnTo>
                <a:lnTo>
                  <a:pt x="7294" y="47"/>
                </a:lnTo>
                <a:lnTo>
                  <a:pt x="7295" y="47"/>
                </a:lnTo>
                <a:lnTo>
                  <a:pt x="7296" y="47"/>
                </a:lnTo>
                <a:lnTo>
                  <a:pt x="7297" y="47"/>
                </a:lnTo>
                <a:lnTo>
                  <a:pt x="7298" y="47"/>
                </a:lnTo>
                <a:lnTo>
                  <a:pt x="7299" y="47"/>
                </a:lnTo>
                <a:lnTo>
                  <a:pt x="7300" y="47"/>
                </a:lnTo>
                <a:lnTo>
                  <a:pt x="7301" y="47"/>
                </a:lnTo>
                <a:lnTo>
                  <a:pt x="7302" y="47"/>
                </a:lnTo>
                <a:lnTo>
                  <a:pt x="7303" y="47"/>
                </a:lnTo>
                <a:lnTo>
                  <a:pt x="7304" y="47"/>
                </a:lnTo>
                <a:lnTo>
                  <a:pt x="7305" y="47"/>
                </a:lnTo>
                <a:lnTo>
                  <a:pt x="7306" y="47"/>
                </a:lnTo>
                <a:lnTo>
                  <a:pt x="7307" y="47"/>
                </a:lnTo>
                <a:lnTo>
                  <a:pt x="7308" y="47"/>
                </a:lnTo>
                <a:lnTo>
                  <a:pt x="7309" y="47"/>
                </a:lnTo>
                <a:lnTo>
                  <a:pt x="7310" y="47"/>
                </a:lnTo>
                <a:lnTo>
                  <a:pt x="7311" y="47"/>
                </a:lnTo>
                <a:lnTo>
                  <a:pt x="7312" y="47"/>
                </a:lnTo>
                <a:lnTo>
                  <a:pt x="7313" y="47"/>
                </a:lnTo>
                <a:lnTo>
                  <a:pt x="7314" y="47"/>
                </a:lnTo>
                <a:lnTo>
                  <a:pt x="7315" y="47"/>
                </a:lnTo>
                <a:lnTo>
                  <a:pt x="7316" y="47"/>
                </a:lnTo>
                <a:lnTo>
                  <a:pt x="7317" y="47"/>
                </a:lnTo>
                <a:lnTo>
                  <a:pt x="7318" y="47"/>
                </a:lnTo>
                <a:lnTo>
                  <a:pt x="7319" y="47"/>
                </a:lnTo>
                <a:lnTo>
                  <a:pt x="7320" y="47"/>
                </a:lnTo>
                <a:lnTo>
                  <a:pt x="7321" y="47"/>
                </a:lnTo>
                <a:lnTo>
                  <a:pt x="7322" y="47"/>
                </a:lnTo>
                <a:lnTo>
                  <a:pt x="7323" y="47"/>
                </a:lnTo>
                <a:lnTo>
                  <a:pt x="7324" y="47"/>
                </a:lnTo>
                <a:lnTo>
                  <a:pt x="7325" y="47"/>
                </a:lnTo>
                <a:lnTo>
                  <a:pt x="7326" y="47"/>
                </a:lnTo>
                <a:lnTo>
                  <a:pt x="7327" y="47"/>
                </a:lnTo>
                <a:lnTo>
                  <a:pt x="7328" y="47"/>
                </a:lnTo>
                <a:lnTo>
                  <a:pt x="7329" y="47"/>
                </a:lnTo>
                <a:lnTo>
                  <a:pt x="7330" y="47"/>
                </a:lnTo>
                <a:lnTo>
                  <a:pt x="7331" y="47"/>
                </a:lnTo>
                <a:lnTo>
                  <a:pt x="7332" y="47"/>
                </a:lnTo>
                <a:lnTo>
                  <a:pt x="7333" y="47"/>
                </a:lnTo>
                <a:lnTo>
                  <a:pt x="7334" y="47"/>
                </a:lnTo>
                <a:lnTo>
                  <a:pt x="7335" y="47"/>
                </a:lnTo>
                <a:lnTo>
                  <a:pt x="7336" y="47"/>
                </a:lnTo>
                <a:lnTo>
                  <a:pt x="7337" y="47"/>
                </a:lnTo>
                <a:lnTo>
                  <a:pt x="7338" y="47"/>
                </a:lnTo>
                <a:lnTo>
                  <a:pt x="7339" y="47"/>
                </a:lnTo>
                <a:lnTo>
                  <a:pt x="7340" y="47"/>
                </a:lnTo>
                <a:lnTo>
                  <a:pt x="7341" y="47"/>
                </a:lnTo>
                <a:lnTo>
                  <a:pt x="7342" y="47"/>
                </a:lnTo>
                <a:lnTo>
                  <a:pt x="7343" y="47"/>
                </a:lnTo>
                <a:lnTo>
                  <a:pt x="7344" y="47"/>
                </a:lnTo>
                <a:lnTo>
                  <a:pt x="7345" y="47"/>
                </a:lnTo>
                <a:lnTo>
                  <a:pt x="7346" y="47"/>
                </a:lnTo>
                <a:lnTo>
                  <a:pt x="7347" y="47"/>
                </a:lnTo>
                <a:lnTo>
                  <a:pt x="7348" y="47"/>
                </a:lnTo>
                <a:lnTo>
                  <a:pt x="7349" y="47"/>
                </a:lnTo>
                <a:lnTo>
                  <a:pt x="7350" y="47"/>
                </a:lnTo>
                <a:lnTo>
                  <a:pt x="7351" y="47"/>
                </a:lnTo>
                <a:lnTo>
                  <a:pt x="7352" y="47"/>
                </a:lnTo>
                <a:lnTo>
                  <a:pt x="7353" y="47"/>
                </a:lnTo>
                <a:lnTo>
                  <a:pt x="7354" y="47"/>
                </a:lnTo>
                <a:lnTo>
                  <a:pt x="7355" y="47"/>
                </a:lnTo>
                <a:lnTo>
                  <a:pt x="7356" y="47"/>
                </a:lnTo>
                <a:lnTo>
                  <a:pt x="7357" y="47"/>
                </a:lnTo>
                <a:lnTo>
                  <a:pt x="7358" y="47"/>
                </a:lnTo>
                <a:lnTo>
                  <a:pt x="7359" y="47"/>
                </a:lnTo>
                <a:lnTo>
                  <a:pt x="7360" y="47"/>
                </a:lnTo>
                <a:lnTo>
                  <a:pt x="7361" y="47"/>
                </a:lnTo>
                <a:lnTo>
                  <a:pt x="7362" y="47"/>
                </a:lnTo>
                <a:lnTo>
                  <a:pt x="7363" y="47"/>
                </a:lnTo>
                <a:lnTo>
                  <a:pt x="7364" y="47"/>
                </a:lnTo>
                <a:lnTo>
                  <a:pt x="7365" y="47"/>
                </a:lnTo>
                <a:lnTo>
                  <a:pt x="7366" y="47"/>
                </a:lnTo>
                <a:lnTo>
                  <a:pt x="7367" y="47"/>
                </a:lnTo>
                <a:lnTo>
                  <a:pt x="7368" y="47"/>
                </a:lnTo>
                <a:lnTo>
                  <a:pt x="7369" y="47"/>
                </a:lnTo>
                <a:lnTo>
                  <a:pt x="7370" y="47"/>
                </a:lnTo>
                <a:lnTo>
                  <a:pt x="7371" y="47"/>
                </a:lnTo>
                <a:lnTo>
                  <a:pt x="7372" y="47"/>
                </a:lnTo>
                <a:lnTo>
                  <a:pt x="7373" y="47"/>
                </a:lnTo>
                <a:lnTo>
                  <a:pt x="7374" y="47"/>
                </a:lnTo>
                <a:lnTo>
                  <a:pt x="7375" y="47"/>
                </a:lnTo>
                <a:lnTo>
                  <a:pt x="7376" y="47"/>
                </a:lnTo>
                <a:lnTo>
                  <a:pt x="7377" y="47"/>
                </a:lnTo>
                <a:lnTo>
                  <a:pt x="7378" y="47"/>
                </a:lnTo>
                <a:lnTo>
                  <a:pt x="7379" y="47"/>
                </a:lnTo>
                <a:lnTo>
                  <a:pt x="7380" y="47"/>
                </a:lnTo>
                <a:lnTo>
                  <a:pt x="7381" y="47"/>
                </a:lnTo>
                <a:lnTo>
                  <a:pt x="7382" y="47"/>
                </a:lnTo>
                <a:lnTo>
                  <a:pt x="7383" y="47"/>
                </a:lnTo>
                <a:lnTo>
                  <a:pt x="7384" y="47"/>
                </a:lnTo>
                <a:lnTo>
                  <a:pt x="7385" y="47"/>
                </a:lnTo>
                <a:lnTo>
                  <a:pt x="7386" y="47"/>
                </a:lnTo>
                <a:lnTo>
                  <a:pt x="7387" y="47"/>
                </a:lnTo>
                <a:lnTo>
                  <a:pt x="7388" y="47"/>
                </a:lnTo>
                <a:lnTo>
                  <a:pt x="7389" y="47"/>
                </a:lnTo>
                <a:lnTo>
                  <a:pt x="7390" y="47"/>
                </a:lnTo>
                <a:lnTo>
                  <a:pt x="7391" y="47"/>
                </a:lnTo>
                <a:lnTo>
                  <a:pt x="7392" y="47"/>
                </a:lnTo>
                <a:lnTo>
                  <a:pt x="7393" y="47"/>
                </a:lnTo>
                <a:lnTo>
                  <a:pt x="7394" y="47"/>
                </a:lnTo>
                <a:lnTo>
                  <a:pt x="7395" y="47"/>
                </a:lnTo>
                <a:lnTo>
                  <a:pt x="7396" y="47"/>
                </a:lnTo>
                <a:lnTo>
                  <a:pt x="7397" y="47"/>
                </a:lnTo>
                <a:lnTo>
                  <a:pt x="7398" y="47"/>
                </a:lnTo>
                <a:lnTo>
                  <a:pt x="7399" y="47"/>
                </a:lnTo>
                <a:lnTo>
                  <a:pt x="7400" y="47"/>
                </a:lnTo>
                <a:lnTo>
                  <a:pt x="7401" y="47"/>
                </a:lnTo>
                <a:lnTo>
                  <a:pt x="7402" y="47"/>
                </a:lnTo>
                <a:lnTo>
                  <a:pt x="7403" y="47"/>
                </a:lnTo>
                <a:lnTo>
                  <a:pt x="7404" y="47"/>
                </a:lnTo>
                <a:lnTo>
                  <a:pt x="7405" y="47"/>
                </a:lnTo>
                <a:lnTo>
                  <a:pt x="7406" y="47"/>
                </a:lnTo>
                <a:lnTo>
                  <a:pt x="7407" y="47"/>
                </a:lnTo>
                <a:lnTo>
                  <a:pt x="7408" y="47"/>
                </a:lnTo>
                <a:lnTo>
                  <a:pt x="7409" y="47"/>
                </a:lnTo>
                <a:lnTo>
                  <a:pt x="7410" y="47"/>
                </a:lnTo>
                <a:lnTo>
                  <a:pt x="7411" y="47"/>
                </a:lnTo>
                <a:lnTo>
                  <a:pt x="7412" y="47"/>
                </a:lnTo>
                <a:lnTo>
                  <a:pt x="7413" y="47"/>
                </a:lnTo>
                <a:lnTo>
                  <a:pt x="7414" y="47"/>
                </a:lnTo>
                <a:lnTo>
                  <a:pt x="7415" y="47"/>
                </a:lnTo>
                <a:lnTo>
                  <a:pt x="7416" y="47"/>
                </a:lnTo>
                <a:lnTo>
                  <a:pt x="7417" y="47"/>
                </a:lnTo>
                <a:lnTo>
                  <a:pt x="7418" y="47"/>
                </a:lnTo>
                <a:lnTo>
                  <a:pt x="7419" y="47"/>
                </a:lnTo>
                <a:lnTo>
                  <a:pt x="7420" y="47"/>
                </a:lnTo>
                <a:lnTo>
                  <a:pt x="7421" y="47"/>
                </a:lnTo>
                <a:lnTo>
                  <a:pt x="7422" y="47"/>
                </a:lnTo>
                <a:lnTo>
                  <a:pt x="7423" y="47"/>
                </a:lnTo>
                <a:lnTo>
                  <a:pt x="7424" y="47"/>
                </a:lnTo>
                <a:lnTo>
                  <a:pt x="7425" y="47"/>
                </a:lnTo>
                <a:lnTo>
                  <a:pt x="7426" y="47"/>
                </a:lnTo>
                <a:lnTo>
                  <a:pt x="7427" y="47"/>
                </a:lnTo>
                <a:lnTo>
                  <a:pt x="7428" y="47"/>
                </a:lnTo>
                <a:lnTo>
                  <a:pt x="7429" y="47"/>
                </a:lnTo>
                <a:lnTo>
                  <a:pt x="7430" y="47"/>
                </a:lnTo>
                <a:lnTo>
                  <a:pt x="7431" y="47"/>
                </a:lnTo>
                <a:lnTo>
                  <a:pt x="7432" y="47"/>
                </a:lnTo>
                <a:lnTo>
                  <a:pt x="7433" y="47"/>
                </a:lnTo>
                <a:lnTo>
                  <a:pt x="7434" y="47"/>
                </a:lnTo>
                <a:lnTo>
                  <a:pt x="7435" y="47"/>
                </a:lnTo>
                <a:lnTo>
                  <a:pt x="7436" y="47"/>
                </a:lnTo>
                <a:lnTo>
                  <a:pt x="7437" y="47"/>
                </a:lnTo>
                <a:lnTo>
                  <a:pt x="7438" y="47"/>
                </a:lnTo>
                <a:lnTo>
                  <a:pt x="7439" y="47"/>
                </a:lnTo>
                <a:lnTo>
                  <a:pt x="7440" y="47"/>
                </a:lnTo>
                <a:lnTo>
                  <a:pt x="7441" y="47"/>
                </a:lnTo>
                <a:lnTo>
                  <a:pt x="7442" y="47"/>
                </a:lnTo>
                <a:lnTo>
                  <a:pt x="7443" y="47"/>
                </a:lnTo>
                <a:lnTo>
                  <a:pt x="7444" y="47"/>
                </a:lnTo>
                <a:lnTo>
                  <a:pt x="7445" y="47"/>
                </a:lnTo>
                <a:lnTo>
                  <a:pt x="7446" y="47"/>
                </a:lnTo>
                <a:lnTo>
                  <a:pt x="7447" y="47"/>
                </a:lnTo>
                <a:lnTo>
                  <a:pt x="7448" y="47"/>
                </a:lnTo>
                <a:lnTo>
                  <a:pt x="7449" y="47"/>
                </a:lnTo>
                <a:lnTo>
                  <a:pt x="7450" y="47"/>
                </a:lnTo>
                <a:lnTo>
                  <a:pt x="7451" y="47"/>
                </a:lnTo>
                <a:lnTo>
                  <a:pt x="7452" y="47"/>
                </a:lnTo>
                <a:lnTo>
                  <a:pt x="7453" y="47"/>
                </a:lnTo>
                <a:lnTo>
                  <a:pt x="7454" y="47"/>
                </a:lnTo>
                <a:lnTo>
                  <a:pt x="7455" y="47"/>
                </a:lnTo>
                <a:lnTo>
                  <a:pt x="7456" y="47"/>
                </a:lnTo>
                <a:lnTo>
                  <a:pt x="7457" y="47"/>
                </a:lnTo>
                <a:lnTo>
                  <a:pt x="7458" y="47"/>
                </a:lnTo>
                <a:lnTo>
                  <a:pt x="7459" y="47"/>
                </a:lnTo>
                <a:lnTo>
                  <a:pt x="7460" y="47"/>
                </a:lnTo>
                <a:lnTo>
                  <a:pt x="7461" y="47"/>
                </a:lnTo>
                <a:lnTo>
                  <a:pt x="7462" y="47"/>
                </a:lnTo>
                <a:lnTo>
                  <a:pt x="7463" y="47"/>
                </a:lnTo>
                <a:lnTo>
                  <a:pt x="7464" y="47"/>
                </a:lnTo>
                <a:lnTo>
                  <a:pt x="7465" y="47"/>
                </a:lnTo>
                <a:lnTo>
                  <a:pt x="7466" y="47"/>
                </a:lnTo>
                <a:lnTo>
                  <a:pt x="7467" y="47"/>
                </a:lnTo>
                <a:lnTo>
                  <a:pt x="7468" y="47"/>
                </a:lnTo>
                <a:lnTo>
                  <a:pt x="7469" y="47"/>
                </a:lnTo>
                <a:lnTo>
                  <a:pt x="7470" y="47"/>
                </a:lnTo>
                <a:lnTo>
                  <a:pt x="7471" y="47"/>
                </a:lnTo>
                <a:lnTo>
                  <a:pt x="7472" y="47"/>
                </a:lnTo>
                <a:lnTo>
                  <a:pt x="7473" y="47"/>
                </a:lnTo>
                <a:lnTo>
                  <a:pt x="7474" y="47"/>
                </a:lnTo>
                <a:lnTo>
                  <a:pt x="7475" y="47"/>
                </a:lnTo>
                <a:lnTo>
                  <a:pt x="7476" y="47"/>
                </a:lnTo>
                <a:lnTo>
                  <a:pt x="7477" y="47"/>
                </a:lnTo>
                <a:lnTo>
                  <a:pt x="7478" y="47"/>
                </a:lnTo>
                <a:lnTo>
                  <a:pt x="7479" y="47"/>
                </a:lnTo>
                <a:lnTo>
                  <a:pt x="7480" y="47"/>
                </a:lnTo>
                <a:lnTo>
                  <a:pt x="7481" y="47"/>
                </a:lnTo>
                <a:lnTo>
                  <a:pt x="7482" y="47"/>
                </a:lnTo>
                <a:lnTo>
                  <a:pt x="7483" y="47"/>
                </a:lnTo>
                <a:lnTo>
                  <a:pt x="7484" y="47"/>
                </a:lnTo>
                <a:lnTo>
                  <a:pt x="7485" y="47"/>
                </a:lnTo>
                <a:lnTo>
                  <a:pt x="7486" y="47"/>
                </a:lnTo>
                <a:lnTo>
                  <a:pt x="7487" y="47"/>
                </a:lnTo>
                <a:lnTo>
                  <a:pt x="7488" y="47"/>
                </a:lnTo>
                <a:lnTo>
                  <a:pt x="7489" y="47"/>
                </a:lnTo>
                <a:lnTo>
                  <a:pt x="7490" y="47"/>
                </a:lnTo>
                <a:lnTo>
                  <a:pt x="7491" y="47"/>
                </a:lnTo>
                <a:lnTo>
                  <a:pt x="7492" y="47"/>
                </a:lnTo>
                <a:lnTo>
                  <a:pt x="7493" y="47"/>
                </a:lnTo>
                <a:lnTo>
                  <a:pt x="7494" y="47"/>
                </a:lnTo>
                <a:lnTo>
                  <a:pt x="7495" y="47"/>
                </a:lnTo>
                <a:lnTo>
                  <a:pt x="7496" y="47"/>
                </a:lnTo>
                <a:lnTo>
                  <a:pt x="7497" y="47"/>
                </a:lnTo>
                <a:lnTo>
                  <a:pt x="7498" y="47"/>
                </a:lnTo>
                <a:lnTo>
                  <a:pt x="7499" y="47"/>
                </a:lnTo>
                <a:lnTo>
                  <a:pt x="7500" y="47"/>
                </a:lnTo>
                <a:lnTo>
                  <a:pt x="7501" y="47"/>
                </a:lnTo>
                <a:lnTo>
                  <a:pt x="7502" y="47"/>
                </a:lnTo>
                <a:lnTo>
                  <a:pt x="7503" y="47"/>
                </a:lnTo>
                <a:lnTo>
                  <a:pt x="7504" y="47"/>
                </a:lnTo>
                <a:lnTo>
                  <a:pt x="7505" y="47"/>
                </a:lnTo>
                <a:lnTo>
                  <a:pt x="7506" y="47"/>
                </a:lnTo>
                <a:lnTo>
                  <a:pt x="7507" y="47"/>
                </a:lnTo>
                <a:lnTo>
                  <a:pt x="7508" y="47"/>
                </a:lnTo>
                <a:lnTo>
                  <a:pt x="7509" y="47"/>
                </a:lnTo>
                <a:lnTo>
                  <a:pt x="7510" y="47"/>
                </a:lnTo>
                <a:lnTo>
                  <a:pt x="7511" y="47"/>
                </a:lnTo>
                <a:lnTo>
                  <a:pt x="7512" y="47"/>
                </a:lnTo>
                <a:lnTo>
                  <a:pt x="7513" y="47"/>
                </a:lnTo>
                <a:lnTo>
                  <a:pt x="7514" y="47"/>
                </a:lnTo>
                <a:lnTo>
                  <a:pt x="7515" y="47"/>
                </a:lnTo>
                <a:lnTo>
                  <a:pt x="7516" y="47"/>
                </a:lnTo>
                <a:lnTo>
                  <a:pt x="7517" y="47"/>
                </a:lnTo>
                <a:lnTo>
                  <a:pt x="7518" y="47"/>
                </a:lnTo>
                <a:lnTo>
                  <a:pt x="7519" y="47"/>
                </a:lnTo>
                <a:lnTo>
                  <a:pt x="7520" y="47"/>
                </a:lnTo>
                <a:lnTo>
                  <a:pt x="7521" y="47"/>
                </a:lnTo>
                <a:lnTo>
                  <a:pt x="7522" y="47"/>
                </a:lnTo>
                <a:lnTo>
                  <a:pt x="7523" y="47"/>
                </a:lnTo>
                <a:lnTo>
                  <a:pt x="7524" y="47"/>
                </a:lnTo>
                <a:lnTo>
                  <a:pt x="7525" y="47"/>
                </a:lnTo>
                <a:lnTo>
                  <a:pt x="7526" y="47"/>
                </a:lnTo>
                <a:lnTo>
                  <a:pt x="7527" y="47"/>
                </a:lnTo>
                <a:lnTo>
                  <a:pt x="7528" y="47"/>
                </a:lnTo>
                <a:lnTo>
                  <a:pt x="7529" y="47"/>
                </a:lnTo>
                <a:lnTo>
                  <a:pt x="7530" y="47"/>
                </a:lnTo>
                <a:lnTo>
                  <a:pt x="7531" y="47"/>
                </a:lnTo>
                <a:lnTo>
                  <a:pt x="7532" y="47"/>
                </a:lnTo>
                <a:lnTo>
                  <a:pt x="7533" y="47"/>
                </a:lnTo>
                <a:lnTo>
                  <a:pt x="7534" y="47"/>
                </a:lnTo>
                <a:lnTo>
                  <a:pt x="7535" y="47"/>
                </a:lnTo>
                <a:lnTo>
                  <a:pt x="7536" y="47"/>
                </a:lnTo>
                <a:lnTo>
                  <a:pt x="7537" y="47"/>
                </a:lnTo>
                <a:lnTo>
                  <a:pt x="7538" y="47"/>
                </a:lnTo>
                <a:lnTo>
                  <a:pt x="7539" y="47"/>
                </a:lnTo>
                <a:lnTo>
                  <a:pt x="7540" y="47"/>
                </a:lnTo>
                <a:lnTo>
                  <a:pt x="7541" y="47"/>
                </a:lnTo>
                <a:lnTo>
                  <a:pt x="7542" y="47"/>
                </a:lnTo>
                <a:lnTo>
                  <a:pt x="7543" y="47"/>
                </a:lnTo>
                <a:lnTo>
                  <a:pt x="7544" y="47"/>
                </a:lnTo>
                <a:lnTo>
                  <a:pt x="7545" y="47"/>
                </a:lnTo>
                <a:lnTo>
                  <a:pt x="7546" y="47"/>
                </a:lnTo>
                <a:lnTo>
                  <a:pt x="7547" y="47"/>
                </a:lnTo>
                <a:lnTo>
                  <a:pt x="7548" y="47"/>
                </a:lnTo>
                <a:lnTo>
                  <a:pt x="7549" y="47"/>
                </a:lnTo>
                <a:lnTo>
                  <a:pt x="7550" y="47"/>
                </a:lnTo>
                <a:lnTo>
                  <a:pt x="7551" y="47"/>
                </a:lnTo>
                <a:lnTo>
                  <a:pt x="7552" y="47"/>
                </a:lnTo>
                <a:lnTo>
                  <a:pt x="7553" y="47"/>
                </a:lnTo>
                <a:lnTo>
                  <a:pt x="7554" y="47"/>
                </a:lnTo>
                <a:lnTo>
                  <a:pt x="7555" y="47"/>
                </a:lnTo>
                <a:lnTo>
                  <a:pt x="7556" y="47"/>
                </a:lnTo>
                <a:lnTo>
                  <a:pt x="7557" y="47"/>
                </a:lnTo>
                <a:lnTo>
                  <a:pt x="7558" y="47"/>
                </a:lnTo>
                <a:lnTo>
                  <a:pt x="7559" y="47"/>
                </a:lnTo>
                <a:lnTo>
                  <a:pt x="7560" y="47"/>
                </a:lnTo>
                <a:lnTo>
                  <a:pt x="7561" y="47"/>
                </a:lnTo>
                <a:lnTo>
                  <a:pt x="7562" y="47"/>
                </a:lnTo>
                <a:lnTo>
                  <a:pt x="7563" y="47"/>
                </a:lnTo>
                <a:lnTo>
                  <a:pt x="7564" y="47"/>
                </a:lnTo>
                <a:lnTo>
                  <a:pt x="7565" y="47"/>
                </a:lnTo>
                <a:lnTo>
                  <a:pt x="7566" y="47"/>
                </a:lnTo>
                <a:lnTo>
                  <a:pt x="7567" y="47"/>
                </a:lnTo>
                <a:lnTo>
                  <a:pt x="7568" y="47"/>
                </a:lnTo>
                <a:lnTo>
                  <a:pt x="7569" y="47"/>
                </a:lnTo>
                <a:lnTo>
                  <a:pt x="7570" y="47"/>
                </a:lnTo>
                <a:lnTo>
                  <a:pt x="7571" y="47"/>
                </a:lnTo>
                <a:lnTo>
                  <a:pt x="7572" y="47"/>
                </a:lnTo>
                <a:lnTo>
                  <a:pt x="7573" y="47"/>
                </a:lnTo>
                <a:lnTo>
                  <a:pt x="7574" y="47"/>
                </a:lnTo>
                <a:lnTo>
                  <a:pt x="7575" y="47"/>
                </a:lnTo>
                <a:lnTo>
                  <a:pt x="7576" y="47"/>
                </a:lnTo>
                <a:lnTo>
                  <a:pt x="7577" y="47"/>
                </a:lnTo>
                <a:lnTo>
                  <a:pt x="7578" y="47"/>
                </a:lnTo>
                <a:lnTo>
                  <a:pt x="7579" y="47"/>
                </a:lnTo>
                <a:lnTo>
                  <a:pt x="7580" y="47"/>
                </a:lnTo>
                <a:lnTo>
                  <a:pt x="7581" y="47"/>
                </a:lnTo>
                <a:lnTo>
                  <a:pt x="7582" y="47"/>
                </a:lnTo>
                <a:lnTo>
                  <a:pt x="7583" y="47"/>
                </a:lnTo>
                <a:lnTo>
                  <a:pt x="7584" y="47"/>
                </a:lnTo>
                <a:lnTo>
                  <a:pt x="7585" y="47"/>
                </a:lnTo>
                <a:lnTo>
                  <a:pt x="7586" y="47"/>
                </a:lnTo>
                <a:lnTo>
                  <a:pt x="7587" y="47"/>
                </a:lnTo>
                <a:lnTo>
                  <a:pt x="7588" y="47"/>
                </a:lnTo>
                <a:lnTo>
                  <a:pt x="7589" y="47"/>
                </a:lnTo>
                <a:lnTo>
                  <a:pt x="7590" y="47"/>
                </a:lnTo>
                <a:lnTo>
                  <a:pt x="7591" y="47"/>
                </a:lnTo>
                <a:lnTo>
                  <a:pt x="7592" y="47"/>
                </a:lnTo>
                <a:lnTo>
                  <a:pt x="7593" y="47"/>
                </a:lnTo>
                <a:lnTo>
                  <a:pt x="7594" y="47"/>
                </a:lnTo>
                <a:lnTo>
                  <a:pt x="7595" y="47"/>
                </a:lnTo>
                <a:lnTo>
                  <a:pt x="7596" y="47"/>
                </a:lnTo>
                <a:lnTo>
                  <a:pt x="7597" y="47"/>
                </a:lnTo>
                <a:lnTo>
                  <a:pt x="7598" y="47"/>
                </a:lnTo>
                <a:lnTo>
                  <a:pt x="7599" y="47"/>
                </a:lnTo>
                <a:lnTo>
                  <a:pt x="7600" y="47"/>
                </a:lnTo>
                <a:lnTo>
                  <a:pt x="7601" y="47"/>
                </a:lnTo>
                <a:lnTo>
                  <a:pt x="7602" y="47"/>
                </a:lnTo>
                <a:lnTo>
                  <a:pt x="7603" y="47"/>
                </a:lnTo>
                <a:lnTo>
                  <a:pt x="7604" y="47"/>
                </a:lnTo>
                <a:lnTo>
                  <a:pt x="7605" y="47"/>
                </a:lnTo>
                <a:lnTo>
                  <a:pt x="7606" y="47"/>
                </a:lnTo>
                <a:lnTo>
                  <a:pt x="7607" y="47"/>
                </a:lnTo>
                <a:lnTo>
                  <a:pt x="7608" y="47"/>
                </a:lnTo>
                <a:lnTo>
                  <a:pt x="7609" y="47"/>
                </a:lnTo>
                <a:lnTo>
                  <a:pt x="7610" y="47"/>
                </a:lnTo>
                <a:lnTo>
                  <a:pt x="7611" y="47"/>
                </a:lnTo>
                <a:lnTo>
                  <a:pt x="7612" y="47"/>
                </a:lnTo>
                <a:lnTo>
                  <a:pt x="7613" y="47"/>
                </a:lnTo>
                <a:lnTo>
                  <a:pt x="7614" y="47"/>
                </a:lnTo>
                <a:lnTo>
                  <a:pt x="7615" y="47"/>
                </a:lnTo>
                <a:lnTo>
                  <a:pt x="7616" y="47"/>
                </a:lnTo>
                <a:lnTo>
                  <a:pt x="7617" y="47"/>
                </a:lnTo>
                <a:lnTo>
                  <a:pt x="7618" y="47"/>
                </a:lnTo>
                <a:lnTo>
                  <a:pt x="7619" y="47"/>
                </a:lnTo>
                <a:lnTo>
                  <a:pt x="7620" y="47"/>
                </a:lnTo>
                <a:lnTo>
                  <a:pt x="7621" y="47"/>
                </a:lnTo>
                <a:lnTo>
                  <a:pt x="7622" y="47"/>
                </a:lnTo>
                <a:lnTo>
                  <a:pt x="7623" y="47"/>
                </a:lnTo>
                <a:lnTo>
                  <a:pt x="7624" y="47"/>
                </a:lnTo>
                <a:lnTo>
                  <a:pt x="7625" y="47"/>
                </a:lnTo>
                <a:lnTo>
                  <a:pt x="7626" y="47"/>
                </a:lnTo>
                <a:lnTo>
                  <a:pt x="7627" y="47"/>
                </a:lnTo>
                <a:lnTo>
                  <a:pt x="7628" y="47"/>
                </a:lnTo>
                <a:lnTo>
                  <a:pt x="7629" y="47"/>
                </a:lnTo>
                <a:lnTo>
                  <a:pt x="7630" y="47"/>
                </a:lnTo>
                <a:lnTo>
                  <a:pt x="7631" y="47"/>
                </a:lnTo>
                <a:lnTo>
                  <a:pt x="7632" y="47"/>
                </a:lnTo>
                <a:lnTo>
                  <a:pt x="7633" y="47"/>
                </a:lnTo>
                <a:lnTo>
                  <a:pt x="7634" y="47"/>
                </a:lnTo>
                <a:lnTo>
                  <a:pt x="7635" y="47"/>
                </a:lnTo>
                <a:lnTo>
                  <a:pt x="7636" y="47"/>
                </a:lnTo>
                <a:lnTo>
                  <a:pt x="7637" y="47"/>
                </a:lnTo>
                <a:lnTo>
                  <a:pt x="7638" y="47"/>
                </a:lnTo>
                <a:lnTo>
                  <a:pt x="7639" y="47"/>
                </a:lnTo>
                <a:lnTo>
                  <a:pt x="7640" y="47"/>
                </a:lnTo>
                <a:lnTo>
                  <a:pt x="7641" y="47"/>
                </a:lnTo>
                <a:lnTo>
                  <a:pt x="7642" y="47"/>
                </a:lnTo>
                <a:lnTo>
                  <a:pt x="7643" y="47"/>
                </a:lnTo>
                <a:lnTo>
                  <a:pt x="7644" y="47"/>
                </a:lnTo>
                <a:lnTo>
                  <a:pt x="7645" y="47"/>
                </a:lnTo>
                <a:lnTo>
                  <a:pt x="7646" y="47"/>
                </a:lnTo>
                <a:lnTo>
                  <a:pt x="7647" y="47"/>
                </a:lnTo>
                <a:lnTo>
                  <a:pt x="7648" y="47"/>
                </a:lnTo>
                <a:lnTo>
                  <a:pt x="7649" y="47"/>
                </a:lnTo>
                <a:lnTo>
                  <a:pt x="7650" y="47"/>
                </a:lnTo>
                <a:lnTo>
                  <a:pt x="7651" y="47"/>
                </a:lnTo>
                <a:lnTo>
                  <a:pt x="7652" y="47"/>
                </a:lnTo>
                <a:lnTo>
                  <a:pt x="7653" y="47"/>
                </a:lnTo>
                <a:lnTo>
                  <a:pt x="7654" y="47"/>
                </a:lnTo>
                <a:lnTo>
                  <a:pt x="7655" y="47"/>
                </a:lnTo>
                <a:lnTo>
                  <a:pt x="7656" y="47"/>
                </a:lnTo>
                <a:lnTo>
                  <a:pt x="7657" y="47"/>
                </a:lnTo>
                <a:lnTo>
                  <a:pt x="7658" y="47"/>
                </a:lnTo>
                <a:lnTo>
                  <a:pt x="7659" y="47"/>
                </a:lnTo>
                <a:lnTo>
                  <a:pt x="7660" y="47"/>
                </a:lnTo>
                <a:lnTo>
                  <a:pt x="7661" y="47"/>
                </a:lnTo>
                <a:lnTo>
                  <a:pt x="7662" y="47"/>
                </a:lnTo>
                <a:lnTo>
                  <a:pt x="7663" y="47"/>
                </a:lnTo>
                <a:lnTo>
                  <a:pt x="7664" y="47"/>
                </a:lnTo>
                <a:lnTo>
                  <a:pt x="7665" y="47"/>
                </a:lnTo>
                <a:lnTo>
                  <a:pt x="7666" y="47"/>
                </a:lnTo>
                <a:lnTo>
                  <a:pt x="7667" y="47"/>
                </a:lnTo>
                <a:lnTo>
                  <a:pt x="7668" y="47"/>
                </a:lnTo>
                <a:lnTo>
                  <a:pt x="7669" y="47"/>
                </a:lnTo>
                <a:lnTo>
                  <a:pt x="7670" y="47"/>
                </a:lnTo>
                <a:lnTo>
                  <a:pt x="7671" y="47"/>
                </a:lnTo>
                <a:lnTo>
                  <a:pt x="7672" y="47"/>
                </a:lnTo>
                <a:lnTo>
                  <a:pt x="7673" y="47"/>
                </a:lnTo>
                <a:lnTo>
                  <a:pt x="7674" y="47"/>
                </a:lnTo>
                <a:lnTo>
                  <a:pt x="7675" y="47"/>
                </a:lnTo>
                <a:lnTo>
                  <a:pt x="7676" y="47"/>
                </a:lnTo>
                <a:lnTo>
                  <a:pt x="7677" y="47"/>
                </a:lnTo>
                <a:lnTo>
                  <a:pt x="7678" y="47"/>
                </a:lnTo>
                <a:lnTo>
                  <a:pt x="7679" y="47"/>
                </a:lnTo>
                <a:lnTo>
                  <a:pt x="7680" y="47"/>
                </a:lnTo>
                <a:lnTo>
                  <a:pt x="7681" y="47"/>
                </a:lnTo>
                <a:lnTo>
                  <a:pt x="7682" y="47"/>
                </a:lnTo>
                <a:lnTo>
                  <a:pt x="7683" y="47"/>
                </a:lnTo>
                <a:lnTo>
                  <a:pt x="7684" y="47"/>
                </a:lnTo>
                <a:lnTo>
                  <a:pt x="7685" y="47"/>
                </a:lnTo>
                <a:lnTo>
                  <a:pt x="7686" y="47"/>
                </a:lnTo>
                <a:lnTo>
                  <a:pt x="7687" y="47"/>
                </a:lnTo>
                <a:lnTo>
                  <a:pt x="7688" y="47"/>
                </a:lnTo>
                <a:lnTo>
                  <a:pt x="7689" y="47"/>
                </a:lnTo>
                <a:lnTo>
                  <a:pt x="7690" y="47"/>
                </a:lnTo>
                <a:lnTo>
                  <a:pt x="7691" y="47"/>
                </a:lnTo>
                <a:lnTo>
                  <a:pt x="7692" y="47"/>
                </a:lnTo>
                <a:lnTo>
                  <a:pt x="7693" y="47"/>
                </a:lnTo>
                <a:lnTo>
                  <a:pt x="7694" y="47"/>
                </a:lnTo>
                <a:lnTo>
                  <a:pt x="7695" y="47"/>
                </a:lnTo>
                <a:lnTo>
                  <a:pt x="7696" y="47"/>
                </a:lnTo>
                <a:lnTo>
                  <a:pt x="7697" y="47"/>
                </a:lnTo>
                <a:lnTo>
                  <a:pt x="7698" y="47"/>
                </a:lnTo>
                <a:lnTo>
                  <a:pt x="7699" y="47"/>
                </a:lnTo>
                <a:lnTo>
                  <a:pt x="7700" y="47"/>
                </a:lnTo>
                <a:lnTo>
                  <a:pt x="7701" y="47"/>
                </a:lnTo>
                <a:lnTo>
                  <a:pt x="7702" y="47"/>
                </a:lnTo>
                <a:lnTo>
                  <a:pt x="7703" y="47"/>
                </a:lnTo>
                <a:lnTo>
                  <a:pt x="7704" y="47"/>
                </a:lnTo>
                <a:lnTo>
                  <a:pt x="7705" y="47"/>
                </a:lnTo>
                <a:lnTo>
                  <a:pt x="7706" y="47"/>
                </a:lnTo>
                <a:lnTo>
                  <a:pt x="7707" y="47"/>
                </a:lnTo>
                <a:lnTo>
                  <a:pt x="7708" y="47"/>
                </a:lnTo>
                <a:lnTo>
                  <a:pt x="7709" y="47"/>
                </a:lnTo>
                <a:lnTo>
                  <a:pt x="7710" y="47"/>
                </a:lnTo>
                <a:lnTo>
                  <a:pt x="7711" y="47"/>
                </a:lnTo>
                <a:lnTo>
                  <a:pt x="7712" y="47"/>
                </a:lnTo>
                <a:lnTo>
                  <a:pt x="7713" y="47"/>
                </a:lnTo>
                <a:lnTo>
                  <a:pt x="7714" y="47"/>
                </a:lnTo>
                <a:lnTo>
                  <a:pt x="7715" y="47"/>
                </a:lnTo>
                <a:lnTo>
                  <a:pt x="7716" y="47"/>
                </a:lnTo>
                <a:lnTo>
                  <a:pt x="7717" y="47"/>
                </a:lnTo>
                <a:lnTo>
                  <a:pt x="7718" y="47"/>
                </a:lnTo>
                <a:lnTo>
                  <a:pt x="7719" y="47"/>
                </a:lnTo>
                <a:lnTo>
                  <a:pt x="7720" y="47"/>
                </a:lnTo>
                <a:lnTo>
                  <a:pt x="7721" y="47"/>
                </a:lnTo>
                <a:lnTo>
                  <a:pt x="7722" y="47"/>
                </a:lnTo>
                <a:lnTo>
                  <a:pt x="7723" y="47"/>
                </a:lnTo>
                <a:lnTo>
                  <a:pt x="7724" y="47"/>
                </a:lnTo>
                <a:lnTo>
                  <a:pt x="7725" y="47"/>
                </a:lnTo>
                <a:lnTo>
                  <a:pt x="7726" y="47"/>
                </a:lnTo>
                <a:lnTo>
                  <a:pt x="7727" y="47"/>
                </a:lnTo>
                <a:lnTo>
                  <a:pt x="7728" y="47"/>
                </a:lnTo>
                <a:lnTo>
                  <a:pt x="7729" y="47"/>
                </a:lnTo>
                <a:lnTo>
                  <a:pt x="7730" y="47"/>
                </a:lnTo>
                <a:lnTo>
                  <a:pt x="7731" y="47"/>
                </a:lnTo>
                <a:lnTo>
                  <a:pt x="7732" y="47"/>
                </a:lnTo>
                <a:lnTo>
                  <a:pt x="7733" y="47"/>
                </a:lnTo>
                <a:lnTo>
                  <a:pt x="7734" y="47"/>
                </a:lnTo>
                <a:lnTo>
                  <a:pt x="7735" y="47"/>
                </a:lnTo>
                <a:lnTo>
                  <a:pt x="7736" y="47"/>
                </a:lnTo>
                <a:lnTo>
                  <a:pt x="7737" y="47"/>
                </a:lnTo>
                <a:lnTo>
                  <a:pt x="7738" y="47"/>
                </a:lnTo>
                <a:lnTo>
                  <a:pt x="7739" y="47"/>
                </a:lnTo>
                <a:lnTo>
                  <a:pt x="7740" y="47"/>
                </a:lnTo>
                <a:lnTo>
                  <a:pt x="7741" y="47"/>
                </a:lnTo>
                <a:lnTo>
                  <a:pt x="7742" y="47"/>
                </a:lnTo>
                <a:lnTo>
                  <a:pt x="7743" y="47"/>
                </a:lnTo>
                <a:lnTo>
                  <a:pt x="7744" y="47"/>
                </a:lnTo>
                <a:lnTo>
                  <a:pt x="7745" y="47"/>
                </a:lnTo>
                <a:lnTo>
                  <a:pt x="7746" y="47"/>
                </a:lnTo>
                <a:lnTo>
                  <a:pt x="7747" y="47"/>
                </a:lnTo>
                <a:lnTo>
                  <a:pt x="7748" y="47"/>
                </a:lnTo>
                <a:lnTo>
                  <a:pt x="7749" y="47"/>
                </a:lnTo>
                <a:lnTo>
                  <a:pt x="7750" y="47"/>
                </a:lnTo>
                <a:lnTo>
                  <a:pt x="7751" y="47"/>
                </a:lnTo>
                <a:lnTo>
                  <a:pt x="7752" y="47"/>
                </a:lnTo>
                <a:lnTo>
                  <a:pt x="7753" y="47"/>
                </a:lnTo>
                <a:lnTo>
                  <a:pt x="7754" y="47"/>
                </a:lnTo>
                <a:lnTo>
                  <a:pt x="7755" y="47"/>
                </a:lnTo>
                <a:lnTo>
                  <a:pt x="7756" y="47"/>
                </a:lnTo>
                <a:lnTo>
                  <a:pt x="7757" y="47"/>
                </a:lnTo>
                <a:lnTo>
                  <a:pt x="7758" y="47"/>
                </a:lnTo>
                <a:lnTo>
                  <a:pt x="7759" y="47"/>
                </a:lnTo>
                <a:lnTo>
                  <a:pt x="7760" y="47"/>
                </a:lnTo>
                <a:lnTo>
                  <a:pt x="7761" y="47"/>
                </a:lnTo>
                <a:lnTo>
                  <a:pt x="7762" y="47"/>
                </a:lnTo>
                <a:lnTo>
                  <a:pt x="7763" y="47"/>
                </a:lnTo>
                <a:lnTo>
                  <a:pt x="7764" y="47"/>
                </a:lnTo>
                <a:lnTo>
                  <a:pt x="7765" y="47"/>
                </a:lnTo>
                <a:lnTo>
                  <a:pt x="7766" y="47"/>
                </a:lnTo>
                <a:lnTo>
                  <a:pt x="7767" y="47"/>
                </a:lnTo>
                <a:lnTo>
                  <a:pt x="7768" y="47"/>
                </a:lnTo>
                <a:lnTo>
                  <a:pt x="7769" y="47"/>
                </a:lnTo>
                <a:lnTo>
                  <a:pt x="7770" y="47"/>
                </a:lnTo>
                <a:lnTo>
                  <a:pt x="7771" y="47"/>
                </a:lnTo>
                <a:lnTo>
                  <a:pt x="7772" y="47"/>
                </a:lnTo>
                <a:lnTo>
                  <a:pt x="7773" y="47"/>
                </a:lnTo>
                <a:lnTo>
                  <a:pt x="7774" y="47"/>
                </a:lnTo>
                <a:lnTo>
                  <a:pt x="7775" y="47"/>
                </a:lnTo>
                <a:lnTo>
                  <a:pt x="7776" y="47"/>
                </a:lnTo>
                <a:lnTo>
                  <a:pt x="7777" y="47"/>
                </a:lnTo>
                <a:lnTo>
                  <a:pt x="7778" y="47"/>
                </a:lnTo>
                <a:lnTo>
                  <a:pt x="7779" y="47"/>
                </a:lnTo>
                <a:lnTo>
                  <a:pt x="7780" y="47"/>
                </a:lnTo>
                <a:lnTo>
                  <a:pt x="7781" y="47"/>
                </a:lnTo>
                <a:lnTo>
                  <a:pt x="7782" y="47"/>
                </a:lnTo>
                <a:lnTo>
                  <a:pt x="7783" y="47"/>
                </a:lnTo>
                <a:lnTo>
                  <a:pt x="7784" y="47"/>
                </a:lnTo>
                <a:lnTo>
                  <a:pt x="7785" y="47"/>
                </a:lnTo>
                <a:lnTo>
                  <a:pt x="7786" y="47"/>
                </a:lnTo>
                <a:lnTo>
                  <a:pt x="7787" y="47"/>
                </a:lnTo>
                <a:lnTo>
                  <a:pt x="7788" y="47"/>
                </a:lnTo>
                <a:lnTo>
                  <a:pt x="7789" y="47"/>
                </a:lnTo>
                <a:lnTo>
                  <a:pt x="7790" y="47"/>
                </a:lnTo>
                <a:lnTo>
                  <a:pt x="7791" y="47"/>
                </a:lnTo>
                <a:lnTo>
                  <a:pt x="7792" y="47"/>
                </a:lnTo>
                <a:lnTo>
                  <a:pt x="7793" y="47"/>
                </a:lnTo>
                <a:lnTo>
                  <a:pt x="7794" y="47"/>
                </a:lnTo>
                <a:lnTo>
                  <a:pt x="7795" y="47"/>
                </a:lnTo>
                <a:lnTo>
                  <a:pt x="7796" y="47"/>
                </a:lnTo>
                <a:lnTo>
                  <a:pt x="7797" y="47"/>
                </a:lnTo>
                <a:lnTo>
                  <a:pt x="7798" y="47"/>
                </a:lnTo>
                <a:lnTo>
                  <a:pt x="7799" y="47"/>
                </a:lnTo>
                <a:lnTo>
                  <a:pt x="7800" y="47"/>
                </a:lnTo>
                <a:lnTo>
                  <a:pt x="7801" y="47"/>
                </a:lnTo>
                <a:lnTo>
                  <a:pt x="7802" y="47"/>
                </a:lnTo>
                <a:lnTo>
                  <a:pt x="7803" y="47"/>
                </a:lnTo>
                <a:lnTo>
                  <a:pt x="7804" y="47"/>
                </a:lnTo>
                <a:lnTo>
                  <a:pt x="7805" y="47"/>
                </a:lnTo>
                <a:lnTo>
                  <a:pt x="7806" y="47"/>
                </a:lnTo>
                <a:lnTo>
                  <a:pt x="7807" y="47"/>
                </a:lnTo>
                <a:lnTo>
                  <a:pt x="7808" y="47"/>
                </a:lnTo>
                <a:lnTo>
                  <a:pt x="7809" y="47"/>
                </a:lnTo>
                <a:lnTo>
                  <a:pt x="7810" y="47"/>
                </a:lnTo>
                <a:lnTo>
                  <a:pt x="7811" y="47"/>
                </a:lnTo>
                <a:lnTo>
                  <a:pt x="7812" y="47"/>
                </a:lnTo>
                <a:lnTo>
                  <a:pt x="7813" y="47"/>
                </a:lnTo>
                <a:lnTo>
                  <a:pt x="7814" y="47"/>
                </a:lnTo>
                <a:lnTo>
                  <a:pt x="7815" y="47"/>
                </a:lnTo>
                <a:lnTo>
                  <a:pt x="7816" y="47"/>
                </a:lnTo>
                <a:lnTo>
                  <a:pt x="7817" y="47"/>
                </a:lnTo>
                <a:lnTo>
                  <a:pt x="7818" y="47"/>
                </a:lnTo>
                <a:lnTo>
                  <a:pt x="7819" y="47"/>
                </a:lnTo>
                <a:lnTo>
                  <a:pt x="7820" y="47"/>
                </a:lnTo>
                <a:lnTo>
                  <a:pt x="7821" y="47"/>
                </a:lnTo>
                <a:lnTo>
                  <a:pt x="7822" y="47"/>
                </a:lnTo>
                <a:lnTo>
                  <a:pt x="7823" y="47"/>
                </a:lnTo>
                <a:lnTo>
                  <a:pt x="7824" y="47"/>
                </a:lnTo>
                <a:lnTo>
                  <a:pt x="7825" y="47"/>
                </a:lnTo>
                <a:lnTo>
                  <a:pt x="7826" y="47"/>
                </a:lnTo>
                <a:lnTo>
                  <a:pt x="7827" y="47"/>
                </a:lnTo>
                <a:lnTo>
                  <a:pt x="7828" y="47"/>
                </a:lnTo>
                <a:lnTo>
                  <a:pt x="7829" y="47"/>
                </a:lnTo>
                <a:lnTo>
                  <a:pt x="7830" y="47"/>
                </a:lnTo>
                <a:lnTo>
                  <a:pt x="7831" y="47"/>
                </a:lnTo>
                <a:lnTo>
                  <a:pt x="7832" y="47"/>
                </a:lnTo>
                <a:lnTo>
                  <a:pt x="7833" y="47"/>
                </a:lnTo>
                <a:lnTo>
                  <a:pt x="7834" y="47"/>
                </a:lnTo>
                <a:lnTo>
                  <a:pt x="7835" y="47"/>
                </a:lnTo>
                <a:lnTo>
                  <a:pt x="7836" y="47"/>
                </a:lnTo>
                <a:lnTo>
                  <a:pt x="7837" y="47"/>
                </a:lnTo>
                <a:lnTo>
                  <a:pt x="7838" y="47"/>
                </a:lnTo>
                <a:lnTo>
                  <a:pt x="7839" y="47"/>
                </a:lnTo>
                <a:lnTo>
                  <a:pt x="7840" y="47"/>
                </a:lnTo>
                <a:lnTo>
                  <a:pt x="7841" y="47"/>
                </a:lnTo>
                <a:lnTo>
                  <a:pt x="7842" y="47"/>
                </a:lnTo>
                <a:lnTo>
                  <a:pt x="7843" y="47"/>
                </a:lnTo>
                <a:lnTo>
                  <a:pt x="7844" y="47"/>
                </a:lnTo>
                <a:lnTo>
                  <a:pt x="7845" y="47"/>
                </a:lnTo>
                <a:lnTo>
                  <a:pt x="7846" y="47"/>
                </a:lnTo>
                <a:lnTo>
                  <a:pt x="7847" y="47"/>
                </a:lnTo>
                <a:lnTo>
                  <a:pt x="7848" y="47"/>
                </a:lnTo>
                <a:lnTo>
                  <a:pt x="7849" y="47"/>
                </a:lnTo>
                <a:lnTo>
                  <a:pt x="7850" y="47"/>
                </a:lnTo>
                <a:lnTo>
                  <a:pt x="7851" y="47"/>
                </a:lnTo>
                <a:lnTo>
                  <a:pt x="7852" y="47"/>
                </a:lnTo>
                <a:lnTo>
                  <a:pt x="7853" y="47"/>
                </a:lnTo>
                <a:lnTo>
                  <a:pt x="7854" y="47"/>
                </a:lnTo>
                <a:lnTo>
                  <a:pt x="7855" y="47"/>
                </a:lnTo>
                <a:lnTo>
                  <a:pt x="7856" y="47"/>
                </a:lnTo>
                <a:lnTo>
                  <a:pt x="7857" y="47"/>
                </a:lnTo>
                <a:lnTo>
                  <a:pt x="7858" y="47"/>
                </a:lnTo>
                <a:lnTo>
                  <a:pt x="7859" y="47"/>
                </a:lnTo>
                <a:lnTo>
                  <a:pt x="7860" y="47"/>
                </a:lnTo>
                <a:lnTo>
                  <a:pt x="7861" y="47"/>
                </a:lnTo>
                <a:lnTo>
                  <a:pt x="7862" y="47"/>
                </a:lnTo>
                <a:lnTo>
                  <a:pt x="7863" y="47"/>
                </a:lnTo>
                <a:lnTo>
                  <a:pt x="7864" y="47"/>
                </a:lnTo>
                <a:lnTo>
                  <a:pt x="7865" y="47"/>
                </a:lnTo>
                <a:lnTo>
                  <a:pt x="7866" y="47"/>
                </a:lnTo>
                <a:lnTo>
                  <a:pt x="7867" y="47"/>
                </a:lnTo>
                <a:lnTo>
                  <a:pt x="7868" y="47"/>
                </a:lnTo>
                <a:lnTo>
                  <a:pt x="7869" y="47"/>
                </a:lnTo>
                <a:lnTo>
                  <a:pt x="7870" y="47"/>
                </a:lnTo>
                <a:lnTo>
                  <a:pt x="7871" y="47"/>
                </a:lnTo>
                <a:lnTo>
                  <a:pt x="7872" y="47"/>
                </a:lnTo>
                <a:lnTo>
                  <a:pt x="7873" y="47"/>
                </a:lnTo>
                <a:lnTo>
                  <a:pt x="7874" y="47"/>
                </a:lnTo>
                <a:lnTo>
                  <a:pt x="7875" y="47"/>
                </a:lnTo>
                <a:lnTo>
                  <a:pt x="7876" y="47"/>
                </a:lnTo>
                <a:lnTo>
                  <a:pt x="7877" y="47"/>
                </a:lnTo>
                <a:lnTo>
                  <a:pt x="7878" y="47"/>
                </a:lnTo>
                <a:lnTo>
                  <a:pt x="7879" y="47"/>
                </a:lnTo>
                <a:lnTo>
                  <a:pt x="7880" y="47"/>
                </a:lnTo>
                <a:lnTo>
                  <a:pt x="7881" y="47"/>
                </a:lnTo>
                <a:lnTo>
                  <a:pt x="7882" y="47"/>
                </a:lnTo>
                <a:lnTo>
                  <a:pt x="7883" y="47"/>
                </a:lnTo>
                <a:lnTo>
                  <a:pt x="7884" y="47"/>
                </a:lnTo>
                <a:lnTo>
                  <a:pt x="7885" y="47"/>
                </a:lnTo>
                <a:lnTo>
                  <a:pt x="7886" y="47"/>
                </a:lnTo>
                <a:lnTo>
                  <a:pt x="7887" y="47"/>
                </a:lnTo>
                <a:lnTo>
                  <a:pt x="7888" y="47"/>
                </a:lnTo>
                <a:lnTo>
                  <a:pt x="7889" y="47"/>
                </a:lnTo>
                <a:lnTo>
                  <a:pt x="7890" y="47"/>
                </a:lnTo>
                <a:lnTo>
                  <a:pt x="7891" y="47"/>
                </a:lnTo>
                <a:lnTo>
                  <a:pt x="7892" y="47"/>
                </a:lnTo>
                <a:lnTo>
                  <a:pt x="7893" y="47"/>
                </a:lnTo>
                <a:lnTo>
                  <a:pt x="7894" y="47"/>
                </a:lnTo>
                <a:lnTo>
                  <a:pt x="7895" y="47"/>
                </a:lnTo>
                <a:lnTo>
                  <a:pt x="7896" y="47"/>
                </a:lnTo>
                <a:lnTo>
                  <a:pt x="7897" y="47"/>
                </a:lnTo>
                <a:lnTo>
                  <a:pt x="7898" y="47"/>
                </a:lnTo>
                <a:lnTo>
                  <a:pt x="7899" y="47"/>
                </a:lnTo>
                <a:lnTo>
                  <a:pt x="7900" y="47"/>
                </a:lnTo>
                <a:lnTo>
                  <a:pt x="7901" y="47"/>
                </a:lnTo>
                <a:lnTo>
                  <a:pt x="7902" y="47"/>
                </a:lnTo>
                <a:lnTo>
                  <a:pt x="7903" y="47"/>
                </a:lnTo>
                <a:lnTo>
                  <a:pt x="7904" y="47"/>
                </a:lnTo>
                <a:lnTo>
                  <a:pt x="7905" y="47"/>
                </a:lnTo>
                <a:lnTo>
                  <a:pt x="7906" y="47"/>
                </a:lnTo>
                <a:lnTo>
                  <a:pt x="7907" y="47"/>
                </a:lnTo>
                <a:lnTo>
                  <a:pt x="7908" y="47"/>
                </a:lnTo>
                <a:lnTo>
                  <a:pt x="7909" y="47"/>
                </a:lnTo>
                <a:lnTo>
                  <a:pt x="7910" y="47"/>
                </a:lnTo>
                <a:lnTo>
                  <a:pt x="7911" y="47"/>
                </a:lnTo>
                <a:lnTo>
                  <a:pt x="7912" y="47"/>
                </a:lnTo>
                <a:lnTo>
                  <a:pt x="7913" y="47"/>
                </a:lnTo>
                <a:lnTo>
                  <a:pt x="7914" y="47"/>
                </a:lnTo>
                <a:lnTo>
                  <a:pt x="7915" y="47"/>
                </a:lnTo>
                <a:lnTo>
                  <a:pt x="7916" y="47"/>
                </a:lnTo>
                <a:lnTo>
                  <a:pt x="7917" y="47"/>
                </a:lnTo>
                <a:lnTo>
                  <a:pt x="7918" y="47"/>
                </a:lnTo>
                <a:lnTo>
                  <a:pt x="7919" y="47"/>
                </a:lnTo>
                <a:lnTo>
                  <a:pt x="7920" y="47"/>
                </a:lnTo>
                <a:lnTo>
                  <a:pt x="7921" y="47"/>
                </a:lnTo>
                <a:lnTo>
                  <a:pt x="7922" y="47"/>
                </a:lnTo>
                <a:lnTo>
                  <a:pt x="7923" y="47"/>
                </a:lnTo>
                <a:lnTo>
                  <a:pt x="7924" y="47"/>
                </a:lnTo>
                <a:lnTo>
                  <a:pt x="7925" y="47"/>
                </a:lnTo>
                <a:lnTo>
                  <a:pt x="7926" y="47"/>
                </a:lnTo>
                <a:lnTo>
                  <a:pt x="7927" y="47"/>
                </a:lnTo>
                <a:lnTo>
                  <a:pt x="7928" y="47"/>
                </a:lnTo>
                <a:lnTo>
                  <a:pt x="7929" y="47"/>
                </a:lnTo>
                <a:lnTo>
                  <a:pt x="7930" y="47"/>
                </a:lnTo>
                <a:lnTo>
                  <a:pt x="7931" y="47"/>
                </a:lnTo>
                <a:lnTo>
                  <a:pt x="7932" y="47"/>
                </a:lnTo>
                <a:lnTo>
                  <a:pt x="7933" y="47"/>
                </a:lnTo>
                <a:lnTo>
                  <a:pt x="7934" y="47"/>
                </a:lnTo>
                <a:lnTo>
                  <a:pt x="7935" y="47"/>
                </a:lnTo>
                <a:lnTo>
                  <a:pt x="7936" y="47"/>
                </a:lnTo>
                <a:lnTo>
                  <a:pt x="7937" y="47"/>
                </a:lnTo>
                <a:lnTo>
                  <a:pt x="7938" y="47"/>
                </a:lnTo>
                <a:lnTo>
                  <a:pt x="7939" y="47"/>
                </a:lnTo>
                <a:lnTo>
                  <a:pt x="7940" y="47"/>
                </a:lnTo>
                <a:lnTo>
                  <a:pt x="7941" y="47"/>
                </a:lnTo>
                <a:lnTo>
                  <a:pt x="7942" y="47"/>
                </a:lnTo>
                <a:lnTo>
                  <a:pt x="7943" y="47"/>
                </a:lnTo>
                <a:lnTo>
                  <a:pt x="7944" y="47"/>
                </a:lnTo>
                <a:lnTo>
                  <a:pt x="7945" y="47"/>
                </a:lnTo>
                <a:lnTo>
                  <a:pt x="7946" y="47"/>
                </a:lnTo>
                <a:lnTo>
                  <a:pt x="7947" y="47"/>
                </a:lnTo>
                <a:lnTo>
                  <a:pt x="7948" y="47"/>
                </a:lnTo>
                <a:lnTo>
                  <a:pt x="7949" y="47"/>
                </a:lnTo>
                <a:lnTo>
                  <a:pt x="7950" y="47"/>
                </a:lnTo>
                <a:lnTo>
                  <a:pt x="7951" y="47"/>
                </a:lnTo>
                <a:lnTo>
                  <a:pt x="7952" y="47"/>
                </a:lnTo>
                <a:lnTo>
                  <a:pt x="7953" y="47"/>
                </a:lnTo>
                <a:lnTo>
                  <a:pt x="7954" y="47"/>
                </a:lnTo>
                <a:lnTo>
                  <a:pt x="7955" y="47"/>
                </a:lnTo>
                <a:lnTo>
                  <a:pt x="7956" y="47"/>
                </a:lnTo>
                <a:lnTo>
                  <a:pt x="7957" y="47"/>
                </a:lnTo>
                <a:lnTo>
                  <a:pt x="7958" y="47"/>
                </a:lnTo>
                <a:lnTo>
                  <a:pt x="7959" y="47"/>
                </a:lnTo>
                <a:lnTo>
                  <a:pt x="7960" y="47"/>
                </a:lnTo>
                <a:lnTo>
                  <a:pt x="7961" y="47"/>
                </a:lnTo>
                <a:lnTo>
                  <a:pt x="7962" y="47"/>
                </a:lnTo>
                <a:lnTo>
                  <a:pt x="7963" y="47"/>
                </a:lnTo>
                <a:lnTo>
                  <a:pt x="7964" y="47"/>
                </a:lnTo>
                <a:lnTo>
                  <a:pt x="7965" y="47"/>
                </a:lnTo>
                <a:lnTo>
                  <a:pt x="7966" y="47"/>
                </a:lnTo>
                <a:lnTo>
                  <a:pt x="7967" y="47"/>
                </a:lnTo>
                <a:lnTo>
                  <a:pt x="7968" y="47"/>
                </a:lnTo>
                <a:lnTo>
                  <a:pt x="7969" y="47"/>
                </a:lnTo>
                <a:lnTo>
                  <a:pt x="7970" y="47"/>
                </a:lnTo>
                <a:lnTo>
                  <a:pt x="7971" y="47"/>
                </a:lnTo>
                <a:lnTo>
                  <a:pt x="7972" y="47"/>
                </a:lnTo>
                <a:lnTo>
                  <a:pt x="7973" y="47"/>
                </a:lnTo>
                <a:lnTo>
                  <a:pt x="7974" y="47"/>
                </a:lnTo>
                <a:lnTo>
                  <a:pt x="7975" y="47"/>
                </a:lnTo>
                <a:lnTo>
                  <a:pt x="7976" y="47"/>
                </a:lnTo>
                <a:lnTo>
                  <a:pt x="7977" y="47"/>
                </a:lnTo>
                <a:lnTo>
                  <a:pt x="7978" y="47"/>
                </a:lnTo>
                <a:lnTo>
                  <a:pt x="7979" y="47"/>
                </a:lnTo>
                <a:lnTo>
                  <a:pt x="7980" y="47"/>
                </a:lnTo>
                <a:lnTo>
                  <a:pt x="7981" y="47"/>
                </a:lnTo>
                <a:lnTo>
                  <a:pt x="7982" y="47"/>
                </a:lnTo>
                <a:lnTo>
                  <a:pt x="7983" y="47"/>
                </a:lnTo>
                <a:lnTo>
                  <a:pt x="7984" y="47"/>
                </a:lnTo>
                <a:lnTo>
                  <a:pt x="7985" y="47"/>
                </a:lnTo>
                <a:lnTo>
                  <a:pt x="7986" y="47"/>
                </a:lnTo>
                <a:lnTo>
                  <a:pt x="7987" y="47"/>
                </a:lnTo>
                <a:lnTo>
                  <a:pt x="7988" y="47"/>
                </a:lnTo>
                <a:lnTo>
                  <a:pt x="7989" y="47"/>
                </a:lnTo>
                <a:lnTo>
                  <a:pt x="7990" y="47"/>
                </a:lnTo>
                <a:lnTo>
                  <a:pt x="7991" y="47"/>
                </a:lnTo>
                <a:lnTo>
                  <a:pt x="7992" y="47"/>
                </a:lnTo>
                <a:lnTo>
                  <a:pt x="7993" y="47"/>
                </a:lnTo>
                <a:lnTo>
                  <a:pt x="7994" y="47"/>
                </a:lnTo>
                <a:lnTo>
                  <a:pt x="7995" y="47"/>
                </a:lnTo>
                <a:lnTo>
                  <a:pt x="7996" y="47"/>
                </a:lnTo>
                <a:lnTo>
                  <a:pt x="7997" y="47"/>
                </a:lnTo>
                <a:lnTo>
                  <a:pt x="7998" y="47"/>
                </a:lnTo>
                <a:lnTo>
                  <a:pt x="7999" y="47"/>
                </a:lnTo>
                <a:lnTo>
                  <a:pt x="8000" y="47"/>
                </a:lnTo>
                <a:lnTo>
                  <a:pt x="8001" y="47"/>
                </a:lnTo>
                <a:lnTo>
                  <a:pt x="8002" y="47"/>
                </a:lnTo>
                <a:lnTo>
                  <a:pt x="8003" y="47"/>
                </a:lnTo>
                <a:lnTo>
                  <a:pt x="8004" y="47"/>
                </a:lnTo>
                <a:lnTo>
                  <a:pt x="8005" y="47"/>
                </a:lnTo>
                <a:lnTo>
                  <a:pt x="8006" y="47"/>
                </a:lnTo>
                <a:lnTo>
                  <a:pt x="8007" y="47"/>
                </a:lnTo>
                <a:lnTo>
                  <a:pt x="8008" y="47"/>
                </a:lnTo>
                <a:lnTo>
                  <a:pt x="8009" y="47"/>
                </a:lnTo>
                <a:lnTo>
                  <a:pt x="8010" y="47"/>
                </a:lnTo>
                <a:lnTo>
                  <a:pt x="8011" y="47"/>
                </a:lnTo>
                <a:lnTo>
                  <a:pt x="8012" y="47"/>
                </a:lnTo>
                <a:lnTo>
                  <a:pt x="8013" y="47"/>
                </a:lnTo>
                <a:lnTo>
                  <a:pt x="8014" y="47"/>
                </a:lnTo>
                <a:lnTo>
                  <a:pt x="8015" y="47"/>
                </a:lnTo>
                <a:lnTo>
                  <a:pt x="8016" y="47"/>
                </a:lnTo>
                <a:lnTo>
                  <a:pt x="8017" y="47"/>
                </a:lnTo>
                <a:lnTo>
                  <a:pt x="8018" y="47"/>
                </a:lnTo>
                <a:lnTo>
                  <a:pt x="8019" y="47"/>
                </a:lnTo>
                <a:lnTo>
                  <a:pt x="8020" y="47"/>
                </a:lnTo>
                <a:lnTo>
                  <a:pt x="8021" y="47"/>
                </a:lnTo>
                <a:lnTo>
                  <a:pt x="8022" y="47"/>
                </a:lnTo>
                <a:lnTo>
                  <a:pt x="8023" y="47"/>
                </a:lnTo>
                <a:lnTo>
                  <a:pt x="8024" y="47"/>
                </a:lnTo>
                <a:lnTo>
                  <a:pt x="8025" y="47"/>
                </a:lnTo>
                <a:lnTo>
                  <a:pt x="8026" y="47"/>
                </a:lnTo>
                <a:lnTo>
                  <a:pt x="8027" y="47"/>
                </a:lnTo>
                <a:lnTo>
                  <a:pt x="8028" y="47"/>
                </a:lnTo>
                <a:lnTo>
                  <a:pt x="8029" y="47"/>
                </a:lnTo>
                <a:lnTo>
                  <a:pt x="8030" y="47"/>
                </a:lnTo>
                <a:lnTo>
                  <a:pt x="8031" y="47"/>
                </a:lnTo>
                <a:lnTo>
                  <a:pt x="8032" y="47"/>
                </a:lnTo>
                <a:lnTo>
                  <a:pt x="8033" y="47"/>
                </a:lnTo>
                <a:lnTo>
                  <a:pt x="8034" y="47"/>
                </a:lnTo>
                <a:lnTo>
                  <a:pt x="8035" y="47"/>
                </a:lnTo>
                <a:lnTo>
                  <a:pt x="8036" y="47"/>
                </a:lnTo>
                <a:lnTo>
                  <a:pt x="8037" y="47"/>
                </a:lnTo>
                <a:lnTo>
                  <a:pt x="8038" y="47"/>
                </a:lnTo>
                <a:lnTo>
                  <a:pt x="8039" y="47"/>
                </a:lnTo>
                <a:lnTo>
                  <a:pt x="8040" y="47"/>
                </a:lnTo>
                <a:lnTo>
                  <a:pt x="8041" y="47"/>
                </a:lnTo>
                <a:lnTo>
                  <a:pt x="8042" y="47"/>
                </a:lnTo>
                <a:lnTo>
                  <a:pt x="8043" y="47"/>
                </a:lnTo>
                <a:lnTo>
                  <a:pt x="8044" y="47"/>
                </a:lnTo>
                <a:lnTo>
                  <a:pt x="8045" y="47"/>
                </a:lnTo>
                <a:lnTo>
                  <a:pt x="8046" y="47"/>
                </a:lnTo>
                <a:lnTo>
                  <a:pt x="8047" y="47"/>
                </a:lnTo>
                <a:lnTo>
                  <a:pt x="8048" y="47"/>
                </a:lnTo>
                <a:lnTo>
                  <a:pt x="8049" y="47"/>
                </a:lnTo>
                <a:lnTo>
                  <a:pt x="8050" y="47"/>
                </a:lnTo>
                <a:lnTo>
                  <a:pt x="8051" y="47"/>
                </a:lnTo>
                <a:lnTo>
                  <a:pt x="8052" y="47"/>
                </a:lnTo>
                <a:lnTo>
                  <a:pt x="8053" y="47"/>
                </a:lnTo>
                <a:lnTo>
                  <a:pt x="8054" y="47"/>
                </a:lnTo>
                <a:lnTo>
                  <a:pt x="8055" y="47"/>
                </a:lnTo>
                <a:lnTo>
                  <a:pt x="8056" y="47"/>
                </a:lnTo>
                <a:lnTo>
                  <a:pt x="8057" y="47"/>
                </a:lnTo>
                <a:lnTo>
                  <a:pt x="8058" y="47"/>
                </a:lnTo>
                <a:lnTo>
                  <a:pt x="8059" y="47"/>
                </a:lnTo>
                <a:lnTo>
                  <a:pt x="8060" y="47"/>
                </a:lnTo>
                <a:lnTo>
                  <a:pt x="8061" y="47"/>
                </a:lnTo>
                <a:lnTo>
                  <a:pt x="8062" y="47"/>
                </a:lnTo>
                <a:lnTo>
                  <a:pt x="8063" y="47"/>
                </a:lnTo>
                <a:lnTo>
                  <a:pt x="8064" y="47"/>
                </a:lnTo>
                <a:lnTo>
                  <a:pt x="8065" y="47"/>
                </a:lnTo>
                <a:lnTo>
                  <a:pt x="8066" y="47"/>
                </a:lnTo>
                <a:lnTo>
                  <a:pt x="8067" y="47"/>
                </a:lnTo>
                <a:lnTo>
                  <a:pt x="8068" y="47"/>
                </a:lnTo>
                <a:lnTo>
                  <a:pt x="8069" y="47"/>
                </a:lnTo>
                <a:lnTo>
                  <a:pt x="8070" y="47"/>
                </a:lnTo>
                <a:lnTo>
                  <a:pt x="8071" y="47"/>
                </a:lnTo>
                <a:lnTo>
                  <a:pt x="8072" y="47"/>
                </a:lnTo>
                <a:lnTo>
                  <a:pt x="8073" y="47"/>
                </a:lnTo>
                <a:lnTo>
                  <a:pt x="8074" y="47"/>
                </a:lnTo>
                <a:lnTo>
                  <a:pt x="8075" y="47"/>
                </a:lnTo>
                <a:lnTo>
                  <a:pt x="8076" y="47"/>
                </a:lnTo>
                <a:lnTo>
                  <a:pt x="8077" y="47"/>
                </a:lnTo>
                <a:lnTo>
                  <a:pt x="8078" y="47"/>
                </a:lnTo>
                <a:lnTo>
                  <a:pt x="8079" y="47"/>
                </a:lnTo>
                <a:lnTo>
                  <a:pt x="8080" y="47"/>
                </a:lnTo>
                <a:lnTo>
                  <a:pt x="8081" y="47"/>
                </a:lnTo>
                <a:lnTo>
                  <a:pt x="8082" y="47"/>
                </a:lnTo>
                <a:lnTo>
                  <a:pt x="8083" y="47"/>
                </a:lnTo>
                <a:lnTo>
                  <a:pt x="8084" y="47"/>
                </a:lnTo>
                <a:lnTo>
                  <a:pt x="8085" y="47"/>
                </a:lnTo>
                <a:lnTo>
                  <a:pt x="8086" y="47"/>
                </a:lnTo>
                <a:lnTo>
                  <a:pt x="8087" y="47"/>
                </a:lnTo>
                <a:lnTo>
                  <a:pt x="8088" y="47"/>
                </a:lnTo>
                <a:lnTo>
                  <a:pt x="8089" y="47"/>
                </a:lnTo>
                <a:lnTo>
                  <a:pt x="8090" y="47"/>
                </a:lnTo>
                <a:lnTo>
                  <a:pt x="8091" y="47"/>
                </a:lnTo>
                <a:lnTo>
                  <a:pt x="8092" y="47"/>
                </a:lnTo>
                <a:lnTo>
                  <a:pt x="8093" y="47"/>
                </a:lnTo>
                <a:lnTo>
                  <a:pt x="8094" y="47"/>
                </a:lnTo>
                <a:lnTo>
                  <a:pt x="8095" y="47"/>
                </a:lnTo>
                <a:lnTo>
                  <a:pt x="8096" y="47"/>
                </a:lnTo>
                <a:lnTo>
                  <a:pt x="8097" y="47"/>
                </a:lnTo>
                <a:lnTo>
                  <a:pt x="8098" y="47"/>
                </a:lnTo>
                <a:lnTo>
                  <a:pt x="8099" y="47"/>
                </a:lnTo>
                <a:lnTo>
                  <a:pt x="8100" y="47"/>
                </a:lnTo>
                <a:lnTo>
                  <a:pt x="8101" y="47"/>
                </a:lnTo>
                <a:lnTo>
                  <a:pt x="8102" y="47"/>
                </a:lnTo>
                <a:lnTo>
                  <a:pt x="8103" y="47"/>
                </a:lnTo>
                <a:lnTo>
                  <a:pt x="8104" y="47"/>
                </a:lnTo>
                <a:lnTo>
                  <a:pt x="8105" y="47"/>
                </a:lnTo>
                <a:lnTo>
                  <a:pt x="8106" y="47"/>
                </a:lnTo>
                <a:lnTo>
                  <a:pt x="8107" y="47"/>
                </a:lnTo>
                <a:lnTo>
                  <a:pt x="8108" y="47"/>
                </a:lnTo>
                <a:lnTo>
                  <a:pt x="8109" y="47"/>
                </a:lnTo>
                <a:lnTo>
                  <a:pt x="8110" y="47"/>
                </a:lnTo>
                <a:lnTo>
                  <a:pt x="8111" y="47"/>
                </a:lnTo>
                <a:lnTo>
                  <a:pt x="8112" y="47"/>
                </a:lnTo>
                <a:lnTo>
                  <a:pt x="8113" y="47"/>
                </a:lnTo>
                <a:lnTo>
                  <a:pt x="8114" y="47"/>
                </a:lnTo>
                <a:lnTo>
                  <a:pt x="8115" y="47"/>
                </a:lnTo>
                <a:lnTo>
                  <a:pt x="8116" y="47"/>
                </a:lnTo>
                <a:lnTo>
                  <a:pt x="8117" y="47"/>
                </a:lnTo>
                <a:lnTo>
                  <a:pt x="8118" y="47"/>
                </a:lnTo>
                <a:lnTo>
                  <a:pt x="8119" y="47"/>
                </a:lnTo>
                <a:lnTo>
                  <a:pt x="8120" y="47"/>
                </a:lnTo>
                <a:lnTo>
                  <a:pt x="8121" y="47"/>
                </a:lnTo>
                <a:lnTo>
                  <a:pt x="8122" y="47"/>
                </a:lnTo>
                <a:lnTo>
                  <a:pt x="8123" y="47"/>
                </a:lnTo>
                <a:lnTo>
                  <a:pt x="8124" y="47"/>
                </a:lnTo>
                <a:lnTo>
                  <a:pt x="8125" y="47"/>
                </a:lnTo>
                <a:lnTo>
                  <a:pt x="8126" y="47"/>
                </a:lnTo>
                <a:lnTo>
                  <a:pt x="8127" y="47"/>
                </a:lnTo>
                <a:lnTo>
                  <a:pt x="8128" y="47"/>
                </a:lnTo>
                <a:lnTo>
                  <a:pt x="8129" y="47"/>
                </a:lnTo>
                <a:lnTo>
                  <a:pt x="8130" y="47"/>
                </a:lnTo>
                <a:lnTo>
                  <a:pt x="8131" y="47"/>
                </a:lnTo>
                <a:lnTo>
                  <a:pt x="8132" y="47"/>
                </a:lnTo>
                <a:lnTo>
                  <a:pt x="8133" y="47"/>
                </a:lnTo>
                <a:lnTo>
                  <a:pt x="8134" y="47"/>
                </a:lnTo>
                <a:lnTo>
                  <a:pt x="8135" y="47"/>
                </a:lnTo>
                <a:lnTo>
                  <a:pt x="8136" y="47"/>
                </a:lnTo>
                <a:lnTo>
                  <a:pt x="8137" y="47"/>
                </a:lnTo>
                <a:lnTo>
                  <a:pt x="8138" y="47"/>
                </a:lnTo>
                <a:lnTo>
                  <a:pt x="8139" y="47"/>
                </a:lnTo>
                <a:lnTo>
                  <a:pt x="8140" y="47"/>
                </a:lnTo>
                <a:lnTo>
                  <a:pt x="8141" y="47"/>
                </a:lnTo>
                <a:lnTo>
                  <a:pt x="8142" y="47"/>
                </a:lnTo>
                <a:lnTo>
                  <a:pt x="8143" y="47"/>
                </a:lnTo>
                <a:lnTo>
                  <a:pt x="8144" y="47"/>
                </a:lnTo>
                <a:lnTo>
                  <a:pt x="8145" y="47"/>
                </a:lnTo>
                <a:lnTo>
                  <a:pt x="8146" y="47"/>
                </a:lnTo>
                <a:lnTo>
                  <a:pt x="8147" y="47"/>
                </a:lnTo>
                <a:lnTo>
                  <a:pt x="8148" y="47"/>
                </a:lnTo>
                <a:lnTo>
                  <a:pt x="8149" y="47"/>
                </a:lnTo>
                <a:lnTo>
                  <a:pt x="8150" y="47"/>
                </a:lnTo>
                <a:lnTo>
                  <a:pt x="8151" y="47"/>
                </a:lnTo>
                <a:lnTo>
                  <a:pt x="8152" y="47"/>
                </a:lnTo>
                <a:lnTo>
                  <a:pt x="8153" y="47"/>
                </a:lnTo>
                <a:lnTo>
                  <a:pt x="8154" y="47"/>
                </a:lnTo>
                <a:lnTo>
                  <a:pt x="8155" y="47"/>
                </a:lnTo>
                <a:lnTo>
                  <a:pt x="8156" y="47"/>
                </a:lnTo>
                <a:lnTo>
                  <a:pt x="8157" y="47"/>
                </a:lnTo>
                <a:lnTo>
                  <a:pt x="8158" y="47"/>
                </a:lnTo>
                <a:lnTo>
                  <a:pt x="8159" y="47"/>
                </a:lnTo>
                <a:lnTo>
                  <a:pt x="8160" y="47"/>
                </a:lnTo>
                <a:lnTo>
                  <a:pt x="8161" y="47"/>
                </a:lnTo>
                <a:lnTo>
                  <a:pt x="8162" y="47"/>
                </a:lnTo>
                <a:lnTo>
                  <a:pt x="8163" y="47"/>
                </a:lnTo>
                <a:lnTo>
                  <a:pt x="8164" y="47"/>
                </a:lnTo>
                <a:lnTo>
                  <a:pt x="8165" y="47"/>
                </a:lnTo>
                <a:lnTo>
                  <a:pt x="8166" y="47"/>
                </a:lnTo>
                <a:lnTo>
                  <a:pt x="8167" y="47"/>
                </a:lnTo>
                <a:lnTo>
                  <a:pt x="8168" y="47"/>
                </a:lnTo>
                <a:lnTo>
                  <a:pt x="8169" y="47"/>
                </a:lnTo>
                <a:lnTo>
                  <a:pt x="8170" y="47"/>
                </a:lnTo>
                <a:lnTo>
                  <a:pt x="8171" y="47"/>
                </a:lnTo>
                <a:lnTo>
                  <a:pt x="8172" y="47"/>
                </a:lnTo>
                <a:lnTo>
                  <a:pt x="8173" y="47"/>
                </a:lnTo>
                <a:lnTo>
                  <a:pt x="8174" y="47"/>
                </a:lnTo>
                <a:lnTo>
                  <a:pt x="8175" y="47"/>
                </a:lnTo>
                <a:lnTo>
                  <a:pt x="8176" y="47"/>
                </a:lnTo>
                <a:lnTo>
                  <a:pt x="8177" y="47"/>
                </a:lnTo>
                <a:lnTo>
                  <a:pt x="8178" y="47"/>
                </a:lnTo>
                <a:lnTo>
                  <a:pt x="8179" y="47"/>
                </a:lnTo>
                <a:lnTo>
                  <a:pt x="8180" y="47"/>
                </a:lnTo>
                <a:lnTo>
                  <a:pt x="8181" y="47"/>
                </a:lnTo>
                <a:lnTo>
                  <a:pt x="8182" y="47"/>
                </a:lnTo>
                <a:lnTo>
                  <a:pt x="8183" y="47"/>
                </a:lnTo>
                <a:lnTo>
                  <a:pt x="8184" y="47"/>
                </a:lnTo>
                <a:lnTo>
                  <a:pt x="8185" y="47"/>
                </a:lnTo>
                <a:lnTo>
                  <a:pt x="8186" y="47"/>
                </a:lnTo>
                <a:lnTo>
                  <a:pt x="8187" y="47"/>
                </a:lnTo>
                <a:lnTo>
                  <a:pt x="8188" y="47"/>
                </a:lnTo>
                <a:lnTo>
                  <a:pt x="8189" y="47"/>
                </a:lnTo>
                <a:lnTo>
                  <a:pt x="8190" y="47"/>
                </a:lnTo>
                <a:lnTo>
                  <a:pt x="8191" y="47"/>
                </a:lnTo>
                <a:lnTo>
                  <a:pt x="8192" y="47"/>
                </a:lnTo>
                <a:lnTo>
                  <a:pt x="8193" y="47"/>
                </a:lnTo>
                <a:lnTo>
                  <a:pt x="8194" y="47"/>
                </a:lnTo>
                <a:lnTo>
                  <a:pt x="8195" y="47"/>
                </a:lnTo>
                <a:lnTo>
                  <a:pt x="8196" y="47"/>
                </a:lnTo>
                <a:lnTo>
                  <a:pt x="8197" y="47"/>
                </a:lnTo>
                <a:lnTo>
                  <a:pt x="8198" y="47"/>
                </a:lnTo>
                <a:lnTo>
                  <a:pt x="8199" y="47"/>
                </a:lnTo>
                <a:lnTo>
                  <a:pt x="8200" y="47"/>
                </a:lnTo>
                <a:lnTo>
                  <a:pt x="8201" y="47"/>
                </a:lnTo>
                <a:lnTo>
                  <a:pt x="8202" y="47"/>
                </a:lnTo>
                <a:lnTo>
                  <a:pt x="8203" y="47"/>
                </a:lnTo>
                <a:lnTo>
                  <a:pt x="8204" y="47"/>
                </a:lnTo>
                <a:lnTo>
                  <a:pt x="8205" y="47"/>
                </a:lnTo>
                <a:lnTo>
                  <a:pt x="8206" y="47"/>
                </a:lnTo>
                <a:lnTo>
                  <a:pt x="8207" y="47"/>
                </a:lnTo>
                <a:lnTo>
                  <a:pt x="8208" y="47"/>
                </a:lnTo>
                <a:lnTo>
                  <a:pt x="8209" y="47"/>
                </a:lnTo>
                <a:lnTo>
                  <a:pt x="8210" y="47"/>
                </a:lnTo>
                <a:lnTo>
                  <a:pt x="8211" y="47"/>
                </a:lnTo>
                <a:lnTo>
                  <a:pt x="8212" y="47"/>
                </a:lnTo>
                <a:lnTo>
                  <a:pt x="8213" y="47"/>
                </a:lnTo>
                <a:lnTo>
                  <a:pt x="8214" y="47"/>
                </a:lnTo>
                <a:lnTo>
                  <a:pt x="8215" y="47"/>
                </a:lnTo>
                <a:lnTo>
                  <a:pt x="8216" y="47"/>
                </a:lnTo>
                <a:lnTo>
                  <a:pt x="8217" y="47"/>
                </a:lnTo>
                <a:lnTo>
                  <a:pt x="8218" y="47"/>
                </a:lnTo>
                <a:lnTo>
                  <a:pt x="8219" y="47"/>
                </a:lnTo>
                <a:lnTo>
                  <a:pt x="8220" y="47"/>
                </a:lnTo>
                <a:lnTo>
                  <a:pt x="8221" y="47"/>
                </a:lnTo>
                <a:lnTo>
                  <a:pt x="8222" y="47"/>
                </a:lnTo>
                <a:lnTo>
                  <a:pt x="8223" y="47"/>
                </a:lnTo>
                <a:lnTo>
                  <a:pt x="8224" y="47"/>
                </a:lnTo>
                <a:lnTo>
                  <a:pt x="8225" y="47"/>
                </a:lnTo>
                <a:lnTo>
                  <a:pt x="8226" y="47"/>
                </a:lnTo>
                <a:lnTo>
                  <a:pt x="8227" y="47"/>
                </a:lnTo>
                <a:lnTo>
                  <a:pt x="8228" y="47"/>
                </a:lnTo>
                <a:lnTo>
                  <a:pt x="8229" y="47"/>
                </a:lnTo>
                <a:lnTo>
                  <a:pt x="8230" y="47"/>
                </a:lnTo>
                <a:lnTo>
                  <a:pt x="8231" y="47"/>
                </a:lnTo>
                <a:lnTo>
                  <a:pt x="8232" y="47"/>
                </a:lnTo>
                <a:lnTo>
                  <a:pt x="8233" y="47"/>
                </a:lnTo>
                <a:lnTo>
                  <a:pt x="8234" y="47"/>
                </a:lnTo>
                <a:lnTo>
                  <a:pt x="8235" y="47"/>
                </a:lnTo>
                <a:lnTo>
                  <a:pt x="8236" y="47"/>
                </a:lnTo>
                <a:lnTo>
                  <a:pt x="8237" y="47"/>
                </a:lnTo>
                <a:lnTo>
                  <a:pt x="8238" y="47"/>
                </a:lnTo>
                <a:lnTo>
                  <a:pt x="8239" y="47"/>
                </a:lnTo>
                <a:lnTo>
                  <a:pt x="8240" y="47"/>
                </a:lnTo>
                <a:lnTo>
                  <a:pt x="8241" y="47"/>
                </a:lnTo>
                <a:lnTo>
                  <a:pt x="8242" y="47"/>
                </a:lnTo>
                <a:lnTo>
                  <a:pt x="8243" y="47"/>
                </a:lnTo>
                <a:lnTo>
                  <a:pt x="8244" y="47"/>
                </a:lnTo>
                <a:lnTo>
                  <a:pt x="8245" y="47"/>
                </a:lnTo>
                <a:lnTo>
                  <a:pt x="8246" y="47"/>
                </a:lnTo>
                <a:lnTo>
                  <a:pt x="8247" y="47"/>
                </a:lnTo>
                <a:lnTo>
                  <a:pt x="8248" y="47"/>
                </a:lnTo>
                <a:lnTo>
                  <a:pt x="8249" y="47"/>
                </a:lnTo>
                <a:lnTo>
                  <a:pt x="8250" y="47"/>
                </a:lnTo>
                <a:lnTo>
                  <a:pt x="8251" y="47"/>
                </a:lnTo>
                <a:lnTo>
                  <a:pt x="8252" y="47"/>
                </a:lnTo>
                <a:lnTo>
                  <a:pt x="8253" y="47"/>
                </a:lnTo>
                <a:lnTo>
                  <a:pt x="8254" y="47"/>
                </a:lnTo>
                <a:lnTo>
                  <a:pt x="8255" y="47"/>
                </a:lnTo>
                <a:lnTo>
                  <a:pt x="8256" y="47"/>
                </a:lnTo>
                <a:lnTo>
                  <a:pt x="8257" y="47"/>
                </a:lnTo>
                <a:lnTo>
                  <a:pt x="8258" y="47"/>
                </a:lnTo>
                <a:lnTo>
                  <a:pt x="8259" y="47"/>
                </a:lnTo>
                <a:lnTo>
                  <a:pt x="8260" y="47"/>
                </a:lnTo>
                <a:lnTo>
                  <a:pt x="8261" y="47"/>
                </a:lnTo>
                <a:lnTo>
                  <a:pt x="8262" y="47"/>
                </a:lnTo>
                <a:lnTo>
                  <a:pt x="8263" y="47"/>
                </a:lnTo>
                <a:lnTo>
                  <a:pt x="8264" y="47"/>
                </a:lnTo>
                <a:lnTo>
                  <a:pt x="8265" y="47"/>
                </a:lnTo>
                <a:lnTo>
                  <a:pt x="8266" y="47"/>
                </a:lnTo>
                <a:lnTo>
                  <a:pt x="8267" y="47"/>
                </a:lnTo>
                <a:lnTo>
                  <a:pt x="8268" y="47"/>
                </a:lnTo>
                <a:lnTo>
                  <a:pt x="8269" y="47"/>
                </a:lnTo>
                <a:lnTo>
                  <a:pt x="8270" y="47"/>
                </a:lnTo>
                <a:lnTo>
                  <a:pt x="8271" y="47"/>
                </a:lnTo>
                <a:lnTo>
                  <a:pt x="8272" y="47"/>
                </a:lnTo>
                <a:lnTo>
                  <a:pt x="8273" y="47"/>
                </a:lnTo>
                <a:lnTo>
                  <a:pt x="8274" y="47"/>
                </a:lnTo>
                <a:lnTo>
                  <a:pt x="8275" y="47"/>
                </a:lnTo>
                <a:lnTo>
                  <a:pt x="8276" y="47"/>
                </a:lnTo>
                <a:lnTo>
                  <a:pt x="8277" y="47"/>
                </a:lnTo>
                <a:lnTo>
                  <a:pt x="8278" y="47"/>
                </a:lnTo>
                <a:lnTo>
                  <a:pt x="8279" y="47"/>
                </a:lnTo>
                <a:lnTo>
                  <a:pt x="8280" y="47"/>
                </a:lnTo>
                <a:lnTo>
                  <a:pt x="8281" y="47"/>
                </a:lnTo>
                <a:lnTo>
                  <a:pt x="8282" y="47"/>
                </a:lnTo>
                <a:lnTo>
                  <a:pt x="8283" y="47"/>
                </a:lnTo>
                <a:lnTo>
                  <a:pt x="8284" y="47"/>
                </a:lnTo>
                <a:lnTo>
                  <a:pt x="8285" y="47"/>
                </a:lnTo>
                <a:lnTo>
                  <a:pt x="8286" y="47"/>
                </a:lnTo>
                <a:lnTo>
                  <a:pt x="8287" y="47"/>
                </a:lnTo>
                <a:lnTo>
                  <a:pt x="8288" y="47"/>
                </a:lnTo>
                <a:lnTo>
                  <a:pt x="8289" y="47"/>
                </a:lnTo>
                <a:lnTo>
                  <a:pt x="8290" y="47"/>
                </a:lnTo>
                <a:lnTo>
                  <a:pt x="8291" y="47"/>
                </a:lnTo>
                <a:lnTo>
                  <a:pt x="8292" y="47"/>
                </a:lnTo>
                <a:lnTo>
                  <a:pt x="8293" y="47"/>
                </a:lnTo>
                <a:lnTo>
                  <a:pt x="8294" y="47"/>
                </a:lnTo>
                <a:lnTo>
                  <a:pt x="8295" y="47"/>
                </a:lnTo>
                <a:lnTo>
                  <a:pt x="8296" y="47"/>
                </a:lnTo>
                <a:lnTo>
                  <a:pt x="8297" y="47"/>
                </a:lnTo>
                <a:lnTo>
                  <a:pt x="8298" y="47"/>
                </a:lnTo>
                <a:lnTo>
                  <a:pt x="8299" y="47"/>
                </a:lnTo>
                <a:lnTo>
                  <a:pt x="8300" y="47"/>
                </a:lnTo>
                <a:lnTo>
                  <a:pt x="8301" y="47"/>
                </a:lnTo>
                <a:lnTo>
                  <a:pt x="8302" y="47"/>
                </a:lnTo>
                <a:lnTo>
                  <a:pt x="8303" y="47"/>
                </a:lnTo>
                <a:lnTo>
                  <a:pt x="8304" y="47"/>
                </a:lnTo>
                <a:lnTo>
                  <a:pt x="8305" y="47"/>
                </a:lnTo>
                <a:lnTo>
                  <a:pt x="8306" y="47"/>
                </a:lnTo>
                <a:lnTo>
                  <a:pt x="8307" y="47"/>
                </a:lnTo>
                <a:lnTo>
                  <a:pt x="8308" y="47"/>
                </a:lnTo>
                <a:lnTo>
                  <a:pt x="8309" y="47"/>
                </a:lnTo>
                <a:lnTo>
                  <a:pt x="8310" y="47"/>
                </a:lnTo>
                <a:lnTo>
                  <a:pt x="8311" y="47"/>
                </a:lnTo>
                <a:lnTo>
                  <a:pt x="8312" y="47"/>
                </a:lnTo>
                <a:lnTo>
                  <a:pt x="8313" y="47"/>
                </a:lnTo>
                <a:lnTo>
                  <a:pt x="8314" y="47"/>
                </a:lnTo>
                <a:lnTo>
                  <a:pt x="8315" y="47"/>
                </a:lnTo>
                <a:lnTo>
                  <a:pt x="8316" y="47"/>
                </a:lnTo>
                <a:lnTo>
                  <a:pt x="8317" y="47"/>
                </a:lnTo>
                <a:lnTo>
                  <a:pt x="8318" y="47"/>
                </a:lnTo>
                <a:lnTo>
                  <a:pt x="8319" y="47"/>
                </a:lnTo>
                <a:lnTo>
                  <a:pt x="8320" y="47"/>
                </a:lnTo>
                <a:lnTo>
                  <a:pt x="8321" y="47"/>
                </a:lnTo>
                <a:lnTo>
                  <a:pt x="8322" y="47"/>
                </a:lnTo>
                <a:lnTo>
                  <a:pt x="8323" y="47"/>
                </a:lnTo>
                <a:lnTo>
                  <a:pt x="8324" y="47"/>
                </a:lnTo>
                <a:lnTo>
                  <a:pt x="8325" y="47"/>
                </a:lnTo>
                <a:lnTo>
                  <a:pt x="8326" y="47"/>
                </a:lnTo>
                <a:lnTo>
                  <a:pt x="8327" y="47"/>
                </a:lnTo>
                <a:lnTo>
                  <a:pt x="8328" y="47"/>
                </a:lnTo>
                <a:lnTo>
                  <a:pt x="8329" y="47"/>
                </a:lnTo>
                <a:lnTo>
                  <a:pt x="8330" y="47"/>
                </a:lnTo>
                <a:lnTo>
                  <a:pt x="8331" y="47"/>
                </a:lnTo>
                <a:lnTo>
                  <a:pt x="8332" y="47"/>
                </a:lnTo>
                <a:lnTo>
                  <a:pt x="8333" y="47"/>
                </a:lnTo>
                <a:lnTo>
                  <a:pt x="8334" y="47"/>
                </a:lnTo>
                <a:lnTo>
                  <a:pt x="8335" y="47"/>
                </a:lnTo>
                <a:lnTo>
                  <a:pt x="8336" y="47"/>
                </a:lnTo>
                <a:lnTo>
                  <a:pt x="8337" y="47"/>
                </a:lnTo>
                <a:lnTo>
                  <a:pt x="8338" y="47"/>
                </a:lnTo>
                <a:lnTo>
                  <a:pt x="8339" y="47"/>
                </a:lnTo>
                <a:lnTo>
                  <a:pt x="8340" y="47"/>
                </a:lnTo>
                <a:lnTo>
                  <a:pt x="8341" y="47"/>
                </a:lnTo>
                <a:lnTo>
                  <a:pt x="8342" y="47"/>
                </a:lnTo>
                <a:lnTo>
                  <a:pt x="8343" y="47"/>
                </a:lnTo>
                <a:lnTo>
                  <a:pt x="8344" y="47"/>
                </a:lnTo>
                <a:lnTo>
                  <a:pt x="8345" y="47"/>
                </a:lnTo>
                <a:lnTo>
                  <a:pt x="8346" y="47"/>
                </a:lnTo>
                <a:lnTo>
                  <a:pt x="8347" y="47"/>
                </a:lnTo>
                <a:lnTo>
                  <a:pt x="8348" y="47"/>
                </a:lnTo>
                <a:lnTo>
                  <a:pt x="8349" y="47"/>
                </a:lnTo>
                <a:lnTo>
                  <a:pt x="8350" y="47"/>
                </a:lnTo>
                <a:lnTo>
                  <a:pt x="8351" y="47"/>
                </a:lnTo>
                <a:lnTo>
                  <a:pt x="8352" y="47"/>
                </a:lnTo>
                <a:lnTo>
                  <a:pt x="8353" y="47"/>
                </a:lnTo>
                <a:lnTo>
                  <a:pt x="8354" y="47"/>
                </a:lnTo>
                <a:lnTo>
                  <a:pt x="8355" y="47"/>
                </a:lnTo>
                <a:lnTo>
                  <a:pt x="8356" y="47"/>
                </a:lnTo>
                <a:lnTo>
                  <a:pt x="8357" y="47"/>
                </a:lnTo>
                <a:lnTo>
                  <a:pt x="8358" y="47"/>
                </a:lnTo>
                <a:lnTo>
                  <a:pt x="8359" y="47"/>
                </a:lnTo>
                <a:lnTo>
                  <a:pt x="8360" y="47"/>
                </a:lnTo>
                <a:lnTo>
                  <a:pt x="8361" y="47"/>
                </a:lnTo>
                <a:lnTo>
                  <a:pt x="8362" y="47"/>
                </a:lnTo>
                <a:lnTo>
                  <a:pt x="8363" y="47"/>
                </a:lnTo>
                <a:lnTo>
                  <a:pt x="8364" y="47"/>
                </a:lnTo>
                <a:lnTo>
                  <a:pt x="8365" y="47"/>
                </a:lnTo>
                <a:lnTo>
                  <a:pt x="8366" y="47"/>
                </a:lnTo>
                <a:lnTo>
                  <a:pt x="8367" y="47"/>
                </a:lnTo>
                <a:lnTo>
                  <a:pt x="8368" y="47"/>
                </a:lnTo>
                <a:lnTo>
                  <a:pt x="8369" y="47"/>
                </a:lnTo>
                <a:lnTo>
                  <a:pt x="8370" y="47"/>
                </a:lnTo>
                <a:lnTo>
                  <a:pt x="8371" y="47"/>
                </a:lnTo>
                <a:lnTo>
                  <a:pt x="8372" y="47"/>
                </a:lnTo>
                <a:lnTo>
                  <a:pt x="8373" y="47"/>
                </a:lnTo>
                <a:lnTo>
                  <a:pt x="8374" y="47"/>
                </a:lnTo>
                <a:lnTo>
                  <a:pt x="8375" y="47"/>
                </a:lnTo>
                <a:lnTo>
                  <a:pt x="8376" y="47"/>
                </a:lnTo>
                <a:lnTo>
                  <a:pt x="8377" y="47"/>
                </a:lnTo>
                <a:lnTo>
                  <a:pt x="8378" y="47"/>
                </a:lnTo>
                <a:lnTo>
                  <a:pt x="8379" y="47"/>
                </a:lnTo>
                <a:lnTo>
                  <a:pt x="8380" y="47"/>
                </a:lnTo>
                <a:lnTo>
                  <a:pt x="8381" y="47"/>
                </a:lnTo>
                <a:lnTo>
                  <a:pt x="8382" y="47"/>
                </a:lnTo>
                <a:lnTo>
                  <a:pt x="8383" y="47"/>
                </a:lnTo>
                <a:lnTo>
                  <a:pt x="8384" y="47"/>
                </a:lnTo>
                <a:lnTo>
                  <a:pt x="8385" y="47"/>
                </a:lnTo>
                <a:lnTo>
                  <a:pt x="8386" y="47"/>
                </a:lnTo>
                <a:lnTo>
                  <a:pt x="8387" y="47"/>
                </a:lnTo>
                <a:lnTo>
                  <a:pt x="8388" y="47"/>
                </a:lnTo>
                <a:lnTo>
                  <a:pt x="8389" y="47"/>
                </a:lnTo>
                <a:lnTo>
                  <a:pt x="8390" y="47"/>
                </a:lnTo>
                <a:lnTo>
                  <a:pt x="8391" y="47"/>
                </a:lnTo>
                <a:lnTo>
                  <a:pt x="8392" y="47"/>
                </a:lnTo>
                <a:lnTo>
                  <a:pt x="8393" y="47"/>
                </a:lnTo>
                <a:lnTo>
                  <a:pt x="8394" y="47"/>
                </a:lnTo>
                <a:lnTo>
                  <a:pt x="8395" y="47"/>
                </a:lnTo>
                <a:lnTo>
                  <a:pt x="8396" y="47"/>
                </a:lnTo>
                <a:lnTo>
                  <a:pt x="8397" y="47"/>
                </a:lnTo>
                <a:lnTo>
                  <a:pt x="8398" y="47"/>
                </a:lnTo>
                <a:lnTo>
                  <a:pt x="8399" y="47"/>
                </a:lnTo>
                <a:lnTo>
                  <a:pt x="8400" y="47"/>
                </a:lnTo>
                <a:lnTo>
                  <a:pt x="8401" y="47"/>
                </a:lnTo>
                <a:lnTo>
                  <a:pt x="8402" y="47"/>
                </a:lnTo>
                <a:lnTo>
                  <a:pt x="8403" y="47"/>
                </a:lnTo>
                <a:lnTo>
                  <a:pt x="8404" y="47"/>
                </a:lnTo>
                <a:lnTo>
                  <a:pt x="8405" y="47"/>
                </a:lnTo>
                <a:lnTo>
                  <a:pt x="8406" y="47"/>
                </a:lnTo>
                <a:lnTo>
                  <a:pt x="8407" y="47"/>
                </a:lnTo>
                <a:lnTo>
                  <a:pt x="8408" y="47"/>
                </a:lnTo>
                <a:lnTo>
                  <a:pt x="8409" y="47"/>
                </a:lnTo>
                <a:lnTo>
                  <a:pt x="8410" y="47"/>
                </a:lnTo>
                <a:lnTo>
                  <a:pt x="8411" y="47"/>
                </a:lnTo>
                <a:lnTo>
                  <a:pt x="8412" y="47"/>
                </a:lnTo>
                <a:lnTo>
                  <a:pt x="8413" y="47"/>
                </a:lnTo>
                <a:lnTo>
                  <a:pt x="8414" y="47"/>
                </a:lnTo>
                <a:lnTo>
                  <a:pt x="8415" y="47"/>
                </a:lnTo>
                <a:lnTo>
                  <a:pt x="8416" y="47"/>
                </a:lnTo>
                <a:lnTo>
                  <a:pt x="8417" y="47"/>
                </a:lnTo>
                <a:lnTo>
                  <a:pt x="8418" y="47"/>
                </a:lnTo>
                <a:lnTo>
                  <a:pt x="8419" y="47"/>
                </a:lnTo>
                <a:lnTo>
                  <a:pt x="8420" y="47"/>
                </a:lnTo>
                <a:lnTo>
                  <a:pt x="8421" y="47"/>
                </a:lnTo>
                <a:lnTo>
                  <a:pt x="8422" y="47"/>
                </a:lnTo>
                <a:lnTo>
                  <a:pt x="8423" y="47"/>
                </a:lnTo>
                <a:lnTo>
                  <a:pt x="8424" y="47"/>
                </a:lnTo>
                <a:lnTo>
                  <a:pt x="8425" y="47"/>
                </a:lnTo>
                <a:lnTo>
                  <a:pt x="8426" y="47"/>
                </a:lnTo>
                <a:lnTo>
                  <a:pt x="8427" y="47"/>
                </a:lnTo>
                <a:lnTo>
                  <a:pt x="8428" y="47"/>
                </a:lnTo>
                <a:lnTo>
                  <a:pt x="8429" y="47"/>
                </a:lnTo>
                <a:lnTo>
                  <a:pt x="8430" y="47"/>
                </a:lnTo>
                <a:lnTo>
                  <a:pt x="8431" y="47"/>
                </a:lnTo>
                <a:lnTo>
                  <a:pt x="8432" y="47"/>
                </a:lnTo>
                <a:lnTo>
                  <a:pt x="8433" y="47"/>
                </a:lnTo>
                <a:lnTo>
                  <a:pt x="8434" y="47"/>
                </a:lnTo>
                <a:lnTo>
                  <a:pt x="8435" y="47"/>
                </a:lnTo>
                <a:lnTo>
                  <a:pt x="8436" y="47"/>
                </a:lnTo>
                <a:lnTo>
                  <a:pt x="8437" y="47"/>
                </a:lnTo>
                <a:lnTo>
                  <a:pt x="8438" y="47"/>
                </a:lnTo>
                <a:lnTo>
                  <a:pt x="8439" y="47"/>
                </a:lnTo>
                <a:lnTo>
                  <a:pt x="8440" y="47"/>
                </a:lnTo>
                <a:lnTo>
                  <a:pt x="8441" y="47"/>
                </a:lnTo>
                <a:lnTo>
                  <a:pt x="8442" y="47"/>
                </a:lnTo>
                <a:lnTo>
                  <a:pt x="8443" y="47"/>
                </a:lnTo>
                <a:lnTo>
                  <a:pt x="8444" y="47"/>
                </a:lnTo>
                <a:lnTo>
                  <a:pt x="8445" y="47"/>
                </a:lnTo>
                <a:lnTo>
                  <a:pt x="8446" y="47"/>
                </a:lnTo>
                <a:lnTo>
                  <a:pt x="8447" y="47"/>
                </a:lnTo>
                <a:lnTo>
                  <a:pt x="8448" y="47"/>
                </a:lnTo>
                <a:lnTo>
                  <a:pt x="8449" y="47"/>
                </a:lnTo>
                <a:lnTo>
                  <a:pt x="8450" y="47"/>
                </a:lnTo>
                <a:lnTo>
                  <a:pt x="8451" y="47"/>
                </a:lnTo>
                <a:lnTo>
                  <a:pt x="8452" y="47"/>
                </a:lnTo>
                <a:lnTo>
                  <a:pt x="8453" y="47"/>
                </a:lnTo>
                <a:lnTo>
                  <a:pt x="8454" y="47"/>
                </a:lnTo>
                <a:lnTo>
                  <a:pt x="8455" y="47"/>
                </a:lnTo>
                <a:lnTo>
                  <a:pt x="8456" y="47"/>
                </a:lnTo>
                <a:lnTo>
                  <a:pt x="8457" y="47"/>
                </a:lnTo>
                <a:lnTo>
                  <a:pt x="8458" y="47"/>
                </a:lnTo>
                <a:lnTo>
                  <a:pt x="8459" y="47"/>
                </a:lnTo>
                <a:lnTo>
                  <a:pt x="8460" y="47"/>
                </a:lnTo>
                <a:lnTo>
                  <a:pt x="8461" y="47"/>
                </a:lnTo>
                <a:lnTo>
                  <a:pt x="8462" y="47"/>
                </a:lnTo>
                <a:lnTo>
                  <a:pt x="8463" y="47"/>
                </a:lnTo>
                <a:lnTo>
                  <a:pt x="8464" y="47"/>
                </a:lnTo>
                <a:lnTo>
                  <a:pt x="8465" y="47"/>
                </a:lnTo>
                <a:lnTo>
                  <a:pt x="8466" y="47"/>
                </a:lnTo>
                <a:lnTo>
                  <a:pt x="8467" y="47"/>
                </a:lnTo>
                <a:lnTo>
                  <a:pt x="8468" y="47"/>
                </a:lnTo>
                <a:lnTo>
                  <a:pt x="8469" y="47"/>
                </a:lnTo>
                <a:lnTo>
                  <a:pt x="8470" y="47"/>
                </a:lnTo>
                <a:lnTo>
                  <a:pt x="8471" y="47"/>
                </a:lnTo>
                <a:lnTo>
                  <a:pt x="8472" y="47"/>
                </a:lnTo>
                <a:lnTo>
                  <a:pt x="8473" y="47"/>
                </a:lnTo>
                <a:lnTo>
                  <a:pt x="8474" y="47"/>
                </a:lnTo>
                <a:lnTo>
                  <a:pt x="8475" y="47"/>
                </a:lnTo>
                <a:lnTo>
                  <a:pt x="8476" y="47"/>
                </a:lnTo>
                <a:lnTo>
                  <a:pt x="8477" y="47"/>
                </a:lnTo>
                <a:lnTo>
                  <a:pt x="8478" y="47"/>
                </a:lnTo>
                <a:lnTo>
                  <a:pt x="8479" y="47"/>
                </a:lnTo>
                <a:lnTo>
                  <a:pt x="8480" y="47"/>
                </a:lnTo>
                <a:lnTo>
                  <a:pt x="8481" y="47"/>
                </a:lnTo>
                <a:lnTo>
                  <a:pt x="8482" y="47"/>
                </a:lnTo>
                <a:lnTo>
                  <a:pt x="8483" y="47"/>
                </a:lnTo>
                <a:lnTo>
                  <a:pt x="8484" y="47"/>
                </a:lnTo>
                <a:lnTo>
                  <a:pt x="8485" y="47"/>
                </a:lnTo>
                <a:lnTo>
                  <a:pt x="8486" y="47"/>
                </a:lnTo>
                <a:lnTo>
                  <a:pt x="8487" y="47"/>
                </a:lnTo>
                <a:lnTo>
                  <a:pt x="8488" y="47"/>
                </a:lnTo>
                <a:lnTo>
                  <a:pt x="8489" y="47"/>
                </a:lnTo>
                <a:lnTo>
                  <a:pt x="8490" y="47"/>
                </a:lnTo>
                <a:lnTo>
                  <a:pt x="8491" y="47"/>
                </a:lnTo>
                <a:lnTo>
                  <a:pt x="8492" y="47"/>
                </a:lnTo>
                <a:lnTo>
                  <a:pt x="8493" y="47"/>
                </a:lnTo>
                <a:lnTo>
                  <a:pt x="8494" y="47"/>
                </a:lnTo>
                <a:lnTo>
                  <a:pt x="8495" y="47"/>
                </a:lnTo>
                <a:lnTo>
                  <a:pt x="8496" y="47"/>
                </a:lnTo>
                <a:lnTo>
                  <a:pt x="8497" y="47"/>
                </a:lnTo>
                <a:lnTo>
                  <a:pt x="8498" y="47"/>
                </a:lnTo>
                <a:lnTo>
                  <a:pt x="8499" y="47"/>
                </a:lnTo>
                <a:lnTo>
                  <a:pt x="8500" y="47"/>
                </a:lnTo>
                <a:lnTo>
                  <a:pt x="8501" y="47"/>
                </a:lnTo>
                <a:lnTo>
                  <a:pt x="8502" y="47"/>
                </a:lnTo>
                <a:lnTo>
                  <a:pt x="8503" y="47"/>
                </a:lnTo>
                <a:lnTo>
                  <a:pt x="8504" y="47"/>
                </a:lnTo>
                <a:lnTo>
                  <a:pt x="8505" y="47"/>
                </a:lnTo>
                <a:lnTo>
                  <a:pt x="8506" y="47"/>
                </a:lnTo>
                <a:lnTo>
                  <a:pt x="8507" y="47"/>
                </a:lnTo>
                <a:lnTo>
                  <a:pt x="8508" y="47"/>
                </a:lnTo>
                <a:lnTo>
                  <a:pt x="8509" y="47"/>
                </a:lnTo>
                <a:lnTo>
                  <a:pt x="8510" y="47"/>
                </a:lnTo>
                <a:lnTo>
                  <a:pt x="8511" y="47"/>
                </a:lnTo>
                <a:lnTo>
                  <a:pt x="8512" y="47"/>
                </a:lnTo>
                <a:lnTo>
                  <a:pt x="8513" y="47"/>
                </a:lnTo>
                <a:lnTo>
                  <a:pt x="8514" y="47"/>
                </a:lnTo>
                <a:lnTo>
                  <a:pt x="8515" y="47"/>
                </a:lnTo>
                <a:lnTo>
                  <a:pt x="8516" y="47"/>
                </a:lnTo>
                <a:lnTo>
                  <a:pt x="8517" y="47"/>
                </a:lnTo>
                <a:lnTo>
                  <a:pt x="8518" y="47"/>
                </a:lnTo>
                <a:lnTo>
                  <a:pt x="8519" y="47"/>
                </a:lnTo>
                <a:lnTo>
                  <a:pt x="8520" y="47"/>
                </a:lnTo>
                <a:lnTo>
                  <a:pt x="8521" y="47"/>
                </a:lnTo>
                <a:lnTo>
                  <a:pt x="8522" y="47"/>
                </a:lnTo>
                <a:lnTo>
                  <a:pt x="8523" y="47"/>
                </a:lnTo>
                <a:lnTo>
                  <a:pt x="8524" y="47"/>
                </a:lnTo>
                <a:lnTo>
                  <a:pt x="8525" y="47"/>
                </a:lnTo>
                <a:lnTo>
                  <a:pt x="8526" y="47"/>
                </a:lnTo>
                <a:lnTo>
                  <a:pt x="8527" y="47"/>
                </a:lnTo>
                <a:lnTo>
                  <a:pt x="8528" y="47"/>
                </a:lnTo>
                <a:lnTo>
                  <a:pt x="8529" y="47"/>
                </a:lnTo>
                <a:lnTo>
                  <a:pt x="8530" y="47"/>
                </a:lnTo>
                <a:lnTo>
                  <a:pt x="8531" y="47"/>
                </a:lnTo>
                <a:lnTo>
                  <a:pt x="8532" y="47"/>
                </a:lnTo>
                <a:lnTo>
                  <a:pt x="8533" y="47"/>
                </a:lnTo>
                <a:lnTo>
                  <a:pt x="8534" y="47"/>
                </a:lnTo>
                <a:lnTo>
                  <a:pt x="8535" y="47"/>
                </a:lnTo>
                <a:lnTo>
                  <a:pt x="8536" y="47"/>
                </a:lnTo>
                <a:lnTo>
                  <a:pt x="8537" y="47"/>
                </a:lnTo>
                <a:lnTo>
                  <a:pt x="8538" y="47"/>
                </a:lnTo>
                <a:lnTo>
                  <a:pt x="8539" y="47"/>
                </a:lnTo>
                <a:lnTo>
                  <a:pt x="8540" y="47"/>
                </a:lnTo>
                <a:lnTo>
                  <a:pt x="8541" y="47"/>
                </a:lnTo>
                <a:lnTo>
                  <a:pt x="8542" y="47"/>
                </a:lnTo>
                <a:lnTo>
                  <a:pt x="8543" y="47"/>
                </a:lnTo>
                <a:lnTo>
                  <a:pt x="8544" y="47"/>
                </a:lnTo>
                <a:lnTo>
                  <a:pt x="8545" y="47"/>
                </a:lnTo>
                <a:lnTo>
                  <a:pt x="8546" y="47"/>
                </a:lnTo>
                <a:lnTo>
                  <a:pt x="8547" y="47"/>
                </a:lnTo>
                <a:lnTo>
                  <a:pt x="8548" y="47"/>
                </a:lnTo>
                <a:lnTo>
                  <a:pt x="8549" y="47"/>
                </a:lnTo>
                <a:lnTo>
                  <a:pt x="8550" y="47"/>
                </a:lnTo>
                <a:lnTo>
                  <a:pt x="8551" y="47"/>
                </a:lnTo>
                <a:lnTo>
                  <a:pt x="8552" y="47"/>
                </a:lnTo>
                <a:lnTo>
                  <a:pt x="8553" y="47"/>
                </a:lnTo>
                <a:lnTo>
                  <a:pt x="8554" y="47"/>
                </a:lnTo>
                <a:lnTo>
                  <a:pt x="8555" y="47"/>
                </a:lnTo>
                <a:lnTo>
                  <a:pt x="8556" y="47"/>
                </a:lnTo>
                <a:lnTo>
                  <a:pt x="8557" y="47"/>
                </a:lnTo>
                <a:lnTo>
                  <a:pt x="8558" y="47"/>
                </a:lnTo>
                <a:lnTo>
                  <a:pt x="8559" y="47"/>
                </a:lnTo>
                <a:lnTo>
                  <a:pt x="8560" y="47"/>
                </a:lnTo>
                <a:lnTo>
                  <a:pt x="8561" y="47"/>
                </a:lnTo>
                <a:lnTo>
                  <a:pt x="8562" y="47"/>
                </a:lnTo>
                <a:lnTo>
                  <a:pt x="8563" y="47"/>
                </a:lnTo>
                <a:lnTo>
                  <a:pt x="8564" y="47"/>
                </a:lnTo>
                <a:lnTo>
                  <a:pt x="8565" y="47"/>
                </a:lnTo>
                <a:lnTo>
                  <a:pt x="8566" y="47"/>
                </a:lnTo>
                <a:lnTo>
                  <a:pt x="8567" y="47"/>
                </a:lnTo>
                <a:lnTo>
                  <a:pt x="8568" y="47"/>
                </a:lnTo>
                <a:lnTo>
                  <a:pt x="8569" y="47"/>
                </a:lnTo>
                <a:lnTo>
                  <a:pt x="8570" y="47"/>
                </a:lnTo>
                <a:lnTo>
                  <a:pt x="8571" y="47"/>
                </a:lnTo>
                <a:lnTo>
                  <a:pt x="8572" y="47"/>
                </a:lnTo>
                <a:lnTo>
                  <a:pt x="8573" y="47"/>
                </a:lnTo>
                <a:lnTo>
                  <a:pt x="8574" y="47"/>
                </a:lnTo>
                <a:lnTo>
                  <a:pt x="8575" y="47"/>
                </a:lnTo>
                <a:lnTo>
                  <a:pt x="8576" y="47"/>
                </a:lnTo>
                <a:lnTo>
                  <a:pt x="8577" y="47"/>
                </a:lnTo>
                <a:lnTo>
                  <a:pt x="8578" y="47"/>
                </a:lnTo>
                <a:lnTo>
                  <a:pt x="8579" y="47"/>
                </a:lnTo>
                <a:lnTo>
                  <a:pt x="8580" y="47"/>
                </a:lnTo>
                <a:lnTo>
                  <a:pt x="8581" y="47"/>
                </a:lnTo>
                <a:lnTo>
                  <a:pt x="8582" y="47"/>
                </a:lnTo>
                <a:lnTo>
                  <a:pt x="8583" y="47"/>
                </a:lnTo>
                <a:lnTo>
                  <a:pt x="8584" y="47"/>
                </a:lnTo>
                <a:lnTo>
                  <a:pt x="8585" y="47"/>
                </a:lnTo>
                <a:lnTo>
                  <a:pt x="8586" y="47"/>
                </a:lnTo>
                <a:lnTo>
                  <a:pt x="8587" y="47"/>
                </a:lnTo>
                <a:lnTo>
                  <a:pt x="8588" y="47"/>
                </a:lnTo>
                <a:lnTo>
                  <a:pt x="8589" y="47"/>
                </a:lnTo>
                <a:lnTo>
                  <a:pt x="8590" y="47"/>
                </a:lnTo>
                <a:lnTo>
                  <a:pt x="8591" y="47"/>
                </a:lnTo>
                <a:lnTo>
                  <a:pt x="8592" y="47"/>
                </a:lnTo>
                <a:lnTo>
                  <a:pt x="8593" y="47"/>
                </a:lnTo>
                <a:lnTo>
                  <a:pt x="8594" y="47"/>
                </a:lnTo>
                <a:lnTo>
                  <a:pt x="8595" y="47"/>
                </a:lnTo>
                <a:lnTo>
                  <a:pt x="8596" y="47"/>
                </a:lnTo>
                <a:lnTo>
                  <a:pt x="8597" y="47"/>
                </a:lnTo>
                <a:lnTo>
                  <a:pt x="8598" y="47"/>
                </a:lnTo>
                <a:lnTo>
                  <a:pt x="8599" y="47"/>
                </a:lnTo>
                <a:lnTo>
                  <a:pt x="8600" y="47"/>
                </a:lnTo>
                <a:lnTo>
                  <a:pt x="8601" y="47"/>
                </a:lnTo>
                <a:lnTo>
                  <a:pt x="8602" y="47"/>
                </a:lnTo>
                <a:lnTo>
                  <a:pt x="8603" y="47"/>
                </a:lnTo>
                <a:lnTo>
                  <a:pt x="8604" y="47"/>
                </a:lnTo>
                <a:lnTo>
                  <a:pt x="8605" y="47"/>
                </a:lnTo>
                <a:lnTo>
                  <a:pt x="8606" y="47"/>
                </a:lnTo>
                <a:lnTo>
                  <a:pt x="8607" y="47"/>
                </a:lnTo>
                <a:lnTo>
                  <a:pt x="8608" y="47"/>
                </a:lnTo>
                <a:lnTo>
                  <a:pt x="8609" y="47"/>
                </a:lnTo>
                <a:lnTo>
                  <a:pt x="8610" y="47"/>
                </a:lnTo>
                <a:lnTo>
                  <a:pt x="8611" y="47"/>
                </a:lnTo>
                <a:lnTo>
                  <a:pt x="8612" y="47"/>
                </a:lnTo>
                <a:lnTo>
                  <a:pt x="8613" y="47"/>
                </a:lnTo>
                <a:lnTo>
                  <a:pt x="8614" y="47"/>
                </a:lnTo>
                <a:lnTo>
                  <a:pt x="8615" y="47"/>
                </a:lnTo>
                <a:lnTo>
                  <a:pt x="8616" y="47"/>
                </a:lnTo>
                <a:lnTo>
                  <a:pt x="8617" y="47"/>
                </a:lnTo>
                <a:lnTo>
                  <a:pt x="8618" y="47"/>
                </a:lnTo>
                <a:lnTo>
                  <a:pt x="8619" y="47"/>
                </a:lnTo>
                <a:lnTo>
                  <a:pt x="8620" y="47"/>
                </a:lnTo>
                <a:lnTo>
                  <a:pt x="8621" y="47"/>
                </a:lnTo>
                <a:lnTo>
                  <a:pt x="8622" y="47"/>
                </a:lnTo>
                <a:lnTo>
                  <a:pt x="8623" y="47"/>
                </a:lnTo>
                <a:lnTo>
                  <a:pt x="8624" y="47"/>
                </a:lnTo>
                <a:lnTo>
                  <a:pt x="8625" y="47"/>
                </a:lnTo>
                <a:lnTo>
                  <a:pt x="8626" y="47"/>
                </a:lnTo>
                <a:lnTo>
                  <a:pt x="8627" y="47"/>
                </a:lnTo>
                <a:lnTo>
                  <a:pt x="8628" y="47"/>
                </a:lnTo>
                <a:lnTo>
                  <a:pt x="8629" y="47"/>
                </a:lnTo>
                <a:lnTo>
                  <a:pt x="8630" y="47"/>
                </a:lnTo>
                <a:lnTo>
                  <a:pt x="8631" y="47"/>
                </a:lnTo>
                <a:lnTo>
                  <a:pt x="8632" y="47"/>
                </a:lnTo>
                <a:lnTo>
                  <a:pt x="8633" y="47"/>
                </a:lnTo>
                <a:lnTo>
                  <a:pt x="8634" y="47"/>
                </a:lnTo>
                <a:lnTo>
                  <a:pt x="8635" y="47"/>
                </a:lnTo>
                <a:lnTo>
                  <a:pt x="8636" y="47"/>
                </a:lnTo>
                <a:lnTo>
                  <a:pt x="8637" y="47"/>
                </a:lnTo>
                <a:lnTo>
                  <a:pt x="8638" y="47"/>
                </a:lnTo>
                <a:lnTo>
                  <a:pt x="8639" y="47"/>
                </a:lnTo>
                <a:lnTo>
                  <a:pt x="8640" y="47"/>
                </a:lnTo>
                <a:lnTo>
                  <a:pt x="8641" y="47"/>
                </a:lnTo>
                <a:lnTo>
                  <a:pt x="8642" y="47"/>
                </a:lnTo>
                <a:lnTo>
                  <a:pt x="8643" y="47"/>
                </a:lnTo>
                <a:lnTo>
                  <a:pt x="8644" y="47"/>
                </a:lnTo>
                <a:lnTo>
                  <a:pt x="8645" y="47"/>
                </a:lnTo>
                <a:lnTo>
                  <a:pt x="8646" y="47"/>
                </a:lnTo>
                <a:lnTo>
                  <a:pt x="8647" y="47"/>
                </a:lnTo>
                <a:lnTo>
                  <a:pt x="8648" y="47"/>
                </a:lnTo>
                <a:lnTo>
                  <a:pt x="8649" y="47"/>
                </a:lnTo>
                <a:lnTo>
                  <a:pt x="8650" y="47"/>
                </a:lnTo>
                <a:lnTo>
                  <a:pt x="8651" y="47"/>
                </a:lnTo>
                <a:lnTo>
                  <a:pt x="8652" y="47"/>
                </a:lnTo>
                <a:lnTo>
                  <a:pt x="8653" y="47"/>
                </a:lnTo>
                <a:lnTo>
                  <a:pt x="8654" y="47"/>
                </a:lnTo>
                <a:lnTo>
                  <a:pt x="8655" y="47"/>
                </a:lnTo>
                <a:lnTo>
                  <a:pt x="8656" y="47"/>
                </a:lnTo>
                <a:lnTo>
                  <a:pt x="8657" y="47"/>
                </a:lnTo>
                <a:lnTo>
                  <a:pt x="8658" y="47"/>
                </a:lnTo>
                <a:lnTo>
                  <a:pt x="8659" y="47"/>
                </a:lnTo>
                <a:lnTo>
                  <a:pt x="8660" y="47"/>
                </a:lnTo>
                <a:lnTo>
                  <a:pt x="8661" y="47"/>
                </a:lnTo>
                <a:lnTo>
                  <a:pt x="8662" y="47"/>
                </a:lnTo>
                <a:lnTo>
                  <a:pt x="8663" y="47"/>
                </a:lnTo>
                <a:lnTo>
                  <a:pt x="8664" y="47"/>
                </a:lnTo>
                <a:lnTo>
                  <a:pt x="8665" y="47"/>
                </a:lnTo>
                <a:lnTo>
                  <a:pt x="8666" y="47"/>
                </a:lnTo>
                <a:lnTo>
                  <a:pt x="8667" y="47"/>
                </a:lnTo>
                <a:lnTo>
                  <a:pt x="8668" y="47"/>
                </a:lnTo>
                <a:lnTo>
                  <a:pt x="8669" y="47"/>
                </a:lnTo>
                <a:lnTo>
                  <a:pt x="8670" y="47"/>
                </a:lnTo>
                <a:lnTo>
                  <a:pt x="8671" y="47"/>
                </a:lnTo>
                <a:lnTo>
                  <a:pt x="8672" y="47"/>
                </a:lnTo>
                <a:lnTo>
                  <a:pt x="8673" y="47"/>
                </a:lnTo>
                <a:lnTo>
                  <a:pt x="8674" y="47"/>
                </a:lnTo>
                <a:lnTo>
                  <a:pt x="8675" y="47"/>
                </a:lnTo>
                <a:lnTo>
                  <a:pt x="8676" y="47"/>
                </a:lnTo>
                <a:lnTo>
                  <a:pt x="8677" y="47"/>
                </a:lnTo>
                <a:lnTo>
                  <a:pt x="8678" y="47"/>
                </a:lnTo>
                <a:lnTo>
                  <a:pt x="8679" y="47"/>
                </a:lnTo>
                <a:lnTo>
                  <a:pt x="8680" y="47"/>
                </a:lnTo>
                <a:lnTo>
                  <a:pt x="8681" y="47"/>
                </a:lnTo>
                <a:lnTo>
                  <a:pt x="8682" y="47"/>
                </a:lnTo>
                <a:lnTo>
                  <a:pt x="8683" y="47"/>
                </a:lnTo>
                <a:lnTo>
                  <a:pt x="8684" y="47"/>
                </a:lnTo>
                <a:lnTo>
                  <a:pt x="8685" y="47"/>
                </a:lnTo>
                <a:lnTo>
                  <a:pt x="8686" y="47"/>
                </a:lnTo>
                <a:lnTo>
                  <a:pt x="8687" y="47"/>
                </a:lnTo>
                <a:lnTo>
                  <a:pt x="8688" y="47"/>
                </a:lnTo>
                <a:lnTo>
                  <a:pt x="8689" y="47"/>
                </a:lnTo>
                <a:lnTo>
                  <a:pt x="8690" y="47"/>
                </a:lnTo>
                <a:lnTo>
                  <a:pt x="8691" y="47"/>
                </a:lnTo>
                <a:lnTo>
                  <a:pt x="8692" y="47"/>
                </a:lnTo>
                <a:lnTo>
                  <a:pt x="8693" y="47"/>
                </a:lnTo>
                <a:lnTo>
                  <a:pt x="8694" y="47"/>
                </a:lnTo>
                <a:lnTo>
                  <a:pt x="8695" y="47"/>
                </a:lnTo>
                <a:lnTo>
                  <a:pt x="8696" y="47"/>
                </a:lnTo>
                <a:lnTo>
                  <a:pt x="8697" y="47"/>
                </a:lnTo>
                <a:lnTo>
                  <a:pt x="8698" y="47"/>
                </a:lnTo>
                <a:lnTo>
                  <a:pt x="8699" y="47"/>
                </a:lnTo>
                <a:lnTo>
                  <a:pt x="8700" y="47"/>
                </a:lnTo>
                <a:lnTo>
                  <a:pt x="8701" y="47"/>
                </a:lnTo>
                <a:lnTo>
                  <a:pt x="8702" y="47"/>
                </a:lnTo>
                <a:lnTo>
                  <a:pt x="8703" y="47"/>
                </a:lnTo>
                <a:lnTo>
                  <a:pt x="8704" y="47"/>
                </a:lnTo>
                <a:lnTo>
                  <a:pt x="8705" y="47"/>
                </a:lnTo>
                <a:lnTo>
                  <a:pt x="8706" y="47"/>
                </a:lnTo>
                <a:lnTo>
                  <a:pt x="8707" y="47"/>
                </a:lnTo>
                <a:lnTo>
                  <a:pt x="8708" y="47"/>
                </a:lnTo>
                <a:lnTo>
                  <a:pt x="8709" y="47"/>
                </a:lnTo>
                <a:lnTo>
                  <a:pt x="8710" y="47"/>
                </a:lnTo>
                <a:lnTo>
                  <a:pt x="8711" y="47"/>
                </a:lnTo>
                <a:lnTo>
                  <a:pt x="8712" y="47"/>
                </a:lnTo>
                <a:lnTo>
                  <a:pt x="8713" y="47"/>
                </a:lnTo>
                <a:lnTo>
                  <a:pt x="8714" y="47"/>
                </a:lnTo>
                <a:lnTo>
                  <a:pt x="8715" y="47"/>
                </a:lnTo>
                <a:lnTo>
                  <a:pt x="8716" y="47"/>
                </a:lnTo>
                <a:lnTo>
                  <a:pt x="8717" y="47"/>
                </a:lnTo>
                <a:lnTo>
                  <a:pt x="8718" y="47"/>
                </a:lnTo>
                <a:lnTo>
                  <a:pt x="8719" y="47"/>
                </a:lnTo>
                <a:lnTo>
                  <a:pt x="8720" y="47"/>
                </a:lnTo>
                <a:lnTo>
                  <a:pt x="8721" y="47"/>
                </a:lnTo>
                <a:lnTo>
                  <a:pt x="8722" y="47"/>
                </a:lnTo>
                <a:lnTo>
                  <a:pt x="8723" y="47"/>
                </a:lnTo>
                <a:lnTo>
                  <a:pt x="8724" y="47"/>
                </a:lnTo>
                <a:lnTo>
                  <a:pt x="8725" y="47"/>
                </a:lnTo>
                <a:lnTo>
                  <a:pt x="8726" y="47"/>
                </a:lnTo>
                <a:lnTo>
                  <a:pt x="8727" y="47"/>
                </a:lnTo>
                <a:lnTo>
                  <a:pt x="8728" y="47"/>
                </a:lnTo>
                <a:lnTo>
                  <a:pt x="8729" y="47"/>
                </a:lnTo>
                <a:lnTo>
                  <a:pt x="8730" y="47"/>
                </a:lnTo>
                <a:lnTo>
                  <a:pt x="8731" y="47"/>
                </a:lnTo>
                <a:lnTo>
                  <a:pt x="8732" y="47"/>
                </a:lnTo>
                <a:lnTo>
                  <a:pt x="8733" y="47"/>
                </a:lnTo>
                <a:lnTo>
                  <a:pt x="8734" y="47"/>
                </a:lnTo>
                <a:lnTo>
                  <a:pt x="8735" y="47"/>
                </a:lnTo>
                <a:lnTo>
                  <a:pt x="8736" y="47"/>
                </a:lnTo>
                <a:lnTo>
                  <a:pt x="8737" y="47"/>
                </a:lnTo>
                <a:lnTo>
                  <a:pt x="8738" y="47"/>
                </a:lnTo>
                <a:lnTo>
                  <a:pt x="8739" y="47"/>
                </a:lnTo>
                <a:lnTo>
                  <a:pt x="8740" y="47"/>
                </a:lnTo>
                <a:lnTo>
                  <a:pt x="8741" y="47"/>
                </a:lnTo>
                <a:lnTo>
                  <a:pt x="8742" y="47"/>
                </a:lnTo>
                <a:lnTo>
                  <a:pt x="8743" y="47"/>
                </a:lnTo>
                <a:lnTo>
                  <a:pt x="8744" y="47"/>
                </a:lnTo>
                <a:lnTo>
                  <a:pt x="8745" y="47"/>
                </a:lnTo>
                <a:lnTo>
                  <a:pt x="8746" y="47"/>
                </a:lnTo>
                <a:lnTo>
                  <a:pt x="8747" y="47"/>
                </a:lnTo>
                <a:lnTo>
                  <a:pt x="8748" y="47"/>
                </a:lnTo>
                <a:lnTo>
                  <a:pt x="8749" y="47"/>
                </a:lnTo>
                <a:lnTo>
                  <a:pt x="8750" y="47"/>
                </a:lnTo>
                <a:lnTo>
                  <a:pt x="8751" y="47"/>
                </a:lnTo>
                <a:lnTo>
                  <a:pt x="8752" y="47"/>
                </a:lnTo>
                <a:lnTo>
                  <a:pt x="8753" y="47"/>
                </a:lnTo>
                <a:lnTo>
                  <a:pt x="8754" y="47"/>
                </a:lnTo>
                <a:lnTo>
                  <a:pt x="8755" y="47"/>
                </a:lnTo>
                <a:lnTo>
                  <a:pt x="8756" y="47"/>
                </a:lnTo>
                <a:lnTo>
                  <a:pt x="8757" y="47"/>
                </a:lnTo>
                <a:lnTo>
                  <a:pt x="8758" y="47"/>
                </a:lnTo>
                <a:lnTo>
                  <a:pt x="8759" y="47"/>
                </a:lnTo>
                <a:lnTo>
                  <a:pt x="8760" y="47"/>
                </a:lnTo>
                <a:lnTo>
                  <a:pt x="8761" y="47"/>
                </a:lnTo>
                <a:lnTo>
                  <a:pt x="8762" y="47"/>
                </a:lnTo>
                <a:lnTo>
                  <a:pt x="8763" y="47"/>
                </a:lnTo>
                <a:lnTo>
                  <a:pt x="8764" y="47"/>
                </a:lnTo>
                <a:lnTo>
                  <a:pt x="8765" y="47"/>
                </a:lnTo>
                <a:lnTo>
                  <a:pt x="8766" y="47"/>
                </a:lnTo>
                <a:lnTo>
                  <a:pt x="8767" y="47"/>
                </a:lnTo>
                <a:lnTo>
                  <a:pt x="8768" y="47"/>
                </a:lnTo>
                <a:lnTo>
                  <a:pt x="8769" y="47"/>
                </a:lnTo>
                <a:lnTo>
                  <a:pt x="8770" y="47"/>
                </a:lnTo>
                <a:lnTo>
                  <a:pt x="8771" y="47"/>
                </a:lnTo>
                <a:lnTo>
                  <a:pt x="8772" y="47"/>
                </a:lnTo>
                <a:lnTo>
                  <a:pt x="8773" y="47"/>
                </a:lnTo>
                <a:lnTo>
                  <a:pt x="8774" y="47"/>
                </a:lnTo>
                <a:lnTo>
                  <a:pt x="8775" y="47"/>
                </a:lnTo>
                <a:lnTo>
                  <a:pt x="8776" y="47"/>
                </a:lnTo>
                <a:lnTo>
                  <a:pt x="8777" y="47"/>
                </a:lnTo>
                <a:lnTo>
                  <a:pt x="8778" y="47"/>
                </a:lnTo>
                <a:lnTo>
                  <a:pt x="8779" y="47"/>
                </a:lnTo>
                <a:lnTo>
                  <a:pt x="8780" y="47"/>
                </a:lnTo>
                <a:lnTo>
                  <a:pt x="8781" y="47"/>
                </a:lnTo>
                <a:lnTo>
                  <a:pt x="8782" y="47"/>
                </a:lnTo>
                <a:lnTo>
                  <a:pt x="8783" y="47"/>
                </a:lnTo>
                <a:lnTo>
                  <a:pt x="8784" y="47"/>
                </a:lnTo>
                <a:lnTo>
                  <a:pt x="8785" y="47"/>
                </a:lnTo>
                <a:lnTo>
                  <a:pt x="8786" y="47"/>
                </a:lnTo>
                <a:lnTo>
                  <a:pt x="8787" y="47"/>
                </a:lnTo>
                <a:lnTo>
                  <a:pt x="8788" y="47"/>
                </a:lnTo>
                <a:lnTo>
                  <a:pt x="8789" y="47"/>
                </a:lnTo>
                <a:lnTo>
                  <a:pt x="8790" y="47"/>
                </a:lnTo>
                <a:lnTo>
                  <a:pt x="8791" y="47"/>
                </a:lnTo>
                <a:lnTo>
                  <a:pt x="8792" y="47"/>
                </a:lnTo>
                <a:lnTo>
                  <a:pt x="8793" y="47"/>
                </a:lnTo>
                <a:lnTo>
                  <a:pt x="8794" y="47"/>
                </a:lnTo>
                <a:lnTo>
                  <a:pt x="8795" y="47"/>
                </a:lnTo>
                <a:lnTo>
                  <a:pt x="8796" y="47"/>
                </a:lnTo>
                <a:lnTo>
                  <a:pt x="8797" y="47"/>
                </a:lnTo>
                <a:lnTo>
                  <a:pt x="8798" y="47"/>
                </a:lnTo>
                <a:lnTo>
                  <a:pt x="8799" y="47"/>
                </a:lnTo>
                <a:lnTo>
                  <a:pt x="8800" y="47"/>
                </a:lnTo>
                <a:lnTo>
                  <a:pt x="8801" y="47"/>
                </a:lnTo>
                <a:lnTo>
                  <a:pt x="8802" y="47"/>
                </a:lnTo>
                <a:lnTo>
                  <a:pt x="8803" y="47"/>
                </a:lnTo>
                <a:lnTo>
                  <a:pt x="8804" y="47"/>
                </a:lnTo>
                <a:lnTo>
                  <a:pt x="8805" y="47"/>
                </a:lnTo>
                <a:lnTo>
                  <a:pt x="8806" y="47"/>
                </a:lnTo>
                <a:lnTo>
                  <a:pt x="8807" y="47"/>
                </a:lnTo>
                <a:lnTo>
                  <a:pt x="8808" y="47"/>
                </a:lnTo>
                <a:lnTo>
                  <a:pt x="8809" y="47"/>
                </a:lnTo>
                <a:lnTo>
                  <a:pt x="8810" y="47"/>
                </a:lnTo>
                <a:lnTo>
                  <a:pt x="8811" y="47"/>
                </a:lnTo>
                <a:lnTo>
                  <a:pt x="8812" y="47"/>
                </a:lnTo>
                <a:lnTo>
                  <a:pt x="8813" y="47"/>
                </a:lnTo>
                <a:lnTo>
                  <a:pt x="8814" y="47"/>
                </a:lnTo>
                <a:lnTo>
                  <a:pt x="8815" y="47"/>
                </a:lnTo>
                <a:lnTo>
                  <a:pt x="8816" y="47"/>
                </a:lnTo>
                <a:lnTo>
                  <a:pt x="8817" y="47"/>
                </a:lnTo>
                <a:lnTo>
                  <a:pt x="8818" y="47"/>
                </a:lnTo>
                <a:lnTo>
                  <a:pt x="8819" y="47"/>
                </a:lnTo>
                <a:lnTo>
                  <a:pt x="8820" y="47"/>
                </a:lnTo>
                <a:lnTo>
                  <a:pt x="8821" y="47"/>
                </a:lnTo>
                <a:lnTo>
                  <a:pt x="8822" y="47"/>
                </a:lnTo>
                <a:lnTo>
                  <a:pt x="8823" y="47"/>
                </a:lnTo>
                <a:lnTo>
                  <a:pt x="8824" y="47"/>
                </a:lnTo>
                <a:lnTo>
                  <a:pt x="8825" y="47"/>
                </a:lnTo>
                <a:lnTo>
                  <a:pt x="8826" y="47"/>
                </a:lnTo>
                <a:lnTo>
                  <a:pt x="8827" y="47"/>
                </a:lnTo>
                <a:lnTo>
                  <a:pt x="8828" y="47"/>
                </a:lnTo>
                <a:lnTo>
                  <a:pt x="8829" y="47"/>
                </a:lnTo>
                <a:lnTo>
                  <a:pt x="8830" y="47"/>
                </a:lnTo>
                <a:lnTo>
                  <a:pt x="8831" y="47"/>
                </a:lnTo>
                <a:lnTo>
                  <a:pt x="8832" y="47"/>
                </a:lnTo>
                <a:lnTo>
                  <a:pt x="8833" y="47"/>
                </a:lnTo>
                <a:lnTo>
                  <a:pt x="8834" y="47"/>
                </a:lnTo>
                <a:lnTo>
                  <a:pt x="8835" y="47"/>
                </a:lnTo>
                <a:lnTo>
                  <a:pt x="8836" y="47"/>
                </a:lnTo>
                <a:lnTo>
                  <a:pt x="8837" y="47"/>
                </a:lnTo>
                <a:lnTo>
                  <a:pt x="8838" y="47"/>
                </a:lnTo>
                <a:lnTo>
                  <a:pt x="8839" y="47"/>
                </a:lnTo>
                <a:lnTo>
                  <a:pt x="8840" y="47"/>
                </a:lnTo>
                <a:lnTo>
                  <a:pt x="8841" y="47"/>
                </a:lnTo>
                <a:lnTo>
                  <a:pt x="8842" y="47"/>
                </a:lnTo>
                <a:lnTo>
                  <a:pt x="8843" y="47"/>
                </a:lnTo>
                <a:lnTo>
                  <a:pt x="8844" y="47"/>
                </a:lnTo>
                <a:lnTo>
                  <a:pt x="8845" y="47"/>
                </a:lnTo>
                <a:lnTo>
                  <a:pt x="8846" y="47"/>
                </a:lnTo>
                <a:lnTo>
                  <a:pt x="8847" y="47"/>
                </a:lnTo>
                <a:lnTo>
                  <a:pt x="8848" y="47"/>
                </a:lnTo>
                <a:lnTo>
                  <a:pt x="8849" y="47"/>
                </a:lnTo>
                <a:lnTo>
                  <a:pt x="8850" y="47"/>
                </a:lnTo>
                <a:lnTo>
                  <a:pt x="8851" y="47"/>
                </a:lnTo>
                <a:lnTo>
                  <a:pt x="8852" y="47"/>
                </a:lnTo>
                <a:lnTo>
                  <a:pt x="8853" y="47"/>
                </a:lnTo>
                <a:lnTo>
                  <a:pt x="8854" y="47"/>
                </a:lnTo>
                <a:lnTo>
                  <a:pt x="8855" y="47"/>
                </a:lnTo>
                <a:lnTo>
                  <a:pt x="8856" y="47"/>
                </a:lnTo>
                <a:lnTo>
                  <a:pt x="8857" y="47"/>
                </a:lnTo>
                <a:lnTo>
                  <a:pt x="8858" y="47"/>
                </a:lnTo>
                <a:lnTo>
                  <a:pt x="8859" y="47"/>
                </a:lnTo>
                <a:lnTo>
                  <a:pt x="8860" y="47"/>
                </a:lnTo>
                <a:lnTo>
                  <a:pt x="8861" y="47"/>
                </a:lnTo>
                <a:lnTo>
                  <a:pt x="8862" y="47"/>
                </a:lnTo>
                <a:lnTo>
                  <a:pt x="8863" y="47"/>
                </a:lnTo>
                <a:lnTo>
                  <a:pt x="8864" y="47"/>
                </a:lnTo>
                <a:lnTo>
                  <a:pt x="8865" y="47"/>
                </a:lnTo>
                <a:lnTo>
                  <a:pt x="8866" y="47"/>
                </a:lnTo>
                <a:lnTo>
                  <a:pt x="8867" y="47"/>
                </a:lnTo>
                <a:lnTo>
                  <a:pt x="8868" y="47"/>
                </a:lnTo>
                <a:lnTo>
                  <a:pt x="8869" y="47"/>
                </a:lnTo>
                <a:lnTo>
                  <a:pt x="8870" y="47"/>
                </a:lnTo>
                <a:lnTo>
                  <a:pt x="8871" y="47"/>
                </a:lnTo>
                <a:lnTo>
                  <a:pt x="8872" y="47"/>
                </a:lnTo>
                <a:lnTo>
                  <a:pt x="8873" y="47"/>
                </a:lnTo>
                <a:lnTo>
                  <a:pt x="8874" y="47"/>
                </a:lnTo>
                <a:lnTo>
                  <a:pt x="8875" y="47"/>
                </a:lnTo>
                <a:lnTo>
                  <a:pt x="8876" y="47"/>
                </a:lnTo>
                <a:lnTo>
                  <a:pt x="8877" y="47"/>
                </a:lnTo>
                <a:lnTo>
                  <a:pt x="8878" y="47"/>
                </a:lnTo>
                <a:lnTo>
                  <a:pt x="8879" y="47"/>
                </a:lnTo>
                <a:lnTo>
                  <a:pt x="8880" y="47"/>
                </a:lnTo>
                <a:lnTo>
                  <a:pt x="8881" y="47"/>
                </a:lnTo>
                <a:lnTo>
                  <a:pt x="8882" y="47"/>
                </a:lnTo>
                <a:lnTo>
                  <a:pt x="8883" y="47"/>
                </a:lnTo>
                <a:lnTo>
                  <a:pt x="8884" y="47"/>
                </a:lnTo>
                <a:lnTo>
                  <a:pt x="8885" y="47"/>
                </a:lnTo>
                <a:lnTo>
                  <a:pt x="8886" y="47"/>
                </a:lnTo>
                <a:lnTo>
                  <a:pt x="8887" y="47"/>
                </a:lnTo>
                <a:lnTo>
                  <a:pt x="8888" y="47"/>
                </a:lnTo>
                <a:lnTo>
                  <a:pt x="8889" y="47"/>
                </a:lnTo>
                <a:lnTo>
                  <a:pt x="8890" y="47"/>
                </a:lnTo>
                <a:lnTo>
                  <a:pt x="8891" y="47"/>
                </a:lnTo>
                <a:lnTo>
                  <a:pt x="8892" y="47"/>
                </a:lnTo>
                <a:lnTo>
                  <a:pt x="8893" y="47"/>
                </a:lnTo>
                <a:lnTo>
                  <a:pt x="8894" y="47"/>
                </a:lnTo>
                <a:lnTo>
                  <a:pt x="8895" y="47"/>
                </a:lnTo>
                <a:lnTo>
                  <a:pt x="8896" y="47"/>
                </a:lnTo>
                <a:lnTo>
                  <a:pt x="8897" y="47"/>
                </a:lnTo>
                <a:lnTo>
                  <a:pt x="8898" y="47"/>
                </a:lnTo>
                <a:lnTo>
                  <a:pt x="8899" y="47"/>
                </a:lnTo>
                <a:lnTo>
                  <a:pt x="8900" y="47"/>
                </a:lnTo>
                <a:lnTo>
                  <a:pt x="8901" y="47"/>
                </a:lnTo>
                <a:lnTo>
                  <a:pt x="8902" y="47"/>
                </a:lnTo>
                <a:lnTo>
                  <a:pt x="8903" y="47"/>
                </a:lnTo>
                <a:lnTo>
                  <a:pt x="8904" y="47"/>
                </a:lnTo>
                <a:lnTo>
                  <a:pt x="8905" y="47"/>
                </a:lnTo>
                <a:lnTo>
                  <a:pt x="8906" y="47"/>
                </a:lnTo>
                <a:lnTo>
                  <a:pt x="8907" y="47"/>
                </a:lnTo>
                <a:lnTo>
                  <a:pt x="8908" y="47"/>
                </a:lnTo>
                <a:lnTo>
                  <a:pt x="8909" y="47"/>
                </a:lnTo>
                <a:lnTo>
                  <a:pt x="8910" y="47"/>
                </a:lnTo>
                <a:lnTo>
                  <a:pt x="8911" y="47"/>
                </a:lnTo>
                <a:lnTo>
                  <a:pt x="8912" y="47"/>
                </a:lnTo>
                <a:lnTo>
                  <a:pt x="8913" y="47"/>
                </a:lnTo>
                <a:lnTo>
                  <a:pt x="8914" y="47"/>
                </a:lnTo>
                <a:lnTo>
                  <a:pt x="8915" y="47"/>
                </a:lnTo>
                <a:lnTo>
                  <a:pt x="8916" y="47"/>
                </a:lnTo>
                <a:lnTo>
                  <a:pt x="8917" y="47"/>
                </a:lnTo>
                <a:lnTo>
                  <a:pt x="8918" y="47"/>
                </a:lnTo>
                <a:lnTo>
                  <a:pt x="8919" y="47"/>
                </a:lnTo>
                <a:lnTo>
                  <a:pt x="8920" y="47"/>
                </a:lnTo>
                <a:lnTo>
                  <a:pt x="8921" y="47"/>
                </a:lnTo>
                <a:lnTo>
                  <a:pt x="8922" y="47"/>
                </a:lnTo>
                <a:lnTo>
                  <a:pt x="8923" y="47"/>
                </a:lnTo>
                <a:lnTo>
                  <a:pt x="8924" y="47"/>
                </a:lnTo>
                <a:lnTo>
                  <a:pt x="8925" y="47"/>
                </a:lnTo>
                <a:lnTo>
                  <a:pt x="8926" y="47"/>
                </a:lnTo>
                <a:lnTo>
                  <a:pt x="8927" y="47"/>
                </a:lnTo>
                <a:lnTo>
                  <a:pt x="8928" y="47"/>
                </a:lnTo>
                <a:lnTo>
                  <a:pt x="8929" y="47"/>
                </a:lnTo>
                <a:lnTo>
                  <a:pt x="8930" y="47"/>
                </a:lnTo>
                <a:lnTo>
                  <a:pt x="8931" y="47"/>
                </a:lnTo>
                <a:lnTo>
                  <a:pt x="8932" y="47"/>
                </a:lnTo>
                <a:lnTo>
                  <a:pt x="8933" y="47"/>
                </a:lnTo>
                <a:lnTo>
                  <a:pt x="8934" y="47"/>
                </a:lnTo>
                <a:lnTo>
                  <a:pt x="8935" y="47"/>
                </a:lnTo>
                <a:lnTo>
                  <a:pt x="8936" y="47"/>
                </a:lnTo>
                <a:lnTo>
                  <a:pt x="8937" y="47"/>
                </a:lnTo>
                <a:lnTo>
                  <a:pt x="8938" y="47"/>
                </a:lnTo>
                <a:lnTo>
                  <a:pt x="8939" y="47"/>
                </a:lnTo>
                <a:lnTo>
                  <a:pt x="8940" y="47"/>
                </a:lnTo>
                <a:lnTo>
                  <a:pt x="8941" y="47"/>
                </a:lnTo>
                <a:lnTo>
                  <a:pt x="8942" y="47"/>
                </a:lnTo>
                <a:lnTo>
                  <a:pt x="8943" y="47"/>
                </a:lnTo>
                <a:lnTo>
                  <a:pt x="8944" y="47"/>
                </a:lnTo>
                <a:lnTo>
                  <a:pt x="8945" y="47"/>
                </a:lnTo>
                <a:lnTo>
                  <a:pt x="8946" y="47"/>
                </a:lnTo>
                <a:lnTo>
                  <a:pt x="8947" y="47"/>
                </a:lnTo>
                <a:lnTo>
                  <a:pt x="8948" y="47"/>
                </a:lnTo>
                <a:lnTo>
                  <a:pt x="8949" y="47"/>
                </a:lnTo>
                <a:lnTo>
                  <a:pt x="8950" y="47"/>
                </a:lnTo>
                <a:lnTo>
                  <a:pt x="8951" y="47"/>
                </a:lnTo>
                <a:lnTo>
                  <a:pt x="8952" y="47"/>
                </a:lnTo>
                <a:lnTo>
                  <a:pt x="8953" y="47"/>
                </a:lnTo>
                <a:lnTo>
                  <a:pt x="8954" y="47"/>
                </a:lnTo>
                <a:lnTo>
                  <a:pt x="8955" y="47"/>
                </a:lnTo>
                <a:lnTo>
                  <a:pt x="8956" y="47"/>
                </a:lnTo>
                <a:lnTo>
                  <a:pt x="8957" y="47"/>
                </a:lnTo>
                <a:lnTo>
                  <a:pt x="8958" y="47"/>
                </a:lnTo>
                <a:lnTo>
                  <a:pt x="8959" y="47"/>
                </a:lnTo>
                <a:lnTo>
                  <a:pt x="8960" y="47"/>
                </a:lnTo>
                <a:lnTo>
                  <a:pt x="8961" y="47"/>
                </a:lnTo>
                <a:lnTo>
                  <a:pt x="8962" y="47"/>
                </a:lnTo>
                <a:lnTo>
                  <a:pt x="8963" y="47"/>
                </a:lnTo>
                <a:lnTo>
                  <a:pt x="8964" y="47"/>
                </a:lnTo>
                <a:lnTo>
                  <a:pt x="8965" y="47"/>
                </a:lnTo>
                <a:lnTo>
                  <a:pt x="8966" y="47"/>
                </a:lnTo>
                <a:lnTo>
                  <a:pt x="8967" y="47"/>
                </a:lnTo>
                <a:lnTo>
                  <a:pt x="8968" y="47"/>
                </a:lnTo>
                <a:lnTo>
                  <a:pt x="8969" y="47"/>
                </a:lnTo>
                <a:lnTo>
                  <a:pt x="8970" y="47"/>
                </a:lnTo>
                <a:lnTo>
                  <a:pt x="8971" y="47"/>
                </a:lnTo>
                <a:lnTo>
                  <a:pt x="8972" y="47"/>
                </a:lnTo>
                <a:lnTo>
                  <a:pt x="8973" y="47"/>
                </a:lnTo>
                <a:lnTo>
                  <a:pt x="8974" y="47"/>
                </a:lnTo>
                <a:lnTo>
                  <a:pt x="8975" y="47"/>
                </a:lnTo>
                <a:lnTo>
                  <a:pt x="8976" y="47"/>
                </a:lnTo>
                <a:lnTo>
                  <a:pt x="8977" y="47"/>
                </a:lnTo>
                <a:lnTo>
                  <a:pt x="8978" y="47"/>
                </a:lnTo>
                <a:lnTo>
                  <a:pt x="8979" y="47"/>
                </a:lnTo>
                <a:lnTo>
                  <a:pt x="8980" y="47"/>
                </a:lnTo>
                <a:lnTo>
                  <a:pt x="8981" y="47"/>
                </a:lnTo>
                <a:lnTo>
                  <a:pt x="8982" y="47"/>
                </a:lnTo>
                <a:lnTo>
                  <a:pt x="8983" y="47"/>
                </a:lnTo>
                <a:lnTo>
                  <a:pt x="8984" y="47"/>
                </a:lnTo>
                <a:lnTo>
                  <a:pt x="8985" y="47"/>
                </a:lnTo>
                <a:lnTo>
                  <a:pt x="8986" y="47"/>
                </a:lnTo>
                <a:lnTo>
                  <a:pt x="8987" y="47"/>
                </a:lnTo>
                <a:lnTo>
                  <a:pt x="8988" y="47"/>
                </a:lnTo>
                <a:lnTo>
                  <a:pt x="8989" y="47"/>
                </a:lnTo>
                <a:lnTo>
                  <a:pt x="8990" y="47"/>
                </a:lnTo>
                <a:lnTo>
                  <a:pt x="8991" y="47"/>
                </a:lnTo>
                <a:lnTo>
                  <a:pt x="8992" y="47"/>
                </a:lnTo>
                <a:lnTo>
                  <a:pt x="8993" y="47"/>
                </a:lnTo>
                <a:lnTo>
                  <a:pt x="8994" y="47"/>
                </a:lnTo>
                <a:lnTo>
                  <a:pt x="8995" y="47"/>
                </a:lnTo>
                <a:lnTo>
                  <a:pt x="8996" y="47"/>
                </a:lnTo>
                <a:lnTo>
                  <a:pt x="8997" y="47"/>
                </a:lnTo>
                <a:lnTo>
                  <a:pt x="8998" y="47"/>
                </a:lnTo>
                <a:lnTo>
                  <a:pt x="8999" y="47"/>
                </a:lnTo>
                <a:lnTo>
                  <a:pt x="9000" y="47"/>
                </a:lnTo>
                <a:lnTo>
                  <a:pt x="9001" y="47"/>
                </a:lnTo>
                <a:lnTo>
                  <a:pt x="9002" y="47"/>
                </a:lnTo>
                <a:lnTo>
                  <a:pt x="9003" y="47"/>
                </a:lnTo>
                <a:lnTo>
                  <a:pt x="9004" y="47"/>
                </a:lnTo>
                <a:lnTo>
                  <a:pt x="9005" y="47"/>
                </a:lnTo>
                <a:lnTo>
                  <a:pt x="9006" y="47"/>
                </a:lnTo>
                <a:lnTo>
                  <a:pt x="9007" y="47"/>
                </a:lnTo>
                <a:lnTo>
                  <a:pt x="9008" y="47"/>
                </a:lnTo>
                <a:lnTo>
                  <a:pt x="9009" y="47"/>
                </a:lnTo>
                <a:lnTo>
                  <a:pt x="9010" y="47"/>
                </a:lnTo>
                <a:lnTo>
                  <a:pt x="9011" y="47"/>
                </a:lnTo>
                <a:lnTo>
                  <a:pt x="9012" y="47"/>
                </a:lnTo>
                <a:lnTo>
                  <a:pt x="9013" y="47"/>
                </a:lnTo>
                <a:lnTo>
                  <a:pt x="9014" y="47"/>
                </a:lnTo>
                <a:lnTo>
                  <a:pt x="9015" y="47"/>
                </a:lnTo>
                <a:lnTo>
                  <a:pt x="9016" y="47"/>
                </a:lnTo>
                <a:lnTo>
                  <a:pt x="9017" y="47"/>
                </a:lnTo>
                <a:lnTo>
                  <a:pt x="9018" y="47"/>
                </a:lnTo>
                <a:lnTo>
                  <a:pt x="9019" y="47"/>
                </a:lnTo>
                <a:lnTo>
                  <a:pt x="9020" y="47"/>
                </a:lnTo>
                <a:lnTo>
                  <a:pt x="9021" y="47"/>
                </a:lnTo>
                <a:lnTo>
                  <a:pt x="9022" y="47"/>
                </a:lnTo>
                <a:lnTo>
                  <a:pt x="9023" y="47"/>
                </a:lnTo>
                <a:lnTo>
                  <a:pt x="9024" y="47"/>
                </a:lnTo>
                <a:lnTo>
                  <a:pt x="9025" y="47"/>
                </a:lnTo>
                <a:lnTo>
                  <a:pt x="9026" y="47"/>
                </a:lnTo>
                <a:lnTo>
                  <a:pt x="9027" y="47"/>
                </a:lnTo>
                <a:lnTo>
                  <a:pt x="9028" y="47"/>
                </a:lnTo>
                <a:lnTo>
                  <a:pt x="9029" y="47"/>
                </a:lnTo>
                <a:lnTo>
                  <a:pt x="9030" y="47"/>
                </a:lnTo>
                <a:lnTo>
                  <a:pt x="9031" y="47"/>
                </a:lnTo>
                <a:lnTo>
                  <a:pt x="9032" y="47"/>
                </a:lnTo>
                <a:lnTo>
                  <a:pt x="9033" y="47"/>
                </a:lnTo>
                <a:lnTo>
                  <a:pt x="9034" y="47"/>
                </a:lnTo>
                <a:lnTo>
                  <a:pt x="9035" y="47"/>
                </a:lnTo>
                <a:lnTo>
                  <a:pt x="9036" y="47"/>
                </a:lnTo>
                <a:lnTo>
                  <a:pt x="9037" y="47"/>
                </a:lnTo>
                <a:lnTo>
                  <a:pt x="9038" y="47"/>
                </a:lnTo>
                <a:lnTo>
                  <a:pt x="9039" y="47"/>
                </a:lnTo>
                <a:lnTo>
                  <a:pt x="9040" y="47"/>
                </a:lnTo>
                <a:lnTo>
                  <a:pt x="9041" y="47"/>
                </a:lnTo>
                <a:lnTo>
                  <a:pt x="9042" y="47"/>
                </a:lnTo>
                <a:lnTo>
                  <a:pt x="9043" y="47"/>
                </a:lnTo>
                <a:lnTo>
                  <a:pt x="9044" y="47"/>
                </a:lnTo>
                <a:lnTo>
                  <a:pt x="9045" y="47"/>
                </a:lnTo>
                <a:lnTo>
                  <a:pt x="9046" y="47"/>
                </a:lnTo>
                <a:lnTo>
                  <a:pt x="9047" y="47"/>
                </a:lnTo>
                <a:lnTo>
                  <a:pt x="9048" y="47"/>
                </a:lnTo>
                <a:lnTo>
                  <a:pt x="9049" y="47"/>
                </a:lnTo>
                <a:lnTo>
                  <a:pt x="9050" y="47"/>
                </a:lnTo>
                <a:lnTo>
                  <a:pt x="9051" y="47"/>
                </a:lnTo>
                <a:lnTo>
                  <a:pt x="9052" y="47"/>
                </a:lnTo>
                <a:lnTo>
                  <a:pt x="9053" y="47"/>
                </a:lnTo>
                <a:lnTo>
                  <a:pt x="9054" y="47"/>
                </a:lnTo>
                <a:lnTo>
                  <a:pt x="9055" y="47"/>
                </a:lnTo>
                <a:lnTo>
                  <a:pt x="9056" y="47"/>
                </a:lnTo>
                <a:lnTo>
                  <a:pt x="9057" y="47"/>
                </a:lnTo>
                <a:lnTo>
                  <a:pt x="9058" y="47"/>
                </a:lnTo>
                <a:lnTo>
                  <a:pt x="9059" y="47"/>
                </a:lnTo>
                <a:lnTo>
                  <a:pt x="9060" y="47"/>
                </a:lnTo>
                <a:lnTo>
                  <a:pt x="9061" y="47"/>
                </a:lnTo>
                <a:lnTo>
                  <a:pt x="9062" y="47"/>
                </a:lnTo>
                <a:lnTo>
                  <a:pt x="9063" y="47"/>
                </a:lnTo>
                <a:lnTo>
                  <a:pt x="9064" y="47"/>
                </a:lnTo>
                <a:lnTo>
                  <a:pt x="9065" y="47"/>
                </a:lnTo>
                <a:lnTo>
                  <a:pt x="9066" y="47"/>
                </a:lnTo>
                <a:lnTo>
                  <a:pt x="9067" y="47"/>
                </a:lnTo>
                <a:lnTo>
                  <a:pt x="9068" y="47"/>
                </a:lnTo>
                <a:lnTo>
                  <a:pt x="9069" y="47"/>
                </a:lnTo>
                <a:lnTo>
                  <a:pt x="9070" y="47"/>
                </a:lnTo>
                <a:lnTo>
                  <a:pt x="9071" y="47"/>
                </a:lnTo>
                <a:lnTo>
                  <a:pt x="9072" y="47"/>
                </a:lnTo>
                <a:lnTo>
                  <a:pt x="9073" y="47"/>
                </a:lnTo>
                <a:lnTo>
                  <a:pt x="9074" y="47"/>
                </a:lnTo>
                <a:lnTo>
                  <a:pt x="9075" y="47"/>
                </a:lnTo>
                <a:lnTo>
                  <a:pt x="9076" y="47"/>
                </a:lnTo>
                <a:lnTo>
                  <a:pt x="9077" y="47"/>
                </a:lnTo>
                <a:lnTo>
                  <a:pt x="9078" y="47"/>
                </a:lnTo>
                <a:lnTo>
                  <a:pt x="9079" y="47"/>
                </a:lnTo>
                <a:lnTo>
                  <a:pt x="9080" y="47"/>
                </a:lnTo>
                <a:lnTo>
                  <a:pt x="9081" y="47"/>
                </a:lnTo>
                <a:lnTo>
                  <a:pt x="9082" y="47"/>
                </a:lnTo>
                <a:lnTo>
                  <a:pt x="9083" y="47"/>
                </a:lnTo>
                <a:lnTo>
                  <a:pt x="9084" y="47"/>
                </a:lnTo>
                <a:lnTo>
                  <a:pt x="9085" y="47"/>
                </a:lnTo>
                <a:lnTo>
                  <a:pt x="9086" y="47"/>
                </a:lnTo>
                <a:lnTo>
                  <a:pt x="9087" y="47"/>
                </a:lnTo>
                <a:lnTo>
                  <a:pt x="9088" y="47"/>
                </a:lnTo>
                <a:lnTo>
                  <a:pt x="9089" y="47"/>
                </a:lnTo>
                <a:lnTo>
                  <a:pt x="9090" y="47"/>
                </a:lnTo>
                <a:lnTo>
                  <a:pt x="9091" y="47"/>
                </a:lnTo>
                <a:lnTo>
                  <a:pt x="9092" y="47"/>
                </a:lnTo>
                <a:lnTo>
                  <a:pt x="9093" y="47"/>
                </a:lnTo>
                <a:lnTo>
                  <a:pt x="9094" y="47"/>
                </a:lnTo>
                <a:lnTo>
                  <a:pt x="9095" y="47"/>
                </a:lnTo>
                <a:lnTo>
                  <a:pt x="9096" y="47"/>
                </a:lnTo>
                <a:lnTo>
                  <a:pt x="9097" y="47"/>
                </a:lnTo>
                <a:lnTo>
                  <a:pt x="9098" y="47"/>
                </a:lnTo>
                <a:lnTo>
                  <a:pt x="9099" y="47"/>
                </a:lnTo>
                <a:lnTo>
                  <a:pt x="9100" y="47"/>
                </a:lnTo>
                <a:lnTo>
                  <a:pt x="9101" y="47"/>
                </a:lnTo>
                <a:lnTo>
                  <a:pt x="9102" y="47"/>
                </a:lnTo>
                <a:lnTo>
                  <a:pt x="9103" y="47"/>
                </a:lnTo>
                <a:lnTo>
                  <a:pt x="9104" y="47"/>
                </a:lnTo>
                <a:lnTo>
                  <a:pt x="9105" y="47"/>
                </a:lnTo>
                <a:lnTo>
                  <a:pt x="9106" y="47"/>
                </a:lnTo>
                <a:lnTo>
                  <a:pt x="9107" y="47"/>
                </a:lnTo>
                <a:lnTo>
                  <a:pt x="9108" y="47"/>
                </a:lnTo>
                <a:lnTo>
                  <a:pt x="9109" y="47"/>
                </a:lnTo>
                <a:lnTo>
                  <a:pt x="9110" y="47"/>
                </a:lnTo>
                <a:lnTo>
                  <a:pt x="9111" y="47"/>
                </a:lnTo>
                <a:lnTo>
                  <a:pt x="9112" y="47"/>
                </a:lnTo>
                <a:lnTo>
                  <a:pt x="9113" y="47"/>
                </a:lnTo>
                <a:lnTo>
                  <a:pt x="9114" y="47"/>
                </a:lnTo>
                <a:lnTo>
                  <a:pt x="9115" y="47"/>
                </a:lnTo>
                <a:lnTo>
                  <a:pt x="9116" y="47"/>
                </a:lnTo>
                <a:lnTo>
                  <a:pt x="9117" y="47"/>
                </a:lnTo>
                <a:lnTo>
                  <a:pt x="9118" y="47"/>
                </a:lnTo>
                <a:lnTo>
                  <a:pt x="9119" y="47"/>
                </a:lnTo>
                <a:lnTo>
                  <a:pt x="9120" y="47"/>
                </a:lnTo>
                <a:lnTo>
                  <a:pt x="9121" y="47"/>
                </a:lnTo>
                <a:lnTo>
                  <a:pt x="9122" y="47"/>
                </a:lnTo>
                <a:lnTo>
                  <a:pt x="9123" y="47"/>
                </a:lnTo>
                <a:lnTo>
                  <a:pt x="9124" y="47"/>
                </a:lnTo>
                <a:lnTo>
                  <a:pt x="9125" y="47"/>
                </a:lnTo>
                <a:lnTo>
                  <a:pt x="9126" y="47"/>
                </a:lnTo>
                <a:lnTo>
                  <a:pt x="9127" y="47"/>
                </a:lnTo>
                <a:lnTo>
                  <a:pt x="9128" y="47"/>
                </a:lnTo>
                <a:lnTo>
                  <a:pt x="9129" y="47"/>
                </a:lnTo>
                <a:lnTo>
                  <a:pt x="9130" y="47"/>
                </a:lnTo>
                <a:lnTo>
                  <a:pt x="9131" y="47"/>
                </a:lnTo>
                <a:lnTo>
                  <a:pt x="9132" y="47"/>
                </a:lnTo>
                <a:lnTo>
                  <a:pt x="9133" y="47"/>
                </a:lnTo>
                <a:lnTo>
                  <a:pt x="9134" y="47"/>
                </a:lnTo>
                <a:lnTo>
                  <a:pt x="9135" y="47"/>
                </a:lnTo>
                <a:lnTo>
                  <a:pt x="9136" y="47"/>
                </a:lnTo>
                <a:lnTo>
                  <a:pt x="9137" y="47"/>
                </a:lnTo>
                <a:lnTo>
                  <a:pt x="9138" y="47"/>
                </a:lnTo>
                <a:lnTo>
                  <a:pt x="9139" y="47"/>
                </a:lnTo>
                <a:lnTo>
                  <a:pt x="9140" y="47"/>
                </a:lnTo>
                <a:lnTo>
                  <a:pt x="9141" y="47"/>
                </a:lnTo>
                <a:lnTo>
                  <a:pt x="9142" y="47"/>
                </a:lnTo>
                <a:lnTo>
                  <a:pt x="9143" y="47"/>
                </a:lnTo>
                <a:lnTo>
                  <a:pt x="9144" y="47"/>
                </a:lnTo>
                <a:lnTo>
                  <a:pt x="9145" y="47"/>
                </a:lnTo>
                <a:lnTo>
                  <a:pt x="9146" y="47"/>
                </a:lnTo>
                <a:lnTo>
                  <a:pt x="9147" y="47"/>
                </a:lnTo>
                <a:lnTo>
                  <a:pt x="9148" y="47"/>
                </a:lnTo>
                <a:lnTo>
                  <a:pt x="9149" y="47"/>
                </a:lnTo>
                <a:lnTo>
                  <a:pt x="9150" y="47"/>
                </a:lnTo>
                <a:lnTo>
                  <a:pt x="9151" y="47"/>
                </a:lnTo>
                <a:lnTo>
                  <a:pt x="9152" y="47"/>
                </a:lnTo>
                <a:lnTo>
                  <a:pt x="9153" y="47"/>
                </a:lnTo>
                <a:lnTo>
                  <a:pt x="9154" y="47"/>
                </a:lnTo>
                <a:lnTo>
                  <a:pt x="9155" y="47"/>
                </a:lnTo>
                <a:lnTo>
                  <a:pt x="9156" y="47"/>
                </a:lnTo>
                <a:lnTo>
                  <a:pt x="9157" y="47"/>
                </a:lnTo>
                <a:lnTo>
                  <a:pt x="9158" y="47"/>
                </a:lnTo>
                <a:lnTo>
                  <a:pt x="9159" y="47"/>
                </a:lnTo>
                <a:lnTo>
                  <a:pt x="9160" y="47"/>
                </a:lnTo>
                <a:lnTo>
                  <a:pt x="9161" y="47"/>
                </a:lnTo>
                <a:lnTo>
                  <a:pt x="9162" y="47"/>
                </a:lnTo>
                <a:lnTo>
                  <a:pt x="9163" y="47"/>
                </a:lnTo>
                <a:lnTo>
                  <a:pt x="9164" y="47"/>
                </a:lnTo>
                <a:lnTo>
                  <a:pt x="9165" y="47"/>
                </a:lnTo>
                <a:lnTo>
                  <a:pt x="9166" y="47"/>
                </a:lnTo>
                <a:lnTo>
                  <a:pt x="9167" y="47"/>
                </a:lnTo>
                <a:lnTo>
                  <a:pt x="9168" y="47"/>
                </a:lnTo>
                <a:lnTo>
                  <a:pt x="9169" y="47"/>
                </a:lnTo>
                <a:lnTo>
                  <a:pt x="9170" y="47"/>
                </a:lnTo>
                <a:lnTo>
                  <a:pt x="9171" y="47"/>
                </a:lnTo>
                <a:lnTo>
                  <a:pt x="9172" y="47"/>
                </a:lnTo>
                <a:lnTo>
                  <a:pt x="9173" y="47"/>
                </a:lnTo>
                <a:lnTo>
                  <a:pt x="9174" y="47"/>
                </a:lnTo>
                <a:lnTo>
                  <a:pt x="9175" y="47"/>
                </a:lnTo>
                <a:lnTo>
                  <a:pt x="9176" y="47"/>
                </a:lnTo>
                <a:lnTo>
                  <a:pt x="9177" y="47"/>
                </a:lnTo>
                <a:lnTo>
                  <a:pt x="9178" y="47"/>
                </a:lnTo>
                <a:lnTo>
                  <a:pt x="9179" y="47"/>
                </a:lnTo>
                <a:lnTo>
                  <a:pt x="9180" y="47"/>
                </a:lnTo>
                <a:lnTo>
                  <a:pt x="9181" y="47"/>
                </a:lnTo>
                <a:lnTo>
                  <a:pt x="9182" y="47"/>
                </a:lnTo>
                <a:lnTo>
                  <a:pt x="9183" y="47"/>
                </a:lnTo>
                <a:lnTo>
                  <a:pt x="9184" y="47"/>
                </a:lnTo>
                <a:lnTo>
                  <a:pt x="9185" y="47"/>
                </a:lnTo>
                <a:lnTo>
                  <a:pt x="9186" y="47"/>
                </a:lnTo>
                <a:lnTo>
                  <a:pt x="9187" y="47"/>
                </a:lnTo>
                <a:lnTo>
                  <a:pt x="9188" y="47"/>
                </a:lnTo>
                <a:lnTo>
                  <a:pt x="9189" y="47"/>
                </a:lnTo>
                <a:lnTo>
                  <a:pt x="9190" y="47"/>
                </a:lnTo>
                <a:lnTo>
                  <a:pt x="9191" y="47"/>
                </a:lnTo>
                <a:lnTo>
                  <a:pt x="9192" y="47"/>
                </a:lnTo>
                <a:lnTo>
                  <a:pt x="9193" y="47"/>
                </a:lnTo>
                <a:lnTo>
                  <a:pt x="9194" y="47"/>
                </a:lnTo>
                <a:lnTo>
                  <a:pt x="9195" y="47"/>
                </a:lnTo>
                <a:lnTo>
                  <a:pt x="9196" y="47"/>
                </a:lnTo>
                <a:lnTo>
                  <a:pt x="9197" y="47"/>
                </a:lnTo>
                <a:lnTo>
                  <a:pt x="9198" y="47"/>
                </a:lnTo>
                <a:lnTo>
                  <a:pt x="9199" y="47"/>
                </a:lnTo>
                <a:lnTo>
                  <a:pt x="9200" y="47"/>
                </a:lnTo>
                <a:lnTo>
                  <a:pt x="9201" y="47"/>
                </a:lnTo>
                <a:lnTo>
                  <a:pt x="9202" y="47"/>
                </a:lnTo>
                <a:lnTo>
                  <a:pt x="9203" y="47"/>
                </a:lnTo>
                <a:lnTo>
                  <a:pt x="9204" y="47"/>
                </a:lnTo>
                <a:lnTo>
                  <a:pt x="9205" y="47"/>
                </a:lnTo>
                <a:lnTo>
                  <a:pt x="9206" y="47"/>
                </a:lnTo>
                <a:lnTo>
                  <a:pt x="9207" y="47"/>
                </a:lnTo>
                <a:lnTo>
                  <a:pt x="9208" y="47"/>
                </a:lnTo>
                <a:lnTo>
                  <a:pt x="9209" y="47"/>
                </a:lnTo>
                <a:lnTo>
                  <a:pt x="9210" y="47"/>
                </a:lnTo>
                <a:lnTo>
                  <a:pt x="9211" y="47"/>
                </a:lnTo>
                <a:lnTo>
                  <a:pt x="9212" y="47"/>
                </a:lnTo>
                <a:lnTo>
                  <a:pt x="9213" y="47"/>
                </a:lnTo>
                <a:lnTo>
                  <a:pt x="9214" y="47"/>
                </a:lnTo>
                <a:lnTo>
                  <a:pt x="9215" y="47"/>
                </a:lnTo>
                <a:lnTo>
                  <a:pt x="9216" y="47"/>
                </a:lnTo>
                <a:lnTo>
                  <a:pt x="9217" y="47"/>
                </a:lnTo>
                <a:lnTo>
                  <a:pt x="9218" y="47"/>
                </a:lnTo>
                <a:lnTo>
                  <a:pt x="9219" y="47"/>
                </a:lnTo>
                <a:lnTo>
                  <a:pt x="9220" y="47"/>
                </a:lnTo>
                <a:lnTo>
                  <a:pt x="9221" y="47"/>
                </a:lnTo>
                <a:lnTo>
                  <a:pt x="9222" y="47"/>
                </a:lnTo>
                <a:lnTo>
                  <a:pt x="9223" y="47"/>
                </a:lnTo>
                <a:lnTo>
                  <a:pt x="9224" y="47"/>
                </a:lnTo>
                <a:lnTo>
                  <a:pt x="9225" y="47"/>
                </a:lnTo>
                <a:lnTo>
                  <a:pt x="9226" y="47"/>
                </a:lnTo>
                <a:lnTo>
                  <a:pt x="9227" y="47"/>
                </a:lnTo>
                <a:lnTo>
                  <a:pt x="9228" y="47"/>
                </a:lnTo>
                <a:lnTo>
                  <a:pt x="9229" y="47"/>
                </a:lnTo>
                <a:lnTo>
                  <a:pt x="9230" y="47"/>
                </a:lnTo>
                <a:lnTo>
                  <a:pt x="9231" y="47"/>
                </a:lnTo>
                <a:lnTo>
                  <a:pt x="9232" y="47"/>
                </a:lnTo>
                <a:lnTo>
                  <a:pt x="9233" y="47"/>
                </a:lnTo>
                <a:lnTo>
                  <a:pt x="9234" y="47"/>
                </a:lnTo>
                <a:lnTo>
                  <a:pt x="9235" y="47"/>
                </a:lnTo>
                <a:lnTo>
                  <a:pt x="9236" y="47"/>
                </a:lnTo>
                <a:lnTo>
                  <a:pt x="9237" y="47"/>
                </a:lnTo>
                <a:lnTo>
                  <a:pt x="9238" y="47"/>
                </a:lnTo>
                <a:lnTo>
                  <a:pt x="9239" y="47"/>
                </a:lnTo>
                <a:lnTo>
                  <a:pt x="9240" y="47"/>
                </a:lnTo>
                <a:lnTo>
                  <a:pt x="9241" y="47"/>
                </a:lnTo>
                <a:lnTo>
                  <a:pt x="9242" y="47"/>
                </a:lnTo>
                <a:lnTo>
                  <a:pt x="9243" y="47"/>
                </a:lnTo>
                <a:lnTo>
                  <a:pt x="9244" y="47"/>
                </a:lnTo>
                <a:lnTo>
                  <a:pt x="9245" y="47"/>
                </a:lnTo>
                <a:lnTo>
                  <a:pt x="9246" y="47"/>
                </a:lnTo>
                <a:lnTo>
                  <a:pt x="9247" y="47"/>
                </a:lnTo>
                <a:lnTo>
                  <a:pt x="9248" y="47"/>
                </a:lnTo>
                <a:lnTo>
                  <a:pt x="9249" y="47"/>
                </a:lnTo>
                <a:lnTo>
                  <a:pt x="9250" y="47"/>
                </a:lnTo>
                <a:lnTo>
                  <a:pt x="9251" y="47"/>
                </a:lnTo>
                <a:lnTo>
                  <a:pt x="9252" y="47"/>
                </a:lnTo>
                <a:lnTo>
                  <a:pt x="9253" y="47"/>
                </a:lnTo>
                <a:lnTo>
                  <a:pt x="9254" y="47"/>
                </a:lnTo>
                <a:lnTo>
                  <a:pt x="9255" y="47"/>
                </a:lnTo>
                <a:lnTo>
                  <a:pt x="9256" y="47"/>
                </a:lnTo>
                <a:lnTo>
                  <a:pt x="9257" y="47"/>
                </a:lnTo>
                <a:lnTo>
                  <a:pt x="9258" y="47"/>
                </a:lnTo>
                <a:lnTo>
                  <a:pt x="9259" y="47"/>
                </a:lnTo>
                <a:lnTo>
                  <a:pt x="9260" y="47"/>
                </a:lnTo>
                <a:lnTo>
                  <a:pt x="9261" y="47"/>
                </a:lnTo>
                <a:lnTo>
                  <a:pt x="9262" y="47"/>
                </a:lnTo>
                <a:lnTo>
                  <a:pt x="9263" y="47"/>
                </a:lnTo>
                <a:lnTo>
                  <a:pt x="9264" y="47"/>
                </a:lnTo>
                <a:lnTo>
                  <a:pt x="9265" y="47"/>
                </a:lnTo>
                <a:lnTo>
                  <a:pt x="9266" y="47"/>
                </a:lnTo>
                <a:lnTo>
                  <a:pt x="9267" y="47"/>
                </a:lnTo>
                <a:lnTo>
                  <a:pt x="9268" y="47"/>
                </a:lnTo>
                <a:lnTo>
                  <a:pt x="9269" y="47"/>
                </a:lnTo>
                <a:lnTo>
                  <a:pt x="9270" y="47"/>
                </a:lnTo>
                <a:lnTo>
                  <a:pt x="9271" y="47"/>
                </a:lnTo>
                <a:lnTo>
                  <a:pt x="9272" y="47"/>
                </a:lnTo>
                <a:lnTo>
                  <a:pt x="9273" y="47"/>
                </a:lnTo>
                <a:lnTo>
                  <a:pt x="9274" y="47"/>
                </a:lnTo>
                <a:lnTo>
                  <a:pt x="9275" y="47"/>
                </a:lnTo>
                <a:lnTo>
                  <a:pt x="9276" y="47"/>
                </a:lnTo>
                <a:lnTo>
                  <a:pt x="9277" y="47"/>
                </a:lnTo>
                <a:lnTo>
                  <a:pt x="9278" y="47"/>
                </a:lnTo>
                <a:lnTo>
                  <a:pt x="9279" y="47"/>
                </a:lnTo>
                <a:lnTo>
                  <a:pt x="9280" y="47"/>
                </a:lnTo>
                <a:lnTo>
                  <a:pt x="9281" y="47"/>
                </a:lnTo>
                <a:lnTo>
                  <a:pt x="9282" y="47"/>
                </a:lnTo>
                <a:lnTo>
                  <a:pt x="9283" y="47"/>
                </a:lnTo>
                <a:lnTo>
                  <a:pt x="9284" y="47"/>
                </a:lnTo>
                <a:lnTo>
                  <a:pt x="9285" y="47"/>
                </a:lnTo>
                <a:lnTo>
                  <a:pt x="9286" y="47"/>
                </a:lnTo>
                <a:lnTo>
                  <a:pt x="9287" y="47"/>
                </a:lnTo>
                <a:lnTo>
                  <a:pt x="9288" y="47"/>
                </a:lnTo>
                <a:lnTo>
                  <a:pt x="9289" y="47"/>
                </a:lnTo>
                <a:lnTo>
                  <a:pt x="9290" y="47"/>
                </a:lnTo>
                <a:lnTo>
                  <a:pt x="9291" y="47"/>
                </a:lnTo>
                <a:lnTo>
                  <a:pt x="9292" y="47"/>
                </a:lnTo>
                <a:lnTo>
                  <a:pt x="9293" y="47"/>
                </a:lnTo>
                <a:lnTo>
                  <a:pt x="9294" y="47"/>
                </a:lnTo>
                <a:lnTo>
                  <a:pt x="9295" y="47"/>
                </a:lnTo>
                <a:lnTo>
                  <a:pt x="9296" y="47"/>
                </a:lnTo>
                <a:lnTo>
                  <a:pt x="9297" y="47"/>
                </a:lnTo>
                <a:lnTo>
                  <a:pt x="9298" y="47"/>
                </a:lnTo>
                <a:lnTo>
                  <a:pt x="9299" y="47"/>
                </a:lnTo>
                <a:lnTo>
                  <a:pt x="9300" y="47"/>
                </a:lnTo>
                <a:lnTo>
                  <a:pt x="9301" y="47"/>
                </a:lnTo>
                <a:lnTo>
                  <a:pt x="9302" y="47"/>
                </a:lnTo>
                <a:lnTo>
                  <a:pt x="9303" y="47"/>
                </a:lnTo>
                <a:lnTo>
                  <a:pt x="9304" y="47"/>
                </a:lnTo>
                <a:lnTo>
                  <a:pt x="9305" y="47"/>
                </a:lnTo>
                <a:lnTo>
                  <a:pt x="9306" y="47"/>
                </a:lnTo>
                <a:lnTo>
                  <a:pt x="9307" y="47"/>
                </a:lnTo>
                <a:lnTo>
                  <a:pt x="9308" y="47"/>
                </a:lnTo>
                <a:lnTo>
                  <a:pt x="9309" y="47"/>
                </a:lnTo>
                <a:lnTo>
                  <a:pt x="9310" y="47"/>
                </a:lnTo>
                <a:lnTo>
                  <a:pt x="9311" y="47"/>
                </a:lnTo>
                <a:lnTo>
                  <a:pt x="9312" y="47"/>
                </a:lnTo>
                <a:lnTo>
                  <a:pt x="9313" y="47"/>
                </a:lnTo>
                <a:lnTo>
                  <a:pt x="9314" y="47"/>
                </a:lnTo>
                <a:lnTo>
                  <a:pt x="9315" y="47"/>
                </a:lnTo>
                <a:lnTo>
                  <a:pt x="9316" y="47"/>
                </a:lnTo>
                <a:lnTo>
                  <a:pt x="9317" y="47"/>
                </a:lnTo>
                <a:lnTo>
                  <a:pt x="9318" y="47"/>
                </a:lnTo>
                <a:lnTo>
                  <a:pt x="9319" y="47"/>
                </a:lnTo>
                <a:lnTo>
                  <a:pt x="9320" y="47"/>
                </a:lnTo>
                <a:lnTo>
                  <a:pt x="9321" y="47"/>
                </a:lnTo>
                <a:lnTo>
                  <a:pt x="9322" y="47"/>
                </a:lnTo>
                <a:lnTo>
                  <a:pt x="9323" y="47"/>
                </a:lnTo>
                <a:lnTo>
                  <a:pt x="9324" y="47"/>
                </a:lnTo>
                <a:lnTo>
                  <a:pt x="9325" y="47"/>
                </a:lnTo>
                <a:lnTo>
                  <a:pt x="9326" y="47"/>
                </a:lnTo>
                <a:lnTo>
                  <a:pt x="9327" y="47"/>
                </a:lnTo>
                <a:lnTo>
                  <a:pt x="9328" y="47"/>
                </a:lnTo>
                <a:lnTo>
                  <a:pt x="9329" y="47"/>
                </a:lnTo>
                <a:lnTo>
                  <a:pt x="9330" y="47"/>
                </a:lnTo>
                <a:lnTo>
                  <a:pt x="9331" y="47"/>
                </a:lnTo>
                <a:lnTo>
                  <a:pt x="9332" y="47"/>
                </a:lnTo>
                <a:lnTo>
                  <a:pt x="9333" y="47"/>
                </a:lnTo>
                <a:lnTo>
                  <a:pt x="9334" y="47"/>
                </a:lnTo>
                <a:lnTo>
                  <a:pt x="9335" y="47"/>
                </a:lnTo>
                <a:lnTo>
                  <a:pt x="9336" y="47"/>
                </a:lnTo>
                <a:lnTo>
                  <a:pt x="9337" y="47"/>
                </a:lnTo>
                <a:lnTo>
                  <a:pt x="9338" y="47"/>
                </a:lnTo>
                <a:lnTo>
                  <a:pt x="9339" y="47"/>
                </a:lnTo>
                <a:lnTo>
                  <a:pt x="9340" y="47"/>
                </a:lnTo>
                <a:lnTo>
                  <a:pt x="9341" y="47"/>
                </a:lnTo>
                <a:lnTo>
                  <a:pt x="9342" y="47"/>
                </a:lnTo>
                <a:lnTo>
                  <a:pt x="9343" y="47"/>
                </a:lnTo>
                <a:lnTo>
                  <a:pt x="9344" y="47"/>
                </a:lnTo>
                <a:lnTo>
                  <a:pt x="9345" y="47"/>
                </a:lnTo>
                <a:lnTo>
                  <a:pt x="9346" y="47"/>
                </a:lnTo>
                <a:lnTo>
                  <a:pt x="9347" y="47"/>
                </a:lnTo>
                <a:lnTo>
                  <a:pt x="9348" y="47"/>
                </a:lnTo>
                <a:lnTo>
                  <a:pt x="9349" y="47"/>
                </a:lnTo>
                <a:lnTo>
                  <a:pt x="9350" y="47"/>
                </a:lnTo>
                <a:lnTo>
                  <a:pt x="9351" y="47"/>
                </a:lnTo>
                <a:lnTo>
                  <a:pt x="9352" y="47"/>
                </a:lnTo>
                <a:lnTo>
                  <a:pt x="9353" y="47"/>
                </a:lnTo>
                <a:lnTo>
                  <a:pt x="9354" y="47"/>
                </a:lnTo>
                <a:lnTo>
                  <a:pt x="9355" y="47"/>
                </a:lnTo>
                <a:lnTo>
                  <a:pt x="9356" y="47"/>
                </a:lnTo>
                <a:lnTo>
                  <a:pt x="9357" y="47"/>
                </a:lnTo>
                <a:lnTo>
                  <a:pt x="9358" y="47"/>
                </a:lnTo>
                <a:lnTo>
                  <a:pt x="9359" y="47"/>
                </a:lnTo>
                <a:lnTo>
                  <a:pt x="9360" y="47"/>
                </a:lnTo>
                <a:lnTo>
                  <a:pt x="9361" y="47"/>
                </a:lnTo>
                <a:lnTo>
                  <a:pt x="9362" y="47"/>
                </a:lnTo>
                <a:lnTo>
                  <a:pt x="9363" y="47"/>
                </a:lnTo>
                <a:lnTo>
                  <a:pt x="9364" y="47"/>
                </a:lnTo>
                <a:lnTo>
                  <a:pt x="9365" y="47"/>
                </a:lnTo>
                <a:lnTo>
                  <a:pt x="9366" y="47"/>
                </a:lnTo>
                <a:lnTo>
                  <a:pt x="9367" y="47"/>
                </a:lnTo>
                <a:lnTo>
                  <a:pt x="9368" y="47"/>
                </a:lnTo>
                <a:lnTo>
                  <a:pt x="9369" y="47"/>
                </a:lnTo>
                <a:lnTo>
                  <a:pt x="9370" y="47"/>
                </a:lnTo>
                <a:lnTo>
                  <a:pt x="9371" y="47"/>
                </a:lnTo>
                <a:lnTo>
                  <a:pt x="9372" y="47"/>
                </a:lnTo>
                <a:lnTo>
                  <a:pt x="9373" y="47"/>
                </a:lnTo>
                <a:lnTo>
                  <a:pt x="9374" y="47"/>
                </a:lnTo>
                <a:lnTo>
                  <a:pt x="9375" y="47"/>
                </a:lnTo>
                <a:lnTo>
                  <a:pt x="9376" y="47"/>
                </a:lnTo>
                <a:lnTo>
                  <a:pt x="9377" y="47"/>
                </a:lnTo>
                <a:lnTo>
                  <a:pt x="9378" y="47"/>
                </a:lnTo>
                <a:lnTo>
                  <a:pt x="9379" y="47"/>
                </a:lnTo>
                <a:lnTo>
                  <a:pt x="9380" y="47"/>
                </a:lnTo>
                <a:lnTo>
                  <a:pt x="9381" y="47"/>
                </a:lnTo>
                <a:lnTo>
                  <a:pt x="9382" y="47"/>
                </a:lnTo>
                <a:lnTo>
                  <a:pt x="9383" y="47"/>
                </a:lnTo>
                <a:lnTo>
                  <a:pt x="9384" y="47"/>
                </a:lnTo>
                <a:lnTo>
                  <a:pt x="9385" y="47"/>
                </a:lnTo>
                <a:lnTo>
                  <a:pt x="9386" y="47"/>
                </a:lnTo>
                <a:lnTo>
                  <a:pt x="9387" y="47"/>
                </a:lnTo>
                <a:lnTo>
                  <a:pt x="9388" y="47"/>
                </a:lnTo>
                <a:lnTo>
                  <a:pt x="9389" y="47"/>
                </a:lnTo>
                <a:lnTo>
                  <a:pt x="9390" y="47"/>
                </a:lnTo>
                <a:lnTo>
                  <a:pt x="9391" y="47"/>
                </a:lnTo>
                <a:lnTo>
                  <a:pt x="9392" y="47"/>
                </a:lnTo>
                <a:lnTo>
                  <a:pt x="9393" y="47"/>
                </a:lnTo>
                <a:lnTo>
                  <a:pt x="9394" y="47"/>
                </a:lnTo>
                <a:lnTo>
                  <a:pt x="9395" y="47"/>
                </a:lnTo>
                <a:lnTo>
                  <a:pt x="9396" y="47"/>
                </a:lnTo>
                <a:lnTo>
                  <a:pt x="9397" y="47"/>
                </a:lnTo>
                <a:lnTo>
                  <a:pt x="9398" y="47"/>
                </a:lnTo>
                <a:lnTo>
                  <a:pt x="9399" y="47"/>
                </a:lnTo>
                <a:lnTo>
                  <a:pt x="9400" y="47"/>
                </a:lnTo>
                <a:lnTo>
                  <a:pt x="9401" y="47"/>
                </a:lnTo>
                <a:lnTo>
                  <a:pt x="9402" y="47"/>
                </a:lnTo>
                <a:lnTo>
                  <a:pt x="9403" y="47"/>
                </a:lnTo>
                <a:lnTo>
                  <a:pt x="9404" y="47"/>
                </a:lnTo>
                <a:lnTo>
                  <a:pt x="9405" y="47"/>
                </a:lnTo>
                <a:lnTo>
                  <a:pt x="9406" y="47"/>
                </a:lnTo>
                <a:lnTo>
                  <a:pt x="9407" y="47"/>
                </a:lnTo>
                <a:lnTo>
                  <a:pt x="9408" y="47"/>
                </a:lnTo>
                <a:lnTo>
                  <a:pt x="9409" y="47"/>
                </a:lnTo>
                <a:lnTo>
                  <a:pt x="9410" y="47"/>
                </a:lnTo>
                <a:lnTo>
                  <a:pt x="9411" y="47"/>
                </a:lnTo>
                <a:lnTo>
                  <a:pt x="9412" y="47"/>
                </a:lnTo>
                <a:lnTo>
                  <a:pt x="9413" y="47"/>
                </a:lnTo>
                <a:lnTo>
                  <a:pt x="9414" y="47"/>
                </a:lnTo>
                <a:lnTo>
                  <a:pt x="9415" y="47"/>
                </a:lnTo>
                <a:lnTo>
                  <a:pt x="9416" y="47"/>
                </a:lnTo>
                <a:lnTo>
                  <a:pt x="9417" y="47"/>
                </a:lnTo>
                <a:lnTo>
                  <a:pt x="9418" y="47"/>
                </a:lnTo>
                <a:lnTo>
                  <a:pt x="9419" y="47"/>
                </a:lnTo>
                <a:lnTo>
                  <a:pt x="9420" y="47"/>
                </a:lnTo>
                <a:lnTo>
                  <a:pt x="9421" y="47"/>
                </a:lnTo>
                <a:lnTo>
                  <a:pt x="9422" y="47"/>
                </a:lnTo>
                <a:lnTo>
                  <a:pt x="9423" y="47"/>
                </a:lnTo>
                <a:lnTo>
                  <a:pt x="9424" y="47"/>
                </a:lnTo>
                <a:lnTo>
                  <a:pt x="9425" y="47"/>
                </a:lnTo>
                <a:lnTo>
                  <a:pt x="9426" y="47"/>
                </a:lnTo>
                <a:lnTo>
                  <a:pt x="9427" y="47"/>
                </a:lnTo>
                <a:lnTo>
                  <a:pt x="9428" y="47"/>
                </a:lnTo>
                <a:lnTo>
                  <a:pt x="9429" y="47"/>
                </a:lnTo>
                <a:lnTo>
                  <a:pt x="9430" y="47"/>
                </a:lnTo>
                <a:lnTo>
                  <a:pt x="9431" y="47"/>
                </a:lnTo>
                <a:lnTo>
                  <a:pt x="9432" y="47"/>
                </a:lnTo>
                <a:lnTo>
                  <a:pt x="9433" y="47"/>
                </a:lnTo>
                <a:lnTo>
                  <a:pt x="9434" y="47"/>
                </a:lnTo>
                <a:lnTo>
                  <a:pt x="9435" y="47"/>
                </a:lnTo>
                <a:lnTo>
                  <a:pt x="9436" y="47"/>
                </a:lnTo>
                <a:lnTo>
                  <a:pt x="9437" y="47"/>
                </a:lnTo>
                <a:lnTo>
                  <a:pt x="9438" y="47"/>
                </a:lnTo>
                <a:lnTo>
                  <a:pt x="9439" y="47"/>
                </a:lnTo>
                <a:lnTo>
                  <a:pt x="9440" y="47"/>
                </a:lnTo>
                <a:lnTo>
                  <a:pt x="9441" y="47"/>
                </a:lnTo>
                <a:lnTo>
                  <a:pt x="9442" y="47"/>
                </a:lnTo>
                <a:lnTo>
                  <a:pt x="9443" y="47"/>
                </a:lnTo>
                <a:lnTo>
                  <a:pt x="9444" y="47"/>
                </a:lnTo>
                <a:lnTo>
                  <a:pt x="9445" y="47"/>
                </a:lnTo>
                <a:lnTo>
                  <a:pt x="9446" y="47"/>
                </a:lnTo>
                <a:lnTo>
                  <a:pt x="9447" y="47"/>
                </a:lnTo>
                <a:lnTo>
                  <a:pt x="9448" y="47"/>
                </a:lnTo>
                <a:lnTo>
                  <a:pt x="9449" y="47"/>
                </a:lnTo>
                <a:lnTo>
                  <a:pt x="9450" y="47"/>
                </a:lnTo>
                <a:lnTo>
                  <a:pt x="9451" y="47"/>
                </a:lnTo>
                <a:lnTo>
                  <a:pt x="9452" y="47"/>
                </a:lnTo>
                <a:lnTo>
                  <a:pt x="9453" y="47"/>
                </a:lnTo>
                <a:lnTo>
                  <a:pt x="9454" y="47"/>
                </a:lnTo>
                <a:lnTo>
                  <a:pt x="9455" y="47"/>
                </a:lnTo>
                <a:lnTo>
                  <a:pt x="9456" y="47"/>
                </a:lnTo>
                <a:lnTo>
                  <a:pt x="9457" y="47"/>
                </a:lnTo>
                <a:lnTo>
                  <a:pt x="9458" y="47"/>
                </a:lnTo>
                <a:lnTo>
                  <a:pt x="9459" y="47"/>
                </a:lnTo>
                <a:lnTo>
                  <a:pt x="9460" y="47"/>
                </a:lnTo>
                <a:lnTo>
                  <a:pt x="9461" y="47"/>
                </a:lnTo>
                <a:lnTo>
                  <a:pt x="9462" y="47"/>
                </a:lnTo>
                <a:lnTo>
                  <a:pt x="9463" y="47"/>
                </a:lnTo>
                <a:lnTo>
                  <a:pt x="9464" y="47"/>
                </a:lnTo>
                <a:lnTo>
                  <a:pt x="9465" y="47"/>
                </a:lnTo>
                <a:lnTo>
                  <a:pt x="9466" y="47"/>
                </a:lnTo>
                <a:lnTo>
                  <a:pt x="9467" y="47"/>
                </a:lnTo>
                <a:lnTo>
                  <a:pt x="9468" y="47"/>
                </a:lnTo>
                <a:lnTo>
                  <a:pt x="9469" y="47"/>
                </a:lnTo>
                <a:lnTo>
                  <a:pt x="9470" y="47"/>
                </a:lnTo>
                <a:lnTo>
                  <a:pt x="9471" y="47"/>
                </a:lnTo>
                <a:lnTo>
                  <a:pt x="9472" y="47"/>
                </a:lnTo>
                <a:lnTo>
                  <a:pt x="9473" y="47"/>
                </a:lnTo>
                <a:lnTo>
                  <a:pt x="9474" y="47"/>
                </a:lnTo>
                <a:lnTo>
                  <a:pt x="9475" y="47"/>
                </a:lnTo>
                <a:lnTo>
                  <a:pt x="9476" y="47"/>
                </a:lnTo>
                <a:lnTo>
                  <a:pt x="9477" y="47"/>
                </a:lnTo>
                <a:lnTo>
                  <a:pt x="9478" y="47"/>
                </a:lnTo>
                <a:lnTo>
                  <a:pt x="9479" y="47"/>
                </a:lnTo>
                <a:lnTo>
                  <a:pt x="9480" y="47"/>
                </a:lnTo>
                <a:lnTo>
                  <a:pt x="9481" y="47"/>
                </a:lnTo>
                <a:lnTo>
                  <a:pt x="9482" y="47"/>
                </a:lnTo>
                <a:lnTo>
                  <a:pt x="9483" y="47"/>
                </a:lnTo>
                <a:lnTo>
                  <a:pt x="9484" y="47"/>
                </a:lnTo>
                <a:lnTo>
                  <a:pt x="9485" y="47"/>
                </a:lnTo>
                <a:lnTo>
                  <a:pt x="9486" y="47"/>
                </a:lnTo>
                <a:lnTo>
                  <a:pt x="9487" y="47"/>
                </a:lnTo>
                <a:lnTo>
                  <a:pt x="9488" y="47"/>
                </a:lnTo>
                <a:lnTo>
                  <a:pt x="9489" y="47"/>
                </a:lnTo>
                <a:lnTo>
                  <a:pt x="9490" y="47"/>
                </a:lnTo>
                <a:lnTo>
                  <a:pt x="9491" y="47"/>
                </a:lnTo>
                <a:lnTo>
                  <a:pt x="9492" y="47"/>
                </a:lnTo>
                <a:lnTo>
                  <a:pt x="9493" y="47"/>
                </a:lnTo>
                <a:lnTo>
                  <a:pt x="9494" y="47"/>
                </a:lnTo>
                <a:lnTo>
                  <a:pt x="9495" y="47"/>
                </a:lnTo>
                <a:lnTo>
                  <a:pt x="9496" y="47"/>
                </a:lnTo>
                <a:lnTo>
                  <a:pt x="9497" y="47"/>
                </a:lnTo>
                <a:lnTo>
                  <a:pt x="9498" y="47"/>
                </a:lnTo>
                <a:lnTo>
                  <a:pt x="9499" y="47"/>
                </a:lnTo>
                <a:lnTo>
                  <a:pt x="9500" y="47"/>
                </a:lnTo>
                <a:lnTo>
                  <a:pt x="9501" y="47"/>
                </a:lnTo>
                <a:lnTo>
                  <a:pt x="9502" y="47"/>
                </a:lnTo>
                <a:lnTo>
                  <a:pt x="9503" y="47"/>
                </a:lnTo>
                <a:lnTo>
                  <a:pt x="9504" y="47"/>
                </a:lnTo>
                <a:lnTo>
                  <a:pt x="9505" y="47"/>
                </a:lnTo>
                <a:lnTo>
                  <a:pt x="9506" y="47"/>
                </a:lnTo>
                <a:lnTo>
                  <a:pt x="9507" y="47"/>
                </a:lnTo>
                <a:lnTo>
                  <a:pt x="9508" y="47"/>
                </a:lnTo>
                <a:lnTo>
                  <a:pt x="9509" y="47"/>
                </a:lnTo>
                <a:lnTo>
                  <a:pt x="9510" y="47"/>
                </a:lnTo>
                <a:lnTo>
                  <a:pt x="9511" y="47"/>
                </a:lnTo>
                <a:lnTo>
                  <a:pt x="9512" y="47"/>
                </a:lnTo>
                <a:lnTo>
                  <a:pt x="9513" y="47"/>
                </a:lnTo>
                <a:lnTo>
                  <a:pt x="9514" y="47"/>
                </a:lnTo>
                <a:lnTo>
                  <a:pt x="9515" y="47"/>
                </a:lnTo>
                <a:lnTo>
                  <a:pt x="9516" y="47"/>
                </a:lnTo>
                <a:lnTo>
                  <a:pt x="9517" y="47"/>
                </a:lnTo>
                <a:lnTo>
                  <a:pt x="9518" y="47"/>
                </a:lnTo>
                <a:lnTo>
                  <a:pt x="9519" y="47"/>
                </a:lnTo>
                <a:lnTo>
                  <a:pt x="9520" y="47"/>
                </a:lnTo>
                <a:lnTo>
                  <a:pt x="9521" y="47"/>
                </a:lnTo>
                <a:lnTo>
                  <a:pt x="9522" y="47"/>
                </a:lnTo>
                <a:lnTo>
                  <a:pt x="9523" y="47"/>
                </a:lnTo>
                <a:lnTo>
                  <a:pt x="9524" y="47"/>
                </a:lnTo>
                <a:lnTo>
                  <a:pt x="9525" y="47"/>
                </a:lnTo>
                <a:lnTo>
                  <a:pt x="9526" y="47"/>
                </a:lnTo>
                <a:lnTo>
                  <a:pt x="9527" y="47"/>
                </a:lnTo>
                <a:lnTo>
                  <a:pt x="9528" y="47"/>
                </a:lnTo>
                <a:lnTo>
                  <a:pt x="9529" y="47"/>
                </a:lnTo>
                <a:lnTo>
                  <a:pt x="9530" y="47"/>
                </a:lnTo>
                <a:lnTo>
                  <a:pt x="9531" y="47"/>
                </a:lnTo>
                <a:lnTo>
                  <a:pt x="9532" y="47"/>
                </a:lnTo>
                <a:lnTo>
                  <a:pt x="9533" y="47"/>
                </a:lnTo>
                <a:lnTo>
                  <a:pt x="9534" y="47"/>
                </a:lnTo>
                <a:lnTo>
                  <a:pt x="9535" y="47"/>
                </a:lnTo>
                <a:lnTo>
                  <a:pt x="9536" y="47"/>
                </a:lnTo>
                <a:lnTo>
                  <a:pt x="9537" y="47"/>
                </a:lnTo>
                <a:lnTo>
                  <a:pt x="9538" y="47"/>
                </a:lnTo>
                <a:lnTo>
                  <a:pt x="9539" y="47"/>
                </a:lnTo>
                <a:lnTo>
                  <a:pt x="9540" y="47"/>
                </a:lnTo>
                <a:lnTo>
                  <a:pt x="9541" y="47"/>
                </a:lnTo>
                <a:lnTo>
                  <a:pt x="9542" y="47"/>
                </a:lnTo>
                <a:lnTo>
                  <a:pt x="9543" y="47"/>
                </a:lnTo>
                <a:lnTo>
                  <a:pt x="9544" y="47"/>
                </a:lnTo>
                <a:lnTo>
                  <a:pt x="9545" y="47"/>
                </a:lnTo>
                <a:lnTo>
                  <a:pt x="9546" y="47"/>
                </a:lnTo>
                <a:lnTo>
                  <a:pt x="9547" y="47"/>
                </a:lnTo>
                <a:lnTo>
                  <a:pt x="9548" y="47"/>
                </a:lnTo>
                <a:lnTo>
                  <a:pt x="9549" y="47"/>
                </a:lnTo>
                <a:lnTo>
                  <a:pt x="9550" y="47"/>
                </a:lnTo>
                <a:lnTo>
                  <a:pt x="9551" y="47"/>
                </a:lnTo>
                <a:lnTo>
                  <a:pt x="9552" y="47"/>
                </a:lnTo>
                <a:lnTo>
                  <a:pt x="9553" y="47"/>
                </a:lnTo>
                <a:lnTo>
                  <a:pt x="9554" y="47"/>
                </a:lnTo>
                <a:lnTo>
                  <a:pt x="9555" y="47"/>
                </a:lnTo>
                <a:lnTo>
                  <a:pt x="9556" y="47"/>
                </a:lnTo>
                <a:lnTo>
                  <a:pt x="9557" y="47"/>
                </a:lnTo>
                <a:lnTo>
                  <a:pt x="9558" y="47"/>
                </a:lnTo>
                <a:lnTo>
                  <a:pt x="9559" y="47"/>
                </a:lnTo>
                <a:lnTo>
                  <a:pt x="9560" y="47"/>
                </a:lnTo>
                <a:lnTo>
                  <a:pt x="9561" y="47"/>
                </a:lnTo>
                <a:lnTo>
                  <a:pt x="9562" y="47"/>
                </a:lnTo>
                <a:lnTo>
                  <a:pt x="9563" y="47"/>
                </a:lnTo>
                <a:lnTo>
                  <a:pt x="9564" y="47"/>
                </a:lnTo>
                <a:lnTo>
                  <a:pt x="9565" y="47"/>
                </a:lnTo>
                <a:lnTo>
                  <a:pt x="9566" y="47"/>
                </a:lnTo>
                <a:lnTo>
                  <a:pt x="9567" y="47"/>
                </a:lnTo>
                <a:lnTo>
                  <a:pt x="9568" y="47"/>
                </a:lnTo>
                <a:lnTo>
                  <a:pt x="9569" y="47"/>
                </a:lnTo>
                <a:lnTo>
                  <a:pt x="9570" y="47"/>
                </a:lnTo>
                <a:lnTo>
                  <a:pt x="9571" y="47"/>
                </a:lnTo>
                <a:lnTo>
                  <a:pt x="9572" y="47"/>
                </a:lnTo>
                <a:lnTo>
                  <a:pt x="9573" y="47"/>
                </a:lnTo>
                <a:lnTo>
                  <a:pt x="9574" y="47"/>
                </a:lnTo>
                <a:lnTo>
                  <a:pt x="9575" y="47"/>
                </a:lnTo>
                <a:lnTo>
                  <a:pt x="9576" y="47"/>
                </a:lnTo>
                <a:lnTo>
                  <a:pt x="9577" y="47"/>
                </a:lnTo>
                <a:lnTo>
                  <a:pt x="9578" y="47"/>
                </a:lnTo>
                <a:lnTo>
                  <a:pt x="9579" y="47"/>
                </a:lnTo>
                <a:lnTo>
                  <a:pt x="9580" y="47"/>
                </a:lnTo>
                <a:lnTo>
                  <a:pt x="9581" y="47"/>
                </a:lnTo>
                <a:lnTo>
                  <a:pt x="9582" y="47"/>
                </a:lnTo>
                <a:lnTo>
                  <a:pt x="9583" y="47"/>
                </a:lnTo>
                <a:lnTo>
                  <a:pt x="9584" y="47"/>
                </a:lnTo>
                <a:lnTo>
                  <a:pt x="9585" y="47"/>
                </a:lnTo>
                <a:lnTo>
                  <a:pt x="9586" y="47"/>
                </a:lnTo>
                <a:lnTo>
                  <a:pt x="9587" y="47"/>
                </a:lnTo>
                <a:lnTo>
                  <a:pt x="9588" y="47"/>
                </a:lnTo>
                <a:lnTo>
                  <a:pt x="9589" y="47"/>
                </a:lnTo>
                <a:lnTo>
                  <a:pt x="9590" y="47"/>
                </a:lnTo>
                <a:lnTo>
                  <a:pt x="9591" y="47"/>
                </a:lnTo>
                <a:lnTo>
                  <a:pt x="9592" y="47"/>
                </a:lnTo>
                <a:lnTo>
                  <a:pt x="9593" y="47"/>
                </a:lnTo>
                <a:lnTo>
                  <a:pt x="9594" y="47"/>
                </a:lnTo>
                <a:lnTo>
                  <a:pt x="9595" y="47"/>
                </a:lnTo>
                <a:lnTo>
                  <a:pt x="9596" y="47"/>
                </a:lnTo>
                <a:lnTo>
                  <a:pt x="9597" y="47"/>
                </a:lnTo>
                <a:lnTo>
                  <a:pt x="9598" y="47"/>
                </a:lnTo>
                <a:lnTo>
                  <a:pt x="9599" y="47"/>
                </a:lnTo>
                <a:lnTo>
                  <a:pt x="9600" y="47"/>
                </a:lnTo>
                <a:lnTo>
                  <a:pt x="9601" y="47"/>
                </a:lnTo>
                <a:lnTo>
                  <a:pt x="9602" y="47"/>
                </a:lnTo>
                <a:lnTo>
                  <a:pt x="9603" y="47"/>
                </a:lnTo>
                <a:lnTo>
                  <a:pt x="9604" y="47"/>
                </a:lnTo>
                <a:lnTo>
                  <a:pt x="9605" y="47"/>
                </a:lnTo>
                <a:lnTo>
                  <a:pt x="9606" y="47"/>
                </a:lnTo>
                <a:lnTo>
                  <a:pt x="9607" y="47"/>
                </a:lnTo>
                <a:lnTo>
                  <a:pt x="9608" y="47"/>
                </a:lnTo>
                <a:lnTo>
                  <a:pt x="9609" y="47"/>
                </a:lnTo>
                <a:lnTo>
                  <a:pt x="9610" y="47"/>
                </a:lnTo>
                <a:lnTo>
                  <a:pt x="9611" y="47"/>
                </a:lnTo>
                <a:lnTo>
                  <a:pt x="9612" y="47"/>
                </a:lnTo>
                <a:lnTo>
                  <a:pt x="9613" y="47"/>
                </a:lnTo>
                <a:lnTo>
                  <a:pt x="9614" y="47"/>
                </a:lnTo>
                <a:lnTo>
                  <a:pt x="9615" y="47"/>
                </a:lnTo>
                <a:lnTo>
                  <a:pt x="9616" y="47"/>
                </a:lnTo>
                <a:lnTo>
                  <a:pt x="9617" y="47"/>
                </a:lnTo>
                <a:lnTo>
                  <a:pt x="9618" y="47"/>
                </a:lnTo>
                <a:lnTo>
                  <a:pt x="9619" y="47"/>
                </a:lnTo>
                <a:lnTo>
                  <a:pt x="9620" y="47"/>
                </a:lnTo>
                <a:lnTo>
                  <a:pt x="9621" y="47"/>
                </a:lnTo>
                <a:lnTo>
                  <a:pt x="9622" y="47"/>
                </a:lnTo>
                <a:lnTo>
                  <a:pt x="9623" y="47"/>
                </a:lnTo>
                <a:lnTo>
                  <a:pt x="9624" y="47"/>
                </a:lnTo>
                <a:lnTo>
                  <a:pt x="9625" y="47"/>
                </a:lnTo>
                <a:lnTo>
                  <a:pt x="9626" y="47"/>
                </a:lnTo>
                <a:lnTo>
                  <a:pt x="9627" y="47"/>
                </a:lnTo>
                <a:lnTo>
                  <a:pt x="9628" y="47"/>
                </a:lnTo>
                <a:lnTo>
                  <a:pt x="9629" y="47"/>
                </a:lnTo>
                <a:lnTo>
                  <a:pt x="9630" y="47"/>
                </a:lnTo>
                <a:lnTo>
                  <a:pt x="9631" y="47"/>
                </a:lnTo>
                <a:lnTo>
                  <a:pt x="9632" y="47"/>
                </a:lnTo>
                <a:lnTo>
                  <a:pt x="9633" y="47"/>
                </a:lnTo>
                <a:lnTo>
                  <a:pt x="9634" y="47"/>
                </a:lnTo>
                <a:lnTo>
                  <a:pt x="9635" y="47"/>
                </a:lnTo>
                <a:lnTo>
                  <a:pt x="9636" y="47"/>
                </a:lnTo>
                <a:lnTo>
                  <a:pt x="9637" y="47"/>
                </a:lnTo>
                <a:lnTo>
                  <a:pt x="9638" y="47"/>
                </a:lnTo>
                <a:lnTo>
                  <a:pt x="9639" y="47"/>
                </a:lnTo>
                <a:lnTo>
                  <a:pt x="9640" y="47"/>
                </a:lnTo>
                <a:lnTo>
                  <a:pt x="9641" y="47"/>
                </a:lnTo>
                <a:lnTo>
                  <a:pt x="9642" y="47"/>
                </a:lnTo>
                <a:lnTo>
                  <a:pt x="9643" y="47"/>
                </a:lnTo>
                <a:lnTo>
                  <a:pt x="9644" y="47"/>
                </a:lnTo>
                <a:lnTo>
                  <a:pt x="9645" y="47"/>
                </a:lnTo>
                <a:lnTo>
                  <a:pt x="9646" y="47"/>
                </a:lnTo>
                <a:lnTo>
                  <a:pt x="9647" y="47"/>
                </a:lnTo>
                <a:lnTo>
                  <a:pt x="9648" y="47"/>
                </a:lnTo>
                <a:lnTo>
                  <a:pt x="9649" y="47"/>
                </a:lnTo>
                <a:lnTo>
                  <a:pt x="9650" y="47"/>
                </a:lnTo>
                <a:lnTo>
                  <a:pt x="9651" y="47"/>
                </a:lnTo>
                <a:lnTo>
                  <a:pt x="9652" y="47"/>
                </a:lnTo>
                <a:lnTo>
                  <a:pt x="9653" y="47"/>
                </a:lnTo>
                <a:lnTo>
                  <a:pt x="9654" y="47"/>
                </a:lnTo>
                <a:lnTo>
                  <a:pt x="9655" y="47"/>
                </a:lnTo>
                <a:lnTo>
                  <a:pt x="9656" y="47"/>
                </a:lnTo>
                <a:lnTo>
                  <a:pt x="9657" y="47"/>
                </a:lnTo>
                <a:lnTo>
                  <a:pt x="9658" y="47"/>
                </a:lnTo>
                <a:lnTo>
                  <a:pt x="9659" y="47"/>
                </a:lnTo>
                <a:lnTo>
                  <a:pt x="9660" y="47"/>
                </a:lnTo>
                <a:lnTo>
                  <a:pt x="9661" y="47"/>
                </a:lnTo>
                <a:lnTo>
                  <a:pt x="9662" y="47"/>
                </a:lnTo>
                <a:lnTo>
                  <a:pt x="9663" y="47"/>
                </a:lnTo>
                <a:lnTo>
                  <a:pt x="9664" y="47"/>
                </a:lnTo>
                <a:lnTo>
                  <a:pt x="9665" y="47"/>
                </a:lnTo>
                <a:lnTo>
                  <a:pt x="9666" y="47"/>
                </a:lnTo>
                <a:lnTo>
                  <a:pt x="9667" y="47"/>
                </a:lnTo>
                <a:lnTo>
                  <a:pt x="9668" y="47"/>
                </a:lnTo>
                <a:lnTo>
                  <a:pt x="9669" y="47"/>
                </a:lnTo>
                <a:lnTo>
                  <a:pt x="9670" y="47"/>
                </a:lnTo>
                <a:lnTo>
                  <a:pt x="9671" y="47"/>
                </a:lnTo>
                <a:lnTo>
                  <a:pt x="9672" y="47"/>
                </a:lnTo>
                <a:lnTo>
                  <a:pt x="9673" y="47"/>
                </a:lnTo>
                <a:lnTo>
                  <a:pt x="9674" y="47"/>
                </a:lnTo>
                <a:lnTo>
                  <a:pt x="9675" y="47"/>
                </a:lnTo>
                <a:lnTo>
                  <a:pt x="9676" y="47"/>
                </a:lnTo>
                <a:lnTo>
                  <a:pt x="9677" y="47"/>
                </a:lnTo>
                <a:lnTo>
                  <a:pt x="9678" y="47"/>
                </a:lnTo>
                <a:lnTo>
                  <a:pt x="9679" y="47"/>
                </a:lnTo>
                <a:lnTo>
                  <a:pt x="9680" y="47"/>
                </a:lnTo>
                <a:lnTo>
                  <a:pt x="9681" y="47"/>
                </a:lnTo>
                <a:lnTo>
                  <a:pt x="9682" y="47"/>
                </a:lnTo>
                <a:lnTo>
                  <a:pt x="9683" y="47"/>
                </a:lnTo>
                <a:lnTo>
                  <a:pt x="9684" y="47"/>
                </a:lnTo>
                <a:lnTo>
                  <a:pt x="9685" y="47"/>
                </a:lnTo>
                <a:lnTo>
                  <a:pt x="9686" y="47"/>
                </a:lnTo>
                <a:lnTo>
                  <a:pt x="9687" y="47"/>
                </a:lnTo>
                <a:lnTo>
                  <a:pt x="9688" y="47"/>
                </a:lnTo>
                <a:lnTo>
                  <a:pt x="9689" y="47"/>
                </a:lnTo>
                <a:lnTo>
                  <a:pt x="9690" y="47"/>
                </a:lnTo>
                <a:lnTo>
                  <a:pt x="9691" y="47"/>
                </a:lnTo>
                <a:lnTo>
                  <a:pt x="9692" y="47"/>
                </a:lnTo>
                <a:lnTo>
                  <a:pt x="9693" y="47"/>
                </a:lnTo>
                <a:lnTo>
                  <a:pt x="9694" y="47"/>
                </a:lnTo>
                <a:lnTo>
                  <a:pt x="9695" y="47"/>
                </a:lnTo>
                <a:lnTo>
                  <a:pt x="9696" y="47"/>
                </a:lnTo>
                <a:lnTo>
                  <a:pt x="9697" y="47"/>
                </a:lnTo>
                <a:lnTo>
                  <a:pt x="9698" y="47"/>
                </a:lnTo>
                <a:lnTo>
                  <a:pt x="9699" y="47"/>
                </a:lnTo>
                <a:lnTo>
                  <a:pt x="9700" y="47"/>
                </a:lnTo>
                <a:lnTo>
                  <a:pt x="9701" y="47"/>
                </a:lnTo>
                <a:lnTo>
                  <a:pt x="9702" y="47"/>
                </a:lnTo>
                <a:lnTo>
                  <a:pt x="9703" y="47"/>
                </a:lnTo>
                <a:lnTo>
                  <a:pt x="9704" y="47"/>
                </a:lnTo>
                <a:lnTo>
                  <a:pt x="9705" y="47"/>
                </a:lnTo>
                <a:lnTo>
                  <a:pt x="9706" y="47"/>
                </a:lnTo>
                <a:lnTo>
                  <a:pt x="9707" y="47"/>
                </a:lnTo>
                <a:lnTo>
                  <a:pt x="9708" y="47"/>
                </a:lnTo>
                <a:lnTo>
                  <a:pt x="9709" y="47"/>
                </a:lnTo>
                <a:lnTo>
                  <a:pt x="9710" y="47"/>
                </a:lnTo>
                <a:lnTo>
                  <a:pt x="9711" y="47"/>
                </a:lnTo>
                <a:lnTo>
                  <a:pt x="9712" y="47"/>
                </a:lnTo>
                <a:lnTo>
                  <a:pt x="9713" y="47"/>
                </a:lnTo>
                <a:lnTo>
                  <a:pt x="9714" y="47"/>
                </a:lnTo>
                <a:lnTo>
                  <a:pt x="9715" y="47"/>
                </a:lnTo>
                <a:lnTo>
                  <a:pt x="9716" y="47"/>
                </a:lnTo>
                <a:lnTo>
                  <a:pt x="9717" y="47"/>
                </a:lnTo>
                <a:lnTo>
                  <a:pt x="9718" y="47"/>
                </a:lnTo>
                <a:lnTo>
                  <a:pt x="9719" y="47"/>
                </a:lnTo>
                <a:lnTo>
                  <a:pt x="9720" y="47"/>
                </a:lnTo>
                <a:lnTo>
                  <a:pt x="9721" y="47"/>
                </a:lnTo>
                <a:lnTo>
                  <a:pt x="9722" y="47"/>
                </a:lnTo>
                <a:lnTo>
                  <a:pt x="9723" y="47"/>
                </a:lnTo>
                <a:lnTo>
                  <a:pt x="9724" y="47"/>
                </a:lnTo>
                <a:lnTo>
                  <a:pt x="9725" y="47"/>
                </a:lnTo>
                <a:lnTo>
                  <a:pt x="9726" y="47"/>
                </a:lnTo>
                <a:lnTo>
                  <a:pt x="9727" y="47"/>
                </a:lnTo>
                <a:lnTo>
                  <a:pt x="9728" y="47"/>
                </a:lnTo>
                <a:lnTo>
                  <a:pt x="9729" y="47"/>
                </a:lnTo>
                <a:lnTo>
                  <a:pt x="9730" y="47"/>
                </a:lnTo>
                <a:lnTo>
                  <a:pt x="9731" y="47"/>
                </a:lnTo>
                <a:lnTo>
                  <a:pt x="9732" y="47"/>
                </a:lnTo>
                <a:lnTo>
                  <a:pt x="9733" y="47"/>
                </a:lnTo>
                <a:lnTo>
                  <a:pt x="9734" y="47"/>
                </a:lnTo>
                <a:lnTo>
                  <a:pt x="9735" y="47"/>
                </a:lnTo>
                <a:lnTo>
                  <a:pt x="9736" y="47"/>
                </a:lnTo>
                <a:lnTo>
                  <a:pt x="9737" y="47"/>
                </a:lnTo>
                <a:lnTo>
                  <a:pt x="9738" y="47"/>
                </a:lnTo>
                <a:lnTo>
                  <a:pt x="9739" y="47"/>
                </a:lnTo>
                <a:lnTo>
                  <a:pt x="9740" y="47"/>
                </a:lnTo>
                <a:lnTo>
                  <a:pt x="9741" y="47"/>
                </a:lnTo>
                <a:lnTo>
                  <a:pt x="9742" y="47"/>
                </a:lnTo>
                <a:lnTo>
                  <a:pt x="9743" y="47"/>
                </a:lnTo>
                <a:lnTo>
                  <a:pt x="9744" y="47"/>
                </a:lnTo>
                <a:lnTo>
                  <a:pt x="9745" y="47"/>
                </a:lnTo>
                <a:lnTo>
                  <a:pt x="9746" y="47"/>
                </a:lnTo>
                <a:lnTo>
                  <a:pt x="9747" y="47"/>
                </a:lnTo>
                <a:lnTo>
                  <a:pt x="9748" y="47"/>
                </a:lnTo>
                <a:lnTo>
                  <a:pt x="9749" y="47"/>
                </a:lnTo>
                <a:lnTo>
                  <a:pt x="9750" y="47"/>
                </a:lnTo>
                <a:lnTo>
                  <a:pt x="9751" y="47"/>
                </a:lnTo>
                <a:lnTo>
                  <a:pt x="9752" y="47"/>
                </a:lnTo>
                <a:lnTo>
                  <a:pt x="9753" y="47"/>
                </a:lnTo>
                <a:lnTo>
                  <a:pt x="9754" y="47"/>
                </a:lnTo>
                <a:lnTo>
                  <a:pt x="9755" y="47"/>
                </a:lnTo>
                <a:lnTo>
                  <a:pt x="9756" y="47"/>
                </a:lnTo>
                <a:lnTo>
                  <a:pt x="9757" y="47"/>
                </a:lnTo>
                <a:lnTo>
                  <a:pt x="9758" y="47"/>
                </a:lnTo>
                <a:lnTo>
                  <a:pt x="9759" y="47"/>
                </a:lnTo>
                <a:lnTo>
                  <a:pt x="9760" y="47"/>
                </a:lnTo>
                <a:lnTo>
                  <a:pt x="9761" y="47"/>
                </a:lnTo>
                <a:lnTo>
                  <a:pt x="9762" y="47"/>
                </a:lnTo>
                <a:lnTo>
                  <a:pt x="9763" y="47"/>
                </a:lnTo>
                <a:lnTo>
                  <a:pt x="9764" y="47"/>
                </a:lnTo>
                <a:lnTo>
                  <a:pt x="9765" y="47"/>
                </a:lnTo>
                <a:lnTo>
                  <a:pt x="9766" y="47"/>
                </a:lnTo>
                <a:lnTo>
                  <a:pt x="9767" y="47"/>
                </a:lnTo>
                <a:lnTo>
                  <a:pt x="9768" y="47"/>
                </a:lnTo>
                <a:lnTo>
                  <a:pt x="9769" y="47"/>
                </a:lnTo>
                <a:lnTo>
                  <a:pt x="9770" y="47"/>
                </a:lnTo>
                <a:lnTo>
                  <a:pt x="9771" y="47"/>
                </a:lnTo>
                <a:lnTo>
                  <a:pt x="9772" y="47"/>
                </a:lnTo>
                <a:lnTo>
                  <a:pt x="9773" y="47"/>
                </a:lnTo>
                <a:lnTo>
                  <a:pt x="9774" y="47"/>
                </a:lnTo>
                <a:lnTo>
                  <a:pt x="9775" y="47"/>
                </a:lnTo>
                <a:lnTo>
                  <a:pt x="9776" y="47"/>
                </a:lnTo>
                <a:lnTo>
                  <a:pt x="9777" y="47"/>
                </a:lnTo>
                <a:lnTo>
                  <a:pt x="9778" y="47"/>
                </a:lnTo>
                <a:lnTo>
                  <a:pt x="9779" y="47"/>
                </a:lnTo>
                <a:lnTo>
                  <a:pt x="9780" y="47"/>
                </a:lnTo>
                <a:lnTo>
                  <a:pt x="9781" y="47"/>
                </a:lnTo>
                <a:lnTo>
                  <a:pt x="9782" y="47"/>
                </a:lnTo>
                <a:lnTo>
                  <a:pt x="9783" y="47"/>
                </a:lnTo>
                <a:lnTo>
                  <a:pt x="9784" y="47"/>
                </a:lnTo>
                <a:lnTo>
                  <a:pt x="9785" y="47"/>
                </a:lnTo>
                <a:lnTo>
                  <a:pt x="9786" y="47"/>
                </a:lnTo>
                <a:lnTo>
                  <a:pt x="9787" y="47"/>
                </a:lnTo>
                <a:lnTo>
                  <a:pt x="9788" y="47"/>
                </a:lnTo>
                <a:lnTo>
                  <a:pt x="9789" y="47"/>
                </a:lnTo>
                <a:lnTo>
                  <a:pt x="9790" y="47"/>
                </a:lnTo>
                <a:lnTo>
                  <a:pt x="9791" y="47"/>
                </a:lnTo>
                <a:lnTo>
                  <a:pt x="9792" y="47"/>
                </a:lnTo>
                <a:lnTo>
                  <a:pt x="9793" y="47"/>
                </a:lnTo>
                <a:lnTo>
                  <a:pt x="9794" y="47"/>
                </a:lnTo>
                <a:lnTo>
                  <a:pt x="9795" y="47"/>
                </a:lnTo>
                <a:lnTo>
                  <a:pt x="9796" y="47"/>
                </a:lnTo>
                <a:lnTo>
                  <a:pt x="9797" y="47"/>
                </a:lnTo>
                <a:lnTo>
                  <a:pt x="9798" y="47"/>
                </a:lnTo>
                <a:lnTo>
                  <a:pt x="9799" y="47"/>
                </a:lnTo>
                <a:lnTo>
                  <a:pt x="9800" y="47"/>
                </a:lnTo>
                <a:lnTo>
                  <a:pt x="9801" y="47"/>
                </a:lnTo>
                <a:lnTo>
                  <a:pt x="9802" y="47"/>
                </a:lnTo>
                <a:lnTo>
                  <a:pt x="9803" y="47"/>
                </a:lnTo>
                <a:lnTo>
                  <a:pt x="9804" y="47"/>
                </a:lnTo>
                <a:lnTo>
                  <a:pt x="9805" y="47"/>
                </a:lnTo>
                <a:lnTo>
                  <a:pt x="9806" y="47"/>
                </a:lnTo>
                <a:lnTo>
                  <a:pt x="9807" y="47"/>
                </a:lnTo>
                <a:lnTo>
                  <a:pt x="9808" y="47"/>
                </a:lnTo>
                <a:lnTo>
                  <a:pt x="9809" y="47"/>
                </a:lnTo>
                <a:lnTo>
                  <a:pt x="9810" y="47"/>
                </a:lnTo>
                <a:lnTo>
                  <a:pt x="9811" y="47"/>
                </a:lnTo>
                <a:lnTo>
                  <a:pt x="9812" y="47"/>
                </a:lnTo>
                <a:lnTo>
                  <a:pt x="9813" y="47"/>
                </a:lnTo>
                <a:lnTo>
                  <a:pt x="9814" y="47"/>
                </a:lnTo>
                <a:lnTo>
                  <a:pt x="9815" y="47"/>
                </a:lnTo>
                <a:lnTo>
                  <a:pt x="9816" y="47"/>
                </a:lnTo>
                <a:lnTo>
                  <a:pt x="9817" y="47"/>
                </a:lnTo>
                <a:lnTo>
                  <a:pt x="9818" y="47"/>
                </a:lnTo>
                <a:lnTo>
                  <a:pt x="9819" y="47"/>
                </a:lnTo>
                <a:lnTo>
                  <a:pt x="9820" y="47"/>
                </a:lnTo>
                <a:lnTo>
                  <a:pt x="9821" y="47"/>
                </a:lnTo>
                <a:lnTo>
                  <a:pt x="9822" y="47"/>
                </a:lnTo>
                <a:lnTo>
                  <a:pt x="9823" y="47"/>
                </a:lnTo>
                <a:lnTo>
                  <a:pt x="9824" y="47"/>
                </a:lnTo>
                <a:lnTo>
                  <a:pt x="9825" y="47"/>
                </a:lnTo>
                <a:lnTo>
                  <a:pt x="9826" y="47"/>
                </a:lnTo>
                <a:lnTo>
                  <a:pt x="9827" y="47"/>
                </a:lnTo>
                <a:lnTo>
                  <a:pt x="9828" y="47"/>
                </a:lnTo>
                <a:lnTo>
                  <a:pt x="9829" y="47"/>
                </a:lnTo>
                <a:lnTo>
                  <a:pt x="9830" y="47"/>
                </a:lnTo>
                <a:lnTo>
                  <a:pt x="9831" y="47"/>
                </a:lnTo>
                <a:lnTo>
                  <a:pt x="9832" y="47"/>
                </a:lnTo>
                <a:lnTo>
                  <a:pt x="9833" y="47"/>
                </a:lnTo>
                <a:lnTo>
                  <a:pt x="9834" y="47"/>
                </a:lnTo>
                <a:lnTo>
                  <a:pt x="9835" y="47"/>
                </a:lnTo>
                <a:lnTo>
                  <a:pt x="9836" y="47"/>
                </a:lnTo>
                <a:lnTo>
                  <a:pt x="9837" y="47"/>
                </a:lnTo>
                <a:lnTo>
                  <a:pt x="9838" y="47"/>
                </a:lnTo>
                <a:lnTo>
                  <a:pt x="9839" y="47"/>
                </a:lnTo>
                <a:lnTo>
                  <a:pt x="9840" y="47"/>
                </a:lnTo>
                <a:lnTo>
                  <a:pt x="9841" y="47"/>
                </a:lnTo>
                <a:lnTo>
                  <a:pt x="9842" y="47"/>
                </a:lnTo>
                <a:lnTo>
                  <a:pt x="9843" y="47"/>
                </a:lnTo>
                <a:lnTo>
                  <a:pt x="9844" y="47"/>
                </a:lnTo>
                <a:lnTo>
                  <a:pt x="9845" y="47"/>
                </a:lnTo>
                <a:lnTo>
                  <a:pt x="9846" y="47"/>
                </a:lnTo>
                <a:lnTo>
                  <a:pt x="9847" y="47"/>
                </a:lnTo>
                <a:lnTo>
                  <a:pt x="9848" y="47"/>
                </a:lnTo>
                <a:lnTo>
                  <a:pt x="9849" y="47"/>
                </a:lnTo>
                <a:lnTo>
                  <a:pt x="9850" y="47"/>
                </a:lnTo>
                <a:lnTo>
                  <a:pt x="9851" y="47"/>
                </a:lnTo>
                <a:lnTo>
                  <a:pt x="9852" y="47"/>
                </a:lnTo>
                <a:lnTo>
                  <a:pt x="9853" y="47"/>
                </a:lnTo>
                <a:lnTo>
                  <a:pt x="9854" y="47"/>
                </a:lnTo>
                <a:lnTo>
                  <a:pt x="9855" y="47"/>
                </a:lnTo>
                <a:lnTo>
                  <a:pt x="9856" y="47"/>
                </a:lnTo>
                <a:lnTo>
                  <a:pt x="9857" y="47"/>
                </a:lnTo>
                <a:lnTo>
                  <a:pt x="9858" y="47"/>
                </a:lnTo>
                <a:lnTo>
                  <a:pt x="9859" y="47"/>
                </a:lnTo>
                <a:lnTo>
                  <a:pt x="9860" y="47"/>
                </a:lnTo>
                <a:lnTo>
                  <a:pt x="9861" y="47"/>
                </a:lnTo>
                <a:lnTo>
                  <a:pt x="9862" y="47"/>
                </a:lnTo>
                <a:lnTo>
                  <a:pt x="9863" y="47"/>
                </a:lnTo>
                <a:lnTo>
                  <a:pt x="9864" y="47"/>
                </a:lnTo>
                <a:lnTo>
                  <a:pt x="9865" y="47"/>
                </a:lnTo>
                <a:lnTo>
                  <a:pt x="9866" y="47"/>
                </a:lnTo>
                <a:lnTo>
                  <a:pt x="9867" y="47"/>
                </a:lnTo>
                <a:lnTo>
                  <a:pt x="9868" y="47"/>
                </a:lnTo>
                <a:lnTo>
                  <a:pt x="9869" y="47"/>
                </a:lnTo>
                <a:lnTo>
                  <a:pt x="9870" y="47"/>
                </a:lnTo>
                <a:lnTo>
                  <a:pt x="9871" y="47"/>
                </a:lnTo>
                <a:lnTo>
                  <a:pt x="9872" y="47"/>
                </a:lnTo>
                <a:lnTo>
                  <a:pt x="9873" y="47"/>
                </a:lnTo>
                <a:lnTo>
                  <a:pt x="9874" y="47"/>
                </a:lnTo>
                <a:lnTo>
                  <a:pt x="9875" y="47"/>
                </a:lnTo>
                <a:lnTo>
                  <a:pt x="9876" y="47"/>
                </a:lnTo>
                <a:lnTo>
                  <a:pt x="9877" y="47"/>
                </a:lnTo>
                <a:lnTo>
                  <a:pt x="9878" y="47"/>
                </a:lnTo>
                <a:lnTo>
                  <a:pt x="9879" y="47"/>
                </a:lnTo>
                <a:lnTo>
                  <a:pt x="9880" y="47"/>
                </a:lnTo>
                <a:lnTo>
                  <a:pt x="9881" y="47"/>
                </a:lnTo>
                <a:lnTo>
                  <a:pt x="9882" y="47"/>
                </a:lnTo>
                <a:lnTo>
                  <a:pt x="9883" y="47"/>
                </a:lnTo>
                <a:lnTo>
                  <a:pt x="9884" y="47"/>
                </a:lnTo>
                <a:lnTo>
                  <a:pt x="9885" y="47"/>
                </a:lnTo>
                <a:lnTo>
                  <a:pt x="9886" y="47"/>
                </a:lnTo>
                <a:lnTo>
                  <a:pt x="9887" y="47"/>
                </a:lnTo>
                <a:lnTo>
                  <a:pt x="9888" y="47"/>
                </a:lnTo>
                <a:lnTo>
                  <a:pt x="9889" y="47"/>
                </a:lnTo>
                <a:lnTo>
                  <a:pt x="9890" y="47"/>
                </a:lnTo>
                <a:lnTo>
                  <a:pt x="9891" y="47"/>
                </a:lnTo>
                <a:lnTo>
                  <a:pt x="9892" y="47"/>
                </a:lnTo>
                <a:lnTo>
                  <a:pt x="9893" y="47"/>
                </a:lnTo>
                <a:lnTo>
                  <a:pt x="9894" y="47"/>
                </a:lnTo>
                <a:lnTo>
                  <a:pt x="9895" y="47"/>
                </a:lnTo>
                <a:lnTo>
                  <a:pt x="9896" y="47"/>
                </a:lnTo>
                <a:lnTo>
                  <a:pt x="9897" y="47"/>
                </a:lnTo>
                <a:lnTo>
                  <a:pt x="9898" y="47"/>
                </a:lnTo>
                <a:lnTo>
                  <a:pt x="9899" y="47"/>
                </a:lnTo>
                <a:lnTo>
                  <a:pt x="9900" y="47"/>
                </a:lnTo>
                <a:lnTo>
                  <a:pt x="9901" y="47"/>
                </a:lnTo>
                <a:lnTo>
                  <a:pt x="9902" y="47"/>
                </a:lnTo>
                <a:lnTo>
                  <a:pt x="9903" y="47"/>
                </a:lnTo>
                <a:lnTo>
                  <a:pt x="9904" y="47"/>
                </a:lnTo>
                <a:lnTo>
                  <a:pt x="9905" y="47"/>
                </a:lnTo>
                <a:lnTo>
                  <a:pt x="9906" y="47"/>
                </a:lnTo>
                <a:lnTo>
                  <a:pt x="9907" y="47"/>
                </a:lnTo>
                <a:lnTo>
                  <a:pt x="9908" y="47"/>
                </a:lnTo>
                <a:lnTo>
                  <a:pt x="9909" y="47"/>
                </a:lnTo>
                <a:lnTo>
                  <a:pt x="9910" y="47"/>
                </a:lnTo>
                <a:lnTo>
                  <a:pt x="9911" y="47"/>
                </a:lnTo>
                <a:lnTo>
                  <a:pt x="9912" y="47"/>
                </a:lnTo>
                <a:lnTo>
                  <a:pt x="9913" y="47"/>
                </a:lnTo>
                <a:lnTo>
                  <a:pt x="9914" y="47"/>
                </a:lnTo>
                <a:lnTo>
                  <a:pt x="9915" y="47"/>
                </a:lnTo>
                <a:lnTo>
                  <a:pt x="9916" y="47"/>
                </a:lnTo>
                <a:lnTo>
                  <a:pt x="9917" y="47"/>
                </a:lnTo>
                <a:lnTo>
                  <a:pt x="9918" y="47"/>
                </a:lnTo>
                <a:lnTo>
                  <a:pt x="9919" y="47"/>
                </a:lnTo>
                <a:lnTo>
                  <a:pt x="9920" y="47"/>
                </a:lnTo>
                <a:lnTo>
                  <a:pt x="9921" y="47"/>
                </a:lnTo>
                <a:lnTo>
                  <a:pt x="9922" y="47"/>
                </a:lnTo>
                <a:lnTo>
                  <a:pt x="9923" y="47"/>
                </a:lnTo>
                <a:lnTo>
                  <a:pt x="9924" y="47"/>
                </a:lnTo>
                <a:lnTo>
                  <a:pt x="9925" y="47"/>
                </a:lnTo>
                <a:lnTo>
                  <a:pt x="9926" y="47"/>
                </a:lnTo>
                <a:lnTo>
                  <a:pt x="9927" y="47"/>
                </a:lnTo>
                <a:lnTo>
                  <a:pt x="9928" y="47"/>
                </a:lnTo>
                <a:lnTo>
                  <a:pt x="9929" y="47"/>
                </a:lnTo>
                <a:lnTo>
                  <a:pt x="9930" y="47"/>
                </a:lnTo>
                <a:lnTo>
                  <a:pt x="9931" y="47"/>
                </a:lnTo>
                <a:lnTo>
                  <a:pt x="9932" y="47"/>
                </a:lnTo>
                <a:lnTo>
                  <a:pt x="9933" y="47"/>
                </a:lnTo>
                <a:lnTo>
                  <a:pt x="9934" y="47"/>
                </a:lnTo>
                <a:lnTo>
                  <a:pt x="9935" y="47"/>
                </a:lnTo>
                <a:lnTo>
                  <a:pt x="9936" y="47"/>
                </a:lnTo>
                <a:lnTo>
                  <a:pt x="9937" y="47"/>
                </a:lnTo>
                <a:lnTo>
                  <a:pt x="9938" y="47"/>
                </a:lnTo>
                <a:lnTo>
                  <a:pt x="9939" y="47"/>
                </a:lnTo>
                <a:lnTo>
                  <a:pt x="9940" y="47"/>
                </a:lnTo>
                <a:lnTo>
                  <a:pt x="9941" y="47"/>
                </a:lnTo>
                <a:lnTo>
                  <a:pt x="9942" y="47"/>
                </a:lnTo>
                <a:lnTo>
                  <a:pt x="9943" y="47"/>
                </a:lnTo>
                <a:lnTo>
                  <a:pt x="9944" y="47"/>
                </a:lnTo>
                <a:lnTo>
                  <a:pt x="9945" y="47"/>
                </a:lnTo>
                <a:lnTo>
                  <a:pt x="9946" y="47"/>
                </a:lnTo>
                <a:lnTo>
                  <a:pt x="9947" y="47"/>
                </a:lnTo>
                <a:lnTo>
                  <a:pt x="9948" y="47"/>
                </a:lnTo>
                <a:lnTo>
                  <a:pt x="9949" y="47"/>
                </a:lnTo>
                <a:lnTo>
                  <a:pt x="9950" y="47"/>
                </a:lnTo>
                <a:lnTo>
                  <a:pt x="9951" y="47"/>
                </a:lnTo>
                <a:lnTo>
                  <a:pt x="9952" y="47"/>
                </a:lnTo>
                <a:lnTo>
                  <a:pt x="9953" y="47"/>
                </a:lnTo>
                <a:lnTo>
                  <a:pt x="9954" y="47"/>
                </a:lnTo>
                <a:lnTo>
                  <a:pt x="9955" y="47"/>
                </a:lnTo>
                <a:lnTo>
                  <a:pt x="9956" y="47"/>
                </a:lnTo>
                <a:lnTo>
                  <a:pt x="9957" y="47"/>
                </a:lnTo>
                <a:lnTo>
                  <a:pt x="9958" y="47"/>
                </a:lnTo>
                <a:lnTo>
                  <a:pt x="9959" y="47"/>
                </a:lnTo>
                <a:lnTo>
                  <a:pt x="9960" y="47"/>
                </a:lnTo>
                <a:lnTo>
                  <a:pt x="9961" y="47"/>
                </a:lnTo>
                <a:lnTo>
                  <a:pt x="9962" y="47"/>
                </a:lnTo>
                <a:lnTo>
                  <a:pt x="9963" y="47"/>
                </a:lnTo>
                <a:lnTo>
                  <a:pt x="9964" y="47"/>
                </a:lnTo>
                <a:lnTo>
                  <a:pt x="9965" y="47"/>
                </a:lnTo>
                <a:lnTo>
                  <a:pt x="9966" y="47"/>
                </a:lnTo>
                <a:lnTo>
                  <a:pt x="9967" y="47"/>
                </a:lnTo>
                <a:lnTo>
                  <a:pt x="9968" y="47"/>
                </a:lnTo>
                <a:lnTo>
                  <a:pt x="9969" y="47"/>
                </a:lnTo>
                <a:lnTo>
                  <a:pt x="9970" y="47"/>
                </a:lnTo>
                <a:lnTo>
                  <a:pt x="9971" y="47"/>
                </a:lnTo>
                <a:lnTo>
                  <a:pt x="9972" y="47"/>
                </a:lnTo>
                <a:lnTo>
                  <a:pt x="9973" y="47"/>
                </a:lnTo>
                <a:lnTo>
                  <a:pt x="9974" y="47"/>
                </a:lnTo>
                <a:lnTo>
                  <a:pt x="9975" y="47"/>
                </a:lnTo>
                <a:lnTo>
                  <a:pt x="9976" y="47"/>
                </a:lnTo>
                <a:lnTo>
                  <a:pt x="9977" y="47"/>
                </a:lnTo>
                <a:lnTo>
                  <a:pt x="9978" y="47"/>
                </a:lnTo>
                <a:lnTo>
                  <a:pt x="9979" y="47"/>
                </a:lnTo>
                <a:lnTo>
                  <a:pt x="9980" y="47"/>
                </a:lnTo>
                <a:lnTo>
                  <a:pt x="9981" y="47"/>
                </a:lnTo>
                <a:lnTo>
                  <a:pt x="9982" y="47"/>
                </a:lnTo>
                <a:lnTo>
                  <a:pt x="9983" y="47"/>
                </a:lnTo>
                <a:lnTo>
                  <a:pt x="9984" y="47"/>
                </a:lnTo>
                <a:lnTo>
                  <a:pt x="9985" y="47"/>
                </a:lnTo>
                <a:lnTo>
                  <a:pt x="9986" y="47"/>
                </a:lnTo>
                <a:lnTo>
                  <a:pt x="9987" y="47"/>
                </a:lnTo>
                <a:lnTo>
                  <a:pt x="9988" y="47"/>
                </a:lnTo>
                <a:lnTo>
                  <a:pt x="9989" y="47"/>
                </a:lnTo>
                <a:lnTo>
                  <a:pt x="9990" y="47"/>
                </a:lnTo>
                <a:lnTo>
                  <a:pt x="9991" y="47"/>
                </a:lnTo>
                <a:lnTo>
                  <a:pt x="9992" y="47"/>
                </a:lnTo>
                <a:lnTo>
                  <a:pt x="9993" y="47"/>
                </a:lnTo>
                <a:lnTo>
                  <a:pt x="9994" y="47"/>
                </a:lnTo>
                <a:lnTo>
                  <a:pt x="9995" y="47"/>
                </a:lnTo>
                <a:lnTo>
                  <a:pt x="9996" y="47"/>
                </a:lnTo>
                <a:lnTo>
                  <a:pt x="9997" y="47"/>
                </a:lnTo>
                <a:lnTo>
                  <a:pt x="9998" y="47"/>
                </a:lnTo>
                <a:lnTo>
                  <a:pt x="9999" y="47"/>
                </a:lnTo>
                <a:lnTo>
                  <a:pt x="10000" y="47"/>
                </a:lnTo>
                <a:lnTo>
                  <a:pt x="10001" y="47"/>
                </a:lnTo>
                <a:lnTo>
                  <a:pt x="10002" y="47"/>
                </a:lnTo>
                <a:lnTo>
                  <a:pt x="10003" y="47"/>
                </a:lnTo>
                <a:lnTo>
                  <a:pt x="10004" y="47"/>
                </a:lnTo>
                <a:lnTo>
                  <a:pt x="10005" y="47"/>
                </a:lnTo>
                <a:lnTo>
                  <a:pt x="10006" y="47"/>
                </a:lnTo>
                <a:lnTo>
                  <a:pt x="10007" y="47"/>
                </a:lnTo>
                <a:lnTo>
                  <a:pt x="10008" y="47"/>
                </a:lnTo>
                <a:lnTo>
                  <a:pt x="10009" y="47"/>
                </a:lnTo>
                <a:lnTo>
                  <a:pt x="10010" y="47"/>
                </a:lnTo>
                <a:lnTo>
                  <a:pt x="10011" y="47"/>
                </a:lnTo>
                <a:lnTo>
                  <a:pt x="10012" y="47"/>
                </a:lnTo>
                <a:lnTo>
                  <a:pt x="10013" y="47"/>
                </a:lnTo>
                <a:lnTo>
                  <a:pt x="10014" y="47"/>
                </a:lnTo>
                <a:lnTo>
                  <a:pt x="10015" y="47"/>
                </a:lnTo>
                <a:lnTo>
                  <a:pt x="10016" y="47"/>
                </a:lnTo>
                <a:lnTo>
                  <a:pt x="10017" y="47"/>
                </a:lnTo>
                <a:lnTo>
                  <a:pt x="10018" y="47"/>
                </a:lnTo>
                <a:lnTo>
                  <a:pt x="10019" y="47"/>
                </a:lnTo>
                <a:lnTo>
                  <a:pt x="10020" y="47"/>
                </a:lnTo>
                <a:lnTo>
                  <a:pt x="10021" y="47"/>
                </a:lnTo>
                <a:lnTo>
                  <a:pt x="10022" y="47"/>
                </a:lnTo>
                <a:lnTo>
                  <a:pt x="10023" y="47"/>
                </a:lnTo>
                <a:lnTo>
                  <a:pt x="10024" y="47"/>
                </a:lnTo>
                <a:lnTo>
                  <a:pt x="10025" y="47"/>
                </a:lnTo>
                <a:lnTo>
                  <a:pt x="10026" y="47"/>
                </a:lnTo>
                <a:lnTo>
                  <a:pt x="10027" y="47"/>
                </a:lnTo>
                <a:lnTo>
                  <a:pt x="10028" y="47"/>
                </a:lnTo>
                <a:lnTo>
                  <a:pt x="10029" y="47"/>
                </a:lnTo>
                <a:lnTo>
                  <a:pt x="10030" y="47"/>
                </a:lnTo>
                <a:lnTo>
                  <a:pt x="10031" y="47"/>
                </a:lnTo>
                <a:lnTo>
                  <a:pt x="10032" y="47"/>
                </a:lnTo>
                <a:lnTo>
                  <a:pt x="10033" y="47"/>
                </a:lnTo>
                <a:lnTo>
                  <a:pt x="10034" y="47"/>
                </a:lnTo>
                <a:lnTo>
                  <a:pt x="10035" y="47"/>
                </a:lnTo>
                <a:lnTo>
                  <a:pt x="10036" y="47"/>
                </a:lnTo>
                <a:lnTo>
                  <a:pt x="10037" y="47"/>
                </a:lnTo>
                <a:lnTo>
                  <a:pt x="10038" y="47"/>
                </a:lnTo>
                <a:lnTo>
                  <a:pt x="10039" y="47"/>
                </a:lnTo>
                <a:lnTo>
                  <a:pt x="10040" y="47"/>
                </a:lnTo>
                <a:lnTo>
                  <a:pt x="10041" y="47"/>
                </a:lnTo>
                <a:lnTo>
                  <a:pt x="10042" y="47"/>
                </a:lnTo>
                <a:lnTo>
                  <a:pt x="10043" y="47"/>
                </a:lnTo>
                <a:lnTo>
                  <a:pt x="10044" y="47"/>
                </a:lnTo>
                <a:lnTo>
                  <a:pt x="10045" y="47"/>
                </a:lnTo>
                <a:lnTo>
                  <a:pt x="10046" y="47"/>
                </a:lnTo>
                <a:lnTo>
                  <a:pt x="10047" y="47"/>
                </a:lnTo>
                <a:lnTo>
                  <a:pt x="10048" y="47"/>
                </a:lnTo>
                <a:lnTo>
                  <a:pt x="10049" y="47"/>
                </a:lnTo>
                <a:lnTo>
                  <a:pt x="10050" y="47"/>
                </a:lnTo>
                <a:lnTo>
                  <a:pt x="10051" y="47"/>
                </a:lnTo>
                <a:lnTo>
                  <a:pt x="10052" y="47"/>
                </a:lnTo>
                <a:lnTo>
                  <a:pt x="10053" y="47"/>
                </a:lnTo>
                <a:lnTo>
                  <a:pt x="10054" y="47"/>
                </a:lnTo>
                <a:lnTo>
                  <a:pt x="10055" y="47"/>
                </a:lnTo>
                <a:lnTo>
                  <a:pt x="10056" y="47"/>
                </a:lnTo>
                <a:lnTo>
                  <a:pt x="10057" y="47"/>
                </a:lnTo>
                <a:lnTo>
                  <a:pt x="10058" y="47"/>
                </a:lnTo>
                <a:lnTo>
                  <a:pt x="10059" y="47"/>
                </a:lnTo>
                <a:lnTo>
                  <a:pt x="10060" y="47"/>
                </a:lnTo>
                <a:lnTo>
                  <a:pt x="10061" y="47"/>
                </a:lnTo>
                <a:lnTo>
                  <a:pt x="10062" y="47"/>
                </a:lnTo>
                <a:lnTo>
                  <a:pt x="10063" y="47"/>
                </a:lnTo>
                <a:lnTo>
                  <a:pt x="10064" y="47"/>
                </a:lnTo>
                <a:lnTo>
                  <a:pt x="10065" y="47"/>
                </a:lnTo>
                <a:lnTo>
                  <a:pt x="10066" y="47"/>
                </a:lnTo>
                <a:lnTo>
                  <a:pt x="10067" y="47"/>
                </a:lnTo>
                <a:lnTo>
                  <a:pt x="10068" y="47"/>
                </a:lnTo>
                <a:lnTo>
                  <a:pt x="10069" y="47"/>
                </a:lnTo>
                <a:lnTo>
                  <a:pt x="10070" y="47"/>
                </a:lnTo>
                <a:lnTo>
                  <a:pt x="10071" y="47"/>
                </a:lnTo>
                <a:lnTo>
                  <a:pt x="10072" y="47"/>
                </a:lnTo>
                <a:lnTo>
                  <a:pt x="10073" y="47"/>
                </a:lnTo>
                <a:lnTo>
                  <a:pt x="10074" y="47"/>
                </a:lnTo>
                <a:lnTo>
                  <a:pt x="10075" y="47"/>
                </a:lnTo>
                <a:lnTo>
                  <a:pt x="10076" y="47"/>
                </a:lnTo>
                <a:lnTo>
                  <a:pt x="10077" y="47"/>
                </a:lnTo>
                <a:lnTo>
                  <a:pt x="10078" y="47"/>
                </a:lnTo>
                <a:lnTo>
                  <a:pt x="10079" y="47"/>
                </a:lnTo>
                <a:lnTo>
                  <a:pt x="10080" y="47"/>
                </a:lnTo>
                <a:lnTo>
                  <a:pt x="10081" y="47"/>
                </a:lnTo>
                <a:lnTo>
                  <a:pt x="10082" y="47"/>
                </a:lnTo>
                <a:lnTo>
                  <a:pt x="10083" y="47"/>
                </a:lnTo>
                <a:lnTo>
                  <a:pt x="10084" y="47"/>
                </a:lnTo>
                <a:lnTo>
                  <a:pt x="10085" y="47"/>
                </a:lnTo>
                <a:lnTo>
                  <a:pt x="10086" y="47"/>
                </a:lnTo>
                <a:lnTo>
                  <a:pt x="10087" y="47"/>
                </a:lnTo>
                <a:lnTo>
                  <a:pt x="10088" y="47"/>
                </a:lnTo>
                <a:lnTo>
                  <a:pt x="10089" y="47"/>
                </a:lnTo>
                <a:lnTo>
                  <a:pt x="10090" y="47"/>
                </a:lnTo>
                <a:lnTo>
                  <a:pt x="10091" y="47"/>
                </a:lnTo>
                <a:lnTo>
                  <a:pt x="10092" y="47"/>
                </a:lnTo>
                <a:lnTo>
                  <a:pt x="10093" y="47"/>
                </a:lnTo>
                <a:lnTo>
                  <a:pt x="10094" y="47"/>
                </a:lnTo>
                <a:lnTo>
                  <a:pt x="10095" y="47"/>
                </a:lnTo>
                <a:lnTo>
                  <a:pt x="10096" y="47"/>
                </a:lnTo>
                <a:lnTo>
                  <a:pt x="10097" y="47"/>
                </a:lnTo>
                <a:lnTo>
                  <a:pt x="10098" y="47"/>
                </a:lnTo>
                <a:lnTo>
                  <a:pt x="10099" y="47"/>
                </a:lnTo>
                <a:lnTo>
                  <a:pt x="10100" y="47"/>
                </a:lnTo>
                <a:lnTo>
                  <a:pt x="10101" y="47"/>
                </a:lnTo>
                <a:lnTo>
                  <a:pt x="10102" y="47"/>
                </a:lnTo>
                <a:lnTo>
                  <a:pt x="10103" y="47"/>
                </a:lnTo>
                <a:lnTo>
                  <a:pt x="10104" y="47"/>
                </a:lnTo>
                <a:lnTo>
                  <a:pt x="10105" y="47"/>
                </a:lnTo>
                <a:lnTo>
                  <a:pt x="10106" y="47"/>
                </a:lnTo>
                <a:lnTo>
                  <a:pt x="10107" y="47"/>
                </a:lnTo>
                <a:lnTo>
                  <a:pt x="10108" y="47"/>
                </a:lnTo>
                <a:lnTo>
                  <a:pt x="10109" y="47"/>
                </a:lnTo>
                <a:lnTo>
                  <a:pt x="10110" y="47"/>
                </a:lnTo>
                <a:lnTo>
                  <a:pt x="10111" y="47"/>
                </a:lnTo>
                <a:lnTo>
                  <a:pt x="10112" y="47"/>
                </a:lnTo>
                <a:lnTo>
                  <a:pt x="10113" y="47"/>
                </a:lnTo>
                <a:lnTo>
                  <a:pt x="10114" y="47"/>
                </a:lnTo>
                <a:lnTo>
                  <a:pt x="10115" y="47"/>
                </a:lnTo>
                <a:lnTo>
                  <a:pt x="10116" y="47"/>
                </a:lnTo>
                <a:lnTo>
                  <a:pt x="10117" y="47"/>
                </a:lnTo>
                <a:lnTo>
                  <a:pt x="10118" y="47"/>
                </a:lnTo>
                <a:lnTo>
                  <a:pt x="10119" y="47"/>
                </a:lnTo>
                <a:lnTo>
                  <a:pt x="10120" y="47"/>
                </a:lnTo>
                <a:lnTo>
                  <a:pt x="10121" y="47"/>
                </a:lnTo>
                <a:lnTo>
                  <a:pt x="10122" y="47"/>
                </a:lnTo>
                <a:lnTo>
                  <a:pt x="10123" y="47"/>
                </a:lnTo>
                <a:lnTo>
                  <a:pt x="10124" y="47"/>
                </a:lnTo>
                <a:lnTo>
                  <a:pt x="10125" y="47"/>
                </a:lnTo>
                <a:lnTo>
                  <a:pt x="10126" y="47"/>
                </a:lnTo>
                <a:lnTo>
                  <a:pt x="10127" y="47"/>
                </a:lnTo>
                <a:lnTo>
                  <a:pt x="10128" y="47"/>
                </a:lnTo>
                <a:lnTo>
                  <a:pt x="10129" y="47"/>
                </a:lnTo>
                <a:lnTo>
                  <a:pt x="10130" y="47"/>
                </a:lnTo>
                <a:lnTo>
                  <a:pt x="10131" y="47"/>
                </a:lnTo>
                <a:lnTo>
                  <a:pt x="10132" y="47"/>
                </a:lnTo>
                <a:lnTo>
                  <a:pt x="10133" y="47"/>
                </a:lnTo>
                <a:lnTo>
                  <a:pt x="10134" y="47"/>
                </a:lnTo>
                <a:lnTo>
                  <a:pt x="10135" y="47"/>
                </a:lnTo>
                <a:lnTo>
                  <a:pt x="10136" y="47"/>
                </a:lnTo>
                <a:lnTo>
                  <a:pt x="10137" y="47"/>
                </a:lnTo>
                <a:lnTo>
                  <a:pt x="10138" y="47"/>
                </a:lnTo>
                <a:lnTo>
                  <a:pt x="10139" y="47"/>
                </a:lnTo>
                <a:lnTo>
                  <a:pt x="10140" y="47"/>
                </a:lnTo>
                <a:lnTo>
                  <a:pt x="10141" y="47"/>
                </a:lnTo>
                <a:lnTo>
                  <a:pt x="10142" y="47"/>
                </a:lnTo>
                <a:lnTo>
                  <a:pt x="10143" y="47"/>
                </a:lnTo>
                <a:lnTo>
                  <a:pt x="10144" y="47"/>
                </a:lnTo>
                <a:lnTo>
                  <a:pt x="10145" y="47"/>
                </a:lnTo>
                <a:lnTo>
                  <a:pt x="10146" y="47"/>
                </a:lnTo>
                <a:lnTo>
                  <a:pt x="10147" y="47"/>
                </a:lnTo>
                <a:lnTo>
                  <a:pt x="10148" y="47"/>
                </a:lnTo>
                <a:lnTo>
                  <a:pt x="10149" y="47"/>
                </a:lnTo>
                <a:lnTo>
                  <a:pt x="10150" y="47"/>
                </a:lnTo>
                <a:lnTo>
                  <a:pt x="10151" y="47"/>
                </a:lnTo>
                <a:lnTo>
                  <a:pt x="10152" y="47"/>
                </a:lnTo>
                <a:lnTo>
                  <a:pt x="10153" y="47"/>
                </a:lnTo>
                <a:lnTo>
                  <a:pt x="10154" y="47"/>
                </a:lnTo>
                <a:lnTo>
                  <a:pt x="10155" y="47"/>
                </a:lnTo>
                <a:lnTo>
                  <a:pt x="10156" y="47"/>
                </a:lnTo>
                <a:lnTo>
                  <a:pt x="10157" y="47"/>
                </a:lnTo>
                <a:lnTo>
                  <a:pt x="10158" y="47"/>
                </a:lnTo>
                <a:lnTo>
                  <a:pt x="10159" y="47"/>
                </a:lnTo>
                <a:lnTo>
                  <a:pt x="10160" y="47"/>
                </a:lnTo>
                <a:lnTo>
                  <a:pt x="10161" y="47"/>
                </a:lnTo>
                <a:lnTo>
                  <a:pt x="10162" y="47"/>
                </a:lnTo>
                <a:lnTo>
                  <a:pt x="10163" y="47"/>
                </a:lnTo>
                <a:lnTo>
                  <a:pt x="10164" y="47"/>
                </a:lnTo>
                <a:lnTo>
                  <a:pt x="10165" y="47"/>
                </a:lnTo>
                <a:lnTo>
                  <a:pt x="10166" y="47"/>
                </a:lnTo>
                <a:lnTo>
                  <a:pt x="10167" y="47"/>
                </a:lnTo>
                <a:lnTo>
                  <a:pt x="10168" y="47"/>
                </a:lnTo>
                <a:lnTo>
                  <a:pt x="10169" y="47"/>
                </a:lnTo>
                <a:lnTo>
                  <a:pt x="10170" y="47"/>
                </a:lnTo>
                <a:lnTo>
                  <a:pt x="10171" y="47"/>
                </a:lnTo>
                <a:lnTo>
                  <a:pt x="10172" y="47"/>
                </a:lnTo>
                <a:lnTo>
                  <a:pt x="10173" y="47"/>
                </a:lnTo>
                <a:lnTo>
                  <a:pt x="10174" y="47"/>
                </a:lnTo>
                <a:lnTo>
                  <a:pt x="10175" y="47"/>
                </a:lnTo>
                <a:lnTo>
                  <a:pt x="10176" y="47"/>
                </a:lnTo>
                <a:lnTo>
                  <a:pt x="10177" y="47"/>
                </a:lnTo>
                <a:lnTo>
                  <a:pt x="10178" y="47"/>
                </a:lnTo>
                <a:lnTo>
                  <a:pt x="10179" y="47"/>
                </a:lnTo>
                <a:lnTo>
                  <a:pt x="10180" y="47"/>
                </a:lnTo>
                <a:lnTo>
                  <a:pt x="10181" y="47"/>
                </a:lnTo>
                <a:lnTo>
                  <a:pt x="10182" y="47"/>
                </a:lnTo>
                <a:lnTo>
                  <a:pt x="10183" y="47"/>
                </a:lnTo>
                <a:lnTo>
                  <a:pt x="10184" y="47"/>
                </a:lnTo>
                <a:lnTo>
                  <a:pt x="10185" y="47"/>
                </a:lnTo>
                <a:lnTo>
                  <a:pt x="10186" y="47"/>
                </a:lnTo>
                <a:lnTo>
                  <a:pt x="10187" y="47"/>
                </a:lnTo>
                <a:lnTo>
                  <a:pt x="10188" y="47"/>
                </a:lnTo>
                <a:lnTo>
                  <a:pt x="10189" y="47"/>
                </a:lnTo>
                <a:lnTo>
                  <a:pt x="10190" y="47"/>
                </a:lnTo>
                <a:lnTo>
                  <a:pt x="10191" y="47"/>
                </a:lnTo>
                <a:lnTo>
                  <a:pt x="10192" y="47"/>
                </a:lnTo>
                <a:lnTo>
                  <a:pt x="10193" y="47"/>
                </a:lnTo>
                <a:lnTo>
                  <a:pt x="10194" y="47"/>
                </a:lnTo>
                <a:lnTo>
                  <a:pt x="10195" y="47"/>
                </a:lnTo>
                <a:lnTo>
                  <a:pt x="10196" y="47"/>
                </a:lnTo>
                <a:lnTo>
                  <a:pt x="10197" y="47"/>
                </a:lnTo>
                <a:lnTo>
                  <a:pt x="10198" y="47"/>
                </a:lnTo>
                <a:lnTo>
                  <a:pt x="10199" y="47"/>
                </a:lnTo>
                <a:lnTo>
                  <a:pt x="10200" y="47"/>
                </a:lnTo>
                <a:lnTo>
                  <a:pt x="10201" y="47"/>
                </a:lnTo>
                <a:lnTo>
                  <a:pt x="10202" y="47"/>
                </a:lnTo>
                <a:lnTo>
                  <a:pt x="10203" y="47"/>
                </a:lnTo>
                <a:lnTo>
                  <a:pt x="10204" y="47"/>
                </a:lnTo>
                <a:lnTo>
                  <a:pt x="10205" y="47"/>
                </a:lnTo>
                <a:lnTo>
                  <a:pt x="10206" y="47"/>
                </a:lnTo>
                <a:lnTo>
                  <a:pt x="10207" y="47"/>
                </a:lnTo>
                <a:lnTo>
                  <a:pt x="10208" y="47"/>
                </a:lnTo>
                <a:lnTo>
                  <a:pt x="10209" y="47"/>
                </a:lnTo>
                <a:lnTo>
                  <a:pt x="10210" y="47"/>
                </a:lnTo>
                <a:lnTo>
                  <a:pt x="10211" y="47"/>
                </a:lnTo>
                <a:lnTo>
                  <a:pt x="10212" y="47"/>
                </a:lnTo>
                <a:lnTo>
                  <a:pt x="10213" y="47"/>
                </a:lnTo>
                <a:lnTo>
                  <a:pt x="10214" y="47"/>
                </a:lnTo>
                <a:lnTo>
                  <a:pt x="10215" y="47"/>
                </a:lnTo>
                <a:lnTo>
                  <a:pt x="10216" y="47"/>
                </a:lnTo>
                <a:lnTo>
                  <a:pt x="10217" y="47"/>
                </a:lnTo>
                <a:lnTo>
                  <a:pt x="10218" y="47"/>
                </a:lnTo>
                <a:lnTo>
                  <a:pt x="10219" y="47"/>
                </a:lnTo>
                <a:lnTo>
                  <a:pt x="10220" y="47"/>
                </a:lnTo>
                <a:lnTo>
                  <a:pt x="10221" y="47"/>
                </a:lnTo>
                <a:lnTo>
                  <a:pt x="10222" y="47"/>
                </a:lnTo>
                <a:lnTo>
                  <a:pt x="10223" y="47"/>
                </a:lnTo>
                <a:lnTo>
                  <a:pt x="10224" y="47"/>
                </a:lnTo>
                <a:lnTo>
                  <a:pt x="10225" y="47"/>
                </a:lnTo>
                <a:lnTo>
                  <a:pt x="10226" y="47"/>
                </a:lnTo>
                <a:lnTo>
                  <a:pt x="10227" y="47"/>
                </a:lnTo>
                <a:lnTo>
                  <a:pt x="10228" y="47"/>
                </a:lnTo>
                <a:lnTo>
                  <a:pt x="10229" y="47"/>
                </a:lnTo>
                <a:lnTo>
                  <a:pt x="10230" y="47"/>
                </a:lnTo>
                <a:lnTo>
                  <a:pt x="10231" y="47"/>
                </a:lnTo>
                <a:lnTo>
                  <a:pt x="10232" y="47"/>
                </a:lnTo>
                <a:lnTo>
                  <a:pt x="10233" y="47"/>
                </a:lnTo>
                <a:lnTo>
                  <a:pt x="10234" y="47"/>
                </a:lnTo>
                <a:lnTo>
                  <a:pt x="10235" y="47"/>
                </a:lnTo>
                <a:lnTo>
                  <a:pt x="10236" y="47"/>
                </a:lnTo>
                <a:lnTo>
                  <a:pt x="10237" y="47"/>
                </a:lnTo>
                <a:lnTo>
                  <a:pt x="10238" y="47"/>
                </a:lnTo>
                <a:lnTo>
                  <a:pt x="10239" y="47"/>
                </a:lnTo>
                <a:lnTo>
                  <a:pt x="10240" y="47"/>
                </a:lnTo>
                <a:lnTo>
                  <a:pt x="10241" y="47"/>
                </a:lnTo>
                <a:lnTo>
                  <a:pt x="10242" y="47"/>
                </a:lnTo>
                <a:lnTo>
                  <a:pt x="10243" y="47"/>
                </a:lnTo>
                <a:lnTo>
                  <a:pt x="10244" y="47"/>
                </a:lnTo>
                <a:lnTo>
                  <a:pt x="10245" y="47"/>
                </a:lnTo>
                <a:lnTo>
                  <a:pt x="10246" y="47"/>
                </a:lnTo>
                <a:lnTo>
                  <a:pt x="10247" y="47"/>
                </a:lnTo>
                <a:lnTo>
                  <a:pt x="10248" y="47"/>
                </a:lnTo>
                <a:lnTo>
                  <a:pt x="10249" y="47"/>
                </a:lnTo>
                <a:lnTo>
                  <a:pt x="10250" y="47"/>
                </a:lnTo>
                <a:lnTo>
                  <a:pt x="10251" y="47"/>
                </a:lnTo>
                <a:lnTo>
                  <a:pt x="10252" y="47"/>
                </a:lnTo>
                <a:lnTo>
                  <a:pt x="10253" y="47"/>
                </a:lnTo>
                <a:lnTo>
                  <a:pt x="10254" y="47"/>
                </a:lnTo>
                <a:lnTo>
                  <a:pt x="10255" y="47"/>
                </a:lnTo>
                <a:lnTo>
                  <a:pt x="10256" y="47"/>
                </a:lnTo>
                <a:lnTo>
                  <a:pt x="10257" y="47"/>
                </a:lnTo>
                <a:lnTo>
                  <a:pt x="10258" y="47"/>
                </a:lnTo>
                <a:lnTo>
                  <a:pt x="10259" y="47"/>
                </a:lnTo>
                <a:lnTo>
                  <a:pt x="10260" y="47"/>
                </a:lnTo>
                <a:lnTo>
                  <a:pt x="10261" y="47"/>
                </a:lnTo>
                <a:lnTo>
                  <a:pt x="10262" y="47"/>
                </a:lnTo>
                <a:lnTo>
                  <a:pt x="10263" y="47"/>
                </a:lnTo>
                <a:lnTo>
                  <a:pt x="10264" y="47"/>
                </a:lnTo>
                <a:lnTo>
                  <a:pt x="10265" y="47"/>
                </a:lnTo>
                <a:lnTo>
                  <a:pt x="10266" y="47"/>
                </a:lnTo>
                <a:lnTo>
                  <a:pt x="10267" y="47"/>
                </a:lnTo>
                <a:lnTo>
                  <a:pt x="10268" y="47"/>
                </a:lnTo>
                <a:lnTo>
                  <a:pt x="10269" y="47"/>
                </a:lnTo>
                <a:lnTo>
                  <a:pt x="10270" y="47"/>
                </a:lnTo>
                <a:lnTo>
                  <a:pt x="10271" y="47"/>
                </a:lnTo>
                <a:lnTo>
                  <a:pt x="10272" y="47"/>
                </a:lnTo>
                <a:lnTo>
                  <a:pt x="10273" y="47"/>
                </a:lnTo>
                <a:lnTo>
                  <a:pt x="10274" y="47"/>
                </a:lnTo>
                <a:lnTo>
                  <a:pt x="10275" y="47"/>
                </a:lnTo>
                <a:lnTo>
                  <a:pt x="10276" y="47"/>
                </a:lnTo>
                <a:lnTo>
                  <a:pt x="10277" y="47"/>
                </a:lnTo>
                <a:lnTo>
                  <a:pt x="10278" y="47"/>
                </a:lnTo>
                <a:lnTo>
                  <a:pt x="10279" y="47"/>
                </a:lnTo>
                <a:lnTo>
                  <a:pt x="10280" y="47"/>
                </a:lnTo>
                <a:lnTo>
                  <a:pt x="10281" y="47"/>
                </a:lnTo>
                <a:lnTo>
                  <a:pt x="10282" y="47"/>
                </a:lnTo>
                <a:lnTo>
                  <a:pt x="10283" y="47"/>
                </a:lnTo>
                <a:lnTo>
                  <a:pt x="10284" y="47"/>
                </a:lnTo>
                <a:lnTo>
                  <a:pt x="10285" y="47"/>
                </a:lnTo>
                <a:lnTo>
                  <a:pt x="10286" y="47"/>
                </a:lnTo>
                <a:lnTo>
                  <a:pt x="10287" y="47"/>
                </a:lnTo>
                <a:lnTo>
                  <a:pt x="10288" y="47"/>
                </a:lnTo>
                <a:lnTo>
                  <a:pt x="10289" y="47"/>
                </a:lnTo>
                <a:lnTo>
                  <a:pt x="10290" y="47"/>
                </a:lnTo>
                <a:lnTo>
                  <a:pt x="10291" y="47"/>
                </a:lnTo>
                <a:lnTo>
                  <a:pt x="10292" y="47"/>
                </a:lnTo>
                <a:lnTo>
                  <a:pt x="10293" y="47"/>
                </a:lnTo>
                <a:lnTo>
                  <a:pt x="10294" y="47"/>
                </a:lnTo>
                <a:lnTo>
                  <a:pt x="10295" y="47"/>
                </a:lnTo>
                <a:lnTo>
                  <a:pt x="10296" y="47"/>
                </a:lnTo>
                <a:lnTo>
                  <a:pt x="10297" y="47"/>
                </a:lnTo>
                <a:lnTo>
                  <a:pt x="10298" y="47"/>
                </a:lnTo>
                <a:lnTo>
                  <a:pt x="10299" y="47"/>
                </a:lnTo>
                <a:lnTo>
                  <a:pt x="10300" y="47"/>
                </a:lnTo>
                <a:lnTo>
                  <a:pt x="10301" y="47"/>
                </a:lnTo>
                <a:lnTo>
                  <a:pt x="10302" y="47"/>
                </a:lnTo>
                <a:lnTo>
                  <a:pt x="10303" y="47"/>
                </a:lnTo>
                <a:lnTo>
                  <a:pt x="10304" y="47"/>
                </a:lnTo>
                <a:lnTo>
                  <a:pt x="10305" y="47"/>
                </a:lnTo>
                <a:lnTo>
                  <a:pt x="10306" y="47"/>
                </a:lnTo>
                <a:lnTo>
                  <a:pt x="10307" y="47"/>
                </a:lnTo>
                <a:lnTo>
                  <a:pt x="10308" y="47"/>
                </a:lnTo>
                <a:lnTo>
                  <a:pt x="10309" y="47"/>
                </a:lnTo>
                <a:lnTo>
                  <a:pt x="10310" y="47"/>
                </a:lnTo>
                <a:lnTo>
                  <a:pt x="10311" y="47"/>
                </a:lnTo>
                <a:lnTo>
                  <a:pt x="10312" y="47"/>
                </a:lnTo>
                <a:lnTo>
                  <a:pt x="10313" y="47"/>
                </a:lnTo>
                <a:lnTo>
                  <a:pt x="10314" y="47"/>
                </a:lnTo>
                <a:lnTo>
                  <a:pt x="10315" y="47"/>
                </a:lnTo>
                <a:lnTo>
                  <a:pt x="10316" y="47"/>
                </a:lnTo>
                <a:lnTo>
                  <a:pt x="10317" y="47"/>
                </a:lnTo>
                <a:lnTo>
                  <a:pt x="10318" y="47"/>
                </a:lnTo>
                <a:lnTo>
                  <a:pt x="10319" y="47"/>
                </a:lnTo>
                <a:lnTo>
                  <a:pt x="10320" y="47"/>
                </a:lnTo>
                <a:lnTo>
                  <a:pt x="10321" y="47"/>
                </a:lnTo>
                <a:lnTo>
                  <a:pt x="10322" y="47"/>
                </a:lnTo>
                <a:lnTo>
                  <a:pt x="10323" y="47"/>
                </a:lnTo>
                <a:lnTo>
                  <a:pt x="10324" y="47"/>
                </a:lnTo>
                <a:lnTo>
                  <a:pt x="10325" y="47"/>
                </a:lnTo>
                <a:lnTo>
                  <a:pt x="10326" y="47"/>
                </a:lnTo>
                <a:lnTo>
                  <a:pt x="10327" y="47"/>
                </a:lnTo>
                <a:lnTo>
                  <a:pt x="10328" y="47"/>
                </a:lnTo>
                <a:lnTo>
                  <a:pt x="10329" y="47"/>
                </a:lnTo>
                <a:lnTo>
                  <a:pt x="10330" y="47"/>
                </a:lnTo>
                <a:lnTo>
                  <a:pt x="10331" y="47"/>
                </a:lnTo>
                <a:lnTo>
                  <a:pt x="10332" y="47"/>
                </a:lnTo>
                <a:lnTo>
                  <a:pt x="10333" y="47"/>
                </a:lnTo>
                <a:lnTo>
                  <a:pt x="10334" y="47"/>
                </a:lnTo>
                <a:lnTo>
                  <a:pt x="10335" y="47"/>
                </a:lnTo>
                <a:lnTo>
                  <a:pt x="10336" y="47"/>
                </a:lnTo>
                <a:lnTo>
                  <a:pt x="10337" y="47"/>
                </a:lnTo>
                <a:lnTo>
                  <a:pt x="10338" y="47"/>
                </a:lnTo>
                <a:lnTo>
                  <a:pt x="10339" y="47"/>
                </a:lnTo>
                <a:lnTo>
                  <a:pt x="10340" y="47"/>
                </a:lnTo>
                <a:lnTo>
                  <a:pt x="10341" y="47"/>
                </a:lnTo>
                <a:lnTo>
                  <a:pt x="10342" y="47"/>
                </a:lnTo>
                <a:lnTo>
                  <a:pt x="10343" y="47"/>
                </a:lnTo>
                <a:lnTo>
                  <a:pt x="10344" y="47"/>
                </a:lnTo>
                <a:lnTo>
                  <a:pt x="10345" y="47"/>
                </a:lnTo>
                <a:lnTo>
                  <a:pt x="10346" y="47"/>
                </a:lnTo>
                <a:lnTo>
                  <a:pt x="10347" y="47"/>
                </a:lnTo>
                <a:lnTo>
                  <a:pt x="10348" y="47"/>
                </a:lnTo>
                <a:lnTo>
                  <a:pt x="10349" y="47"/>
                </a:lnTo>
                <a:lnTo>
                  <a:pt x="10350" y="47"/>
                </a:lnTo>
                <a:lnTo>
                  <a:pt x="10351" y="47"/>
                </a:lnTo>
                <a:lnTo>
                  <a:pt x="10352" y="47"/>
                </a:lnTo>
                <a:lnTo>
                  <a:pt x="10353" y="47"/>
                </a:lnTo>
                <a:lnTo>
                  <a:pt x="10354" y="47"/>
                </a:lnTo>
                <a:lnTo>
                  <a:pt x="10355" y="47"/>
                </a:lnTo>
                <a:lnTo>
                  <a:pt x="10356" y="47"/>
                </a:lnTo>
                <a:lnTo>
                  <a:pt x="10357" y="47"/>
                </a:lnTo>
                <a:lnTo>
                  <a:pt x="10358" y="47"/>
                </a:lnTo>
                <a:lnTo>
                  <a:pt x="10359" y="47"/>
                </a:lnTo>
                <a:lnTo>
                  <a:pt x="10360" y="47"/>
                </a:lnTo>
                <a:lnTo>
                  <a:pt x="10361" y="47"/>
                </a:lnTo>
                <a:lnTo>
                  <a:pt x="10362" y="47"/>
                </a:lnTo>
                <a:lnTo>
                  <a:pt x="10363" y="47"/>
                </a:lnTo>
                <a:lnTo>
                  <a:pt x="10364" y="47"/>
                </a:lnTo>
                <a:lnTo>
                  <a:pt x="10365" y="47"/>
                </a:lnTo>
                <a:lnTo>
                  <a:pt x="10366" y="47"/>
                </a:lnTo>
                <a:lnTo>
                  <a:pt x="10367" y="47"/>
                </a:lnTo>
                <a:lnTo>
                  <a:pt x="10368" y="47"/>
                </a:lnTo>
                <a:lnTo>
                  <a:pt x="10369" y="47"/>
                </a:lnTo>
                <a:lnTo>
                  <a:pt x="10370" y="47"/>
                </a:lnTo>
                <a:lnTo>
                  <a:pt x="10371" y="47"/>
                </a:lnTo>
                <a:lnTo>
                  <a:pt x="10372" y="47"/>
                </a:lnTo>
                <a:lnTo>
                  <a:pt x="10373" y="47"/>
                </a:lnTo>
                <a:lnTo>
                  <a:pt x="10374" y="47"/>
                </a:lnTo>
                <a:lnTo>
                  <a:pt x="10375" y="47"/>
                </a:lnTo>
                <a:lnTo>
                  <a:pt x="10376" y="47"/>
                </a:lnTo>
                <a:lnTo>
                  <a:pt x="10377" y="47"/>
                </a:lnTo>
                <a:lnTo>
                  <a:pt x="10378" y="47"/>
                </a:lnTo>
                <a:lnTo>
                  <a:pt x="10379" y="47"/>
                </a:lnTo>
                <a:lnTo>
                  <a:pt x="10380" y="47"/>
                </a:lnTo>
                <a:lnTo>
                  <a:pt x="10381" y="47"/>
                </a:lnTo>
                <a:lnTo>
                  <a:pt x="10382" y="47"/>
                </a:lnTo>
                <a:lnTo>
                  <a:pt x="10383" y="47"/>
                </a:lnTo>
                <a:lnTo>
                  <a:pt x="10384" y="47"/>
                </a:lnTo>
                <a:lnTo>
                  <a:pt x="10385" y="47"/>
                </a:lnTo>
                <a:lnTo>
                  <a:pt x="10386" y="47"/>
                </a:lnTo>
                <a:lnTo>
                  <a:pt x="10387" y="47"/>
                </a:lnTo>
                <a:lnTo>
                  <a:pt x="10388" y="47"/>
                </a:lnTo>
                <a:lnTo>
                  <a:pt x="10389" y="47"/>
                </a:lnTo>
                <a:lnTo>
                  <a:pt x="10390" y="47"/>
                </a:lnTo>
                <a:lnTo>
                  <a:pt x="10391" y="47"/>
                </a:lnTo>
                <a:lnTo>
                  <a:pt x="10392" y="47"/>
                </a:lnTo>
                <a:lnTo>
                  <a:pt x="10393" y="47"/>
                </a:lnTo>
                <a:lnTo>
                  <a:pt x="10394" y="47"/>
                </a:lnTo>
                <a:lnTo>
                  <a:pt x="10395" y="47"/>
                </a:lnTo>
                <a:lnTo>
                  <a:pt x="10396" y="47"/>
                </a:lnTo>
                <a:lnTo>
                  <a:pt x="10397" y="47"/>
                </a:lnTo>
                <a:lnTo>
                  <a:pt x="10398" y="47"/>
                </a:lnTo>
                <a:lnTo>
                  <a:pt x="10399" y="47"/>
                </a:lnTo>
                <a:lnTo>
                  <a:pt x="10400" y="47"/>
                </a:lnTo>
                <a:lnTo>
                  <a:pt x="10401" y="47"/>
                </a:lnTo>
                <a:lnTo>
                  <a:pt x="10402" y="47"/>
                </a:lnTo>
                <a:lnTo>
                  <a:pt x="10403" y="47"/>
                </a:lnTo>
                <a:lnTo>
                  <a:pt x="10404" y="47"/>
                </a:lnTo>
                <a:lnTo>
                  <a:pt x="10405" y="47"/>
                </a:lnTo>
                <a:lnTo>
                  <a:pt x="10406" y="47"/>
                </a:lnTo>
                <a:lnTo>
                  <a:pt x="10407" y="47"/>
                </a:lnTo>
                <a:lnTo>
                  <a:pt x="10408" y="47"/>
                </a:lnTo>
                <a:lnTo>
                  <a:pt x="10409" y="47"/>
                </a:lnTo>
                <a:lnTo>
                  <a:pt x="10410" y="47"/>
                </a:lnTo>
                <a:lnTo>
                  <a:pt x="10411" y="47"/>
                </a:lnTo>
                <a:lnTo>
                  <a:pt x="10412" y="47"/>
                </a:lnTo>
                <a:lnTo>
                  <a:pt x="10413" y="47"/>
                </a:lnTo>
                <a:lnTo>
                  <a:pt x="10414" y="47"/>
                </a:lnTo>
                <a:lnTo>
                  <a:pt x="10415" y="47"/>
                </a:lnTo>
                <a:lnTo>
                  <a:pt x="10416" y="47"/>
                </a:lnTo>
                <a:lnTo>
                  <a:pt x="10417" y="47"/>
                </a:lnTo>
                <a:lnTo>
                  <a:pt x="10418" y="47"/>
                </a:lnTo>
                <a:lnTo>
                  <a:pt x="10419" y="47"/>
                </a:lnTo>
                <a:lnTo>
                  <a:pt x="10420" y="47"/>
                </a:lnTo>
                <a:lnTo>
                  <a:pt x="10421" y="47"/>
                </a:lnTo>
                <a:lnTo>
                  <a:pt x="10422" y="47"/>
                </a:lnTo>
                <a:lnTo>
                  <a:pt x="10423" y="47"/>
                </a:lnTo>
                <a:lnTo>
                  <a:pt x="10424" y="47"/>
                </a:lnTo>
                <a:lnTo>
                  <a:pt x="10425" y="47"/>
                </a:lnTo>
                <a:lnTo>
                  <a:pt x="10426" y="47"/>
                </a:lnTo>
                <a:lnTo>
                  <a:pt x="10427" y="47"/>
                </a:lnTo>
                <a:lnTo>
                  <a:pt x="10428" y="47"/>
                </a:lnTo>
                <a:lnTo>
                  <a:pt x="10429" y="47"/>
                </a:lnTo>
                <a:lnTo>
                  <a:pt x="10430" y="47"/>
                </a:lnTo>
                <a:lnTo>
                  <a:pt x="10431" y="47"/>
                </a:lnTo>
                <a:lnTo>
                  <a:pt x="10432" y="47"/>
                </a:lnTo>
                <a:lnTo>
                  <a:pt x="10433" y="47"/>
                </a:lnTo>
                <a:lnTo>
                  <a:pt x="10434" y="47"/>
                </a:lnTo>
                <a:lnTo>
                  <a:pt x="10435" y="47"/>
                </a:lnTo>
                <a:lnTo>
                  <a:pt x="10436" y="47"/>
                </a:lnTo>
                <a:lnTo>
                  <a:pt x="10437" y="47"/>
                </a:lnTo>
                <a:lnTo>
                  <a:pt x="10438" y="47"/>
                </a:lnTo>
                <a:lnTo>
                  <a:pt x="10439" y="47"/>
                </a:lnTo>
                <a:lnTo>
                  <a:pt x="10440" y="47"/>
                </a:lnTo>
                <a:lnTo>
                  <a:pt x="10441" y="47"/>
                </a:lnTo>
                <a:lnTo>
                  <a:pt x="10442" y="47"/>
                </a:lnTo>
                <a:lnTo>
                  <a:pt x="10443" y="47"/>
                </a:lnTo>
                <a:lnTo>
                  <a:pt x="10444" y="47"/>
                </a:lnTo>
                <a:lnTo>
                  <a:pt x="10445" y="47"/>
                </a:lnTo>
                <a:lnTo>
                  <a:pt x="10446" y="47"/>
                </a:lnTo>
                <a:lnTo>
                  <a:pt x="10447" y="47"/>
                </a:lnTo>
                <a:lnTo>
                  <a:pt x="10448" y="47"/>
                </a:lnTo>
                <a:lnTo>
                  <a:pt x="10449" y="47"/>
                </a:lnTo>
                <a:lnTo>
                  <a:pt x="10450" y="47"/>
                </a:lnTo>
                <a:lnTo>
                  <a:pt x="10451" y="47"/>
                </a:lnTo>
                <a:lnTo>
                  <a:pt x="10452" y="47"/>
                </a:lnTo>
                <a:lnTo>
                  <a:pt x="10453" y="47"/>
                </a:lnTo>
                <a:lnTo>
                  <a:pt x="10454" y="47"/>
                </a:lnTo>
                <a:lnTo>
                  <a:pt x="10455" y="47"/>
                </a:lnTo>
                <a:lnTo>
                  <a:pt x="10456" y="47"/>
                </a:lnTo>
                <a:lnTo>
                  <a:pt x="10457" y="47"/>
                </a:lnTo>
                <a:lnTo>
                  <a:pt x="10458" y="47"/>
                </a:lnTo>
                <a:lnTo>
                  <a:pt x="10459" y="47"/>
                </a:lnTo>
                <a:lnTo>
                  <a:pt x="10460" y="47"/>
                </a:lnTo>
                <a:lnTo>
                  <a:pt x="10461" y="47"/>
                </a:lnTo>
                <a:lnTo>
                  <a:pt x="10462" y="47"/>
                </a:lnTo>
                <a:lnTo>
                  <a:pt x="10463" y="47"/>
                </a:lnTo>
                <a:lnTo>
                  <a:pt x="10464" y="47"/>
                </a:lnTo>
                <a:lnTo>
                  <a:pt x="10465" y="47"/>
                </a:lnTo>
                <a:lnTo>
                  <a:pt x="10466" y="47"/>
                </a:lnTo>
                <a:lnTo>
                  <a:pt x="10467" y="47"/>
                </a:lnTo>
                <a:lnTo>
                  <a:pt x="10468" y="47"/>
                </a:lnTo>
                <a:lnTo>
                  <a:pt x="10469" y="47"/>
                </a:lnTo>
                <a:lnTo>
                  <a:pt x="10470" y="47"/>
                </a:lnTo>
                <a:lnTo>
                  <a:pt x="10471" y="47"/>
                </a:lnTo>
                <a:lnTo>
                  <a:pt x="10472" y="47"/>
                </a:lnTo>
                <a:lnTo>
                  <a:pt x="10473" y="47"/>
                </a:lnTo>
                <a:lnTo>
                  <a:pt x="10474" y="47"/>
                </a:lnTo>
                <a:lnTo>
                  <a:pt x="10475" y="47"/>
                </a:lnTo>
                <a:lnTo>
                  <a:pt x="10476" y="47"/>
                </a:lnTo>
                <a:lnTo>
                  <a:pt x="10477" y="47"/>
                </a:lnTo>
                <a:lnTo>
                  <a:pt x="10478" y="47"/>
                </a:lnTo>
                <a:lnTo>
                  <a:pt x="10479" y="47"/>
                </a:lnTo>
                <a:lnTo>
                  <a:pt x="10480" y="47"/>
                </a:lnTo>
                <a:lnTo>
                  <a:pt x="10481" y="47"/>
                </a:lnTo>
                <a:lnTo>
                  <a:pt x="10482" y="47"/>
                </a:lnTo>
                <a:lnTo>
                  <a:pt x="10483" y="47"/>
                </a:lnTo>
                <a:lnTo>
                  <a:pt x="10484" y="47"/>
                </a:lnTo>
                <a:lnTo>
                  <a:pt x="10485" y="47"/>
                </a:lnTo>
                <a:lnTo>
                  <a:pt x="10486" y="47"/>
                </a:lnTo>
                <a:lnTo>
                  <a:pt x="10487" y="47"/>
                </a:lnTo>
                <a:lnTo>
                  <a:pt x="10488" y="47"/>
                </a:lnTo>
                <a:lnTo>
                  <a:pt x="10489" y="47"/>
                </a:lnTo>
                <a:lnTo>
                  <a:pt x="10490" y="47"/>
                </a:lnTo>
                <a:lnTo>
                  <a:pt x="10491" y="47"/>
                </a:lnTo>
                <a:lnTo>
                  <a:pt x="10492" y="47"/>
                </a:lnTo>
                <a:lnTo>
                  <a:pt x="10493" y="47"/>
                </a:lnTo>
                <a:lnTo>
                  <a:pt x="10494" y="47"/>
                </a:lnTo>
                <a:lnTo>
                  <a:pt x="10495" y="47"/>
                </a:lnTo>
                <a:lnTo>
                  <a:pt x="10496" y="47"/>
                </a:lnTo>
                <a:lnTo>
                  <a:pt x="10497" y="47"/>
                </a:lnTo>
                <a:lnTo>
                  <a:pt x="10498" y="47"/>
                </a:lnTo>
                <a:lnTo>
                  <a:pt x="10499" y="47"/>
                </a:lnTo>
                <a:lnTo>
                  <a:pt x="10500" y="47"/>
                </a:lnTo>
                <a:lnTo>
                  <a:pt x="10501" y="47"/>
                </a:lnTo>
                <a:lnTo>
                  <a:pt x="10502" y="47"/>
                </a:lnTo>
                <a:lnTo>
                  <a:pt x="10503" y="47"/>
                </a:lnTo>
                <a:lnTo>
                  <a:pt x="10504" y="47"/>
                </a:lnTo>
                <a:lnTo>
                  <a:pt x="10505" y="47"/>
                </a:lnTo>
                <a:lnTo>
                  <a:pt x="10506" y="47"/>
                </a:lnTo>
                <a:lnTo>
                  <a:pt x="10507" y="47"/>
                </a:lnTo>
                <a:lnTo>
                  <a:pt x="10508" y="47"/>
                </a:lnTo>
                <a:lnTo>
                  <a:pt x="10509" y="47"/>
                </a:lnTo>
                <a:lnTo>
                  <a:pt x="10510" y="47"/>
                </a:lnTo>
                <a:lnTo>
                  <a:pt x="10511" y="47"/>
                </a:lnTo>
                <a:lnTo>
                  <a:pt x="10512" y="47"/>
                </a:lnTo>
                <a:lnTo>
                  <a:pt x="10513" y="47"/>
                </a:lnTo>
                <a:lnTo>
                  <a:pt x="10514" y="47"/>
                </a:lnTo>
                <a:lnTo>
                  <a:pt x="10515" y="47"/>
                </a:lnTo>
                <a:lnTo>
                  <a:pt x="10516" y="47"/>
                </a:lnTo>
                <a:lnTo>
                  <a:pt x="10517" y="47"/>
                </a:lnTo>
                <a:lnTo>
                  <a:pt x="10518" y="47"/>
                </a:lnTo>
                <a:lnTo>
                  <a:pt x="10519" y="47"/>
                </a:lnTo>
                <a:lnTo>
                  <a:pt x="10520" y="47"/>
                </a:lnTo>
                <a:lnTo>
                  <a:pt x="10521" y="47"/>
                </a:lnTo>
                <a:lnTo>
                  <a:pt x="10522" y="47"/>
                </a:lnTo>
                <a:lnTo>
                  <a:pt x="10523" y="47"/>
                </a:lnTo>
                <a:lnTo>
                  <a:pt x="10524" y="47"/>
                </a:lnTo>
                <a:lnTo>
                  <a:pt x="10525" y="47"/>
                </a:lnTo>
                <a:lnTo>
                  <a:pt x="10526" y="47"/>
                </a:lnTo>
                <a:lnTo>
                  <a:pt x="10527" y="47"/>
                </a:lnTo>
                <a:lnTo>
                  <a:pt x="10528" y="47"/>
                </a:lnTo>
                <a:lnTo>
                  <a:pt x="10529" y="47"/>
                </a:lnTo>
                <a:lnTo>
                  <a:pt x="10530" y="47"/>
                </a:lnTo>
                <a:lnTo>
                  <a:pt x="10531" y="47"/>
                </a:lnTo>
                <a:lnTo>
                  <a:pt x="10532" y="47"/>
                </a:lnTo>
                <a:lnTo>
                  <a:pt x="10533" y="47"/>
                </a:lnTo>
                <a:lnTo>
                  <a:pt x="10534" y="47"/>
                </a:lnTo>
                <a:lnTo>
                  <a:pt x="10535" y="47"/>
                </a:lnTo>
                <a:lnTo>
                  <a:pt x="10536" y="47"/>
                </a:lnTo>
                <a:lnTo>
                  <a:pt x="10537" y="47"/>
                </a:lnTo>
                <a:lnTo>
                  <a:pt x="10538" y="47"/>
                </a:lnTo>
                <a:lnTo>
                  <a:pt x="10539" y="47"/>
                </a:lnTo>
                <a:lnTo>
                  <a:pt x="10540" y="47"/>
                </a:lnTo>
                <a:lnTo>
                  <a:pt x="10541" y="47"/>
                </a:lnTo>
                <a:lnTo>
                  <a:pt x="10542" y="47"/>
                </a:lnTo>
                <a:lnTo>
                  <a:pt x="10543" y="47"/>
                </a:lnTo>
                <a:lnTo>
                  <a:pt x="10544" y="47"/>
                </a:lnTo>
                <a:lnTo>
                  <a:pt x="10545" y="47"/>
                </a:lnTo>
                <a:lnTo>
                  <a:pt x="10546" y="47"/>
                </a:lnTo>
                <a:lnTo>
                  <a:pt x="10547" y="47"/>
                </a:lnTo>
                <a:lnTo>
                  <a:pt x="10548" y="47"/>
                </a:lnTo>
                <a:lnTo>
                  <a:pt x="10549" y="47"/>
                </a:lnTo>
                <a:lnTo>
                  <a:pt x="10550" y="47"/>
                </a:lnTo>
                <a:lnTo>
                  <a:pt x="10551" y="47"/>
                </a:lnTo>
                <a:lnTo>
                  <a:pt x="10552" y="47"/>
                </a:lnTo>
                <a:lnTo>
                  <a:pt x="10553" y="47"/>
                </a:lnTo>
                <a:lnTo>
                  <a:pt x="10554" y="47"/>
                </a:lnTo>
                <a:lnTo>
                  <a:pt x="10555" y="47"/>
                </a:lnTo>
                <a:lnTo>
                  <a:pt x="10556" y="47"/>
                </a:lnTo>
                <a:lnTo>
                  <a:pt x="10557" y="47"/>
                </a:lnTo>
                <a:lnTo>
                  <a:pt x="10558" y="47"/>
                </a:lnTo>
                <a:lnTo>
                  <a:pt x="10559" y="47"/>
                </a:lnTo>
                <a:lnTo>
                  <a:pt x="10560" y="47"/>
                </a:lnTo>
                <a:lnTo>
                  <a:pt x="10561" y="47"/>
                </a:lnTo>
                <a:lnTo>
                  <a:pt x="10562" y="47"/>
                </a:lnTo>
                <a:lnTo>
                  <a:pt x="10563" y="47"/>
                </a:lnTo>
                <a:lnTo>
                  <a:pt x="10564" y="47"/>
                </a:lnTo>
                <a:lnTo>
                  <a:pt x="10565" y="47"/>
                </a:lnTo>
                <a:lnTo>
                  <a:pt x="10566" y="47"/>
                </a:lnTo>
                <a:lnTo>
                  <a:pt x="10567" y="47"/>
                </a:lnTo>
                <a:lnTo>
                  <a:pt x="10568" y="47"/>
                </a:lnTo>
                <a:lnTo>
                  <a:pt x="10569" y="47"/>
                </a:lnTo>
                <a:lnTo>
                  <a:pt x="10570" y="47"/>
                </a:lnTo>
                <a:lnTo>
                  <a:pt x="10571" y="47"/>
                </a:lnTo>
                <a:lnTo>
                  <a:pt x="10572" y="47"/>
                </a:lnTo>
                <a:lnTo>
                  <a:pt x="10573" y="47"/>
                </a:lnTo>
                <a:lnTo>
                  <a:pt x="10574" y="47"/>
                </a:lnTo>
                <a:lnTo>
                  <a:pt x="10575" y="47"/>
                </a:lnTo>
                <a:lnTo>
                  <a:pt x="10576" y="47"/>
                </a:lnTo>
                <a:lnTo>
                  <a:pt x="10577" y="47"/>
                </a:lnTo>
                <a:lnTo>
                  <a:pt x="10578" y="47"/>
                </a:lnTo>
                <a:lnTo>
                  <a:pt x="10579" y="47"/>
                </a:lnTo>
                <a:lnTo>
                  <a:pt x="10580" y="47"/>
                </a:lnTo>
                <a:lnTo>
                  <a:pt x="10581" y="47"/>
                </a:lnTo>
                <a:lnTo>
                  <a:pt x="10582" y="47"/>
                </a:lnTo>
                <a:lnTo>
                  <a:pt x="10583" y="47"/>
                </a:lnTo>
                <a:lnTo>
                  <a:pt x="10584" y="47"/>
                </a:lnTo>
                <a:lnTo>
                  <a:pt x="10585" y="47"/>
                </a:lnTo>
                <a:lnTo>
                  <a:pt x="10586" y="47"/>
                </a:lnTo>
                <a:lnTo>
                  <a:pt x="10587" y="47"/>
                </a:lnTo>
                <a:lnTo>
                  <a:pt x="10588" y="47"/>
                </a:lnTo>
                <a:lnTo>
                  <a:pt x="10589" y="47"/>
                </a:lnTo>
                <a:lnTo>
                  <a:pt x="10590" y="47"/>
                </a:lnTo>
                <a:lnTo>
                  <a:pt x="10591" y="47"/>
                </a:lnTo>
                <a:lnTo>
                  <a:pt x="10592" y="47"/>
                </a:lnTo>
                <a:lnTo>
                  <a:pt x="10593" y="47"/>
                </a:lnTo>
                <a:lnTo>
                  <a:pt x="10594" y="47"/>
                </a:lnTo>
                <a:lnTo>
                  <a:pt x="10595" y="47"/>
                </a:lnTo>
                <a:lnTo>
                  <a:pt x="10596" y="47"/>
                </a:lnTo>
                <a:lnTo>
                  <a:pt x="10597" y="47"/>
                </a:lnTo>
                <a:lnTo>
                  <a:pt x="10598" y="47"/>
                </a:lnTo>
                <a:lnTo>
                  <a:pt x="10599" y="47"/>
                </a:lnTo>
                <a:lnTo>
                  <a:pt x="10600" y="47"/>
                </a:lnTo>
                <a:lnTo>
                  <a:pt x="10601" y="47"/>
                </a:lnTo>
                <a:lnTo>
                  <a:pt x="10602" y="47"/>
                </a:lnTo>
                <a:lnTo>
                  <a:pt x="10603" y="47"/>
                </a:lnTo>
                <a:lnTo>
                  <a:pt x="10604" y="47"/>
                </a:lnTo>
                <a:lnTo>
                  <a:pt x="10605" y="47"/>
                </a:lnTo>
                <a:lnTo>
                  <a:pt x="10606" y="47"/>
                </a:lnTo>
                <a:lnTo>
                  <a:pt x="10607" y="47"/>
                </a:lnTo>
                <a:lnTo>
                  <a:pt x="10608" y="47"/>
                </a:lnTo>
                <a:lnTo>
                  <a:pt x="10609" y="47"/>
                </a:lnTo>
                <a:lnTo>
                  <a:pt x="10610" y="47"/>
                </a:lnTo>
                <a:lnTo>
                  <a:pt x="10611" y="47"/>
                </a:lnTo>
                <a:lnTo>
                  <a:pt x="10612" y="47"/>
                </a:lnTo>
                <a:lnTo>
                  <a:pt x="10613" y="47"/>
                </a:lnTo>
                <a:lnTo>
                  <a:pt x="10614" y="47"/>
                </a:lnTo>
                <a:lnTo>
                  <a:pt x="10615" y="47"/>
                </a:lnTo>
                <a:lnTo>
                  <a:pt x="10616" y="47"/>
                </a:lnTo>
                <a:lnTo>
                  <a:pt x="10617" y="47"/>
                </a:lnTo>
                <a:lnTo>
                  <a:pt x="10618" y="47"/>
                </a:lnTo>
                <a:lnTo>
                  <a:pt x="10619" y="47"/>
                </a:lnTo>
                <a:lnTo>
                  <a:pt x="10620" y="47"/>
                </a:lnTo>
                <a:lnTo>
                  <a:pt x="10621" y="47"/>
                </a:lnTo>
                <a:lnTo>
                  <a:pt x="10622" y="47"/>
                </a:lnTo>
                <a:lnTo>
                  <a:pt x="10623" y="47"/>
                </a:lnTo>
                <a:lnTo>
                  <a:pt x="10624" y="47"/>
                </a:lnTo>
                <a:lnTo>
                  <a:pt x="10625" y="47"/>
                </a:lnTo>
                <a:lnTo>
                  <a:pt x="10626" y="47"/>
                </a:lnTo>
                <a:lnTo>
                  <a:pt x="10627" y="47"/>
                </a:lnTo>
                <a:lnTo>
                  <a:pt x="10628" y="47"/>
                </a:lnTo>
                <a:lnTo>
                  <a:pt x="10629" y="47"/>
                </a:lnTo>
                <a:lnTo>
                  <a:pt x="10630" y="47"/>
                </a:lnTo>
                <a:lnTo>
                  <a:pt x="10631" y="47"/>
                </a:lnTo>
                <a:lnTo>
                  <a:pt x="10632" y="47"/>
                </a:lnTo>
                <a:lnTo>
                  <a:pt x="10633" y="47"/>
                </a:lnTo>
                <a:lnTo>
                  <a:pt x="10634" y="47"/>
                </a:lnTo>
                <a:lnTo>
                  <a:pt x="10635" y="47"/>
                </a:lnTo>
                <a:lnTo>
                  <a:pt x="10636" y="47"/>
                </a:lnTo>
                <a:lnTo>
                  <a:pt x="10637" y="47"/>
                </a:lnTo>
                <a:lnTo>
                  <a:pt x="10638" y="47"/>
                </a:lnTo>
                <a:lnTo>
                  <a:pt x="10639" y="47"/>
                </a:lnTo>
                <a:lnTo>
                  <a:pt x="10640" y="47"/>
                </a:lnTo>
                <a:lnTo>
                  <a:pt x="10641" y="47"/>
                </a:lnTo>
                <a:lnTo>
                  <a:pt x="10642" y="47"/>
                </a:lnTo>
                <a:lnTo>
                  <a:pt x="10643" y="47"/>
                </a:lnTo>
                <a:lnTo>
                  <a:pt x="10644" y="47"/>
                </a:lnTo>
                <a:lnTo>
                  <a:pt x="10645" y="47"/>
                </a:lnTo>
                <a:lnTo>
                  <a:pt x="10646" y="47"/>
                </a:lnTo>
                <a:lnTo>
                  <a:pt x="10647" y="47"/>
                </a:lnTo>
                <a:lnTo>
                  <a:pt x="10648" y="47"/>
                </a:lnTo>
                <a:lnTo>
                  <a:pt x="10649" y="47"/>
                </a:lnTo>
                <a:lnTo>
                  <a:pt x="10650" y="47"/>
                </a:lnTo>
                <a:lnTo>
                  <a:pt x="10651" y="47"/>
                </a:lnTo>
                <a:lnTo>
                  <a:pt x="10652" y="47"/>
                </a:lnTo>
                <a:lnTo>
                  <a:pt x="10653" y="47"/>
                </a:lnTo>
                <a:lnTo>
                  <a:pt x="10654" y="47"/>
                </a:lnTo>
                <a:lnTo>
                  <a:pt x="10655" y="47"/>
                </a:lnTo>
                <a:lnTo>
                  <a:pt x="10656" y="47"/>
                </a:lnTo>
                <a:lnTo>
                  <a:pt x="10657" y="47"/>
                </a:lnTo>
                <a:lnTo>
                  <a:pt x="10658" y="47"/>
                </a:lnTo>
                <a:lnTo>
                  <a:pt x="10659" y="47"/>
                </a:lnTo>
                <a:lnTo>
                  <a:pt x="10660" y="47"/>
                </a:lnTo>
                <a:lnTo>
                  <a:pt x="10661" y="47"/>
                </a:lnTo>
                <a:lnTo>
                  <a:pt x="10662" y="47"/>
                </a:lnTo>
                <a:lnTo>
                  <a:pt x="10663" y="47"/>
                </a:lnTo>
                <a:lnTo>
                  <a:pt x="10664" y="47"/>
                </a:lnTo>
                <a:lnTo>
                  <a:pt x="10665" y="47"/>
                </a:lnTo>
                <a:lnTo>
                  <a:pt x="10666" y="47"/>
                </a:lnTo>
                <a:lnTo>
                  <a:pt x="10667" y="47"/>
                </a:lnTo>
                <a:lnTo>
                  <a:pt x="10668" y="47"/>
                </a:lnTo>
                <a:lnTo>
                  <a:pt x="10669" y="47"/>
                </a:lnTo>
                <a:lnTo>
                  <a:pt x="10670" y="47"/>
                </a:lnTo>
                <a:lnTo>
                  <a:pt x="10671" y="47"/>
                </a:lnTo>
                <a:lnTo>
                  <a:pt x="10672" y="47"/>
                </a:lnTo>
                <a:lnTo>
                  <a:pt x="10673" y="47"/>
                </a:lnTo>
                <a:lnTo>
                  <a:pt x="10674" y="47"/>
                </a:lnTo>
                <a:lnTo>
                  <a:pt x="10675" y="47"/>
                </a:lnTo>
                <a:lnTo>
                  <a:pt x="10676" y="47"/>
                </a:lnTo>
                <a:lnTo>
                  <a:pt x="10677" y="47"/>
                </a:lnTo>
                <a:lnTo>
                  <a:pt x="10678" y="47"/>
                </a:lnTo>
                <a:lnTo>
                  <a:pt x="10679" y="47"/>
                </a:lnTo>
                <a:lnTo>
                  <a:pt x="10680" y="47"/>
                </a:lnTo>
                <a:lnTo>
                  <a:pt x="10681" y="47"/>
                </a:lnTo>
                <a:lnTo>
                  <a:pt x="10682" y="47"/>
                </a:lnTo>
                <a:lnTo>
                  <a:pt x="10683" y="47"/>
                </a:lnTo>
                <a:lnTo>
                  <a:pt x="10684" y="47"/>
                </a:lnTo>
                <a:lnTo>
                  <a:pt x="10685" y="47"/>
                </a:lnTo>
                <a:lnTo>
                  <a:pt x="10686" y="47"/>
                </a:lnTo>
                <a:lnTo>
                  <a:pt x="10687" y="47"/>
                </a:lnTo>
                <a:lnTo>
                  <a:pt x="10688" y="47"/>
                </a:lnTo>
                <a:lnTo>
                  <a:pt x="10689" y="47"/>
                </a:lnTo>
                <a:lnTo>
                  <a:pt x="10690" y="47"/>
                </a:lnTo>
                <a:lnTo>
                  <a:pt x="10691" y="47"/>
                </a:lnTo>
                <a:lnTo>
                  <a:pt x="10692" y="47"/>
                </a:lnTo>
                <a:lnTo>
                  <a:pt x="10693" y="47"/>
                </a:lnTo>
                <a:lnTo>
                  <a:pt x="10694" y="47"/>
                </a:lnTo>
                <a:lnTo>
                  <a:pt x="10695" y="47"/>
                </a:lnTo>
                <a:lnTo>
                  <a:pt x="10696" y="47"/>
                </a:lnTo>
                <a:lnTo>
                  <a:pt x="10697" y="47"/>
                </a:lnTo>
                <a:lnTo>
                  <a:pt x="10698" y="47"/>
                </a:lnTo>
                <a:lnTo>
                  <a:pt x="10699" y="47"/>
                </a:lnTo>
                <a:lnTo>
                  <a:pt x="10700" y="47"/>
                </a:lnTo>
                <a:lnTo>
                  <a:pt x="10701" y="47"/>
                </a:lnTo>
                <a:lnTo>
                  <a:pt x="10702" y="47"/>
                </a:lnTo>
                <a:lnTo>
                  <a:pt x="10703" y="47"/>
                </a:lnTo>
                <a:lnTo>
                  <a:pt x="10704" y="47"/>
                </a:lnTo>
                <a:lnTo>
                  <a:pt x="10705" y="47"/>
                </a:lnTo>
                <a:lnTo>
                  <a:pt x="10706" y="47"/>
                </a:lnTo>
                <a:lnTo>
                  <a:pt x="10707" y="47"/>
                </a:lnTo>
                <a:lnTo>
                  <a:pt x="10708" y="47"/>
                </a:lnTo>
                <a:lnTo>
                  <a:pt x="10709" y="47"/>
                </a:lnTo>
                <a:lnTo>
                  <a:pt x="10710" y="47"/>
                </a:lnTo>
                <a:lnTo>
                  <a:pt x="10711" y="47"/>
                </a:lnTo>
                <a:lnTo>
                  <a:pt x="10712" y="47"/>
                </a:lnTo>
                <a:lnTo>
                  <a:pt x="10713" y="47"/>
                </a:lnTo>
                <a:lnTo>
                  <a:pt x="10714" y="47"/>
                </a:lnTo>
                <a:lnTo>
                  <a:pt x="10715" y="47"/>
                </a:lnTo>
                <a:lnTo>
                  <a:pt x="10716" y="47"/>
                </a:lnTo>
                <a:lnTo>
                  <a:pt x="10717" y="47"/>
                </a:lnTo>
                <a:lnTo>
                  <a:pt x="10718" y="47"/>
                </a:lnTo>
                <a:lnTo>
                  <a:pt x="10719" y="47"/>
                </a:lnTo>
                <a:lnTo>
                  <a:pt x="10720" y="47"/>
                </a:lnTo>
                <a:lnTo>
                  <a:pt x="10721" y="47"/>
                </a:lnTo>
                <a:lnTo>
                  <a:pt x="10722" y="47"/>
                </a:lnTo>
                <a:lnTo>
                  <a:pt x="10723" y="47"/>
                </a:lnTo>
                <a:lnTo>
                  <a:pt x="10724" y="47"/>
                </a:lnTo>
                <a:lnTo>
                  <a:pt x="10725" y="47"/>
                </a:lnTo>
                <a:lnTo>
                  <a:pt x="10726" y="47"/>
                </a:lnTo>
                <a:lnTo>
                  <a:pt x="10727" y="47"/>
                </a:lnTo>
                <a:lnTo>
                  <a:pt x="10728" y="47"/>
                </a:lnTo>
                <a:lnTo>
                  <a:pt x="10729" y="47"/>
                </a:lnTo>
                <a:lnTo>
                  <a:pt x="10730" y="47"/>
                </a:lnTo>
                <a:lnTo>
                  <a:pt x="10731" y="47"/>
                </a:lnTo>
                <a:lnTo>
                  <a:pt x="10732" y="47"/>
                </a:lnTo>
                <a:lnTo>
                  <a:pt x="10733" y="47"/>
                </a:lnTo>
                <a:lnTo>
                  <a:pt x="10734" y="47"/>
                </a:lnTo>
                <a:lnTo>
                  <a:pt x="10735" y="47"/>
                </a:lnTo>
                <a:lnTo>
                  <a:pt x="10736" y="47"/>
                </a:lnTo>
                <a:lnTo>
                  <a:pt x="10737" y="47"/>
                </a:lnTo>
                <a:lnTo>
                  <a:pt x="10738" y="47"/>
                </a:lnTo>
                <a:lnTo>
                  <a:pt x="10739" y="47"/>
                </a:lnTo>
                <a:lnTo>
                  <a:pt x="10740" y="47"/>
                </a:lnTo>
                <a:lnTo>
                  <a:pt x="10741" y="47"/>
                </a:lnTo>
                <a:lnTo>
                  <a:pt x="10742" y="47"/>
                </a:lnTo>
                <a:lnTo>
                  <a:pt x="10743" y="47"/>
                </a:lnTo>
                <a:lnTo>
                  <a:pt x="10744" y="47"/>
                </a:lnTo>
                <a:lnTo>
                  <a:pt x="10745" y="47"/>
                </a:lnTo>
                <a:lnTo>
                  <a:pt x="10746" y="47"/>
                </a:lnTo>
                <a:lnTo>
                  <a:pt x="10747" y="47"/>
                </a:lnTo>
                <a:lnTo>
                  <a:pt x="10748" y="47"/>
                </a:lnTo>
                <a:lnTo>
                  <a:pt x="10749" y="47"/>
                </a:lnTo>
                <a:lnTo>
                  <a:pt x="10750" y="47"/>
                </a:lnTo>
                <a:lnTo>
                  <a:pt x="10751" y="47"/>
                </a:lnTo>
                <a:lnTo>
                  <a:pt x="10752" y="47"/>
                </a:lnTo>
                <a:lnTo>
                  <a:pt x="10753" y="47"/>
                </a:lnTo>
                <a:lnTo>
                  <a:pt x="10754" y="47"/>
                </a:lnTo>
                <a:lnTo>
                  <a:pt x="10755" y="47"/>
                </a:lnTo>
                <a:lnTo>
                  <a:pt x="10756" y="47"/>
                </a:lnTo>
                <a:lnTo>
                  <a:pt x="10757" y="47"/>
                </a:lnTo>
                <a:lnTo>
                  <a:pt x="10758" y="47"/>
                </a:lnTo>
                <a:lnTo>
                  <a:pt x="10759" y="47"/>
                </a:lnTo>
                <a:lnTo>
                  <a:pt x="10760" y="47"/>
                </a:lnTo>
                <a:lnTo>
                  <a:pt x="10761" y="47"/>
                </a:lnTo>
                <a:lnTo>
                  <a:pt x="10762" y="47"/>
                </a:lnTo>
                <a:lnTo>
                  <a:pt x="10763" y="47"/>
                </a:lnTo>
                <a:lnTo>
                  <a:pt x="10764" y="47"/>
                </a:lnTo>
                <a:lnTo>
                  <a:pt x="10765" y="47"/>
                </a:lnTo>
                <a:lnTo>
                  <a:pt x="10766" y="47"/>
                </a:lnTo>
                <a:lnTo>
                  <a:pt x="10767" y="47"/>
                </a:lnTo>
                <a:lnTo>
                  <a:pt x="10768" y="47"/>
                </a:lnTo>
                <a:lnTo>
                  <a:pt x="10769" y="47"/>
                </a:lnTo>
                <a:lnTo>
                  <a:pt x="10770" y="47"/>
                </a:lnTo>
                <a:lnTo>
                  <a:pt x="10771" y="47"/>
                </a:lnTo>
                <a:lnTo>
                  <a:pt x="10772" y="47"/>
                </a:lnTo>
                <a:lnTo>
                  <a:pt x="10773" y="47"/>
                </a:lnTo>
                <a:lnTo>
                  <a:pt x="10774" y="47"/>
                </a:lnTo>
                <a:lnTo>
                  <a:pt x="10775" y="47"/>
                </a:lnTo>
                <a:lnTo>
                  <a:pt x="10776" y="47"/>
                </a:lnTo>
                <a:lnTo>
                  <a:pt x="10777" y="47"/>
                </a:lnTo>
                <a:lnTo>
                  <a:pt x="10778" y="47"/>
                </a:lnTo>
                <a:lnTo>
                  <a:pt x="10779" y="47"/>
                </a:lnTo>
                <a:lnTo>
                  <a:pt x="10780" y="47"/>
                </a:lnTo>
                <a:lnTo>
                  <a:pt x="10781" y="47"/>
                </a:lnTo>
                <a:lnTo>
                  <a:pt x="10782" y="47"/>
                </a:lnTo>
                <a:lnTo>
                  <a:pt x="10783" y="47"/>
                </a:lnTo>
                <a:lnTo>
                  <a:pt x="10784" y="47"/>
                </a:lnTo>
                <a:lnTo>
                  <a:pt x="10785" y="47"/>
                </a:lnTo>
                <a:lnTo>
                  <a:pt x="10786" y="47"/>
                </a:lnTo>
                <a:lnTo>
                  <a:pt x="10787" y="47"/>
                </a:lnTo>
                <a:lnTo>
                  <a:pt x="10788" y="47"/>
                </a:lnTo>
                <a:lnTo>
                  <a:pt x="10789" y="47"/>
                </a:lnTo>
                <a:lnTo>
                  <a:pt x="10790" y="47"/>
                </a:lnTo>
                <a:lnTo>
                  <a:pt x="10791" y="47"/>
                </a:lnTo>
                <a:lnTo>
                  <a:pt x="10792" y="47"/>
                </a:lnTo>
                <a:lnTo>
                  <a:pt x="10793" y="47"/>
                </a:lnTo>
                <a:lnTo>
                  <a:pt x="10794" y="47"/>
                </a:lnTo>
                <a:lnTo>
                  <a:pt x="10795" y="47"/>
                </a:lnTo>
                <a:lnTo>
                  <a:pt x="10796" y="47"/>
                </a:lnTo>
                <a:lnTo>
                  <a:pt x="10797" y="47"/>
                </a:lnTo>
                <a:lnTo>
                  <a:pt x="10798" y="47"/>
                </a:lnTo>
                <a:lnTo>
                  <a:pt x="10799" y="47"/>
                </a:lnTo>
                <a:lnTo>
                  <a:pt x="10800" y="47"/>
                </a:lnTo>
                <a:lnTo>
                  <a:pt x="10801" y="47"/>
                </a:lnTo>
                <a:lnTo>
                  <a:pt x="10802" y="47"/>
                </a:lnTo>
                <a:lnTo>
                  <a:pt x="10803" y="47"/>
                </a:lnTo>
                <a:lnTo>
                  <a:pt x="10804" y="47"/>
                </a:lnTo>
                <a:lnTo>
                  <a:pt x="10805" y="47"/>
                </a:lnTo>
                <a:lnTo>
                  <a:pt x="10806" y="47"/>
                </a:lnTo>
                <a:lnTo>
                  <a:pt x="10807" y="47"/>
                </a:lnTo>
                <a:lnTo>
                  <a:pt x="10808" y="47"/>
                </a:lnTo>
                <a:lnTo>
                  <a:pt x="10809" y="47"/>
                </a:lnTo>
                <a:lnTo>
                  <a:pt x="10810" y="47"/>
                </a:lnTo>
                <a:lnTo>
                  <a:pt x="10811" y="47"/>
                </a:lnTo>
                <a:lnTo>
                  <a:pt x="10812" y="47"/>
                </a:lnTo>
                <a:lnTo>
                  <a:pt x="10813" y="47"/>
                </a:lnTo>
                <a:lnTo>
                  <a:pt x="10814" y="47"/>
                </a:lnTo>
                <a:lnTo>
                  <a:pt x="10815" y="47"/>
                </a:lnTo>
                <a:lnTo>
                  <a:pt x="10816" y="47"/>
                </a:lnTo>
                <a:lnTo>
                  <a:pt x="10817" y="47"/>
                </a:lnTo>
                <a:lnTo>
                  <a:pt x="10818" y="47"/>
                </a:lnTo>
                <a:lnTo>
                  <a:pt x="10819" y="47"/>
                </a:lnTo>
                <a:lnTo>
                  <a:pt x="10820" y="47"/>
                </a:lnTo>
                <a:lnTo>
                  <a:pt x="10821" y="47"/>
                </a:lnTo>
                <a:lnTo>
                  <a:pt x="10822" y="47"/>
                </a:lnTo>
                <a:lnTo>
                  <a:pt x="10823" y="47"/>
                </a:lnTo>
                <a:lnTo>
                  <a:pt x="10824" y="47"/>
                </a:lnTo>
                <a:lnTo>
                  <a:pt x="10825" y="47"/>
                </a:lnTo>
                <a:lnTo>
                  <a:pt x="10826" y="47"/>
                </a:lnTo>
                <a:lnTo>
                  <a:pt x="10827" y="47"/>
                </a:lnTo>
                <a:lnTo>
                  <a:pt x="10828" y="47"/>
                </a:lnTo>
                <a:lnTo>
                  <a:pt x="10829" y="47"/>
                </a:lnTo>
                <a:lnTo>
                  <a:pt x="10830" y="47"/>
                </a:lnTo>
                <a:lnTo>
                  <a:pt x="10831" y="47"/>
                </a:lnTo>
                <a:lnTo>
                  <a:pt x="10832" y="47"/>
                </a:lnTo>
                <a:lnTo>
                  <a:pt x="10833" y="47"/>
                </a:lnTo>
                <a:lnTo>
                  <a:pt x="10834" y="47"/>
                </a:lnTo>
                <a:lnTo>
                  <a:pt x="10835" y="47"/>
                </a:lnTo>
                <a:lnTo>
                  <a:pt x="10836" y="47"/>
                </a:lnTo>
                <a:lnTo>
                  <a:pt x="10837" y="47"/>
                </a:lnTo>
                <a:lnTo>
                  <a:pt x="10838" y="47"/>
                </a:lnTo>
                <a:lnTo>
                  <a:pt x="10839" y="47"/>
                </a:lnTo>
                <a:lnTo>
                  <a:pt x="10840" y="47"/>
                </a:lnTo>
                <a:lnTo>
                  <a:pt x="10841" y="47"/>
                </a:lnTo>
                <a:lnTo>
                  <a:pt x="10842" y="47"/>
                </a:lnTo>
                <a:lnTo>
                  <a:pt x="10843" y="47"/>
                </a:lnTo>
                <a:lnTo>
                  <a:pt x="10844" y="47"/>
                </a:lnTo>
                <a:lnTo>
                  <a:pt x="10845" y="47"/>
                </a:lnTo>
                <a:lnTo>
                  <a:pt x="10846" y="47"/>
                </a:lnTo>
                <a:lnTo>
                  <a:pt x="10847" y="47"/>
                </a:lnTo>
                <a:lnTo>
                  <a:pt x="10848" y="47"/>
                </a:lnTo>
                <a:lnTo>
                  <a:pt x="10849" y="47"/>
                </a:lnTo>
                <a:lnTo>
                  <a:pt x="10850" y="47"/>
                </a:lnTo>
                <a:lnTo>
                  <a:pt x="10851" y="47"/>
                </a:lnTo>
                <a:lnTo>
                  <a:pt x="10852" y="47"/>
                </a:lnTo>
                <a:lnTo>
                  <a:pt x="10853" y="47"/>
                </a:lnTo>
                <a:lnTo>
                  <a:pt x="10854" y="47"/>
                </a:lnTo>
                <a:lnTo>
                  <a:pt x="10855" y="47"/>
                </a:lnTo>
                <a:lnTo>
                  <a:pt x="10856" y="47"/>
                </a:lnTo>
                <a:lnTo>
                  <a:pt x="10857" y="47"/>
                </a:lnTo>
                <a:lnTo>
                  <a:pt x="10858" y="47"/>
                </a:lnTo>
                <a:lnTo>
                  <a:pt x="10859" y="47"/>
                </a:lnTo>
                <a:lnTo>
                  <a:pt x="10860" y="47"/>
                </a:lnTo>
                <a:lnTo>
                  <a:pt x="10861" y="47"/>
                </a:lnTo>
                <a:lnTo>
                  <a:pt x="10862" y="47"/>
                </a:lnTo>
                <a:lnTo>
                  <a:pt x="10863" y="47"/>
                </a:lnTo>
                <a:lnTo>
                  <a:pt x="10864" y="47"/>
                </a:lnTo>
                <a:lnTo>
                  <a:pt x="10865" y="47"/>
                </a:lnTo>
                <a:lnTo>
                  <a:pt x="10866" y="47"/>
                </a:lnTo>
                <a:lnTo>
                  <a:pt x="10867" y="47"/>
                </a:lnTo>
                <a:lnTo>
                  <a:pt x="10868" y="47"/>
                </a:lnTo>
                <a:lnTo>
                  <a:pt x="10869" y="47"/>
                </a:lnTo>
                <a:lnTo>
                  <a:pt x="10870" y="47"/>
                </a:lnTo>
                <a:lnTo>
                  <a:pt x="10871" y="47"/>
                </a:lnTo>
                <a:lnTo>
                  <a:pt x="10872" y="47"/>
                </a:lnTo>
                <a:lnTo>
                  <a:pt x="10873" y="47"/>
                </a:lnTo>
                <a:lnTo>
                  <a:pt x="10874" y="47"/>
                </a:lnTo>
                <a:lnTo>
                  <a:pt x="10875" y="47"/>
                </a:lnTo>
                <a:lnTo>
                  <a:pt x="10876" y="47"/>
                </a:lnTo>
                <a:lnTo>
                  <a:pt x="10877" y="47"/>
                </a:lnTo>
                <a:lnTo>
                  <a:pt x="10878" y="47"/>
                </a:lnTo>
                <a:lnTo>
                  <a:pt x="10879" y="47"/>
                </a:lnTo>
                <a:lnTo>
                  <a:pt x="10880" y="47"/>
                </a:lnTo>
                <a:lnTo>
                  <a:pt x="10881" y="47"/>
                </a:lnTo>
                <a:lnTo>
                  <a:pt x="10882" y="47"/>
                </a:lnTo>
                <a:lnTo>
                  <a:pt x="10883" y="47"/>
                </a:lnTo>
                <a:lnTo>
                  <a:pt x="10884" y="47"/>
                </a:lnTo>
                <a:lnTo>
                  <a:pt x="10885" y="47"/>
                </a:lnTo>
                <a:lnTo>
                  <a:pt x="10886" y="47"/>
                </a:lnTo>
                <a:lnTo>
                  <a:pt x="10887" y="47"/>
                </a:lnTo>
                <a:lnTo>
                  <a:pt x="10888" y="47"/>
                </a:lnTo>
                <a:lnTo>
                  <a:pt x="10889" y="47"/>
                </a:lnTo>
                <a:lnTo>
                  <a:pt x="10890" y="47"/>
                </a:lnTo>
                <a:lnTo>
                  <a:pt x="10891" y="47"/>
                </a:lnTo>
                <a:lnTo>
                  <a:pt x="10892" y="47"/>
                </a:lnTo>
                <a:lnTo>
                  <a:pt x="10893" y="47"/>
                </a:lnTo>
                <a:lnTo>
                  <a:pt x="10894" y="47"/>
                </a:lnTo>
                <a:lnTo>
                  <a:pt x="10895" y="47"/>
                </a:lnTo>
                <a:lnTo>
                  <a:pt x="10896" y="47"/>
                </a:lnTo>
                <a:lnTo>
                  <a:pt x="10897" y="47"/>
                </a:lnTo>
                <a:lnTo>
                  <a:pt x="10898" y="47"/>
                </a:lnTo>
                <a:lnTo>
                  <a:pt x="10899" y="47"/>
                </a:lnTo>
                <a:lnTo>
                  <a:pt x="10900" y="47"/>
                </a:lnTo>
                <a:lnTo>
                  <a:pt x="10901" y="47"/>
                </a:lnTo>
                <a:lnTo>
                  <a:pt x="10902" y="47"/>
                </a:lnTo>
                <a:lnTo>
                  <a:pt x="10903" y="47"/>
                </a:lnTo>
                <a:lnTo>
                  <a:pt x="10904" y="47"/>
                </a:lnTo>
                <a:lnTo>
                  <a:pt x="10905" y="47"/>
                </a:lnTo>
                <a:lnTo>
                  <a:pt x="10906" y="47"/>
                </a:lnTo>
                <a:lnTo>
                  <a:pt x="10907" y="47"/>
                </a:lnTo>
                <a:lnTo>
                  <a:pt x="10908" y="47"/>
                </a:lnTo>
                <a:lnTo>
                  <a:pt x="10909" y="47"/>
                </a:lnTo>
                <a:lnTo>
                  <a:pt x="10910" y="47"/>
                </a:lnTo>
                <a:lnTo>
                  <a:pt x="10911" y="47"/>
                </a:lnTo>
                <a:lnTo>
                  <a:pt x="10912" y="47"/>
                </a:lnTo>
                <a:lnTo>
                  <a:pt x="10913" y="47"/>
                </a:lnTo>
                <a:lnTo>
                  <a:pt x="10914" y="47"/>
                </a:lnTo>
                <a:lnTo>
                  <a:pt x="10915" y="47"/>
                </a:lnTo>
                <a:lnTo>
                  <a:pt x="10916" y="47"/>
                </a:lnTo>
                <a:lnTo>
                  <a:pt x="10917" y="47"/>
                </a:lnTo>
                <a:lnTo>
                  <a:pt x="10918" y="47"/>
                </a:lnTo>
                <a:lnTo>
                  <a:pt x="10919" y="47"/>
                </a:lnTo>
                <a:lnTo>
                  <a:pt x="10920" y="47"/>
                </a:lnTo>
                <a:lnTo>
                  <a:pt x="10921" y="47"/>
                </a:lnTo>
                <a:lnTo>
                  <a:pt x="10922" y="47"/>
                </a:lnTo>
                <a:lnTo>
                  <a:pt x="10923" y="47"/>
                </a:lnTo>
                <a:lnTo>
                  <a:pt x="10924" y="47"/>
                </a:lnTo>
                <a:lnTo>
                  <a:pt x="10925" y="47"/>
                </a:lnTo>
                <a:lnTo>
                  <a:pt x="10926" y="47"/>
                </a:lnTo>
                <a:lnTo>
                  <a:pt x="10927" y="47"/>
                </a:lnTo>
                <a:lnTo>
                  <a:pt x="10928" y="47"/>
                </a:lnTo>
                <a:lnTo>
                  <a:pt x="10929" y="47"/>
                </a:lnTo>
                <a:lnTo>
                  <a:pt x="10930" y="47"/>
                </a:lnTo>
                <a:lnTo>
                  <a:pt x="10931" y="47"/>
                </a:lnTo>
                <a:lnTo>
                  <a:pt x="10932" y="47"/>
                </a:lnTo>
                <a:lnTo>
                  <a:pt x="10933" y="47"/>
                </a:lnTo>
                <a:lnTo>
                  <a:pt x="10934" y="47"/>
                </a:lnTo>
                <a:lnTo>
                  <a:pt x="10935" y="47"/>
                </a:lnTo>
                <a:lnTo>
                  <a:pt x="10936" y="47"/>
                </a:lnTo>
                <a:lnTo>
                  <a:pt x="10937" y="47"/>
                </a:lnTo>
                <a:lnTo>
                  <a:pt x="10938" y="47"/>
                </a:lnTo>
                <a:lnTo>
                  <a:pt x="10939" y="47"/>
                </a:lnTo>
                <a:lnTo>
                  <a:pt x="10940" y="47"/>
                </a:lnTo>
                <a:lnTo>
                  <a:pt x="10941" y="47"/>
                </a:lnTo>
                <a:lnTo>
                  <a:pt x="10942" y="47"/>
                </a:lnTo>
                <a:lnTo>
                  <a:pt x="10943" y="47"/>
                </a:lnTo>
                <a:lnTo>
                  <a:pt x="10944" y="47"/>
                </a:lnTo>
                <a:lnTo>
                  <a:pt x="10945" y="47"/>
                </a:lnTo>
                <a:lnTo>
                  <a:pt x="10946" y="47"/>
                </a:lnTo>
                <a:lnTo>
                  <a:pt x="10947" y="47"/>
                </a:lnTo>
                <a:lnTo>
                  <a:pt x="10948" y="47"/>
                </a:lnTo>
                <a:lnTo>
                  <a:pt x="10949" y="47"/>
                </a:lnTo>
                <a:lnTo>
                  <a:pt x="10950" y="47"/>
                </a:lnTo>
                <a:lnTo>
                  <a:pt x="10951" y="47"/>
                </a:lnTo>
                <a:lnTo>
                  <a:pt x="10952" y="47"/>
                </a:lnTo>
                <a:lnTo>
                  <a:pt x="10953" y="47"/>
                </a:lnTo>
                <a:lnTo>
                  <a:pt x="10954" y="47"/>
                </a:lnTo>
                <a:lnTo>
                  <a:pt x="10955" y="47"/>
                </a:lnTo>
                <a:lnTo>
                  <a:pt x="10956" y="47"/>
                </a:lnTo>
                <a:lnTo>
                  <a:pt x="10957" y="47"/>
                </a:lnTo>
                <a:lnTo>
                  <a:pt x="10958" y="47"/>
                </a:lnTo>
                <a:lnTo>
                  <a:pt x="10959" y="47"/>
                </a:lnTo>
                <a:lnTo>
                  <a:pt x="10960" y="47"/>
                </a:lnTo>
                <a:lnTo>
                  <a:pt x="10961" y="47"/>
                </a:lnTo>
                <a:lnTo>
                  <a:pt x="10962" y="47"/>
                </a:lnTo>
                <a:lnTo>
                  <a:pt x="10963" y="47"/>
                </a:lnTo>
                <a:lnTo>
                  <a:pt x="10964" y="47"/>
                </a:lnTo>
                <a:lnTo>
                  <a:pt x="10965" y="47"/>
                </a:lnTo>
                <a:lnTo>
                  <a:pt x="10966" y="47"/>
                </a:lnTo>
                <a:lnTo>
                  <a:pt x="10967" y="47"/>
                </a:lnTo>
                <a:lnTo>
                  <a:pt x="10968" y="47"/>
                </a:lnTo>
                <a:lnTo>
                  <a:pt x="10969" y="47"/>
                </a:lnTo>
                <a:lnTo>
                  <a:pt x="10970" y="47"/>
                </a:lnTo>
                <a:lnTo>
                  <a:pt x="10971" y="47"/>
                </a:lnTo>
                <a:lnTo>
                  <a:pt x="10972" y="47"/>
                </a:lnTo>
                <a:lnTo>
                  <a:pt x="10973" y="47"/>
                </a:lnTo>
                <a:lnTo>
                  <a:pt x="10974" y="47"/>
                </a:lnTo>
                <a:lnTo>
                  <a:pt x="10975" y="47"/>
                </a:lnTo>
                <a:lnTo>
                  <a:pt x="10976" y="47"/>
                </a:lnTo>
                <a:lnTo>
                  <a:pt x="10977" y="47"/>
                </a:lnTo>
                <a:lnTo>
                  <a:pt x="10978" y="47"/>
                </a:lnTo>
                <a:lnTo>
                  <a:pt x="10979" y="47"/>
                </a:lnTo>
                <a:lnTo>
                  <a:pt x="10980" y="47"/>
                </a:lnTo>
                <a:lnTo>
                  <a:pt x="10981" y="47"/>
                </a:lnTo>
                <a:lnTo>
                  <a:pt x="10982" y="47"/>
                </a:lnTo>
                <a:lnTo>
                  <a:pt x="10983" y="47"/>
                </a:lnTo>
                <a:lnTo>
                  <a:pt x="10984" y="47"/>
                </a:lnTo>
                <a:lnTo>
                  <a:pt x="10985" y="47"/>
                </a:lnTo>
                <a:lnTo>
                  <a:pt x="10986" y="47"/>
                </a:lnTo>
                <a:lnTo>
                  <a:pt x="10987" y="47"/>
                </a:lnTo>
                <a:lnTo>
                  <a:pt x="10988" y="47"/>
                </a:lnTo>
                <a:lnTo>
                  <a:pt x="10989" y="47"/>
                </a:lnTo>
                <a:lnTo>
                  <a:pt x="10990" y="47"/>
                </a:lnTo>
                <a:lnTo>
                  <a:pt x="10991" y="47"/>
                </a:lnTo>
                <a:lnTo>
                  <a:pt x="10992" y="47"/>
                </a:lnTo>
                <a:lnTo>
                  <a:pt x="10993" y="47"/>
                </a:lnTo>
                <a:lnTo>
                  <a:pt x="10994" y="47"/>
                </a:lnTo>
                <a:lnTo>
                  <a:pt x="10995" y="47"/>
                </a:lnTo>
                <a:lnTo>
                  <a:pt x="10996" y="47"/>
                </a:lnTo>
                <a:lnTo>
                  <a:pt x="10997" y="47"/>
                </a:lnTo>
                <a:lnTo>
                  <a:pt x="10998" y="47"/>
                </a:lnTo>
                <a:lnTo>
                  <a:pt x="10999" y="47"/>
                </a:lnTo>
                <a:lnTo>
                  <a:pt x="11000" y="47"/>
                </a:lnTo>
                <a:lnTo>
                  <a:pt x="11001" y="47"/>
                </a:lnTo>
                <a:lnTo>
                  <a:pt x="11002" y="47"/>
                </a:lnTo>
                <a:lnTo>
                  <a:pt x="11003" y="47"/>
                </a:lnTo>
                <a:lnTo>
                  <a:pt x="11004" y="47"/>
                </a:lnTo>
                <a:lnTo>
                  <a:pt x="11005" y="47"/>
                </a:lnTo>
                <a:lnTo>
                  <a:pt x="11006" y="47"/>
                </a:lnTo>
                <a:lnTo>
                  <a:pt x="11007" y="47"/>
                </a:lnTo>
                <a:lnTo>
                  <a:pt x="11008" y="47"/>
                </a:lnTo>
                <a:lnTo>
                  <a:pt x="11009" y="47"/>
                </a:lnTo>
                <a:lnTo>
                  <a:pt x="11010" y="47"/>
                </a:lnTo>
                <a:lnTo>
                  <a:pt x="11011" y="47"/>
                </a:lnTo>
                <a:lnTo>
                  <a:pt x="11012" y="47"/>
                </a:lnTo>
                <a:lnTo>
                  <a:pt x="11013" y="47"/>
                </a:lnTo>
                <a:lnTo>
                  <a:pt x="11014" y="47"/>
                </a:lnTo>
                <a:lnTo>
                  <a:pt x="11015" y="47"/>
                </a:lnTo>
                <a:lnTo>
                  <a:pt x="11016" y="47"/>
                </a:lnTo>
                <a:lnTo>
                  <a:pt x="11017" y="47"/>
                </a:lnTo>
                <a:lnTo>
                  <a:pt x="11018" y="47"/>
                </a:lnTo>
                <a:lnTo>
                  <a:pt x="11019" y="47"/>
                </a:lnTo>
                <a:lnTo>
                  <a:pt x="11020" y="47"/>
                </a:lnTo>
                <a:lnTo>
                  <a:pt x="11021" y="47"/>
                </a:lnTo>
                <a:lnTo>
                  <a:pt x="11022" y="47"/>
                </a:lnTo>
                <a:lnTo>
                  <a:pt x="11023" y="47"/>
                </a:lnTo>
                <a:lnTo>
                  <a:pt x="11024" y="47"/>
                </a:lnTo>
                <a:lnTo>
                  <a:pt x="11025" y="47"/>
                </a:lnTo>
                <a:lnTo>
                  <a:pt x="11026" y="47"/>
                </a:lnTo>
                <a:lnTo>
                  <a:pt x="11027" y="47"/>
                </a:lnTo>
                <a:lnTo>
                  <a:pt x="11028" y="47"/>
                </a:lnTo>
                <a:lnTo>
                  <a:pt x="11029" y="47"/>
                </a:lnTo>
                <a:lnTo>
                  <a:pt x="11030" y="47"/>
                </a:lnTo>
                <a:lnTo>
                  <a:pt x="11031" y="47"/>
                </a:lnTo>
                <a:lnTo>
                  <a:pt x="11032" y="47"/>
                </a:lnTo>
                <a:lnTo>
                  <a:pt x="11033" y="47"/>
                </a:lnTo>
                <a:lnTo>
                  <a:pt x="11034" y="47"/>
                </a:lnTo>
                <a:lnTo>
                  <a:pt x="11035" y="47"/>
                </a:lnTo>
                <a:lnTo>
                  <a:pt x="11036" y="47"/>
                </a:lnTo>
                <a:lnTo>
                  <a:pt x="11037" y="47"/>
                </a:lnTo>
                <a:lnTo>
                  <a:pt x="11038" y="47"/>
                </a:lnTo>
                <a:lnTo>
                  <a:pt x="11039" y="47"/>
                </a:lnTo>
                <a:lnTo>
                  <a:pt x="11040" y="47"/>
                </a:lnTo>
                <a:lnTo>
                  <a:pt x="11041" y="47"/>
                </a:lnTo>
                <a:lnTo>
                  <a:pt x="11042" y="47"/>
                </a:lnTo>
                <a:lnTo>
                  <a:pt x="11043" y="47"/>
                </a:lnTo>
                <a:lnTo>
                  <a:pt x="11044" y="47"/>
                </a:lnTo>
                <a:lnTo>
                  <a:pt x="11045" y="47"/>
                </a:lnTo>
                <a:lnTo>
                  <a:pt x="11046" y="47"/>
                </a:lnTo>
                <a:lnTo>
                  <a:pt x="11047" y="47"/>
                </a:lnTo>
                <a:lnTo>
                  <a:pt x="11048" y="47"/>
                </a:lnTo>
                <a:lnTo>
                  <a:pt x="11049" y="47"/>
                </a:lnTo>
                <a:lnTo>
                  <a:pt x="11050" y="47"/>
                </a:lnTo>
                <a:lnTo>
                  <a:pt x="11051" y="47"/>
                </a:lnTo>
                <a:lnTo>
                  <a:pt x="11052" y="47"/>
                </a:lnTo>
                <a:lnTo>
                  <a:pt x="11053" y="47"/>
                </a:lnTo>
                <a:lnTo>
                  <a:pt x="11054" y="47"/>
                </a:lnTo>
                <a:lnTo>
                  <a:pt x="11055" y="47"/>
                </a:lnTo>
                <a:lnTo>
                  <a:pt x="11056" y="47"/>
                </a:lnTo>
                <a:lnTo>
                  <a:pt x="11057" y="47"/>
                </a:lnTo>
                <a:lnTo>
                  <a:pt x="11058" y="47"/>
                </a:lnTo>
                <a:lnTo>
                  <a:pt x="11059" y="47"/>
                </a:lnTo>
                <a:lnTo>
                  <a:pt x="11060" y="47"/>
                </a:lnTo>
                <a:lnTo>
                  <a:pt x="11061" y="47"/>
                </a:lnTo>
                <a:lnTo>
                  <a:pt x="11062" y="47"/>
                </a:lnTo>
                <a:lnTo>
                  <a:pt x="11063" y="47"/>
                </a:lnTo>
                <a:lnTo>
                  <a:pt x="11064" y="47"/>
                </a:lnTo>
                <a:lnTo>
                  <a:pt x="11065" y="47"/>
                </a:lnTo>
                <a:lnTo>
                  <a:pt x="11066" y="47"/>
                </a:lnTo>
                <a:lnTo>
                  <a:pt x="11067" y="47"/>
                </a:lnTo>
                <a:lnTo>
                  <a:pt x="11068" y="47"/>
                </a:lnTo>
                <a:lnTo>
                  <a:pt x="11069" y="47"/>
                </a:lnTo>
                <a:lnTo>
                  <a:pt x="11070" y="47"/>
                </a:lnTo>
                <a:lnTo>
                  <a:pt x="11071" y="47"/>
                </a:lnTo>
                <a:lnTo>
                  <a:pt x="11072" y="47"/>
                </a:lnTo>
                <a:lnTo>
                  <a:pt x="11073" y="47"/>
                </a:lnTo>
                <a:lnTo>
                  <a:pt x="11074" y="47"/>
                </a:lnTo>
                <a:lnTo>
                  <a:pt x="11075" y="47"/>
                </a:lnTo>
                <a:lnTo>
                  <a:pt x="11076" y="47"/>
                </a:lnTo>
                <a:lnTo>
                  <a:pt x="11077" y="47"/>
                </a:lnTo>
                <a:lnTo>
                  <a:pt x="11078" y="47"/>
                </a:lnTo>
                <a:lnTo>
                  <a:pt x="11079" y="47"/>
                </a:lnTo>
                <a:lnTo>
                  <a:pt x="11080" y="47"/>
                </a:lnTo>
                <a:lnTo>
                  <a:pt x="11081" y="47"/>
                </a:lnTo>
                <a:lnTo>
                  <a:pt x="11082" y="47"/>
                </a:lnTo>
                <a:lnTo>
                  <a:pt x="11083" y="47"/>
                </a:lnTo>
                <a:lnTo>
                  <a:pt x="11084" y="47"/>
                </a:lnTo>
                <a:lnTo>
                  <a:pt x="11085" y="47"/>
                </a:lnTo>
                <a:lnTo>
                  <a:pt x="11086" y="47"/>
                </a:lnTo>
                <a:lnTo>
                  <a:pt x="11087" y="47"/>
                </a:lnTo>
                <a:lnTo>
                  <a:pt x="11088" y="47"/>
                </a:lnTo>
                <a:lnTo>
                  <a:pt x="11089" y="47"/>
                </a:lnTo>
                <a:lnTo>
                  <a:pt x="11090" y="47"/>
                </a:lnTo>
                <a:lnTo>
                  <a:pt x="11091" y="47"/>
                </a:lnTo>
                <a:lnTo>
                  <a:pt x="11092" y="47"/>
                </a:lnTo>
                <a:lnTo>
                  <a:pt x="11093" y="47"/>
                </a:lnTo>
                <a:lnTo>
                  <a:pt x="11094" y="47"/>
                </a:lnTo>
                <a:lnTo>
                  <a:pt x="11095" y="47"/>
                </a:lnTo>
                <a:lnTo>
                  <a:pt x="11096" y="47"/>
                </a:lnTo>
                <a:lnTo>
                  <a:pt x="11097" y="47"/>
                </a:lnTo>
                <a:lnTo>
                  <a:pt x="11098" y="47"/>
                </a:lnTo>
                <a:lnTo>
                  <a:pt x="11099" y="47"/>
                </a:lnTo>
                <a:lnTo>
                  <a:pt x="11100" y="47"/>
                </a:lnTo>
                <a:lnTo>
                  <a:pt x="11101" y="47"/>
                </a:lnTo>
                <a:lnTo>
                  <a:pt x="11102" y="47"/>
                </a:lnTo>
                <a:lnTo>
                  <a:pt x="11103" y="47"/>
                </a:lnTo>
                <a:lnTo>
                  <a:pt x="11104" y="47"/>
                </a:lnTo>
                <a:lnTo>
                  <a:pt x="11105" y="47"/>
                </a:lnTo>
                <a:lnTo>
                  <a:pt x="11106" y="47"/>
                </a:lnTo>
                <a:lnTo>
                  <a:pt x="11107" y="47"/>
                </a:lnTo>
                <a:lnTo>
                  <a:pt x="11108" y="47"/>
                </a:lnTo>
                <a:lnTo>
                  <a:pt x="11109" y="47"/>
                </a:lnTo>
                <a:lnTo>
                  <a:pt x="11110" y="47"/>
                </a:lnTo>
                <a:lnTo>
                  <a:pt x="11111" y="47"/>
                </a:lnTo>
                <a:lnTo>
                  <a:pt x="11112" y="47"/>
                </a:lnTo>
                <a:lnTo>
                  <a:pt x="11113" y="47"/>
                </a:lnTo>
                <a:lnTo>
                  <a:pt x="11114" y="47"/>
                </a:lnTo>
                <a:lnTo>
                  <a:pt x="11115" y="47"/>
                </a:lnTo>
                <a:lnTo>
                  <a:pt x="11116" y="47"/>
                </a:lnTo>
                <a:lnTo>
                  <a:pt x="11117" y="47"/>
                </a:lnTo>
                <a:lnTo>
                  <a:pt x="11118" y="47"/>
                </a:lnTo>
                <a:lnTo>
                  <a:pt x="11119" y="47"/>
                </a:lnTo>
                <a:lnTo>
                  <a:pt x="11120" y="47"/>
                </a:lnTo>
                <a:lnTo>
                  <a:pt x="11121" y="47"/>
                </a:lnTo>
                <a:lnTo>
                  <a:pt x="11122" y="47"/>
                </a:lnTo>
                <a:lnTo>
                  <a:pt x="11123" y="47"/>
                </a:lnTo>
                <a:lnTo>
                  <a:pt x="11124" y="47"/>
                </a:lnTo>
                <a:lnTo>
                  <a:pt x="11125" y="47"/>
                </a:lnTo>
                <a:lnTo>
                  <a:pt x="11126" y="47"/>
                </a:lnTo>
                <a:lnTo>
                  <a:pt x="11127" y="47"/>
                </a:lnTo>
                <a:lnTo>
                  <a:pt x="11128" y="47"/>
                </a:lnTo>
                <a:lnTo>
                  <a:pt x="11129" y="47"/>
                </a:lnTo>
                <a:lnTo>
                  <a:pt x="11130" y="47"/>
                </a:lnTo>
                <a:lnTo>
                  <a:pt x="11131" y="47"/>
                </a:lnTo>
                <a:lnTo>
                  <a:pt x="11132" y="47"/>
                </a:lnTo>
                <a:lnTo>
                  <a:pt x="11133" y="47"/>
                </a:lnTo>
                <a:lnTo>
                  <a:pt x="11134" y="47"/>
                </a:lnTo>
                <a:lnTo>
                  <a:pt x="11135" y="47"/>
                </a:lnTo>
                <a:lnTo>
                  <a:pt x="11136" y="47"/>
                </a:lnTo>
                <a:lnTo>
                  <a:pt x="11137" y="47"/>
                </a:lnTo>
                <a:lnTo>
                  <a:pt x="11138" y="47"/>
                </a:lnTo>
                <a:lnTo>
                  <a:pt x="11139" y="47"/>
                </a:lnTo>
                <a:lnTo>
                  <a:pt x="11140" y="47"/>
                </a:lnTo>
                <a:lnTo>
                  <a:pt x="11141" y="47"/>
                </a:lnTo>
                <a:lnTo>
                  <a:pt x="11142" y="47"/>
                </a:lnTo>
                <a:lnTo>
                  <a:pt x="11143" y="47"/>
                </a:lnTo>
                <a:lnTo>
                  <a:pt x="11144" y="47"/>
                </a:lnTo>
                <a:lnTo>
                  <a:pt x="11145" y="47"/>
                </a:lnTo>
                <a:lnTo>
                  <a:pt x="11146" y="47"/>
                </a:lnTo>
                <a:lnTo>
                  <a:pt x="11147" y="47"/>
                </a:lnTo>
                <a:lnTo>
                  <a:pt x="11148" y="47"/>
                </a:lnTo>
                <a:lnTo>
                  <a:pt x="11149" y="47"/>
                </a:lnTo>
                <a:lnTo>
                  <a:pt x="11150" y="47"/>
                </a:lnTo>
                <a:lnTo>
                  <a:pt x="11151" y="47"/>
                </a:lnTo>
                <a:lnTo>
                  <a:pt x="11152" y="47"/>
                </a:lnTo>
                <a:lnTo>
                  <a:pt x="11153" y="47"/>
                </a:lnTo>
                <a:lnTo>
                  <a:pt x="11154" y="47"/>
                </a:lnTo>
                <a:lnTo>
                  <a:pt x="11155" y="47"/>
                </a:lnTo>
                <a:lnTo>
                  <a:pt x="11156" y="47"/>
                </a:lnTo>
                <a:lnTo>
                  <a:pt x="11157" y="47"/>
                </a:lnTo>
                <a:lnTo>
                  <a:pt x="11158" y="47"/>
                </a:lnTo>
                <a:lnTo>
                  <a:pt x="11159" y="47"/>
                </a:lnTo>
                <a:lnTo>
                  <a:pt x="11160" y="47"/>
                </a:lnTo>
                <a:lnTo>
                  <a:pt x="11161" y="47"/>
                </a:lnTo>
                <a:lnTo>
                  <a:pt x="11162" y="47"/>
                </a:lnTo>
                <a:lnTo>
                  <a:pt x="11163" y="47"/>
                </a:lnTo>
                <a:lnTo>
                  <a:pt x="11164" y="47"/>
                </a:lnTo>
                <a:lnTo>
                  <a:pt x="11165" y="47"/>
                </a:lnTo>
                <a:lnTo>
                  <a:pt x="11166" y="47"/>
                </a:lnTo>
                <a:lnTo>
                  <a:pt x="11167" y="47"/>
                </a:lnTo>
                <a:lnTo>
                  <a:pt x="11168" y="47"/>
                </a:lnTo>
                <a:lnTo>
                  <a:pt x="11169" y="47"/>
                </a:lnTo>
                <a:lnTo>
                  <a:pt x="11170" y="47"/>
                </a:lnTo>
                <a:lnTo>
                  <a:pt x="11171" y="47"/>
                </a:lnTo>
                <a:lnTo>
                  <a:pt x="11172" y="47"/>
                </a:lnTo>
                <a:lnTo>
                  <a:pt x="11173" y="47"/>
                </a:lnTo>
                <a:lnTo>
                  <a:pt x="11174" y="47"/>
                </a:lnTo>
                <a:lnTo>
                  <a:pt x="11175" y="47"/>
                </a:lnTo>
                <a:lnTo>
                  <a:pt x="11176" y="47"/>
                </a:lnTo>
                <a:lnTo>
                  <a:pt x="11177" y="47"/>
                </a:lnTo>
                <a:lnTo>
                  <a:pt x="11178" y="47"/>
                </a:lnTo>
                <a:lnTo>
                  <a:pt x="11179" y="47"/>
                </a:lnTo>
                <a:lnTo>
                  <a:pt x="11180" y="47"/>
                </a:lnTo>
                <a:lnTo>
                  <a:pt x="11181" y="47"/>
                </a:lnTo>
                <a:lnTo>
                  <a:pt x="11182" y="47"/>
                </a:lnTo>
                <a:lnTo>
                  <a:pt x="11183" y="47"/>
                </a:lnTo>
                <a:lnTo>
                  <a:pt x="11184" y="47"/>
                </a:lnTo>
                <a:lnTo>
                  <a:pt x="11185" y="47"/>
                </a:lnTo>
                <a:lnTo>
                  <a:pt x="11186" y="47"/>
                </a:lnTo>
                <a:lnTo>
                  <a:pt x="11187" y="47"/>
                </a:lnTo>
                <a:lnTo>
                  <a:pt x="11188" y="47"/>
                </a:lnTo>
                <a:lnTo>
                  <a:pt x="11189" y="47"/>
                </a:lnTo>
                <a:lnTo>
                  <a:pt x="11190" y="47"/>
                </a:lnTo>
                <a:lnTo>
                  <a:pt x="11191" y="47"/>
                </a:lnTo>
                <a:lnTo>
                  <a:pt x="11192" y="47"/>
                </a:lnTo>
                <a:lnTo>
                  <a:pt x="11193" y="47"/>
                </a:lnTo>
                <a:lnTo>
                  <a:pt x="11194" y="47"/>
                </a:lnTo>
                <a:lnTo>
                  <a:pt x="11195" y="47"/>
                </a:lnTo>
                <a:lnTo>
                  <a:pt x="11196" y="47"/>
                </a:lnTo>
                <a:lnTo>
                  <a:pt x="11197" y="47"/>
                </a:lnTo>
                <a:lnTo>
                  <a:pt x="11198" y="47"/>
                </a:lnTo>
                <a:lnTo>
                  <a:pt x="11199" y="47"/>
                </a:lnTo>
                <a:lnTo>
                  <a:pt x="11200" y="47"/>
                </a:lnTo>
                <a:lnTo>
                  <a:pt x="11201" y="47"/>
                </a:lnTo>
                <a:lnTo>
                  <a:pt x="11202" y="47"/>
                </a:lnTo>
                <a:lnTo>
                  <a:pt x="11203" y="47"/>
                </a:lnTo>
                <a:lnTo>
                  <a:pt x="11204" y="47"/>
                </a:lnTo>
                <a:lnTo>
                  <a:pt x="11205" y="47"/>
                </a:lnTo>
                <a:lnTo>
                  <a:pt x="11206" y="47"/>
                </a:lnTo>
                <a:lnTo>
                  <a:pt x="11207" y="47"/>
                </a:lnTo>
                <a:lnTo>
                  <a:pt x="11208" y="47"/>
                </a:lnTo>
                <a:lnTo>
                  <a:pt x="11209" y="47"/>
                </a:lnTo>
                <a:lnTo>
                  <a:pt x="11210" y="47"/>
                </a:lnTo>
                <a:lnTo>
                  <a:pt x="11211" y="47"/>
                </a:lnTo>
                <a:lnTo>
                  <a:pt x="11212" y="47"/>
                </a:lnTo>
                <a:lnTo>
                  <a:pt x="11213" y="47"/>
                </a:lnTo>
                <a:lnTo>
                  <a:pt x="11214" y="47"/>
                </a:lnTo>
                <a:lnTo>
                  <a:pt x="11215" y="47"/>
                </a:lnTo>
                <a:lnTo>
                  <a:pt x="11216" y="47"/>
                </a:lnTo>
                <a:lnTo>
                  <a:pt x="11217" y="47"/>
                </a:lnTo>
                <a:lnTo>
                  <a:pt x="11218" y="47"/>
                </a:lnTo>
                <a:lnTo>
                  <a:pt x="11219" y="47"/>
                </a:lnTo>
                <a:lnTo>
                  <a:pt x="11220" y="47"/>
                </a:lnTo>
                <a:lnTo>
                  <a:pt x="11221" y="47"/>
                </a:lnTo>
                <a:lnTo>
                  <a:pt x="11222" y="47"/>
                </a:lnTo>
                <a:lnTo>
                  <a:pt x="11223" y="47"/>
                </a:lnTo>
                <a:lnTo>
                  <a:pt x="11224" y="47"/>
                </a:lnTo>
                <a:lnTo>
                  <a:pt x="11225" y="47"/>
                </a:lnTo>
                <a:lnTo>
                  <a:pt x="11226" y="47"/>
                </a:lnTo>
                <a:lnTo>
                  <a:pt x="11227" y="47"/>
                </a:lnTo>
                <a:lnTo>
                  <a:pt x="11228" y="47"/>
                </a:lnTo>
                <a:lnTo>
                  <a:pt x="11229" y="47"/>
                </a:lnTo>
                <a:lnTo>
                  <a:pt x="11230" y="47"/>
                </a:lnTo>
                <a:lnTo>
                  <a:pt x="11231" y="47"/>
                </a:lnTo>
                <a:lnTo>
                  <a:pt x="11232" y="47"/>
                </a:lnTo>
                <a:lnTo>
                  <a:pt x="11233" y="47"/>
                </a:lnTo>
                <a:lnTo>
                  <a:pt x="11234" y="47"/>
                </a:lnTo>
                <a:lnTo>
                  <a:pt x="11235" y="47"/>
                </a:lnTo>
                <a:lnTo>
                  <a:pt x="11236" y="47"/>
                </a:lnTo>
                <a:lnTo>
                  <a:pt x="11237" y="47"/>
                </a:lnTo>
                <a:lnTo>
                  <a:pt x="11238" y="47"/>
                </a:lnTo>
                <a:lnTo>
                  <a:pt x="11239" y="47"/>
                </a:lnTo>
                <a:lnTo>
                  <a:pt x="11240" y="47"/>
                </a:lnTo>
                <a:lnTo>
                  <a:pt x="11241" y="47"/>
                </a:lnTo>
                <a:lnTo>
                  <a:pt x="11242" y="47"/>
                </a:lnTo>
                <a:lnTo>
                  <a:pt x="11243" y="47"/>
                </a:lnTo>
                <a:lnTo>
                  <a:pt x="11244" y="47"/>
                </a:lnTo>
                <a:lnTo>
                  <a:pt x="11245" y="47"/>
                </a:lnTo>
                <a:lnTo>
                  <a:pt x="11246" y="47"/>
                </a:lnTo>
                <a:lnTo>
                  <a:pt x="11247" y="47"/>
                </a:lnTo>
                <a:lnTo>
                  <a:pt x="11248" y="47"/>
                </a:lnTo>
                <a:lnTo>
                  <a:pt x="11249" y="47"/>
                </a:lnTo>
                <a:lnTo>
                  <a:pt x="11250" y="47"/>
                </a:lnTo>
                <a:lnTo>
                  <a:pt x="11251" y="47"/>
                </a:lnTo>
                <a:lnTo>
                  <a:pt x="11252" y="47"/>
                </a:lnTo>
                <a:lnTo>
                  <a:pt x="11253" y="47"/>
                </a:lnTo>
                <a:lnTo>
                  <a:pt x="11254" y="47"/>
                </a:lnTo>
                <a:lnTo>
                  <a:pt x="11255" y="47"/>
                </a:lnTo>
                <a:lnTo>
                  <a:pt x="11256" y="47"/>
                </a:lnTo>
                <a:lnTo>
                  <a:pt x="11257" y="47"/>
                </a:lnTo>
                <a:lnTo>
                  <a:pt x="11258" y="47"/>
                </a:lnTo>
                <a:lnTo>
                  <a:pt x="11259" y="47"/>
                </a:lnTo>
                <a:lnTo>
                  <a:pt x="11260" y="47"/>
                </a:lnTo>
                <a:lnTo>
                  <a:pt x="11261" y="47"/>
                </a:lnTo>
                <a:lnTo>
                  <a:pt x="11262" y="47"/>
                </a:lnTo>
                <a:lnTo>
                  <a:pt x="11263" y="47"/>
                </a:lnTo>
                <a:lnTo>
                  <a:pt x="11264" y="47"/>
                </a:lnTo>
                <a:lnTo>
                  <a:pt x="11265" y="47"/>
                </a:lnTo>
                <a:lnTo>
                  <a:pt x="11266" y="47"/>
                </a:lnTo>
                <a:lnTo>
                  <a:pt x="11267" y="47"/>
                </a:lnTo>
                <a:lnTo>
                  <a:pt x="11268" y="47"/>
                </a:lnTo>
                <a:lnTo>
                  <a:pt x="11269" y="47"/>
                </a:lnTo>
                <a:lnTo>
                  <a:pt x="11270" y="47"/>
                </a:lnTo>
                <a:lnTo>
                  <a:pt x="11271" y="47"/>
                </a:lnTo>
                <a:lnTo>
                  <a:pt x="11272" y="47"/>
                </a:lnTo>
                <a:lnTo>
                  <a:pt x="11273" y="47"/>
                </a:lnTo>
                <a:lnTo>
                  <a:pt x="11274" y="47"/>
                </a:lnTo>
                <a:lnTo>
                  <a:pt x="11275" y="47"/>
                </a:lnTo>
                <a:lnTo>
                  <a:pt x="11276" y="47"/>
                </a:lnTo>
                <a:lnTo>
                  <a:pt x="11277" y="47"/>
                </a:lnTo>
                <a:lnTo>
                  <a:pt x="11278" y="47"/>
                </a:lnTo>
                <a:lnTo>
                  <a:pt x="11279" y="47"/>
                </a:lnTo>
                <a:lnTo>
                  <a:pt x="11280" y="47"/>
                </a:lnTo>
                <a:lnTo>
                  <a:pt x="11281" y="47"/>
                </a:lnTo>
                <a:lnTo>
                  <a:pt x="11282" y="47"/>
                </a:lnTo>
                <a:lnTo>
                  <a:pt x="11283" y="47"/>
                </a:lnTo>
                <a:lnTo>
                  <a:pt x="11284" y="47"/>
                </a:lnTo>
                <a:lnTo>
                  <a:pt x="11285" y="47"/>
                </a:lnTo>
                <a:lnTo>
                  <a:pt x="11286" y="47"/>
                </a:lnTo>
                <a:lnTo>
                  <a:pt x="11287" y="47"/>
                </a:lnTo>
                <a:lnTo>
                  <a:pt x="11288" y="47"/>
                </a:lnTo>
                <a:lnTo>
                  <a:pt x="11289" y="47"/>
                </a:lnTo>
                <a:lnTo>
                  <a:pt x="11290" y="47"/>
                </a:lnTo>
                <a:lnTo>
                  <a:pt x="11291" y="47"/>
                </a:lnTo>
                <a:lnTo>
                  <a:pt x="11292" y="47"/>
                </a:lnTo>
                <a:lnTo>
                  <a:pt x="11293" y="47"/>
                </a:lnTo>
                <a:lnTo>
                  <a:pt x="11294" y="47"/>
                </a:lnTo>
                <a:lnTo>
                  <a:pt x="11295" y="47"/>
                </a:lnTo>
                <a:lnTo>
                  <a:pt x="11296" y="47"/>
                </a:lnTo>
                <a:lnTo>
                  <a:pt x="11297" y="47"/>
                </a:lnTo>
                <a:lnTo>
                  <a:pt x="11298" y="47"/>
                </a:lnTo>
                <a:lnTo>
                  <a:pt x="11299" y="47"/>
                </a:lnTo>
                <a:lnTo>
                  <a:pt x="11300" y="47"/>
                </a:lnTo>
                <a:lnTo>
                  <a:pt x="11301" y="47"/>
                </a:lnTo>
                <a:lnTo>
                  <a:pt x="11302" y="47"/>
                </a:lnTo>
                <a:lnTo>
                  <a:pt x="11303" y="47"/>
                </a:lnTo>
                <a:lnTo>
                  <a:pt x="11304" y="47"/>
                </a:lnTo>
                <a:lnTo>
                  <a:pt x="11305" y="47"/>
                </a:lnTo>
                <a:lnTo>
                  <a:pt x="11306" y="47"/>
                </a:lnTo>
                <a:lnTo>
                  <a:pt x="11307" y="47"/>
                </a:lnTo>
                <a:lnTo>
                  <a:pt x="11308" y="47"/>
                </a:lnTo>
                <a:lnTo>
                  <a:pt x="11309" y="47"/>
                </a:lnTo>
                <a:lnTo>
                  <a:pt x="11310" y="47"/>
                </a:lnTo>
                <a:lnTo>
                  <a:pt x="11311" y="47"/>
                </a:lnTo>
                <a:lnTo>
                  <a:pt x="11312" y="47"/>
                </a:lnTo>
                <a:lnTo>
                  <a:pt x="11313" y="47"/>
                </a:lnTo>
                <a:lnTo>
                  <a:pt x="11314" y="47"/>
                </a:lnTo>
                <a:lnTo>
                  <a:pt x="11315" y="47"/>
                </a:lnTo>
                <a:lnTo>
                  <a:pt x="11316" y="47"/>
                </a:lnTo>
                <a:lnTo>
                  <a:pt x="11317" y="47"/>
                </a:lnTo>
                <a:lnTo>
                  <a:pt x="11318" y="47"/>
                </a:lnTo>
                <a:lnTo>
                  <a:pt x="11319" y="47"/>
                </a:lnTo>
                <a:lnTo>
                  <a:pt x="11320" y="47"/>
                </a:lnTo>
                <a:lnTo>
                  <a:pt x="11321" y="47"/>
                </a:lnTo>
                <a:lnTo>
                  <a:pt x="11322" y="47"/>
                </a:lnTo>
                <a:lnTo>
                  <a:pt x="11323" y="47"/>
                </a:lnTo>
                <a:lnTo>
                  <a:pt x="11324" y="47"/>
                </a:lnTo>
                <a:lnTo>
                  <a:pt x="11325" y="47"/>
                </a:lnTo>
                <a:lnTo>
                  <a:pt x="11326" y="47"/>
                </a:lnTo>
                <a:lnTo>
                  <a:pt x="11327" y="47"/>
                </a:lnTo>
                <a:lnTo>
                  <a:pt x="11328" y="47"/>
                </a:lnTo>
                <a:lnTo>
                  <a:pt x="11329" y="47"/>
                </a:lnTo>
                <a:lnTo>
                  <a:pt x="11330" y="47"/>
                </a:lnTo>
                <a:lnTo>
                  <a:pt x="11331" y="47"/>
                </a:lnTo>
                <a:lnTo>
                  <a:pt x="11332" y="47"/>
                </a:lnTo>
                <a:lnTo>
                  <a:pt x="11333" y="47"/>
                </a:lnTo>
                <a:lnTo>
                  <a:pt x="11334" y="47"/>
                </a:lnTo>
                <a:lnTo>
                  <a:pt x="11335" y="47"/>
                </a:lnTo>
                <a:lnTo>
                  <a:pt x="11336" y="47"/>
                </a:lnTo>
                <a:lnTo>
                  <a:pt x="11337" y="47"/>
                </a:lnTo>
                <a:lnTo>
                  <a:pt x="11338" y="47"/>
                </a:lnTo>
                <a:lnTo>
                  <a:pt x="11339" y="47"/>
                </a:lnTo>
                <a:lnTo>
                  <a:pt x="11340" y="47"/>
                </a:lnTo>
                <a:lnTo>
                  <a:pt x="11341" y="47"/>
                </a:lnTo>
                <a:lnTo>
                  <a:pt x="11342" y="47"/>
                </a:lnTo>
                <a:lnTo>
                  <a:pt x="11343" y="47"/>
                </a:lnTo>
                <a:lnTo>
                  <a:pt x="11344" y="47"/>
                </a:lnTo>
                <a:lnTo>
                  <a:pt x="11345" y="47"/>
                </a:lnTo>
                <a:lnTo>
                  <a:pt x="11346" y="47"/>
                </a:lnTo>
                <a:lnTo>
                  <a:pt x="11347" y="47"/>
                </a:lnTo>
                <a:lnTo>
                  <a:pt x="11348" y="47"/>
                </a:lnTo>
                <a:lnTo>
                  <a:pt x="11349" y="47"/>
                </a:lnTo>
                <a:lnTo>
                  <a:pt x="11350" y="47"/>
                </a:lnTo>
                <a:lnTo>
                  <a:pt x="11351" y="47"/>
                </a:lnTo>
                <a:lnTo>
                  <a:pt x="11352" y="47"/>
                </a:lnTo>
                <a:lnTo>
                  <a:pt x="11353" y="47"/>
                </a:lnTo>
                <a:lnTo>
                  <a:pt x="11354" y="47"/>
                </a:lnTo>
                <a:lnTo>
                  <a:pt x="11355" y="47"/>
                </a:lnTo>
                <a:lnTo>
                  <a:pt x="11356" y="47"/>
                </a:lnTo>
                <a:lnTo>
                  <a:pt x="11357" y="47"/>
                </a:lnTo>
                <a:lnTo>
                  <a:pt x="11358" y="47"/>
                </a:lnTo>
                <a:lnTo>
                  <a:pt x="11359" y="47"/>
                </a:lnTo>
                <a:lnTo>
                  <a:pt x="11360" y="47"/>
                </a:lnTo>
                <a:lnTo>
                  <a:pt x="11361" y="47"/>
                </a:lnTo>
                <a:lnTo>
                  <a:pt x="11362" y="47"/>
                </a:lnTo>
                <a:lnTo>
                  <a:pt x="11363" y="47"/>
                </a:lnTo>
                <a:lnTo>
                  <a:pt x="11364" y="47"/>
                </a:lnTo>
                <a:lnTo>
                  <a:pt x="11365" y="47"/>
                </a:lnTo>
                <a:lnTo>
                  <a:pt x="11366" y="47"/>
                </a:lnTo>
                <a:lnTo>
                  <a:pt x="11367" y="47"/>
                </a:lnTo>
                <a:lnTo>
                  <a:pt x="11368" y="47"/>
                </a:lnTo>
                <a:lnTo>
                  <a:pt x="11369" y="47"/>
                </a:lnTo>
                <a:lnTo>
                  <a:pt x="11370" y="47"/>
                </a:lnTo>
                <a:lnTo>
                  <a:pt x="11371" y="47"/>
                </a:lnTo>
                <a:lnTo>
                  <a:pt x="11372" y="47"/>
                </a:lnTo>
                <a:lnTo>
                  <a:pt x="11373" y="47"/>
                </a:lnTo>
                <a:lnTo>
                  <a:pt x="11374" y="47"/>
                </a:lnTo>
                <a:lnTo>
                  <a:pt x="11375" y="47"/>
                </a:lnTo>
                <a:lnTo>
                  <a:pt x="11376" y="47"/>
                </a:lnTo>
                <a:lnTo>
                  <a:pt x="11377" y="47"/>
                </a:lnTo>
                <a:lnTo>
                  <a:pt x="11378" y="47"/>
                </a:lnTo>
                <a:lnTo>
                  <a:pt x="11379" y="47"/>
                </a:lnTo>
                <a:lnTo>
                  <a:pt x="11380" y="47"/>
                </a:lnTo>
                <a:lnTo>
                  <a:pt x="11381" y="47"/>
                </a:lnTo>
                <a:lnTo>
                  <a:pt x="11382" y="47"/>
                </a:lnTo>
                <a:lnTo>
                  <a:pt x="11383" y="47"/>
                </a:lnTo>
                <a:lnTo>
                  <a:pt x="11384" y="47"/>
                </a:lnTo>
                <a:lnTo>
                  <a:pt x="11385" y="47"/>
                </a:lnTo>
                <a:lnTo>
                  <a:pt x="11386" y="47"/>
                </a:lnTo>
                <a:lnTo>
                  <a:pt x="11387" y="47"/>
                </a:lnTo>
                <a:lnTo>
                  <a:pt x="11388" y="47"/>
                </a:lnTo>
                <a:lnTo>
                  <a:pt x="11389" y="47"/>
                </a:lnTo>
                <a:lnTo>
                  <a:pt x="11390" y="47"/>
                </a:lnTo>
                <a:lnTo>
                  <a:pt x="11391" y="47"/>
                </a:lnTo>
                <a:lnTo>
                  <a:pt x="11392" y="47"/>
                </a:lnTo>
                <a:lnTo>
                  <a:pt x="11393" y="47"/>
                </a:lnTo>
                <a:lnTo>
                  <a:pt x="11394" y="47"/>
                </a:lnTo>
                <a:lnTo>
                  <a:pt x="11395" y="47"/>
                </a:lnTo>
                <a:lnTo>
                  <a:pt x="11396" y="47"/>
                </a:lnTo>
                <a:lnTo>
                  <a:pt x="11397" y="47"/>
                </a:lnTo>
                <a:lnTo>
                  <a:pt x="11398" y="47"/>
                </a:lnTo>
                <a:lnTo>
                  <a:pt x="11399" y="47"/>
                </a:lnTo>
                <a:lnTo>
                  <a:pt x="11400" y="47"/>
                </a:lnTo>
                <a:lnTo>
                  <a:pt x="11401" y="47"/>
                </a:lnTo>
                <a:lnTo>
                  <a:pt x="11402" y="47"/>
                </a:lnTo>
                <a:lnTo>
                  <a:pt x="11403" y="47"/>
                </a:lnTo>
                <a:lnTo>
                  <a:pt x="11404" y="47"/>
                </a:lnTo>
                <a:lnTo>
                  <a:pt x="11405" y="47"/>
                </a:lnTo>
                <a:lnTo>
                  <a:pt x="11406" y="47"/>
                </a:lnTo>
                <a:lnTo>
                  <a:pt x="11407" y="47"/>
                </a:lnTo>
                <a:lnTo>
                  <a:pt x="11408" y="47"/>
                </a:lnTo>
                <a:lnTo>
                  <a:pt x="11409" y="47"/>
                </a:lnTo>
                <a:lnTo>
                  <a:pt x="11410" y="47"/>
                </a:lnTo>
                <a:lnTo>
                  <a:pt x="11411" y="47"/>
                </a:lnTo>
                <a:lnTo>
                  <a:pt x="11412" y="47"/>
                </a:lnTo>
                <a:lnTo>
                  <a:pt x="11413" y="47"/>
                </a:lnTo>
                <a:lnTo>
                  <a:pt x="11414" y="47"/>
                </a:lnTo>
                <a:lnTo>
                  <a:pt x="11415" y="47"/>
                </a:lnTo>
                <a:lnTo>
                  <a:pt x="11416" y="47"/>
                </a:lnTo>
                <a:lnTo>
                  <a:pt x="11417" y="47"/>
                </a:lnTo>
                <a:lnTo>
                  <a:pt x="11418" y="47"/>
                </a:lnTo>
                <a:lnTo>
                  <a:pt x="11419" y="47"/>
                </a:lnTo>
                <a:lnTo>
                  <a:pt x="11420" y="47"/>
                </a:lnTo>
                <a:lnTo>
                  <a:pt x="11421" y="47"/>
                </a:lnTo>
                <a:lnTo>
                  <a:pt x="11422" y="47"/>
                </a:lnTo>
                <a:lnTo>
                  <a:pt x="11423" y="47"/>
                </a:lnTo>
                <a:lnTo>
                  <a:pt x="11424" y="47"/>
                </a:lnTo>
                <a:lnTo>
                  <a:pt x="11425" y="47"/>
                </a:lnTo>
                <a:lnTo>
                  <a:pt x="11426" y="47"/>
                </a:lnTo>
                <a:lnTo>
                  <a:pt x="11427" y="47"/>
                </a:lnTo>
                <a:lnTo>
                  <a:pt x="11428" y="47"/>
                </a:lnTo>
                <a:lnTo>
                  <a:pt x="11429" y="47"/>
                </a:lnTo>
                <a:lnTo>
                  <a:pt x="11430" y="47"/>
                </a:lnTo>
                <a:lnTo>
                  <a:pt x="11431" y="47"/>
                </a:lnTo>
                <a:lnTo>
                  <a:pt x="11432" y="47"/>
                </a:lnTo>
                <a:lnTo>
                  <a:pt x="11433" y="47"/>
                </a:lnTo>
                <a:lnTo>
                  <a:pt x="11434" y="47"/>
                </a:lnTo>
                <a:lnTo>
                  <a:pt x="11435" y="47"/>
                </a:lnTo>
                <a:lnTo>
                  <a:pt x="11436" y="47"/>
                </a:lnTo>
                <a:lnTo>
                  <a:pt x="11437" y="47"/>
                </a:lnTo>
                <a:lnTo>
                  <a:pt x="11438" y="47"/>
                </a:lnTo>
                <a:lnTo>
                  <a:pt x="11439" y="47"/>
                </a:lnTo>
                <a:lnTo>
                  <a:pt x="11440" y="47"/>
                </a:lnTo>
                <a:lnTo>
                  <a:pt x="11441" y="47"/>
                </a:lnTo>
                <a:lnTo>
                  <a:pt x="11442" y="47"/>
                </a:lnTo>
                <a:lnTo>
                  <a:pt x="11443" y="47"/>
                </a:lnTo>
                <a:lnTo>
                  <a:pt x="11444" y="47"/>
                </a:lnTo>
                <a:lnTo>
                  <a:pt x="11445" y="47"/>
                </a:lnTo>
                <a:lnTo>
                  <a:pt x="11446" y="47"/>
                </a:lnTo>
                <a:lnTo>
                  <a:pt x="11447" y="47"/>
                </a:lnTo>
                <a:lnTo>
                  <a:pt x="11448" y="47"/>
                </a:lnTo>
                <a:lnTo>
                  <a:pt x="11449" y="47"/>
                </a:lnTo>
                <a:lnTo>
                  <a:pt x="11450" y="47"/>
                </a:lnTo>
                <a:lnTo>
                  <a:pt x="11451" y="47"/>
                </a:lnTo>
                <a:lnTo>
                  <a:pt x="11452" y="47"/>
                </a:lnTo>
                <a:lnTo>
                  <a:pt x="11453" y="47"/>
                </a:lnTo>
                <a:lnTo>
                  <a:pt x="11454" y="47"/>
                </a:lnTo>
                <a:lnTo>
                  <a:pt x="11455" y="47"/>
                </a:lnTo>
                <a:lnTo>
                  <a:pt x="11456" y="47"/>
                </a:lnTo>
                <a:lnTo>
                  <a:pt x="11457" y="47"/>
                </a:lnTo>
                <a:lnTo>
                  <a:pt x="11458" y="47"/>
                </a:lnTo>
                <a:lnTo>
                  <a:pt x="11459" y="47"/>
                </a:lnTo>
                <a:lnTo>
                  <a:pt x="11460" y="47"/>
                </a:lnTo>
                <a:lnTo>
                  <a:pt x="11461" y="47"/>
                </a:lnTo>
                <a:lnTo>
                  <a:pt x="11462" y="47"/>
                </a:lnTo>
                <a:lnTo>
                  <a:pt x="11463" y="47"/>
                </a:lnTo>
                <a:lnTo>
                  <a:pt x="11464" y="47"/>
                </a:lnTo>
                <a:lnTo>
                  <a:pt x="11465" y="47"/>
                </a:lnTo>
                <a:lnTo>
                  <a:pt x="11466" y="47"/>
                </a:lnTo>
                <a:lnTo>
                  <a:pt x="11467" y="47"/>
                </a:lnTo>
                <a:lnTo>
                  <a:pt x="11468" y="47"/>
                </a:lnTo>
                <a:lnTo>
                  <a:pt x="11469" y="47"/>
                </a:lnTo>
                <a:lnTo>
                  <a:pt x="11470" y="47"/>
                </a:lnTo>
                <a:lnTo>
                  <a:pt x="11471" y="47"/>
                </a:lnTo>
                <a:lnTo>
                  <a:pt x="11472" y="47"/>
                </a:lnTo>
                <a:lnTo>
                  <a:pt x="11473" y="47"/>
                </a:lnTo>
                <a:lnTo>
                  <a:pt x="11474" y="47"/>
                </a:lnTo>
                <a:lnTo>
                  <a:pt x="11475" y="47"/>
                </a:lnTo>
                <a:lnTo>
                  <a:pt x="11476" y="47"/>
                </a:lnTo>
                <a:lnTo>
                  <a:pt x="11477" y="47"/>
                </a:lnTo>
                <a:lnTo>
                  <a:pt x="11478" y="47"/>
                </a:lnTo>
                <a:lnTo>
                  <a:pt x="11479" y="47"/>
                </a:lnTo>
                <a:lnTo>
                  <a:pt x="11480" y="47"/>
                </a:lnTo>
                <a:lnTo>
                  <a:pt x="11481" y="47"/>
                </a:lnTo>
                <a:lnTo>
                  <a:pt x="11482" y="47"/>
                </a:lnTo>
                <a:lnTo>
                  <a:pt x="11483" y="47"/>
                </a:lnTo>
                <a:lnTo>
                  <a:pt x="11484" y="47"/>
                </a:lnTo>
                <a:lnTo>
                  <a:pt x="11485" y="47"/>
                </a:lnTo>
                <a:lnTo>
                  <a:pt x="11486" y="47"/>
                </a:lnTo>
                <a:lnTo>
                  <a:pt x="11487" y="47"/>
                </a:lnTo>
                <a:lnTo>
                  <a:pt x="11488" y="47"/>
                </a:lnTo>
                <a:lnTo>
                  <a:pt x="11489" y="47"/>
                </a:lnTo>
                <a:lnTo>
                  <a:pt x="11490" y="47"/>
                </a:lnTo>
                <a:lnTo>
                  <a:pt x="11491" y="47"/>
                </a:lnTo>
                <a:lnTo>
                  <a:pt x="11492" y="47"/>
                </a:lnTo>
                <a:lnTo>
                  <a:pt x="11493" y="47"/>
                </a:lnTo>
                <a:lnTo>
                  <a:pt x="11494" y="47"/>
                </a:lnTo>
                <a:lnTo>
                  <a:pt x="11495" y="47"/>
                </a:lnTo>
                <a:lnTo>
                  <a:pt x="11496" y="47"/>
                </a:lnTo>
                <a:lnTo>
                  <a:pt x="11497" y="47"/>
                </a:lnTo>
                <a:lnTo>
                  <a:pt x="11498" y="47"/>
                </a:lnTo>
                <a:lnTo>
                  <a:pt x="11499" y="47"/>
                </a:lnTo>
                <a:lnTo>
                  <a:pt x="11500" y="47"/>
                </a:lnTo>
                <a:lnTo>
                  <a:pt x="11501" y="47"/>
                </a:lnTo>
                <a:lnTo>
                  <a:pt x="11502" y="47"/>
                </a:lnTo>
                <a:lnTo>
                  <a:pt x="11503" y="47"/>
                </a:lnTo>
                <a:lnTo>
                  <a:pt x="11504" y="47"/>
                </a:lnTo>
                <a:lnTo>
                  <a:pt x="11505" y="47"/>
                </a:lnTo>
                <a:lnTo>
                  <a:pt x="11506" y="47"/>
                </a:lnTo>
                <a:lnTo>
                  <a:pt x="11507" y="47"/>
                </a:lnTo>
                <a:lnTo>
                  <a:pt x="11508" y="47"/>
                </a:lnTo>
                <a:lnTo>
                  <a:pt x="11509" y="47"/>
                </a:lnTo>
                <a:lnTo>
                  <a:pt x="11510" y="47"/>
                </a:lnTo>
                <a:lnTo>
                  <a:pt x="11511" y="47"/>
                </a:lnTo>
                <a:lnTo>
                  <a:pt x="11512" y="47"/>
                </a:lnTo>
                <a:lnTo>
                  <a:pt x="11513" y="47"/>
                </a:lnTo>
                <a:lnTo>
                  <a:pt x="11514" y="47"/>
                </a:lnTo>
                <a:lnTo>
                  <a:pt x="11515" y="47"/>
                </a:lnTo>
                <a:lnTo>
                  <a:pt x="11516" y="47"/>
                </a:lnTo>
                <a:lnTo>
                  <a:pt x="11517" y="47"/>
                </a:lnTo>
                <a:lnTo>
                  <a:pt x="11518" y="47"/>
                </a:lnTo>
                <a:lnTo>
                  <a:pt x="11519" y="47"/>
                </a:lnTo>
                <a:lnTo>
                  <a:pt x="11520" y="47"/>
                </a:lnTo>
                <a:lnTo>
                  <a:pt x="11521" y="47"/>
                </a:lnTo>
                <a:lnTo>
                  <a:pt x="11522" y="47"/>
                </a:lnTo>
                <a:lnTo>
                  <a:pt x="11523" y="47"/>
                </a:lnTo>
                <a:lnTo>
                  <a:pt x="11524" y="47"/>
                </a:lnTo>
                <a:lnTo>
                  <a:pt x="11525" y="47"/>
                </a:lnTo>
                <a:lnTo>
                  <a:pt x="11526" y="47"/>
                </a:lnTo>
                <a:lnTo>
                  <a:pt x="11527" y="47"/>
                </a:lnTo>
                <a:lnTo>
                  <a:pt x="11528" y="47"/>
                </a:lnTo>
                <a:lnTo>
                  <a:pt x="11529" y="47"/>
                </a:lnTo>
                <a:lnTo>
                  <a:pt x="11530" y="47"/>
                </a:lnTo>
                <a:lnTo>
                  <a:pt x="11531" y="47"/>
                </a:lnTo>
                <a:lnTo>
                  <a:pt x="11532" y="47"/>
                </a:lnTo>
                <a:lnTo>
                  <a:pt x="11533" y="47"/>
                </a:lnTo>
                <a:lnTo>
                  <a:pt x="11534" y="47"/>
                </a:lnTo>
                <a:lnTo>
                  <a:pt x="11535" y="47"/>
                </a:lnTo>
                <a:lnTo>
                  <a:pt x="11536" y="47"/>
                </a:lnTo>
                <a:lnTo>
                  <a:pt x="11537" y="47"/>
                </a:lnTo>
                <a:lnTo>
                  <a:pt x="11538" y="47"/>
                </a:lnTo>
                <a:lnTo>
                  <a:pt x="11539" y="47"/>
                </a:lnTo>
                <a:lnTo>
                  <a:pt x="11540" y="47"/>
                </a:lnTo>
                <a:lnTo>
                  <a:pt x="11541" y="47"/>
                </a:lnTo>
                <a:lnTo>
                  <a:pt x="11542" y="47"/>
                </a:lnTo>
                <a:lnTo>
                  <a:pt x="11543" y="47"/>
                </a:lnTo>
                <a:lnTo>
                  <a:pt x="11544" y="47"/>
                </a:lnTo>
                <a:lnTo>
                  <a:pt x="11545" y="47"/>
                </a:lnTo>
                <a:lnTo>
                  <a:pt x="11546" y="47"/>
                </a:lnTo>
                <a:lnTo>
                  <a:pt x="11547" y="47"/>
                </a:lnTo>
                <a:lnTo>
                  <a:pt x="11548" y="47"/>
                </a:lnTo>
                <a:lnTo>
                  <a:pt x="11549" y="47"/>
                </a:lnTo>
                <a:lnTo>
                  <a:pt x="11550" y="47"/>
                </a:lnTo>
                <a:lnTo>
                  <a:pt x="11551" y="47"/>
                </a:lnTo>
                <a:lnTo>
                  <a:pt x="11552" y="47"/>
                </a:lnTo>
                <a:lnTo>
                  <a:pt x="11553" y="47"/>
                </a:lnTo>
                <a:lnTo>
                  <a:pt x="11554" y="47"/>
                </a:lnTo>
                <a:lnTo>
                  <a:pt x="11555" y="47"/>
                </a:lnTo>
                <a:lnTo>
                  <a:pt x="11556" y="47"/>
                </a:lnTo>
                <a:lnTo>
                  <a:pt x="11557" y="47"/>
                </a:lnTo>
                <a:lnTo>
                  <a:pt x="11558" y="47"/>
                </a:lnTo>
                <a:lnTo>
                  <a:pt x="11559" y="47"/>
                </a:lnTo>
                <a:lnTo>
                  <a:pt x="11560" y="47"/>
                </a:lnTo>
                <a:lnTo>
                  <a:pt x="11561" y="47"/>
                </a:lnTo>
                <a:lnTo>
                  <a:pt x="11562" y="47"/>
                </a:lnTo>
                <a:lnTo>
                  <a:pt x="11563" y="47"/>
                </a:lnTo>
                <a:lnTo>
                  <a:pt x="11564" y="47"/>
                </a:lnTo>
                <a:lnTo>
                  <a:pt x="11565" y="47"/>
                </a:lnTo>
                <a:lnTo>
                  <a:pt x="11566" y="47"/>
                </a:lnTo>
                <a:lnTo>
                  <a:pt x="11567" y="47"/>
                </a:lnTo>
                <a:lnTo>
                  <a:pt x="11568" y="47"/>
                </a:lnTo>
                <a:lnTo>
                  <a:pt x="11569" y="47"/>
                </a:lnTo>
                <a:lnTo>
                  <a:pt x="11570" y="47"/>
                </a:lnTo>
                <a:lnTo>
                  <a:pt x="11571" y="47"/>
                </a:lnTo>
                <a:lnTo>
                  <a:pt x="11572" y="47"/>
                </a:lnTo>
                <a:lnTo>
                  <a:pt x="11573" y="47"/>
                </a:lnTo>
                <a:lnTo>
                  <a:pt x="11574" y="47"/>
                </a:lnTo>
                <a:lnTo>
                  <a:pt x="11575" y="47"/>
                </a:lnTo>
                <a:lnTo>
                  <a:pt x="11576" y="47"/>
                </a:lnTo>
                <a:lnTo>
                  <a:pt x="11577" y="47"/>
                </a:lnTo>
                <a:lnTo>
                  <a:pt x="11578" y="47"/>
                </a:lnTo>
                <a:lnTo>
                  <a:pt x="11579" y="47"/>
                </a:lnTo>
                <a:lnTo>
                  <a:pt x="11580" y="47"/>
                </a:lnTo>
                <a:lnTo>
                  <a:pt x="11581" y="47"/>
                </a:lnTo>
                <a:lnTo>
                  <a:pt x="11582" y="47"/>
                </a:lnTo>
                <a:lnTo>
                  <a:pt x="11583" y="47"/>
                </a:lnTo>
                <a:lnTo>
                  <a:pt x="11584" y="47"/>
                </a:lnTo>
                <a:lnTo>
                  <a:pt x="11585" y="47"/>
                </a:lnTo>
                <a:lnTo>
                  <a:pt x="11586" y="47"/>
                </a:lnTo>
                <a:lnTo>
                  <a:pt x="11587" y="47"/>
                </a:lnTo>
                <a:lnTo>
                  <a:pt x="11588" y="47"/>
                </a:lnTo>
                <a:lnTo>
                  <a:pt x="11589" y="47"/>
                </a:lnTo>
                <a:lnTo>
                  <a:pt x="11590" y="47"/>
                </a:lnTo>
                <a:lnTo>
                  <a:pt x="11591" y="47"/>
                </a:lnTo>
                <a:lnTo>
                  <a:pt x="11592" y="47"/>
                </a:lnTo>
                <a:lnTo>
                  <a:pt x="11593" y="47"/>
                </a:lnTo>
                <a:lnTo>
                  <a:pt x="11594" y="47"/>
                </a:lnTo>
                <a:lnTo>
                  <a:pt x="11595" y="47"/>
                </a:lnTo>
                <a:lnTo>
                  <a:pt x="11596" y="47"/>
                </a:lnTo>
                <a:lnTo>
                  <a:pt x="11597" y="47"/>
                </a:lnTo>
                <a:lnTo>
                  <a:pt x="11598" y="47"/>
                </a:lnTo>
                <a:lnTo>
                  <a:pt x="11599" y="47"/>
                </a:lnTo>
                <a:lnTo>
                  <a:pt x="11600" y="47"/>
                </a:lnTo>
                <a:lnTo>
                  <a:pt x="11601" y="47"/>
                </a:lnTo>
                <a:lnTo>
                  <a:pt x="11602" y="47"/>
                </a:lnTo>
                <a:lnTo>
                  <a:pt x="11603" y="47"/>
                </a:lnTo>
                <a:lnTo>
                  <a:pt x="11604" y="47"/>
                </a:lnTo>
                <a:lnTo>
                  <a:pt x="11605" y="47"/>
                </a:lnTo>
                <a:lnTo>
                  <a:pt x="11606" y="47"/>
                </a:lnTo>
                <a:lnTo>
                  <a:pt x="11607" y="47"/>
                </a:lnTo>
                <a:lnTo>
                  <a:pt x="11608" y="47"/>
                </a:lnTo>
                <a:lnTo>
                  <a:pt x="11609" y="47"/>
                </a:lnTo>
                <a:lnTo>
                  <a:pt x="11610" y="47"/>
                </a:lnTo>
                <a:lnTo>
                  <a:pt x="11611" y="47"/>
                </a:lnTo>
                <a:lnTo>
                  <a:pt x="11612" y="47"/>
                </a:lnTo>
                <a:lnTo>
                  <a:pt x="11613" y="47"/>
                </a:lnTo>
                <a:lnTo>
                  <a:pt x="11614" y="47"/>
                </a:lnTo>
                <a:lnTo>
                  <a:pt x="11615" y="47"/>
                </a:lnTo>
                <a:lnTo>
                  <a:pt x="11616" y="47"/>
                </a:lnTo>
                <a:lnTo>
                  <a:pt x="11617" y="47"/>
                </a:lnTo>
                <a:lnTo>
                  <a:pt x="11618" y="47"/>
                </a:lnTo>
                <a:lnTo>
                  <a:pt x="11619" y="47"/>
                </a:lnTo>
                <a:lnTo>
                  <a:pt x="11620" y="47"/>
                </a:lnTo>
                <a:lnTo>
                  <a:pt x="11621" y="47"/>
                </a:lnTo>
                <a:lnTo>
                  <a:pt x="11622" y="47"/>
                </a:lnTo>
                <a:lnTo>
                  <a:pt x="11623" y="47"/>
                </a:lnTo>
                <a:lnTo>
                  <a:pt x="11624" y="47"/>
                </a:lnTo>
                <a:lnTo>
                  <a:pt x="11625" y="47"/>
                </a:lnTo>
                <a:lnTo>
                  <a:pt x="11626" y="47"/>
                </a:lnTo>
                <a:lnTo>
                  <a:pt x="11627" y="47"/>
                </a:lnTo>
                <a:lnTo>
                  <a:pt x="11628" y="47"/>
                </a:lnTo>
                <a:lnTo>
                  <a:pt x="11629" y="47"/>
                </a:lnTo>
                <a:lnTo>
                  <a:pt x="11630" y="47"/>
                </a:lnTo>
                <a:lnTo>
                  <a:pt x="11631" y="47"/>
                </a:lnTo>
                <a:lnTo>
                  <a:pt x="11632" y="47"/>
                </a:lnTo>
                <a:lnTo>
                  <a:pt x="11633" y="47"/>
                </a:lnTo>
                <a:lnTo>
                  <a:pt x="11634" y="47"/>
                </a:lnTo>
                <a:lnTo>
                  <a:pt x="11635" y="47"/>
                </a:lnTo>
                <a:lnTo>
                  <a:pt x="11636" y="47"/>
                </a:lnTo>
                <a:lnTo>
                  <a:pt x="11637" y="47"/>
                </a:lnTo>
                <a:lnTo>
                  <a:pt x="11638" y="47"/>
                </a:lnTo>
                <a:lnTo>
                  <a:pt x="11639" y="47"/>
                </a:lnTo>
                <a:lnTo>
                  <a:pt x="11640" y="47"/>
                </a:lnTo>
                <a:lnTo>
                  <a:pt x="11641" y="47"/>
                </a:lnTo>
                <a:lnTo>
                  <a:pt x="11642" y="47"/>
                </a:lnTo>
                <a:lnTo>
                  <a:pt x="11643" y="47"/>
                </a:lnTo>
                <a:lnTo>
                  <a:pt x="11644" y="47"/>
                </a:lnTo>
                <a:lnTo>
                  <a:pt x="11645" y="47"/>
                </a:lnTo>
                <a:lnTo>
                  <a:pt x="11646" y="47"/>
                </a:lnTo>
                <a:lnTo>
                  <a:pt x="11647" y="47"/>
                </a:lnTo>
                <a:lnTo>
                  <a:pt x="11648" y="47"/>
                </a:lnTo>
                <a:lnTo>
                  <a:pt x="11649" y="47"/>
                </a:lnTo>
                <a:lnTo>
                  <a:pt x="11650" y="47"/>
                </a:lnTo>
                <a:lnTo>
                  <a:pt x="11651" y="47"/>
                </a:lnTo>
                <a:lnTo>
                  <a:pt x="11652" y="47"/>
                </a:lnTo>
                <a:lnTo>
                  <a:pt x="11653" y="47"/>
                </a:lnTo>
                <a:lnTo>
                  <a:pt x="11654" y="47"/>
                </a:lnTo>
                <a:lnTo>
                  <a:pt x="11655" y="47"/>
                </a:lnTo>
                <a:lnTo>
                  <a:pt x="11656" y="47"/>
                </a:lnTo>
                <a:lnTo>
                  <a:pt x="11657" y="47"/>
                </a:lnTo>
                <a:lnTo>
                  <a:pt x="11658" y="47"/>
                </a:lnTo>
                <a:lnTo>
                  <a:pt x="11659" y="47"/>
                </a:lnTo>
                <a:lnTo>
                  <a:pt x="11660" y="47"/>
                </a:lnTo>
                <a:lnTo>
                  <a:pt x="11661" y="47"/>
                </a:lnTo>
                <a:lnTo>
                  <a:pt x="11662" y="47"/>
                </a:lnTo>
                <a:lnTo>
                  <a:pt x="11663" y="47"/>
                </a:lnTo>
                <a:lnTo>
                  <a:pt x="11664" y="47"/>
                </a:lnTo>
                <a:lnTo>
                  <a:pt x="11665" y="47"/>
                </a:lnTo>
                <a:lnTo>
                  <a:pt x="11666" y="47"/>
                </a:lnTo>
                <a:lnTo>
                  <a:pt x="11667" y="47"/>
                </a:lnTo>
                <a:lnTo>
                  <a:pt x="11668" y="47"/>
                </a:lnTo>
                <a:lnTo>
                  <a:pt x="11669" y="47"/>
                </a:lnTo>
                <a:lnTo>
                  <a:pt x="11670" y="47"/>
                </a:lnTo>
                <a:lnTo>
                  <a:pt x="11671" y="47"/>
                </a:lnTo>
                <a:lnTo>
                  <a:pt x="11672" y="47"/>
                </a:lnTo>
                <a:lnTo>
                  <a:pt x="11673" y="47"/>
                </a:lnTo>
                <a:lnTo>
                  <a:pt x="11674" y="47"/>
                </a:lnTo>
                <a:lnTo>
                  <a:pt x="11675" y="47"/>
                </a:lnTo>
                <a:lnTo>
                  <a:pt x="11676" y="47"/>
                </a:lnTo>
                <a:lnTo>
                  <a:pt x="11677" y="47"/>
                </a:lnTo>
                <a:lnTo>
                  <a:pt x="11678" y="47"/>
                </a:lnTo>
                <a:lnTo>
                  <a:pt x="11679" y="47"/>
                </a:lnTo>
                <a:lnTo>
                  <a:pt x="11680" y="47"/>
                </a:lnTo>
                <a:lnTo>
                  <a:pt x="11681" y="47"/>
                </a:lnTo>
                <a:lnTo>
                  <a:pt x="11682" y="47"/>
                </a:lnTo>
                <a:lnTo>
                  <a:pt x="11683" y="47"/>
                </a:lnTo>
                <a:lnTo>
                  <a:pt x="11684" y="47"/>
                </a:lnTo>
                <a:lnTo>
                  <a:pt x="11685" y="47"/>
                </a:lnTo>
                <a:lnTo>
                  <a:pt x="11686" y="47"/>
                </a:lnTo>
                <a:lnTo>
                  <a:pt x="11687" y="47"/>
                </a:lnTo>
                <a:lnTo>
                  <a:pt x="11688" y="47"/>
                </a:lnTo>
                <a:lnTo>
                  <a:pt x="11689" y="47"/>
                </a:lnTo>
                <a:lnTo>
                  <a:pt x="11690" y="47"/>
                </a:lnTo>
                <a:lnTo>
                  <a:pt x="11691" y="47"/>
                </a:lnTo>
                <a:lnTo>
                  <a:pt x="11692" y="47"/>
                </a:lnTo>
                <a:lnTo>
                  <a:pt x="11693" y="47"/>
                </a:lnTo>
                <a:lnTo>
                  <a:pt x="11694" y="47"/>
                </a:lnTo>
                <a:lnTo>
                  <a:pt x="11695" y="47"/>
                </a:lnTo>
                <a:lnTo>
                  <a:pt x="11696" y="47"/>
                </a:lnTo>
                <a:lnTo>
                  <a:pt x="11697" y="47"/>
                </a:lnTo>
                <a:lnTo>
                  <a:pt x="11698" y="47"/>
                </a:lnTo>
                <a:lnTo>
                  <a:pt x="11699" y="47"/>
                </a:lnTo>
                <a:lnTo>
                  <a:pt x="11700" y="47"/>
                </a:lnTo>
                <a:lnTo>
                  <a:pt x="11701" y="47"/>
                </a:lnTo>
                <a:lnTo>
                  <a:pt x="11702" y="47"/>
                </a:lnTo>
                <a:lnTo>
                  <a:pt x="11703" y="47"/>
                </a:lnTo>
                <a:lnTo>
                  <a:pt x="11704" y="47"/>
                </a:lnTo>
                <a:lnTo>
                  <a:pt x="11705" y="47"/>
                </a:lnTo>
                <a:lnTo>
                  <a:pt x="11706" y="47"/>
                </a:lnTo>
                <a:lnTo>
                  <a:pt x="11707" y="47"/>
                </a:lnTo>
                <a:lnTo>
                  <a:pt x="11708" y="47"/>
                </a:lnTo>
                <a:lnTo>
                  <a:pt x="11709" y="47"/>
                </a:lnTo>
                <a:lnTo>
                  <a:pt x="11710" y="47"/>
                </a:lnTo>
                <a:lnTo>
                  <a:pt x="11711" y="47"/>
                </a:lnTo>
                <a:lnTo>
                  <a:pt x="11712" y="47"/>
                </a:lnTo>
                <a:lnTo>
                  <a:pt x="11713" y="47"/>
                </a:lnTo>
                <a:lnTo>
                  <a:pt x="11714" y="47"/>
                </a:lnTo>
                <a:lnTo>
                  <a:pt x="11715" y="47"/>
                </a:lnTo>
                <a:lnTo>
                  <a:pt x="11716" y="47"/>
                </a:lnTo>
                <a:lnTo>
                  <a:pt x="11717" y="47"/>
                </a:lnTo>
                <a:lnTo>
                  <a:pt x="11718" y="47"/>
                </a:lnTo>
                <a:lnTo>
                  <a:pt x="11719" y="47"/>
                </a:lnTo>
                <a:lnTo>
                  <a:pt x="11720" y="47"/>
                </a:lnTo>
                <a:lnTo>
                  <a:pt x="11721" y="47"/>
                </a:lnTo>
                <a:lnTo>
                  <a:pt x="11722" y="47"/>
                </a:lnTo>
                <a:lnTo>
                  <a:pt x="11723" y="47"/>
                </a:lnTo>
                <a:lnTo>
                  <a:pt x="11724" y="47"/>
                </a:lnTo>
                <a:lnTo>
                  <a:pt x="11725" y="47"/>
                </a:lnTo>
                <a:lnTo>
                  <a:pt x="11726" y="47"/>
                </a:lnTo>
                <a:lnTo>
                  <a:pt x="11727" y="47"/>
                </a:lnTo>
                <a:lnTo>
                  <a:pt x="11728" y="47"/>
                </a:lnTo>
                <a:lnTo>
                  <a:pt x="11729" y="47"/>
                </a:lnTo>
                <a:lnTo>
                  <a:pt x="11730" y="47"/>
                </a:lnTo>
                <a:lnTo>
                  <a:pt x="11731" y="47"/>
                </a:lnTo>
                <a:lnTo>
                  <a:pt x="11732" y="47"/>
                </a:lnTo>
                <a:lnTo>
                  <a:pt x="11733" y="47"/>
                </a:lnTo>
                <a:lnTo>
                  <a:pt x="11734" y="47"/>
                </a:lnTo>
                <a:lnTo>
                  <a:pt x="11735" y="47"/>
                </a:lnTo>
                <a:lnTo>
                  <a:pt x="11736" y="47"/>
                </a:lnTo>
                <a:lnTo>
                  <a:pt x="11737" y="47"/>
                </a:lnTo>
                <a:lnTo>
                  <a:pt x="11738" y="47"/>
                </a:lnTo>
                <a:lnTo>
                  <a:pt x="11739" y="47"/>
                </a:lnTo>
                <a:lnTo>
                  <a:pt x="11740" y="47"/>
                </a:lnTo>
                <a:lnTo>
                  <a:pt x="11741" y="47"/>
                </a:lnTo>
                <a:lnTo>
                  <a:pt x="11742" y="47"/>
                </a:lnTo>
                <a:lnTo>
                  <a:pt x="11743" y="47"/>
                </a:lnTo>
                <a:lnTo>
                  <a:pt x="11744" y="47"/>
                </a:lnTo>
                <a:lnTo>
                  <a:pt x="11745" y="47"/>
                </a:lnTo>
                <a:lnTo>
                  <a:pt x="11746" y="47"/>
                </a:lnTo>
                <a:lnTo>
                  <a:pt x="11747" y="47"/>
                </a:lnTo>
                <a:lnTo>
                  <a:pt x="11748" y="47"/>
                </a:lnTo>
                <a:lnTo>
                  <a:pt x="11749" y="47"/>
                </a:lnTo>
                <a:lnTo>
                  <a:pt x="11750" y="47"/>
                </a:lnTo>
                <a:lnTo>
                  <a:pt x="11751" y="47"/>
                </a:lnTo>
                <a:lnTo>
                  <a:pt x="11752" y="47"/>
                </a:lnTo>
                <a:lnTo>
                  <a:pt x="11753" y="47"/>
                </a:lnTo>
                <a:lnTo>
                  <a:pt x="11754" y="47"/>
                </a:lnTo>
                <a:lnTo>
                  <a:pt x="11755" y="47"/>
                </a:lnTo>
                <a:lnTo>
                  <a:pt x="11756" y="47"/>
                </a:lnTo>
                <a:lnTo>
                  <a:pt x="11757" y="47"/>
                </a:lnTo>
                <a:lnTo>
                  <a:pt x="11758" y="47"/>
                </a:lnTo>
                <a:lnTo>
                  <a:pt x="11759" y="47"/>
                </a:lnTo>
                <a:lnTo>
                  <a:pt x="11760" y="47"/>
                </a:lnTo>
                <a:lnTo>
                  <a:pt x="11761" y="47"/>
                </a:lnTo>
                <a:lnTo>
                  <a:pt x="11762" y="47"/>
                </a:lnTo>
                <a:lnTo>
                  <a:pt x="11763" y="47"/>
                </a:lnTo>
                <a:lnTo>
                  <a:pt x="11764" y="47"/>
                </a:lnTo>
                <a:lnTo>
                  <a:pt x="11765" y="47"/>
                </a:lnTo>
                <a:lnTo>
                  <a:pt x="11766" y="47"/>
                </a:lnTo>
                <a:lnTo>
                  <a:pt x="11767" y="47"/>
                </a:lnTo>
                <a:lnTo>
                  <a:pt x="11768" y="47"/>
                </a:lnTo>
                <a:lnTo>
                  <a:pt x="11769" y="47"/>
                </a:lnTo>
                <a:lnTo>
                  <a:pt x="11770" y="47"/>
                </a:lnTo>
                <a:lnTo>
                  <a:pt x="11771" y="47"/>
                </a:lnTo>
                <a:lnTo>
                  <a:pt x="11772" y="47"/>
                </a:lnTo>
                <a:lnTo>
                  <a:pt x="11773" y="47"/>
                </a:lnTo>
                <a:lnTo>
                  <a:pt x="11774" y="47"/>
                </a:lnTo>
                <a:lnTo>
                  <a:pt x="11775" y="47"/>
                </a:lnTo>
                <a:lnTo>
                  <a:pt x="11776" y="47"/>
                </a:lnTo>
                <a:lnTo>
                  <a:pt x="11777" y="47"/>
                </a:lnTo>
                <a:lnTo>
                  <a:pt x="11778" y="47"/>
                </a:lnTo>
                <a:lnTo>
                  <a:pt x="11779" y="47"/>
                </a:lnTo>
                <a:lnTo>
                  <a:pt x="11780" y="47"/>
                </a:lnTo>
                <a:lnTo>
                  <a:pt x="11781" y="47"/>
                </a:lnTo>
                <a:lnTo>
                  <a:pt x="11782" y="47"/>
                </a:lnTo>
                <a:lnTo>
                  <a:pt x="11783" y="47"/>
                </a:lnTo>
                <a:lnTo>
                  <a:pt x="11784" y="47"/>
                </a:lnTo>
                <a:lnTo>
                  <a:pt x="11785" y="47"/>
                </a:lnTo>
                <a:lnTo>
                  <a:pt x="11786" y="47"/>
                </a:lnTo>
                <a:lnTo>
                  <a:pt x="11787" y="47"/>
                </a:lnTo>
                <a:lnTo>
                  <a:pt x="11788" y="47"/>
                </a:lnTo>
                <a:lnTo>
                  <a:pt x="11789" y="47"/>
                </a:lnTo>
                <a:lnTo>
                  <a:pt x="11790" y="47"/>
                </a:lnTo>
                <a:lnTo>
                  <a:pt x="11791" y="47"/>
                </a:lnTo>
                <a:lnTo>
                  <a:pt x="11792" y="47"/>
                </a:lnTo>
                <a:lnTo>
                  <a:pt x="11793" y="47"/>
                </a:lnTo>
                <a:lnTo>
                  <a:pt x="11794" y="47"/>
                </a:lnTo>
                <a:lnTo>
                  <a:pt x="11795" y="47"/>
                </a:lnTo>
                <a:lnTo>
                  <a:pt x="11796" y="47"/>
                </a:lnTo>
                <a:lnTo>
                  <a:pt x="11797" y="47"/>
                </a:lnTo>
                <a:lnTo>
                  <a:pt x="11798" y="47"/>
                </a:lnTo>
                <a:lnTo>
                  <a:pt x="11799" y="47"/>
                </a:lnTo>
                <a:lnTo>
                  <a:pt x="11800" y="47"/>
                </a:lnTo>
                <a:lnTo>
                  <a:pt x="11801" y="47"/>
                </a:lnTo>
                <a:lnTo>
                  <a:pt x="11802" y="47"/>
                </a:lnTo>
                <a:lnTo>
                  <a:pt x="11803" y="47"/>
                </a:lnTo>
                <a:lnTo>
                  <a:pt x="11804" y="47"/>
                </a:lnTo>
                <a:lnTo>
                  <a:pt x="11805" y="47"/>
                </a:lnTo>
                <a:lnTo>
                  <a:pt x="11806" y="47"/>
                </a:lnTo>
                <a:lnTo>
                  <a:pt x="11807" y="47"/>
                </a:lnTo>
                <a:lnTo>
                  <a:pt x="11808" y="47"/>
                </a:lnTo>
                <a:lnTo>
                  <a:pt x="11809" y="47"/>
                </a:lnTo>
                <a:lnTo>
                  <a:pt x="11810" y="47"/>
                </a:lnTo>
                <a:lnTo>
                  <a:pt x="11811" y="47"/>
                </a:lnTo>
                <a:lnTo>
                  <a:pt x="11812" y="47"/>
                </a:lnTo>
                <a:lnTo>
                  <a:pt x="11813" y="47"/>
                </a:lnTo>
                <a:lnTo>
                  <a:pt x="11814" y="47"/>
                </a:lnTo>
                <a:lnTo>
                  <a:pt x="11815" y="47"/>
                </a:lnTo>
                <a:lnTo>
                  <a:pt x="11816" y="47"/>
                </a:lnTo>
                <a:lnTo>
                  <a:pt x="11817" y="47"/>
                </a:lnTo>
                <a:lnTo>
                  <a:pt x="11818" y="47"/>
                </a:lnTo>
                <a:lnTo>
                  <a:pt x="11819" y="47"/>
                </a:lnTo>
                <a:lnTo>
                  <a:pt x="11820" y="47"/>
                </a:lnTo>
                <a:lnTo>
                  <a:pt x="11821" y="47"/>
                </a:lnTo>
                <a:lnTo>
                  <a:pt x="11822" y="47"/>
                </a:lnTo>
                <a:lnTo>
                  <a:pt x="11823" y="47"/>
                </a:lnTo>
                <a:lnTo>
                  <a:pt x="11824" y="47"/>
                </a:lnTo>
                <a:lnTo>
                  <a:pt x="11825" y="47"/>
                </a:lnTo>
                <a:lnTo>
                  <a:pt x="11826" y="47"/>
                </a:lnTo>
                <a:lnTo>
                  <a:pt x="11827" y="47"/>
                </a:lnTo>
                <a:lnTo>
                  <a:pt x="11828" y="47"/>
                </a:lnTo>
                <a:lnTo>
                  <a:pt x="11829" y="47"/>
                </a:lnTo>
                <a:lnTo>
                  <a:pt x="11830" y="47"/>
                </a:lnTo>
                <a:lnTo>
                  <a:pt x="11831" y="47"/>
                </a:lnTo>
                <a:lnTo>
                  <a:pt x="11832" y="47"/>
                </a:lnTo>
                <a:lnTo>
                  <a:pt x="11833" y="47"/>
                </a:lnTo>
                <a:lnTo>
                  <a:pt x="11834" y="47"/>
                </a:lnTo>
                <a:lnTo>
                  <a:pt x="11835" y="47"/>
                </a:lnTo>
                <a:lnTo>
                  <a:pt x="11836" y="47"/>
                </a:lnTo>
                <a:lnTo>
                  <a:pt x="11837" y="47"/>
                </a:lnTo>
                <a:lnTo>
                  <a:pt x="11838" y="47"/>
                </a:lnTo>
                <a:lnTo>
                  <a:pt x="11839" y="47"/>
                </a:lnTo>
                <a:lnTo>
                  <a:pt x="11840" y="47"/>
                </a:lnTo>
                <a:lnTo>
                  <a:pt x="11841" y="47"/>
                </a:lnTo>
                <a:lnTo>
                  <a:pt x="11842" y="47"/>
                </a:lnTo>
                <a:lnTo>
                  <a:pt x="11843" y="47"/>
                </a:lnTo>
                <a:lnTo>
                  <a:pt x="11844" y="47"/>
                </a:lnTo>
                <a:lnTo>
                  <a:pt x="11845" y="47"/>
                </a:lnTo>
                <a:lnTo>
                  <a:pt x="11846" y="47"/>
                </a:lnTo>
                <a:lnTo>
                  <a:pt x="11847" y="47"/>
                </a:lnTo>
                <a:lnTo>
                  <a:pt x="11848" y="47"/>
                </a:lnTo>
                <a:lnTo>
                  <a:pt x="11849" y="47"/>
                </a:lnTo>
                <a:lnTo>
                  <a:pt x="11850" y="47"/>
                </a:lnTo>
                <a:lnTo>
                  <a:pt x="11851" y="47"/>
                </a:lnTo>
                <a:lnTo>
                  <a:pt x="11852" y="47"/>
                </a:lnTo>
                <a:lnTo>
                  <a:pt x="11853" y="47"/>
                </a:lnTo>
                <a:lnTo>
                  <a:pt x="11854" y="47"/>
                </a:lnTo>
                <a:lnTo>
                  <a:pt x="11855" y="47"/>
                </a:lnTo>
                <a:lnTo>
                  <a:pt x="11856" y="47"/>
                </a:lnTo>
                <a:lnTo>
                  <a:pt x="11857" y="47"/>
                </a:lnTo>
                <a:lnTo>
                  <a:pt x="11858" y="47"/>
                </a:lnTo>
                <a:lnTo>
                  <a:pt x="11859" y="47"/>
                </a:lnTo>
                <a:lnTo>
                  <a:pt x="11860" y="47"/>
                </a:lnTo>
                <a:lnTo>
                  <a:pt x="11861" y="47"/>
                </a:lnTo>
                <a:lnTo>
                  <a:pt x="11862" y="47"/>
                </a:lnTo>
                <a:lnTo>
                  <a:pt x="11863" y="47"/>
                </a:lnTo>
                <a:lnTo>
                  <a:pt x="11864" y="47"/>
                </a:lnTo>
                <a:lnTo>
                  <a:pt x="11865" y="47"/>
                </a:lnTo>
                <a:lnTo>
                  <a:pt x="11866" y="47"/>
                </a:lnTo>
                <a:lnTo>
                  <a:pt x="11867" y="47"/>
                </a:lnTo>
                <a:lnTo>
                  <a:pt x="11868" y="47"/>
                </a:lnTo>
                <a:lnTo>
                  <a:pt x="11869" y="47"/>
                </a:lnTo>
                <a:lnTo>
                  <a:pt x="11870" y="47"/>
                </a:lnTo>
                <a:lnTo>
                  <a:pt x="11871" y="47"/>
                </a:lnTo>
                <a:lnTo>
                  <a:pt x="11872" y="47"/>
                </a:lnTo>
                <a:lnTo>
                  <a:pt x="11873" y="47"/>
                </a:lnTo>
                <a:lnTo>
                  <a:pt x="11874" y="47"/>
                </a:lnTo>
                <a:lnTo>
                  <a:pt x="11875" y="47"/>
                </a:lnTo>
                <a:lnTo>
                  <a:pt x="11876" y="47"/>
                </a:lnTo>
                <a:lnTo>
                  <a:pt x="11877" y="47"/>
                </a:lnTo>
                <a:lnTo>
                  <a:pt x="11878" y="47"/>
                </a:lnTo>
                <a:lnTo>
                  <a:pt x="11879" y="47"/>
                </a:lnTo>
                <a:lnTo>
                  <a:pt x="11880" y="47"/>
                </a:lnTo>
                <a:lnTo>
                  <a:pt x="11881" y="47"/>
                </a:lnTo>
                <a:lnTo>
                  <a:pt x="11882" y="47"/>
                </a:lnTo>
                <a:lnTo>
                  <a:pt x="11883" y="47"/>
                </a:lnTo>
                <a:lnTo>
                  <a:pt x="11884" y="47"/>
                </a:lnTo>
                <a:lnTo>
                  <a:pt x="11885" y="47"/>
                </a:lnTo>
                <a:lnTo>
                  <a:pt x="11886" y="47"/>
                </a:lnTo>
                <a:lnTo>
                  <a:pt x="11887" y="47"/>
                </a:lnTo>
                <a:lnTo>
                  <a:pt x="11888" y="47"/>
                </a:lnTo>
                <a:lnTo>
                  <a:pt x="11889" y="47"/>
                </a:lnTo>
                <a:lnTo>
                  <a:pt x="11890" y="47"/>
                </a:lnTo>
                <a:lnTo>
                  <a:pt x="11891" y="47"/>
                </a:lnTo>
                <a:lnTo>
                  <a:pt x="11892" y="47"/>
                </a:lnTo>
                <a:lnTo>
                  <a:pt x="11893" y="47"/>
                </a:lnTo>
                <a:lnTo>
                  <a:pt x="11894" y="47"/>
                </a:lnTo>
                <a:lnTo>
                  <a:pt x="11895" y="47"/>
                </a:lnTo>
                <a:lnTo>
                  <a:pt x="11896" y="47"/>
                </a:lnTo>
                <a:lnTo>
                  <a:pt x="11897" y="47"/>
                </a:lnTo>
                <a:lnTo>
                  <a:pt x="11898" y="47"/>
                </a:lnTo>
                <a:lnTo>
                  <a:pt x="11899" y="47"/>
                </a:lnTo>
                <a:lnTo>
                  <a:pt x="11900" y="47"/>
                </a:lnTo>
                <a:lnTo>
                  <a:pt x="11901" y="47"/>
                </a:lnTo>
                <a:lnTo>
                  <a:pt x="11902" y="47"/>
                </a:lnTo>
                <a:lnTo>
                  <a:pt x="11903" y="47"/>
                </a:lnTo>
                <a:lnTo>
                  <a:pt x="11904" y="47"/>
                </a:lnTo>
                <a:lnTo>
                  <a:pt x="11905" y="47"/>
                </a:lnTo>
                <a:lnTo>
                  <a:pt x="11906" y="47"/>
                </a:lnTo>
                <a:lnTo>
                  <a:pt x="11907" y="47"/>
                </a:lnTo>
                <a:lnTo>
                  <a:pt x="11908" y="47"/>
                </a:lnTo>
                <a:lnTo>
                  <a:pt x="11909" y="47"/>
                </a:lnTo>
                <a:lnTo>
                  <a:pt x="11910" y="47"/>
                </a:lnTo>
                <a:lnTo>
                  <a:pt x="11911" y="47"/>
                </a:lnTo>
                <a:lnTo>
                  <a:pt x="11912" y="47"/>
                </a:lnTo>
                <a:lnTo>
                  <a:pt x="11913" y="47"/>
                </a:lnTo>
                <a:lnTo>
                  <a:pt x="11914" y="47"/>
                </a:lnTo>
                <a:lnTo>
                  <a:pt x="11915" y="47"/>
                </a:lnTo>
                <a:lnTo>
                  <a:pt x="11916" y="47"/>
                </a:lnTo>
                <a:lnTo>
                  <a:pt x="11917" y="47"/>
                </a:lnTo>
                <a:lnTo>
                  <a:pt x="11918" y="47"/>
                </a:lnTo>
                <a:lnTo>
                  <a:pt x="11919" y="47"/>
                </a:lnTo>
                <a:lnTo>
                  <a:pt x="11920" y="47"/>
                </a:lnTo>
                <a:lnTo>
                  <a:pt x="11921" y="47"/>
                </a:lnTo>
                <a:lnTo>
                  <a:pt x="11922" y="47"/>
                </a:lnTo>
                <a:lnTo>
                  <a:pt x="11923" y="47"/>
                </a:lnTo>
                <a:lnTo>
                  <a:pt x="11924" y="47"/>
                </a:lnTo>
                <a:lnTo>
                  <a:pt x="11925" y="47"/>
                </a:lnTo>
                <a:lnTo>
                  <a:pt x="11926" y="47"/>
                </a:lnTo>
                <a:lnTo>
                  <a:pt x="11927" y="47"/>
                </a:lnTo>
                <a:lnTo>
                  <a:pt x="11928" y="47"/>
                </a:lnTo>
                <a:lnTo>
                  <a:pt x="11929" y="47"/>
                </a:lnTo>
                <a:lnTo>
                  <a:pt x="11930" y="47"/>
                </a:lnTo>
                <a:lnTo>
                  <a:pt x="11931" y="47"/>
                </a:lnTo>
                <a:lnTo>
                  <a:pt x="11932" y="47"/>
                </a:lnTo>
                <a:lnTo>
                  <a:pt x="11933" y="47"/>
                </a:lnTo>
                <a:lnTo>
                  <a:pt x="11934" y="47"/>
                </a:lnTo>
                <a:lnTo>
                  <a:pt x="11935" y="47"/>
                </a:lnTo>
                <a:lnTo>
                  <a:pt x="11936" y="47"/>
                </a:lnTo>
                <a:lnTo>
                  <a:pt x="11937" y="47"/>
                </a:lnTo>
                <a:lnTo>
                  <a:pt x="11938" y="47"/>
                </a:lnTo>
                <a:lnTo>
                  <a:pt x="11939" y="47"/>
                </a:lnTo>
                <a:lnTo>
                  <a:pt x="11940" y="47"/>
                </a:lnTo>
                <a:lnTo>
                  <a:pt x="11941" y="47"/>
                </a:lnTo>
                <a:lnTo>
                  <a:pt x="11942" y="47"/>
                </a:lnTo>
                <a:lnTo>
                  <a:pt x="11943" y="47"/>
                </a:lnTo>
                <a:lnTo>
                  <a:pt x="11944" y="47"/>
                </a:lnTo>
                <a:lnTo>
                  <a:pt x="11945" y="47"/>
                </a:lnTo>
                <a:lnTo>
                  <a:pt x="11946" y="47"/>
                </a:lnTo>
                <a:lnTo>
                  <a:pt x="11947" y="47"/>
                </a:lnTo>
                <a:lnTo>
                  <a:pt x="11948" y="47"/>
                </a:lnTo>
                <a:lnTo>
                  <a:pt x="11949" y="47"/>
                </a:lnTo>
                <a:lnTo>
                  <a:pt x="11950" y="47"/>
                </a:lnTo>
                <a:lnTo>
                  <a:pt x="11951" y="47"/>
                </a:lnTo>
                <a:lnTo>
                  <a:pt x="11952" y="47"/>
                </a:lnTo>
                <a:lnTo>
                  <a:pt x="11953" y="47"/>
                </a:lnTo>
                <a:lnTo>
                  <a:pt x="11954" y="47"/>
                </a:lnTo>
                <a:lnTo>
                  <a:pt x="11955" y="47"/>
                </a:lnTo>
                <a:lnTo>
                  <a:pt x="11956" y="47"/>
                </a:lnTo>
                <a:lnTo>
                  <a:pt x="11957" y="47"/>
                </a:lnTo>
                <a:lnTo>
                  <a:pt x="11958" y="47"/>
                </a:lnTo>
                <a:lnTo>
                  <a:pt x="11959" y="47"/>
                </a:lnTo>
                <a:lnTo>
                  <a:pt x="11960" y="47"/>
                </a:lnTo>
                <a:lnTo>
                  <a:pt x="11961" y="47"/>
                </a:lnTo>
                <a:lnTo>
                  <a:pt x="11962" y="47"/>
                </a:lnTo>
                <a:lnTo>
                  <a:pt x="11963" y="47"/>
                </a:lnTo>
                <a:lnTo>
                  <a:pt x="11964" y="47"/>
                </a:lnTo>
                <a:lnTo>
                  <a:pt x="11965" y="47"/>
                </a:lnTo>
                <a:lnTo>
                  <a:pt x="11966" y="47"/>
                </a:lnTo>
                <a:lnTo>
                  <a:pt x="11967" y="47"/>
                </a:lnTo>
                <a:lnTo>
                  <a:pt x="11968" y="47"/>
                </a:lnTo>
                <a:lnTo>
                  <a:pt x="11969" y="47"/>
                </a:lnTo>
                <a:lnTo>
                  <a:pt x="11970" y="47"/>
                </a:lnTo>
                <a:lnTo>
                  <a:pt x="11971" y="47"/>
                </a:lnTo>
                <a:lnTo>
                  <a:pt x="11972" y="47"/>
                </a:lnTo>
                <a:lnTo>
                  <a:pt x="11973" y="47"/>
                </a:lnTo>
                <a:lnTo>
                  <a:pt x="11974" y="47"/>
                </a:lnTo>
                <a:lnTo>
                  <a:pt x="11975" y="47"/>
                </a:lnTo>
                <a:lnTo>
                  <a:pt x="11976" y="47"/>
                </a:lnTo>
                <a:lnTo>
                  <a:pt x="11977" y="47"/>
                </a:lnTo>
                <a:lnTo>
                  <a:pt x="11978" y="47"/>
                </a:lnTo>
                <a:lnTo>
                  <a:pt x="11979" y="47"/>
                </a:lnTo>
                <a:lnTo>
                  <a:pt x="11980" y="47"/>
                </a:lnTo>
                <a:lnTo>
                  <a:pt x="11981" y="47"/>
                </a:lnTo>
                <a:lnTo>
                  <a:pt x="11982" y="47"/>
                </a:lnTo>
                <a:lnTo>
                  <a:pt x="11983" y="47"/>
                </a:lnTo>
                <a:lnTo>
                  <a:pt x="11984" y="47"/>
                </a:lnTo>
                <a:lnTo>
                  <a:pt x="11985" y="47"/>
                </a:lnTo>
                <a:lnTo>
                  <a:pt x="11986" y="47"/>
                </a:lnTo>
                <a:lnTo>
                  <a:pt x="11987" y="47"/>
                </a:lnTo>
                <a:lnTo>
                  <a:pt x="11988" y="47"/>
                </a:lnTo>
                <a:lnTo>
                  <a:pt x="11989" y="47"/>
                </a:lnTo>
                <a:lnTo>
                  <a:pt x="11990" y="47"/>
                </a:lnTo>
                <a:lnTo>
                  <a:pt x="11991" y="47"/>
                </a:lnTo>
                <a:lnTo>
                  <a:pt x="11992" y="47"/>
                </a:lnTo>
                <a:lnTo>
                  <a:pt x="11993" y="47"/>
                </a:lnTo>
                <a:lnTo>
                  <a:pt x="11994" y="47"/>
                </a:lnTo>
                <a:lnTo>
                  <a:pt x="11995" y="47"/>
                </a:lnTo>
                <a:lnTo>
                  <a:pt x="11996" y="47"/>
                </a:lnTo>
                <a:lnTo>
                  <a:pt x="11997" y="47"/>
                </a:lnTo>
                <a:lnTo>
                  <a:pt x="11998" y="47"/>
                </a:lnTo>
                <a:lnTo>
                  <a:pt x="11999" y="47"/>
                </a:lnTo>
                <a:lnTo>
                  <a:pt x="12000" y="47"/>
                </a:lnTo>
                <a:lnTo>
                  <a:pt x="12001" y="47"/>
                </a:lnTo>
                <a:lnTo>
                  <a:pt x="12002" y="47"/>
                </a:lnTo>
                <a:lnTo>
                  <a:pt x="12003" y="47"/>
                </a:lnTo>
                <a:lnTo>
                  <a:pt x="12004" y="47"/>
                </a:lnTo>
                <a:lnTo>
                  <a:pt x="12005" y="47"/>
                </a:lnTo>
                <a:lnTo>
                  <a:pt x="12006" y="47"/>
                </a:lnTo>
                <a:lnTo>
                  <a:pt x="12007" y="47"/>
                </a:lnTo>
                <a:lnTo>
                  <a:pt x="12008" y="47"/>
                </a:lnTo>
                <a:lnTo>
                  <a:pt x="12009" y="47"/>
                </a:lnTo>
                <a:lnTo>
                  <a:pt x="12010" y="47"/>
                </a:lnTo>
                <a:lnTo>
                  <a:pt x="12011" y="47"/>
                </a:lnTo>
                <a:lnTo>
                  <a:pt x="12012" y="47"/>
                </a:lnTo>
                <a:lnTo>
                  <a:pt x="12013" y="47"/>
                </a:lnTo>
                <a:lnTo>
                  <a:pt x="12014" y="47"/>
                </a:lnTo>
                <a:lnTo>
                  <a:pt x="12015" y="47"/>
                </a:lnTo>
                <a:lnTo>
                  <a:pt x="12016" y="47"/>
                </a:lnTo>
                <a:lnTo>
                  <a:pt x="12017" y="47"/>
                </a:lnTo>
                <a:lnTo>
                  <a:pt x="12018" y="47"/>
                </a:lnTo>
                <a:lnTo>
                  <a:pt x="12019" y="47"/>
                </a:lnTo>
                <a:lnTo>
                  <a:pt x="12020" y="47"/>
                </a:lnTo>
                <a:lnTo>
                  <a:pt x="12021" y="47"/>
                </a:lnTo>
                <a:lnTo>
                  <a:pt x="12022" y="47"/>
                </a:lnTo>
                <a:lnTo>
                  <a:pt x="12023" y="47"/>
                </a:lnTo>
                <a:lnTo>
                  <a:pt x="12024" y="47"/>
                </a:lnTo>
                <a:lnTo>
                  <a:pt x="12025" y="47"/>
                </a:lnTo>
                <a:lnTo>
                  <a:pt x="12026" y="47"/>
                </a:lnTo>
                <a:lnTo>
                  <a:pt x="12027" y="47"/>
                </a:lnTo>
                <a:lnTo>
                  <a:pt x="12028" y="47"/>
                </a:lnTo>
                <a:lnTo>
                  <a:pt x="12029" y="47"/>
                </a:lnTo>
                <a:lnTo>
                  <a:pt x="12030" y="47"/>
                </a:lnTo>
                <a:lnTo>
                  <a:pt x="12031" y="47"/>
                </a:lnTo>
                <a:lnTo>
                  <a:pt x="12032" y="47"/>
                </a:lnTo>
                <a:lnTo>
                  <a:pt x="12033" y="47"/>
                </a:lnTo>
                <a:lnTo>
                  <a:pt x="12034" y="47"/>
                </a:lnTo>
                <a:lnTo>
                  <a:pt x="12035" y="47"/>
                </a:lnTo>
                <a:lnTo>
                  <a:pt x="12036" y="47"/>
                </a:lnTo>
                <a:lnTo>
                  <a:pt x="12037" y="47"/>
                </a:lnTo>
                <a:lnTo>
                  <a:pt x="12038" y="47"/>
                </a:lnTo>
                <a:lnTo>
                  <a:pt x="12039" y="47"/>
                </a:lnTo>
                <a:lnTo>
                  <a:pt x="12040" y="47"/>
                </a:lnTo>
                <a:lnTo>
                  <a:pt x="12041" y="47"/>
                </a:lnTo>
                <a:lnTo>
                  <a:pt x="12042" y="47"/>
                </a:lnTo>
                <a:lnTo>
                  <a:pt x="12043" y="47"/>
                </a:lnTo>
                <a:lnTo>
                  <a:pt x="12044" y="47"/>
                </a:lnTo>
                <a:lnTo>
                  <a:pt x="12045" y="47"/>
                </a:lnTo>
                <a:lnTo>
                  <a:pt x="12046" y="47"/>
                </a:lnTo>
                <a:lnTo>
                  <a:pt x="12047" y="47"/>
                </a:lnTo>
                <a:lnTo>
                  <a:pt x="12048" y="47"/>
                </a:lnTo>
                <a:lnTo>
                  <a:pt x="12049" y="47"/>
                </a:lnTo>
                <a:lnTo>
                  <a:pt x="12050" y="47"/>
                </a:lnTo>
                <a:lnTo>
                  <a:pt x="12051" y="47"/>
                </a:lnTo>
                <a:lnTo>
                  <a:pt x="12052" y="47"/>
                </a:lnTo>
                <a:lnTo>
                  <a:pt x="12053" y="47"/>
                </a:lnTo>
                <a:lnTo>
                  <a:pt x="12054" y="47"/>
                </a:lnTo>
                <a:lnTo>
                  <a:pt x="12055" y="47"/>
                </a:lnTo>
                <a:lnTo>
                  <a:pt x="12056" y="47"/>
                </a:lnTo>
                <a:lnTo>
                  <a:pt x="12057" y="47"/>
                </a:lnTo>
                <a:lnTo>
                  <a:pt x="12058" y="47"/>
                </a:lnTo>
                <a:lnTo>
                  <a:pt x="12059" y="47"/>
                </a:lnTo>
                <a:lnTo>
                  <a:pt x="12060" y="47"/>
                </a:lnTo>
                <a:lnTo>
                  <a:pt x="12061" y="47"/>
                </a:lnTo>
                <a:lnTo>
                  <a:pt x="12062" y="47"/>
                </a:lnTo>
                <a:lnTo>
                  <a:pt x="12063" y="47"/>
                </a:lnTo>
                <a:lnTo>
                  <a:pt x="12064" y="47"/>
                </a:lnTo>
                <a:lnTo>
                  <a:pt x="12065" y="47"/>
                </a:lnTo>
                <a:lnTo>
                  <a:pt x="12066" y="47"/>
                </a:lnTo>
                <a:lnTo>
                  <a:pt x="12067" y="47"/>
                </a:lnTo>
                <a:lnTo>
                  <a:pt x="12068" y="47"/>
                </a:lnTo>
                <a:lnTo>
                  <a:pt x="12069" y="47"/>
                </a:lnTo>
                <a:lnTo>
                  <a:pt x="12070" y="47"/>
                </a:lnTo>
                <a:lnTo>
                  <a:pt x="12071" y="47"/>
                </a:lnTo>
                <a:lnTo>
                  <a:pt x="12072" y="47"/>
                </a:lnTo>
                <a:lnTo>
                  <a:pt x="12073" y="47"/>
                </a:lnTo>
                <a:lnTo>
                  <a:pt x="12074" y="47"/>
                </a:lnTo>
                <a:lnTo>
                  <a:pt x="12075" y="47"/>
                </a:lnTo>
                <a:lnTo>
                  <a:pt x="12076" y="47"/>
                </a:lnTo>
                <a:lnTo>
                  <a:pt x="12077" y="47"/>
                </a:lnTo>
                <a:lnTo>
                  <a:pt x="12078" y="47"/>
                </a:lnTo>
                <a:lnTo>
                  <a:pt x="12079" y="47"/>
                </a:lnTo>
                <a:lnTo>
                  <a:pt x="12080" y="47"/>
                </a:lnTo>
                <a:lnTo>
                  <a:pt x="12081" y="47"/>
                </a:lnTo>
                <a:lnTo>
                  <a:pt x="12082" y="47"/>
                </a:lnTo>
                <a:lnTo>
                  <a:pt x="12083" y="47"/>
                </a:lnTo>
                <a:lnTo>
                  <a:pt x="12084" y="47"/>
                </a:lnTo>
                <a:lnTo>
                  <a:pt x="12085" y="47"/>
                </a:lnTo>
                <a:lnTo>
                  <a:pt x="12086" y="47"/>
                </a:lnTo>
                <a:lnTo>
                  <a:pt x="12087" y="47"/>
                </a:lnTo>
                <a:lnTo>
                  <a:pt x="12088" y="47"/>
                </a:lnTo>
                <a:lnTo>
                  <a:pt x="12089" y="47"/>
                </a:lnTo>
                <a:lnTo>
                  <a:pt x="12090" y="47"/>
                </a:lnTo>
                <a:lnTo>
                  <a:pt x="12091" y="47"/>
                </a:lnTo>
                <a:lnTo>
                  <a:pt x="12092" y="47"/>
                </a:lnTo>
                <a:lnTo>
                  <a:pt x="12093" y="47"/>
                </a:lnTo>
                <a:lnTo>
                  <a:pt x="12094" y="47"/>
                </a:lnTo>
                <a:lnTo>
                  <a:pt x="12095" y="47"/>
                </a:lnTo>
                <a:lnTo>
                  <a:pt x="12096" y="47"/>
                </a:lnTo>
                <a:lnTo>
                  <a:pt x="12097" y="47"/>
                </a:lnTo>
                <a:lnTo>
                  <a:pt x="12098" y="47"/>
                </a:lnTo>
                <a:lnTo>
                  <a:pt x="12099" y="47"/>
                </a:lnTo>
                <a:lnTo>
                  <a:pt x="12100" y="47"/>
                </a:lnTo>
                <a:lnTo>
                  <a:pt x="12101" y="47"/>
                </a:lnTo>
                <a:lnTo>
                  <a:pt x="12102" y="47"/>
                </a:lnTo>
                <a:lnTo>
                  <a:pt x="12103" y="47"/>
                </a:lnTo>
                <a:lnTo>
                  <a:pt x="12104" y="47"/>
                </a:lnTo>
                <a:lnTo>
                  <a:pt x="12105" y="47"/>
                </a:lnTo>
                <a:lnTo>
                  <a:pt x="12106" y="47"/>
                </a:lnTo>
                <a:lnTo>
                  <a:pt x="12107" y="47"/>
                </a:lnTo>
                <a:lnTo>
                  <a:pt x="12108" y="47"/>
                </a:lnTo>
                <a:lnTo>
                  <a:pt x="12109" y="47"/>
                </a:lnTo>
                <a:lnTo>
                  <a:pt x="12110" y="47"/>
                </a:lnTo>
                <a:lnTo>
                  <a:pt x="12111" y="47"/>
                </a:lnTo>
                <a:lnTo>
                  <a:pt x="12112" y="47"/>
                </a:lnTo>
                <a:lnTo>
                  <a:pt x="12113" y="47"/>
                </a:lnTo>
                <a:lnTo>
                  <a:pt x="12114" y="47"/>
                </a:lnTo>
                <a:lnTo>
                  <a:pt x="12115" y="47"/>
                </a:lnTo>
                <a:lnTo>
                  <a:pt x="12116" y="47"/>
                </a:lnTo>
                <a:lnTo>
                  <a:pt x="12117" y="47"/>
                </a:lnTo>
                <a:lnTo>
                  <a:pt x="12118" y="47"/>
                </a:lnTo>
                <a:lnTo>
                  <a:pt x="12119" y="47"/>
                </a:lnTo>
                <a:lnTo>
                  <a:pt x="12120" y="47"/>
                </a:lnTo>
                <a:lnTo>
                  <a:pt x="12121" y="47"/>
                </a:lnTo>
                <a:lnTo>
                  <a:pt x="12122" y="47"/>
                </a:lnTo>
                <a:lnTo>
                  <a:pt x="12123" y="47"/>
                </a:lnTo>
                <a:lnTo>
                  <a:pt x="12124" y="47"/>
                </a:lnTo>
                <a:lnTo>
                  <a:pt x="12125" y="47"/>
                </a:lnTo>
                <a:lnTo>
                  <a:pt x="12126" y="47"/>
                </a:lnTo>
                <a:lnTo>
                  <a:pt x="12127" y="47"/>
                </a:lnTo>
                <a:lnTo>
                  <a:pt x="12128" y="47"/>
                </a:lnTo>
                <a:lnTo>
                  <a:pt x="12129" y="47"/>
                </a:lnTo>
                <a:lnTo>
                  <a:pt x="12130" y="47"/>
                </a:lnTo>
                <a:lnTo>
                  <a:pt x="12131" y="47"/>
                </a:lnTo>
                <a:lnTo>
                  <a:pt x="12132" y="47"/>
                </a:lnTo>
                <a:lnTo>
                  <a:pt x="12133" y="47"/>
                </a:lnTo>
                <a:lnTo>
                  <a:pt x="12134" y="47"/>
                </a:lnTo>
                <a:lnTo>
                  <a:pt x="12135" y="47"/>
                </a:lnTo>
                <a:lnTo>
                  <a:pt x="12136" y="47"/>
                </a:lnTo>
                <a:lnTo>
                  <a:pt x="12137" y="47"/>
                </a:lnTo>
                <a:lnTo>
                  <a:pt x="12138" y="47"/>
                </a:lnTo>
                <a:lnTo>
                  <a:pt x="12139" y="47"/>
                </a:lnTo>
                <a:lnTo>
                  <a:pt x="12140" y="47"/>
                </a:lnTo>
                <a:lnTo>
                  <a:pt x="12141" y="47"/>
                </a:lnTo>
                <a:lnTo>
                  <a:pt x="12142" y="47"/>
                </a:lnTo>
                <a:lnTo>
                  <a:pt x="12143" y="47"/>
                </a:lnTo>
                <a:lnTo>
                  <a:pt x="12144" y="47"/>
                </a:lnTo>
                <a:lnTo>
                  <a:pt x="12145" y="47"/>
                </a:lnTo>
                <a:lnTo>
                  <a:pt x="12146" y="47"/>
                </a:lnTo>
                <a:lnTo>
                  <a:pt x="12147" y="47"/>
                </a:lnTo>
                <a:lnTo>
                  <a:pt x="12148" y="47"/>
                </a:lnTo>
                <a:lnTo>
                  <a:pt x="12149" y="47"/>
                </a:lnTo>
                <a:lnTo>
                  <a:pt x="12150" y="47"/>
                </a:lnTo>
                <a:lnTo>
                  <a:pt x="12151" y="47"/>
                </a:lnTo>
                <a:lnTo>
                  <a:pt x="12152" y="47"/>
                </a:lnTo>
                <a:lnTo>
                  <a:pt x="12153" y="47"/>
                </a:lnTo>
                <a:lnTo>
                  <a:pt x="12154" y="47"/>
                </a:lnTo>
                <a:lnTo>
                  <a:pt x="12155" y="47"/>
                </a:lnTo>
                <a:lnTo>
                  <a:pt x="12156" y="47"/>
                </a:lnTo>
                <a:lnTo>
                  <a:pt x="12157" y="47"/>
                </a:lnTo>
                <a:lnTo>
                  <a:pt x="12158" y="47"/>
                </a:lnTo>
                <a:lnTo>
                  <a:pt x="12159" y="47"/>
                </a:lnTo>
                <a:lnTo>
                  <a:pt x="12160" y="47"/>
                </a:lnTo>
                <a:lnTo>
                  <a:pt x="12161" y="47"/>
                </a:lnTo>
                <a:lnTo>
                  <a:pt x="12162" y="47"/>
                </a:lnTo>
                <a:lnTo>
                  <a:pt x="12163" y="47"/>
                </a:lnTo>
                <a:lnTo>
                  <a:pt x="12164" y="47"/>
                </a:lnTo>
                <a:lnTo>
                  <a:pt x="12165" y="47"/>
                </a:lnTo>
                <a:lnTo>
                  <a:pt x="12166" y="47"/>
                </a:lnTo>
                <a:lnTo>
                  <a:pt x="12167" y="47"/>
                </a:lnTo>
                <a:lnTo>
                  <a:pt x="12168" y="47"/>
                </a:lnTo>
                <a:lnTo>
                  <a:pt x="12169" y="47"/>
                </a:lnTo>
                <a:lnTo>
                  <a:pt x="12170" y="47"/>
                </a:lnTo>
                <a:lnTo>
                  <a:pt x="12171" y="47"/>
                </a:lnTo>
                <a:lnTo>
                  <a:pt x="12172" y="47"/>
                </a:lnTo>
                <a:lnTo>
                  <a:pt x="12173" y="47"/>
                </a:lnTo>
                <a:lnTo>
                  <a:pt x="12174" y="47"/>
                </a:lnTo>
                <a:lnTo>
                  <a:pt x="12175" y="47"/>
                </a:lnTo>
                <a:lnTo>
                  <a:pt x="12176" y="47"/>
                </a:lnTo>
                <a:lnTo>
                  <a:pt x="12177" y="47"/>
                </a:lnTo>
                <a:lnTo>
                  <a:pt x="12178" y="47"/>
                </a:lnTo>
                <a:lnTo>
                  <a:pt x="12179" y="47"/>
                </a:lnTo>
                <a:lnTo>
                  <a:pt x="12180" y="47"/>
                </a:lnTo>
                <a:lnTo>
                  <a:pt x="12181" y="47"/>
                </a:lnTo>
                <a:lnTo>
                  <a:pt x="12182" y="47"/>
                </a:lnTo>
                <a:lnTo>
                  <a:pt x="12183" y="47"/>
                </a:lnTo>
                <a:lnTo>
                  <a:pt x="12184" y="47"/>
                </a:lnTo>
                <a:lnTo>
                  <a:pt x="12185" y="47"/>
                </a:lnTo>
                <a:lnTo>
                  <a:pt x="12186" y="47"/>
                </a:lnTo>
                <a:lnTo>
                  <a:pt x="12187" y="47"/>
                </a:lnTo>
                <a:lnTo>
                  <a:pt x="12188" y="47"/>
                </a:lnTo>
                <a:lnTo>
                  <a:pt x="12189" y="47"/>
                </a:lnTo>
                <a:lnTo>
                  <a:pt x="12190" y="47"/>
                </a:lnTo>
                <a:lnTo>
                  <a:pt x="12191" y="47"/>
                </a:lnTo>
                <a:lnTo>
                  <a:pt x="12192" y="47"/>
                </a:lnTo>
                <a:lnTo>
                  <a:pt x="12193" y="47"/>
                </a:lnTo>
                <a:lnTo>
                  <a:pt x="12194" y="47"/>
                </a:lnTo>
                <a:lnTo>
                  <a:pt x="12195" y="47"/>
                </a:lnTo>
                <a:lnTo>
                  <a:pt x="12196" y="47"/>
                </a:lnTo>
                <a:lnTo>
                  <a:pt x="12197" y="47"/>
                </a:lnTo>
                <a:lnTo>
                  <a:pt x="12198" y="47"/>
                </a:lnTo>
                <a:lnTo>
                  <a:pt x="12199" y="47"/>
                </a:lnTo>
                <a:lnTo>
                  <a:pt x="12200" y="47"/>
                </a:lnTo>
                <a:lnTo>
                  <a:pt x="12201" y="47"/>
                </a:lnTo>
                <a:lnTo>
                  <a:pt x="12202" y="47"/>
                </a:lnTo>
                <a:lnTo>
                  <a:pt x="12203" y="47"/>
                </a:lnTo>
                <a:lnTo>
                  <a:pt x="12204" y="47"/>
                </a:lnTo>
                <a:lnTo>
                  <a:pt x="12205" y="47"/>
                </a:lnTo>
                <a:lnTo>
                  <a:pt x="12206" y="47"/>
                </a:lnTo>
                <a:lnTo>
                  <a:pt x="12207" y="47"/>
                </a:lnTo>
                <a:lnTo>
                  <a:pt x="12208" y="47"/>
                </a:lnTo>
                <a:lnTo>
                  <a:pt x="12209" y="47"/>
                </a:lnTo>
                <a:lnTo>
                  <a:pt x="12210" y="47"/>
                </a:lnTo>
                <a:lnTo>
                  <a:pt x="12211" y="47"/>
                </a:lnTo>
                <a:lnTo>
                  <a:pt x="12212" y="47"/>
                </a:lnTo>
                <a:lnTo>
                  <a:pt x="12213" y="47"/>
                </a:lnTo>
                <a:lnTo>
                  <a:pt x="12214" y="47"/>
                </a:lnTo>
                <a:lnTo>
                  <a:pt x="12215" y="47"/>
                </a:lnTo>
                <a:lnTo>
                  <a:pt x="12216" y="47"/>
                </a:lnTo>
                <a:lnTo>
                  <a:pt x="12217" y="47"/>
                </a:lnTo>
                <a:lnTo>
                  <a:pt x="12218" y="47"/>
                </a:lnTo>
                <a:lnTo>
                  <a:pt x="12219" y="47"/>
                </a:lnTo>
                <a:lnTo>
                  <a:pt x="12220" y="47"/>
                </a:lnTo>
                <a:lnTo>
                  <a:pt x="12221" y="47"/>
                </a:lnTo>
                <a:lnTo>
                  <a:pt x="12222" y="47"/>
                </a:lnTo>
                <a:lnTo>
                  <a:pt x="12223" y="47"/>
                </a:lnTo>
                <a:lnTo>
                  <a:pt x="12224" y="47"/>
                </a:lnTo>
                <a:lnTo>
                  <a:pt x="12225" y="47"/>
                </a:lnTo>
                <a:lnTo>
                  <a:pt x="12226" y="47"/>
                </a:lnTo>
                <a:lnTo>
                  <a:pt x="12227" y="47"/>
                </a:lnTo>
                <a:lnTo>
                  <a:pt x="12228" y="47"/>
                </a:lnTo>
                <a:lnTo>
                  <a:pt x="12229" y="47"/>
                </a:lnTo>
                <a:lnTo>
                  <a:pt x="12230" y="47"/>
                </a:lnTo>
                <a:lnTo>
                  <a:pt x="12231" y="47"/>
                </a:lnTo>
                <a:lnTo>
                  <a:pt x="12232" y="47"/>
                </a:lnTo>
                <a:lnTo>
                  <a:pt x="12233" y="47"/>
                </a:lnTo>
                <a:lnTo>
                  <a:pt x="12234" y="47"/>
                </a:lnTo>
                <a:lnTo>
                  <a:pt x="12235" y="47"/>
                </a:lnTo>
                <a:lnTo>
                  <a:pt x="12236" y="47"/>
                </a:lnTo>
                <a:lnTo>
                  <a:pt x="12237" y="47"/>
                </a:lnTo>
                <a:lnTo>
                  <a:pt x="12238" y="47"/>
                </a:lnTo>
                <a:lnTo>
                  <a:pt x="12239" y="47"/>
                </a:lnTo>
                <a:lnTo>
                  <a:pt x="12240" y="47"/>
                </a:lnTo>
                <a:lnTo>
                  <a:pt x="12241" y="47"/>
                </a:lnTo>
                <a:lnTo>
                  <a:pt x="12242" y="47"/>
                </a:lnTo>
                <a:lnTo>
                  <a:pt x="12243" y="47"/>
                </a:lnTo>
                <a:lnTo>
                  <a:pt x="12244" y="47"/>
                </a:lnTo>
                <a:lnTo>
                  <a:pt x="12245" y="47"/>
                </a:lnTo>
                <a:lnTo>
                  <a:pt x="12246" y="47"/>
                </a:lnTo>
                <a:lnTo>
                  <a:pt x="12247" y="47"/>
                </a:lnTo>
                <a:lnTo>
                  <a:pt x="12248" y="47"/>
                </a:lnTo>
                <a:lnTo>
                  <a:pt x="12249" y="47"/>
                </a:lnTo>
                <a:lnTo>
                  <a:pt x="12250" y="47"/>
                </a:lnTo>
                <a:lnTo>
                  <a:pt x="12251" y="47"/>
                </a:lnTo>
                <a:lnTo>
                  <a:pt x="12252" y="47"/>
                </a:lnTo>
                <a:lnTo>
                  <a:pt x="12253" y="47"/>
                </a:lnTo>
                <a:lnTo>
                  <a:pt x="12254" y="47"/>
                </a:lnTo>
                <a:lnTo>
                  <a:pt x="12255" y="47"/>
                </a:lnTo>
                <a:lnTo>
                  <a:pt x="12256" y="47"/>
                </a:lnTo>
                <a:lnTo>
                  <a:pt x="12257" y="47"/>
                </a:lnTo>
                <a:lnTo>
                  <a:pt x="12258" y="47"/>
                </a:lnTo>
                <a:lnTo>
                  <a:pt x="12259" y="47"/>
                </a:lnTo>
                <a:lnTo>
                  <a:pt x="12260" y="47"/>
                </a:lnTo>
                <a:lnTo>
                  <a:pt x="12261" y="47"/>
                </a:lnTo>
                <a:lnTo>
                  <a:pt x="12262" y="47"/>
                </a:lnTo>
                <a:lnTo>
                  <a:pt x="12263" y="47"/>
                </a:lnTo>
                <a:lnTo>
                  <a:pt x="12264" y="47"/>
                </a:lnTo>
                <a:lnTo>
                  <a:pt x="12265" y="47"/>
                </a:lnTo>
                <a:lnTo>
                  <a:pt x="12266" y="47"/>
                </a:lnTo>
                <a:lnTo>
                  <a:pt x="12267" y="47"/>
                </a:lnTo>
                <a:lnTo>
                  <a:pt x="12268" y="47"/>
                </a:lnTo>
                <a:lnTo>
                  <a:pt x="12269" y="47"/>
                </a:lnTo>
                <a:lnTo>
                  <a:pt x="12270" y="47"/>
                </a:lnTo>
                <a:lnTo>
                  <a:pt x="12271" y="47"/>
                </a:lnTo>
                <a:lnTo>
                  <a:pt x="12272" y="47"/>
                </a:lnTo>
                <a:lnTo>
                  <a:pt x="12273" y="47"/>
                </a:lnTo>
                <a:lnTo>
                  <a:pt x="12274" y="47"/>
                </a:lnTo>
                <a:lnTo>
                  <a:pt x="12275" y="47"/>
                </a:lnTo>
                <a:lnTo>
                  <a:pt x="12276" y="47"/>
                </a:lnTo>
                <a:lnTo>
                  <a:pt x="12277" y="47"/>
                </a:lnTo>
                <a:lnTo>
                  <a:pt x="12278" y="47"/>
                </a:lnTo>
                <a:lnTo>
                  <a:pt x="12279" y="47"/>
                </a:lnTo>
                <a:lnTo>
                  <a:pt x="12280" y="47"/>
                </a:lnTo>
                <a:lnTo>
                  <a:pt x="12281" y="47"/>
                </a:lnTo>
                <a:lnTo>
                  <a:pt x="12282" y="47"/>
                </a:lnTo>
                <a:lnTo>
                  <a:pt x="12283" y="47"/>
                </a:lnTo>
                <a:lnTo>
                  <a:pt x="12284" y="47"/>
                </a:lnTo>
                <a:lnTo>
                  <a:pt x="12285" y="47"/>
                </a:lnTo>
                <a:lnTo>
                  <a:pt x="12286" y="47"/>
                </a:lnTo>
                <a:lnTo>
                  <a:pt x="12287" y="47"/>
                </a:lnTo>
                <a:lnTo>
                  <a:pt x="12288" y="47"/>
                </a:lnTo>
                <a:lnTo>
                  <a:pt x="12289" y="47"/>
                </a:lnTo>
                <a:lnTo>
                  <a:pt x="12290" y="47"/>
                </a:lnTo>
                <a:lnTo>
                  <a:pt x="12291" y="47"/>
                </a:lnTo>
                <a:lnTo>
                  <a:pt x="12292" y="47"/>
                </a:lnTo>
                <a:lnTo>
                  <a:pt x="12293" y="47"/>
                </a:lnTo>
                <a:lnTo>
                  <a:pt x="12294" y="47"/>
                </a:lnTo>
                <a:lnTo>
                  <a:pt x="12295" y="47"/>
                </a:lnTo>
                <a:lnTo>
                  <a:pt x="12296" y="47"/>
                </a:lnTo>
                <a:lnTo>
                  <a:pt x="12297" y="47"/>
                </a:lnTo>
                <a:lnTo>
                  <a:pt x="12298" y="47"/>
                </a:lnTo>
                <a:lnTo>
                  <a:pt x="12299" y="47"/>
                </a:lnTo>
                <a:lnTo>
                  <a:pt x="12300" y="47"/>
                </a:lnTo>
                <a:lnTo>
                  <a:pt x="12301" y="47"/>
                </a:lnTo>
                <a:lnTo>
                  <a:pt x="12302" y="47"/>
                </a:lnTo>
                <a:lnTo>
                  <a:pt x="12303" y="47"/>
                </a:lnTo>
                <a:lnTo>
                  <a:pt x="12304" y="47"/>
                </a:lnTo>
                <a:lnTo>
                  <a:pt x="12305" y="47"/>
                </a:lnTo>
                <a:lnTo>
                  <a:pt x="12306" y="47"/>
                </a:lnTo>
                <a:lnTo>
                  <a:pt x="12307" y="47"/>
                </a:lnTo>
                <a:lnTo>
                  <a:pt x="12308" y="47"/>
                </a:lnTo>
                <a:lnTo>
                  <a:pt x="12309" y="47"/>
                </a:lnTo>
                <a:lnTo>
                  <a:pt x="12310" y="47"/>
                </a:lnTo>
                <a:lnTo>
                  <a:pt x="12311" y="47"/>
                </a:lnTo>
                <a:lnTo>
                  <a:pt x="12312" y="47"/>
                </a:lnTo>
                <a:lnTo>
                  <a:pt x="12313" y="47"/>
                </a:lnTo>
                <a:lnTo>
                  <a:pt x="12314" y="47"/>
                </a:lnTo>
                <a:lnTo>
                  <a:pt x="12315" y="47"/>
                </a:lnTo>
                <a:lnTo>
                  <a:pt x="12316" y="47"/>
                </a:lnTo>
                <a:lnTo>
                  <a:pt x="12317" y="47"/>
                </a:lnTo>
                <a:lnTo>
                  <a:pt x="12318" y="47"/>
                </a:lnTo>
                <a:lnTo>
                  <a:pt x="12319" y="47"/>
                </a:lnTo>
                <a:lnTo>
                  <a:pt x="12320" y="47"/>
                </a:lnTo>
                <a:lnTo>
                  <a:pt x="12321" y="47"/>
                </a:lnTo>
                <a:lnTo>
                  <a:pt x="12322" y="47"/>
                </a:lnTo>
                <a:lnTo>
                  <a:pt x="12323" y="47"/>
                </a:lnTo>
                <a:lnTo>
                  <a:pt x="12324" y="47"/>
                </a:lnTo>
                <a:lnTo>
                  <a:pt x="12325" y="47"/>
                </a:lnTo>
                <a:lnTo>
                  <a:pt x="12326" y="47"/>
                </a:lnTo>
                <a:lnTo>
                  <a:pt x="12327" y="47"/>
                </a:lnTo>
                <a:lnTo>
                  <a:pt x="12328" y="47"/>
                </a:lnTo>
                <a:lnTo>
                  <a:pt x="12329" y="47"/>
                </a:lnTo>
                <a:lnTo>
                  <a:pt x="12330" y="47"/>
                </a:lnTo>
                <a:lnTo>
                  <a:pt x="12331" y="47"/>
                </a:lnTo>
                <a:lnTo>
                  <a:pt x="12332" y="47"/>
                </a:lnTo>
                <a:lnTo>
                  <a:pt x="12333" y="47"/>
                </a:lnTo>
                <a:lnTo>
                  <a:pt x="12334" y="47"/>
                </a:lnTo>
                <a:lnTo>
                  <a:pt x="12335" y="47"/>
                </a:lnTo>
                <a:lnTo>
                  <a:pt x="12336" y="47"/>
                </a:lnTo>
                <a:lnTo>
                  <a:pt x="12337" y="47"/>
                </a:lnTo>
                <a:lnTo>
                  <a:pt x="12338" y="47"/>
                </a:lnTo>
                <a:lnTo>
                  <a:pt x="12339" y="47"/>
                </a:lnTo>
                <a:lnTo>
                  <a:pt x="12340" y="47"/>
                </a:lnTo>
                <a:lnTo>
                  <a:pt x="12341" y="47"/>
                </a:lnTo>
                <a:lnTo>
                  <a:pt x="12342" y="47"/>
                </a:lnTo>
                <a:lnTo>
                  <a:pt x="12343" y="47"/>
                </a:lnTo>
                <a:lnTo>
                  <a:pt x="12344" y="47"/>
                </a:lnTo>
                <a:lnTo>
                  <a:pt x="12345" y="47"/>
                </a:lnTo>
                <a:lnTo>
                  <a:pt x="12346" y="47"/>
                </a:lnTo>
                <a:lnTo>
                  <a:pt x="12347" y="47"/>
                </a:lnTo>
                <a:lnTo>
                  <a:pt x="12348" y="47"/>
                </a:lnTo>
                <a:lnTo>
                  <a:pt x="12349" y="47"/>
                </a:lnTo>
                <a:lnTo>
                  <a:pt x="12350" y="47"/>
                </a:lnTo>
                <a:lnTo>
                  <a:pt x="12351" y="47"/>
                </a:lnTo>
                <a:lnTo>
                  <a:pt x="12352" y="47"/>
                </a:lnTo>
                <a:lnTo>
                  <a:pt x="12353" y="47"/>
                </a:lnTo>
                <a:lnTo>
                  <a:pt x="12354" y="47"/>
                </a:lnTo>
                <a:lnTo>
                  <a:pt x="12355" y="47"/>
                </a:lnTo>
                <a:lnTo>
                  <a:pt x="12356" y="47"/>
                </a:lnTo>
                <a:lnTo>
                  <a:pt x="12357" y="47"/>
                </a:lnTo>
                <a:lnTo>
                  <a:pt x="12358" y="47"/>
                </a:lnTo>
                <a:lnTo>
                  <a:pt x="12359" y="47"/>
                </a:lnTo>
                <a:lnTo>
                  <a:pt x="12360" y="47"/>
                </a:lnTo>
                <a:lnTo>
                  <a:pt x="12361" y="47"/>
                </a:lnTo>
                <a:lnTo>
                  <a:pt x="12362" y="47"/>
                </a:lnTo>
                <a:lnTo>
                  <a:pt x="12363" y="47"/>
                </a:lnTo>
                <a:lnTo>
                  <a:pt x="12364" y="47"/>
                </a:lnTo>
                <a:lnTo>
                  <a:pt x="12365" y="47"/>
                </a:lnTo>
                <a:lnTo>
                  <a:pt x="12366" y="47"/>
                </a:lnTo>
                <a:lnTo>
                  <a:pt x="12367" y="47"/>
                </a:lnTo>
                <a:lnTo>
                  <a:pt x="12368" y="47"/>
                </a:lnTo>
                <a:lnTo>
                  <a:pt x="12369" y="47"/>
                </a:lnTo>
                <a:lnTo>
                  <a:pt x="12370" y="47"/>
                </a:lnTo>
                <a:lnTo>
                  <a:pt x="12371" y="47"/>
                </a:lnTo>
                <a:lnTo>
                  <a:pt x="12372" y="47"/>
                </a:lnTo>
                <a:lnTo>
                  <a:pt x="12373" y="47"/>
                </a:lnTo>
                <a:lnTo>
                  <a:pt x="12374" y="47"/>
                </a:lnTo>
                <a:lnTo>
                  <a:pt x="12375" y="47"/>
                </a:lnTo>
                <a:lnTo>
                  <a:pt x="12376" y="47"/>
                </a:lnTo>
                <a:lnTo>
                  <a:pt x="12377" y="47"/>
                </a:lnTo>
                <a:lnTo>
                  <a:pt x="12378" y="47"/>
                </a:lnTo>
                <a:lnTo>
                  <a:pt x="12379" y="47"/>
                </a:lnTo>
                <a:lnTo>
                  <a:pt x="12380" y="47"/>
                </a:lnTo>
                <a:lnTo>
                  <a:pt x="12381" y="47"/>
                </a:lnTo>
                <a:lnTo>
                  <a:pt x="12382" y="47"/>
                </a:lnTo>
                <a:lnTo>
                  <a:pt x="12383" y="47"/>
                </a:lnTo>
                <a:lnTo>
                  <a:pt x="12384" y="47"/>
                </a:lnTo>
                <a:lnTo>
                  <a:pt x="12385" y="47"/>
                </a:lnTo>
                <a:lnTo>
                  <a:pt x="12386" y="47"/>
                </a:lnTo>
                <a:lnTo>
                  <a:pt x="12387" y="47"/>
                </a:lnTo>
                <a:lnTo>
                  <a:pt x="12388" y="47"/>
                </a:lnTo>
                <a:lnTo>
                  <a:pt x="12389" y="47"/>
                </a:lnTo>
                <a:lnTo>
                  <a:pt x="12390" y="47"/>
                </a:lnTo>
                <a:lnTo>
                  <a:pt x="12391" y="47"/>
                </a:lnTo>
                <a:lnTo>
                  <a:pt x="12392" y="47"/>
                </a:lnTo>
                <a:lnTo>
                  <a:pt x="12393" y="47"/>
                </a:lnTo>
                <a:lnTo>
                  <a:pt x="12394" y="47"/>
                </a:lnTo>
                <a:lnTo>
                  <a:pt x="12395" y="47"/>
                </a:lnTo>
                <a:lnTo>
                  <a:pt x="12396" y="47"/>
                </a:lnTo>
                <a:lnTo>
                  <a:pt x="12397" y="47"/>
                </a:lnTo>
                <a:lnTo>
                  <a:pt x="12398" y="47"/>
                </a:lnTo>
                <a:lnTo>
                  <a:pt x="12399" y="47"/>
                </a:lnTo>
                <a:lnTo>
                  <a:pt x="12400" y="47"/>
                </a:lnTo>
                <a:lnTo>
                  <a:pt x="12401" y="47"/>
                </a:lnTo>
                <a:lnTo>
                  <a:pt x="12402" y="47"/>
                </a:lnTo>
                <a:lnTo>
                  <a:pt x="12403" y="47"/>
                </a:lnTo>
                <a:lnTo>
                  <a:pt x="12404" y="47"/>
                </a:lnTo>
                <a:lnTo>
                  <a:pt x="12405" y="47"/>
                </a:lnTo>
                <a:lnTo>
                  <a:pt x="12406" y="47"/>
                </a:lnTo>
                <a:lnTo>
                  <a:pt x="12407" y="47"/>
                </a:lnTo>
                <a:lnTo>
                  <a:pt x="12408" y="47"/>
                </a:lnTo>
                <a:lnTo>
                  <a:pt x="12409" y="47"/>
                </a:lnTo>
                <a:lnTo>
                  <a:pt x="12410" y="47"/>
                </a:lnTo>
                <a:lnTo>
                  <a:pt x="12411" y="47"/>
                </a:lnTo>
                <a:lnTo>
                  <a:pt x="12412" y="47"/>
                </a:lnTo>
                <a:lnTo>
                  <a:pt x="12413" y="47"/>
                </a:lnTo>
                <a:lnTo>
                  <a:pt x="12414" y="47"/>
                </a:lnTo>
                <a:lnTo>
                  <a:pt x="12415" y="47"/>
                </a:lnTo>
                <a:lnTo>
                  <a:pt x="12416" y="47"/>
                </a:lnTo>
                <a:lnTo>
                  <a:pt x="12417" y="47"/>
                </a:lnTo>
                <a:lnTo>
                  <a:pt x="12418" y="47"/>
                </a:lnTo>
                <a:lnTo>
                  <a:pt x="12419" y="47"/>
                </a:lnTo>
                <a:lnTo>
                  <a:pt x="12420" y="47"/>
                </a:lnTo>
                <a:lnTo>
                  <a:pt x="12421" y="47"/>
                </a:lnTo>
                <a:lnTo>
                  <a:pt x="12422" y="47"/>
                </a:lnTo>
                <a:lnTo>
                  <a:pt x="12423" y="47"/>
                </a:lnTo>
                <a:lnTo>
                  <a:pt x="12424" y="47"/>
                </a:lnTo>
                <a:lnTo>
                  <a:pt x="12425" y="47"/>
                </a:lnTo>
                <a:lnTo>
                  <a:pt x="12426" y="47"/>
                </a:lnTo>
                <a:lnTo>
                  <a:pt x="12427" y="47"/>
                </a:lnTo>
                <a:lnTo>
                  <a:pt x="12428" y="47"/>
                </a:lnTo>
                <a:lnTo>
                  <a:pt x="12429" y="47"/>
                </a:lnTo>
                <a:lnTo>
                  <a:pt x="12430" y="47"/>
                </a:lnTo>
                <a:lnTo>
                  <a:pt x="12431" y="47"/>
                </a:lnTo>
                <a:lnTo>
                  <a:pt x="12432" y="47"/>
                </a:lnTo>
                <a:lnTo>
                  <a:pt x="12433" y="47"/>
                </a:lnTo>
                <a:lnTo>
                  <a:pt x="12434" y="47"/>
                </a:lnTo>
                <a:lnTo>
                  <a:pt x="12435" y="47"/>
                </a:lnTo>
                <a:lnTo>
                  <a:pt x="12436" y="47"/>
                </a:lnTo>
                <a:lnTo>
                  <a:pt x="12437" y="47"/>
                </a:lnTo>
                <a:lnTo>
                  <a:pt x="12438" y="47"/>
                </a:lnTo>
                <a:lnTo>
                  <a:pt x="12439" y="47"/>
                </a:lnTo>
                <a:lnTo>
                  <a:pt x="12440" y="47"/>
                </a:lnTo>
                <a:lnTo>
                  <a:pt x="12441" y="47"/>
                </a:lnTo>
                <a:lnTo>
                  <a:pt x="12442" y="47"/>
                </a:lnTo>
                <a:lnTo>
                  <a:pt x="12443" y="47"/>
                </a:lnTo>
                <a:lnTo>
                  <a:pt x="12444" y="47"/>
                </a:lnTo>
                <a:lnTo>
                  <a:pt x="12445" y="47"/>
                </a:lnTo>
                <a:lnTo>
                  <a:pt x="12446" y="47"/>
                </a:lnTo>
                <a:lnTo>
                  <a:pt x="12447" y="47"/>
                </a:lnTo>
                <a:lnTo>
                  <a:pt x="12448" y="47"/>
                </a:lnTo>
                <a:lnTo>
                  <a:pt x="12449" y="47"/>
                </a:lnTo>
                <a:lnTo>
                  <a:pt x="12450" y="47"/>
                </a:lnTo>
                <a:lnTo>
                  <a:pt x="12451" y="47"/>
                </a:lnTo>
                <a:lnTo>
                  <a:pt x="12452" y="47"/>
                </a:lnTo>
                <a:lnTo>
                  <a:pt x="12453" y="47"/>
                </a:lnTo>
                <a:lnTo>
                  <a:pt x="12454" y="47"/>
                </a:lnTo>
                <a:lnTo>
                  <a:pt x="12455" y="47"/>
                </a:lnTo>
                <a:lnTo>
                  <a:pt x="12456" y="47"/>
                </a:lnTo>
                <a:lnTo>
                  <a:pt x="12457" y="47"/>
                </a:lnTo>
                <a:lnTo>
                  <a:pt x="12458" y="47"/>
                </a:lnTo>
                <a:lnTo>
                  <a:pt x="12459" y="47"/>
                </a:lnTo>
                <a:lnTo>
                  <a:pt x="12460" y="47"/>
                </a:lnTo>
                <a:lnTo>
                  <a:pt x="12461" y="47"/>
                </a:lnTo>
                <a:lnTo>
                  <a:pt x="12462" y="47"/>
                </a:lnTo>
                <a:lnTo>
                  <a:pt x="12463" y="47"/>
                </a:lnTo>
                <a:lnTo>
                  <a:pt x="12464" y="47"/>
                </a:lnTo>
                <a:lnTo>
                  <a:pt x="12465" y="47"/>
                </a:lnTo>
                <a:lnTo>
                  <a:pt x="12466" y="47"/>
                </a:lnTo>
                <a:lnTo>
                  <a:pt x="12467" y="47"/>
                </a:lnTo>
                <a:lnTo>
                  <a:pt x="12468" y="47"/>
                </a:lnTo>
                <a:lnTo>
                  <a:pt x="12469" y="47"/>
                </a:lnTo>
                <a:lnTo>
                  <a:pt x="12470" y="47"/>
                </a:lnTo>
                <a:lnTo>
                  <a:pt x="12471" y="47"/>
                </a:lnTo>
                <a:lnTo>
                  <a:pt x="12472" y="47"/>
                </a:lnTo>
                <a:lnTo>
                  <a:pt x="12473" y="47"/>
                </a:lnTo>
                <a:lnTo>
                  <a:pt x="12474" y="47"/>
                </a:lnTo>
                <a:lnTo>
                  <a:pt x="12475" y="47"/>
                </a:lnTo>
                <a:lnTo>
                  <a:pt x="12476" y="47"/>
                </a:lnTo>
                <a:lnTo>
                  <a:pt x="12477" y="47"/>
                </a:lnTo>
                <a:lnTo>
                  <a:pt x="12478" y="47"/>
                </a:lnTo>
                <a:lnTo>
                  <a:pt x="12479" y="47"/>
                </a:lnTo>
                <a:lnTo>
                  <a:pt x="12480" y="47"/>
                </a:lnTo>
                <a:lnTo>
                  <a:pt x="12481" y="47"/>
                </a:lnTo>
                <a:lnTo>
                  <a:pt x="12482" y="47"/>
                </a:lnTo>
                <a:lnTo>
                  <a:pt x="12483" y="47"/>
                </a:lnTo>
                <a:lnTo>
                  <a:pt x="12484" y="47"/>
                </a:lnTo>
                <a:lnTo>
                  <a:pt x="12485" y="47"/>
                </a:lnTo>
                <a:lnTo>
                  <a:pt x="12486" y="47"/>
                </a:lnTo>
                <a:lnTo>
                  <a:pt x="12487" y="47"/>
                </a:lnTo>
                <a:lnTo>
                  <a:pt x="12488" y="47"/>
                </a:lnTo>
                <a:lnTo>
                  <a:pt x="12489" y="47"/>
                </a:lnTo>
                <a:lnTo>
                  <a:pt x="12490" y="47"/>
                </a:lnTo>
                <a:lnTo>
                  <a:pt x="12491" y="47"/>
                </a:lnTo>
                <a:lnTo>
                  <a:pt x="12492" y="47"/>
                </a:lnTo>
                <a:lnTo>
                  <a:pt x="12493" y="47"/>
                </a:lnTo>
                <a:lnTo>
                  <a:pt x="12494" y="47"/>
                </a:lnTo>
                <a:lnTo>
                  <a:pt x="12495" y="47"/>
                </a:lnTo>
                <a:lnTo>
                  <a:pt x="12496" y="47"/>
                </a:lnTo>
                <a:lnTo>
                  <a:pt x="12497" y="47"/>
                </a:lnTo>
                <a:lnTo>
                  <a:pt x="12498" y="47"/>
                </a:lnTo>
                <a:lnTo>
                  <a:pt x="12499" y="47"/>
                </a:lnTo>
                <a:lnTo>
                  <a:pt x="12500" y="47"/>
                </a:lnTo>
                <a:lnTo>
                  <a:pt x="12501" y="47"/>
                </a:lnTo>
                <a:lnTo>
                  <a:pt x="12502" y="47"/>
                </a:lnTo>
                <a:lnTo>
                  <a:pt x="12503" y="47"/>
                </a:lnTo>
                <a:lnTo>
                  <a:pt x="12504" y="47"/>
                </a:lnTo>
                <a:lnTo>
                  <a:pt x="12505" y="47"/>
                </a:lnTo>
                <a:lnTo>
                  <a:pt x="12506" y="47"/>
                </a:lnTo>
                <a:lnTo>
                  <a:pt x="12507" y="47"/>
                </a:lnTo>
                <a:lnTo>
                  <a:pt x="12508" y="47"/>
                </a:lnTo>
                <a:lnTo>
                  <a:pt x="12509" y="47"/>
                </a:lnTo>
                <a:lnTo>
                  <a:pt x="12510" y="47"/>
                </a:lnTo>
                <a:lnTo>
                  <a:pt x="12511" y="47"/>
                </a:lnTo>
                <a:lnTo>
                  <a:pt x="12512" y="47"/>
                </a:lnTo>
                <a:lnTo>
                  <a:pt x="12513" y="47"/>
                </a:lnTo>
                <a:lnTo>
                  <a:pt x="12514" y="47"/>
                </a:lnTo>
                <a:lnTo>
                  <a:pt x="12515" y="47"/>
                </a:lnTo>
                <a:lnTo>
                  <a:pt x="12516" y="47"/>
                </a:lnTo>
                <a:lnTo>
                  <a:pt x="12517" y="47"/>
                </a:lnTo>
                <a:lnTo>
                  <a:pt x="12518" y="47"/>
                </a:lnTo>
                <a:lnTo>
                  <a:pt x="12519" y="47"/>
                </a:lnTo>
                <a:lnTo>
                  <a:pt x="12520" y="47"/>
                </a:lnTo>
                <a:lnTo>
                  <a:pt x="12521" y="47"/>
                </a:lnTo>
                <a:lnTo>
                  <a:pt x="12522" y="47"/>
                </a:lnTo>
                <a:lnTo>
                  <a:pt x="12523" y="47"/>
                </a:lnTo>
                <a:lnTo>
                  <a:pt x="12524" y="47"/>
                </a:lnTo>
                <a:lnTo>
                  <a:pt x="12525" y="47"/>
                </a:lnTo>
                <a:lnTo>
                  <a:pt x="12526" y="47"/>
                </a:lnTo>
                <a:lnTo>
                  <a:pt x="12527" y="47"/>
                </a:lnTo>
                <a:lnTo>
                  <a:pt x="12528" y="47"/>
                </a:lnTo>
                <a:lnTo>
                  <a:pt x="12529" y="47"/>
                </a:lnTo>
                <a:lnTo>
                  <a:pt x="12530" y="47"/>
                </a:lnTo>
                <a:lnTo>
                  <a:pt x="12531" y="47"/>
                </a:lnTo>
                <a:lnTo>
                  <a:pt x="12532" y="47"/>
                </a:lnTo>
                <a:lnTo>
                  <a:pt x="12533" y="47"/>
                </a:lnTo>
                <a:lnTo>
                  <a:pt x="12534" y="47"/>
                </a:lnTo>
                <a:lnTo>
                  <a:pt x="12535" y="47"/>
                </a:lnTo>
                <a:lnTo>
                  <a:pt x="12536" y="47"/>
                </a:lnTo>
                <a:lnTo>
                  <a:pt x="12537" y="47"/>
                </a:lnTo>
                <a:lnTo>
                  <a:pt x="12538" y="47"/>
                </a:lnTo>
                <a:lnTo>
                  <a:pt x="12539" y="47"/>
                </a:lnTo>
                <a:lnTo>
                  <a:pt x="12540" y="47"/>
                </a:lnTo>
                <a:lnTo>
                  <a:pt x="12541" y="47"/>
                </a:lnTo>
                <a:lnTo>
                  <a:pt x="12542" y="47"/>
                </a:lnTo>
                <a:lnTo>
                  <a:pt x="12543" y="47"/>
                </a:lnTo>
                <a:lnTo>
                  <a:pt x="12544" y="47"/>
                </a:lnTo>
                <a:lnTo>
                  <a:pt x="12545" y="47"/>
                </a:lnTo>
                <a:lnTo>
                  <a:pt x="12546" y="47"/>
                </a:lnTo>
                <a:lnTo>
                  <a:pt x="12547" y="47"/>
                </a:lnTo>
                <a:lnTo>
                  <a:pt x="12548" y="47"/>
                </a:lnTo>
                <a:lnTo>
                  <a:pt x="12549" y="47"/>
                </a:lnTo>
                <a:lnTo>
                  <a:pt x="12550" y="47"/>
                </a:lnTo>
                <a:lnTo>
                  <a:pt x="12551" y="47"/>
                </a:lnTo>
                <a:lnTo>
                  <a:pt x="12552" y="47"/>
                </a:lnTo>
                <a:lnTo>
                  <a:pt x="12553" y="47"/>
                </a:lnTo>
                <a:lnTo>
                  <a:pt x="12554" y="47"/>
                </a:lnTo>
                <a:lnTo>
                  <a:pt x="12555" y="47"/>
                </a:lnTo>
                <a:lnTo>
                  <a:pt x="12556" y="47"/>
                </a:lnTo>
                <a:lnTo>
                  <a:pt x="12557" y="47"/>
                </a:lnTo>
                <a:lnTo>
                  <a:pt x="12558" y="47"/>
                </a:lnTo>
                <a:lnTo>
                  <a:pt x="12559" y="47"/>
                </a:lnTo>
                <a:lnTo>
                  <a:pt x="12560" y="47"/>
                </a:lnTo>
                <a:lnTo>
                  <a:pt x="12561" y="47"/>
                </a:lnTo>
                <a:lnTo>
                  <a:pt x="12562" y="47"/>
                </a:lnTo>
                <a:lnTo>
                  <a:pt x="12563" y="47"/>
                </a:lnTo>
                <a:lnTo>
                  <a:pt x="12564" y="47"/>
                </a:lnTo>
                <a:lnTo>
                  <a:pt x="12565" y="47"/>
                </a:lnTo>
                <a:lnTo>
                  <a:pt x="12566" y="47"/>
                </a:lnTo>
                <a:lnTo>
                  <a:pt x="12567" y="47"/>
                </a:lnTo>
                <a:lnTo>
                  <a:pt x="12568" y="47"/>
                </a:lnTo>
                <a:lnTo>
                  <a:pt x="12569" y="47"/>
                </a:lnTo>
                <a:lnTo>
                  <a:pt x="12570" y="47"/>
                </a:lnTo>
                <a:lnTo>
                  <a:pt x="12571" y="47"/>
                </a:lnTo>
                <a:lnTo>
                  <a:pt x="12572" y="47"/>
                </a:lnTo>
                <a:lnTo>
                  <a:pt x="12573" y="47"/>
                </a:lnTo>
                <a:lnTo>
                  <a:pt x="12574" y="47"/>
                </a:lnTo>
                <a:lnTo>
                  <a:pt x="12575" y="47"/>
                </a:lnTo>
                <a:lnTo>
                  <a:pt x="12576" y="47"/>
                </a:lnTo>
                <a:lnTo>
                  <a:pt x="12577" y="47"/>
                </a:lnTo>
                <a:lnTo>
                  <a:pt x="12578" y="47"/>
                </a:lnTo>
                <a:lnTo>
                  <a:pt x="12579" y="47"/>
                </a:lnTo>
                <a:lnTo>
                  <a:pt x="12580" y="47"/>
                </a:lnTo>
                <a:lnTo>
                  <a:pt x="12581" y="47"/>
                </a:lnTo>
                <a:lnTo>
                  <a:pt x="12582" y="47"/>
                </a:lnTo>
                <a:lnTo>
                  <a:pt x="12583" y="47"/>
                </a:lnTo>
                <a:lnTo>
                  <a:pt x="12584" y="47"/>
                </a:lnTo>
                <a:lnTo>
                  <a:pt x="12585" y="47"/>
                </a:lnTo>
                <a:lnTo>
                  <a:pt x="12586" y="47"/>
                </a:lnTo>
                <a:lnTo>
                  <a:pt x="12587" y="47"/>
                </a:lnTo>
                <a:lnTo>
                  <a:pt x="12588" y="47"/>
                </a:lnTo>
                <a:lnTo>
                  <a:pt x="12589" y="47"/>
                </a:lnTo>
                <a:lnTo>
                  <a:pt x="12590" y="47"/>
                </a:lnTo>
                <a:lnTo>
                  <a:pt x="12591" y="47"/>
                </a:lnTo>
                <a:lnTo>
                  <a:pt x="12592" y="47"/>
                </a:lnTo>
                <a:lnTo>
                  <a:pt x="12593" y="47"/>
                </a:lnTo>
                <a:lnTo>
                  <a:pt x="12594" y="47"/>
                </a:lnTo>
                <a:lnTo>
                  <a:pt x="12595" y="47"/>
                </a:lnTo>
                <a:lnTo>
                  <a:pt x="12596" y="47"/>
                </a:lnTo>
                <a:lnTo>
                  <a:pt x="12597" y="47"/>
                </a:lnTo>
                <a:lnTo>
                  <a:pt x="12598" y="47"/>
                </a:lnTo>
                <a:lnTo>
                  <a:pt x="12599" y="47"/>
                </a:lnTo>
                <a:lnTo>
                  <a:pt x="12600" y="47"/>
                </a:lnTo>
                <a:lnTo>
                  <a:pt x="12601" y="47"/>
                </a:lnTo>
                <a:lnTo>
                  <a:pt x="12602" y="47"/>
                </a:lnTo>
                <a:lnTo>
                  <a:pt x="12603" y="47"/>
                </a:lnTo>
                <a:lnTo>
                  <a:pt x="12604" y="47"/>
                </a:lnTo>
                <a:lnTo>
                  <a:pt x="12605" y="47"/>
                </a:lnTo>
                <a:lnTo>
                  <a:pt x="12606" y="47"/>
                </a:lnTo>
                <a:lnTo>
                  <a:pt x="12607" y="47"/>
                </a:lnTo>
                <a:lnTo>
                  <a:pt x="12608" y="47"/>
                </a:lnTo>
                <a:lnTo>
                  <a:pt x="12609" y="47"/>
                </a:lnTo>
                <a:lnTo>
                  <a:pt x="12610" y="47"/>
                </a:lnTo>
                <a:lnTo>
                  <a:pt x="12611" y="47"/>
                </a:lnTo>
                <a:lnTo>
                  <a:pt x="12612" y="47"/>
                </a:lnTo>
                <a:lnTo>
                  <a:pt x="12613" y="47"/>
                </a:lnTo>
                <a:lnTo>
                  <a:pt x="12614" y="47"/>
                </a:lnTo>
                <a:lnTo>
                  <a:pt x="12615" y="47"/>
                </a:lnTo>
                <a:lnTo>
                  <a:pt x="12616" y="47"/>
                </a:lnTo>
                <a:lnTo>
                  <a:pt x="12617" y="47"/>
                </a:lnTo>
                <a:lnTo>
                  <a:pt x="12618" y="47"/>
                </a:lnTo>
                <a:lnTo>
                  <a:pt x="12619" y="47"/>
                </a:lnTo>
                <a:lnTo>
                  <a:pt x="12620" y="47"/>
                </a:lnTo>
                <a:lnTo>
                  <a:pt x="12621" y="47"/>
                </a:lnTo>
                <a:lnTo>
                  <a:pt x="12622" y="47"/>
                </a:lnTo>
                <a:lnTo>
                  <a:pt x="12623" y="47"/>
                </a:lnTo>
                <a:lnTo>
                  <a:pt x="12624" y="47"/>
                </a:lnTo>
                <a:lnTo>
                  <a:pt x="12625" y="47"/>
                </a:lnTo>
                <a:lnTo>
                  <a:pt x="12626" y="47"/>
                </a:lnTo>
                <a:lnTo>
                  <a:pt x="12627" y="47"/>
                </a:lnTo>
                <a:lnTo>
                  <a:pt x="12628" y="47"/>
                </a:lnTo>
                <a:lnTo>
                  <a:pt x="12629" y="47"/>
                </a:lnTo>
                <a:lnTo>
                  <a:pt x="12630" y="47"/>
                </a:lnTo>
                <a:lnTo>
                  <a:pt x="12631" y="47"/>
                </a:lnTo>
                <a:lnTo>
                  <a:pt x="12632" y="47"/>
                </a:lnTo>
                <a:lnTo>
                  <a:pt x="12633" y="47"/>
                </a:lnTo>
                <a:lnTo>
                  <a:pt x="12634" y="47"/>
                </a:lnTo>
                <a:lnTo>
                  <a:pt x="12635" y="47"/>
                </a:lnTo>
                <a:lnTo>
                  <a:pt x="12636" y="47"/>
                </a:lnTo>
                <a:lnTo>
                  <a:pt x="12637" y="47"/>
                </a:lnTo>
                <a:lnTo>
                  <a:pt x="12638" y="47"/>
                </a:lnTo>
                <a:lnTo>
                  <a:pt x="12639" y="47"/>
                </a:lnTo>
                <a:lnTo>
                  <a:pt x="12640" y="47"/>
                </a:lnTo>
                <a:lnTo>
                  <a:pt x="12641" y="47"/>
                </a:lnTo>
                <a:lnTo>
                  <a:pt x="12642" y="47"/>
                </a:lnTo>
                <a:lnTo>
                  <a:pt x="12643" y="47"/>
                </a:lnTo>
                <a:lnTo>
                  <a:pt x="12644" y="47"/>
                </a:lnTo>
                <a:lnTo>
                  <a:pt x="12645" y="47"/>
                </a:lnTo>
                <a:lnTo>
                  <a:pt x="12646" y="47"/>
                </a:lnTo>
                <a:lnTo>
                  <a:pt x="12647" y="47"/>
                </a:lnTo>
                <a:lnTo>
                  <a:pt x="12648" y="47"/>
                </a:lnTo>
                <a:lnTo>
                  <a:pt x="12649" y="47"/>
                </a:lnTo>
                <a:lnTo>
                  <a:pt x="12650" y="47"/>
                </a:lnTo>
                <a:lnTo>
                  <a:pt x="12651" y="47"/>
                </a:lnTo>
                <a:lnTo>
                  <a:pt x="12652" y="47"/>
                </a:lnTo>
                <a:lnTo>
                  <a:pt x="12653" y="47"/>
                </a:lnTo>
                <a:lnTo>
                  <a:pt x="12654" y="47"/>
                </a:lnTo>
                <a:lnTo>
                  <a:pt x="12655" y="47"/>
                </a:lnTo>
                <a:lnTo>
                  <a:pt x="12656" y="47"/>
                </a:lnTo>
                <a:lnTo>
                  <a:pt x="12657" y="47"/>
                </a:lnTo>
                <a:lnTo>
                  <a:pt x="12658" y="47"/>
                </a:lnTo>
                <a:lnTo>
                  <a:pt x="12659" y="47"/>
                </a:lnTo>
                <a:lnTo>
                  <a:pt x="12660" y="47"/>
                </a:lnTo>
                <a:lnTo>
                  <a:pt x="12661" y="47"/>
                </a:lnTo>
                <a:lnTo>
                  <a:pt x="12662" y="47"/>
                </a:lnTo>
                <a:lnTo>
                  <a:pt x="12663" y="47"/>
                </a:lnTo>
                <a:lnTo>
                  <a:pt x="12664" y="47"/>
                </a:lnTo>
                <a:lnTo>
                  <a:pt x="12665" y="47"/>
                </a:lnTo>
                <a:lnTo>
                  <a:pt x="12666" y="47"/>
                </a:lnTo>
                <a:lnTo>
                  <a:pt x="12667" y="47"/>
                </a:lnTo>
                <a:lnTo>
                  <a:pt x="12668" y="47"/>
                </a:lnTo>
                <a:lnTo>
                  <a:pt x="12669" y="47"/>
                </a:lnTo>
                <a:lnTo>
                  <a:pt x="12670" y="47"/>
                </a:lnTo>
                <a:lnTo>
                  <a:pt x="12671" y="47"/>
                </a:lnTo>
                <a:lnTo>
                  <a:pt x="12672" y="47"/>
                </a:lnTo>
                <a:lnTo>
                  <a:pt x="12673" y="47"/>
                </a:lnTo>
                <a:lnTo>
                  <a:pt x="12674" y="47"/>
                </a:lnTo>
                <a:lnTo>
                  <a:pt x="12675" y="47"/>
                </a:lnTo>
                <a:lnTo>
                  <a:pt x="12676" y="47"/>
                </a:lnTo>
                <a:lnTo>
                  <a:pt x="12677" y="47"/>
                </a:lnTo>
                <a:lnTo>
                  <a:pt x="12678" y="47"/>
                </a:lnTo>
                <a:lnTo>
                  <a:pt x="12679" y="47"/>
                </a:lnTo>
                <a:lnTo>
                  <a:pt x="12680" y="47"/>
                </a:lnTo>
                <a:lnTo>
                  <a:pt x="12681" y="47"/>
                </a:lnTo>
                <a:lnTo>
                  <a:pt x="12682" y="47"/>
                </a:lnTo>
                <a:lnTo>
                  <a:pt x="12683" y="47"/>
                </a:lnTo>
                <a:lnTo>
                  <a:pt x="12684" y="47"/>
                </a:lnTo>
                <a:lnTo>
                  <a:pt x="12685" y="47"/>
                </a:lnTo>
                <a:lnTo>
                  <a:pt x="12686" y="47"/>
                </a:lnTo>
                <a:lnTo>
                  <a:pt x="12687" y="47"/>
                </a:lnTo>
                <a:lnTo>
                  <a:pt x="12688" y="47"/>
                </a:lnTo>
                <a:lnTo>
                  <a:pt x="12689" y="47"/>
                </a:lnTo>
                <a:lnTo>
                  <a:pt x="12690" y="47"/>
                </a:lnTo>
                <a:lnTo>
                  <a:pt x="12691" y="47"/>
                </a:lnTo>
                <a:lnTo>
                  <a:pt x="12692" y="47"/>
                </a:lnTo>
                <a:lnTo>
                  <a:pt x="12693" y="47"/>
                </a:lnTo>
                <a:lnTo>
                  <a:pt x="12694" y="47"/>
                </a:lnTo>
                <a:lnTo>
                  <a:pt x="12695" y="47"/>
                </a:lnTo>
                <a:lnTo>
                  <a:pt x="12696" y="47"/>
                </a:lnTo>
                <a:lnTo>
                  <a:pt x="12697" y="47"/>
                </a:lnTo>
                <a:lnTo>
                  <a:pt x="12698" y="47"/>
                </a:lnTo>
                <a:lnTo>
                  <a:pt x="12699" y="47"/>
                </a:lnTo>
                <a:lnTo>
                  <a:pt x="12700" y="47"/>
                </a:lnTo>
                <a:lnTo>
                  <a:pt x="12701" y="47"/>
                </a:lnTo>
                <a:lnTo>
                  <a:pt x="12702" y="47"/>
                </a:lnTo>
                <a:lnTo>
                  <a:pt x="12703" y="47"/>
                </a:lnTo>
                <a:lnTo>
                  <a:pt x="12704" y="47"/>
                </a:lnTo>
                <a:lnTo>
                  <a:pt x="12705" y="47"/>
                </a:lnTo>
                <a:lnTo>
                  <a:pt x="12706" y="47"/>
                </a:lnTo>
                <a:lnTo>
                  <a:pt x="12707" y="47"/>
                </a:lnTo>
                <a:lnTo>
                  <a:pt x="12708" y="47"/>
                </a:lnTo>
                <a:lnTo>
                  <a:pt x="12709" y="47"/>
                </a:lnTo>
                <a:lnTo>
                  <a:pt x="12710" y="47"/>
                </a:lnTo>
                <a:lnTo>
                  <a:pt x="12711" y="47"/>
                </a:lnTo>
                <a:lnTo>
                  <a:pt x="12712" y="47"/>
                </a:lnTo>
                <a:lnTo>
                  <a:pt x="12713" y="47"/>
                </a:lnTo>
                <a:lnTo>
                  <a:pt x="12714" y="47"/>
                </a:lnTo>
                <a:lnTo>
                  <a:pt x="12715" y="47"/>
                </a:lnTo>
                <a:lnTo>
                  <a:pt x="12716" y="47"/>
                </a:lnTo>
                <a:lnTo>
                  <a:pt x="12717" y="47"/>
                </a:lnTo>
                <a:lnTo>
                  <a:pt x="12718" y="47"/>
                </a:lnTo>
                <a:lnTo>
                  <a:pt x="12719" y="47"/>
                </a:lnTo>
                <a:lnTo>
                  <a:pt x="12720" y="47"/>
                </a:lnTo>
                <a:lnTo>
                  <a:pt x="12721" y="47"/>
                </a:lnTo>
                <a:lnTo>
                  <a:pt x="12722" y="47"/>
                </a:lnTo>
                <a:lnTo>
                  <a:pt x="12723" y="47"/>
                </a:lnTo>
                <a:lnTo>
                  <a:pt x="12724" y="47"/>
                </a:lnTo>
                <a:lnTo>
                  <a:pt x="12725" y="47"/>
                </a:lnTo>
                <a:lnTo>
                  <a:pt x="12726" y="47"/>
                </a:lnTo>
                <a:lnTo>
                  <a:pt x="12727" y="47"/>
                </a:lnTo>
                <a:lnTo>
                  <a:pt x="12728" y="47"/>
                </a:lnTo>
                <a:lnTo>
                  <a:pt x="12729" y="47"/>
                </a:lnTo>
                <a:lnTo>
                  <a:pt x="12730" y="47"/>
                </a:lnTo>
                <a:lnTo>
                  <a:pt x="12731" y="47"/>
                </a:lnTo>
                <a:lnTo>
                  <a:pt x="12732" y="47"/>
                </a:lnTo>
                <a:lnTo>
                  <a:pt x="12733" y="47"/>
                </a:lnTo>
                <a:lnTo>
                  <a:pt x="12734" y="47"/>
                </a:lnTo>
                <a:lnTo>
                  <a:pt x="12735" y="47"/>
                </a:lnTo>
                <a:lnTo>
                  <a:pt x="12736" y="47"/>
                </a:lnTo>
                <a:lnTo>
                  <a:pt x="12737" y="47"/>
                </a:lnTo>
                <a:lnTo>
                  <a:pt x="12738" y="47"/>
                </a:lnTo>
                <a:lnTo>
                  <a:pt x="12739" y="47"/>
                </a:lnTo>
                <a:lnTo>
                  <a:pt x="12740" y="47"/>
                </a:lnTo>
                <a:lnTo>
                  <a:pt x="12741" y="47"/>
                </a:lnTo>
                <a:lnTo>
                  <a:pt x="12742" y="47"/>
                </a:lnTo>
                <a:lnTo>
                  <a:pt x="12743" y="47"/>
                </a:lnTo>
                <a:lnTo>
                  <a:pt x="12744" y="47"/>
                </a:lnTo>
                <a:lnTo>
                  <a:pt x="12745" y="47"/>
                </a:lnTo>
                <a:lnTo>
                  <a:pt x="12746" y="47"/>
                </a:lnTo>
                <a:lnTo>
                  <a:pt x="12747" y="47"/>
                </a:lnTo>
                <a:lnTo>
                  <a:pt x="12748" y="47"/>
                </a:lnTo>
                <a:lnTo>
                  <a:pt x="12749" y="47"/>
                </a:lnTo>
                <a:lnTo>
                  <a:pt x="12750" y="47"/>
                </a:lnTo>
                <a:lnTo>
                  <a:pt x="12751" y="47"/>
                </a:lnTo>
                <a:lnTo>
                  <a:pt x="12752" y="47"/>
                </a:lnTo>
                <a:lnTo>
                  <a:pt x="12753" y="47"/>
                </a:lnTo>
                <a:lnTo>
                  <a:pt x="12754" y="47"/>
                </a:lnTo>
                <a:lnTo>
                  <a:pt x="12755" y="47"/>
                </a:lnTo>
                <a:lnTo>
                  <a:pt x="12756" y="47"/>
                </a:lnTo>
                <a:lnTo>
                  <a:pt x="12757" y="47"/>
                </a:lnTo>
                <a:lnTo>
                  <a:pt x="12758" y="47"/>
                </a:lnTo>
                <a:lnTo>
                  <a:pt x="12759" y="47"/>
                </a:lnTo>
                <a:lnTo>
                  <a:pt x="12760" y="47"/>
                </a:lnTo>
                <a:lnTo>
                  <a:pt x="12761" y="47"/>
                </a:lnTo>
                <a:lnTo>
                  <a:pt x="12762" y="47"/>
                </a:lnTo>
                <a:lnTo>
                  <a:pt x="12763" y="47"/>
                </a:lnTo>
                <a:lnTo>
                  <a:pt x="12764" y="47"/>
                </a:lnTo>
                <a:lnTo>
                  <a:pt x="12765" y="47"/>
                </a:lnTo>
                <a:lnTo>
                  <a:pt x="12766" y="47"/>
                </a:lnTo>
                <a:lnTo>
                  <a:pt x="12767" y="47"/>
                </a:lnTo>
                <a:lnTo>
                  <a:pt x="12768" y="47"/>
                </a:lnTo>
                <a:lnTo>
                  <a:pt x="12769" y="47"/>
                </a:lnTo>
                <a:lnTo>
                  <a:pt x="12770" y="47"/>
                </a:lnTo>
                <a:lnTo>
                  <a:pt x="12771" y="47"/>
                </a:lnTo>
                <a:lnTo>
                  <a:pt x="12772" y="47"/>
                </a:lnTo>
                <a:lnTo>
                  <a:pt x="12773" y="47"/>
                </a:lnTo>
                <a:lnTo>
                  <a:pt x="12774" y="47"/>
                </a:lnTo>
                <a:lnTo>
                  <a:pt x="12775" y="47"/>
                </a:lnTo>
                <a:lnTo>
                  <a:pt x="12776" y="47"/>
                </a:lnTo>
                <a:lnTo>
                  <a:pt x="12777" y="47"/>
                </a:lnTo>
                <a:lnTo>
                  <a:pt x="12778" y="47"/>
                </a:lnTo>
                <a:lnTo>
                  <a:pt x="12779" y="47"/>
                </a:lnTo>
                <a:lnTo>
                  <a:pt x="12780" y="47"/>
                </a:lnTo>
                <a:lnTo>
                  <a:pt x="12781" y="47"/>
                </a:lnTo>
                <a:lnTo>
                  <a:pt x="12782" y="47"/>
                </a:lnTo>
                <a:lnTo>
                  <a:pt x="12783" y="47"/>
                </a:lnTo>
                <a:lnTo>
                  <a:pt x="12784" y="47"/>
                </a:lnTo>
                <a:lnTo>
                  <a:pt x="12785" y="47"/>
                </a:lnTo>
                <a:lnTo>
                  <a:pt x="12786" y="47"/>
                </a:lnTo>
                <a:lnTo>
                  <a:pt x="12787" y="47"/>
                </a:lnTo>
                <a:lnTo>
                  <a:pt x="12788" y="47"/>
                </a:lnTo>
                <a:lnTo>
                  <a:pt x="12789" y="47"/>
                </a:lnTo>
                <a:lnTo>
                  <a:pt x="12790" y="47"/>
                </a:lnTo>
                <a:lnTo>
                  <a:pt x="12791" y="47"/>
                </a:lnTo>
                <a:lnTo>
                  <a:pt x="12792" y="47"/>
                </a:lnTo>
                <a:lnTo>
                  <a:pt x="12793" y="47"/>
                </a:lnTo>
                <a:lnTo>
                  <a:pt x="12794" y="47"/>
                </a:lnTo>
                <a:lnTo>
                  <a:pt x="12795" y="47"/>
                </a:lnTo>
                <a:lnTo>
                  <a:pt x="12796" y="47"/>
                </a:lnTo>
                <a:lnTo>
                  <a:pt x="12797" y="47"/>
                </a:lnTo>
                <a:lnTo>
                  <a:pt x="12798" y="47"/>
                </a:lnTo>
                <a:lnTo>
                  <a:pt x="12799" y="47"/>
                </a:lnTo>
                <a:lnTo>
                  <a:pt x="12800" y="47"/>
                </a:lnTo>
                <a:lnTo>
                  <a:pt x="12801" y="47"/>
                </a:lnTo>
                <a:lnTo>
                  <a:pt x="12802" y="47"/>
                </a:lnTo>
                <a:lnTo>
                  <a:pt x="12803" y="47"/>
                </a:lnTo>
                <a:lnTo>
                  <a:pt x="12804" y="47"/>
                </a:lnTo>
                <a:lnTo>
                  <a:pt x="12805" y="47"/>
                </a:lnTo>
                <a:lnTo>
                  <a:pt x="12806" y="47"/>
                </a:lnTo>
                <a:lnTo>
                  <a:pt x="12807" y="47"/>
                </a:lnTo>
                <a:lnTo>
                  <a:pt x="12808" y="47"/>
                </a:lnTo>
                <a:lnTo>
                  <a:pt x="12809" y="47"/>
                </a:lnTo>
                <a:lnTo>
                  <a:pt x="12810" y="47"/>
                </a:lnTo>
                <a:lnTo>
                  <a:pt x="12811" y="47"/>
                </a:lnTo>
                <a:lnTo>
                  <a:pt x="12812" y="47"/>
                </a:lnTo>
                <a:lnTo>
                  <a:pt x="12813" y="47"/>
                </a:lnTo>
                <a:lnTo>
                  <a:pt x="12814" y="47"/>
                </a:lnTo>
                <a:lnTo>
                  <a:pt x="12815" y="47"/>
                </a:lnTo>
                <a:lnTo>
                  <a:pt x="12816" y="47"/>
                </a:lnTo>
                <a:lnTo>
                  <a:pt x="12817" y="47"/>
                </a:lnTo>
                <a:lnTo>
                  <a:pt x="12818" y="47"/>
                </a:lnTo>
                <a:lnTo>
                  <a:pt x="12819" y="47"/>
                </a:lnTo>
                <a:lnTo>
                  <a:pt x="12820" y="47"/>
                </a:lnTo>
                <a:lnTo>
                  <a:pt x="12821" y="47"/>
                </a:lnTo>
                <a:lnTo>
                  <a:pt x="12822" y="47"/>
                </a:lnTo>
                <a:lnTo>
                  <a:pt x="12823" y="47"/>
                </a:lnTo>
                <a:lnTo>
                  <a:pt x="12824" y="47"/>
                </a:lnTo>
                <a:lnTo>
                  <a:pt x="12825" y="47"/>
                </a:lnTo>
                <a:lnTo>
                  <a:pt x="12826" y="47"/>
                </a:lnTo>
                <a:lnTo>
                  <a:pt x="12827" y="47"/>
                </a:lnTo>
                <a:lnTo>
                  <a:pt x="12828" y="47"/>
                </a:lnTo>
                <a:lnTo>
                  <a:pt x="12829" y="47"/>
                </a:lnTo>
                <a:lnTo>
                  <a:pt x="12830" y="47"/>
                </a:lnTo>
                <a:lnTo>
                  <a:pt x="12831" y="47"/>
                </a:lnTo>
                <a:lnTo>
                  <a:pt x="12832" y="47"/>
                </a:lnTo>
                <a:lnTo>
                  <a:pt x="12833" y="47"/>
                </a:lnTo>
                <a:lnTo>
                  <a:pt x="12834" y="47"/>
                </a:lnTo>
                <a:lnTo>
                  <a:pt x="12835" y="47"/>
                </a:lnTo>
                <a:lnTo>
                  <a:pt x="12836" y="47"/>
                </a:lnTo>
                <a:lnTo>
                  <a:pt x="12837" y="47"/>
                </a:lnTo>
                <a:lnTo>
                  <a:pt x="12838" y="47"/>
                </a:lnTo>
                <a:lnTo>
                  <a:pt x="12839" y="47"/>
                </a:lnTo>
                <a:lnTo>
                  <a:pt x="12840" y="47"/>
                </a:lnTo>
                <a:lnTo>
                  <a:pt x="12841" y="47"/>
                </a:lnTo>
                <a:lnTo>
                  <a:pt x="12842" y="47"/>
                </a:lnTo>
                <a:lnTo>
                  <a:pt x="12843" y="47"/>
                </a:lnTo>
                <a:lnTo>
                  <a:pt x="12844" y="47"/>
                </a:lnTo>
                <a:lnTo>
                  <a:pt x="12845" y="47"/>
                </a:lnTo>
                <a:lnTo>
                  <a:pt x="12846" y="47"/>
                </a:lnTo>
                <a:lnTo>
                  <a:pt x="12847" y="47"/>
                </a:lnTo>
                <a:lnTo>
                  <a:pt x="12848" y="47"/>
                </a:lnTo>
                <a:lnTo>
                  <a:pt x="12849" y="47"/>
                </a:lnTo>
                <a:lnTo>
                  <a:pt x="12850" y="47"/>
                </a:lnTo>
                <a:lnTo>
                  <a:pt x="12851" y="47"/>
                </a:lnTo>
                <a:lnTo>
                  <a:pt x="12852" y="47"/>
                </a:lnTo>
                <a:lnTo>
                  <a:pt x="12853" y="47"/>
                </a:lnTo>
                <a:lnTo>
                  <a:pt x="12854" y="47"/>
                </a:lnTo>
                <a:lnTo>
                  <a:pt x="12855" y="47"/>
                </a:lnTo>
                <a:lnTo>
                  <a:pt x="12856" y="47"/>
                </a:lnTo>
                <a:lnTo>
                  <a:pt x="12857" y="47"/>
                </a:lnTo>
                <a:lnTo>
                  <a:pt x="12858" y="47"/>
                </a:lnTo>
                <a:lnTo>
                  <a:pt x="12859" y="47"/>
                </a:lnTo>
                <a:lnTo>
                  <a:pt x="12860" y="47"/>
                </a:lnTo>
                <a:lnTo>
                  <a:pt x="12861" y="47"/>
                </a:lnTo>
                <a:lnTo>
                  <a:pt x="12862" y="47"/>
                </a:lnTo>
                <a:lnTo>
                  <a:pt x="12863" y="47"/>
                </a:lnTo>
                <a:lnTo>
                  <a:pt x="12864" y="47"/>
                </a:lnTo>
                <a:lnTo>
                  <a:pt x="12865" y="47"/>
                </a:lnTo>
                <a:lnTo>
                  <a:pt x="12866" y="47"/>
                </a:lnTo>
                <a:lnTo>
                  <a:pt x="12867" y="47"/>
                </a:lnTo>
                <a:lnTo>
                  <a:pt x="12868" y="47"/>
                </a:lnTo>
                <a:lnTo>
                  <a:pt x="12869" y="47"/>
                </a:lnTo>
                <a:lnTo>
                  <a:pt x="12870" y="47"/>
                </a:lnTo>
                <a:lnTo>
                  <a:pt x="12871" y="47"/>
                </a:lnTo>
                <a:lnTo>
                  <a:pt x="12872" y="47"/>
                </a:lnTo>
                <a:lnTo>
                  <a:pt x="12873" y="47"/>
                </a:lnTo>
                <a:lnTo>
                  <a:pt x="12874" y="47"/>
                </a:lnTo>
                <a:lnTo>
                  <a:pt x="12875" y="47"/>
                </a:lnTo>
                <a:lnTo>
                  <a:pt x="12876" y="47"/>
                </a:lnTo>
                <a:lnTo>
                  <a:pt x="12877" y="47"/>
                </a:lnTo>
                <a:lnTo>
                  <a:pt x="12878" y="47"/>
                </a:lnTo>
                <a:lnTo>
                  <a:pt x="12879" y="47"/>
                </a:lnTo>
                <a:lnTo>
                  <a:pt x="12880" y="47"/>
                </a:lnTo>
                <a:lnTo>
                  <a:pt x="12881" y="47"/>
                </a:lnTo>
                <a:lnTo>
                  <a:pt x="12882" y="47"/>
                </a:lnTo>
                <a:lnTo>
                  <a:pt x="12883" y="47"/>
                </a:lnTo>
                <a:lnTo>
                  <a:pt x="12884" y="47"/>
                </a:lnTo>
                <a:lnTo>
                  <a:pt x="12885" y="47"/>
                </a:lnTo>
                <a:lnTo>
                  <a:pt x="12886" y="47"/>
                </a:lnTo>
                <a:lnTo>
                  <a:pt x="12887" y="47"/>
                </a:lnTo>
                <a:lnTo>
                  <a:pt x="12888" y="47"/>
                </a:lnTo>
                <a:lnTo>
                  <a:pt x="12889" y="47"/>
                </a:lnTo>
                <a:lnTo>
                  <a:pt x="12890" y="47"/>
                </a:lnTo>
                <a:lnTo>
                  <a:pt x="12891" y="47"/>
                </a:lnTo>
                <a:lnTo>
                  <a:pt x="12892" y="47"/>
                </a:lnTo>
                <a:lnTo>
                  <a:pt x="12893" y="47"/>
                </a:lnTo>
                <a:lnTo>
                  <a:pt x="12894" y="47"/>
                </a:lnTo>
                <a:lnTo>
                  <a:pt x="12895" y="47"/>
                </a:lnTo>
                <a:lnTo>
                  <a:pt x="12896" y="47"/>
                </a:lnTo>
                <a:lnTo>
                  <a:pt x="12897" y="47"/>
                </a:lnTo>
                <a:lnTo>
                  <a:pt x="12898" y="47"/>
                </a:lnTo>
                <a:lnTo>
                  <a:pt x="12899" y="47"/>
                </a:lnTo>
                <a:lnTo>
                  <a:pt x="12900" y="47"/>
                </a:lnTo>
                <a:lnTo>
                  <a:pt x="12901" y="47"/>
                </a:lnTo>
                <a:lnTo>
                  <a:pt x="12902" y="47"/>
                </a:lnTo>
                <a:lnTo>
                  <a:pt x="12903" y="47"/>
                </a:lnTo>
                <a:lnTo>
                  <a:pt x="12904" y="47"/>
                </a:lnTo>
                <a:lnTo>
                  <a:pt x="12905" y="47"/>
                </a:lnTo>
                <a:lnTo>
                  <a:pt x="12906" y="47"/>
                </a:lnTo>
                <a:lnTo>
                  <a:pt x="12907" y="47"/>
                </a:lnTo>
                <a:lnTo>
                  <a:pt x="12908" y="47"/>
                </a:lnTo>
                <a:lnTo>
                  <a:pt x="12909" y="47"/>
                </a:lnTo>
                <a:lnTo>
                  <a:pt x="12910" y="47"/>
                </a:lnTo>
                <a:lnTo>
                  <a:pt x="12911" y="47"/>
                </a:lnTo>
                <a:lnTo>
                  <a:pt x="12912" y="47"/>
                </a:lnTo>
                <a:lnTo>
                  <a:pt x="12913" y="47"/>
                </a:lnTo>
                <a:lnTo>
                  <a:pt x="12914" y="47"/>
                </a:lnTo>
                <a:lnTo>
                  <a:pt x="12915" y="47"/>
                </a:lnTo>
                <a:lnTo>
                  <a:pt x="12916" y="47"/>
                </a:lnTo>
                <a:lnTo>
                  <a:pt x="12917" y="47"/>
                </a:lnTo>
                <a:lnTo>
                  <a:pt x="12918" y="47"/>
                </a:lnTo>
                <a:lnTo>
                  <a:pt x="12919" y="47"/>
                </a:lnTo>
                <a:lnTo>
                  <a:pt x="12920" y="47"/>
                </a:lnTo>
                <a:lnTo>
                  <a:pt x="12921" y="47"/>
                </a:lnTo>
                <a:lnTo>
                  <a:pt x="12922" y="47"/>
                </a:lnTo>
                <a:lnTo>
                  <a:pt x="12923" y="47"/>
                </a:lnTo>
                <a:lnTo>
                  <a:pt x="12924" y="47"/>
                </a:lnTo>
                <a:lnTo>
                  <a:pt x="12925" y="47"/>
                </a:lnTo>
                <a:lnTo>
                  <a:pt x="12926" y="47"/>
                </a:lnTo>
                <a:lnTo>
                  <a:pt x="12927" y="47"/>
                </a:lnTo>
                <a:lnTo>
                  <a:pt x="12928" y="47"/>
                </a:lnTo>
                <a:lnTo>
                  <a:pt x="12929" y="47"/>
                </a:lnTo>
                <a:lnTo>
                  <a:pt x="12930" y="47"/>
                </a:lnTo>
                <a:lnTo>
                  <a:pt x="12931" y="47"/>
                </a:lnTo>
                <a:lnTo>
                  <a:pt x="12932" y="47"/>
                </a:lnTo>
                <a:lnTo>
                  <a:pt x="12933" y="47"/>
                </a:lnTo>
                <a:lnTo>
                  <a:pt x="12934" y="47"/>
                </a:lnTo>
                <a:lnTo>
                  <a:pt x="12935" y="47"/>
                </a:lnTo>
                <a:lnTo>
                  <a:pt x="12936" y="47"/>
                </a:lnTo>
                <a:lnTo>
                  <a:pt x="12937" y="47"/>
                </a:lnTo>
                <a:lnTo>
                  <a:pt x="12938" y="47"/>
                </a:lnTo>
                <a:lnTo>
                  <a:pt x="12939" y="47"/>
                </a:lnTo>
                <a:lnTo>
                  <a:pt x="12940" y="47"/>
                </a:lnTo>
                <a:lnTo>
                  <a:pt x="12941" y="47"/>
                </a:lnTo>
                <a:lnTo>
                  <a:pt x="12942" y="47"/>
                </a:lnTo>
                <a:lnTo>
                  <a:pt x="12943" y="47"/>
                </a:lnTo>
                <a:lnTo>
                  <a:pt x="12944" y="47"/>
                </a:lnTo>
                <a:lnTo>
                  <a:pt x="12945" y="47"/>
                </a:lnTo>
                <a:lnTo>
                  <a:pt x="12946" y="47"/>
                </a:lnTo>
                <a:lnTo>
                  <a:pt x="12947" y="47"/>
                </a:lnTo>
                <a:lnTo>
                  <a:pt x="12948" y="47"/>
                </a:lnTo>
                <a:lnTo>
                  <a:pt x="12949" y="47"/>
                </a:lnTo>
                <a:lnTo>
                  <a:pt x="12950" y="47"/>
                </a:lnTo>
                <a:lnTo>
                  <a:pt x="12951" y="47"/>
                </a:lnTo>
                <a:lnTo>
                  <a:pt x="12952" y="47"/>
                </a:lnTo>
                <a:lnTo>
                  <a:pt x="12953" y="47"/>
                </a:lnTo>
                <a:lnTo>
                  <a:pt x="12954" y="47"/>
                </a:lnTo>
                <a:lnTo>
                  <a:pt x="12955" y="47"/>
                </a:lnTo>
                <a:lnTo>
                  <a:pt x="12956" y="47"/>
                </a:lnTo>
                <a:lnTo>
                  <a:pt x="12957" y="47"/>
                </a:lnTo>
                <a:lnTo>
                  <a:pt x="12958" y="47"/>
                </a:lnTo>
                <a:lnTo>
                  <a:pt x="12959" y="47"/>
                </a:lnTo>
                <a:lnTo>
                  <a:pt x="12960" y="47"/>
                </a:lnTo>
                <a:lnTo>
                  <a:pt x="12961" y="47"/>
                </a:lnTo>
                <a:lnTo>
                  <a:pt x="12962" y="47"/>
                </a:lnTo>
                <a:lnTo>
                  <a:pt x="12963" y="47"/>
                </a:lnTo>
                <a:lnTo>
                  <a:pt x="12964" y="47"/>
                </a:lnTo>
                <a:lnTo>
                  <a:pt x="12965" y="47"/>
                </a:lnTo>
                <a:lnTo>
                  <a:pt x="12966" y="47"/>
                </a:lnTo>
                <a:lnTo>
                  <a:pt x="12967" y="47"/>
                </a:lnTo>
                <a:lnTo>
                  <a:pt x="12968" y="47"/>
                </a:lnTo>
                <a:lnTo>
                  <a:pt x="12969" y="47"/>
                </a:lnTo>
                <a:lnTo>
                  <a:pt x="12970" y="47"/>
                </a:lnTo>
                <a:lnTo>
                  <a:pt x="12971" y="47"/>
                </a:lnTo>
                <a:lnTo>
                  <a:pt x="12972" y="47"/>
                </a:lnTo>
                <a:lnTo>
                  <a:pt x="12973" y="47"/>
                </a:lnTo>
                <a:lnTo>
                  <a:pt x="12974" y="47"/>
                </a:lnTo>
                <a:lnTo>
                  <a:pt x="12975" y="47"/>
                </a:lnTo>
                <a:lnTo>
                  <a:pt x="12976" y="47"/>
                </a:lnTo>
                <a:lnTo>
                  <a:pt x="12977" y="47"/>
                </a:lnTo>
                <a:lnTo>
                  <a:pt x="12978" y="47"/>
                </a:lnTo>
                <a:lnTo>
                  <a:pt x="12979" y="47"/>
                </a:lnTo>
                <a:lnTo>
                  <a:pt x="12980" y="47"/>
                </a:lnTo>
                <a:lnTo>
                  <a:pt x="12981" y="47"/>
                </a:lnTo>
                <a:lnTo>
                  <a:pt x="12982" y="47"/>
                </a:lnTo>
                <a:lnTo>
                  <a:pt x="12983" y="47"/>
                </a:lnTo>
                <a:lnTo>
                  <a:pt x="12984" y="47"/>
                </a:lnTo>
                <a:lnTo>
                  <a:pt x="12985" y="47"/>
                </a:lnTo>
                <a:lnTo>
                  <a:pt x="12986" y="47"/>
                </a:lnTo>
                <a:lnTo>
                  <a:pt x="12987" y="47"/>
                </a:lnTo>
                <a:lnTo>
                  <a:pt x="12988" y="47"/>
                </a:lnTo>
                <a:lnTo>
                  <a:pt x="12989" y="47"/>
                </a:lnTo>
                <a:lnTo>
                  <a:pt x="12990" y="47"/>
                </a:lnTo>
                <a:lnTo>
                  <a:pt x="12991" y="47"/>
                </a:lnTo>
                <a:lnTo>
                  <a:pt x="12992" y="47"/>
                </a:lnTo>
                <a:lnTo>
                  <a:pt x="12993" y="47"/>
                </a:lnTo>
                <a:lnTo>
                  <a:pt x="12994" y="47"/>
                </a:lnTo>
                <a:lnTo>
                  <a:pt x="12995" y="47"/>
                </a:lnTo>
                <a:lnTo>
                  <a:pt x="12996" y="47"/>
                </a:lnTo>
                <a:lnTo>
                  <a:pt x="12997" y="47"/>
                </a:lnTo>
                <a:lnTo>
                  <a:pt x="12998" y="47"/>
                </a:lnTo>
                <a:lnTo>
                  <a:pt x="12999" y="47"/>
                </a:lnTo>
                <a:lnTo>
                  <a:pt x="13000" y="47"/>
                </a:lnTo>
                <a:lnTo>
                  <a:pt x="13001" y="47"/>
                </a:lnTo>
                <a:lnTo>
                  <a:pt x="13002" y="47"/>
                </a:lnTo>
                <a:lnTo>
                  <a:pt x="13003" y="47"/>
                </a:lnTo>
                <a:lnTo>
                  <a:pt x="13004" y="47"/>
                </a:lnTo>
                <a:lnTo>
                  <a:pt x="13005" y="47"/>
                </a:lnTo>
                <a:lnTo>
                  <a:pt x="13006" y="47"/>
                </a:lnTo>
                <a:lnTo>
                  <a:pt x="13007" y="47"/>
                </a:lnTo>
                <a:lnTo>
                  <a:pt x="13008" y="47"/>
                </a:lnTo>
                <a:lnTo>
                  <a:pt x="13009" y="47"/>
                </a:lnTo>
                <a:lnTo>
                  <a:pt x="13010" y="47"/>
                </a:lnTo>
                <a:lnTo>
                  <a:pt x="13011" y="47"/>
                </a:lnTo>
                <a:lnTo>
                  <a:pt x="13012" y="47"/>
                </a:lnTo>
                <a:lnTo>
                  <a:pt x="13013" y="47"/>
                </a:lnTo>
                <a:lnTo>
                  <a:pt x="13014" y="47"/>
                </a:lnTo>
                <a:lnTo>
                  <a:pt x="13015" y="47"/>
                </a:lnTo>
                <a:lnTo>
                  <a:pt x="13016" y="47"/>
                </a:lnTo>
                <a:lnTo>
                  <a:pt x="13017" y="47"/>
                </a:lnTo>
                <a:lnTo>
                  <a:pt x="13018" y="47"/>
                </a:lnTo>
                <a:lnTo>
                  <a:pt x="13019" y="47"/>
                </a:lnTo>
                <a:lnTo>
                  <a:pt x="13020" y="47"/>
                </a:lnTo>
                <a:lnTo>
                  <a:pt x="13021" y="47"/>
                </a:lnTo>
                <a:lnTo>
                  <a:pt x="13022" y="47"/>
                </a:lnTo>
                <a:lnTo>
                  <a:pt x="13023" y="47"/>
                </a:lnTo>
                <a:lnTo>
                  <a:pt x="13024" y="47"/>
                </a:lnTo>
                <a:lnTo>
                  <a:pt x="13025" y="47"/>
                </a:lnTo>
                <a:lnTo>
                  <a:pt x="13026" y="47"/>
                </a:lnTo>
                <a:lnTo>
                  <a:pt x="13027" y="47"/>
                </a:lnTo>
                <a:lnTo>
                  <a:pt x="13028" y="47"/>
                </a:lnTo>
                <a:lnTo>
                  <a:pt x="13029" y="47"/>
                </a:lnTo>
                <a:lnTo>
                  <a:pt x="13030" y="47"/>
                </a:lnTo>
                <a:lnTo>
                  <a:pt x="13031" y="47"/>
                </a:lnTo>
                <a:lnTo>
                  <a:pt x="13032" y="47"/>
                </a:lnTo>
                <a:lnTo>
                  <a:pt x="13033" y="47"/>
                </a:lnTo>
                <a:lnTo>
                  <a:pt x="13034" y="47"/>
                </a:lnTo>
                <a:lnTo>
                  <a:pt x="13035" y="47"/>
                </a:lnTo>
                <a:lnTo>
                  <a:pt x="13036" y="47"/>
                </a:lnTo>
                <a:lnTo>
                  <a:pt x="13037" y="47"/>
                </a:lnTo>
                <a:lnTo>
                  <a:pt x="13038" y="47"/>
                </a:lnTo>
                <a:lnTo>
                  <a:pt x="13039" y="47"/>
                </a:lnTo>
                <a:lnTo>
                  <a:pt x="13040" y="47"/>
                </a:lnTo>
                <a:lnTo>
                  <a:pt x="13041" y="47"/>
                </a:lnTo>
                <a:lnTo>
                  <a:pt x="13042" y="47"/>
                </a:lnTo>
                <a:lnTo>
                  <a:pt x="13043" y="47"/>
                </a:lnTo>
                <a:lnTo>
                  <a:pt x="13044" y="47"/>
                </a:lnTo>
                <a:lnTo>
                  <a:pt x="13045" y="47"/>
                </a:lnTo>
                <a:lnTo>
                  <a:pt x="13046" y="47"/>
                </a:lnTo>
                <a:lnTo>
                  <a:pt x="13047" y="47"/>
                </a:lnTo>
                <a:lnTo>
                  <a:pt x="13048" y="47"/>
                </a:lnTo>
                <a:lnTo>
                  <a:pt x="13049" y="47"/>
                </a:lnTo>
                <a:lnTo>
                  <a:pt x="13050" y="47"/>
                </a:lnTo>
                <a:lnTo>
                  <a:pt x="13051" y="47"/>
                </a:lnTo>
                <a:lnTo>
                  <a:pt x="13052" y="47"/>
                </a:lnTo>
                <a:lnTo>
                  <a:pt x="13053" y="47"/>
                </a:lnTo>
                <a:lnTo>
                  <a:pt x="13054" y="47"/>
                </a:lnTo>
                <a:lnTo>
                  <a:pt x="13055" y="47"/>
                </a:lnTo>
                <a:lnTo>
                  <a:pt x="13056" y="47"/>
                </a:lnTo>
                <a:lnTo>
                  <a:pt x="13057" y="47"/>
                </a:lnTo>
                <a:lnTo>
                  <a:pt x="13058" y="47"/>
                </a:lnTo>
                <a:lnTo>
                  <a:pt x="13059" y="47"/>
                </a:lnTo>
                <a:lnTo>
                  <a:pt x="13060" y="47"/>
                </a:lnTo>
                <a:lnTo>
                  <a:pt x="13061" y="47"/>
                </a:lnTo>
                <a:lnTo>
                  <a:pt x="13062" y="47"/>
                </a:lnTo>
                <a:lnTo>
                  <a:pt x="13063" y="47"/>
                </a:lnTo>
                <a:lnTo>
                  <a:pt x="13064" y="47"/>
                </a:lnTo>
                <a:lnTo>
                  <a:pt x="13065" y="47"/>
                </a:lnTo>
                <a:lnTo>
                  <a:pt x="13066" y="47"/>
                </a:lnTo>
                <a:lnTo>
                  <a:pt x="13067" y="47"/>
                </a:lnTo>
                <a:lnTo>
                  <a:pt x="13068" y="47"/>
                </a:lnTo>
                <a:lnTo>
                  <a:pt x="13069" y="47"/>
                </a:lnTo>
                <a:lnTo>
                  <a:pt x="13070" y="47"/>
                </a:lnTo>
                <a:lnTo>
                  <a:pt x="13071" y="47"/>
                </a:lnTo>
                <a:lnTo>
                  <a:pt x="13072" y="47"/>
                </a:lnTo>
                <a:lnTo>
                  <a:pt x="13073" y="47"/>
                </a:lnTo>
                <a:lnTo>
                  <a:pt x="13074" y="47"/>
                </a:lnTo>
                <a:lnTo>
                  <a:pt x="13075" y="47"/>
                </a:lnTo>
                <a:lnTo>
                  <a:pt x="13076" y="47"/>
                </a:lnTo>
                <a:lnTo>
                  <a:pt x="13077" y="47"/>
                </a:lnTo>
                <a:lnTo>
                  <a:pt x="13078" y="47"/>
                </a:lnTo>
                <a:lnTo>
                  <a:pt x="13079" y="47"/>
                </a:lnTo>
                <a:lnTo>
                  <a:pt x="13080" y="47"/>
                </a:lnTo>
                <a:lnTo>
                  <a:pt x="13081" y="47"/>
                </a:lnTo>
                <a:lnTo>
                  <a:pt x="13082" y="47"/>
                </a:lnTo>
                <a:lnTo>
                  <a:pt x="13083" y="47"/>
                </a:lnTo>
                <a:lnTo>
                  <a:pt x="13084" y="47"/>
                </a:lnTo>
                <a:lnTo>
                  <a:pt x="13085" y="47"/>
                </a:lnTo>
                <a:lnTo>
                  <a:pt x="13086" y="47"/>
                </a:lnTo>
                <a:lnTo>
                  <a:pt x="13087" y="47"/>
                </a:lnTo>
                <a:lnTo>
                  <a:pt x="13088" y="47"/>
                </a:lnTo>
                <a:lnTo>
                  <a:pt x="13089" y="47"/>
                </a:lnTo>
                <a:lnTo>
                  <a:pt x="13090" y="47"/>
                </a:lnTo>
                <a:lnTo>
                  <a:pt x="13091" y="47"/>
                </a:lnTo>
                <a:lnTo>
                  <a:pt x="13092" y="47"/>
                </a:lnTo>
                <a:lnTo>
                  <a:pt x="13093" y="47"/>
                </a:lnTo>
                <a:lnTo>
                  <a:pt x="13094" y="47"/>
                </a:lnTo>
                <a:lnTo>
                  <a:pt x="13095" y="47"/>
                </a:lnTo>
                <a:lnTo>
                  <a:pt x="13096" y="47"/>
                </a:lnTo>
                <a:lnTo>
                  <a:pt x="13097" y="47"/>
                </a:lnTo>
                <a:lnTo>
                  <a:pt x="13098" y="47"/>
                </a:lnTo>
                <a:lnTo>
                  <a:pt x="13099" y="47"/>
                </a:lnTo>
                <a:lnTo>
                  <a:pt x="13100" y="47"/>
                </a:lnTo>
                <a:lnTo>
                  <a:pt x="13101" y="47"/>
                </a:lnTo>
                <a:lnTo>
                  <a:pt x="13102" y="47"/>
                </a:lnTo>
                <a:lnTo>
                  <a:pt x="13103" y="47"/>
                </a:lnTo>
                <a:lnTo>
                  <a:pt x="13104" y="47"/>
                </a:lnTo>
                <a:lnTo>
                  <a:pt x="13105" y="47"/>
                </a:lnTo>
                <a:lnTo>
                  <a:pt x="13106" y="47"/>
                </a:lnTo>
                <a:lnTo>
                  <a:pt x="13107" y="47"/>
                </a:lnTo>
                <a:lnTo>
                  <a:pt x="13108" y="47"/>
                </a:lnTo>
                <a:lnTo>
                  <a:pt x="13109" y="47"/>
                </a:lnTo>
                <a:lnTo>
                  <a:pt x="13110" y="47"/>
                </a:lnTo>
                <a:lnTo>
                  <a:pt x="13111" y="47"/>
                </a:lnTo>
                <a:lnTo>
                  <a:pt x="13112" y="47"/>
                </a:lnTo>
                <a:lnTo>
                  <a:pt x="13113" y="47"/>
                </a:lnTo>
                <a:lnTo>
                  <a:pt x="13114" y="47"/>
                </a:lnTo>
                <a:lnTo>
                  <a:pt x="13115" y="47"/>
                </a:lnTo>
                <a:lnTo>
                  <a:pt x="13116" y="47"/>
                </a:lnTo>
                <a:lnTo>
                  <a:pt x="13117" y="47"/>
                </a:lnTo>
                <a:lnTo>
                  <a:pt x="13118" y="47"/>
                </a:lnTo>
                <a:lnTo>
                  <a:pt x="13119" y="47"/>
                </a:lnTo>
                <a:lnTo>
                  <a:pt x="13120" y="47"/>
                </a:lnTo>
                <a:lnTo>
                  <a:pt x="13121" y="47"/>
                </a:lnTo>
                <a:lnTo>
                  <a:pt x="13122" y="47"/>
                </a:lnTo>
                <a:lnTo>
                  <a:pt x="13123" y="47"/>
                </a:lnTo>
                <a:lnTo>
                  <a:pt x="13124" y="47"/>
                </a:lnTo>
                <a:lnTo>
                  <a:pt x="13125" y="47"/>
                </a:lnTo>
                <a:lnTo>
                  <a:pt x="13126" y="47"/>
                </a:lnTo>
                <a:lnTo>
                  <a:pt x="13127" y="47"/>
                </a:lnTo>
                <a:lnTo>
                  <a:pt x="13128" y="47"/>
                </a:lnTo>
                <a:lnTo>
                  <a:pt x="13129" y="47"/>
                </a:lnTo>
                <a:lnTo>
                  <a:pt x="13130" y="47"/>
                </a:lnTo>
                <a:lnTo>
                  <a:pt x="13131" y="47"/>
                </a:lnTo>
                <a:lnTo>
                  <a:pt x="13132" y="47"/>
                </a:lnTo>
                <a:lnTo>
                  <a:pt x="13133" y="47"/>
                </a:lnTo>
                <a:lnTo>
                  <a:pt x="13134" y="47"/>
                </a:lnTo>
                <a:lnTo>
                  <a:pt x="13135" y="47"/>
                </a:lnTo>
                <a:lnTo>
                  <a:pt x="13136" y="47"/>
                </a:lnTo>
                <a:lnTo>
                  <a:pt x="13137" y="47"/>
                </a:lnTo>
                <a:lnTo>
                  <a:pt x="13138" y="47"/>
                </a:lnTo>
                <a:lnTo>
                  <a:pt x="13139" y="47"/>
                </a:lnTo>
                <a:lnTo>
                  <a:pt x="13140" y="47"/>
                </a:lnTo>
                <a:lnTo>
                  <a:pt x="13141" y="47"/>
                </a:lnTo>
                <a:lnTo>
                  <a:pt x="13142" y="47"/>
                </a:lnTo>
                <a:lnTo>
                  <a:pt x="13143" y="47"/>
                </a:lnTo>
                <a:lnTo>
                  <a:pt x="13144" y="47"/>
                </a:lnTo>
                <a:lnTo>
                  <a:pt x="13145" y="47"/>
                </a:lnTo>
                <a:lnTo>
                  <a:pt x="13146" y="47"/>
                </a:lnTo>
                <a:lnTo>
                  <a:pt x="13147" y="47"/>
                </a:lnTo>
                <a:lnTo>
                  <a:pt x="13148" y="47"/>
                </a:lnTo>
                <a:lnTo>
                  <a:pt x="13149" y="47"/>
                </a:lnTo>
                <a:lnTo>
                  <a:pt x="13150" y="47"/>
                </a:lnTo>
                <a:lnTo>
                  <a:pt x="13151" y="47"/>
                </a:lnTo>
                <a:lnTo>
                  <a:pt x="13152" y="47"/>
                </a:lnTo>
                <a:lnTo>
                  <a:pt x="13153" y="47"/>
                </a:lnTo>
                <a:lnTo>
                  <a:pt x="13154" y="47"/>
                </a:lnTo>
                <a:lnTo>
                  <a:pt x="13155" y="47"/>
                </a:lnTo>
                <a:lnTo>
                  <a:pt x="13156" y="47"/>
                </a:lnTo>
                <a:lnTo>
                  <a:pt x="13157" y="47"/>
                </a:lnTo>
                <a:lnTo>
                  <a:pt x="13158" y="47"/>
                </a:lnTo>
                <a:lnTo>
                  <a:pt x="13159" y="47"/>
                </a:lnTo>
                <a:lnTo>
                  <a:pt x="13160" y="47"/>
                </a:lnTo>
                <a:lnTo>
                  <a:pt x="13161" y="47"/>
                </a:lnTo>
                <a:lnTo>
                  <a:pt x="13162" y="47"/>
                </a:lnTo>
                <a:lnTo>
                  <a:pt x="13163" y="47"/>
                </a:lnTo>
                <a:lnTo>
                  <a:pt x="13164" y="47"/>
                </a:lnTo>
                <a:lnTo>
                  <a:pt x="13165" y="47"/>
                </a:lnTo>
                <a:lnTo>
                  <a:pt x="13166" y="47"/>
                </a:lnTo>
                <a:lnTo>
                  <a:pt x="13167" y="47"/>
                </a:lnTo>
                <a:lnTo>
                  <a:pt x="13168" y="47"/>
                </a:lnTo>
                <a:lnTo>
                  <a:pt x="13169" y="47"/>
                </a:lnTo>
                <a:lnTo>
                  <a:pt x="13170" y="47"/>
                </a:lnTo>
                <a:lnTo>
                  <a:pt x="13171" y="47"/>
                </a:lnTo>
                <a:lnTo>
                  <a:pt x="13172" y="47"/>
                </a:lnTo>
                <a:lnTo>
                  <a:pt x="13173" y="47"/>
                </a:lnTo>
                <a:lnTo>
                  <a:pt x="13174" y="47"/>
                </a:lnTo>
                <a:lnTo>
                  <a:pt x="13175" y="47"/>
                </a:lnTo>
                <a:lnTo>
                  <a:pt x="13176" y="47"/>
                </a:lnTo>
                <a:lnTo>
                  <a:pt x="13177" y="47"/>
                </a:lnTo>
                <a:lnTo>
                  <a:pt x="13178" y="47"/>
                </a:lnTo>
                <a:lnTo>
                  <a:pt x="13179" y="47"/>
                </a:lnTo>
                <a:lnTo>
                  <a:pt x="13180" y="47"/>
                </a:lnTo>
                <a:lnTo>
                  <a:pt x="13181" y="47"/>
                </a:lnTo>
                <a:lnTo>
                  <a:pt x="13182" y="47"/>
                </a:lnTo>
                <a:lnTo>
                  <a:pt x="13183" y="47"/>
                </a:lnTo>
                <a:lnTo>
                  <a:pt x="13184" y="47"/>
                </a:lnTo>
                <a:lnTo>
                  <a:pt x="13185" y="47"/>
                </a:lnTo>
                <a:lnTo>
                  <a:pt x="13186" y="47"/>
                </a:lnTo>
                <a:lnTo>
                  <a:pt x="13187" y="47"/>
                </a:lnTo>
                <a:lnTo>
                  <a:pt x="13188" y="47"/>
                </a:lnTo>
                <a:lnTo>
                  <a:pt x="13189" y="47"/>
                </a:lnTo>
                <a:lnTo>
                  <a:pt x="13190" y="47"/>
                </a:lnTo>
                <a:lnTo>
                  <a:pt x="13191" y="47"/>
                </a:lnTo>
                <a:lnTo>
                  <a:pt x="13192" y="47"/>
                </a:lnTo>
                <a:lnTo>
                  <a:pt x="13193" y="47"/>
                </a:lnTo>
                <a:lnTo>
                  <a:pt x="13194" y="47"/>
                </a:lnTo>
                <a:lnTo>
                  <a:pt x="13195" y="47"/>
                </a:lnTo>
                <a:lnTo>
                  <a:pt x="13196" y="47"/>
                </a:lnTo>
                <a:lnTo>
                  <a:pt x="13197" y="47"/>
                </a:lnTo>
                <a:lnTo>
                  <a:pt x="13198" y="47"/>
                </a:lnTo>
                <a:lnTo>
                  <a:pt x="13199" y="47"/>
                </a:lnTo>
                <a:lnTo>
                  <a:pt x="13200" y="47"/>
                </a:lnTo>
                <a:lnTo>
                  <a:pt x="13201" y="47"/>
                </a:lnTo>
                <a:lnTo>
                  <a:pt x="13202" y="47"/>
                </a:lnTo>
                <a:lnTo>
                  <a:pt x="13203" y="47"/>
                </a:lnTo>
                <a:lnTo>
                  <a:pt x="13204" y="47"/>
                </a:lnTo>
                <a:lnTo>
                  <a:pt x="13205" y="47"/>
                </a:lnTo>
                <a:lnTo>
                  <a:pt x="13206" y="47"/>
                </a:lnTo>
                <a:lnTo>
                  <a:pt x="13207" y="47"/>
                </a:lnTo>
                <a:lnTo>
                  <a:pt x="13208" y="47"/>
                </a:lnTo>
                <a:lnTo>
                  <a:pt x="13209" y="47"/>
                </a:lnTo>
                <a:lnTo>
                  <a:pt x="13210" y="47"/>
                </a:lnTo>
                <a:lnTo>
                  <a:pt x="13211" y="47"/>
                </a:lnTo>
                <a:lnTo>
                  <a:pt x="13212" y="47"/>
                </a:lnTo>
                <a:lnTo>
                  <a:pt x="13213" y="47"/>
                </a:lnTo>
                <a:lnTo>
                  <a:pt x="13214" y="47"/>
                </a:lnTo>
                <a:lnTo>
                  <a:pt x="13215" y="47"/>
                </a:lnTo>
                <a:lnTo>
                  <a:pt x="13216" y="47"/>
                </a:lnTo>
                <a:lnTo>
                  <a:pt x="13217" y="47"/>
                </a:lnTo>
                <a:lnTo>
                  <a:pt x="13218" y="47"/>
                </a:lnTo>
                <a:lnTo>
                  <a:pt x="13219" y="47"/>
                </a:lnTo>
                <a:lnTo>
                  <a:pt x="13220" y="47"/>
                </a:lnTo>
                <a:lnTo>
                  <a:pt x="13221" y="47"/>
                </a:lnTo>
                <a:lnTo>
                  <a:pt x="13222" y="47"/>
                </a:lnTo>
                <a:lnTo>
                  <a:pt x="13223" y="47"/>
                </a:lnTo>
                <a:lnTo>
                  <a:pt x="13224" y="47"/>
                </a:lnTo>
                <a:lnTo>
                  <a:pt x="13225" y="47"/>
                </a:lnTo>
                <a:lnTo>
                  <a:pt x="13226" y="47"/>
                </a:lnTo>
                <a:lnTo>
                  <a:pt x="13227" y="47"/>
                </a:lnTo>
                <a:lnTo>
                  <a:pt x="13228" y="47"/>
                </a:lnTo>
                <a:lnTo>
                  <a:pt x="13229" y="47"/>
                </a:lnTo>
                <a:lnTo>
                  <a:pt x="13230" y="47"/>
                </a:lnTo>
                <a:lnTo>
                  <a:pt x="13231" y="47"/>
                </a:lnTo>
                <a:lnTo>
                  <a:pt x="13232" y="47"/>
                </a:lnTo>
                <a:lnTo>
                  <a:pt x="13233" y="47"/>
                </a:lnTo>
                <a:lnTo>
                  <a:pt x="13234" y="47"/>
                </a:lnTo>
                <a:lnTo>
                  <a:pt x="13235" y="47"/>
                </a:lnTo>
                <a:lnTo>
                  <a:pt x="13236" y="47"/>
                </a:lnTo>
                <a:lnTo>
                  <a:pt x="13237" y="47"/>
                </a:lnTo>
                <a:lnTo>
                  <a:pt x="13238" y="47"/>
                </a:lnTo>
                <a:lnTo>
                  <a:pt x="13239" y="47"/>
                </a:lnTo>
                <a:lnTo>
                  <a:pt x="13240" y="47"/>
                </a:lnTo>
                <a:lnTo>
                  <a:pt x="13241" y="47"/>
                </a:lnTo>
                <a:lnTo>
                  <a:pt x="13242" y="47"/>
                </a:lnTo>
                <a:lnTo>
                  <a:pt x="13243" y="47"/>
                </a:lnTo>
                <a:lnTo>
                  <a:pt x="13244" y="47"/>
                </a:lnTo>
                <a:lnTo>
                  <a:pt x="13245" y="47"/>
                </a:lnTo>
                <a:lnTo>
                  <a:pt x="13246" y="47"/>
                </a:lnTo>
                <a:lnTo>
                  <a:pt x="13247" y="47"/>
                </a:lnTo>
                <a:lnTo>
                  <a:pt x="13248" y="47"/>
                </a:lnTo>
                <a:lnTo>
                  <a:pt x="13249" y="47"/>
                </a:lnTo>
                <a:lnTo>
                  <a:pt x="13250" y="47"/>
                </a:lnTo>
                <a:lnTo>
                  <a:pt x="13251" y="47"/>
                </a:lnTo>
                <a:lnTo>
                  <a:pt x="13252" y="47"/>
                </a:lnTo>
                <a:lnTo>
                  <a:pt x="13253" y="47"/>
                </a:lnTo>
                <a:lnTo>
                  <a:pt x="13254" y="47"/>
                </a:lnTo>
                <a:lnTo>
                  <a:pt x="13255" y="47"/>
                </a:lnTo>
                <a:lnTo>
                  <a:pt x="13256" y="47"/>
                </a:lnTo>
                <a:lnTo>
                  <a:pt x="13257" y="47"/>
                </a:lnTo>
                <a:lnTo>
                  <a:pt x="13258" y="47"/>
                </a:lnTo>
                <a:lnTo>
                  <a:pt x="13259" y="47"/>
                </a:lnTo>
                <a:lnTo>
                  <a:pt x="13260" y="47"/>
                </a:lnTo>
                <a:lnTo>
                  <a:pt x="13261" y="47"/>
                </a:lnTo>
                <a:lnTo>
                  <a:pt x="13262" y="47"/>
                </a:lnTo>
                <a:lnTo>
                  <a:pt x="13263" y="47"/>
                </a:lnTo>
                <a:lnTo>
                  <a:pt x="13264" y="47"/>
                </a:lnTo>
                <a:lnTo>
                  <a:pt x="13265" y="47"/>
                </a:lnTo>
                <a:lnTo>
                  <a:pt x="13266" y="47"/>
                </a:lnTo>
                <a:lnTo>
                  <a:pt x="13267" y="47"/>
                </a:lnTo>
                <a:lnTo>
                  <a:pt x="13268" y="47"/>
                </a:lnTo>
                <a:lnTo>
                  <a:pt x="13269" y="47"/>
                </a:lnTo>
                <a:lnTo>
                  <a:pt x="13270" y="47"/>
                </a:lnTo>
                <a:lnTo>
                  <a:pt x="13271" y="47"/>
                </a:lnTo>
                <a:lnTo>
                  <a:pt x="13272" y="47"/>
                </a:lnTo>
                <a:lnTo>
                  <a:pt x="13273" y="47"/>
                </a:lnTo>
                <a:lnTo>
                  <a:pt x="13274" y="47"/>
                </a:lnTo>
                <a:lnTo>
                  <a:pt x="13275" y="47"/>
                </a:lnTo>
                <a:lnTo>
                  <a:pt x="13276" y="47"/>
                </a:lnTo>
                <a:lnTo>
                  <a:pt x="13277" y="47"/>
                </a:lnTo>
                <a:lnTo>
                  <a:pt x="13278" y="47"/>
                </a:lnTo>
                <a:lnTo>
                  <a:pt x="13279" y="47"/>
                </a:lnTo>
                <a:lnTo>
                  <a:pt x="13280" y="47"/>
                </a:lnTo>
                <a:lnTo>
                  <a:pt x="13281" y="47"/>
                </a:lnTo>
                <a:lnTo>
                  <a:pt x="13282" y="47"/>
                </a:lnTo>
                <a:lnTo>
                  <a:pt x="13283" y="47"/>
                </a:lnTo>
                <a:lnTo>
                  <a:pt x="13284" y="47"/>
                </a:lnTo>
                <a:lnTo>
                  <a:pt x="13285" y="47"/>
                </a:lnTo>
                <a:lnTo>
                  <a:pt x="13286" y="47"/>
                </a:lnTo>
                <a:lnTo>
                  <a:pt x="13287" y="47"/>
                </a:lnTo>
                <a:lnTo>
                  <a:pt x="13288" y="47"/>
                </a:lnTo>
                <a:lnTo>
                  <a:pt x="13289" y="47"/>
                </a:lnTo>
                <a:lnTo>
                  <a:pt x="13290" y="47"/>
                </a:lnTo>
                <a:lnTo>
                  <a:pt x="13291" y="47"/>
                </a:lnTo>
                <a:lnTo>
                  <a:pt x="13292" y="47"/>
                </a:lnTo>
                <a:lnTo>
                  <a:pt x="13293" y="47"/>
                </a:lnTo>
                <a:lnTo>
                  <a:pt x="13294" y="47"/>
                </a:lnTo>
                <a:lnTo>
                  <a:pt x="13295" y="47"/>
                </a:lnTo>
                <a:lnTo>
                  <a:pt x="13296" y="47"/>
                </a:lnTo>
                <a:lnTo>
                  <a:pt x="13297" y="47"/>
                </a:lnTo>
                <a:lnTo>
                  <a:pt x="13298" y="47"/>
                </a:lnTo>
                <a:lnTo>
                  <a:pt x="13299" y="47"/>
                </a:lnTo>
                <a:lnTo>
                  <a:pt x="13300" y="47"/>
                </a:lnTo>
                <a:lnTo>
                  <a:pt x="13301" y="47"/>
                </a:lnTo>
                <a:lnTo>
                  <a:pt x="13302" y="47"/>
                </a:lnTo>
                <a:lnTo>
                  <a:pt x="13303" y="47"/>
                </a:lnTo>
                <a:lnTo>
                  <a:pt x="13304" y="47"/>
                </a:lnTo>
                <a:lnTo>
                  <a:pt x="13305" y="47"/>
                </a:lnTo>
                <a:lnTo>
                  <a:pt x="13306" y="47"/>
                </a:lnTo>
                <a:lnTo>
                  <a:pt x="13307" y="47"/>
                </a:lnTo>
                <a:lnTo>
                  <a:pt x="13308" y="47"/>
                </a:lnTo>
                <a:lnTo>
                  <a:pt x="13309" y="47"/>
                </a:lnTo>
                <a:lnTo>
                  <a:pt x="13310" y="47"/>
                </a:lnTo>
                <a:lnTo>
                  <a:pt x="13311" y="47"/>
                </a:lnTo>
                <a:lnTo>
                  <a:pt x="13312" y="47"/>
                </a:lnTo>
                <a:lnTo>
                  <a:pt x="13313" y="47"/>
                </a:lnTo>
                <a:lnTo>
                  <a:pt x="13314" y="47"/>
                </a:lnTo>
                <a:lnTo>
                  <a:pt x="13315" y="47"/>
                </a:lnTo>
                <a:lnTo>
                  <a:pt x="13316" y="47"/>
                </a:lnTo>
                <a:lnTo>
                  <a:pt x="13317" y="47"/>
                </a:lnTo>
                <a:lnTo>
                  <a:pt x="13318" y="47"/>
                </a:lnTo>
                <a:lnTo>
                  <a:pt x="13319" y="47"/>
                </a:lnTo>
                <a:lnTo>
                  <a:pt x="13320" y="47"/>
                </a:lnTo>
                <a:lnTo>
                  <a:pt x="13321" y="47"/>
                </a:lnTo>
                <a:lnTo>
                  <a:pt x="13322" y="47"/>
                </a:lnTo>
                <a:lnTo>
                  <a:pt x="13323" y="47"/>
                </a:lnTo>
                <a:lnTo>
                  <a:pt x="13324" y="47"/>
                </a:lnTo>
                <a:lnTo>
                  <a:pt x="13325" y="47"/>
                </a:lnTo>
                <a:lnTo>
                  <a:pt x="13326" y="47"/>
                </a:lnTo>
                <a:lnTo>
                  <a:pt x="13327" y="47"/>
                </a:lnTo>
                <a:lnTo>
                  <a:pt x="13328" y="47"/>
                </a:lnTo>
                <a:lnTo>
                  <a:pt x="13329" y="47"/>
                </a:lnTo>
                <a:lnTo>
                  <a:pt x="13330" y="47"/>
                </a:lnTo>
                <a:lnTo>
                  <a:pt x="13331" y="47"/>
                </a:lnTo>
                <a:lnTo>
                  <a:pt x="13332" y="47"/>
                </a:lnTo>
                <a:lnTo>
                  <a:pt x="13333" y="47"/>
                </a:lnTo>
                <a:lnTo>
                  <a:pt x="13334" y="47"/>
                </a:lnTo>
                <a:lnTo>
                  <a:pt x="13335" y="47"/>
                </a:lnTo>
                <a:lnTo>
                  <a:pt x="13336" y="47"/>
                </a:lnTo>
                <a:lnTo>
                  <a:pt x="13337" y="47"/>
                </a:lnTo>
                <a:lnTo>
                  <a:pt x="13338" y="47"/>
                </a:lnTo>
                <a:lnTo>
                  <a:pt x="13339" y="47"/>
                </a:lnTo>
                <a:lnTo>
                  <a:pt x="13340" y="47"/>
                </a:lnTo>
                <a:lnTo>
                  <a:pt x="13341" y="47"/>
                </a:lnTo>
                <a:lnTo>
                  <a:pt x="13342" y="47"/>
                </a:lnTo>
                <a:lnTo>
                  <a:pt x="13343" y="47"/>
                </a:lnTo>
                <a:lnTo>
                  <a:pt x="13344" y="47"/>
                </a:lnTo>
                <a:lnTo>
                  <a:pt x="13345" y="47"/>
                </a:lnTo>
                <a:lnTo>
                  <a:pt x="13346" y="47"/>
                </a:lnTo>
                <a:lnTo>
                  <a:pt x="13347" y="47"/>
                </a:lnTo>
                <a:lnTo>
                  <a:pt x="13348" y="47"/>
                </a:lnTo>
                <a:lnTo>
                  <a:pt x="13349" y="47"/>
                </a:lnTo>
                <a:lnTo>
                  <a:pt x="13350" y="47"/>
                </a:lnTo>
                <a:lnTo>
                  <a:pt x="13351" y="47"/>
                </a:lnTo>
                <a:lnTo>
                  <a:pt x="13352" y="47"/>
                </a:lnTo>
                <a:lnTo>
                  <a:pt x="13353" y="47"/>
                </a:lnTo>
                <a:lnTo>
                  <a:pt x="13354" y="47"/>
                </a:lnTo>
                <a:lnTo>
                  <a:pt x="13355" y="47"/>
                </a:lnTo>
                <a:lnTo>
                  <a:pt x="13356" y="47"/>
                </a:lnTo>
                <a:lnTo>
                  <a:pt x="13357" y="47"/>
                </a:lnTo>
                <a:lnTo>
                  <a:pt x="13358" y="47"/>
                </a:lnTo>
                <a:lnTo>
                  <a:pt x="13359" y="47"/>
                </a:lnTo>
                <a:lnTo>
                  <a:pt x="13360" y="47"/>
                </a:lnTo>
                <a:lnTo>
                  <a:pt x="13361" y="47"/>
                </a:lnTo>
                <a:lnTo>
                  <a:pt x="13362" y="47"/>
                </a:lnTo>
                <a:lnTo>
                  <a:pt x="13363" y="47"/>
                </a:lnTo>
                <a:lnTo>
                  <a:pt x="13364" y="47"/>
                </a:lnTo>
                <a:lnTo>
                  <a:pt x="13365" y="47"/>
                </a:lnTo>
                <a:lnTo>
                  <a:pt x="13366" y="47"/>
                </a:lnTo>
                <a:lnTo>
                  <a:pt x="13367" y="47"/>
                </a:lnTo>
                <a:lnTo>
                  <a:pt x="13368" y="47"/>
                </a:lnTo>
                <a:lnTo>
                  <a:pt x="13369" y="47"/>
                </a:lnTo>
                <a:lnTo>
                  <a:pt x="13370" y="47"/>
                </a:lnTo>
                <a:lnTo>
                  <a:pt x="13371" y="47"/>
                </a:lnTo>
                <a:lnTo>
                  <a:pt x="13372" y="47"/>
                </a:lnTo>
                <a:lnTo>
                  <a:pt x="13373" y="47"/>
                </a:lnTo>
                <a:lnTo>
                  <a:pt x="13374" y="47"/>
                </a:lnTo>
                <a:lnTo>
                  <a:pt x="13375" y="47"/>
                </a:lnTo>
                <a:lnTo>
                  <a:pt x="13376" y="47"/>
                </a:lnTo>
                <a:lnTo>
                  <a:pt x="13377" y="47"/>
                </a:lnTo>
                <a:lnTo>
                  <a:pt x="13378" y="47"/>
                </a:lnTo>
                <a:lnTo>
                  <a:pt x="13379" y="47"/>
                </a:lnTo>
                <a:lnTo>
                  <a:pt x="13380" y="47"/>
                </a:lnTo>
                <a:lnTo>
                  <a:pt x="13381" y="47"/>
                </a:lnTo>
                <a:lnTo>
                  <a:pt x="13382" y="47"/>
                </a:lnTo>
                <a:lnTo>
                  <a:pt x="13383" y="47"/>
                </a:lnTo>
                <a:lnTo>
                  <a:pt x="13384" y="47"/>
                </a:lnTo>
                <a:lnTo>
                  <a:pt x="13385" y="47"/>
                </a:lnTo>
                <a:lnTo>
                  <a:pt x="13386" y="47"/>
                </a:lnTo>
                <a:lnTo>
                  <a:pt x="13387" y="47"/>
                </a:lnTo>
                <a:lnTo>
                  <a:pt x="13388" y="47"/>
                </a:lnTo>
                <a:lnTo>
                  <a:pt x="13389" y="47"/>
                </a:lnTo>
                <a:lnTo>
                  <a:pt x="13390" y="47"/>
                </a:lnTo>
                <a:lnTo>
                  <a:pt x="13391" y="47"/>
                </a:lnTo>
                <a:lnTo>
                  <a:pt x="13392" y="47"/>
                </a:lnTo>
                <a:lnTo>
                  <a:pt x="13393" y="47"/>
                </a:lnTo>
                <a:lnTo>
                  <a:pt x="13394" y="47"/>
                </a:lnTo>
                <a:lnTo>
                  <a:pt x="13395" y="47"/>
                </a:lnTo>
                <a:lnTo>
                  <a:pt x="13396" y="47"/>
                </a:lnTo>
                <a:lnTo>
                  <a:pt x="13397" y="47"/>
                </a:lnTo>
                <a:lnTo>
                  <a:pt x="13398" y="47"/>
                </a:lnTo>
                <a:lnTo>
                  <a:pt x="13399" y="47"/>
                </a:lnTo>
                <a:lnTo>
                  <a:pt x="13400" y="47"/>
                </a:lnTo>
                <a:lnTo>
                  <a:pt x="13401" y="47"/>
                </a:lnTo>
                <a:lnTo>
                  <a:pt x="13402" y="47"/>
                </a:lnTo>
                <a:lnTo>
                  <a:pt x="13403" y="47"/>
                </a:lnTo>
                <a:lnTo>
                  <a:pt x="13404" y="47"/>
                </a:lnTo>
                <a:lnTo>
                  <a:pt x="13405" y="47"/>
                </a:lnTo>
                <a:lnTo>
                  <a:pt x="13406" y="47"/>
                </a:lnTo>
                <a:lnTo>
                  <a:pt x="13407" y="47"/>
                </a:lnTo>
                <a:lnTo>
                  <a:pt x="13408" y="47"/>
                </a:lnTo>
                <a:lnTo>
                  <a:pt x="13409" y="47"/>
                </a:lnTo>
                <a:lnTo>
                  <a:pt x="13410" y="47"/>
                </a:lnTo>
                <a:lnTo>
                  <a:pt x="13411" y="47"/>
                </a:lnTo>
                <a:lnTo>
                  <a:pt x="13412" y="47"/>
                </a:lnTo>
                <a:lnTo>
                  <a:pt x="13413" y="47"/>
                </a:lnTo>
                <a:lnTo>
                  <a:pt x="13414" y="47"/>
                </a:lnTo>
                <a:lnTo>
                  <a:pt x="13415" y="47"/>
                </a:lnTo>
                <a:lnTo>
                  <a:pt x="13416" y="47"/>
                </a:lnTo>
                <a:lnTo>
                  <a:pt x="13417" y="47"/>
                </a:lnTo>
                <a:lnTo>
                  <a:pt x="13418" y="47"/>
                </a:lnTo>
                <a:lnTo>
                  <a:pt x="13419" y="47"/>
                </a:lnTo>
                <a:lnTo>
                  <a:pt x="13420" y="47"/>
                </a:lnTo>
                <a:lnTo>
                  <a:pt x="13421" y="47"/>
                </a:lnTo>
                <a:lnTo>
                  <a:pt x="13422" y="47"/>
                </a:lnTo>
                <a:lnTo>
                  <a:pt x="13421" y="46"/>
                </a:lnTo>
                <a:lnTo>
                  <a:pt x="13420" y="46"/>
                </a:lnTo>
                <a:lnTo>
                  <a:pt x="13419" y="46"/>
                </a:lnTo>
                <a:lnTo>
                  <a:pt x="13419" y="45"/>
                </a:lnTo>
                <a:lnTo>
                  <a:pt x="13418" y="45"/>
                </a:lnTo>
                <a:lnTo>
                  <a:pt x="13417" y="45"/>
                </a:lnTo>
                <a:lnTo>
                  <a:pt x="13417" y="44"/>
                </a:lnTo>
                <a:lnTo>
                  <a:pt x="13416" y="44"/>
                </a:lnTo>
                <a:lnTo>
                  <a:pt x="13415" y="43"/>
                </a:lnTo>
                <a:lnTo>
                  <a:pt x="13414" y="43"/>
                </a:lnTo>
                <a:lnTo>
                  <a:pt x="13413" y="43"/>
                </a:lnTo>
                <a:lnTo>
                  <a:pt x="13413" y="42"/>
                </a:lnTo>
                <a:lnTo>
                  <a:pt x="13412" y="42"/>
                </a:lnTo>
                <a:lnTo>
                  <a:pt x="13411" y="41"/>
                </a:lnTo>
                <a:lnTo>
                  <a:pt x="13410" y="41"/>
                </a:lnTo>
                <a:lnTo>
                  <a:pt x="13409" y="41"/>
                </a:lnTo>
                <a:lnTo>
                  <a:pt x="13409" y="40"/>
                </a:lnTo>
                <a:lnTo>
                  <a:pt x="13408" y="40"/>
                </a:lnTo>
                <a:lnTo>
                  <a:pt x="13407" y="40"/>
                </a:lnTo>
                <a:lnTo>
                  <a:pt x="13407" y="39"/>
                </a:lnTo>
                <a:lnTo>
                  <a:pt x="13406" y="39"/>
                </a:lnTo>
                <a:lnTo>
                  <a:pt x="13405" y="38"/>
                </a:lnTo>
                <a:lnTo>
                  <a:pt x="13404" y="38"/>
                </a:lnTo>
                <a:lnTo>
                  <a:pt x="13403" y="38"/>
                </a:lnTo>
                <a:lnTo>
                  <a:pt x="13403" y="37"/>
                </a:lnTo>
                <a:lnTo>
                  <a:pt x="13402" y="37"/>
                </a:lnTo>
                <a:lnTo>
                  <a:pt x="13401" y="36"/>
                </a:lnTo>
                <a:lnTo>
                  <a:pt x="13400" y="36"/>
                </a:lnTo>
                <a:lnTo>
                  <a:pt x="13399" y="36"/>
                </a:lnTo>
                <a:lnTo>
                  <a:pt x="13399" y="35"/>
                </a:lnTo>
                <a:lnTo>
                  <a:pt x="13398" y="35"/>
                </a:lnTo>
                <a:lnTo>
                  <a:pt x="13397" y="35"/>
                </a:lnTo>
                <a:lnTo>
                  <a:pt x="13397" y="34"/>
                </a:lnTo>
                <a:lnTo>
                  <a:pt x="13396" y="34"/>
                </a:lnTo>
                <a:lnTo>
                  <a:pt x="13395" y="33"/>
                </a:lnTo>
                <a:lnTo>
                  <a:pt x="13394" y="33"/>
                </a:lnTo>
                <a:lnTo>
                  <a:pt x="13393" y="33"/>
                </a:lnTo>
                <a:lnTo>
                  <a:pt x="13393" y="32"/>
                </a:lnTo>
                <a:lnTo>
                  <a:pt x="13392" y="32"/>
                </a:lnTo>
                <a:lnTo>
                  <a:pt x="13391" y="31"/>
                </a:lnTo>
                <a:lnTo>
                  <a:pt x="13390" y="31"/>
                </a:lnTo>
                <a:lnTo>
                  <a:pt x="13389" y="31"/>
                </a:lnTo>
                <a:lnTo>
                  <a:pt x="13389" y="30"/>
                </a:lnTo>
                <a:lnTo>
                  <a:pt x="13388" y="30"/>
                </a:lnTo>
                <a:lnTo>
                  <a:pt x="13387" y="30"/>
                </a:lnTo>
                <a:lnTo>
                  <a:pt x="13387" y="29"/>
                </a:lnTo>
                <a:lnTo>
                  <a:pt x="13386" y="29"/>
                </a:lnTo>
                <a:lnTo>
                  <a:pt x="13385" y="28"/>
                </a:lnTo>
                <a:lnTo>
                  <a:pt x="13384" y="28"/>
                </a:lnTo>
                <a:lnTo>
                  <a:pt x="13383" y="28"/>
                </a:lnTo>
                <a:lnTo>
                  <a:pt x="13383" y="27"/>
                </a:lnTo>
                <a:lnTo>
                  <a:pt x="13382" y="27"/>
                </a:lnTo>
                <a:lnTo>
                  <a:pt x="13381" y="26"/>
                </a:lnTo>
                <a:lnTo>
                  <a:pt x="13380" y="26"/>
                </a:lnTo>
                <a:lnTo>
                  <a:pt x="13379" y="26"/>
                </a:lnTo>
                <a:lnTo>
                  <a:pt x="13379" y="25"/>
                </a:lnTo>
                <a:lnTo>
                  <a:pt x="13378" y="25"/>
                </a:lnTo>
                <a:lnTo>
                  <a:pt x="13377" y="25"/>
                </a:lnTo>
                <a:lnTo>
                  <a:pt x="13377" y="24"/>
                </a:lnTo>
                <a:lnTo>
                  <a:pt x="13376" y="24"/>
                </a:lnTo>
                <a:lnTo>
                  <a:pt x="13375" y="24"/>
                </a:lnTo>
                <a:lnTo>
                  <a:pt x="13375" y="23"/>
                </a:lnTo>
                <a:lnTo>
                  <a:pt x="13374" y="23"/>
                </a:lnTo>
                <a:lnTo>
                  <a:pt x="13373" y="23"/>
                </a:lnTo>
                <a:lnTo>
                  <a:pt x="13373" y="22"/>
                </a:lnTo>
                <a:lnTo>
                  <a:pt x="13372" y="22"/>
                </a:lnTo>
                <a:lnTo>
                  <a:pt x="13371" y="21"/>
                </a:lnTo>
                <a:lnTo>
                  <a:pt x="13370" y="21"/>
                </a:lnTo>
                <a:lnTo>
                  <a:pt x="13369" y="21"/>
                </a:lnTo>
                <a:lnTo>
                  <a:pt x="13369" y="20"/>
                </a:lnTo>
                <a:lnTo>
                  <a:pt x="13368" y="20"/>
                </a:lnTo>
                <a:lnTo>
                  <a:pt x="13367" y="19"/>
                </a:lnTo>
                <a:lnTo>
                  <a:pt x="13366" y="19"/>
                </a:lnTo>
                <a:lnTo>
                  <a:pt x="13365" y="19"/>
                </a:lnTo>
                <a:lnTo>
                  <a:pt x="13365" y="18"/>
                </a:lnTo>
                <a:lnTo>
                  <a:pt x="13364" y="18"/>
                </a:lnTo>
                <a:lnTo>
                  <a:pt x="13363" y="18"/>
                </a:lnTo>
                <a:lnTo>
                  <a:pt x="13363" y="17"/>
                </a:lnTo>
                <a:lnTo>
                  <a:pt x="13362" y="17"/>
                </a:lnTo>
                <a:lnTo>
                  <a:pt x="13361" y="16"/>
                </a:lnTo>
                <a:lnTo>
                  <a:pt x="13360" y="16"/>
                </a:lnTo>
                <a:lnTo>
                  <a:pt x="13359" y="16"/>
                </a:lnTo>
                <a:lnTo>
                  <a:pt x="13359" y="15"/>
                </a:lnTo>
                <a:lnTo>
                  <a:pt x="13358" y="15"/>
                </a:lnTo>
                <a:lnTo>
                  <a:pt x="13357" y="14"/>
                </a:lnTo>
                <a:lnTo>
                  <a:pt x="13356" y="14"/>
                </a:lnTo>
                <a:lnTo>
                  <a:pt x="13355" y="14"/>
                </a:lnTo>
                <a:lnTo>
                  <a:pt x="13355" y="13"/>
                </a:lnTo>
                <a:lnTo>
                  <a:pt x="13354" y="13"/>
                </a:lnTo>
                <a:lnTo>
                  <a:pt x="13353" y="13"/>
                </a:lnTo>
                <a:lnTo>
                  <a:pt x="13353" y="12"/>
                </a:lnTo>
                <a:lnTo>
                  <a:pt x="13352" y="12"/>
                </a:lnTo>
                <a:lnTo>
                  <a:pt x="13351" y="11"/>
                </a:lnTo>
                <a:lnTo>
                  <a:pt x="13350" y="11"/>
                </a:lnTo>
                <a:lnTo>
                  <a:pt x="13349" y="11"/>
                </a:lnTo>
                <a:lnTo>
                  <a:pt x="13349" y="10"/>
                </a:lnTo>
                <a:lnTo>
                  <a:pt x="13348" y="10"/>
                </a:lnTo>
                <a:lnTo>
                  <a:pt x="13347" y="9"/>
                </a:lnTo>
                <a:lnTo>
                  <a:pt x="13346" y="9"/>
                </a:lnTo>
                <a:lnTo>
                  <a:pt x="13345" y="9"/>
                </a:lnTo>
                <a:lnTo>
                  <a:pt x="13345" y="8"/>
                </a:lnTo>
                <a:lnTo>
                  <a:pt x="13344" y="8"/>
                </a:lnTo>
                <a:lnTo>
                  <a:pt x="13343" y="8"/>
                </a:lnTo>
                <a:lnTo>
                  <a:pt x="13343" y="7"/>
                </a:lnTo>
                <a:lnTo>
                  <a:pt x="13342" y="7"/>
                </a:lnTo>
                <a:lnTo>
                  <a:pt x="13341" y="6"/>
                </a:lnTo>
                <a:lnTo>
                  <a:pt x="13340" y="6"/>
                </a:lnTo>
                <a:lnTo>
                  <a:pt x="13339" y="6"/>
                </a:lnTo>
                <a:lnTo>
                  <a:pt x="13339" y="5"/>
                </a:lnTo>
                <a:lnTo>
                  <a:pt x="13338" y="5"/>
                </a:lnTo>
                <a:lnTo>
                  <a:pt x="13337" y="4"/>
                </a:lnTo>
                <a:lnTo>
                  <a:pt x="13336" y="4"/>
                </a:lnTo>
                <a:lnTo>
                  <a:pt x="13335" y="4"/>
                </a:lnTo>
                <a:lnTo>
                  <a:pt x="13335" y="3"/>
                </a:lnTo>
                <a:lnTo>
                  <a:pt x="13334" y="3"/>
                </a:lnTo>
                <a:lnTo>
                  <a:pt x="13333" y="3"/>
                </a:lnTo>
                <a:lnTo>
                  <a:pt x="13333" y="2"/>
                </a:lnTo>
                <a:lnTo>
                  <a:pt x="13332" y="2"/>
                </a:lnTo>
                <a:lnTo>
                  <a:pt x="13331" y="1"/>
                </a:lnTo>
                <a:lnTo>
                  <a:pt x="13330" y="1"/>
                </a:lnTo>
                <a:lnTo>
                  <a:pt x="13329" y="1"/>
                </a:lnTo>
                <a:lnTo>
                  <a:pt x="13329" y="0"/>
                </a:lnTo>
                <a:lnTo>
                  <a:pt x="13328" y="0"/>
                </a:lnTo>
                <a:lnTo>
                  <a:pt x="13328" y="124"/>
                </a:lnTo>
                <a:lnTo>
                  <a:pt x="13327" y="124"/>
                </a:lnTo>
                <a:lnTo>
                  <a:pt x="13326" y="124"/>
                </a:lnTo>
                <a:lnTo>
                  <a:pt x="13325" y="123"/>
                </a:lnTo>
                <a:lnTo>
                  <a:pt x="13324" y="123"/>
                </a:lnTo>
                <a:lnTo>
                  <a:pt x="13323" y="122"/>
                </a:lnTo>
                <a:lnTo>
                  <a:pt x="13322" y="122"/>
                </a:lnTo>
                <a:lnTo>
                  <a:pt x="13322" y="121"/>
                </a:lnTo>
                <a:lnTo>
                  <a:pt x="13321" y="121"/>
                </a:lnTo>
                <a:lnTo>
                  <a:pt x="13320" y="121"/>
                </a:lnTo>
                <a:lnTo>
                  <a:pt x="13319" y="120"/>
                </a:lnTo>
                <a:lnTo>
                  <a:pt x="13318" y="120"/>
                </a:lnTo>
                <a:lnTo>
                  <a:pt x="13318" y="119"/>
                </a:lnTo>
                <a:lnTo>
                  <a:pt x="13317" y="119"/>
                </a:lnTo>
                <a:lnTo>
                  <a:pt x="13316" y="119"/>
                </a:lnTo>
                <a:lnTo>
                  <a:pt x="13315" y="118"/>
                </a:lnTo>
                <a:lnTo>
                  <a:pt x="13314" y="118"/>
                </a:lnTo>
                <a:lnTo>
                  <a:pt x="13313" y="117"/>
                </a:lnTo>
                <a:lnTo>
                  <a:pt x="13312" y="117"/>
                </a:lnTo>
                <a:lnTo>
                  <a:pt x="13312" y="116"/>
                </a:lnTo>
                <a:lnTo>
                  <a:pt x="13311" y="116"/>
                </a:lnTo>
                <a:lnTo>
                  <a:pt x="13310" y="116"/>
                </a:lnTo>
                <a:lnTo>
                  <a:pt x="13309" y="115"/>
                </a:lnTo>
                <a:lnTo>
                  <a:pt x="13308" y="115"/>
                </a:lnTo>
                <a:lnTo>
                  <a:pt x="13308" y="114"/>
                </a:lnTo>
                <a:lnTo>
                  <a:pt x="13307" y="114"/>
                </a:lnTo>
                <a:lnTo>
                  <a:pt x="13306" y="114"/>
                </a:lnTo>
                <a:lnTo>
                  <a:pt x="13305" y="113"/>
                </a:lnTo>
                <a:lnTo>
                  <a:pt x="13304" y="113"/>
                </a:lnTo>
                <a:lnTo>
                  <a:pt x="13303" y="112"/>
                </a:lnTo>
                <a:lnTo>
                  <a:pt x="13302" y="112"/>
                </a:lnTo>
                <a:lnTo>
                  <a:pt x="13302" y="111"/>
                </a:lnTo>
                <a:lnTo>
                  <a:pt x="13301" y="111"/>
                </a:lnTo>
                <a:lnTo>
                  <a:pt x="13300" y="111"/>
                </a:lnTo>
                <a:lnTo>
                  <a:pt x="13299" y="110"/>
                </a:lnTo>
                <a:lnTo>
                  <a:pt x="13298" y="110"/>
                </a:lnTo>
                <a:lnTo>
                  <a:pt x="13298" y="109"/>
                </a:lnTo>
                <a:lnTo>
                  <a:pt x="13297" y="109"/>
                </a:lnTo>
                <a:lnTo>
                  <a:pt x="13296" y="109"/>
                </a:lnTo>
                <a:lnTo>
                  <a:pt x="13295" y="108"/>
                </a:lnTo>
                <a:lnTo>
                  <a:pt x="13294" y="108"/>
                </a:lnTo>
                <a:lnTo>
                  <a:pt x="13293" y="218"/>
                </a:lnTo>
                <a:lnTo>
                  <a:pt x="13292" y="217"/>
                </a:lnTo>
                <a:lnTo>
                  <a:pt x="13291" y="217"/>
                </a:lnTo>
                <a:lnTo>
                  <a:pt x="13290" y="216"/>
                </a:lnTo>
                <a:lnTo>
                  <a:pt x="13289" y="216"/>
                </a:lnTo>
                <a:lnTo>
                  <a:pt x="13288" y="215"/>
                </a:lnTo>
                <a:lnTo>
                  <a:pt x="13287" y="215"/>
                </a:lnTo>
                <a:lnTo>
                  <a:pt x="13286" y="214"/>
                </a:lnTo>
                <a:lnTo>
                  <a:pt x="13285" y="214"/>
                </a:lnTo>
                <a:lnTo>
                  <a:pt x="13284" y="213"/>
                </a:lnTo>
                <a:lnTo>
                  <a:pt x="13283" y="213"/>
                </a:lnTo>
                <a:lnTo>
                  <a:pt x="13282" y="212"/>
                </a:lnTo>
                <a:lnTo>
                  <a:pt x="13281" y="212"/>
                </a:lnTo>
                <a:lnTo>
                  <a:pt x="13280" y="211"/>
                </a:lnTo>
                <a:lnTo>
                  <a:pt x="13279" y="211"/>
                </a:lnTo>
                <a:lnTo>
                  <a:pt x="13278" y="210"/>
                </a:lnTo>
                <a:lnTo>
                  <a:pt x="13277" y="210"/>
                </a:lnTo>
                <a:lnTo>
                  <a:pt x="13276" y="209"/>
                </a:lnTo>
                <a:lnTo>
                  <a:pt x="13275" y="209"/>
                </a:lnTo>
                <a:lnTo>
                  <a:pt x="13274" y="208"/>
                </a:lnTo>
                <a:lnTo>
                  <a:pt x="13273" y="208"/>
                </a:lnTo>
                <a:lnTo>
                  <a:pt x="13272" y="207"/>
                </a:lnTo>
                <a:lnTo>
                  <a:pt x="13271" y="207"/>
                </a:lnTo>
                <a:lnTo>
                  <a:pt x="13270" y="206"/>
                </a:lnTo>
                <a:lnTo>
                  <a:pt x="13269" y="206"/>
                </a:lnTo>
                <a:lnTo>
                  <a:pt x="13268" y="205"/>
                </a:lnTo>
                <a:lnTo>
                  <a:pt x="13267" y="205"/>
                </a:lnTo>
                <a:lnTo>
                  <a:pt x="13266" y="204"/>
                </a:lnTo>
                <a:lnTo>
                  <a:pt x="13265" y="204"/>
                </a:lnTo>
                <a:lnTo>
                  <a:pt x="13264" y="203"/>
                </a:lnTo>
                <a:lnTo>
                  <a:pt x="13263" y="203"/>
                </a:lnTo>
                <a:lnTo>
                  <a:pt x="13262" y="202"/>
                </a:lnTo>
                <a:lnTo>
                  <a:pt x="13261" y="202"/>
                </a:lnTo>
                <a:lnTo>
                  <a:pt x="13260" y="201"/>
                </a:lnTo>
                <a:lnTo>
                  <a:pt x="13259" y="201"/>
                </a:lnTo>
                <a:lnTo>
                  <a:pt x="13258" y="200"/>
                </a:lnTo>
                <a:lnTo>
                  <a:pt x="13257" y="299"/>
                </a:lnTo>
                <a:lnTo>
                  <a:pt x="13256" y="299"/>
                </a:lnTo>
                <a:lnTo>
                  <a:pt x="13256" y="398"/>
                </a:lnTo>
                <a:lnTo>
                  <a:pt x="13255" y="398"/>
                </a:lnTo>
                <a:lnTo>
                  <a:pt x="13255" y="397"/>
                </a:lnTo>
                <a:lnTo>
                  <a:pt x="13254" y="397"/>
                </a:lnTo>
                <a:lnTo>
                  <a:pt x="13253" y="397"/>
                </a:lnTo>
                <a:lnTo>
                  <a:pt x="13253" y="396"/>
                </a:lnTo>
                <a:lnTo>
                  <a:pt x="13252" y="396"/>
                </a:lnTo>
                <a:lnTo>
                  <a:pt x="13251" y="396"/>
                </a:lnTo>
                <a:lnTo>
                  <a:pt x="13251" y="395"/>
                </a:lnTo>
                <a:lnTo>
                  <a:pt x="13250" y="395"/>
                </a:lnTo>
                <a:lnTo>
                  <a:pt x="13249" y="395"/>
                </a:lnTo>
                <a:lnTo>
                  <a:pt x="13249" y="394"/>
                </a:lnTo>
                <a:lnTo>
                  <a:pt x="13248" y="394"/>
                </a:lnTo>
                <a:lnTo>
                  <a:pt x="13247" y="393"/>
                </a:lnTo>
                <a:lnTo>
                  <a:pt x="13246" y="393"/>
                </a:lnTo>
                <a:lnTo>
                  <a:pt x="13245" y="393"/>
                </a:lnTo>
                <a:lnTo>
                  <a:pt x="13245" y="392"/>
                </a:lnTo>
                <a:lnTo>
                  <a:pt x="13244" y="392"/>
                </a:lnTo>
                <a:lnTo>
                  <a:pt x="13243" y="392"/>
                </a:lnTo>
                <a:lnTo>
                  <a:pt x="13243" y="391"/>
                </a:lnTo>
                <a:lnTo>
                  <a:pt x="13242" y="488"/>
                </a:lnTo>
                <a:lnTo>
                  <a:pt x="13242" y="487"/>
                </a:lnTo>
                <a:lnTo>
                  <a:pt x="13241" y="487"/>
                </a:lnTo>
                <a:lnTo>
                  <a:pt x="13240" y="487"/>
                </a:lnTo>
                <a:lnTo>
                  <a:pt x="13239" y="486"/>
                </a:lnTo>
                <a:lnTo>
                  <a:pt x="13238" y="486"/>
                </a:lnTo>
                <a:lnTo>
                  <a:pt x="13238" y="485"/>
                </a:lnTo>
                <a:lnTo>
                  <a:pt x="13237" y="485"/>
                </a:lnTo>
                <a:lnTo>
                  <a:pt x="13236" y="485"/>
                </a:lnTo>
                <a:lnTo>
                  <a:pt x="13236" y="580"/>
                </a:lnTo>
                <a:lnTo>
                  <a:pt x="13235" y="580"/>
                </a:lnTo>
                <a:lnTo>
                  <a:pt x="13234" y="579"/>
                </a:lnTo>
                <a:lnTo>
                  <a:pt x="13233" y="579"/>
                </a:lnTo>
                <a:lnTo>
                  <a:pt x="13232" y="578"/>
                </a:lnTo>
                <a:lnTo>
                  <a:pt x="13231" y="578"/>
                </a:lnTo>
                <a:lnTo>
                  <a:pt x="13230" y="577"/>
                </a:lnTo>
                <a:lnTo>
                  <a:pt x="13229" y="577"/>
                </a:lnTo>
                <a:lnTo>
                  <a:pt x="13228" y="576"/>
                </a:lnTo>
                <a:lnTo>
                  <a:pt x="13227" y="576"/>
                </a:lnTo>
                <a:lnTo>
                  <a:pt x="13226" y="576"/>
                </a:lnTo>
                <a:lnTo>
                  <a:pt x="13226" y="575"/>
                </a:lnTo>
                <a:lnTo>
                  <a:pt x="13225" y="575"/>
                </a:lnTo>
                <a:lnTo>
                  <a:pt x="13224" y="574"/>
                </a:lnTo>
                <a:lnTo>
                  <a:pt x="13223" y="574"/>
                </a:lnTo>
                <a:lnTo>
                  <a:pt x="13222" y="573"/>
                </a:lnTo>
                <a:lnTo>
                  <a:pt x="13221" y="573"/>
                </a:lnTo>
                <a:lnTo>
                  <a:pt x="13220" y="572"/>
                </a:lnTo>
                <a:lnTo>
                  <a:pt x="13219" y="663"/>
                </a:lnTo>
                <a:lnTo>
                  <a:pt x="13218" y="753"/>
                </a:lnTo>
                <a:lnTo>
                  <a:pt x="13217" y="753"/>
                </a:lnTo>
                <a:lnTo>
                  <a:pt x="13216" y="752"/>
                </a:lnTo>
                <a:lnTo>
                  <a:pt x="13215" y="752"/>
                </a:lnTo>
                <a:lnTo>
                  <a:pt x="13215" y="751"/>
                </a:lnTo>
                <a:lnTo>
                  <a:pt x="13214" y="751"/>
                </a:lnTo>
                <a:lnTo>
                  <a:pt x="13213" y="750"/>
                </a:lnTo>
                <a:lnTo>
                  <a:pt x="13212" y="750"/>
                </a:lnTo>
                <a:lnTo>
                  <a:pt x="13211" y="750"/>
                </a:lnTo>
                <a:lnTo>
                  <a:pt x="13211" y="749"/>
                </a:lnTo>
                <a:lnTo>
                  <a:pt x="13210" y="749"/>
                </a:lnTo>
                <a:lnTo>
                  <a:pt x="13209" y="749"/>
                </a:lnTo>
                <a:lnTo>
                  <a:pt x="13209" y="748"/>
                </a:lnTo>
                <a:lnTo>
                  <a:pt x="13208" y="748"/>
                </a:lnTo>
                <a:lnTo>
                  <a:pt x="13207" y="748"/>
                </a:lnTo>
                <a:lnTo>
                  <a:pt x="13206" y="747"/>
                </a:lnTo>
                <a:lnTo>
                  <a:pt x="13205" y="747"/>
                </a:lnTo>
                <a:lnTo>
                  <a:pt x="13205" y="746"/>
                </a:lnTo>
                <a:lnTo>
                  <a:pt x="13204" y="746"/>
                </a:lnTo>
                <a:lnTo>
                  <a:pt x="13203" y="746"/>
                </a:lnTo>
                <a:lnTo>
                  <a:pt x="13202" y="745"/>
                </a:lnTo>
                <a:lnTo>
                  <a:pt x="13201" y="745"/>
                </a:lnTo>
                <a:lnTo>
                  <a:pt x="13201" y="744"/>
                </a:lnTo>
                <a:lnTo>
                  <a:pt x="13200" y="744"/>
                </a:lnTo>
                <a:lnTo>
                  <a:pt x="13199" y="744"/>
                </a:lnTo>
                <a:lnTo>
                  <a:pt x="13199" y="743"/>
                </a:lnTo>
                <a:lnTo>
                  <a:pt x="13198" y="743"/>
                </a:lnTo>
                <a:lnTo>
                  <a:pt x="13197" y="743"/>
                </a:lnTo>
                <a:lnTo>
                  <a:pt x="13196" y="742"/>
                </a:lnTo>
                <a:lnTo>
                  <a:pt x="13195" y="742"/>
                </a:lnTo>
                <a:lnTo>
                  <a:pt x="13195" y="741"/>
                </a:lnTo>
                <a:lnTo>
                  <a:pt x="13194" y="741"/>
                </a:lnTo>
                <a:lnTo>
                  <a:pt x="13193" y="741"/>
                </a:lnTo>
                <a:lnTo>
                  <a:pt x="13192" y="740"/>
                </a:lnTo>
                <a:lnTo>
                  <a:pt x="13191" y="740"/>
                </a:lnTo>
                <a:lnTo>
                  <a:pt x="13191" y="739"/>
                </a:lnTo>
                <a:lnTo>
                  <a:pt x="13190" y="739"/>
                </a:lnTo>
                <a:lnTo>
                  <a:pt x="13189" y="739"/>
                </a:lnTo>
                <a:lnTo>
                  <a:pt x="13189" y="738"/>
                </a:lnTo>
                <a:lnTo>
                  <a:pt x="13188" y="738"/>
                </a:lnTo>
                <a:lnTo>
                  <a:pt x="13187" y="738"/>
                </a:lnTo>
                <a:lnTo>
                  <a:pt x="13186" y="737"/>
                </a:lnTo>
                <a:lnTo>
                  <a:pt x="13185" y="737"/>
                </a:lnTo>
                <a:lnTo>
                  <a:pt x="13185" y="736"/>
                </a:lnTo>
                <a:lnTo>
                  <a:pt x="13184" y="736"/>
                </a:lnTo>
                <a:lnTo>
                  <a:pt x="13183" y="736"/>
                </a:lnTo>
                <a:lnTo>
                  <a:pt x="13182" y="735"/>
                </a:lnTo>
                <a:lnTo>
                  <a:pt x="13181" y="735"/>
                </a:lnTo>
                <a:lnTo>
                  <a:pt x="13181" y="820"/>
                </a:lnTo>
                <a:lnTo>
                  <a:pt x="13180" y="819"/>
                </a:lnTo>
                <a:lnTo>
                  <a:pt x="13179" y="819"/>
                </a:lnTo>
                <a:lnTo>
                  <a:pt x="13178" y="819"/>
                </a:lnTo>
                <a:lnTo>
                  <a:pt x="13178" y="818"/>
                </a:lnTo>
                <a:lnTo>
                  <a:pt x="13177" y="818"/>
                </a:lnTo>
                <a:lnTo>
                  <a:pt x="13176" y="817"/>
                </a:lnTo>
                <a:lnTo>
                  <a:pt x="13175" y="817"/>
                </a:lnTo>
                <a:lnTo>
                  <a:pt x="13175" y="901"/>
                </a:lnTo>
                <a:lnTo>
                  <a:pt x="13174" y="901"/>
                </a:lnTo>
                <a:lnTo>
                  <a:pt x="13173" y="900"/>
                </a:lnTo>
                <a:lnTo>
                  <a:pt x="13172" y="900"/>
                </a:lnTo>
                <a:lnTo>
                  <a:pt x="13171" y="899"/>
                </a:lnTo>
                <a:lnTo>
                  <a:pt x="13170" y="899"/>
                </a:lnTo>
                <a:lnTo>
                  <a:pt x="13169" y="899"/>
                </a:lnTo>
                <a:lnTo>
                  <a:pt x="13169" y="898"/>
                </a:lnTo>
                <a:lnTo>
                  <a:pt x="13168" y="898"/>
                </a:lnTo>
                <a:lnTo>
                  <a:pt x="13167" y="897"/>
                </a:lnTo>
                <a:lnTo>
                  <a:pt x="13167" y="980"/>
                </a:lnTo>
                <a:lnTo>
                  <a:pt x="13166" y="980"/>
                </a:lnTo>
                <a:lnTo>
                  <a:pt x="13165" y="980"/>
                </a:lnTo>
                <a:lnTo>
                  <a:pt x="13165" y="979"/>
                </a:lnTo>
                <a:lnTo>
                  <a:pt x="13164" y="979"/>
                </a:lnTo>
                <a:lnTo>
                  <a:pt x="13163" y="979"/>
                </a:lnTo>
                <a:lnTo>
                  <a:pt x="13162" y="978"/>
                </a:lnTo>
                <a:lnTo>
                  <a:pt x="13161" y="978"/>
                </a:lnTo>
                <a:lnTo>
                  <a:pt x="13161" y="977"/>
                </a:lnTo>
                <a:lnTo>
                  <a:pt x="13160" y="977"/>
                </a:lnTo>
                <a:lnTo>
                  <a:pt x="13159" y="977"/>
                </a:lnTo>
                <a:lnTo>
                  <a:pt x="13159" y="976"/>
                </a:lnTo>
                <a:lnTo>
                  <a:pt x="13158" y="976"/>
                </a:lnTo>
                <a:lnTo>
                  <a:pt x="13157" y="976"/>
                </a:lnTo>
                <a:lnTo>
                  <a:pt x="13157" y="975"/>
                </a:lnTo>
                <a:lnTo>
                  <a:pt x="13156" y="975"/>
                </a:lnTo>
                <a:lnTo>
                  <a:pt x="13155" y="975"/>
                </a:lnTo>
                <a:lnTo>
                  <a:pt x="13155" y="974"/>
                </a:lnTo>
                <a:lnTo>
                  <a:pt x="13154" y="974"/>
                </a:lnTo>
                <a:lnTo>
                  <a:pt x="13153" y="974"/>
                </a:lnTo>
                <a:lnTo>
                  <a:pt x="13152" y="973"/>
                </a:lnTo>
                <a:lnTo>
                  <a:pt x="13151" y="973"/>
                </a:lnTo>
                <a:lnTo>
                  <a:pt x="13151" y="972"/>
                </a:lnTo>
                <a:lnTo>
                  <a:pt x="13150" y="972"/>
                </a:lnTo>
                <a:lnTo>
                  <a:pt x="13149" y="972"/>
                </a:lnTo>
                <a:lnTo>
                  <a:pt x="13149" y="971"/>
                </a:lnTo>
                <a:lnTo>
                  <a:pt x="13148" y="971"/>
                </a:lnTo>
                <a:lnTo>
                  <a:pt x="13147" y="971"/>
                </a:lnTo>
                <a:lnTo>
                  <a:pt x="13147" y="970"/>
                </a:lnTo>
                <a:lnTo>
                  <a:pt x="13146" y="970"/>
                </a:lnTo>
                <a:lnTo>
                  <a:pt x="13145" y="970"/>
                </a:lnTo>
                <a:lnTo>
                  <a:pt x="13145" y="969"/>
                </a:lnTo>
                <a:lnTo>
                  <a:pt x="13144" y="969"/>
                </a:lnTo>
                <a:lnTo>
                  <a:pt x="13143" y="969"/>
                </a:lnTo>
                <a:lnTo>
                  <a:pt x="13142" y="968"/>
                </a:lnTo>
                <a:lnTo>
                  <a:pt x="13141" y="968"/>
                </a:lnTo>
                <a:lnTo>
                  <a:pt x="13141" y="1047"/>
                </a:lnTo>
                <a:lnTo>
                  <a:pt x="13140" y="1047"/>
                </a:lnTo>
                <a:lnTo>
                  <a:pt x="13139" y="1047"/>
                </a:lnTo>
                <a:lnTo>
                  <a:pt x="13138" y="1046"/>
                </a:lnTo>
                <a:lnTo>
                  <a:pt x="13137" y="1046"/>
                </a:lnTo>
                <a:lnTo>
                  <a:pt x="13137" y="1045"/>
                </a:lnTo>
                <a:lnTo>
                  <a:pt x="13136" y="1045"/>
                </a:lnTo>
                <a:lnTo>
                  <a:pt x="13135" y="1045"/>
                </a:lnTo>
                <a:lnTo>
                  <a:pt x="13134" y="1044"/>
                </a:lnTo>
                <a:lnTo>
                  <a:pt x="13133" y="1044"/>
                </a:lnTo>
                <a:lnTo>
                  <a:pt x="13132" y="1043"/>
                </a:lnTo>
                <a:lnTo>
                  <a:pt x="13131" y="1043"/>
                </a:lnTo>
                <a:lnTo>
                  <a:pt x="13130" y="1042"/>
                </a:lnTo>
                <a:lnTo>
                  <a:pt x="13129" y="1042"/>
                </a:lnTo>
                <a:lnTo>
                  <a:pt x="13129" y="1120"/>
                </a:lnTo>
                <a:lnTo>
                  <a:pt x="13128" y="1120"/>
                </a:lnTo>
                <a:lnTo>
                  <a:pt x="13128" y="1119"/>
                </a:lnTo>
                <a:lnTo>
                  <a:pt x="13127" y="1119"/>
                </a:lnTo>
                <a:lnTo>
                  <a:pt x="13126" y="1119"/>
                </a:lnTo>
                <a:lnTo>
                  <a:pt x="13125" y="1118"/>
                </a:lnTo>
                <a:lnTo>
                  <a:pt x="13124" y="1118"/>
                </a:lnTo>
                <a:lnTo>
                  <a:pt x="13124" y="1117"/>
                </a:lnTo>
                <a:lnTo>
                  <a:pt x="13123" y="1117"/>
                </a:lnTo>
                <a:lnTo>
                  <a:pt x="13122" y="1117"/>
                </a:lnTo>
                <a:lnTo>
                  <a:pt x="13122" y="1116"/>
                </a:lnTo>
                <a:lnTo>
                  <a:pt x="13121" y="1116"/>
                </a:lnTo>
                <a:lnTo>
                  <a:pt x="13120" y="1116"/>
                </a:lnTo>
                <a:lnTo>
                  <a:pt x="13119" y="1115"/>
                </a:lnTo>
                <a:lnTo>
                  <a:pt x="13118" y="1115"/>
                </a:lnTo>
                <a:lnTo>
                  <a:pt x="13118" y="1114"/>
                </a:lnTo>
                <a:lnTo>
                  <a:pt x="13117" y="1114"/>
                </a:lnTo>
                <a:lnTo>
                  <a:pt x="13116" y="1114"/>
                </a:lnTo>
                <a:lnTo>
                  <a:pt x="13115" y="1113"/>
                </a:lnTo>
                <a:lnTo>
                  <a:pt x="13114" y="1113"/>
                </a:lnTo>
                <a:lnTo>
                  <a:pt x="13114" y="1112"/>
                </a:lnTo>
                <a:lnTo>
                  <a:pt x="13113" y="1112"/>
                </a:lnTo>
                <a:lnTo>
                  <a:pt x="13112" y="1112"/>
                </a:lnTo>
                <a:lnTo>
                  <a:pt x="13112" y="1111"/>
                </a:lnTo>
                <a:lnTo>
                  <a:pt x="13111" y="1111"/>
                </a:lnTo>
                <a:lnTo>
                  <a:pt x="13110" y="1111"/>
                </a:lnTo>
                <a:lnTo>
                  <a:pt x="13110" y="1110"/>
                </a:lnTo>
                <a:lnTo>
                  <a:pt x="13109" y="1110"/>
                </a:lnTo>
                <a:lnTo>
                  <a:pt x="13108" y="1110"/>
                </a:lnTo>
                <a:lnTo>
                  <a:pt x="13108" y="1109"/>
                </a:lnTo>
                <a:lnTo>
                  <a:pt x="13107" y="1109"/>
                </a:lnTo>
                <a:lnTo>
                  <a:pt x="13106" y="1109"/>
                </a:lnTo>
                <a:lnTo>
                  <a:pt x="13105" y="1108"/>
                </a:lnTo>
                <a:lnTo>
                  <a:pt x="13104" y="1183"/>
                </a:lnTo>
                <a:lnTo>
                  <a:pt x="13103" y="1182"/>
                </a:lnTo>
                <a:lnTo>
                  <a:pt x="13102" y="1182"/>
                </a:lnTo>
                <a:lnTo>
                  <a:pt x="13101" y="1181"/>
                </a:lnTo>
                <a:lnTo>
                  <a:pt x="13100" y="1181"/>
                </a:lnTo>
                <a:lnTo>
                  <a:pt x="13100" y="1180"/>
                </a:lnTo>
                <a:lnTo>
                  <a:pt x="13099" y="1180"/>
                </a:lnTo>
                <a:lnTo>
                  <a:pt x="13098" y="1180"/>
                </a:lnTo>
                <a:lnTo>
                  <a:pt x="13097" y="1179"/>
                </a:lnTo>
                <a:lnTo>
                  <a:pt x="13096" y="1179"/>
                </a:lnTo>
                <a:lnTo>
                  <a:pt x="13095" y="1178"/>
                </a:lnTo>
                <a:lnTo>
                  <a:pt x="13094" y="1178"/>
                </a:lnTo>
                <a:lnTo>
                  <a:pt x="13093" y="1177"/>
                </a:lnTo>
                <a:lnTo>
                  <a:pt x="13092" y="1177"/>
                </a:lnTo>
                <a:lnTo>
                  <a:pt x="13091" y="1176"/>
                </a:lnTo>
                <a:lnTo>
                  <a:pt x="13090" y="1176"/>
                </a:lnTo>
                <a:lnTo>
                  <a:pt x="13090" y="1175"/>
                </a:lnTo>
                <a:lnTo>
                  <a:pt x="13089" y="1175"/>
                </a:lnTo>
                <a:lnTo>
                  <a:pt x="13088" y="1175"/>
                </a:lnTo>
                <a:lnTo>
                  <a:pt x="13087" y="1174"/>
                </a:lnTo>
                <a:lnTo>
                  <a:pt x="13086" y="1174"/>
                </a:lnTo>
                <a:lnTo>
                  <a:pt x="13085" y="1173"/>
                </a:lnTo>
                <a:lnTo>
                  <a:pt x="13084" y="1173"/>
                </a:lnTo>
                <a:lnTo>
                  <a:pt x="13083" y="1172"/>
                </a:lnTo>
                <a:lnTo>
                  <a:pt x="13082" y="1172"/>
                </a:lnTo>
                <a:lnTo>
                  <a:pt x="13081" y="1171"/>
                </a:lnTo>
                <a:lnTo>
                  <a:pt x="13080" y="1171"/>
                </a:lnTo>
                <a:lnTo>
                  <a:pt x="13080" y="1170"/>
                </a:lnTo>
                <a:lnTo>
                  <a:pt x="13079" y="1170"/>
                </a:lnTo>
                <a:lnTo>
                  <a:pt x="13078" y="1170"/>
                </a:lnTo>
                <a:lnTo>
                  <a:pt x="13077" y="1169"/>
                </a:lnTo>
                <a:lnTo>
                  <a:pt x="13076" y="1169"/>
                </a:lnTo>
                <a:lnTo>
                  <a:pt x="13075" y="1168"/>
                </a:lnTo>
                <a:lnTo>
                  <a:pt x="13074" y="1168"/>
                </a:lnTo>
                <a:lnTo>
                  <a:pt x="13073" y="1167"/>
                </a:lnTo>
                <a:lnTo>
                  <a:pt x="13072" y="1167"/>
                </a:lnTo>
                <a:lnTo>
                  <a:pt x="13071" y="1166"/>
                </a:lnTo>
                <a:lnTo>
                  <a:pt x="13071" y="1238"/>
                </a:lnTo>
                <a:lnTo>
                  <a:pt x="13070" y="1238"/>
                </a:lnTo>
                <a:lnTo>
                  <a:pt x="13069" y="1237"/>
                </a:lnTo>
                <a:lnTo>
                  <a:pt x="13068" y="1237"/>
                </a:lnTo>
                <a:lnTo>
                  <a:pt x="13067" y="1237"/>
                </a:lnTo>
                <a:lnTo>
                  <a:pt x="13067" y="1236"/>
                </a:lnTo>
                <a:lnTo>
                  <a:pt x="13066" y="1236"/>
                </a:lnTo>
                <a:lnTo>
                  <a:pt x="13065" y="1236"/>
                </a:lnTo>
                <a:lnTo>
                  <a:pt x="13065" y="1235"/>
                </a:lnTo>
                <a:lnTo>
                  <a:pt x="13064" y="1235"/>
                </a:lnTo>
                <a:lnTo>
                  <a:pt x="13063" y="1234"/>
                </a:lnTo>
                <a:lnTo>
                  <a:pt x="13062" y="1234"/>
                </a:lnTo>
                <a:lnTo>
                  <a:pt x="13061" y="1234"/>
                </a:lnTo>
                <a:lnTo>
                  <a:pt x="13061" y="1233"/>
                </a:lnTo>
                <a:lnTo>
                  <a:pt x="13060" y="1233"/>
                </a:lnTo>
                <a:lnTo>
                  <a:pt x="13059" y="1232"/>
                </a:lnTo>
                <a:lnTo>
                  <a:pt x="13058" y="1232"/>
                </a:lnTo>
                <a:lnTo>
                  <a:pt x="13057" y="1232"/>
                </a:lnTo>
                <a:lnTo>
                  <a:pt x="13057" y="1231"/>
                </a:lnTo>
                <a:lnTo>
                  <a:pt x="13056" y="1231"/>
                </a:lnTo>
                <a:lnTo>
                  <a:pt x="13055" y="1231"/>
                </a:lnTo>
                <a:lnTo>
                  <a:pt x="13055" y="1230"/>
                </a:lnTo>
                <a:lnTo>
                  <a:pt x="13054" y="1230"/>
                </a:lnTo>
                <a:lnTo>
                  <a:pt x="13053" y="1229"/>
                </a:lnTo>
                <a:lnTo>
                  <a:pt x="13052" y="1229"/>
                </a:lnTo>
                <a:lnTo>
                  <a:pt x="13051" y="1229"/>
                </a:lnTo>
                <a:lnTo>
                  <a:pt x="13051" y="1228"/>
                </a:lnTo>
                <a:lnTo>
                  <a:pt x="13050" y="1228"/>
                </a:lnTo>
                <a:lnTo>
                  <a:pt x="13049" y="1227"/>
                </a:lnTo>
                <a:lnTo>
                  <a:pt x="13048" y="1227"/>
                </a:lnTo>
                <a:lnTo>
                  <a:pt x="13047" y="1227"/>
                </a:lnTo>
                <a:lnTo>
                  <a:pt x="13047" y="1226"/>
                </a:lnTo>
                <a:lnTo>
                  <a:pt x="13046" y="1226"/>
                </a:lnTo>
                <a:lnTo>
                  <a:pt x="13045" y="1226"/>
                </a:lnTo>
                <a:lnTo>
                  <a:pt x="13045" y="1225"/>
                </a:lnTo>
                <a:lnTo>
                  <a:pt x="13044" y="1225"/>
                </a:lnTo>
                <a:lnTo>
                  <a:pt x="13043" y="1224"/>
                </a:lnTo>
                <a:lnTo>
                  <a:pt x="13042" y="1224"/>
                </a:lnTo>
                <a:lnTo>
                  <a:pt x="13041" y="1224"/>
                </a:lnTo>
                <a:lnTo>
                  <a:pt x="13041" y="1223"/>
                </a:lnTo>
                <a:lnTo>
                  <a:pt x="13040" y="1223"/>
                </a:lnTo>
                <a:lnTo>
                  <a:pt x="13039" y="1222"/>
                </a:lnTo>
                <a:lnTo>
                  <a:pt x="13038" y="1222"/>
                </a:lnTo>
                <a:lnTo>
                  <a:pt x="13037" y="1222"/>
                </a:lnTo>
                <a:lnTo>
                  <a:pt x="13037" y="1221"/>
                </a:lnTo>
                <a:lnTo>
                  <a:pt x="13036" y="1221"/>
                </a:lnTo>
                <a:lnTo>
                  <a:pt x="13035" y="1221"/>
                </a:lnTo>
                <a:lnTo>
                  <a:pt x="13035" y="1220"/>
                </a:lnTo>
                <a:lnTo>
                  <a:pt x="13034" y="1220"/>
                </a:lnTo>
                <a:lnTo>
                  <a:pt x="13033" y="1220"/>
                </a:lnTo>
                <a:lnTo>
                  <a:pt x="13033" y="1219"/>
                </a:lnTo>
                <a:lnTo>
                  <a:pt x="13032" y="1219"/>
                </a:lnTo>
                <a:lnTo>
                  <a:pt x="13031" y="1219"/>
                </a:lnTo>
                <a:lnTo>
                  <a:pt x="13031" y="1218"/>
                </a:lnTo>
                <a:lnTo>
                  <a:pt x="13030" y="1218"/>
                </a:lnTo>
                <a:lnTo>
                  <a:pt x="13029" y="1217"/>
                </a:lnTo>
                <a:lnTo>
                  <a:pt x="13028" y="1217"/>
                </a:lnTo>
                <a:lnTo>
                  <a:pt x="13027" y="1217"/>
                </a:lnTo>
                <a:lnTo>
                  <a:pt x="13027" y="1216"/>
                </a:lnTo>
                <a:lnTo>
                  <a:pt x="13026" y="1216"/>
                </a:lnTo>
                <a:lnTo>
                  <a:pt x="13025" y="1216"/>
                </a:lnTo>
                <a:lnTo>
                  <a:pt x="13025" y="1215"/>
                </a:lnTo>
                <a:lnTo>
                  <a:pt x="13024" y="1215"/>
                </a:lnTo>
                <a:lnTo>
                  <a:pt x="13023" y="1215"/>
                </a:lnTo>
                <a:lnTo>
                  <a:pt x="13023" y="1214"/>
                </a:lnTo>
                <a:lnTo>
                  <a:pt x="13022" y="1214"/>
                </a:lnTo>
                <a:lnTo>
                  <a:pt x="13021" y="1214"/>
                </a:lnTo>
                <a:lnTo>
                  <a:pt x="13021" y="1213"/>
                </a:lnTo>
                <a:lnTo>
                  <a:pt x="13020" y="1213"/>
                </a:lnTo>
                <a:lnTo>
                  <a:pt x="13019" y="1212"/>
                </a:lnTo>
                <a:lnTo>
                  <a:pt x="13018" y="1212"/>
                </a:lnTo>
                <a:lnTo>
                  <a:pt x="13017" y="1212"/>
                </a:lnTo>
                <a:lnTo>
                  <a:pt x="13017" y="1211"/>
                </a:lnTo>
                <a:lnTo>
                  <a:pt x="13016" y="1211"/>
                </a:lnTo>
                <a:lnTo>
                  <a:pt x="13015" y="1211"/>
                </a:lnTo>
                <a:lnTo>
                  <a:pt x="13015" y="1210"/>
                </a:lnTo>
                <a:lnTo>
                  <a:pt x="13014" y="1278"/>
                </a:lnTo>
                <a:lnTo>
                  <a:pt x="13014" y="1277"/>
                </a:lnTo>
                <a:lnTo>
                  <a:pt x="13013" y="1277"/>
                </a:lnTo>
                <a:lnTo>
                  <a:pt x="13012" y="1276"/>
                </a:lnTo>
                <a:lnTo>
                  <a:pt x="13011" y="1276"/>
                </a:lnTo>
                <a:lnTo>
                  <a:pt x="13010" y="1276"/>
                </a:lnTo>
                <a:lnTo>
                  <a:pt x="13010" y="1275"/>
                </a:lnTo>
                <a:lnTo>
                  <a:pt x="13009" y="1275"/>
                </a:lnTo>
                <a:lnTo>
                  <a:pt x="13008" y="1275"/>
                </a:lnTo>
                <a:lnTo>
                  <a:pt x="13008" y="1274"/>
                </a:lnTo>
                <a:lnTo>
                  <a:pt x="13007" y="1274"/>
                </a:lnTo>
                <a:lnTo>
                  <a:pt x="13006" y="1274"/>
                </a:lnTo>
                <a:lnTo>
                  <a:pt x="13005" y="1273"/>
                </a:lnTo>
                <a:lnTo>
                  <a:pt x="13004" y="1273"/>
                </a:lnTo>
                <a:lnTo>
                  <a:pt x="13004" y="1272"/>
                </a:lnTo>
                <a:lnTo>
                  <a:pt x="13003" y="1272"/>
                </a:lnTo>
                <a:lnTo>
                  <a:pt x="13002" y="1271"/>
                </a:lnTo>
                <a:lnTo>
                  <a:pt x="13001" y="1271"/>
                </a:lnTo>
                <a:lnTo>
                  <a:pt x="13000" y="1271"/>
                </a:lnTo>
                <a:lnTo>
                  <a:pt x="13000" y="1270"/>
                </a:lnTo>
                <a:lnTo>
                  <a:pt x="12999" y="1270"/>
                </a:lnTo>
                <a:lnTo>
                  <a:pt x="12998" y="1270"/>
                </a:lnTo>
                <a:lnTo>
                  <a:pt x="12998" y="1269"/>
                </a:lnTo>
                <a:lnTo>
                  <a:pt x="12997" y="1269"/>
                </a:lnTo>
                <a:lnTo>
                  <a:pt x="12996" y="1269"/>
                </a:lnTo>
                <a:lnTo>
                  <a:pt x="12995" y="1268"/>
                </a:lnTo>
                <a:lnTo>
                  <a:pt x="12994" y="1268"/>
                </a:lnTo>
                <a:lnTo>
                  <a:pt x="12994" y="1267"/>
                </a:lnTo>
                <a:lnTo>
                  <a:pt x="12993" y="1267"/>
                </a:lnTo>
                <a:lnTo>
                  <a:pt x="12992" y="1266"/>
                </a:lnTo>
                <a:lnTo>
                  <a:pt x="12991" y="1266"/>
                </a:lnTo>
                <a:lnTo>
                  <a:pt x="12990" y="1266"/>
                </a:lnTo>
                <a:lnTo>
                  <a:pt x="12990" y="1265"/>
                </a:lnTo>
                <a:lnTo>
                  <a:pt x="12989" y="1265"/>
                </a:lnTo>
                <a:lnTo>
                  <a:pt x="12988" y="1265"/>
                </a:lnTo>
                <a:lnTo>
                  <a:pt x="12988" y="1264"/>
                </a:lnTo>
                <a:lnTo>
                  <a:pt x="12987" y="1264"/>
                </a:lnTo>
                <a:lnTo>
                  <a:pt x="12986" y="1264"/>
                </a:lnTo>
                <a:lnTo>
                  <a:pt x="12986" y="1263"/>
                </a:lnTo>
                <a:lnTo>
                  <a:pt x="12985" y="1263"/>
                </a:lnTo>
                <a:lnTo>
                  <a:pt x="12984" y="1328"/>
                </a:lnTo>
                <a:lnTo>
                  <a:pt x="12984" y="1327"/>
                </a:lnTo>
                <a:lnTo>
                  <a:pt x="12983" y="1327"/>
                </a:lnTo>
                <a:lnTo>
                  <a:pt x="12982" y="1326"/>
                </a:lnTo>
                <a:lnTo>
                  <a:pt x="12981" y="1326"/>
                </a:lnTo>
                <a:lnTo>
                  <a:pt x="12980" y="1326"/>
                </a:lnTo>
                <a:lnTo>
                  <a:pt x="12980" y="1325"/>
                </a:lnTo>
                <a:lnTo>
                  <a:pt x="12979" y="1325"/>
                </a:lnTo>
                <a:lnTo>
                  <a:pt x="12978" y="1325"/>
                </a:lnTo>
                <a:lnTo>
                  <a:pt x="12978" y="1389"/>
                </a:lnTo>
                <a:lnTo>
                  <a:pt x="12977" y="1389"/>
                </a:lnTo>
                <a:lnTo>
                  <a:pt x="12977" y="1388"/>
                </a:lnTo>
                <a:lnTo>
                  <a:pt x="12976" y="1388"/>
                </a:lnTo>
                <a:lnTo>
                  <a:pt x="12975" y="1388"/>
                </a:lnTo>
                <a:lnTo>
                  <a:pt x="12974" y="1387"/>
                </a:lnTo>
                <a:lnTo>
                  <a:pt x="12973" y="1387"/>
                </a:lnTo>
                <a:lnTo>
                  <a:pt x="12973" y="1386"/>
                </a:lnTo>
                <a:lnTo>
                  <a:pt x="12972" y="1386"/>
                </a:lnTo>
                <a:lnTo>
                  <a:pt x="12971" y="1386"/>
                </a:lnTo>
                <a:lnTo>
                  <a:pt x="12971" y="1385"/>
                </a:lnTo>
                <a:lnTo>
                  <a:pt x="12970" y="1385"/>
                </a:lnTo>
                <a:lnTo>
                  <a:pt x="12969" y="1385"/>
                </a:lnTo>
                <a:lnTo>
                  <a:pt x="12968" y="1384"/>
                </a:lnTo>
                <a:lnTo>
                  <a:pt x="12967" y="1384"/>
                </a:lnTo>
                <a:lnTo>
                  <a:pt x="12967" y="1383"/>
                </a:lnTo>
                <a:lnTo>
                  <a:pt x="12966" y="1383"/>
                </a:lnTo>
                <a:lnTo>
                  <a:pt x="12965" y="1383"/>
                </a:lnTo>
                <a:lnTo>
                  <a:pt x="12964" y="1382"/>
                </a:lnTo>
                <a:lnTo>
                  <a:pt x="12964" y="1446"/>
                </a:lnTo>
                <a:lnTo>
                  <a:pt x="12963" y="1445"/>
                </a:lnTo>
                <a:lnTo>
                  <a:pt x="12962" y="1445"/>
                </a:lnTo>
                <a:lnTo>
                  <a:pt x="12961" y="1444"/>
                </a:lnTo>
                <a:lnTo>
                  <a:pt x="12960" y="1444"/>
                </a:lnTo>
                <a:lnTo>
                  <a:pt x="12959" y="1443"/>
                </a:lnTo>
                <a:lnTo>
                  <a:pt x="12958" y="1506"/>
                </a:lnTo>
                <a:lnTo>
                  <a:pt x="12958" y="1569"/>
                </a:lnTo>
                <a:lnTo>
                  <a:pt x="12957" y="1569"/>
                </a:lnTo>
                <a:lnTo>
                  <a:pt x="12956" y="1568"/>
                </a:lnTo>
                <a:lnTo>
                  <a:pt x="12955" y="1568"/>
                </a:lnTo>
                <a:lnTo>
                  <a:pt x="12954" y="1567"/>
                </a:lnTo>
                <a:lnTo>
                  <a:pt x="12953" y="1567"/>
                </a:lnTo>
                <a:lnTo>
                  <a:pt x="12952" y="1566"/>
                </a:lnTo>
                <a:lnTo>
                  <a:pt x="12951" y="1566"/>
                </a:lnTo>
                <a:lnTo>
                  <a:pt x="12950" y="1565"/>
                </a:lnTo>
                <a:lnTo>
                  <a:pt x="12949" y="1565"/>
                </a:lnTo>
                <a:lnTo>
                  <a:pt x="12948" y="1564"/>
                </a:lnTo>
                <a:lnTo>
                  <a:pt x="12947" y="1564"/>
                </a:lnTo>
                <a:lnTo>
                  <a:pt x="12946" y="1563"/>
                </a:lnTo>
                <a:lnTo>
                  <a:pt x="12945" y="1563"/>
                </a:lnTo>
                <a:lnTo>
                  <a:pt x="12944" y="1562"/>
                </a:lnTo>
                <a:lnTo>
                  <a:pt x="12943" y="1562"/>
                </a:lnTo>
                <a:lnTo>
                  <a:pt x="12942" y="1623"/>
                </a:lnTo>
                <a:lnTo>
                  <a:pt x="12941" y="1623"/>
                </a:lnTo>
                <a:lnTo>
                  <a:pt x="12940" y="1622"/>
                </a:lnTo>
                <a:lnTo>
                  <a:pt x="12939" y="1622"/>
                </a:lnTo>
                <a:lnTo>
                  <a:pt x="12938" y="1683"/>
                </a:lnTo>
                <a:lnTo>
                  <a:pt x="12937" y="1683"/>
                </a:lnTo>
                <a:lnTo>
                  <a:pt x="12937" y="1682"/>
                </a:lnTo>
                <a:lnTo>
                  <a:pt x="12936" y="1682"/>
                </a:lnTo>
                <a:lnTo>
                  <a:pt x="12935" y="1682"/>
                </a:lnTo>
                <a:lnTo>
                  <a:pt x="12934" y="1681"/>
                </a:lnTo>
                <a:lnTo>
                  <a:pt x="12933" y="1681"/>
                </a:lnTo>
                <a:lnTo>
                  <a:pt x="12933" y="1680"/>
                </a:lnTo>
                <a:lnTo>
                  <a:pt x="12932" y="1680"/>
                </a:lnTo>
                <a:lnTo>
                  <a:pt x="12931" y="1680"/>
                </a:lnTo>
                <a:lnTo>
                  <a:pt x="12930" y="1679"/>
                </a:lnTo>
                <a:lnTo>
                  <a:pt x="12929" y="1679"/>
                </a:lnTo>
                <a:lnTo>
                  <a:pt x="12928" y="1678"/>
                </a:lnTo>
                <a:lnTo>
                  <a:pt x="12927" y="1678"/>
                </a:lnTo>
                <a:lnTo>
                  <a:pt x="12926" y="1739"/>
                </a:lnTo>
                <a:lnTo>
                  <a:pt x="12926" y="1738"/>
                </a:lnTo>
                <a:lnTo>
                  <a:pt x="12925" y="1738"/>
                </a:lnTo>
                <a:lnTo>
                  <a:pt x="12924" y="1738"/>
                </a:lnTo>
                <a:lnTo>
                  <a:pt x="12924" y="1737"/>
                </a:lnTo>
                <a:lnTo>
                  <a:pt x="12923" y="1737"/>
                </a:lnTo>
                <a:lnTo>
                  <a:pt x="12922" y="1736"/>
                </a:lnTo>
                <a:lnTo>
                  <a:pt x="12921" y="1736"/>
                </a:lnTo>
                <a:lnTo>
                  <a:pt x="12920" y="1736"/>
                </a:lnTo>
                <a:lnTo>
                  <a:pt x="12920" y="1735"/>
                </a:lnTo>
                <a:lnTo>
                  <a:pt x="12919" y="1735"/>
                </a:lnTo>
                <a:lnTo>
                  <a:pt x="12918" y="1734"/>
                </a:lnTo>
                <a:lnTo>
                  <a:pt x="12917" y="1734"/>
                </a:lnTo>
                <a:lnTo>
                  <a:pt x="12916" y="1734"/>
                </a:lnTo>
                <a:lnTo>
                  <a:pt x="12916" y="1733"/>
                </a:lnTo>
                <a:lnTo>
                  <a:pt x="12915" y="1733"/>
                </a:lnTo>
                <a:lnTo>
                  <a:pt x="12914" y="1733"/>
                </a:lnTo>
                <a:lnTo>
                  <a:pt x="12914" y="1732"/>
                </a:lnTo>
                <a:lnTo>
                  <a:pt x="12913" y="1732"/>
                </a:lnTo>
                <a:lnTo>
                  <a:pt x="12912" y="1732"/>
                </a:lnTo>
                <a:lnTo>
                  <a:pt x="12911" y="1731"/>
                </a:lnTo>
                <a:lnTo>
                  <a:pt x="12910" y="1731"/>
                </a:lnTo>
                <a:lnTo>
                  <a:pt x="12910" y="1730"/>
                </a:lnTo>
                <a:lnTo>
                  <a:pt x="12909" y="1730"/>
                </a:lnTo>
                <a:lnTo>
                  <a:pt x="12908" y="1729"/>
                </a:lnTo>
                <a:lnTo>
                  <a:pt x="12907" y="1729"/>
                </a:lnTo>
                <a:lnTo>
                  <a:pt x="12906" y="1729"/>
                </a:lnTo>
                <a:lnTo>
                  <a:pt x="12906" y="1728"/>
                </a:lnTo>
                <a:lnTo>
                  <a:pt x="12905" y="1728"/>
                </a:lnTo>
                <a:lnTo>
                  <a:pt x="12904" y="1728"/>
                </a:lnTo>
                <a:lnTo>
                  <a:pt x="12904" y="1727"/>
                </a:lnTo>
                <a:lnTo>
                  <a:pt x="12903" y="1727"/>
                </a:lnTo>
                <a:lnTo>
                  <a:pt x="12902" y="1727"/>
                </a:lnTo>
                <a:lnTo>
                  <a:pt x="12901" y="1726"/>
                </a:lnTo>
                <a:lnTo>
                  <a:pt x="12900" y="1726"/>
                </a:lnTo>
                <a:lnTo>
                  <a:pt x="12900" y="1725"/>
                </a:lnTo>
                <a:lnTo>
                  <a:pt x="12899" y="1725"/>
                </a:lnTo>
                <a:lnTo>
                  <a:pt x="12898" y="1724"/>
                </a:lnTo>
                <a:lnTo>
                  <a:pt x="12897" y="1724"/>
                </a:lnTo>
                <a:lnTo>
                  <a:pt x="12896" y="1724"/>
                </a:lnTo>
                <a:lnTo>
                  <a:pt x="12896" y="1723"/>
                </a:lnTo>
                <a:lnTo>
                  <a:pt x="12895" y="1723"/>
                </a:lnTo>
                <a:lnTo>
                  <a:pt x="12894" y="1723"/>
                </a:lnTo>
                <a:lnTo>
                  <a:pt x="12894" y="1722"/>
                </a:lnTo>
                <a:lnTo>
                  <a:pt x="12893" y="1722"/>
                </a:lnTo>
                <a:lnTo>
                  <a:pt x="12892" y="1722"/>
                </a:lnTo>
                <a:lnTo>
                  <a:pt x="12891" y="1721"/>
                </a:lnTo>
                <a:lnTo>
                  <a:pt x="12890" y="1721"/>
                </a:lnTo>
                <a:lnTo>
                  <a:pt x="12890" y="1720"/>
                </a:lnTo>
                <a:lnTo>
                  <a:pt x="12889" y="1720"/>
                </a:lnTo>
                <a:lnTo>
                  <a:pt x="12888" y="1719"/>
                </a:lnTo>
                <a:lnTo>
                  <a:pt x="12887" y="1719"/>
                </a:lnTo>
                <a:lnTo>
                  <a:pt x="12886" y="1719"/>
                </a:lnTo>
                <a:lnTo>
                  <a:pt x="12886" y="1718"/>
                </a:lnTo>
                <a:lnTo>
                  <a:pt x="12885" y="1718"/>
                </a:lnTo>
                <a:lnTo>
                  <a:pt x="12884" y="1718"/>
                </a:lnTo>
                <a:lnTo>
                  <a:pt x="12884" y="1717"/>
                </a:lnTo>
                <a:lnTo>
                  <a:pt x="12883" y="1717"/>
                </a:lnTo>
                <a:lnTo>
                  <a:pt x="12882" y="1717"/>
                </a:lnTo>
                <a:lnTo>
                  <a:pt x="12881" y="1716"/>
                </a:lnTo>
                <a:lnTo>
                  <a:pt x="12880" y="1716"/>
                </a:lnTo>
                <a:lnTo>
                  <a:pt x="12880" y="1715"/>
                </a:lnTo>
                <a:lnTo>
                  <a:pt x="12879" y="1715"/>
                </a:lnTo>
                <a:lnTo>
                  <a:pt x="12879" y="1774"/>
                </a:lnTo>
                <a:lnTo>
                  <a:pt x="12878" y="1773"/>
                </a:lnTo>
                <a:lnTo>
                  <a:pt x="12877" y="1773"/>
                </a:lnTo>
                <a:lnTo>
                  <a:pt x="12876" y="1773"/>
                </a:lnTo>
                <a:lnTo>
                  <a:pt x="12876" y="1772"/>
                </a:lnTo>
                <a:lnTo>
                  <a:pt x="12875" y="1772"/>
                </a:lnTo>
                <a:lnTo>
                  <a:pt x="12874" y="1772"/>
                </a:lnTo>
                <a:lnTo>
                  <a:pt x="12874" y="1771"/>
                </a:lnTo>
                <a:lnTo>
                  <a:pt x="12873" y="1771"/>
                </a:lnTo>
                <a:lnTo>
                  <a:pt x="12872" y="1771"/>
                </a:lnTo>
                <a:lnTo>
                  <a:pt x="12871" y="1770"/>
                </a:lnTo>
                <a:lnTo>
                  <a:pt x="12870" y="1828"/>
                </a:lnTo>
                <a:lnTo>
                  <a:pt x="12869" y="1828"/>
                </a:lnTo>
                <a:lnTo>
                  <a:pt x="12869" y="1827"/>
                </a:lnTo>
                <a:lnTo>
                  <a:pt x="12868" y="1827"/>
                </a:lnTo>
                <a:lnTo>
                  <a:pt x="12867" y="1827"/>
                </a:lnTo>
                <a:lnTo>
                  <a:pt x="12867" y="1826"/>
                </a:lnTo>
                <a:lnTo>
                  <a:pt x="12866" y="1826"/>
                </a:lnTo>
                <a:lnTo>
                  <a:pt x="12865" y="1826"/>
                </a:lnTo>
                <a:lnTo>
                  <a:pt x="12864" y="1825"/>
                </a:lnTo>
                <a:lnTo>
                  <a:pt x="12863" y="1825"/>
                </a:lnTo>
                <a:lnTo>
                  <a:pt x="12863" y="1824"/>
                </a:lnTo>
                <a:lnTo>
                  <a:pt x="12862" y="1824"/>
                </a:lnTo>
                <a:lnTo>
                  <a:pt x="12861" y="1824"/>
                </a:lnTo>
                <a:lnTo>
                  <a:pt x="12860" y="1823"/>
                </a:lnTo>
                <a:lnTo>
                  <a:pt x="12859" y="1823"/>
                </a:lnTo>
                <a:lnTo>
                  <a:pt x="12859" y="1822"/>
                </a:lnTo>
                <a:lnTo>
                  <a:pt x="12858" y="1822"/>
                </a:lnTo>
                <a:lnTo>
                  <a:pt x="12857" y="1822"/>
                </a:lnTo>
                <a:lnTo>
                  <a:pt x="12857" y="1821"/>
                </a:lnTo>
                <a:lnTo>
                  <a:pt x="12856" y="1821"/>
                </a:lnTo>
                <a:lnTo>
                  <a:pt x="12856" y="1879"/>
                </a:lnTo>
                <a:lnTo>
                  <a:pt x="12855" y="1878"/>
                </a:lnTo>
                <a:lnTo>
                  <a:pt x="12854" y="1878"/>
                </a:lnTo>
                <a:lnTo>
                  <a:pt x="12853" y="1878"/>
                </a:lnTo>
                <a:lnTo>
                  <a:pt x="12853" y="1877"/>
                </a:lnTo>
                <a:lnTo>
                  <a:pt x="12852" y="1877"/>
                </a:lnTo>
                <a:lnTo>
                  <a:pt x="12851" y="1876"/>
                </a:lnTo>
                <a:lnTo>
                  <a:pt x="12850" y="1876"/>
                </a:lnTo>
                <a:lnTo>
                  <a:pt x="12849" y="1876"/>
                </a:lnTo>
                <a:lnTo>
                  <a:pt x="12849" y="1875"/>
                </a:lnTo>
                <a:lnTo>
                  <a:pt x="12848" y="1875"/>
                </a:lnTo>
                <a:lnTo>
                  <a:pt x="12847" y="1875"/>
                </a:lnTo>
                <a:lnTo>
                  <a:pt x="12847" y="1874"/>
                </a:lnTo>
                <a:lnTo>
                  <a:pt x="12846" y="1874"/>
                </a:lnTo>
                <a:lnTo>
                  <a:pt x="12845" y="1873"/>
                </a:lnTo>
                <a:lnTo>
                  <a:pt x="12844" y="1873"/>
                </a:lnTo>
                <a:lnTo>
                  <a:pt x="12843" y="1873"/>
                </a:lnTo>
                <a:lnTo>
                  <a:pt x="12843" y="1872"/>
                </a:lnTo>
                <a:lnTo>
                  <a:pt x="12842" y="1872"/>
                </a:lnTo>
                <a:lnTo>
                  <a:pt x="12841" y="1871"/>
                </a:lnTo>
                <a:lnTo>
                  <a:pt x="12840" y="1871"/>
                </a:lnTo>
                <a:lnTo>
                  <a:pt x="12839" y="1927"/>
                </a:lnTo>
                <a:lnTo>
                  <a:pt x="12838" y="1927"/>
                </a:lnTo>
                <a:lnTo>
                  <a:pt x="12837" y="1926"/>
                </a:lnTo>
                <a:lnTo>
                  <a:pt x="12836" y="1983"/>
                </a:lnTo>
                <a:lnTo>
                  <a:pt x="12836" y="1982"/>
                </a:lnTo>
                <a:lnTo>
                  <a:pt x="12835" y="1982"/>
                </a:lnTo>
                <a:lnTo>
                  <a:pt x="12834" y="1982"/>
                </a:lnTo>
                <a:lnTo>
                  <a:pt x="12834" y="1981"/>
                </a:lnTo>
                <a:lnTo>
                  <a:pt x="12833" y="2038"/>
                </a:lnTo>
                <a:lnTo>
                  <a:pt x="12833" y="2094"/>
                </a:lnTo>
                <a:lnTo>
                  <a:pt x="12832" y="2094"/>
                </a:lnTo>
                <a:lnTo>
                  <a:pt x="12832" y="2093"/>
                </a:lnTo>
                <a:lnTo>
                  <a:pt x="12831" y="2093"/>
                </a:lnTo>
                <a:lnTo>
                  <a:pt x="12830" y="2093"/>
                </a:lnTo>
                <a:lnTo>
                  <a:pt x="12830" y="2092"/>
                </a:lnTo>
                <a:lnTo>
                  <a:pt x="12829" y="2092"/>
                </a:lnTo>
                <a:lnTo>
                  <a:pt x="12828" y="2092"/>
                </a:lnTo>
                <a:lnTo>
                  <a:pt x="12827" y="2091"/>
                </a:lnTo>
                <a:lnTo>
                  <a:pt x="12826" y="2091"/>
                </a:lnTo>
                <a:lnTo>
                  <a:pt x="12826" y="2090"/>
                </a:lnTo>
                <a:lnTo>
                  <a:pt x="12825" y="2090"/>
                </a:lnTo>
                <a:lnTo>
                  <a:pt x="12824" y="2090"/>
                </a:lnTo>
                <a:lnTo>
                  <a:pt x="12823" y="2089"/>
                </a:lnTo>
                <a:lnTo>
                  <a:pt x="12822" y="2089"/>
                </a:lnTo>
                <a:lnTo>
                  <a:pt x="12822" y="2088"/>
                </a:lnTo>
                <a:lnTo>
                  <a:pt x="12821" y="2088"/>
                </a:lnTo>
                <a:lnTo>
                  <a:pt x="12820" y="2088"/>
                </a:lnTo>
                <a:lnTo>
                  <a:pt x="12820" y="2087"/>
                </a:lnTo>
                <a:lnTo>
                  <a:pt x="12819" y="2087"/>
                </a:lnTo>
                <a:lnTo>
                  <a:pt x="12818" y="2087"/>
                </a:lnTo>
                <a:lnTo>
                  <a:pt x="12817" y="2086"/>
                </a:lnTo>
                <a:lnTo>
                  <a:pt x="12816" y="2086"/>
                </a:lnTo>
                <a:lnTo>
                  <a:pt x="12816" y="2085"/>
                </a:lnTo>
                <a:lnTo>
                  <a:pt x="12815" y="2085"/>
                </a:lnTo>
                <a:lnTo>
                  <a:pt x="12814" y="2085"/>
                </a:lnTo>
                <a:lnTo>
                  <a:pt x="12813" y="2084"/>
                </a:lnTo>
                <a:lnTo>
                  <a:pt x="12813" y="2140"/>
                </a:lnTo>
                <a:lnTo>
                  <a:pt x="12812" y="2139"/>
                </a:lnTo>
                <a:lnTo>
                  <a:pt x="12811" y="2139"/>
                </a:lnTo>
                <a:lnTo>
                  <a:pt x="12810" y="2138"/>
                </a:lnTo>
                <a:lnTo>
                  <a:pt x="12809" y="2138"/>
                </a:lnTo>
                <a:lnTo>
                  <a:pt x="12809" y="2137"/>
                </a:lnTo>
                <a:lnTo>
                  <a:pt x="12808" y="2137"/>
                </a:lnTo>
                <a:lnTo>
                  <a:pt x="12807" y="2137"/>
                </a:lnTo>
                <a:lnTo>
                  <a:pt x="12806" y="2136"/>
                </a:lnTo>
                <a:lnTo>
                  <a:pt x="12805" y="2136"/>
                </a:lnTo>
                <a:lnTo>
                  <a:pt x="12804" y="2135"/>
                </a:lnTo>
                <a:lnTo>
                  <a:pt x="12803" y="2135"/>
                </a:lnTo>
                <a:lnTo>
                  <a:pt x="12802" y="2134"/>
                </a:lnTo>
                <a:lnTo>
                  <a:pt x="12801" y="2134"/>
                </a:lnTo>
                <a:lnTo>
                  <a:pt x="12800" y="2133"/>
                </a:lnTo>
                <a:lnTo>
                  <a:pt x="12799" y="2133"/>
                </a:lnTo>
                <a:lnTo>
                  <a:pt x="12799" y="2132"/>
                </a:lnTo>
                <a:lnTo>
                  <a:pt x="12798" y="2132"/>
                </a:lnTo>
                <a:lnTo>
                  <a:pt x="12797" y="2132"/>
                </a:lnTo>
                <a:lnTo>
                  <a:pt x="12797" y="2187"/>
                </a:lnTo>
                <a:lnTo>
                  <a:pt x="12796" y="2186"/>
                </a:lnTo>
                <a:lnTo>
                  <a:pt x="12795" y="2186"/>
                </a:lnTo>
                <a:lnTo>
                  <a:pt x="12794" y="2185"/>
                </a:lnTo>
                <a:lnTo>
                  <a:pt x="12793" y="2185"/>
                </a:lnTo>
                <a:lnTo>
                  <a:pt x="12792" y="2184"/>
                </a:lnTo>
                <a:lnTo>
                  <a:pt x="12791" y="2184"/>
                </a:lnTo>
                <a:lnTo>
                  <a:pt x="12790" y="2183"/>
                </a:lnTo>
                <a:lnTo>
                  <a:pt x="12789" y="2183"/>
                </a:lnTo>
                <a:lnTo>
                  <a:pt x="12788" y="2182"/>
                </a:lnTo>
                <a:lnTo>
                  <a:pt x="12787" y="2237"/>
                </a:lnTo>
                <a:lnTo>
                  <a:pt x="12787" y="2236"/>
                </a:lnTo>
                <a:lnTo>
                  <a:pt x="12786" y="2236"/>
                </a:lnTo>
                <a:lnTo>
                  <a:pt x="12785" y="2236"/>
                </a:lnTo>
                <a:lnTo>
                  <a:pt x="12785" y="2235"/>
                </a:lnTo>
                <a:lnTo>
                  <a:pt x="12784" y="2235"/>
                </a:lnTo>
                <a:lnTo>
                  <a:pt x="12783" y="2235"/>
                </a:lnTo>
                <a:lnTo>
                  <a:pt x="12783" y="2234"/>
                </a:lnTo>
                <a:lnTo>
                  <a:pt x="12782" y="2234"/>
                </a:lnTo>
                <a:lnTo>
                  <a:pt x="12781" y="2233"/>
                </a:lnTo>
                <a:lnTo>
                  <a:pt x="12780" y="2233"/>
                </a:lnTo>
                <a:lnTo>
                  <a:pt x="12779" y="2233"/>
                </a:lnTo>
                <a:lnTo>
                  <a:pt x="12779" y="2232"/>
                </a:lnTo>
                <a:lnTo>
                  <a:pt x="12778" y="2232"/>
                </a:lnTo>
                <a:lnTo>
                  <a:pt x="12777" y="2232"/>
                </a:lnTo>
                <a:lnTo>
                  <a:pt x="12777" y="2231"/>
                </a:lnTo>
                <a:lnTo>
                  <a:pt x="12776" y="2231"/>
                </a:lnTo>
                <a:lnTo>
                  <a:pt x="12775" y="2231"/>
                </a:lnTo>
                <a:lnTo>
                  <a:pt x="12775" y="2230"/>
                </a:lnTo>
                <a:lnTo>
                  <a:pt x="12774" y="2230"/>
                </a:lnTo>
                <a:lnTo>
                  <a:pt x="12773" y="2230"/>
                </a:lnTo>
                <a:lnTo>
                  <a:pt x="12773" y="2283"/>
                </a:lnTo>
                <a:lnTo>
                  <a:pt x="12772" y="2283"/>
                </a:lnTo>
                <a:lnTo>
                  <a:pt x="12771" y="2283"/>
                </a:lnTo>
                <a:lnTo>
                  <a:pt x="12770" y="2282"/>
                </a:lnTo>
                <a:lnTo>
                  <a:pt x="12769" y="2282"/>
                </a:lnTo>
                <a:lnTo>
                  <a:pt x="12769" y="2281"/>
                </a:lnTo>
                <a:lnTo>
                  <a:pt x="12768" y="2281"/>
                </a:lnTo>
                <a:lnTo>
                  <a:pt x="12767" y="2281"/>
                </a:lnTo>
                <a:lnTo>
                  <a:pt x="12766" y="2334"/>
                </a:lnTo>
                <a:lnTo>
                  <a:pt x="12765" y="2333"/>
                </a:lnTo>
                <a:lnTo>
                  <a:pt x="12764" y="2387"/>
                </a:lnTo>
                <a:lnTo>
                  <a:pt x="12763" y="2386"/>
                </a:lnTo>
                <a:lnTo>
                  <a:pt x="12763" y="2440"/>
                </a:lnTo>
                <a:lnTo>
                  <a:pt x="12762" y="2439"/>
                </a:lnTo>
                <a:lnTo>
                  <a:pt x="12761" y="2439"/>
                </a:lnTo>
                <a:lnTo>
                  <a:pt x="12760" y="2439"/>
                </a:lnTo>
                <a:lnTo>
                  <a:pt x="12760" y="2438"/>
                </a:lnTo>
                <a:lnTo>
                  <a:pt x="12759" y="2438"/>
                </a:lnTo>
                <a:lnTo>
                  <a:pt x="12758" y="2437"/>
                </a:lnTo>
                <a:lnTo>
                  <a:pt x="12757" y="2437"/>
                </a:lnTo>
                <a:lnTo>
                  <a:pt x="12756" y="2436"/>
                </a:lnTo>
                <a:lnTo>
                  <a:pt x="12755" y="2436"/>
                </a:lnTo>
                <a:lnTo>
                  <a:pt x="12754" y="2489"/>
                </a:lnTo>
                <a:lnTo>
                  <a:pt x="12753" y="2488"/>
                </a:lnTo>
                <a:lnTo>
                  <a:pt x="12752" y="2488"/>
                </a:lnTo>
                <a:lnTo>
                  <a:pt x="12752" y="2487"/>
                </a:lnTo>
                <a:lnTo>
                  <a:pt x="12751" y="2540"/>
                </a:lnTo>
                <a:lnTo>
                  <a:pt x="12750" y="2540"/>
                </a:lnTo>
                <a:lnTo>
                  <a:pt x="12749" y="2539"/>
                </a:lnTo>
                <a:lnTo>
                  <a:pt x="12748" y="2539"/>
                </a:lnTo>
                <a:lnTo>
                  <a:pt x="12747" y="2538"/>
                </a:lnTo>
                <a:lnTo>
                  <a:pt x="12746" y="2538"/>
                </a:lnTo>
                <a:lnTo>
                  <a:pt x="12745" y="2537"/>
                </a:lnTo>
                <a:lnTo>
                  <a:pt x="12744" y="2537"/>
                </a:lnTo>
                <a:lnTo>
                  <a:pt x="12743" y="2536"/>
                </a:lnTo>
                <a:lnTo>
                  <a:pt x="12742" y="2536"/>
                </a:lnTo>
                <a:lnTo>
                  <a:pt x="12741" y="2535"/>
                </a:lnTo>
                <a:lnTo>
                  <a:pt x="12740" y="2535"/>
                </a:lnTo>
                <a:lnTo>
                  <a:pt x="12739" y="2534"/>
                </a:lnTo>
                <a:lnTo>
                  <a:pt x="12738" y="2534"/>
                </a:lnTo>
                <a:lnTo>
                  <a:pt x="12738" y="2533"/>
                </a:lnTo>
                <a:lnTo>
                  <a:pt x="12737" y="2533"/>
                </a:lnTo>
                <a:lnTo>
                  <a:pt x="12736" y="2533"/>
                </a:lnTo>
                <a:lnTo>
                  <a:pt x="12735" y="2532"/>
                </a:lnTo>
                <a:lnTo>
                  <a:pt x="12734" y="2532"/>
                </a:lnTo>
                <a:lnTo>
                  <a:pt x="12733" y="2531"/>
                </a:lnTo>
                <a:lnTo>
                  <a:pt x="12732" y="2531"/>
                </a:lnTo>
                <a:lnTo>
                  <a:pt x="12731" y="2530"/>
                </a:lnTo>
                <a:lnTo>
                  <a:pt x="12730" y="2530"/>
                </a:lnTo>
                <a:lnTo>
                  <a:pt x="12729" y="2582"/>
                </a:lnTo>
                <a:lnTo>
                  <a:pt x="12728" y="2581"/>
                </a:lnTo>
                <a:lnTo>
                  <a:pt x="12727" y="2581"/>
                </a:lnTo>
                <a:lnTo>
                  <a:pt x="12726" y="2580"/>
                </a:lnTo>
                <a:lnTo>
                  <a:pt x="12725" y="2580"/>
                </a:lnTo>
                <a:lnTo>
                  <a:pt x="12725" y="2579"/>
                </a:lnTo>
                <a:lnTo>
                  <a:pt x="12724" y="2579"/>
                </a:lnTo>
                <a:lnTo>
                  <a:pt x="12723" y="2579"/>
                </a:lnTo>
                <a:lnTo>
                  <a:pt x="12722" y="2578"/>
                </a:lnTo>
                <a:lnTo>
                  <a:pt x="12722" y="2630"/>
                </a:lnTo>
                <a:lnTo>
                  <a:pt x="12721" y="2630"/>
                </a:lnTo>
                <a:lnTo>
                  <a:pt x="12720" y="2630"/>
                </a:lnTo>
                <a:lnTo>
                  <a:pt x="12720" y="2681"/>
                </a:lnTo>
                <a:lnTo>
                  <a:pt x="12719" y="2681"/>
                </a:lnTo>
                <a:lnTo>
                  <a:pt x="12718" y="2681"/>
                </a:lnTo>
                <a:lnTo>
                  <a:pt x="12718" y="2680"/>
                </a:lnTo>
                <a:lnTo>
                  <a:pt x="12717" y="2680"/>
                </a:lnTo>
                <a:lnTo>
                  <a:pt x="12716" y="2680"/>
                </a:lnTo>
                <a:lnTo>
                  <a:pt x="12716" y="2679"/>
                </a:lnTo>
                <a:lnTo>
                  <a:pt x="12715" y="2679"/>
                </a:lnTo>
                <a:lnTo>
                  <a:pt x="12714" y="2679"/>
                </a:lnTo>
                <a:lnTo>
                  <a:pt x="12713" y="2678"/>
                </a:lnTo>
                <a:lnTo>
                  <a:pt x="12712" y="2678"/>
                </a:lnTo>
                <a:lnTo>
                  <a:pt x="12712" y="2677"/>
                </a:lnTo>
                <a:lnTo>
                  <a:pt x="12711" y="2677"/>
                </a:lnTo>
                <a:lnTo>
                  <a:pt x="12710" y="2729"/>
                </a:lnTo>
                <a:lnTo>
                  <a:pt x="12710" y="2728"/>
                </a:lnTo>
                <a:lnTo>
                  <a:pt x="12709" y="2728"/>
                </a:lnTo>
                <a:lnTo>
                  <a:pt x="12708" y="2727"/>
                </a:lnTo>
                <a:lnTo>
                  <a:pt x="12707" y="2727"/>
                </a:lnTo>
                <a:lnTo>
                  <a:pt x="12706" y="2727"/>
                </a:lnTo>
                <a:lnTo>
                  <a:pt x="12706" y="2726"/>
                </a:lnTo>
                <a:lnTo>
                  <a:pt x="12705" y="2726"/>
                </a:lnTo>
                <a:lnTo>
                  <a:pt x="12705" y="2777"/>
                </a:lnTo>
                <a:lnTo>
                  <a:pt x="12704" y="2828"/>
                </a:lnTo>
                <a:lnTo>
                  <a:pt x="12703" y="2828"/>
                </a:lnTo>
                <a:lnTo>
                  <a:pt x="12702" y="2827"/>
                </a:lnTo>
                <a:lnTo>
                  <a:pt x="12701" y="2827"/>
                </a:lnTo>
                <a:lnTo>
                  <a:pt x="12700" y="2826"/>
                </a:lnTo>
                <a:lnTo>
                  <a:pt x="12699" y="2826"/>
                </a:lnTo>
                <a:lnTo>
                  <a:pt x="12698" y="2825"/>
                </a:lnTo>
                <a:lnTo>
                  <a:pt x="12697" y="2825"/>
                </a:lnTo>
                <a:lnTo>
                  <a:pt x="12696" y="2824"/>
                </a:lnTo>
                <a:lnTo>
                  <a:pt x="12695" y="2824"/>
                </a:lnTo>
                <a:lnTo>
                  <a:pt x="12695" y="2823"/>
                </a:lnTo>
                <a:lnTo>
                  <a:pt x="12694" y="2823"/>
                </a:lnTo>
                <a:lnTo>
                  <a:pt x="12693" y="2823"/>
                </a:lnTo>
                <a:lnTo>
                  <a:pt x="12692" y="2822"/>
                </a:lnTo>
                <a:lnTo>
                  <a:pt x="12691" y="2822"/>
                </a:lnTo>
                <a:lnTo>
                  <a:pt x="12690" y="2821"/>
                </a:lnTo>
                <a:lnTo>
                  <a:pt x="12689" y="2821"/>
                </a:lnTo>
                <a:lnTo>
                  <a:pt x="12688" y="2820"/>
                </a:lnTo>
                <a:lnTo>
                  <a:pt x="12687" y="2820"/>
                </a:lnTo>
                <a:lnTo>
                  <a:pt x="12686" y="2819"/>
                </a:lnTo>
                <a:lnTo>
                  <a:pt x="12685" y="2819"/>
                </a:lnTo>
                <a:lnTo>
                  <a:pt x="12685" y="2869"/>
                </a:lnTo>
                <a:lnTo>
                  <a:pt x="12684" y="2869"/>
                </a:lnTo>
                <a:lnTo>
                  <a:pt x="12683" y="2919"/>
                </a:lnTo>
                <a:lnTo>
                  <a:pt x="12682" y="2918"/>
                </a:lnTo>
                <a:lnTo>
                  <a:pt x="12681" y="2918"/>
                </a:lnTo>
                <a:lnTo>
                  <a:pt x="12680" y="2917"/>
                </a:lnTo>
                <a:lnTo>
                  <a:pt x="12679" y="2917"/>
                </a:lnTo>
                <a:lnTo>
                  <a:pt x="12678" y="2916"/>
                </a:lnTo>
                <a:lnTo>
                  <a:pt x="12677" y="2916"/>
                </a:lnTo>
                <a:lnTo>
                  <a:pt x="12676" y="2967"/>
                </a:lnTo>
                <a:lnTo>
                  <a:pt x="12676" y="2966"/>
                </a:lnTo>
                <a:lnTo>
                  <a:pt x="12675" y="2966"/>
                </a:lnTo>
                <a:lnTo>
                  <a:pt x="12674" y="2966"/>
                </a:lnTo>
                <a:lnTo>
                  <a:pt x="12673" y="2965"/>
                </a:lnTo>
                <a:lnTo>
                  <a:pt x="12673" y="3015"/>
                </a:lnTo>
                <a:lnTo>
                  <a:pt x="12672" y="3015"/>
                </a:lnTo>
                <a:lnTo>
                  <a:pt x="12672" y="3014"/>
                </a:lnTo>
                <a:lnTo>
                  <a:pt x="12671" y="3014"/>
                </a:lnTo>
                <a:lnTo>
                  <a:pt x="12670" y="3014"/>
                </a:lnTo>
                <a:lnTo>
                  <a:pt x="12669" y="3013"/>
                </a:lnTo>
                <a:lnTo>
                  <a:pt x="12668" y="3013"/>
                </a:lnTo>
                <a:lnTo>
                  <a:pt x="12668" y="3012"/>
                </a:lnTo>
                <a:lnTo>
                  <a:pt x="12667" y="3012"/>
                </a:lnTo>
                <a:lnTo>
                  <a:pt x="12666" y="3012"/>
                </a:lnTo>
                <a:lnTo>
                  <a:pt x="12665" y="3061"/>
                </a:lnTo>
                <a:lnTo>
                  <a:pt x="12664" y="3060"/>
                </a:lnTo>
                <a:lnTo>
                  <a:pt x="12663" y="3060"/>
                </a:lnTo>
                <a:lnTo>
                  <a:pt x="12662" y="3060"/>
                </a:lnTo>
                <a:lnTo>
                  <a:pt x="12662" y="3109"/>
                </a:lnTo>
                <a:lnTo>
                  <a:pt x="12661" y="3109"/>
                </a:lnTo>
                <a:lnTo>
                  <a:pt x="12661" y="3108"/>
                </a:lnTo>
                <a:lnTo>
                  <a:pt x="12660" y="3108"/>
                </a:lnTo>
                <a:lnTo>
                  <a:pt x="12659" y="3108"/>
                </a:lnTo>
                <a:lnTo>
                  <a:pt x="12659" y="3107"/>
                </a:lnTo>
                <a:lnTo>
                  <a:pt x="12658" y="3107"/>
                </a:lnTo>
                <a:lnTo>
                  <a:pt x="12657" y="3106"/>
                </a:lnTo>
                <a:lnTo>
                  <a:pt x="12656" y="3106"/>
                </a:lnTo>
                <a:lnTo>
                  <a:pt x="12655" y="3106"/>
                </a:lnTo>
                <a:lnTo>
                  <a:pt x="12655" y="3105"/>
                </a:lnTo>
                <a:lnTo>
                  <a:pt x="12654" y="3105"/>
                </a:lnTo>
                <a:lnTo>
                  <a:pt x="12653" y="3105"/>
                </a:lnTo>
                <a:lnTo>
                  <a:pt x="12653" y="3104"/>
                </a:lnTo>
                <a:lnTo>
                  <a:pt x="12652" y="3104"/>
                </a:lnTo>
                <a:lnTo>
                  <a:pt x="12651" y="3104"/>
                </a:lnTo>
                <a:lnTo>
                  <a:pt x="12651" y="3103"/>
                </a:lnTo>
                <a:lnTo>
                  <a:pt x="12650" y="3103"/>
                </a:lnTo>
                <a:lnTo>
                  <a:pt x="12649" y="3103"/>
                </a:lnTo>
                <a:lnTo>
                  <a:pt x="12649" y="3102"/>
                </a:lnTo>
                <a:lnTo>
                  <a:pt x="12648" y="3102"/>
                </a:lnTo>
                <a:lnTo>
                  <a:pt x="12647" y="3101"/>
                </a:lnTo>
                <a:lnTo>
                  <a:pt x="12646" y="3101"/>
                </a:lnTo>
                <a:lnTo>
                  <a:pt x="12645" y="3101"/>
                </a:lnTo>
                <a:lnTo>
                  <a:pt x="12645" y="3100"/>
                </a:lnTo>
                <a:lnTo>
                  <a:pt x="12644" y="3100"/>
                </a:lnTo>
                <a:lnTo>
                  <a:pt x="12643" y="3100"/>
                </a:lnTo>
                <a:lnTo>
                  <a:pt x="12643" y="3099"/>
                </a:lnTo>
                <a:lnTo>
                  <a:pt x="12642" y="3099"/>
                </a:lnTo>
                <a:lnTo>
                  <a:pt x="12641" y="3099"/>
                </a:lnTo>
                <a:lnTo>
                  <a:pt x="12641" y="3098"/>
                </a:lnTo>
                <a:lnTo>
                  <a:pt x="12640" y="3098"/>
                </a:lnTo>
                <a:lnTo>
                  <a:pt x="12639" y="3147"/>
                </a:lnTo>
                <a:lnTo>
                  <a:pt x="12639" y="3195"/>
                </a:lnTo>
                <a:lnTo>
                  <a:pt x="12638" y="3195"/>
                </a:lnTo>
                <a:lnTo>
                  <a:pt x="12637" y="3194"/>
                </a:lnTo>
                <a:lnTo>
                  <a:pt x="12636" y="3194"/>
                </a:lnTo>
                <a:lnTo>
                  <a:pt x="12635" y="3193"/>
                </a:lnTo>
                <a:lnTo>
                  <a:pt x="12634" y="3193"/>
                </a:lnTo>
                <a:lnTo>
                  <a:pt x="12633" y="3193"/>
                </a:lnTo>
                <a:lnTo>
                  <a:pt x="12633" y="3192"/>
                </a:lnTo>
                <a:lnTo>
                  <a:pt x="12632" y="3192"/>
                </a:lnTo>
                <a:lnTo>
                  <a:pt x="12631" y="3191"/>
                </a:lnTo>
                <a:lnTo>
                  <a:pt x="12630" y="3191"/>
                </a:lnTo>
                <a:lnTo>
                  <a:pt x="12629" y="3190"/>
                </a:lnTo>
                <a:lnTo>
                  <a:pt x="12628" y="3190"/>
                </a:lnTo>
                <a:lnTo>
                  <a:pt x="12627" y="3189"/>
                </a:lnTo>
                <a:lnTo>
                  <a:pt x="12626" y="3189"/>
                </a:lnTo>
                <a:lnTo>
                  <a:pt x="12625" y="3188"/>
                </a:lnTo>
                <a:lnTo>
                  <a:pt x="12624" y="3236"/>
                </a:lnTo>
                <a:lnTo>
                  <a:pt x="12623" y="3284"/>
                </a:lnTo>
                <a:lnTo>
                  <a:pt x="12622" y="3284"/>
                </a:lnTo>
                <a:lnTo>
                  <a:pt x="12622" y="3283"/>
                </a:lnTo>
                <a:lnTo>
                  <a:pt x="12621" y="3331"/>
                </a:lnTo>
                <a:lnTo>
                  <a:pt x="12620" y="3379"/>
                </a:lnTo>
                <a:lnTo>
                  <a:pt x="12619" y="3378"/>
                </a:lnTo>
                <a:lnTo>
                  <a:pt x="12618" y="3378"/>
                </a:lnTo>
                <a:lnTo>
                  <a:pt x="12617" y="3377"/>
                </a:lnTo>
                <a:lnTo>
                  <a:pt x="12616" y="3377"/>
                </a:lnTo>
                <a:lnTo>
                  <a:pt x="12615" y="3376"/>
                </a:lnTo>
                <a:lnTo>
                  <a:pt x="12614" y="3376"/>
                </a:lnTo>
                <a:lnTo>
                  <a:pt x="12613" y="3376"/>
                </a:lnTo>
                <a:lnTo>
                  <a:pt x="12613" y="3375"/>
                </a:lnTo>
                <a:lnTo>
                  <a:pt x="12612" y="3375"/>
                </a:lnTo>
                <a:lnTo>
                  <a:pt x="12611" y="3374"/>
                </a:lnTo>
                <a:lnTo>
                  <a:pt x="12610" y="3374"/>
                </a:lnTo>
                <a:lnTo>
                  <a:pt x="12609" y="3374"/>
                </a:lnTo>
                <a:lnTo>
                  <a:pt x="12609" y="3373"/>
                </a:lnTo>
                <a:lnTo>
                  <a:pt x="12608" y="3373"/>
                </a:lnTo>
                <a:lnTo>
                  <a:pt x="12607" y="3372"/>
                </a:lnTo>
                <a:lnTo>
                  <a:pt x="12606" y="3372"/>
                </a:lnTo>
                <a:lnTo>
                  <a:pt x="12605" y="3371"/>
                </a:lnTo>
                <a:lnTo>
                  <a:pt x="12604" y="3371"/>
                </a:lnTo>
                <a:lnTo>
                  <a:pt x="12603" y="3370"/>
                </a:lnTo>
                <a:lnTo>
                  <a:pt x="12602" y="3370"/>
                </a:lnTo>
                <a:lnTo>
                  <a:pt x="12601" y="3369"/>
                </a:lnTo>
                <a:lnTo>
                  <a:pt x="12600" y="3369"/>
                </a:lnTo>
                <a:lnTo>
                  <a:pt x="12599" y="3369"/>
                </a:lnTo>
                <a:lnTo>
                  <a:pt x="12599" y="3368"/>
                </a:lnTo>
                <a:lnTo>
                  <a:pt x="12598" y="3368"/>
                </a:lnTo>
                <a:lnTo>
                  <a:pt x="12597" y="3367"/>
                </a:lnTo>
                <a:lnTo>
                  <a:pt x="12596" y="3367"/>
                </a:lnTo>
                <a:lnTo>
                  <a:pt x="12595" y="3366"/>
                </a:lnTo>
                <a:lnTo>
                  <a:pt x="12594" y="3366"/>
                </a:lnTo>
                <a:lnTo>
                  <a:pt x="12593" y="3365"/>
                </a:lnTo>
                <a:lnTo>
                  <a:pt x="12592" y="3365"/>
                </a:lnTo>
                <a:lnTo>
                  <a:pt x="12592" y="3412"/>
                </a:lnTo>
                <a:lnTo>
                  <a:pt x="12591" y="3412"/>
                </a:lnTo>
                <a:lnTo>
                  <a:pt x="12591" y="3411"/>
                </a:lnTo>
                <a:lnTo>
                  <a:pt x="12590" y="3411"/>
                </a:lnTo>
                <a:lnTo>
                  <a:pt x="12589" y="3411"/>
                </a:lnTo>
                <a:lnTo>
                  <a:pt x="12588" y="3410"/>
                </a:lnTo>
                <a:lnTo>
                  <a:pt x="12587" y="3410"/>
                </a:lnTo>
                <a:lnTo>
                  <a:pt x="12586" y="3409"/>
                </a:lnTo>
                <a:lnTo>
                  <a:pt x="12585" y="3409"/>
                </a:lnTo>
                <a:lnTo>
                  <a:pt x="12584" y="3408"/>
                </a:lnTo>
                <a:lnTo>
                  <a:pt x="12583" y="3408"/>
                </a:lnTo>
                <a:lnTo>
                  <a:pt x="12582" y="3407"/>
                </a:lnTo>
                <a:lnTo>
                  <a:pt x="12581" y="3407"/>
                </a:lnTo>
                <a:lnTo>
                  <a:pt x="12580" y="3406"/>
                </a:lnTo>
                <a:lnTo>
                  <a:pt x="12579" y="3406"/>
                </a:lnTo>
                <a:lnTo>
                  <a:pt x="12578" y="3405"/>
                </a:lnTo>
                <a:lnTo>
                  <a:pt x="12577" y="3452"/>
                </a:lnTo>
                <a:lnTo>
                  <a:pt x="12576" y="3451"/>
                </a:lnTo>
                <a:lnTo>
                  <a:pt x="12575" y="3498"/>
                </a:lnTo>
                <a:lnTo>
                  <a:pt x="12575" y="3497"/>
                </a:lnTo>
                <a:lnTo>
                  <a:pt x="12574" y="3497"/>
                </a:lnTo>
                <a:lnTo>
                  <a:pt x="12573" y="3496"/>
                </a:lnTo>
                <a:lnTo>
                  <a:pt x="12572" y="3496"/>
                </a:lnTo>
                <a:lnTo>
                  <a:pt x="12571" y="3496"/>
                </a:lnTo>
                <a:lnTo>
                  <a:pt x="12571" y="3495"/>
                </a:lnTo>
                <a:lnTo>
                  <a:pt x="12570" y="3495"/>
                </a:lnTo>
                <a:lnTo>
                  <a:pt x="12569" y="3495"/>
                </a:lnTo>
                <a:lnTo>
                  <a:pt x="12569" y="3494"/>
                </a:lnTo>
                <a:lnTo>
                  <a:pt x="12568" y="3494"/>
                </a:lnTo>
                <a:lnTo>
                  <a:pt x="12567" y="3493"/>
                </a:lnTo>
                <a:lnTo>
                  <a:pt x="12566" y="3493"/>
                </a:lnTo>
                <a:lnTo>
                  <a:pt x="12565" y="3493"/>
                </a:lnTo>
                <a:lnTo>
                  <a:pt x="12565" y="3492"/>
                </a:lnTo>
                <a:lnTo>
                  <a:pt x="12564" y="3492"/>
                </a:lnTo>
                <a:lnTo>
                  <a:pt x="12563" y="3491"/>
                </a:lnTo>
                <a:lnTo>
                  <a:pt x="12562" y="3491"/>
                </a:lnTo>
                <a:lnTo>
                  <a:pt x="12561" y="3491"/>
                </a:lnTo>
                <a:lnTo>
                  <a:pt x="12561" y="3490"/>
                </a:lnTo>
                <a:lnTo>
                  <a:pt x="12560" y="3490"/>
                </a:lnTo>
                <a:lnTo>
                  <a:pt x="12559" y="3490"/>
                </a:lnTo>
                <a:lnTo>
                  <a:pt x="12559" y="3489"/>
                </a:lnTo>
                <a:lnTo>
                  <a:pt x="12558" y="3489"/>
                </a:lnTo>
                <a:lnTo>
                  <a:pt x="12557" y="3488"/>
                </a:lnTo>
                <a:lnTo>
                  <a:pt x="12556" y="3488"/>
                </a:lnTo>
                <a:lnTo>
                  <a:pt x="12555" y="3488"/>
                </a:lnTo>
                <a:lnTo>
                  <a:pt x="12555" y="3487"/>
                </a:lnTo>
                <a:lnTo>
                  <a:pt x="12554" y="3487"/>
                </a:lnTo>
                <a:lnTo>
                  <a:pt x="12553" y="3486"/>
                </a:lnTo>
                <a:lnTo>
                  <a:pt x="12552" y="3486"/>
                </a:lnTo>
                <a:lnTo>
                  <a:pt x="12551" y="3486"/>
                </a:lnTo>
                <a:lnTo>
                  <a:pt x="12551" y="3485"/>
                </a:lnTo>
                <a:lnTo>
                  <a:pt x="12550" y="3485"/>
                </a:lnTo>
                <a:lnTo>
                  <a:pt x="12549" y="3485"/>
                </a:lnTo>
                <a:lnTo>
                  <a:pt x="12549" y="3484"/>
                </a:lnTo>
                <a:lnTo>
                  <a:pt x="12548" y="3484"/>
                </a:lnTo>
                <a:lnTo>
                  <a:pt x="12547" y="3484"/>
                </a:lnTo>
                <a:lnTo>
                  <a:pt x="12547" y="3529"/>
                </a:lnTo>
                <a:lnTo>
                  <a:pt x="12546" y="3529"/>
                </a:lnTo>
                <a:lnTo>
                  <a:pt x="12545" y="3528"/>
                </a:lnTo>
                <a:lnTo>
                  <a:pt x="12544" y="3574"/>
                </a:lnTo>
                <a:lnTo>
                  <a:pt x="12544" y="3573"/>
                </a:lnTo>
                <a:lnTo>
                  <a:pt x="12543" y="3573"/>
                </a:lnTo>
                <a:lnTo>
                  <a:pt x="12542" y="3573"/>
                </a:lnTo>
                <a:lnTo>
                  <a:pt x="12542" y="3572"/>
                </a:lnTo>
                <a:lnTo>
                  <a:pt x="12541" y="3572"/>
                </a:lnTo>
                <a:lnTo>
                  <a:pt x="12540" y="3572"/>
                </a:lnTo>
                <a:lnTo>
                  <a:pt x="12539" y="3571"/>
                </a:lnTo>
                <a:lnTo>
                  <a:pt x="12538" y="3616"/>
                </a:lnTo>
                <a:lnTo>
                  <a:pt x="12537" y="3616"/>
                </a:lnTo>
                <a:lnTo>
                  <a:pt x="12537" y="3615"/>
                </a:lnTo>
                <a:lnTo>
                  <a:pt x="12536" y="3615"/>
                </a:lnTo>
                <a:lnTo>
                  <a:pt x="12535" y="3615"/>
                </a:lnTo>
                <a:lnTo>
                  <a:pt x="12535" y="3614"/>
                </a:lnTo>
                <a:lnTo>
                  <a:pt x="12534" y="3614"/>
                </a:lnTo>
                <a:lnTo>
                  <a:pt x="12533" y="3614"/>
                </a:lnTo>
                <a:lnTo>
                  <a:pt x="12532" y="3613"/>
                </a:lnTo>
                <a:lnTo>
                  <a:pt x="12531" y="3613"/>
                </a:lnTo>
                <a:lnTo>
                  <a:pt x="12531" y="3612"/>
                </a:lnTo>
                <a:lnTo>
                  <a:pt x="12530" y="3612"/>
                </a:lnTo>
                <a:lnTo>
                  <a:pt x="12529" y="3612"/>
                </a:lnTo>
                <a:lnTo>
                  <a:pt x="12529" y="3611"/>
                </a:lnTo>
                <a:lnTo>
                  <a:pt x="12528" y="3611"/>
                </a:lnTo>
                <a:lnTo>
                  <a:pt x="12527" y="3611"/>
                </a:lnTo>
                <a:lnTo>
                  <a:pt x="12527" y="3610"/>
                </a:lnTo>
                <a:lnTo>
                  <a:pt x="12526" y="3610"/>
                </a:lnTo>
                <a:lnTo>
                  <a:pt x="12525" y="3610"/>
                </a:lnTo>
                <a:lnTo>
                  <a:pt x="12525" y="3609"/>
                </a:lnTo>
                <a:lnTo>
                  <a:pt x="12524" y="3609"/>
                </a:lnTo>
                <a:lnTo>
                  <a:pt x="12523" y="3609"/>
                </a:lnTo>
                <a:lnTo>
                  <a:pt x="12522" y="3608"/>
                </a:lnTo>
                <a:lnTo>
                  <a:pt x="12521" y="3608"/>
                </a:lnTo>
                <a:lnTo>
                  <a:pt x="12521" y="3607"/>
                </a:lnTo>
                <a:lnTo>
                  <a:pt x="12520" y="3607"/>
                </a:lnTo>
                <a:lnTo>
                  <a:pt x="12519" y="3607"/>
                </a:lnTo>
                <a:lnTo>
                  <a:pt x="12519" y="3606"/>
                </a:lnTo>
                <a:lnTo>
                  <a:pt x="12518" y="3606"/>
                </a:lnTo>
                <a:lnTo>
                  <a:pt x="12517" y="3606"/>
                </a:lnTo>
                <a:lnTo>
                  <a:pt x="12517" y="3605"/>
                </a:lnTo>
                <a:lnTo>
                  <a:pt x="12516" y="3605"/>
                </a:lnTo>
                <a:lnTo>
                  <a:pt x="12515" y="3605"/>
                </a:lnTo>
                <a:lnTo>
                  <a:pt x="12515" y="3649"/>
                </a:lnTo>
                <a:lnTo>
                  <a:pt x="12514" y="3694"/>
                </a:lnTo>
                <a:lnTo>
                  <a:pt x="12514" y="3738"/>
                </a:lnTo>
                <a:lnTo>
                  <a:pt x="12513" y="3738"/>
                </a:lnTo>
                <a:lnTo>
                  <a:pt x="12512" y="3737"/>
                </a:lnTo>
                <a:lnTo>
                  <a:pt x="12511" y="3737"/>
                </a:lnTo>
                <a:lnTo>
                  <a:pt x="12511" y="3736"/>
                </a:lnTo>
                <a:lnTo>
                  <a:pt x="12510" y="3736"/>
                </a:lnTo>
                <a:lnTo>
                  <a:pt x="12509" y="3736"/>
                </a:lnTo>
                <a:lnTo>
                  <a:pt x="12508" y="3735"/>
                </a:lnTo>
                <a:lnTo>
                  <a:pt x="12507" y="3735"/>
                </a:lnTo>
                <a:lnTo>
                  <a:pt x="12507" y="3734"/>
                </a:lnTo>
                <a:lnTo>
                  <a:pt x="12506" y="3734"/>
                </a:lnTo>
                <a:lnTo>
                  <a:pt x="12505" y="3734"/>
                </a:lnTo>
                <a:lnTo>
                  <a:pt x="12504" y="3733"/>
                </a:lnTo>
                <a:lnTo>
                  <a:pt x="12503" y="3733"/>
                </a:lnTo>
                <a:lnTo>
                  <a:pt x="12502" y="3732"/>
                </a:lnTo>
                <a:lnTo>
                  <a:pt x="12501" y="3732"/>
                </a:lnTo>
                <a:lnTo>
                  <a:pt x="12501" y="3731"/>
                </a:lnTo>
                <a:lnTo>
                  <a:pt x="12500" y="3731"/>
                </a:lnTo>
                <a:lnTo>
                  <a:pt x="12499" y="3731"/>
                </a:lnTo>
                <a:lnTo>
                  <a:pt x="12498" y="3730"/>
                </a:lnTo>
                <a:lnTo>
                  <a:pt x="12497" y="3730"/>
                </a:lnTo>
                <a:lnTo>
                  <a:pt x="12497" y="3729"/>
                </a:lnTo>
                <a:lnTo>
                  <a:pt x="12496" y="3729"/>
                </a:lnTo>
                <a:lnTo>
                  <a:pt x="12495" y="3729"/>
                </a:lnTo>
                <a:lnTo>
                  <a:pt x="12494" y="3728"/>
                </a:lnTo>
                <a:lnTo>
                  <a:pt x="12493" y="3728"/>
                </a:lnTo>
                <a:lnTo>
                  <a:pt x="12492" y="3727"/>
                </a:lnTo>
                <a:lnTo>
                  <a:pt x="12491" y="3727"/>
                </a:lnTo>
                <a:lnTo>
                  <a:pt x="12491" y="3726"/>
                </a:lnTo>
                <a:lnTo>
                  <a:pt x="12490" y="3770"/>
                </a:lnTo>
                <a:lnTo>
                  <a:pt x="12489" y="3770"/>
                </a:lnTo>
                <a:lnTo>
                  <a:pt x="12488" y="3769"/>
                </a:lnTo>
                <a:lnTo>
                  <a:pt x="12487" y="3769"/>
                </a:lnTo>
                <a:lnTo>
                  <a:pt x="12486" y="3768"/>
                </a:lnTo>
                <a:lnTo>
                  <a:pt x="12485" y="3768"/>
                </a:lnTo>
                <a:lnTo>
                  <a:pt x="12484" y="3767"/>
                </a:lnTo>
                <a:lnTo>
                  <a:pt x="12483" y="3767"/>
                </a:lnTo>
                <a:lnTo>
                  <a:pt x="12482" y="3766"/>
                </a:lnTo>
                <a:lnTo>
                  <a:pt x="12481" y="3810"/>
                </a:lnTo>
                <a:lnTo>
                  <a:pt x="12481" y="3809"/>
                </a:lnTo>
                <a:lnTo>
                  <a:pt x="12480" y="3809"/>
                </a:lnTo>
                <a:lnTo>
                  <a:pt x="12479" y="3809"/>
                </a:lnTo>
                <a:lnTo>
                  <a:pt x="12478" y="3808"/>
                </a:lnTo>
                <a:lnTo>
                  <a:pt x="12477" y="3808"/>
                </a:lnTo>
                <a:lnTo>
                  <a:pt x="12477" y="3807"/>
                </a:lnTo>
                <a:lnTo>
                  <a:pt x="12476" y="3807"/>
                </a:lnTo>
                <a:lnTo>
                  <a:pt x="12475" y="3807"/>
                </a:lnTo>
                <a:lnTo>
                  <a:pt x="12474" y="3806"/>
                </a:lnTo>
                <a:lnTo>
                  <a:pt x="12473" y="3806"/>
                </a:lnTo>
                <a:lnTo>
                  <a:pt x="12472" y="3805"/>
                </a:lnTo>
                <a:lnTo>
                  <a:pt x="12471" y="3805"/>
                </a:lnTo>
                <a:lnTo>
                  <a:pt x="12471" y="3804"/>
                </a:lnTo>
                <a:lnTo>
                  <a:pt x="12470" y="3804"/>
                </a:lnTo>
                <a:lnTo>
                  <a:pt x="12469" y="3804"/>
                </a:lnTo>
                <a:lnTo>
                  <a:pt x="12468" y="3803"/>
                </a:lnTo>
                <a:lnTo>
                  <a:pt x="12467" y="3803"/>
                </a:lnTo>
                <a:lnTo>
                  <a:pt x="12467" y="3802"/>
                </a:lnTo>
                <a:lnTo>
                  <a:pt x="12466" y="3802"/>
                </a:lnTo>
                <a:lnTo>
                  <a:pt x="12465" y="3802"/>
                </a:lnTo>
                <a:lnTo>
                  <a:pt x="12464" y="3801"/>
                </a:lnTo>
                <a:lnTo>
                  <a:pt x="12463" y="3801"/>
                </a:lnTo>
                <a:lnTo>
                  <a:pt x="12462" y="3800"/>
                </a:lnTo>
                <a:lnTo>
                  <a:pt x="12461" y="3800"/>
                </a:lnTo>
                <a:lnTo>
                  <a:pt x="12461" y="3799"/>
                </a:lnTo>
                <a:lnTo>
                  <a:pt x="12460" y="3799"/>
                </a:lnTo>
                <a:lnTo>
                  <a:pt x="12459" y="3799"/>
                </a:lnTo>
                <a:lnTo>
                  <a:pt x="12458" y="3798"/>
                </a:lnTo>
                <a:lnTo>
                  <a:pt x="12457" y="3798"/>
                </a:lnTo>
                <a:lnTo>
                  <a:pt x="12457" y="3797"/>
                </a:lnTo>
                <a:lnTo>
                  <a:pt x="12456" y="3797"/>
                </a:lnTo>
                <a:lnTo>
                  <a:pt x="12455" y="3797"/>
                </a:lnTo>
                <a:lnTo>
                  <a:pt x="12454" y="3796"/>
                </a:lnTo>
                <a:lnTo>
                  <a:pt x="12453" y="3796"/>
                </a:lnTo>
                <a:lnTo>
                  <a:pt x="12452" y="3795"/>
                </a:lnTo>
                <a:lnTo>
                  <a:pt x="12451" y="3795"/>
                </a:lnTo>
                <a:lnTo>
                  <a:pt x="12451" y="3794"/>
                </a:lnTo>
                <a:lnTo>
                  <a:pt x="12450" y="3794"/>
                </a:lnTo>
                <a:lnTo>
                  <a:pt x="12449" y="3794"/>
                </a:lnTo>
                <a:lnTo>
                  <a:pt x="12448" y="3793"/>
                </a:lnTo>
                <a:lnTo>
                  <a:pt x="12447" y="3836"/>
                </a:lnTo>
                <a:lnTo>
                  <a:pt x="12447" y="3835"/>
                </a:lnTo>
                <a:lnTo>
                  <a:pt x="12446" y="3835"/>
                </a:lnTo>
                <a:lnTo>
                  <a:pt x="12445" y="3835"/>
                </a:lnTo>
                <a:lnTo>
                  <a:pt x="12445" y="3834"/>
                </a:lnTo>
                <a:lnTo>
                  <a:pt x="12444" y="3834"/>
                </a:lnTo>
                <a:lnTo>
                  <a:pt x="12443" y="3833"/>
                </a:lnTo>
                <a:lnTo>
                  <a:pt x="12442" y="3833"/>
                </a:lnTo>
                <a:lnTo>
                  <a:pt x="12441" y="3833"/>
                </a:lnTo>
                <a:lnTo>
                  <a:pt x="12441" y="3832"/>
                </a:lnTo>
                <a:lnTo>
                  <a:pt x="12440" y="3832"/>
                </a:lnTo>
                <a:lnTo>
                  <a:pt x="12439" y="3831"/>
                </a:lnTo>
                <a:lnTo>
                  <a:pt x="12438" y="3831"/>
                </a:lnTo>
                <a:lnTo>
                  <a:pt x="12437" y="3831"/>
                </a:lnTo>
                <a:lnTo>
                  <a:pt x="12437" y="3830"/>
                </a:lnTo>
                <a:lnTo>
                  <a:pt x="12436" y="3830"/>
                </a:lnTo>
                <a:lnTo>
                  <a:pt x="12435" y="3830"/>
                </a:lnTo>
                <a:lnTo>
                  <a:pt x="12435" y="3829"/>
                </a:lnTo>
                <a:lnTo>
                  <a:pt x="12434" y="3829"/>
                </a:lnTo>
                <a:lnTo>
                  <a:pt x="12433" y="3828"/>
                </a:lnTo>
                <a:lnTo>
                  <a:pt x="12432" y="3828"/>
                </a:lnTo>
                <a:lnTo>
                  <a:pt x="12431" y="3828"/>
                </a:lnTo>
                <a:lnTo>
                  <a:pt x="12431" y="3870"/>
                </a:lnTo>
                <a:lnTo>
                  <a:pt x="12430" y="3869"/>
                </a:lnTo>
                <a:lnTo>
                  <a:pt x="12429" y="3869"/>
                </a:lnTo>
                <a:lnTo>
                  <a:pt x="12428" y="3868"/>
                </a:lnTo>
                <a:lnTo>
                  <a:pt x="12427" y="3868"/>
                </a:lnTo>
                <a:lnTo>
                  <a:pt x="12426" y="3867"/>
                </a:lnTo>
                <a:lnTo>
                  <a:pt x="12425" y="3867"/>
                </a:lnTo>
                <a:lnTo>
                  <a:pt x="12424" y="3866"/>
                </a:lnTo>
                <a:lnTo>
                  <a:pt x="12423" y="3908"/>
                </a:lnTo>
                <a:lnTo>
                  <a:pt x="12422" y="3907"/>
                </a:lnTo>
                <a:lnTo>
                  <a:pt x="12421" y="3907"/>
                </a:lnTo>
                <a:lnTo>
                  <a:pt x="12420" y="3906"/>
                </a:lnTo>
                <a:lnTo>
                  <a:pt x="12419" y="3906"/>
                </a:lnTo>
                <a:lnTo>
                  <a:pt x="12418" y="3906"/>
                </a:lnTo>
                <a:lnTo>
                  <a:pt x="12418" y="3905"/>
                </a:lnTo>
                <a:lnTo>
                  <a:pt x="12417" y="3905"/>
                </a:lnTo>
                <a:lnTo>
                  <a:pt x="12416" y="3904"/>
                </a:lnTo>
                <a:lnTo>
                  <a:pt x="12415" y="3904"/>
                </a:lnTo>
                <a:lnTo>
                  <a:pt x="12414" y="3903"/>
                </a:lnTo>
                <a:lnTo>
                  <a:pt x="12413" y="3903"/>
                </a:lnTo>
                <a:lnTo>
                  <a:pt x="12412" y="3902"/>
                </a:lnTo>
                <a:lnTo>
                  <a:pt x="12411" y="3902"/>
                </a:lnTo>
                <a:lnTo>
                  <a:pt x="12410" y="3901"/>
                </a:lnTo>
                <a:lnTo>
                  <a:pt x="12409" y="3901"/>
                </a:lnTo>
                <a:lnTo>
                  <a:pt x="12408" y="3901"/>
                </a:lnTo>
                <a:lnTo>
                  <a:pt x="12408" y="3900"/>
                </a:lnTo>
                <a:lnTo>
                  <a:pt x="12407" y="3900"/>
                </a:lnTo>
                <a:lnTo>
                  <a:pt x="12406" y="3899"/>
                </a:lnTo>
                <a:lnTo>
                  <a:pt x="12405" y="3899"/>
                </a:lnTo>
                <a:lnTo>
                  <a:pt x="12404" y="3898"/>
                </a:lnTo>
                <a:lnTo>
                  <a:pt x="12403" y="3898"/>
                </a:lnTo>
                <a:lnTo>
                  <a:pt x="12402" y="3897"/>
                </a:lnTo>
                <a:lnTo>
                  <a:pt x="12401" y="3897"/>
                </a:lnTo>
                <a:lnTo>
                  <a:pt x="12400" y="3896"/>
                </a:lnTo>
                <a:lnTo>
                  <a:pt x="12399" y="3896"/>
                </a:lnTo>
                <a:lnTo>
                  <a:pt x="12398" y="3896"/>
                </a:lnTo>
                <a:lnTo>
                  <a:pt x="12398" y="3895"/>
                </a:lnTo>
                <a:lnTo>
                  <a:pt x="12397" y="3895"/>
                </a:lnTo>
                <a:lnTo>
                  <a:pt x="12396" y="3894"/>
                </a:lnTo>
                <a:lnTo>
                  <a:pt x="12395" y="3894"/>
                </a:lnTo>
                <a:lnTo>
                  <a:pt x="12394" y="3893"/>
                </a:lnTo>
                <a:lnTo>
                  <a:pt x="12393" y="3893"/>
                </a:lnTo>
                <a:lnTo>
                  <a:pt x="12392" y="3892"/>
                </a:lnTo>
                <a:lnTo>
                  <a:pt x="12391" y="3892"/>
                </a:lnTo>
                <a:lnTo>
                  <a:pt x="12390" y="3891"/>
                </a:lnTo>
                <a:lnTo>
                  <a:pt x="12389" y="3891"/>
                </a:lnTo>
                <a:lnTo>
                  <a:pt x="12388" y="3891"/>
                </a:lnTo>
                <a:lnTo>
                  <a:pt x="12388" y="3890"/>
                </a:lnTo>
                <a:lnTo>
                  <a:pt x="12387" y="3890"/>
                </a:lnTo>
                <a:lnTo>
                  <a:pt x="12386" y="3931"/>
                </a:lnTo>
                <a:lnTo>
                  <a:pt x="12385" y="3930"/>
                </a:lnTo>
                <a:lnTo>
                  <a:pt x="12384" y="3930"/>
                </a:lnTo>
                <a:lnTo>
                  <a:pt x="12383" y="3929"/>
                </a:lnTo>
                <a:lnTo>
                  <a:pt x="12382" y="3929"/>
                </a:lnTo>
                <a:lnTo>
                  <a:pt x="12381" y="3928"/>
                </a:lnTo>
                <a:lnTo>
                  <a:pt x="12380" y="3928"/>
                </a:lnTo>
                <a:lnTo>
                  <a:pt x="12379" y="3927"/>
                </a:lnTo>
                <a:lnTo>
                  <a:pt x="12378" y="3927"/>
                </a:lnTo>
                <a:lnTo>
                  <a:pt x="12377" y="3926"/>
                </a:lnTo>
                <a:lnTo>
                  <a:pt x="12376" y="3926"/>
                </a:lnTo>
                <a:lnTo>
                  <a:pt x="12375" y="3925"/>
                </a:lnTo>
                <a:lnTo>
                  <a:pt x="12374" y="3925"/>
                </a:lnTo>
                <a:lnTo>
                  <a:pt x="12373" y="3924"/>
                </a:lnTo>
                <a:lnTo>
                  <a:pt x="12372" y="3924"/>
                </a:lnTo>
                <a:lnTo>
                  <a:pt x="12371" y="3923"/>
                </a:lnTo>
                <a:lnTo>
                  <a:pt x="12370" y="3923"/>
                </a:lnTo>
                <a:lnTo>
                  <a:pt x="12369" y="3922"/>
                </a:lnTo>
                <a:lnTo>
                  <a:pt x="12368" y="3922"/>
                </a:lnTo>
                <a:lnTo>
                  <a:pt x="12367" y="3921"/>
                </a:lnTo>
                <a:lnTo>
                  <a:pt x="12366" y="3921"/>
                </a:lnTo>
                <a:lnTo>
                  <a:pt x="12365" y="3920"/>
                </a:lnTo>
                <a:lnTo>
                  <a:pt x="12364" y="3920"/>
                </a:lnTo>
                <a:lnTo>
                  <a:pt x="12363" y="3919"/>
                </a:lnTo>
                <a:lnTo>
                  <a:pt x="12362" y="3919"/>
                </a:lnTo>
                <a:lnTo>
                  <a:pt x="12361" y="3918"/>
                </a:lnTo>
                <a:lnTo>
                  <a:pt x="12360" y="3918"/>
                </a:lnTo>
                <a:lnTo>
                  <a:pt x="12359" y="3917"/>
                </a:lnTo>
                <a:lnTo>
                  <a:pt x="12358" y="3917"/>
                </a:lnTo>
                <a:lnTo>
                  <a:pt x="12357" y="3916"/>
                </a:lnTo>
                <a:lnTo>
                  <a:pt x="12356" y="3916"/>
                </a:lnTo>
                <a:lnTo>
                  <a:pt x="12356" y="3915"/>
                </a:lnTo>
                <a:lnTo>
                  <a:pt x="12355" y="3915"/>
                </a:lnTo>
                <a:lnTo>
                  <a:pt x="12354" y="3915"/>
                </a:lnTo>
                <a:lnTo>
                  <a:pt x="12353" y="3914"/>
                </a:lnTo>
                <a:lnTo>
                  <a:pt x="12352" y="3914"/>
                </a:lnTo>
                <a:lnTo>
                  <a:pt x="12351" y="3913"/>
                </a:lnTo>
                <a:lnTo>
                  <a:pt x="12350" y="3913"/>
                </a:lnTo>
                <a:lnTo>
                  <a:pt x="12349" y="3912"/>
                </a:lnTo>
                <a:lnTo>
                  <a:pt x="12348" y="3912"/>
                </a:lnTo>
                <a:lnTo>
                  <a:pt x="12348" y="3952"/>
                </a:lnTo>
                <a:lnTo>
                  <a:pt x="12347" y="3952"/>
                </a:lnTo>
                <a:lnTo>
                  <a:pt x="12347" y="3951"/>
                </a:lnTo>
                <a:lnTo>
                  <a:pt x="12346" y="3951"/>
                </a:lnTo>
                <a:lnTo>
                  <a:pt x="12345" y="3950"/>
                </a:lnTo>
                <a:lnTo>
                  <a:pt x="12344" y="3950"/>
                </a:lnTo>
                <a:lnTo>
                  <a:pt x="12343" y="3950"/>
                </a:lnTo>
                <a:lnTo>
                  <a:pt x="12343" y="3949"/>
                </a:lnTo>
                <a:lnTo>
                  <a:pt x="12342" y="3949"/>
                </a:lnTo>
                <a:lnTo>
                  <a:pt x="12341" y="3949"/>
                </a:lnTo>
                <a:lnTo>
                  <a:pt x="12341" y="3948"/>
                </a:lnTo>
                <a:lnTo>
                  <a:pt x="12340" y="3948"/>
                </a:lnTo>
                <a:lnTo>
                  <a:pt x="12339" y="3947"/>
                </a:lnTo>
                <a:lnTo>
                  <a:pt x="12338" y="3947"/>
                </a:lnTo>
                <a:lnTo>
                  <a:pt x="12337" y="3947"/>
                </a:lnTo>
                <a:lnTo>
                  <a:pt x="12337" y="3946"/>
                </a:lnTo>
                <a:lnTo>
                  <a:pt x="12336" y="3946"/>
                </a:lnTo>
                <a:lnTo>
                  <a:pt x="12335" y="3945"/>
                </a:lnTo>
                <a:lnTo>
                  <a:pt x="12334" y="3945"/>
                </a:lnTo>
                <a:lnTo>
                  <a:pt x="12333" y="3945"/>
                </a:lnTo>
                <a:lnTo>
                  <a:pt x="12333" y="3944"/>
                </a:lnTo>
                <a:lnTo>
                  <a:pt x="12332" y="3944"/>
                </a:lnTo>
                <a:lnTo>
                  <a:pt x="12331" y="3944"/>
                </a:lnTo>
                <a:lnTo>
                  <a:pt x="12331" y="3943"/>
                </a:lnTo>
                <a:lnTo>
                  <a:pt x="12330" y="3943"/>
                </a:lnTo>
                <a:lnTo>
                  <a:pt x="12329" y="3942"/>
                </a:lnTo>
                <a:lnTo>
                  <a:pt x="12328" y="3942"/>
                </a:lnTo>
                <a:lnTo>
                  <a:pt x="12327" y="3942"/>
                </a:lnTo>
                <a:lnTo>
                  <a:pt x="12327" y="3941"/>
                </a:lnTo>
                <a:lnTo>
                  <a:pt x="12326" y="3941"/>
                </a:lnTo>
                <a:lnTo>
                  <a:pt x="12325" y="3940"/>
                </a:lnTo>
                <a:lnTo>
                  <a:pt x="12324" y="3940"/>
                </a:lnTo>
                <a:lnTo>
                  <a:pt x="12323" y="3940"/>
                </a:lnTo>
                <a:lnTo>
                  <a:pt x="12323" y="3939"/>
                </a:lnTo>
                <a:lnTo>
                  <a:pt x="12322" y="3939"/>
                </a:lnTo>
                <a:lnTo>
                  <a:pt x="12321" y="3978"/>
                </a:lnTo>
                <a:lnTo>
                  <a:pt x="12320" y="3978"/>
                </a:lnTo>
                <a:lnTo>
                  <a:pt x="12320" y="3977"/>
                </a:lnTo>
                <a:lnTo>
                  <a:pt x="12319" y="3977"/>
                </a:lnTo>
                <a:lnTo>
                  <a:pt x="12318" y="3977"/>
                </a:lnTo>
                <a:lnTo>
                  <a:pt x="12317" y="3976"/>
                </a:lnTo>
                <a:lnTo>
                  <a:pt x="12316" y="3976"/>
                </a:lnTo>
                <a:lnTo>
                  <a:pt x="12316" y="3975"/>
                </a:lnTo>
                <a:lnTo>
                  <a:pt x="12315" y="3975"/>
                </a:lnTo>
                <a:lnTo>
                  <a:pt x="12314" y="3975"/>
                </a:lnTo>
                <a:lnTo>
                  <a:pt x="12314" y="3974"/>
                </a:lnTo>
                <a:lnTo>
                  <a:pt x="12313" y="3974"/>
                </a:lnTo>
                <a:lnTo>
                  <a:pt x="12312" y="3974"/>
                </a:lnTo>
                <a:lnTo>
                  <a:pt x="12311" y="3973"/>
                </a:lnTo>
                <a:lnTo>
                  <a:pt x="12310" y="3973"/>
                </a:lnTo>
                <a:lnTo>
                  <a:pt x="12310" y="3972"/>
                </a:lnTo>
                <a:lnTo>
                  <a:pt x="12309" y="3972"/>
                </a:lnTo>
                <a:lnTo>
                  <a:pt x="12308" y="3972"/>
                </a:lnTo>
                <a:lnTo>
                  <a:pt x="12307" y="3971"/>
                </a:lnTo>
                <a:lnTo>
                  <a:pt x="12306" y="3971"/>
                </a:lnTo>
                <a:lnTo>
                  <a:pt x="12306" y="3970"/>
                </a:lnTo>
                <a:lnTo>
                  <a:pt x="12305" y="3970"/>
                </a:lnTo>
                <a:lnTo>
                  <a:pt x="12304" y="3970"/>
                </a:lnTo>
                <a:lnTo>
                  <a:pt x="12304" y="3969"/>
                </a:lnTo>
                <a:lnTo>
                  <a:pt x="12303" y="3969"/>
                </a:lnTo>
                <a:lnTo>
                  <a:pt x="12302" y="3969"/>
                </a:lnTo>
                <a:lnTo>
                  <a:pt x="12301" y="3968"/>
                </a:lnTo>
                <a:lnTo>
                  <a:pt x="12300" y="3968"/>
                </a:lnTo>
                <a:lnTo>
                  <a:pt x="12300" y="3967"/>
                </a:lnTo>
                <a:lnTo>
                  <a:pt x="12299" y="3967"/>
                </a:lnTo>
                <a:lnTo>
                  <a:pt x="12298" y="3967"/>
                </a:lnTo>
                <a:lnTo>
                  <a:pt x="12297" y="3966"/>
                </a:lnTo>
                <a:lnTo>
                  <a:pt x="12296" y="3966"/>
                </a:lnTo>
                <a:lnTo>
                  <a:pt x="12296" y="3965"/>
                </a:lnTo>
                <a:lnTo>
                  <a:pt x="12295" y="3965"/>
                </a:lnTo>
                <a:lnTo>
                  <a:pt x="12294" y="3965"/>
                </a:lnTo>
                <a:lnTo>
                  <a:pt x="12294" y="3964"/>
                </a:lnTo>
                <a:lnTo>
                  <a:pt x="12293" y="3964"/>
                </a:lnTo>
                <a:lnTo>
                  <a:pt x="12292" y="3964"/>
                </a:lnTo>
                <a:lnTo>
                  <a:pt x="12291" y="3963"/>
                </a:lnTo>
                <a:lnTo>
                  <a:pt x="12290" y="3963"/>
                </a:lnTo>
                <a:lnTo>
                  <a:pt x="12290" y="3962"/>
                </a:lnTo>
                <a:lnTo>
                  <a:pt x="12289" y="3962"/>
                </a:lnTo>
                <a:lnTo>
                  <a:pt x="12288" y="3962"/>
                </a:lnTo>
                <a:lnTo>
                  <a:pt x="12287" y="3961"/>
                </a:lnTo>
                <a:lnTo>
                  <a:pt x="12286" y="3961"/>
                </a:lnTo>
                <a:lnTo>
                  <a:pt x="12286" y="3960"/>
                </a:lnTo>
                <a:lnTo>
                  <a:pt x="12285" y="3960"/>
                </a:lnTo>
                <a:lnTo>
                  <a:pt x="12284" y="3960"/>
                </a:lnTo>
                <a:lnTo>
                  <a:pt x="12284" y="3959"/>
                </a:lnTo>
                <a:lnTo>
                  <a:pt x="12283" y="3959"/>
                </a:lnTo>
                <a:lnTo>
                  <a:pt x="12282" y="3959"/>
                </a:lnTo>
                <a:lnTo>
                  <a:pt x="12281" y="3958"/>
                </a:lnTo>
                <a:lnTo>
                  <a:pt x="12280" y="3958"/>
                </a:lnTo>
                <a:lnTo>
                  <a:pt x="12280" y="3957"/>
                </a:lnTo>
                <a:lnTo>
                  <a:pt x="12279" y="3957"/>
                </a:lnTo>
                <a:lnTo>
                  <a:pt x="12278" y="3957"/>
                </a:lnTo>
                <a:lnTo>
                  <a:pt x="12277" y="3956"/>
                </a:lnTo>
                <a:lnTo>
                  <a:pt x="12276" y="3956"/>
                </a:lnTo>
                <a:lnTo>
                  <a:pt x="12276" y="3955"/>
                </a:lnTo>
                <a:lnTo>
                  <a:pt x="12275" y="3955"/>
                </a:lnTo>
                <a:lnTo>
                  <a:pt x="12274" y="3955"/>
                </a:lnTo>
                <a:lnTo>
                  <a:pt x="12274" y="3954"/>
                </a:lnTo>
                <a:lnTo>
                  <a:pt x="12273" y="3954"/>
                </a:lnTo>
                <a:lnTo>
                  <a:pt x="12272" y="3954"/>
                </a:lnTo>
                <a:lnTo>
                  <a:pt x="12271" y="3953"/>
                </a:lnTo>
                <a:lnTo>
                  <a:pt x="12270" y="3953"/>
                </a:lnTo>
                <a:lnTo>
                  <a:pt x="12270" y="3952"/>
                </a:lnTo>
                <a:lnTo>
                  <a:pt x="12269" y="3952"/>
                </a:lnTo>
                <a:lnTo>
                  <a:pt x="12269" y="3990"/>
                </a:lnTo>
                <a:lnTo>
                  <a:pt x="12268" y="3990"/>
                </a:lnTo>
                <a:lnTo>
                  <a:pt x="12267" y="3990"/>
                </a:lnTo>
                <a:lnTo>
                  <a:pt x="12267" y="3989"/>
                </a:lnTo>
                <a:lnTo>
                  <a:pt x="12266" y="3989"/>
                </a:lnTo>
                <a:lnTo>
                  <a:pt x="12265" y="3989"/>
                </a:lnTo>
                <a:lnTo>
                  <a:pt x="12264" y="3988"/>
                </a:lnTo>
                <a:lnTo>
                  <a:pt x="12263" y="3988"/>
                </a:lnTo>
                <a:lnTo>
                  <a:pt x="12263" y="3987"/>
                </a:lnTo>
                <a:lnTo>
                  <a:pt x="12262" y="3987"/>
                </a:lnTo>
                <a:lnTo>
                  <a:pt x="12261" y="3987"/>
                </a:lnTo>
                <a:lnTo>
                  <a:pt x="12261" y="4025"/>
                </a:lnTo>
                <a:lnTo>
                  <a:pt x="12260" y="4025"/>
                </a:lnTo>
                <a:lnTo>
                  <a:pt x="12260" y="4024"/>
                </a:lnTo>
                <a:lnTo>
                  <a:pt x="12259" y="4024"/>
                </a:lnTo>
                <a:lnTo>
                  <a:pt x="12258" y="4023"/>
                </a:lnTo>
                <a:lnTo>
                  <a:pt x="12257" y="4023"/>
                </a:lnTo>
                <a:lnTo>
                  <a:pt x="12256" y="4023"/>
                </a:lnTo>
                <a:lnTo>
                  <a:pt x="12256" y="4022"/>
                </a:lnTo>
                <a:lnTo>
                  <a:pt x="12255" y="4022"/>
                </a:lnTo>
                <a:lnTo>
                  <a:pt x="12254" y="4022"/>
                </a:lnTo>
                <a:lnTo>
                  <a:pt x="12254" y="4021"/>
                </a:lnTo>
                <a:lnTo>
                  <a:pt x="12253" y="4021"/>
                </a:lnTo>
                <a:lnTo>
                  <a:pt x="12252" y="4020"/>
                </a:lnTo>
                <a:lnTo>
                  <a:pt x="12251" y="4020"/>
                </a:lnTo>
                <a:lnTo>
                  <a:pt x="12250" y="4020"/>
                </a:lnTo>
                <a:lnTo>
                  <a:pt x="12250" y="4019"/>
                </a:lnTo>
                <a:lnTo>
                  <a:pt x="12249" y="4019"/>
                </a:lnTo>
                <a:lnTo>
                  <a:pt x="12248" y="4018"/>
                </a:lnTo>
                <a:lnTo>
                  <a:pt x="12247" y="4018"/>
                </a:lnTo>
                <a:lnTo>
                  <a:pt x="12246" y="4018"/>
                </a:lnTo>
                <a:lnTo>
                  <a:pt x="12246" y="4017"/>
                </a:lnTo>
                <a:lnTo>
                  <a:pt x="12245" y="4017"/>
                </a:lnTo>
                <a:lnTo>
                  <a:pt x="12244" y="4017"/>
                </a:lnTo>
                <a:lnTo>
                  <a:pt x="12244" y="4016"/>
                </a:lnTo>
                <a:lnTo>
                  <a:pt x="12243" y="4016"/>
                </a:lnTo>
                <a:lnTo>
                  <a:pt x="12242" y="4016"/>
                </a:lnTo>
                <a:lnTo>
                  <a:pt x="12241" y="4015"/>
                </a:lnTo>
                <a:lnTo>
                  <a:pt x="12240" y="4015"/>
                </a:lnTo>
                <a:lnTo>
                  <a:pt x="12240" y="4014"/>
                </a:lnTo>
                <a:lnTo>
                  <a:pt x="12239" y="4014"/>
                </a:lnTo>
                <a:lnTo>
                  <a:pt x="12238" y="4013"/>
                </a:lnTo>
                <a:lnTo>
                  <a:pt x="12237" y="4013"/>
                </a:lnTo>
                <a:lnTo>
                  <a:pt x="12236" y="4013"/>
                </a:lnTo>
                <a:lnTo>
                  <a:pt x="12236" y="4012"/>
                </a:lnTo>
                <a:lnTo>
                  <a:pt x="12235" y="4012"/>
                </a:lnTo>
                <a:lnTo>
                  <a:pt x="12234" y="4012"/>
                </a:lnTo>
                <a:lnTo>
                  <a:pt x="12234" y="4011"/>
                </a:lnTo>
                <a:lnTo>
                  <a:pt x="12233" y="4049"/>
                </a:lnTo>
                <a:lnTo>
                  <a:pt x="12232" y="4048"/>
                </a:lnTo>
                <a:lnTo>
                  <a:pt x="12231" y="4048"/>
                </a:lnTo>
                <a:lnTo>
                  <a:pt x="12230" y="4047"/>
                </a:lnTo>
                <a:lnTo>
                  <a:pt x="12229" y="4047"/>
                </a:lnTo>
                <a:lnTo>
                  <a:pt x="12228" y="4046"/>
                </a:lnTo>
                <a:lnTo>
                  <a:pt x="12227" y="4046"/>
                </a:lnTo>
                <a:lnTo>
                  <a:pt x="12226" y="4045"/>
                </a:lnTo>
                <a:lnTo>
                  <a:pt x="12225" y="4045"/>
                </a:lnTo>
                <a:lnTo>
                  <a:pt x="12224" y="4044"/>
                </a:lnTo>
                <a:lnTo>
                  <a:pt x="12223" y="4044"/>
                </a:lnTo>
                <a:lnTo>
                  <a:pt x="12222" y="4043"/>
                </a:lnTo>
                <a:lnTo>
                  <a:pt x="12221" y="4043"/>
                </a:lnTo>
                <a:lnTo>
                  <a:pt x="12220" y="4042"/>
                </a:lnTo>
                <a:lnTo>
                  <a:pt x="12219" y="4042"/>
                </a:lnTo>
                <a:lnTo>
                  <a:pt x="12218" y="4041"/>
                </a:lnTo>
                <a:lnTo>
                  <a:pt x="12217" y="4041"/>
                </a:lnTo>
                <a:lnTo>
                  <a:pt x="12216" y="4040"/>
                </a:lnTo>
                <a:lnTo>
                  <a:pt x="12215" y="4040"/>
                </a:lnTo>
                <a:lnTo>
                  <a:pt x="12214" y="4039"/>
                </a:lnTo>
                <a:lnTo>
                  <a:pt x="12213" y="4076"/>
                </a:lnTo>
                <a:lnTo>
                  <a:pt x="12212" y="4076"/>
                </a:lnTo>
                <a:lnTo>
                  <a:pt x="12212" y="4075"/>
                </a:lnTo>
                <a:lnTo>
                  <a:pt x="12211" y="4075"/>
                </a:lnTo>
                <a:lnTo>
                  <a:pt x="12210" y="4075"/>
                </a:lnTo>
                <a:lnTo>
                  <a:pt x="12209" y="4074"/>
                </a:lnTo>
                <a:lnTo>
                  <a:pt x="12208" y="4074"/>
                </a:lnTo>
                <a:lnTo>
                  <a:pt x="12207" y="4073"/>
                </a:lnTo>
                <a:lnTo>
                  <a:pt x="12206" y="4073"/>
                </a:lnTo>
                <a:lnTo>
                  <a:pt x="12206" y="4072"/>
                </a:lnTo>
                <a:lnTo>
                  <a:pt x="12205" y="4072"/>
                </a:lnTo>
                <a:lnTo>
                  <a:pt x="12204" y="4109"/>
                </a:lnTo>
                <a:lnTo>
                  <a:pt x="12203" y="4109"/>
                </a:lnTo>
                <a:lnTo>
                  <a:pt x="12203" y="4108"/>
                </a:lnTo>
                <a:lnTo>
                  <a:pt x="12202" y="4108"/>
                </a:lnTo>
                <a:lnTo>
                  <a:pt x="12201" y="4107"/>
                </a:lnTo>
                <a:lnTo>
                  <a:pt x="12200" y="4107"/>
                </a:lnTo>
                <a:lnTo>
                  <a:pt x="12199" y="4106"/>
                </a:lnTo>
                <a:lnTo>
                  <a:pt x="12198" y="4106"/>
                </a:lnTo>
                <a:lnTo>
                  <a:pt x="12197" y="4106"/>
                </a:lnTo>
                <a:lnTo>
                  <a:pt x="12197" y="4105"/>
                </a:lnTo>
                <a:lnTo>
                  <a:pt x="12196" y="4105"/>
                </a:lnTo>
                <a:lnTo>
                  <a:pt x="12195" y="4104"/>
                </a:lnTo>
                <a:lnTo>
                  <a:pt x="12194" y="4104"/>
                </a:lnTo>
                <a:lnTo>
                  <a:pt x="12193" y="4104"/>
                </a:lnTo>
                <a:lnTo>
                  <a:pt x="12193" y="4103"/>
                </a:lnTo>
                <a:lnTo>
                  <a:pt x="12192" y="4103"/>
                </a:lnTo>
                <a:lnTo>
                  <a:pt x="12191" y="4102"/>
                </a:lnTo>
                <a:lnTo>
                  <a:pt x="12190" y="4102"/>
                </a:lnTo>
                <a:lnTo>
                  <a:pt x="12189" y="4101"/>
                </a:lnTo>
                <a:lnTo>
                  <a:pt x="12189" y="4138"/>
                </a:lnTo>
                <a:lnTo>
                  <a:pt x="12188" y="4138"/>
                </a:lnTo>
                <a:lnTo>
                  <a:pt x="12187" y="4138"/>
                </a:lnTo>
                <a:lnTo>
                  <a:pt x="12187" y="4137"/>
                </a:lnTo>
                <a:lnTo>
                  <a:pt x="12186" y="4137"/>
                </a:lnTo>
                <a:lnTo>
                  <a:pt x="12185" y="4136"/>
                </a:lnTo>
                <a:lnTo>
                  <a:pt x="12184" y="4136"/>
                </a:lnTo>
                <a:lnTo>
                  <a:pt x="12183" y="4136"/>
                </a:lnTo>
                <a:lnTo>
                  <a:pt x="12183" y="4135"/>
                </a:lnTo>
                <a:lnTo>
                  <a:pt x="12182" y="4135"/>
                </a:lnTo>
                <a:lnTo>
                  <a:pt x="12181" y="4134"/>
                </a:lnTo>
                <a:lnTo>
                  <a:pt x="12180" y="4134"/>
                </a:lnTo>
                <a:lnTo>
                  <a:pt x="12179" y="4134"/>
                </a:lnTo>
                <a:lnTo>
                  <a:pt x="12179" y="4133"/>
                </a:lnTo>
                <a:lnTo>
                  <a:pt x="12178" y="4133"/>
                </a:lnTo>
                <a:lnTo>
                  <a:pt x="12177" y="4133"/>
                </a:lnTo>
                <a:lnTo>
                  <a:pt x="12177" y="4132"/>
                </a:lnTo>
                <a:lnTo>
                  <a:pt x="12176" y="4132"/>
                </a:lnTo>
                <a:lnTo>
                  <a:pt x="12175" y="4131"/>
                </a:lnTo>
                <a:lnTo>
                  <a:pt x="12174" y="4131"/>
                </a:lnTo>
                <a:lnTo>
                  <a:pt x="12173" y="4131"/>
                </a:lnTo>
                <a:lnTo>
                  <a:pt x="12173" y="4130"/>
                </a:lnTo>
                <a:lnTo>
                  <a:pt x="12172" y="4130"/>
                </a:lnTo>
                <a:lnTo>
                  <a:pt x="12171" y="4129"/>
                </a:lnTo>
                <a:lnTo>
                  <a:pt x="12170" y="4129"/>
                </a:lnTo>
                <a:lnTo>
                  <a:pt x="12169" y="4129"/>
                </a:lnTo>
                <a:lnTo>
                  <a:pt x="12169" y="4128"/>
                </a:lnTo>
                <a:lnTo>
                  <a:pt x="12168" y="4128"/>
                </a:lnTo>
                <a:lnTo>
                  <a:pt x="12167" y="4128"/>
                </a:lnTo>
                <a:lnTo>
                  <a:pt x="12167" y="4127"/>
                </a:lnTo>
                <a:lnTo>
                  <a:pt x="12166" y="4127"/>
                </a:lnTo>
                <a:lnTo>
                  <a:pt x="12165" y="4126"/>
                </a:lnTo>
                <a:lnTo>
                  <a:pt x="12165" y="4163"/>
                </a:lnTo>
                <a:lnTo>
                  <a:pt x="12164" y="4162"/>
                </a:lnTo>
                <a:lnTo>
                  <a:pt x="12163" y="4162"/>
                </a:lnTo>
                <a:lnTo>
                  <a:pt x="12162" y="4162"/>
                </a:lnTo>
                <a:lnTo>
                  <a:pt x="12162" y="4161"/>
                </a:lnTo>
                <a:lnTo>
                  <a:pt x="12161" y="4161"/>
                </a:lnTo>
                <a:lnTo>
                  <a:pt x="12160" y="4197"/>
                </a:lnTo>
                <a:lnTo>
                  <a:pt x="12159" y="4197"/>
                </a:lnTo>
                <a:lnTo>
                  <a:pt x="12159" y="4196"/>
                </a:lnTo>
                <a:lnTo>
                  <a:pt x="12158" y="4196"/>
                </a:lnTo>
                <a:lnTo>
                  <a:pt x="12157" y="4196"/>
                </a:lnTo>
                <a:lnTo>
                  <a:pt x="12157" y="4195"/>
                </a:lnTo>
                <a:lnTo>
                  <a:pt x="12156" y="4195"/>
                </a:lnTo>
                <a:lnTo>
                  <a:pt x="12155" y="4195"/>
                </a:lnTo>
                <a:lnTo>
                  <a:pt x="12155" y="4194"/>
                </a:lnTo>
                <a:lnTo>
                  <a:pt x="12154" y="4194"/>
                </a:lnTo>
                <a:lnTo>
                  <a:pt x="12153" y="4194"/>
                </a:lnTo>
                <a:lnTo>
                  <a:pt x="12153" y="4193"/>
                </a:lnTo>
                <a:lnTo>
                  <a:pt x="12152" y="4193"/>
                </a:lnTo>
                <a:lnTo>
                  <a:pt x="12151" y="4193"/>
                </a:lnTo>
                <a:lnTo>
                  <a:pt x="12150" y="4192"/>
                </a:lnTo>
                <a:lnTo>
                  <a:pt x="12149" y="4192"/>
                </a:lnTo>
                <a:lnTo>
                  <a:pt x="12149" y="4191"/>
                </a:lnTo>
                <a:lnTo>
                  <a:pt x="12148" y="4191"/>
                </a:lnTo>
                <a:lnTo>
                  <a:pt x="12147" y="4191"/>
                </a:lnTo>
                <a:lnTo>
                  <a:pt x="12147" y="4190"/>
                </a:lnTo>
                <a:lnTo>
                  <a:pt x="12146" y="4190"/>
                </a:lnTo>
                <a:lnTo>
                  <a:pt x="12145" y="4190"/>
                </a:lnTo>
                <a:lnTo>
                  <a:pt x="12145" y="4189"/>
                </a:lnTo>
                <a:lnTo>
                  <a:pt x="12144" y="4189"/>
                </a:lnTo>
                <a:lnTo>
                  <a:pt x="12143" y="4189"/>
                </a:lnTo>
                <a:lnTo>
                  <a:pt x="12143" y="4188"/>
                </a:lnTo>
                <a:lnTo>
                  <a:pt x="12142" y="4188"/>
                </a:lnTo>
                <a:lnTo>
                  <a:pt x="12141" y="4188"/>
                </a:lnTo>
                <a:lnTo>
                  <a:pt x="12140" y="4187"/>
                </a:lnTo>
                <a:lnTo>
                  <a:pt x="12139" y="4187"/>
                </a:lnTo>
                <a:lnTo>
                  <a:pt x="12139" y="4186"/>
                </a:lnTo>
                <a:lnTo>
                  <a:pt x="12138" y="4186"/>
                </a:lnTo>
                <a:lnTo>
                  <a:pt x="12137" y="4186"/>
                </a:lnTo>
                <a:lnTo>
                  <a:pt x="12137" y="4185"/>
                </a:lnTo>
                <a:lnTo>
                  <a:pt x="12136" y="4185"/>
                </a:lnTo>
                <a:lnTo>
                  <a:pt x="12135" y="4185"/>
                </a:lnTo>
                <a:lnTo>
                  <a:pt x="12135" y="4184"/>
                </a:lnTo>
                <a:lnTo>
                  <a:pt x="12134" y="4184"/>
                </a:lnTo>
                <a:lnTo>
                  <a:pt x="12133" y="4184"/>
                </a:lnTo>
                <a:lnTo>
                  <a:pt x="12133" y="4183"/>
                </a:lnTo>
                <a:lnTo>
                  <a:pt x="12132" y="4183"/>
                </a:lnTo>
                <a:lnTo>
                  <a:pt x="12131" y="4219"/>
                </a:lnTo>
                <a:lnTo>
                  <a:pt x="12130" y="4218"/>
                </a:lnTo>
                <a:lnTo>
                  <a:pt x="12129" y="4254"/>
                </a:lnTo>
                <a:lnTo>
                  <a:pt x="12129" y="4289"/>
                </a:lnTo>
                <a:lnTo>
                  <a:pt x="12128" y="4289"/>
                </a:lnTo>
                <a:lnTo>
                  <a:pt x="12127" y="4289"/>
                </a:lnTo>
                <a:lnTo>
                  <a:pt x="12127" y="4288"/>
                </a:lnTo>
                <a:lnTo>
                  <a:pt x="12126" y="4288"/>
                </a:lnTo>
                <a:lnTo>
                  <a:pt x="12125" y="4288"/>
                </a:lnTo>
                <a:lnTo>
                  <a:pt x="12125" y="4287"/>
                </a:lnTo>
                <a:lnTo>
                  <a:pt x="12124" y="4287"/>
                </a:lnTo>
                <a:lnTo>
                  <a:pt x="12123" y="4287"/>
                </a:lnTo>
                <a:lnTo>
                  <a:pt x="12123" y="4286"/>
                </a:lnTo>
                <a:lnTo>
                  <a:pt x="12122" y="4286"/>
                </a:lnTo>
                <a:lnTo>
                  <a:pt x="12121" y="4286"/>
                </a:lnTo>
                <a:lnTo>
                  <a:pt x="12120" y="4285"/>
                </a:lnTo>
                <a:lnTo>
                  <a:pt x="12119" y="4285"/>
                </a:lnTo>
                <a:lnTo>
                  <a:pt x="12119" y="4284"/>
                </a:lnTo>
                <a:lnTo>
                  <a:pt x="12118" y="4284"/>
                </a:lnTo>
                <a:lnTo>
                  <a:pt x="12117" y="4284"/>
                </a:lnTo>
                <a:lnTo>
                  <a:pt x="12117" y="4283"/>
                </a:lnTo>
                <a:lnTo>
                  <a:pt x="12116" y="4283"/>
                </a:lnTo>
                <a:lnTo>
                  <a:pt x="12115" y="4283"/>
                </a:lnTo>
                <a:lnTo>
                  <a:pt x="12115" y="4282"/>
                </a:lnTo>
                <a:lnTo>
                  <a:pt x="12114" y="4282"/>
                </a:lnTo>
                <a:lnTo>
                  <a:pt x="12113" y="4282"/>
                </a:lnTo>
                <a:lnTo>
                  <a:pt x="12113" y="4281"/>
                </a:lnTo>
                <a:lnTo>
                  <a:pt x="12112" y="4281"/>
                </a:lnTo>
                <a:lnTo>
                  <a:pt x="12111" y="4281"/>
                </a:lnTo>
                <a:lnTo>
                  <a:pt x="12110" y="4280"/>
                </a:lnTo>
                <a:lnTo>
                  <a:pt x="12109" y="4280"/>
                </a:lnTo>
                <a:lnTo>
                  <a:pt x="12109" y="4279"/>
                </a:lnTo>
                <a:lnTo>
                  <a:pt x="12108" y="4279"/>
                </a:lnTo>
                <a:lnTo>
                  <a:pt x="12107" y="4278"/>
                </a:lnTo>
                <a:lnTo>
                  <a:pt x="12106" y="4278"/>
                </a:lnTo>
                <a:lnTo>
                  <a:pt x="12105" y="4278"/>
                </a:lnTo>
                <a:lnTo>
                  <a:pt x="12105" y="4277"/>
                </a:lnTo>
                <a:lnTo>
                  <a:pt x="12104" y="4277"/>
                </a:lnTo>
                <a:lnTo>
                  <a:pt x="12103" y="4277"/>
                </a:lnTo>
                <a:lnTo>
                  <a:pt x="12103" y="4276"/>
                </a:lnTo>
                <a:lnTo>
                  <a:pt x="12102" y="4276"/>
                </a:lnTo>
                <a:lnTo>
                  <a:pt x="12101" y="4276"/>
                </a:lnTo>
                <a:lnTo>
                  <a:pt x="12100" y="4275"/>
                </a:lnTo>
                <a:lnTo>
                  <a:pt x="12099" y="4275"/>
                </a:lnTo>
                <a:lnTo>
                  <a:pt x="12099" y="4274"/>
                </a:lnTo>
                <a:lnTo>
                  <a:pt x="12098" y="4274"/>
                </a:lnTo>
                <a:lnTo>
                  <a:pt x="12097" y="4274"/>
                </a:lnTo>
                <a:lnTo>
                  <a:pt x="12096" y="4273"/>
                </a:lnTo>
                <a:lnTo>
                  <a:pt x="12095" y="4273"/>
                </a:lnTo>
                <a:lnTo>
                  <a:pt x="12095" y="4272"/>
                </a:lnTo>
                <a:lnTo>
                  <a:pt x="12094" y="4272"/>
                </a:lnTo>
                <a:lnTo>
                  <a:pt x="12093" y="4272"/>
                </a:lnTo>
                <a:lnTo>
                  <a:pt x="12093" y="4271"/>
                </a:lnTo>
                <a:lnTo>
                  <a:pt x="12092" y="4271"/>
                </a:lnTo>
                <a:lnTo>
                  <a:pt x="12091" y="4271"/>
                </a:lnTo>
                <a:lnTo>
                  <a:pt x="12090" y="4270"/>
                </a:lnTo>
                <a:lnTo>
                  <a:pt x="12089" y="4270"/>
                </a:lnTo>
                <a:lnTo>
                  <a:pt x="12089" y="4269"/>
                </a:lnTo>
                <a:lnTo>
                  <a:pt x="12088" y="4269"/>
                </a:lnTo>
                <a:lnTo>
                  <a:pt x="12087" y="4269"/>
                </a:lnTo>
                <a:lnTo>
                  <a:pt x="12086" y="4268"/>
                </a:lnTo>
                <a:lnTo>
                  <a:pt x="12086" y="4303"/>
                </a:lnTo>
                <a:lnTo>
                  <a:pt x="12085" y="4303"/>
                </a:lnTo>
                <a:lnTo>
                  <a:pt x="12085" y="4302"/>
                </a:lnTo>
                <a:lnTo>
                  <a:pt x="12084" y="4302"/>
                </a:lnTo>
                <a:lnTo>
                  <a:pt x="12083" y="4302"/>
                </a:lnTo>
                <a:lnTo>
                  <a:pt x="12083" y="4301"/>
                </a:lnTo>
                <a:lnTo>
                  <a:pt x="12082" y="4301"/>
                </a:lnTo>
                <a:lnTo>
                  <a:pt x="12081" y="4301"/>
                </a:lnTo>
                <a:lnTo>
                  <a:pt x="12080" y="4300"/>
                </a:lnTo>
                <a:lnTo>
                  <a:pt x="12079" y="4300"/>
                </a:lnTo>
                <a:lnTo>
                  <a:pt x="12079" y="4299"/>
                </a:lnTo>
                <a:lnTo>
                  <a:pt x="12078" y="4299"/>
                </a:lnTo>
                <a:lnTo>
                  <a:pt x="12077" y="4298"/>
                </a:lnTo>
                <a:lnTo>
                  <a:pt x="12076" y="4298"/>
                </a:lnTo>
                <a:lnTo>
                  <a:pt x="12076" y="4333"/>
                </a:lnTo>
                <a:lnTo>
                  <a:pt x="12075" y="4332"/>
                </a:lnTo>
                <a:lnTo>
                  <a:pt x="12074" y="4332"/>
                </a:lnTo>
                <a:lnTo>
                  <a:pt x="12073" y="4331"/>
                </a:lnTo>
                <a:lnTo>
                  <a:pt x="12072" y="4331"/>
                </a:lnTo>
                <a:lnTo>
                  <a:pt x="12071" y="4330"/>
                </a:lnTo>
                <a:lnTo>
                  <a:pt x="12070" y="4330"/>
                </a:lnTo>
                <a:lnTo>
                  <a:pt x="12069" y="4329"/>
                </a:lnTo>
                <a:lnTo>
                  <a:pt x="12068" y="4329"/>
                </a:lnTo>
                <a:lnTo>
                  <a:pt x="12067" y="4328"/>
                </a:lnTo>
                <a:lnTo>
                  <a:pt x="12066" y="4328"/>
                </a:lnTo>
                <a:lnTo>
                  <a:pt x="12065" y="4327"/>
                </a:lnTo>
                <a:lnTo>
                  <a:pt x="12064" y="4327"/>
                </a:lnTo>
                <a:lnTo>
                  <a:pt x="12063" y="4326"/>
                </a:lnTo>
                <a:lnTo>
                  <a:pt x="12062" y="4326"/>
                </a:lnTo>
                <a:lnTo>
                  <a:pt x="12061" y="4325"/>
                </a:lnTo>
                <a:lnTo>
                  <a:pt x="12060" y="4325"/>
                </a:lnTo>
                <a:lnTo>
                  <a:pt x="12059" y="4324"/>
                </a:lnTo>
                <a:lnTo>
                  <a:pt x="12058" y="4324"/>
                </a:lnTo>
                <a:lnTo>
                  <a:pt x="12057" y="4323"/>
                </a:lnTo>
                <a:lnTo>
                  <a:pt x="12056" y="4323"/>
                </a:lnTo>
                <a:lnTo>
                  <a:pt x="12055" y="4322"/>
                </a:lnTo>
                <a:lnTo>
                  <a:pt x="12054" y="4322"/>
                </a:lnTo>
                <a:lnTo>
                  <a:pt x="12053" y="4321"/>
                </a:lnTo>
                <a:lnTo>
                  <a:pt x="12052" y="4321"/>
                </a:lnTo>
                <a:lnTo>
                  <a:pt x="12051" y="4320"/>
                </a:lnTo>
                <a:lnTo>
                  <a:pt x="12050" y="4320"/>
                </a:lnTo>
                <a:lnTo>
                  <a:pt x="12049" y="4319"/>
                </a:lnTo>
                <a:lnTo>
                  <a:pt x="12048" y="4319"/>
                </a:lnTo>
                <a:lnTo>
                  <a:pt x="12047" y="4318"/>
                </a:lnTo>
                <a:lnTo>
                  <a:pt x="12046" y="4318"/>
                </a:lnTo>
                <a:lnTo>
                  <a:pt x="12045" y="4317"/>
                </a:lnTo>
                <a:lnTo>
                  <a:pt x="12044" y="4317"/>
                </a:lnTo>
                <a:lnTo>
                  <a:pt x="12043" y="4316"/>
                </a:lnTo>
                <a:lnTo>
                  <a:pt x="12042" y="4316"/>
                </a:lnTo>
                <a:lnTo>
                  <a:pt x="12041" y="4315"/>
                </a:lnTo>
                <a:lnTo>
                  <a:pt x="12040" y="4315"/>
                </a:lnTo>
                <a:lnTo>
                  <a:pt x="12039" y="4314"/>
                </a:lnTo>
                <a:lnTo>
                  <a:pt x="12038" y="4314"/>
                </a:lnTo>
                <a:lnTo>
                  <a:pt x="12037" y="4313"/>
                </a:lnTo>
                <a:lnTo>
                  <a:pt x="12036" y="4313"/>
                </a:lnTo>
                <a:lnTo>
                  <a:pt x="12035" y="4312"/>
                </a:lnTo>
                <a:lnTo>
                  <a:pt x="12034" y="4312"/>
                </a:lnTo>
                <a:lnTo>
                  <a:pt x="12033" y="4312"/>
                </a:lnTo>
                <a:lnTo>
                  <a:pt x="12033" y="4311"/>
                </a:lnTo>
                <a:lnTo>
                  <a:pt x="12032" y="4311"/>
                </a:lnTo>
                <a:lnTo>
                  <a:pt x="12031" y="4344"/>
                </a:lnTo>
                <a:lnTo>
                  <a:pt x="12030" y="4344"/>
                </a:lnTo>
                <a:lnTo>
                  <a:pt x="12029" y="4343"/>
                </a:lnTo>
                <a:lnTo>
                  <a:pt x="12028" y="4343"/>
                </a:lnTo>
                <a:lnTo>
                  <a:pt x="12028" y="4342"/>
                </a:lnTo>
                <a:lnTo>
                  <a:pt x="12027" y="4342"/>
                </a:lnTo>
                <a:lnTo>
                  <a:pt x="12026" y="4342"/>
                </a:lnTo>
                <a:lnTo>
                  <a:pt x="12025" y="4341"/>
                </a:lnTo>
                <a:lnTo>
                  <a:pt x="12024" y="4341"/>
                </a:lnTo>
                <a:lnTo>
                  <a:pt x="12023" y="4340"/>
                </a:lnTo>
                <a:lnTo>
                  <a:pt x="12022" y="4340"/>
                </a:lnTo>
                <a:lnTo>
                  <a:pt x="12021" y="4339"/>
                </a:lnTo>
                <a:lnTo>
                  <a:pt x="12020" y="4339"/>
                </a:lnTo>
                <a:lnTo>
                  <a:pt x="12019" y="4338"/>
                </a:lnTo>
                <a:lnTo>
                  <a:pt x="12018" y="4338"/>
                </a:lnTo>
                <a:lnTo>
                  <a:pt x="12018" y="4337"/>
                </a:lnTo>
                <a:lnTo>
                  <a:pt x="12017" y="4337"/>
                </a:lnTo>
                <a:lnTo>
                  <a:pt x="12016" y="4337"/>
                </a:lnTo>
                <a:lnTo>
                  <a:pt x="12015" y="4336"/>
                </a:lnTo>
                <a:lnTo>
                  <a:pt x="12014" y="4336"/>
                </a:lnTo>
                <a:lnTo>
                  <a:pt x="12013" y="4335"/>
                </a:lnTo>
                <a:lnTo>
                  <a:pt x="12012" y="4335"/>
                </a:lnTo>
                <a:lnTo>
                  <a:pt x="12011" y="4334"/>
                </a:lnTo>
                <a:lnTo>
                  <a:pt x="12010" y="4334"/>
                </a:lnTo>
                <a:lnTo>
                  <a:pt x="12009" y="4333"/>
                </a:lnTo>
                <a:lnTo>
                  <a:pt x="12008" y="4333"/>
                </a:lnTo>
                <a:lnTo>
                  <a:pt x="12008" y="4332"/>
                </a:lnTo>
                <a:lnTo>
                  <a:pt x="12007" y="4332"/>
                </a:lnTo>
                <a:lnTo>
                  <a:pt x="12006" y="4332"/>
                </a:lnTo>
                <a:lnTo>
                  <a:pt x="12005" y="4331"/>
                </a:lnTo>
                <a:lnTo>
                  <a:pt x="12004" y="4331"/>
                </a:lnTo>
                <a:lnTo>
                  <a:pt x="12003" y="4330"/>
                </a:lnTo>
                <a:lnTo>
                  <a:pt x="12002" y="4330"/>
                </a:lnTo>
                <a:lnTo>
                  <a:pt x="12001" y="4329"/>
                </a:lnTo>
                <a:lnTo>
                  <a:pt x="12000" y="4329"/>
                </a:lnTo>
                <a:lnTo>
                  <a:pt x="11999" y="4328"/>
                </a:lnTo>
                <a:lnTo>
                  <a:pt x="11998" y="4328"/>
                </a:lnTo>
                <a:lnTo>
                  <a:pt x="11998" y="4327"/>
                </a:lnTo>
                <a:lnTo>
                  <a:pt x="11997" y="4327"/>
                </a:lnTo>
                <a:lnTo>
                  <a:pt x="11996" y="4327"/>
                </a:lnTo>
                <a:lnTo>
                  <a:pt x="11995" y="4326"/>
                </a:lnTo>
                <a:lnTo>
                  <a:pt x="11994" y="4326"/>
                </a:lnTo>
                <a:lnTo>
                  <a:pt x="11993" y="4325"/>
                </a:lnTo>
                <a:lnTo>
                  <a:pt x="11992" y="4325"/>
                </a:lnTo>
                <a:lnTo>
                  <a:pt x="11991" y="4324"/>
                </a:lnTo>
                <a:lnTo>
                  <a:pt x="11990" y="4324"/>
                </a:lnTo>
                <a:lnTo>
                  <a:pt x="11989" y="4323"/>
                </a:lnTo>
                <a:lnTo>
                  <a:pt x="11988" y="4323"/>
                </a:lnTo>
                <a:lnTo>
                  <a:pt x="11988" y="4322"/>
                </a:lnTo>
                <a:lnTo>
                  <a:pt x="11987" y="4322"/>
                </a:lnTo>
                <a:lnTo>
                  <a:pt x="11986" y="4322"/>
                </a:lnTo>
                <a:lnTo>
                  <a:pt x="11985" y="4321"/>
                </a:lnTo>
                <a:lnTo>
                  <a:pt x="11984" y="4321"/>
                </a:lnTo>
                <a:lnTo>
                  <a:pt x="11983" y="4320"/>
                </a:lnTo>
                <a:lnTo>
                  <a:pt x="11982" y="4320"/>
                </a:lnTo>
                <a:lnTo>
                  <a:pt x="11981" y="4319"/>
                </a:lnTo>
                <a:lnTo>
                  <a:pt x="11980" y="4319"/>
                </a:lnTo>
                <a:lnTo>
                  <a:pt x="11979" y="4318"/>
                </a:lnTo>
                <a:lnTo>
                  <a:pt x="11978" y="4318"/>
                </a:lnTo>
                <a:lnTo>
                  <a:pt x="11977" y="4317"/>
                </a:lnTo>
                <a:lnTo>
                  <a:pt x="11976" y="4317"/>
                </a:lnTo>
                <a:lnTo>
                  <a:pt x="11975" y="4316"/>
                </a:lnTo>
                <a:lnTo>
                  <a:pt x="11974" y="4316"/>
                </a:lnTo>
                <a:lnTo>
                  <a:pt x="11974" y="4315"/>
                </a:lnTo>
                <a:lnTo>
                  <a:pt x="11973" y="4315"/>
                </a:lnTo>
                <a:lnTo>
                  <a:pt x="11972" y="4315"/>
                </a:lnTo>
                <a:lnTo>
                  <a:pt x="11971" y="4314"/>
                </a:lnTo>
                <a:lnTo>
                  <a:pt x="11970" y="4314"/>
                </a:lnTo>
                <a:lnTo>
                  <a:pt x="11969" y="4313"/>
                </a:lnTo>
                <a:lnTo>
                  <a:pt x="11968" y="4313"/>
                </a:lnTo>
                <a:lnTo>
                  <a:pt x="11967" y="4312"/>
                </a:lnTo>
                <a:lnTo>
                  <a:pt x="11966" y="4312"/>
                </a:lnTo>
                <a:lnTo>
                  <a:pt x="11965" y="4311"/>
                </a:lnTo>
                <a:lnTo>
                  <a:pt x="11964" y="4311"/>
                </a:lnTo>
                <a:lnTo>
                  <a:pt x="11964" y="4310"/>
                </a:lnTo>
                <a:lnTo>
                  <a:pt x="11963" y="4310"/>
                </a:lnTo>
                <a:lnTo>
                  <a:pt x="11962" y="4310"/>
                </a:lnTo>
                <a:lnTo>
                  <a:pt x="11961" y="4309"/>
                </a:lnTo>
                <a:lnTo>
                  <a:pt x="11961" y="4342"/>
                </a:lnTo>
                <a:lnTo>
                  <a:pt x="11960" y="4341"/>
                </a:lnTo>
                <a:lnTo>
                  <a:pt x="11959" y="4341"/>
                </a:lnTo>
                <a:lnTo>
                  <a:pt x="11958" y="4341"/>
                </a:lnTo>
                <a:lnTo>
                  <a:pt x="11958" y="4340"/>
                </a:lnTo>
                <a:lnTo>
                  <a:pt x="11957" y="4340"/>
                </a:lnTo>
                <a:lnTo>
                  <a:pt x="11956" y="4340"/>
                </a:lnTo>
                <a:lnTo>
                  <a:pt x="11956" y="4339"/>
                </a:lnTo>
                <a:lnTo>
                  <a:pt x="11955" y="4339"/>
                </a:lnTo>
                <a:lnTo>
                  <a:pt x="11954" y="4338"/>
                </a:lnTo>
                <a:lnTo>
                  <a:pt x="11953" y="4338"/>
                </a:lnTo>
                <a:lnTo>
                  <a:pt x="11952" y="4338"/>
                </a:lnTo>
                <a:lnTo>
                  <a:pt x="11952" y="4337"/>
                </a:lnTo>
                <a:lnTo>
                  <a:pt x="11951" y="4337"/>
                </a:lnTo>
                <a:lnTo>
                  <a:pt x="11950" y="4336"/>
                </a:lnTo>
                <a:lnTo>
                  <a:pt x="11949" y="4336"/>
                </a:lnTo>
                <a:lnTo>
                  <a:pt x="11948" y="4336"/>
                </a:lnTo>
                <a:lnTo>
                  <a:pt x="11948" y="4335"/>
                </a:lnTo>
                <a:lnTo>
                  <a:pt x="11947" y="4335"/>
                </a:lnTo>
                <a:lnTo>
                  <a:pt x="11946" y="4335"/>
                </a:lnTo>
                <a:lnTo>
                  <a:pt x="11946" y="4334"/>
                </a:lnTo>
                <a:lnTo>
                  <a:pt x="11945" y="4334"/>
                </a:lnTo>
                <a:lnTo>
                  <a:pt x="11944" y="4333"/>
                </a:lnTo>
                <a:lnTo>
                  <a:pt x="11943" y="4333"/>
                </a:lnTo>
                <a:lnTo>
                  <a:pt x="11942" y="4333"/>
                </a:lnTo>
                <a:lnTo>
                  <a:pt x="11942" y="4332"/>
                </a:lnTo>
                <a:lnTo>
                  <a:pt x="11941" y="4332"/>
                </a:lnTo>
                <a:lnTo>
                  <a:pt x="11940" y="4331"/>
                </a:lnTo>
                <a:lnTo>
                  <a:pt x="11939" y="4331"/>
                </a:lnTo>
                <a:lnTo>
                  <a:pt x="11938" y="4331"/>
                </a:lnTo>
                <a:lnTo>
                  <a:pt x="11938" y="4330"/>
                </a:lnTo>
                <a:lnTo>
                  <a:pt x="11937" y="4330"/>
                </a:lnTo>
                <a:lnTo>
                  <a:pt x="11936" y="4330"/>
                </a:lnTo>
                <a:lnTo>
                  <a:pt x="11936" y="4329"/>
                </a:lnTo>
                <a:lnTo>
                  <a:pt x="11935" y="4329"/>
                </a:lnTo>
                <a:lnTo>
                  <a:pt x="11934" y="4328"/>
                </a:lnTo>
                <a:lnTo>
                  <a:pt x="11933" y="4328"/>
                </a:lnTo>
                <a:lnTo>
                  <a:pt x="11932" y="4328"/>
                </a:lnTo>
                <a:lnTo>
                  <a:pt x="11932" y="4327"/>
                </a:lnTo>
                <a:lnTo>
                  <a:pt x="11931" y="4327"/>
                </a:lnTo>
                <a:lnTo>
                  <a:pt x="11930" y="4326"/>
                </a:lnTo>
                <a:lnTo>
                  <a:pt x="11929" y="4326"/>
                </a:lnTo>
                <a:lnTo>
                  <a:pt x="11928" y="4326"/>
                </a:lnTo>
                <a:lnTo>
                  <a:pt x="11928" y="4325"/>
                </a:lnTo>
                <a:lnTo>
                  <a:pt x="11927" y="4325"/>
                </a:lnTo>
                <a:lnTo>
                  <a:pt x="11926" y="4325"/>
                </a:lnTo>
                <a:lnTo>
                  <a:pt x="11926" y="4324"/>
                </a:lnTo>
                <a:lnTo>
                  <a:pt x="11925" y="4324"/>
                </a:lnTo>
                <a:lnTo>
                  <a:pt x="11924" y="4323"/>
                </a:lnTo>
                <a:lnTo>
                  <a:pt x="11923" y="4323"/>
                </a:lnTo>
                <a:lnTo>
                  <a:pt x="11922" y="4323"/>
                </a:lnTo>
                <a:lnTo>
                  <a:pt x="11922" y="4322"/>
                </a:lnTo>
                <a:lnTo>
                  <a:pt x="11921" y="4322"/>
                </a:lnTo>
                <a:lnTo>
                  <a:pt x="11920" y="4321"/>
                </a:lnTo>
                <a:lnTo>
                  <a:pt x="11919" y="4321"/>
                </a:lnTo>
                <a:lnTo>
                  <a:pt x="11918" y="4321"/>
                </a:lnTo>
                <a:lnTo>
                  <a:pt x="11918" y="4320"/>
                </a:lnTo>
                <a:lnTo>
                  <a:pt x="11917" y="4320"/>
                </a:lnTo>
                <a:lnTo>
                  <a:pt x="11916" y="4319"/>
                </a:lnTo>
                <a:lnTo>
                  <a:pt x="11915" y="4319"/>
                </a:lnTo>
                <a:lnTo>
                  <a:pt x="11914" y="4318"/>
                </a:lnTo>
                <a:lnTo>
                  <a:pt x="11913" y="4318"/>
                </a:lnTo>
                <a:lnTo>
                  <a:pt x="11912" y="4318"/>
                </a:lnTo>
                <a:lnTo>
                  <a:pt x="11912" y="4317"/>
                </a:lnTo>
                <a:lnTo>
                  <a:pt x="11911" y="4317"/>
                </a:lnTo>
                <a:lnTo>
                  <a:pt x="11910" y="4316"/>
                </a:lnTo>
                <a:lnTo>
                  <a:pt x="11909" y="4316"/>
                </a:lnTo>
                <a:lnTo>
                  <a:pt x="11908" y="4316"/>
                </a:lnTo>
                <a:lnTo>
                  <a:pt x="11908" y="4315"/>
                </a:lnTo>
                <a:lnTo>
                  <a:pt x="11907" y="4315"/>
                </a:lnTo>
                <a:lnTo>
                  <a:pt x="11906" y="4314"/>
                </a:lnTo>
                <a:lnTo>
                  <a:pt x="11905" y="4314"/>
                </a:lnTo>
                <a:lnTo>
                  <a:pt x="11904" y="4313"/>
                </a:lnTo>
                <a:lnTo>
                  <a:pt x="11903" y="4313"/>
                </a:lnTo>
                <a:lnTo>
                  <a:pt x="11902" y="4313"/>
                </a:lnTo>
                <a:lnTo>
                  <a:pt x="11902" y="4312"/>
                </a:lnTo>
                <a:lnTo>
                  <a:pt x="11901" y="4312"/>
                </a:lnTo>
                <a:lnTo>
                  <a:pt x="11900" y="4311"/>
                </a:lnTo>
                <a:lnTo>
                  <a:pt x="11899" y="4311"/>
                </a:lnTo>
                <a:lnTo>
                  <a:pt x="11898" y="4311"/>
                </a:lnTo>
                <a:lnTo>
                  <a:pt x="11898" y="4310"/>
                </a:lnTo>
                <a:lnTo>
                  <a:pt x="11897" y="4310"/>
                </a:lnTo>
                <a:lnTo>
                  <a:pt x="11896" y="4309"/>
                </a:lnTo>
                <a:lnTo>
                  <a:pt x="11895" y="4309"/>
                </a:lnTo>
                <a:lnTo>
                  <a:pt x="11894" y="4309"/>
                </a:lnTo>
                <a:lnTo>
                  <a:pt x="11894" y="4308"/>
                </a:lnTo>
                <a:lnTo>
                  <a:pt x="11893" y="4308"/>
                </a:lnTo>
                <a:lnTo>
                  <a:pt x="11892" y="4308"/>
                </a:lnTo>
                <a:lnTo>
                  <a:pt x="11892" y="4307"/>
                </a:lnTo>
                <a:lnTo>
                  <a:pt x="11891" y="4307"/>
                </a:lnTo>
                <a:lnTo>
                  <a:pt x="11890" y="4306"/>
                </a:lnTo>
                <a:lnTo>
                  <a:pt x="11889" y="4306"/>
                </a:lnTo>
                <a:lnTo>
                  <a:pt x="11888" y="4306"/>
                </a:lnTo>
                <a:lnTo>
                  <a:pt x="11888" y="4305"/>
                </a:lnTo>
                <a:lnTo>
                  <a:pt x="11887" y="4305"/>
                </a:lnTo>
                <a:lnTo>
                  <a:pt x="11886" y="4304"/>
                </a:lnTo>
                <a:lnTo>
                  <a:pt x="11885" y="4304"/>
                </a:lnTo>
                <a:lnTo>
                  <a:pt x="11884" y="4304"/>
                </a:lnTo>
                <a:lnTo>
                  <a:pt x="11884" y="4303"/>
                </a:lnTo>
                <a:lnTo>
                  <a:pt x="11883" y="4303"/>
                </a:lnTo>
                <a:lnTo>
                  <a:pt x="11882" y="4303"/>
                </a:lnTo>
                <a:lnTo>
                  <a:pt x="11882" y="4302"/>
                </a:lnTo>
                <a:lnTo>
                  <a:pt x="11881" y="4302"/>
                </a:lnTo>
                <a:lnTo>
                  <a:pt x="11880" y="4301"/>
                </a:lnTo>
                <a:lnTo>
                  <a:pt x="11879" y="4301"/>
                </a:lnTo>
                <a:lnTo>
                  <a:pt x="11878" y="4301"/>
                </a:lnTo>
                <a:lnTo>
                  <a:pt x="11878" y="4300"/>
                </a:lnTo>
                <a:lnTo>
                  <a:pt x="11877" y="4300"/>
                </a:lnTo>
                <a:lnTo>
                  <a:pt x="11876" y="4299"/>
                </a:lnTo>
                <a:lnTo>
                  <a:pt x="11875" y="4299"/>
                </a:lnTo>
                <a:lnTo>
                  <a:pt x="11874" y="4299"/>
                </a:lnTo>
                <a:lnTo>
                  <a:pt x="11874" y="4298"/>
                </a:lnTo>
                <a:lnTo>
                  <a:pt x="11873" y="4329"/>
                </a:lnTo>
                <a:lnTo>
                  <a:pt x="11872" y="4329"/>
                </a:lnTo>
                <a:lnTo>
                  <a:pt x="11871" y="4329"/>
                </a:lnTo>
                <a:lnTo>
                  <a:pt x="11871" y="4328"/>
                </a:lnTo>
                <a:lnTo>
                  <a:pt x="11870" y="4328"/>
                </a:lnTo>
                <a:lnTo>
                  <a:pt x="11869" y="4328"/>
                </a:lnTo>
                <a:lnTo>
                  <a:pt x="11869" y="4327"/>
                </a:lnTo>
                <a:lnTo>
                  <a:pt x="11868" y="4327"/>
                </a:lnTo>
                <a:lnTo>
                  <a:pt x="11867" y="4326"/>
                </a:lnTo>
                <a:lnTo>
                  <a:pt x="11866" y="4326"/>
                </a:lnTo>
                <a:lnTo>
                  <a:pt x="11865" y="4326"/>
                </a:lnTo>
                <a:lnTo>
                  <a:pt x="11865" y="4325"/>
                </a:lnTo>
                <a:lnTo>
                  <a:pt x="11864" y="4325"/>
                </a:lnTo>
                <a:lnTo>
                  <a:pt x="11863" y="4324"/>
                </a:lnTo>
                <a:lnTo>
                  <a:pt x="11862" y="4324"/>
                </a:lnTo>
                <a:lnTo>
                  <a:pt x="11861" y="4324"/>
                </a:lnTo>
                <a:lnTo>
                  <a:pt x="11861" y="4323"/>
                </a:lnTo>
                <a:lnTo>
                  <a:pt x="11860" y="4323"/>
                </a:lnTo>
                <a:lnTo>
                  <a:pt x="11859" y="4323"/>
                </a:lnTo>
                <a:lnTo>
                  <a:pt x="11859" y="4322"/>
                </a:lnTo>
                <a:lnTo>
                  <a:pt x="11858" y="4322"/>
                </a:lnTo>
                <a:lnTo>
                  <a:pt x="11857" y="4321"/>
                </a:lnTo>
                <a:lnTo>
                  <a:pt x="11856" y="4321"/>
                </a:lnTo>
                <a:lnTo>
                  <a:pt x="11855" y="4352"/>
                </a:lnTo>
                <a:lnTo>
                  <a:pt x="11854" y="4351"/>
                </a:lnTo>
                <a:lnTo>
                  <a:pt x="11853" y="4351"/>
                </a:lnTo>
                <a:lnTo>
                  <a:pt x="11852" y="4350"/>
                </a:lnTo>
                <a:lnTo>
                  <a:pt x="11851" y="4350"/>
                </a:lnTo>
                <a:lnTo>
                  <a:pt x="11850" y="4349"/>
                </a:lnTo>
                <a:lnTo>
                  <a:pt x="11849" y="4349"/>
                </a:lnTo>
                <a:lnTo>
                  <a:pt x="11848" y="4348"/>
                </a:lnTo>
                <a:lnTo>
                  <a:pt x="11847" y="4348"/>
                </a:lnTo>
                <a:lnTo>
                  <a:pt x="11847" y="4347"/>
                </a:lnTo>
                <a:lnTo>
                  <a:pt x="11846" y="4347"/>
                </a:lnTo>
                <a:lnTo>
                  <a:pt x="11845" y="4347"/>
                </a:lnTo>
                <a:lnTo>
                  <a:pt x="11844" y="4346"/>
                </a:lnTo>
                <a:lnTo>
                  <a:pt x="11843" y="4346"/>
                </a:lnTo>
                <a:lnTo>
                  <a:pt x="11842" y="4345"/>
                </a:lnTo>
                <a:lnTo>
                  <a:pt x="11841" y="4345"/>
                </a:lnTo>
                <a:lnTo>
                  <a:pt x="11840" y="4344"/>
                </a:lnTo>
                <a:lnTo>
                  <a:pt x="11839" y="4344"/>
                </a:lnTo>
                <a:lnTo>
                  <a:pt x="11838" y="4343"/>
                </a:lnTo>
                <a:lnTo>
                  <a:pt x="11837" y="4343"/>
                </a:lnTo>
                <a:lnTo>
                  <a:pt x="11837" y="4342"/>
                </a:lnTo>
                <a:lnTo>
                  <a:pt x="11836" y="4342"/>
                </a:lnTo>
                <a:lnTo>
                  <a:pt x="11835" y="4342"/>
                </a:lnTo>
                <a:lnTo>
                  <a:pt x="11834" y="4341"/>
                </a:lnTo>
                <a:lnTo>
                  <a:pt x="11833" y="4341"/>
                </a:lnTo>
                <a:lnTo>
                  <a:pt x="11832" y="4340"/>
                </a:lnTo>
                <a:lnTo>
                  <a:pt x="11831" y="4340"/>
                </a:lnTo>
                <a:lnTo>
                  <a:pt x="11830" y="4339"/>
                </a:lnTo>
                <a:lnTo>
                  <a:pt x="11829" y="4339"/>
                </a:lnTo>
                <a:lnTo>
                  <a:pt x="11828" y="4338"/>
                </a:lnTo>
                <a:lnTo>
                  <a:pt x="11827" y="4338"/>
                </a:lnTo>
                <a:lnTo>
                  <a:pt x="11827" y="4337"/>
                </a:lnTo>
                <a:lnTo>
                  <a:pt x="11826" y="4337"/>
                </a:lnTo>
                <a:lnTo>
                  <a:pt x="11825" y="4337"/>
                </a:lnTo>
                <a:lnTo>
                  <a:pt x="11824" y="4336"/>
                </a:lnTo>
                <a:lnTo>
                  <a:pt x="11823" y="4336"/>
                </a:lnTo>
                <a:lnTo>
                  <a:pt x="11822" y="4335"/>
                </a:lnTo>
                <a:lnTo>
                  <a:pt x="11821" y="4335"/>
                </a:lnTo>
                <a:lnTo>
                  <a:pt x="11820" y="4334"/>
                </a:lnTo>
                <a:lnTo>
                  <a:pt x="11819" y="4334"/>
                </a:lnTo>
                <a:lnTo>
                  <a:pt x="11818" y="4333"/>
                </a:lnTo>
                <a:lnTo>
                  <a:pt x="11817" y="4333"/>
                </a:lnTo>
                <a:lnTo>
                  <a:pt x="11816" y="4332"/>
                </a:lnTo>
                <a:lnTo>
                  <a:pt x="11815" y="4332"/>
                </a:lnTo>
                <a:lnTo>
                  <a:pt x="11814" y="4331"/>
                </a:lnTo>
                <a:lnTo>
                  <a:pt x="11813" y="4331"/>
                </a:lnTo>
                <a:lnTo>
                  <a:pt x="11812" y="4330"/>
                </a:lnTo>
                <a:lnTo>
                  <a:pt x="11811" y="4330"/>
                </a:lnTo>
                <a:lnTo>
                  <a:pt x="11810" y="4329"/>
                </a:lnTo>
                <a:lnTo>
                  <a:pt x="11809" y="4329"/>
                </a:lnTo>
                <a:lnTo>
                  <a:pt x="11808" y="4328"/>
                </a:lnTo>
                <a:lnTo>
                  <a:pt x="11807" y="4328"/>
                </a:lnTo>
                <a:lnTo>
                  <a:pt x="11806" y="4327"/>
                </a:lnTo>
                <a:lnTo>
                  <a:pt x="11805" y="4327"/>
                </a:lnTo>
                <a:lnTo>
                  <a:pt x="11804" y="4326"/>
                </a:lnTo>
                <a:lnTo>
                  <a:pt x="11803" y="4326"/>
                </a:lnTo>
                <a:lnTo>
                  <a:pt x="11802" y="4325"/>
                </a:lnTo>
                <a:lnTo>
                  <a:pt x="11801" y="4325"/>
                </a:lnTo>
                <a:lnTo>
                  <a:pt x="11800" y="4324"/>
                </a:lnTo>
                <a:lnTo>
                  <a:pt x="11799" y="4324"/>
                </a:lnTo>
                <a:lnTo>
                  <a:pt x="11798" y="4323"/>
                </a:lnTo>
                <a:lnTo>
                  <a:pt x="11797" y="4323"/>
                </a:lnTo>
                <a:lnTo>
                  <a:pt x="11796" y="4322"/>
                </a:lnTo>
                <a:lnTo>
                  <a:pt x="11795" y="4322"/>
                </a:lnTo>
                <a:lnTo>
                  <a:pt x="11794" y="4321"/>
                </a:lnTo>
                <a:lnTo>
                  <a:pt x="11793" y="4321"/>
                </a:lnTo>
                <a:lnTo>
                  <a:pt x="11793" y="4320"/>
                </a:lnTo>
                <a:lnTo>
                  <a:pt x="11792" y="4320"/>
                </a:lnTo>
                <a:lnTo>
                  <a:pt x="11791" y="4320"/>
                </a:lnTo>
                <a:lnTo>
                  <a:pt x="11790" y="4319"/>
                </a:lnTo>
                <a:lnTo>
                  <a:pt x="11789" y="4319"/>
                </a:lnTo>
                <a:lnTo>
                  <a:pt x="11788" y="4318"/>
                </a:lnTo>
                <a:lnTo>
                  <a:pt x="11787" y="4318"/>
                </a:lnTo>
                <a:lnTo>
                  <a:pt x="11786" y="4317"/>
                </a:lnTo>
                <a:lnTo>
                  <a:pt x="11785" y="4317"/>
                </a:lnTo>
                <a:lnTo>
                  <a:pt x="11784" y="4316"/>
                </a:lnTo>
                <a:lnTo>
                  <a:pt x="11783" y="4316"/>
                </a:lnTo>
                <a:lnTo>
                  <a:pt x="11783" y="4315"/>
                </a:lnTo>
                <a:lnTo>
                  <a:pt x="11782" y="4315"/>
                </a:lnTo>
                <a:lnTo>
                  <a:pt x="11781" y="4315"/>
                </a:lnTo>
                <a:lnTo>
                  <a:pt x="11780" y="4314"/>
                </a:lnTo>
                <a:lnTo>
                  <a:pt x="11779" y="4314"/>
                </a:lnTo>
                <a:lnTo>
                  <a:pt x="11778" y="4313"/>
                </a:lnTo>
                <a:lnTo>
                  <a:pt x="11777" y="4313"/>
                </a:lnTo>
                <a:lnTo>
                  <a:pt x="11776" y="4312"/>
                </a:lnTo>
                <a:lnTo>
                  <a:pt x="11775" y="4312"/>
                </a:lnTo>
                <a:lnTo>
                  <a:pt x="11774" y="4311"/>
                </a:lnTo>
                <a:lnTo>
                  <a:pt x="11773" y="4311"/>
                </a:lnTo>
                <a:lnTo>
                  <a:pt x="11773" y="4310"/>
                </a:lnTo>
                <a:lnTo>
                  <a:pt x="11772" y="4310"/>
                </a:lnTo>
                <a:lnTo>
                  <a:pt x="11771" y="4310"/>
                </a:lnTo>
                <a:lnTo>
                  <a:pt x="11770" y="4309"/>
                </a:lnTo>
                <a:lnTo>
                  <a:pt x="11769" y="4309"/>
                </a:lnTo>
                <a:lnTo>
                  <a:pt x="11768" y="4308"/>
                </a:lnTo>
                <a:lnTo>
                  <a:pt x="11767" y="4308"/>
                </a:lnTo>
                <a:lnTo>
                  <a:pt x="11766" y="4307"/>
                </a:lnTo>
                <a:lnTo>
                  <a:pt x="11765" y="4307"/>
                </a:lnTo>
                <a:lnTo>
                  <a:pt x="11764" y="4306"/>
                </a:lnTo>
                <a:lnTo>
                  <a:pt x="11763" y="4306"/>
                </a:lnTo>
                <a:lnTo>
                  <a:pt x="11763" y="4305"/>
                </a:lnTo>
                <a:lnTo>
                  <a:pt x="11762" y="4305"/>
                </a:lnTo>
                <a:lnTo>
                  <a:pt x="11761" y="4305"/>
                </a:lnTo>
                <a:lnTo>
                  <a:pt x="11760" y="4304"/>
                </a:lnTo>
                <a:lnTo>
                  <a:pt x="11759" y="4304"/>
                </a:lnTo>
                <a:lnTo>
                  <a:pt x="11758" y="4303"/>
                </a:lnTo>
                <a:lnTo>
                  <a:pt x="11757" y="4303"/>
                </a:lnTo>
                <a:lnTo>
                  <a:pt x="11756" y="4302"/>
                </a:lnTo>
                <a:lnTo>
                  <a:pt x="11755" y="4302"/>
                </a:lnTo>
                <a:lnTo>
                  <a:pt x="11754" y="4301"/>
                </a:lnTo>
                <a:lnTo>
                  <a:pt x="11753" y="4301"/>
                </a:lnTo>
                <a:lnTo>
                  <a:pt x="11752" y="4300"/>
                </a:lnTo>
                <a:lnTo>
                  <a:pt x="11751" y="4300"/>
                </a:lnTo>
                <a:lnTo>
                  <a:pt x="11750" y="4299"/>
                </a:lnTo>
                <a:lnTo>
                  <a:pt x="11749" y="4299"/>
                </a:lnTo>
                <a:lnTo>
                  <a:pt x="11748" y="4298"/>
                </a:lnTo>
                <a:lnTo>
                  <a:pt x="11747" y="4298"/>
                </a:lnTo>
                <a:lnTo>
                  <a:pt x="11746" y="4297"/>
                </a:lnTo>
                <a:lnTo>
                  <a:pt x="11745" y="4297"/>
                </a:lnTo>
                <a:lnTo>
                  <a:pt x="11744" y="4296"/>
                </a:lnTo>
                <a:lnTo>
                  <a:pt x="11743" y="4296"/>
                </a:lnTo>
                <a:lnTo>
                  <a:pt x="11742" y="4295"/>
                </a:lnTo>
                <a:lnTo>
                  <a:pt x="11741" y="4295"/>
                </a:lnTo>
                <a:lnTo>
                  <a:pt x="11740" y="4294"/>
                </a:lnTo>
                <a:lnTo>
                  <a:pt x="11739" y="4294"/>
                </a:lnTo>
                <a:lnTo>
                  <a:pt x="11738" y="4293"/>
                </a:lnTo>
                <a:lnTo>
                  <a:pt x="11737" y="4293"/>
                </a:lnTo>
                <a:lnTo>
                  <a:pt x="11736" y="4292"/>
                </a:lnTo>
                <a:lnTo>
                  <a:pt x="11735" y="4292"/>
                </a:lnTo>
                <a:lnTo>
                  <a:pt x="11734" y="4291"/>
                </a:lnTo>
                <a:lnTo>
                  <a:pt x="11733" y="4291"/>
                </a:lnTo>
                <a:lnTo>
                  <a:pt x="11732" y="4290"/>
                </a:lnTo>
                <a:lnTo>
                  <a:pt x="11731" y="4290"/>
                </a:lnTo>
                <a:lnTo>
                  <a:pt x="11730" y="4289"/>
                </a:lnTo>
                <a:lnTo>
                  <a:pt x="11729" y="4289"/>
                </a:lnTo>
                <a:lnTo>
                  <a:pt x="11728" y="4318"/>
                </a:lnTo>
                <a:lnTo>
                  <a:pt x="11727" y="4317"/>
                </a:lnTo>
                <a:lnTo>
                  <a:pt x="11726" y="4317"/>
                </a:lnTo>
                <a:lnTo>
                  <a:pt x="11726" y="4316"/>
                </a:lnTo>
                <a:lnTo>
                  <a:pt x="11725" y="4316"/>
                </a:lnTo>
                <a:lnTo>
                  <a:pt x="11724" y="4316"/>
                </a:lnTo>
                <a:lnTo>
                  <a:pt x="11723" y="4315"/>
                </a:lnTo>
                <a:lnTo>
                  <a:pt x="11722" y="4315"/>
                </a:lnTo>
                <a:lnTo>
                  <a:pt x="11721" y="4314"/>
                </a:lnTo>
                <a:lnTo>
                  <a:pt x="11721" y="4343"/>
                </a:lnTo>
                <a:lnTo>
                  <a:pt x="11720" y="4343"/>
                </a:lnTo>
                <a:lnTo>
                  <a:pt x="11719" y="4343"/>
                </a:lnTo>
                <a:lnTo>
                  <a:pt x="11718" y="4342"/>
                </a:lnTo>
                <a:lnTo>
                  <a:pt x="11717" y="4342"/>
                </a:lnTo>
                <a:lnTo>
                  <a:pt x="11717" y="4341"/>
                </a:lnTo>
                <a:lnTo>
                  <a:pt x="11716" y="4341"/>
                </a:lnTo>
                <a:lnTo>
                  <a:pt x="11715" y="4340"/>
                </a:lnTo>
                <a:lnTo>
                  <a:pt x="11714" y="4340"/>
                </a:lnTo>
                <a:lnTo>
                  <a:pt x="11713" y="4340"/>
                </a:lnTo>
                <a:lnTo>
                  <a:pt x="11713" y="4339"/>
                </a:lnTo>
                <a:lnTo>
                  <a:pt x="11712" y="4339"/>
                </a:lnTo>
                <a:lnTo>
                  <a:pt x="11711" y="4339"/>
                </a:lnTo>
                <a:lnTo>
                  <a:pt x="11711" y="4338"/>
                </a:lnTo>
                <a:lnTo>
                  <a:pt x="11710" y="4338"/>
                </a:lnTo>
                <a:lnTo>
                  <a:pt x="11709" y="4338"/>
                </a:lnTo>
                <a:lnTo>
                  <a:pt x="11708" y="4337"/>
                </a:lnTo>
                <a:lnTo>
                  <a:pt x="11707" y="4337"/>
                </a:lnTo>
                <a:lnTo>
                  <a:pt x="11707" y="4336"/>
                </a:lnTo>
                <a:lnTo>
                  <a:pt x="11706" y="4365"/>
                </a:lnTo>
                <a:lnTo>
                  <a:pt x="11705" y="4365"/>
                </a:lnTo>
                <a:lnTo>
                  <a:pt x="11704" y="4364"/>
                </a:lnTo>
                <a:lnTo>
                  <a:pt x="11703" y="4364"/>
                </a:lnTo>
                <a:lnTo>
                  <a:pt x="11703" y="4363"/>
                </a:lnTo>
                <a:lnTo>
                  <a:pt x="11702" y="4363"/>
                </a:lnTo>
                <a:lnTo>
                  <a:pt x="11701" y="4363"/>
                </a:lnTo>
                <a:lnTo>
                  <a:pt x="11700" y="4362"/>
                </a:lnTo>
                <a:lnTo>
                  <a:pt x="11699" y="4362"/>
                </a:lnTo>
                <a:lnTo>
                  <a:pt x="11698" y="4361"/>
                </a:lnTo>
                <a:lnTo>
                  <a:pt x="11697" y="4361"/>
                </a:lnTo>
                <a:lnTo>
                  <a:pt x="11697" y="4360"/>
                </a:lnTo>
                <a:lnTo>
                  <a:pt x="11696" y="4360"/>
                </a:lnTo>
                <a:lnTo>
                  <a:pt x="11695" y="4360"/>
                </a:lnTo>
                <a:lnTo>
                  <a:pt x="11694" y="4359"/>
                </a:lnTo>
                <a:lnTo>
                  <a:pt x="11693" y="4359"/>
                </a:lnTo>
                <a:lnTo>
                  <a:pt x="11693" y="4358"/>
                </a:lnTo>
                <a:lnTo>
                  <a:pt x="11692" y="4358"/>
                </a:lnTo>
                <a:lnTo>
                  <a:pt x="11691" y="4358"/>
                </a:lnTo>
                <a:lnTo>
                  <a:pt x="11690" y="4357"/>
                </a:lnTo>
                <a:lnTo>
                  <a:pt x="11689" y="4357"/>
                </a:lnTo>
                <a:lnTo>
                  <a:pt x="11688" y="4356"/>
                </a:lnTo>
                <a:lnTo>
                  <a:pt x="11687" y="4356"/>
                </a:lnTo>
                <a:lnTo>
                  <a:pt x="11687" y="4355"/>
                </a:lnTo>
                <a:lnTo>
                  <a:pt x="11686" y="4355"/>
                </a:lnTo>
                <a:lnTo>
                  <a:pt x="11685" y="4355"/>
                </a:lnTo>
                <a:lnTo>
                  <a:pt x="11684" y="4354"/>
                </a:lnTo>
                <a:lnTo>
                  <a:pt x="11683" y="4354"/>
                </a:lnTo>
                <a:lnTo>
                  <a:pt x="11683" y="4353"/>
                </a:lnTo>
                <a:lnTo>
                  <a:pt x="11682" y="4353"/>
                </a:lnTo>
                <a:lnTo>
                  <a:pt x="11681" y="4353"/>
                </a:lnTo>
                <a:lnTo>
                  <a:pt x="11680" y="4352"/>
                </a:lnTo>
                <a:lnTo>
                  <a:pt x="11679" y="4352"/>
                </a:lnTo>
                <a:lnTo>
                  <a:pt x="11678" y="4351"/>
                </a:lnTo>
                <a:lnTo>
                  <a:pt x="11677" y="4351"/>
                </a:lnTo>
                <a:lnTo>
                  <a:pt x="11677" y="4350"/>
                </a:lnTo>
                <a:lnTo>
                  <a:pt x="11676" y="4350"/>
                </a:lnTo>
                <a:lnTo>
                  <a:pt x="11675" y="4350"/>
                </a:lnTo>
                <a:lnTo>
                  <a:pt x="11674" y="4349"/>
                </a:lnTo>
                <a:lnTo>
                  <a:pt x="11673" y="4349"/>
                </a:lnTo>
                <a:lnTo>
                  <a:pt x="11673" y="4348"/>
                </a:lnTo>
                <a:lnTo>
                  <a:pt x="11672" y="4348"/>
                </a:lnTo>
                <a:lnTo>
                  <a:pt x="11671" y="4348"/>
                </a:lnTo>
                <a:lnTo>
                  <a:pt x="11670" y="4347"/>
                </a:lnTo>
                <a:lnTo>
                  <a:pt x="11669" y="4347"/>
                </a:lnTo>
                <a:lnTo>
                  <a:pt x="11668" y="4346"/>
                </a:lnTo>
                <a:lnTo>
                  <a:pt x="11667" y="4346"/>
                </a:lnTo>
                <a:lnTo>
                  <a:pt x="11667" y="4345"/>
                </a:lnTo>
                <a:lnTo>
                  <a:pt x="11666" y="4345"/>
                </a:lnTo>
                <a:lnTo>
                  <a:pt x="11665" y="4345"/>
                </a:lnTo>
                <a:lnTo>
                  <a:pt x="11664" y="4344"/>
                </a:lnTo>
                <a:lnTo>
                  <a:pt x="11663" y="4344"/>
                </a:lnTo>
                <a:lnTo>
                  <a:pt x="11663" y="4343"/>
                </a:lnTo>
                <a:lnTo>
                  <a:pt x="11662" y="4343"/>
                </a:lnTo>
                <a:lnTo>
                  <a:pt x="11661" y="4343"/>
                </a:lnTo>
                <a:lnTo>
                  <a:pt x="11660" y="4342"/>
                </a:lnTo>
                <a:lnTo>
                  <a:pt x="11659" y="4342"/>
                </a:lnTo>
                <a:lnTo>
                  <a:pt x="11659" y="4341"/>
                </a:lnTo>
                <a:lnTo>
                  <a:pt x="11658" y="4341"/>
                </a:lnTo>
                <a:lnTo>
                  <a:pt x="11657" y="4341"/>
                </a:lnTo>
                <a:lnTo>
                  <a:pt x="11656" y="4340"/>
                </a:lnTo>
                <a:lnTo>
                  <a:pt x="11655" y="4340"/>
                </a:lnTo>
                <a:lnTo>
                  <a:pt x="11654" y="4339"/>
                </a:lnTo>
                <a:lnTo>
                  <a:pt x="11653" y="4339"/>
                </a:lnTo>
                <a:lnTo>
                  <a:pt x="11653" y="4338"/>
                </a:lnTo>
                <a:lnTo>
                  <a:pt x="11652" y="4338"/>
                </a:lnTo>
                <a:lnTo>
                  <a:pt x="11651" y="4338"/>
                </a:lnTo>
                <a:lnTo>
                  <a:pt x="11650" y="4337"/>
                </a:lnTo>
                <a:lnTo>
                  <a:pt x="11649" y="4337"/>
                </a:lnTo>
                <a:lnTo>
                  <a:pt x="11649" y="4336"/>
                </a:lnTo>
                <a:lnTo>
                  <a:pt x="11648" y="4336"/>
                </a:lnTo>
                <a:lnTo>
                  <a:pt x="11647" y="4336"/>
                </a:lnTo>
                <a:lnTo>
                  <a:pt x="11646" y="4335"/>
                </a:lnTo>
                <a:lnTo>
                  <a:pt x="11645" y="4335"/>
                </a:lnTo>
                <a:lnTo>
                  <a:pt x="11644" y="4334"/>
                </a:lnTo>
                <a:lnTo>
                  <a:pt x="11643" y="4334"/>
                </a:lnTo>
                <a:lnTo>
                  <a:pt x="11643" y="4333"/>
                </a:lnTo>
                <a:lnTo>
                  <a:pt x="11642" y="4333"/>
                </a:lnTo>
                <a:lnTo>
                  <a:pt x="11641" y="4333"/>
                </a:lnTo>
                <a:lnTo>
                  <a:pt x="11640" y="4332"/>
                </a:lnTo>
                <a:lnTo>
                  <a:pt x="11639" y="4332"/>
                </a:lnTo>
                <a:lnTo>
                  <a:pt x="11639" y="4331"/>
                </a:lnTo>
                <a:lnTo>
                  <a:pt x="11638" y="4331"/>
                </a:lnTo>
                <a:lnTo>
                  <a:pt x="11637" y="4331"/>
                </a:lnTo>
                <a:lnTo>
                  <a:pt x="11636" y="4330"/>
                </a:lnTo>
                <a:lnTo>
                  <a:pt x="11635" y="4330"/>
                </a:lnTo>
                <a:lnTo>
                  <a:pt x="11634" y="4329"/>
                </a:lnTo>
                <a:lnTo>
                  <a:pt x="11633" y="4329"/>
                </a:lnTo>
                <a:lnTo>
                  <a:pt x="11633" y="4328"/>
                </a:lnTo>
                <a:lnTo>
                  <a:pt x="11632" y="4328"/>
                </a:lnTo>
                <a:lnTo>
                  <a:pt x="11631" y="4328"/>
                </a:lnTo>
                <a:lnTo>
                  <a:pt x="11630" y="4327"/>
                </a:lnTo>
                <a:lnTo>
                  <a:pt x="11629" y="4327"/>
                </a:lnTo>
                <a:lnTo>
                  <a:pt x="11629" y="4326"/>
                </a:lnTo>
                <a:lnTo>
                  <a:pt x="11628" y="4326"/>
                </a:lnTo>
                <a:lnTo>
                  <a:pt x="11627" y="4326"/>
                </a:lnTo>
                <a:lnTo>
                  <a:pt x="11627" y="4354"/>
                </a:lnTo>
                <a:lnTo>
                  <a:pt x="11626" y="4353"/>
                </a:lnTo>
                <a:lnTo>
                  <a:pt x="11625" y="4353"/>
                </a:lnTo>
                <a:lnTo>
                  <a:pt x="11624" y="4352"/>
                </a:lnTo>
                <a:lnTo>
                  <a:pt x="11623" y="4352"/>
                </a:lnTo>
                <a:lnTo>
                  <a:pt x="11623" y="4351"/>
                </a:lnTo>
                <a:lnTo>
                  <a:pt x="11622" y="4351"/>
                </a:lnTo>
                <a:lnTo>
                  <a:pt x="11621" y="4351"/>
                </a:lnTo>
                <a:lnTo>
                  <a:pt x="11620" y="4350"/>
                </a:lnTo>
                <a:lnTo>
                  <a:pt x="11619" y="4350"/>
                </a:lnTo>
                <a:lnTo>
                  <a:pt x="11619" y="4349"/>
                </a:lnTo>
                <a:lnTo>
                  <a:pt x="11618" y="4349"/>
                </a:lnTo>
                <a:lnTo>
                  <a:pt x="11617" y="4349"/>
                </a:lnTo>
                <a:lnTo>
                  <a:pt x="11616" y="4348"/>
                </a:lnTo>
                <a:lnTo>
                  <a:pt x="11615" y="4348"/>
                </a:lnTo>
                <a:lnTo>
                  <a:pt x="11614" y="4347"/>
                </a:lnTo>
                <a:lnTo>
                  <a:pt x="11613" y="4347"/>
                </a:lnTo>
                <a:lnTo>
                  <a:pt x="11612" y="4346"/>
                </a:lnTo>
                <a:lnTo>
                  <a:pt x="11611" y="4346"/>
                </a:lnTo>
                <a:lnTo>
                  <a:pt x="11610" y="4345"/>
                </a:lnTo>
                <a:lnTo>
                  <a:pt x="11609" y="4345"/>
                </a:lnTo>
                <a:lnTo>
                  <a:pt x="11609" y="4344"/>
                </a:lnTo>
                <a:lnTo>
                  <a:pt x="11608" y="4344"/>
                </a:lnTo>
                <a:lnTo>
                  <a:pt x="11607" y="4344"/>
                </a:lnTo>
                <a:lnTo>
                  <a:pt x="11606" y="4343"/>
                </a:lnTo>
                <a:lnTo>
                  <a:pt x="11605" y="4343"/>
                </a:lnTo>
                <a:lnTo>
                  <a:pt x="11604" y="4342"/>
                </a:lnTo>
                <a:lnTo>
                  <a:pt x="11603" y="4342"/>
                </a:lnTo>
                <a:lnTo>
                  <a:pt x="11602" y="4341"/>
                </a:lnTo>
                <a:lnTo>
                  <a:pt x="11601" y="4341"/>
                </a:lnTo>
                <a:lnTo>
                  <a:pt x="11600" y="4340"/>
                </a:lnTo>
                <a:lnTo>
                  <a:pt x="11599" y="4340"/>
                </a:lnTo>
                <a:lnTo>
                  <a:pt x="11599" y="4339"/>
                </a:lnTo>
                <a:lnTo>
                  <a:pt x="11598" y="4339"/>
                </a:lnTo>
                <a:lnTo>
                  <a:pt x="11597" y="4339"/>
                </a:lnTo>
                <a:lnTo>
                  <a:pt x="11596" y="4338"/>
                </a:lnTo>
                <a:lnTo>
                  <a:pt x="11595" y="4338"/>
                </a:lnTo>
                <a:lnTo>
                  <a:pt x="11594" y="4337"/>
                </a:lnTo>
                <a:lnTo>
                  <a:pt x="11593" y="4337"/>
                </a:lnTo>
                <a:lnTo>
                  <a:pt x="11592" y="4336"/>
                </a:lnTo>
                <a:lnTo>
                  <a:pt x="11591" y="4336"/>
                </a:lnTo>
                <a:lnTo>
                  <a:pt x="11590" y="4335"/>
                </a:lnTo>
                <a:lnTo>
                  <a:pt x="11589" y="4335"/>
                </a:lnTo>
                <a:lnTo>
                  <a:pt x="11589" y="4334"/>
                </a:lnTo>
                <a:lnTo>
                  <a:pt x="11588" y="4334"/>
                </a:lnTo>
                <a:lnTo>
                  <a:pt x="11587" y="4334"/>
                </a:lnTo>
                <a:lnTo>
                  <a:pt x="11586" y="4333"/>
                </a:lnTo>
                <a:lnTo>
                  <a:pt x="11585" y="4333"/>
                </a:lnTo>
                <a:lnTo>
                  <a:pt x="11584" y="4332"/>
                </a:lnTo>
                <a:lnTo>
                  <a:pt x="11583" y="4332"/>
                </a:lnTo>
                <a:lnTo>
                  <a:pt x="11582" y="4331"/>
                </a:lnTo>
                <a:lnTo>
                  <a:pt x="11581" y="4331"/>
                </a:lnTo>
                <a:lnTo>
                  <a:pt x="11580" y="4330"/>
                </a:lnTo>
                <a:lnTo>
                  <a:pt x="11579" y="4330"/>
                </a:lnTo>
                <a:lnTo>
                  <a:pt x="11579" y="4329"/>
                </a:lnTo>
                <a:lnTo>
                  <a:pt x="11578" y="4329"/>
                </a:lnTo>
                <a:lnTo>
                  <a:pt x="11577" y="4329"/>
                </a:lnTo>
                <a:lnTo>
                  <a:pt x="11576" y="4328"/>
                </a:lnTo>
                <a:lnTo>
                  <a:pt x="11575" y="4328"/>
                </a:lnTo>
                <a:lnTo>
                  <a:pt x="11574" y="4327"/>
                </a:lnTo>
                <a:lnTo>
                  <a:pt x="11573" y="4327"/>
                </a:lnTo>
                <a:lnTo>
                  <a:pt x="11572" y="4326"/>
                </a:lnTo>
                <a:lnTo>
                  <a:pt x="11571" y="4326"/>
                </a:lnTo>
                <a:lnTo>
                  <a:pt x="11570" y="4325"/>
                </a:lnTo>
                <a:lnTo>
                  <a:pt x="11569" y="4325"/>
                </a:lnTo>
                <a:lnTo>
                  <a:pt x="11569" y="4324"/>
                </a:lnTo>
                <a:lnTo>
                  <a:pt x="11568" y="4324"/>
                </a:lnTo>
                <a:lnTo>
                  <a:pt x="11567" y="4324"/>
                </a:lnTo>
                <a:lnTo>
                  <a:pt x="11566" y="4323"/>
                </a:lnTo>
                <a:lnTo>
                  <a:pt x="11565" y="4323"/>
                </a:lnTo>
                <a:lnTo>
                  <a:pt x="11564" y="4322"/>
                </a:lnTo>
                <a:lnTo>
                  <a:pt x="11563" y="4322"/>
                </a:lnTo>
                <a:lnTo>
                  <a:pt x="11562" y="4321"/>
                </a:lnTo>
                <a:lnTo>
                  <a:pt x="11561" y="4321"/>
                </a:lnTo>
                <a:lnTo>
                  <a:pt x="11560" y="4320"/>
                </a:lnTo>
                <a:lnTo>
                  <a:pt x="11559" y="4320"/>
                </a:lnTo>
                <a:lnTo>
                  <a:pt x="11559" y="4319"/>
                </a:lnTo>
                <a:lnTo>
                  <a:pt x="11558" y="4319"/>
                </a:lnTo>
                <a:lnTo>
                  <a:pt x="11557" y="4319"/>
                </a:lnTo>
                <a:lnTo>
                  <a:pt x="11556" y="4318"/>
                </a:lnTo>
                <a:lnTo>
                  <a:pt x="11555" y="4318"/>
                </a:lnTo>
                <a:lnTo>
                  <a:pt x="11554" y="4317"/>
                </a:lnTo>
                <a:lnTo>
                  <a:pt x="11553" y="4317"/>
                </a:lnTo>
                <a:lnTo>
                  <a:pt x="11552" y="4316"/>
                </a:lnTo>
                <a:lnTo>
                  <a:pt x="11551" y="4316"/>
                </a:lnTo>
                <a:lnTo>
                  <a:pt x="11550" y="4315"/>
                </a:lnTo>
                <a:lnTo>
                  <a:pt x="11549" y="4315"/>
                </a:lnTo>
                <a:lnTo>
                  <a:pt x="11548" y="4314"/>
                </a:lnTo>
                <a:lnTo>
                  <a:pt x="11547" y="4314"/>
                </a:lnTo>
                <a:lnTo>
                  <a:pt x="11546" y="4313"/>
                </a:lnTo>
                <a:lnTo>
                  <a:pt x="11545" y="4313"/>
                </a:lnTo>
                <a:lnTo>
                  <a:pt x="11544" y="4312"/>
                </a:lnTo>
                <a:lnTo>
                  <a:pt x="11543" y="4312"/>
                </a:lnTo>
                <a:lnTo>
                  <a:pt x="11542" y="4311"/>
                </a:lnTo>
                <a:lnTo>
                  <a:pt x="11541" y="4311"/>
                </a:lnTo>
                <a:lnTo>
                  <a:pt x="11540" y="4310"/>
                </a:lnTo>
                <a:lnTo>
                  <a:pt x="11539" y="4310"/>
                </a:lnTo>
                <a:lnTo>
                  <a:pt x="11538" y="4309"/>
                </a:lnTo>
                <a:lnTo>
                  <a:pt x="11537" y="4309"/>
                </a:lnTo>
                <a:lnTo>
                  <a:pt x="11536" y="4308"/>
                </a:lnTo>
                <a:lnTo>
                  <a:pt x="11535" y="4308"/>
                </a:lnTo>
                <a:lnTo>
                  <a:pt x="11535" y="4307"/>
                </a:lnTo>
                <a:lnTo>
                  <a:pt x="11534" y="4307"/>
                </a:lnTo>
                <a:lnTo>
                  <a:pt x="11533" y="4307"/>
                </a:lnTo>
                <a:lnTo>
                  <a:pt x="11532" y="4306"/>
                </a:lnTo>
                <a:lnTo>
                  <a:pt x="11531" y="4306"/>
                </a:lnTo>
                <a:lnTo>
                  <a:pt x="11530" y="4305"/>
                </a:lnTo>
                <a:lnTo>
                  <a:pt x="11529" y="4305"/>
                </a:lnTo>
                <a:lnTo>
                  <a:pt x="11528" y="4304"/>
                </a:lnTo>
                <a:lnTo>
                  <a:pt x="11527" y="4304"/>
                </a:lnTo>
                <a:lnTo>
                  <a:pt x="11526" y="4303"/>
                </a:lnTo>
                <a:lnTo>
                  <a:pt x="11525" y="4303"/>
                </a:lnTo>
                <a:lnTo>
                  <a:pt x="11525" y="4302"/>
                </a:lnTo>
                <a:lnTo>
                  <a:pt x="11524" y="4302"/>
                </a:lnTo>
                <a:lnTo>
                  <a:pt x="11523" y="4302"/>
                </a:lnTo>
                <a:lnTo>
                  <a:pt x="11522" y="4301"/>
                </a:lnTo>
                <a:lnTo>
                  <a:pt x="11521" y="4301"/>
                </a:lnTo>
                <a:lnTo>
                  <a:pt x="11520" y="4300"/>
                </a:lnTo>
                <a:lnTo>
                  <a:pt x="11519" y="4300"/>
                </a:lnTo>
                <a:lnTo>
                  <a:pt x="11518" y="4299"/>
                </a:lnTo>
                <a:lnTo>
                  <a:pt x="11517" y="4299"/>
                </a:lnTo>
                <a:lnTo>
                  <a:pt x="11516" y="4298"/>
                </a:lnTo>
                <a:lnTo>
                  <a:pt x="11515" y="4298"/>
                </a:lnTo>
                <a:lnTo>
                  <a:pt x="11515" y="4297"/>
                </a:lnTo>
                <a:lnTo>
                  <a:pt x="11514" y="4297"/>
                </a:lnTo>
                <a:lnTo>
                  <a:pt x="11513" y="4297"/>
                </a:lnTo>
                <a:lnTo>
                  <a:pt x="11512" y="4323"/>
                </a:lnTo>
                <a:lnTo>
                  <a:pt x="11511" y="4322"/>
                </a:lnTo>
                <a:lnTo>
                  <a:pt x="11510" y="4322"/>
                </a:lnTo>
                <a:lnTo>
                  <a:pt x="11509" y="4322"/>
                </a:lnTo>
                <a:lnTo>
                  <a:pt x="11509" y="4321"/>
                </a:lnTo>
                <a:lnTo>
                  <a:pt x="11508" y="4321"/>
                </a:lnTo>
                <a:lnTo>
                  <a:pt x="11507" y="4321"/>
                </a:lnTo>
                <a:lnTo>
                  <a:pt x="11507" y="4320"/>
                </a:lnTo>
                <a:lnTo>
                  <a:pt x="11506" y="4320"/>
                </a:lnTo>
                <a:lnTo>
                  <a:pt x="11505" y="4319"/>
                </a:lnTo>
                <a:lnTo>
                  <a:pt x="11504" y="4319"/>
                </a:lnTo>
                <a:lnTo>
                  <a:pt x="11503" y="4319"/>
                </a:lnTo>
                <a:lnTo>
                  <a:pt x="11503" y="4318"/>
                </a:lnTo>
                <a:lnTo>
                  <a:pt x="11502" y="4318"/>
                </a:lnTo>
                <a:lnTo>
                  <a:pt x="11501" y="4317"/>
                </a:lnTo>
                <a:lnTo>
                  <a:pt x="11500" y="4317"/>
                </a:lnTo>
                <a:lnTo>
                  <a:pt x="11499" y="4317"/>
                </a:lnTo>
                <a:lnTo>
                  <a:pt x="11499" y="4316"/>
                </a:lnTo>
                <a:lnTo>
                  <a:pt x="11498" y="4316"/>
                </a:lnTo>
                <a:lnTo>
                  <a:pt x="11497" y="4316"/>
                </a:lnTo>
                <a:lnTo>
                  <a:pt x="11497" y="4315"/>
                </a:lnTo>
                <a:lnTo>
                  <a:pt x="11496" y="4315"/>
                </a:lnTo>
                <a:lnTo>
                  <a:pt x="11495" y="4314"/>
                </a:lnTo>
                <a:lnTo>
                  <a:pt x="11494" y="4314"/>
                </a:lnTo>
                <a:lnTo>
                  <a:pt x="11493" y="4314"/>
                </a:lnTo>
                <a:lnTo>
                  <a:pt x="11493" y="4313"/>
                </a:lnTo>
                <a:lnTo>
                  <a:pt x="11492" y="4313"/>
                </a:lnTo>
                <a:lnTo>
                  <a:pt x="11491" y="4312"/>
                </a:lnTo>
                <a:lnTo>
                  <a:pt x="11490" y="4312"/>
                </a:lnTo>
                <a:lnTo>
                  <a:pt x="11489" y="4312"/>
                </a:lnTo>
                <a:lnTo>
                  <a:pt x="11489" y="4311"/>
                </a:lnTo>
                <a:lnTo>
                  <a:pt x="11488" y="4311"/>
                </a:lnTo>
                <a:lnTo>
                  <a:pt x="11487" y="4311"/>
                </a:lnTo>
                <a:lnTo>
                  <a:pt x="11487" y="4310"/>
                </a:lnTo>
                <a:lnTo>
                  <a:pt x="11486" y="4310"/>
                </a:lnTo>
                <a:lnTo>
                  <a:pt x="11485" y="4309"/>
                </a:lnTo>
                <a:lnTo>
                  <a:pt x="11484" y="4309"/>
                </a:lnTo>
                <a:lnTo>
                  <a:pt x="11483" y="4309"/>
                </a:lnTo>
                <a:lnTo>
                  <a:pt x="11483" y="4308"/>
                </a:lnTo>
                <a:lnTo>
                  <a:pt x="11482" y="4308"/>
                </a:lnTo>
                <a:lnTo>
                  <a:pt x="11481" y="4307"/>
                </a:lnTo>
                <a:lnTo>
                  <a:pt x="11480" y="4307"/>
                </a:lnTo>
                <a:lnTo>
                  <a:pt x="11479" y="4307"/>
                </a:lnTo>
                <a:lnTo>
                  <a:pt x="11479" y="4306"/>
                </a:lnTo>
                <a:lnTo>
                  <a:pt x="11478" y="4306"/>
                </a:lnTo>
                <a:lnTo>
                  <a:pt x="11477" y="4305"/>
                </a:lnTo>
                <a:lnTo>
                  <a:pt x="11476" y="4305"/>
                </a:lnTo>
                <a:lnTo>
                  <a:pt x="11475" y="4305"/>
                </a:lnTo>
                <a:lnTo>
                  <a:pt x="11475" y="4304"/>
                </a:lnTo>
                <a:lnTo>
                  <a:pt x="11474" y="4304"/>
                </a:lnTo>
                <a:lnTo>
                  <a:pt x="11473" y="4304"/>
                </a:lnTo>
                <a:lnTo>
                  <a:pt x="11473" y="4303"/>
                </a:lnTo>
                <a:lnTo>
                  <a:pt x="11472" y="4303"/>
                </a:lnTo>
                <a:lnTo>
                  <a:pt x="11471" y="4302"/>
                </a:lnTo>
                <a:lnTo>
                  <a:pt x="11470" y="4302"/>
                </a:lnTo>
                <a:lnTo>
                  <a:pt x="11469" y="4302"/>
                </a:lnTo>
                <a:lnTo>
                  <a:pt x="11469" y="4301"/>
                </a:lnTo>
                <a:lnTo>
                  <a:pt x="11468" y="4301"/>
                </a:lnTo>
                <a:lnTo>
                  <a:pt x="11467" y="4300"/>
                </a:lnTo>
                <a:lnTo>
                  <a:pt x="11466" y="4300"/>
                </a:lnTo>
                <a:lnTo>
                  <a:pt x="11465" y="4300"/>
                </a:lnTo>
                <a:lnTo>
                  <a:pt x="11465" y="4299"/>
                </a:lnTo>
                <a:lnTo>
                  <a:pt x="11464" y="4299"/>
                </a:lnTo>
                <a:lnTo>
                  <a:pt x="11463" y="4299"/>
                </a:lnTo>
                <a:lnTo>
                  <a:pt x="11463" y="4298"/>
                </a:lnTo>
                <a:lnTo>
                  <a:pt x="11462" y="4298"/>
                </a:lnTo>
                <a:lnTo>
                  <a:pt x="11461" y="4297"/>
                </a:lnTo>
                <a:lnTo>
                  <a:pt x="11460" y="4297"/>
                </a:lnTo>
                <a:lnTo>
                  <a:pt x="11459" y="4297"/>
                </a:lnTo>
                <a:lnTo>
                  <a:pt x="11459" y="4296"/>
                </a:lnTo>
                <a:lnTo>
                  <a:pt x="11458" y="4296"/>
                </a:lnTo>
                <a:lnTo>
                  <a:pt x="11457" y="4295"/>
                </a:lnTo>
                <a:lnTo>
                  <a:pt x="11456" y="4295"/>
                </a:lnTo>
                <a:lnTo>
                  <a:pt x="11455" y="4295"/>
                </a:lnTo>
                <a:lnTo>
                  <a:pt x="11455" y="4294"/>
                </a:lnTo>
                <a:lnTo>
                  <a:pt x="11454" y="4294"/>
                </a:lnTo>
                <a:lnTo>
                  <a:pt x="11453" y="4294"/>
                </a:lnTo>
                <a:lnTo>
                  <a:pt x="11453" y="4293"/>
                </a:lnTo>
                <a:lnTo>
                  <a:pt x="11452" y="4319"/>
                </a:lnTo>
                <a:lnTo>
                  <a:pt x="11451" y="4318"/>
                </a:lnTo>
                <a:lnTo>
                  <a:pt x="11450" y="4318"/>
                </a:lnTo>
                <a:lnTo>
                  <a:pt x="11449" y="4318"/>
                </a:lnTo>
                <a:lnTo>
                  <a:pt x="11449" y="4317"/>
                </a:lnTo>
                <a:lnTo>
                  <a:pt x="11448" y="4317"/>
                </a:lnTo>
                <a:lnTo>
                  <a:pt x="11447" y="4316"/>
                </a:lnTo>
                <a:lnTo>
                  <a:pt x="11446" y="4316"/>
                </a:lnTo>
                <a:lnTo>
                  <a:pt x="11445" y="4316"/>
                </a:lnTo>
                <a:lnTo>
                  <a:pt x="11445" y="4315"/>
                </a:lnTo>
                <a:lnTo>
                  <a:pt x="11444" y="4315"/>
                </a:lnTo>
                <a:lnTo>
                  <a:pt x="11443" y="4315"/>
                </a:lnTo>
                <a:lnTo>
                  <a:pt x="11443" y="4314"/>
                </a:lnTo>
                <a:lnTo>
                  <a:pt x="11442" y="4314"/>
                </a:lnTo>
                <a:lnTo>
                  <a:pt x="11441" y="4314"/>
                </a:lnTo>
                <a:lnTo>
                  <a:pt x="11440" y="4313"/>
                </a:lnTo>
                <a:lnTo>
                  <a:pt x="11439" y="4313"/>
                </a:lnTo>
                <a:lnTo>
                  <a:pt x="11439" y="4312"/>
                </a:lnTo>
                <a:lnTo>
                  <a:pt x="11438" y="4312"/>
                </a:lnTo>
                <a:lnTo>
                  <a:pt x="11437" y="4311"/>
                </a:lnTo>
                <a:lnTo>
                  <a:pt x="11436" y="4311"/>
                </a:lnTo>
                <a:lnTo>
                  <a:pt x="11435" y="4311"/>
                </a:lnTo>
                <a:lnTo>
                  <a:pt x="11435" y="4310"/>
                </a:lnTo>
                <a:lnTo>
                  <a:pt x="11434" y="4310"/>
                </a:lnTo>
                <a:lnTo>
                  <a:pt x="11433" y="4310"/>
                </a:lnTo>
                <a:lnTo>
                  <a:pt x="11433" y="4309"/>
                </a:lnTo>
                <a:lnTo>
                  <a:pt x="11432" y="4309"/>
                </a:lnTo>
                <a:lnTo>
                  <a:pt x="11431" y="4309"/>
                </a:lnTo>
                <a:lnTo>
                  <a:pt x="11430" y="4308"/>
                </a:lnTo>
                <a:lnTo>
                  <a:pt x="11429" y="4308"/>
                </a:lnTo>
                <a:lnTo>
                  <a:pt x="11429" y="4307"/>
                </a:lnTo>
                <a:lnTo>
                  <a:pt x="11428" y="4307"/>
                </a:lnTo>
                <a:lnTo>
                  <a:pt x="11427" y="4306"/>
                </a:lnTo>
                <a:lnTo>
                  <a:pt x="11426" y="4306"/>
                </a:lnTo>
                <a:lnTo>
                  <a:pt x="11425" y="4306"/>
                </a:lnTo>
                <a:lnTo>
                  <a:pt x="11425" y="4305"/>
                </a:lnTo>
                <a:lnTo>
                  <a:pt x="11424" y="4305"/>
                </a:lnTo>
                <a:lnTo>
                  <a:pt x="11423" y="4305"/>
                </a:lnTo>
                <a:lnTo>
                  <a:pt x="11423" y="4304"/>
                </a:lnTo>
                <a:lnTo>
                  <a:pt x="11422" y="4304"/>
                </a:lnTo>
                <a:lnTo>
                  <a:pt x="11421" y="4304"/>
                </a:lnTo>
                <a:lnTo>
                  <a:pt x="11420" y="4303"/>
                </a:lnTo>
                <a:lnTo>
                  <a:pt x="11419" y="4303"/>
                </a:lnTo>
                <a:lnTo>
                  <a:pt x="11419" y="4302"/>
                </a:lnTo>
                <a:lnTo>
                  <a:pt x="11418" y="4302"/>
                </a:lnTo>
                <a:lnTo>
                  <a:pt x="11417" y="4301"/>
                </a:lnTo>
                <a:lnTo>
                  <a:pt x="11416" y="4301"/>
                </a:lnTo>
                <a:lnTo>
                  <a:pt x="11415" y="4301"/>
                </a:lnTo>
                <a:lnTo>
                  <a:pt x="11415" y="4300"/>
                </a:lnTo>
                <a:lnTo>
                  <a:pt x="11414" y="4300"/>
                </a:lnTo>
                <a:lnTo>
                  <a:pt x="11413" y="4300"/>
                </a:lnTo>
                <a:lnTo>
                  <a:pt x="11413" y="4299"/>
                </a:lnTo>
                <a:lnTo>
                  <a:pt x="11412" y="4299"/>
                </a:lnTo>
                <a:lnTo>
                  <a:pt x="11411" y="4299"/>
                </a:lnTo>
                <a:lnTo>
                  <a:pt x="11411" y="4298"/>
                </a:lnTo>
                <a:lnTo>
                  <a:pt x="11410" y="4298"/>
                </a:lnTo>
                <a:lnTo>
                  <a:pt x="11409" y="4298"/>
                </a:lnTo>
                <a:lnTo>
                  <a:pt x="11409" y="4297"/>
                </a:lnTo>
                <a:lnTo>
                  <a:pt x="11408" y="4297"/>
                </a:lnTo>
                <a:lnTo>
                  <a:pt x="11408" y="4322"/>
                </a:lnTo>
                <a:lnTo>
                  <a:pt x="11407" y="4322"/>
                </a:lnTo>
                <a:lnTo>
                  <a:pt x="11406" y="4322"/>
                </a:lnTo>
                <a:lnTo>
                  <a:pt x="11406" y="4321"/>
                </a:lnTo>
                <a:lnTo>
                  <a:pt x="11405" y="4321"/>
                </a:lnTo>
                <a:lnTo>
                  <a:pt x="11404" y="4321"/>
                </a:lnTo>
                <a:lnTo>
                  <a:pt x="11403" y="4320"/>
                </a:lnTo>
                <a:lnTo>
                  <a:pt x="11402" y="4320"/>
                </a:lnTo>
                <a:lnTo>
                  <a:pt x="11402" y="4319"/>
                </a:lnTo>
                <a:lnTo>
                  <a:pt x="11401" y="4319"/>
                </a:lnTo>
                <a:lnTo>
                  <a:pt x="11400" y="4319"/>
                </a:lnTo>
                <a:lnTo>
                  <a:pt x="11399" y="4318"/>
                </a:lnTo>
                <a:lnTo>
                  <a:pt x="11398" y="4343"/>
                </a:lnTo>
                <a:lnTo>
                  <a:pt x="11398" y="4368"/>
                </a:lnTo>
                <a:lnTo>
                  <a:pt x="11397" y="4368"/>
                </a:lnTo>
                <a:lnTo>
                  <a:pt x="11396" y="4393"/>
                </a:lnTo>
                <a:lnTo>
                  <a:pt x="11395" y="4393"/>
                </a:lnTo>
                <a:lnTo>
                  <a:pt x="11395" y="4392"/>
                </a:lnTo>
                <a:lnTo>
                  <a:pt x="11394" y="4392"/>
                </a:lnTo>
                <a:lnTo>
                  <a:pt x="11393" y="4392"/>
                </a:lnTo>
                <a:lnTo>
                  <a:pt x="11392" y="4391"/>
                </a:lnTo>
                <a:lnTo>
                  <a:pt x="11391" y="4391"/>
                </a:lnTo>
                <a:lnTo>
                  <a:pt x="11391" y="4390"/>
                </a:lnTo>
                <a:lnTo>
                  <a:pt x="11390" y="4390"/>
                </a:lnTo>
                <a:lnTo>
                  <a:pt x="11389" y="4390"/>
                </a:lnTo>
                <a:lnTo>
                  <a:pt x="11389" y="4389"/>
                </a:lnTo>
                <a:lnTo>
                  <a:pt x="11388" y="4389"/>
                </a:lnTo>
                <a:lnTo>
                  <a:pt x="11387" y="4389"/>
                </a:lnTo>
                <a:lnTo>
                  <a:pt x="11386" y="4388"/>
                </a:lnTo>
                <a:lnTo>
                  <a:pt x="11385" y="4388"/>
                </a:lnTo>
                <a:lnTo>
                  <a:pt x="11385" y="4387"/>
                </a:lnTo>
                <a:lnTo>
                  <a:pt x="11384" y="4412"/>
                </a:lnTo>
                <a:lnTo>
                  <a:pt x="11383" y="4412"/>
                </a:lnTo>
                <a:lnTo>
                  <a:pt x="11382" y="4412"/>
                </a:lnTo>
                <a:lnTo>
                  <a:pt x="11382" y="4411"/>
                </a:lnTo>
                <a:lnTo>
                  <a:pt x="11381" y="4411"/>
                </a:lnTo>
                <a:lnTo>
                  <a:pt x="11380" y="4410"/>
                </a:lnTo>
                <a:lnTo>
                  <a:pt x="11379" y="4410"/>
                </a:lnTo>
                <a:lnTo>
                  <a:pt x="11378" y="4410"/>
                </a:lnTo>
                <a:lnTo>
                  <a:pt x="11378" y="4409"/>
                </a:lnTo>
                <a:lnTo>
                  <a:pt x="11377" y="4409"/>
                </a:lnTo>
                <a:lnTo>
                  <a:pt x="11376" y="4409"/>
                </a:lnTo>
                <a:lnTo>
                  <a:pt x="11376" y="4408"/>
                </a:lnTo>
                <a:lnTo>
                  <a:pt x="11375" y="4408"/>
                </a:lnTo>
                <a:lnTo>
                  <a:pt x="11374" y="4407"/>
                </a:lnTo>
                <a:lnTo>
                  <a:pt x="11373" y="4407"/>
                </a:lnTo>
                <a:lnTo>
                  <a:pt x="11372" y="4407"/>
                </a:lnTo>
                <a:lnTo>
                  <a:pt x="11372" y="4406"/>
                </a:lnTo>
                <a:lnTo>
                  <a:pt x="11371" y="4406"/>
                </a:lnTo>
                <a:lnTo>
                  <a:pt x="11370" y="4431"/>
                </a:lnTo>
                <a:lnTo>
                  <a:pt x="11369" y="4430"/>
                </a:lnTo>
                <a:lnTo>
                  <a:pt x="11368" y="4430"/>
                </a:lnTo>
                <a:lnTo>
                  <a:pt x="11368" y="4429"/>
                </a:lnTo>
                <a:lnTo>
                  <a:pt x="11367" y="4429"/>
                </a:lnTo>
                <a:lnTo>
                  <a:pt x="11366" y="4429"/>
                </a:lnTo>
                <a:lnTo>
                  <a:pt x="11365" y="4428"/>
                </a:lnTo>
                <a:lnTo>
                  <a:pt x="11364" y="4428"/>
                </a:lnTo>
                <a:lnTo>
                  <a:pt x="11363" y="4427"/>
                </a:lnTo>
                <a:lnTo>
                  <a:pt x="11362" y="4427"/>
                </a:lnTo>
                <a:lnTo>
                  <a:pt x="11362" y="4426"/>
                </a:lnTo>
                <a:lnTo>
                  <a:pt x="11361" y="4426"/>
                </a:lnTo>
                <a:lnTo>
                  <a:pt x="11360" y="4426"/>
                </a:lnTo>
                <a:lnTo>
                  <a:pt x="11359" y="4425"/>
                </a:lnTo>
                <a:lnTo>
                  <a:pt x="11358" y="4425"/>
                </a:lnTo>
                <a:lnTo>
                  <a:pt x="11358" y="4424"/>
                </a:lnTo>
                <a:lnTo>
                  <a:pt x="11357" y="4424"/>
                </a:lnTo>
                <a:lnTo>
                  <a:pt x="11356" y="4424"/>
                </a:lnTo>
                <a:lnTo>
                  <a:pt x="11355" y="4423"/>
                </a:lnTo>
                <a:lnTo>
                  <a:pt x="11354" y="4423"/>
                </a:lnTo>
                <a:lnTo>
                  <a:pt x="11353" y="4422"/>
                </a:lnTo>
                <a:lnTo>
                  <a:pt x="11352" y="4422"/>
                </a:lnTo>
                <a:lnTo>
                  <a:pt x="11352" y="4421"/>
                </a:lnTo>
                <a:lnTo>
                  <a:pt x="11351" y="4421"/>
                </a:lnTo>
                <a:lnTo>
                  <a:pt x="11350" y="4421"/>
                </a:lnTo>
                <a:lnTo>
                  <a:pt x="11349" y="4420"/>
                </a:lnTo>
                <a:lnTo>
                  <a:pt x="11348" y="4420"/>
                </a:lnTo>
                <a:lnTo>
                  <a:pt x="11348" y="4419"/>
                </a:lnTo>
                <a:lnTo>
                  <a:pt x="11347" y="4419"/>
                </a:lnTo>
                <a:lnTo>
                  <a:pt x="11346" y="4419"/>
                </a:lnTo>
                <a:lnTo>
                  <a:pt x="11345" y="4418"/>
                </a:lnTo>
                <a:lnTo>
                  <a:pt x="11344" y="4418"/>
                </a:lnTo>
                <a:lnTo>
                  <a:pt x="11344" y="4417"/>
                </a:lnTo>
                <a:lnTo>
                  <a:pt x="11343" y="4417"/>
                </a:lnTo>
                <a:lnTo>
                  <a:pt x="11342" y="4417"/>
                </a:lnTo>
                <a:lnTo>
                  <a:pt x="11342" y="4416"/>
                </a:lnTo>
                <a:lnTo>
                  <a:pt x="11341" y="4416"/>
                </a:lnTo>
                <a:lnTo>
                  <a:pt x="11340" y="4416"/>
                </a:lnTo>
                <a:lnTo>
                  <a:pt x="11339" y="4415"/>
                </a:lnTo>
                <a:lnTo>
                  <a:pt x="11338" y="4415"/>
                </a:lnTo>
                <a:lnTo>
                  <a:pt x="11338" y="4414"/>
                </a:lnTo>
                <a:lnTo>
                  <a:pt x="11337" y="4414"/>
                </a:lnTo>
                <a:lnTo>
                  <a:pt x="11336" y="4414"/>
                </a:lnTo>
                <a:lnTo>
                  <a:pt x="11335" y="4413"/>
                </a:lnTo>
                <a:lnTo>
                  <a:pt x="11334" y="4413"/>
                </a:lnTo>
                <a:lnTo>
                  <a:pt x="11334" y="4412"/>
                </a:lnTo>
                <a:lnTo>
                  <a:pt x="11333" y="4412"/>
                </a:lnTo>
                <a:lnTo>
                  <a:pt x="11332" y="4412"/>
                </a:lnTo>
                <a:lnTo>
                  <a:pt x="11331" y="4411"/>
                </a:lnTo>
                <a:lnTo>
                  <a:pt x="11330" y="4411"/>
                </a:lnTo>
                <a:lnTo>
                  <a:pt x="11329" y="4410"/>
                </a:lnTo>
                <a:lnTo>
                  <a:pt x="11328" y="4410"/>
                </a:lnTo>
                <a:lnTo>
                  <a:pt x="11328" y="4409"/>
                </a:lnTo>
                <a:lnTo>
                  <a:pt x="11327" y="4409"/>
                </a:lnTo>
                <a:lnTo>
                  <a:pt x="11326" y="4409"/>
                </a:lnTo>
                <a:lnTo>
                  <a:pt x="11325" y="4408"/>
                </a:lnTo>
                <a:lnTo>
                  <a:pt x="11324" y="4408"/>
                </a:lnTo>
                <a:lnTo>
                  <a:pt x="11324" y="4407"/>
                </a:lnTo>
                <a:lnTo>
                  <a:pt x="11323" y="4407"/>
                </a:lnTo>
                <a:lnTo>
                  <a:pt x="11322" y="4407"/>
                </a:lnTo>
                <a:lnTo>
                  <a:pt x="11321" y="4406"/>
                </a:lnTo>
                <a:lnTo>
                  <a:pt x="11320" y="4406"/>
                </a:lnTo>
                <a:lnTo>
                  <a:pt x="11319" y="4405"/>
                </a:lnTo>
                <a:lnTo>
                  <a:pt x="11318" y="4405"/>
                </a:lnTo>
                <a:lnTo>
                  <a:pt x="11318" y="4404"/>
                </a:lnTo>
                <a:lnTo>
                  <a:pt x="11317" y="4404"/>
                </a:lnTo>
                <a:lnTo>
                  <a:pt x="11316" y="4404"/>
                </a:lnTo>
                <a:lnTo>
                  <a:pt x="11315" y="4403"/>
                </a:lnTo>
                <a:lnTo>
                  <a:pt x="11314" y="4403"/>
                </a:lnTo>
                <a:lnTo>
                  <a:pt x="11314" y="4402"/>
                </a:lnTo>
                <a:lnTo>
                  <a:pt x="11313" y="4402"/>
                </a:lnTo>
                <a:lnTo>
                  <a:pt x="11312" y="4402"/>
                </a:lnTo>
                <a:lnTo>
                  <a:pt x="11311" y="4401"/>
                </a:lnTo>
                <a:lnTo>
                  <a:pt x="11311" y="4426"/>
                </a:lnTo>
                <a:lnTo>
                  <a:pt x="11310" y="4425"/>
                </a:lnTo>
                <a:lnTo>
                  <a:pt x="11309" y="4425"/>
                </a:lnTo>
                <a:lnTo>
                  <a:pt x="11308" y="4424"/>
                </a:lnTo>
                <a:lnTo>
                  <a:pt x="11307" y="4424"/>
                </a:lnTo>
                <a:lnTo>
                  <a:pt x="11306" y="4423"/>
                </a:lnTo>
                <a:lnTo>
                  <a:pt x="11305" y="4423"/>
                </a:lnTo>
                <a:lnTo>
                  <a:pt x="11304" y="4447"/>
                </a:lnTo>
                <a:lnTo>
                  <a:pt x="11303" y="4446"/>
                </a:lnTo>
                <a:lnTo>
                  <a:pt x="11302" y="4446"/>
                </a:lnTo>
                <a:lnTo>
                  <a:pt x="11301" y="4445"/>
                </a:lnTo>
                <a:lnTo>
                  <a:pt x="11300" y="4445"/>
                </a:lnTo>
                <a:lnTo>
                  <a:pt x="11299" y="4444"/>
                </a:lnTo>
                <a:lnTo>
                  <a:pt x="11298" y="4444"/>
                </a:lnTo>
                <a:lnTo>
                  <a:pt x="11297" y="4443"/>
                </a:lnTo>
                <a:lnTo>
                  <a:pt x="11296" y="4443"/>
                </a:lnTo>
                <a:lnTo>
                  <a:pt x="11295" y="4442"/>
                </a:lnTo>
                <a:lnTo>
                  <a:pt x="11294" y="4442"/>
                </a:lnTo>
                <a:lnTo>
                  <a:pt x="11293" y="4441"/>
                </a:lnTo>
                <a:lnTo>
                  <a:pt x="11292" y="4441"/>
                </a:lnTo>
                <a:lnTo>
                  <a:pt x="11291" y="4440"/>
                </a:lnTo>
                <a:lnTo>
                  <a:pt x="11290" y="4440"/>
                </a:lnTo>
                <a:lnTo>
                  <a:pt x="11289" y="4440"/>
                </a:lnTo>
                <a:lnTo>
                  <a:pt x="11289" y="4439"/>
                </a:lnTo>
                <a:lnTo>
                  <a:pt x="11288" y="4439"/>
                </a:lnTo>
                <a:lnTo>
                  <a:pt x="11287" y="4438"/>
                </a:lnTo>
                <a:lnTo>
                  <a:pt x="11286" y="4438"/>
                </a:lnTo>
                <a:lnTo>
                  <a:pt x="11285" y="4437"/>
                </a:lnTo>
                <a:lnTo>
                  <a:pt x="11284" y="4437"/>
                </a:lnTo>
                <a:lnTo>
                  <a:pt x="11283" y="4436"/>
                </a:lnTo>
                <a:lnTo>
                  <a:pt x="11282" y="4436"/>
                </a:lnTo>
                <a:lnTo>
                  <a:pt x="11281" y="4435"/>
                </a:lnTo>
                <a:lnTo>
                  <a:pt x="11280" y="4435"/>
                </a:lnTo>
                <a:lnTo>
                  <a:pt x="11279" y="4435"/>
                </a:lnTo>
                <a:lnTo>
                  <a:pt x="11279" y="4434"/>
                </a:lnTo>
                <a:lnTo>
                  <a:pt x="11278" y="4434"/>
                </a:lnTo>
                <a:lnTo>
                  <a:pt x="11277" y="4433"/>
                </a:lnTo>
                <a:lnTo>
                  <a:pt x="11276" y="4433"/>
                </a:lnTo>
                <a:lnTo>
                  <a:pt x="11275" y="4432"/>
                </a:lnTo>
                <a:lnTo>
                  <a:pt x="11274" y="4432"/>
                </a:lnTo>
                <a:lnTo>
                  <a:pt x="11273" y="4431"/>
                </a:lnTo>
                <a:lnTo>
                  <a:pt x="11272" y="4431"/>
                </a:lnTo>
                <a:lnTo>
                  <a:pt x="11271" y="4430"/>
                </a:lnTo>
                <a:lnTo>
                  <a:pt x="11270" y="4430"/>
                </a:lnTo>
                <a:lnTo>
                  <a:pt x="11269" y="4430"/>
                </a:lnTo>
                <a:lnTo>
                  <a:pt x="11269" y="4429"/>
                </a:lnTo>
                <a:lnTo>
                  <a:pt x="11268" y="4429"/>
                </a:lnTo>
                <a:lnTo>
                  <a:pt x="11267" y="4428"/>
                </a:lnTo>
                <a:lnTo>
                  <a:pt x="11266" y="4428"/>
                </a:lnTo>
                <a:lnTo>
                  <a:pt x="11265" y="4427"/>
                </a:lnTo>
                <a:lnTo>
                  <a:pt x="11264" y="4427"/>
                </a:lnTo>
                <a:lnTo>
                  <a:pt x="11263" y="4426"/>
                </a:lnTo>
                <a:lnTo>
                  <a:pt x="11262" y="4426"/>
                </a:lnTo>
                <a:lnTo>
                  <a:pt x="11261" y="4425"/>
                </a:lnTo>
                <a:lnTo>
                  <a:pt x="11260" y="4425"/>
                </a:lnTo>
                <a:lnTo>
                  <a:pt x="11259" y="4425"/>
                </a:lnTo>
                <a:lnTo>
                  <a:pt x="11259" y="4424"/>
                </a:lnTo>
                <a:lnTo>
                  <a:pt x="11258" y="4424"/>
                </a:lnTo>
                <a:lnTo>
                  <a:pt x="11257" y="4423"/>
                </a:lnTo>
                <a:lnTo>
                  <a:pt x="11256" y="4423"/>
                </a:lnTo>
                <a:lnTo>
                  <a:pt x="11255" y="4422"/>
                </a:lnTo>
                <a:lnTo>
                  <a:pt x="11254" y="4422"/>
                </a:lnTo>
                <a:lnTo>
                  <a:pt x="11253" y="4421"/>
                </a:lnTo>
                <a:lnTo>
                  <a:pt x="11252" y="4421"/>
                </a:lnTo>
                <a:lnTo>
                  <a:pt x="11251" y="4420"/>
                </a:lnTo>
                <a:lnTo>
                  <a:pt x="11250" y="4420"/>
                </a:lnTo>
                <a:lnTo>
                  <a:pt x="11249" y="4420"/>
                </a:lnTo>
                <a:lnTo>
                  <a:pt x="11249" y="4419"/>
                </a:lnTo>
                <a:lnTo>
                  <a:pt x="11248" y="4419"/>
                </a:lnTo>
                <a:lnTo>
                  <a:pt x="11247" y="4418"/>
                </a:lnTo>
                <a:lnTo>
                  <a:pt x="11246" y="4418"/>
                </a:lnTo>
                <a:lnTo>
                  <a:pt x="11245" y="4417"/>
                </a:lnTo>
                <a:lnTo>
                  <a:pt x="11244" y="4417"/>
                </a:lnTo>
                <a:lnTo>
                  <a:pt x="11243" y="4416"/>
                </a:lnTo>
                <a:lnTo>
                  <a:pt x="11242" y="4416"/>
                </a:lnTo>
                <a:lnTo>
                  <a:pt x="11241" y="4415"/>
                </a:lnTo>
                <a:lnTo>
                  <a:pt x="11240" y="4415"/>
                </a:lnTo>
                <a:lnTo>
                  <a:pt x="11239" y="4415"/>
                </a:lnTo>
                <a:lnTo>
                  <a:pt x="11239" y="4414"/>
                </a:lnTo>
                <a:lnTo>
                  <a:pt x="11238" y="4414"/>
                </a:lnTo>
                <a:lnTo>
                  <a:pt x="11237" y="4413"/>
                </a:lnTo>
                <a:lnTo>
                  <a:pt x="11236" y="4413"/>
                </a:lnTo>
                <a:lnTo>
                  <a:pt x="11235" y="4412"/>
                </a:lnTo>
                <a:lnTo>
                  <a:pt x="11234" y="4412"/>
                </a:lnTo>
                <a:lnTo>
                  <a:pt x="11233" y="4411"/>
                </a:lnTo>
                <a:lnTo>
                  <a:pt x="11232" y="4411"/>
                </a:lnTo>
                <a:lnTo>
                  <a:pt x="11231" y="4410"/>
                </a:lnTo>
                <a:lnTo>
                  <a:pt x="11230" y="4410"/>
                </a:lnTo>
                <a:lnTo>
                  <a:pt x="11229" y="4410"/>
                </a:lnTo>
                <a:lnTo>
                  <a:pt x="11229" y="4409"/>
                </a:lnTo>
                <a:lnTo>
                  <a:pt x="11228" y="4409"/>
                </a:lnTo>
                <a:lnTo>
                  <a:pt x="11227" y="4408"/>
                </a:lnTo>
                <a:lnTo>
                  <a:pt x="11226" y="4408"/>
                </a:lnTo>
                <a:lnTo>
                  <a:pt x="11225" y="4408"/>
                </a:lnTo>
                <a:lnTo>
                  <a:pt x="11225" y="4407"/>
                </a:lnTo>
                <a:lnTo>
                  <a:pt x="11224" y="4407"/>
                </a:lnTo>
                <a:lnTo>
                  <a:pt x="11223" y="4406"/>
                </a:lnTo>
                <a:lnTo>
                  <a:pt x="11222" y="4406"/>
                </a:lnTo>
                <a:lnTo>
                  <a:pt x="11221" y="4405"/>
                </a:lnTo>
                <a:lnTo>
                  <a:pt x="11220" y="4405"/>
                </a:lnTo>
                <a:lnTo>
                  <a:pt x="11219" y="4404"/>
                </a:lnTo>
                <a:lnTo>
                  <a:pt x="11218" y="4404"/>
                </a:lnTo>
                <a:lnTo>
                  <a:pt x="11217" y="4403"/>
                </a:lnTo>
                <a:lnTo>
                  <a:pt x="11216" y="4403"/>
                </a:lnTo>
                <a:lnTo>
                  <a:pt x="11215" y="4403"/>
                </a:lnTo>
                <a:lnTo>
                  <a:pt x="11215" y="4402"/>
                </a:lnTo>
                <a:lnTo>
                  <a:pt x="11214" y="4402"/>
                </a:lnTo>
                <a:lnTo>
                  <a:pt x="11213" y="4401"/>
                </a:lnTo>
                <a:lnTo>
                  <a:pt x="11212" y="4401"/>
                </a:lnTo>
                <a:lnTo>
                  <a:pt x="11212" y="4424"/>
                </a:lnTo>
                <a:lnTo>
                  <a:pt x="11211" y="4424"/>
                </a:lnTo>
                <a:lnTo>
                  <a:pt x="11210" y="4447"/>
                </a:lnTo>
                <a:lnTo>
                  <a:pt x="11209" y="4446"/>
                </a:lnTo>
                <a:lnTo>
                  <a:pt x="11208" y="4446"/>
                </a:lnTo>
                <a:lnTo>
                  <a:pt x="11207" y="4445"/>
                </a:lnTo>
                <a:lnTo>
                  <a:pt x="11206" y="4445"/>
                </a:lnTo>
                <a:lnTo>
                  <a:pt x="11205" y="4445"/>
                </a:lnTo>
                <a:lnTo>
                  <a:pt x="11205" y="4444"/>
                </a:lnTo>
                <a:lnTo>
                  <a:pt x="11204" y="4444"/>
                </a:lnTo>
                <a:lnTo>
                  <a:pt x="11203" y="4443"/>
                </a:lnTo>
                <a:lnTo>
                  <a:pt x="11202" y="4443"/>
                </a:lnTo>
                <a:lnTo>
                  <a:pt x="11201" y="4443"/>
                </a:lnTo>
                <a:lnTo>
                  <a:pt x="11201" y="4442"/>
                </a:lnTo>
                <a:lnTo>
                  <a:pt x="11200" y="4442"/>
                </a:lnTo>
                <a:lnTo>
                  <a:pt x="11199" y="4441"/>
                </a:lnTo>
                <a:lnTo>
                  <a:pt x="11198" y="4441"/>
                </a:lnTo>
                <a:lnTo>
                  <a:pt x="11197" y="4441"/>
                </a:lnTo>
                <a:lnTo>
                  <a:pt x="11197" y="4440"/>
                </a:lnTo>
                <a:lnTo>
                  <a:pt x="11196" y="4440"/>
                </a:lnTo>
                <a:lnTo>
                  <a:pt x="11195" y="4440"/>
                </a:lnTo>
                <a:lnTo>
                  <a:pt x="11195" y="4439"/>
                </a:lnTo>
                <a:lnTo>
                  <a:pt x="11194" y="4439"/>
                </a:lnTo>
                <a:lnTo>
                  <a:pt x="11193" y="4438"/>
                </a:lnTo>
                <a:lnTo>
                  <a:pt x="11192" y="4438"/>
                </a:lnTo>
                <a:lnTo>
                  <a:pt x="11191" y="4438"/>
                </a:lnTo>
                <a:lnTo>
                  <a:pt x="11191" y="4437"/>
                </a:lnTo>
                <a:lnTo>
                  <a:pt x="11190" y="4437"/>
                </a:lnTo>
                <a:lnTo>
                  <a:pt x="11189" y="4436"/>
                </a:lnTo>
                <a:lnTo>
                  <a:pt x="11188" y="4436"/>
                </a:lnTo>
                <a:lnTo>
                  <a:pt x="11187" y="4436"/>
                </a:lnTo>
                <a:lnTo>
                  <a:pt x="11187" y="4435"/>
                </a:lnTo>
                <a:lnTo>
                  <a:pt x="11186" y="4435"/>
                </a:lnTo>
                <a:lnTo>
                  <a:pt x="11185" y="4458"/>
                </a:lnTo>
                <a:lnTo>
                  <a:pt x="11184" y="4457"/>
                </a:lnTo>
                <a:lnTo>
                  <a:pt x="11183" y="4457"/>
                </a:lnTo>
                <a:lnTo>
                  <a:pt x="11182" y="4456"/>
                </a:lnTo>
                <a:lnTo>
                  <a:pt x="11181" y="4456"/>
                </a:lnTo>
                <a:lnTo>
                  <a:pt x="11180" y="4455"/>
                </a:lnTo>
                <a:lnTo>
                  <a:pt x="11179" y="4455"/>
                </a:lnTo>
                <a:lnTo>
                  <a:pt x="11178" y="4454"/>
                </a:lnTo>
                <a:lnTo>
                  <a:pt x="11177" y="4454"/>
                </a:lnTo>
                <a:lnTo>
                  <a:pt x="11176" y="4453"/>
                </a:lnTo>
                <a:lnTo>
                  <a:pt x="11175" y="4453"/>
                </a:lnTo>
                <a:lnTo>
                  <a:pt x="11174" y="4452"/>
                </a:lnTo>
                <a:lnTo>
                  <a:pt x="11173" y="4452"/>
                </a:lnTo>
                <a:lnTo>
                  <a:pt x="11172" y="4451"/>
                </a:lnTo>
                <a:lnTo>
                  <a:pt x="11171" y="4451"/>
                </a:lnTo>
                <a:lnTo>
                  <a:pt x="11170" y="4450"/>
                </a:lnTo>
                <a:lnTo>
                  <a:pt x="11169" y="4450"/>
                </a:lnTo>
                <a:lnTo>
                  <a:pt x="11168" y="4449"/>
                </a:lnTo>
                <a:lnTo>
                  <a:pt x="11167" y="4449"/>
                </a:lnTo>
                <a:lnTo>
                  <a:pt x="11166" y="4448"/>
                </a:lnTo>
                <a:lnTo>
                  <a:pt x="11165" y="4448"/>
                </a:lnTo>
                <a:lnTo>
                  <a:pt x="11164" y="4447"/>
                </a:lnTo>
                <a:lnTo>
                  <a:pt x="11163" y="4447"/>
                </a:lnTo>
                <a:lnTo>
                  <a:pt x="11163" y="4446"/>
                </a:lnTo>
                <a:lnTo>
                  <a:pt x="11162" y="4446"/>
                </a:lnTo>
                <a:lnTo>
                  <a:pt x="11161" y="4446"/>
                </a:lnTo>
                <a:lnTo>
                  <a:pt x="11160" y="4445"/>
                </a:lnTo>
                <a:lnTo>
                  <a:pt x="11159" y="4445"/>
                </a:lnTo>
                <a:lnTo>
                  <a:pt x="11158" y="4444"/>
                </a:lnTo>
                <a:lnTo>
                  <a:pt x="11157" y="4444"/>
                </a:lnTo>
                <a:lnTo>
                  <a:pt x="11156" y="4443"/>
                </a:lnTo>
                <a:lnTo>
                  <a:pt x="11155" y="4443"/>
                </a:lnTo>
                <a:lnTo>
                  <a:pt x="11154" y="4442"/>
                </a:lnTo>
                <a:lnTo>
                  <a:pt x="11153" y="4442"/>
                </a:lnTo>
                <a:lnTo>
                  <a:pt x="11153" y="4441"/>
                </a:lnTo>
                <a:lnTo>
                  <a:pt x="11152" y="4441"/>
                </a:lnTo>
                <a:lnTo>
                  <a:pt x="11151" y="4441"/>
                </a:lnTo>
                <a:lnTo>
                  <a:pt x="11150" y="4440"/>
                </a:lnTo>
                <a:lnTo>
                  <a:pt x="11149" y="4440"/>
                </a:lnTo>
                <a:lnTo>
                  <a:pt x="11148" y="4439"/>
                </a:lnTo>
                <a:lnTo>
                  <a:pt x="11147" y="4439"/>
                </a:lnTo>
                <a:lnTo>
                  <a:pt x="11146" y="4438"/>
                </a:lnTo>
                <a:lnTo>
                  <a:pt x="11145" y="4438"/>
                </a:lnTo>
                <a:lnTo>
                  <a:pt x="11144" y="4437"/>
                </a:lnTo>
                <a:lnTo>
                  <a:pt x="11143" y="4437"/>
                </a:lnTo>
                <a:lnTo>
                  <a:pt x="11143" y="4436"/>
                </a:lnTo>
                <a:lnTo>
                  <a:pt x="11142" y="4436"/>
                </a:lnTo>
                <a:lnTo>
                  <a:pt x="11141" y="4436"/>
                </a:lnTo>
                <a:lnTo>
                  <a:pt x="11140" y="4435"/>
                </a:lnTo>
                <a:lnTo>
                  <a:pt x="11139" y="4458"/>
                </a:lnTo>
                <a:lnTo>
                  <a:pt x="11138" y="4457"/>
                </a:lnTo>
                <a:lnTo>
                  <a:pt x="11137" y="4457"/>
                </a:lnTo>
                <a:lnTo>
                  <a:pt x="11137" y="4456"/>
                </a:lnTo>
                <a:lnTo>
                  <a:pt x="11136" y="4456"/>
                </a:lnTo>
                <a:lnTo>
                  <a:pt x="11135" y="4456"/>
                </a:lnTo>
                <a:lnTo>
                  <a:pt x="11135" y="4455"/>
                </a:lnTo>
                <a:lnTo>
                  <a:pt x="11134" y="4455"/>
                </a:lnTo>
                <a:lnTo>
                  <a:pt x="11133" y="4455"/>
                </a:lnTo>
                <a:lnTo>
                  <a:pt x="11133" y="4454"/>
                </a:lnTo>
                <a:lnTo>
                  <a:pt x="11132" y="4454"/>
                </a:lnTo>
                <a:lnTo>
                  <a:pt x="11131" y="4454"/>
                </a:lnTo>
                <a:lnTo>
                  <a:pt x="11131" y="4453"/>
                </a:lnTo>
                <a:lnTo>
                  <a:pt x="11130" y="4453"/>
                </a:lnTo>
                <a:lnTo>
                  <a:pt x="11129" y="4453"/>
                </a:lnTo>
                <a:lnTo>
                  <a:pt x="11128" y="4452"/>
                </a:lnTo>
                <a:lnTo>
                  <a:pt x="11127" y="4452"/>
                </a:lnTo>
                <a:lnTo>
                  <a:pt x="11127" y="4451"/>
                </a:lnTo>
                <a:lnTo>
                  <a:pt x="11126" y="4451"/>
                </a:lnTo>
                <a:lnTo>
                  <a:pt x="11125" y="4451"/>
                </a:lnTo>
                <a:lnTo>
                  <a:pt x="11124" y="4450"/>
                </a:lnTo>
                <a:lnTo>
                  <a:pt x="11123" y="4450"/>
                </a:lnTo>
                <a:lnTo>
                  <a:pt x="11123" y="4449"/>
                </a:lnTo>
                <a:lnTo>
                  <a:pt x="11122" y="4449"/>
                </a:lnTo>
                <a:lnTo>
                  <a:pt x="11121" y="4449"/>
                </a:lnTo>
                <a:lnTo>
                  <a:pt x="11121" y="4448"/>
                </a:lnTo>
                <a:lnTo>
                  <a:pt x="11120" y="4448"/>
                </a:lnTo>
                <a:lnTo>
                  <a:pt x="11119" y="4448"/>
                </a:lnTo>
                <a:lnTo>
                  <a:pt x="11118" y="4447"/>
                </a:lnTo>
                <a:lnTo>
                  <a:pt x="11117" y="4447"/>
                </a:lnTo>
                <a:lnTo>
                  <a:pt x="11117" y="4446"/>
                </a:lnTo>
                <a:lnTo>
                  <a:pt x="11116" y="4446"/>
                </a:lnTo>
                <a:lnTo>
                  <a:pt x="11115" y="4446"/>
                </a:lnTo>
                <a:lnTo>
                  <a:pt x="11114" y="4445"/>
                </a:lnTo>
                <a:lnTo>
                  <a:pt x="11113" y="4445"/>
                </a:lnTo>
                <a:lnTo>
                  <a:pt x="11113" y="4444"/>
                </a:lnTo>
                <a:lnTo>
                  <a:pt x="11112" y="4444"/>
                </a:lnTo>
                <a:lnTo>
                  <a:pt x="11111" y="4444"/>
                </a:lnTo>
                <a:lnTo>
                  <a:pt x="11111" y="4443"/>
                </a:lnTo>
                <a:lnTo>
                  <a:pt x="11110" y="4443"/>
                </a:lnTo>
                <a:lnTo>
                  <a:pt x="11109" y="4443"/>
                </a:lnTo>
                <a:lnTo>
                  <a:pt x="11108" y="4442"/>
                </a:lnTo>
                <a:lnTo>
                  <a:pt x="11107" y="4442"/>
                </a:lnTo>
                <a:lnTo>
                  <a:pt x="11107" y="4441"/>
                </a:lnTo>
                <a:lnTo>
                  <a:pt x="11106" y="4441"/>
                </a:lnTo>
                <a:lnTo>
                  <a:pt x="11105" y="4441"/>
                </a:lnTo>
                <a:lnTo>
                  <a:pt x="11104" y="4440"/>
                </a:lnTo>
                <a:lnTo>
                  <a:pt x="11103" y="4440"/>
                </a:lnTo>
                <a:lnTo>
                  <a:pt x="11103" y="4439"/>
                </a:lnTo>
                <a:lnTo>
                  <a:pt x="11102" y="4439"/>
                </a:lnTo>
                <a:lnTo>
                  <a:pt x="11101" y="4439"/>
                </a:lnTo>
                <a:lnTo>
                  <a:pt x="11101" y="4438"/>
                </a:lnTo>
                <a:lnTo>
                  <a:pt x="11100" y="4438"/>
                </a:lnTo>
                <a:lnTo>
                  <a:pt x="11100" y="4460"/>
                </a:lnTo>
                <a:lnTo>
                  <a:pt x="11099" y="4460"/>
                </a:lnTo>
                <a:lnTo>
                  <a:pt x="11098" y="4460"/>
                </a:lnTo>
                <a:lnTo>
                  <a:pt x="11098" y="4459"/>
                </a:lnTo>
                <a:lnTo>
                  <a:pt x="11097" y="4459"/>
                </a:lnTo>
                <a:lnTo>
                  <a:pt x="11096" y="4459"/>
                </a:lnTo>
                <a:lnTo>
                  <a:pt x="11096" y="4458"/>
                </a:lnTo>
                <a:lnTo>
                  <a:pt x="11095" y="4458"/>
                </a:lnTo>
                <a:lnTo>
                  <a:pt x="11094" y="4458"/>
                </a:lnTo>
                <a:lnTo>
                  <a:pt x="11094" y="4457"/>
                </a:lnTo>
                <a:lnTo>
                  <a:pt x="11093" y="4457"/>
                </a:lnTo>
                <a:lnTo>
                  <a:pt x="11092" y="4456"/>
                </a:lnTo>
                <a:lnTo>
                  <a:pt x="11091" y="4456"/>
                </a:lnTo>
                <a:lnTo>
                  <a:pt x="11090" y="4456"/>
                </a:lnTo>
                <a:lnTo>
                  <a:pt x="11090" y="4455"/>
                </a:lnTo>
                <a:lnTo>
                  <a:pt x="11089" y="4455"/>
                </a:lnTo>
                <a:lnTo>
                  <a:pt x="11088" y="4455"/>
                </a:lnTo>
                <a:lnTo>
                  <a:pt x="11088" y="4454"/>
                </a:lnTo>
                <a:lnTo>
                  <a:pt x="11087" y="4454"/>
                </a:lnTo>
                <a:lnTo>
                  <a:pt x="11086" y="4454"/>
                </a:lnTo>
                <a:lnTo>
                  <a:pt x="11086" y="4453"/>
                </a:lnTo>
                <a:lnTo>
                  <a:pt x="11085" y="4475"/>
                </a:lnTo>
                <a:lnTo>
                  <a:pt x="11084" y="4475"/>
                </a:lnTo>
                <a:lnTo>
                  <a:pt x="11083" y="4474"/>
                </a:lnTo>
                <a:lnTo>
                  <a:pt x="11082" y="4474"/>
                </a:lnTo>
                <a:lnTo>
                  <a:pt x="11081" y="4473"/>
                </a:lnTo>
                <a:lnTo>
                  <a:pt x="11080" y="4473"/>
                </a:lnTo>
                <a:lnTo>
                  <a:pt x="11079" y="4472"/>
                </a:lnTo>
                <a:lnTo>
                  <a:pt x="11078" y="4472"/>
                </a:lnTo>
                <a:lnTo>
                  <a:pt x="11077" y="4471"/>
                </a:lnTo>
                <a:lnTo>
                  <a:pt x="11076" y="4471"/>
                </a:lnTo>
                <a:lnTo>
                  <a:pt x="11075" y="4470"/>
                </a:lnTo>
                <a:lnTo>
                  <a:pt x="11074" y="4470"/>
                </a:lnTo>
                <a:lnTo>
                  <a:pt x="11073" y="4469"/>
                </a:lnTo>
                <a:lnTo>
                  <a:pt x="11072" y="4469"/>
                </a:lnTo>
                <a:lnTo>
                  <a:pt x="11071" y="4468"/>
                </a:lnTo>
                <a:lnTo>
                  <a:pt x="11070" y="4468"/>
                </a:lnTo>
                <a:lnTo>
                  <a:pt x="11069" y="4467"/>
                </a:lnTo>
                <a:lnTo>
                  <a:pt x="11068" y="4467"/>
                </a:lnTo>
                <a:lnTo>
                  <a:pt x="11067" y="4466"/>
                </a:lnTo>
                <a:lnTo>
                  <a:pt x="11066" y="4466"/>
                </a:lnTo>
                <a:lnTo>
                  <a:pt x="11065" y="4465"/>
                </a:lnTo>
                <a:lnTo>
                  <a:pt x="11064" y="4465"/>
                </a:lnTo>
                <a:lnTo>
                  <a:pt x="11063" y="4464"/>
                </a:lnTo>
                <a:lnTo>
                  <a:pt x="11062" y="4464"/>
                </a:lnTo>
                <a:lnTo>
                  <a:pt x="11061" y="4463"/>
                </a:lnTo>
                <a:lnTo>
                  <a:pt x="11060" y="4463"/>
                </a:lnTo>
                <a:lnTo>
                  <a:pt x="11059" y="4462"/>
                </a:lnTo>
                <a:lnTo>
                  <a:pt x="11058" y="4462"/>
                </a:lnTo>
                <a:lnTo>
                  <a:pt x="11057" y="4461"/>
                </a:lnTo>
                <a:lnTo>
                  <a:pt x="11056" y="4461"/>
                </a:lnTo>
                <a:lnTo>
                  <a:pt x="11055" y="4460"/>
                </a:lnTo>
                <a:lnTo>
                  <a:pt x="11054" y="4460"/>
                </a:lnTo>
                <a:lnTo>
                  <a:pt x="11053" y="4459"/>
                </a:lnTo>
                <a:lnTo>
                  <a:pt x="11052" y="4459"/>
                </a:lnTo>
                <a:lnTo>
                  <a:pt x="11051" y="4458"/>
                </a:lnTo>
                <a:lnTo>
                  <a:pt x="11050" y="4458"/>
                </a:lnTo>
                <a:lnTo>
                  <a:pt x="11049" y="4457"/>
                </a:lnTo>
                <a:lnTo>
                  <a:pt x="11048" y="4457"/>
                </a:lnTo>
                <a:lnTo>
                  <a:pt x="11047" y="4456"/>
                </a:lnTo>
                <a:lnTo>
                  <a:pt x="11047" y="4478"/>
                </a:lnTo>
                <a:lnTo>
                  <a:pt x="11046" y="4478"/>
                </a:lnTo>
                <a:lnTo>
                  <a:pt x="11046" y="4477"/>
                </a:lnTo>
                <a:lnTo>
                  <a:pt x="11045" y="4477"/>
                </a:lnTo>
                <a:lnTo>
                  <a:pt x="11044" y="4477"/>
                </a:lnTo>
                <a:lnTo>
                  <a:pt x="11043" y="4476"/>
                </a:lnTo>
                <a:lnTo>
                  <a:pt x="11042" y="4476"/>
                </a:lnTo>
                <a:lnTo>
                  <a:pt x="11041" y="4475"/>
                </a:lnTo>
                <a:lnTo>
                  <a:pt x="11040" y="4475"/>
                </a:lnTo>
                <a:lnTo>
                  <a:pt x="11039" y="4474"/>
                </a:lnTo>
                <a:lnTo>
                  <a:pt x="11038" y="4474"/>
                </a:lnTo>
                <a:lnTo>
                  <a:pt x="11037" y="4473"/>
                </a:lnTo>
                <a:lnTo>
                  <a:pt x="11036" y="4473"/>
                </a:lnTo>
                <a:lnTo>
                  <a:pt x="11036" y="4472"/>
                </a:lnTo>
                <a:lnTo>
                  <a:pt x="11035" y="4494"/>
                </a:lnTo>
                <a:lnTo>
                  <a:pt x="11034" y="4494"/>
                </a:lnTo>
                <a:lnTo>
                  <a:pt x="11034" y="4493"/>
                </a:lnTo>
                <a:lnTo>
                  <a:pt x="11033" y="4493"/>
                </a:lnTo>
                <a:lnTo>
                  <a:pt x="11032" y="4493"/>
                </a:lnTo>
                <a:lnTo>
                  <a:pt x="11031" y="4492"/>
                </a:lnTo>
                <a:lnTo>
                  <a:pt x="11030" y="4492"/>
                </a:lnTo>
                <a:lnTo>
                  <a:pt x="11030" y="4491"/>
                </a:lnTo>
                <a:lnTo>
                  <a:pt x="11029" y="4491"/>
                </a:lnTo>
                <a:lnTo>
                  <a:pt x="11028" y="4490"/>
                </a:lnTo>
                <a:lnTo>
                  <a:pt x="11027" y="4490"/>
                </a:lnTo>
                <a:lnTo>
                  <a:pt x="11026" y="4490"/>
                </a:lnTo>
                <a:lnTo>
                  <a:pt x="11026" y="4489"/>
                </a:lnTo>
                <a:lnTo>
                  <a:pt x="11025" y="4489"/>
                </a:lnTo>
                <a:lnTo>
                  <a:pt x="11024" y="4489"/>
                </a:lnTo>
                <a:lnTo>
                  <a:pt x="11024" y="4488"/>
                </a:lnTo>
                <a:lnTo>
                  <a:pt x="11023" y="4488"/>
                </a:lnTo>
                <a:lnTo>
                  <a:pt x="11022" y="4488"/>
                </a:lnTo>
                <a:lnTo>
                  <a:pt x="11021" y="4487"/>
                </a:lnTo>
                <a:lnTo>
                  <a:pt x="11020" y="4487"/>
                </a:lnTo>
                <a:lnTo>
                  <a:pt x="11020" y="4486"/>
                </a:lnTo>
                <a:lnTo>
                  <a:pt x="11019" y="4486"/>
                </a:lnTo>
                <a:lnTo>
                  <a:pt x="11018" y="4485"/>
                </a:lnTo>
                <a:lnTo>
                  <a:pt x="11017" y="4485"/>
                </a:lnTo>
                <a:lnTo>
                  <a:pt x="11016" y="4485"/>
                </a:lnTo>
                <a:lnTo>
                  <a:pt x="11016" y="4484"/>
                </a:lnTo>
                <a:lnTo>
                  <a:pt x="11015" y="4484"/>
                </a:lnTo>
                <a:lnTo>
                  <a:pt x="11014" y="4484"/>
                </a:lnTo>
                <a:lnTo>
                  <a:pt x="11014" y="4483"/>
                </a:lnTo>
                <a:lnTo>
                  <a:pt x="11013" y="4483"/>
                </a:lnTo>
                <a:lnTo>
                  <a:pt x="11012" y="4483"/>
                </a:lnTo>
                <a:lnTo>
                  <a:pt x="11011" y="4482"/>
                </a:lnTo>
                <a:lnTo>
                  <a:pt x="11010" y="4482"/>
                </a:lnTo>
                <a:lnTo>
                  <a:pt x="11010" y="4481"/>
                </a:lnTo>
                <a:lnTo>
                  <a:pt x="11009" y="4481"/>
                </a:lnTo>
                <a:lnTo>
                  <a:pt x="11008" y="4480"/>
                </a:lnTo>
                <a:lnTo>
                  <a:pt x="11007" y="4480"/>
                </a:lnTo>
                <a:lnTo>
                  <a:pt x="11006" y="4480"/>
                </a:lnTo>
                <a:lnTo>
                  <a:pt x="11006" y="4479"/>
                </a:lnTo>
                <a:lnTo>
                  <a:pt x="11005" y="4479"/>
                </a:lnTo>
                <a:lnTo>
                  <a:pt x="11004" y="4479"/>
                </a:lnTo>
                <a:lnTo>
                  <a:pt x="11004" y="4478"/>
                </a:lnTo>
                <a:lnTo>
                  <a:pt x="11003" y="4478"/>
                </a:lnTo>
                <a:lnTo>
                  <a:pt x="11002" y="4478"/>
                </a:lnTo>
                <a:lnTo>
                  <a:pt x="11001" y="4477"/>
                </a:lnTo>
                <a:lnTo>
                  <a:pt x="11000" y="4477"/>
                </a:lnTo>
                <a:lnTo>
                  <a:pt x="11000" y="4476"/>
                </a:lnTo>
                <a:lnTo>
                  <a:pt x="10999" y="4476"/>
                </a:lnTo>
                <a:lnTo>
                  <a:pt x="10998" y="4475"/>
                </a:lnTo>
                <a:lnTo>
                  <a:pt x="10997" y="4475"/>
                </a:lnTo>
                <a:lnTo>
                  <a:pt x="10996" y="4475"/>
                </a:lnTo>
                <a:lnTo>
                  <a:pt x="10996" y="4474"/>
                </a:lnTo>
                <a:lnTo>
                  <a:pt x="10995" y="4474"/>
                </a:lnTo>
                <a:lnTo>
                  <a:pt x="10994" y="4474"/>
                </a:lnTo>
                <a:lnTo>
                  <a:pt x="10994" y="4473"/>
                </a:lnTo>
                <a:lnTo>
                  <a:pt x="10993" y="4473"/>
                </a:lnTo>
                <a:lnTo>
                  <a:pt x="10992" y="4473"/>
                </a:lnTo>
                <a:lnTo>
                  <a:pt x="10991" y="4472"/>
                </a:lnTo>
                <a:lnTo>
                  <a:pt x="10990" y="4472"/>
                </a:lnTo>
                <a:lnTo>
                  <a:pt x="10990" y="4471"/>
                </a:lnTo>
                <a:lnTo>
                  <a:pt x="10989" y="4471"/>
                </a:lnTo>
                <a:lnTo>
                  <a:pt x="10988" y="4470"/>
                </a:lnTo>
                <a:lnTo>
                  <a:pt x="10987" y="4470"/>
                </a:lnTo>
                <a:lnTo>
                  <a:pt x="10986" y="4470"/>
                </a:lnTo>
                <a:lnTo>
                  <a:pt x="10986" y="4469"/>
                </a:lnTo>
                <a:lnTo>
                  <a:pt x="10985" y="4469"/>
                </a:lnTo>
                <a:lnTo>
                  <a:pt x="10984" y="4469"/>
                </a:lnTo>
                <a:lnTo>
                  <a:pt x="10984" y="4468"/>
                </a:lnTo>
                <a:lnTo>
                  <a:pt x="10983" y="4468"/>
                </a:lnTo>
                <a:lnTo>
                  <a:pt x="10982" y="4468"/>
                </a:lnTo>
                <a:lnTo>
                  <a:pt x="10981" y="4467"/>
                </a:lnTo>
                <a:lnTo>
                  <a:pt x="10980" y="4467"/>
                </a:lnTo>
                <a:lnTo>
                  <a:pt x="10980" y="4466"/>
                </a:lnTo>
                <a:lnTo>
                  <a:pt x="10979" y="4466"/>
                </a:lnTo>
                <a:lnTo>
                  <a:pt x="10978" y="4466"/>
                </a:lnTo>
                <a:lnTo>
                  <a:pt x="10977" y="4465"/>
                </a:lnTo>
                <a:lnTo>
                  <a:pt x="10976" y="4465"/>
                </a:lnTo>
                <a:lnTo>
                  <a:pt x="10976" y="4464"/>
                </a:lnTo>
                <a:lnTo>
                  <a:pt x="10975" y="4464"/>
                </a:lnTo>
                <a:lnTo>
                  <a:pt x="10974" y="4464"/>
                </a:lnTo>
                <a:lnTo>
                  <a:pt x="10974" y="4463"/>
                </a:lnTo>
                <a:lnTo>
                  <a:pt x="10973" y="4463"/>
                </a:lnTo>
                <a:lnTo>
                  <a:pt x="10972" y="4463"/>
                </a:lnTo>
                <a:lnTo>
                  <a:pt x="10972" y="4462"/>
                </a:lnTo>
                <a:lnTo>
                  <a:pt x="10971" y="4462"/>
                </a:lnTo>
                <a:lnTo>
                  <a:pt x="10970" y="4462"/>
                </a:lnTo>
                <a:lnTo>
                  <a:pt x="10970" y="4461"/>
                </a:lnTo>
                <a:lnTo>
                  <a:pt x="10969" y="4461"/>
                </a:lnTo>
                <a:lnTo>
                  <a:pt x="10968" y="4461"/>
                </a:lnTo>
                <a:lnTo>
                  <a:pt x="10967" y="4460"/>
                </a:lnTo>
                <a:lnTo>
                  <a:pt x="10966" y="4460"/>
                </a:lnTo>
                <a:lnTo>
                  <a:pt x="10966" y="4459"/>
                </a:lnTo>
                <a:lnTo>
                  <a:pt x="10965" y="4459"/>
                </a:lnTo>
                <a:lnTo>
                  <a:pt x="10964" y="4459"/>
                </a:lnTo>
                <a:lnTo>
                  <a:pt x="10964" y="4458"/>
                </a:lnTo>
                <a:lnTo>
                  <a:pt x="10963" y="4458"/>
                </a:lnTo>
                <a:lnTo>
                  <a:pt x="10962" y="4458"/>
                </a:lnTo>
                <a:lnTo>
                  <a:pt x="10962" y="4457"/>
                </a:lnTo>
                <a:lnTo>
                  <a:pt x="10961" y="4457"/>
                </a:lnTo>
                <a:lnTo>
                  <a:pt x="10960" y="4457"/>
                </a:lnTo>
                <a:lnTo>
                  <a:pt x="10960" y="4456"/>
                </a:lnTo>
                <a:lnTo>
                  <a:pt x="10959" y="4456"/>
                </a:lnTo>
                <a:lnTo>
                  <a:pt x="10958" y="4456"/>
                </a:lnTo>
                <a:lnTo>
                  <a:pt x="10957" y="4455"/>
                </a:lnTo>
                <a:lnTo>
                  <a:pt x="10956" y="4455"/>
                </a:lnTo>
                <a:lnTo>
                  <a:pt x="10956" y="4454"/>
                </a:lnTo>
                <a:lnTo>
                  <a:pt x="10955" y="4454"/>
                </a:lnTo>
                <a:lnTo>
                  <a:pt x="10954" y="4454"/>
                </a:lnTo>
                <a:lnTo>
                  <a:pt x="10954" y="4453"/>
                </a:lnTo>
                <a:lnTo>
                  <a:pt x="10953" y="4453"/>
                </a:lnTo>
                <a:lnTo>
                  <a:pt x="10952" y="4453"/>
                </a:lnTo>
                <a:lnTo>
                  <a:pt x="10952" y="4452"/>
                </a:lnTo>
                <a:lnTo>
                  <a:pt x="10951" y="4452"/>
                </a:lnTo>
                <a:lnTo>
                  <a:pt x="10950" y="4452"/>
                </a:lnTo>
                <a:lnTo>
                  <a:pt x="10950" y="4451"/>
                </a:lnTo>
                <a:lnTo>
                  <a:pt x="10949" y="4451"/>
                </a:lnTo>
                <a:lnTo>
                  <a:pt x="10949" y="4472"/>
                </a:lnTo>
                <a:lnTo>
                  <a:pt x="10948" y="4472"/>
                </a:lnTo>
                <a:lnTo>
                  <a:pt x="10947" y="4471"/>
                </a:lnTo>
                <a:lnTo>
                  <a:pt x="10946" y="4471"/>
                </a:lnTo>
                <a:lnTo>
                  <a:pt x="10946" y="4470"/>
                </a:lnTo>
                <a:lnTo>
                  <a:pt x="10945" y="4470"/>
                </a:lnTo>
                <a:lnTo>
                  <a:pt x="10944" y="4470"/>
                </a:lnTo>
                <a:lnTo>
                  <a:pt x="10944" y="4469"/>
                </a:lnTo>
                <a:lnTo>
                  <a:pt x="10943" y="4469"/>
                </a:lnTo>
                <a:lnTo>
                  <a:pt x="10942" y="4469"/>
                </a:lnTo>
                <a:lnTo>
                  <a:pt x="10942" y="4468"/>
                </a:lnTo>
                <a:lnTo>
                  <a:pt x="10941" y="4468"/>
                </a:lnTo>
                <a:lnTo>
                  <a:pt x="10940" y="4468"/>
                </a:lnTo>
                <a:lnTo>
                  <a:pt x="10940" y="4467"/>
                </a:lnTo>
                <a:lnTo>
                  <a:pt x="10939" y="4467"/>
                </a:lnTo>
                <a:lnTo>
                  <a:pt x="10938" y="4467"/>
                </a:lnTo>
                <a:lnTo>
                  <a:pt x="10937" y="4466"/>
                </a:lnTo>
                <a:lnTo>
                  <a:pt x="10936" y="4466"/>
                </a:lnTo>
                <a:lnTo>
                  <a:pt x="10936" y="4465"/>
                </a:lnTo>
                <a:lnTo>
                  <a:pt x="10935" y="4465"/>
                </a:lnTo>
                <a:lnTo>
                  <a:pt x="10934" y="4465"/>
                </a:lnTo>
                <a:lnTo>
                  <a:pt x="10934" y="4464"/>
                </a:lnTo>
                <a:lnTo>
                  <a:pt x="10933" y="4464"/>
                </a:lnTo>
                <a:lnTo>
                  <a:pt x="10932" y="4464"/>
                </a:lnTo>
                <a:lnTo>
                  <a:pt x="10932" y="4463"/>
                </a:lnTo>
                <a:lnTo>
                  <a:pt x="10931" y="4463"/>
                </a:lnTo>
                <a:lnTo>
                  <a:pt x="10930" y="4463"/>
                </a:lnTo>
                <a:lnTo>
                  <a:pt x="10930" y="4462"/>
                </a:lnTo>
                <a:lnTo>
                  <a:pt x="10929" y="4462"/>
                </a:lnTo>
                <a:lnTo>
                  <a:pt x="10928" y="4462"/>
                </a:lnTo>
                <a:lnTo>
                  <a:pt x="10927" y="4461"/>
                </a:lnTo>
                <a:lnTo>
                  <a:pt x="10926" y="4461"/>
                </a:lnTo>
                <a:lnTo>
                  <a:pt x="10926" y="4460"/>
                </a:lnTo>
                <a:lnTo>
                  <a:pt x="10925" y="4460"/>
                </a:lnTo>
                <a:lnTo>
                  <a:pt x="10924" y="4460"/>
                </a:lnTo>
                <a:lnTo>
                  <a:pt x="10924" y="4459"/>
                </a:lnTo>
                <a:lnTo>
                  <a:pt x="10923" y="4459"/>
                </a:lnTo>
                <a:lnTo>
                  <a:pt x="10922" y="4459"/>
                </a:lnTo>
                <a:lnTo>
                  <a:pt x="10922" y="4458"/>
                </a:lnTo>
                <a:lnTo>
                  <a:pt x="10921" y="4458"/>
                </a:lnTo>
                <a:lnTo>
                  <a:pt x="10920" y="4458"/>
                </a:lnTo>
                <a:lnTo>
                  <a:pt x="10920" y="4457"/>
                </a:lnTo>
                <a:lnTo>
                  <a:pt x="10919" y="4457"/>
                </a:lnTo>
                <a:lnTo>
                  <a:pt x="10918" y="4457"/>
                </a:lnTo>
                <a:lnTo>
                  <a:pt x="10917" y="4456"/>
                </a:lnTo>
                <a:lnTo>
                  <a:pt x="10916" y="4456"/>
                </a:lnTo>
                <a:lnTo>
                  <a:pt x="10916" y="4455"/>
                </a:lnTo>
                <a:lnTo>
                  <a:pt x="10915" y="4455"/>
                </a:lnTo>
                <a:lnTo>
                  <a:pt x="10914" y="4455"/>
                </a:lnTo>
                <a:lnTo>
                  <a:pt x="10914" y="4454"/>
                </a:lnTo>
                <a:lnTo>
                  <a:pt x="10913" y="4454"/>
                </a:lnTo>
                <a:lnTo>
                  <a:pt x="10912" y="4454"/>
                </a:lnTo>
                <a:lnTo>
                  <a:pt x="10912" y="4453"/>
                </a:lnTo>
                <a:lnTo>
                  <a:pt x="10911" y="4453"/>
                </a:lnTo>
                <a:lnTo>
                  <a:pt x="10910" y="4453"/>
                </a:lnTo>
                <a:lnTo>
                  <a:pt x="10910" y="4452"/>
                </a:lnTo>
                <a:lnTo>
                  <a:pt x="10909" y="4452"/>
                </a:lnTo>
                <a:lnTo>
                  <a:pt x="10908" y="4452"/>
                </a:lnTo>
                <a:lnTo>
                  <a:pt x="10907" y="4451"/>
                </a:lnTo>
                <a:lnTo>
                  <a:pt x="10906" y="4451"/>
                </a:lnTo>
                <a:lnTo>
                  <a:pt x="10906" y="4450"/>
                </a:lnTo>
                <a:lnTo>
                  <a:pt x="10905" y="4450"/>
                </a:lnTo>
                <a:lnTo>
                  <a:pt x="10904" y="4449"/>
                </a:lnTo>
                <a:lnTo>
                  <a:pt x="10903" y="4449"/>
                </a:lnTo>
                <a:lnTo>
                  <a:pt x="10902" y="4449"/>
                </a:lnTo>
                <a:lnTo>
                  <a:pt x="10902" y="4448"/>
                </a:lnTo>
                <a:lnTo>
                  <a:pt x="10901" y="4448"/>
                </a:lnTo>
                <a:lnTo>
                  <a:pt x="10900" y="4448"/>
                </a:lnTo>
                <a:lnTo>
                  <a:pt x="10900" y="4447"/>
                </a:lnTo>
                <a:lnTo>
                  <a:pt x="10899" y="4447"/>
                </a:lnTo>
                <a:lnTo>
                  <a:pt x="10898" y="4447"/>
                </a:lnTo>
                <a:lnTo>
                  <a:pt x="10897" y="4446"/>
                </a:lnTo>
                <a:lnTo>
                  <a:pt x="10896" y="4446"/>
                </a:lnTo>
                <a:lnTo>
                  <a:pt x="10896" y="4445"/>
                </a:lnTo>
                <a:lnTo>
                  <a:pt x="10895" y="4445"/>
                </a:lnTo>
                <a:lnTo>
                  <a:pt x="10894" y="4445"/>
                </a:lnTo>
                <a:lnTo>
                  <a:pt x="10893" y="4444"/>
                </a:lnTo>
                <a:lnTo>
                  <a:pt x="10892" y="4444"/>
                </a:lnTo>
                <a:lnTo>
                  <a:pt x="10892" y="4443"/>
                </a:lnTo>
                <a:lnTo>
                  <a:pt x="10891" y="4443"/>
                </a:lnTo>
                <a:lnTo>
                  <a:pt x="10890" y="4443"/>
                </a:lnTo>
                <a:lnTo>
                  <a:pt x="10890" y="4442"/>
                </a:lnTo>
                <a:lnTo>
                  <a:pt x="10889" y="4442"/>
                </a:lnTo>
                <a:lnTo>
                  <a:pt x="10888" y="4442"/>
                </a:lnTo>
                <a:lnTo>
                  <a:pt x="10887" y="4441"/>
                </a:lnTo>
                <a:lnTo>
                  <a:pt x="10886" y="4441"/>
                </a:lnTo>
                <a:lnTo>
                  <a:pt x="10886" y="4440"/>
                </a:lnTo>
                <a:lnTo>
                  <a:pt x="10885" y="4440"/>
                </a:lnTo>
                <a:lnTo>
                  <a:pt x="10884" y="4440"/>
                </a:lnTo>
                <a:lnTo>
                  <a:pt x="10883" y="4439"/>
                </a:lnTo>
                <a:lnTo>
                  <a:pt x="10882" y="4439"/>
                </a:lnTo>
                <a:lnTo>
                  <a:pt x="10882" y="4438"/>
                </a:lnTo>
                <a:lnTo>
                  <a:pt x="10881" y="4438"/>
                </a:lnTo>
                <a:lnTo>
                  <a:pt x="10880" y="4438"/>
                </a:lnTo>
                <a:lnTo>
                  <a:pt x="10880" y="4437"/>
                </a:lnTo>
                <a:lnTo>
                  <a:pt x="10879" y="4437"/>
                </a:lnTo>
                <a:lnTo>
                  <a:pt x="10878" y="4437"/>
                </a:lnTo>
                <a:lnTo>
                  <a:pt x="10877" y="4436"/>
                </a:lnTo>
                <a:lnTo>
                  <a:pt x="10876" y="4436"/>
                </a:lnTo>
                <a:lnTo>
                  <a:pt x="10876" y="4435"/>
                </a:lnTo>
                <a:lnTo>
                  <a:pt x="10875" y="4435"/>
                </a:lnTo>
                <a:lnTo>
                  <a:pt x="10874" y="4435"/>
                </a:lnTo>
                <a:lnTo>
                  <a:pt x="10873" y="4434"/>
                </a:lnTo>
                <a:lnTo>
                  <a:pt x="10872" y="4434"/>
                </a:lnTo>
                <a:lnTo>
                  <a:pt x="10872" y="4433"/>
                </a:lnTo>
                <a:lnTo>
                  <a:pt x="10871" y="4433"/>
                </a:lnTo>
                <a:lnTo>
                  <a:pt x="10870" y="4433"/>
                </a:lnTo>
                <a:lnTo>
                  <a:pt x="10870" y="4432"/>
                </a:lnTo>
                <a:lnTo>
                  <a:pt x="10869" y="4432"/>
                </a:lnTo>
                <a:lnTo>
                  <a:pt x="10868" y="4432"/>
                </a:lnTo>
                <a:lnTo>
                  <a:pt x="10867" y="4431"/>
                </a:lnTo>
                <a:lnTo>
                  <a:pt x="10866" y="4431"/>
                </a:lnTo>
                <a:lnTo>
                  <a:pt x="10866" y="4430"/>
                </a:lnTo>
                <a:lnTo>
                  <a:pt x="10865" y="4430"/>
                </a:lnTo>
                <a:lnTo>
                  <a:pt x="10864" y="4430"/>
                </a:lnTo>
                <a:lnTo>
                  <a:pt x="10863" y="4429"/>
                </a:lnTo>
                <a:lnTo>
                  <a:pt x="10862" y="4429"/>
                </a:lnTo>
                <a:lnTo>
                  <a:pt x="10862" y="4428"/>
                </a:lnTo>
                <a:lnTo>
                  <a:pt x="10861" y="4428"/>
                </a:lnTo>
                <a:lnTo>
                  <a:pt x="10860" y="4428"/>
                </a:lnTo>
                <a:lnTo>
                  <a:pt x="10860" y="4427"/>
                </a:lnTo>
                <a:lnTo>
                  <a:pt x="10859" y="4427"/>
                </a:lnTo>
                <a:lnTo>
                  <a:pt x="10858" y="4427"/>
                </a:lnTo>
                <a:lnTo>
                  <a:pt x="10857" y="4426"/>
                </a:lnTo>
                <a:lnTo>
                  <a:pt x="10856" y="4426"/>
                </a:lnTo>
                <a:lnTo>
                  <a:pt x="10856" y="4425"/>
                </a:lnTo>
                <a:lnTo>
                  <a:pt x="10855" y="4425"/>
                </a:lnTo>
                <a:lnTo>
                  <a:pt x="10854" y="4425"/>
                </a:lnTo>
                <a:lnTo>
                  <a:pt x="10853" y="4424"/>
                </a:lnTo>
                <a:lnTo>
                  <a:pt x="10852" y="4424"/>
                </a:lnTo>
                <a:lnTo>
                  <a:pt x="10852" y="4423"/>
                </a:lnTo>
                <a:lnTo>
                  <a:pt x="10851" y="4423"/>
                </a:lnTo>
                <a:lnTo>
                  <a:pt x="10850" y="4423"/>
                </a:lnTo>
                <a:lnTo>
                  <a:pt x="10850" y="4422"/>
                </a:lnTo>
                <a:lnTo>
                  <a:pt x="10849" y="4422"/>
                </a:lnTo>
                <a:lnTo>
                  <a:pt x="10848" y="4422"/>
                </a:lnTo>
                <a:lnTo>
                  <a:pt x="10848" y="4421"/>
                </a:lnTo>
                <a:lnTo>
                  <a:pt x="10847" y="4421"/>
                </a:lnTo>
                <a:lnTo>
                  <a:pt x="10846" y="4421"/>
                </a:lnTo>
                <a:lnTo>
                  <a:pt x="10846" y="4420"/>
                </a:lnTo>
                <a:lnTo>
                  <a:pt x="10845" y="4420"/>
                </a:lnTo>
                <a:lnTo>
                  <a:pt x="10844" y="4420"/>
                </a:lnTo>
                <a:lnTo>
                  <a:pt x="10843" y="4419"/>
                </a:lnTo>
                <a:lnTo>
                  <a:pt x="10842" y="4419"/>
                </a:lnTo>
                <a:lnTo>
                  <a:pt x="10842" y="4418"/>
                </a:lnTo>
                <a:lnTo>
                  <a:pt x="10841" y="4418"/>
                </a:lnTo>
                <a:lnTo>
                  <a:pt x="10840" y="4418"/>
                </a:lnTo>
                <a:lnTo>
                  <a:pt x="10840" y="4417"/>
                </a:lnTo>
                <a:lnTo>
                  <a:pt x="10839" y="4417"/>
                </a:lnTo>
                <a:lnTo>
                  <a:pt x="10838" y="4417"/>
                </a:lnTo>
                <a:lnTo>
                  <a:pt x="10838" y="4416"/>
                </a:lnTo>
                <a:lnTo>
                  <a:pt x="10837" y="4416"/>
                </a:lnTo>
                <a:lnTo>
                  <a:pt x="10836" y="4416"/>
                </a:lnTo>
                <a:lnTo>
                  <a:pt x="10836" y="4415"/>
                </a:lnTo>
                <a:lnTo>
                  <a:pt x="10835" y="4415"/>
                </a:lnTo>
                <a:lnTo>
                  <a:pt x="10834" y="4415"/>
                </a:lnTo>
                <a:lnTo>
                  <a:pt x="10833" y="4414"/>
                </a:lnTo>
                <a:lnTo>
                  <a:pt x="10832" y="4414"/>
                </a:lnTo>
                <a:lnTo>
                  <a:pt x="10832" y="4413"/>
                </a:lnTo>
                <a:lnTo>
                  <a:pt x="10831" y="4413"/>
                </a:lnTo>
                <a:lnTo>
                  <a:pt x="10830" y="4413"/>
                </a:lnTo>
                <a:lnTo>
                  <a:pt x="10829" y="4412"/>
                </a:lnTo>
                <a:lnTo>
                  <a:pt x="10828" y="4412"/>
                </a:lnTo>
                <a:lnTo>
                  <a:pt x="10828" y="4411"/>
                </a:lnTo>
                <a:lnTo>
                  <a:pt x="10827" y="4411"/>
                </a:lnTo>
                <a:lnTo>
                  <a:pt x="10826" y="4411"/>
                </a:lnTo>
                <a:lnTo>
                  <a:pt x="10826" y="4410"/>
                </a:lnTo>
                <a:lnTo>
                  <a:pt x="10825" y="4410"/>
                </a:lnTo>
                <a:lnTo>
                  <a:pt x="10824" y="4410"/>
                </a:lnTo>
                <a:lnTo>
                  <a:pt x="10823" y="4409"/>
                </a:lnTo>
                <a:lnTo>
                  <a:pt x="10822" y="4409"/>
                </a:lnTo>
                <a:lnTo>
                  <a:pt x="10822" y="4408"/>
                </a:lnTo>
                <a:lnTo>
                  <a:pt x="10821" y="4408"/>
                </a:lnTo>
                <a:lnTo>
                  <a:pt x="10820" y="4408"/>
                </a:lnTo>
                <a:lnTo>
                  <a:pt x="10819" y="4407"/>
                </a:lnTo>
                <a:lnTo>
                  <a:pt x="10818" y="4407"/>
                </a:lnTo>
                <a:lnTo>
                  <a:pt x="10818" y="4406"/>
                </a:lnTo>
                <a:lnTo>
                  <a:pt x="10817" y="4406"/>
                </a:lnTo>
                <a:lnTo>
                  <a:pt x="10816" y="4406"/>
                </a:lnTo>
                <a:lnTo>
                  <a:pt x="10816" y="4405"/>
                </a:lnTo>
                <a:lnTo>
                  <a:pt x="10815" y="4405"/>
                </a:lnTo>
                <a:lnTo>
                  <a:pt x="10814" y="4405"/>
                </a:lnTo>
                <a:lnTo>
                  <a:pt x="10813" y="4404"/>
                </a:lnTo>
                <a:lnTo>
                  <a:pt x="10812" y="4404"/>
                </a:lnTo>
                <a:lnTo>
                  <a:pt x="10812" y="4403"/>
                </a:lnTo>
                <a:lnTo>
                  <a:pt x="10811" y="4403"/>
                </a:lnTo>
                <a:lnTo>
                  <a:pt x="10810" y="4403"/>
                </a:lnTo>
                <a:lnTo>
                  <a:pt x="10809" y="4402"/>
                </a:lnTo>
                <a:lnTo>
                  <a:pt x="10808" y="4402"/>
                </a:lnTo>
                <a:lnTo>
                  <a:pt x="10808" y="4401"/>
                </a:lnTo>
                <a:lnTo>
                  <a:pt x="10807" y="4401"/>
                </a:lnTo>
                <a:lnTo>
                  <a:pt x="10806" y="4401"/>
                </a:lnTo>
                <a:lnTo>
                  <a:pt x="10806" y="4400"/>
                </a:lnTo>
                <a:lnTo>
                  <a:pt x="10805" y="4400"/>
                </a:lnTo>
                <a:lnTo>
                  <a:pt x="10804" y="4400"/>
                </a:lnTo>
                <a:lnTo>
                  <a:pt x="10803" y="4399"/>
                </a:lnTo>
                <a:lnTo>
                  <a:pt x="10802" y="4399"/>
                </a:lnTo>
                <a:lnTo>
                  <a:pt x="10802" y="4398"/>
                </a:lnTo>
                <a:lnTo>
                  <a:pt x="10801" y="4398"/>
                </a:lnTo>
                <a:lnTo>
                  <a:pt x="10800" y="4398"/>
                </a:lnTo>
                <a:lnTo>
                  <a:pt x="10799" y="4397"/>
                </a:lnTo>
                <a:lnTo>
                  <a:pt x="10798" y="4397"/>
                </a:lnTo>
                <a:lnTo>
                  <a:pt x="10798" y="4396"/>
                </a:lnTo>
                <a:lnTo>
                  <a:pt x="10797" y="4396"/>
                </a:lnTo>
                <a:lnTo>
                  <a:pt x="10796" y="4396"/>
                </a:lnTo>
                <a:lnTo>
                  <a:pt x="10796" y="4395"/>
                </a:lnTo>
                <a:lnTo>
                  <a:pt x="10795" y="4395"/>
                </a:lnTo>
                <a:lnTo>
                  <a:pt x="10794" y="4395"/>
                </a:lnTo>
                <a:lnTo>
                  <a:pt x="10793" y="4394"/>
                </a:lnTo>
                <a:lnTo>
                  <a:pt x="10792" y="4394"/>
                </a:lnTo>
                <a:lnTo>
                  <a:pt x="10792" y="4393"/>
                </a:lnTo>
                <a:lnTo>
                  <a:pt x="10791" y="4393"/>
                </a:lnTo>
                <a:lnTo>
                  <a:pt x="10790" y="4393"/>
                </a:lnTo>
                <a:lnTo>
                  <a:pt x="10790" y="4412"/>
                </a:lnTo>
                <a:lnTo>
                  <a:pt x="10789" y="4412"/>
                </a:lnTo>
                <a:lnTo>
                  <a:pt x="10788" y="4411"/>
                </a:lnTo>
                <a:lnTo>
                  <a:pt x="10787" y="4411"/>
                </a:lnTo>
                <a:lnTo>
                  <a:pt x="10786" y="4410"/>
                </a:lnTo>
                <a:lnTo>
                  <a:pt x="10785" y="4410"/>
                </a:lnTo>
                <a:lnTo>
                  <a:pt x="10785" y="4409"/>
                </a:lnTo>
                <a:lnTo>
                  <a:pt x="10784" y="4409"/>
                </a:lnTo>
                <a:lnTo>
                  <a:pt x="10783" y="4409"/>
                </a:lnTo>
                <a:lnTo>
                  <a:pt x="10782" y="4408"/>
                </a:lnTo>
                <a:lnTo>
                  <a:pt x="10781" y="4408"/>
                </a:lnTo>
                <a:lnTo>
                  <a:pt x="10781" y="4407"/>
                </a:lnTo>
                <a:lnTo>
                  <a:pt x="10780" y="4407"/>
                </a:lnTo>
                <a:lnTo>
                  <a:pt x="10779" y="4407"/>
                </a:lnTo>
                <a:lnTo>
                  <a:pt x="10778" y="4406"/>
                </a:lnTo>
                <a:lnTo>
                  <a:pt x="10777" y="4406"/>
                </a:lnTo>
                <a:lnTo>
                  <a:pt x="10776" y="4405"/>
                </a:lnTo>
                <a:lnTo>
                  <a:pt x="10775" y="4405"/>
                </a:lnTo>
                <a:lnTo>
                  <a:pt x="10775" y="4404"/>
                </a:lnTo>
                <a:lnTo>
                  <a:pt x="10774" y="4404"/>
                </a:lnTo>
                <a:lnTo>
                  <a:pt x="10773" y="4404"/>
                </a:lnTo>
                <a:lnTo>
                  <a:pt x="10772" y="4423"/>
                </a:lnTo>
                <a:lnTo>
                  <a:pt x="10772" y="4422"/>
                </a:lnTo>
                <a:lnTo>
                  <a:pt x="10771" y="4422"/>
                </a:lnTo>
                <a:lnTo>
                  <a:pt x="10770" y="4421"/>
                </a:lnTo>
                <a:lnTo>
                  <a:pt x="10769" y="4421"/>
                </a:lnTo>
                <a:lnTo>
                  <a:pt x="10768" y="4421"/>
                </a:lnTo>
                <a:lnTo>
                  <a:pt x="10768" y="4420"/>
                </a:lnTo>
                <a:lnTo>
                  <a:pt x="10767" y="4420"/>
                </a:lnTo>
                <a:lnTo>
                  <a:pt x="10766" y="4420"/>
                </a:lnTo>
                <a:lnTo>
                  <a:pt x="10766" y="4419"/>
                </a:lnTo>
                <a:lnTo>
                  <a:pt x="10765" y="4419"/>
                </a:lnTo>
                <a:lnTo>
                  <a:pt x="10764" y="4419"/>
                </a:lnTo>
                <a:lnTo>
                  <a:pt x="10763" y="4418"/>
                </a:lnTo>
                <a:lnTo>
                  <a:pt x="10762" y="4418"/>
                </a:lnTo>
                <a:lnTo>
                  <a:pt x="10762" y="4417"/>
                </a:lnTo>
                <a:lnTo>
                  <a:pt x="10761" y="4417"/>
                </a:lnTo>
                <a:lnTo>
                  <a:pt x="10760" y="4416"/>
                </a:lnTo>
                <a:lnTo>
                  <a:pt x="10759" y="4416"/>
                </a:lnTo>
                <a:lnTo>
                  <a:pt x="10758" y="4416"/>
                </a:lnTo>
                <a:lnTo>
                  <a:pt x="10758" y="4415"/>
                </a:lnTo>
                <a:lnTo>
                  <a:pt x="10757" y="4415"/>
                </a:lnTo>
                <a:lnTo>
                  <a:pt x="10756" y="4415"/>
                </a:lnTo>
                <a:lnTo>
                  <a:pt x="10756" y="4414"/>
                </a:lnTo>
                <a:lnTo>
                  <a:pt x="10755" y="4414"/>
                </a:lnTo>
                <a:lnTo>
                  <a:pt x="10754" y="4414"/>
                </a:lnTo>
                <a:lnTo>
                  <a:pt x="10753" y="4413"/>
                </a:lnTo>
                <a:lnTo>
                  <a:pt x="10752" y="4432"/>
                </a:lnTo>
                <a:lnTo>
                  <a:pt x="10751" y="4431"/>
                </a:lnTo>
                <a:lnTo>
                  <a:pt x="10750" y="4431"/>
                </a:lnTo>
                <a:lnTo>
                  <a:pt x="10749" y="4430"/>
                </a:lnTo>
                <a:lnTo>
                  <a:pt x="10748" y="4430"/>
                </a:lnTo>
                <a:lnTo>
                  <a:pt x="10747" y="4429"/>
                </a:lnTo>
                <a:lnTo>
                  <a:pt x="10746" y="4429"/>
                </a:lnTo>
                <a:lnTo>
                  <a:pt x="10745" y="4428"/>
                </a:lnTo>
                <a:lnTo>
                  <a:pt x="10744" y="4428"/>
                </a:lnTo>
                <a:lnTo>
                  <a:pt x="10743" y="4427"/>
                </a:lnTo>
                <a:lnTo>
                  <a:pt x="10742" y="4427"/>
                </a:lnTo>
                <a:lnTo>
                  <a:pt x="10741" y="4426"/>
                </a:lnTo>
                <a:lnTo>
                  <a:pt x="10740" y="4426"/>
                </a:lnTo>
                <a:lnTo>
                  <a:pt x="10739" y="4425"/>
                </a:lnTo>
                <a:lnTo>
                  <a:pt x="10738" y="4425"/>
                </a:lnTo>
                <a:lnTo>
                  <a:pt x="10737" y="4424"/>
                </a:lnTo>
                <a:lnTo>
                  <a:pt x="10736" y="4424"/>
                </a:lnTo>
                <a:lnTo>
                  <a:pt x="10735" y="4423"/>
                </a:lnTo>
                <a:lnTo>
                  <a:pt x="10734" y="4423"/>
                </a:lnTo>
                <a:lnTo>
                  <a:pt x="10733" y="4422"/>
                </a:lnTo>
                <a:lnTo>
                  <a:pt x="10732" y="4422"/>
                </a:lnTo>
                <a:lnTo>
                  <a:pt x="10731" y="4421"/>
                </a:lnTo>
                <a:lnTo>
                  <a:pt x="10730" y="4421"/>
                </a:lnTo>
                <a:lnTo>
                  <a:pt x="10729" y="4420"/>
                </a:lnTo>
                <a:lnTo>
                  <a:pt x="10728" y="4420"/>
                </a:lnTo>
                <a:lnTo>
                  <a:pt x="10727" y="4419"/>
                </a:lnTo>
                <a:lnTo>
                  <a:pt x="10726" y="4419"/>
                </a:lnTo>
                <a:lnTo>
                  <a:pt x="10725" y="4418"/>
                </a:lnTo>
                <a:lnTo>
                  <a:pt x="10724" y="4418"/>
                </a:lnTo>
                <a:lnTo>
                  <a:pt x="10723" y="4418"/>
                </a:lnTo>
                <a:lnTo>
                  <a:pt x="10723" y="4417"/>
                </a:lnTo>
                <a:lnTo>
                  <a:pt x="10722" y="4417"/>
                </a:lnTo>
                <a:lnTo>
                  <a:pt x="10721" y="4416"/>
                </a:lnTo>
                <a:lnTo>
                  <a:pt x="10720" y="4416"/>
                </a:lnTo>
                <a:lnTo>
                  <a:pt x="10719" y="4415"/>
                </a:lnTo>
                <a:lnTo>
                  <a:pt x="10718" y="4415"/>
                </a:lnTo>
                <a:lnTo>
                  <a:pt x="10717" y="4414"/>
                </a:lnTo>
                <a:lnTo>
                  <a:pt x="10716" y="4414"/>
                </a:lnTo>
                <a:lnTo>
                  <a:pt x="10715" y="4432"/>
                </a:lnTo>
                <a:lnTo>
                  <a:pt x="10714" y="4432"/>
                </a:lnTo>
                <a:lnTo>
                  <a:pt x="10714" y="4431"/>
                </a:lnTo>
                <a:lnTo>
                  <a:pt x="10713" y="4431"/>
                </a:lnTo>
                <a:lnTo>
                  <a:pt x="10712" y="4431"/>
                </a:lnTo>
                <a:lnTo>
                  <a:pt x="10711" y="4430"/>
                </a:lnTo>
                <a:lnTo>
                  <a:pt x="10710" y="4430"/>
                </a:lnTo>
                <a:lnTo>
                  <a:pt x="10709" y="4429"/>
                </a:lnTo>
                <a:lnTo>
                  <a:pt x="10708" y="4429"/>
                </a:lnTo>
                <a:lnTo>
                  <a:pt x="10707" y="4428"/>
                </a:lnTo>
                <a:lnTo>
                  <a:pt x="10706" y="4428"/>
                </a:lnTo>
                <a:lnTo>
                  <a:pt x="10705" y="4427"/>
                </a:lnTo>
                <a:lnTo>
                  <a:pt x="10704" y="4427"/>
                </a:lnTo>
                <a:lnTo>
                  <a:pt x="10704" y="4426"/>
                </a:lnTo>
                <a:lnTo>
                  <a:pt x="10703" y="4426"/>
                </a:lnTo>
                <a:lnTo>
                  <a:pt x="10702" y="4426"/>
                </a:lnTo>
                <a:lnTo>
                  <a:pt x="10701" y="4425"/>
                </a:lnTo>
                <a:lnTo>
                  <a:pt x="10700" y="4425"/>
                </a:lnTo>
                <a:lnTo>
                  <a:pt x="10699" y="4424"/>
                </a:lnTo>
                <a:lnTo>
                  <a:pt x="10698" y="4424"/>
                </a:lnTo>
                <a:lnTo>
                  <a:pt x="10697" y="4423"/>
                </a:lnTo>
                <a:lnTo>
                  <a:pt x="10696" y="4423"/>
                </a:lnTo>
                <a:lnTo>
                  <a:pt x="10695" y="4422"/>
                </a:lnTo>
                <a:lnTo>
                  <a:pt x="10694" y="4422"/>
                </a:lnTo>
                <a:lnTo>
                  <a:pt x="10694" y="4421"/>
                </a:lnTo>
                <a:lnTo>
                  <a:pt x="10693" y="4421"/>
                </a:lnTo>
                <a:lnTo>
                  <a:pt x="10692" y="4421"/>
                </a:lnTo>
                <a:lnTo>
                  <a:pt x="10691" y="4420"/>
                </a:lnTo>
                <a:lnTo>
                  <a:pt x="10690" y="4420"/>
                </a:lnTo>
                <a:lnTo>
                  <a:pt x="10689" y="4419"/>
                </a:lnTo>
                <a:lnTo>
                  <a:pt x="10688" y="4419"/>
                </a:lnTo>
                <a:lnTo>
                  <a:pt x="10687" y="4437"/>
                </a:lnTo>
                <a:lnTo>
                  <a:pt x="10686" y="4437"/>
                </a:lnTo>
                <a:lnTo>
                  <a:pt x="10686" y="4436"/>
                </a:lnTo>
                <a:lnTo>
                  <a:pt x="10685" y="4436"/>
                </a:lnTo>
                <a:lnTo>
                  <a:pt x="10684" y="4436"/>
                </a:lnTo>
                <a:lnTo>
                  <a:pt x="10684" y="4435"/>
                </a:lnTo>
                <a:lnTo>
                  <a:pt x="10683" y="4435"/>
                </a:lnTo>
                <a:lnTo>
                  <a:pt x="10682" y="4435"/>
                </a:lnTo>
                <a:lnTo>
                  <a:pt x="10682" y="4434"/>
                </a:lnTo>
                <a:lnTo>
                  <a:pt x="10681" y="4434"/>
                </a:lnTo>
                <a:lnTo>
                  <a:pt x="10680" y="4433"/>
                </a:lnTo>
                <a:lnTo>
                  <a:pt x="10679" y="4433"/>
                </a:lnTo>
                <a:lnTo>
                  <a:pt x="10678" y="4433"/>
                </a:lnTo>
                <a:lnTo>
                  <a:pt x="10678" y="4432"/>
                </a:lnTo>
                <a:lnTo>
                  <a:pt x="10677" y="4432"/>
                </a:lnTo>
                <a:lnTo>
                  <a:pt x="10676" y="4432"/>
                </a:lnTo>
                <a:lnTo>
                  <a:pt x="10676" y="4431"/>
                </a:lnTo>
                <a:lnTo>
                  <a:pt x="10675" y="4431"/>
                </a:lnTo>
                <a:lnTo>
                  <a:pt x="10674" y="4431"/>
                </a:lnTo>
                <a:lnTo>
                  <a:pt x="10674" y="4430"/>
                </a:lnTo>
                <a:lnTo>
                  <a:pt x="10673" y="4430"/>
                </a:lnTo>
                <a:lnTo>
                  <a:pt x="10672" y="4430"/>
                </a:lnTo>
                <a:lnTo>
                  <a:pt x="10672" y="4429"/>
                </a:lnTo>
                <a:lnTo>
                  <a:pt x="10671" y="4429"/>
                </a:lnTo>
                <a:lnTo>
                  <a:pt x="10670" y="4428"/>
                </a:lnTo>
                <a:lnTo>
                  <a:pt x="10669" y="4428"/>
                </a:lnTo>
                <a:lnTo>
                  <a:pt x="10668" y="4428"/>
                </a:lnTo>
                <a:lnTo>
                  <a:pt x="10668" y="4427"/>
                </a:lnTo>
                <a:lnTo>
                  <a:pt x="10667" y="4427"/>
                </a:lnTo>
                <a:lnTo>
                  <a:pt x="10666" y="4427"/>
                </a:lnTo>
                <a:lnTo>
                  <a:pt x="10666" y="4426"/>
                </a:lnTo>
                <a:lnTo>
                  <a:pt x="10665" y="4426"/>
                </a:lnTo>
                <a:lnTo>
                  <a:pt x="10664" y="4426"/>
                </a:lnTo>
                <a:lnTo>
                  <a:pt x="10664" y="4425"/>
                </a:lnTo>
                <a:lnTo>
                  <a:pt x="10663" y="4425"/>
                </a:lnTo>
                <a:lnTo>
                  <a:pt x="10662" y="4425"/>
                </a:lnTo>
                <a:lnTo>
                  <a:pt x="10662" y="4424"/>
                </a:lnTo>
                <a:lnTo>
                  <a:pt x="10661" y="4424"/>
                </a:lnTo>
                <a:lnTo>
                  <a:pt x="10660" y="4423"/>
                </a:lnTo>
                <a:lnTo>
                  <a:pt x="10659" y="4423"/>
                </a:lnTo>
                <a:lnTo>
                  <a:pt x="10658" y="4423"/>
                </a:lnTo>
                <a:lnTo>
                  <a:pt x="10658" y="4422"/>
                </a:lnTo>
                <a:lnTo>
                  <a:pt x="10657" y="4422"/>
                </a:lnTo>
                <a:lnTo>
                  <a:pt x="10656" y="4421"/>
                </a:lnTo>
                <a:lnTo>
                  <a:pt x="10655" y="4421"/>
                </a:lnTo>
                <a:lnTo>
                  <a:pt x="10654" y="4421"/>
                </a:lnTo>
                <a:lnTo>
                  <a:pt x="10654" y="4420"/>
                </a:lnTo>
                <a:lnTo>
                  <a:pt x="10653" y="4420"/>
                </a:lnTo>
                <a:lnTo>
                  <a:pt x="10652" y="4420"/>
                </a:lnTo>
                <a:lnTo>
                  <a:pt x="10652" y="4419"/>
                </a:lnTo>
                <a:lnTo>
                  <a:pt x="10651" y="4419"/>
                </a:lnTo>
                <a:lnTo>
                  <a:pt x="10650" y="4418"/>
                </a:lnTo>
                <a:lnTo>
                  <a:pt x="10649" y="4418"/>
                </a:lnTo>
                <a:lnTo>
                  <a:pt x="10648" y="4418"/>
                </a:lnTo>
                <a:lnTo>
                  <a:pt x="10648" y="4417"/>
                </a:lnTo>
                <a:lnTo>
                  <a:pt x="10647" y="4417"/>
                </a:lnTo>
                <a:lnTo>
                  <a:pt x="10646" y="4416"/>
                </a:lnTo>
                <a:lnTo>
                  <a:pt x="10645" y="4416"/>
                </a:lnTo>
                <a:lnTo>
                  <a:pt x="10644" y="4416"/>
                </a:lnTo>
                <a:lnTo>
                  <a:pt x="10644" y="4415"/>
                </a:lnTo>
                <a:lnTo>
                  <a:pt x="10643" y="4415"/>
                </a:lnTo>
                <a:lnTo>
                  <a:pt x="10642" y="4415"/>
                </a:lnTo>
                <a:lnTo>
                  <a:pt x="10642" y="4414"/>
                </a:lnTo>
                <a:lnTo>
                  <a:pt x="10641" y="4414"/>
                </a:lnTo>
                <a:lnTo>
                  <a:pt x="10640" y="4413"/>
                </a:lnTo>
                <a:lnTo>
                  <a:pt x="10639" y="4413"/>
                </a:lnTo>
                <a:lnTo>
                  <a:pt x="10638" y="4413"/>
                </a:lnTo>
                <a:lnTo>
                  <a:pt x="10638" y="4412"/>
                </a:lnTo>
                <a:lnTo>
                  <a:pt x="10637" y="4412"/>
                </a:lnTo>
                <a:lnTo>
                  <a:pt x="10636" y="4411"/>
                </a:lnTo>
                <a:lnTo>
                  <a:pt x="10635" y="4411"/>
                </a:lnTo>
                <a:lnTo>
                  <a:pt x="10634" y="4411"/>
                </a:lnTo>
                <a:lnTo>
                  <a:pt x="10634" y="4410"/>
                </a:lnTo>
                <a:lnTo>
                  <a:pt x="10633" y="4410"/>
                </a:lnTo>
                <a:lnTo>
                  <a:pt x="10632" y="4410"/>
                </a:lnTo>
                <a:lnTo>
                  <a:pt x="10632" y="4409"/>
                </a:lnTo>
                <a:lnTo>
                  <a:pt x="10631" y="4409"/>
                </a:lnTo>
                <a:lnTo>
                  <a:pt x="10630" y="4408"/>
                </a:lnTo>
                <a:lnTo>
                  <a:pt x="10629" y="4408"/>
                </a:lnTo>
                <a:lnTo>
                  <a:pt x="10628" y="4408"/>
                </a:lnTo>
                <a:lnTo>
                  <a:pt x="10628" y="4407"/>
                </a:lnTo>
                <a:lnTo>
                  <a:pt x="10627" y="4407"/>
                </a:lnTo>
                <a:lnTo>
                  <a:pt x="10627" y="4425"/>
                </a:lnTo>
                <a:lnTo>
                  <a:pt x="10626" y="4425"/>
                </a:lnTo>
                <a:lnTo>
                  <a:pt x="10625" y="4424"/>
                </a:lnTo>
                <a:lnTo>
                  <a:pt x="10624" y="4424"/>
                </a:lnTo>
                <a:lnTo>
                  <a:pt x="10623" y="4423"/>
                </a:lnTo>
                <a:lnTo>
                  <a:pt x="10622" y="4423"/>
                </a:lnTo>
                <a:lnTo>
                  <a:pt x="10621" y="4422"/>
                </a:lnTo>
                <a:lnTo>
                  <a:pt x="10620" y="4422"/>
                </a:lnTo>
                <a:lnTo>
                  <a:pt x="10619" y="4421"/>
                </a:lnTo>
                <a:lnTo>
                  <a:pt x="10618" y="4421"/>
                </a:lnTo>
                <a:lnTo>
                  <a:pt x="10617" y="4420"/>
                </a:lnTo>
                <a:lnTo>
                  <a:pt x="10616" y="4420"/>
                </a:lnTo>
                <a:lnTo>
                  <a:pt x="10615" y="4419"/>
                </a:lnTo>
                <a:lnTo>
                  <a:pt x="10614" y="4419"/>
                </a:lnTo>
                <a:lnTo>
                  <a:pt x="10613" y="4418"/>
                </a:lnTo>
                <a:lnTo>
                  <a:pt x="10612" y="4436"/>
                </a:lnTo>
                <a:lnTo>
                  <a:pt x="10611" y="4435"/>
                </a:lnTo>
                <a:lnTo>
                  <a:pt x="10610" y="4435"/>
                </a:lnTo>
                <a:lnTo>
                  <a:pt x="10609" y="4435"/>
                </a:lnTo>
                <a:lnTo>
                  <a:pt x="10609" y="4434"/>
                </a:lnTo>
                <a:lnTo>
                  <a:pt x="10608" y="4434"/>
                </a:lnTo>
                <a:lnTo>
                  <a:pt x="10607" y="4433"/>
                </a:lnTo>
                <a:lnTo>
                  <a:pt x="10606" y="4433"/>
                </a:lnTo>
                <a:lnTo>
                  <a:pt x="10605" y="4433"/>
                </a:lnTo>
                <a:lnTo>
                  <a:pt x="10605" y="4432"/>
                </a:lnTo>
                <a:lnTo>
                  <a:pt x="10604" y="4432"/>
                </a:lnTo>
                <a:lnTo>
                  <a:pt x="10603" y="4431"/>
                </a:lnTo>
                <a:lnTo>
                  <a:pt x="10602" y="4431"/>
                </a:lnTo>
                <a:lnTo>
                  <a:pt x="10601" y="4430"/>
                </a:lnTo>
                <a:lnTo>
                  <a:pt x="10600" y="4430"/>
                </a:lnTo>
                <a:lnTo>
                  <a:pt x="10599" y="4430"/>
                </a:lnTo>
                <a:lnTo>
                  <a:pt x="10599" y="4429"/>
                </a:lnTo>
                <a:lnTo>
                  <a:pt x="10598" y="4429"/>
                </a:lnTo>
                <a:lnTo>
                  <a:pt x="10597" y="4428"/>
                </a:lnTo>
                <a:lnTo>
                  <a:pt x="10596" y="4428"/>
                </a:lnTo>
                <a:lnTo>
                  <a:pt x="10595" y="4428"/>
                </a:lnTo>
                <a:lnTo>
                  <a:pt x="10595" y="4427"/>
                </a:lnTo>
                <a:lnTo>
                  <a:pt x="10594" y="4427"/>
                </a:lnTo>
                <a:lnTo>
                  <a:pt x="10593" y="4426"/>
                </a:lnTo>
                <a:lnTo>
                  <a:pt x="10592" y="4426"/>
                </a:lnTo>
                <a:lnTo>
                  <a:pt x="10591" y="4425"/>
                </a:lnTo>
                <a:lnTo>
                  <a:pt x="10590" y="4425"/>
                </a:lnTo>
                <a:lnTo>
                  <a:pt x="10589" y="4424"/>
                </a:lnTo>
                <a:lnTo>
                  <a:pt x="10588" y="4424"/>
                </a:lnTo>
                <a:lnTo>
                  <a:pt x="10587" y="4423"/>
                </a:lnTo>
                <a:lnTo>
                  <a:pt x="10586" y="4423"/>
                </a:lnTo>
                <a:lnTo>
                  <a:pt x="10585" y="4423"/>
                </a:lnTo>
                <a:lnTo>
                  <a:pt x="10585" y="4422"/>
                </a:lnTo>
                <a:lnTo>
                  <a:pt x="10584" y="4422"/>
                </a:lnTo>
                <a:lnTo>
                  <a:pt x="10583" y="4421"/>
                </a:lnTo>
                <a:lnTo>
                  <a:pt x="10582" y="4421"/>
                </a:lnTo>
                <a:lnTo>
                  <a:pt x="10581" y="4420"/>
                </a:lnTo>
                <a:lnTo>
                  <a:pt x="10580" y="4420"/>
                </a:lnTo>
                <a:lnTo>
                  <a:pt x="10579" y="4419"/>
                </a:lnTo>
                <a:lnTo>
                  <a:pt x="10578" y="4419"/>
                </a:lnTo>
                <a:lnTo>
                  <a:pt x="10577" y="4418"/>
                </a:lnTo>
                <a:lnTo>
                  <a:pt x="10576" y="4418"/>
                </a:lnTo>
                <a:lnTo>
                  <a:pt x="10575" y="4418"/>
                </a:lnTo>
                <a:lnTo>
                  <a:pt x="10575" y="4417"/>
                </a:lnTo>
                <a:lnTo>
                  <a:pt x="10574" y="4417"/>
                </a:lnTo>
                <a:lnTo>
                  <a:pt x="10574" y="4434"/>
                </a:lnTo>
                <a:lnTo>
                  <a:pt x="10573" y="4434"/>
                </a:lnTo>
                <a:lnTo>
                  <a:pt x="10572" y="4434"/>
                </a:lnTo>
                <a:lnTo>
                  <a:pt x="10571" y="4433"/>
                </a:lnTo>
                <a:lnTo>
                  <a:pt x="10570" y="4433"/>
                </a:lnTo>
                <a:lnTo>
                  <a:pt x="10570" y="4432"/>
                </a:lnTo>
                <a:lnTo>
                  <a:pt x="10569" y="4432"/>
                </a:lnTo>
                <a:lnTo>
                  <a:pt x="10568" y="4432"/>
                </a:lnTo>
                <a:lnTo>
                  <a:pt x="10567" y="4431"/>
                </a:lnTo>
                <a:lnTo>
                  <a:pt x="10566" y="4431"/>
                </a:lnTo>
                <a:lnTo>
                  <a:pt x="10565" y="4430"/>
                </a:lnTo>
                <a:lnTo>
                  <a:pt x="10564" y="4430"/>
                </a:lnTo>
                <a:lnTo>
                  <a:pt x="10564" y="4429"/>
                </a:lnTo>
                <a:lnTo>
                  <a:pt x="10563" y="4429"/>
                </a:lnTo>
                <a:lnTo>
                  <a:pt x="10562" y="4429"/>
                </a:lnTo>
                <a:lnTo>
                  <a:pt x="10561" y="4428"/>
                </a:lnTo>
                <a:lnTo>
                  <a:pt x="10560" y="4428"/>
                </a:lnTo>
                <a:lnTo>
                  <a:pt x="10560" y="4427"/>
                </a:lnTo>
                <a:lnTo>
                  <a:pt x="10559" y="4427"/>
                </a:lnTo>
                <a:lnTo>
                  <a:pt x="10558" y="4427"/>
                </a:lnTo>
                <a:lnTo>
                  <a:pt x="10557" y="4426"/>
                </a:lnTo>
                <a:lnTo>
                  <a:pt x="10556" y="4426"/>
                </a:lnTo>
                <a:lnTo>
                  <a:pt x="10555" y="4425"/>
                </a:lnTo>
                <a:lnTo>
                  <a:pt x="10554" y="4425"/>
                </a:lnTo>
                <a:lnTo>
                  <a:pt x="10554" y="4424"/>
                </a:lnTo>
                <a:lnTo>
                  <a:pt x="10553" y="4424"/>
                </a:lnTo>
                <a:lnTo>
                  <a:pt x="10552" y="4424"/>
                </a:lnTo>
                <a:lnTo>
                  <a:pt x="10551" y="4423"/>
                </a:lnTo>
                <a:lnTo>
                  <a:pt x="10550" y="4423"/>
                </a:lnTo>
                <a:lnTo>
                  <a:pt x="10550" y="4422"/>
                </a:lnTo>
                <a:lnTo>
                  <a:pt x="10549" y="4422"/>
                </a:lnTo>
                <a:lnTo>
                  <a:pt x="10548" y="4422"/>
                </a:lnTo>
                <a:lnTo>
                  <a:pt x="10547" y="4421"/>
                </a:lnTo>
                <a:lnTo>
                  <a:pt x="10546" y="4421"/>
                </a:lnTo>
                <a:lnTo>
                  <a:pt x="10545" y="4420"/>
                </a:lnTo>
                <a:lnTo>
                  <a:pt x="10544" y="4420"/>
                </a:lnTo>
                <a:lnTo>
                  <a:pt x="10543" y="4419"/>
                </a:lnTo>
                <a:lnTo>
                  <a:pt x="10542" y="4419"/>
                </a:lnTo>
                <a:lnTo>
                  <a:pt x="10541" y="4418"/>
                </a:lnTo>
                <a:lnTo>
                  <a:pt x="10540" y="4418"/>
                </a:lnTo>
                <a:lnTo>
                  <a:pt x="10540" y="4417"/>
                </a:lnTo>
                <a:lnTo>
                  <a:pt x="10539" y="4417"/>
                </a:lnTo>
                <a:lnTo>
                  <a:pt x="10538" y="4417"/>
                </a:lnTo>
                <a:lnTo>
                  <a:pt x="10537" y="4416"/>
                </a:lnTo>
                <a:lnTo>
                  <a:pt x="10536" y="4416"/>
                </a:lnTo>
                <a:lnTo>
                  <a:pt x="10535" y="4415"/>
                </a:lnTo>
                <a:lnTo>
                  <a:pt x="10534" y="4415"/>
                </a:lnTo>
                <a:lnTo>
                  <a:pt x="10533" y="4414"/>
                </a:lnTo>
                <a:lnTo>
                  <a:pt x="10532" y="4414"/>
                </a:lnTo>
                <a:lnTo>
                  <a:pt x="10531" y="4413"/>
                </a:lnTo>
                <a:lnTo>
                  <a:pt x="10530" y="4413"/>
                </a:lnTo>
                <a:lnTo>
                  <a:pt x="10530" y="4412"/>
                </a:lnTo>
                <a:lnTo>
                  <a:pt x="10529" y="4412"/>
                </a:lnTo>
                <a:lnTo>
                  <a:pt x="10528" y="4412"/>
                </a:lnTo>
                <a:lnTo>
                  <a:pt x="10527" y="4411"/>
                </a:lnTo>
                <a:lnTo>
                  <a:pt x="10526" y="4411"/>
                </a:lnTo>
                <a:lnTo>
                  <a:pt x="10525" y="4410"/>
                </a:lnTo>
                <a:lnTo>
                  <a:pt x="10524" y="4410"/>
                </a:lnTo>
                <a:lnTo>
                  <a:pt x="10523" y="4409"/>
                </a:lnTo>
                <a:lnTo>
                  <a:pt x="10522" y="4409"/>
                </a:lnTo>
                <a:lnTo>
                  <a:pt x="10521" y="4408"/>
                </a:lnTo>
                <a:lnTo>
                  <a:pt x="10520" y="4408"/>
                </a:lnTo>
                <a:lnTo>
                  <a:pt x="10520" y="4407"/>
                </a:lnTo>
                <a:lnTo>
                  <a:pt x="10519" y="4407"/>
                </a:lnTo>
                <a:lnTo>
                  <a:pt x="10518" y="4407"/>
                </a:lnTo>
                <a:lnTo>
                  <a:pt x="10517" y="4406"/>
                </a:lnTo>
                <a:lnTo>
                  <a:pt x="10516" y="4406"/>
                </a:lnTo>
                <a:lnTo>
                  <a:pt x="10515" y="4405"/>
                </a:lnTo>
                <a:lnTo>
                  <a:pt x="10514" y="4405"/>
                </a:lnTo>
                <a:lnTo>
                  <a:pt x="10513" y="4404"/>
                </a:lnTo>
                <a:lnTo>
                  <a:pt x="10512" y="4404"/>
                </a:lnTo>
                <a:lnTo>
                  <a:pt x="10511" y="4403"/>
                </a:lnTo>
                <a:lnTo>
                  <a:pt x="10510" y="4403"/>
                </a:lnTo>
                <a:lnTo>
                  <a:pt x="10510" y="4402"/>
                </a:lnTo>
                <a:lnTo>
                  <a:pt x="10509" y="4402"/>
                </a:lnTo>
                <a:lnTo>
                  <a:pt x="10508" y="4402"/>
                </a:lnTo>
                <a:lnTo>
                  <a:pt x="10507" y="4401"/>
                </a:lnTo>
                <a:lnTo>
                  <a:pt x="10506" y="4401"/>
                </a:lnTo>
                <a:lnTo>
                  <a:pt x="10505" y="4400"/>
                </a:lnTo>
                <a:lnTo>
                  <a:pt x="10504" y="4400"/>
                </a:lnTo>
                <a:lnTo>
                  <a:pt x="10503" y="4399"/>
                </a:lnTo>
                <a:lnTo>
                  <a:pt x="10502" y="4399"/>
                </a:lnTo>
                <a:lnTo>
                  <a:pt x="10501" y="4398"/>
                </a:lnTo>
                <a:lnTo>
                  <a:pt x="10501" y="4415"/>
                </a:lnTo>
                <a:lnTo>
                  <a:pt x="10500" y="4415"/>
                </a:lnTo>
                <a:lnTo>
                  <a:pt x="10499" y="4414"/>
                </a:lnTo>
                <a:lnTo>
                  <a:pt x="10498" y="4414"/>
                </a:lnTo>
                <a:lnTo>
                  <a:pt x="10497" y="4414"/>
                </a:lnTo>
                <a:lnTo>
                  <a:pt x="10497" y="4413"/>
                </a:lnTo>
                <a:lnTo>
                  <a:pt x="10496" y="4413"/>
                </a:lnTo>
                <a:lnTo>
                  <a:pt x="10495" y="4413"/>
                </a:lnTo>
                <a:lnTo>
                  <a:pt x="10495" y="4412"/>
                </a:lnTo>
                <a:lnTo>
                  <a:pt x="10494" y="4412"/>
                </a:lnTo>
                <a:lnTo>
                  <a:pt x="10493" y="4411"/>
                </a:lnTo>
                <a:lnTo>
                  <a:pt x="10492" y="4411"/>
                </a:lnTo>
                <a:lnTo>
                  <a:pt x="10491" y="4411"/>
                </a:lnTo>
                <a:lnTo>
                  <a:pt x="10491" y="4410"/>
                </a:lnTo>
                <a:lnTo>
                  <a:pt x="10490" y="4410"/>
                </a:lnTo>
                <a:lnTo>
                  <a:pt x="10489" y="4409"/>
                </a:lnTo>
                <a:lnTo>
                  <a:pt x="10488" y="4409"/>
                </a:lnTo>
                <a:lnTo>
                  <a:pt x="10487" y="4409"/>
                </a:lnTo>
                <a:lnTo>
                  <a:pt x="10487" y="4408"/>
                </a:lnTo>
                <a:lnTo>
                  <a:pt x="10486" y="4408"/>
                </a:lnTo>
                <a:lnTo>
                  <a:pt x="10485" y="4408"/>
                </a:lnTo>
                <a:lnTo>
                  <a:pt x="10485" y="4407"/>
                </a:lnTo>
                <a:lnTo>
                  <a:pt x="10484" y="4407"/>
                </a:lnTo>
                <a:lnTo>
                  <a:pt x="10483" y="4406"/>
                </a:lnTo>
                <a:lnTo>
                  <a:pt x="10482" y="4406"/>
                </a:lnTo>
                <a:lnTo>
                  <a:pt x="10481" y="4406"/>
                </a:lnTo>
                <a:lnTo>
                  <a:pt x="10481" y="4405"/>
                </a:lnTo>
                <a:lnTo>
                  <a:pt x="10480" y="4405"/>
                </a:lnTo>
                <a:lnTo>
                  <a:pt x="10479" y="4404"/>
                </a:lnTo>
                <a:lnTo>
                  <a:pt x="10478" y="4404"/>
                </a:lnTo>
                <a:lnTo>
                  <a:pt x="10477" y="4404"/>
                </a:lnTo>
                <a:lnTo>
                  <a:pt x="10477" y="4403"/>
                </a:lnTo>
                <a:lnTo>
                  <a:pt x="10476" y="4403"/>
                </a:lnTo>
                <a:lnTo>
                  <a:pt x="10475" y="4403"/>
                </a:lnTo>
                <a:lnTo>
                  <a:pt x="10475" y="4402"/>
                </a:lnTo>
                <a:lnTo>
                  <a:pt x="10474" y="4402"/>
                </a:lnTo>
                <a:lnTo>
                  <a:pt x="10473" y="4401"/>
                </a:lnTo>
                <a:lnTo>
                  <a:pt x="10472" y="4401"/>
                </a:lnTo>
                <a:lnTo>
                  <a:pt x="10471" y="4401"/>
                </a:lnTo>
                <a:lnTo>
                  <a:pt x="10471" y="4400"/>
                </a:lnTo>
                <a:lnTo>
                  <a:pt x="10470" y="4400"/>
                </a:lnTo>
                <a:lnTo>
                  <a:pt x="10469" y="4399"/>
                </a:lnTo>
                <a:lnTo>
                  <a:pt x="10468" y="4399"/>
                </a:lnTo>
                <a:lnTo>
                  <a:pt x="10467" y="4399"/>
                </a:lnTo>
                <a:lnTo>
                  <a:pt x="10467" y="4398"/>
                </a:lnTo>
                <a:lnTo>
                  <a:pt x="10466" y="4398"/>
                </a:lnTo>
                <a:lnTo>
                  <a:pt x="10465" y="4397"/>
                </a:lnTo>
                <a:lnTo>
                  <a:pt x="10464" y="4397"/>
                </a:lnTo>
                <a:lnTo>
                  <a:pt x="10463" y="4396"/>
                </a:lnTo>
                <a:lnTo>
                  <a:pt x="10462" y="4396"/>
                </a:lnTo>
                <a:lnTo>
                  <a:pt x="10461" y="4396"/>
                </a:lnTo>
                <a:lnTo>
                  <a:pt x="10461" y="4395"/>
                </a:lnTo>
                <a:lnTo>
                  <a:pt x="10460" y="4395"/>
                </a:lnTo>
                <a:lnTo>
                  <a:pt x="10459" y="4394"/>
                </a:lnTo>
                <a:lnTo>
                  <a:pt x="10458" y="4394"/>
                </a:lnTo>
                <a:lnTo>
                  <a:pt x="10457" y="4394"/>
                </a:lnTo>
                <a:lnTo>
                  <a:pt x="10457" y="4393"/>
                </a:lnTo>
                <a:lnTo>
                  <a:pt x="10456" y="4393"/>
                </a:lnTo>
                <a:lnTo>
                  <a:pt x="10455" y="4392"/>
                </a:lnTo>
                <a:lnTo>
                  <a:pt x="10454" y="4392"/>
                </a:lnTo>
                <a:lnTo>
                  <a:pt x="10453" y="4392"/>
                </a:lnTo>
                <a:lnTo>
                  <a:pt x="10453" y="4391"/>
                </a:lnTo>
                <a:lnTo>
                  <a:pt x="10452" y="4391"/>
                </a:lnTo>
                <a:lnTo>
                  <a:pt x="10451" y="4391"/>
                </a:lnTo>
                <a:lnTo>
                  <a:pt x="10451" y="4390"/>
                </a:lnTo>
                <a:lnTo>
                  <a:pt x="10450" y="4390"/>
                </a:lnTo>
                <a:lnTo>
                  <a:pt x="10449" y="4389"/>
                </a:lnTo>
                <a:lnTo>
                  <a:pt x="10448" y="4389"/>
                </a:lnTo>
                <a:lnTo>
                  <a:pt x="10447" y="4389"/>
                </a:lnTo>
                <a:lnTo>
                  <a:pt x="10447" y="4388"/>
                </a:lnTo>
                <a:lnTo>
                  <a:pt x="10446" y="4388"/>
                </a:lnTo>
                <a:lnTo>
                  <a:pt x="10445" y="4387"/>
                </a:lnTo>
                <a:lnTo>
                  <a:pt x="10444" y="4387"/>
                </a:lnTo>
                <a:lnTo>
                  <a:pt x="10443" y="4387"/>
                </a:lnTo>
                <a:lnTo>
                  <a:pt x="10443" y="4386"/>
                </a:lnTo>
                <a:lnTo>
                  <a:pt x="10442" y="4386"/>
                </a:lnTo>
                <a:lnTo>
                  <a:pt x="10441" y="4386"/>
                </a:lnTo>
                <a:lnTo>
                  <a:pt x="10441" y="4385"/>
                </a:lnTo>
                <a:lnTo>
                  <a:pt x="10440" y="4385"/>
                </a:lnTo>
                <a:lnTo>
                  <a:pt x="10439" y="4384"/>
                </a:lnTo>
                <a:lnTo>
                  <a:pt x="10438" y="4384"/>
                </a:lnTo>
                <a:lnTo>
                  <a:pt x="10437" y="4384"/>
                </a:lnTo>
                <a:lnTo>
                  <a:pt x="10437" y="4383"/>
                </a:lnTo>
                <a:lnTo>
                  <a:pt x="10436" y="4383"/>
                </a:lnTo>
                <a:lnTo>
                  <a:pt x="10435" y="4382"/>
                </a:lnTo>
                <a:lnTo>
                  <a:pt x="10434" y="4382"/>
                </a:lnTo>
                <a:lnTo>
                  <a:pt x="10433" y="4382"/>
                </a:lnTo>
                <a:lnTo>
                  <a:pt x="10433" y="4381"/>
                </a:lnTo>
                <a:lnTo>
                  <a:pt x="10432" y="4381"/>
                </a:lnTo>
                <a:lnTo>
                  <a:pt x="10431" y="4381"/>
                </a:lnTo>
                <a:lnTo>
                  <a:pt x="10431" y="4380"/>
                </a:lnTo>
                <a:lnTo>
                  <a:pt x="10430" y="4380"/>
                </a:lnTo>
                <a:lnTo>
                  <a:pt x="10429" y="4379"/>
                </a:lnTo>
                <a:lnTo>
                  <a:pt x="10428" y="4379"/>
                </a:lnTo>
                <a:lnTo>
                  <a:pt x="10427" y="4379"/>
                </a:lnTo>
                <a:lnTo>
                  <a:pt x="10427" y="4378"/>
                </a:lnTo>
                <a:lnTo>
                  <a:pt x="10426" y="4378"/>
                </a:lnTo>
                <a:lnTo>
                  <a:pt x="10425" y="4377"/>
                </a:lnTo>
                <a:lnTo>
                  <a:pt x="10424" y="4377"/>
                </a:lnTo>
                <a:lnTo>
                  <a:pt x="10423" y="4377"/>
                </a:lnTo>
                <a:lnTo>
                  <a:pt x="10423" y="4376"/>
                </a:lnTo>
                <a:lnTo>
                  <a:pt x="10422" y="4376"/>
                </a:lnTo>
                <a:lnTo>
                  <a:pt x="10421" y="4376"/>
                </a:lnTo>
                <a:lnTo>
                  <a:pt x="10421" y="4375"/>
                </a:lnTo>
                <a:lnTo>
                  <a:pt x="10420" y="4375"/>
                </a:lnTo>
                <a:lnTo>
                  <a:pt x="10419" y="4374"/>
                </a:lnTo>
                <a:lnTo>
                  <a:pt x="10418" y="4374"/>
                </a:lnTo>
                <a:lnTo>
                  <a:pt x="10417" y="4374"/>
                </a:lnTo>
                <a:lnTo>
                  <a:pt x="10417" y="4373"/>
                </a:lnTo>
                <a:lnTo>
                  <a:pt x="10416" y="4373"/>
                </a:lnTo>
                <a:lnTo>
                  <a:pt x="10415" y="4372"/>
                </a:lnTo>
                <a:lnTo>
                  <a:pt x="10414" y="4372"/>
                </a:lnTo>
                <a:lnTo>
                  <a:pt x="10413" y="4372"/>
                </a:lnTo>
                <a:lnTo>
                  <a:pt x="10413" y="4371"/>
                </a:lnTo>
                <a:lnTo>
                  <a:pt x="10412" y="4371"/>
                </a:lnTo>
                <a:lnTo>
                  <a:pt x="10411" y="4371"/>
                </a:lnTo>
                <a:lnTo>
                  <a:pt x="10411" y="4370"/>
                </a:lnTo>
                <a:lnTo>
                  <a:pt x="10410" y="4370"/>
                </a:lnTo>
                <a:lnTo>
                  <a:pt x="10409" y="4369"/>
                </a:lnTo>
                <a:lnTo>
                  <a:pt x="10408" y="4369"/>
                </a:lnTo>
                <a:lnTo>
                  <a:pt x="10407" y="4369"/>
                </a:lnTo>
                <a:lnTo>
                  <a:pt x="10407" y="4368"/>
                </a:lnTo>
                <a:lnTo>
                  <a:pt x="10406" y="4368"/>
                </a:lnTo>
                <a:lnTo>
                  <a:pt x="10405" y="4367"/>
                </a:lnTo>
                <a:lnTo>
                  <a:pt x="10404" y="4367"/>
                </a:lnTo>
                <a:lnTo>
                  <a:pt x="10403" y="4367"/>
                </a:lnTo>
                <a:lnTo>
                  <a:pt x="10403" y="4366"/>
                </a:lnTo>
                <a:lnTo>
                  <a:pt x="10402" y="4366"/>
                </a:lnTo>
                <a:lnTo>
                  <a:pt x="10401" y="4366"/>
                </a:lnTo>
                <a:lnTo>
                  <a:pt x="10401" y="4365"/>
                </a:lnTo>
                <a:lnTo>
                  <a:pt x="10400" y="4365"/>
                </a:lnTo>
                <a:lnTo>
                  <a:pt x="10399" y="4364"/>
                </a:lnTo>
                <a:lnTo>
                  <a:pt x="10398" y="4364"/>
                </a:lnTo>
                <a:lnTo>
                  <a:pt x="10397" y="4364"/>
                </a:lnTo>
                <a:lnTo>
                  <a:pt x="10397" y="4363"/>
                </a:lnTo>
                <a:lnTo>
                  <a:pt x="10396" y="4363"/>
                </a:lnTo>
                <a:lnTo>
                  <a:pt x="10395" y="4362"/>
                </a:lnTo>
                <a:lnTo>
                  <a:pt x="10394" y="4362"/>
                </a:lnTo>
                <a:lnTo>
                  <a:pt x="10393" y="4362"/>
                </a:lnTo>
                <a:lnTo>
                  <a:pt x="10393" y="4361"/>
                </a:lnTo>
                <a:lnTo>
                  <a:pt x="10392" y="4361"/>
                </a:lnTo>
                <a:lnTo>
                  <a:pt x="10391" y="4361"/>
                </a:lnTo>
                <a:lnTo>
                  <a:pt x="10391" y="4360"/>
                </a:lnTo>
                <a:lnTo>
                  <a:pt x="10390" y="4360"/>
                </a:lnTo>
                <a:lnTo>
                  <a:pt x="10389" y="4360"/>
                </a:lnTo>
                <a:lnTo>
                  <a:pt x="10389" y="4359"/>
                </a:lnTo>
                <a:lnTo>
                  <a:pt x="10388" y="4359"/>
                </a:lnTo>
                <a:lnTo>
                  <a:pt x="10387" y="4359"/>
                </a:lnTo>
                <a:lnTo>
                  <a:pt x="10387" y="4358"/>
                </a:lnTo>
                <a:lnTo>
                  <a:pt x="10386" y="4358"/>
                </a:lnTo>
                <a:lnTo>
                  <a:pt x="10385" y="4357"/>
                </a:lnTo>
                <a:lnTo>
                  <a:pt x="10384" y="4357"/>
                </a:lnTo>
                <a:lnTo>
                  <a:pt x="10383" y="4357"/>
                </a:lnTo>
                <a:lnTo>
                  <a:pt x="10383" y="4356"/>
                </a:lnTo>
                <a:lnTo>
                  <a:pt x="10382" y="4356"/>
                </a:lnTo>
                <a:lnTo>
                  <a:pt x="10381" y="4356"/>
                </a:lnTo>
                <a:lnTo>
                  <a:pt x="10381" y="4355"/>
                </a:lnTo>
                <a:lnTo>
                  <a:pt x="10380" y="4355"/>
                </a:lnTo>
                <a:lnTo>
                  <a:pt x="10379" y="4355"/>
                </a:lnTo>
                <a:lnTo>
                  <a:pt x="10379" y="4354"/>
                </a:lnTo>
                <a:lnTo>
                  <a:pt x="10378" y="4354"/>
                </a:lnTo>
                <a:lnTo>
                  <a:pt x="10377" y="4354"/>
                </a:lnTo>
                <a:lnTo>
                  <a:pt x="10377" y="4353"/>
                </a:lnTo>
                <a:lnTo>
                  <a:pt x="10376" y="4353"/>
                </a:lnTo>
                <a:lnTo>
                  <a:pt x="10375" y="4352"/>
                </a:lnTo>
                <a:lnTo>
                  <a:pt x="10374" y="4352"/>
                </a:lnTo>
                <a:lnTo>
                  <a:pt x="10373" y="4352"/>
                </a:lnTo>
                <a:lnTo>
                  <a:pt x="10373" y="4351"/>
                </a:lnTo>
                <a:lnTo>
                  <a:pt x="10372" y="4351"/>
                </a:lnTo>
                <a:lnTo>
                  <a:pt x="10371" y="4351"/>
                </a:lnTo>
                <a:lnTo>
                  <a:pt x="10371" y="4350"/>
                </a:lnTo>
                <a:lnTo>
                  <a:pt x="10370" y="4350"/>
                </a:lnTo>
                <a:lnTo>
                  <a:pt x="10369" y="4350"/>
                </a:lnTo>
                <a:lnTo>
                  <a:pt x="10369" y="4349"/>
                </a:lnTo>
                <a:lnTo>
                  <a:pt x="10368" y="4349"/>
                </a:lnTo>
                <a:lnTo>
                  <a:pt x="10367" y="4349"/>
                </a:lnTo>
                <a:lnTo>
                  <a:pt x="10367" y="4348"/>
                </a:lnTo>
                <a:lnTo>
                  <a:pt x="10366" y="4348"/>
                </a:lnTo>
                <a:lnTo>
                  <a:pt x="10365" y="4347"/>
                </a:lnTo>
                <a:lnTo>
                  <a:pt x="10364" y="4347"/>
                </a:lnTo>
                <a:lnTo>
                  <a:pt x="10363" y="4347"/>
                </a:lnTo>
                <a:lnTo>
                  <a:pt x="10363" y="4346"/>
                </a:lnTo>
                <a:lnTo>
                  <a:pt x="10362" y="4346"/>
                </a:lnTo>
                <a:lnTo>
                  <a:pt x="10361" y="4346"/>
                </a:lnTo>
                <a:lnTo>
                  <a:pt x="10361" y="4345"/>
                </a:lnTo>
                <a:lnTo>
                  <a:pt x="10360" y="4345"/>
                </a:lnTo>
                <a:lnTo>
                  <a:pt x="10359" y="4345"/>
                </a:lnTo>
                <a:lnTo>
                  <a:pt x="10359" y="4344"/>
                </a:lnTo>
                <a:lnTo>
                  <a:pt x="10358" y="4344"/>
                </a:lnTo>
                <a:lnTo>
                  <a:pt x="10357" y="4344"/>
                </a:lnTo>
                <a:lnTo>
                  <a:pt x="10357" y="4343"/>
                </a:lnTo>
                <a:lnTo>
                  <a:pt x="10356" y="4343"/>
                </a:lnTo>
                <a:lnTo>
                  <a:pt x="10355" y="4342"/>
                </a:lnTo>
                <a:lnTo>
                  <a:pt x="10354" y="4342"/>
                </a:lnTo>
                <a:lnTo>
                  <a:pt x="10353" y="4342"/>
                </a:lnTo>
                <a:lnTo>
                  <a:pt x="10353" y="4341"/>
                </a:lnTo>
                <a:lnTo>
                  <a:pt x="10352" y="4341"/>
                </a:lnTo>
                <a:lnTo>
                  <a:pt x="10351" y="4341"/>
                </a:lnTo>
                <a:lnTo>
                  <a:pt x="10351" y="4340"/>
                </a:lnTo>
                <a:lnTo>
                  <a:pt x="10350" y="4340"/>
                </a:lnTo>
                <a:lnTo>
                  <a:pt x="10349" y="4340"/>
                </a:lnTo>
                <a:lnTo>
                  <a:pt x="10349" y="4339"/>
                </a:lnTo>
                <a:lnTo>
                  <a:pt x="10348" y="4339"/>
                </a:lnTo>
                <a:lnTo>
                  <a:pt x="10347" y="4339"/>
                </a:lnTo>
                <a:lnTo>
                  <a:pt x="10347" y="4338"/>
                </a:lnTo>
                <a:lnTo>
                  <a:pt x="10346" y="4338"/>
                </a:lnTo>
                <a:lnTo>
                  <a:pt x="10345" y="4337"/>
                </a:lnTo>
                <a:lnTo>
                  <a:pt x="10344" y="4337"/>
                </a:lnTo>
                <a:lnTo>
                  <a:pt x="10343" y="4337"/>
                </a:lnTo>
                <a:lnTo>
                  <a:pt x="10343" y="4336"/>
                </a:lnTo>
                <a:lnTo>
                  <a:pt x="10342" y="4336"/>
                </a:lnTo>
                <a:lnTo>
                  <a:pt x="10341" y="4335"/>
                </a:lnTo>
                <a:lnTo>
                  <a:pt x="10340" y="4335"/>
                </a:lnTo>
                <a:lnTo>
                  <a:pt x="10339" y="4335"/>
                </a:lnTo>
                <a:lnTo>
                  <a:pt x="10339" y="4334"/>
                </a:lnTo>
                <a:lnTo>
                  <a:pt x="10338" y="4334"/>
                </a:lnTo>
                <a:lnTo>
                  <a:pt x="10337" y="4334"/>
                </a:lnTo>
                <a:lnTo>
                  <a:pt x="10337" y="4333"/>
                </a:lnTo>
                <a:lnTo>
                  <a:pt x="10336" y="4333"/>
                </a:lnTo>
                <a:lnTo>
                  <a:pt x="10335" y="4332"/>
                </a:lnTo>
                <a:lnTo>
                  <a:pt x="10334" y="4332"/>
                </a:lnTo>
                <a:lnTo>
                  <a:pt x="10333" y="4332"/>
                </a:lnTo>
                <a:lnTo>
                  <a:pt x="10333" y="4331"/>
                </a:lnTo>
                <a:lnTo>
                  <a:pt x="10332" y="4331"/>
                </a:lnTo>
                <a:lnTo>
                  <a:pt x="10331" y="4330"/>
                </a:lnTo>
                <a:lnTo>
                  <a:pt x="10330" y="4330"/>
                </a:lnTo>
                <a:lnTo>
                  <a:pt x="10329" y="4330"/>
                </a:lnTo>
                <a:lnTo>
                  <a:pt x="10329" y="4329"/>
                </a:lnTo>
                <a:lnTo>
                  <a:pt x="10328" y="4329"/>
                </a:lnTo>
                <a:lnTo>
                  <a:pt x="10327" y="4329"/>
                </a:lnTo>
                <a:lnTo>
                  <a:pt x="10327" y="4328"/>
                </a:lnTo>
                <a:lnTo>
                  <a:pt x="10326" y="4328"/>
                </a:lnTo>
                <a:lnTo>
                  <a:pt x="10325" y="4328"/>
                </a:lnTo>
                <a:lnTo>
                  <a:pt x="10324" y="4327"/>
                </a:lnTo>
                <a:lnTo>
                  <a:pt x="10323" y="4327"/>
                </a:lnTo>
                <a:lnTo>
                  <a:pt x="10323" y="4326"/>
                </a:lnTo>
                <a:lnTo>
                  <a:pt x="10322" y="4326"/>
                </a:lnTo>
                <a:lnTo>
                  <a:pt x="10321" y="4325"/>
                </a:lnTo>
                <a:lnTo>
                  <a:pt x="10320" y="4325"/>
                </a:lnTo>
                <a:lnTo>
                  <a:pt x="10319" y="4325"/>
                </a:lnTo>
                <a:lnTo>
                  <a:pt x="10319" y="4324"/>
                </a:lnTo>
                <a:lnTo>
                  <a:pt x="10318" y="4324"/>
                </a:lnTo>
                <a:lnTo>
                  <a:pt x="10317" y="4324"/>
                </a:lnTo>
                <a:lnTo>
                  <a:pt x="10317" y="4323"/>
                </a:lnTo>
                <a:lnTo>
                  <a:pt x="10316" y="4323"/>
                </a:lnTo>
                <a:lnTo>
                  <a:pt x="10315" y="4323"/>
                </a:lnTo>
                <a:lnTo>
                  <a:pt x="10314" y="4322"/>
                </a:lnTo>
                <a:lnTo>
                  <a:pt x="10313" y="4322"/>
                </a:lnTo>
                <a:lnTo>
                  <a:pt x="10313" y="4321"/>
                </a:lnTo>
                <a:lnTo>
                  <a:pt x="10312" y="4321"/>
                </a:lnTo>
                <a:lnTo>
                  <a:pt x="10311" y="4320"/>
                </a:lnTo>
                <a:lnTo>
                  <a:pt x="10310" y="4320"/>
                </a:lnTo>
                <a:lnTo>
                  <a:pt x="10309" y="4320"/>
                </a:lnTo>
                <a:lnTo>
                  <a:pt x="10309" y="4319"/>
                </a:lnTo>
                <a:lnTo>
                  <a:pt x="10308" y="4319"/>
                </a:lnTo>
                <a:lnTo>
                  <a:pt x="10307" y="4319"/>
                </a:lnTo>
                <a:lnTo>
                  <a:pt x="10307" y="4318"/>
                </a:lnTo>
                <a:lnTo>
                  <a:pt x="10306" y="4318"/>
                </a:lnTo>
                <a:lnTo>
                  <a:pt x="10305" y="4318"/>
                </a:lnTo>
                <a:lnTo>
                  <a:pt x="10304" y="4317"/>
                </a:lnTo>
                <a:lnTo>
                  <a:pt x="10303" y="4317"/>
                </a:lnTo>
                <a:lnTo>
                  <a:pt x="10303" y="4316"/>
                </a:lnTo>
                <a:lnTo>
                  <a:pt x="10302" y="4316"/>
                </a:lnTo>
                <a:lnTo>
                  <a:pt x="10301" y="4315"/>
                </a:lnTo>
                <a:lnTo>
                  <a:pt x="10300" y="4315"/>
                </a:lnTo>
                <a:lnTo>
                  <a:pt x="10299" y="4315"/>
                </a:lnTo>
                <a:lnTo>
                  <a:pt x="10299" y="4314"/>
                </a:lnTo>
                <a:lnTo>
                  <a:pt x="10298" y="4314"/>
                </a:lnTo>
                <a:lnTo>
                  <a:pt x="10297" y="4314"/>
                </a:lnTo>
                <a:lnTo>
                  <a:pt x="10297" y="4329"/>
                </a:lnTo>
                <a:lnTo>
                  <a:pt x="10296" y="4329"/>
                </a:lnTo>
                <a:lnTo>
                  <a:pt x="10295" y="4328"/>
                </a:lnTo>
                <a:lnTo>
                  <a:pt x="10294" y="4328"/>
                </a:lnTo>
                <a:lnTo>
                  <a:pt x="10294" y="4344"/>
                </a:lnTo>
                <a:lnTo>
                  <a:pt x="10293" y="4343"/>
                </a:lnTo>
                <a:lnTo>
                  <a:pt x="10292" y="4343"/>
                </a:lnTo>
                <a:lnTo>
                  <a:pt x="10291" y="4342"/>
                </a:lnTo>
                <a:lnTo>
                  <a:pt x="10290" y="4342"/>
                </a:lnTo>
                <a:lnTo>
                  <a:pt x="10289" y="4341"/>
                </a:lnTo>
                <a:lnTo>
                  <a:pt x="10288" y="4341"/>
                </a:lnTo>
                <a:lnTo>
                  <a:pt x="10287" y="4340"/>
                </a:lnTo>
                <a:lnTo>
                  <a:pt x="10286" y="4340"/>
                </a:lnTo>
                <a:lnTo>
                  <a:pt x="10285" y="4339"/>
                </a:lnTo>
                <a:lnTo>
                  <a:pt x="10284" y="4339"/>
                </a:lnTo>
                <a:lnTo>
                  <a:pt x="10283" y="4338"/>
                </a:lnTo>
                <a:lnTo>
                  <a:pt x="10282" y="4338"/>
                </a:lnTo>
                <a:lnTo>
                  <a:pt x="10281" y="4337"/>
                </a:lnTo>
                <a:lnTo>
                  <a:pt x="10280" y="4337"/>
                </a:lnTo>
                <a:lnTo>
                  <a:pt x="10279" y="4336"/>
                </a:lnTo>
                <a:lnTo>
                  <a:pt x="10278" y="4336"/>
                </a:lnTo>
                <a:lnTo>
                  <a:pt x="10277" y="4335"/>
                </a:lnTo>
                <a:lnTo>
                  <a:pt x="10276" y="4335"/>
                </a:lnTo>
                <a:lnTo>
                  <a:pt x="10275" y="4334"/>
                </a:lnTo>
                <a:lnTo>
                  <a:pt x="10274" y="4334"/>
                </a:lnTo>
                <a:lnTo>
                  <a:pt x="10273" y="4333"/>
                </a:lnTo>
                <a:lnTo>
                  <a:pt x="10272" y="4333"/>
                </a:lnTo>
                <a:lnTo>
                  <a:pt x="10271" y="4332"/>
                </a:lnTo>
                <a:lnTo>
                  <a:pt x="10270" y="4332"/>
                </a:lnTo>
                <a:lnTo>
                  <a:pt x="10269" y="4331"/>
                </a:lnTo>
                <a:lnTo>
                  <a:pt x="10268" y="4331"/>
                </a:lnTo>
                <a:lnTo>
                  <a:pt x="10267" y="4330"/>
                </a:lnTo>
                <a:lnTo>
                  <a:pt x="10266" y="4330"/>
                </a:lnTo>
                <a:lnTo>
                  <a:pt x="10265" y="4329"/>
                </a:lnTo>
                <a:lnTo>
                  <a:pt x="10264" y="4329"/>
                </a:lnTo>
                <a:lnTo>
                  <a:pt x="10263" y="4328"/>
                </a:lnTo>
                <a:lnTo>
                  <a:pt x="10262" y="4328"/>
                </a:lnTo>
                <a:lnTo>
                  <a:pt x="10261" y="4327"/>
                </a:lnTo>
                <a:lnTo>
                  <a:pt x="10260" y="4327"/>
                </a:lnTo>
                <a:lnTo>
                  <a:pt x="10259" y="4326"/>
                </a:lnTo>
                <a:lnTo>
                  <a:pt x="10258" y="4326"/>
                </a:lnTo>
                <a:lnTo>
                  <a:pt x="10257" y="4325"/>
                </a:lnTo>
                <a:lnTo>
                  <a:pt x="10256" y="4325"/>
                </a:lnTo>
                <a:lnTo>
                  <a:pt x="10255" y="4324"/>
                </a:lnTo>
                <a:lnTo>
                  <a:pt x="10254" y="4324"/>
                </a:lnTo>
                <a:lnTo>
                  <a:pt x="10253" y="4323"/>
                </a:lnTo>
                <a:lnTo>
                  <a:pt x="10252" y="4323"/>
                </a:lnTo>
                <a:lnTo>
                  <a:pt x="10251" y="4322"/>
                </a:lnTo>
                <a:lnTo>
                  <a:pt x="10250" y="4322"/>
                </a:lnTo>
                <a:lnTo>
                  <a:pt x="10249" y="4321"/>
                </a:lnTo>
                <a:lnTo>
                  <a:pt x="10248" y="4321"/>
                </a:lnTo>
                <a:lnTo>
                  <a:pt x="10247" y="4321"/>
                </a:lnTo>
                <a:lnTo>
                  <a:pt x="10247" y="4320"/>
                </a:lnTo>
                <a:lnTo>
                  <a:pt x="10246" y="4320"/>
                </a:lnTo>
                <a:lnTo>
                  <a:pt x="10245" y="4319"/>
                </a:lnTo>
                <a:lnTo>
                  <a:pt x="10244" y="4319"/>
                </a:lnTo>
                <a:lnTo>
                  <a:pt x="10243" y="4318"/>
                </a:lnTo>
                <a:lnTo>
                  <a:pt x="10242" y="4318"/>
                </a:lnTo>
                <a:lnTo>
                  <a:pt x="10241" y="4317"/>
                </a:lnTo>
                <a:lnTo>
                  <a:pt x="10240" y="4317"/>
                </a:lnTo>
                <a:lnTo>
                  <a:pt x="10239" y="4316"/>
                </a:lnTo>
                <a:lnTo>
                  <a:pt x="10238" y="4316"/>
                </a:lnTo>
                <a:lnTo>
                  <a:pt x="10237" y="4316"/>
                </a:lnTo>
                <a:lnTo>
                  <a:pt x="10237" y="4315"/>
                </a:lnTo>
                <a:lnTo>
                  <a:pt x="10236" y="4315"/>
                </a:lnTo>
                <a:lnTo>
                  <a:pt x="10235" y="4314"/>
                </a:lnTo>
                <a:lnTo>
                  <a:pt x="10234" y="4314"/>
                </a:lnTo>
                <a:lnTo>
                  <a:pt x="10233" y="4313"/>
                </a:lnTo>
                <a:lnTo>
                  <a:pt x="10232" y="4313"/>
                </a:lnTo>
                <a:lnTo>
                  <a:pt x="10231" y="4312"/>
                </a:lnTo>
                <a:lnTo>
                  <a:pt x="10230" y="4312"/>
                </a:lnTo>
                <a:lnTo>
                  <a:pt x="10229" y="4311"/>
                </a:lnTo>
                <a:lnTo>
                  <a:pt x="10228" y="4311"/>
                </a:lnTo>
                <a:lnTo>
                  <a:pt x="10227" y="4311"/>
                </a:lnTo>
                <a:lnTo>
                  <a:pt x="10227" y="4310"/>
                </a:lnTo>
                <a:lnTo>
                  <a:pt x="10226" y="4325"/>
                </a:lnTo>
                <a:lnTo>
                  <a:pt x="10225" y="4325"/>
                </a:lnTo>
                <a:lnTo>
                  <a:pt x="10225" y="4324"/>
                </a:lnTo>
                <a:lnTo>
                  <a:pt x="10224" y="4324"/>
                </a:lnTo>
                <a:lnTo>
                  <a:pt x="10223" y="4324"/>
                </a:lnTo>
                <a:lnTo>
                  <a:pt x="10222" y="4323"/>
                </a:lnTo>
                <a:lnTo>
                  <a:pt x="10221" y="4323"/>
                </a:lnTo>
                <a:lnTo>
                  <a:pt x="10220" y="4322"/>
                </a:lnTo>
                <a:lnTo>
                  <a:pt x="10219" y="4322"/>
                </a:lnTo>
                <a:lnTo>
                  <a:pt x="10218" y="4321"/>
                </a:lnTo>
                <a:lnTo>
                  <a:pt x="10217" y="4321"/>
                </a:lnTo>
                <a:lnTo>
                  <a:pt x="10216" y="4320"/>
                </a:lnTo>
                <a:lnTo>
                  <a:pt x="10215" y="4320"/>
                </a:lnTo>
                <a:lnTo>
                  <a:pt x="10214" y="4319"/>
                </a:lnTo>
                <a:lnTo>
                  <a:pt x="10213" y="4319"/>
                </a:lnTo>
                <a:lnTo>
                  <a:pt x="10212" y="4318"/>
                </a:lnTo>
                <a:lnTo>
                  <a:pt x="10211" y="4318"/>
                </a:lnTo>
                <a:lnTo>
                  <a:pt x="10210" y="4317"/>
                </a:lnTo>
                <a:lnTo>
                  <a:pt x="10209" y="4317"/>
                </a:lnTo>
                <a:lnTo>
                  <a:pt x="10208" y="4316"/>
                </a:lnTo>
                <a:lnTo>
                  <a:pt x="10207" y="4316"/>
                </a:lnTo>
                <a:lnTo>
                  <a:pt x="10206" y="4315"/>
                </a:lnTo>
                <a:lnTo>
                  <a:pt x="10205" y="4315"/>
                </a:lnTo>
                <a:lnTo>
                  <a:pt x="10205" y="4330"/>
                </a:lnTo>
                <a:lnTo>
                  <a:pt x="10204" y="4330"/>
                </a:lnTo>
                <a:lnTo>
                  <a:pt x="10203" y="4329"/>
                </a:lnTo>
                <a:lnTo>
                  <a:pt x="10202" y="4329"/>
                </a:lnTo>
                <a:lnTo>
                  <a:pt x="10202" y="4328"/>
                </a:lnTo>
                <a:lnTo>
                  <a:pt x="10201" y="4328"/>
                </a:lnTo>
                <a:lnTo>
                  <a:pt x="10200" y="4328"/>
                </a:lnTo>
                <a:lnTo>
                  <a:pt x="10200" y="4343"/>
                </a:lnTo>
                <a:lnTo>
                  <a:pt x="10199" y="4343"/>
                </a:lnTo>
                <a:lnTo>
                  <a:pt x="10199" y="4342"/>
                </a:lnTo>
                <a:lnTo>
                  <a:pt x="10198" y="4342"/>
                </a:lnTo>
                <a:lnTo>
                  <a:pt x="10197" y="4341"/>
                </a:lnTo>
                <a:lnTo>
                  <a:pt x="10196" y="4341"/>
                </a:lnTo>
                <a:lnTo>
                  <a:pt x="10195" y="4340"/>
                </a:lnTo>
                <a:lnTo>
                  <a:pt x="10194" y="4340"/>
                </a:lnTo>
                <a:lnTo>
                  <a:pt x="10193" y="4340"/>
                </a:lnTo>
                <a:lnTo>
                  <a:pt x="10193" y="4339"/>
                </a:lnTo>
                <a:lnTo>
                  <a:pt x="10192" y="4339"/>
                </a:lnTo>
                <a:lnTo>
                  <a:pt x="10191" y="4338"/>
                </a:lnTo>
                <a:lnTo>
                  <a:pt x="10190" y="4338"/>
                </a:lnTo>
                <a:lnTo>
                  <a:pt x="10189" y="4338"/>
                </a:lnTo>
                <a:lnTo>
                  <a:pt x="10189" y="4337"/>
                </a:lnTo>
                <a:lnTo>
                  <a:pt x="10188" y="4337"/>
                </a:lnTo>
                <a:lnTo>
                  <a:pt x="10187" y="4336"/>
                </a:lnTo>
                <a:lnTo>
                  <a:pt x="10186" y="4336"/>
                </a:lnTo>
                <a:lnTo>
                  <a:pt x="10185" y="4335"/>
                </a:lnTo>
                <a:lnTo>
                  <a:pt x="10184" y="4335"/>
                </a:lnTo>
                <a:lnTo>
                  <a:pt x="10183" y="4335"/>
                </a:lnTo>
                <a:lnTo>
                  <a:pt x="10183" y="4334"/>
                </a:lnTo>
                <a:lnTo>
                  <a:pt x="10182" y="4334"/>
                </a:lnTo>
                <a:lnTo>
                  <a:pt x="10181" y="4333"/>
                </a:lnTo>
                <a:lnTo>
                  <a:pt x="10180" y="4333"/>
                </a:lnTo>
                <a:lnTo>
                  <a:pt x="10179" y="4333"/>
                </a:lnTo>
                <a:lnTo>
                  <a:pt x="10179" y="4332"/>
                </a:lnTo>
                <a:lnTo>
                  <a:pt x="10178" y="4347"/>
                </a:lnTo>
                <a:lnTo>
                  <a:pt x="10177" y="4347"/>
                </a:lnTo>
                <a:lnTo>
                  <a:pt x="10176" y="4346"/>
                </a:lnTo>
                <a:lnTo>
                  <a:pt x="10175" y="4346"/>
                </a:lnTo>
                <a:lnTo>
                  <a:pt x="10175" y="4345"/>
                </a:lnTo>
                <a:lnTo>
                  <a:pt x="10174" y="4345"/>
                </a:lnTo>
                <a:lnTo>
                  <a:pt x="10173" y="4345"/>
                </a:lnTo>
                <a:lnTo>
                  <a:pt x="10173" y="4344"/>
                </a:lnTo>
                <a:lnTo>
                  <a:pt x="10172" y="4344"/>
                </a:lnTo>
                <a:lnTo>
                  <a:pt x="10171" y="4344"/>
                </a:lnTo>
                <a:lnTo>
                  <a:pt x="10170" y="4343"/>
                </a:lnTo>
                <a:lnTo>
                  <a:pt x="10169" y="4343"/>
                </a:lnTo>
                <a:lnTo>
                  <a:pt x="10169" y="4342"/>
                </a:lnTo>
                <a:lnTo>
                  <a:pt x="10168" y="4342"/>
                </a:lnTo>
                <a:lnTo>
                  <a:pt x="10167" y="4342"/>
                </a:lnTo>
                <a:lnTo>
                  <a:pt x="10166" y="4341"/>
                </a:lnTo>
                <a:lnTo>
                  <a:pt x="10165" y="4341"/>
                </a:lnTo>
                <a:lnTo>
                  <a:pt x="10165" y="4340"/>
                </a:lnTo>
                <a:lnTo>
                  <a:pt x="10164" y="4340"/>
                </a:lnTo>
                <a:lnTo>
                  <a:pt x="10163" y="4340"/>
                </a:lnTo>
                <a:lnTo>
                  <a:pt x="10162" y="4339"/>
                </a:lnTo>
                <a:lnTo>
                  <a:pt x="10161" y="4339"/>
                </a:lnTo>
                <a:lnTo>
                  <a:pt x="10160" y="4338"/>
                </a:lnTo>
                <a:lnTo>
                  <a:pt x="10159" y="4338"/>
                </a:lnTo>
                <a:lnTo>
                  <a:pt x="10159" y="4337"/>
                </a:lnTo>
                <a:lnTo>
                  <a:pt x="10158" y="4337"/>
                </a:lnTo>
                <a:lnTo>
                  <a:pt x="10157" y="4337"/>
                </a:lnTo>
                <a:lnTo>
                  <a:pt x="10156" y="4336"/>
                </a:lnTo>
                <a:lnTo>
                  <a:pt x="10155" y="4336"/>
                </a:lnTo>
                <a:lnTo>
                  <a:pt x="10155" y="4335"/>
                </a:lnTo>
                <a:lnTo>
                  <a:pt x="10154" y="4335"/>
                </a:lnTo>
                <a:lnTo>
                  <a:pt x="10153" y="4335"/>
                </a:lnTo>
                <a:lnTo>
                  <a:pt x="10152" y="4334"/>
                </a:lnTo>
                <a:lnTo>
                  <a:pt x="10151" y="4334"/>
                </a:lnTo>
                <a:lnTo>
                  <a:pt x="10151" y="4333"/>
                </a:lnTo>
                <a:lnTo>
                  <a:pt x="10150" y="4333"/>
                </a:lnTo>
                <a:lnTo>
                  <a:pt x="10149" y="4333"/>
                </a:lnTo>
                <a:lnTo>
                  <a:pt x="10149" y="4332"/>
                </a:lnTo>
                <a:lnTo>
                  <a:pt x="10148" y="4332"/>
                </a:lnTo>
                <a:lnTo>
                  <a:pt x="10147" y="4332"/>
                </a:lnTo>
                <a:lnTo>
                  <a:pt x="10146" y="4331"/>
                </a:lnTo>
                <a:lnTo>
                  <a:pt x="10145" y="4331"/>
                </a:lnTo>
                <a:lnTo>
                  <a:pt x="10145" y="4330"/>
                </a:lnTo>
                <a:lnTo>
                  <a:pt x="10144" y="4330"/>
                </a:lnTo>
                <a:lnTo>
                  <a:pt x="10143" y="4330"/>
                </a:lnTo>
                <a:lnTo>
                  <a:pt x="10142" y="4329"/>
                </a:lnTo>
                <a:lnTo>
                  <a:pt x="10141" y="4329"/>
                </a:lnTo>
                <a:lnTo>
                  <a:pt x="10141" y="4328"/>
                </a:lnTo>
                <a:lnTo>
                  <a:pt x="10140" y="4328"/>
                </a:lnTo>
                <a:lnTo>
                  <a:pt x="10139" y="4328"/>
                </a:lnTo>
                <a:lnTo>
                  <a:pt x="10139" y="4327"/>
                </a:lnTo>
                <a:lnTo>
                  <a:pt x="10138" y="4327"/>
                </a:lnTo>
                <a:lnTo>
                  <a:pt x="10137" y="4327"/>
                </a:lnTo>
                <a:lnTo>
                  <a:pt x="10136" y="4326"/>
                </a:lnTo>
                <a:lnTo>
                  <a:pt x="10135" y="4326"/>
                </a:lnTo>
                <a:lnTo>
                  <a:pt x="10135" y="4325"/>
                </a:lnTo>
                <a:lnTo>
                  <a:pt x="10134" y="4325"/>
                </a:lnTo>
                <a:lnTo>
                  <a:pt x="10133" y="4325"/>
                </a:lnTo>
                <a:lnTo>
                  <a:pt x="10132" y="4324"/>
                </a:lnTo>
                <a:lnTo>
                  <a:pt x="10131" y="4324"/>
                </a:lnTo>
                <a:lnTo>
                  <a:pt x="10131" y="4323"/>
                </a:lnTo>
                <a:lnTo>
                  <a:pt x="10130" y="4323"/>
                </a:lnTo>
                <a:lnTo>
                  <a:pt x="10129" y="4323"/>
                </a:lnTo>
                <a:lnTo>
                  <a:pt x="10129" y="4322"/>
                </a:lnTo>
                <a:lnTo>
                  <a:pt x="10128" y="4322"/>
                </a:lnTo>
                <a:lnTo>
                  <a:pt x="10127" y="4322"/>
                </a:lnTo>
                <a:lnTo>
                  <a:pt x="10126" y="4321"/>
                </a:lnTo>
                <a:lnTo>
                  <a:pt x="10125" y="4321"/>
                </a:lnTo>
                <a:lnTo>
                  <a:pt x="10125" y="4320"/>
                </a:lnTo>
                <a:lnTo>
                  <a:pt x="10124" y="4320"/>
                </a:lnTo>
                <a:lnTo>
                  <a:pt x="10123" y="4320"/>
                </a:lnTo>
                <a:lnTo>
                  <a:pt x="10122" y="4319"/>
                </a:lnTo>
                <a:lnTo>
                  <a:pt x="10121" y="4319"/>
                </a:lnTo>
                <a:lnTo>
                  <a:pt x="10121" y="4318"/>
                </a:lnTo>
                <a:lnTo>
                  <a:pt x="10120" y="4318"/>
                </a:lnTo>
                <a:lnTo>
                  <a:pt x="10119" y="4318"/>
                </a:lnTo>
                <a:lnTo>
                  <a:pt x="10119" y="4317"/>
                </a:lnTo>
                <a:lnTo>
                  <a:pt x="10118" y="4317"/>
                </a:lnTo>
                <a:lnTo>
                  <a:pt x="10117" y="4317"/>
                </a:lnTo>
                <a:lnTo>
                  <a:pt x="10116" y="4316"/>
                </a:lnTo>
                <a:lnTo>
                  <a:pt x="10115" y="4316"/>
                </a:lnTo>
                <a:lnTo>
                  <a:pt x="10115" y="4315"/>
                </a:lnTo>
                <a:lnTo>
                  <a:pt x="10114" y="4315"/>
                </a:lnTo>
                <a:lnTo>
                  <a:pt x="10113" y="4315"/>
                </a:lnTo>
                <a:lnTo>
                  <a:pt x="10112" y="4314"/>
                </a:lnTo>
                <a:lnTo>
                  <a:pt x="10111" y="4314"/>
                </a:lnTo>
                <a:lnTo>
                  <a:pt x="10111" y="4313"/>
                </a:lnTo>
                <a:lnTo>
                  <a:pt x="10110" y="4313"/>
                </a:lnTo>
                <a:lnTo>
                  <a:pt x="10109" y="4313"/>
                </a:lnTo>
                <a:lnTo>
                  <a:pt x="10109" y="4312"/>
                </a:lnTo>
                <a:lnTo>
                  <a:pt x="10108" y="4312"/>
                </a:lnTo>
                <a:lnTo>
                  <a:pt x="10107" y="4312"/>
                </a:lnTo>
                <a:lnTo>
                  <a:pt x="10106" y="4311"/>
                </a:lnTo>
                <a:lnTo>
                  <a:pt x="10105" y="4311"/>
                </a:lnTo>
                <a:lnTo>
                  <a:pt x="10105" y="4310"/>
                </a:lnTo>
                <a:lnTo>
                  <a:pt x="10104" y="4310"/>
                </a:lnTo>
                <a:lnTo>
                  <a:pt x="10103" y="4310"/>
                </a:lnTo>
                <a:lnTo>
                  <a:pt x="10102" y="4309"/>
                </a:lnTo>
                <a:lnTo>
                  <a:pt x="10101" y="4309"/>
                </a:lnTo>
                <a:lnTo>
                  <a:pt x="10101" y="4308"/>
                </a:lnTo>
                <a:lnTo>
                  <a:pt x="10100" y="4308"/>
                </a:lnTo>
                <a:lnTo>
                  <a:pt x="10099" y="4308"/>
                </a:lnTo>
                <a:lnTo>
                  <a:pt x="10098" y="4307"/>
                </a:lnTo>
                <a:lnTo>
                  <a:pt x="10097" y="4321"/>
                </a:lnTo>
                <a:lnTo>
                  <a:pt x="10096" y="4321"/>
                </a:lnTo>
                <a:lnTo>
                  <a:pt x="10095" y="4320"/>
                </a:lnTo>
                <a:lnTo>
                  <a:pt x="10094" y="4320"/>
                </a:lnTo>
                <a:lnTo>
                  <a:pt x="10093" y="4319"/>
                </a:lnTo>
                <a:lnTo>
                  <a:pt x="10092" y="4319"/>
                </a:lnTo>
                <a:lnTo>
                  <a:pt x="10091" y="4318"/>
                </a:lnTo>
                <a:lnTo>
                  <a:pt x="10090" y="4318"/>
                </a:lnTo>
                <a:lnTo>
                  <a:pt x="10089" y="4317"/>
                </a:lnTo>
                <a:lnTo>
                  <a:pt x="10088" y="4317"/>
                </a:lnTo>
                <a:lnTo>
                  <a:pt x="10087" y="4316"/>
                </a:lnTo>
                <a:lnTo>
                  <a:pt x="10086" y="4316"/>
                </a:lnTo>
                <a:lnTo>
                  <a:pt x="10085" y="4315"/>
                </a:lnTo>
                <a:lnTo>
                  <a:pt x="10084" y="4315"/>
                </a:lnTo>
                <a:lnTo>
                  <a:pt x="10084" y="4314"/>
                </a:lnTo>
                <a:lnTo>
                  <a:pt x="10083" y="4314"/>
                </a:lnTo>
                <a:lnTo>
                  <a:pt x="10082" y="4314"/>
                </a:lnTo>
                <a:lnTo>
                  <a:pt x="10081" y="4313"/>
                </a:lnTo>
                <a:lnTo>
                  <a:pt x="10080" y="4313"/>
                </a:lnTo>
                <a:lnTo>
                  <a:pt x="10079" y="4312"/>
                </a:lnTo>
                <a:lnTo>
                  <a:pt x="10078" y="4312"/>
                </a:lnTo>
                <a:lnTo>
                  <a:pt x="10077" y="4311"/>
                </a:lnTo>
                <a:lnTo>
                  <a:pt x="10076" y="4311"/>
                </a:lnTo>
                <a:lnTo>
                  <a:pt x="10075" y="4310"/>
                </a:lnTo>
                <a:lnTo>
                  <a:pt x="10074" y="4310"/>
                </a:lnTo>
                <a:lnTo>
                  <a:pt x="10074" y="4309"/>
                </a:lnTo>
                <a:lnTo>
                  <a:pt x="10073" y="4309"/>
                </a:lnTo>
                <a:lnTo>
                  <a:pt x="10072" y="4309"/>
                </a:lnTo>
                <a:lnTo>
                  <a:pt x="10071" y="4308"/>
                </a:lnTo>
                <a:lnTo>
                  <a:pt x="10070" y="4308"/>
                </a:lnTo>
                <a:lnTo>
                  <a:pt x="10069" y="4307"/>
                </a:lnTo>
                <a:lnTo>
                  <a:pt x="10068" y="4307"/>
                </a:lnTo>
                <a:lnTo>
                  <a:pt x="10067" y="4306"/>
                </a:lnTo>
                <a:lnTo>
                  <a:pt x="10066" y="4306"/>
                </a:lnTo>
                <a:lnTo>
                  <a:pt x="10065" y="4305"/>
                </a:lnTo>
                <a:lnTo>
                  <a:pt x="10064" y="4305"/>
                </a:lnTo>
                <a:lnTo>
                  <a:pt x="10063" y="4304"/>
                </a:lnTo>
                <a:lnTo>
                  <a:pt x="10062" y="4304"/>
                </a:lnTo>
                <a:lnTo>
                  <a:pt x="10061" y="4303"/>
                </a:lnTo>
                <a:lnTo>
                  <a:pt x="10060" y="4303"/>
                </a:lnTo>
                <a:lnTo>
                  <a:pt x="10059" y="4302"/>
                </a:lnTo>
                <a:lnTo>
                  <a:pt x="10058" y="4302"/>
                </a:lnTo>
                <a:lnTo>
                  <a:pt x="10057" y="4301"/>
                </a:lnTo>
                <a:lnTo>
                  <a:pt x="10056" y="4301"/>
                </a:lnTo>
                <a:lnTo>
                  <a:pt x="10055" y="4300"/>
                </a:lnTo>
                <a:lnTo>
                  <a:pt x="10054" y="4300"/>
                </a:lnTo>
                <a:lnTo>
                  <a:pt x="10053" y="4299"/>
                </a:lnTo>
                <a:lnTo>
                  <a:pt x="10052" y="4299"/>
                </a:lnTo>
                <a:lnTo>
                  <a:pt x="10051" y="4298"/>
                </a:lnTo>
                <a:lnTo>
                  <a:pt x="10050" y="4298"/>
                </a:lnTo>
                <a:lnTo>
                  <a:pt x="10049" y="4297"/>
                </a:lnTo>
                <a:lnTo>
                  <a:pt x="10048" y="4297"/>
                </a:lnTo>
                <a:lnTo>
                  <a:pt x="10047" y="4296"/>
                </a:lnTo>
                <a:lnTo>
                  <a:pt x="10046" y="4296"/>
                </a:lnTo>
                <a:lnTo>
                  <a:pt x="10045" y="4295"/>
                </a:lnTo>
                <a:lnTo>
                  <a:pt x="10044" y="4295"/>
                </a:lnTo>
                <a:lnTo>
                  <a:pt x="10043" y="4294"/>
                </a:lnTo>
                <a:lnTo>
                  <a:pt x="10042" y="4294"/>
                </a:lnTo>
                <a:lnTo>
                  <a:pt x="10041" y="4293"/>
                </a:lnTo>
                <a:lnTo>
                  <a:pt x="10040" y="4293"/>
                </a:lnTo>
                <a:lnTo>
                  <a:pt x="10039" y="4292"/>
                </a:lnTo>
                <a:lnTo>
                  <a:pt x="10038" y="4292"/>
                </a:lnTo>
                <a:lnTo>
                  <a:pt x="10037" y="4291"/>
                </a:lnTo>
                <a:lnTo>
                  <a:pt x="10036" y="4291"/>
                </a:lnTo>
                <a:lnTo>
                  <a:pt x="10035" y="4290"/>
                </a:lnTo>
                <a:lnTo>
                  <a:pt x="10034" y="4290"/>
                </a:lnTo>
                <a:lnTo>
                  <a:pt x="10033" y="4289"/>
                </a:lnTo>
                <a:lnTo>
                  <a:pt x="10032" y="4289"/>
                </a:lnTo>
                <a:lnTo>
                  <a:pt x="10031" y="4288"/>
                </a:lnTo>
                <a:lnTo>
                  <a:pt x="10030" y="4288"/>
                </a:lnTo>
                <a:lnTo>
                  <a:pt x="10029" y="4287"/>
                </a:lnTo>
                <a:lnTo>
                  <a:pt x="10028" y="4287"/>
                </a:lnTo>
                <a:lnTo>
                  <a:pt x="10027" y="4286"/>
                </a:lnTo>
                <a:lnTo>
                  <a:pt x="10026" y="4286"/>
                </a:lnTo>
                <a:lnTo>
                  <a:pt x="10025" y="4285"/>
                </a:lnTo>
                <a:lnTo>
                  <a:pt x="10024" y="4285"/>
                </a:lnTo>
                <a:lnTo>
                  <a:pt x="10023" y="4284"/>
                </a:lnTo>
                <a:lnTo>
                  <a:pt x="10022" y="4284"/>
                </a:lnTo>
                <a:lnTo>
                  <a:pt x="10021" y="4283"/>
                </a:lnTo>
                <a:lnTo>
                  <a:pt x="10020" y="4283"/>
                </a:lnTo>
                <a:lnTo>
                  <a:pt x="10019" y="4282"/>
                </a:lnTo>
                <a:lnTo>
                  <a:pt x="10018" y="4282"/>
                </a:lnTo>
                <a:lnTo>
                  <a:pt x="10017" y="4281"/>
                </a:lnTo>
                <a:lnTo>
                  <a:pt x="10016" y="4281"/>
                </a:lnTo>
                <a:lnTo>
                  <a:pt x="10015" y="4280"/>
                </a:lnTo>
                <a:lnTo>
                  <a:pt x="10014" y="4280"/>
                </a:lnTo>
                <a:lnTo>
                  <a:pt x="10013" y="4279"/>
                </a:lnTo>
                <a:lnTo>
                  <a:pt x="10012" y="4279"/>
                </a:lnTo>
                <a:lnTo>
                  <a:pt x="10011" y="4278"/>
                </a:lnTo>
                <a:lnTo>
                  <a:pt x="10010" y="4278"/>
                </a:lnTo>
                <a:lnTo>
                  <a:pt x="10009" y="4277"/>
                </a:lnTo>
                <a:lnTo>
                  <a:pt x="10008" y="4277"/>
                </a:lnTo>
                <a:lnTo>
                  <a:pt x="10007" y="4276"/>
                </a:lnTo>
                <a:lnTo>
                  <a:pt x="10006" y="4276"/>
                </a:lnTo>
                <a:lnTo>
                  <a:pt x="10005" y="4275"/>
                </a:lnTo>
                <a:lnTo>
                  <a:pt x="10004" y="4275"/>
                </a:lnTo>
                <a:lnTo>
                  <a:pt x="10003" y="4274"/>
                </a:lnTo>
                <a:lnTo>
                  <a:pt x="10002" y="4274"/>
                </a:lnTo>
                <a:lnTo>
                  <a:pt x="10001" y="4273"/>
                </a:lnTo>
                <a:lnTo>
                  <a:pt x="10000" y="4273"/>
                </a:lnTo>
                <a:lnTo>
                  <a:pt x="9999" y="4273"/>
                </a:lnTo>
                <a:lnTo>
                  <a:pt x="9999" y="4272"/>
                </a:lnTo>
                <a:lnTo>
                  <a:pt x="9998" y="4272"/>
                </a:lnTo>
                <a:lnTo>
                  <a:pt x="9997" y="4271"/>
                </a:lnTo>
                <a:lnTo>
                  <a:pt x="9996" y="4271"/>
                </a:lnTo>
                <a:lnTo>
                  <a:pt x="9995" y="4270"/>
                </a:lnTo>
                <a:lnTo>
                  <a:pt x="9994" y="4270"/>
                </a:lnTo>
                <a:lnTo>
                  <a:pt x="9993" y="4269"/>
                </a:lnTo>
                <a:lnTo>
                  <a:pt x="9992" y="4269"/>
                </a:lnTo>
                <a:lnTo>
                  <a:pt x="9991" y="4268"/>
                </a:lnTo>
                <a:lnTo>
                  <a:pt x="9990" y="4268"/>
                </a:lnTo>
                <a:lnTo>
                  <a:pt x="9989" y="4268"/>
                </a:lnTo>
                <a:lnTo>
                  <a:pt x="9989" y="4267"/>
                </a:lnTo>
                <a:lnTo>
                  <a:pt x="9988" y="4267"/>
                </a:lnTo>
                <a:lnTo>
                  <a:pt x="9987" y="4266"/>
                </a:lnTo>
                <a:lnTo>
                  <a:pt x="9986" y="4266"/>
                </a:lnTo>
                <a:lnTo>
                  <a:pt x="9985" y="4265"/>
                </a:lnTo>
                <a:lnTo>
                  <a:pt x="9984" y="4265"/>
                </a:lnTo>
                <a:lnTo>
                  <a:pt x="9983" y="4264"/>
                </a:lnTo>
                <a:lnTo>
                  <a:pt x="9982" y="4264"/>
                </a:lnTo>
                <a:lnTo>
                  <a:pt x="9981" y="4263"/>
                </a:lnTo>
                <a:lnTo>
                  <a:pt x="9980" y="4263"/>
                </a:lnTo>
                <a:lnTo>
                  <a:pt x="9979" y="4263"/>
                </a:lnTo>
                <a:lnTo>
                  <a:pt x="9979" y="4262"/>
                </a:lnTo>
                <a:lnTo>
                  <a:pt x="9978" y="4262"/>
                </a:lnTo>
                <a:lnTo>
                  <a:pt x="9977" y="4261"/>
                </a:lnTo>
                <a:lnTo>
                  <a:pt x="9976" y="4261"/>
                </a:lnTo>
                <a:lnTo>
                  <a:pt x="9975" y="4260"/>
                </a:lnTo>
                <a:lnTo>
                  <a:pt x="9974" y="4260"/>
                </a:lnTo>
                <a:lnTo>
                  <a:pt x="9973" y="4259"/>
                </a:lnTo>
                <a:lnTo>
                  <a:pt x="9972" y="4259"/>
                </a:lnTo>
                <a:lnTo>
                  <a:pt x="9971" y="4258"/>
                </a:lnTo>
                <a:lnTo>
                  <a:pt x="9970" y="4258"/>
                </a:lnTo>
                <a:lnTo>
                  <a:pt x="9969" y="4258"/>
                </a:lnTo>
                <a:lnTo>
                  <a:pt x="9969" y="4257"/>
                </a:lnTo>
                <a:lnTo>
                  <a:pt x="9968" y="4257"/>
                </a:lnTo>
                <a:lnTo>
                  <a:pt x="9967" y="4256"/>
                </a:lnTo>
                <a:lnTo>
                  <a:pt x="9966" y="4256"/>
                </a:lnTo>
                <a:lnTo>
                  <a:pt x="9965" y="4255"/>
                </a:lnTo>
                <a:lnTo>
                  <a:pt x="9964" y="4255"/>
                </a:lnTo>
                <a:lnTo>
                  <a:pt x="9963" y="4254"/>
                </a:lnTo>
                <a:lnTo>
                  <a:pt x="9962" y="4254"/>
                </a:lnTo>
                <a:lnTo>
                  <a:pt x="9961" y="4253"/>
                </a:lnTo>
                <a:lnTo>
                  <a:pt x="9960" y="4253"/>
                </a:lnTo>
                <a:lnTo>
                  <a:pt x="9959" y="4252"/>
                </a:lnTo>
                <a:lnTo>
                  <a:pt x="9958" y="4252"/>
                </a:lnTo>
                <a:lnTo>
                  <a:pt x="9957" y="4251"/>
                </a:lnTo>
                <a:lnTo>
                  <a:pt x="9956" y="4251"/>
                </a:lnTo>
                <a:lnTo>
                  <a:pt x="9955" y="4250"/>
                </a:lnTo>
                <a:lnTo>
                  <a:pt x="9954" y="4250"/>
                </a:lnTo>
                <a:lnTo>
                  <a:pt x="9953" y="4249"/>
                </a:lnTo>
                <a:lnTo>
                  <a:pt x="9952" y="4249"/>
                </a:lnTo>
                <a:lnTo>
                  <a:pt x="9951" y="4248"/>
                </a:lnTo>
                <a:lnTo>
                  <a:pt x="9950" y="4248"/>
                </a:lnTo>
                <a:lnTo>
                  <a:pt x="9949" y="4247"/>
                </a:lnTo>
                <a:lnTo>
                  <a:pt x="9948" y="4247"/>
                </a:lnTo>
                <a:lnTo>
                  <a:pt x="9947" y="4246"/>
                </a:lnTo>
                <a:lnTo>
                  <a:pt x="9946" y="4246"/>
                </a:lnTo>
                <a:lnTo>
                  <a:pt x="9945" y="4245"/>
                </a:lnTo>
                <a:lnTo>
                  <a:pt x="9944" y="4245"/>
                </a:lnTo>
                <a:lnTo>
                  <a:pt x="9943" y="4244"/>
                </a:lnTo>
                <a:lnTo>
                  <a:pt x="9942" y="4244"/>
                </a:lnTo>
                <a:lnTo>
                  <a:pt x="9941" y="4243"/>
                </a:lnTo>
                <a:lnTo>
                  <a:pt x="9940" y="4243"/>
                </a:lnTo>
                <a:lnTo>
                  <a:pt x="9939" y="4242"/>
                </a:lnTo>
                <a:lnTo>
                  <a:pt x="9938" y="4242"/>
                </a:lnTo>
                <a:lnTo>
                  <a:pt x="9937" y="4241"/>
                </a:lnTo>
                <a:lnTo>
                  <a:pt x="9936" y="4241"/>
                </a:lnTo>
                <a:lnTo>
                  <a:pt x="9935" y="4241"/>
                </a:lnTo>
                <a:lnTo>
                  <a:pt x="9935" y="4240"/>
                </a:lnTo>
                <a:lnTo>
                  <a:pt x="9934" y="4240"/>
                </a:lnTo>
                <a:lnTo>
                  <a:pt x="9933" y="4239"/>
                </a:lnTo>
                <a:lnTo>
                  <a:pt x="9932" y="4239"/>
                </a:lnTo>
                <a:lnTo>
                  <a:pt x="9931" y="4238"/>
                </a:lnTo>
                <a:lnTo>
                  <a:pt x="9930" y="4238"/>
                </a:lnTo>
                <a:lnTo>
                  <a:pt x="9929" y="4237"/>
                </a:lnTo>
                <a:lnTo>
                  <a:pt x="9928" y="4237"/>
                </a:lnTo>
                <a:lnTo>
                  <a:pt x="9927" y="4236"/>
                </a:lnTo>
                <a:lnTo>
                  <a:pt x="9926" y="4236"/>
                </a:lnTo>
                <a:lnTo>
                  <a:pt x="9925" y="4236"/>
                </a:lnTo>
                <a:lnTo>
                  <a:pt x="9925" y="4235"/>
                </a:lnTo>
                <a:lnTo>
                  <a:pt x="9924" y="4235"/>
                </a:lnTo>
                <a:lnTo>
                  <a:pt x="9923" y="4234"/>
                </a:lnTo>
                <a:lnTo>
                  <a:pt x="9922" y="4234"/>
                </a:lnTo>
                <a:lnTo>
                  <a:pt x="9921" y="4233"/>
                </a:lnTo>
                <a:lnTo>
                  <a:pt x="9920" y="4233"/>
                </a:lnTo>
                <a:lnTo>
                  <a:pt x="9919" y="4232"/>
                </a:lnTo>
                <a:lnTo>
                  <a:pt x="9918" y="4232"/>
                </a:lnTo>
                <a:lnTo>
                  <a:pt x="9917" y="4231"/>
                </a:lnTo>
                <a:lnTo>
                  <a:pt x="9916" y="4231"/>
                </a:lnTo>
                <a:lnTo>
                  <a:pt x="9915" y="4231"/>
                </a:lnTo>
                <a:lnTo>
                  <a:pt x="9915" y="4230"/>
                </a:lnTo>
                <a:lnTo>
                  <a:pt x="9914" y="4230"/>
                </a:lnTo>
                <a:lnTo>
                  <a:pt x="9913" y="4229"/>
                </a:lnTo>
                <a:lnTo>
                  <a:pt x="9912" y="4229"/>
                </a:lnTo>
                <a:lnTo>
                  <a:pt x="9911" y="4228"/>
                </a:lnTo>
                <a:lnTo>
                  <a:pt x="9910" y="4228"/>
                </a:lnTo>
                <a:lnTo>
                  <a:pt x="9909" y="4227"/>
                </a:lnTo>
                <a:lnTo>
                  <a:pt x="9908" y="4227"/>
                </a:lnTo>
                <a:lnTo>
                  <a:pt x="9907" y="4226"/>
                </a:lnTo>
                <a:lnTo>
                  <a:pt x="9906" y="4226"/>
                </a:lnTo>
                <a:lnTo>
                  <a:pt x="9905" y="4226"/>
                </a:lnTo>
                <a:lnTo>
                  <a:pt x="9905" y="4225"/>
                </a:lnTo>
                <a:lnTo>
                  <a:pt x="9904" y="4225"/>
                </a:lnTo>
                <a:lnTo>
                  <a:pt x="9903" y="4224"/>
                </a:lnTo>
                <a:lnTo>
                  <a:pt x="9902" y="4224"/>
                </a:lnTo>
                <a:lnTo>
                  <a:pt x="9901" y="4223"/>
                </a:lnTo>
                <a:lnTo>
                  <a:pt x="9900" y="4223"/>
                </a:lnTo>
                <a:lnTo>
                  <a:pt x="9899" y="4222"/>
                </a:lnTo>
                <a:lnTo>
                  <a:pt x="9898" y="4222"/>
                </a:lnTo>
                <a:lnTo>
                  <a:pt x="9897" y="4221"/>
                </a:lnTo>
                <a:lnTo>
                  <a:pt x="9896" y="4221"/>
                </a:lnTo>
                <a:lnTo>
                  <a:pt x="9895" y="4221"/>
                </a:lnTo>
                <a:lnTo>
                  <a:pt x="9895" y="4220"/>
                </a:lnTo>
                <a:lnTo>
                  <a:pt x="9894" y="4220"/>
                </a:lnTo>
                <a:lnTo>
                  <a:pt x="9893" y="4219"/>
                </a:lnTo>
                <a:lnTo>
                  <a:pt x="9892" y="4219"/>
                </a:lnTo>
                <a:lnTo>
                  <a:pt x="9891" y="4218"/>
                </a:lnTo>
                <a:lnTo>
                  <a:pt x="9890" y="4218"/>
                </a:lnTo>
                <a:lnTo>
                  <a:pt x="9889" y="4217"/>
                </a:lnTo>
                <a:lnTo>
                  <a:pt x="9888" y="4217"/>
                </a:lnTo>
                <a:lnTo>
                  <a:pt x="9887" y="4216"/>
                </a:lnTo>
                <a:lnTo>
                  <a:pt x="9886" y="4216"/>
                </a:lnTo>
                <a:lnTo>
                  <a:pt x="9885" y="4216"/>
                </a:lnTo>
                <a:lnTo>
                  <a:pt x="9885" y="4215"/>
                </a:lnTo>
                <a:lnTo>
                  <a:pt x="9884" y="4215"/>
                </a:lnTo>
                <a:lnTo>
                  <a:pt x="9883" y="4214"/>
                </a:lnTo>
                <a:lnTo>
                  <a:pt x="9882" y="4214"/>
                </a:lnTo>
                <a:lnTo>
                  <a:pt x="9881" y="4213"/>
                </a:lnTo>
                <a:lnTo>
                  <a:pt x="9880" y="4213"/>
                </a:lnTo>
                <a:lnTo>
                  <a:pt x="9879" y="4212"/>
                </a:lnTo>
                <a:lnTo>
                  <a:pt x="9878" y="4212"/>
                </a:lnTo>
                <a:lnTo>
                  <a:pt x="9877" y="4211"/>
                </a:lnTo>
                <a:lnTo>
                  <a:pt x="9876" y="4211"/>
                </a:lnTo>
                <a:lnTo>
                  <a:pt x="9875" y="4211"/>
                </a:lnTo>
                <a:lnTo>
                  <a:pt x="9875" y="4224"/>
                </a:lnTo>
                <a:lnTo>
                  <a:pt x="9874" y="4223"/>
                </a:lnTo>
                <a:lnTo>
                  <a:pt x="9873" y="4223"/>
                </a:lnTo>
                <a:lnTo>
                  <a:pt x="9873" y="4222"/>
                </a:lnTo>
                <a:lnTo>
                  <a:pt x="9872" y="4222"/>
                </a:lnTo>
                <a:lnTo>
                  <a:pt x="9871" y="4222"/>
                </a:lnTo>
                <a:lnTo>
                  <a:pt x="9870" y="4221"/>
                </a:lnTo>
                <a:lnTo>
                  <a:pt x="9869" y="4221"/>
                </a:lnTo>
                <a:lnTo>
                  <a:pt x="9868" y="4220"/>
                </a:lnTo>
                <a:lnTo>
                  <a:pt x="9867" y="4220"/>
                </a:lnTo>
                <a:lnTo>
                  <a:pt x="9866" y="4219"/>
                </a:lnTo>
                <a:lnTo>
                  <a:pt x="9865" y="4219"/>
                </a:lnTo>
                <a:lnTo>
                  <a:pt x="9864" y="4218"/>
                </a:lnTo>
                <a:lnTo>
                  <a:pt x="9863" y="4218"/>
                </a:lnTo>
                <a:lnTo>
                  <a:pt x="9863" y="4217"/>
                </a:lnTo>
                <a:lnTo>
                  <a:pt x="9862" y="4217"/>
                </a:lnTo>
                <a:lnTo>
                  <a:pt x="9861" y="4217"/>
                </a:lnTo>
                <a:lnTo>
                  <a:pt x="9860" y="4216"/>
                </a:lnTo>
                <a:lnTo>
                  <a:pt x="9859" y="4216"/>
                </a:lnTo>
                <a:lnTo>
                  <a:pt x="9858" y="4215"/>
                </a:lnTo>
                <a:lnTo>
                  <a:pt x="9857" y="4215"/>
                </a:lnTo>
                <a:lnTo>
                  <a:pt x="9856" y="4214"/>
                </a:lnTo>
                <a:lnTo>
                  <a:pt x="9855" y="4214"/>
                </a:lnTo>
                <a:lnTo>
                  <a:pt x="9854" y="4213"/>
                </a:lnTo>
                <a:lnTo>
                  <a:pt x="9853" y="4213"/>
                </a:lnTo>
                <a:lnTo>
                  <a:pt x="9853" y="4212"/>
                </a:lnTo>
                <a:lnTo>
                  <a:pt x="9852" y="4212"/>
                </a:lnTo>
                <a:lnTo>
                  <a:pt x="9851" y="4212"/>
                </a:lnTo>
                <a:lnTo>
                  <a:pt x="9850" y="4225"/>
                </a:lnTo>
                <a:lnTo>
                  <a:pt x="9850" y="4224"/>
                </a:lnTo>
                <a:lnTo>
                  <a:pt x="9849" y="4224"/>
                </a:lnTo>
                <a:lnTo>
                  <a:pt x="9848" y="4224"/>
                </a:lnTo>
                <a:lnTo>
                  <a:pt x="9848" y="4223"/>
                </a:lnTo>
                <a:lnTo>
                  <a:pt x="9847" y="4223"/>
                </a:lnTo>
                <a:lnTo>
                  <a:pt x="9846" y="4222"/>
                </a:lnTo>
                <a:lnTo>
                  <a:pt x="9845" y="4222"/>
                </a:lnTo>
                <a:lnTo>
                  <a:pt x="9844" y="4222"/>
                </a:lnTo>
                <a:lnTo>
                  <a:pt x="9844" y="4221"/>
                </a:lnTo>
                <a:lnTo>
                  <a:pt x="9843" y="4221"/>
                </a:lnTo>
                <a:lnTo>
                  <a:pt x="9842" y="4220"/>
                </a:lnTo>
                <a:lnTo>
                  <a:pt x="9841" y="4220"/>
                </a:lnTo>
                <a:lnTo>
                  <a:pt x="9840" y="4220"/>
                </a:lnTo>
                <a:lnTo>
                  <a:pt x="9840" y="4219"/>
                </a:lnTo>
                <a:lnTo>
                  <a:pt x="9839" y="4219"/>
                </a:lnTo>
                <a:lnTo>
                  <a:pt x="9838" y="4219"/>
                </a:lnTo>
                <a:lnTo>
                  <a:pt x="9838" y="4218"/>
                </a:lnTo>
                <a:lnTo>
                  <a:pt x="9837" y="4218"/>
                </a:lnTo>
                <a:lnTo>
                  <a:pt x="9836" y="4217"/>
                </a:lnTo>
                <a:lnTo>
                  <a:pt x="9835" y="4217"/>
                </a:lnTo>
                <a:lnTo>
                  <a:pt x="9834" y="4217"/>
                </a:lnTo>
                <a:lnTo>
                  <a:pt x="9834" y="4216"/>
                </a:lnTo>
                <a:lnTo>
                  <a:pt x="9833" y="4216"/>
                </a:lnTo>
                <a:lnTo>
                  <a:pt x="9832" y="4215"/>
                </a:lnTo>
                <a:lnTo>
                  <a:pt x="9831" y="4215"/>
                </a:lnTo>
                <a:lnTo>
                  <a:pt x="9830" y="4215"/>
                </a:lnTo>
                <a:lnTo>
                  <a:pt x="9830" y="4214"/>
                </a:lnTo>
                <a:lnTo>
                  <a:pt x="9829" y="4214"/>
                </a:lnTo>
                <a:lnTo>
                  <a:pt x="9828" y="4214"/>
                </a:lnTo>
                <a:lnTo>
                  <a:pt x="9828" y="4213"/>
                </a:lnTo>
                <a:lnTo>
                  <a:pt x="9827" y="4213"/>
                </a:lnTo>
                <a:lnTo>
                  <a:pt x="9826" y="4212"/>
                </a:lnTo>
                <a:lnTo>
                  <a:pt x="9825" y="4212"/>
                </a:lnTo>
                <a:lnTo>
                  <a:pt x="9824" y="4212"/>
                </a:lnTo>
                <a:lnTo>
                  <a:pt x="9824" y="4211"/>
                </a:lnTo>
                <a:lnTo>
                  <a:pt x="9823" y="4211"/>
                </a:lnTo>
                <a:lnTo>
                  <a:pt x="9822" y="4210"/>
                </a:lnTo>
                <a:lnTo>
                  <a:pt x="9821" y="4223"/>
                </a:lnTo>
                <a:lnTo>
                  <a:pt x="9820" y="4223"/>
                </a:lnTo>
                <a:lnTo>
                  <a:pt x="9820" y="4222"/>
                </a:lnTo>
                <a:lnTo>
                  <a:pt x="9819" y="4222"/>
                </a:lnTo>
                <a:lnTo>
                  <a:pt x="9818" y="4222"/>
                </a:lnTo>
                <a:lnTo>
                  <a:pt x="9818" y="4221"/>
                </a:lnTo>
                <a:lnTo>
                  <a:pt x="9817" y="4221"/>
                </a:lnTo>
                <a:lnTo>
                  <a:pt x="9816" y="4221"/>
                </a:lnTo>
                <a:lnTo>
                  <a:pt x="9816" y="4233"/>
                </a:lnTo>
                <a:lnTo>
                  <a:pt x="9815" y="4233"/>
                </a:lnTo>
                <a:lnTo>
                  <a:pt x="9814" y="4233"/>
                </a:lnTo>
                <a:lnTo>
                  <a:pt x="9814" y="4232"/>
                </a:lnTo>
                <a:lnTo>
                  <a:pt x="9813" y="4232"/>
                </a:lnTo>
                <a:lnTo>
                  <a:pt x="9812" y="4232"/>
                </a:lnTo>
                <a:lnTo>
                  <a:pt x="9811" y="4231"/>
                </a:lnTo>
                <a:lnTo>
                  <a:pt x="9810" y="4231"/>
                </a:lnTo>
                <a:lnTo>
                  <a:pt x="9810" y="4230"/>
                </a:lnTo>
                <a:lnTo>
                  <a:pt x="9809" y="4230"/>
                </a:lnTo>
                <a:lnTo>
                  <a:pt x="9808" y="4230"/>
                </a:lnTo>
                <a:lnTo>
                  <a:pt x="9807" y="4229"/>
                </a:lnTo>
                <a:lnTo>
                  <a:pt x="9806" y="4229"/>
                </a:lnTo>
                <a:lnTo>
                  <a:pt x="9806" y="4228"/>
                </a:lnTo>
                <a:lnTo>
                  <a:pt x="9805" y="4228"/>
                </a:lnTo>
                <a:lnTo>
                  <a:pt x="9804" y="4228"/>
                </a:lnTo>
                <a:lnTo>
                  <a:pt x="9804" y="4227"/>
                </a:lnTo>
                <a:lnTo>
                  <a:pt x="9803" y="4227"/>
                </a:lnTo>
                <a:lnTo>
                  <a:pt x="9802" y="4227"/>
                </a:lnTo>
                <a:lnTo>
                  <a:pt x="9801" y="4226"/>
                </a:lnTo>
                <a:lnTo>
                  <a:pt x="9800" y="4226"/>
                </a:lnTo>
                <a:lnTo>
                  <a:pt x="9800" y="4225"/>
                </a:lnTo>
                <a:lnTo>
                  <a:pt x="9799" y="4225"/>
                </a:lnTo>
                <a:lnTo>
                  <a:pt x="9798" y="4225"/>
                </a:lnTo>
                <a:lnTo>
                  <a:pt x="9797" y="4224"/>
                </a:lnTo>
                <a:lnTo>
                  <a:pt x="9796" y="4224"/>
                </a:lnTo>
                <a:lnTo>
                  <a:pt x="9796" y="4223"/>
                </a:lnTo>
                <a:lnTo>
                  <a:pt x="9795" y="4223"/>
                </a:lnTo>
                <a:lnTo>
                  <a:pt x="9794" y="4223"/>
                </a:lnTo>
                <a:lnTo>
                  <a:pt x="9794" y="4222"/>
                </a:lnTo>
                <a:lnTo>
                  <a:pt x="9793" y="4222"/>
                </a:lnTo>
                <a:lnTo>
                  <a:pt x="9792" y="4222"/>
                </a:lnTo>
                <a:lnTo>
                  <a:pt x="9791" y="4221"/>
                </a:lnTo>
                <a:lnTo>
                  <a:pt x="9790" y="4221"/>
                </a:lnTo>
                <a:lnTo>
                  <a:pt x="9790" y="4220"/>
                </a:lnTo>
                <a:lnTo>
                  <a:pt x="9789" y="4220"/>
                </a:lnTo>
                <a:lnTo>
                  <a:pt x="9788" y="4220"/>
                </a:lnTo>
                <a:lnTo>
                  <a:pt x="9787" y="4219"/>
                </a:lnTo>
                <a:lnTo>
                  <a:pt x="9786" y="4219"/>
                </a:lnTo>
                <a:lnTo>
                  <a:pt x="9786" y="4218"/>
                </a:lnTo>
                <a:lnTo>
                  <a:pt x="9785" y="4218"/>
                </a:lnTo>
                <a:lnTo>
                  <a:pt x="9784" y="4218"/>
                </a:lnTo>
                <a:lnTo>
                  <a:pt x="9783" y="4217"/>
                </a:lnTo>
                <a:lnTo>
                  <a:pt x="9782" y="4217"/>
                </a:lnTo>
                <a:lnTo>
                  <a:pt x="9781" y="4216"/>
                </a:lnTo>
                <a:lnTo>
                  <a:pt x="9780" y="4216"/>
                </a:lnTo>
                <a:lnTo>
                  <a:pt x="9780" y="4215"/>
                </a:lnTo>
                <a:lnTo>
                  <a:pt x="9779" y="4215"/>
                </a:lnTo>
                <a:lnTo>
                  <a:pt x="9778" y="4215"/>
                </a:lnTo>
                <a:lnTo>
                  <a:pt x="9777" y="4214"/>
                </a:lnTo>
                <a:lnTo>
                  <a:pt x="9776" y="4214"/>
                </a:lnTo>
                <a:lnTo>
                  <a:pt x="9776" y="4213"/>
                </a:lnTo>
                <a:lnTo>
                  <a:pt x="9775" y="4213"/>
                </a:lnTo>
                <a:lnTo>
                  <a:pt x="9774" y="4213"/>
                </a:lnTo>
                <a:lnTo>
                  <a:pt x="9773" y="4212"/>
                </a:lnTo>
                <a:lnTo>
                  <a:pt x="9772" y="4212"/>
                </a:lnTo>
                <a:lnTo>
                  <a:pt x="9771" y="4211"/>
                </a:lnTo>
                <a:lnTo>
                  <a:pt x="9770" y="4211"/>
                </a:lnTo>
                <a:lnTo>
                  <a:pt x="9770" y="4210"/>
                </a:lnTo>
                <a:lnTo>
                  <a:pt x="9769" y="4210"/>
                </a:lnTo>
                <a:lnTo>
                  <a:pt x="9768" y="4210"/>
                </a:lnTo>
                <a:lnTo>
                  <a:pt x="9767" y="4209"/>
                </a:lnTo>
                <a:lnTo>
                  <a:pt x="9766" y="4209"/>
                </a:lnTo>
                <a:lnTo>
                  <a:pt x="9766" y="4208"/>
                </a:lnTo>
                <a:lnTo>
                  <a:pt x="9765" y="4208"/>
                </a:lnTo>
                <a:lnTo>
                  <a:pt x="9764" y="4208"/>
                </a:lnTo>
                <a:lnTo>
                  <a:pt x="9763" y="4207"/>
                </a:lnTo>
                <a:lnTo>
                  <a:pt x="9762" y="4207"/>
                </a:lnTo>
                <a:lnTo>
                  <a:pt x="9761" y="4219"/>
                </a:lnTo>
                <a:lnTo>
                  <a:pt x="9760" y="4219"/>
                </a:lnTo>
                <a:lnTo>
                  <a:pt x="9760" y="4218"/>
                </a:lnTo>
                <a:lnTo>
                  <a:pt x="9759" y="4218"/>
                </a:lnTo>
                <a:lnTo>
                  <a:pt x="9758" y="4217"/>
                </a:lnTo>
                <a:lnTo>
                  <a:pt x="9757" y="4217"/>
                </a:lnTo>
                <a:lnTo>
                  <a:pt x="9756" y="4216"/>
                </a:lnTo>
                <a:lnTo>
                  <a:pt x="9755" y="4216"/>
                </a:lnTo>
                <a:lnTo>
                  <a:pt x="9754" y="4216"/>
                </a:lnTo>
                <a:lnTo>
                  <a:pt x="9754" y="4215"/>
                </a:lnTo>
                <a:lnTo>
                  <a:pt x="9753" y="4215"/>
                </a:lnTo>
                <a:lnTo>
                  <a:pt x="9752" y="4214"/>
                </a:lnTo>
                <a:lnTo>
                  <a:pt x="9751" y="4214"/>
                </a:lnTo>
                <a:lnTo>
                  <a:pt x="9750" y="4214"/>
                </a:lnTo>
                <a:lnTo>
                  <a:pt x="9750" y="4213"/>
                </a:lnTo>
                <a:lnTo>
                  <a:pt x="9749" y="4213"/>
                </a:lnTo>
                <a:lnTo>
                  <a:pt x="9748" y="4212"/>
                </a:lnTo>
                <a:lnTo>
                  <a:pt x="9747" y="4212"/>
                </a:lnTo>
                <a:lnTo>
                  <a:pt x="9746" y="4211"/>
                </a:lnTo>
                <a:lnTo>
                  <a:pt x="9745" y="4211"/>
                </a:lnTo>
                <a:lnTo>
                  <a:pt x="9744" y="4211"/>
                </a:lnTo>
                <a:lnTo>
                  <a:pt x="9744" y="4210"/>
                </a:lnTo>
                <a:lnTo>
                  <a:pt x="9743" y="4210"/>
                </a:lnTo>
                <a:lnTo>
                  <a:pt x="9742" y="4209"/>
                </a:lnTo>
                <a:lnTo>
                  <a:pt x="9741" y="4209"/>
                </a:lnTo>
                <a:lnTo>
                  <a:pt x="9740" y="4209"/>
                </a:lnTo>
                <a:lnTo>
                  <a:pt x="9740" y="4208"/>
                </a:lnTo>
                <a:lnTo>
                  <a:pt x="9739" y="4208"/>
                </a:lnTo>
                <a:lnTo>
                  <a:pt x="9738" y="4207"/>
                </a:lnTo>
                <a:lnTo>
                  <a:pt x="9737" y="4207"/>
                </a:lnTo>
                <a:lnTo>
                  <a:pt x="9736" y="4206"/>
                </a:lnTo>
                <a:lnTo>
                  <a:pt x="9735" y="4206"/>
                </a:lnTo>
                <a:lnTo>
                  <a:pt x="9734" y="4206"/>
                </a:lnTo>
                <a:lnTo>
                  <a:pt x="9734" y="4205"/>
                </a:lnTo>
                <a:lnTo>
                  <a:pt x="9733" y="4205"/>
                </a:lnTo>
                <a:lnTo>
                  <a:pt x="9732" y="4204"/>
                </a:lnTo>
                <a:lnTo>
                  <a:pt x="9731" y="4204"/>
                </a:lnTo>
                <a:lnTo>
                  <a:pt x="9730" y="4204"/>
                </a:lnTo>
                <a:lnTo>
                  <a:pt x="9730" y="4203"/>
                </a:lnTo>
                <a:lnTo>
                  <a:pt x="9729" y="4203"/>
                </a:lnTo>
                <a:lnTo>
                  <a:pt x="9728" y="4202"/>
                </a:lnTo>
                <a:lnTo>
                  <a:pt x="9727" y="4202"/>
                </a:lnTo>
                <a:lnTo>
                  <a:pt x="9726" y="4201"/>
                </a:lnTo>
                <a:lnTo>
                  <a:pt x="9725" y="4201"/>
                </a:lnTo>
                <a:lnTo>
                  <a:pt x="9724" y="4201"/>
                </a:lnTo>
                <a:lnTo>
                  <a:pt x="9724" y="4200"/>
                </a:lnTo>
                <a:lnTo>
                  <a:pt x="9723" y="4200"/>
                </a:lnTo>
                <a:lnTo>
                  <a:pt x="9722" y="4199"/>
                </a:lnTo>
                <a:lnTo>
                  <a:pt x="9721" y="4199"/>
                </a:lnTo>
                <a:lnTo>
                  <a:pt x="9720" y="4199"/>
                </a:lnTo>
                <a:lnTo>
                  <a:pt x="9720" y="4198"/>
                </a:lnTo>
                <a:lnTo>
                  <a:pt x="9719" y="4198"/>
                </a:lnTo>
                <a:lnTo>
                  <a:pt x="9718" y="4197"/>
                </a:lnTo>
                <a:lnTo>
                  <a:pt x="9717" y="4197"/>
                </a:lnTo>
                <a:lnTo>
                  <a:pt x="9716" y="4197"/>
                </a:lnTo>
                <a:lnTo>
                  <a:pt x="9716" y="4196"/>
                </a:lnTo>
                <a:lnTo>
                  <a:pt x="9715" y="4196"/>
                </a:lnTo>
                <a:lnTo>
                  <a:pt x="9714" y="4196"/>
                </a:lnTo>
                <a:lnTo>
                  <a:pt x="9714" y="4195"/>
                </a:lnTo>
                <a:lnTo>
                  <a:pt x="9713" y="4195"/>
                </a:lnTo>
                <a:lnTo>
                  <a:pt x="9712" y="4194"/>
                </a:lnTo>
                <a:lnTo>
                  <a:pt x="9711" y="4194"/>
                </a:lnTo>
                <a:lnTo>
                  <a:pt x="9710" y="4194"/>
                </a:lnTo>
                <a:lnTo>
                  <a:pt x="9710" y="4193"/>
                </a:lnTo>
                <a:lnTo>
                  <a:pt x="9709" y="4193"/>
                </a:lnTo>
                <a:lnTo>
                  <a:pt x="9708" y="4192"/>
                </a:lnTo>
                <a:lnTo>
                  <a:pt x="9707" y="4192"/>
                </a:lnTo>
                <a:lnTo>
                  <a:pt x="9706" y="4192"/>
                </a:lnTo>
                <a:lnTo>
                  <a:pt x="9706" y="4191"/>
                </a:lnTo>
                <a:lnTo>
                  <a:pt x="9705" y="4191"/>
                </a:lnTo>
                <a:lnTo>
                  <a:pt x="9704" y="4191"/>
                </a:lnTo>
                <a:lnTo>
                  <a:pt x="9704" y="4190"/>
                </a:lnTo>
                <a:lnTo>
                  <a:pt x="9703" y="4190"/>
                </a:lnTo>
                <a:lnTo>
                  <a:pt x="9702" y="4189"/>
                </a:lnTo>
                <a:lnTo>
                  <a:pt x="9701" y="4189"/>
                </a:lnTo>
                <a:lnTo>
                  <a:pt x="9700" y="4189"/>
                </a:lnTo>
                <a:lnTo>
                  <a:pt x="9700" y="4188"/>
                </a:lnTo>
                <a:lnTo>
                  <a:pt x="9699" y="4188"/>
                </a:lnTo>
                <a:lnTo>
                  <a:pt x="9698" y="4187"/>
                </a:lnTo>
                <a:lnTo>
                  <a:pt x="9697" y="4187"/>
                </a:lnTo>
                <a:lnTo>
                  <a:pt x="9696" y="4187"/>
                </a:lnTo>
                <a:lnTo>
                  <a:pt x="9696" y="4186"/>
                </a:lnTo>
                <a:lnTo>
                  <a:pt x="9695" y="4186"/>
                </a:lnTo>
                <a:lnTo>
                  <a:pt x="9694" y="4186"/>
                </a:lnTo>
                <a:lnTo>
                  <a:pt x="9694" y="4185"/>
                </a:lnTo>
                <a:lnTo>
                  <a:pt x="9693" y="4185"/>
                </a:lnTo>
                <a:lnTo>
                  <a:pt x="9692" y="4184"/>
                </a:lnTo>
                <a:lnTo>
                  <a:pt x="9691" y="4184"/>
                </a:lnTo>
                <a:lnTo>
                  <a:pt x="9690" y="4184"/>
                </a:lnTo>
                <a:lnTo>
                  <a:pt x="9690" y="4183"/>
                </a:lnTo>
                <a:lnTo>
                  <a:pt x="9689" y="4183"/>
                </a:lnTo>
                <a:lnTo>
                  <a:pt x="9688" y="4182"/>
                </a:lnTo>
                <a:lnTo>
                  <a:pt x="9687" y="4182"/>
                </a:lnTo>
                <a:lnTo>
                  <a:pt x="9686" y="4182"/>
                </a:lnTo>
                <a:lnTo>
                  <a:pt x="9686" y="4181"/>
                </a:lnTo>
                <a:lnTo>
                  <a:pt x="9685" y="4181"/>
                </a:lnTo>
                <a:lnTo>
                  <a:pt x="9684" y="4181"/>
                </a:lnTo>
                <a:lnTo>
                  <a:pt x="9684" y="4180"/>
                </a:lnTo>
                <a:lnTo>
                  <a:pt x="9683" y="4180"/>
                </a:lnTo>
                <a:lnTo>
                  <a:pt x="9682" y="4179"/>
                </a:lnTo>
                <a:lnTo>
                  <a:pt x="9681" y="4179"/>
                </a:lnTo>
                <a:lnTo>
                  <a:pt x="9680" y="4179"/>
                </a:lnTo>
                <a:lnTo>
                  <a:pt x="9680" y="4178"/>
                </a:lnTo>
                <a:lnTo>
                  <a:pt x="9679" y="4178"/>
                </a:lnTo>
                <a:lnTo>
                  <a:pt x="9678" y="4177"/>
                </a:lnTo>
                <a:lnTo>
                  <a:pt x="9677" y="4177"/>
                </a:lnTo>
                <a:lnTo>
                  <a:pt x="9676" y="4177"/>
                </a:lnTo>
                <a:lnTo>
                  <a:pt x="9676" y="4176"/>
                </a:lnTo>
                <a:lnTo>
                  <a:pt x="9675" y="4176"/>
                </a:lnTo>
                <a:lnTo>
                  <a:pt x="9674" y="4176"/>
                </a:lnTo>
                <a:lnTo>
                  <a:pt x="9674" y="4175"/>
                </a:lnTo>
                <a:lnTo>
                  <a:pt x="9673" y="4175"/>
                </a:lnTo>
                <a:lnTo>
                  <a:pt x="9672" y="4174"/>
                </a:lnTo>
                <a:lnTo>
                  <a:pt x="9671" y="4174"/>
                </a:lnTo>
                <a:lnTo>
                  <a:pt x="9670" y="4174"/>
                </a:lnTo>
                <a:lnTo>
                  <a:pt x="9670" y="4173"/>
                </a:lnTo>
                <a:lnTo>
                  <a:pt x="9669" y="4173"/>
                </a:lnTo>
                <a:lnTo>
                  <a:pt x="9668" y="4172"/>
                </a:lnTo>
                <a:lnTo>
                  <a:pt x="9667" y="4172"/>
                </a:lnTo>
                <a:lnTo>
                  <a:pt x="9666" y="4172"/>
                </a:lnTo>
                <a:lnTo>
                  <a:pt x="9666" y="4171"/>
                </a:lnTo>
                <a:lnTo>
                  <a:pt x="9665" y="4171"/>
                </a:lnTo>
                <a:lnTo>
                  <a:pt x="9664" y="4171"/>
                </a:lnTo>
                <a:lnTo>
                  <a:pt x="9664" y="4170"/>
                </a:lnTo>
                <a:lnTo>
                  <a:pt x="9663" y="4170"/>
                </a:lnTo>
                <a:lnTo>
                  <a:pt x="9662" y="4169"/>
                </a:lnTo>
                <a:lnTo>
                  <a:pt x="9661" y="4169"/>
                </a:lnTo>
                <a:lnTo>
                  <a:pt x="9660" y="4181"/>
                </a:lnTo>
                <a:lnTo>
                  <a:pt x="9659" y="4180"/>
                </a:lnTo>
                <a:lnTo>
                  <a:pt x="9658" y="4180"/>
                </a:lnTo>
                <a:lnTo>
                  <a:pt x="9657" y="4179"/>
                </a:lnTo>
                <a:lnTo>
                  <a:pt x="9656" y="4179"/>
                </a:lnTo>
                <a:lnTo>
                  <a:pt x="9655" y="4178"/>
                </a:lnTo>
                <a:lnTo>
                  <a:pt x="9654" y="4178"/>
                </a:lnTo>
                <a:lnTo>
                  <a:pt x="9653" y="4177"/>
                </a:lnTo>
                <a:lnTo>
                  <a:pt x="9652" y="4177"/>
                </a:lnTo>
                <a:lnTo>
                  <a:pt x="9652" y="4176"/>
                </a:lnTo>
                <a:lnTo>
                  <a:pt x="9651" y="4176"/>
                </a:lnTo>
                <a:lnTo>
                  <a:pt x="9650" y="4176"/>
                </a:lnTo>
                <a:lnTo>
                  <a:pt x="9649" y="4175"/>
                </a:lnTo>
                <a:lnTo>
                  <a:pt x="9648" y="4175"/>
                </a:lnTo>
                <a:lnTo>
                  <a:pt x="9647" y="4174"/>
                </a:lnTo>
                <a:lnTo>
                  <a:pt x="9646" y="4174"/>
                </a:lnTo>
                <a:lnTo>
                  <a:pt x="9645" y="4173"/>
                </a:lnTo>
                <a:lnTo>
                  <a:pt x="9644" y="4173"/>
                </a:lnTo>
                <a:lnTo>
                  <a:pt x="9643" y="4172"/>
                </a:lnTo>
                <a:lnTo>
                  <a:pt x="9642" y="4172"/>
                </a:lnTo>
                <a:lnTo>
                  <a:pt x="9642" y="4171"/>
                </a:lnTo>
                <a:lnTo>
                  <a:pt x="9641" y="4171"/>
                </a:lnTo>
                <a:lnTo>
                  <a:pt x="9640" y="4171"/>
                </a:lnTo>
                <a:lnTo>
                  <a:pt x="9639" y="4170"/>
                </a:lnTo>
                <a:lnTo>
                  <a:pt x="9638" y="4170"/>
                </a:lnTo>
                <a:lnTo>
                  <a:pt x="9637" y="4169"/>
                </a:lnTo>
                <a:lnTo>
                  <a:pt x="9636" y="4169"/>
                </a:lnTo>
                <a:lnTo>
                  <a:pt x="9635" y="4168"/>
                </a:lnTo>
                <a:lnTo>
                  <a:pt x="9634" y="4168"/>
                </a:lnTo>
                <a:lnTo>
                  <a:pt x="9633" y="4167"/>
                </a:lnTo>
                <a:lnTo>
                  <a:pt x="9632" y="4167"/>
                </a:lnTo>
                <a:lnTo>
                  <a:pt x="9631" y="4166"/>
                </a:lnTo>
                <a:lnTo>
                  <a:pt x="9630" y="4166"/>
                </a:lnTo>
                <a:lnTo>
                  <a:pt x="9629" y="4165"/>
                </a:lnTo>
                <a:lnTo>
                  <a:pt x="9628" y="4165"/>
                </a:lnTo>
                <a:lnTo>
                  <a:pt x="9627" y="4164"/>
                </a:lnTo>
                <a:lnTo>
                  <a:pt x="9626" y="4164"/>
                </a:lnTo>
                <a:lnTo>
                  <a:pt x="9625" y="4163"/>
                </a:lnTo>
                <a:lnTo>
                  <a:pt x="9624" y="4163"/>
                </a:lnTo>
                <a:lnTo>
                  <a:pt x="9623" y="4162"/>
                </a:lnTo>
                <a:lnTo>
                  <a:pt x="9622" y="4162"/>
                </a:lnTo>
                <a:lnTo>
                  <a:pt x="9621" y="4161"/>
                </a:lnTo>
                <a:lnTo>
                  <a:pt x="9620" y="4161"/>
                </a:lnTo>
                <a:lnTo>
                  <a:pt x="9619" y="4160"/>
                </a:lnTo>
                <a:lnTo>
                  <a:pt x="9618" y="4160"/>
                </a:lnTo>
                <a:lnTo>
                  <a:pt x="9617" y="4159"/>
                </a:lnTo>
                <a:lnTo>
                  <a:pt x="9616" y="4159"/>
                </a:lnTo>
                <a:lnTo>
                  <a:pt x="9615" y="4158"/>
                </a:lnTo>
                <a:lnTo>
                  <a:pt x="9614" y="4158"/>
                </a:lnTo>
                <a:lnTo>
                  <a:pt x="9613" y="4157"/>
                </a:lnTo>
                <a:lnTo>
                  <a:pt x="9612" y="4157"/>
                </a:lnTo>
                <a:lnTo>
                  <a:pt x="9611" y="4156"/>
                </a:lnTo>
                <a:lnTo>
                  <a:pt x="9610" y="4156"/>
                </a:lnTo>
                <a:lnTo>
                  <a:pt x="9609" y="4155"/>
                </a:lnTo>
                <a:lnTo>
                  <a:pt x="9608" y="4155"/>
                </a:lnTo>
                <a:lnTo>
                  <a:pt x="9607" y="4154"/>
                </a:lnTo>
                <a:lnTo>
                  <a:pt x="9606" y="4154"/>
                </a:lnTo>
                <a:lnTo>
                  <a:pt x="9605" y="4153"/>
                </a:lnTo>
                <a:lnTo>
                  <a:pt x="9604" y="4153"/>
                </a:lnTo>
                <a:lnTo>
                  <a:pt x="9603" y="4152"/>
                </a:lnTo>
                <a:lnTo>
                  <a:pt x="9602" y="4152"/>
                </a:lnTo>
                <a:lnTo>
                  <a:pt x="9601" y="4151"/>
                </a:lnTo>
                <a:lnTo>
                  <a:pt x="9600" y="4151"/>
                </a:lnTo>
                <a:lnTo>
                  <a:pt x="9599" y="4150"/>
                </a:lnTo>
                <a:lnTo>
                  <a:pt x="9598" y="4150"/>
                </a:lnTo>
                <a:lnTo>
                  <a:pt x="9597" y="4149"/>
                </a:lnTo>
                <a:lnTo>
                  <a:pt x="9596" y="4149"/>
                </a:lnTo>
                <a:lnTo>
                  <a:pt x="9595" y="4148"/>
                </a:lnTo>
                <a:lnTo>
                  <a:pt x="9594" y="4148"/>
                </a:lnTo>
                <a:lnTo>
                  <a:pt x="9593" y="4147"/>
                </a:lnTo>
                <a:lnTo>
                  <a:pt x="9592" y="4147"/>
                </a:lnTo>
                <a:lnTo>
                  <a:pt x="9591" y="4146"/>
                </a:lnTo>
                <a:lnTo>
                  <a:pt x="9590" y="4146"/>
                </a:lnTo>
                <a:lnTo>
                  <a:pt x="9589" y="4145"/>
                </a:lnTo>
                <a:lnTo>
                  <a:pt x="9588" y="4145"/>
                </a:lnTo>
                <a:lnTo>
                  <a:pt x="9588" y="4144"/>
                </a:lnTo>
                <a:lnTo>
                  <a:pt x="9587" y="4144"/>
                </a:lnTo>
                <a:lnTo>
                  <a:pt x="9586" y="4144"/>
                </a:lnTo>
                <a:lnTo>
                  <a:pt x="9585" y="4143"/>
                </a:lnTo>
                <a:lnTo>
                  <a:pt x="9584" y="4143"/>
                </a:lnTo>
                <a:lnTo>
                  <a:pt x="9583" y="4142"/>
                </a:lnTo>
                <a:lnTo>
                  <a:pt x="9582" y="4142"/>
                </a:lnTo>
                <a:lnTo>
                  <a:pt x="9581" y="4141"/>
                </a:lnTo>
                <a:lnTo>
                  <a:pt x="9580" y="4141"/>
                </a:lnTo>
                <a:lnTo>
                  <a:pt x="9579" y="4140"/>
                </a:lnTo>
                <a:lnTo>
                  <a:pt x="9578" y="4140"/>
                </a:lnTo>
                <a:lnTo>
                  <a:pt x="9578" y="4139"/>
                </a:lnTo>
                <a:lnTo>
                  <a:pt x="9577" y="4139"/>
                </a:lnTo>
                <a:lnTo>
                  <a:pt x="9576" y="4151"/>
                </a:lnTo>
                <a:lnTo>
                  <a:pt x="9576" y="4150"/>
                </a:lnTo>
                <a:lnTo>
                  <a:pt x="9575" y="4150"/>
                </a:lnTo>
                <a:lnTo>
                  <a:pt x="9574" y="4150"/>
                </a:lnTo>
                <a:lnTo>
                  <a:pt x="9573" y="4149"/>
                </a:lnTo>
                <a:lnTo>
                  <a:pt x="9572" y="4149"/>
                </a:lnTo>
                <a:lnTo>
                  <a:pt x="9572" y="4148"/>
                </a:lnTo>
                <a:lnTo>
                  <a:pt x="9571" y="4148"/>
                </a:lnTo>
                <a:lnTo>
                  <a:pt x="9570" y="4148"/>
                </a:lnTo>
                <a:lnTo>
                  <a:pt x="9570" y="4147"/>
                </a:lnTo>
                <a:lnTo>
                  <a:pt x="9569" y="4147"/>
                </a:lnTo>
                <a:lnTo>
                  <a:pt x="9568" y="4147"/>
                </a:lnTo>
                <a:lnTo>
                  <a:pt x="9568" y="4146"/>
                </a:lnTo>
                <a:lnTo>
                  <a:pt x="9567" y="4146"/>
                </a:lnTo>
                <a:lnTo>
                  <a:pt x="9566" y="4146"/>
                </a:lnTo>
                <a:lnTo>
                  <a:pt x="9566" y="4145"/>
                </a:lnTo>
                <a:lnTo>
                  <a:pt x="9565" y="4145"/>
                </a:lnTo>
                <a:lnTo>
                  <a:pt x="9564" y="4145"/>
                </a:lnTo>
                <a:lnTo>
                  <a:pt x="9563" y="4144"/>
                </a:lnTo>
                <a:lnTo>
                  <a:pt x="9562" y="4144"/>
                </a:lnTo>
                <a:lnTo>
                  <a:pt x="9562" y="4143"/>
                </a:lnTo>
                <a:lnTo>
                  <a:pt x="9561" y="4143"/>
                </a:lnTo>
                <a:lnTo>
                  <a:pt x="9560" y="4143"/>
                </a:lnTo>
                <a:lnTo>
                  <a:pt x="9560" y="4142"/>
                </a:lnTo>
                <a:lnTo>
                  <a:pt x="9559" y="4142"/>
                </a:lnTo>
                <a:lnTo>
                  <a:pt x="9558" y="4142"/>
                </a:lnTo>
                <a:lnTo>
                  <a:pt x="9558" y="4141"/>
                </a:lnTo>
                <a:lnTo>
                  <a:pt x="9557" y="4141"/>
                </a:lnTo>
                <a:lnTo>
                  <a:pt x="9556" y="4141"/>
                </a:lnTo>
                <a:lnTo>
                  <a:pt x="9556" y="4140"/>
                </a:lnTo>
                <a:lnTo>
                  <a:pt x="9555" y="4140"/>
                </a:lnTo>
                <a:lnTo>
                  <a:pt x="9554" y="4140"/>
                </a:lnTo>
                <a:lnTo>
                  <a:pt x="9553" y="4139"/>
                </a:lnTo>
                <a:lnTo>
                  <a:pt x="9552" y="4139"/>
                </a:lnTo>
                <a:lnTo>
                  <a:pt x="9552" y="4138"/>
                </a:lnTo>
                <a:lnTo>
                  <a:pt x="9551" y="4138"/>
                </a:lnTo>
                <a:lnTo>
                  <a:pt x="9550" y="4138"/>
                </a:lnTo>
                <a:lnTo>
                  <a:pt x="9549" y="4137"/>
                </a:lnTo>
                <a:lnTo>
                  <a:pt x="9548" y="4137"/>
                </a:lnTo>
                <a:lnTo>
                  <a:pt x="9548" y="4136"/>
                </a:lnTo>
                <a:lnTo>
                  <a:pt x="9547" y="4136"/>
                </a:lnTo>
                <a:lnTo>
                  <a:pt x="9546" y="4136"/>
                </a:lnTo>
                <a:lnTo>
                  <a:pt x="9546" y="4135"/>
                </a:lnTo>
                <a:lnTo>
                  <a:pt x="9545" y="4135"/>
                </a:lnTo>
                <a:lnTo>
                  <a:pt x="9544" y="4135"/>
                </a:lnTo>
                <a:lnTo>
                  <a:pt x="9543" y="4134"/>
                </a:lnTo>
                <a:lnTo>
                  <a:pt x="9542" y="4134"/>
                </a:lnTo>
                <a:lnTo>
                  <a:pt x="9542" y="4133"/>
                </a:lnTo>
                <a:lnTo>
                  <a:pt x="9541" y="4133"/>
                </a:lnTo>
                <a:lnTo>
                  <a:pt x="9540" y="4133"/>
                </a:lnTo>
                <a:lnTo>
                  <a:pt x="9539" y="4132"/>
                </a:lnTo>
                <a:lnTo>
                  <a:pt x="9538" y="4132"/>
                </a:lnTo>
                <a:lnTo>
                  <a:pt x="9538" y="4131"/>
                </a:lnTo>
                <a:lnTo>
                  <a:pt x="9537" y="4131"/>
                </a:lnTo>
                <a:lnTo>
                  <a:pt x="9536" y="4131"/>
                </a:lnTo>
                <a:lnTo>
                  <a:pt x="9536" y="4130"/>
                </a:lnTo>
                <a:lnTo>
                  <a:pt x="9535" y="4130"/>
                </a:lnTo>
                <a:lnTo>
                  <a:pt x="9534" y="4130"/>
                </a:lnTo>
                <a:lnTo>
                  <a:pt x="9533" y="4129"/>
                </a:lnTo>
                <a:lnTo>
                  <a:pt x="9532" y="4129"/>
                </a:lnTo>
                <a:lnTo>
                  <a:pt x="9532" y="4128"/>
                </a:lnTo>
                <a:lnTo>
                  <a:pt x="9531" y="4128"/>
                </a:lnTo>
                <a:lnTo>
                  <a:pt x="9530" y="4128"/>
                </a:lnTo>
                <a:lnTo>
                  <a:pt x="9529" y="4127"/>
                </a:lnTo>
                <a:lnTo>
                  <a:pt x="9528" y="4127"/>
                </a:lnTo>
                <a:lnTo>
                  <a:pt x="9528" y="4126"/>
                </a:lnTo>
                <a:lnTo>
                  <a:pt x="9527" y="4126"/>
                </a:lnTo>
                <a:lnTo>
                  <a:pt x="9526" y="4126"/>
                </a:lnTo>
                <a:lnTo>
                  <a:pt x="9526" y="4125"/>
                </a:lnTo>
                <a:lnTo>
                  <a:pt x="9525" y="4125"/>
                </a:lnTo>
                <a:lnTo>
                  <a:pt x="9524" y="4125"/>
                </a:lnTo>
                <a:lnTo>
                  <a:pt x="9523" y="4124"/>
                </a:lnTo>
                <a:lnTo>
                  <a:pt x="9522" y="4124"/>
                </a:lnTo>
                <a:lnTo>
                  <a:pt x="9522" y="4123"/>
                </a:lnTo>
                <a:lnTo>
                  <a:pt x="9521" y="4123"/>
                </a:lnTo>
                <a:lnTo>
                  <a:pt x="9520" y="4123"/>
                </a:lnTo>
                <a:lnTo>
                  <a:pt x="9519" y="4122"/>
                </a:lnTo>
                <a:lnTo>
                  <a:pt x="9518" y="4122"/>
                </a:lnTo>
                <a:lnTo>
                  <a:pt x="9518" y="4121"/>
                </a:lnTo>
                <a:lnTo>
                  <a:pt x="9517" y="4121"/>
                </a:lnTo>
                <a:lnTo>
                  <a:pt x="9516" y="4121"/>
                </a:lnTo>
                <a:lnTo>
                  <a:pt x="9516" y="4120"/>
                </a:lnTo>
                <a:lnTo>
                  <a:pt x="9515" y="4120"/>
                </a:lnTo>
                <a:lnTo>
                  <a:pt x="9514" y="4120"/>
                </a:lnTo>
                <a:lnTo>
                  <a:pt x="9513" y="4119"/>
                </a:lnTo>
                <a:lnTo>
                  <a:pt x="9512" y="4119"/>
                </a:lnTo>
                <a:lnTo>
                  <a:pt x="9512" y="4118"/>
                </a:lnTo>
                <a:lnTo>
                  <a:pt x="9511" y="4118"/>
                </a:lnTo>
                <a:lnTo>
                  <a:pt x="9510" y="4118"/>
                </a:lnTo>
                <a:lnTo>
                  <a:pt x="9509" y="4117"/>
                </a:lnTo>
                <a:lnTo>
                  <a:pt x="9508" y="4117"/>
                </a:lnTo>
                <a:lnTo>
                  <a:pt x="9508" y="4116"/>
                </a:lnTo>
                <a:lnTo>
                  <a:pt x="9507" y="4116"/>
                </a:lnTo>
                <a:lnTo>
                  <a:pt x="9506" y="4116"/>
                </a:lnTo>
                <a:lnTo>
                  <a:pt x="9506" y="4115"/>
                </a:lnTo>
                <a:lnTo>
                  <a:pt x="9505" y="4115"/>
                </a:lnTo>
                <a:lnTo>
                  <a:pt x="9504" y="4115"/>
                </a:lnTo>
                <a:lnTo>
                  <a:pt x="9503" y="4114"/>
                </a:lnTo>
                <a:lnTo>
                  <a:pt x="9502" y="4114"/>
                </a:lnTo>
                <a:lnTo>
                  <a:pt x="9502" y="4113"/>
                </a:lnTo>
                <a:lnTo>
                  <a:pt x="9501" y="4113"/>
                </a:lnTo>
                <a:lnTo>
                  <a:pt x="9500" y="4113"/>
                </a:lnTo>
                <a:lnTo>
                  <a:pt x="9499" y="4112"/>
                </a:lnTo>
                <a:lnTo>
                  <a:pt x="9498" y="4112"/>
                </a:lnTo>
                <a:lnTo>
                  <a:pt x="9498" y="4111"/>
                </a:lnTo>
                <a:lnTo>
                  <a:pt x="9497" y="4111"/>
                </a:lnTo>
                <a:lnTo>
                  <a:pt x="9496" y="4111"/>
                </a:lnTo>
                <a:lnTo>
                  <a:pt x="9496" y="4110"/>
                </a:lnTo>
                <a:lnTo>
                  <a:pt x="9495" y="4110"/>
                </a:lnTo>
                <a:lnTo>
                  <a:pt x="9494" y="4110"/>
                </a:lnTo>
                <a:lnTo>
                  <a:pt x="9493" y="4109"/>
                </a:lnTo>
                <a:lnTo>
                  <a:pt x="9492" y="4109"/>
                </a:lnTo>
                <a:lnTo>
                  <a:pt x="9492" y="4108"/>
                </a:lnTo>
                <a:lnTo>
                  <a:pt x="9491" y="4108"/>
                </a:lnTo>
                <a:lnTo>
                  <a:pt x="9490" y="4108"/>
                </a:lnTo>
                <a:lnTo>
                  <a:pt x="9489" y="4107"/>
                </a:lnTo>
                <a:lnTo>
                  <a:pt x="9488" y="4107"/>
                </a:lnTo>
                <a:lnTo>
                  <a:pt x="9488" y="4106"/>
                </a:lnTo>
                <a:lnTo>
                  <a:pt x="9487" y="4106"/>
                </a:lnTo>
                <a:lnTo>
                  <a:pt x="9486" y="4106"/>
                </a:lnTo>
                <a:lnTo>
                  <a:pt x="9485" y="4105"/>
                </a:lnTo>
                <a:lnTo>
                  <a:pt x="9484" y="4105"/>
                </a:lnTo>
                <a:lnTo>
                  <a:pt x="9483" y="4104"/>
                </a:lnTo>
                <a:lnTo>
                  <a:pt x="9482" y="4104"/>
                </a:lnTo>
                <a:lnTo>
                  <a:pt x="9482" y="4103"/>
                </a:lnTo>
                <a:lnTo>
                  <a:pt x="9481" y="4103"/>
                </a:lnTo>
                <a:lnTo>
                  <a:pt x="9480" y="4103"/>
                </a:lnTo>
                <a:lnTo>
                  <a:pt x="9479" y="4102"/>
                </a:lnTo>
                <a:lnTo>
                  <a:pt x="9478" y="4102"/>
                </a:lnTo>
                <a:lnTo>
                  <a:pt x="9478" y="4101"/>
                </a:lnTo>
                <a:lnTo>
                  <a:pt x="9477" y="4101"/>
                </a:lnTo>
                <a:lnTo>
                  <a:pt x="9476" y="4101"/>
                </a:lnTo>
                <a:lnTo>
                  <a:pt x="9475" y="4100"/>
                </a:lnTo>
                <a:lnTo>
                  <a:pt x="9474" y="4100"/>
                </a:lnTo>
                <a:lnTo>
                  <a:pt x="9473" y="4099"/>
                </a:lnTo>
                <a:lnTo>
                  <a:pt x="9472" y="4099"/>
                </a:lnTo>
                <a:lnTo>
                  <a:pt x="9472" y="4098"/>
                </a:lnTo>
                <a:lnTo>
                  <a:pt x="9471" y="4098"/>
                </a:lnTo>
                <a:lnTo>
                  <a:pt x="9470" y="4098"/>
                </a:lnTo>
                <a:lnTo>
                  <a:pt x="9469" y="4097"/>
                </a:lnTo>
                <a:lnTo>
                  <a:pt x="9468" y="4097"/>
                </a:lnTo>
                <a:lnTo>
                  <a:pt x="9468" y="4096"/>
                </a:lnTo>
                <a:lnTo>
                  <a:pt x="9467" y="4096"/>
                </a:lnTo>
                <a:lnTo>
                  <a:pt x="9466" y="4096"/>
                </a:lnTo>
                <a:lnTo>
                  <a:pt x="9465" y="4095"/>
                </a:lnTo>
                <a:lnTo>
                  <a:pt x="9464" y="4095"/>
                </a:lnTo>
                <a:lnTo>
                  <a:pt x="9463" y="4094"/>
                </a:lnTo>
                <a:lnTo>
                  <a:pt x="9462" y="4094"/>
                </a:lnTo>
                <a:lnTo>
                  <a:pt x="9462" y="4093"/>
                </a:lnTo>
                <a:lnTo>
                  <a:pt x="9461" y="4093"/>
                </a:lnTo>
                <a:lnTo>
                  <a:pt x="9460" y="4093"/>
                </a:lnTo>
                <a:lnTo>
                  <a:pt x="9459" y="4092"/>
                </a:lnTo>
                <a:lnTo>
                  <a:pt x="9458" y="4092"/>
                </a:lnTo>
                <a:lnTo>
                  <a:pt x="9458" y="4091"/>
                </a:lnTo>
                <a:lnTo>
                  <a:pt x="9457" y="4091"/>
                </a:lnTo>
                <a:lnTo>
                  <a:pt x="9456" y="4091"/>
                </a:lnTo>
                <a:lnTo>
                  <a:pt x="9455" y="4090"/>
                </a:lnTo>
                <a:lnTo>
                  <a:pt x="9454" y="4090"/>
                </a:lnTo>
                <a:lnTo>
                  <a:pt x="9454" y="4089"/>
                </a:lnTo>
                <a:lnTo>
                  <a:pt x="9453" y="4089"/>
                </a:lnTo>
                <a:lnTo>
                  <a:pt x="9452" y="4089"/>
                </a:lnTo>
                <a:lnTo>
                  <a:pt x="9452" y="4088"/>
                </a:lnTo>
                <a:lnTo>
                  <a:pt x="9451" y="4088"/>
                </a:lnTo>
                <a:lnTo>
                  <a:pt x="9450" y="4088"/>
                </a:lnTo>
                <a:lnTo>
                  <a:pt x="9449" y="4087"/>
                </a:lnTo>
                <a:lnTo>
                  <a:pt x="9448" y="4087"/>
                </a:lnTo>
                <a:lnTo>
                  <a:pt x="9448" y="4086"/>
                </a:lnTo>
                <a:lnTo>
                  <a:pt x="9447" y="4086"/>
                </a:lnTo>
                <a:lnTo>
                  <a:pt x="9446" y="4086"/>
                </a:lnTo>
                <a:lnTo>
                  <a:pt x="9445" y="4085"/>
                </a:lnTo>
                <a:lnTo>
                  <a:pt x="9444" y="4085"/>
                </a:lnTo>
                <a:lnTo>
                  <a:pt x="9444" y="4084"/>
                </a:lnTo>
                <a:lnTo>
                  <a:pt x="9443" y="4084"/>
                </a:lnTo>
                <a:lnTo>
                  <a:pt x="9442" y="4084"/>
                </a:lnTo>
                <a:lnTo>
                  <a:pt x="9442" y="4083"/>
                </a:lnTo>
                <a:lnTo>
                  <a:pt x="9441" y="4083"/>
                </a:lnTo>
                <a:lnTo>
                  <a:pt x="9440" y="4083"/>
                </a:lnTo>
                <a:lnTo>
                  <a:pt x="9439" y="4082"/>
                </a:lnTo>
                <a:lnTo>
                  <a:pt x="9438" y="4082"/>
                </a:lnTo>
                <a:lnTo>
                  <a:pt x="9438" y="4081"/>
                </a:lnTo>
                <a:lnTo>
                  <a:pt x="9437" y="4081"/>
                </a:lnTo>
                <a:lnTo>
                  <a:pt x="9436" y="4081"/>
                </a:lnTo>
                <a:lnTo>
                  <a:pt x="9435" y="4080"/>
                </a:lnTo>
                <a:lnTo>
                  <a:pt x="9434" y="4080"/>
                </a:lnTo>
                <a:lnTo>
                  <a:pt x="9434" y="4079"/>
                </a:lnTo>
                <a:lnTo>
                  <a:pt x="9433" y="4079"/>
                </a:lnTo>
                <a:lnTo>
                  <a:pt x="9432" y="4079"/>
                </a:lnTo>
                <a:lnTo>
                  <a:pt x="9432" y="4078"/>
                </a:lnTo>
                <a:lnTo>
                  <a:pt x="9431" y="4078"/>
                </a:lnTo>
                <a:lnTo>
                  <a:pt x="9430" y="4078"/>
                </a:lnTo>
                <a:lnTo>
                  <a:pt x="9429" y="4077"/>
                </a:lnTo>
                <a:lnTo>
                  <a:pt x="9428" y="4077"/>
                </a:lnTo>
                <a:lnTo>
                  <a:pt x="9428" y="4076"/>
                </a:lnTo>
                <a:lnTo>
                  <a:pt x="9427" y="4076"/>
                </a:lnTo>
                <a:lnTo>
                  <a:pt x="9426" y="4076"/>
                </a:lnTo>
                <a:lnTo>
                  <a:pt x="9425" y="4075"/>
                </a:lnTo>
                <a:lnTo>
                  <a:pt x="9424" y="4075"/>
                </a:lnTo>
                <a:lnTo>
                  <a:pt x="9424" y="4074"/>
                </a:lnTo>
                <a:lnTo>
                  <a:pt x="9423" y="4074"/>
                </a:lnTo>
                <a:lnTo>
                  <a:pt x="9422" y="4074"/>
                </a:lnTo>
                <a:lnTo>
                  <a:pt x="9421" y="4073"/>
                </a:lnTo>
                <a:lnTo>
                  <a:pt x="9420" y="4073"/>
                </a:lnTo>
                <a:lnTo>
                  <a:pt x="9419" y="4072"/>
                </a:lnTo>
                <a:lnTo>
                  <a:pt x="9418" y="4072"/>
                </a:lnTo>
                <a:lnTo>
                  <a:pt x="9418" y="4071"/>
                </a:lnTo>
                <a:lnTo>
                  <a:pt x="9417" y="4071"/>
                </a:lnTo>
                <a:lnTo>
                  <a:pt x="9416" y="4071"/>
                </a:lnTo>
                <a:lnTo>
                  <a:pt x="9415" y="4070"/>
                </a:lnTo>
                <a:lnTo>
                  <a:pt x="9414" y="4070"/>
                </a:lnTo>
                <a:lnTo>
                  <a:pt x="9414" y="4069"/>
                </a:lnTo>
                <a:lnTo>
                  <a:pt x="9413" y="4069"/>
                </a:lnTo>
                <a:lnTo>
                  <a:pt x="9412" y="4069"/>
                </a:lnTo>
                <a:lnTo>
                  <a:pt x="9411" y="4068"/>
                </a:lnTo>
                <a:lnTo>
                  <a:pt x="9410" y="4068"/>
                </a:lnTo>
                <a:lnTo>
                  <a:pt x="9409" y="4067"/>
                </a:lnTo>
                <a:lnTo>
                  <a:pt x="9408" y="4067"/>
                </a:lnTo>
                <a:lnTo>
                  <a:pt x="9408" y="4066"/>
                </a:lnTo>
                <a:lnTo>
                  <a:pt x="9407" y="4077"/>
                </a:lnTo>
                <a:lnTo>
                  <a:pt x="9406" y="4077"/>
                </a:lnTo>
                <a:lnTo>
                  <a:pt x="9405" y="4076"/>
                </a:lnTo>
                <a:lnTo>
                  <a:pt x="9404" y="4076"/>
                </a:lnTo>
                <a:lnTo>
                  <a:pt x="9404" y="4075"/>
                </a:lnTo>
                <a:lnTo>
                  <a:pt x="9403" y="4075"/>
                </a:lnTo>
                <a:lnTo>
                  <a:pt x="9402" y="4075"/>
                </a:lnTo>
                <a:lnTo>
                  <a:pt x="9402" y="4074"/>
                </a:lnTo>
                <a:lnTo>
                  <a:pt x="9401" y="4074"/>
                </a:lnTo>
                <a:lnTo>
                  <a:pt x="9400" y="4074"/>
                </a:lnTo>
                <a:lnTo>
                  <a:pt x="9399" y="4073"/>
                </a:lnTo>
                <a:lnTo>
                  <a:pt x="9398" y="4073"/>
                </a:lnTo>
                <a:lnTo>
                  <a:pt x="9398" y="4072"/>
                </a:lnTo>
                <a:lnTo>
                  <a:pt x="9397" y="4072"/>
                </a:lnTo>
                <a:lnTo>
                  <a:pt x="9396" y="4072"/>
                </a:lnTo>
                <a:lnTo>
                  <a:pt x="9395" y="4071"/>
                </a:lnTo>
                <a:lnTo>
                  <a:pt x="9394" y="4071"/>
                </a:lnTo>
                <a:lnTo>
                  <a:pt x="9394" y="4070"/>
                </a:lnTo>
                <a:lnTo>
                  <a:pt x="9393" y="4070"/>
                </a:lnTo>
                <a:lnTo>
                  <a:pt x="9392" y="4070"/>
                </a:lnTo>
                <a:lnTo>
                  <a:pt x="9391" y="4069"/>
                </a:lnTo>
                <a:lnTo>
                  <a:pt x="9390" y="4069"/>
                </a:lnTo>
                <a:lnTo>
                  <a:pt x="9389" y="4068"/>
                </a:lnTo>
                <a:lnTo>
                  <a:pt x="9388" y="4068"/>
                </a:lnTo>
                <a:lnTo>
                  <a:pt x="9388" y="4067"/>
                </a:lnTo>
                <a:lnTo>
                  <a:pt x="9387" y="4067"/>
                </a:lnTo>
                <a:lnTo>
                  <a:pt x="9386" y="4067"/>
                </a:lnTo>
                <a:lnTo>
                  <a:pt x="9385" y="4066"/>
                </a:lnTo>
                <a:lnTo>
                  <a:pt x="9384" y="4066"/>
                </a:lnTo>
                <a:lnTo>
                  <a:pt x="9384" y="4065"/>
                </a:lnTo>
                <a:lnTo>
                  <a:pt x="9383" y="4065"/>
                </a:lnTo>
                <a:lnTo>
                  <a:pt x="9382" y="4065"/>
                </a:lnTo>
                <a:lnTo>
                  <a:pt x="9381" y="4064"/>
                </a:lnTo>
                <a:lnTo>
                  <a:pt x="9380" y="4064"/>
                </a:lnTo>
                <a:lnTo>
                  <a:pt x="9379" y="4063"/>
                </a:lnTo>
                <a:lnTo>
                  <a:pt x="9378" y="4063"/>
                </a:lnTo>
                <a:lnTo>
                  <a:pt x="9378" y="4062"/>
                </a:lnTo>
                <a:lnTo>
                  <a:pt x="9377" y="4062"/>
                </a:lnTo>
                <a:lnTo>
                  <a:pt x="9376" y="4062"/>
                </a:lnTo>
                <a:lnTo>
                  <a:pt x="9375" y="4061"/>
                </a:lnTo>
                <a:lnTo>
                  <a:pt x="9374" y="4061"/>
                </a:lnTo>
                <a:lnTo>
                  <a:pt x="9374" y="4060"/>
                </a:lnTo>
                <a:lnTo>
                  <a:pt x="9373" y="4060"/>
                </a:lnTo>
                <a:lnTo>
                  <a:pt x="9372" y="4060"/>
                </a:lnTo>
                <a:lnTo>
                  <a:pt x="9371" y="4059"/>
                </a:lnTo>
                <a:lnTo>
                  <a:pt x="9370" y="4059"/>
                </a:lnTo>
                <a:lnTo>
                  <a:pt x="9369" y="4058"/>
                </a:lnTo>
                <a:lnTo>
                  <a:pt x="9368" y="4058"/>
                </a:lnTo>
                <a:lnTo>
                  <a:pt x="9368" y="4057"/>
                </a:lnTo>
                <a:lnTo>
                  <a:pt x="9367" y="4057"/>
                </a:lnTo>
                <a:lnTo>
                  <a:pt x="9366" y="4057"/>
                </a:lnTo>
                <a:lnTo>
                  <a:pt x="9365" y="4056"/>
                </a:lnTo>
                <a:lnTo>
                  <a:pt x="9364" y="4056"/>
                </a:lnTo>
                <a:lnTo>
                  <a:pt x="9364" y="4055"/>
                </a:lnTo>
                <a:lnTo>
                  <a:pt x="9363" y="4055"/>
                </a:lnTo>
                <a:lnTo>
                  <a:pt x="9362" y="4055"/>
                </a:lnTo>
                <a:lnTo>
                  <a:pt x="9361" y="4054"/>
                </a:lnTo>
                <a:lnTo>
                  <a:pt x="9360" y="4054"/>
                </a:lnTo>
                <a:lnTo>
                  <a:pt x="9359" y="4053"/>
                </a:lnTo>
                <a:lnTo>
                  <a:pt x="9358" y="4053"/>
                </a:lnTo>
                <a:lnTo>
                  <a:pt x="9358" y="4052"/>
                </a:lnTo>
                <a:lnTo>
                  <a:pt x="9357" y="4052"/>
                </a:lnTo>
                <a:lnTo>
                  <a:pt x="9356" y="4052"/>
                </a:lnTo>
                <a:lnTo>
                  <a:pt x="9355" y="4051"/>
                </a:lnTo>
                <a:lnTo>
                  <a:pt x="9354" y="4051"/>
                </a:lnTo>
                <a:lnTo>
                  <a:pt x="9354" y="4050"/>
                </a:lnTo>
                <a:lnTo>
                  <a:pt x="9353" y="4050"/>
                </a:lnTo>
                <a:lnTo>
                  <a:pt x="9352" y="4050"/>
                </a:lnTo>
                <a:lnTo>
                  <a:pt x="9351" y="4049"/>
                </a:lnTo>
                <a:lnTo>
                  <a:pt x="9350" y="4049"/>
                </a:lnTo>
                <a:lnTo>
                  <a:pt x="9349" y="4048"/>
                </a:lnTo>
                <a:lnTo>
                  <a:pt x="9348" y="4048"/>
                </a:lnTo>
                <a:lnTo>
                  <a:pt x="9348" y="4047"/>
                </a:lnTo>
                <a:lnTo>
                  <a:pt x="9347" y="4047"/>
                </a:lnTo>
                <a:lnTo>
                  <a:pt x="9346" y="4047"/>
                </a:lnTo>
                <a:lnTo>
                  <a:pt x="9345" y="4046"/>
                </a:lnTo>
                <a:lnTo>
                  <a:pt x="9344" y="4046"/>
                </a:lnTo>
                <a:lnTo>
                  <a:pt x="9344" y="4045"/>
                </a:lnTo>
                <a:lnTo>
                  <a:pt x="9343" y="4045"/>
                </a:lnTo>
                <a:lnTo>
                  <a:pt x="9342" y="4045"/>
                </a:lnTo>
                <a:lnTo>
                  <a:pt x="9341" y="4044"/>
                </a:lnTo>
                <a:lnTo>
                  <a:pt x="9340" y="4044"/>
                </a:lnTo>
                <a:lnTo>
                  <a:pt x="9339" y="4043"/>
                </a:lnTo>
                <a:lnTo>
                  <a:pt x="9338" y="4043"/>
                </a:lnTo>
                <a:lnTo>
                  <a:pt x="9338" y="4042"/>
                </a:lnTo>
                <a:lnTo>
                  <a:pt x="9337" y="4042"/>
                </a:lnTo>
                <a:lnTo>
                  <a:pt x="9336" y="4042"/>
                </a:lnTo>
                <a:lnTo>
                  <a:pt x="9335" y="4041"/>
                </a:lnTo>
                <a:lnTo>
                  <a:pt x="9334" y="4041"/>
                </a:lnTo>
                <a:lnTo>
                  <a:pt x="9334" y="4051"/>
                </a:lnTo>
                <a:lnTo>
                  <a:pt x="9333" y="4051"/>
                </a:lnTo>
                <a:lnTo>
                  <a:pt x="9332" y="4050"/>
                </a:lnTo>
                <a:lnTo>
                  <a:pt x="9331" y="4050"/>
                </a:lnTo>
                <a:lnTo>
                  <a:pt x="9330" y="4049"/>
                </a:lnTo>
                <a:lnTo>
                  <a:pt x="9329" y="4049"/>
                </a:lnTo>
                <a:lnTo>
                  <a:pt x="9328" y="4048"/>
                </a:lnTo>
                <a:lnTo>
                  <a:pt x="9327" y="4048"/>
                </a:lnTo>
                <a:lnTo>
                  <a:pt x="9326" y="4047"/>
                </a:lnTo>
                <a:lnTo>
                  <a:pt x="9325" y="4047"/>
                </a:lnTo>
                <a:lnTo>
                  <a:pt x="9324" y="4046"/>
                </a:lnTo>
                <a:lnTo>
                  <a:pt x="9323" y="4046"/>
                </a:lnTo>
                <a:lnTo>
                  <a:pt x="9322" y="4045"/>
                </a:lnTo>
                <a:lnTo>
                  <a:pt x="9321" y="4045"/>
                </a:lnTo>
                <a:lnTo>
                  <a:pt x="9320" y="4044"/>
                </a:lnTo>
                <a:lnTo>
                  <a:pt x="9319" y="4044"/>
                </a:lnTo>
                <a:lnTo>
                  <a:pt x="9318" y="4043"/>
                </a:lnTo>
                <a:lnTo>
                  <a:pt x="9317" y="4043"/>
                </a:lnTo>
                <a:lnTo>
                  <a:pt x="9316" y="4042"/>
                </a:lnTo>
                <a:lnTo>
                  <a:pt x="9315" y="4042"/>
                </a:lnTo>
                <a:lnTo>
                  <a:pt x="9314" y="4041"/>
                </a:lnTo>
                <a:lnTo>
                  <a:pt x="9313" y="4041"/>
                </a:lnTo>
                <a:lnTo>
                  <a:pt x="9312" y="4040"/>
                </a:lnTo>
                <a:lnTo>
                  <a:pt x="9311" y="4040"/>
                </a:lnTo>
                <a:lnTo>
                  <a:pt x="9310" y="4039"/>
                </a:lnTo>
                <a:lnTo>
                  <a:pt x="9309" y="4039"/>
                </a:lnTo>
                <a:lnTo>
                  <a:pt x="9308" y="4038"/>
                </a:lnTo>
                <a:lnTo>
                  <a:pt x="9307" y="4038"/>
                </a:lnTo>
                <a:lnTo>
                  <a:pt x="9306" y="4037"/>
                </a:lnTo>
                <a:lnTo>
                  <a:pt x="9305" y="4037"/>
                </a:lnTo>
                <a:lnTo>
                  <a:pt x="9304" y="4036"/>
                </a:lnTo>
                <a:lnTo>
                  <a:pt x="9303" y="4036"/>
                </a:lnTo>
                <a:lnTo>
                  <a:pt x="9302" y="4035"/>
                </a:lnTo>
                <a:lnTo>
                  <a:pt x="9301" y="4035"/>
                </a:lnTo>
                <a:lnTo>
                  <a:pt x="9300" y="4034"/>
                </a:lnTo>
                <a:lnTo>
                  <a:pt x="9299" y="4034"/>
                </a:lnTo>
                <a:lnTo>
                  <a:pt x="9298" y="4033"/>
                </a:lnTo>
                <a:lnTo>
                  <a:pt x="9297" y="4033"/>
                </a:lnTo>
                <a:lnTo>
                  <a:pt x="9296" y="4032"/>
                </a:lnTo>
                <a:lnTo>
                  <a:pt x="9295" y="4032"/>
                </a:lnTo>
                <a:lnTo>
                  <a:pt x="9294" y="4031"/>
                </a:lnTo>
                <a:lnTo>
                  <a:pt x="9293" y="4031"/>
                </a:lnTo>
                <a:lnTo>
                  <a:pt x="9292" y="4030"/>
                </a:lnTo>
                <a:lnTo>
                  <a:pt x="9291" y="4030"/>
                </a:lnTo>
                <a:lnTo>
                  <a:pt x="9290" y="4029"/>
                </a:lnTo>
                <a:lnTo>
                  <a:pt x="9289" y="4029"/>
                </a:lnTo>
                <a:lnTo>
                  <a:pt x="9288" y="4028"/>
                </a:lnTo>
                <a:lnTo>
                  <a:pt x="9287" y="4028"/>
                </a:lnTo>
                <a:lnTo>
                  <a:pt x="9286" y="4027"/>
                </a:lnTo>
                <a:lnTo>
                  <a:pt x="9285" y="4027"/>
                </a:lnTo>
                <a:lnTo>
                  <a:pt x="9284" y="4026"/>
                </a:lnTo>
                <a:lnTo>
                  <a:pt x="9283" y="4026"/>
                </a:lnTo>
                <a:lnTo>
                  <a:pt x="9282" y="4026"/>
                </a:lnTo>
                <a:lnTo>
                  <a:pt x="9282" y="4025"/>
                </a:lnTo>
                <a:lnTo>
                  <a:pt x="9281" y="4025"/>
                </a:lnTo>
                <a:lnTo>
                  <a:pt x="9280" y="4024"/>
                </a:lnTo>
                <a:lnTo>
                  <a:pt x="9279" y="4024"/>
                </a:lnTo>
                <a:lnTo>
                  <a:pt x="9278" y="4023"/>
                </a:lnTo>
                <a:lnTo>
                  <a:pt x="9277" y="4023"/>
                </a:lnTo>
                <a:lnTo>
                  <a:pt x="9276" y="4022"/>
                </a:lnTo>
                <a:lnTo>
                  <a:pt x="9275" y="4022"/>
                </a:lnTo>
                <a:lnTo>
                  <a:pt x="9274" y="4021"/>
                </a:lnTo>
                <a:lnTo>
                  <a:pt x="9273" y="4021"/>
                </a:lnTo>
                <a:lnTo>
                  <a:pt x="9272" y="4020"/>
                </a:lnTo>
                <a:lnTo>
                  <a:pt x="9271" y="4020"/>
                </a:lnTo>
                <a:lnTo>
                  <a:pt x="9270" y="4019"/>
                </a:lnTo>
                <a:lnTo>
                  <a:pt x="9269" y="4019"/>
                </a:lnTo>
                <a:lnTo>
                  <a:pt x="9268" y="4018"/>
                </a:lnTo>
                <a:lnTo>
                  <a:pt x="9267" y="4018"/>
                </a:lnTo>
                <a:lnTo>
                  <a:pt x="9266" y="4017"/>
                </a:lnTo>
                <a:lnTo>
                  <a:pt x="9265" y="4017"/>
                </a:lnTo>
                <a:lnTo>
                  <a:pt x="9264" y="4016"/>
                </a:lnTo>
                <a:lnTo>
                  <a:pt x="9263" y="4016"/>
                </a:lnTo>
                <a:lnTo>
                  <a:pt x="9262" y="4015"/>
                </a:lnTo>
                <a:lnTo>
                  <a:pt x="9261" y="4015"/>
                </a:lnTo>
                <a:lnTo>
                  <a:pt x="9260" y="4014"/>
                </a:lnTo>
                <a:lnTo>
                  <a:pt x="9259" y="4014"/>
                </a:lnTo>
                <a:lnTo>
                  <a:pt x="9258" y="4013"/>
                </a:lnTo>
                <a:lnTo>
                  <a:pt x="9257" y="4013"/>
                </a:lnTo>
                <a:lnTo>
                  <a:pt x="9256" y="4012"/>
                </a:lnTo>
                <a:lnTo>
                  <a:pt x="9255" y="4012"/>
                </a:lnTo>
                <a:lnTo>
                  <a:pt x="9254" y="4011"/>
                </a:lnTo>
                <a:lnTo>
                  <a:pt x="9253" y="4011"/>
                </a:lnTo>
                <a:lnTo>
                  <a:pt x="9252" y="4010"/>
                </a:lnTo>
                <a:lnTo>
                  <a:pt x="9251" y="4010"/>
                </a:lnTo>
                <a:lnTo>
                  <a:pt x="9250" y="4009"/>
                </a:lnTo>
                <a:lnTo>
                  <a:pt x="9249" y="4009"/>
                </a:lnTo>
                <a:lnTo>
                  <a:pt x="9248" y="4008"/>
                </a:lnTo>
                <a:lnTo>
                  <a:pt x="9247" y="4008"/>
                </a:lnTo>
                <a:lnTo>
                  <a:pt x="9246" y="4007"/>
                </a:lnTo>
                <a:lnTo>
                  <a:pt x="9245" y="4007"/>
                </a:lnTo>
                <a:lnTo>
                  <a:pt x="9244" y="4006"/>
                </a:lnTo>
                <a:lnTo>
                  <a:pt x="9243" y="4006"/>
                </a:lnTo>
                <a:lnTo>
                  <a:pt x="9242" y="4005"/>
                </a:lnTo>
                <a:lnTo>
                  <a:pt x="9241" y="4005"/>
                </a:lnTo>
                <a:lnTo>
                  <a:pt x="9240" y="4004"/>
                </a:lnTo>
                <a:lnTo>
                  <a:pt x="9239" y="4004"/>
                </a:lnTo>
                <a:lnTo>
                  <a:pt x="9238" y="4003"/>
                </a:lnTo>
                <a:lnTo>
                  <a:pt x="9237" y="4003"/>
                </a:lnTo>
                <a:lnTo>
                  <a:pt x="9236" y="4002"/>
                </a:lnTo>
                <a:lnTo>
                  <a:pt x="9235" y="4002"/>
                </a:lnTo>
                <a:lnTo>
                  <a:pt x="9234" y="4001"/>
                </a:lnTo>
                <a:lnTo>
                  <a:pt x="9233" y="4001"/>
                </a:lnTo>
                <a:lnTo>
                  <a:pt x="9232" y="4000"/>
                </a:lnTo>
                <a:lnTo>
                  <a:pt x="9231" y="4000"/>
                </a:lnTo>
                <a:lnTo>
                  <a:pt x="9230" y="3999"/>
                </a:lnTo>
                <a:lnTo>
                  <a:pt x="9229" y="3999"/>
                </a:lnTo>
                <a:lnTo>
                  <a:pt x="9228" y="3998"/>
                </a:lnTo>
                <a:lnTo>
                  <a:pt x="9227" y="3998"/>
                </a:lnTo>
                <a:lnTo>
                  <a:pt x="9226" y="3997"/>
                </a:lnTo>
                <a:lnTo>
                  <a:pt x="9225" y="3997"/>
                </a:lnTo>
                <a:lnTo>
                  <a:pt x="9224" y="3996"/>
                </a:lnTo>
                <a:lnTo>
                  <a:pt x="9223" y="3996"/>
                </a:lnTo>
                <a:lnTo>
                  <a:pt x="9222" y="3995"/>
                </a:lnTo>
                <a:lnTo>
                  <a:pt x="9221" y="3995"/>
                </a:lnTo>
                <a:lnTo>
                  <a:pt x="9220" y="3994"/>
                </a:lnTo>
                <a:lnTo>
                  <a:pt x="9219" y="3994"/>
                </a:lnTo>
                <a:lnTo>
                  <a:pt x="9218" y="3994"/>
                </a:lnTo>
                <a:lnTo>
                  <a:pt x="9218" y="3993"/>
                </a:lnTo>
                <a:lnTo>
                  <a:pt x="9217" y="3993"/>
                </a:lnTo>
                <a:lnTo>
                  <a:pt x="9216" y="3992"/>
                </a:lnTo>
                <a:lnTo>
                  <a:pt x="9215" y="3992"/>
                </a:lnTo>
                <a:lnTo>
                  <a:pt x="9214" y="3991"/>
                </a:lnTo>
                <a:lnTo>
                  <a:pt x="9213" y="3991"/>
                </a:lnTo>
                <a:lnTo>
                  <a:pt x="9212" y="3990"/>
                </a:lnTo>
                <a:lnTo>
                  <a:pt x="9211" y="3990"/>
                </a:lnTo>
                <a:lnTo>
                  <a:pt x="9210" y="3989"/>
                </a:lnTo>
                <a:lnTo>
                  <a:pt x="9209" y="3989"/>
                </a:lnTo>
                <a:lnTo>
                  <a:pt x="9208" y="3989"/>
                </a:lnTo>
                <a:lnTo>
                  <a:pt x="9208" y="3988"/>
                </a:lnTo>
                <a:lnTo>
                  <a:pt x="9207" y="3988"/>
                </a:lnTo>
                <a:lnTo>
                  <a:pt x="9206" y="3987"/>
                </a:lnTo>
                <a:lnTo>
                  <a:pt x="9205" y="3987"/>
                </a:lnTo>
                <a:lnTo>
                  <a:pt x="9204" y="3986"/>
                </a:lnTo>
                <a:lnTo>
                  <a:pt x="9203" y="3986"/>
                </a:lnTo>
                <a:lnTo>
                  <a:pt x="9202" y="3985"/>
                </a:lnTo>
                <a:lnTo>
                  <a:pt x="9201" y="3985"/>
                </a:lnTo>
                <a:lnTo>
                  <a:pt x="9200" y="3984"/>
                </a:lnTo>
                <a:lnTo>
                  <a:pt x="9199" y="3984"/>
                </a:lnTo>
                <a:lnTo>
                  <a:pt x="9198" y="3984"/>
                </a:lnTo>
                <a:lnTo>
                  <a:pt x="9198" y="3983"/>
                </a:lnTo>
                <a:lnTo>
                  <a:pt x="9197" y="3983"/>
                </a:lnTo>
                <a:lnTo>
                  <a:pt x="9196" y="3982"/>
                </a:lnTo>
                <a:lnTo>
                  <a:pt x="9195" y="3982"/>
                </a:lnTo>
                <a:lnTo>
                  <a:pt x="9194" y="3981"/>
                </a:lnTo>
                <a:lnTo>
                  <a:pt x="9193" y="3981"/>
                </a:lnTo>
                <a:lnTo>
                  <a:pt x="9193" y="3991"/>
                </a:lnTo>
                <a:lnTo>
                  <a:pt x="9192" y="3990"/>
                </a:lnTo>
                <a:lnTo>
                  <a:pt x="9191" y="3990"/>
                </a:lnTo>
                <a:lnTo>
                  <a:pt x="9190" y="3989"/>
                </a:lnTo>
                <a:lnTo>
                  <a:pt x="9189" y="3989"/>
                </a:lnTo>
                <a:lnTo>
                  <a:pt x="9188" y="3988"/>
                </a:lnTo>
                <a:lnTo>
                  <a:pt x="9187" y="3988"/>
                </a:lnTo>
                <a:lnTo>
                  <a:pt x="9186" y="3987"/>
                </a:lnTo>
                <a:lnTo>
                  <a:pt x="9185" y="3987"/>
                </a:lnTo>
                <a:lnTo>
                  <a:pt x="9184" y="3986"/>
                </a:lnTo>
                <a:lnTo>
                  <a:pt x="9183" y="3986"/>
                </a:lnTo>
                <a:lnTo>
                  <a:pt x="9182" y="3985"/>
                </a:lnTo>
                <a:lnTo>
                  <a:pt x="9181" y="3985"/>
                </a:lnTo>
                <a:lnTo>
                  <a:pt x="9180" y="3984"/>
                </a:lnTo>
                <a:lnTo>
                  <a:pt x="9179" y="3984"/>
                </a:lnTo>
                <a:lnTo>
                  <a:pt x="9178" y="3983"/>
                </a:lnTo>
                <a:lnTo>
                  <a:pt x="9177" y="3983"/>
                </a:lnTo>
                <a:lnTo>
                  <a:pt x="9176" y="3982"/>
                </a:lnTo>
                <a:lnTo>
                  <a:pt x="9175" y="3982"/>
                </a:lnTo>
                <a:lnTo>
                  <a:pt x="9174" y="3981"/>
                </a:lnTo>
                <a:lnTo>
                  <a:pt x="9173" y="3981"/>
                </a:lnTo>
                <a:lnTo>
                  <a:pt x="9172" y="3980"/>
                </a:lnTo>
                <a:lnTo>
                  <a:pt x="9171" y="3980"/>
                </a:lnTo>
                <a:lnTo>
                  <a:pt x="9170" y="3979"/>
                </a:lnTo>
                <a:lnTo>
                  <a:pt x="9169" y="3979"/>
                </a:lnTo>
                <a:lnTo>
                  <a:pt x="9168" y="3978"/>
                </a:lnTo>
                <a:lnTo>
                  <a:pt x="9167" y="3978"/>
                </a:lnTo>
                <a:lnTo>
                  <a:pt x="9166" y="3977"/>
                </a:lnTo>
                <a:lnTo>
                  <a:pt x="9165" y="3977"/>
                </a:lnTo>
                <a:lnTo>
                  <a:pt x="9164" y="3976"/>
                </a:lnTo>
                <a:lnTo>
                  <a:pt x="9163" y="3976"/>
                </a:lnTo>
                <a:lnTo>
                  <a:pt x="9162" y="3975"/>
                </a:lnTo>
                <a:lnTo>
                  <a:pt x="9161" y="3975"/>
                </a:lnTo>
                <a:lnTo>
                  <a:pt x="9160" y="3974"/>
                </a:lnTo>
                <a:lnTo>
                  <a:pt x="9159" y="3974"/>
                </a:lnTo>
                <a:lnTo>
                  <a:pt x="9158" y="3974"/>
                </a:lnTo>
                <a:lnTo>
                  <a:pt x="9158" y="3973"/>
                </a:lnTo>
                <a:lnTo>
                  <a:pt x="9157" y="3973"/>
                </a:lnTo>
                <a:lnTo>
                  <a:pt x="9156" y="3972"/>
                </a:lnTo>
                <a:lnTo>
                  <a:pt x="9155" y="3972"/>
                </a:lnTo>
                <a:lnTo>
                  <a:pt x="9154" y="3971"/>
                </a:lnTo>
                <a:lnTo>
                  <a:pt x="9153" y="3971"/>
                </a:lnTo>
                <a:lnTo>
                  <a:pt x="9152" y="3970"/>
                </a:lnTo>
                <a:lnTo>
                  <a:pt x="9151" y="3970"/>
                </a:lnTo>
                <a:lnTo>
                  <a:pt x="9150" y="3969"/>
                </a:lnTo>
                <a:lnTo>
                  <a:pt x="9149" y="3969"/>
                </a:lnTo>
                <a:lnTo>
                  <a:pt x="9148" y="3969"/>
                </a:lnTo>
                <a:lnTo>
                  <a:pt x="9148" y="3968"/>
                </a:lnTo>
                <a:lnTo>
                  <a:pt x="9147" y="3968"/>
                </a:lnTo>
                <a:lnTo>
                  <a:pt x="9146" y="3967"/>
                </a:lnTo>
                <a:lnTo>
                  <a:pt x="9145" y="3967"/>
                </a:lnTo>
                <a:lnTo>
                  <a:pt x="9144" y="3966"/>
                </a:lnTo>
                <a:lnTo>
                  <a:pt x="9143" y="3966"/>
                </a:lnTo>
                <a:lnTo>
                  <a:pt x="9142" y="3965"/>
                </a:lnTo>
                <a:lnTo>
                  <a:pt x="9141" y="3965"/>
                </a:lnTo>
                <a:lnTo>
                  <a:pt x="9140" y="3964"/>
                </a:lnTo>
                <a:lnTo>
                  <a:pt x="9139" y="3964"/>
                </a:lnTo>
                <a:lnTo>
                  <a:pt x="9138" y="3963"/>
                </a:lnTo>
                <a:lnTo>
                  <a:pt x="9137" y="3963"/>
                </a:lnTo>
                <a:lnTo>
                  <a:pt x="9136" y="3962"/>
                </a:lnTo>
                <a:lnTo>
                  <a:pt x="9135" y="3962"/>
                </a:lnTo>
                <a:lnTo>
                  <a:pt x="9134" y="3961"/>
                </a:lnTo>
                <a:lnTo>
                  <a:pt x="9133" y="3961"/>
                </a:lnTo>
                <a:lnTo>
                  <a:pt x="9132" y="3960"/>
                </a:lnTo>
                <a:lnTo>
                  <a:pt x="9131" y="3960"/>
                </a:lnTo>
                <a:lnTo>
                  <a:pt x="9130" y="3959"/>
                </a:lnTo>
                <a:lnTo>
                  <a:pt x="9129" y="3959"/>
                </a:lnTo>
                <a:lnTo>
                  <a:pt x="9128" y="3958"/>
                </a:lnTo>
                <a:lnTo>
                  <a:pt x="9127" y="3958"/>
                </a:lnTo>
                <a:lnTo>
                  <a:pt x="9126" y="3957"/>
                </a:lnTo>
                <a:lnTo>
                  <a:pt x="9125" y="3957"/>
                </a:lnTo>
                <a:lnTo>
                  <a:pt x="9124" y="3956"/>
                </a:lnTo>
                <a:lnTo>
                  <a:pt x="9123" y="3956"/>
                </a:lnTo>
                <a:lnTo>
                  <a:pt x="9122" y="3955"/>
                </a:lnTo>
                <a:lnTo>
                  <a:pt x="9121" y="3955"/>
                </a:lnTo>
                <a:lnTo>
                  <a:pt x="9120" y="3954"/>
                </a:lnTo>
                <a:lnTo>
                  <a:pt x="9119" y="3954"/>
                </a:lnTo>
                <a:lnTo>
                  <a:pt x="9118" y="3953"/>
                </a:lnTo>
                <a:lnTo>
                  <a:pt x="9117" y="3953"/>
                </a:lnTo>
                <a:lnTo>
                  <a:pt x="9116" y="3952"/>
                </a:lnTo>
                <a:lnTo>
                  <a:pt x="9115" y="3952"/>
                </a:lnTo>
                <a:lnTo>
                  <a:pt x="9114" y="3951"/>
                </a:lnTo>
                <a:lnTo>
                  <a:pt x="9113" y="3951"/>
                </a:lnTo>
                <a:lnTo>
                  <a:pt x="9112" y="3950"/>
                </a:lnTo>
                <a:lnTo>
                  <a:pt x="9111" y="3950"/>
                </a:lnTo>
                <a:lnTo>
                  <a:pt x="9110" y="3949"/>
                </a:lnTo>
                <a:lnTo>
                  <a:pt x="9109" y="3949"/>
                </a:lnTo>
                <a:lnTo>
                  <a:pt x="9108" y="3948"/>
                </a:lnTo>
                <a:lnTo>
                  <a:pt x="9107" y="3948"/>
                </a:lnTo>
                <a:lnTo>
                  <a:pt x="9106" y="3947"/>
                </a:lnTo>
                <a:lnTo>
                  <a:pt x="9105" y="3947"/>
                </a:lnTo>
                <a:lnTo>
                  <a:pt x="9104" y="3946"/>
                </a:lnTo>
                <a:lnTo>
                  <a:pt x="9103" y="3946"/>
                </a:lnTo>
                <a:lnTo>
                  <a:pt x="9102" y="3945"/>
                </a:lnTo>
                <a:lnTo>
                  <a:pt x="9101" y="3945"/>
                </a:lnTo>
                <a:lnTo>
                  <a:pt x="9100" y="3944"/>
                </a:lnTo>
                <a:lnTo>
                  <a:pt x="9099" y="3944"/>
                </a:lnTo>
                <a:lnTo>
                  <a:pt x="9098" y="3943"/>
                </a:lnTo>
                <a:lnTo>
                  <a:pt x="9097" y="3943"/>
                </a:lnTo>
                <a:lnTo>
                  <a:pt x="9096" y="3942"/>
                </a:lnTo>
                <a:lnTo>
                  <a:pt x="9095" y="3942"/>
                </a:lnTo>
                <a:lnTo>
                  <a:pt x="9094" y="3942"/>
                </a:lnTo>
                <a:lnTo>
                  <a:pt x="9094" y="3941"/>
                </a:lnTo>
                <a:lnTo>
                  <a:pt x="9093" y="3941"/>
                </a:lnTo>
                <a:lnTo>
                  <a:pt x="9092" y="3940"/>
                </a:lnTo>
                <a:lnTo>
                  <a:pt x="9091" y="3940"/>
                </a:lnTo>
                <a:lnTo>
                  <a:pt x="9090" y="3939"/>
                </a:lnTo>
                <a:lnTo>
                  <a:pt x="9089" y="3939"/>
                </a:lnTo>
                <a:lnTo>
                  <a:pt x="9088" y="3938"/>
                </a:lnTo>
                <a:lnTo>
                  <a:pt x="9087" y="3938"/>
                </a:lnTo>
                <a:lnTo>
                  <a:pt x="9086" y="3937"/>
                </a:lnTo>
                <a:lnTo>
                  <a:pt x="9085" y="3937"/>
                </a:lnTo>
                <a:lnTo>
                  <a:pt x="9084" y="3937"/>
                </a:lnTo>
                <a:lnTo>
                  <a:pt x="9084" y="3936"/>
                </a:lnTo>
                <a:lnTo>
                  <a:pt x="9083" y="3936"/>
                </a:lnTo>
                <a:lnTo>
                  <a:pt x="9082" y="3935"/>
                </a:lnTo>
                <a:lnTo>
                  <a:pt x="9081" y="3935"/>
                </a:lnTo>
                <a:lnTo>
                  <a:pt x="9080" y="3934"/>
                </a:lnTo>
                <a:lnTo>
                  <a:pt x="9079" y="3934"/>
                </a:lnTo>
                <a:lnTo>
                  <a:pt x="9078" y="3933"/>
                </a:lnTo>
                <a:lnTo>
                  <a:pt x="9077" y="3933"/>
                </a:lnTo>
                <a:lnTo>
                  <a:pt x="9076" y="3932"/>
                </a:lnTo>
                <a:lnTo>
                  <a:pt x="9075" y="3932"/>
                </a:lnTo>
                <a:lnTo>
                  <a:pt x="9074" y="3932"/>
                </a:lnTo>
                <a:lnTo>
                  <a:pt x="9074" y="3931"/>
                </a:lnTo>
                <a:lnTo>
                  <a:pt x="9073" y="3931"/>
                </a:lnTo>
                <a:lnTo>
                  <a:pt x="9072" y="3930"/>
                </a:lnTo>
                <a:lnTo>
                  <a:pt x="9071" y="3930"/>
                </a:lnTo>
                <a:lnTo>
                  <a:pt x="9070" y="3929"/>
                </a:lnTo>
                <a:lnTo>
                  <a:pt x="9069" y="3929"/>
                </a:lnTo>
                <a:lnTo>
                  <a:pt x="9068" y="3928"/>
                </a:lnTo>
                <a:lnTo>
                  <a:pt x="9067" y="3928"/>
                </a:lnTo>
                <a:lnTo>
                  <a:pt x="9066" y="3927"/>
                </a:lnTo>
                <a:lnTo>
                  <a:pt x="9065" y="3927"/>
                </a:lnTo>
                <a:lnTo>
                  <a:pt x="9064" y="3927"/>
                </a:lnTo>
                <a:lnTo>
                  <a:pt x="9064" y="3926"/>
                </a:lnTo>
                <a:lnTo>
                  <a:pt x="9063" y="3926"/>
                </a:lnTo>
                <a:lnTo>
                  <a:pt x="9062" y="3925"/>
                </a:lnTo>
                <a:lnTo>
                  <a:pt x="9061" y="3925"/>
                </a:lnTo>
                <a:lnTo>
                  <a:pt x="9060" y="3924"/>
                </a:lnTo>
                <a:lnTo>
                  <a:pt x="9059" y="3924"/>
                </a:lnTo>
                <a:lnTo>
                  <a:pt x="9058" y="3923"/>
                </a:lnTo>
                <a:lnTo>
                  <a:pt x="9057" y="3923"/>
                </a:lnTo>
                <a:lnTo>
                  <a:pt x="9056" y="3922"/>
                </a:lnTo>
                <a:lnTo>
                  <a:pt x="9055" y="3922"/>
                </a:lnTo>
                <a:lnTo>
                  <a:pt x="9054" y="3922"/>
                </a:lnTo>
                <a:lnTo>
                  <a:pt x="9054" y="3921"/>
                </a:lnTo>
                <a:lnTo>
                  <a:pt x="9053" y="3921"/>
                </a:lnTo>
                <a:lnTo>
                  <a:pt x="9052" y="3920"/>
                </a:lnTo>
                <a:lnTo>
                  <a:pt x="9051" y="3920"/>
                </a:lnTo>
                <a:lnTo>
                  <a:pt x="9050" y="3919"/>
                </a:lnTo>
                <a:lnTo>
                  <a:pt x="9049" y="3919"/>
                </a:lnTo>
                <a:lnTo>
                  <a:pt x="9048" y="3918"/>
                </a:lnTo>
                <a:lnTo>
                  <a:pt x="9047" y="3918"/>
                </a:lnTo>
                <a:lnTo>
                  <a:pt x="9046" y="3917"/>
                </a:lnTo>
                <a:lnTo>
                  <a:pt x="9045" y="3917"/>
                </a:lnTo>
                <a:lnTo>
                  <a:pt x="9044" y="3917"/>
                </a:lnTo>
                <a:lnTo>
                  <a:pt x="9044" y="3916"/>
                </a:lnTo>
                <a:lnTo>
                  <a:pt x="9043" y="3916"/>
                </a:lnTo>
                <a:lnTo>
                  <a:pt x="9042" y="3915"/>
                </a:lnTo>
                <a:lnTo>
                  <a:pt x="9041" y="3915"/>
                </a:lnTo>
                <a:lnTo>
                  <a:pt x="9040" y="3914"/>
                </a:lnTo>
                <a:lnTo>
                  <a:pt x="9039" y="3914"/>
                </a:lnTo>
                <a:lnTo>
                  <a:pt x="9038" y="3913"/>
                </a:lnTo>
                <a:lnTo>
                  <a:pt x="9037" y="3913"/>
                </a:lnTo>
                <a:lnTo>
                  <a:pt x="9036" y="3912"/>
                </a:lnTo>
                <a:lnTo>
                  <a:pt x="9035" y="3912"/>
                </a:lnTo>
                <a:lnTo>
                  <a:pt x="9034" y="3912"/>
                </a:lnTo>
                <a:lnTo>
                  <a:pt x="9034" y="3911"/>
                </a:lnTo>
                <a:lnTo>
                  <a:pt x="9033" y="3911"/>
                </a:lnTo>
                <a:lnTo>
                  <a:pt x="9032" y="3910"/>
                </a:lnTo>
                <a:lnTo>
                  <a:pt x="9031" y="3910"/>
                </a:lnTo>
                <a:lnTo>
                  <a:pt x="9030" y="3910"/>
                </a:lnTo>
                <a:lnTo>
                  <a:pt x="9030" y="3909"/>
                </a:lnTo>
                <a:lnTo>
                  <a:pt x="9029" y="3909"/>
                </a:lnTo>
                <a:lnTo>
                  <a:pt x="9028" y="3908"/>
                </a:lnTo>
                <a:lnTo>
                  <a:pt x="9027" y="3908"/>
                </a:lnTo>
                <a:lnTo>
                  <a:pt x="9026" y="3907"/>
                </a:lnTo>
                <a:lnTo>
                  <a:pt x="9025" y="3907"/>
                </a:lnTo>
                <a:lnTo>
                  <a:pt x="9024" y="3907"/>
                </a:lnTo>
                <a:lnTo>
                  <a:pt x="9024" y="3906"/>
                </a:lnTo>
                <a:lnTo>
                  <a:pt x="9023" y="3906"/>
                </a:lnTo>
                <a:lnTo>
                  <a:pt x="9022" y="3905"/>
                </a:lnTo>
                <a:lnTo>
                  <a:pt x="9021" y="3905"/>
                </a:lnTo>
                <a:lnTo>
                  <a:pt x="9020" y="3905"/>
                </a:lnTo>
                <a:lnTo>
                  <a:pt x="9020" y="3904"/>
                </a:lnTo>
                <a:lnTo>
                  <a:pt x="9019" y="3904"/>
                </a:lnTo>
                <a:lnTo>
                  <a:pt x="9018" y="3903"/>
                </a:lnTo>
                <a:lnTo>
                  <a:pt x="9017" y="3903"/>
                </a:lnTo>
                <a:lnTo>
                  <a:pt x="9016" y="3902"/>
                </a:lnTo>
                <a:lnTo>
                  <a:pt x="9015" y="3902"/>
                </a:lnTo>
                <a:lnTo>
                  <a:pt x="9014" y="3901"/>
                </a:lnTo>
                <a:lnTo>
                  <a:pt x="9013" y="3901"/>
                </a:lnTo>
                <a:lnTo>
                  <a:pt x="9012" y="3900"/>
                </a:lnTo>
                <a:lnTo>
                  <a:pt x="9011" y="3900"/>
                </a:lnTo>
                <a:lnTo>
                  <a:pt x="9010" y="3900"/>
                </a:lnTo>
                <a:lnTo>
                  <a:pt x="9010" y="3899"/>
                </a:lnTo>
                <a:lnTo>
                  <a:pt x="9009" y="3899"/>
                </a:lnTo>
                <a:lnTo>
                  <a:pt x="9008" y="3898"/>
                </a:lnTo>
                <a:lnTo>
                  <a:pt x="9007" y="3898"/>
                </a:lnTo>
                <a:lnTo>
                  <a:pt x="9006" y="3897"/>
                </a:lnTo>
                <a:lnTo>
                  <a:pt x="9005" y="3897"/>
                </a:lnTo>
                <a:lnTo>
                  <a:pt x="9004" y="3896"/>
                </a:lnTo>
                <a:lnTo>
                  <a:pt x="9003" y="3896"/>
                </a:lnTo>
                <a:lnTo>
                  <a:pt x="9002" y="3895"/>
                </a:lnTo>
                <a:lnTo>
                  <a:pt x="9001" y="3895"/>
                </a:lnTo>
                <a:lnTo>
                  <a:pt x="9000" y="3895"/>
                </a:lnTo>
                <a:lnTo>
                  <a:pt x="9000" y="3894"/>
                </a:lnTo>
                <a:lnTo>
                  <a:pt x="8999" y="3894"/>
                </a:lnTo>
                <a:lnTo>
                  <a:pt x="8998" y="3903"/>
                </a:lnTo>
                <a:lnTo>
                  <a:pt x="8997" y="3902"/>
                </a:lnTo>
                <a:lnTo>
                  <a:pt x="8996" y="3902"/>
                </a:lnTo>
                <a:lnTo>
                  <a:pt x="8996" y="3901"/>
                </a:lnTo>
                <a:lnTo>
                  <a:pt x="8995" y="3901"/>
                </a:lnTo>
                <a:lnTo>
                  <a:pt x="8994" y="3900"/>
                </a:lnTo>
                <a:lnTo>
                  <a:pt x="8993" y="3900"/>
                </a:lnTo>
                <a:lnTo>
                  <a:pt x="8992" y="3900"/>
                </a:lnTo>
                <a:lnTo>
                  <a:pt x="8992" y="3899"/>
                </a:lnTo>
                <a:lnTo>
                  <a:pt x="8991" y="3899"/>
                </a:lnTo>
                <a:lnTo>
                  <a:pt x="8990" y="3899"/>
                </a:lnTo>
                <a:lnTo>
                  <a:pt x="8990" y="3898"/>
                </a:lnTo>
                <a:lnTo>
                  <a:pt x="8989" y="3898"/>
                </a:lnTo>
                <a:lnTo>
                  <a:pt x="8988" y="3898"/>
                </a:lnTo>
                <a:lnTo>
                  <a:pt x="8987" y="3897"/>
                </a:lnTo>
                <a:lnTo>
                  <a:pt x="8986" y="3897"/>
                </a:lnTo>
                <a:lnTo>
                  <a:pt x="8986" y="3896"/>
                </a:lnTo>
                <a:lnTo>
                  <a:pt x="8985" y="3896"/>
                </a:lnTo>
                <a:lnTo>
                  <a:pt x="8984" y="3895"/>
                </a:lnTo>
                <a:lnTo>
                  <a:pt x="8983" y="3895"/>
                </a:lnTo>
                <a:lnTo>
                  <a:pt x="8982" y="3895"/>
                </a:lnTo>
                <a:lnTo>
                  <a:pt x="8982" y="3894"/>
                </a:lnTo>
                <a:lnTo>
                  <a:pt x="8981" y="3894"/>
                </a:lnTo>
                <a:lnTo>
                  <a:pt x="8980" y="3894"/>
                </a:lnTo>
                <a:lnTo>
                  <a:pt x="8980" y="3893"/>
                </a:lnTo>
                <a:lnTo>
                  <a:pt x="8979" y="3893"/>
                </a:lnTo>
                <a:lnTo>
                  <a:pt x="8978" y="3893"/>
                </a:lnTo>
                <a:lnTo>
                  <a:pt x="8977" y="3892"/>
                </a:lnTo>
                <a:lnTo>
                  <a:pt x="8976" y="3892"/>
                </a:lnTo>
                <a:lnTo>
                  <a:pt x="8976" y="3891"/>
                </a:lnTo>
                <a:lnTo>
                  <a:pt x="8975" y="3891"/>
                </a:lnTo>
                <a:lnTo>
                  <a:pt x="8974" y="3890"/>
                </a:lnTo>
                <a:lnTo>
                  <a:pt x="8973" y="3890"/>
                </a:lnTo>
                <a:lnTo>
                  <a:pt x="8972" y="3890"/>
                </a:lnTo>
                <a:lnTo>
                  <a:pt x="8972" y="3889"/>
                </a:lnTo>
                <a:lnTo>
                  <a:pt x="8971" y="3889"/>
                </a:lnTo>
                <a:lnTo>
                  <a:pt x="8970" y="3889"/>
                </a:lnTo>
                <a:lnTo>
                  <a:pt x="8970" y="3888"/>
                </a:lnTo>
                <a:lnTo>
                  <a:pt x="8969" y="3888"/>
                </a:lnTo>
                <a:lnTo>
                  <a:pt x="8968" y="3888"/>
                </a:lnTo>
                <a:lnTo>
                  <a:pt x="8967" y="3887"/>
                </a:lnTo>
                <a:lnTo>
                  <a:pt x="8966" y="3887"/>
                </a:lnTo>
                <a:lnTo>
                  <a:pt x="8966" y="3886"/>
                </a:lnTo>
                <a:lnTo>
                  <a:pt x="8965" y="3886"/>
                </a:lnTo>
                <a:lnTo>
                  <a:pt x="8964" y="3885"/>
                </a:lnTo>
                <a:lnTo>
                  <a:pt x="8963" y="3885"/>
                </a:lnTo>
                <a:lnTo>
                  <a:pt x="8962" y="3885"/>
                </a:lnTo>
                <a:lnTo>
                  <a:pt x="8962" y="3884"/>
                </a:lnTo>
                <a:lnTo>
                  <a:pt x="8961" y="3884"/>
                </a:lnTo>
                <a:lnTo>
                  <a:pt x="8960" y="3884"/>
                </a:lnTo>
                <a:lnTo>
                  <a:pt x="8960" y="3883"/>
                </a:lnTo>
                <a:lnTo>
                  <a:pt x="8959" y="3883"/>
                </a:lnTo>
                <a:lnTo>
                  <a:pt x="8958" y="3883"/>
                </a:lnTo>
                <a:lnTo>
                  <a:pt x="8958" y="3882"/>
                </a:lnTo>
                <a:lnTo>
                  <a:pt x="8957" y="3882"/>
                </a:lnTo>
                <a:lnTo>
                  <a:pt x="8956" y="3882"/>
                </a:lnTo>
                <a:lnTo>
                  <a:pt x="8956" y="3881"/>
                </a:lnTo>
                <a:lnTo>
                  <a:pt x="8955" y="3881"/>
                </a:lnTo>
                <a:lnTo>
                  <a:pt x="8954" y="3881"/>
                </a:lnTo>
                <a:lnTo>
                  <a:pt x="8953" y="3880"/>
                </a:lnTo>
                <a:lnTo>
                  <a:pt x="8952" y="3880"/>
                </a:lnTo>
                <a:lnTo>
                  <a:pt x="8952" y="3879"/>
                </a:lnTo>
                <a:lnTo>
                  <a:pt x="8951" y="3879"/>
                </a:lnTo>
                <a:lnTo>
                  <a:pt x="8950" y="3879"/>
                </a:lnTo>
                <a:lnTo>
                  <a:pt x="8950" y="3878"/>
                </a:lnTo>
                <a:lnTo>
                  <a:pt x="8949" y="3878"/>
                </a:lnTo>
                <a:lnTo>
                  <a:pt x="8948" y="3878"/>
                </a:lnTo>
                <a:lnTo>
                  <a:pt x="8948" y="3877"/>
                </a:lnTo>
                <a:lnTo>
                  <a:pt x="8947" y="3877"/>
                </a:lnTo>
                <a:lnTo>
                  <a:pt x="8946" y="3877"/>
                </a:lnTo>
                <a:lnTo>
                  <a:pt x="8946" y="3876"/>
                </a:lnTo>
                <a:lnTo>
                  <a:pt x="8945" y="3876"/>
                </a:lnTo>
                <a:lnTo>
                  <a:pt x="8944" y="3876"/>
                </a:lnTo>
                <a:lnTo>
                  <a:pt x="8943" y="3875"/>
                </a:lnTo>
                <a:lnTo>
                  <a:pt x="8942" y="3875"/>
                </a:lnTo>
                <a:lnTo>
                  <a:pt x="8942" y="3874"/>
                </a:lnTo>
                <a:lnTo>
                  <a:pt x="8941" y="3874"/>
                </a:lnTo>
                <a:lnTo>
                  <a:pt x="8940" y="3874"/>
                </a:lnTo>
                <a:lnTo>
                  <a:pt x="8940" y="3873"/>
                </a:lnTo>
                <a:lnTo>
                  <a:pt x="8939" y="3873"/>
                </a:lnTo>
                <a:lnTo>
                  <a:pt x="8938" y="3873"/>
                </a:lnTo>
                <a:lnTo>
                  <a:pt x="8938" y="3872"/>
                </a:lnTo>
                <a:lnTo>
                  <a:pt x="8937" y="3872"/>
                </a:lnTo>
                <a:lnTo>
                  <a:pt x="8936" y="3872"/>
                </a:lnTo>
                <a:lnTo>
                  <a:pt x="8936" y="3871"/>
                </a:lnTo>
                <a:lnTo>
                  <a:pt x="8935" y="3871"/>
                </a:lnTo>
                <a:lnTo>
                  <a:pt x="8934" y="3871"/>
                </a:lnTo>
                <a:lnTo>
                  <a:pt x="8933" y="3870"/>
                </a:lnTo>
                <a:lnTo>
                  <a:pt x="8932" y="3870"/>
                </a:lnTo>
                <a:lnTo>
                  <a:pt x="8932" y="3869"/>
                </a:lnTo>
                <a:lnTo>
                  <a:pt x="8931" y="3869"/>
                </a:lnTo>
                <a:lnTo>
                  <a:pt x="8930" y="3869"/>
                </a:lnTo>
                <a:lnTo>
                  <a:pt x="8930" y="3868"/>
                </a:lnTo>
                <a:lnTo>
                  <a:pt x="8929" y="3868"/>
                </a:lnTo>
                <a:lnTo>
                  <a:pt x="8928" y="3868"/>
                </a:lnTo>
                <a:lnTo>
                  <a:pt x="8928" y="3867"/>
                </a:lnTo>
                <a:lnTo>
                  <a:pt x="8927" y="3867"/>
                </a:lnTo>
                <a:lnTo>
                  <a:pt x="8926" y="3867"/>
                </a:lnTo>
                <a:lnTo>
                  <a:pt x="8926" y="3866"/>
                </a:lnTo>
                <a:lnTo>
                  <a:pt x="8925" y="3866"/>
                </a:lnTo>
                <a:lnTo>
                  <a:pt x="8924" y="3866"/>
                </a:lnTo>
                <a:lnTo>
                  <a:pt x="8923" y="3865"/>
                </a:lnTo>
                <a:lnTo>
                  <a:pt x="8922" y="3865"/>
                </a:lnTo>
                <a:lnTo>
                  <a:pt x="8922" y="3864"/>
                </a:lnTo>
                <a:lnTo>
                  <a:pt x="8921" y="3864"/>
                </a:lnTo>
                <a:lnTo>
                  <a:pt x="8920" y="3864"/>
                </a:lnTo>
                <a:lnTo>
                  <a:pt x="8920" y="3863"/>
                </a:lnTo>
                <a:lnTo>
                  <a:pt x="8919" y="3863"/>
                </a:lnTo>
                <a:lnTo>
                  <a:pt x="8918" y="3863"/>
                </a:lnTo>
                <a:lnTo>
                  <a:pt x="8918" y="3862"/>
                </a:lnTo>
                <a:lnTo>
                  <a:pt x="8917" y="3862"/>
                </a:lnTo>
                <a:lnTo>
                  <a:pt x="8916" y="3862"/>
                </a:lnTo>
                <a:lnTo>
                  <a:pt x="8916" y="3861"/>
                </a:lnTo>
                <a:lnTo>
                  <a:pt x="8915" y="3861"/>
                </a:lnTo>
                <a:lnTo>
                  <a:pt x="8914" y="3861"/>
                </a:lnTo>
                <a:lnTo>
                  <a:pt x="8913" y="3860"/>
                </a:lnTo>
                <a:lnTo>
                  <a:pt x="8912" y="3868"/>
                </a:lnTo>
                <a:lnTo>
                  <a:pt x="8911" y="3868"/>
                </a:lnTo>
                <a:lnTo>
                  <a:pt x="8910" y="3868"/>
                </a:lnTo>
                <a:lnTo>
                  <a:pt x="8910" y="3867"/>
                </a:lnTo>
                <a:lnTo>
                  <a:pt x="8909" y="3867"/>
                </a:lnTo>
                <a:lnTo>
                  <a:pt x="8908" y="3866"/>
                </a:lnTo>
                <a:lnTo>
                  <a:pt x="8907" y="3866"/>
                </a:lnTo>
                <a:lnTo>
                  <a:pt x="8906" y="3866"/>
                </a:lnTo>
                <a:lnTo>
                  <a:pt x="8906" y="3865"/>
                </a:lnTo>
                <a:lnTo>
                  <a:pt x="8905" y="3865"/>
                </a:lnTo>
                <a:lnTo>
                  <a:pt x="8904" y="3864"/>
                </a:lnTo>
                <a:lnTo>
                  <a:pt x="8903" y="3864"/>
                </a:lnTo>
                <a:lnTo>
                  <a:pt x="8902" y="3863"/>
                </a:lnTo>
                <a:lnTo>
                  <a:pt x="8901" y="3863"/>
                </a:lnTo>
                <a:lnTo>
                  <a:pt x="8900" y="3863"/>
                </a:lnTo>
                <a:lnTo>
                  <a:pt x="8900" y="3871"/>
                </a:lnTo>
                <a:lnTo>
                  <a:pt x="8899" y="3871"/>
                </a:lnTo>
                <a:lnTo>
                  <a:pt x="8898" y="3870"/>
                </a:lnTo>
                <a:lnTo>
                  <a:pt x="8897" y="3870"/>
                </a:lnTo>
                <a:lnTo>
                  <a:pt x="8896" y="3869"/>
                </a:lnTo>
                <a:lnTo>
                  <a:pt x="8896" y="3878"/>
                </a:lnTo>
                <a:lnTo>
                  <a:pt x="8895" y="3878"/>
                </a:lnTo>
                <a:lnTo>
                  <a:pt x="8895" y="3877"/>
                </a:lnTo>
                <a:lnTo>
                  <a:pt x="8894" y="3877"/>
                </a:lnTo>
                <a:lnTo>
                  <a:pt x="8893" y="3877"/>
                </a:lnTo>
                <a:lnTo>
                  <a:pt x="8893" y="3876"/>
                </a:lnTo>
                <a:lnTo>
                  <a:pt x="8892" y="3876"/>
                </a:lnTo>
                <a:lnTo>
                  <a:pt x="8891" y="3875"/>
                </a:lnTo>
                <a:lnTo>
                  <a:pt x="8890" y="3875"/>
                </a:lnTo>
                <a:lnTo>
                  <a:pt x="8889" y="3875"/>
                </a:lnTo>
                <a:lnTo>
                  <a:pt x="8889" y="3874"/>
                </a:lnTo>
                <a:lnTo>
                  <a:pt x="8888" y="3874"/>
                </a:lnTo>
                <a:lnTo>
                  <a:pt x="8887" y="3873"/>
                </a:lnTo>
                <a:lnTo>
                  <a:pt x="8886" y="3873"/>
                </a:lnTo>
                <a:lnTo>
                  <a:pt x="8885" y="3873"/>
                </a:lnTo>
                <a:lnTo>
                  <a:pt x="8885" y="3872"/>
                </a:lnTo>
                <a:lnTo>
                  <a:pt x="8884" y="3872"/>
                </a:lnTo>
                <a:lnTo>
                  <a:pt x="8883" y="3872"/>
                </a:lnTo>
                <a:lnTo>
                  <a:pt x="8883" y="3871"/>
                </a:lnTo>
                <a:lnTo>
                  <a:pt x="8882" y="3871"/>
                </a:lnTo>
                <a:lnTo>
                  <a:pt x="8881" y="3870"/>
                </a:lnTo>
                <a:lnTo>
                  <a:pt x="8880" y="3870"/>
                </a:lnTo>
                <a:lnTo>
                  <a:pt x="8879" y="3870"/>
                </a:lnTo>
                <a:lnTo>
                  <a:pt x="8879" y="3869"/>
                </a:lnTo>
                <a:lnTo>
                  <a:pt x="8878" y="3869"/>
                </a:lnTo>
                <a:lnTo>
                  <a:pt x="8877" y="3868"/>
                </a:lnTo>
                <a:lnTo>
                  <a:pt x="8876" y="3868"/>
                </a:lnTo>
                <a:lnTo>
                  <a:pt x="8875" y="3868"/>
                </a:lnTo>
                <a:lnTo>
                  <a:pt x="8875" y="3867"/>
                </a:lnTo>
                <a:lnTo>
                  <a:pt x="8874" y="3867"/>
                </a:lnTo>
                <a:lnTo>
                  <a:pt x="8873" y="3867"/>
                </a:lnTo>
                <a:lnTo>
                  <a:pt x="8873" y="3866"/>
                </a:lnTo>
                <a:lnTo>
                  <a:pt x="8872" y="3866"/>
                </a:lnTo>
                <a:lnTo>
                  <a:pt x="8871" y="3865"/>
                </a:lnTo>
                <a:lnTo>
                  <a:pt x="8870" y="3865"/>
                </a:lnTo>
                <a:lnTo>
                  <a:pt x="8869" y="3865"/>
                </a:lnTo>
                <a:lnTo>
                  <a:pt x="8869" y="3864"/>
                </a:lnTo>
                <a:lnTo>
                  <a:pt x="8868" y="3864"/>
                </a:lnTo>
                <a:lnTo>
                  <a:pt x="8867" y="3863"/>
                </a:lnTo>
                <a:lnTo>
                  <a:pt x="8866" y="3863"/>
                </a:lnTo>
                <a:lnTo>
                  <a:pt x="8865" y="3863"/>
                </a:lnTo>
                <a:lnTo>
                  <a:pt x="8865" y="3862"/>
                </a:lnTo>
                <a:lnTo>
                  <a:pt x="8864" y="3862"/>
                </a:lnTo>
                <a:lnTo>
                  <a:pt x="8863" y="3862"/>
                </a:lnTo>
                <a:lnTo>
                  <a:pt x="8863" y="3861"/>
                </a:lnTo>
                <a:lnTo>
                  <a:pt x="8862" y="3861"/>
                </a:lnTo>
                <a:lnTo>
                  <a:pt x="8861" y="3861"/>
                </a:lnTo>
                <a:lnTo>
                  <a:pt x="8861" y="3860"/>
                </a:lnTo>
                <a:lnTo>
                  <a:pt x="8860" y="3860"/>
                </a:lnTo>
                <a:lnTo>
                  <a:pt x="8859" y="3860"/>
                </a:lnTo>
                <a:lnTo>
                  <a:pt x="8859" y="3859"/>
                </a:lnTo>
                <a:lnTo>
                  <a:pt x="8858" y="3859"/>
                </a:lnTo>
                <a:lnTo>
                  <a:pt x="8857" y="3867"/>
                </a:lnTo>
                <a:lnTo>
                  <a:pt x="8856" y="3867"/>
                </a:lnTo>
                <a:lnTo>
                  <a:pt x="8856" y="3866"/>
                </a:lnTo>
                <a:lnTo>
                  <a:pt x="8855" y="3866"/>
                </a:lnTo>
                <a:lnTo>
                  <a:pt x="8854" y="3866"/>
                </a:lnTo>
                <a:lnTo>
                  <a:pt x="8853" y="3865"/>
                </a:lnTo>
                <a:lnTo>
                  <a:pt x="8852" y="3865"/>
                </a:lnTo>
                <a:lnTo>
                  <a:pt x="8852" y="3864"/>
                </a:lnTo>
                <a:lnTo>
                  <a:pt x="8851" y="3864"/>
                </a:lnTo>
                <a:lnTo>
                  <a:pt x="8850" y="3863"/>
                </a:lnTo>
                <a:lnTo>
                  <a:pt x="8849" y="3863"/>
                </a:lnTo>
                <a:lnTo>
                  <a:pt x="8848" y="3863"/>
                </a:lnTo>
                <a:lnTo>
                  <a:pt x="8848" y="3862"/>
                </a:lnTo>
                <a:lnTo>
                  <a:pt x="8847" y="3862"/>
                </a:lnTo>
                <a:lnTo>
                  <a:pt x="8846" y="3862"/>
                </a:lnTo>
                <a:lnTo>
                  <a:pt x="8846" y="3861"/>
                </a:lnTo>
                <a:lnTo>
                  <a:pt x="8845" y="3861"/>
                </a:lnTo>
                <a:lnTo>
                  <a:pt x="8844" y="3861"/>
                </a:lnTo>
                <a:lnTo>
                  <a:pt x="8843" y="3860"/>
                </a:lnTo>
                <a:lnTo>
                  <a:pt x="8842" y="3860"/>
                </a:lnTo>
                <a:lnTo>
                  <a:pt x="8842" y="3859"/>
                </a:lnTo>
                <a:lnTo>
                  <a:pt x="8841" y="3859"/>
                </a:lnTo>
                <a:lnTo>
                  <a:pt x="8840" y="3859"/>
                </a:lnTo>
                <a:lnTo>
                  <a:pt x="8839" y="3858"/>
                </a:lnTo>
                <a:lnTo>
                  <a:pt x="8838" y="3858"/>
                </a:lnTo>
                <a:lnTo>
                  <a:pt x="8838" y="3857"/>
                </a:lnTo>
                <a:lnTo>
                  <a:pt x="8837" y="3857"/>
                </a:lnTo>
                <a:lnTo>
                  <a:pt x="8836" y="3857"/>
                </a:lnTo>
                <a:lnTo>
                  <a:pt x="8836" y="3856"/>
                </a:lnTo>
                <a:lnTo>
                  <a:pt x="8835" y="3856"/>
                </a:lnTo>
                <a:lnTo>
                  <a:pt x="8834" y="3856"/>
                </a:lnTo>
                <a:lnTo>
                  <a:pt x="8833" y="3855"/>
                </a:lnTo>
                <a:lnTo>
                  <a:pt x="8832" y="3855"/>
                </a:lnTo>
                <a:lnTo>
                  <a:pt x="8832" y="3854"/>
                </a:lnTo>
                <a:lnTo>
                  <a:pt x="8831" y="3854"/>
                </a:lnTo>
                <a:lnTo>
                  <a:pt x="8830" y="3854"/>
                </a:lnTo>
                <a:lnTo>
                  <a:pt x="8829" y="3853"/>
                </a:lnTo>
                <a:lnTo>
                  <a:pt x="8828" y="3853"/>
                </a:lnTo>
                <a:lnTo>
                  <a:pt x="8828" y="3852"/>
                </a:lnTo>
                <a:lnTo>
                  <a:pt x="8827" y="3852"/>
                </a:lnTo>
                <a:lnTo>
                  <a:pt x="8826" y="3852"/>
                </a:lnTo>
                <a:lnTo>
                  <a:pt x="8826" y="3851"/>
                </a:lnTo>
                <a:lnTo>
                  <a:pt x="8825" y="3851"/>
                </a:lnTo>
                <a:lnTo>
                  <a:pt x="8824" y="3851"/>
                </a:lnTo>
                <a:lnTo>
                  <a:pt x="8824" y="3850"/>
                </a:lnTo>
                <a:lnTo>
                  <a:pt x="8823" y="3850"/>
                </a:lnTo>
                <a:lnTo>
                  <a:pt x="8822" y="3850"/>
                </a:lnTo>
                <a:lnTo>
                  <a:pt x="8822" y="3849"/>
                </a:lnTo>
                <a:lnTo>
                  <a:pt x="8821" y="3849"/>
                </a:lnTo>
                <a:lnTo>
                  <a:pt x="8820" y="3849"/>
                </a:lnTo>
                <a:lnTo>
                  <a:pt x="8819" y="3848"/>
                </a:lnTo>
                <a:lnTo>
                  <a:pt x="8818" y="3848"/>
                </a:lnTo>
                <a:lnTo>
                  <a:pt x="8818" y="3847"/>
                </a:lnTo>
                <a:lnTo>
                  <a:pt x="8817" y="3847"/>
                </a:lnTo>
                <a:lnTo>
                  <a:pt x="8816" y="3847"/>
                </a:lnTo>
                <a:lnTo>
                  <a:pt x="8816" y="3846"/>
                </a:lnTo>
                <a:lnTo>
                  <a:pt x="8815" y="3846"/>
                </a:lnTo>
                <a:lnTo>
                  <a:pt x="8814" y="3846"/>
                </a:lnTo>
                <a:lnTo>
                  <a:pt x="8814" y="3845"/>
                </a:lnTo>
                <a:lnTo>
                  <a:pt x="8813" y="3845"/>
                </a:lnTo>
                <a:lnTo>
                  <a:pt x="8812" y="3845"/>
                </a:lnTo>
                <a:lnTo>
                  <a:pt x="8812" y="3844"/>
                </a:lnTo>
                <a:lnTo>
                  <a:pt x="8811" y="3844"/>
                </a:lnTo>
                <a:lnTo>
                  <a:pt x="8810" y="3844"/>
                </a:lnTo>
                <a:lnTo>
                  <a:pt x="8809" y="3843"/>
                </a:lnTo>
                <a:lnTo>
                  <a:pt x="8808" y="3843"/>
                </a:lnTo>
                <a:lnTo>
                  <a:pt x="8808" y="3842"/>
                </a:lnTo>
                <a:lnTo>
                  <a:pt x="8807" y="3842"/>
                </a:lnTo>
                <a:lnTo>
                  <a:pt x="8806" y="3842"/>
                </a:lnTo>
                <a:lnTo>
                  <a:pt x="8806" y="3841"/>
                </a:lnTo>
                <a:lnTo>
                  <a:pt x="8805" y="3841"/>
                </a:lnTo>
                <a:lnTo>
                  <a:pt x="8804" y="3841"/>
                </a:lnTo>
                <a:lnTo>
                  <a:pt x="8804" y="3840"/>
                </a:lnTo>
                <a:lnTo>
                  <a:pt x="8803" y="3840"/>
                </a:lnTo>
                <a:lnTo>
                  <a:pt x="8802" y="3840"/>
                </a:lnTo>
                <a:lnTo>
                  <a:pt x="8802" y="3848"/>
                </a:lnTo>
                <a:lnTo>
                  <a:pt x="8801" y="3847"/>
                </a:lnTo>
                <a:lnTo>
                  <a:pt x="8800" y="3847"/>
                </a:lnTo>
                <a:lnTo>
                  <a:pt x="8799" y="3847"/>
                </a:lnTo>
                <a:lnTo>
                  <a:pt x="8799" y="3846"/>
                </a:lnTo>
                <a:lnTo>
                  <a:pt x="8798" y="3846"/>
                </a:lnTo>
                <a:lnTo>
                  <a:pt x="8797" y="3845"/>
                </a:lnTo>
                <a:lnTo>
                  <a:pt x="8796" y="3845"/>
                </a:lnTo>
                <a:lnTo>
                  <a:pt x="8795" y="3845"/>
                </a:lnTo>
                <a:lnTo>
                  <a:pt x="8795" y="3844"/>
                </a:lnTo>
                <a:lnTo>
                  <a:pt x="8794" y="3844"/>
                </a:lnTo>
                <a:lnTo>
                  <a:pt x="8793" y="3843"/>
                </a:lnTo>
                <a:lnTo>
                  <a:pt x="8792" y="3843"/>
                </a:lnTo>
                <a:lnTo>
                  <a:pt x="8791" y="3843"/>
                </a:lnTo>
                <a:lnTo>
                  <a:pt x="8791" y="3842"/>
                </a:lnTo>
                <a:lnTo>
                  <a:pt x="8790" y="3842"/>
                </a:lnTo>
                <a:lnTo>
                  <a:pt x="8789" y="3842"/>
                </a:lnTo>
                <a:lnTo>
                  <a:pt x="8789" y="3841"/>
                </a:lnTo>
                <a:lnTo>
                  <a:pt x="8788" y="3841"/>
                </a:lnTo>
                <a:lnTo>
                  <a:pt x="8787" y="3840"/>
                </a:lnTo>
                <a:lnTo>
                  <a:pt x="8786" y="3840"/>
                </a:lnTo>
                <a:lnTo>
                  <a:pt x="8785" y="3840"/>
                </a:lnTo>
                <a:lnTo>
                  <a:pt x="8785" y="3839"/>
                </a:lnTo>
                <a:lnTo>
                  <a:pt x="8784" y="3839"/>
                </a:lnTo>
                <a:lnTo>
                  <a:pt x="8783" y="3838"/>
                </a:lnTo>
                <a:lnTo>
                  <a:pt x="8782" y="3838"/>
                </a:lnTo>
                <a:lnTo>
                  <a:pt x="8781" y="3838"/>
                </a:lnTo>
                <a:lnTo>
                  <a:pt x="8781" y="3837"/>
                </a:lnTo>
                <a:lnTo>
                  <a:pt x="8780" y="3837"/>
                </a:lnTo>
                <a:lnTo>
                  <a:pt x="8779" y="3837"/>
                </a:lnTo>
                <a:lnTo>
                  <a:pt x="8779" y="3836"/>
                </a:lnTo>
                <a:lnTo>
                  <a:pt x="8778" y="3836"/>
                </a:lnTo>
                <a:lnTo>
                  <a:pt x="8777" y="3835"/>
                </a:lnTo>
                <a:lnTo>
                  <a:pt x="8776" y="3835"/>
                </a:lnTo>
                <a:lnTo>
                  <a:pt x="8775" y="3835"/>
                </a:lnTo>
                <a:lnTo>
                  <a:pt x="8775" y="3834"/>
                </a:lnTo>
                <a:lnTo>
                  <a:pt x="8774" y="3834"/>
                </a:lnTo>
                <a:lnTo>
                  <a:pt x="8773" y="3833"/>
                </a:lnTo>
                <a:lnTo>
                  <a:pt x="8772" y="3833"/>
                </a:lnTo>
                <a:lnTo>
                  <a:pt x="8771" y="3833"/>
                </a:lnTo>
                <a:lnTo>
                  <a:pt x="8771" y="3832"/>
                </a:lnTo>
                <a:lnTo>
                  <a:pt x="8770" y="3832"/>
                </a:lnTo>
                <a:lnTo>
                  <a:pt x="8769" y="3832"/>
                </a:lnTo>
                <a:lnTo>
                  <a:pt x="8769" y="3831"/>
                </a:lnTo>
                <a:lnTo>
                  <a:pt x="8768" y="3831"/>
                </a:lnTo>
                <a:lnTo>
                  <a:pt x="8767" y="3830"/>
                </a:lnTo>
                <a:lnTo>
                  <a:pt x="8766" y="3830"/>
                </a:lnTo>
                <a:lnTo>
                  <a:pt x="8765" y="3830"/>
                </a:lnTo>
                <a:lnTo>
                  <a:pt x="8765" y="3829"/>
                </a:lnTo>
                <a:lnTo>
                  <a:pt x="8764" y="3829"/>
                </a:lnTo>
                <a:lnTo>
                  <a:pt x="8763" y="3828"/>
                </a:lnTo>
                <a:lnTo>
                  <a:pt x="8762" y="3828"/>
                </a:lnTo>
                <a:lnTo>
                  <a:pt x="8761" y="3828"/>
                </a:lnTo>
                <a:lnTo>
                  <a:pt x="8761" y="3827"/>
                </a:lnTo>
                <a:lnTo>
                  <a:pt x="8760" y="3827"/>
                </a:lnTo>
                <a:lnTo>
                  <a:pt x="8759" y="3827"/>
                </a:lnTo>
                <a:lnTo>
                  <a:pt x="8759" y="3826"/>
                </a:lnTo>
                <a:lnTo>
                  <a:pt x="8758" y="3826"/>
                </a:lnTo>
                <a:lnTo>
                  <a:pt x="8757" y="3825"/>
                </a:lnTo>
                <a:lnTo>
                  <a:pt x="8756" y="3825"/>
                </a:lnTo>
                <a:lnTo>
                  <a:pt x="8755" y="3825"/>
                </a:lnTo>
                <a:lnTo>
                  <a:pt x="8755" y="3824"/>
                </a:lnTo>
                <a:lnTo>
                  <a:pt x="8754" y="3824"/>
                </a:lnTo>
                <a:lnTo>
                  <a:pt x="8753" y="3823"/>
                </a:lnTo>
                <a:lnTo>
                  <a:pt x="8752" y="3823"/>
                </a:lnTo>
                <a:lnTo>
                  <a:pt x="8751" y="3823"/>
                </a:lnTo>
                <a:lnTo>
                  <a:pt x="8751" y="3822"/>
                </a:lnTo>
                <a:lnTo>
                  <a:pt x="8750" y="3822"/>
                </a:lnTo>
                <a:lnTo>
                  <a:pt x="8749" y="3822"/>
                </a:lnTo>
                <a:lnTo>
                  <a:pt x="8749" y="3821"/>
                </a:lnTo>
                <a:lnTo>
                  <a:pt x="8748" y="3821"/>
                </a:lnTo>
                <a:lnTo>
                  <a:pt x="8747" y="3820"/>
                </a:lnTo>
                <a:lnTo>
                  <a:pt x="8746" y="3820"/>
                </a:lnTo>
                <a:lnTo>
                  <a:pt x="8745" y="3820"/>
                </a:lnTo>
                <a:lnTo>
                  <a:pt x="8745" y="3819"/>
                </a:lnTo>
                <a:lnTo>
                  <a:pt x="8744" y="3819"/>
                </a:lnTo>
                <a:lnTo>
                  <a:pt x="8743" y="3818"/>
                </a:lnTo>
                <a:lnTo>
                  <a:pt x="8742" y="3818"/>
                </a:lnTo>
                <a:lnTo>
                  <a:pt x="8741" y="3818"/>
                </a:lnTo>
                <a:lnTo>
                  <a:pt x="8741" y="3817"/>
                </a:lnTo>
                <a:lnTo>
                  <a:pt x="8740" y="3817"/>
                </a:lnTo>
                <a:lnTo>
                  <a:pt x="8739" y="3817"/>
                </a:lnTo>
                <a:lnTo>
                  <a:pt x="8739" y="3816"/>
                </a:lnTo>
                <a:lnTo>
                  <a:pt x="8738" y="3816"/>
                </a:lnTo>
                <a:lnTo>
                  <a:pt x="8737" y="3815"/>
                </a:lnTo>
                <a:lnTo>
                  <a:pt x="8736" y="3815"/>
                </a:lnTo>
                <a:lnTo>
                  <a:pt x="8735" y="3815"/>
                </a:lnTo>
                <a:lnTo>
                  <a:pt x="8735" y="3814"/>
                </a:lnTo>
                <a:lnTo>
                  <a:pt x="8734" y="3814"/>
                </a:lnTo>
                <a:lnTo>
                  <a:pt x="8733" y="3813"/>
                </a:lnTo>
                <a:lnTo>
                  <a:pt x="8732" y="3813"/>
                </a:lnTo>
                <a:lnTo>
                  <a:pt x="8731" y="3813"/>
                </a:lnTo>
                <a:lnTo>
                  <a:pt x="8731" y="3812"/>
                </a:lnTo>
                <a:lnTo>
                  <a:pt x="8730" y="3812"/>
                </a:lnTo>
                <a:lnTo>
                  <a:pt x="8729" y="3812"/>
                </a:lnTo>
                <a:lnTo>
                  <a:pt x="8729" y="3811"/>
                </a:lnTo>
                <a:lnTo>
                  <a:pt x="8728" y="3811"/>
                </a:lnTo>
                <a:lnTo>
                  <a:pt x="8727" y="3811"/>
                </a:lnTo>
                <a:lnTo>
                  <a:pt x="8727" y="3810"/>
                </a:lnTo>
                <a:lnTo>
                  <a:pt x="8726" y="3810"/>
                </a:lnTo>
                <a:lnTo>
                  <a:pt x="8725" y="3810"/>
                </a:lnTo>
                <a:lnTo>
                  <a:pt x="8725" y="3809"/>
                </a:lnTo>
                <a:lnTo>
                  <a:pt x="8724" y="3809"/>
                </a:lnTo>
                <a:lnTo>
                  <a:pt x="8723" y="3808"/>
                </a:lnTo>
                <a:lnTo>
                  <a:pt x="8722" y="3808"/>
                </a:lnTo>
                <a:lnTo>
                  <a:pt x="8721" y="3808"/>
                </a:lnTo>
                <a:lnTo>
                  <a:pt x="8721" y="3807"/>
                </a:lnTo>
                <a:lnTo>
                  <a:pt x="8720" y="3807"/>
                </a:lnTo>
                <a:lnTo>
                  <a:pt x="8719" y="3807"/>
                </a:lnTo>
                <a:lnTo>
                  <a:pt x="8719" y="3806"/>
                </a:lnTo>
                <a:lnTo>
                  <a:pt x="8718" y="3806"/>
                </a:lnTo>
                <a:lnTo>
                  <a:pt x="8717" y="3806"/>
                </a:lnTo>
                <a:lnTo>
                  <a:pt x="8717" y="3805"/>
                </a:lnTo>
                <a:lnTo>
                  <a:pt x="8716" y="3805"/>
                </a:lnTo>
                <a:lnTo>
                  <a:pt x="8715" y="3805"/>
                </a:lnTo>
                <a:lnTo>
                  <a:pt x="8715" y="3804"/>
                </a:lnTo>
                <a:lnTo>
                  <a:pt x="8714" y="3804"/>
                </a:lnTo>
                <a:lnTo>
                  <a:pt x="8713" y="3803"/>
                </a:lnTo>
                <a:lnTo>
                  <a:pt x="8712" y="3803"/>
                </a:lnTo>
                <a:lnTo>
                  <a:pt x="8711" y="3803"/>
                </a:lnTo>
                <a:lnTo>
                  <a:pt x="8711" y="3802"/>
                </a:lnTo>
                <a:lnTo>
                  <a:pt x="8710" y="3802"/>
                </a:lnTo>
                <a:lnTo>
                  <a:pt x="8709" y="3802"/>
                </a:lnTo>
                <a:lnTo>
                  <a:pt x="8709" y="3801"/>
                </a:lnTo>
                <a:lnTo>
                  <a:pt x="8708" y="3801"/>
                </a:lnTo>
                <a:lnTo>
                  <a:pt x="8707" y="3801"/>
                </a:lnTo>
                <a:lnTo>
                  <a:pt x="8707" y="3800"/>
                </a:lnTo>
                <a:lnTo>
                  <a:pt x="8706" y="3800"/>
                </a:lnTo>
                <a:lnTo>
                  <a:pt x="8705" y="3800"/>
                </a:lnTo>
                <a:lnTo>
                  <a:pt x="8705" y="3799"/>
                </a:lnTo>
                <a:lnTo>
                  <a:pt x="8704" y="3799"/>
                </a:lnTo>
                <a:lnTo>
                  <a:pt x="8703" y="3798"/>
                </a:lnTo>
                <a:lnTo>
                  <a:pt x="8702" y="3798"/>
                </a:lnTo>
                <a:lnTo>
                  <a:pt x="8701" y="3798"/>
                </a:lnTo>
                <a:lnTo>
                  <a:pt x="8701" y="3797"/>
                </a:lnTo>
                <a:lnTo>
                  <a:pt x="8700" y="3797"/>
                </a:lnTo>
                <a:lnTo>
                  <a:pt x="8699" y="3796"/>
                </a:lnTo>
                <a:lnTo>
                  <a:pt x="8698" y="3796"/>
                </a:lnTo>
                <a:lnTo>
                  <a:pt x="8697" y="3796"/>
                </a:lnTo>
                <a:lnTo>
                  <a:pt x="8697" y="3795"/>
                </a:lnTo>
                <a:lnTo>
                  <a:pt x="8696" y="3795"/>
                </a:lnTo>
                <a:lnTo>
                  <a:pt x="8695" y="3795"/>
                </a:lnTo>
                <a:lnTo>
                  <a:pt x="8695" y="3794"/>
                </a:lnTo>
                <a:lnTo>
                  <a:pt x="8694" y="3794"/>
                </a:lnTo>
                <a:lnTo>
                  <a:pt x="8693" y="3793"/>
                </a:lnTo>
                <a:lnTo>
                  <a:pt x="8692" y="3793"/>
                </a:lnTo>
                <a:lnTo>
                  <a:pt x="8691" y="3793"/>
                </a:lnTo>
                <a:lnTo>
                  <a:pt x="8691" y="3792"/>
                </a:lnTo>
                <a:lnTo>
                  <a:pt x="8690" y="3792"/>
                </a:lnTo>
                <a:lnTo>
                  <a:pt x="8689" y="3791"/>
                </a:lnTo>
                <a:lnTo>
                  <a:pt x="8688" y="3791"/>
                </a:lnTo>
                <a:lnTo>
                  <a:pt x="8687" y="3791"/>
                </a:lnTo>
                <a:lnTo>
                  <a:pt x="8687" y="3790"/>
                </a:lnTo>
                <a:lnTo>
                  <a:pt x="8686" y="3790"/>
                </a:lnTo>
                <a:lnTo>
                  <a:pt x="8685" y="3790"/>
                </a:lnTo>
                <a:lnTo>
                  <a:pt x="8685" y="3789"/>
                </a:lnTo>
                <a:lnTo>
                  <a:pt x="8684" y="3789"/>
                </a:lnTo>
                <a:lnTo>
                  <a:pt x="8683" y="3788"/>
                </a:lnTo>
                <a:lnTo>
                  <a:pt x="8682" y="3788"/>
                </a:lnTo>
                <a:lnTo>
                  <a:pt x="8681" y="3788"/>
                </a:lnTo>
                <a:lnTo>
                  <a:pt x="8681" y="3787"/>
                </a:lnTo>
                <a:lnTo>
                  <a:pt x="8680" y="3787"/>
                </a:lnTo>
                <a:lnTo>
                  <a:pt x="8679" y="3786"/>
                </a:lnTo>
                <a:lnTo>
                  <a:pt x="8678" y="3786"/>
                </a:lnTo>
                <a:lnTo>
                  <a:pt x="8677" y="3786"/>
                </a:lnTo>
                <a:lnTo>
                  <a:pt x="8677" y="3785"/>
                </a:lnTo>
                <a:lnTo>
                  <a:pt x="8676" y="3785"/>
                </a:lnTo>
                <a:lnTo>
                  <a:pt x="8675" y="3785"/>
                </a:lnTo>
                <a:lnTo>
                  <a:pt x="8675" y="3784"/>
                </a:lnTo>
                <a:lnTo>
                  <a:pt x="8674" y="3784"/>
                </a:lnTo>
                <a:lnTo>
                  <a:pt x="8673" y="3783"/>
                </a:lnTo>
                <a:lnTo>
                  <a:pt x="8672" y="3783"/>
                </a:lnTo>
                <a:lnTo>
                  <a:pt x="8671" y="3783"/>
                </a:lnTo>
                <a:lnTo>
                  <a:pt x="8671" y="3782"/>
                </a:lnTo>
                <a:lnTo>
                  <a:pt x="8670" y="3782"/>
                </a:lnTo>
                <a:lnTo>
                  <a:pt x="8669" y="3781"/>
                </a:lnTo>
                <a:lnTo>
                  <a:pt x="8668" y="3781"/>
                </a:lnTo>
                <a:lnTo>
                  <a:pt x="8667" y="3781"/>
                </a:lnTo>
                <a:lnTo>
                  <a:pt x="8667" y="3780"/>
                </a:lnTo>
                <a:lnTo>
                  <a:pt x="8666" y="3780"/>
                </a:lnTo>
                <a:lnTo>
                  <a:pt x="8665" y="3780"/>
                </a:lnTo>
                <a:lnTo>
                  <a:pt x="8665" y="3779"/>
                </a:lnTo>
                <a:lnTo>
                  <a:pt x="8664" y="3779"/>
                </a:lnTo>
                <a:lnTo>
                  <a:pt x="8663" y="3779"/>
                </a:lnTo>
                <a:lnTo>
                  <a:pt x="8662" y="3778"/>
                </a:lnTo>
                <a:lnTo>
                  <a:pt x="8661" y="3778"/>
                </a:lnTo>
                <a:lnTo>
                  <a:pt x="8661" y="3777"/>
                </a:lnTo>
                <a:lnTo>
                  <a:pt x="8660" y="3777"/>
                </a:lnTo>
                <a:lnTo>
                  <a:pt x="8659" y="3776"/>
                </a:lnTo>
                <a:lnTo>
                  <a:pt x="8658" y="3776"/>
                </a:lnTo>
                <a:lnTo>
                  <a:pt x="8657" y="3776"/>
                </a:lnTo>
                <a:lnTo>
                  <a:pt x="8657" y="3775"/>
                </a:lnTo>
                <a:lnTo>
                  <a:pt x="8656" y="3775"/>
                </a:lnTo>
                <a:lnTo>
                  <a:pt x="8655" y="3775"/>
                </a:lnTo>
                <a:lnTo>
                  <a:pt x="8655" y="3774"/>
                </a:lnTo>
                <a:lnTo>
                  <a:pt x="8654" y="3774"/>
                </a:lnTo>
                <a:lnTo>
                  <a:pt x="8653" y="3774"/>
                </a:lnTo>
                <a:lnTo>
                  <a:pt x="8652" y="3773"/>
                </a:lnTo>
                <a:lnTo>
                  <a:pt x="8651" y="3773"/>
                </a:lnTo>
                <a:lnTo>
                  <a:pt x="8651" y="3772"/>
                </a:lnTo>
                <a:lnTo>
                  <a:pt x="8650" y="3772"/>
                </a:lnTo>
                <a:lnTo>
                  <a:pt x="8649" y="3771"/>
                </a:lnTo>
                <a:lnTo>
                  <a:pt x="8648" y="3771"/>
                </a:lnTo>
                <a:lnTo>
                  <a:pt x="8647" y="3771"/>
                </a:lnTo>
                <a:lnTo>
                  <a:pt x="8647" y="3770"/>
                </a:lnTo>
                <a:lnTo>
                  <a:pt x="8646" y="3770"/>
                </a:lnTo>
                <a:lnTo>
                  <a:pt x="8645" y="3770"/>
                </a:lnTo>
                <a:lnTo>
                  <a:pt x="8645" y="3769"/>
                </a:lnTo>
                <a:lnTo>
                  <a:pt x="8644" y="3769"/>
                </a:lnTo>
                <a:lnTo>
                  <a:pt x="8643" y="3769"/>
                </a:lnTo>
                <a:lnTo>
                  <a:pt x="8642" y="3768"/>
                </a:lnTo>
                <a:lnTo>
                  <a:pt x="8641" y="3768"/>
                </a:lnTo>
                <a:lnTo>
                  <a:pt x="8641" y="3767"/>
                </a:lnTo>
                <a:lnTo>
                  <a:pt x="8640" y="3767"/>
                </a:lnTo>
                <a:lnTo>
                  <a:pt x="8639" y="3766"/>
                </a:lnTo>
                <a:lnTo>
                  <a:pt x="8638" y="3766"/>
                </a:lnTo>
                <a:lnTo>
                  <a:pt x="8637" y="3766"/>
                </a:lnTo>
                <a:lnTo>
                  <a:pt x="8637" y="3765"/>
                </a:lnTo>
                <a:lnTo>
                  <a:pt x="8636" y="3773"/>
                </a:lnTo>
                <a:lnTo>
                  <a:pt x="8635" y="3772"/>
                </a:lnTo>
                <a:lnTo>
                  <a:pt x="8634" y="3772"/>
                </a:lnTo>
                <a:lnTo>
                  <a:pt x="8633" y="3771"/>
                </a:lnTo>
                <a:lnTo>
                  <a:pt x="8632" y="3771"/>
                </a:lnTo>
                <a:lnTo>
                  <a:pt x="8631" y="3770"/>
                </a:lnTo>
                <a:lnTo>
                  <a:pt x="8630" y="3770"/>
                </a:lnTo>
                <a:lnTo>
                  <a:pt x="8629" y="3769"/>
                </a:lnTo>
                <a:lnTo>
                  <a:pt x="8628" y="3769"/>
                </a:lnTo>
                <a:lnTo>
                  <a:pt x="8627" y="3768"/>
                </a:lnTo>
                <a:lnTo>
                  <a:pt x="8626" y="3768"/>
                </a:lnTo>
                <a:lnTo>
                  <a:pt x="8625" y="3768"/>
                </a:lnTo>
                <a:lnTo>
                  <a:pt x="8625" y="3767"/>
                </a:lnTo>
                <a:lnTo>
                  <a:pt x="8624" y="3767"/>
                </a:lnTo>
                <a:lnTo>
                  <a:pt x="8623" y="3766"/>
                </a:lnTo>
                <a:lnTo>
                  <a:pt x="8622" y="3766"/>
                </a:lnTo>
                <a:lnTo>
                  <a:pt x="8621" y="3765"/>
                </a:lnTo>
                <a:lnTo>
                  <a:pt x="8620" y="3765"/>
                </a:lnTo>
                <a:lnTo>
                  <a:pt x="8619" y="3764"/>
                </a:lnTo>
                <a:lnTo>
                  <a:pt x="8618" y="3764"/>
                </a:lnTo>
                <a:lnTo>
                  <a:pt x="8617" y="3763"/>
                </a:lnTo>
                <a:lnTo>
                  <a:pt x="8616" y="3763"/>
                </a:lnTo>
                <a:lnTo>
                  <a:pt x="8615" y="3763"/>
                </a:lnTo>
                <a:lnTo>
                  <a:pt x="8615" y="3762"/>
                </a:lnTo>
                <a:lnTo>
                  <a:pt x="8614" y="3762"/>
                </a:lnTo>
                <a:lnTo>
                  <a:pt x="8613" y="3761"/>
                </a:lnTo>
                <a:lnTo>
                  <a:pt x="8612" y="3761"/>
                </a:lnTo>
                <a:lnTo>
                  <a:pt x="8611" y="3760"/>
                </a:lnTo>
                <a:lnTo>
                  <a:pt x="8610" y="3760"/>
                </a:lnTo>
                <a:lnTo>
                  <a:pt x="8609" y="3759"/>
                </a:lnTo>
                <a:lnTo>
                  <a:pt x="8608" y="3759"/>
                </a:lnTo>
                <a:lnTo>
                  <a:pt x="8607" y="3758"/>
                </a:lnTo>
                <a:lnTo>
                  <a:pt x="8606" y="3758"/>
                </a:lnTo>
                <a:lnTo>
                  <a:pt x="8605" y="3758"/>
                </a:lnTo>
                <a:lnTo>
                  <a:pt x="8605" y="3757"/>
                </a:lnTo>
                <a:lnTo>
                  <a:pt x="8604" y="3757"/>
                </a:lnTo>
                <a:lnTo>
                  <a:pt x="8603" y="3756"/>
                </a:lnTo>
                <a:lnTo>
                  <a:pt x="8602" y="3756"/>
                </a:lnTo>
                <a:lnTo>
                  <a:pt x="8601" y="3755"/>
                </a:lnTo>
                <a:lnTo>
                  <a:pt x="8600" y="3755"/>
                </a:lnTo>
                <a:lnTo>
                  <a:pt x="8599" y="3754"/>
                </a:lnTo>
                <a:lnTo>
                  <a:pt x="8598" y="3754"/>
                </a:lnTo>
                <a:lnTo>
                  <a:pt x="8597" y="3753"/>
                </a:lnTo>
                <a:lnTo>
                  <a:pt x="8596" y="3753"/>
                </a:lnTo>
                <a:lnTo>
                  <a:pt x="8595" y="3753"/>
                </a:lnTo>
                <a:lnTo>
                  <a:pt x="8595" y="3752"/>
                </a:lnTo>
                <a:lnTo>
                  <a:pt x="8594" y="3752"/>
                </a:lnTo>
                <a:lnTo>
                  <a:pt x="8593" y="3751"/>
                </a:lnTo>
                <a:lnTo>
                  <a:pt x="8592" y="3751"/>
                </a:lnTo>
                <a:lnTo>
                  <a:pt x="8591" y="3750"/>
                </a:lnTo>
                <a:lnTo>
                  <a:pt x="8590" y="3750"/>
                </a:lnTo>
                <a:lnTo>
                  <a:pt x="8589" y="3749"/>
                </a:lnTo>
                <a:lnTo>
                  <a:pt x="8588" y="3749"/>
                </a:lnTo>
                <a:lnTo>
                  <a:pt x="8587" y="3748"/>
                </a:lnTo>
                <a:lnTo>
                  <a:pt x="8586" y="3748"/>
                </a:lnTo>
                <a:lnTo>
                  <a:pt x="8585" y="3748"/>
                </a:lnTo>
                <a:lnTo>
                  <a:pt x="8585" y="3747"/>
                </a:lnTo>
                <a:lnTo>
                  <a:pt x="8584" y="3747"/>
                </a:lnTo>
                <a:lnTo>
                  <a:pt x="8583" y="3746"/>
                </a:lnTo>
                <a:lnTo>
                  <a:pt x="8582" y="3746"/>
                </a:lnTo>
                <a:lnTo>
                  <a:pt x="8581" y="3745"/>
                </a:lnTo>
                <a:lnTo>
                  <a:pt x="8580" y="3745"/>
                </a:lnTo>
                <a:lnTo>
                  <a:pt x="8579" y="3744"/>
                </a:lnTo>
                <a:lnTo>
                  <a:pt x="8578" y="3744"/>
                </a:lnTo>
                <a:lnTo>
                  <a:pt x="8577" y="3743"/>
                </a:lnTo>
                <a:lnTo>
                  <a:pt x="8576" y="3743"/>
                </a:lnTo>
                <a:lnTo>
                  <a:pt x="8575" y="3742"/>
                </a:lnTo>
                <a:lnTo>
                  <a:pt x="8574" y="3742"/>
                </a:lnTo>
                <a:lnTo>
                  <a:pt x="8573" y="3741"/>
                </a:lnTo>
                <a:lnTo>
                  <a:pt x="8572" y="3741"/>
                </a:lnTo>
                <a:lnTo>
                  <a:pt x="8571" y="3740"/>
                </a:lnTo>
                <a:lnTo>
                  <a:pt x="8570" y="3740"/>
                </a:lnTo>
                <a:lnTo>
                  <a:pt x="8569" y="3739"/>
                </a:lnTo>
                <a:lnTo>
                  <a:pt x="8568" y="3739"/>
                </a:lnTo>
                <a:lnTo>
                  <a:pt x="8567" y="3738"/>
                </a:lnTo>
                <a:lnTo>
                  <a:pt x="8566" y="3738"/>
                </a:lnTo>
                <a:lnTo>
                  <a:pt x="8565" y="3737"/>
                </a:lnTo>
                <a:lnTo>
                  <a:pt x="8564" y="3737"/>
                </a:lnTo>
                <a:lnTo>
                  <a:pt x="8563" y="3736"/>
                </a:lnTo>
                <a:lnTo>
                  <a:pt x="8562" y="3736"/>
                </a:lnTo>
                <a:lnTo>
                  <a:pt x="8561" y="3736"/>
                </a:lnTo>
                <a:lnTo>
                  <a:pt x="8561" y="3735"/>
                </a:lnTo>
                <a:lnTo>
                  <a:pt x="8560" y="3735"/>
                </a:lnTo>
                <a:lnTo>
                  <a:pt x="8559" y="3734"/>
                </a:lnTo>
                <a:lnTo>
                  <a:pt x="8558" y="3734"/>
                </a:lnTo>
                <a:lnTo>
                  <a:pt x="8557" y="3733"/>
                </a:lnTo>
                <a:lnTo>
                  <a:pt x="8556" y="3733"/>
                </a:lnTo>
                <a:lnTo>
                  <a:pt x="8555" y="3732"/>
                </a:lnTo>
                <a:lnTo>
                  <a:pt x="8554" y="3732"/>
                </a:lnTo>
                <a:lnTo>
                  <a:pt x="8553" y="3731"/>
                </a:lnTo>
                <a:lnTo>
                  <a:pt x="8552" y="3731"/>
                </a:lnTo>
                <a:lnTo>
                  <a:pt x="8551" y="3731"/>
                </a:lnTo>
                <a:lnTo>
                  <a:pt x="8551" y="3730"/>
                </a:lnTo>
                <a:lnTo>
                  <a:pt x="8550" y="3730"/>
                </a:lnTo>
                <a:lnTo>
                  <a:pt x="8549" y="3729"/>
                </a:lnTo>
                <a:lnTo>
                  <a:pt x="8548" y="3729"/>
                </a:lnTo>
                <a:lnTo>
                  <a:pt x="8547" y="3728"/>
                </a:lnTo>
                <a:lnTo>
                  <a:pt x="8546" y="3728"/>
                </a:lnTo>
                <a:lnTo>
                  <a:pt x="8545" y="3727"/>
                </a:lnTo>
                <a:lnTo>
                  <a:pt x="8544" y="3727"/>
                </a:lnTo>
                <a:lnTo>
                  <a:pt x="8543" y="3726"/>
                </a:lnTo>
                <a:lnTo>
                  <a:pt x="8542" y="3726"/>
                </a:lnTo>
                <a:lnTo>
                  <a:pt x="8541" y="3726"/>
                </a:lnTo>
                <a:lnTo>
                  <a:pt x="8541" y="3725"/>
                </a:lnTo>
                <a:lnTo>
                  <a:pt x="8540" y="3725"/>
                </a:lnTo>
                <a:lnTo>
                  <a:pt x="8539" y="3724"/>
                </a:lnTo>
                <a:lnTo>
                  <a:pt x="8538" y="3724"/>
                </a:lnTo>
                <a:lnTo>
                  <a:pt x="8537" y="3723"/>
                </a:lnTo>
                <a:lnTo>
                  <a:pt x="8536" y="3723"/>
                </a:lnTo>
                <a:lnTo>
                  <a:pt x="8535" y="3722"/>
                </a:lnTo>
                <a:lnTo>
                  <a:pt x="8534" y="3722"/>
                </a:lnTo>
                <a:lnTo>
                  <a:pt x="8533" y="3721"/>
                </a:lnTo>
                <a:lnTo>
                  <a:pt x="8532" y="3721"/>
                </a:lnTo>
                <a:lnTo>
                  <a:pt x="8531" y="3721"/>
                </a:lnTo>
                <a:lnTo>
                  <a:pt x="8531" y="3720"/>
                </a:lnTo>
                <a:lnTo>
                  <a:pt x="8530" y="3720"/>
                </a:lnTo>
                <a:lnTo>
                  <a:pt x="8529" y="3719"/>
                </a:lnTo>
                <a:lnTo>
                  <a:pt x="8528" y="3719"/>
                </a:lnTo>
                <a:lnTo>
                  <a:pt x="8527" y="3718"/>
                </a:lnTo>
                <a:lnTo>
                  <a:pt x="8526" y="3718"/>
                </a:lnTo>
                <a:lnTo>
                  <a:pt x="8525" y="3717"/>
                </a:lnTo>
                <a:lnTo>
                  <a:pt x="8524" y="3717"/>
                </a:lnTo>
                <a:lnTo>
                  <a:pt x="8523" y="3716"/>
                </a:lnTo>
                <a:lnTo>
                  <a:pt x="8522" y="3716"/>
                </a:lnTo>
                <a:lnTo>
                  <a:pt x="8521" y="3716"/>
                </a:lnTo>
                <a:lnTo>
                  <a:pt x="8521" y="3715"/>
                </a:lnTo>
                <a:lnTo>
                  <a:pt x="8520" y="3715"/>
                </a:lnTo>
                <a:lnTo>
                  <a:pt x="8519" y="3714"/>
                </a:lnTo>
                <a:lnTo>
                  <a:pt x="8518" y="3714"/>
                </a:lnTo>
                <a:lnTo>
                  <a:pt x="8517" y="3721"/>
                </a:lnTo>
                <a:lnTo>
                  <a:pt x="8516" y="3720"/>
                </a:lnTo>
                <a:lnTo>
                  <a:pt x="8515" y="3720"/>
                </a:lnTo>
                <a:lnTo>
                  <a:pt x="8514" y="3719"/>
                </a:lnTo>
                <a:lnTo>
                  <a:pt x="8513" y="3719"/>
                </a:lnTo>
                <a:lnTo>
                  <a:pt x="8513" y="3718"/>
                </a:lnTo>
                <a:lnTo>
                  <a:pt x="8512" y="3718"/>
                </a:lnTo>
                <a:lnTo>
                  <a:pt x="8511" y="3718"/>
                </a:lnTo>
                <a:lnTo>
                  <a:pt x="8510" y="3717"/>
                </a:lnTo>
                <a:lnTo>
                  <a:pt x="8509" y="3717"/>
                </a:lnTo>
                <a:lnTo>
                  <a:pt x="8509" y="3716"/>
                </a:lnTo>
                <a:lnTo>
                  <a:pt x="8508" y="3716"/>
                </a:lnTo>
                <a:lnTo>
                  <a:pt x="8507" y="3716"/>
                </a:lnTo>
                <a:lnTo>
                  <a:pt x="8506" y="3715"/>
                </a:lnTo>
                <a:lnTo>
                  <a:pt x="8505" y="3715"/>
                </a:lnTo>
                <a:lnTo>
                  <a:pt x="8504" y="3714"/>
                </a:lnTo>
                <a:lnTo>
                  <a:pt x="8503" y="3714"/>
                </a:lnTo>
                <a:lnTo>
                  <a:pt x="8502" y="3713"/>
                </a:lnTo>
                <a:lnTo>
                  <a:pt x="8501" y="3713"/>
                </a:lnTo>
                <a:lnTo>
                  <a:pt x="8500" y="3712"/>
                </a:lnTo>
                <a:lnTo>
                  <a:pt x="8499" y="3712"/>
                </a:lnTo>
                <a:lnTo>
                  <a:pt x="8499" y="3711"/>
                </a:lnTo>
                <a:lnTo>
                  <a:pt x="8498" y="3711"/>
                </a:lnTo>
                <a:lnTo>
                  <a:pt x="8497" y="3711"/>
                </a:lnTo>
                <a:lnTo>
                  <a:pt x="8496" y="3710"/>
                </a:lnTo>
                <a:lnTo>
                  <a:pt x="8495" y="3710"/>
                </a:lnTo>
                <a:lnTo>
                  <a:pt x="8494" y="3709"/>
                </a:lnTo>
                <a:lnTo>
                  <a:pt x="8493" y="3709"/>
                </a:lnTo>
                <a:lnTo>
                  <a:pt x="8492" y="3708"/>
                </a:lnTo>
                <a:lnTo>
                  <a:pt x="8491" y="3708"/>
                </a:lnTo>
                <a:lnTo>
                  <a:pt x="8490" y="3707"/>
                </a:lnTo>
                <a:lnTo>
                  <a:pt x="8489" y="3707"/>
                </a:lnTo>
                <a:lnTo>
                  <a:pt x="8489" y="3706"/>
                </a:lnTo>
                <a:lnTo>
                  <a:pt x="8488" y="3706"/>
                </a:lnTo>
                <a:lnTo>
                  <a:pt x="8487" y="3706"/>
                </a:lnTo>
                <a:lnTo>
                  <a:pt x="8486" y="3705"/>
                </a:lnTo>
                <a:lnTo>
                  <a:pt x="8485" y="3705"/>
                </a:lnTo>
                <a:lnTo>
                  <a:pt x="8484" y="3704"/>
                </a:lnTo>
                <a:lnTo>
                  <a:pt x="8483" y="3704"/>
                </a:lnTo>
                <a:lnTo>
                  <a:pt x="8482" y="3703"/>
                </a:lnTo>
                <a:lnTo>
                  <a:pt x="8481" y="3703"/>
                </a:lnTo>
                <a:lnTo>
                  <a:pt x="8480" y="3702"/>
                </a:lnTo>
                <a:lnTo>
                  <a:pt x="8479" y="3702"/>
                </a:lnTo>
                <a:lnTo>
                  <a:pt x="8479" y="3701"/>
                </a:lnTo>
                <a:lnTo>
                  <a:pt x="8478" y="3701"/>
                </a:lnTo>
                <a:lnTo>
                  <a:pt x="8477" y="3701"/>
                </a:lnTo>
                <a:lnTo>
                  <a:pt x="8476" y="3700"/>
                </a:lnTo>
                <a:lnTo>
                  <a:pt x="8475" y="3700"/>
                </a:lnTo>
                <a:lnTo>
                  <a:pt x="8474" y="3699"/>
                </a:lnTo>
                <a:lnTo>
                  <a:pt x="8473" y="3699"/>
                </a:lnTo>
                <a:lnTo>
                  <a:pt x="8472" y="3698"/>
                </a:lnTo>
                <a:lnTo>
                  <a:pt x="8471" y="3698"/>
                </a:lnTo>
                <a:lnTo>
                  <a:pt x="8470" y="3697"/>
                </a:lnTo>
                <a:lnTo>
                  <a:pt x="8469" y="3697"/>
                </a:lnTo>
                <a:lnTo>
                  <a:pt x="8469" y="3696"/>
                </a:lnTo>
                <a:lnTo>
                  <a:pt x="8468" y="3696"/>
                </a:lnTo>
                <a:lnTo>
                  <a:pt x="8467" y="3696"/>
                </a:lnTo>
                <a:lnTo>
                  <a:pt x="8466" y="3695"/>
                </a:lnTo>
                <a:lnTo>
                  <a:pt x="8465" y="3695"/>
                </a:lnTo>
                <a:lnTo>
                  <a:pt x="8464" y="3694"/>
                </a:lnTo>
                <a:lnTo>
                  <a:pt x="8463" y="3694"/>
                </a:lnTo>
                <a:lnTo>
                  <a:pt x="8462" y="3693"/>
                </a:lnTo>
                <a:lnTo>
                  <a:pt x="8461" y="3693"/>
                </a:lnTo>
                <a:lnTo>
                  <a:pt x="8460" y="3692"/>
                </a:lnTo>
                <a:lnTo>
                  <a:pt x="8459" y="3692"/>
                </a:lnTo>
                <a:lnTo>
                  <a:pt x="8459" y="3691"/>
                </a:lnTo>
                <a:lnTo>
                  <a:pt x="8458" y="3691"/>
                </a:lnTo>
                <a:lnTo>
                  <a:pt x="8457" y="3691"/>
                </a:lnTo>
                <a:lnTo>
                  <a:pt x="8456" y="3690"/>
                </a:lnTo>
                <a:lnTo>
                  <a:pt x="8455" y="3690"/>
                </a:lnTo>
                <a:lnTo>
                  <a:pt x="8454" y="3689"/>
                </a:lnTo>
                <a:lnTo>
                  <a:pt x="8453" y="3689"/>
                </a:lnTo>
                <a:lnTo>
                  <a:pt x="8452" y="3688"/>
                </a:lnTo>
                <a:lnTo>
                  <a:pt x="8451" y="3688"/>
                </a:lnTo>
                <a:lnTo>
                  <a:pt x="8450" y="3687"/>
                </a:lnTo>
                <a:lnTo>
                  <a:pt x="8449" y="3687"/>
                </a:lnTo>
                <a:lnTo>
                  <a:pt x="8449" y="3686"/>
                </a:lnTo>
                <a:lnTo>
                  <a:pt x="8448" y="3686"/>
                </a:lnTo>
                <a:lnTo>
                  <a:pt x="8447" y="3686"/>
                </a:lnTo>
                <a:lnTo>
                  <a:pt x="8446" y="3685"/>
                </a:lnTo>
                <a:lnTo>
                  <a:pt x="8445" y="3685"/>
                </a:lnTo>
                <a:lnTo>
                  <a:pt x="8444" y="3684"/>
                </a:lnTo>
                <a:lnTo>
                  <a:pt x="8443" y="3684"/>
                </a:lnTo>
                <a:lnTo>
                  <a:pt x="8442" y="3683"/>
                </a:lnTo>
                <a:lnTo>
                  <a:pt x="8441" y="3683"/>
                </a:lnTo>
                <a:lnTo>
                  <a:pt x="8440" y="3682"/>
                </a:lnTo>
                <a:lnTo>
                  <a:pt x="8439" y="3682"/>
                </a:lnTo>
                <a:lnTo>
                  <a:pt x="8438" y="3681"/>
                </a:lnTo>
                <a:lnTo>
                  <a:pt x="8437" y="3681"/>
                </a:lnTo>
                <a:lnTo>
                  <a:pt x="8436" y="3680"/>
                </a:lnTo>
                <a:lnTo>
                  <a:pt x="8435" y="3680"/>
                </a:lnTo>
                <a:lnTo>
                  <a:pt x="8434" y="3679"/>
                </a:lnTo>
                <a:lnTo>
                  <a:pt x="8433" y="3679"/>
                </a:lnTo>
                <a:lnTo>
                  <a:pt x="8432" y="3678"/>
                </a:lnTo>
                <a:lnTo>
                  <a:pt x="8431" y="3678"/>
                </a:lnTo>
                <a:lnTo>
                  <a:pt x="8430" y="3677"/>
                </a:lnTo>
                <a:lnTo>
                  <a:pt x="8429" y="3677"/>
                </a:lnTo>
                <a:lnTo>
                  <a:pt x="8428" y="3676"/>
                </a:lnTo>
                <a:lnTo>
                  <a:pt x="8427" y="3676"/>
                </a:lnTo>
                <a:lnTo>
                  <a:pt x="8426" y="3675"/>
                </a:lnTo>
                <a:lnTo>
                  <a:pt x="8425" y="3675"/>
                </a:lnTo>
                <a:lnTo>
                  <a:pt x="8424" y="3682"/>
                </a:lnTo>
                <a:lnTo>
                  <a:pt x="8424" y="3681"/>
                </a:lnTo>
                <a:lnTo>
                  <a:pt x="8423" y="3681"/>
                </a:lnTo>
                <a:lnTo>
                  <a:pt x="8422" y="3680"/>
                </a:lnTo>
                <a:lnTo>
                  <a:pt x="8421" y="3680"/>
                </a:lnTo>
                <a:lnTo>
                  <a:pt x="8420" y="3679"/>
                </a:lnTo>
                <a:lnTo>
                  <a:pt x="8419" y="3679"/>
                </a:lnTo>
                <a:lnTo>
                  <a:pt x="8418" y="3678"/>
                </a:lnTo>
                <a:lnTo>
                  <a:pt x="8417" y="3678"/>
                </a:lnTo>
                <a:lnTo>
                  <a:pt x="8416" y="3677"/>
                </a:lnTo>
                <a:lnTo>
                  <a:pt x="8415" y="3677"/>
                </a:lnTo>
                <a:lnTo>
                  <a:pt x="8414" y="3677"/>
                </a:lnTo>
                <a:lnTo>
                  <a:pt x="8414" y="3676"/>
                </a:lnTo>
                <a:lnTo>
                  <a:pt x="8413" y="3676"/>
                </a:lnTo>
                <a:lnTo>
                  <a:pt x="8412" y="3675"/>
                </a:lnTo>
                <a:lnTo>
                  <a:pt x="8411" y="3675"/>
                </a:lnTo>
                <a:lnTo>
                  <a:pt x="8410" y="3674"/>
                </a:lnTo>
                <a:lnTo>
                  <a:pt x="8409" y="3674"/>
                </a:lnTo>
                <a:lnTo>
                  <a:pt x="8408" y="3673"/>
                </a:lnTo>
                <a:lnTo>
                  <a:pt x="8407" y="3673"/>
                </a:lnTo>
                <a:lnTo>
                  <a:pt x="8406" y="3672"/>
                </a:lnTo>
                <a:lnTo>
                  <a:pt x="8405" y="3672"/>
                </a:lnTo>
                <a:lnTo>
                  <a:pt x="8404" y="3672"/>
                </a:lnTo>
                <a:lnTo>
                  <a:pt x="8404" y="3671"/>
                </a:lnTo>
                <a:lnTo>
                  <a:pt x="8403" y="3671"/>
                </a:lnTo>
                <a:lnTo>
                  <a:pt x="8402" y="3670"/>
                </a:lnTo>
                <a:lnTo>
                  <a:pt x="8401" y="3670"/>
                </a:lnTo>
                <a:lnTo>
                  <a:pt x="8400" y="3669"/>
                </a:lnTo>
                <a:lnTo>
                  <a:pt x="8399" y="3669"/>
                </a:lnTo>
                <a:lnTo>
                  <a:pt x="8398" y="3668"/>
                </a:lnTo>
                <a:lnTo>
                  <a:pt x="8397" y="3668"/>
                </a:lnTo>
                <a:lnTo>
                  <a:pt x="8396" y="3667"/>
                </a:lnTo>
                <a:lnTo>
                  <a:pt x="8395" y="3667"/>
                </a:lnTo>
                <a:lnTo>
                  <a:pt x="8394" y="3667"/>
                </a:lnTo>
                <a:lnTo>
                  <a:pt x="8394" y="3666"/>
                </a:lnTo>
                <a:lnTo>
                  <a:pt x="8393" y="3666"/>
                </a:lnTo>
                <a:lnTo>
                  <a:pt x="8392" y="3665"/>
                </a:lnTo>
                <a:lnTo>
                  <a:pt x="8391" y="3665"/>
                </a:lnTo>
                <a:lnTo>
                  <a:pt x="8390" y="3664"/>
                </a:lnTo>
                <a:lnTo>
                  <a:pt x="8389" y="3664"/>
                </a:lnTo>
                <a:lnTo>
                  <a:pt x="8388" y="3663"/>
                </a:lnTo>
                <a:lnTo>
                  <a:pt x="8387" y="3663"/>
                </a:lnTo>
                <a:lnTo>
                  <a:pt x="8386" y="3662"/>
                </a:lnTo>
                <a:lnTo>
                  <a:pt x="8385" y="3662"/>
                </a:lnTo>
                <a:lnTo>
                  <a:pt x="8384" y="3661"/>
                </a:lnTo>
                <a:lnTo>
                  <a:pt x="8383" y="3661"/>
                </a:lnTo>
                <a:lnTo>
                  <a:pt x="8382" y="3660"/>
                </a:lnTo>
                <a:lnTo>
                  <a:pt x="8381" y="3660"/>
                </a:lnTo>
                <a:lnTo>
                  <a:pt x="8380" y="3659"/>
                </a:lnTo>
                <a:lnTo>
                  <a:pt x="8379" y="3659"/>
                </a:lnTo>
                <a:lnTo>
                  <a:pt x="8378" y="3658"/>
                </a:lnTo>
                <a:lnTo>
                  <a:pt x="8377" y="3658"/>
                </a:lnTo>
                <a:lnTo>
                  <a:pt x="8376" y="3657"/>
                </a:lnTo>
                <a:lnTo>
                  <a:pt x="8375" y="3657"/>
                </a:lnTo>
                <a:lnTo>
                  <a:pt x="8374" y="3656"/>
                </a:lnTo>
                <a:lnTo>
                  <a:pt x="8373" y="3656"/>
                </a:lnTo>
                <a:lnTo>
                  <a:pt x="8372" y="3655"/>
                </a:lnTo>
                <a:lnTo>
                  <a:pt x="8371" y="3655"/>
                </a:lnTo>
                <a:lnTo>
                  <a:pt x="8370" y="3655"/>
                </a:lnTo>
                <a:lnTo>
                  <a:pt x="8370" y="3654"/>
                </a:lnTo>
                <a:lnTo>
                  <a:pt x="8369" y="3654"/>
                </a:lnTo>
                <a:lnTo>
                  <a:pt x="8368" y="3653"/>
                </a:lnTo>
                <a:lnTo>
                  <a:pt x="8367" y="3653"/>
                </a:lnTo>
                <a:lnTo>
                  <a:pt x="8366" y="3652"/>
                </a:lnTo>
                <a:lnTo>
                  <a:pt x="8365" y="3652"/>
                </a:lnTo>
                <a:lnTo>
                  <a:pt x="8364" y="3651"/>
                </a:lnTo>
                <a:lnTo>
                  <a:pt x="8363" y="3651"/>
                </a:lnTo>
                <a:lnTo>
                  <a:pt x="8362" y="3650"/>
                </a:lnTo>
                <a:lnTo>
                  <a:pt x="8361" y="3650"/>
                </a:lnTo>
                <a:lnTo>
                  <a:pt x="8360" y="3650"/>
                </a:lnTo>
                <a:lnTo>
                  <a:pt x="8360" y="3656"/>
                </a:lnTo>
                <a:lnTo>
                  <a:pt x="8359" y="3656"/>
                </a:lnTo>
                <a:lnTo>
                  <a:pt x="8359" y="3655"/>
                </a:lnTo>
                <a:lnTo>
                  <a:pt x="8358" y="3655"/>
                </a:lnTo>
                <a:lnTo>
                  <a:pt x="8357" y="3655"/>
                </a:lnTo>
                <a:lnTo>
                  <a:pt x="8356" y="3654"/>
                </a:lnTo>
                <a:lnTo>
                  <a:pt x="8355" y="3654"/>
                </a:lnTo>
                <a:lnTo>
                  <a:pt x="8355" y="3653"/>
                </a:lnTo>
                <a:lnTo>
                  <a:pt x="8354" y="3653"/>
                </a:lnTo>
                <a:lnTo>
                  <a:pt x="8353" y="3653"/>
                </a:lnTo>
                <a:lnTo>
                  <a:pt x="8353" y="3652"/>
                </a:lnTo>
                <a:lnTo>
                  <a:pt x="8352" y="3652"/>
                </a:lnTo>
                <a:lnTo>
                  <a:pt x="8351" y="3652"/>
                </a:lnTo>
                <a:lnTo>
                  <a:pt x="8350" y="3651"/>
                </a:lnTo>
                <a:lnTo>
                  <a:pt x="8349" y="3651"/>
                </a:lnTo>
                <a:lnTo>
                  <a:pt x="8349" y="3650"/>
                </a:lnTo>
                <a:lnTo>
                  <a:pt x="8348" y="3650"/>
                </a:lnTo>
                <a:lnTo>
                  <a:pt x="8347" y="3650"/>
                </a:lnTo>
                <a:lnTo>
                  <a:pt x="8346" y="3649"/>
                </a:lnTo>
                <a:lnTo>
                  <a:pt x="8345" y="3649"/>
                </a:lnTo>
                <a:lnTo>
                  <a:pt x="8345" y="3648"/>
                </a:lnTo>
                <a:lnTo>
                  <a:pt x="8344" y="3648"/>
                </a:lnTo>
                <a:lnTo>
                  <a:pt x="8343" y="3648"/>
                </a:lnTo>
                <a:lnTo>
                  <a:pt x="8343" y="3647"/>
                </a:lnTo>
                <a:lnTo>
                  <a:pt x="8342" y="3647"/>
                </a:lnTo>
                <a:lnTo>
                  <a:pt x="8341" y="3647"/>
                </a:lnTo>
                <a:lnTo>
                  <a:pt x="8340" y="3646"/>
                </a:lnTo>
                <a:lnTo>
                  <a:pt x="8339" y="3646"/>
                </a:lnTo>
                <a:lnTo>
                  <a:pt x="8339" y="3645"/>
                </a:lnTo>
                <a:lnTo>
                  <a:pt x="8338" y="3645"/>
                </a:lnTo>
                <a:lnTo>
                  <a:pt x="8337" y="3645"/>
                </a:lnTo>
                <a:lnTo>
                  <a:pt x="8336" y="3644"/>
                </a:lnTo>
                <a:lnTo>
                  <a:pt x="8335" y="3644"/>
                </a:lnTo>
                <a:lnTo>
                  <a:pt x="8335" y="3643"/>
                </a:lnTo>
                <a:lnTo>
                  <a:pt x="8334" y="3643"/>
                </a:lnTo>
                <a:lnTo>
                  <a:pt x="8333" y="3643"/>
                </a:lnTo>
                <a:lnTo>
                  <a:pt x="8332" y="3642"/>
                </a:lnTo>
                <a:lnTo>
                  <a:pt x="8331" y="3642"/>
                </a:lnTo>
                <a:lnTo>
                  <a:pt x="8330" y="3641"/>
                </a:lnTo>
                <a:lnTo>
                  <a:pt x="8329" y="3641"/>
                </a:lnTo>
                <a:lnTo>
                  <a:pt x="8329" y="3640"/>
                </a:lnTo>
                <a:lnTo>
                  <a:pt x="8328" y="3640"/>
                </a:lnTo>
                <a:lnTo>
                  <a:pt x="8327" y="3640"/>
                </a:lnTo>
                <a:lnTo>
                  <a:pt x="8326" y="3639"/>
                </a:lnTo>
                <a:lnTo>
                  <a:pt x="8325" y="3639"/>
                </a:lnTo>
                <a:lnTo>
                  <a:pt x="8325" y="3638"/>
                </a:lnTo>
                <a:lnTo>
                  <a:pt x="8324" y="3638"/>
                </a:lnTo>
                <a:lnTo>
                  <a:pt x="8323" y="3644"/>
                </a:lnTo>
                <a:lnTo>
                  <a:pt x="8322" y="3644"/>
                </a:lnTo>
                <a:lnTo>
                  <a:pt x="8321" y="3643"/>
                </a:lnTo>
                <a:lnTo>
                  <a:pt x="8320" y="3643"/>
                </a:lnTo>
                <a:lnTo>
                  <a:pt x="8319" y="3642"/>
                </a:lnTo>
                <a:lnTo>
                  <a:pt x="8318" y="3642"/>
                </a:lnTo>
                <a:lnTo>
                  <a:pt x="8317" y="3641"/>
                </a:lnTo>
                <a:lnTo>
                  <a:pt x="8316" y="3641"/>
                </a:lnTo>
                <a:lnTo>
                  <a:pt x="8315" y="3640"/>
                </a:lnTo>
                <a:lnTo>
                  <a:pt x="8314" y="3640"/>
                </a:lnTo>
                <a:lnTo>
                  <a:pt x="8313" y="3639"/>
                </a:lnTo>
                <a:lnTo>
                  <a:pt x="8312" y="3639"/>
                </a:lnTo>
                <a:lnTo>
                  <a:pt x="8311" y="3638"/>
                </a:lnTo>
                <a:lnTo>
                  <a:pt x="8310" y="3638"/>
                </a:lnTo>
                <a:lnTo>
                  <a:pt x="8309" y="3637"/>
                </a:lnTo>
                <a:lnTo>
                  <a:pt x="8308" y="3637"/>
                </a:lnTo>
                <a:lnTo>
                  <a:pt x="8307" y="3636"/>
                </a:lnTo>
                <a:lnTo>
                  <a:pt x="8306" y="3636"/>
                </a:lnTo>
                <a:lnTo>
                  <a:pt x="8305" y="3635"/>
                </a:lnTo>
                <a:lnTo>
                  <a:pt x="8304" y="3635"/>
                </a:lnTo>
                <a:lnTo>
                  <a:pt x="8303" y="3635"/>
                </a:lnTo>
                <a:lnTo>
                  <a:pt x="8303" y="3634"/>
                </a:lnTo>
                <a:lnTo>
                  <a:pt x="8302" y="3634"/>
                </a:lnTo>
                <a:lnTo>
                  <a:pt x="8301" y="3633"/>
                </a:lnTo>
                <a:lnTo>
                  <a:pt x="8300" y="3633"/>
                </a:lnTo>
                <a:lnTo>
                  <a:pt x="8299" y="3632"/>
                </a:lnTo>
                <a:lnTo>
                  <a:pt x="8298" y="3632"/>
                </a:lnTo>
                <a:lnTo>
                  <a:pt x="8297" y="3631"/>
                </a:lnTo>
                <a:lnTo>
                  <a:pt x="8296" y="3631"/>
                </a:lnTo>
                <a:lnTo>
                  <a:pt x="8295" y="3630"/>
                </a:lnTo>
                <a:lnTo>
                  <a:pt x="8294" y="3630"/>
                </a:lnTo>
                <a:lnTo>
                  <a:pt x="8293" y="3630"/>
                </a:lnTo>
                <a:lnTo>
                  <a:pt x="8293" y="3629"/>
                </a:lnTo>
                <a:lnTo>
                  <a:pt x="8292" y="3629"/>
                </a:lnTo>
                <a:lnTo>
                  <a:pt x="8291" y="3628"/>
                </a:lnTo>
                <a:lnTo>
                  <a:pt x="8290" y="3628"/>
                </a:lnTo>
                <a:lnTo>
                  <a:pt x="8289" y="3627"/>
                </a:lnTo>
                <a:lnTo>
                  <a:pt x="8288" y="3627"/>
                </a:lnTo>
                <a:lnTo>
                  <a:pt x="8287" y="3626"/>
                </a:lnTo>
                <a:lnTo>
                  <a:pt x="8286" y="3626"/>
                </a:lnTo>
                <a:lnTo>
                  <a:pt x="8285" y="3625"/>
                </a:lnTo>
                <a:lnTo>
                  <a:pt x="8284" y="3625"/>
                </a:lnTo>
                <a:lnTo>
                  <a:pt x="8283" y="3625"/>
                </a:lnTo>
                <a:lnTo>
                  <a:pt x="8283" y="3624"/>
                </a:lnTo>
                <a:lnTo>
                  <a:pt x="8282" y="3624"/>
                </a:lnTo>
                <a:lnTo>
                  <a:pt x="8281" y="3623"/>
                </a:lnTo>
                <a:lnTo>
                  <a:pt x="8280" y="3623"/>
                </a:lnTo>
                <a:lnTo>
                  <a:pt x="8279" y="3622"/>
                </a:lnTo>
                <a:lnTo>
                  <a:pt x="8278" y="3622"/>
                </a:lnTo>
                <a:lnTo>
                  <a:pt x="8277" y="3621"/>
                </a:lnTo>
                <a:lnTo>
                  <a:pt x="8276" y="3621"/>
                </a:lnTo>
                <a:lnTo>
                  <a:pt x="8275" y="3620"/>
                </a:lnTo>
                <a:lnTo>
                  <a:pt x="8274" y="3620"/>
                </a:lnTo>
                <a:lnTo>
                  <a:pt x="8273" y="3620"/>
                </a:lnTo>
                <a:lnTo>
                  <a:pt x="8273" y="3619"/>
                </a:lnTo>
                <a:lnTo>
                  <a:pt x="8272" y="3619"/>
                </a:lnTo>
                <a:lnTo>
                  <a:pt x="8271" y="3618"/>
                </a:lnTo>
                <a:lnTo>
                  <a:pt x="8270" y="3618"/>
                </a:lnTo>
                <a:lnTo>
                  <a:pt x="8269" y="3617"/>
                </a:lnTo>
                <a:lnTo>
                  <a:pt x="8268" y="3617"/>
                </a:lnTo>
                <a:lnTo>
                  <a:pt x="8267" y="3616"/>
                </a:lnTo>
                <a:lnTo>
                  <a:pt x="8266" y="3616"/>
                </a:lnTo>
                <a:lnTo>
                  <a:pt x="8265" y="3615"/>
                </a:lnTo>
                <a:lnTo>
                  <a:pt x="8264" y="3615"/>
                </a:lnTo>
                <a:lnTo>
                  <a:pt x="8263" y="3615"/>
                </a:lnTo>
                <a:lnTo>
                  <a:pt x="8263" y="3614"/>
                </a:lnTo>
                <a:lnTo>
                  <a:pt x="8262" y="3614"/>
                </a:lnTo>
                <a:lnTo>
                  <a:pt x="8261" y="3613"/>
                </a:lnTo>
                <a:lnTo>
                  <a:pt x="8260" y="3613"/>
                </a:lnTo>
                <a:lnTo>
                  <a:pt x="8259" y="3612"/>
                </a:lnTo>
                <a:lnTo>
                  <a:pt x="8258" y="3612"/>
                </a:lnTo>
                <a:lnTo>
                  <a:pt x="8257" y="3611"/>
                </a:lnTo>
                <a:lnTo>
                  <a:pt x="8256" y="3611"/>
                </a:lnTo>
                <a:lnTo>
                  <a:pt x="8255" y="3610"/>
                </a:lnTo>
                <a:lnTo>
                  <a:pt x="8254" y="3610"/>
                </a:lnTo>
                <a:lnTo>
                  <a:pt x="8253" y="3610"/>
                </a:lnTo>
                <a:lnTo>
                  <a:pt x="8253" y="3609"/>
                </a:lnTo>
                <a:lnTo>
                  <a:pt x="8252" y="3609"/>
                </a:lnTo>
                <a:lnTo>
                  <a:pt x="8251" y="3608"/>
                </a:lnTo>
                <a:lnTo>
                  <a:pt x="8250" y="3608"/>
                </a:lnTo>
                <a:lnTo>
                  <a:pt x="8249" y="3607"/>
                </a:lnTo>
                <a:lnTo>
                  <a:pt x="8248" y="3607"/>
                </a:lnTo>
                <a:lnTo>
                  <a:pt x="8247" y="3606"/>
                </a:lnTo>
                <a:lnTo>
                  <a:pt x="8246" y="3606"/>
                </a:lnTo>
                <a:lnTo>
                  <a:pt x="8245" y="3605"/>
                </a:lnTo>
                <a:lnTo>
                  <a:pt x="8244" y="3605"/>
                </a:lnTo>
                <a:lnTo>
                  <a:pt x="8243" y="3605"/>
                </a:lnTo>
                <a:lnTo>
                  <a:pt x="8243" y="3604"/>
                </a:lnTo>
                <a:lnTo>
                  <a:pt x="8242" y="3604"/>
                </a:lnTo>
                <a:lnTo>
                  <a:pt x="8241" y="3603"/>
                </a:lnTo>
                <a:lnTo>
                  <a:pt x="8240" y="3603"/>
                </a:lnTo>
                <a:lnTo>
                  <a:pt x="8239" y="3603"/>
                </a:lnTo>
                <a:lnTo>
                  <a:pt x="8239" y="3602"/>
                </a:lnTo>
                <a:lnTo>
                  <a:pt x="8238" y="3602"/>
                </a:lnTo>
                <a:lnTo>
                  <a:pt x="8237" y="3601"/>
                </a:lnTo>
                <a:lnTo>
                  <a:pt x="8236" y="3601"/>
                </a:lnTo>
                <a:lnTo>
                  <a:pt x="8235" y="3600"/>
                </a:lnTo>
                <a:lnTo>
                  <a:pt x="8234" y="3600"/>
                </a:lnTo>
                <a:lnTo>
                  <a:pt x="8233" y="3600"/>
                </a:lnTo>
                <a:lnTo>
                  <a:pt x="8233" y="3599"/>
                </a:lnTo>
                <a:lnTo>
                  <a:pt x="8232" y="3599"/>
                </a:lnTo>
                <a:lnTo>
                  <a:pt x="8231" y="3598"/>
                </a:lnTo>
                <a:lnTo>
                  <a:pt x="8230" y="3598"/>
                </a:lnTo>
                <a:lnTo>
                  <a:pt x="8229" y="3598"/>
                </a:lnTo>
                <a:lnTo>
                  <a:pt x="8229" y="3597"/>
                </a:lnTo>
                <a:lnTo>
                  <a:pt x="8228" y="3597"/>
                </a:lnTo>
                <a:lnTo>
                  <a:pt x="8227" y="3596"/>
                </a:lnTo>
                <a:lnTo>
                  <a:pt x="8226" y="3596"/>
                </a:lnTo>
                <a:lnTo>
                  <a:pt x="8225" y="3595"/>
                </a:lnTo>
                <a:lnTo>
                  <a:pt x="8224" y="3595"/>
                </a:lnTo>
                <a:lnTo>
                  <a:pt x="8223" y="3595"/>
                </a:lnTo>
                <a:lnTo>
                  <a:pt x="8223" y="3594"/>
                </a:lnTo>
                <a:lnTo>
                  <a:pt x="8222" y="3594"/>
                </a:lnTo>
                <a:lnTo>
                  <a:pt x="8221" y="3593"/>
                </a:lnTo>
                <a:lnTo>
                  <a:pt x="8220" y="3593"/>
                </a:lnTo>
                <a:lnTo>
                  <a:pt x="8219" y="3593"/>
                </a:lnTo>
                <a:lnTo>
                  <a:pt x="8219" y="3592"/>
                </a:lnTo>
                <a:lnTo>
                  <a:pt x="8218" y="3592"/>
                </a:lnTo>
                <a:lnTo>
                  <a:pt x="8217" y="3591"/>
                </a:lnTo>
                <a:lnTo>
                  <a:pt x="8216" y="3591"/>
                </a:lnTo>
                <a:lnTo>
                  <a:pt x="8215" y="3590"/>
                </a:lnTo>
                <a:lnTo>
                  <a:pt x="8214" y="3590"/>
                </a:lnTo>
                <a:lnTo>
                  <a:pt x="8213" y="3590"/>
                </a:lnTo>
                <a:lnTo>
                  <a:pt x="8213" y="3589"/>
                </a:lnTo>
                <a:lnTo>
                  <a:pt x="8212" y="3589"/>
                </a:lnTo>
                <a:lnTo>
                  <a:pt x="8211" y="3588"/>
                </a:lnTo>
                <a:lnTo>
                  <a:pt x="8210" y="3588"/>
                </a:lnTo>
                <a:lnTo>
                  <a:pt x="8209" y="3588"/>
                </a:lnTo>
                <a:lnTo>
                  <a:pt x="8209" y="3587"/>
                </a:lnTo>
                <a:lnTo>
                  <a:pt x="8208" y="3587"/>
                </a:lnTo>
                <a:lnTo>
                  <a:pt x="8207" y="3586"/>
                </a:lnTo>
                <a:lnTo>
                  <a:pt x="8206" y="3586"/>
                </a:lnTo>
                <a:lnTo>
                  <a:pt x="8205" y="3585"/>
                </a:lnTo>
                <a:lnTo>
                  <a:pt x="8204" y="3585"/>
                </a:lnTo>
                <a:lnTo>
                  <a:pt x="8203" y="3585"/>
                </a:lnTo>
                <a:lnTo>
                  <a:pt x="8203" y="3584"/>
                </a:lnTo>
                <a:lnTo>
                  <a:pt x="8202" y="3584"/>
                </a:lnTo>
                <a:lnTo>
                  <a:pt x="8201" y="3583"/>
                </a:lnTo>
                <a:lnTo>
                  <a:pt x="8200" y="3583"/>
                </a:lnTo>
                <a:lnTo>
                  <a:pt x="8199" y="3583"/>
                </a:lnTo>
                <a:lnTo>
                  <a:pt x="8199" y="3582"/>
                </a:lnTo>
                <a:lnTo>
                  <a:pt x="8198" y="3582"/>
                </a:lnTo>
                <a:lnTo>
                  <a:pt x="8197" y="3581"/>
                </a:lnTo>
                <a:lnTo>
                  <a:pt x="8196" y="3581"/>
                </a:lnTo>
                <a:lnTo>
                  <a:pt x="8195" y="3580"/>
                </a:lnTo>
                <a:lnTo>
                  <a:pt x="8194" y="3580"/>
                </a:lnTo>
                <a:lnTo>
                  <a:pt x="8193" y="3579"/>
                </a:lnTo>
                <a:lnTo>
                  <a:pt x="8192" y="3579"/>
                </a:lnTo>
                <a:lnTo>
                  <a:pt x="8191" y="3578"/>
                </a:lnTo>
                <a:lnTo>
                  <a:pt x="8190" y="3578"/>
                </a:lnTo>
                <a:lnTo>
                  <a:pt x="8189" y="3578"/>
                </a:lnTo>
                <a:lnTo>
                  <a:pt x="8189" y="3577"/>
                </a:lnTo>
                <a:lnTo>
                  <a:pt x="8188" y="3577"/>
                </a:lnTo>
                <a:lnTo>
                  <a:pt x="8187" y="3576"/>
                </a:lnTo>
                <a:lnTo>
                  <a:pt x="8186" y="3576"/>
                </a:lnTo>
                <a:lnTo>
                  <a:pt x="8185" y="3575"/>
                </a:lnTo>
                <a:lnTo>
                  <a:pt x="8184" y="3575"/>
                </a:lnTo>
                <a:lnTo>
                  <a:pt x="8183" y="3574"/>
                </a:lnTo>
                <a:lnTo>
                  <a:pt x="8182" y="3574"/>
                </a:lnTo>
                <a:lnTo>
                  <a:pt x="8181" y="3573"/>
                </a:lnTo>
                <a:lnTo>
                  <a:pt x="8180" y="3573"/>
                </a:lnTo>
                <a:lnTo>
                  <a:pt x="8179" y="3573"/>
                </a:lnTo>
                <a:lnTo>
                  <a:pt x="8179" y="3572"/>
                </a:lnTo>
                <a:lnTo>
                  <a:pt x="8178" y="3572"/>
                </a:lnTo>
                <a:lnTo>
                  <a:pt x="8177" y="3571"/>
                </a:lnTo>
                <a:lnTo>
                  <a:pt x="8176" y="3571"/>
                </a:lnTo>
                <a:lnTo>
                  <a:pt x="8175" y="3571"/>
                </a:lnTo>
                <a:lnTo>
                  <a:pt x="8175" y="3570"/>
                </a:lnTo>
                <a:lnTo>
                  <a:pt x="8174" y="3570"/>
                </a:lnTo>
                <a:lnTo>
                  <a:pt x="8173" y="3569"/>
                </a:lnTo>
                <a:lnTo>
                  <a:pt x="8172" y="3569"/>
                </a:lnTo>
                <a:lnTo>
                  <a:pt x="8171" y="3568"/>
                </a:lnTo>
                <a:lnTo>
                  <a:pt x="8170" y="3568"/>
                </a:lnTo>
                <a:lnTo>
                  <a:pt x="8169" y="3568"/>
                </a:lnTo>
                <a:lnTo>
                  <a:pt x="8169" y="3567"/>
                </a:lnTo>
                <a:lnTo>
                  <a:pt x="8168" y="3567"/>
                </a:lnTo>
                <a:lnTo>
                  <a:pt x="8167" y="3573"/>
                </a:lnTo>
                <a:lnTo>
                  <a:pt x="8166" y="3572"/>
                </a:lnTo>
                <a:lnTo>
                  <a:pt x="8165" y="3572"/>
                </a:lnTo>
                <a:lnTo>
                  <a:pt x="8165" y="3571"/>
                </a:lnTo>
                <a:lnTo>
                  <a:pt x="8164" y="3571"/>
                </a:lnTo>
                <a:lnTo>
                  <a:pt x="8163" y="3570"/>
                </a:lnTo>
                <a:lnTo>
                  <a:pt x="8162" y="3570"/>
                </a:lnTo>
                <a:lnTo>
                  <a:pt x="8161" y="3570"/>
                </a:lnTo>
                <a:lnTo>
                  <a:pt x="8161" y="3569"/>
                </a:lnTo>
                <a:lnTo>
                  <a:pt x="8160" y="3569"/>
                </a:lnTo>
                <a:lnTo>
                  <a:pt x="8159" y="3569"/>
                </a:lnTo>
                <a:lnTo>
                  <a:pt x="8159" y="3568"/>
                </a:lnTo>
                <a:lnTo>
                  <a:pt x="8158" y="3568"/>
                </a:lnTo>
                <a:lnTo>
                  <a:pt x="8157" y="3568"/>
                </a:lnTo>
                <a:lnTo>
                  <a:pt x="8156" y="3567"/>
                </a:lnTo>
                <a:lnTo>
                  <a:pt x="8155" y="3567"/>
                </a:lnTo>
                <a:lnTo>
                  <a:pt x="8155" y="3566"/>
                </a:lnTo>
                <a:lnTo>
                  <a:pt x="8154" y="3566"/>
                </a:lnTo>
                <a:lnTo>
                  <a:pt x="8153" y="3565"/>
                </a:lnTo>
                <a:lnTo>
                  <a:pt x="8152" y="3565"/>
                </a:lnTo>
                <a:lnTo>
                  <a:pt x="8151" y="3565"/>
                </a:lnTo>
                <a:lnTo>
                  <a:pt x="8151" y="3564"/>
                </a:lnTo>
                <a:lnTo>
                  <a:pt x="8150" y="3564"/>
                </a:lnTo>
                <a:lnTo>
                  <a:pt x="8149" y="3564"/>
                </a:lnTo>
                <a:lnTo>
                  <a:pt x="8149" y="3563"/>
                </a:lnTo>
                <a:lnTo>
                  <a:pt x="8148" y="3563"/>
                </a:lnTo>
                <a:lnTo>
                  <a:pt x="8147" y="3563"/>
                </a:lnTo>
                <a:lnTo>
                  <a:pt x="8146" y="3562"/>
                </a:lnTo>
                <a:lnTo>
                  <a:pt x="8145" y="3562"/>
                </a:lnTo>
                <a:lnTo>
                  <a:pt x="8145" y="3561"/>
                </a:lnTo>
                <a:lnTo>
                  <a:pt x="8144" y="3561"/>
                </a:lnTo>
                <a:lnTo>
                  <a:pt x="8143" y="3560"/>
                </a:lnTo>
                <a:lnTo>
                  <a:pt x="8142" y="3560"/>
                </a:lnTo>
                <a:lnTo>
                  <a:pt x="8141" y="3560"/>
                </a:lnTo>
                <a:lnTo>
                  <a:pt x="8141" y="3559"/>
                </a:lnTo>
                <a:lnTo>
                  <a:pt x="8140" y="3559"/>
                </a:lnTo>
                <a:lnTo>
                  <a:pt x="8139" y="3559"/>
                </a:lnTo>
                <a:lnTo>
                  <a:pt x="8139" y="3558"/>
                </a:lnTo>
                <a:lnTo>
                  <a:pt x="8138" y="3558"/>
                </a:lnTo>
                <a:lnTo>
                  <a:pt x="8137" y="3558"/>
                </a:lnTo>
                <a:lnTo>
                  <a:pt x="8137" y="3557"/>
                </a:lnTo>
                <a:lnTo>
                  <a:pt x="8136" y="3557"/>
                </a:lnTo>
                <a:lnTo>
                  <a:pt x="8135" y="3557"/>
                </a:lnTo>
                <a:lnTo>
                  <a:pt x="8135" y="3556"/>
                </a:lnTo>
                <a:lnTo>
                  <a:pt x="8134" y="3556"/>
                </a:lnTo>
                <a:lnTo>
                  <a:pt x="8133" y="3555"/>
                </a:lnTo>
                <a:lnTo>
                  <a:pt x="8132" y="3555"/>
                </a:lnTo>
                <a:lnTo>
                  <a:pt x="8131" y="3555"/>
                </a:lnTo>
                <a:lnTo>
                  <a:pt x="8131" y="3554"/>
                </a:lnTo>
                <a:lnTo>
                  <a:pt x="8130" y="3554"/>
                </a:lnTo>
                <a:lnTo>
                  <a:pt x="8129" y="3554"/>
                </a:lnTo>
                <a:lnTo>
                  <a:pt x="8129" y="3553"/>
                </a:lnTo>
                <a:lnTo>
                  <a:pt x="8128" y="3553"/>
                </a:lnTo>
                <a:lnTo>
                  <a:pt x="8127" y="3553"/>
                </a:lnTo>
                <a:lnTo>
                  <a:pt x="8127" y="3552"/>
                </a:lnTo>
                <a:lnTo>
                  <a:pt x="8126" y="3552"/>
                </a:lnTo>
                <a:lnTo>
                  <a:pt x="8125" y="3552"/>
                </a:lnTo>
                <a:lnTo>
                  <a:pt x="8125" y="3551"/>
                </a:lnTo>
                <a:lnTo>
                  <a:pt x="8124" y="3557"/>
                </a:lnTo>
                <a:lnTo>
                  <a:pt x="8123" y="3556"/>
                </a:lnTo>
                <a:lnTo>
                  <a:pt x="8122" y="3556"/>
                </a:lnTo>
                <a:lnTo>
                  <a:pt x="8121" y="3556"/>
                </a:lnTo>
                <a:lnTo>
                  <a:pt x="8121" y="3555"/>
                </a:lnTo>
                <a:lnTo>
                  <a:pt x="8120" y="3555"/>
                </a:lnTo>
                <a:lnTo>
                  <a:pt x="8119" y="3555"/>
                </a:lnTo>
                <a:lnTo>
                  <a:pt x="8119" y="3554"/>
                </a:lnTo>
                <a:lnTo>
                  <a:pt x="8118" y="3554"/>
                </a:lnTo>
                <a:lnTo>
                  <a:pt x="8117" y="3554"/>
                </a:lnTo>
                <a:lnTo>
                  <a:pt x="8117" y="3553"/>
                </a:lnTo>
                <a:lnTo>
                  <a:pt x="8116" y="3553"/>
                </a:lnTo>
                <a:lnTo>
                  <a:pt x="8115" y="3553"/>
                </a:lnTo>
                <a:lnTo>
                  <a:pt x="8115" y="3552"/>
                </a:lnTo>
                <a:lnTo>
                  <a:pt x="8114" y="3552"/>
                </a:lnTo>
                <a:lnTo>
                  <a:pt x="8113" y="3552"/>
                </a:lnTo>
                <a:lnTo>
                  <a:pt x="8112" y="3551"/>
                </a:lnTo>
                <a:lnTo>
                  <a:pt x="8111" y="3551"/>
                </a:lnTo>
                <a:lnTo>
                  <a:pt x="8111" y="3550"/>
                </a:lnTo>
                <a:lnTo>
                  <a:pt x="8110" y="3550"/>
                </a:lnTo>
                <a:lnTo>
                  <a:pt x="8109" y="3550"/>
                </a:lnTo>
                <a:lnTo>
                  <a:pt x="8109" y="3549"/>
                </a:lnTo>
                <a:lnTo>
                  <a:pt x="8108" y="3549"/>
                </a:lnTo>
                <a:lnTo>
                  <a:pt x="8107" y="3549"/>
                </a:lnTo>
                <a:lnTo>
                  <a:pt x="8107" y="3548"/>
                </a:lnTo>
                <a:lnTo>
                  <a:pt x="8106" y="3548"/>
                </a:lnTo>
                <a:lnTo>
                  <a:pt x="8105" y="3548"/>
                </a:lnTo>
                <a:lnTo>
                  <a:pt x="8105" y="3547"/>
                </a:lnTo>
                <a:lnTo>
                  <a:pt x="8104" y="3547"/>
                </a:lnTo>
                <a:lnTo>
                  <a:pt x="8103" y="3547"/>
                </a:lnTo>
                <a:lnTo>
                  <a:pt x="8102" y="3546"/>
                </a:lnTo>
                <a:lnTo>
                  <a:pt x="8101" y="3546"/>
                </a:lnTo>
                <a:lnTo>
                  <a:pt x="8101" y="3545"/>
                </a:lnTo>
                <a:lnTo>
                  <a:pt x="8100" y="3545"/>
                </a:lnTo>
                <a:lnTo>
                  <a:pt x="8099" y="3545"/>
                </a:lnTo>
                <a:lnTo>
                  <a:pt x="8099" y="3544"/>
                </a:lnTo>
                <a:lnTo>
                  <a:pt x="8098" y="3544"/>
                </a:lnTo>
                <a:lnTo>
                  <a:pt x="8097" y="3544"/>
                </a:lnTo>
                <a:lnTo>
                  <a:pt x="8097" y="3543"/>
                </a:lnTo>
                <a:lnTo>
                  <a:pt x="8096" y="3543"/>
                </a:lnTo>
                <a:lnTo>
                  <a:pt x="8095" y="3543"/>
                </a:lnTo>
                <a:lnTo>
                  <a:pt x="8095" y="3542"/>
                </a:lnTo>
                <a:lnTo>
                  <a:pt x="8094" y="3542"/>
                </a:lnTo>
                <a:lnTo>
                  <a:pt x="8093" y="3542"/>
                </a:lnTo>
                <a:lnTo>
                  <a:pt x="8092" y="3541"/>
                </a:lnTo>
                <a:lnTo>
                  <a:pt x="8091" y="3541"/>
                </a:lnTo>
                <a:lnTo>
                  <a:pt x="8091" y="3540"/>
                </a:lnTo>
                <a:lnTo>
                  <a:pt x="8090" y="3540"/>
                </a:lnTo>
                <a:lnTo>
                  <a:pt x="8089" y="3540"/>
                </a:lnTo>
                <a:lnTo>
                  <a:pt x="8089" y="3539"/>
                </a:lnTo>
                <a:lnTo>
                  <a:pt x="8088" y="3539"/>
                </a:lnTo>
                <a:lnTo>
                  <a:pt x="8087" y="3539"/>
                </a:lnTo>
                <a:lnTo>
                  <a:pt x="8087" y="3538"/>
                </a:lnTo>
                <a:lnTo>
                  <a:pt x="8086" y="3538"/>
                </a:lnTo>
                <a:lnTo>
                  <a:pt x="8085" y="3538"/>
                </a:lnTo>
                <a:lnTo>
                  <a:pt x="8085" y="3537"/>
                </a:lnTo>
                <a:lnTo>
                  <a:pt x="8084" y="3537"/>
                </a:lnTo>
                <a:lnTo>
                  <a:pt x="8083" y="3537"/>
                </a:lnTo>
                <a:lnTo>
                  <a:pt x="8082" y="3536"/>
                </a:lnTo>
                <a:lnTo>
                  <a:pt x="8081" y="3536"/>
                </a:lnTo>
                <a:lnTo>
                  <a:pt x="8081" y="3535"/>
                </a:lnTo>
                <a:lnTo>
                  <a:pt x="8080" y="3535"/>
                </a:lnTo>
                <a:lnTo>
                  <a:pt x="8079" y="3535"/>
                </a:lnTo>
                <a:lnTo>
                  <a:pt x="8079" y="3534"/>
                </a:lnTo>
                <a:lnTo>
                  <a:pt x="8078" y="3534"/>
                </a:lnTo>
                <a:lnTo>
                  <a:pt x="8077" y="3534"/>
                </a:lnTo>
                <a:lnTo>
                  <a:pt x="8077" y="3533"/>
                </a:lnTo>
                <a:lnTo>
                  <a:pt x="8076" y="3533"/>
                </a:lnTo>
                <a:lnTo>
                  <a:pt x="8075" y="3533"/>
                </a:lnTo>
                <a:lnTo>
                  <a:pt x="8075" y="3532"/>
                </a:lnTo>
                <a:lnTo>
                  <a:pt x="8074" y="3532"/>
                </a:lnTo>
                <a:lnTo>
                  <a:pt x="8073" y="3532"/>
                </a:lnTo>
                <a:lnTo>
                  <a:pt x="8072" y="3531"/>
                </a:lnTo>
                <a:lnTo>
                  <a:pt x="8071" y="3531"/>
                </a:lnTo>
                <a:lnTo>
                  <a:pt x="8071" y="3530"/>
                </a:lnTo>
                <a:lnTo>
                  <a:pt x="8070" y="3530"/>
                </a:lnTo>
                <a:lnTo>
                  <a:pt x="8069" y="3529"/>
                </a:lnTo>
                <a:lnTo>
                  <a:pt x="8068" y="3529"/>
                </a:lnTo>
                <a:lnTo>
                  <a:pt x="8067" y="3529"/>
                </a:lnTo>
                <a:lnTo>
                  <a:pt x="8067" y="3528"/>
                </a:lnTo>
                <a:lnTo>
                  <a:pt x="8066" y="3528"/>
                </a:lnTo>
                <a:lnTo>
                  <a:pt x="8065" y="3528"/>
                </a:lnTo>
                <a:lnTo>
                  <a:pt x="8065" y="3527"/>
                </a:lnTo>
                <a:lnTo>
                  <a:pt x="8064" y="3527"/>
                </a:lnTo>
                <a:lnTo>
                  <a:pt x="8063" y="3527"/>
                </a:lnTo>
                <a:lnTo>
                  <a:pt x="8062" y="3526"/>
                </a:lnTo>
                <a:lnTo>
                  <a:pt x="8061" y="3526"/>
                </a:lnTo>
                <a:lnTo>
                  <a:pt x="8061" y="3525"/>
                </a:lnTo>
                <a:lnTo>
                  <a:pt x="8060" y="3525"/>
                </a:lnTo>
                <a:lnTo>
                  <a:pt x="8059" y="3524"/>
                </a:lnTo>
                <a:lnTo>
                  <a:pt x="8058" y="3524"/>
                </a:lnTo>
                <a:lnTo>
                  <a:pt x="8057" y="3524"/>
                </a:lnTo>
                <a:lnTo>
                  <a:pt x="8057" y="3523"/>
                </a:lnTo>
                <a:lnTo>
                  <a:pt x="8056" y="3523"/>
                </a:lnTo>
                <a:lnTo>
                  <a:pt x="8055" y="3528"/>
                </a:lnTo>
                <a:lnTo>
                  <a:pt x="8054" y="3528"/>
                </a:lnTo>
                <a:lnTo>
                  <a:pt x="8053" y="3527"/>
                </a:lnTo>
                <a:lnTo>
                  <a:pt x="8052" y="3527"/>
                </a:lnTo>
                <a:lnTo>
                  <a:pt x="8051" y="3526"/>
                </a:lnTo>
                <a:lnTo>
                  <a:pt x="8050" y="3526"/>
                </a:lnTo>
                <a:lnTo>
                  <a:pt x="8049" y="3525"/>
                </a:lnTo>
                <a:lnTo>
                  <a:pt x="8048" y="3525"/>
                </a:lnTo>
                <a:lnTo>
                  <a:pt x="8047" y="3524"/>
                </a:lnTo>
                <a:lnTo>
                  <a:pt x="8046" y="3524"/>
                </a:lnTo>
                <a:lnTo>
                  <a:pt x="8045" y="3523"/>
                </a:lnTo>
                <a:lnTo>
                  <a:pt x="8044" y="3523"/>
                </a:lnTo>
                <a:lnTo>
                  <a:pt x="8043" y="3522"/>
                </a:lnTo>
                <a:lnTo>
                  <a:pt x="8042" y="3522"/>
                </a:lnTo>
                <a:lnTo>
                  <a:pt x="8041" y="3521"/>
                </a:lnTo>
                <a:lnTo>
                  <a:pt x="8040" y="3521"/>
                </a:lnTo>
                <a:lnTo>
                  <a:pt x="8039" y="3520"/>
                </a:lnTo>
                <a:lnTo>
                  <a:pt x="8038" y="3520"/>
                </a:lnTo>
                <a:lnTo>
                  <a:pt x="8037" y="3519"/>
                </a:lnTo>
                <a:lnTo>
                  <a:pt x="8036" y="3519"/>
                </a:lnTo>
                <a:lnTo>
                  <a:pt x="8035" y="3518"/>
                </a:lnTo>
                <a:lnTo>
                  <a:pt x="8034" y="3518"/>
                </a:lnTo>
                <a:lnTo>
                  <a:pt x="8033" y="3517"/>
                </a:lnTo>
                <a:lnTo>
                  <a:pt x="8032" y="3517"/>
                </a:lnTo>
                <a:lnTo>
                  <a:pt x="8031" y="3516"/>
                </a:lnTo>
                <a:lnTo>
                  <a:pt x="8030" y="3521"/>
                </a:lnTo>
                <a:lnTo>
                  <a:pt x="8029" y="3521"/>
                </a:lnTo>
                <a:lnTo>
                  <a:pt x="8028" y="3521"/>
                </a:lnTo>
                <a:lnTo>
                  <a:pt x="8028" y="3520"/>
                </a:lnTo>
                <a:lnTo>
                  <a:pt x="8027" y="3520"/>
                </a:lnTo>
                <a:lnTo>
                  <a:pt x="8026" y="3519"/>
                </a:lnTo>
                <a:lnTo>
                  <a:pt x="8025" y="3525"/>
                </a:lnTo>
                <a:lnTo>
                  <a:pt x="8025" y="3524"/>
                </a:lnTo>
                <a:lnTo>
                  <a:pt x="8024" y="3524"/>
                </a:lnTo>
                <a:lnTo>
                  <a:pt x="8023" y="3524"/>
                </a:lnTo>
                <a:lnTo>
                  <a:pt x="8022" y="3523"/>
                </a:lnTo>
                <a:lnTo>
                  <a:pt x="8021" y="3523"/>
                </a:lnTo>
                <a:lnTo>
                  <a:pt x="8021" y="3522"/>
                </a:lnTo>
                <a:lnTo>
                  <a:pt x="8020" y="3522"/>
                </a:lnTo>
                <a:lnTo>
                  <a:pt x="8019" y="3522"/>
                </a:lnTo>
                <a:lnTo>
                  <a:pt x="8018" y="3521"/>
                </a:lnTo>
                <a:lnTo>
                  <a:pt x="8017" y="3521"/>
                </a:lnTo>
                <a:lnTo>
                  <a:pt x="8017" y="3520"/>
                </a:lnTo>
                <a:lnTo>
                  <a:pt x="8016" y="3520"/>
                </a:lnTo>
                <a:lnTo>
                  <a:pt x="8015" y="3520"/>
                </a:lnTo>
                <a:lnTo>
                  <a:pt x="8015" y="3519"/>
                </a:lnTo>
                <a:lnTo>
                  <a:pt x="8014" y="3519"/>
                </a:lnTo>
                <a:lnTo>
                  <a:pt x="8013" y="3519"/>
                </a:lnTo>
                <a:lnTo>
                  <a:pt x="8012" y="3518"/>
                </a:lnTo>
                <a:lnTo>
                  <a:pt x="8011" y="3518"/>
                </a:lnTo>
                <a:lnTo>
                  <a:pt x="8011" y="3517"/>
                </a:lnTo>
                <a:lnTo>
                  <a:pt x="8010" y="3517"/>
                </a:lnTo>
                <a:lnTo>
                  <a:pt x="8009" y="3517"/>
                </a:lnTo>
                <a:lnTo>
                  <a:pt x="8008" y="3516"/>
                </a:lnTo>
                <a:lnTo>
                  <a:pt x="8007" y="3516"/>
                </a:lnTo>
                <a:lnTo>
                  <a:pt x="8007" y="3515"/>
                </a:lnTo>
                <a:lnTo>
                  <a:pt x="8006" y="3515"/>
                </a:lnTo>
                <a:lnTo>
                  <a:pt x="8005" y="3515"/>
                </a:lnTo>
                <a:lnTo>
                  <a:pt x="8004" y="3514"/>
                </a:lnTo>
                <a:lnTo>
                  <a:pt x="8003" y="3514"/>
                </a:lnTo>
                <a:lnTo>
                  <a:pt x="8003" y="3513"/>
                </a:lnTo>
                <a:lnTo>
                  <a:pt x="8002" y="3513"/>
                </a:lnTo>
                <a:lnTo>
                  <a:pt x="8001" y="3513"/>
                </a:lnTo>
                <a:lnTo>
                  <a:pt x="8001" y="3512"/>
                </a:lnTo>
                <a:lnTo>
                  <a:pt x="8000" y="3512"/>
                </a:lnTo>
                <a:lnTo>
                  <a:pt x="7999" y="3512"/>
                </a:lnTo>
                <a:lnTo>
                  <a:pt x="7998" y="3511"/>
                </a:lnTo>
                <a:lnTo>
                  <a:pt x="7997" y="3511"/>
                </a:lnTo>
                <a:lnTo>
                  <a:pt x="7997" y="3510"/>
                </a:lnTo>
                <a:lnTo>
                  <a:pt x="7996" y="3510"/>
                </a:lnTo>
                <a:lnTo>
                  <a:pt x="7995" y="3510"/>
                </a:lnTo>
                <a:lnTo>
                  <a:pt x="7994" y="3509"/>
                </a:lnTo>
                <a:lnTo>
                  <a:pt x="7993" y="3509"/>
                </a:lnTo>
                <a:lnTo>
                  <a:pt x="7993" y="3508"/>
                </a:lnTo>
                <a:lnTo>
                  <a:pt x="7992" y="3508"/>
                </a:lnTo>
                <a:lnTo>
                  <a:pt x="7991" y="3508"/>
                </a:lnTo>
                <a:lnTo>
                  <a:pt x="7991" y="3507"/>
                </a:lnTo>
                <a:lnTo>
                  <a:pt x="7990" y="3507"/>
                </a:lnTo>
                <a:lnTo>
                  <a:pt x="7989" y="3507"/>
                </a:lnTo>
                <a:lnTo>
                  <a:pt x="7988" y="3506"/>
                </a:lnTo>
                <a:lnTo>
                  <a:pt x="7987" y="3506"/>
                </a:lnTo>
                <a:lnTo>
                  <a:pt x="7987" y="3505"/>
                </a:lnTo>
                <a:lnTo>
                  <a:pt x="7986" y="3505"/>
                </a:lnTo>
                <a:lnTo>
                  <a:pt x="7985" y="3505"/>
                </a:lnTo>
                <a:lnTo>
                  <a:pt x="7984" y="3504"/>
                </a:lnTo>
                <a:lnTo>
                  <a:pt x="7983" y="3504"/>
                </a:lnTo>
                <a:lnTo>
                  <a:pt x="7983" y="3503"/>
                </a:lnTo>
                <a:lnTo>
                  <a:pt x="7982" y="3503"/>
                </a:lnTo>
                <a:lnTo>
                  <a:pt x="7981" y="3503"/>
                </a:lnTo>
                <a:lnTo>
                  <a:pt x="7981" y="3502"/>
                </a:lnTo>
                <a:lnTo>
                  <a:pt x="7980" y="3502"/>
                </a:lnTo>
                <a:lnTo>
                  <a:pt x="7979" y="3502"/>
                </a:lnTo>
                <a:lnTo>
                  <a:pt x="7978" y="3501"/>
                </a:lnTo>
                <a:lnTo>
                  <a:pt x="7977" y="3501"/>
                </a:lnTo>
                <a:lnTo>
                  <a:pt x="7977" y="3500"/>
                </a:lnTo>
                <a:lnTo>
                  <a:pt x="7976" y="3500"/>
                </a:lnTo>
                <a:lnTo>
                  <a:pt x="7975" y="3500"/>
                </a:lnTo>
                <a:lnTo>
                  <a:pt x="7974" y="3499"/>
                </a:lnTo>
                <a:lnTo>
                  <a:pt x="7973" y="3499"/>
                </a:lnTo>
                <a:lnTo>
                  <a:pt x="7973" y="3498"/>
                </a:lnTo>
                <a:lnTo>
                  <a:pt x="7972" y="3498"/>
                </a:lnTo>
                <a:lnTo>
                  <a:pt x="7971" y="3498"/>
                </a:lnTo>
                <a:lnTo>
                  <a:pt x="7971" y="3497"/>
                </a:lnTo>
                <a:lnTo>
                  <a:pt x="7970" y="3497"/>
                </a:lnTo>
                <a:lnTo>
                  <a:pt x="7969" y="3497"/>
                </a:lnTo>
                <a:lnTo>
                  <a:pt x="7968" y="3496"/>
                </a:lnTo>
                <a:lnTo>
                  <a:pt x="7967" y="3496"/>
                </a:lnTo>
                <a:lnTo>
                  <a:pt x="7967" y="3495"/>
                </a:lnTo>
                <a:lnTo>
                  <a:pt x="7966" y="3495"/>
                </a:lnTo>
                <a:lnTo>
                  <a:pt x="7965" y="3495"/>
                </a:lnTo>
                <a:lnTo>
                  <a:pt x="7964" y="3494"/>
                </a:lnTo>
                <a:lnTo>
                  <a:pt x="7963" y="3494"/>
                </a:lnTo>
                <a:lnTo>
                  <a:pt x="7963" y="3493"/>
                </a:lnTo>
                <a:lnTo>
                  <a:pt x="7962" y="3493"/>
                </a:lnTo>
                <a:lnTo>
                  <a:pt x="7961" y="3493"/>
                </a:lnTo>
                <a:lnTo>
                  <a:pt x="7961" y="3492"/>
                </a:lnTo>
                <a:lnTo>
                  <a:pt x="7960" y="3492"/>
                </a:lnTo>
                <a:lnTo>
                  <a:pt x="7959" y="3492"/>
                </a:lnTo>
                <a:lnTo>
                  <a:pt x="7958" y="3491"/>
                </a:lnTo>
                <a:lnTo>
                  <a:pt x="7957" y="3491"/>
                </a:lnTo>
                <a:lnTo>
                  <a:pt x="7957" y="3490"/>
                </a:lnTo>
                <a:lnTo>
                  <a:pt x="7956" y="3490"/>
                </a:lnTo>
                <a:lnTo>
                  <a:pt x="7955" y="3490"/>
                </a:lnTo>
                <a:lnTo>
                  <a:pt x="7954" y="3489"/>
                </a:lnTo>
                <a:lnTo>
                  <a:pt x="7953" y="3489"/>
                </a:lnTo>
                <a:lnTo>
                  <a:pt x="7953" y="3488"/>
                </a:lnTo>
                <a:lnTo>
                  <a:pt x="7952" y="3488"/>
                </a:lnTo>
                <a:lnTo>
                  <a:pt x="7951" y="3488"/>
                </a:lnTo>
                <a:lnTo>
                  <a:pt x="7951" y="3487"/>
                </a:lnTo>
                <a:lnTo>
                  <a:pt x="7950" y="3487"/>
                </a:lnTo>
                <a:lnTo>
                  <a:pt x="7949" y="3487"/>
                </a:lnTo>
                <a:lnTo>
                  <a:pt x="7948" y="3486"/>
                </a:lnTo>
                <a:lnTo>
                  <a:pt x="7947" y="3486"/>
                </a:lnTo>
                <a:lnTo>
                  <a:pt x="7947" y="3485"/>
                </a:lnTo>
                <a:lnTo>
                  <a:pt x="7946" y="3485"/>
                </a:lnTo>
                <a:lnTo>
                  <a:pt x="7945" y="3485"/>
                </a:lnTo>
                <a:lnTo>
                  <a:pt x="7944" y="3484"/>
                </a:lnTo>
                <a:lnTo>
                  <a:pt x="7943" y="3484"/>
                </a:lnTo>
                <a:lnTo>
                  <a:pt x="7943" y="3483"/>
                </a:lnTo>
                <a:lnTo>
                  <a:pt x="7942" y="3483"/>
                </a:lnTo>
                <a:lnTo>
                  <a:pt x="7941" y="3483"/>
                </a:lnTo>
                <a:lnTo>
                  <a:pt x="7940" y="3482"/>
                </a:lnTo>
                <a:lnTo>
                  <a:pt x="7939" y="3482"/>
                </a:lnTo>
                <a:lnTo>
                  <a:pt x="7938" y="3481"/>
                </a:lnTo>
                <a:lnTo>
                  <a:pt x="7937" y="3481"/>
                </a:lnTo>
                <a:lnTo>
                  <a:pt x="7937" y="3480"/>
                </a:lnTo>
                <a:lnTo>
                  <a:pt x="7936" y="3480"/>
                </a:lnTo>
                <a:lnTo>
                  <a:pt x="7935" y="3480"/>
                </a:lnTo>
                <a:lnTo>
                  <a:pt x="7934" y="3479"/>
                </a:lnTo>
                <a:lnTo>
                  <a:pt x="7933" y="3479"/>
                </a:lnTo>
                <a:lnTo>
                  <a:pt x="7933" y="3478"/>
                </a:lnTo>
                <a:lnTo>
                  <a:pt x="7932" y="3478"/>
                </a:lnTo>
                <a:lnTo>
                  <a:pt x="7931" y="3478"/>
                </a:lnTo>
                <a:lnTo>
                  <a:pt x="7930" y="3477"/>
                </a:lnTo>
                <a:lnTo>
                  <a:pt x="7929" y="3477"/>
                </a:lnTo>
                <a:lnTo>
                  <a:pt x="7928" y="3476"/>
                </a:lnTo>
                <a:lnTo>
                  <a:pt x="7927" y="3476"/>
                </a:lnTo>
                <a:lnTo>
                  <a:pt x="7927" y="3475"/>
                </a:lnTo>
                <a:lnTo>
                  <a:pt x="7926" y="3475"/>
                </a:lnTo>
                <a:lnTo>
                  <a:pt x="7925" y="3475"/>
                </a:lnTo>
                <a:lnTo>
                  <a:pt x="7924" y="3474"/>
                </a:lnTo>
                <a:lnTo>
                  <a:pt x="7923" y="3474"/>
                </a:lnTo>
                <a:lnTo>
                  <a:pt x="7923" y="3473"/>
                </a:lnTo>
                <a:lnTo>
                  <a:pt x="7922" y="3473"/>
                </a:lnTo>
                <a:lnTo>
                  <a:pt x="7921" y="3473"/>
                </a:lnTo>
                <a:lnTo>
                  <a:pt x="7920" y="3472"/>
                </a:lnTo>
                <a:lnTo>
                  <a:pt x="7919" y="3472"/>
                </a:lnTo>
                <a:lnTo>
                  <a:pt x="7918" y="3471"/>
                </a:lnTo>
                <a:lnTo>
                  <a:pt x="7917" y="3471"/>
                </a:lnTo>
                <a:lnTo>
                  <a:pt x="7917" y="3470"/>
                </a:lnTo>
                <a:lnTo>
                  <a:pt x="7916" y="3470"/>
                </a:lnTo>
                <a:lnTo>
                  <a:pt x="7915" y="3470"/>
                </a:lnTo>
                <a:lnTo>
                  <a:pt x="7914" y="3469"/>
                </a:lnTo>
                <a:lnTo>
                  <a:pt x="7913" y="3469"/>
                </a:lnTo>
                <a:lnTo>
                  <a:pt x="7913" y="3468"/>
                </a:lnTo>
                <a:lnTo>
                  <a:pt x="7912" y="3468"/>
                </a:lnTo>
                <a:lnTo>
                  <a:pt x="7911" y="3468"/>
                </a:lnTo>
                <a:lnTo>
                  <a:pt x="7910" y="3467"/>
                </a:lnTo>
                <a:lnTo>
                  <a:pt x="7909" y="3467"/>
                </a:lnTo>
                <a:lnTo>
                  <a:pt x="7908" y="3466"/>
                </a:lnTo>
                <a:lnTo>
                  <a:pt x="7907" y="3466"/>
                </a:lnTo>
                <a:lnTo>
                  <a:pt x="7907" y="3465"/>
                </a:lnTo>
                <a:lnTo>
                  <a:pt x="7906" y="3465"/>
                </a:lnTo>
                <a:lnTo>
                  <a:pt x="7905" y="3465"/>
                </a:lnTo>
                <a:lnTo>
                  <a:pt x="7904" y="3464"/>
                </a:lnTo>
                <a:lnTo>
                  <a:pt x="7903" y="3464"/>
                </a:lnTo>
                <a:lnTo>
                  <a:pt x="7903" y="3463"/>
                </a:lnTo>
                <a:lnTo>
                  <a:pt x="7902" y="3463"/>
                </a:lnTo>
                <a:lnTo>
                  <a:pt x="7901" y="3463"/>
                </a:lnTo>
                <a:lnTo>
                  <a:pt x="7900" y="3462"/>
                </a:lnTo>
                <a:lnTo>
                  <a:pt x="7899" y="3462"/>
                </a:lnTo>
                <a:lnTo>
                  <a:pt x="7898" y="3461"/>
                </a:lnTo>
                <a:lnTo>
                  <a:pt x="7897" y="3461"/>
                </a:lnTo>
                <a:lnTo>
                  <a:pt x="7897" y="3460"/>
                </a:lnTo>
                <a:lnTo>
                  <a:pt x="7896" y="3460"/>
                </a:lnTo>
                <a:lnTo>
                  <a:pt x="7895" y="3460"/>
                </a:lnTo>
                <a:lnTo>
                  <a:pt x="7894" y="3459"/>
                </a:lnTo>
                <a:lnTo>
                  <a:pt x="7893" y="3459"/>
                </a:lnTo>
                <a:lnTo>
                  <a:pt x="7893" y="3458"/>
                </a:lnTo>
                <a:lnTo>
                  <a:pt x="7892" y="3458"/>
                </a:lnTo>
                <a:lnTo>
                  <a:pt x="7891" y="3458"/>
                </a:lnTo>
                <a:lnTo>
                  <a:pt x="7890" y="3457"/>
                </a:lnTo>
                <a:lnTo>
                  <a:pt x="7889" y="3457"/>
                </a:lnTo>
                <a:lnTo>
                  <a:pt x="7888" y="3456"/>
                </a:lnTo>
                <a:lnTo>
                  <a:pt x="7887" y="3456"/>
                </a:lnTo>
                <a:lnTo>
                  <a:pt x="7887" y="3455"/>
                </a:lnTo>
                <a:lnTo>
                  <a:pt x="7886" y="3455"/>
                </a:lnTo>
                <a:lnTo>
                  <a:pt x="7885" y="3455"/>
                </a:lnTo>
                <a:lnTo>
                  <a:pt x="7884" y="3454"/>
                </a:lnTo>
                <a:lnTo>
                  <a:pt x="7883" y="3454"/>
                </a:lnTo>
                <a:lnTo>
                  <a:pt x="7883" y="3453"/>
                </a:lnTo>
                <a:lnTo>
                  <a:pt x="7882" y="3453"/>
                </a:lnTo>
                <a:lnTo>
                  <a:pt x="7881" y="3453"/>
                </a:lnTo>
                <a:lnTo>
                  <a:pt x="7880" y="3452"/>
                </a:lnTo>
                <a:lnTo>
                  <a:pt x="7879" y="3452"/>
                </a:lnTo>
                <a:lnTo>
                  <a:pt x="7879" y="3451"/>
                </a:lnTo>
                <a:lnTo>
                  <a:pt x="7878" y="3451"/>
                </a:lnTo>
                <a:lnTo>
                  <a:pt x="7877" y="3451"/>
                </a:lnTo>
                <a:lnTo>
                  <a:pt x="7876" y="3450"/>
                </a:lnTo>
                <a:lnTo>
                  <a:pt x="7875" y="3450"/>
                </a:lnTo>
                <a:lnTo>
                  <a:pt x="7874" y="3449"/>
                </a:lnTo>
                <a:lnTo>
                  <a:pt x="7873" y="3449"/>
                </a:lnTo>
                <a:lnTo>
                  <a:pt x="7873" y="3448"/>
                </a:lnTo>
                <a:lnTo>
                  <a:pt x="7872" y="3448"/>
                </a:lnTo>
                <a:lnTo>
                  <a:pt x="7871" y="3448"/>
                </a:lnTo>
                <a:lnTo>
                  <a:pt x="7870" y="3447"/>
                </a:lnTo>
                <a:lnTo>
                  <a:pt x="7869" y="3447"/>
                </a:lnTo>
                <a:lnTo>
                  <a:pt x="7869" y="3446"/>
                </a:lnTo>
                <a:lnTo>
                  <a:pt x="7868" y="3446"/>
                </a:lnTo>
                <a:lnTo>
                  <a:pt x="7867" y="3446"/>
                </a:lnTo>
                <a:lnTo>
                  <a:pt x="7866" y="3445"/>
                </a:lnTo>
                <a:lnTo>
                  <a:pt x="7865" y="3445"/>
                </a:lnTo>
                <a:lnTo>
                  <a:pt x="7864" y="3444"/>
                </a:lnTo>
                <a:lnTo>
                  <a:pt x="7863" y="3444"/>
                </a:lnTo>
                <a:lnTo>
                  <a:pt x="7863" y="3443"/>
                </a:lnTo>
                <a:lnTo>
                  <a:pt x="7862" y="3443"/>
                </a:lnTo>
                <a:lnTo>
                  <a:pt x="7861" y="3443"/>
                </a:lnTo>
                <a:lnTo>
                  <a:pt x="7860" y="3442"/>
                </a:lnTo>
                <a:lnTo>
                  <a:pt x="7859" y="3442"/>
                </a:lnTo>
                <a:lnTo>
                  <a:pt x="7859" y="3441"/>
                </a:lnTo>
                <a:lnTo>
                  <a:pt x="7858" y="3441"/>
                </a:lnTo>
                <a:lnTo>
                  <a:pt x="7857" y="3441"/>
                </a:lnTo>
                <a:lnTo>
                  <a:pt x="7856" y="3440"/>
                </a:lnTo>
                <a:lnTo>
                  <a:pt x="7855" y="3440"/>
                </a:lnTo>
                <a:lnTo>
                  <a:pt x="7854" y="3439"/>
                </a:lnTo>
                <a:lnTo>
                  <a:pt x="7853" y="3439"/>
                </a:lnTo>
                <a:lnTo>
                  <a:pt x="7853" y="3438"/>
                </a:lnTo>
                <a:lnTo>
                  <a:pt x="7852" y="3438"/>
                </a:lnTo>
                <a:lnTo>
                  <a:pt x="7851" y="3438"/>
                </a:lnTo>
                <a:lnTo>
                  <a:pt x="7850" y="3437"/>
                </a:lnTo>
                <a:lnTo>
                  <a:pt x="7849" y="3437"/>
                </a:lnTo>
                <a:lnTo>
                  <a:pt x="7849" y="3436"/>
                </a:lnTo>
                <a:lnTo>
                  <a:pt x="7848" y="3436"/>
                </a:lnTo>
                <a:lnTo>
                  <a:pt x="7847" y="3436"/>
                </a:lnTo>
                <a:lnTo>
                  <a:pt x="7846" y="3435"/>
                </a:lnTo>
                <a:lnTo>
                  <a:pt x="7845" y="3435"/>
                </a:lnTo>
                <a:lnTo>
                  <a:pt x="7844" y="3434"/>
                </a:lnTo>
                <a:lnTo>
                  <a:pt x="7843" y="3434"/>
                </a:lnTo>
                <a:lnTo>
                  <a:pt x="7843" y="3433"/>
                </a:lnTo>
                <a:lnTo>
                  <a:pt x="7842" y="3433"/>
                </a:lnTo>
                <a:lnTo>
                  <a:pt x="7841" y="3433"/>
                </a:lnTo>
                <a:lnTo>
                  <a:pt x="7840" y="3432"/>
                </a:lnTo>
                <a:lnTo>
                  <a:pt x="7839" y="3432"/>
                </a:lnTo>
                <a:lnTo>
                  <a:pt x="7839" y="3431"/>
                </a:lnTo>
                <a:lnTo>
                  <a:pt x="7838" y="3431"/>
                </a:lnTo>
                <a:lnTo>
                  <a:pt x="7837" y="3431"/>
                </a:lnTo>
                <a:lnTo>
                  <a:pt x="7836" y="3430"/>
                </a:lnTo>
                <a:lnTo>
                  <a:pt x="7835" y="3430"/>
                </a:lnTo>
                <a:lnTo>
                  <a:pt x="7834" y="3429"/>
                </a:lnTo>
                <a:lnTo>
                  <a:pt x="7833" y="3429"/>
                </a:lnTo>
                <a:lnTo>
                  <a:pt x="7833" y="3428"/>
                </a:lnTo>
                <a:lnTo>
                  <a:pt x="7832" y="3428"/>
                </a:lnTo>
                <a:lnTo>
                  <a:pt x="7831" y="3428"/>
                </a:lnTo>
                <a:lnTo>
                  <a:pt x="7830" y="3427"/>
                </a:lnTo>
                <a:lnTo>
                  <a:pt x="7829" y="3427"/>
                </a:lnTo>
                <a:lnTo>
                  <a:pt x="7829" y="3426"/>
                </a:lnTo>
                <a:lnTo>
                  <a:pt x="7828" y="3426"/>
                </a:lnTo>
                <a:lnTo>
                  <a:pt x="7827" y="3426"/>
                </a:lnTo>
                <a:lnTo>
                  <a:pt x="7826" y="3425"/>
                </a:lnTo>
                <a:lnTo>
                  <a:pt x="7825" y="3425"/>
                </a:lnTo>
                <a:lnTo>
                  <a:pt x="7824" y="3424"/>
                </a:lnTo>
                <a:lnTo>
                  <a:pt x="7823" y="3424"/>
                </a:lnTo>
                <a:lnTo>
                  <a:pt x="7823" y="3423"/>
                </a:lnTo>
                <a:lnTo>
                  <a:pt x="7822" y="3423"/>
                </a:lnTo>
                <a:lnTo>
                  <a:pt x="7821" y="3423"/>
                </a:lnTo>
                <a:lnTo>
                  <a:pt x="7820" y="3422"/>
                </a:lnTo>
                <a:lnTo>
                  <a:pt x="7819" y="3422"/>
                </a:lnTo>
                <a:lnTo>
                  <a:pt x="7819" y="3421"/>
                </a:lnTo>
                <a:lnTo>
                  <a:pt x="7818" y="3421"/>
                </a:lnTo>
                <a:lnTo>
                  <a:pt x="7817" y="3421"/>
                </a:lnTo>
                <a:lnTo>
                  <a:pt x="7816" y="3420"/>
                </a:lnTo>
                <a:lnTo>
                  <a:pt x="7815" y="3420"/>
                </a:lnTo>
                <a:lnTo>
                  <a:pt x="7814" y="3419"/>
                </a:lnTo>
                <a:lnTo>
                  <a:pt x="7813" y="3419"/>
                </a:lnTo>
                <a:lnTo>
                  <a:pt x="7812" y="3418"/>
                </a:lnTo>
                <a:lnTo>
                  <a:pt x="7811" y="3418"/>
                </a:lnTo>
                <a:lnTo>
                  <a:pt x="7810" y="3417"/>
                </a:lnTo>
                <a:lnTo>
                  <a:pt x="7809" y="3417"/>
                </a:lnTo>
                <a:lnTo>
                  <a:pt x="7809" y="3416"/>
                </a:lnTo>
                <a:lnTo>
                  <a:pt x="7808" y="3416"/>
                </a:lnTo>
                <a:lnTo>
                  <a:pt x="7807" y="3416"/>
                </a:lnTo>
                <a:lnTo>
                  <a:pt x="7806" y="3415"/>
                </a:lnTo>
                <a:lnTo>
                  <a:pt x="7805" y="3415"/>
                </a:lnTo>
                <a:lnTo>
                  <a:pt x="7804" y="3414"/>
                </a:lnTo>
                <a:lnTo>
                  <a:pt x="7803" y="3414"/>
                </a:lnTo>
                <a:lnTo>
                  <a:pt x="7802" y="3413"/>
                </a:lnTo>
                <a:lnTo>
                  <a:pt x="7801" y="3413"/>
                </a:lnTo>
                <a:lnTo>
                  <a:pt x="7800" y="3412"/>
                </a:lnTo>
                <a:lnTo>
                  <a:pt x="7799" y="3412"/>
                </a:lnTo>
                <a:lnTo>
                  <a:pt x="7799" y="3411"/>
                </a:lnTo>
                <a:lnTo>
                  <a:pt x="7798" y="3411"/>
                </a:lnTo>
                <a:lnTo>
                  <a:pt x="7797" y="3411"/>
                </a:lnTo>
                <a:lnTo>
                  <a:pt x="7796" y="3410"/>
                </a:lnTo>
                <a:lnTo>
                  <a:pt x="7795" y="3410"/>
                </a:lnTo>
                <a:lnTo>
                  <a:pt x="7794" y="3409"/>
                </a:lnTo>
                <a:lnTo>
                  <a:pt x="7793" y="3409"/>
                </a:lnTo>
                <a:lnTo>
                  <a:pt x="7792" y="3408"/>
                </a:lnTo>
                <a:lnTo>
                  <a:pt x="7791" y="3408"/>
                </a:lnTo>
                <a:lnTo>
                  <a:pt x="7790" y="3407"/>
                </a:lnTo>
                <a:lnTo>
                  <a:pt x="7789" y="3407"/>
                </a:lnTo>
                <a:lnTo>
                  <a:pt x="7789" y="3406"/>
                </a:lnTo>
                <a:lnTo>
                  <a:pt x="7788" y="3406"/>
                </a:lnTo>
                <a:lnTo>
                  <a:pt x="7787" y="3406"/>
                </a:lnTo>
                <a:lnTo>
                  <a:pt x="7786" y="3405"/>
                </a:lnTo>
                <a:lnTo>
                  <a:pt x="7785" y="3405"/>
                </a:lnTo>
                <a:lnTo>
                  <a:pt x="7784" y="3404"/>
                </a:lnTo>
                <a:lnTo>
                  <a:pt x="7783" y="3404"/>
                </a:lnTo>
                <a:lnTo>
                  <a:pt x="7782" y="3403"/>
                </a:lnTo>
                <a:lnTo>
                  <a:pt x="7781" y="3403"/>
                </a:lnTo>
                <a:lnTo>
                  <a:pt x="7780" y="3402"/>
                </a:lnTo>
                <a:lnTo>
                  <a:pt x="7779" y="3402"/>
                </a:lnTo>
                <a:lnTo>
                  <a:pt x="7779" y="3401"/>
                </a:lnTo>
                <a:lnTo>
                  <a:pt x="7778" y="3401"/>
                </a:lnTo>
                <a:lnTo>
                  <a:pt x="7777" y="3401"/>
                </a:lnTo>
                <a:lnTo>
                  <a:pt x="7776" y="3400"/>
                </a:lnTo>
                <a:lnTo>
                  <a:pt x="7775" y="3400"/>
                </a:lnTo>
                <a:lnTo>
                  <a:pt x="7774" y="3399"/>
                </a:lnTo>
                <a:lnTo>
                  <a:pt x="7773" y="3399"/>
                </a:lnTo>
                <a:lnTo>
                  <a:pt x="7772" y="3398"/>
                </a:lnTo>
                <a:lnTo>
                  <a:pt x="7771" y="3398"/>
                </a:lnTo>
                <a:lnTo>
                  <a:pt x="7770" y="3397"/>
                </a:lnTo>
                <a:lnTo>
                  <a:pt x="7769" y="3397"/>
                </a:lnTo>
                <a:lnTo>
                  <a:pt x="7769" y="3396"/>
                </a:lnTo>
                <a:lnTo>
                  <a:pt x="7768" y="3396"/>
                </a:lnTo>
                <a:lnTo>
                  <a:pt x="7767" y="3396"/>
                </a:lnTo>
                <a:lnTo>
                  <a:pt x="7766" y="3395"/>
                </a:lnTo>
                <a:lnTo>
                  <a:pt x="7765" y="3395"/>
                </a:lnTo>
                <a:lnTo>
                  <a:pt x="7764" y="3394"/>
                </a:lnTo>
                <a:lnTo>
                  <a:pt x="7763" y="3394"/>
                </a:lnTo>
                <a:lnTo>
                  <a:pt x="7762" y="3393"/>
                </a:lnTo>
                <a:lnTo>
                  <a:pt x="7761" y="3393"/>
                </a:lnTo>
                <a:lnTo>
                  <a:pt x="7760" y="3392"/>
                </a:lnTo>
                <a:lnTo>
                  <a:pt x="7759" y="3392"/>
                </a:lnTo>
                <a:lnTo>
                  <a:pt x="7759" y="3391"/>
                </a:lnTo>
                <a:lnTo>
                  <a:pt x="7758" y="3391"/>
                </a:lnTo>
                <a:lnTo>
                  <a:pt x="7757" y="3391"/>
                </a:lnTo>
                <a:lnTo>
                  <a:pt x="7756" y="3390"/>
                </a:lnTo>
                <a:lnTo>
                  <a:pt x="7755" y="3390"/>
                </a:lnTo>
                <a:lnTo>
                  <a:pt x="7755" y="3389"/>
                </a:lnTo>
                <a:lnTo>
                  <a:pt x="7754" y="3389"/>
                </a:lnTo>
                <a:lnTo>
                  <a:pt x="7753" y="3389"/>
                </a:lnTo>
                <a:lnTo>
                  <a:pt x="7752" y="3388"/>
                </a:lnTo>
                <a:lnTo>
                  <a:pt x="7751" y="3392"/>
                </a:lnTo>
                <a:lnTo>
                  <a:pt x="7750" y="3392"/>
                </a:lnTo>
                <a:lnTo>
                  <a:pt x="7749" y="3392"/>
                </a:lnTo>
                <a:lnTo>
                  <a:pt x="7749" y="3391"/>
                </a:lnTo>
                <a:lnTo>
                  <a:pt x="7748" y="3391"/>
                </a:lnTo>
                <a:lnTo>
                  <a:pt x="7747" y="3391"/>
                </a:lnTo>
                <a:lnTo>
                  <a:pt x="7747" y="3390"/>
                </a:lnTo>
                <a:lnTo>
                  <a:pt x="7746" y="3390"/>
                </a:lnTo>
                <a:lnTo>
                  <a:pt x="7745" y="3389"/>
                </a:lnTo>
                <a:lnTo>
                  <a:pt x="7744" y="3389"/>
                </a:lnTo>
                <a:lnTo>
                  <a:pt x="7743" y="3389"/>
                </a:lnTo>
                <a:lnTo>
                  <a:pt x="7743" y="3388"/>
                </a:lnTo>
                <a:lnTo>
                  <a:pt x="7742" y="3388"/>
                </a:lnTo>
                <a:lnTo>
                  <a:pt x="7741" y="3387"/>
                </a:lnTo>
                <a:lnTo>
                  <a:pt x="7740" y="3387"/>
                </a:lnTo>
                <a:lnTo>
                  <a:pt x="7739" y="3387"/>
                </a:lnTo>
                <a:lnTo>
                  <a:pt x="7739" y="3386"/>
                </a:lnTo>
                <a:lnTo>
                  <a:pt x="7738" y="3386"/>
                </a:lnTo>
                <a:lnTo>
                  <a:pt x="7737" y="3386"/>
                </a:lnTo>
                <a:lnTo>
                  <a:pt x="7737" y="3385"/>
                </a:lnTo>
                <a:lnTo>
                  <a:pt x="7736" y="3385"/>
                </a:lnTo>
                <a:lnTo>
                  <a:pt x="7735" y="3385"/>
                </a:lnTo>
                <a:lnTo>
                  <a:pt x="7735" y="3384"/>
                </a:lnTo>
                <a:lnTo>
                  <a:pt x="7734" y="3384"/>
                </a:lnTo>
                <a:lnTo>
                  <a:pt x="7733" y="3384"/>
                </a:lnTo>
                <a:lnTo>
                  <a:pt x="7733" y="3383"/>
                </a:lnTo>
                <a:lnTo>
                  <a:pt x="7732" y="3383"/>
                </a:lnTo>
                <a:lnTo>
                  <a:pt x="7731" y="3382"/>
                </a:lnTo>
                <a:lnTo>
                  <a:pt x="7730" y="3382"/>
                </a:lnTo>
                <a:lnTo>
                  <a:pt x="7729" y="3382"/>
                </a:lnTo>
                <a:lnTo>
                  <a:pt x="7729" y="3381"/>
                </a:lnTo>
                <a:lnTo>
                  <a:pt x="7728" y="3381"/>
                </a:lnTo>
                <a:lnTo>
                  <a:pt x="7727" y="3381"/>
                </a:lnTo>
                <a:lnTo>
                  <a:pt x="7727" y="3380"/>
                </a:lnTo>
                <a:lnTo>
                  <a:pt x="7726" y="3380"/>
                </a:lnTo>
                <a:lnTo>
                  <a:pt x="7725" y="3380"/>
                </a:lnTo>
                <a:lnTo>
                  <a:pt x="7725" y="3379"/>
                </a:lnTo>
                <a:lnTo>
                  <a:pt x="7724" y="3379"/>
                </a:lnTo>
                <a:lnTo>
                  <a:pt x="7723" y="3379"/>
                </a:lnTo>
                <a:lnTo>
                  <a:pt x="7723" y="3378"/>
                </a:lnTo>
                <a:lnTo>
                  <a:pt x="7722" y="3378"/>
                </a:lnTo>
                <a:lnTo>
                  <a:pt x="7721" y="3377"/>
                </a:lnTo>
                <a:lnTo>
                  <a:pt x="7720" y="3377"/>
                </a:lnTo>
                <a:lnTo>
                  <a:pt x="7719" y="3377"/>
                </a:lnTo>
                <a:lnTo>
                  <a:pt x="7719" y="3376"/>
                </a:lnTo>
                <a:lnTo>
                  <a:pt x="7718" y="3376"/>
                </a:lnTo>
                <a:lnTo>
                  <a:pt x="7717" y="3376"/>
                </a:lnTo>
                <a:lnTo>
                  <a:pt x="7717" y="3375"/>
                </a:lnTo>
                <a:lnTo>
                  <a:pt x="7716" y="3375"/>
                </a:lnTo>
                <a:lnTo>
                  <a:pt x="7715" y="3375"/>
                </a:lnTo>
                <a:lnTo>
                  <a:pt x="7715" y="3374"/>
                </a:lnTo>
                <a:lnTo>
                  <a:pt x="7714" y="3374"/>
                </a:lnTo>
                <a:lnTo>
                  <a:pt x="7713" y="3374"/>
                </a:lnTo>
                <a:lnTo>
                  <a:pt x="7713" y="3373"/>
                </a:lnTo>
                <a:lnTo>
                  <a:pt x="7712" y="3373"/>
                </a:lnTo>
                <a:lnTo>
                  <a:pt x="7711" y="3372"/>
                </a:lnTo>
                <a:lnTo>
                  <a:pt x="7710" y="3372"/>
                </a:lnTo>
                <a:lnTo>
                  <a:pt x="7709" y="3372"/>
                </a:lnTo>
                <a:lnTo>
                  <a:pt x="7709" y="3371"/>
                </a:lnTo>
                <a:lnTo>
                  <a:pt x="7708" y="3371"/>
                </a:lnTo>
                <a:lnTo>
                  <a:pt x="7707" y="3371"/>
                </a:lnTo>
                <a:lnTo>
                  <a:pt x="7707" y="3370"/>
                </a:lnTo>
                <a:lnTo>
                  <a:pt x="7706" y="3370"/>
                </a:lnTo>
                <a:lnTo>
                  <a:pt x="7705" y="3370"/>
                </a:lnTo>
                <a:lnTo>
                  <a:pt x="7705" y="3369"/>
                </a:lnTo>
                <a:lnTo>
                  <a:pt x="7704" y="3369"/>
                </a:lnTo>
                <a:lnTo>
                  <a:pt x="7703" y="3369"/>
                </a:lnTo>
                <a:lnTo>
                  <a:pt x="7703" y="3368"/>
                </a:lnTo>
                <a:lnTo>
                  <a:pt x="7702" y="3368"/>
                </a:lnTo>
                <a:lnTo>
                  <a:pt x="7701" y="3367"/>
                </a:lnTo>
                <a:lnTo>
                  <a:pt x="7700" y="3367"/>
                </a:lnTo>
                <a:lnTo>
                  <a:pt x="7699" y="3367"/>
                </a:lnTo>
                <a:lnTo>
                  <a:pt x="7699" y="3366"/>
                </a:lnTo>
                <a:lnTo>
                  <a:pt x="7698" y="3366"/>
                </a:lnTo>
                <a:lnTo>
                  <a:pt x="7697" y="3366"/>
                </a:lnTo>
                <a:lnTo>
                  <a:pt x="7697" y="3365"/>
                </a:lnTo>
                <a:lnTo>
                  <a:pt x="7696" y="3365"/>
                </a:lnTo>
                <a:lnTo>
                  <a:pt x="7695" y="3365"/>
                </a:lnTo>
                <a:lnTo>
                  <a:pt x="7695" y="3364"/>
                </a:lnTo>
                <a:lnTo>
                  <a:pt x="7694" y="3364"/>
                </a:lnTo>
                <a:lnTo>
                  <a:pt x="7693" y="3364"/>
                </a:lnTo>
                <a:lnTo>
                  <a:pt x="7693" y="3363"/>
                </a:lnTo>
                <a:lnTo>
                  <a:pt x="7692" y="3363"/>
                </a:lnTo>
                <a:lnTo>
                  <a:pt x="7691" y="3362"/>
                </a:lnTo>
                <a:lnTo>
                  <a:pt x="7690" y="3362"/>
                </a:lnTo>
                <a:lnTo>
                  <a:pt x="7689" y="3362"/>
                </a:lnTo>
                <a:lnTo>
                  <a:pt x="7689" y="3361"/>
                </a:lnTo>
                <a:lnTo>
                  <a:pt x="7688" y="3361"/>
                </a:lnTo>
                <a:lnTo>
                  <a:pt x="7687" y="3360"/>
                </a:lnTo>
                <a:lnTo>
                  <a:pt x="7686" y="3360"/>
                </a:lnTo>
                <a:lnTo>
                  <a:pt x="7685" y="3360"/>
                </a:lnTo>
                <a:lnTo>
                  <a:pt x="7685" y="3359"/>
                </a:lnTo>
                <a:lnTo>
                  <a:pt x="7684" y="3359"/>
                </a:lnTo>
                <a:lnTo>
                  <a:pt x="7683" y="3359"/>
                </a:lnTo>
                <a:lnTo>
                  <a:pt x="7683" y="3358"/>
                </a:lnTo>
                <a:lnTo>
                  <a:pt x="7682" y="3358"/>
                </a:lnTo>
                <a:lnTo>
                  <a:pt x="7681" y="3357"/>
                </a:lnTo>
                <a:lnTo>
                  <a:pt x="7680" y="3357"/>
                </a:lnTo>
                <a:lnTo>
                  <a:pt x="7679" y="3357"/>
                </a:lnTo>
                <a:lnTo>
                  <a:pt x="7679" y="3356"/>
                </a:lnTo>
                <a:lnTo>
                  <a:pt x="7678" y="3356"/>
                </a:lnTo>
                <a:lnTo>
                  <a:pt x="7677" y="3355"/>
                </a:lnTo>
                <a:lnTo>
                  <a:pt x="7676" y="3355"/>
                </a:lnTo>
                <a:lnTo>
                  <a:pt x="7675" y="3355"/>
                </a:lnTo>
                <a:lnTo>
                  <a:pt x="7675" y="3354"/>
                </a:lnTo>
                <a:lnTo>
                  <a:pt x="7674" y="3354"/>
                </a:lnTo>
                <a:lnTo>
                  <a:pt x="7673" y="3354"/>
                </a:lnTo>
                <a:lnTo>
                  <a:pt x="7673" y="3353"/>
                </a:lnTo>
                <a:lnTo>
                  <a:pt x="7672" y="3353"/>
                </a:lnTo>
                <a:lnTo>
                  <a:pt x="7671" y="3353"/>
                </a:lnTo>
                <a:lnTo>
                  <a:pt x="7670" y="3352"/>
                </a:lnTo>
                <a:lnTo>
                  <a:pt x="7669" y="3352"/>
                </a:lnTo>
                <a:lnTo>
                  <a:pt x="7669" y="3351"/>
                </a:lnTo>
                <a:lnTo>
                  <a:pt x="7668" y="3351"/>
                </a:lnTo>
                <a:lnTo>
                  <a:pt x="7667" y="3350"/>
                </a:lnTo>
                <a:lnTo>
                  <a:pt x="7666" y="3350"/>
                </a:lnTo>
                <a:lnTo>
                  <a:pt x="7665" y="3350"/>
                </a:lnTo>
                <a:lnTo>
                  <a:pt x="7665" y="3349"/>
                </a:lnTo>
                <a:lnTo>
                  <a:pt x="7664" y="3349"/>
                </a:lnTo>
                <a:lnTo>
                  <a:pt x="7663" y="3349"/>
                </a:lnTo>
                <a:lnTo>
                  <a:pt x="7663" y="3348"/>
                </a:lnTo>
                <a:lnTo>
                  <a:pt x="7662" y="3348"/>
                </a:lnTo>
                <a:lnTo>
                  <a:pt x="7661" y="3348"/>
                </a:lnTo>
                <a:lnTo>
                  <a:pt x="7660" y="3347"/>
                </a:lnTo>
                <a:lnTo>
                  <a:pt x="7659" y="3347"/>
                </a:lnTo>
                <a:lnTo>
                  <a:pt x="7659" y="3346"/>
                </a:lnTo>
                <a:lnTo>
                  <a:pt x="7658" y="3346"/>
                </a:lnTo>
                <a:lnTo>
                  <a:pt x="7658" y="3350"/>
                </a:lnTo>
                <a:lnTo>
                  <a:pt x="7657" y="3350"/>
                </a:lnTo>
                <a:lnTo>
                  <a:pt x="7656" y="3350"/>
                </a:lnTo>
                <a:lnTo>
                  <a:pt x="7656" y="3349"/>
                </a:lnTo>
                <a:lnTo>
                  <a:pt x="7655" y="3349"/>
                </a:lnTo>
                <a:lnTo>
                  <a:pt x="7654" y="3348"/>
                </a:lnTo>
                <a:lnTo>
                  <a:pt x="7653" y="3348"/>
                </a:lnTo>
                <a:lnTo>
                  <a:pt x="7652" y="3348"/>
                </a:lnTo>
                <a:lnTo>
                  <a:pt x="7652" y="3347"/>
                </a:lnTo>
                <a:lnTo>
                  <a:pt x="7651" y="3347"/>
                </a:lnTo>
                <a:lnTo>
                  <a:pt x="7650" y="3347"/>
                </a:lnTo>
                <a:lnTo>
                  <a:pt x="7650" y="3346"/>
                </a:lnTo>
                <a:lnTo>
                  <a:pt x="7649" y="3346"/>
                </a:lnTo>
                <a:lnTo>
                  <a:pt x="7648" y="3346"/>
                </a:lnTo>
                <a:lnTo>
                  <a:pt x="7648" y="3345"/>
                </a:lnTo>
                <a:lnTo>
                  <a:pt x="7647" y="3345"/>
                </a:lnTo>
                <a:lnTo>
                  <a:pt x="7646" y="3345"/>
                </a:lnTo>
                <a:lnTo>
                  <a:pt x="7646" y="3344"/>
                </a:lnTo>
                <a:lnTo>
                  <a:pt x="7645" y="3344"/>
                </a:lnTo>
                <a:lnTo>
                  <a:pt x="7644" y="3343"/>
                </a:lnTo>
                <a:lnTo>
                  <a:pt x="7643" y="3343"/>
                </a:lnTo>
                <a:lnTo>
                  <a:pt x="7642" y="3343"/>
                </a:lnTo>
                <a:lnTo>
                  <a:pt x="7642" y="3342"/>
                </a:lnTo>
                <a:lnTo>
                  <a:pt x="7641" y="3342"/>
                </a:lnTo>
                <a:lnTo>
                  <a:pt x="7640" y="3342"/>
                </a:lnTo>
                <a:lnTo>
                  <a:pt x="7640" y="3341"/>
                </a:lnTo>
                <a:lnTo>
                  <a:pt x="7639" y="3341"/>
                </a:lnTo>
                <a:lnTo>
                  <a:pt x="7638" y="3341"/>
                </a:lnTo>
                <a:lnTo>
                  <a:pt x="7638" y="3340"/>
                </a:lnTo>
                <a:lnTo>
                  <a:pt x="7637" y="3340"/>
                </a:lnTo>
                <a:lnTo>
                  <a:pt x="7636" y="3340"/>
                </a:lnTo>
                <a:lnTo>
                  <a:pt x="7636" y="3339"/>
                </a:lnTo>
                <a:lnTo>
                  <a:pt x="7635" y="3339"/>
                </a:lnTo>
                <a:lnTo>
                  <a:pt x="7634" y="3338"/>
                </a:lnTo>
                <a:lnTo>
                  <a:pt x="7633" y="3338"/>
                </a:lnTo>
                <a:lnTo>
                  <a:pt x="7632" y="3338"/>
                </a:lnTo>
                <a:lnTo>
                  <a:pt x="7632" y="3337"/>
                </a:lnTo>
                <a:lnTo>
                  <a:pt x="7631" y="3337"/>
                </a:lnTo>
                <a:lnTo>
                  <a:pt x="7630" y="3336"/>
                </a:lnTo>
                <a:lnTo>
                  <a:pt x="7629" y="3336"/>
                </a:lnTo>
                <a:lnTo>
                  <a:pt x="7628" y="3336"/>
                </a:lnTo>
                <a:lnTo>
                  <a:pt x="7628" y="3335"/>
                </a:lnTo>
                <a:lnTo>
                  <a:pt x="7627" y="3335"/>
                </a:lnTo>
                <a:lnTo>
                  <a:pt x="7626" y="3335"/>
                </a:lnTo>
                <a:lnTo>
                  <a:pt x="7626" y="3334"/>
                </a:lnTo>
                <a:lnTo>
                  <a:pt x="7625" y="3334"/>
                </a:lnTo>
                <a:lnTo>
                  <a:pt x="7624" y="3333"/>
                </a:lnTo>
                <a:lnTo>
                  <a:pt x="7623" y="3333"/>
                </a:lnTo>
                <a:lnTo>
                  <a:pt x="7622" y="3333"/>
                </a:lnTo>
                <a:lnTo>
                  <a:pt x="7622" y="3332"/>
                </a:lnTo>
                <a:lnTo>
                  <a:pt x="7621" y="3332"/>
                </a:lnTo>
                <a:lnTo>
                  <a:pt x="7620" y="3331"/>
                </a:lnTo>
                <a:lnTo>
                  <a:pt x="7619" y="3331"/>
                </a:lnTo>
                <a:lnTo>
                  <a:pt x="7618" y="3331"/>
                </a:lnTo>
                <a:lnTo>
                  <a:pt x="7618" y="3330"/>
                </a:lnTo>
                <a:lnTo>
                  <a:pt x="7617" y="3330"/>
                </a:lnTo>
                <a:lnTo>
                  <a:pt x="7616" y="3330"/>
                </a:lnTo>
                <a:lnTo>
                  <a:pt x="7616" y="3329"/>
                </a:lnTo>
                <a:lnTo>
                  <a:pt x="7615" y="3329"/>
                </a:lnTo>
                <a:lnTo>
                  <a:pt x="7614" y="3328"/>
                </a:lnTo>
                <a:lnTo>
                  <a:pt x="7613" y="3328"/>
                </a:lnTo>
                <a:lnTo>
                  <a:pt x="7612" y="3328"/>
                </a:lnTo>
                <a:lnTo>
                  <a:pt x="7612" y="3327"/>
                </a:lnTo>
                <a:lnTo>
                  <a:pt x="7611" y="3327"/>
                </a:lnTo>
                <a:lnTo>
                  <a:pt x="7610" y="3326"/>
                </a:lnTo>
                <a:lnTo>
                  <a:pt x="7609" y="3326"/>
                </a:lnTo>
                <a:lnTo>
                  <a:pt x="7608" y="3326"/>
                </a:lnTo>
                <a:lnTo>
                  <a:pt x="7608" y="3325"/>
                </a:lnTo>
                <a:lnTo>
                  <a:pt x="7607" y="3325"/>
                </a:lnTo>
                <a:lnTo>
                  <a:pt x="7606" y="3325"/>
                </a:lnTo>
                <a:lnTo>
                  <a:pt x="7606" y="3324"/>
                </a:lnTo>
                <a:lnTo>
                  <a:pt x="7605" y="3324"/>
                </a:lnTo>
                <a:lnTo>
                  <a:pt x="7604" y="3323"/>
                </a:lnTo>
                <a:lnTo>
                  <a:pt x="7603" y="3323"/>
                </a:lnTo>
                <a:lnTo>
                  <a:pt x="7602" y="3323"/>
                </a:lnTo>
                <a:lnTo>
                  <a:pt x="7602" y="3322"/>
                </a:lnTo>
                <a:lnTo>
                  <a:pt x="7601" y="3322"/>
                </a:lnTo>
                <a:lnTo>
                  <a:pt x="7600" y="3321"/>
                </a:lnTo>
                <a:lnTo>
                  <a:pt x="7599" y="3321"/>
                </a:lnTo>
                <a:lnTo>
                  <a:pt x="7598" y="3321"/>
                </a:lnTo>
                <a:lnTo>
                  <a:pt x="7598" y="3320"/>
                </a:lnTo>
                <a:lnTo>
                  <a:pt x="7597" y="3320"/>
                </a:lnTo>
                <a:lnTo>
                  <a:pt x="7596" y="3320"/>
                </a:lnTo>
                <a:lnTo>
                  <a:pt x="7596" y="3319"/>
                </a:lnTo>
                <a:lnTo>
                  <a:pt x="7595" y="3319"/>
                </a:lnTo>
                <a:lnTo>
                  <a:pt x="7594" y="3319"/>
                </a:lnTo>
                <a:lnTo>
                  <a:pt x="7593" y="3318"/>
                </a:lnTo>
                <a:lnTo>
                  <a:pt x="7592" y="3318"/>
                </a:lnTo>
                <a:lnTo>
                  <a:pt x="7592" y="3317"/>
                </a:lnTo>
                <a:lnTo>
                  <a:pt x="7591" y="3317"/>
                </a:lnTo>
                <a:lnTo>
                  <a:pt x="7590" y="3316"/>
                </a:lnTo>
                <a:lnTo>
                  <a:pt x="7589" y="3316"/>
                </a:lnTo>
                <a:lnTo>
                  <a:pt x="7588" y="3316"/>
                </a:lnTo>
                <a:lnTo>
                  <a:pt x="7588" y="3315"/>
                </a:lnTo>
                <a:lnTo>
                  <a:pt x="7587" y="3315"/>
                </a:lnTo>
                <a:lnTo>
                  <a:pt x="7586" y="3315"/>
                </a:lnTo>
                <a:lnTo>
                  <a:pt x="7586" y="3314"/>
                </a:lnTo>
                <a:lnTo>
                  <a:pt x="7585" y="3314"/>
                </a:lnTo>
                <a:lnTo>
                  <a:pt x="7584" y="3314"/>
                </a:lnTo>
                <a:lnTo>
                  <a:pt x="7583" y="3313"/>
                </a:lnTo>
                <a:lnTo>
                  <a:pt x="7582" y="3313"/>
                </a:lnTo>
                <a:lnTo>
                  <a:pt x="7582" y="3312"/>
                </a:lnTo>
                <a:lnTo>
                  <a:pt x="7581" y="3312"/>
                </a:lnTo>
                <a:lnTo>
                  <a:pt x="7580" y="3311"/>
                </a:lnTo>
                <a:lnTo>
                  <a:pt x="7579" y="3311"/>
                </a:lnTo>
                <a:lnTo>
                  <a:pt x="7578" y="3311"/>
                </a:lnTo>
                <a:lnTo>
                  <a:pt x="7578" y="3310"/>
                </a:lnTo>
                <a:lnTo>
                  <a:pt x="7577" y="3310"/>
                </a:lnTo>
                <a:lnTo>
                  <a:pt x="7576" y="3310"/>
                </a:lnTo>
                <a:lnTo>
                  <a:pt x="7576" y="3309"/>
                </a:lnTo>
                <a:lnTo>
                  <a:pt x="7575" y="3309"/>
                </a:lnTo>
                <a:lnTo>
                  <a:pt x="7574" y="3309"/>
                </a:lnTo>
                <a:lnTo>
                  <a:pt x="7573" y="3308"/>
                </a:lnTo>
                <a:lnTo>
                  <a:pt x="7572" y="3308"/>
                </a:lnTo>
                <a:lnTo>
                  <a:pt x="7572" y="3307"/>
                </a:lnTo>
                <a:lnTo>
                  <a:pt x="7571" y="3307"/>
                </a:lnTo>
                <a:lnTo>
                  <a:pt x="7570" y="3306"/>
                </a:lnTo>
                <a:lnTo>
                  <a:pt x="7569" y="3306"/>
                </a:lnTo>
                <a:lnTo>
                  <a:pt x="7568" y="3306"/>
                </a:lnTo>
                <a:lnTo>
                  <a:pt x="7568" y="3305"/>
                </a:lnTo>
                <a:lnTo>
                  <a:pt x="7567" y="3305"/>
                </a:lnTo>
                <a:lnTo>
                  <a:pt x="7566" y="3305"/>
                </a:lnTo>
                <a:lnTo>
                  <a:pt x="7566" y="3304"/>
                </a:lnTo>
                <a:lnTo>
                  <a:pt x="7565" y="3304"/>
                </a:lnTo>
                <a:lnTo>
                  <a:pt x="7564" y="3304"/>
                </a:lnTo>
                <a:lnTo>
                  <a:pt x="7564" y="3303"/>
                </a:lnTo>
                <a:lnTo>
                  <a:pt x="7563" y="3303"/>
                </a:lnTo>
                <a:lnTo>
                  <a:pt x="7562" y="3303"/>
                </a:lnTo>
                <a:lnTo>
                  <a:pt x="7562" y="3302"/>
                </a:lnTo>
                <a:lnTo>
                  <a:pt x="7561" y="3302"/>
                </a:lnTo>
                <a:lnTo>
                  <a:pt x="7560" y="3301"/>
                </a:lnTo>
                <a:lnTo>
                  <a:pt x="7559" y="3301"/>
                </a:lnTo>
                <a:lnTo>
                  <a:pt x="7558" y="3301"/>
                </a:lnTo>
                <a:lnTo>
                  <a:pt x="7558" y="3300"/>
                </a:lnTo>
                <a:lnTo>
                  <a:pt x="7557" y="3300"/>
                </a:lnTo>
                <a:lnTo>
                  <a:pt x="7556" y="3300"/>
                </a:lnTo>
                <a:lnTo>
                  <a:pt x="7556" y="3299"/>
                </a:lnTo>
                <a:lnTo>
                  <a:pt x="7555" y="3299"/>
                </a:lnTo>
                <a:lnTo>
                  <a:pt x="7554" y="3299"/>
                </a:lnTo>
                <a:lnTo>
                  <a:pt x="7554" y="3298"/>
                </a:lnTo>
                <a:lnTo>
                  <a:pt x="7553" y="3298"/>
                </a:lnTo>
                <a:lnTo>
                  <a:pt x="7552" y="3298"/>
                </a:lnTo>
                <a:lnTo>
                  <a:pt x="7552" y="3297"/>
                </a:lnTo>
                <a:lnTo>
                  <a:pt x="7551" y="3297"/>
                </a:lnTo>
                <a:lnTo>
                  <a:pt x="7550" y="3296"/>
                </a:lnTo>
                <a:lnTo>
                  <a:pt x="7549" y="3296"/>
                </a:lnTo>
                <a:lnTo>
                  <a:pt x="7548" y="3296"/>
                </a:lnTo>
                <a:lnTo>
                  <a:pt x="7548" y="3295"/>
                </a:lnTo>
                <a:lnTo>
                  <a:pt x="7547" y="3295"/>
                </a:lnTo>
                <a:lnTo>
                  <a:pt x="7546" y="3295"/>
                </a:lnTo>
                <a:lnTo>
                  <a:pt x="7546" y="3294"/>
                </a:lnTo>
                <a:lnTo>
                  <a:pt x="7545" y="3294"/>
                </a:lnTo>
                <a:lnTo>
                  <a:pt x="7544" y="3294"/>
                </a:lnTo>
                <a:lnTo>
                  <a:pt x="7544" y="3293"/>
                </a:lnTo>
                <a:lnTo>
                  <a:pt x="7543" y="3293"/>
                </a:lnTo>
                <a:lnTo>
                  <a:pt x="7542" y="3293"/>
                </a:lnTo>
                <a:lnTo>
                  <a:pt x="7542" y="3292"/>
                </a:lnTo>
                <a:lnTo>
                  <a:pt x="7541" y="3292"/>
                </a:lnTo>
                <a:lnTo>
                  <a:pt x="7540" y="3291"/>
                </a:lnTo>
                <a:lnTo>
                  <a:pt x="7539" y="3291"/>
                </a:lnTo>
                <a:lnTo>
                  <a:pt x="7538" y="3291"/>
                </a:lnTo>
                <a:lnTo>
                  <a:pt x="7538" y="3290"/>
                </a:lnTo>
                <a:lnTo>
                  <a:pt x="7537" y="3290"/>
                </a:lnTo>
                <a:lnTo>
                  <a:pt x="7536" y="3290"/>
                </a:lnTo>
                <a:lnTo>
                  <a:pt x="7536" y="3289"/>
                </a:lnTo>
                <a:lnTo>
                  <a:pt x="7535" y="3289"/>
                </a:lnTo>
                <a:lnTo>
                  <a:pt x="7534" y="3289"/>
                </a:lnTo>
                <a:lnTo>
                  <a:pt x="7534" y="3288"/>
                </a:lnTo>
                <a:lnTo>
                  <a:pt x="7533" y="3288"/>
                </a:lnTo>
                <a:lnTo>
                  <a:pt x="7532" y="3288"/>
                </a:lnTo>
                <a:lnTo>
                  <a:pt x="7532" y="3287"/>
                </a:lnTo>
                <a:lnTo>
                  <a:pt x="7531" y="3287"/>
                </a:lnTo>
                <a:lnTo>
                  <a:pt x="7530" y="3287"/>
                </a:lnTo>
                <a:lnTo>
                  <a:pt x="7529" y="3286"/>
                </a:lnTo>
                <a:lnTo>
                  <a:pt x="7528" y="3286"/>
                </a:lnTo>
                <a:lnTo>
                  <a:pt x="7528" y="3285"/>
                </a:lnTo>
                <a:lnTo>
                  <a:pt x="7527" y="3285"/>
                </a:lnTo>
                <a:lnTo>
                  <a:pt x="7526" y="3285"/>
                </a:lnTo>
                <a:lnTo>
                  <a:pt x="7526" y="3284"/>
                </a:lnTo>
                <a:lnTo>
                  <a:pt x="7525" y="3284"/>
                </a:lnTo>
                <a:lnTo>
                  <a:pt x="7524" y="3284"/>
                </a:lnTo>
                <a:lnTo>
                  <a:pt x="7524" y="3283"/>
                </a:lnTo>
                <a:lnTo>
                  <a:pt x="7523" y="3283"/>
                </a:lnTo>
                <a:lnTo>
                  <a:pt x="7522" y="3283"/>
                </a:lnTo>
                <a:lnTo>
                  <a:pt x="7522" y="3282"/>
                </a:lnTo>
                <a:lnTo>
                  <a:pt x="7521" y="3282"/>
                </a:lnTo>
                <a:lnTo>
                  <a:pt x="7520" y="3282"/>
                </a:lnTo>
                <a:lnTo>
                  <a:pt x="7519" y="3281"/>
                </a:lnTo>
                <a:lnTo>
                  <a:pt x="7518" y="3281"/>
                </a:lnTo>
                <a:lnTo>
                  <a:pt x="7518" y="3280"/>
                </a:lnTo>
                <a:lnTo>
                  <a:pt x="7517" y="3280"/>
                </a:lnTo>
                <a:lnTo>
                  <a:pt x="7516" y="3280"/>
                </a:lnTo>
                <a:lnTo>
                  <a:pt x="7516" y="3279"/>
                </a:lnTo>
                <a:lnTo>
                  <a:pt x="7515" y="3279"/>
                </a:lnTo>
                <a:lnTo>
                  <a:pt x="7514" y="3279"/>
                </a:lnTo>
                <a:lnTo>
                  <a:pt x="7514" y="3278"/>
                </a:lnTo>
                <a:lnTo>
                  <a:pt x="7513" y="3278"/>
                </a:lnTo>
                <a:lnTo>
                  <a:pt x="7512" y="3278"/>
                </a:lnTo>
                <a:lnTo>
                  <a:pt x="7512" y="3277"/>
                </a:lnTo>
                <a:lnTo>
                  <a:pt x="7511" y="3277"/>
                </a:lnTo>
                <a:lnTo>
                  <a:pt x="7510" y="3277"/>
                </a:lnTo>
                <a:lnTo>
                  <a:pt x="7509" y="3276"/>
                </a:lnTo>
                <a:lnTo>
                  <a:pt x="7508" y="3276"/>
                </a:lnTo>
                <a:lnTo>
                  <a:pt x="7508" y="3275"/>
                </a:lnTo>
                <a:lnTo>
                  <a:pt x="7507" y="3275"/>
                </a:lnTo>
                <a:lnTo>
                  <a:pt x="7506" y="3274"/>
                </a:lnTo>
                <a:lnTo>
                  <a:pt x="7505" y="3274"/>
                </a:lnTo>
                <a:lnTo>
                  <a:pt x="7504" y="3274"/>
                </a:lnTo>
                <a:lnTo>
                  <a:pt x="7504" y="3273"/>
                </a:lnTo>
                <a:lnTo>
                  <a:pt x="7503" y="3273"/>
                </a:lnTo>
                <a:lnTo>
                  <a:pt x="7502" y="3273"/>
                </a:lnTo>
                <a:lnTo>
                  <a:pt x="7502" y="3272"/>
                </a:lnTo>
                <a:lnTo>
                  <a:pt x="7501" y="3272"/>
                </a:lnTo>
                <a:lnTo>
                  <a:pt x="7500" y="3272"/>
                </a:lnTo>
                <a:lnTo>
                  <a:pt x="7499" y="3271"/>
                </a:lnTo>
                <a:lnTo>
                  <a:pt x="7498" y="3271"/>
                </a:lnTo>
                <a:lnTo>
                  <a:pt x="7498" y="3270"/>
                </a:lnTo>
                <a:lnTo>
                  <a:pt x="7497" y="3270"/>
                </a:lnTo>
                <a:lnTo>
                  <a:pt x="7496" y="3269"/>
                </a:lnTo>
                <a:lnTo>
                  <a:pt x="7495" y="3269"/>
                </a:lnTo>
                <a:lnTo>
                  <a:pt x="7494" y="3269"/>
                </a:lnTo>
                <a:lnTo>
                  <a:pt x="7494" y="3268"/>
                </a:lnTo>
                <a:lnTo>
                  <a:pt x="7493" y="3268"/>
                </a:lnTo>
                <a:lnTo>
                  <a:pt x="7492" y="3268"/>
                </a:lnTo>
                <a:lnTo>
                  <a:pt x="7492" y="3267"/>
                </a:lnTo>
                <a:lnTo>
                  <a:pt x="7491" y="3267"/>
                </a:lnTo>
                <a:lnTo>
                  <a:pt x="7490" y="3267"/>
                </a:lnTo>
                <a:lnTo>
                  <a:pt x="7489" y="3266"/>
                </a:lnTo>
                <a:lnTo>
                  <a:pt x="7488" y="3266"/>
                </a:lnTo>
                <a:lnTo>
                  <a:pt x="7488" y="3265"/>
                </a:lnTo>
                <a:lnTo>
                  <a:pt x="7487" y="3265"/>
                </a:lnTo>
                <a:lnTo>
                  <a:pt x="7486" y="3264"/>
                </a:lnTo>
                <a:lnTo>
                  <a:pt x="7485" y="3264"/>
                </a:lnTo>
                <a:lnTo>
                  <a:pt x="7484" y="3264"/>
                </a:lnTo>
                <a:lnTo>
                  <a:pt x="7484" y="3263"/>
                </a:lnTo>
                <a:lnTo>
                  <a:pt x="7483" y="3263"/>
                </a:lnTo>
                <a:lnTo>
                  <a:pt x="7482" y="3263"/>
                </a:lnTo>
                <a:lnTo>
                  <a:pt x="7482" y="3262"/>
                </a:lnTo>
                <a:lnTo>
                  <a:pt x="7481" y="3262"/>
                </a:lnTo>
                <a:lnTo>
                  <a:pt x="7480" y="3262"/>
                </a:lnTo>
                <a:lnTo>
                  <a:pt x="7479" y="3261"/>
                </a:lnTo>
                <a:lnTo>
                  <a:pt x="7478" y="3261"/>
                </a:lnTo>
                <a:lnTo>
                  <a:pt x="7478" y="3260"/>
                </a:lnTo>
                <a:lnTo>
                  <a:pt x="7477" y="3260"/>
                </a:lnTo>
                <a:lnTo>
                  <a:pt x="7476" y="3259"/>
                </a:lnTo>
                <a:lnTo>
                  <a:pt x="7475" y="3259"/>
                </a:lnTo>
                <a:lnTo>
                  <a:pt x="7474" y="3259"/>
                </a:lnTo>
                <a:lnTo>
                  <a:pt x="7474" y="3258"/>
                </a:lnTo>
                <a:lnTo>
                  <a:pt x="7473" y="3258"/>
                </a:lnTo>
                <a:lnTo>
                  <a:pt x="7472" y="3258"/>
                </a:lnTo>
                <a:lnTo>
                  <a:pt x="7472" y="3257"/>
                </a:lnTo>
                <a:lnTo>
                  <a:pt x="7471" y="3257"/>
                </a:lnTo>
                <a:lnTo>
                  <a:pt x="7470" y="3257"/>
                </a:lnTo>
                <a:lnTo>
                  <a:pt x="7469" y="3256"/>
                </a:lnTo>
                <a:lnTo>
                  <a:pt x="7468" y="3256"/>
                </a:lnTo>
                <a:lnTo>
                  <a:pt x="7468" y="3255"/>
                </a:lnTo>
                <a:lnTo>
                  <a:pt x="7467" y="3255"/>
                </a:lnTo>
                <a:lnTo>
                  <a:pt x="7466" y="3255"/>
                </a:lnTo>
                <a:lnTo>
                  <a:pt x="7465" y="3254"/>
                </a:lnTo>
                <a:lnTo>
                  <a:pt x="7464" y="3254"/>
                </a:lnTo>
                <a:lnTo>
                  <a:pt x="7464" y="3253"/>
                </a:lnTo>
                <a:lnTo>
                  <a:pt x="7463" y="3253"/>
                </a:lnTo>
                <a:lnTo>
                  <a:pt x="7462" y="3253"/>
                </a:lnTo>
                <a:lnTo>
                  <a:pt x="7462" y="3252"/>
                </a:lnTo>
                <a:lnTo>
                  <a:pt x="7461" y="3252"/>
                </a:lnTo>
                <a:lnTo>
                  <a:pt x="7460" y="3252"/>
                </a:lnTo>
                <a:lnTo>
                  <a:pt x="7459" y="3251"/>
                </a:lnTo>
                <a:lnTo>
                  <a:pt x="7458" y="3251"/>
                </a:lnTo>
                <a:lnTo>
                  <a:pt x="7458" y="3250"/>
                </a:lnTo>
                <a:lnTo>
                  <a:pt x="7457" y="3250"/>
                </a:lnTo>
                <a:lnTo>
                  <a:pt x="7456" y="3250"/>
                </a:lnTo>
                <a:lnTo>
                  <a:pt x="7455" y="3249"/>
                </a:lnTo>
                <a:lnTo>
                  <a:pt x="7454" y="3249"/>
                </a:lnTo>
                <a:lnTo>
                  <a:pt x="7454" y="3248"/>
                </a:lnTo>
                <a:lnTo>
                  <a:pt x="7453" y="3248"/>
                </a:lnTo>
                <a:lnTo>
                  <a:pt x="7452" y="3248"/>
                </a:lnTo>
                <a:lnTo>
                  <a:pt x="7452" y="3247"/>
                </a:lnTo>
                <a:lnTo>
                  <a:pt x="7451" y="3247"/>
                </a:lnTo>
                <a:lnTo>
                  <a:pt x="7450" y="3247"/>
                </a:lnTo>
                <a:lnTo>
                  <a:pt x="7449" y="3246"/>
                </a:lnTo>
                <a:lnTo>
                  <a:pt x="7448" y="3246"/>
                </a:lnTo>
                <a:lnTo>
                  <a:pt x="7448" y="3245"/>
                </a:lnTo>
                <a:lnTo>
                  <a:pt x="7447" y="3245"/>
                </a:lnTo>
                <a:lnTo>
                  <a:pt x="7446" y="3245"/>
                </a:lnTo>
                <a:lnTo>
                  <a:pt x="7445" y="3244"/>
                </a:lnTo>
                <a:lnTo>
                  <a:pt x="7444" y="3244"/>
                </a:lnTo>
                <a:lnTo>
                  <a:pt x="7444" y="3243"/>
                </a:lnTo>
                <a:lnTo>
                  <a:pt x="7443" y="3243"/>
                </a:lnTo>
                <a:lnTo>
                  <a:pt x="7442" y="3243"/>
                </a:lnTo>
                <a:lnTo>
                  <a:pt x="7442" y="3242"/>
                </a:lnTo>
                <a:lnTo>
                  <a:pt x="7441" y="3242"/>
                </a:lnTo>
                <a:lnTo>
                  <a:pt x="7440" y="3242"/>
                </a:lnTo>
                <a:lnTo>
                  <a:pt x="7440" y="3241"/>
                </a:lnTo>
                <a:lnTo>
                  <a:pt x="7439" y="3241"/>
                </a:lnTo>
                <a:lnTo>
                  <a:pt x="7438" y="3241"/>
                </a:lnTo>
                <a:lnTo>
                  <a:pt x="7438" y="3240"/>
                </a:lnTo>
                <a:lnTo>
                  <a:pt x="7437" y="3240"/>
                </a:lnTo>
                <a:lnTo>
                  <a:pt x="7436" y="3240"/>
                </a:lnTo>
                <a:lnTo>
                  <a:pt x="7435" y="3239"/>
                </a:lnTo>
                <a:lnTo>
                  <a:pt x="7434" y="3239"/>
                </a:lnTo>
                <a:lnTo>
                  <a:pt x="7434" y="3238"/>
                </a:lnTo>
                <a:lnTo>
                  <a:pt x="7433" y="3238"/>
                </a:lnTo>
                <a:lnTo>
                  <a:pt x="7432" y="3238"/>
                </a:lnTo>
                <a:lnTo>
                  <a:pt x="7432" y="3237"/>
                </a:lnTo>
                <a:lnTo>
                  <a:pt x="7431" y="3237"/>
                </a:lnTo>
                <a:lnTo>
                  <a:pt x="7430" y="3237"/>
                </a:lnTo>
                <a:lnTo>
                  <a:pt x="7430" y="3236"/>
                </a:lnTo>
                <a:lnTo>
                  <a:pt x="7429" y="3236"/>
                </a:lnTo>
                <a:lnTo>
                  <a:pt x="7428" y="3236"/>
                </a:lnTo>
                <a:lnTo>
                  <a:pt x="7428" y="3235"/>
                </a:lnTo>
                <a:lnTo>
                  <a:pt x="7427" y="3235"/>
                </a:lnTo>
                <a:lnTo>
                  <a:pt x="7426" y="3235"/>
                </a:lnTo>
                <a:lnTo>
                  <a:pt x="7425" y="3234"/>
                </a:lnTo>
                <a:lnTo>
                  <a:pt x="7424" y="3234"/>
                </a:lnTo>
                <a:lnTo>
                  <a:pt x="7424" y="3233"/>
                </a:lnTo>
                <a:lnTo>
                  <a:pt x="7423" y="3233"/>
                </a:lnTo>
                <a:lnTo>
                  <a:pt x="7422" y="3233"/>
                </a:lnTo>
                <a:lnTo>
                  <a:pt x="7422" y="3232"/>
                </a:lnTo>
                <a:lnTo>
                  <a:pt x="7421" y="3232"/>
                </a:lnTo>
                <a:lnTo>
                  <a:pt x="7420" y="3235"/>
                </a:lnTo>
                <a:lnTo>
                  <a:pt x="7419" y="3235"/>
                </a:lnTo>
                <a:lnTo>
                  <a:pt x="7418" y="3234"/>
                </a:lnTo>
                <a:lnTo>
                  <a:pt x="7417" y="3234"/>
                </a:lnTo>
                <a:lnTo>
                  <a:pt x="7416" y="3233"/>
                </a:lnTo>
                <a:lnTo>
                  <a:pt x="7415" y="3233"/>
                </a:lnTo>
                <a:lnTo>
                  <a:pt x="7414" y="3232"/>
                </a:lnTo>
                <a:lnTo>
                  <a:pt x="7413" y="3232"/>
                </a:lnTo>
                <a:lnTo>
                  <a:pt x="7412" y="3232"/>
                </a:lnTo>
                <a:lnTo>
                  <a:pt x="7412" y="3231"/>
                </a:lnTo>
                <a:lnTo>
                  <a:pt x="7411" y="3231"/>
                </a:lnTo>
                <a:lnTo>
                  <a:pt x="7410" y="3230"/>
                </a:lnTo>
                <a:lnTo>
                  <a:pt x="7409" y="3230"/>
                </a:lnTo>
                <a:lnTo>
                  <a:pt x="7408" y="3229"/>
                </a:lnTo>
                <a:lnTo>
                  <a:pt x="7407" y="3229"/>
                </a:lnTo>
                <a:lnTo>
                  <a:pt x="7406" y="3228"/>
                </a:lnTo>
                <a:lnTo>
                  <a:pt x="7405" y="3228"/>
                </a:lnTo>
                <a:lnTo>
                  <a:pt x="7404" y="3227"/>
                </a:lnTo>
                <a:lnTo>
                  <a:pt x="7403" y="3227"/>
                </a:lnTo>
                <a:lnTo>
                  <a:pt x="7402" y="3227"/>
                </a:lnTo>
                <a:lnTo>
                  <a:pt x="7402" y="3226"/>
                </a:lnTo>
                <a:lnTo>
                  <a:pt x="7401" y="3226"/>
                </a:lnTo>
                <a:lnTo>
                  <a:pt x="7400" y="3225"/>
                </a:lnTo>
                <a:lnTo>
                  <a:pt x="7399" y="3225"/>
                </a:lnTo>
                <a:lnTo>
                  <a:pt x="7398" y="3224"/>
                </a:lnTo>
                <a:lnTo>
                  <a:pt x="7397" y="3224"/>
                </a:lnTo>
                <a:lnTo>
                  <a:pt x="7396" y="3223"/>
                </a:lnTo>
                <a:lnTo>
                  <a:pt x="7395" y="3223"/>
                </a:lnTo>
                <a:lnTo>
                  <a:pt x="7394" y="3222"/>
                </a:lnTo>
                <a:lnTo>
                  <a:pt x="7393" y="3222"/>
                </a:lnTo>
                <a:lnTo>
                  <a:pt x="7392" y="3222"/>
                </a:lnTo>
                <a:lnTo>
                  <a:pt x="7392" y="3221"/>
                </a:lnTo>
                <a:lnTo>
                  <a:pt x="7391" y="3221"/>
                </a:lnTo>
                <a:lnTo>
                  <a:pt x="7390" y="3220"/>
                </a:lnTo>
                <a:lnTo>
                  <a:pt x="7389" y="3220"/>
                </a:lnTo>
                <a:lnTo>
                  <a:pt x="7388" y="3219"/>
                </a:lnTo>
                <a:lnTo>
                  <a:pt x="7387" y="3219"/>
                </a:lnTo>
                <a:lnTo>
                  <a:pt x="7386" y="3218"/>
                </a:lnTo>
                <a:lnTo>
                  <a:pt x="7385" y="3218"/>
                </a:lnTo>
                <a:lnTo>
                  <a:pt x="7384" y="3217"/>
                </a:lnTo>
                <a:lnTo>
                  <a:pt x="7383" y="3217"/>
                </a:lnTo>
                <a:lnTo>
                  <a:pt x="7382" y="3217"/>
                </a:lnTo>
                <a:lnTo>
                  <a:pt x="7382" y="3216"/>
                </a:lnTo>
                <a:lnTo>
                  <a:pt x="7381" y="3216"/>
                </a:lnTo>
                <a:lnTo>
                  <a:pt x="7380" y="3215"/>
                </a:lnTo>
                <a:lnTo>
                  <a:pt x="7379" y="3215"/>
                </a:lnTo>
                <a:lnTo>
                  <a:pt x="7378" y="3214"/>
                </a:lnTo>
                <a:lnTo>
                  <a:pt x="7377" y="3214"/>
                </a:lnTo>
                <a:lnTo>
                  <a:pt x="7376" y="3213"/>
                </a:lnTo>
                <a:lnTo>
                  <a:pt x="7375" y="3213"/>
                </a:lnTo>
                <a:lnTo>
                  <a:pt x="7374" y="3212"/>
                </a:lnTo>
                <a:lnTo>
                  <a:pt x="7373" y="3212"/>
                </a:lnTo>
                <a:lnTo>
                  <a:pt x="7372" y="3211"/>
                </a:lnTo>
                <a:lnTo>
                  <a:pt x="7371" y="3211"/>
                </a:lnTo>
                <a:lnTo>
                  <a:pt x="7370" y="3210"/>
                </a:lnTo>
                <a:lnTo>
                  <a:pt x="7369" y="3210"/>
                </a:lnTo>
                <a:lnTo>
                  <a:pt x="7368" y="3210"/>
                </a:lnTo>
                <a:lnTo>
                  <a:pt x="7368" y="3209"/>
                </a:lnTo>
                <a:lnTo>
                  <a:pt x="7367" y="3209"/>
                </a:lnTo>
                <a:lnTo>
                  <a:pt x="7366" y="3208"/>
                </a:lnTo>
                <a:lnTo>
                  <a:pt x="7365" y="3208"/>
                </a:lnTo>
                <a:lnTo>
                  <a:pt x="7364" y="3207"/>
                </a:lnTo>
                <a:lnTo>
                  <a:pt x="7363" y="3207"/>
                </a:lnTo>
                <a:lnTo>
                  <a:pt x="7362" y="3206"/>
                </a:lnTo>
                <a:lnTo>
                  <a:pt x="7361" y="3206"/>
                </a:lnTo>
                <a:lnTo>
                  <a:pt x="7360" y="3205"/>
                </a:lnTo>
                <a:lnTo>
                  <a:pt x="7359" y="3205"/>
                </a:lnTo>
                <a:lnTo>
                  <a:pt x="7358" y="3205"/>
                </a:lnTo>
                <a:lnTo>
                  <a:pt x="7358" y="3204"/>
                </a:lnTo>
                <a:lnTo>
                  <a:pt x="7357" y="3204"/>
                </a:lnTo>
                <a:lnTo>
                  <a:pt x="7356" y="3203"/>
                </a:lnTo>
                <a:lnTo>
                  <a:pt x="7355" y="3203"/>
                </a:lnTo>
                <a:lnTo>
                  <a:pt x="7354" y="3202"/>
                </a:lnTo>
                <a:lnTo>
                  <a:pt x="7353" y="3202"/>
                </a:lnTo>
                <a:lnTo>
                  <a:pt x="7352" y="3201"/>
                </a:lnTo>
                <a:lnTo>
                  <a:pt x="7351" y="3201"/>
                </a:lnTo>
                <a:lnTo>
                  <a:pt x="7350" y="3200"/>
                </a:lnTo>
                <a:lnTo>
                  <a:pt x="7349" y="3200"/>
                </a:lnTo>
                <a:lnTo>
                  <a:pt x="7348" y="3200"/>
                </a:lnTo>
                <a:lnTo>
                  <a:pt x="7348" y="3199"/>
                </a:lnTo>
                <a:lnTo>
                  <a:pt x="7347" y="3199"/>
                </a:lnTo>
                <a:lnTo>
                  <a:pt x="7346" y="3198"/>
                </a:lnTo>
                <a:lnTo>
                  <a:pt x="7345" y="3198"/>
                </a:lnTo>
                <a:lnTo>
                  <a:pt x="7344" y="3197"/>
                </a:lnTo>
                <a:lnTo>
                  <a:pt x="7343" y="3197"/>
                </a:lnTo>
                <a:lnTo>
                  <a:pt x="7342" y="3196"/>
                </a:lnTo>
                <a:lnTo>
                  <a:pt x="7341" y="3196"/>
                </a:lnTo>
                <a:lnTo>
                  <a:pt x="7340" y="3195"/>
                </a:lnTo>
                <a:lnTo>
                  <a:pt x="7339" y="3195"/>
                </a:lnTo>
                <a:lnTo>
                  <a:pt x="7338" y="3195"/>
                </a:lnTo>
                <a:lnTo>
                  <a:pt x="7338" y="3194"/>
                </a:lnTo>
                <a:lnTo>
                  <a:pt x="7337" y="3194"/>
                </a:lnTo>
                <a:lnTo>
                  <a:pt x="7336" y="3193"/>
                </a:lnTo>
                <a:lnTo>
                  <a:pt x="7335" y="3193"/>
                </a:lnTo>
                <a:lnTo>
                  <a:pt x="7334" y="3192"/>
                </a:lnTo>
                <a:lnTo>
                  <a:pt x="7333" y="3192"/>
                </a:lnTo>
                <a:lnTo>
                  <a:pt x="7332" y="3191"/>
                </a:lnTo>
                <a:lnTo>
                  <a:pt x="7331" y="3191"/>
                </a:lnTo>
                <a:lnTo>
                  <a:pt x="7330" y="3190"/>
                </a:lnTo>
                <a:lnTo>
                  <a:pt x="7329" y="3190"/>
                </a:lnTo>
                <a:lnTo>
                  <a:pt x="7328" y="3190"/>
                </a:lnTo>
                <a:lnTo>
                  <a:pt x="7328" y="3189"/>
                </a:lnTo>
                <a:lnTo>
                  <a:pt x="7327" y="3189"/>
                </a:lnTo>
                <a:lnTo>
                  <a:pt x="7326" y="3188"/>
                </a:lnTo>
                <a:lnTo>
                  <a:pt x="7325" y="3188"/>
                </a:lnTo>
                <a:lnTo>
                  <a:pt x="7324" y="3187"/>
                </a:lnTo>
                <a:lnTo>
                  <a:pt x="7323" y="3187"/>
                </a:lnTo>
                <a:lnTo>
                  <a:pt x="7322" y="3186"/>
                </a:lnTo>
                <a:lnTo>
                  <a:pt x="7321" y="3186"/>
                </a:lnTo>
                <a:lnTo>
                  <a:pt x="7320" y="3185"/>
                </a:lnTo>
                <a:lnTo>
                  <a:pt x="7319" y="3185"/>
                </a:lnTo>
                <a:lnTo>
                  <a:pt x="7318" y="3185"/>
                </a:lnTo>
                <a:lnTo>
                  <a:pt x="7318" y="3184"/>
                </a:lnTo>
                <a:lnTo>
                  <a:pt x="7317" y="3184"/>
                </a:lnTo>
                <a:lnTo>
                  <a:pt x="7316" y="3183"/>
                </a:lnTo>
                <a:lnTo>
                  <a:pt x="7315" y="3183"/>
                </a:lnTo>
                <a:lnTo>
                  <a:pt x="7314" y="3182"/>
                </a:lnTo>
                <a:lnTo>
                  <a:pt x="7313" y="3182"/>
                </a:lnTo>
                <a:lnTo>
                  <a:pt x="7312" y="3181"/>
                </a:lnTo>
                <a:lnTo>
                  <a:pt x="7311" y="3181"/>
                </a:lnTo>
                <a:lnTo>
                  <a:pt x="7310" y="3180"/>
                </a:lnTo>
                <a:lnTo>
                  <a:pt x="7309" y="3180"/>
                </a:lnTo>
                <a:lnTo>
                  <a:pt x="7308" y="3180"/>
                </a:lnTo>
                <a:lnTo>
                  <a:pt x="7308" y="3179"/>
                </a:lnTo>
                <a:lnTo>
                  <a:pt x="7307" y="3179"/>
                </a:lnTo>
                <a:lnTo>
                  <a:pt x="7306" y="3178"/>
                </a:lnTo>
                <a:lnTo>
                  <a:pt x="7305" y="3178"/>
                </a:lnTo>
                <a:lnTo>
                  <a:pt x="7304" y="3178"/>
                </a:lnTo>
                <a:lnTo>
                  <a:pt x="7304" y="3177"/>
                </a:lnTo>
                <a:lnTo>
                  <a:pt x="7303" y="3177"/>
                </a:lnTo>
                <a:lnTo>
                  <a:pt x="7303" y="3180"/>
                </a:lnTo>
                <a:lnTo>
                  <a:pt x="7302" y="3180"/>
                </a:lnTo>
                <a:lnTo>
                  <a:pt x="7301" y="3179"/>
                </a:lnTo>
                <a:lnTo>
                  <a:pt x="7300" y="3179"/>
                </a:lnTo>
                <a:lnTo>
                  <a:pt x="7299" y="3178"/>
                </a:lnTo>
                <a:lnTo>
                  <a:pt x="7298" y="3178"/>
                </a:lnTo>
                <a:lnTo>
                  <a:pt x="7297" y="3177"/>
                </a:lnTo>
                <a:lnTo>
                  <a:pt x="7296" y="3177"/>
                </a:lnTo>
                <a:lnTo>
                  <a:pt x="7296" y="3176"/>
                </a:lnTo>
                <a:lnTo>
                  <a:pt x="7295" y="3176"/>
                </a:lnTo>
                <a:lnTo>
                  <a:pt x="7294" y="3176"/>
                </a:lnTo>
                <a:lnTo>
                  <a:pt x="7293" y="3175"/>
                </a:lnTo>
                <a:lnTo>
                  <a:pt x="7292" y="3175"/>
                </a:lnTo>
                <a:lnTo>
                  <a:pt x="7291" y="3174"/>
                </a:lnTo>
                <a:lnTo>
                  <a:pt x="7290" y="3174"/>
                </a:lnTo>
                <a:lnTo>
                  <a:pt x="7289" y="3173"/>
                </a:lnTo>
                <a:lnTo>
                  <a:pt x="7288" y="3173"/>
                </a:lnTo>
                <a:lnTo>
                  <a:pt x="7287" y="3172"/>
                </a:lnTo>
                <a:lnTo>
                  <a:pt x="7286" y="3172"/>
                </a:lnTo>
                <a:lnTo>
                  <a:pt x="7286" y="3171"/>
                </a:lnTo>
                <a:lnTo>
                  <a:pt x="7285" y="3171"/>
                </a:lnTo>
                <a:lnTo>
                  <a:pt x="7284" y="3171"/>
                </a:lnTo>
                <a:lnTo>
                  <a:pt x="7283" y="3170"/>
                </a:lnTo>
                <a:lnTo>
                  <a:pt x="7282" y="3170"/>
                </a:lnTo>
                <a:lnTo>
                  <a:pt x="7281" y="3169"/>
                </a:lnTo>
                <a:lnTo>
                  <a:pt x="7280" y="3169"/>
                </a:lnTo>
                <a:lnTo>
                  <a:pt x="7279" y="3168"/>
                </a:lnTo>
                <a:lnTo>
                  <a:pt x="7278" y="3168"/>
                </a:lnTo>
                <a:lnTo>
                  <a:pt x="7277" y="3167"/>
                </a:lnTo>
                <a:lnTo>
                  <a:pt x="7276" y="3167"/>
                </a:lnTo>
                <a:lnTo>
                  <a:pt x="7276" y="3166"/>
                </a:lnTo>
                <a:lnTo>
                  <a:pt x="7275" y="3166"/>
                </a:lnTo>
                <a:lnTo>
                  <a:pt x="7274" y="3166"/>
                </a:lnTo>
                <a:lnTo>
                  <a:pt x="7273" y="3165"/>
                </a:lnTo>
                <a:lnTo>
                  <a:pt x="7272" y="3165"/>
                </a:lnTo>
                <a:lnTo>
                  <a:pt x="7271" y="3164"/>
                </a:lnTo>
                <a:lnTo>
                  <a:pt x="7270" y="3164"/>
                </a:lnTo>
                <a:lnTo>
                  <a:pt x="7269" y="3163"/>
                </a:lnTo>
                <a:lnTo>
                  <a:pt x="7268" y="3163"/>
                </a:lnTo>
                <a:lnTo>
                  <a:pt x="7267" y="3162"/>
                </a:lnTo>
                <a:lnTo>
                  <a:pt x="7266" y="3162"/>
                </a:lnTo>
                <a:lnTo>
                  <a:pt x="7266" y="3161"/>
                </a:lnTo>
                <a:lnTo>
                  <a:pt x="7265" y="3161"/>
                </a:lnTo>
                <a:lnTo>
                  <a:pt x="7264" y="3161"/>
                </a:lnTo>
                <a:lnTo>
                  <a:pt x="7263" y="3160"/>
                </a:lnTo>
                <a:lnTo>
                  <a:pt x="7262" y="3160"/>
                </a:lnTo>
                <a:lnTo>
                  <a:pt x="7261" y="3159"/>
                </a:lnTo>
                <a:lnTo>
                  <a:pt x="7260" y="3159"/>
                </a:lnTo>
                <a:lnTo>
                  <a:pt x="7259" y="3158"/>
                </a:lnTo>
                <a:lnTo>
                  <a:pt x="7258" y="3158"/>
                </a:lnTo>
                <a:lnTo>
                  <a:pt x="7257" y="3157"/>
                </a:lnTo>
                <a:lnTo>
                  <a:pt x="7256" y="3157"/>
                </a:lnTo>
                <a:lnTo>
                  <a:pt x="7256" y="3156"/>
                </a:lnTo>
                <a:lnTo>
                  <a:pt x="7255" y="3156"/>
                </a:lnTo>
                <a:lnTo>
                  <a:pt x="7254" y="3156"/>
                </a:lnTo>
                <a:lnTo>
                  <a:pt x="7253" y="3155"/>
                </a:lnTo>
                <a:lnTo>
                  <a:pt x="7252" y="3155"/>
                </a:lnTo>
                <a:lnTo>
                  <a:pt x="7251" y="3154"/>
                </a:lnTo>
                <a:lnTo>
                  <a:pt x="7250" y="3154"/>
                </a:lnTo>
                <a:lnTo>
                  <a:pt x="7249" y="3153"/>
                </a:lnTo>
                <a:lnTo>
                  <a:pt x="7248" y="3153"/>
                </a:lnTo>
                <a:lnTo>
                  <a:pt x="7247" y="3152"/>
                </a:lnTo>
                <a:lnTo>
                  <a:pt x="7246" y="3152"/>
                </a:lnTo>
                <a:lnTo>
                  <a:pt x="7245" y="3151"/>
                </a:lnTo>
                <a:lnTo>
                  <a:pt x="7244" y="3151"/>
                </a:lnTo>
                <a:lnTo>
                  <a:pt x="7243" y="3150"/>
                </a:lnTo>
                <a:lnTo>
                  <a:pt x="7242" y="3150"/>
                </a:lnTo>
                <a:lnTo>
                  <a:pt x="7241" y="3149"/>
                </a:lnTo>
                <a:lnTo>
                  <a:pt x="7240" y="3149"/>
                </a:lnTo>
                <a:lnTo>
                  <a:pt x="7239" y="3148"/>
                </a:lnTo>
                <a:lnTo>
                  <a:pt x="7238" y="3148"/>
                </a:lnTo>
                <a:lnTo>
                  <a:pt x="7237" y="3147"/>
                </a:lnTo>
                <a:lnTo>
                  <a:pt x="7236" y="3147"/>
                </a:lnTo>
                <a:lnTo>
                  <a:pt x="7235" y="3146"/>
                </a:lnTo>
                <a:lnTo>
                  <a:pt x="7234" y="3146"/>
                </a:lnTo>
                <a:lnTo>
                  <a:pt x="7233" y="3145"/>
                </a:lnTo>
                <a:lnTo>
                  <a:pt x="7232" y="3145"/>
                </a:lnTo>
                <a:lnTo>
                  <a:pt x="7231" y="3144"/>
                </a:lnTo>
                <a:lnTo>
                  <a:pt x="7230" y="3144"/>
                </a:lnTo>
                <a:lnTo>
                  <a:pt x="7229" y="3143"/>
                </a:lnTo>
                <a:lnTo>
                  <a:pt x="7228" y="3143"/>
                </a:lnTo>
                <a:lnTo>
                  <a:pt x="7227" y="3142"/>
                </a:lnTo>
                <a:lnTo>
                  <a:pt x="7226" y="3142"/>
                </a:lnTo>
                <a:lnTo>
                  <a:pt x="7225" y="3141"/>
                </a:lnTo>
                <a:lnTo>
                  <a:pt x="7224" y="3141"/>
                </a:lnTo>
                <a:lnTo>
                  <a:pt x="7223" y="3140"/>
                </a:lnTo>
                <a:lnTo>
                  <a:pt x="7222" y="3140"/>
                </a:lnTo>
                <a:lnTo>
                  <a:pt x="7221" y="3139"/>
                </a:lnTo>
                <a:lnTo>
                  <a:pt x="7220" y="3139"/>
                </a:lnTo>
                <a:lnTo>
                  <a:pt x="7219" y="3138"/>
                </a:lnTo>
                <a:lnTo>
                  <a:pt x="7218" y="3138"/>
                </a:lnTo>
                <a:lnTo>
                  <a:pt x="7217" y="3137"/>
                </a:lnTo>
                <a:lnTo>
                  <a:pt x="7216" y="3137"/>
                </a:lnTo>
                <a:lnTo>
                  <a:pt x="7215" y="3136"/>
                </a:lnTo>
                <a:lnTo>
                  <a:pt x="7214" y="3136"/>
                </a:lnTo>
                <a:lnTo>
                  <a:pt x="7213" y="3135"/>
                </a:lnTo>
                <a:lnTo>
                  <a:pt x="7212" y="3135"/>
                </a:lnTo>
                <a:lnTo>
                  <a:pt x="7211" y="3134"/>
                </a:lnTo>
                <a:lnTo>
                  <a:pt x="7210" y="3134"/>
                </a:lnTo>
                <a:lnTo>
                  <a:pt x="7209" y="3133"/>
                </a:lnTo>
                <a:lnTo>
                  <a:pt x="7208" y="3133"/>
                </a:lnTo>
                <a:lnTo>
                  <a:pt x="7207" y="3132"/>
                </a:lnTo>
                <a:lnTo>
                  <a:pt x="7206" y="3132"/>
                </a:lnTo>
                <a:lnTo>
                  <a:pt x="7205" y="3131"/>
                </a:lnTo>
                <a:lnTo>
                  <a:pt x="7204" y="3131"/>
                </a:lnTo>
                <a:lnTo>
                  <a:pt x="7203" y="3130"/>
                </a:lnTo>
                <a:lnTo>
                  <a:pt x="7202" y="3130"/>
                </a:lnTo>
                <a:lnTo>
                  <a:pt x="7201" y="3129"/>
                </a:lnTo>
                <a:lnTo>
                  <a:pt x="7200" y="3129"/>
                </a:lnTo>
                <a:lnTo>
                  <a:pt x="7199" y="3128"/>
                </a:lnTo>
                <a:lnTo>
                  <a:pt x="7198" y="3128"/>
                </a:lnTo>
                <a:lnTo>
                  <a:pt x="7197" y="3127"/>
                </a:lnTo>
                <a:lnTo>
                  <a:pt x="7196" y="3127"/>
                </a:lnTo>
                <a:lnTo>
                  <a:pt x="7195" y="3126"/>
                </a:lnTo>
                <a:lnTo>
                  <a:pt x="7194" y="3126"/>
                </a:lnTo>
                <a:lnTo>
                  <a:pt x="7193" y="3125"/>
                </a:lnTo>
                <a:lnTo>
                  <a:pt x="7192" y="3125"/>
                </a:lnTo>
                <a:lnTo>
                  <a:pt x="7191" y="3124"/>
                </a:lnTo>
                <a:lnTo>
                  <a:pt x="7190" y="3124"/>
                </a:lnTo>
                <a:lnTo>
                  <a:pt x="7189" y="3123"/>
                </a:lnTo>
                <a:lnTo>
                  <a:pt x="7188" y="3123"/>
                </a:lnTo>
                <a:lnTo>
                  <a:pt x="7187" y="3122"/>
                </a:lnTo>
                <a:lnTo>
                  <a:pt x="7186" y="3122"/>
                </a:lnTo>
                <a:lnTo>
                  <a:pt x="7185" y="3121"/>
                </a:lnTo>
                <a:lnTo>
                  <a:pt x="7184" y="3121"/>
                </a:lnTo>
                <a:lnTo>
                  <a:pt x="7183" y="3120"/>
                </a:lnTo>
                <a:lnTo>
                  <a:pt x="7182" y="3120"/>
                </a:lnTo>
                <a:lnTo>
                  <a:pt x="7181" y="3119"/>
                </a:lnTo>
                <a:lnTo>
                  <a:pt x="7180" y="3119"/>
                </a:lnTo>
                <a:lnTo>
                  <a:pt x="7179" y="3118"/>
                </a:lnTo>
                <a:lnTo>
                  <a:pt x="7178" y="3118"/>
                </a:lnTo>
                <a:lnTo>
                  <a:pt x="7177" y="3117"/>
                </a:lnTo>
                <a:lnTo>
                  <a:pt x="7176" y="3117"/>
                </a:lnTo>
                <a:lnTo>
                  <a:pt x="7175" y="3116"/>
                </a:lnTo>
                <a:lnTo>
                  <a:pt x="7174" y="3116"/>
                </a:lnTo>
                <a:lnTo>
                  <a:pt x="7173" y="3115"/>
                </a:lnTo>
                <a:lnTo>
                  <a:pt x="7172" y="3115"/>
                </a:lnTo>
                <a:lnTo>
                  <a:pt x="7171" y="3114"/>
                </a:lnTo>
                <a:lnTo>
                  <a:pt x="7170" y="3114"/>
                </a:lnTo>
                <a:lnTo>
                  <a:pt x="7169" y="3113"/>
                </a:lnTo>
                <a:lnTo>
                  <a:pt x="7168" y="3113"/>
                </a:lnTo>
                <a:lnTo>
                  <a:pt x="7167" y="3112"/>
                </a:lnTo>
                <a:lnTo>
                  <a:pt x="7166" y="3112"/>
                </a:lnTo>
                <a:lnTo>
                  <a:pt x="7165" y="3111"/>
                </a:lnTo>
                <a:lnTo>
                  <a:pt x="7164" y="3111"/>
                </a:lnTo>
                <a:lnTo>
                  <a:pt x="7163" y="3110"/>
                </a:lnTo>
                <a:lnTo>
                  <a:pt x="7162" y="3110"/>
                </a:lnTo>
                <a:lnTo>
                  <a:pt x="7161" y="3109"/>
                </a:lnTo>
                <a:lnTo>
                  <a:pt x="7160" y="3109"/>
                </a:lnTo>
                <a:lnTo>
                  <a:pt x="7159" y="3108"/>
                </a:lnTo>
                <a:lnTo>
                  <a:pt x="7158" y="3108"/>
                </a:lnTo>
                <a:lnTo>
                  <a:pt x="7157" y="3107"/>
                </a:lnTo>
                <a:lnTo>
                  <a:pt x="7156" y="3107"/>
                </a:lnTo>
                <a:lnTo>
                  <a:pt x="7155" y="3106"/>
                </a:lnTo>
                <a:lnTo>
                  <a:pt x="7154" y="3106"/>
                </a:lnTo>
                <a:lnTo>
                  <a:pt x="7153" y="3105"/>
                </a:lnTo>
                <a:lnTo>
                  <a:pt x="7152" y="3105"/>
                </a:lnTo>
                <a:lnTo>
                  <a:pt x="7151" y="3104"/>
                </a:lnTo>
                <a:lnTo>
                  <a:pt x="7150" y="3104"/>
                </a:lnTo>
                <a:lnTo>
                  <a:pt x="7149" y="3103"/>
                </a:lnTo>
                <a:lnTo>
                  <a:pt x="7148" y="3103"/>
                </a:lnTo>
                <a:lnTo>
                  <a:pt x="7147" y="3102"/>
                </a:lnTo>
                <a:lnTo>
                  <a:pt x="7146" y="3102"/>
                </a:lnTo>
                <a:lnTo>
                  <a:pt x="7145" y="3101"/>
                </a:lnTo>
                <a:lnTo>
                  <a:pt x="7144" y="3101"/>
                </a:lnTo>
                <a:lnTo>
                  <a:pt x="7143" y="3100"/>
                </a:lnTo>
                <a:lnTo>
                  <a:pt x="7142" y="3100"/>
                </a:lnTo>
                <a:lnTo>
                  <a:pt x="7141" y="3099"/>
                </a:lnTo>
                <a:lnTo>
                  <a:pt x="7140" y="3099"/>
                </a:lnTo>
                <a:lnTo>
                  <a:pt x="7139" y="3098"/>
                </a:lnTo>
                <a:lnTo>
                  <a:pt x="7138" y="3098"/>
                </a:lnTo>
                <a:lnTo>
                  <a:pt x="7137" y="3097"/>
                </a:lnTo>
                <a:lnTo>
                  <a:pt x="7136" y="3097"/>
                </a:lnTo>
                <a:lnTo>
                  <a:pt x="7135" y="3096"/>
                </a:lnTo>
                <a:lnTo>
                  <a:pt x="7134" y="3096"/>
                </a:lnTo>
                <a:lnTo>
                  <a:pt x="7133" y="3095"/>
                </a:lnTo>
                <a:lnTo>
                  <a:pt x="7132" y="3095"/>
                </a:lnTo>
                <a:lnTo>
                  <a:pt x="7131" y="3094"/>
                </a:lnTo>
                <a:lnTo>
                  <a:pt x="7130" y="3094"/>
                </a:lnTo>
                <a:lnTo>
                  <a:pt x="7129" y="3093"/>
                </a:lnTo>
                <a:lnTo>
                  <a:pt x="7128" y="3093"/>
                </a:lnTo>
                <a:lnTo>
                  <a:pt x="7127" y="3093"/>
                </a:lnTo>
                <a:lnTo>
                  <a:pt x="7127" y="3092"/>
                </a:lnTo>
                <a:lnTo>
                  <a:pt x="7126" y="3092"/>
                </a:lnTo>
                <a:lnTo>
                  <a:pt x="7125" y="3091"/>
                </a:lnTo>
                <a:lnTo>
                  <a:pt x="7124" y="3094"/>
                </a:lnTo>
                <a:lnTo>
                  <a:pt x="7123" y="3093"/>
                </a:lnTo>
                <a:lnTo>
                  <a:pt x="7122" y="3093"/>
                </a:lnTo>
                <a:lnTo>
                  <a:pt x="7122" y="3092"/>
                </a:lnTo>
                <a:lnTo>
                  <a:pt x="7121" y="3092"/>
                </a:lnTo>
                <a:lnTo>
                  <a:pt x="7120" y="3092"/>
                </a:lnTo>
                <a:lnTo>
                  <a:pt x="7119" y="3091"/>
                </a:lnTo>
                <a:lnTo>
                  <a:pt x="7118" y="3091"/>
                </a:lnTo>
                <a:lnTo>
                  <a:pt x="7117" y="3090"/>
                </a:lnTo>
                <a:lnTo>
                  <a:pt x="7116" y="3090"/>
                </a:lnTo>
                <a:lnTo>
                  <a:pt x="7116" y="3089"/>
                </a:lnTo>
                <a:lnTo>
                  <a:pt x="7115" y="3089"/>
                </a:lnTo>
                <a:lnTo>
                  <a:pt x="7114" y="3089"/>
                </a:lnTo>
                <a:lnTo>
                  <a:pt x="7113" y="3088"/>
                </a:lnTo>
                <a:lnTo>
                  <a:pt x="7112" y="3088"/>
                </a:lnTo>
                <a:lnTo>
                  <a:pt x="7112" y="3087"/>
                </a:lnTo>
                <a:lnTo>
                  <a:pt x="7111" y="3087"/>
                </a:lnTo>
                <a:lnTo>
                  <a:pt x="7110" y="3087"/>
                </a:lnTo>
                <a:lnTo>
                  <a:pt x="7109" y="3086"/>
                </a:lnTo>
                <a:lnTo>
                  <a:pt x="7108" y="3086"/>
                </a:lnTo>
                <a:lnTo>
                  <a:pt x="7107" y="3085"/>
                </a:lnTo>
                <a:lnTo>
                  <a:pt x="7106" y="3085"/>
                </a:lnTo>
                <a:lnTo>
                  <a:pt x="7106" y="3084"/>
                </a:lnTo>
                <a:lnTo>
                  <a:pt x="7105" y="3084"/>
                </a:lnTo>
                <a:lnTo>
                  <a:pt x="7104" y="3084"/>
                </a:lnTo>
                <a:lnTo>
                  <a:pt x="7103" y="3083"/>
                </a:lnTo>
                <a:lnTo>
                  <a:pt x="7102" y="3083"/>
                </a:lnTo>
                <a:lnTo>
                  <a:pt x="7102" y="3082"/>
                </a:lnTo>
                <a:lnTo>
                  <a:pt x="7101" y="3082"/>
                </a:lnTo>
                <a:lnTo>
                  <a:pt x="7100" y="3082"/>
                </a:lnTo>
                <a:lnTo>
                  <a:pt x="7099" y="3081"/>
                </a:lnTo>
                <a:lnTo>
                  <a:pt x="7098" y="3081"/>
                </a:lnTo>
                <a:lnTo>
                  <a:pt x="7097" y="3080"/>
                </a:lnTo>
                <a:lnTo>
                  <a:pt x="7096" y="3080"/>
                </a:lnTo>
                <a:lnTo>
                  <a:pt x="7096" y="3079"/>
                </a:lnTo>
                <a:lnTo>
                  <a:pt x="7095" y="3079"/>
                </a:lnTo>
                <a:lnTo>
                  <a:pt x="7094" y="3079"/>
                </a:lnTo>
                <a:lnTo>
                  <a:pt x="7093" y="3078"/>
                </a:lnTo>
                <a:lnTo>
                  <a:pt x="7092" y="3078"/>
                </a:lnTo>
                <a:lnTo>
                  <a:pt x="7092" y="3077"/>
                </a:lnTo>
                <a:lnTo>
                  <a:pt x="7091" y="3077"/>
                </a:lnTo>
                <a:lnTo>
                  <a:pt x="7090" y="3077"/>
                </a:lnTo>
                <a:lnTo>
                  <a:pt x="7089" y="3076"/>
                </a:lnTo>
                <a:lnTo>
                  <a:pt x="7088" y="3076"/>
                </a:lnTo>
                <a:lnTo>
                  <a:pt x="7087" y="3075"/>
                </a:lnTo>
                <a:lnTo>
                  <a:pt x="7086" y="3075"/>
                </a:lnTo>
                <a:lnTo>
                  <a:pt x="7086" y="3074"/>
                </a:lnTo>
                <a:lnTo>
                  <a:pt x="7085" y="3074"/>
                </a:lnTo>
                <a:lnTo>
                  <a:pt x="7084" y="3074"/>
                </a:lnTo>
                <a:lnTo>
                  <a:pt x="7083" y="3073"/>
                </a:lnTo>
                <a:lnTo>
                  <a:pt x="7082" y="3073"/>
                </a:lnTo>
                <a:lnTo>
                  <a:pt x="7082" y="3072"/>
                </a:lnTo>
                <a:lnTo>
                  <a:pt x="7081" y="3072"/>
                </a:lnTo>
                <a:lnTo>
                  <a:pt x="7080" y="3072"/>
                </a:lnTo>
                <a:lnTo>
                  <a:pt x="7079" y="3071"/>
                </a:lnTo>
                <a:lnTo>
                  <a:pt x="7078" y="3071"/>
                </a:lnTo>
                <a:lnTo>
                  <a:pt x="7077" y="3070"/>
                </a:lnTo>
                <a:lnTo>
                  <a:pt x="7076" y="3070"/>
                </a:lnTo>
                <a:lnTo>
                  <a:pt x="7075" y="3069"/>
                </a:lnTo>
                <a:lnTo>
                  <a:pt x="7074" y="3069"/>
                </a:lnTo>
                <a:lnTo>
                  <a:pt x="7073" y="3068"/>
                </a:lnTo>
                <a:lnTo>
                  <a:pt x="7072" y="3068"/>
                </a:lnTo>
                <a:lnTo>
                  <a:pt x="7072" y="3067"/>
                </a:lnTo>
                <a:lnTo>
                  <a:pt x="7071" y="3067"/>
                </a:lnTo>
                <a:lnTo>
                  <a:pt x="7070" y="3067"/>
                </a:lnTo>
                <a:lnTo>
                  <a:pt x="7069" y="3066"/>
                </a:lnTo>
                <a:lnTo>
                  <a:pt x="7068" y="3066"/>
                </a:lnTo>
                <a:lnTo>
                  <a:pt x="7067" y="3065"/>
                </a:lnTo>
                <a:lnTo>
                  <a:pt x="7066" y="3065"/>
                </a:lnTo>
                <a:lnTo>
                  <a:pt x="7065" y="3064"/>
                </a:lnTo>
                <a:lnTo>
                  <a:pt x="7064" y="3064"/>
                </a:lnTo>
                <a:lnTo>
                  <a:pt x="7063" y="3063"/>
                </a:lnTo>
                <a:lnTo>
                  <a:pt x="7062" y="3063"/>
                </a:lnTo>
                <a:lnTo>
                  <a:pt x="7062" y="3062"/>
                </a:lnTo>
                <a:lnTo>
                  <a:pt x="7061" y="3062"/>
                </a:lnTo>
                <a:lnTo>
                  <a:pt x="7060" y="3062"/>
                </a:lnTo>
                <a:lnTo>
                  <a:pt x="7059" y="3061"/>
                </a:lnTo>
                <a:lnTo>
                  <a:pt x="7058" y="3061"/>
                </a:lnTo>
                <a:lnTo>
                  <a:pt x="7058" y="3060"/>
                </a:lnTo>
                <a:lnTo>
                  <a:pt x="7057" y="3060"/>
                </a:lnTo>
                <a:lnTo>
                  <a:pt x="7056" y="3060"/>
                </a:lnTo>
                <a:lnTo>
                  <a:pt x="7055" y="3059"/>
                </a:lnTo>
                <a:lnTo>
                  <a:pt x="7054" y="3059"/>
                </a:lnTo>
                <a:lnTo>
                  <a:pt x="7053" y="3058"/>
                </a:lnTo>
                <a:lnTo>
                  <a:pt x="7052" y="3058"/>
                </a:lnTo>
                <a:lnTo>
                  <a:pt x="7052" y="3057"/>
                </a:lnTo>
                <a:lnTo>
                  <a:pt x="7051" y="3057"/>
                </a:lnTo>
                <a:lnTo>
                  <a:pt x="7050" y="3057"/>
                </a:lnTo>
                <a:lnTo>
                  <a:pt x="7049" y="3056"/>
                </a:lnTo>
                <a:lnTo>
                  <a:pt x="7048" y="3056"/>
                </a:lnTo>
                <a:lnTo>
                  <a:pt x="7048" y="3055"/>
                </a:lnTo>
                <a:lnTo>
                  <a:pt x="7047" y="3055"/>
                </a:lnTo>
                <a:lnTo>
                  <a:pt x="7046" y="3055"/>
                </a:lnTo>
                <a:lnTo>
                  <a:pt x="7045" y="3054"/>
                </a:lnTo>
                <a:lnTo>
                  <a:pt x="7044" y="3054"/>
                </a:lnTo>
                <a:lnTo>
                  <a:pt x="7043" y="3053"/>
                </a:lnTo>
                <a:lnTo>
                  <a:pt x="7042" y="3053"/>
                </a:lnTo>
                <a:lnTo>
                  <a:pt x="7042" y="3052"/>
                </a:lnTo>
                <a:lnTo>
                  <a:pt x="7041" y="3052"/>
                </a:lnTo>
                <a:lnTo>
                  <a:pt x="7040" y="3052"/>
                </a:lnTo>
                <a:lnTo>
                  <a:pt x="7039" y="3051"/>
                </a:lnTo>
                <a:lnTo>
                  <a:pt x="7038" y="3051"/>
                </a:lnTo>
                <a:lnTo>
                  <a:pt x="7038" y="3050"/>
                </a:lnTo>
                <a:lnTo>
                  <a:pt x="7037" y="3050"/>
                </a:lnTo>
                <a:lnTo>
                  <a:pt x="7036" y="3050"/>
                </a:lnTo>
                <a:lnTo>
                  <a:pt x="7035" y="3049"/>
                </a:lnTo>
                <a:lnTo>
                  <a:pt x="7034" y="3049"/>
                </a:lnTo>
                <a:lnTo>
                  <a:pt x="7033" y="3048"/>
                </a:lnTo>
                <a:lnTo>
                  <a:pt x="7032" y="3048"/>
                </a:lnTo>
                <a:lnTo>
                  <a:pt x="7032" y="3047"/>
                </a:lnTo>
                <a:lnTo>
                  <a:pt x="7031" y="3047"/>
                </a:lnTo>
                <a:lnTo>
                  <a:pt x="7030" y="3047"/>
                </a:lnTo>
                <a:lnTo>
                  <a:pt x="7029" y="3046"/>
                </a:lnTo>
                <a:lnTo>
                  <a:pt x="7028" y="3046"/>
                </a:lnTo>
                <a:lnTo>
                  <a:pt x="7028" y="3045"/>
                </a:lnTo>
                <a:lnTo>
                  <a:pt x="7027" y="3045"/>
                </a:lnTo>
                <a:lnTo>
                  <a:pt x="7026" y="3045"/>
                </a:lnTo>
                <a:lnTo>
                  <a:pt x="7025" y="3044"/>
                </a:lnTo>
                <a:lnTo>
                  <a:pt x="7024" y="3044"/>
                </a:lnTo>
                <a:lnTo>
                  <a:pt x="7023" y="3043"/>
                </a:lnTo>
                <a:lnTo>
                  <a:pt x="7022" y="3043"/>
                </a:lnTo>
                <a:lnTo>
                  <a:pt x="7022" y="3042"/>
                </a:lnTo>
                <a:lnTo>
                  <a:pt x="7021" y="3042"/>
                </a:lnTo>
                <a:lnTo>
                  <a:pt x="7020" y="3042"/>
                </a:lnTo>
                <a:lnTo>
                  <a:pt x="7019" y="3041"/>
                </a:lnTo>
                <a:lnTo>
                  <a:pt x="7018" y="3041"/>
                </a:lnTo>
                <a:lnTo>
                  <a:pt x="7018" y="3040"/>
                </a:lnTo>
                <a:lnTo>
                  <a:pt x="7017" y="3040"/>
                </a:lnTo>
                <a:lnTo>
                  <a:pt x="7016" y="3040"/>
                </a:lnTo>
                <a:lnTo>
                  <a:pt x="7015" y="3039"/>
                </a:lnTo>
                <a:lnTo>
                  <a:pt x="7014" y="3039"/>
                </a:lnTo>
                <a:lnTo>
                  <a:pt x="7013" y="3038"/>
                </a:lnTo>
                <a:lnTo>
                  <a:pt x="7012" y="3038"/>
                </a:lnTo>
                <a:lnTo>
                  <a:pt x="7011" y="3037"/>
                </a:lnTo>
                <a:lnTo>
                  <a:pt x="7010" y="3037"/>
                </a:lnTo>
                <a:lnTo>
                  <a:pt x="7009" y="3036"/>
                </a:lnTo>
                <a:lnTo>
                  <a:pt x="7008" y="3036"/>
                </a:lnTo>
                <a:lnTo>
                  <a:pt x="7008" y="3035"/>
                </a:lnTo>
                <a:lnTo>
                  <a:pt x="7007" y="3035"/>
                </a:lnTo>
                <a:lnTo>
                  <a:pt x="7006" y="3035"/>
                </a:lnTo>
                <a:lnTo>
                  <a:pt x="7005" y="3034"/>
                </a:lnTo>
                <a:lnTo>
                  <a:pt x="7004" y="3034"/>
                </a:lnTo>
                <a:lnTo>
                  <a:pt x="7003" y="3033"/>
                </a:lnTo>
                <a:lnTo>
                  <a:pt x="7002" y="3033"/>
                </a:lnTo>
                <a:lnTo>
                  <a:pt x="7001" y="3032"/>
                </a:lnTo>
                <a:lnTo>
                  <a:pt x="7000" y="3032"/>
                </a:lnTo>
                <a:lnTo>
                  <a:pt x="6999" y="3031"/>
                </a:lnTo>
                <a:lnTo>
                  <a:pt x="6998" y="3031"/>
                </a:lnTo>
                <a:lnTo>
                  <a:pt x="6998" y="3030"/>
                </a:lnTo>
                <a:lnTo>
                  <a:pt x="6997" y="3030"/>
                </a:lnTo>
                <a:lnTo>
                  <a:pt x="6996" y="3030"/>
                </a:lnTo>
                <a:lnTo>
                  <a:pt x="6995" y="3029"/>
                </a:lnTo>
                <a:lnTo>
                  <a:pt x="6994" y="3029"/>
                </a:lnTo>
                <a:lnTo>
                  <a:pt x="6993" y="3028"/>
                </a:lnTo>
                <a:lnTo>
                  <a:pt x="6992" y="3028"/>
                </a:lnTo>
                <a:lnTo>
                  <a:pt x="6991" y="3027"/>
                </a:lnTo>
                <a:lnTo>
                  <a:pt x="6990" y="3027"/>
                </a:lnTo>
                <a:lnTo>
                  <a:pt x="6989" y="3026"/>
                </a:lnTo>
                <a:lnTo>
                  <a:pt x="6988" y="3026"/>
                </a:lnTo>
                <a:lnTo>
                  <a:pt x="6988" y="3025"/>
                </a:lnTo>
                <a:lnTo>
                  <a:pt x="6987" y="3025"/>
                </a:lnTo>
                <a:lnTo>
                  <a:pt x="6986" y="3025"/>
                </a:lnTo>
                <a:lnTo>
                  <a:pt x="6985" y="3024"/>
                </a:lnTo>
                <a:lnTo>
                  <a:pt x="6984" y="3024"/>
                </a:lnTo>
                <a:lnTo>
                  <a:pt x="6983" y="3023"/>
                </a:lnTo>
                <a:lnTo>
                  <a:pt x="6982" y="3023"/>
                </a:lnTo>
                <a:lnTo>
                  <a:pt x="6981" y="3022"/>
                </a:lnTo>
                <a:lnTo>
                  <a:pt x="6980" y="3022"/>
                </a:lnTo>
                <a:lnTo>
                  <a:pt x="6979" y="3021"/>
                </a:lnTo>
                <a:lnTo>
                  <a:pt x="6978" y="3021"/>
                </a:lnTo>
                <a:lnTo>
                  <a:pt x="6978" y="3020"/>
                </a:lnTo>
                <a:lnTo>
                  <a:pt x="6977" y="3020"/>
                </a:lnTo>
                <a:lnTo>
                  <a:pt x="6976" y="3020"/>
                </a:lnTo>
                <a:lnTo>
                  <a:pt x="6975" y="3019"/>
                </a:lnTo>
                <a:lnTo>
                  <a:pt x="6974" y="3019"/>
                </a:lnTo>
                <a:lnTo>
                  <a:pt x="6973" y="3018"/>
                </a:lnTo>
                <a:lnTo>
                  <a:pt x="6972" y="3018"/>
                </a:lnTo>
                <a:lnTo>
                  <a:pt x="6971" y="3017"/>
                </a:lnTo>
                <a:lnTo>
                  <a:pt x="6970" y="3017"/>
                </a:lnTo>
                <a:lnTo>
                  <a:pt x="6969" y="3016"/>
                </a:lnTo>
                <a:lnTo>
                  <a:pt x="6968" y="3016"/>
                </a:lnTo>
                <a:lnTo>
                  <a:pt x="6968" y="3015"/>
                </a:lnTo>
                <a:lnTo>
                  <a:pt x="6967" y="3015"/>
                </a:lnTo>
                <a:lnTo>
                  <a:pt x="6966" y="3015"/>
                </a:lnTo>
                <a:lnTo>
                  <a:pt x="6965" y="3014"/>
                </a:lnTo>
                <a:lnTo>
                  <a:pt x="6964" y="3014"/>
                </a:lnTo>
                <a:lnTo>
                  <a:pt x="6963" y="3013"/>
                </a:lnTo>
                <a:lnTo>
                  <a:pt x="6962" y="3013"/>
                </a:lnTo>
                <a:lnTo>
                  <a:pt x="6961" y="3012"/>
                </a:lnTo>
                <a:lnTo>
                  <a:pt x="6960" y="3012"/>
                </a:lnTo>
                <a:lnTo>
                  <a:pt x="6959" y="3011"/>
                </a:lnTo>
                <a:lnTo>
                  <a:pt x="6958" y="3011"/>
                </a:lnTo>
                <a:lnTo>
                  <a:pt x="6958" y="3010"/>
                </a:lnTo>
                <a:lnTo>
                  <a:pt x="6957" y="3010"/>
                </a:lnTo>
                <a:lnTo>
                  <a:pt x="6956" y="3010"/>
                </a:lnTo>
                <a:lnTo>
                  <a:pt x="6955" y="3009"/>
                </a:lnTo>
                <a:lnTo>
                  <a:pt x="6954" y="3009"/>
                </a:lnTo>
                <a:lnTo>
                  <a:pt x="6953" y="3008"/>
                </a:lnTo>
                <a:lnTo>
                  <a:pt x="6952" y="3008"/>
                </a:lnTo>
                <a:lnTo>
                  <a:pt x="6951" y="3007"/>
                </a:lnTo>
                <a:lnTo>
                  <a:pt x="6950" y="3007"/>
                </a:lnTo>
                <a:lnTo>
                  <a:pt x="6949" y="3006"/>
                </a:lnTo>
                <a:lnTo>
                  <a:pt x="6948" y="3006"/>
                </a:lnTo>
                <a:lnTo>
                  <a:pt x="6947" y="3005"/>
                </a:lnTo>
                <a:lnTo>
                  <a:pt x="6946" y="3005"/>
                </a:lnTo>
                <a:lnTo>
                  <a:pt x="6945" y="3004"/>
                </a:lnTo>
                <a:lnTo>
                  <a:pt x="6944" y="3004"/>
                </a:lnTo>
                <a:lnTo>
                  <a:pt x="6943" y="3003"/>
                </a:lnTo>
                <a:lnTo>
                  <a:pt x="6942" y="3003"/>
                </a:lnTo>
                <a:lnTo>
                  <a:pt x="6941" y="3002"/>
                </a:lnTo>
                <a:lnTo>
                  <a:pt x="6940" y="3002"/>
                </a:lnTo>
                <a:lnTo>
                  <a:pt x="6939" y="3001"/>
                </a:lnTo>
                <a:lnTo>
                  <a:pt x="6938" y="3001"/>
                </a:lnTo>
                <a:lnTo>
                  <a:pt x="6937" y="3000"/>
                </a:lnTo>
                <a:lnTo>
                  <a:pt x="6936" y="3000"/>
                </a:lnTo>
                <a:lnTo>
                  <a:pt x="6935" y="2999"/>
                </a:lnTo>
                <a:lnTo>
                  <a:pt x="6934" y="2999"/>
                </a:lnTo>
                <a:lnTo>
                  <a:pt x="6934" y="2998"/>
                </a:lnTo>
                <a:lnTo>
                  <a:pt x="6933" y="2998"/>
                </a:lnTo>
                <a:lnTo>
                  <a:pt x="6932" y="2998"/>
                </a:lnTo>
                <a:lnTo>
                  <a:pt x="6931" y="2997"/>
                </a:lnTo>
                <a:lnTo>
                  <a:pt x="6930" y="2997"/>
                </a:lnTo>
                <a:lnTo>
                  <a:pt x="6929" y="2996"/>
                </a:lnTo>
                <a:lnTo>
                  <a:pt x="6928" y="2996"/>
                </a:lnTo>
                <a:lnTo>
                  <a:pt x="6927" y="2995"/>
                </a:lnTo>
                <a:lnTo>
                  <a:pt x="6926" y="2995"/>
                </a:lnTo>
                <a:lnTo>
                  <a:pt x="6925" y="2994"/>
                </a:lnTo>
                <a:lnTo>
                  <a:pt x="6924" y="2994"/>
                </a:lnTo>
                <a:lnTo>
                  <a:pt x="6924" y="2993"/>
                </a:lnTo>
                <a:lnTo>
                  <a:pt x="6923" y="2993"/>
                </a:lnTo>
                <a:lnTo>
                  <a:pt x="6922" y="2993"/>
                </a:lnTo>
                <a:lnTo>
                  <a:pt x="6921" y="2992"/>
                </a:lnTo>
                <a:lnTo>
                  <a:pt x="6920" y="2992"/>
                </a:lnTo>
                <a:lnTo>
                  <a:pt x="6919" y="2991"/>
                </a:lnTo>
                <a:lnTo>
                  <a:pt x="6918" y="2991"/>
                </a:lnTo>
                <a:lnTo>
                  <a:pt x="6917" y="2990"/>
                </a:lnTo>
                <a:lnTo>
                  <a:pt x="6916" y="2990"/>
                </a:lnTo>
                <a:lnTo>
                  <a:pt x="6915" y="2989"/>
                </a:lnTo>
                <a:lnTo>
                  <a:pt x="6914" y="2989"/>
                </a:lnTo>
                <a:lnTo>
                  <a:pt x="6914" y="2988"/>
                </a:lnTo>
                <a:lnTo>
                  <a:pt x="6913" y="2988"/>
                </a:lnTo>
                <a:lnTo>
                  <a:pt x="6912" y="2988"/>
                </a:lnTo>
                <a:lnTo>
                  <a:pt x="6911" y="2987"/>
                </a:lnTo>
                <a:lnTo>
                  <a:pt x="6910" y="2987"/>
                </a:lnTo>
                <a:lnTo>
                  <a:pt x="6909" y="2986"/>
                </a:lnTo>
                <a:lnTo>
                  <a:pt x="6908" y="2986"/>
                </a:lnTo>
                <a:lnTo>
                  <a:pt x="6907" y="2985"/>
                </a:lnTo>
                <a:lnTo>
                  <a:pt x="6906" y="2985"/>
                </a:lnTo>
                <a:lnTo>
                  <a:pt x="6905" y="2984"/>
                </a:lnTo>
                <a:lnTo>
                  <a:pt x="6904" y="2984"/>
                </a:lnTo>
                <a:lnTo>
                  <a:pt x="6904" y="2983"/>
                </a:lnTo>
                <a:lnTo>
                  <a:pt x="6903" y="2983"/>
                </a:lnTo>
                <a:lnTo>
                  <a:pt x="6902" y="2983"/>
                </a:lnTo>
                <a:lnTo>
                  <a:pt x="6901" y="2982"/>
                </a:lnTo>
                <a:lnTo>
                  <a:pt x="6900" y="2982"/>
                </a:lnTo>
                <a:lnTo>
                  <a:pt x="6899" y="2981"/>
                </a:lnTo>
                <a:lnTo>
                  <a:pt x="6898" y="2981"/>
                </a:lnTo>
                <a:lnTo>
                  <a:pt x="6897" y="2980"/>
                </a:lnTo>
                <a:lnTo>
                  <a:pt x="6896" y="2980"/>
                </a:lnTo>
                <a:lnTo>
                  <a:pt x="6895" y="2979"/>
                </a:lnTo>
                <a:lnTo>
                  <a:pt x="6894" y="2979"/>
                </a:lnTo>
                <a:lnTo>
                  <a:pt x="6894" y="2978"/>
                </a:lnTo>
                <a:lnTo>
                  <a:pt x="6893" y="2978"/>
                </a:lnTo>
                <a:lnTo>
                  <a:pt x="6892" y="2978"/>
                </a:lnTo>
                <a:lnTo>
                  <a:pt x="6891" y="2977"/>
                </a:lnTo>
                <a:lnTo>
                  <a:pt x="6890" y="2977"/>
                </a:lnTo>
                <a:lnTo>
                  <a:pt x="6889" y="2976"/>
                </a:lnTo>
                <a:lnTo>
                  <a:pt x="6888" y="2976"/>
                </a:lnTo>
                <a:lnTo>
                  <a:pt x="6887" y="2975"/>
                </a:lnTo>
                <a:lnTo>
                  <a:pt x="6886" y="2975"/>
                </a:lnTo>
                <a:lnTo>
                  <a:pt x="6885" y="2974"/>
                </a:lnTo>
                <a:lnTo>
                  <a:pt x="6884" y="2974"/>
                </a:lnTo>
                <a:lnTo>
                  <a:pt x="6883" y="2973"/>
                </a:lnTo>
                <a:lnTo>
                  <a:pt x="6882" y="2973"/>
                </a:lnTo>
                <a:lnTo>
                  <a:pt x="6881" y="2972"/>
                </a:lnTo>
                <a:lnTo>
                  <a:pt x="6880" y="2972"/>
                </a:lnTo>
                <a:lnTo>
                  <a:pt x="6879" y="2971"/>
                </a:lnTo>
                <a:lnTo>
                  <a:pt x="6878" y="2971"/>
                </a:lnTo>
                <a:lnTo>
                  <a:pt x="6877" y="2970"/>
                </a:lnTo>
                <a:lnTo>
                  <a:pt x="6876" y="2970"/>
                </a:lnTo>
                <a:lnTo>
                  <a:pt x="6875" y="2969"/>
                </a:lnTo>
                <a:lnTo>
                  <a:pt x="6874" y="2969"/>
                </a:lnTo>
                <a:lnTo>
                  <a:pt x="6873" y="2968"/>
                </a:lnTo>
                <a:lnTo>
                  <a:pt x="6872" y="2968"/>
                </a:lnTo>
                <a:lnTo>
                  <a:pt x="6871" y="2967"/>
                </a:lnTo>
                <a:lnTo>
                  <a:pt x="6870" y="2967"/>
                </a:lnTo>
                <a:lnTo>
                  <a:pt x="6869" y="2966"/>
                </a:lnTo>
                <a:lnTo>
                  <a:pt x="6868" y="2966"/>
                </a:lnTo>
                <a:lnTo>
                  <a:pt x="6867" y="2965"/>
                </a:lnTo>
                <a:lnTo>
                  <a:pt x="6866" y="2965"/>
                </a:lnTo>
                <a:lnTo>
                  <a:pt x="6865" y="2964"/>
                </a:lnTo>
                <a:lnTo>
                  <a:pt x="6864" y="2964"/>
                </a:lnTo>
                <a:lnTo>
                  <a:pt x="6863" y="2963"/>
                </a:lnTo>
                <a:lnTo>
                  <a:pt x="6862" y="2963"/>
                </a:lnTo>
                <a:lnTo>
                  <a:pt x="6861" y="2962"/>
                </a:lnTo>
                <a:lnTo>
                  <a:pt x="6860" y="2962"/>
                </a:lnTo>
                <a:lnTo>
                  <a:pt x="6859" y="2961"/>
                </a:lnTo>
                <a:lnTo>
                  <a:pt x="6858" y="2961"/>
                </a:lnTo>
                <a:lnTo>
                  <a:pt x="6857" y="2960"/>
                </a:lnTo>
                <a:lnTo>
                  <a:pt x="6856" y="2960"/>
                </a:lnTo>
                <a:lnTo>
                  <a:pt x="6855" y="2959"/>
                </a:lnTo>
                <a:lnTo>
                  <a:pt x="6854" y="2959"/>
                </a:lnTo>
                <a:lnTo>
                  <a:pt x="6853" y="2958"/>
                </a:lnTo>
                <a:lnTo>
                  <a:pt x="6852" y="2958"/>
                </a:lnTo>
                <a:lnTo>
                  <a:pt x="6851" y="2957"/>
                </a:lnTo>
                <a:lnTo>
                  <a:pt x="6850" y="2957"/>
                </a:lnTo>
                <a:lnTo>
                  <a:pt x="6849" y="2958"/>
                </a:lnTo>
                <a:lnTo>
                  <a:pt x="6848" y="2958"/>
                </a:lnTo>
                <a:lnTo>
                  <a:pt x="6847" y="2957"/>
                </a:lnTo>
                <a:lnTo>
                  <a:pt x="6846" y="2957"/>
                </a:lnTo>
                <a:lnTo>
                  <a:pt x="6845" y="2956"/>
                </a:lnTo>
                <a:lnTo>
                  <a:pt x="6844" y="2956"/>
                </a:lnTo>
                <a:lnTo>
                  <a:pt x="6844" y="2955"/>
                </a:lnTo>
                <a:lnTo>
                  <a:pt x="6843" y="2955"/>
                </a:lnTo>
                <a:lnTo>
                  <a:pt x="6842" y="2955"/>
                </a:lnTo>
                <a:lnTo>
                  <a:pt x="6841" y="2954"/>
                </a:lnTo>
                <a:lnTo>
                  <a:pt x="6840" y="2954"/>
                </a:lnTo>
                <a:lnTo>
                  <a:pt x="6839" y="2953"/>
                </a:lnTo>
                <a:lnTo>
                  <a:pt x="6838" y="2953"/>
                </a:lnTo>
                <a:lnTo>
                  <a:pt x="6837" y="2952"/>
                </a:lnTo>
                <a:lnTo>
                  <a:pt x="6836" y="2952"/>
                </a:lnTo>
                <a:lnTo>
                  <a:pt x="6835" y="2951"/>
                </a:lnTo>
                <a:lnTo>
                  <a:pt x="6834" y="2951"/>
                </a:lnTo>
                <a:lnTo>
                  <a:pt x="6834" y="2950"/>
                </a:lnTo>
                <a:lnTo>
                  <a:pt x="6833" y="2950"/>
                </a:lnTo>
                <a:lnTo>
                  <a:pt x="6832" y="2950"/>
                </a:lnTo>
                <a:lnTo>
                  <a:pt x="6831" y="2949"/>
                </a:lnTo>
                <a:lnTo>
                  <a:pt x="6830" y="2949"/>
                </a:lnTo>
                <a:lnTo>
                  <a:pt x="6829" y="2948"/>
                </a:lnTo>
                <a:lnTo>
                  <a:pt x="6828" y="2948"/>
                </a:lnTo>
                <a:lnTo>
                  <a:pt x="6827" y="2947"/>
                </a:lnTo>
                <a:lnTo>
                  <a:pt x="6826" y="2947"/>
                </a:lnTo>
                <a:lnTo>
                  <a:pt x="6825" y="2946"/>
                </a:lnTo>
                <a:lnTo>
                  <a:pt x="6824" y="2946"/>
                </a:lnTo>
                <a:lnTo>
                  <a:pt x="6823" y="2945"/>
                </a:lnTo>
                <a:lnTo>
                  <a:pt x="6822" y="2945"/>
                </a:lnTo>
                <a:lnTo>
                  <a:pt x="6821" y="2944"/>
                </a:lnTo>
                <a:lnTo>
                  <a:pt x="6820" y="2944"/>
                </a:lnTo>
                <a:lnTo>
                  <a:pt x="6819" y="2943"/>
                </a:lnTo>
                <a:lnTo>
                  <a:pt x="6818" y="2943"/>
                </a:lnTo>
                <a:lnTo>
                  <a:pt x="6817" y="2942"/>
                </a:lnTo>
                <a:lnTo>
                  <a:pt x="6816" y="2942"/>
                </a:lnTo>
                <a:lnTo>
                  <a:pt x="6815" y="2941"/>
                </a:lnTo>
                <a:lnTo>
                  <a:pt x="6814" y="2941"/>
                </a:lnTo>
                <a:lnTo>
                  <a:pt x="6813" y="2940"/>
                </a:lnTo>
                <a:lnTo>
                  <a:pt x="6812" y="2940"/>
                </a:lnTo>
                <a:lnTo>
                  <a:pt x="6811" y="2939"/>
                </a:lnTo>
                <a:lnTo>
                  <a:pt x="6810" y="2939"/>
                </a:lnTo>
                <a:lnTo>
                  <a:pt x="6810" y="2938"/>
                </a:lnTo>
                <a:lnTo>
                  <a:pt x="6809" y="2938"/>
                </a:lnTo>
                <a:lnTo>
                  <a:pt x="6808" y="2938"/>
                </a:lnTo>
                <a:lnTo>
                  <a:pt x="6807" y="2937"/>
                </a:lnTo>
                <a:lnTo>
                  <a:pt x="6806" y="2937"/>
                </a:lnTo>
                <a:lnTo>
                  <a:pt x="6805" y="2936"/>
                </a:lnTo>
                <a:lnTo>
                  <a:pt x="6804" y="2936"/>
                </a:lnTo>
                <a:lnTo>
                  <a:pt x="6803" y="2935"/>
                </a:lnTo>
                <a:lnTo>
                  <a:pt x="6802" y="2935"/>
                </a:lnTo>
                <a:lnTo>
                  <a:pt x="6801" y="2934"/>
                </a:lnTo>
                <a:lnTo>
                  <a:pt x="6800" y="2936"/>
                </a:lnTo>
                <a:lnTo>
                  <a:pt x="6800" y="2935"/>
                </a:lnTo>
                <a:lnTo>
                  <a:pt x="6799" y="2935"/>
                </a:lnTo>
                <a:lnTo>
                  <a:pt x="6798" y="2935"/>
                </a:lnTo>
                <a:lnTo>
                  <a:pt x="6798" y="2934"/>
                </a:lnTo>
                <a:lnTo>
                  <a:pt x="6797" y="2934"/>
                </a:lnTo>
                <a:lnTo>
                  <a:pt x="6796" y="2934"/>
                </a:lnTo>
                <a:lnTo>
                  <a:pt x="6795" y="2933"/>
                </a:lnTo>
                <a:lnTo>
                  <a:pt x="6794" y="2933"/>
                </a:lnTo>
                <a:lnTo>
                  <a:pt x="6794" y="2932"/>
                </a:lnTo>
                <a:lnTo>
                  <a:pt x="6793" y="2932"/>
                </a:lnTo>
                <a:lnTo>
                  <a:pt x="6792" y="2932"/>
                </a:lnTo>
                <a:lnTo>
                  <a:pt x="6792" y="2931"/>
                </a:lnTo>
                <a:lnTo>
                  <a:pt x="6791" y="2931"/>
                </a:lnTo>
                <a:lnTo>
                  <a:pt x="6790" y="2931"/>
                </a:lnTo>
                <a:lnTo>
                  <a:pt x="6790" y="2930"/>
                </a:lnTo>
                <a:lnTo>
                  <a:pt x="6789" y="2930"/>
                </a:lnTo>
                <a:lnTo>
                  <a:pt x="6788" y="2930"/>
                </a:lnTo>
                <a:lnTo>
                  <a:pt x="6788" y="2929"/>
                </a:lnTo>
                <a:lnTo>
                  <a:pt x="6787" y="2929"/>
                </a:lnTo>
                <a:lnTo>
                  <a:pt x="6786" y="2929"/>
                </a:lnTo>
                <a:lnTo>
                  <a:pt x="6785" y="2928"/>
                </a:lnTo>
                <a:lnTo>
                  <a:pt x="6784" y="2928"/>
                </a:lnTo>
                <a:lnTo>
                  <a:pt x="6784" y="2927"/>
                </a:lnTo>
                <a:lnTo>
                  <a:pt x="6783" y="2927"/>
                </a:lnTo>
                <a:lnTo>
                  <a:pt x="6782" y="2927"/>
                </a:lnTo>
                <a:lnTo>
                  <a:pt x="6782" y="2926"/>
                </a:lnTo>
                <a:lnTo>
                  <a:pt x="6781" y="2926"/>
                </a:lnTo>
                <a:lnTo>
                  <a:pt x="6780" y="2926"/>
                </a:lnTo>
                <a:lnTo>
                  <a:pt x="6780" y="2924"/>
                </a:lnTo>
                <a:lnTo>
                  <a:pt x="6779" y="2924"/>
                </a:lnTo>
                <a:lnTo>
                  <a:pt x="6778" y="2924"/>
                </a:lnTo>
                <a:lnTo>
                  <a:pt x="6778" y="2923"/>
                </a:lnTo>
                <a:lnTo>
                  <a:pt x="6777" y="2923"/>
                </a:lnTo>
                <a:lnTo>
                  <a:pt x="6776" y="2923"/>
                </a:lnTo>
                <a:lnTo>
                  <a:pt x="6775" y="2922"/>
                </a:lnTo>
                <a:lnTo>
                  <a:pt x="6774" y="2922"/>
                </a:lnTo>
                <a:lnTo>
                  <a:pt x="6774" y="2921"/>
                </a:lnTo>
                <a:lnTo>
                  <a:pt x="6773" y="2921"/>
                </a:lnTo>
                <a:lnTo>
                  <a:pt x="6772" y="2921"/>
                </a:lnTo>
                <a:lnTo>
                  <a:pt x="6772" y="2920"/>
                </a:lnTo>
                <a:lnTo>
                  <a:pt x="6771" y="2920"/>
                </a:lnTo>
                <a:lnTo>
                  <a:pt x="6770" y="2920"/>
                </a:lnTo>
                <a:lnTo>
                  <a:pt x="6770" y="2919"/>
                </a:lnTo>
                <a:lnTo>
                  <a:pt x="6769" y="2919"/>
                </a:lnTo>
                <a:lnTo>
                  <a:pt x="6768" y="2919"/>
                </a:lnTo>
                <a:lnTo>
                  <a:pt x="6768" y="2918"/>
                </a:lnTo>
                <a:lnTo>
                  <a:pt x="6767" y="2918"/>
                </a:lnTo>
                <a:lnTo>
                  <a:pt x="6766" y="2918"/>
                </a:lnTo>
                <a:lnTo>
                  <a:pt x="6765" y="2917"/>
                </a:lnTo>
                <a:lnTo>
                  <a:pt x="6764" y="2917"/>
                </a:lnTo>
                <a:lnTo>
                  <a:pt x="6764" y="2916"/>
                </a:lnTo>
                <a:lnTo>
                  <a:pt x="6763" y="2916"/>
                </a:lnTo>
                <a:lnTo>
                  <a:pt x="6762" y="2916"/>
                </a:lnTo>
                <a:lnTo>
                  <a:pt x="6762" y="2915"/>
                </a:lnTo>
                <a:lnTo>
                  <a:pt x="6761" y="2915"/>
                </a:lnTo>
                <a:lnTo>
                  <a:pt x="6760" y="2915"/>
                </a:lnTo>
                <a:lnTo>
                  <a:pt x="6760" y="2914"/>
                </a:lnTo>
                <a:lnTo>
                  <a:pt x="6759" y="2914"/>
                </a:lnTo>
                <a:lnTo>
                  <a:pt x="6758" y="2914"/>
                </a:lnTo>
                <a:lnTo>
                  <a:pt x="6758" y="2913"/>
                </a:lnTo>
                <a:lnTo>
                  <a:pt x="6757" y="2913"/>
                </a:lnTo>
                <a:lnTo>
                  <a:pt x="6756" y="2913"/>
                </a:lnTo>
                <a:lnTo>
                  <a:pt x="6755" y="2912"/>
                </a:lnTo>
                <a:lnTo>
                  <a:pt x="6754" y="2912"/>
                </a:lnTo>
                <a:lnTo>
                  <a:pt x="6754" y="2911"/>
                </a:lnTo>
                <a:lnTo>
                  <a:pt x="6753" y="2911"/>
                </a:lnTo>
                <a:lnTo>
                  <a:pt x="6752" y="2911"/>
                </a:lnTo>
                <a:lnTo>
                  <a:pt x="6752" y="2910"/>
                </a:lnTo>
                <a:lnTo>
                  <a:pt x="6751" y="2910"/>
                </a:lnTo>
                <a:lnTo>
                  <a:pt x="6750" y="2910"/>
                </a:lnTo>
                <a:lnTo>
                  <a:pt x="6750" y="2909"/>
                </a:lnTo>
                <a:lnTo>
                  <a:pt x="6749" y="2909"/>
                </a:lnTo>
                <a:lnTo>
                  <a:pt x="6748" y="2909"/>
                </a:lnTo>
                <a:lnTo>
                  <a:pt x="6748" y="2908"/>
                </a:lnTo>
                <a:lnTo>
                  <a:pt x="6747" y="2908"/>
                </a:lnTo>
                <a:lnTo>
                  <a:pt x="6746" y="2908"/>
                </a:lnTo>
                <a:lnTo>
                  <a:pt x="6745" y="2907"/>
                </a:lnTo>
                <a:lnTo>
                  <a:pt x="6744" y="2907"/>
                </a:lnTo>
                <a:lnTo>
                  <a:pt x="6744" y="2906"/>
                </a:lnTo>
                <a:lnTo>
                  <a:pt x="6743" y="2906"/>
                </a:lnTo>
                <a:lnTo>
                  <a:pt x="6742" y="2906"/>
                </a:lnTo>
                <a:lnTo>
                  <a:pt x="6741" y="2905"/>
                </a:lnTo>
                <a:lnTo>
                  <a:pt x="6740" y="2905"/>
                </a:lnTo>
                <a:lnTo>
                  <a:pt x="6740" y="2904"/>
                </a:lnTo>
                <a:lnTo>
                  <a:pt x="6739" y="2904"/>
                </a:lnTo>
                <a:lnTo>
                  <a:pt x="6738" y="2904"/>
                </a:lnTo>
                <a:lnTo>
                  <a:pt x="6738" y="2903"/>
                </a:lnTo>
                <a:lnTo>
                  <a:pt x="6737" y="2903"/>
                </a:lnTo>
                <a:lnTo>
                  <a:pt x="6736" y="2903"/>
                </a:lnTo>
                <a:lnTo>
                  <a:pt x="6735" y="2902"/>
                </a:lnTo>
                <a:lnTo>
                  <a:pt x="6734" y="2902"/>
                </a:lnTo>
                <a:lnTo>
                  <a:pt x="6734" y="2901"/>
                </a:lnTo>
                <a:lnTo>
                  <a:pt x="6733" y="2901"/>
                </a:lnTo>
                <a:lnTo>
                  <a:pt x="6732" y="2901"/>
                </a:lnTo>
                <a:lnTo>
                  <a:pt x="6731" y="2900"/>
                </a:lnTo>
                <a:lnTo>
                  <a:pt x="6730" y="2900"/>
                </a:lnTo>
                <a:lnTo>
                  <a:pt x="6730" y="2899"/>
                </a:lnTo>
                <a:lnTo>
                  <a:pt x="6729" y="2899"/>
                </a:lnTo>
                <a:lnTo>
                  <a:pt x="6728" y="2899"/>
                </a:lnTo>
                <a:lnTo>
                  <a:pt x="6728" y="2898"/>
                </a:lnTo>
                <a:lnTo>
                  <a:pt x="6727" y="2898"/>
                </a:lnTo>
                <a:lnTo>
                  <a:pt x="6726" y="2898"/>
                </a:lnTo>
                <a:lnTo>
                  <a:pt x="6725" y="2897"/>
                </a:lnTo>
                <a:lnTo>
                  <a:pt x="6724" y="2897"/>
                </a:lnTo>
                <a:lnTo>
                  <a:pt x="6724" y="2896"/>
                </a:lnTo>
                <a:lnTo>
                  <a:pt x="6723" y="2896"/>
                </a:lnTo>
                <a:lnTo>
                  <a:pt x="6722" y="2896"/>
                </a:lnTo>
                <a:lnTo>
                  <a:pt x="6721" y="2895"/>
                </a:lnTo>
                <a:lnTo>
                  <a:pt x="6720" y="2895"/>
                </a:lnTo>
                <a:lnTo>
                  <a:pt x="6720" y="2894"/>
                </a:lnTo>
                <a:lnTo>
                  <a:pt x="6719" y="2894"/>
                </a:lnTo>
                <a:lnTo>
                  <a:pt x="6718" y="2894"/>
                </a:lnTo>
                <a:lnTo>
                  <a:pt x="6718" y="2893"/>
                </a:lnTo>
                <a:lnTo>
                  <a:pt x="6717" y="2893"/>
                </a:lnTo>
                <a:lnTo>
                  <a:pt x="6716" y="2893"/>
                </a:lnTo>
                <a:lnTo>
                  <a:pt x="6715" y="2892"/>
                </a:lnTo>
                <a:lnTo>
                  <a:pt x="6714" y="2892"/>
                </a:lnTo>
                <a:lnTo>
                  <a:pt x="6714" y="2891"/>
                </a:lnTo>
                <a:lnTo>
                  <a:pt x="6713" y="2891"/>
                </a:lnTo>
                <a:lnTo>
                  <a:pt x="6712" y="2891"/>
                </a:lnTo>
                <a:lnTo>
                  <a:pt x="6711" y="2890"/>
                </a:lnTo>
                <a:lnTo>
                  <a:pt x="6710" y="2890"/>
                </a:lnTo>
                <a:lnTo>
                  <a:pt x="6710" y="2889"/>
                </a:lnTo>
                <a:lnTo>
                  <a:pt x="6709" y="2889"/>
                </a:lnTo>
                <a:lnTo>
                  <a:pt x="6708" y="2889"/>
                </a:lnTo>
                <a:lnTo>
                  <a:pt x="6708" y="2888"/>
                </a:lnTo>
                <a:lnTo>
                  <a:pt x="6707" y="2888"/>
                </a:lnTo>
                <a:lnTo>
                  <a:pt x="6706" y="2888"/>
                </a:lnTo>
                <a:lnTo>
                  <a:pt x="6705" y="2887"/>
                </a:lnTo>
                <a:lnTo>
                  <a:pt x="6704" y="2887"/>
                </a:lnTo>
                <a:lnTo>
                  <a:pt x="6704" y="2886"/>
                </a:lnTo>
                <a:lnTo>
                  <a:pt x="6703" y="2886"/>
                </a:lnTo>
                <a:lnTo>
                  <a:pt x="6702" y="2886"/>
                </a:lnTo>
                <a:lnTo>
                  <a:pt x="6701" y="2885"/>
                </a:lnTo>
                <a:lnTo>
                  <a:pt x="6700" y="2885"/>
                </a:lnTo>
                <a:lnTo>
                  <a:pt x="6700" y="2884"/>
                </a:lnTo>
                <a:lnTo>
                  <a:pt x="6699" y="2884"/>
                </a:lnTo>
                <a:lnTo>
                  <a:pt x="6698" y="2884"/>
                </a:lnTo>
                <a:lnTo>
                  <a:pt x="6698" y="2883"/>
                </a:lnTo>
                <a:lnTo>
                  <a:pt x="6697" y="2883"/>
                </a:lnTo>
                <a:lnTo>
                  <a:pt x="6696" y="2883"/>
                </a:lnTo>
                <a:lnTo>
                  <a:pt x="6695" y="2882"/>
                </a:lnTo>
                <a:lnTo>
                  <a:pt x="6694" y="2882"/>
                </a:lnTo>
                <a:lnTo>
                  <a:pt x="6694" y="2881"/>
                </a:lnTo>
                <a:lnTo>
                  <a:pt x="6693" y="2881"/>
                </a:lnTo>
                <a:lnTo>
                  <a:pt x="6692" y="2881"/>
                </a:lnTo>
                <a:lnTo>
                  <a:pt x="6691" y="2880"/>
                </a:lnTo>
                <a:lnTo>
                  <a:pt x="6690" y="2880"/>
                </a:lnTo>
                <a:lnTo>
                  <a:pt x="6690" y="2879"/>
                </a:lnTo>
                <a:lnTo>
                  <a:pt x="6689" y="2879"/>
                </a:lnTo>
                <a:lnTo>
                  <a:pt x="6688" y="2879"/>
                </a:lnTo>
                <a:lnTo>
                  <a:pt x="6688" y="2878"/>
                </a:lnTo>
                <a:lnTo>
                  <a:pt x="6687" y="2878"/>
                </a:lnTo>
                <a:lnTo>
                  <a:pt x="6686" y="2878"/>
                </a:lnTo>
                <a:lnTo>
                  <a:pt x="6686" y="2877"/>
                </a:lnTo>
                <a:lnTo>
                  <a:pt x="6685" y="2877"/>
                </a:lnTo>
                <a:lnTo>
                  <a:pt x="6684" y="2877"/>
                </a:lnTo>
                <a:lnTo>
                  <a:pt x="6684" y="2876"/>
                </a:lnTo>
                <a:lnTo>
                  <a:pt x="6683" y="2876"/>
                </a:lnTo>
                <a:lnTo>
                  <a:pt x="6682" y="2876"/>
                </a:lnTo>
                <a:lnTo>
                  <a:pt x="6681" y="2875"/>
                </a:lnTo>
                <a:lnTo>
                  <a:pt x="6680" y="2875"/>
                </a:lnTo>
                <a:lnTo>
                  <a:pt x="6680" y="2874"/>
                </a:lnTo>
                <a:lnTo>
                  <a:pt x="6679" y="2874"/>
                </a:lnTo>
                <a:lnTo>
                  <a:pt x="6678" y="2874"/>
                </a:lnTo>
                <a:lnTo>
                  <a:pt x="6677" y="2873"/>
                </a:lnTo>
                <a:lnTo>
                  <a:pt x="6676" y="2873"/>
                </a:lnTo>
                <a:lnTo>
                  <a:pt x="6676" y="2872"/>
                </a:lnTo>
                <a:lnTo>
                  <a:pt x="6675" y="2872"/>
                </a:lnTo>
                <a:lnTo>
                  <a:pt x="6674" y="2872"/>
                </a:lnTo>
                <a:lnTo>
                  <a:pt x="6674" y="2871"/>
                </a:lnTo>
                <a:lnTo>
                  <a:pt x="6673" y="2871"/>
                </a:lnTo>
                <a:lnTo>
                  <a:pt x="6672" y="2871"/>
                </a:lnTo>
                <a:lnTo>
                  <a:pt x="6671" y="2870"/>
                </a:lnTo>
                <a:lnTo>
                  <a:pt x="6670" y="2870"/>
                </a:lnTo>
                <a:lnTo>
                  <a:pt x="6670" y="2869"/>
                </a:lnTo>
                <a:lnTo>
                  <a:pt x="6669" y="2869"/>
                </a:lnTo>
                <a:lnTo>
                  <a:pt x="6668" y="2869"/>
                </a:lnTo>
                <a:lnTo>
                  <a:pt x="6667" y="2868"/>
                </a:lnTo>
                <a:lnTo>
                  <a:pt x="6666" y="2868"/>
                </a:lnTo>
                <a:lnTo>
                  <a:pt x="6666" y="2867"/>
                </a:lnTo>
                <a:lnTo>
                  <a:pt x="6665" y="2867"/>
                </a:lnTo>
                <a:lnTo>
                  <a:pt x="6664" y="2867"/>
                </a:lnTo>
                <a:lnTo>
                  <a:pt x="6664" y="2866"/>
                </a:lnTo>
                <a:lnTo>
                  <a:pt x="6663" y="2866"/>
                </a:lnTo>
                <a:lnTo>
                  <a:pt x="6662" y="2866"/>
                </a:lnTo>
                <a:lnTo>
                  <a:pt x="6661" y="2865"/>
                </a:lnTo>
                <a:lnTo>
                  <a:pt x="6660" y="2865"/>
                </a:lnTo>
                <a:lnTo>
                  <a:pt x="6660" y="2864"/>
                </a:lnTo>
                <a:lnTo>
                  <a:pt x="6659" y="2864"/>
                </a:lnTo>
                <a:lnTo>
                  <a:pt x="6658" y="2864"/>
                </a:lnTo>
                <a:lnTo>
                  <a:pt x="6657" y="2863"/>
                </a:lnTo>
                <a:lnTo>
                  <a:pt x="6656" y="2863"/>
                </a:lnTo>
                <a:lnTo>
                  <a:pt x="6656" y="2862"/>
                </a:lnTo>
                <a:lnTo>
                  <a:pt x="6655" y="2862"/>
                </a:lnTo>
                <a:lnTo>
                  <a:pt x="6654" y="2862"/>
                </a:lnTo>
                <a:lnTo>
                  <a:pt x="6654" y="2861"/>
                </a:lnTo>
                <a:lnTo>
                  <a:pt x="6653" y="2861"/>
                </a:lnTo>
                <a:lnTo>
                  <a:pt x="6652" y="2861"/>
                </a:lnTo>
                <a:lnTo>
                  <a:pt x="6651" y="2860"/>
                </a:lnTo>
                <a:lnTo>
                  <a:pt x="6650" y="2860"/>
                </a:lnTo>
                <a:lnTo>
                  <a:pt x="6650" y="2859"/>
                </a:lnTo>
                <a:lnTo>
                  <a:pt x="6649" y="2859"/>
                </a:lnTo>
                <a:lnTo>
                  <a:pt x="6648" y="2859"/>
                </a:lnTo>
                <a:lnTo>
                  <a:pt x="6647" y="2858"/>
                </a:lnTo>
                <a:lnTo>
                  <a:pt x="6646" y="2858"/>
                </a:lnTo>
                <a:lnTo>
                  <a:pt x="6646" y="2857"/>
                </a:lnTo>
                <a:lnTo>
                  <a:pt x="6645" y="2857"/>
                </a:lnTo>
                <a:lnTo>
                  <a:pt x="6644" y="2857"/>
                </a:lnTo>
                <a:lnTo>
                  <a:pt x="6644" y="2856"/>
                </a:lnTo>
                <a:lnTo>
                  <a:pt x="6643" y="2856"/>
                </a:lnTo>
                <a:lnTo>
                  <a:pt x="6642" y="2856"/>
                </a:lnTo>
                <a:lnTo>
                  <a:pt x="6641" y="2855"/>
                </a:lnTo>
                <a:lnTo>
                  <a:pt x="6640" y="2855"/>
                </a:lnTo>
                <a:lnTo>
                  <a:pt x="6640" y="2854"/>
                </a:lnTo>
                <a:lnTo>
                  <a:pt x="6639" y="2854"/>
                </a:lnTo>
                <a:lnTo>
                  <a:pt x="6638" y="2854"/>
                </a:lnTo>
                <a:lnTo>
                  <a:pt x="6637" y="2853"/>
                </a:lnTo>
                <a:lnTo>
                  <a:pt x="6636" y="2853"/>
                </a:lnTo>
                <a:lnTo>
                  <a:pt x="6636" y="2852"/>
                </a:lnTo>
                <a:lnTo>
                  <a:pt x="6635" y="2852"/>
                </a:lnTo>
                <a:lnTo>
                  <a:pt x="6634" y="2852"/>
                </a:lnTo>
                <a:lnTo>
                  <a:pt x="6634" y="2851"/>
                </a:lnTo>
                <a:lnTo>
                  <a:pt x="6633" y="2851"/>
                </a:lnTo>
                <a:lnTo>
                  <a:pt x="6632" y="2851"/>
                </a:lnTo>
                <a:lnTo>
                  <a:pt x="6631" y="2850"/>
                </a:lnTo>
                <a:lnTo>
                  <a:pt x="6630" y="2850"/>
                </a:lnTo>
                <a:lnTo>
                  <a:pt x="6630" y="2849"/>
                </a:lnTo>
                <a:lnTo>
                  <a:pt x="6629" y="2849"/>
                </a:lnTo>
                <a:lnTo>
                  <a:pt x="6628" y="2849"/>
                </a:lnTo>
                <a:lnTo>
                  <a:pt x="6627" y="2848"/>
                </a:lnTo>
                <a:lnTo>
                  <a:pt x="6626" y="2848"/>
                </a:lnTo>
                <a:lnTo>
                  <a:pt x="6626" y="2847"/>
                </a:lnTo>
                <a:lnTo>
                  <a:pt x="6625" y="2847"/>
                </a:lnTo>
                <a:lnTo>
                  <a:pt x="6624" y="2847"/>
                </a:lnTo>
                <a:lnTo>
                  <a:pt x="6624" y="2846"/>
                </a:lnTo>
                <a:lnTo>
                  <a:pt x="6623" y="2846"/>
                </a:lnTo>
                <a:lnTo>
                  <a:pt x="6622" y="2846"/>
                </a:lnTo>
                <a:lnTo>
                  <a:pt x="6621" y="2845"/>
                </a:lnTo>
                <a:lnTo>
                  <a:pt x="6620" y="2845"/>
                </a:lnTo>
                <a:lnTo>
                  <a:pt x="6620" y="2844"/>
                </a:lnTo>
                <a:lnTo>
                  <a:pt x="6619" y="2844"/>
                </a:lnTo>
                <a:lnTo>
                  <a:pt x="6618" y="2844"/>
                </a:lnTo>
                <a:lnTo>
                  <a:pt x="6617" y="2843"/>
                </a:lnTo>
                <a:lnTo>
                  <a:pt x="6616" y="2843"/>
                </a:lnTo>
                <a:lnTo>
                  <a:pt x="6616" y="2842"/>
                </a:lnTo>
                <a:lnTo>
                  <a:pt x="6615" y="2842"/>
                </a:lnTo>
                <a:lnTo>
                  <a:pt x="6614" y="2842"/>
                </a:lnTo>
                <a:lnTo>
                  <a:pt x="6613" y="2841"/>
                </a:lnTo>
                <a:lnTo>
                  <a:pt x="6612" y="2841"/>
                </a:lnTo>
                <a:lnTo>
                  <a:pt x="6611" y="2840"/>
                </a:lnTo>
                <a:lnTo>
                  <a:pt x="6610" y="2841"/>
                </a:lnTo>
                <a:lnTo>
                  <a:pt x="6609" y="2840"/>
                </a:lnTo>
                <a:lnTo>
                  <a:pt x="6608" y="2840"/>
                </a:lnTo>
                <a:lnTo>
                  <a:pt x="6607" y="2840"/>
                </a:lnTo>
                <a:lnTo>
                  <a:pt x="6607" y="2839"/>
                </a:lnTo>
                <a:lnTo>
                  <a:pt x="6606" y="2839"/>
                </a:lnTo>
                <a:lnTo>
                  <a:pt x="6605" y="2838"/>
                </a:lnTo>
                <a:lnTo>
                  <a:pt x="6604" y="2838"/>
                </a:lnTo>
                <a:lnTo>
                  <a:pt x="6603" y="2837"/>
                </a:lnTo>
                <a:lnTo>
                  <a:pt x="6602" y="2837"/>
                </a:lnTo>
                <a:lnTo>
                  <a:pt x="6601" y="2837"/>
                </a:lnTo>
                <a:lnTo>
                  <a:pt x="6601" y="2836"/>
                </a:lnTo>
                <a:lnTo>
                  <a:pt x="6600" y="2836"/>
                </a:lnTo>
                <a:lnTo>
                  <a:pt x="6599" y="2835"/>
                </a:lnTo>
                <a:lnTo>
                  <a:pt x="6598" y="2835"/>
                </a:lnTo>
                <a:lnTo>
                  <a:pt x="6597" y="2835"/>
                </a:lnTo>
                <a:lnTo>
                  <a:pt x="6597" y="2834"/>
                </a:lnTo>
                <a:lnTo>
                  <a:pt x="6596" y="2834"/>
                </a:lnTo>
                <a:lnTo>
                  <a:pt x="6595" y="2833"/>
                </a:lnTo>
                <a:lnTo>
                  <a:pt x="6594" y="2833"/>
                </a:lnTo>
                <a:lnTo>
                  <a:pt x="6593" y="2833"/>
                </a:lnTo>
                <a:lnTo>
                  <a:pt x="6593" y="2832"/>
                </a:lnTo>
                <a:lnTo>
                  <a:pt x="6592" y="2832"/>
                </a:lnTo>
                <a:lnTo>
                  <a:pt x="6591" y="2832"/>
                </a:lnTo>
                <a:lnTo>
                  <a:pt x="6591" y="2831"/>
                </a:lnTo>
                <a:lnTo>
                  <a:pt x="6590" y="2831"/>
                </a:lnTo>
                <a:lnTo>
                  <a:pt x="6589" y="2830"/>
                </a:lnTo>
                <a:lnTo>
                  <a:pt x="6588" y="2830"/>
                </a:lnTo>
                <a:lnTo>
                  <a:pt x="6587" y="2830"/>
                </a:lnTo>
                <a:lnTo>
                  <a:pt x="6587" y="2829"/>
                </a:lnTo>
                <a:lnTo>
                  <a:pt x="6586" y="2829"/>
                </a:lnTo>
                <a:lnTo>
                  <a:pt x="6585" y="2828"/>
                </a:lnTo>
                <a:lnTo>
                  <a:pt x="6584" y="2828"/>
                </a:lnTo>
                <a:lnTo>
                  <a:pt x="6583" y="2828"/>
                </a:lnTo>
                <a:lnTo>
                  <a:pt x="6583" y="2827"/>
                </a:lnTo>
                <a:lnTo>
                  <a:pt x="6582" y="2827"/>
                </a:lnTo>
                <a:lnTo>
                  <a:pt x="6581" y="2827"/>
                </a:lnTo>
                <a:lnTo>
                  <a:pt x="6581" y="2826"/>
                </a:lnTo>
                <a:lnTo>
                  <a:pt x="6580" y="2826"/>
                </a:lnTo>
                <a:lnTo>
                  <a:pt x="6579" y="2825"/>
                </a:lnTo>
                <a:lnTo>
                  <a:pt x="6578" y="2825"/>
                </a:lnTo>
                <a:lnTo>
                  <a:pt x="6577" y="2825"/>
                </a:lnTo>
                <a:lnTo>
                  <a:pt x="6577" y="2824"/>
                </a:lnTo>
                <a:lnTo>
                  <a:pt x="6576" y="2824"/>
                </a:lnTo>
                <a:lnTo>
                  <a:pt x="6575" y="2823"/>
                </a:lnTo>
                <a:lnTo>
                  <a:pt x="6574" y="2823"/>
                </a:lnTo>
                <a:lnTo>
                  <a:pt x="6573" y="2823"/>
                </a:lnTo>
                <a:lnTo>
                  <a:pt x="6573" y="2822"/>
                </a:lnTo>
                <a:lnTo>
                  <a:pt x="6572" y="2822"/>
                </a:lnTo>
                <a:lnTo>
                  <a:pt x="6571" y="2822"/>
                </a:lnTo>
                <a:lnTo>
                  <a:pt x="6571" y="2821"/>
                </a:lnTo>
                <a:lnTo>
                  <a:pt x="6570" y="2821"/>
                </a:lnTo>
                <a:lnTo>
                  <a:pt x="6569" y="2820"/>
                </a:lnTo>
                <a:lnTo>
                  <a:pt x="6568" y="2820"/>
                </a:lnTo>
                <a:lnTo>
                  <a:pt x="6567" y="2820"/>
                </a:lnTo>
                <a:lnTo>
                  <a:pt x="6567" y="2819"/>
                </a:lnTo>
                <a:lnTo>
                  <a:pt x="6566" y="2819"/>
                </a:lnTo>
                <a:lnTo>
                  <a:pt x="6565" y="2818"/>
                </a:lnTo>
                <a:lnTo>
                  <a:pt x="6564" y="2818"/>
                </a:lnTo>
                <a:lnTo>
                  <a:pt x="6563" y="2818"/>
                </a:lnTo>
                <a:lnTo>
                  <a:pt x="6563" y="2817"/>
                </a:lnTo>
                <a:lnTo>
                  <a:pt x="6562" y="2817"/>
                </a:lnTo>
                <a:lnTo>
                  <a:pt x="6561" y="2816"/>
                </a:lnTo>
                <a:lnTo>
                  <a:pt x="6560" y="2816"/>
                </a:lnTo>
                <a:lnTo>
                  <a:pt x="6559" y="2815"/>
                </a:lnTo>
                <a:lnTo>
                  <a:pt x="6558" y="2815"/>
                </a:lnTo>
                <a:lnTo>
                  <a:pt x="6557" y="2815"/>
                </a:lnTo>
                <a:lnTo>
                  <a:pt x="6557" y="2814"/>
                </a:lnTo>
                <a:lnTo>
                  <a:pt x="6556" y="2814"/>
                </a:lnTo>
                <a:lnTo>
                  <a:pt x="6555" y="2813"/>
                </a:lnTo>
                <a:lnTo>
                  <a:pt x="6554" y="2813"/>
                </a:lnTo>
                <a:lnTo>
                  <a:pt x="6553" y="2813"/>
                </a:lnTo>
                <a:lnTo>
                  <a:pt x="6553" y="2812"/>
                </a:lnTo>
                <a:lnTo>
                  <a:pt x="6552" y="2812"/>
                </a:lnTo>
                <a:lnTo>
                  <a:pt x="6551" y="2811"/>
                </a:lnTo>
                <a:lnTo>
                  <a:pt x="6550" y="2811"/>
                </a:lnTo>
                <a:lnTo>
                  <a:pt x="6549" y="2810"/>
                </a:lnTo>
                <a:lnTo>
                  <a:pt x="6548" y="2810"/>
                </a:lnTo>
                <a:lnTo>
                  <a:pt x="6547" y="2810"/>
                </a:lnTo>
                <a:lnTo>
                  <a:pt x="6547" y="2809"/>
                </a:lnTo>
                <a:lnTo>
                  <a:pt x="6546" y="2809"/>
                </a:lnTo>
                <a:lnTo>
                  <a:pt x="6545" y="2808"/>
                </a:lnTo>
                <a:lnTo>
                  <a:pt x="6544" y="2808"/>
                </a:lnTo>
                <a:lnTo>
                  <a:pt x="6543" y="2808"/>
                </a:lnTo>
                <a:lnTo>
                  <a:pt x="6543" y="2807"/>
                </a:lnTo>
                <a:lnTo>
                  <a:pt x="6542" y="2807"/>
                </a:lnTo>
                <a:lnTo>
                  <a:pt x="6541" y="2806"/>
                </a:lnTo>
                <a:lnTo>
                  <a:pt x="6540" y="2806"/>
                </a:lnTo>
                <a:lnTo>
                  <a:pt x="6539" y="2805"/>
                </a:lnTo>
                <a:lnTo>
                  <a:pt x="6538" y="2805"/>
                </a:lnTo>
                <a:lnTo>
                  <a:pt x="6537" y="2805"/>
                </a:lnTo>
                <a:lnTo>
                  <a:pt x="6537" y="2804"/>
                </a:lnTo>
                <a:lnTo>
                  <a:pt x="6536" y="2804"/>
                </a:lnTo>
                <a:lnTo>
                  <a:pt x="6535" y="2803"/>
                </a:lnTo>
                <a:lnTo>
                  <a:pt x="6534" y="2803"/>
                </a:lnTo>
                <a:lnTo>
                  <a:pt x="6533" y="2803"/>
                </a:lnTo>
                <a:lnTo>
                  <a:pt x="6533" y="2802"/>
                </a:lnTo>
                <a:lnTo>
                  <a:pt x="6532" y="2802"/>
                </a:lnTo>
                <a:lnTo>
                  <a:pt x="6531" y="2801"/>
                </a:lnTo>
                <a:lnTo>
                  <a:pt x="6530" y="2801"/>
                </a:lnTo>
                <a:lnTo>
                  <a:pt x="6529" y="2801"/>
                </a:lnTo>
                <a:lnTo>
                  <a:pt x="6529" y="2800"/>
                </a:lnTo>
                <a:lnTo>
                  <a:pt x="6528" y="2800"/>
                </a:lnTo>
                <a:lnTo>
                  <a:pt x="6527" y="2800"/>
                </a:lnTo>
                <a:lnTo>
                  <a:pt x="6527" y="2799"/>
                </a:lnTo>
                <a:lnTo>
                  <a:pt x="6526" y="2799"/>
                </a:lnTo>
                <a:lnTo>
                  <a:pt x="6525" y="2798"/>
                </a:lnTo>
                <a:lnTo>
                  <a:pt x="6524" y="2798"/>
                </a:lnTo>
                <a:lnTo>
                  <a:pt x="6523" y="2798"/>
                </a:lnTo>
                <a:lnTo>
                  <a:pt x="6523" y="2797"/>
                </a:lnTo>
                <a:lnTo>
                  <a:pt x="6522" y="2797"/>
                </a:lnTo>
                <a:lnTo>
                  <a:pt x="6521" y="2796"/>
                </a:lnTo>
                <a:lnTo>
                  <a:pt x="6520" y="2796"/>
                </a:lnTo>
                <a:lnTo>
                  <a:pt x="6519" y="2796"/>
                </a:lnTo>
                <a:lnTo>
                  <a:pt x="6519" y="2795"/>
                </a:lnTo>
                <a:lnTo>
                  <a:pt x="6518" y="2795"/>
                </a:lnTo>
                <a:lnTo>
                  <a:pt x="6517" y="2795"/>
                </a:lnTo>
                <a:lnTo>
                  <a:pt x="6517" y="2794"/>
                </a:lnTo>
                <a:lnTo>
                  <a:pt x="6516" y="2794"/>
                </a:lnTo>
                <a:lnTo>
                  <a:pt x="6515" y="2793"/>
                </a:lnTo>
                <a:lnTo>
                  <a:pt x="6514" y="2793"/>
                </a:lnTo>
                <a:lnTo>
                  <a:pt x="6513" y="2793"/>
                </a:lnTo>
                <a:lnTo>
                  <a:pt x="6513" y="2792"/>
                </a:lnTo>
                <a:lnTo>
                  <a:pt x="6512" y="2792"/>
                </a:lnTo>
                <a:lnTo>
                  <a:pt x="6511" y="2791"/>
                </a:lnTo>
                <a:lnTo>
                  <a:pt x="6510" y="2791"/>
                </a:lnTo>
                <a:lnTo>
                  <a:pt x="6509" y="2791"/>
                </a:lnTo>
                <a:lnTo>
                  <a:pt x="6509" y="2790"/>
                </a:lnTo>
                <a:lnTo>
                  <a:pt x="6508" y="2790"/>
                </a:lnTo>
                <a:lnTo>
                  <a:pt x="6507" y="2790"/>
                </a:lnTo>
                <a:lnTo>
                  <a:pt x="6507" y="2789"/>
                </a:lnTo>
                <a:lnTo>
                  <a:pt x="6506" y="2789"/>
                </a:lnTo>
                <a:lnTo>
                  <a:pt x="6505" y="2788"/>
                </a:lnTo>
                <a:lnTo>
                  <a:pt x="6504" y="2788"/>
                </a:lnTo>
                <a:lnTo>
                  <a:pt x="6503" y="2788"/>
                </a:lnTo>
                <a:lnTo>
                  <a:pt x="6503" y="2787"/>
                </a:lnTo>
                <a:lnTo>
                  <a:pt x="6502" y="2787"/>
                </a:lnTo>
                <a:lnTo>
                  <a:pt x="6501" y="2786"/>
                </a:lnTo>
                <a:lnTo>
                  <a:pt x="6500" y="2786"/>
                </a:lnTo>
                <a:lnTo>
                  <a:pt x="6499" y="2786"/>
                </a:lnTo>
                <a:lnTo>
                  <a:pt x="6499" y="2785"/>
                </a:lnTo>
                <a:lnTo>
                  <a:pt x="6498" y="2785"/>
                </a:lnTo>
                <a:lnTo>
                  <a:pt x="6497" y="2785"/>
                </a:lnTo>
                <a:lnTo>
                  <a:pt x="6497" y="2784"/>
                </a:lnTo>
                <a:lnTo>
                  <a:pt x="6496" y="2784"/>
                </a:lnTo>
                <a:lnTo>
                  <a:pt x="6495" y="2783"/>
                </a:lnTo>
                <a:lnTo>
                  <a:pt x="6494" y="2783"/>
                </a:lnTo>
                <a:lnTo>
                  <a:pt x="6493" y="2783"/>
                </a:lnTo>
                <a:lnTo>
                  <a:pt x="6493" y="2782"/>
                </a:lnTo>
                <a:lnTo>
                  <a:pt x="6492" y="2782"/>
                </a:lnTo>
                <a:lnTo>
                  <a:pt x="6491" y="2781"/>
                </a:lnTo>
                <a:lnTo>
                  <a:pt x="6490" y="2781"/>
                </a:lnTo>
                <a:lnTo>
                  <a:pt x="6489" y="2781"/>
                </a:lnTo>
                <a:lnTo>
                  <a:pt x="6489" y="2780"/>
                </a:lnTo>
                <a:lnTo>
                  <a:pt x="6488" y="2780"/>
                </a:lnTo>
                <a:lnTo>
                  <a:pt x="6487" y="2780"/>
                </a:lnTo>
                <a:lnTo>
                  <a:pt x="6487" y="2779"/>
                </a:lnTo>
                <a:lnTo>
                  <a:pt x="6486" y="2779"/>
                </a:lnTo>
                <a:lnTo>
                  <a:pt x="6485" y="2778"/>
                </a:lnTo>
                <a:lnTo>
                  <a:pt x="6484" y="2778"/>
                </a:lnTo>
                <a:lnTo>
                  <a:pt x="6483" y="2778"/>
                </a:lnTo>
                <a:lnTo>
                  <a:pt x="6483" y="2777"/>
                </a:lnTo>
                <a:lnTo>
                  <a:pt x="6482" y="2777"/>
                </a:lnTo>
                <a:lnTo>
                  <a:pt x="6481" y="2776"/>
                </a:lnTo>
                <a:lnTo>
                  <a:pt x="6480" y="2776"/>
                </a:lnTo>
                <a:lnTo>
                  <a:pt x="6479" y="2776"/>
                </a:lnTo>
                <a:lnTo>
                  <a:pt x="6479" y="2775"/>
                </a:lnTo>
                <a:lnTo>
                  <a:pt x="6478" y="2775"/>
                </a:lnTo>
                <a:lnTo>
                  <a:pt x="6477" y="2775"/>
                </a:lnTo>
                <a:lnTo>
                  <a:pt x="6477" y="2774"/>
                </a:lnTo>
                <a:lnTo>
                  <a:pt x="6476" y="2774"/>
                </a:lnTo>
                <a:lnTo>
                  <a:pt x="6475" y="2773"/>
                </a:lnTo>
                <a:lnTo>
                  <a:pt x="6474" y="2773"/>
                </a:lnTo>
                <a:lnTo>
                  <a:pt x="6473" y="2773"/>
                </a:lnTo>
                <a:lnTo>
                  <a:pt x="6473" y="2772"/>
                </a:lnTo>
                <a:lnTo>
                  <a:pt x="6472" y="2772"/>
                </a:lnTo>
                <a:lnTo>
                  <a:pt x="6471" y="2771"/>
                </a:lnTo>
                <a:lnTo>
                  <a:pt x="6470" y="2771"/>
                </a:lnTo>
                <a:lnTo>
                  <a:pt x="6469" y="2771"/>
                </a:lnTo>
                <a:lnTo>
                  <a:pt x="6469" y="2770"/>
                </a:lnTo>
                <a:lnTo>
                  <a:pt x="6468" y="2770"/>
                </a:lnTo>
                <a:lnTo>
                  <a:pt x="6467" y="2770"/>
                </a:lnTo>
                <a:lnTo>
                  <a:pt x="6467" y="2769"/>
                </a:lnTo>
                <a:lnTo>
                  <a:pt x="6466" y="2769"/>
                </a:lnTo>
                <a:lnTo>
                  <a:pt x="6465" y="2769"/>
                </a:lnTo>
                <a:lnTo>
                  <a:pt x="6465" y="2768"/>
                </a:lnTo>
                <a:lnTo>
                  <a:pt x="6464" y="2768"/>
                </a:lnTo>
                <a:lnTo>
                  <a:pt x="6463" y="2768"/>
                </a:lnTo>
                <a:lnTo>
                  <a:pt x="6463" y="2767"/>
                </a:lnTo>
                <a:lnTo>
                  <a:pt x="6462" y="2767"/>
                </a:lnTo>
                <a:lnTo>
                  <a:pt x="6461" y="2766"/>
                </a:lnTo>
                <a:lnTo>
                  <a:pt x="6460" y="2766"/>
                </a:lnTo>
                <a:lnTo>
                  <a:pt x="6459" y="2766"/>
                </a:lnTo>
                <a:lnTo>
                  <a:pt x="6459" y="2765"/>
                </a:lnTo>
                <a:lnTo>
                  <a:pt x="6458" y="2765"/>
                </a:lnTo>
                <a:lnTo>
                  <a:pt x="6457" y="2765"/>
                </a:lnTo>
                <a:lnTo>
                  <a:pt x="6457" y="2764"/>
                </a:lnTo>
                <a:lnTo>
                  <a:pt x="6456" y="2764"/>
                </a:lnTo>
                <a:lnTo>
                  <a:pt x="6455" y="2764"/>
                </a:lnTo>
                <a:lnTo>
                  <a:pt x="6455" y="2763"/>
                </a:lnTo>
                <a:lnTo>
                  <a:pt x="6454" y="2763"/>
                </a:lnTo>
                <a:lnTo>
                  <a:pt x="6453" y="2763"/>
                </a:lnTo>
                <a:lnTo>
                  <a:pt x="6453" y="2762"/>
                </a:lnTo>
                <a:lnTo>
                  <a:pt x="6452" y="2762"/>
                </a:lnTo>
                <a:lnTo>
                  <a:pt x="6451" y="2761"/>
                </a:lnTo>
                <a:lnTo>
                  <a:pt x="6450" y="2761"/>
                </a:lnTo>
                <a:lnTo>
                  <a:pt x="6449" y="2761"/>
                </a:lnTo>
                <a:lnTo>
                  <a:pt x="6449" y="2760"/>
                </a:lnTo>
                <a:lnTo>
                  <a:pt x="6448" y="2760"/>
                </a:lnTo>
                <a:lnTo>
                  <a:pt x="6447" y="2760"/>
                </a:lnTo>
                <a:lnTo>
                  <a:pt x="6447" y="2759"/>
                </a:lnTo>
                <a:lnTo>
                  <a:pt x="6446" y="2759"/>
                </a:lnTo>
                <a:lnTo>
                  <a:pt x="6445" y="2759"/>
                </a:lnTo>
                <a:lnTo>
                  <a:pt x="6445" y="2758"/>
                </a:lnTo>
                <a:lnTo>
                  <a:pt x="6444" y="2758"/>
                </a:lnTo>
                <a:lnTo>
                  <a:pt x="6443" y="2758"/>
                </a:lnTo>
                <a:lnTo>
                  <a:pt x="6443" y="2757"/>
                </a:lnTo>
                <a:lnTo>
                  <a:pt x="6442" y="2757"/>
                </a:lnTo>
                <a:lnTo>
                  <a:pt x="6441" y="2756"/>
                </a:lnTo>
                <a:lnTo>
                  <a:pt x="6440" y="2756"/>
                </a:lnTo>
                <a:lnTo>
                  <a:pt x="6439" y="2756"/>
                </a:lnTo>
                <a:lnTo>
                  <a:pt x="6439" y="2755"/>
                </a:lnTo>
                <a:lnTo>
                  <a:pt x="6438" y="2755"/>
                </a:lnTo>
                <a:lnTo>
                  <a:pt x="6437" y="2755"/>
                </a:lnTo>
                <a:lnTo>
                  <a:pt x="6437" y="2754"/>
                </a:lnTo>
                <a:lnTo>
                  <a:pt x="6436" y="2754"/>
                </a:lnTo>
                <a:lnTo>
                  <a:pt x="6435" y="2754"/>
                </a:lnTo>
                <a:lnTo>
                  <a:pt x="6435" y="2753"/>
                </a:lnTo>
                <a:lnTo>
                  <a:pt x="6434" y="2753"/>
                </a:lnTo>
                <a:lnTo>
                  <a:pt x="6433" y="2753"/>
                </a:lnTo>
                <a:lnTo>
                  <a:pt x="6433" y="2752"/>
                </a:lnTo>
                <a:lnTo>
                  <a:pt x="6432" y="2752"/>
                </a:lnTo>
                <a:lnTo>
                  <a:pt x="6431" y="2751"/>
                </a:lnTo>
                <a:lnTo>
                  <a:pt x="6430" y="2751"/>
                </a:lnTo>
                <a:lnTo>
                  <a:pt x="6429" y="2751"/>
                </a:lnTo>
                <a:lnTo>
                  <a:pt x="6429" y="2750"/>
                </a:lnTo>
                <a:lnTo>
                  <a:pt x="6428" y="2750"/>
                </a:lnTo>
                <a:lnTo>
                  <a:pt x="6427" y="2749"/>
                </a:lnTo>
                <a:lnTo>
                  <a:pt x="6426" y="2749"/>
                </a:lnTo>
                <a:lnTo>
                  <a:pt x="6425" y="2749"/>
                </a:lnTo>
                <a:lnTo>
                  <a:pt x="6425" y="2748"/>
                </a:lnTo>
                <a:lnTo>
                  <a:pt x="6424" y="2748"/>
                </a:lnTo>
                <a:lnTo>
                  <a:pt x="6423" y="2748"/>
                </a:lnTo>
                <a:lnTo>
                  <a:pt x="6423" y="2747"/>
                </a:lnTo>
                <a:lnTo>
                  <a:pt x="6422" y="2747"/>
                </a:lnTo>
                <a:lnTo>
                  <a:pt x="6421" y="2746"/>
                </a:lnTo>
                <a:lnTo>
                  <a:pt x="6420" y="2746"/>
                </a:lnTo>
                <a:lnTo>
                  <a:pt x="6419" y="2746"/>
                </a:lnTo>
                <a:lnTo>
                  <a:pt x="6419" y="2745"/>
                </a:lnTo>
                <a:lnTo>
                  <a:pt x="6418" y="2745"/>
                </a:lnTo>
                <a:lnTo>
                  <a:pt x="6417" y="2744"/>
                </a:lnTo>
                <a:lnTo>
                  <a:pt x="6416" y="2744"/>
                </a:lnTo>
                <a:lnTo>
                  <a:pt x="6415" y="2744"/>
                </a:lnTo>
                <a:lnTo>
                  <a:pt x="6415" y="2743"/>
                </a:lnTo>
                <a:lnTo>
                  <a:pt x="6414" y="2743"/>
                </a:lnTo>
                <a:lnTo>
                  <a:pt x="6413" y="2743"/>
                </a:lnTo>
                <a:lnTo>
                  <a:pt x="6413" y="2742"/>
                </a:lnTo>
                <a:lnTo>
                  <a:pt x="6412" y="2742"/>
                </a:lnTo>
                <a:lnTo>
                  <a:pt x="6411" y="2741"/>
                </a:lnTo>
                <a:lnTo>
                  <a:pt x="6410" y="2741"/>
                </a:lnTo>
                <a:lnTo>
                  <a:pt x="6409" y="2741"/>
                </a:lnTo>
                <a:lnTo>
                  <a:pt x="6409" y="2740"/>
                </a:lnTo>
                <a:lnTo>
                  <a:pt x="6408" y="2740"/>
                </a:lnTo>
                <a:lnTo>
                  <a:pt x="6407" y="2739"/>
                </a:lnTo>
                <a:lnTo>
                  <a:pt x="6406" y="2739"/>
                </a:lnTo>
                <a:lnTo>
                  <a:pt x="6405" y="2739"/>
                </a:lnTo>
                <a:lnTo>
                  <a:pt x="6405" y="2738"/>
                </a:lnTo>
                <a:lnTo>
                  <a:pt x="6404" y="2738"/>
                </a:lnTo>
                <a:lnTo>
                  <a:pt x="6403" y="2738"/>
                </a:lnTo>
                <a:lnTo>
                  <a:pt x="6403" y="2737"/>
                </a:lnTo>
                <a:lnTo>
                  <a:pt x="6402" y="2737"/>
                </a:lnTo>
                <a:lnTo>
                  <a:pt x="6401" y="2737"/>
                </a:lnTo>
                <a:lnTo>
                  <a:pt x="6400" y="2736"/>
                </a:lnTo>
                <a:lnTo>
                  <a:pt x="6399" y="2736"/>
                </a:lnTo>
                <a:lnTo>
                  <a:pt x="6399" y="2735"/>
                </a:lnTo>
                <a:lnTo>
                  <a:pt x="6398" y="2735"/>
                </a:lnTo>
                <a:lnTo>
                  <a:pt x="6397" y="2734"/>
                </a:lnTo>
                <a:lnTo>
                  <a:pt x="6396" y="2734"/>
                </a:lnTo>
                <a:lnTo>
                  <a:pt x="6395" y="2734"/>
                </a:lnTo>
                <a:lnTo>
                  <a:pt x="6395" y="2733"/>
                </a:lnTo>
                <a:lnTo>
                  <a:pt x="6394" y="2733"/>
                </a:lnTo>
                <a:lnTo>
                  <a:pt x="6393" y="2733"/>
                </a:lnTo>
                <a:lnTo>
                  <a:pt x="6393" y="2732"/>
                </a:lnTo>
                <a:lnTo>
                  <a:pt x="6392" y="2732"/>
                </a:lnTo>
                <a:lnTo>
                  <a:pt x="6391" y="2732"/>
                </a:lnTo>
                <a:lnTo>
                  <a:pt x="6390" y="2731"/>
                </a:lnTo>
                <a:lnTo>
                  <a:pt x="6389" y="2731"/>
                </a:lnTo>
                <a:lnTo>
                  <a:pt x="6389" y="2730"/>
                </a:lnTo>
                <a:lnTo>
                  <a:pt x="6388" y="2730"/>
                </a:lnTo>
                <a:lnTo>
                  <a:pt x="6387" y="2729"/>
                </a:lnTo>
                <a:lnTo>
                  <a:pt x="6386" y="2729"/>
                </a:lnTo>
                <a:lnTo>
                  <a:pt x="6385" y="2729"/>
                </a:lnTo>
                <a:lnTo>
                  <a:pt x="6385" y="2728"/>
                </a:lnTo>
                <a:lnTo>
                  <a:pt x="6384" y="2728"/>
                </a:lnTo>
                <a:lnTo>
                  <a:pt x="6383" y="2728"/>
                </a:lnTo>
                <a:lnTo>
                  <a:pt x="6383" y="2727"/>
                </a:lnTo>
                <a:lnTo>
                  <a:pt x="6382" y="2727"/>
                </a:lnTo>
                <a:lnTo>
                  <a:pt x="6381" y="2727"/>
                </a:lnTo>
                <a:lnTo>
                  <a:pt x="6380" y="2726"/>
                </a:lnTo>
                <a:lnTo>
                  <a:pt x="6379" y="2726"/>
                </a:lnTo>
                <a:lnTo>
                  <a:pt x="6379" y="2725"/>
                </a:lnTo>
                <a:lnTo>
                  <a:pt x="6378" y="2725"/>
                </a:lnTo>
                <a:lnTo>
                  <a:pt x="6377" y="2724"/>
                </a:lnTo>
                <a:lnTo>
                  <a:pt x="6376" y="2724"/>
                </a:lnTo>
                <a:lnTo>
                  <a:pt x="6375" y="2724"/>
                </a:lnTo>
                <a:lnTo>
                  <a:pt x="6375" y="2723"/>
                </a:lnTo>
                <a:lnTo>
                  <a:pt x="6374" y="2723"/>
                </a:lnTo>
                <a:lnTo>
                  <a:pt x="6373" y="2723"/>
                </a:lnTo>
                <a:lnTo>
                  <a:pt x="6373" y="2722"/>
                </a:lnTo>
                <a:lnTo>
                  <a:pt x="6372" y="2722"/>
                </a:lnTo>
                <a:lnTo>
                  <a:pt x="6371" y="2722"/>
                </a:lnTo>
                <a:lnTo>
                  <a:pt x="6371" y="2721"/>
                </a:lnTo>
                <a:lnTo>
                  <a:pt x="6370" y="2721"/>
                </a:lnTo>
                <a:lnTo>
                  <a:pt x="6369" y="2721"/>
                </a:lnTo>
                <a:lnTo>
                  <a:pt x="6369" y="2720"/>
                </a:lnTo>
                <a:lnTo>
                  <a:pt x="6368" y="2720"/>
                </a:lnTo>
                <a:lnTo>
                  <a:pt x="6367" y="2719"/>
                </a:lnTo>
                <a:lnTo>
                  <a:pt x="6366" y="2719"/>
                </a:lnTo>
                <a:lnTo>
                  <a:pt x="6365" y="2719"/>
                </a:lnTo>
                <a:lnTo>
                  <a:pt x="6365" y="2718"/>
                </a:lnTo>
                <a:lnTo>
                  <a:pt x="6364" y="2718"/>
                </a:lnTo>
                <a:lnTo>
                  <a:pt x="6363" y="2718"/>
                </a:lnTo>
                <a:lnTo>
                  <a:pt x="6363" y="2717"/>
                </a:lnTo>
                <a:lnTo>
                  <a:pt x="6362" y="2717"/>
                </a:lnTo>
                <a:lnTo>
                  <a:pt x="6361" y="2717"/>
                </a:lnTo>
                <a:lnTo>
                  <a:pt x="6361" y="2716"/>
                </a:lnTo>
                <a:lnTo>
                  <a:pt x="6360" y="2716"/>
                </a:lnTo>
                <a:lnTo>
                  <a:pt x="6359" y="2716"/>
                </a:lnTo>
                <a:lnTo>
                  <a:pt x="6359" y="2715"/>
                </a:lnTo>
                <a:lnTo>
                  <a:pt x="6358" y="2715"/>
                </a:lnTo>
                <a:lnTo>
                  <a:pt x="6357" y="2714"/>
                </a:lnTo>
                <a:lnTo>
                  <a:pt x="6356" y="2714"/>
                </a:lnTo>
                <a:lnTo>
                  <a:pt x="6355" y="2714"/>
                </a:lnTo>
                <a:lnTo>
                  <a:pt x="6355" y="2713"/>
                </a:lnTo>
                <a:lnTo>
                  <a:pt x="6354" y="2713"/>
                </a:lnTo>
                <a:lnTo>
                  <a:pt x="6353" y="2713"/>
                </a:lnTo>
                <a:lnTo>
                  <a:pt x="6353" y="2712"/>
                </a:lnTo>
                <a:lnTo>
                  <a:pt x="6352" y="2712"/>
                </a:lnTo>
                <a:lnTo>
                  <a:pt x="6351" y="2712"/>
                </a:lnTo>
                <a:lnTo>
                  <a:pt x="6351" y="2711"/>
                </a:lnTo>
                <a:lnTo>
                  <a:pt x="6350" y="2711"/>
                </a:lnTo>
                <a:lnTo>
                  <a:pt x="6349" y="2711"/>
                </a:lnTo>
                <a:lnTo>
                  <a:pt x="6349" y="2710"/>
                </a:lnTo>
                <a:lnTo>
                  <a:pt x="6348" y="2710"/>
                </a:lnTo>
                <a:lnTo>
                  <a:pt x="6347" y="2709"/>
                </a:lnTo>
                <a:lnTo>
                  <a:pt x="6346" y="2709"/>
                </a:lnTo>
                <a:lnTo>
                  <a:pt x="6345" y="2709"/>
                </a:lnTo>
                <a:lnTo>
                  <a:pt x="6345" y="2708"/>
                </a:lnTo>
                <a:lnTo>
                  <a:pt x="6344" y="2708"/>
                </a:lnTo>
                <a:lnTo>
                  <a:pt x="6343" y="2708"/>
                </a:lnTo>
                <a:lnTo>
                  <a:pt x="6343" y="2707"/>
                </a:lnTo>
                <a:lnTo>
                  <a:pt x="6342" y="2707"/>
                </a:lnTo>
                <a:lnTo>
                  <a:pt x="6341" y="2707"/>
                </a:lnTo>
                <a:lnTo>
                  <a:pt x="6341" y="2706"/>
                </a:lnTo>
                <a:lnTo>
                  <a:pt x="6340" y="2706"/>
                </a:lnTo>
                <a:lnTo>
                  <a:pt x="6339" y="2706"/>
                </a:lnTo>
                <a:lnTo>
                  <a:pt x="6339" y="2705"/>
                </a:lnTo>
                <a:lnTo>
                  <a:pt x="6338" y="2705"/>
                </a:lnTo>
                <a:lnTo>
                  <a:pt x="6337" y="2705"/>
                </a:lnTo>
                <a:lnTo>
                  <a:pt x="6336" y="2704"/>
                </a:lnTo>
                <a:lnTo>
                  <a:pt x="6335" y="2704"/>
                </a:lnTo>
                <a:lnTo>
                  <a:pt x="6335" y="2703"/>
                </a:lnTo>
                <a:lnTo>
                  <a:pt x="6334" y="2703"/>
                </a:lnTo>
                <a:lnTo>
                  <a:pt x="6333" y="2703"/>
                </a:lnTo>
                <a:lnTo>
                  <a:pt x="6333" y="2702"/>
                </a:lnTo>
                <a:lnTo>
                  <a:pt x="6332" y="2702"/>
                </a:lnTo>
                <a:lnTo>
                  <a:pt x="6331" y="2702"/>
                </a:lnTo>
                <a:lnTo>
                  <a:pt x="6331" y="2701"/>
                </a:lnTo>
                <a:lnTo>
                  <a:pt x="6330" y="2701"/>
                </a:lnTo>
                <a:lnTo>
                  <a:pt x="6329" y="2701"/>
                </a:lnTo>
                <a:lnTo>
                  <a:pt x="6329" y="2700"/>
                </a:lnTo>
                <a:lnTo>
                  <a:pt x="6328" y="2700"/>
                </a:lnTo>
                <a:lnTo>
                  <a:pt x="6327" y="2700"/>
                </a:lnTo>
                <a:lnTo>
                  <a:pt x="6326" y="2699"/>
                </a:lnTo>
                <a:lnTo>
                  <a:pt x="6325" y="2699"/>
                </a:lnTo>
                <a:lnTo>
                  <a:pt x="6325" y="2698"/>
                </a:lnTo>
                <a:lnTo>
                  <a:pt x="6324" y="2698"/>
                </a:lnTo>
                <a:lnTo>
                  <a:pt x="6323" y="2698"/>
                </a:lnTo>
                <a:lnTo>
                  <a:pt x="6323" y="2697"/>
                </a:lnTo>
                <a:lnTo>
                  <a:pt x="6322" y="2697"/>
                </a:lnTo>
                <a:lnTo>
                  <a:pt x="6321" y="2697"/>
                </a:lnTo>
                <a:lnTo>
                  <a:pt x="6321" y="2696"/>
                </a:lnTo>
                <a:lnTo>
                  <a:pt x="6320" y="2696"/>
                </a:lnTo>
                <a:lnTo>
                  <a:pt x="6319" y="2696"/>
                </a:lnTo>
                <a:lnTo>
                  <a:pt x="6319" y="2695"/>
                </a:lnTo>
                <a:lnTo>
                  <a:pt x="6318" y="2695"/>
                </a:lnTo>
                <a:lnTo>
                  <a:pt x="6317" y="2695"/>
                </a:lnTo>
                <a:lnTo>
                  <a:pt x="6316" y="2694"/>
                </a:lnTo>
                <a:lnTo>
                  <a:pt x="6315" y="2694"/>
                </a:lnTo>
                <a:lnTo>
                  <a:pt x="6315" y="2693"/>
                </a:lnTo>
                <a:lnTo>
                  <a:pt x="6314" y="2693"/>
                </a:lnTo>
                <a:lnTo>
                  <a:pt x="6313" y="2693"/>
                </a:lnTo>
                <a:lnTo>
                  <a:pt x="6313" y="2692"/>
                </a:lnTo>
                <a:lnTo>
                  <a:pt x="6312" y="2692"/>
                </a:lnTo>
                <a:lnTo>
                  <a:pt x="6311" y="2692"/>
                </a:lnTo>
                <a:lnTo>
                  <a:pt x="6311" y="2691"/>
                </a:lnTo>
                <a:lnTo>
                  <a:pt x="6310" y="2691"/>
                </a:lnTo>
                <a:lnTo>
                  <a:pt x="6309" y="2691"/>
                </a:lnTo>
                <a:lnTo>
                  <a:pt x="6309" y="2690"/>
                </a:lnTo>
                <a:lnTo>
                  <a:pt x="6308" y="2690"/>
                </a:lnTo>
                <a:lnTo>
                  <a:pt x="6307" y="2690"/>
                </a:lnTo>
                <a:lnTo>
                  <a:pt x="6306" y="2689"/>
                </a:lnTo>
                <a:lnTo>
                  <a:pt x="6305" y="2689"/>
                </a:lnTo>
                <a:lnTo>
                  <a:pt x="6305" y="2688"/>
                </a:lnTo>
                <a:lnTo>
                  <a:pt x="6304" y="2688"/>
                </a:lnTo>
                <a:lnTo>
                  <a:pt x="6303" y="2687"/>
                </a:lnTo>
                <a:lnTo>
                  <a:pt x="6302" y="2687"/>
                </a:lnTo>
                <a:lnTo>
                  <a:pt x="6301" y="2687"/>
                </a:lnTo>
                <a:lnTo>
                  <a:pt x="6301" y="2686"/>
                </a:lnTo>
                <a:lnTo>
                  <a:pt x="6300" y="2686"/>
                </a:lnTo>
                <a:lnTo>
                  <a:pt x="6299" y="2686"/>
                </a:lnTo>
                <a:lnTo>
                  <a:pt x="6299" y="2685"/>
                </a:lnTo>
                <a:lnTo>
                  <a:pt x="6298" y="2685"/>
                </a:lnTo>
                <a:lnTo>
                  <a:pt x="6297" y="2685"/>
                </a:lnTo>
                <a:lnTo>
                  <a:pt x="6296" y="2684"/>
                </a:lnTo>
                <a:lnTo>
                  <a:pt x="6295" y="2684"/>
                </a:lnTo>
                <a:lnTo>
                  <a:pt x="6295" y="2683"/>
                </a:lnTo>
                <a:lnTo>
                  <a:pt x="6294" y="2683"/>
                </a:lnTo>
                <a:lnTo>
                  <a:pt x="6293" y="2682"/>
                </a:lnTo>
                <a:lnTo>
                  <a:pt x="6292" y="2682"/>
                </a:lnTo>
                <a:lnTo>
                  <a:pt x="6291" y="2682"/>
                </a:lnTo>
                <a:lnTo>
                  <a:pt x="6291" y="2681"/>
                </a:lnTo>
                <a:lnTo>
                  <a:pt x="6290" y="2681"/>
                </a:lnTo>
                <a:lnTo>
                  <a:pt x="6289" y="2681"/>
                </a:lnTo>
                <a:lnTo>
                  <a:pt x="6289" y="2680"/>
                </a:lnTo>
                <a:lnTo>
                  <a:pt x="6288" y="2680"/>
                </a:lnTo>
                <a:lnTo>
                  <a:pt x="6287" y="2680"/>
                </a:lnTo>
                <a:lnTo>
                  <a:pt x="6286" y="2679"/>
                </a:lnTo>
                <a:lnTo>
                  <a:pt x="6285" y="2679"/>
                </a:lnTo>
                <a:lnTo>
                  <a:pt x="6285" y="2678"/>
                </a:lnTo>
                <a:lnTo>
                  <a:pt x="6284" y="2678"/>
                </a:lnTo>
                <a:lnTo>
                  <a:pt x="6283" y="2677"/>
                </a:lnTo>
                <a:lnTo>
                  <a:pt x="6282" y="2677"/>
                </a:lnTo>
                <a:lnTo>
                  <a:pt x="6281" y="2677"/>
                </a:lnTo>
                <a:lnTo>
                  <a:pt x="6281" y="2676"/>
                </a:lnTo>
                <a:lnTo>
                  <a:pt x="6280" y="2676"/>
                </a:lnTo>
                <a:lnTo>
                  <a:pt x="6279" y="2676"/>
                </a:lnTo>
                <a:lnTo>
                  <a:pt x="6279" y="2675"/>
                </a:lnTo>
                <a:lnTo>
                  <a:pt x="6278" y="2675"/>
                </a:lnTo>
                <a:lnTo>
                  <a:pt x="6277" y="2675"/>
                </a:lnTo>
                <a:lnTo>
                  <a:pt x="6276" y="2674"/>
                </a:lnTo>
                <a:lnTo>
                  <a:pt x="6275" y="2674"/>
                </a:lnTo>
                <a:lnTo>
                  <a:pt x="6275" y="2673"/>
                </a:lnTo>
                <a:lnTo>
                  <a:pt x="6274" y="2673"/>
                </a:lnTo>
                <a:lnTo>
                  <a:pt x="6273" y="2673"/>
                </a:lnTo>
                <a:lnTo>
                  <a:pt x="6272" y="2672"/>
                </a:lnTo>
                <a:lnTo>
                  <a:pt x="6271" y="2672"/>
                </a:lnTo>
                <a:lnTo>
                  <a:pt x="6271" y="2671"/>
                </a:lnTo>
                <a:lnTo>
                  <a:pt x="6270" y="2671"/>
                </a:lnTo>
                <a:lnTo>
                  <a:pt x="6269" y="2671"/>
                </a:lnTo>
                <a:lnTo>
                  <a:pt x="6269" y="2670"/>
                </a:lnTo>
                <a:lnTo>
                  <a:pt x="6268" y="2670"/>
                </a:lnTo>
                <a:lnTo>
                  <a:pt x="6267" y="2670"/>
                </a:lnTo>
                <a:lnTo>
                  <a:pt x="6266" y="2669"/>
                </a:lnTo>
                <a:lnTo>
                  <a:pt x="6265" y="2669"/>
                </a:lnTo>
                <a:lnTo>
                  <a:pt x="6265" y="2668"/>
                </a:lnTo>
                <a:lnTo>
                  <a:pt x="6264" y="2668"/>
                </a:lnTo>
                <a:lnTo>
                  <a:pt x="6263" y="2668"/>
                </a:lnTo>
                <a:lnTo>
                  <a:pt x="6262" y="2667"/>
                </a:lnTo>
                <a:lnTo>
                  <a:pt x="6261" y="2667"/>
                </a:lnTo>
                <a:lnTo>
                  <a:pt x="6261" y="2666"/>
                </a:lnTo>
                <a:lnTo>
                  <a:pt x="6260" y="2666"/>
                </a:lnTo>
                <a:lnTo>
                  <a:pt x="6259" y="2666"/>
                </a:lnTo>
                <a:lnTo>
                  <a:pt x="6259" y="2665"/>
                </a:lnTo>
                <a:lnTo>
                  <a:pt x="6258" y="2665"/>
                </a:lnTo>
                <a:lnTo>
                  <a:pt x="6257" y="2665"/>
                </a:lnTo>
                <a:lnTo>
                  <a:pt x="6256" y="2664"/>
                </a:lnTo>
                <a:lnTo>
                  <a:pt x="6255" y="2664"/>
                </a:lnTo>
                <a:lnTo>
                  <a:pt x="6255" y="2663"/>
                </a:lnTo>
                <a:lnTo>
                  <a:pt x="6254" y="2663"/>
                </a:lnTo>
                <a:lnTo>
                  <a:pt x="6253" y="2663"/>
                </a:lnTo>
                <a:lnTo>
                  <a:pt x="6252" y="2662"/>
                </a:lnTo>
                <a:lnTo>
                  <a:pt x="6251" y="2662"/>
                </a:lnTo>
                <a:lnTo>
                  <a:pt x="6251" y="2661"/>
                </a:lnTo>
                <a:lnTo>
                  <a:pt x="6250" y="2661"/>
                </a:lnTo>
                <a:lnTo>
                  <a:pt x="6249" y="2661"/>
                </a:lnTo>
                <a:lnTo>
                  <a:pt x="6249" y="2660"/>
                </a:lnTo>
                <a:lnTo>
                  <a:pt x="6248" y="2660"/>
                </a:lnTo>
                <a:lnTo>
                  <a:pt x="6247" y="2660"/>
                </a:lnTo>
                <a:lnTo>
                  <a:pt x="6247" y="2659"/>
                </a:lnTo>
                <a:lnTo>
                  <a:pt x="6246" y="2659"/>
                </a:lnTo>
                <a:lnTo>
                  <a:pt x="6245" y="2659"/>
                </a:lnTo>
                <a:lnTo>
                  <a:pt x="6245" y="2658"/>
                </a:lnTo>
                <a:lnTo>
                  <a:pt x="6244" y="2658"/>
                </a:lnTo>
                <a:lnTo>
                  <a:pt x="6243" y="2658"/>
                </a:lnTo>
                <a:lnTo>
                  <a:pt x="6242" y="2657"/>
                </a:lnTo>
                <a:lnTo>
                  <a:pt x="6241" y="2657"/>
                </a:lnTo>
                <a:lnTo>
                  <a:pt x="6241" y="2656"/>
                </a:lnTo>
                <a:lnTo>
                  <a:pt x="6240" y="2656"/>
                </a:lnTo>
                <a:lnTo>
                  <a:pt x="6239" y="2656"/>
                </a:lnTo>
                <a:lnTo>
                  <a:pt x="6239" y="2655"/>
                </a:lnTo>
                <a:lnTo>
                  <a:pt x="6238" y="2655"/>
                </a:lnTo>
                <a:lnTo>
                  <a:pt x="6237" y="2655"/>
                </a:lnTo>
                <a:lnTo>
                  <a:pt x="6237" y="2654"/>
                </a:lnTo>
                <a:lnTo>
                  <a:pt x="6236" y="2654"/>
                </a:lnTo>
                <a:lnTo>
                  <a:pt x="6235" y="2654"/>
                </a:lnTo>
                <a:lnTo>
                  <a:pt x="6235" y="2653"/>
                </a:lnTo>
                <a:lnTo>
                  <a:pt x="6234" y="2653"/>
                </a:lnTo>
                <a:lnTo>
                  <a:pt x="6233" y="2653"/>
                </a:lnTo>
                <a:lnTo>
                  <a:pt x="6232" y="2652"/>
                </a:lnTo>
                <a:lnTo>
                  <a:pt x="6231" y="2652"/>
                </a:lnTo>
                <a:lnTo>
                  <a:pt x="6231" y="2651"/>
                </a:lnTo>
                <a:lnTo>
                  <a:pt x="6230" y="2651"/>
                </a:lnTo>
                <a:lnTo>
                  <a:pt x="6229" y="2651"/>
                </a:lnTo>
                <a:lnTo>
                  <a:pt x="6229" y="2650"/>
                </a:lnTo>
                <a:lnTo>
                  <a:pt x="6228" y="2650"/>
                </a:lnTo>
                <a:lnTo>
                  <a:pt x="6227" y="2650"/>
                </a:lnTo>
                <a:lnTo>
                  <a:pt x="6227" y="2649"/>
                </a:lnTo>
                <a:lnTo>
                  <a:pt x="6226" y="2649"/>
                </a:lnTo>
                <a:lnTo>
                  <a:pt x="6225" y="2649"/>
                </a:lnTo>
                <a:lnTo>
                  <a:pt x="6225" y="2648"/>
                </a:lnTo>
                <a:lnTo>
                  <a:pt x="6224" y="2648"/>
                </a:lnTo>
                <a:lnTo>
                  <a:pt x="6223" y="2648"/>
                </a:lnTo>
                <a:lnTo>
                  <a:pt x="6222" y="2647"/>
                </a:lnTo>
                <a:lnTo>
                  <a:pt x="6221" y="2647"/>
                </a:lnTo>
                <a:lnTo>
                  <a:pt x="6221" y="2646"/>
                </a:lnTo>
                <a:lnTo>
                  <a:pt x="6220" y="2646"/>
                </a:lnTo>
                <a:lnTo>
                  <a:pt x="6219" y="2646"/>
                </a:lnTo>
                <a:lnTo>
                  <a:pt x="6218" y="2645"/>
                </a:lnTo>
                <a:lnTo>
                  <a:pt x="6217" y="2645"/>
                </a:lnTo>
                <a:lnTo>
                  <a:pt x="6217" y="2644"/>
                </a:lnTo>
                <a:lnTo>
                  <a:pt x="6216" y="2644"/>
                </a:lnTo>
                <a:lnTo>
                  <a:pt x="6215" y="2644"/>
                </a:lnTo>
                <a:lnTo>
                  <a:pt x="6215" y="2643"/>
                </a:lnTo>
                <a:lnTo>
                  <a:pt x="6214" y="2643"/>
                </a:lnTo>
                <a:lnTo>
                  <a:pt x="6213" y="2643"/>
                </a:lnTo>
                <a:lnTo>
                  <a:pt x="6212" y="2642"/>
                </a:lnTo>
                <a:lnTo>
                  <a:pt x="6211" y="2642"/>
                </a:lnTo>
                <a:lnTo>
                  <a:pt x="6211" y="2641"/>
                </a:lnTo>
                <a:lnTo>
                  <a:pt x="6210" y="2641"/>
                </a:lnTo>
                <a:lnTo>
                  <a:pt x="6209" y="2641"/>
                </a:lnTo>
                <a:lnTo>
                  <a:pt x="6208" y="2640"/>
                </a:lnTo>
                <a:lnTo>
                  <a:pt x="6207" y="2640"/>
                </a:lnTo>
                <a:lnTo>
                  <a:pt x="6207" y="2639"/>
                </a:lnTo>
                <a:lnTo>
                  <a:pt x="6206" y="2639"/>
                </a:lnTo>
                <a:lnTo>
                  <a:pt x="6205" y="2639"/>
                </a:lnTo>
                <a:lnTo>
                  <a:pt x="6205" y="2638"/>
                </a:lnTo>
                <a:lnTo>
                  <a:pt x="6204" y="2638"/>
                </a:lnTo>
                <a:lnTo>
                  <a:pt x="6203" y="2638"/>
                </a:lnTo>
                <a:lnTo>
                  <a:pt x="6202" y="2637"/>
                </a:lnTo>
                <a:lnTo>
                  <a:pt x="6201" y="2637"/>
                </a:lnTo>
                <a:lnTo>
                  <a:pt x="6201" y="2636"/>
                </a:lnTo>
                <a:lnTo>
                  <a:pt x="6200" y="2636"/>
                </a:lnTo>
                <a:lnTo>
                  <a:pt x="6199" y="2636"/>
                </a:lnTo>
                <a:lnTo>
                  <a:pt x="6198" y="2635"/>
                </a:lnTo>
                <a:lnTo>
                  <a:pt x="6197" y="2635"/>
                </a:lnTo>
                <a:lnTo>
                  <a:pt x="6197" y="2634"/>
                </a:lnTo>
                <a:lnTo>
                  <a:pt x="6196" y="2634"/>
                </a:lnTo>
                <a:lnTo>
                  <a:pt x="6195" y="2634"/>
                </a:lnTo>
                <a:lnTo>
                  <a:pt x="6195" y="2633"/>
                </a:lnTo>
                <a:lnTo>
                  <a:pt x="6194" y="2633"/>
                </a:lnTo>
                <a:lnTo>
                  <a:pt x="6193" y="2633"/>
                </a:lnTo>
                <a:lnTo>
                  <a:pt x="6192" y="2632"/>
                </a:lnTo>
                <a:lnTo>
                  <a:pt x="6191" y="2632"/>
                </a:lnTo>
                <a:lnTo>
                  <a:pt x="6191" y="2631"/>
                </a:lnTo>
                <a:lnTo>
                  <a:pt x="6190" y="2631"/>
                </a:lnTo>
                <a:lnTo>
                  <a:pt x="6189" y="2631"/>
                </a:lnTo>
                <a:lnTo>
                  <a:pt x="6188" y="2630"/>
                </a:lnTo>
                <a:lnTo>
                  <a:pt x="6187" y="2630"/>
                </a:lnTo>
                <a:lnTo>
                  <a:pt x="6187" y="2629"/>
                </a:lnTo>
                <a:lnTo>
                  <a:pt x="6186" y="2629"/>
                </a:lnTo>
                <a:lnTo>
                  <a:pt x="6185" y="2629"/>
                </a:lnTo>
                <a:lnTo>
                  <a:pt x="6185" y="2628"/>
                </a:lnTo>
                <a:lnTo>
                  <a:pt x="6184" y="2628"/>
                </a:lnTo>
                <a:lnTo>
                  <a:pt x="6183" y="2628"/>
                </a:lnTo>
                <a:lnTo>
                  <a:pt x="6182" y="2627"/>
                </a:lnTo>
                <a:lnTo>
                  <a:pt x="6181" y="2627"/>
                </a:lnTo>
                <a:lnTo>
                  <a:pt x="6181" y="2626"/>
                </a:lnTo>
                <a:lnTo>
                  <a:pt x="6180" y="2626"/>
                </a:lnTo>
                <a:lnTo>
                  <a:pt x="6179" y="2626"/>
                </a:lnTo>
                <a:lnTo>
                  <a:pt x="6178" y="2625"/>
                </a:lnTo>
                <a:lnTo>
                  <a:pt x="6177" y="2625"/>
                </a:lnTo>
                <a:lnTo>
                  <a:pt x="6177" y="2624"/>
                </a:lnTo>
                <a:lnTo>
                  <a:pt x="6176" y="2624"/>
                </a:lnTo>
                <a:lnTo>
                  <a:pt x="6175" y="2624"/>
                </a:lnTo>
                <a:lnTo>
                  <a:pt x="6175" y="2623"/>
                </a:lnTo>
                <a:lnTo>
                  <a:pt x="6174" y="2623"/>
                </a:lnTo>
                <a:lnTo>
                  <a:pt x="6173" y="2623"/>
                </a:lnTo>
                <a:lnTo>
                  <a:pt x="6172" y="2622"/>
                </a:lnTo>
                <a:lnTo>
                  <a:pt x="6171" y="2622"/>
                </a:lnTo>
                <a:lnTo>
                  <a:pt x="6171" y="2621"/>
                </a:lnTo>
                <a:lnTo>
                  <a:pt x="6170" y="2621"/>
                </a:lnTo>
                <a:lnTo>
                  <a:pt x="6169" y="2621"/>
                </a:lnTo>
                <a:lnTo>
                  <a:pt x="6168" y="2620"/>
                </a:lnTo>
                <a:lnTo>
                  <a:pt x="6167" y="2620"/>
                </a:lnTo>
                <a:lnTo>
                  <a:pt x="6167" y="2619"/>
                </a:lnTo>
                <a:lnTo>
                  <a:pt x="6166" y="2619"/>
                </a:lnTo>
                <a:lnTo>
                  <a:pt x="6165" y="2619"/>
                </a:lnTo>
                <a:lnTo>
                  <a:pt x="6165" y="2618"/>
                </a:lnTo>
                <a:lnTo>
                  <a:pt x="6164" y="2618"/>
                </a:lnTo>
                <a:lnTo>
                  <a:pt x="6163" y="2618"/>
                </a:lnTo>
                <a:lnTo>
                  <a:pt x="6162" y="2617"/>
                </a:lnTo>
                <a:lnTo>
                  <a:pt x="6161" y="2617"/>
                </a:lnTo>
                <a:lnTo>
                  <a:pt x="6161" y="2616"/>
                </a:lnTo>
                <a:lnTo>
                  <a:pt x="6160" y="2616"/>
                </a:lnTo>
                <a:lnTo>
                  <a:pt x="6159" y="2616"/>
                </a:lnTo>
                <a:lnTo>
                  <a:pt x="6158" y="2615"/>
                </a:lnTo>
                <a:lnTo>
                  <a:pt x="6157" y="2615"/>
                </a:lnTo>
                <a:lnTo>
                  <a:pt x="6157" y="2614"/>
                </a:lnTo>
                <a:lnTo>
                  <a:pt x="6156" y="2614"/>
                </a:lnTo>
                <a:lnTo>
                  <a:pt x="6155" y="2614"/>
                </a:lnTo>
                <a:lnTo>
                  <a:pt x="6154" y="2613"/>
                </a:lnTo>
                <a:lnTo>
                  <a:pt x="6153" y="2613"/>
                </a:lnTo>
                <a:lnTo>
                  <a:pt x="6152" y="2612"/>
                </a:lnTo>
                <a:lnTo>
                  <a:pt x="6151" y="2612"/>
                </a:lnTo>
                <a:lnTo>
                  <a:pt x="6151" y="2611"/>
                </a:lnTo>
                <a:lnTo>
                  <a:pt x="6150" y="2611"/>
                </a:lnTo>
                <a:lnTo>
                  <a:pt x="6149" y="2611"/>
                </a:lnTo>
                <a:lnTo>
                  <a:pt x="6148" y="2610"/>
                </a:lnTo>
                <a:lnTo>
                  <a:pt x="6147" y="2610"/>
                </a:lnTo>
                <a:lnTo>
                  <a:pt x="6147" y="2609"/>
                </a:lnTo>
                <a:lnTo>
                  <a:pt x="6146" y="2609"/>
                </a:lnTo>
                <a:lnTo>
                  <a:pt x="6145" y="2609"/>
                </a:lnTo>
                <a:lnTo>
                  <a:pt x="6144" y="2608"/>
                </a:lnTo>
                <a:lnTo>
                  <a:pt x="6143" y="2608"/>
                </a:lnTo>
                <a:lnTo>
                  <a:pt x="6142" y="2607"/>
                </a:lnTo>
                <a:lnTo>
                  <a:pt x="6141" y="2607"/>
                </a:lnTo>
                <a:lnTo>
                  <a:pt x="6141" y="2606"/>
                </a:lnTo>
                <a:lnTo>
                  <a:pt x="6140" y="2606"/>
                </a:lnTo>
                <a:lnTo>
                  <a:pt x="6139" y="2606"/>
                </a:lnTo>
                <a:lnTo>
                  <a:pt x="6138" y="2605"/>
                </a:lnTo>
                <a:lnTo>
                  <a:pt x="6137" y="2605"/>
                </a:lnTo>
                <a:lnTo>
                  <a:pt x="6137" y="2604"/>
                </a:lnTo>
                <a:lnTo>
                  <a:pt x="6136" y="2604"/>
                </a:lnTo>
                <a:lnTo>
                  <a:pt x="6135" y="2604"/>
                </a:lnTo>
                <a:lnTo>
                  <a:pt x="6134" y="2603"/>
                </a:lnTo>
                <a:lnTo>
                  <a:pt x="6133" y="2603"/>
                </a:lnTo>
                <a:lnTo>
                  <a:pt x="6132" y="2602"/>
                </a:lnTo>
                <a:lnTo>
                  <a:pt x="6131" y="2602"/>
                </a:lnTo>
                <a:lnTo>
                  <a:pt x="6131" y="2601"/>
                </a:lnTo>
                <a:lnTo>
                  <a:pt x="6130" y="2601"/>
                </a:lnTo>
                <a:lnTo>
                  <a:pt x="6129" y="2601"/>
                </a:lnTo>
                <a:lnTo>
                  <a:pt x="6128" y="2600"/>
                </a:lnTo>
                <a:lnTo>
                  <a:pt x="6127" y="2600"/>
                </a:lnTo>
                <a:lnTo>
                  <a:pt x="6127" y="2599"/>
                </a:lnTo>
                <a:lnTo>
                  <a:pt x="6126" y="2599"/>
                </a:lnTo>
                <a:lnTo>
                  <a:pt x="6125" y="2599"/>
                </a:lnTo>
                <a:lnTo>
                  <a:pt x="6124" y="2598"/>
                </a:lnTo>
                <a:lnTo>
                  <a:pt x="6123" y="2598"/>
                </a:lnTo>
                <a:lnTo>
                  <a:pt x="6122" y="2597"/>
                </a:lnTo>
                <a:lnTo>
                  <a:pt x="6121" y="2597"/>
                </a:lnTo>
                <a:lnTo>
                  <a:pt x="6121" y="2596"/>
                </a:lnTo>
                <a:lnTo>
                  <a:pt x="6120" y="2596"/>
                </a:lnTo>
                <a:lnTo>
                  <a:pt x="6119" y="2596"/>
                </a:lnTo>
                <a:lnTo>
                  <a:pt x="6118" y="2595"/>
                </a:lnTo>
                <a:lnTo>
                  <a:pt x="6117" y="2595"/>
                </a:lnTo>
                <a:lnTo>
                  <a:pt x="6117" y="2594"/>
                </a:lnTo>
                <a:lnTo>
                  <a:pt x="6116" y="2594"/>
                </a:lnTo>
                <a:lnTo>
                  <a:pt x="6115" y="2594"/>
                </a:lnTo>
                <a:lnTo>
                  <a:pt x="6114" y="2593"/>
                </a:lnTo>
                <a:lnTo>
                  <a:pt x="6113" y="2593"/>
                </a:lnTo>
                <a:lnTo>
                  <a:pt x="6113" y="2592"/>
                </a:lnTo>
                <a:lnTo>
                  <a:pt x="6112" y="2592"/>
                </a:lnTo>
                <a:lnTo>
                  <a:pt x="6111" y="2592"/>
                </a:lnTo>
                <a:lnTo>
                  <a:pt x="6111" y="2591"/>
                </a:lnTo>
                <a:lnTo>
                  <a:pt x="6110" y="2591"/>
                </a:lnTo>
                <a:lnTo>
                  <a:pt x="6109" y="2591"/>
                </a:lnTo>
                <a:lnTo>
                  <a:pt x="6108" y="2590"/>
                </a:lnTo>
                <a:lnTo>
                  <a:pt x="6107" y="2590"/>
                </a:lnTo>
                <a:lnTo>
                  <a:pt x="6107" y="2589"/>
                </a:lnTo>
                <a:lnTo>
                  <a:pt x="6106" y="2589"/>
                </a:lnTo>
                <a:lnTo>
                  <a:pt x="6105" y="2589"/>
                </a:lnTo>
                <a:lnTo>
                  <a:pt x="6104" y="2588"/>
                </a:lnTo>
                <a:lnTo>
                  <a:pt x="6103" y="2588"/>
                </a:lnTo>
                <a:lnTo>
                  <a:pt x="6103" y="2587"/>
                </a:lnTo>
                <a:lnTo>
                  <a:pt x="6102" y="2587"/>
                </a:lnTo>
                <a:lnTo>
                  <a:pt x="6101" y="2587"/>
                </a:lnTo>
                <a:lnTo>
                  <a:pt x="6101" y="2586"/>
                </a:lnTo>
                <a:lnTo>
                  <a:pt x="6100" y="2586"/>
                </a:lnTo>
                <a:lnTo>
                  <a:pt x="6099" y="2586"/>
                </a:lnTo>
                <a:lnTo>
                  <a:pt x="6098" y="2585"/>
                </a:lnTo>
                <a:lnTo>
                  <a:pt x="6097" y="2585"/>
                </a:lnTo>
                <a:lnTo>
                  <a:pt x="6097" y="2584"/>
                </a:lnTo>
                <a:lnTo>
                  <a:pt x="6096" y="2584"/>
                </a:lnTo>
                <a:lnTo>
                  <a:pt x="6095" y="2584"/>
                </a:lnTo>
                <a:lnTo>
                  <a:pt x="6094" y="2583"/>
                </a:lnTo>
                <a:lnTo>
                  <a:pt x="6093" y="2583"/>
                </a:lnTo>
                <a:lnTo>
                  <a:pt x="6093" y="2582"/>
                </a:lnTo>
                <a:lnTo>
                  <a:pt x="6092" y="2582"/>
                </a:lnTo>
                <a:lnTo>
                  <a:pt x="6091" y="2582"/>
                </a:lnTo>
                <a:lnTo>
                  <a:pt x="6090" y="2581"/>
                </a:lnTo>
                <a:lnTo>
                  <a:pt x="6089" y="2581"/>
                </a:lnTo>
                <a:lnTo>
                  <a:pt x="6088" y="2580"/>
                </a:lnTo>
                <a:lnTo>
                  <a:pt x="6087" y="2580"/>
                </a:lnTo>
                <a:lnTo>
                  <a:pt x="6087" y="2579"/>
                </a:lnTo>
                <a:lnTo>
                  <a:pt x="6086" y="2579"/>
                </a:lnTo>
                <a:lnTo>
                  <a:pt x="6085" y="2579"/>
                </a:lnTo>
                <a:lnTo>
                  <a:pt x="6084" y="2578"/>
                </a:lnTo>
                <a:lnTo>
                  <a:pt x="6083" y="2578"/>
                </a:lnTo>
                <a:lnTo>
                  <a:pt x="6083" y="2577"/>
                </a:lnTo>
                <a:lnTo>
                  <a:pt x="6082" y="2577"/>
                </a:lnTo>
                <a:lnTo>
                  <a:pt x="6081" y="2577"/>
                </a:lnTo>
                <a:lnTo>
                  <a:pt x="6080" y="2576"/>
                </a:lnTo>
                <a:lnTo>
                  <a:pt x="6079" y="2576"/>
                </a:lnTo>
                <a:lnTo>
                  <a:pt x="6078" y="2575"/>
                </a:lnTo>
                <a:lnTo>
                  <a:pt x="6077" y="2575"/>
                </a:lnTo>
                <a:lnTo>
                  <a:pt x="6077" y="2574"/>
                </a:lnTo>
                <a:lnTo>
                  <a:pt x="6076" y="2574"/>
                </a:lnTo>
                <a:lnTo>
                  <a:pt x="6075" y="2574"/>
                </a:lnTo>
                <a:lnTo>
                  <a:pt x="6074" y="2573"/>
                </a:lnTo>
                <a:lnTo>
                  <a:pt x="6073" y="2573"/>
                </a:lnTo>
                <a:lnTo>
                  <a:pt x="6073" y="2572"/>
                </a:lnTo>
                <a:lnTo>
                  <a:pt x="6072" y="2572"/>
                </a:lnTo>
                <a:lnTo>
                  <a:pt x="6071" y="2572"/>
                </a:lnTo>
                <a:lnTo>
                  <a:pt x="6070" y="2571"/>
                </a:lnTo>
                <a:lnTo>
                  <a:pt x="6069" y="2571"/>
                </a:lnTo>
                <a:lnTo>
                  <a:pt x="6068" y="2570"/>
                </a:lnTo>
                <a:lnTo>
                  <a:pt x="6067" y="2570"/>
                </a:lnTo>
                <a:lnTo>
                  <a:pt x="6067" y="2569"/>
                </a:lnTo>
                <a:lnTo>
                  <a:pt x="6066" y="2569"/>
                </a:lnTo>
                <a:lnTo>
                  <a:pt x="6065" y="2570"/>
                </a:lnTo>
                <a:lnTo>
                  <a:pt x="6065" y="2569"/>
                </a:lnTo>
                <a:lnTo>
                  <a:pt x="6064" y="2569"/>
                </a:lnTo>
                <a:lnTo>
                  <a:pt x="6063" y="2569"/>
                </a:lnTo>
                <a:lnTo>
                  <a:pt x="6063" y="2568"/>
                </a:lnTo>
                <a:lnTo>
                  <a:pt x="6062" y="2568"/>
                </a:lnTo>
                <a:lnTo>
                  <a:pt x="6061" y="2568"/>
                </a:lnTo>
                <a:lnTo>
                  <a:pt x="6061" y="2567"/>
                </a:lnTo>
                <a:lnTo>
                  <a:pt x="6060" y="2567"/>
                </a:lnTo>
                <a:lnTo>
                  <a:pt x="6059" y="2567"/>
                </a:lnTo>
                <a:lnTo>
                  <a:pt x="6058" y="2566"/>
                </a:lnTo>
                <a:lnTo>
                  <a:pt x="6057" y="2566"/>
                </a:lnTo>
                <a:lnTo>
                  <a:pt x="6057" y="2565"/>
                </a:lnTo>
                <a:lnTo>
                  <a:pt x="6056" y="2565"/>
                </a:lnTo>
                <a:lnTo>
                  <a:pt x="6055" y="2564"/>
                </a:lnTo>
                <a:lnTo>
                  <a:pt x="6054" y="2564"/>
                </a:lnTo>
                <a:lnTo>
                  <a:pt x="6053" y="2564"/>
                </a:lnTo>
                <a:lnTo>
                  <a:pt x="6053" y="2563"/>
                </a:lnTo>
                <a:lnTo>
                  <a:pt x="6052" y="2563"/>
                </a:lnTo>
                <a:lnTo>
                  <a:pt x="6051" y="2563"/>
                </a:lnTo>
                <a:lnTo>
                  <a:pt x="6051" y="2562"/>
                </a:lnTo>
                <a:lnTo>
                  <a:pt x="6050" y="2562"/>
                </a:lnTo>
                <a:lnTo>
                  <a:pt x="6049" y="2562"/>
                </a:lnTo>
                <a:lnTo>
                  <a:pt x="6048" y="2561"/>
                </a:lnTo>
                <a:lnTo>
                  <a:pt x="6047" y="2561"/>
                </a:lnTo>
                <a:lnTo>
                  <a:pt x="6047" y="2560"/>
                </a:lnTo>
                <a:lnTo>
                  <a:pt x="6046" y="2560"/>
                </a:lnTo>
                <a:lnTo>
                  <a:pt x="6045" y="2559"/>
                </a:lnTo>
                <a:lnTo>
                  <a:pt x="6044" y="2559"/>
                </a:lnTo>
                <a:lnTo>
                  <a:pt x="6043" y="2559"/>
                </a:lnTo>
                <a:lnTo>
                  <a:pt x="6043" y="2558"/>
                </a:lnTo>
                <a:lnTo>
                  <a:pt x="6042" y="2558"/>
                </a:lnTo>
                <a:lnTo>
                  <a:pt x="6041" y="2558"/>
                </a:lnTo>
                <a:lnTo>
                  <a:pt x="6041" y="2557"/>
                </a:lnTo>
                <a:lnTo>
                  <a:pt x="6040" y="2557"/>
                </a:lnTo>
                <a:lnTo>
                  <a:pt x="6039" y="2557"/>
                </a:lnTo>
                <a:lnTo>
                  <a:pt x="6038" y="2556"/>
                </a:lnTo>
                <a:lnTo>
                  <a:pt x="6037" y="2556"/>
                </a:lnTo>
                <a:lnTo>
                  <a:pt x="6037" y="2555"/>
                </a:lnTo>
                <a:lnTo>
                  <a:pt x="6036" y="2555"/>
                </a:lnTo>
                <a:lnTo>
                  <a:pt x="6035" y="2554"/>
                </a:lnTo>
                <a:lnTo>
                  <a:pt x="6034" y="2554"/>
                </a:lnTo>
                <a:lnTo>
                  <a:pt x="6033" y="2554"/>
                </a:lnTo>
                <a:lnTo>
                  <a:pt x="6033" y="2553"/>
                </a:lnTo>
                <a:lnTo>
                  <a:pt x="6032" y="2553"/>
                </a:lnTo>
                <a:lnTo>
                  <a:pt x="6031" y="2553"/>
                </a:lnTo>
                <a:lnTo>
                  <a:pt x="6031" y="2552"/>
                </a:lnTo>
                <a:lnTo>
                  <a:pt x="6030" y="2552"/>
                </a:lnTo>
                <a:lnTo>
                  <a:pt x="6029" y="2552"/>
                </a:lnTo>
                <a:lnTo>
                  <a:pt x="6028" y="2551"/>
                </a:lnTo>
                <a:lnTo>
                  <a:pt x="6027" y="2551"/>
                </a:lnTo>
                <a:lnTo>
                  <a:pt x="6027" y="2550"/>
                </a:lnTo>
                <a:lnTo>
                  <a:pt x="6026" y="2550"/>
                </a:lnTo>
                <a:lnTo>
                  <a:pt x="6025" y="2550"/>
                </a:lnTo>
                <a:lnTo>
                  <a:pt x="6024" y="2549"/>
                </a:lnTo>
                <a:lnTo>
                  <a:pt x="6023" y="2549"/>
                </a:lnTo>
                <a:lnTo>
                  <a:pt x="6023" y="2548"/>
                </a:lnTo>
                <a:lnTo>
                  <a:pt x="6022" y="2548"/>
                </a:lnTo>
                <a:lnTo>
                  <a:pt x="6021" y="2548"/>
                </a:lnTo>
                <a:lnTo>
                  <a:pt x="6021" y="2547"/>
                </a:lnTo>
                <a:lnTo>
                  <a:pt x="6020" y="2547"/>
                </a:lnTo>
                <a:lnTo>
                  <a:pt x="6019" y="2547"/>
                </a:lnTo>
                <a:lnTo>
                  <a:pt x="6018" y="2546"/>
                </a:lnTo>
                <a:lnTo>
                  <a:pt x="6017" y="2546"/>
                </a:lnTo>
                <a:lnTo>
                  <a:pt x="6017" y="2545"/>
                </a:lnTo>
                <a:lnTo>
                  <a:pt x="6016" y="2545"/>
                </a:lnTo>
                <a:lnTo>
                  <a:pt x="6015" y="2545"/>
                </a:lnTo>
                <a:lnTo>
                  <a:pt x="6014" y="2544"/>
                </a:lnTo>
                <a:lnTo>
                  <a:pt x="6013" y="2544"/>
                </a:lnTo>
                <a:lnTo>
                  <a:pt x="6013" y="2543"/>
                </a:lnTo>
                <a:lnTo>
                  <a:pt x="6012" y="2543"/>
                </a:lnTo>
                <a:lnTo>
                  <a:pt x="6011" y="2543"/>
                </a:lnTo>
                <a:lnTo>
                  <a:pt x="6011" y="2542"/>
                </a:lnTo>
                <a:lnTo>
                  <a:pt x="6010" y="2542"/>
                </a:lnTo>
                <a:lnTo>
                  <a:pt x="6009" y="2542"/>
                </a:lnTo>
                <a:lnTo>
                  <a:pt x="6008" y="2541"/>
                </a:lnTo>
                <a:lnTo>
                  <a:pt x="6007" y="2541"/>
                </a:lnTo>
                <a:lnTo>
                  <a:pt x="6007" y="2540"/>
                </a:lnTo>
                <a:lnTo>
                  <a:pt x="6006" y="2540"/>
                </a:lnTo>
                <a:lnTo>
                  <a:pt x="6005" y="2540"/>
                </a:lnTo>
                <a:lnTo>
                  <a:pt x="6004" y="2539"/>
                </a:lnTo>
                <a:lnTo>
                  <a:pt x="6003" y="2539"/>
                </a:lnTo>
                <a:lnTo>
                  <a:pt x="6003" y="2538"/>
                </a:lnTo>
                <a:lnTo>
                  <a:pt x="6002" y="2538"/>
                </a:lnTo>
                <a:lnTo>
                  <a:pt x="6001" y="2538"/>
                </a:lnTo>
                <a:lnTo>
                  <a:pt x="6001" y="2537"/>
                </a:lnTo>
                <a:lnTo>
                  <a:pt x="6000" y="2537"/>
                </a:lnTo>
                <a:lnTo>
                  <a:pt x="5999" y="2537"/>
                </a:lnTo>
                <a:lnTo>
                  <a:pt x="5998" y="2536"/>
                </a:lnTo>
                <a:lnTo>
                  <a:pt x="5997" y="2536"/>
                </a:lnTo>
                <a:lnTo>
                  <a:pt x="5997" y="2535"/>
                </a:lnTo>
                <a:lnTo>
                  <a:pt x="5996" y="2535"/>
                </a:lnTo>
                <a:lnTo>
                  <a:pt x="5995" y="2535"/>
                </a:lnTo>
                <a:lnTo>
                  <a:pt x="5994" y="2534"/>
                </a:lnTo>
                <a:lnTo>
                  <a:pt x="5993" y="2534"/>
                </a:lnTo>
                <a:lnTo>
                  <a:pt x="5993" y="2533"/>
                </a:lnTo>
                <a:lnTo>
                  <a:pt x="5992" y="2533"/>
                </a:lnTo>
                <a:lnTo>
                  <a:pt x="5991" y="2533"/>
                </a:lnTo>
                <a:lnTo>
                  <a:pt x="5991" y="2532"/>
                </a:lnTo>
                <a:lnTo>
                  <a:pt x="5990" y="2532"/>
                </a:lnTo>
                <a:lnTo>
                  <a:pt x="5989" y="2532"/>
                </a:lnTo>
                <a:lnTo>
                  <a:pt x="5989" y="2531"/>
                </a:lnTo>
                <a:lnTo>
                  <a:pt x="5988" y="2531"/>
                </a:lnTo>
                <a:lnTo>
                  <a:pt x="5987" y="2531"/>
                </a:lnTo>
                <a:lnTo>
                  <a:pt x="5987" y="2530"/>
                </a:lnTo>
                <a:lnTo>
                  <a:pt x="5986" y="2530"/>
                </a:lnTo>
                <a:lnTo>
                  <a:pt x="5985" y="2530"/>
                </a:lnTo>
                <a:lnTo>
                  <a:pt x="5984" y="2529"/>
                </a:lnTo>
                <a:lnTo>
                  <a:pt x="5983" y="2529"/>
                </a:lnTo>
                <a:lnTo>
                  <a:pt x="5983" y="2528"/>
                </a:lnTo>
                <a:lnTo>
                  <a:pt x="5982" y="2528"/>
                </a:lnTo>
                <a:lnTo>
                  <a:pt x="5981" y="2528"/>
                </a:lnTo>
                <a:lnTo>
                  <a:pt x="5981" y="2527"/>
                </a:lnTo>
                <a:lnTo>
                  <a:pt x="5980" y="2527"/>
                </a:lnTo>
                <a:lnTo>
                  <a:pt x="5979" y="2527"/>
                </a:lnTo>
                <a:lnTo>
                  <a:pt x="5979" y="2526"/>
                </a:lnTo>
                <a:lnTo>
                  <a:pt x="5978" y="2526"/>
                </a:lnTo>
                <a:lnTo>
                  <a:pt x="5977" y="2526"/>
                </a:lnTo>
                <a:lnTo>
                  <a:pt x="5977" y="2525"/>
                </a:lnTo>
                <a:lnTo>
                  <a:pt x="5976" y="2525"/>
                </a:lnTo>
                <a:lnTo>
                  <a:pt x="5975" y="2525"/>
                </a:lnTo>
                <a:lnTo>
                  <a:pt x="5974" y="2524"/>
                </a:lnTo>
                <a:lnTo>
                  <a:pt x="5973" y="2524"/>
                </a:lnTo>
                <a:lnTo>
                  <a:pt x="5973" y="2523"/>
                </a:lnTo>
                <a:lnTo>
                  <a:pt x="5972" y="2523"/>
                </a:lnTo>
                <a:lnTo>
                  <a:pt x="5971" y="2523"/>
                </a:lnTo>
                <a:lnTo>
                  <a:pt x="5971" y="2522"/>
                </a:lnTo>
                <a:lnTo>
                  <a:pt x="5970" y="2522"/>
                </a:lnTo>
                <a:lnTo>
                  <a:pt x="5969" y="2522"/>
                </a:lnTo>
                <a:lnTo>
                  <a:pt x="5969" y="2521"/>
                </a:lnTo>
                <a:lnTo>
                  <a:pt x="5968" y="2521"/>
                </a:lnTo>
                <a:lnTo>
                  <a:pt x="5967" y="2521"/>
                </a:lnTo>
                <a:lnTo>
                  <a:pt x="5967" y="2520"/>
                </a:lnTo>
                <a:lnTo>
                  <a:pt x="5966" y="2520"/>
                </a:lnTo>
                <a:lnTo>
                  <a:pt x="5965" y="2520"/>
                </a:lnTo>
                <a:lnTo>
                  <a:pt x="5964" y="2519"/>
                </a:lnTo>
                <a:lnTo>
                  <a:pt x="5963" y="2519"/>
                </a:lnTo>
                <a:lnTo>
                  <a:pt x="5963" y="2518"/>
                </a:lnTo>
                <a:lnTo>
                  <a:pt x="5962" y="2518"/>
                </a:lnTo>
                <a:lnTo>
                  <a:pt x="5961" y="2518"/>
                </a:lnTo>
                <a:lnTo>
                  <a:pt x="5960" y="2517"/>
                </a:lnTo>
                <a:lnTo>
                  <a:pt x="5959" y="2517"/>
                </a:lnTo>
                <a:lnTo>
                  <a:pt x="5959" y="2516"/>
                </a:lnTo>
                <a:lnTo>
                  <a:pt x="5958" y="2516"/>
                </a:lnTo>
                <a:lnTo>
                  <a:pt x="5957" y="2516"/>
                </a:lnTo>
                <a:lnTo>
                  <a:pt x="5957" y="2515"/>
                </a:lnTo>
                <a:lnTo>
                  <a:pt x="5956" y="2515"/>
                </a:lnTo>
                <a:lnTo>
                  <a:pt x="5955" y="2515"/>
                </a:lnTo>
                <a:lnTo>
                  <a:pt x="5954" y="2514"/>
                </a:lnTo>
                <a:lnTo>
                  <a:pt x="5953" y="2514"/>
                </a:lnTo>
                <a:lnTo>
                  <a:pt x="5953" y="2513"/>
                </a:lnTo>
                <a:lnTo>
                  <a:pt x="5952" y="2513"/>
                </a:lnTo>
                <a:lnTo>
                  <a:pt x="5951" y="2513"/>
                </a:lnTo>
                <a:lnTo>
                  <a:pt x="5950" y="2512"/>
                </a:lnTo>
                <a:lnTo>
                  <a:pt x="5949" y="2512"/>
                </a:lnTo>
                <a:lnTo>
                  <a:pt x="5949" y="2511"/>
                </a:lnTo>
                <a:lnTo>
                  <a:pt x="5948" y="2511"/>
                </a:lnTo>
                <a:lnTo>
                  <a:pt x="5947" y="2511"/>
                </a:lnTo>
                <a:lnTo>
                  <a:pt x="5947" y="2510"/>
                </a:lnTo>
                <a:lnTo>
                  <a:pt x="5946" y="2510"/>
                </a:lnTo>
                <a:lnTo>
                  <a:pt x="5945" y="2510"/>
                </a:lnTo>
                <a:lnTo>
                  <a:pt x="5944" y="2509"/>
                </a:lnTo>
                <a:lnTo>
                  <a:pt x="5943" y="2509"/>
                </a:lnTo>
                <a:lnTo>
                  <a:pt x="5943" y="2508"/>
                </a:lnTo>
                <a:lnTo>
                  <a:pt x="5942" y="2508"/>
                </a:lnTo>
                <a:lnTo>
                  <a:pt x="5941" y="2508"/>
                </a:lnTo>
                <a:lnTo>
                  <a:pt x="5940" y="2507"/>
                </a:lnTo>
                <a:lnTo>
                  <a:pt x="5939" y="2507"/>
                </a:lnTo>
                <a:lnTo>
                  <a:pt x="5939" y="2506"/>
                </a:lnTo>
                <a:lnTo>
                  <a:pt x="5938" y="2506"/>
                </a:lnTo>
                <a:lnTo>
                  <a:pt x="5937" y="2506"/>
                </a:lnTo>
                <a:lnTo>
                  <a:pt x="5937" y="2505"/>
                </a:lnTo>
                <a:lnTo>
                  <a:pt x="5936" y="2505"/>
                </a:lnTo>
                <a:lnTo>
                  <a:pt x="5935" y="2505"/>
                </a:lnTo>
                <a:lnTo>
                  <a:pt x="5934" y="2504"/>
                </a:lnTo>
                <a:lnTo>
                  <a:pt x="5933" y="2504"/>
                </a:lnTo>
                <a:lnTo>
                  <a:pt x="5933" y="2503"/>
                </a:lnTo>
                <a:lnTo>
                  <a:pt x="5932" y="2503"/>
                </a:lnTo>
                <a:lnTo>
                  <a:pt x="5931" y="2503"/>
                </a:lnTo>
                <a:lnTo>
                  <a:pt x="5930" y="2502"/>
                </a:lnTo>
                <a:lnTo>
                  <a:pt x="5929" y="2502"/>
                </a:lnTo>
                <a:lnTo>
                  <a:pt x="5929" y="2501"/>
                </a:lnTo>
                <a:lnTo>
                  <a:pt x="5928" y="2501"/>
                </a:lnTo>
                <a:lnTo>
                  <a:pt x="5927" y="2501"/>
                </a:lnTo>
                <a:lnTo>
                  <a:pt x="5927" y="2500"/>
                </a:lnTo>
                <a:lnTo>
                  <a:pt x="5926" y="2500"/>
                </a:lnTo>
                <a:lnTo>
                  <a:pt x="5926" y="2501"/>
                </a:lnTo>
                <a:lnTo>
                  <a:pt x="5925" y="2501"/>
                </a:lnTo>
                <a:lnTo>
                  <a:pt x="5924" y="2501"/>
                </a:lnTo>
                <a:lnTo>
                  <a:pt x="5924" y="2500"/>
                </a:lnTo>
                <a:lnTo>
                  <a:pt x="5923" y="2500"/>
                </a:lnTo>
                <a:lnTo>
                  <a:pt x="5922" y="2499"/>
                </a:lnTo>
                <a:lnTo>
                  <a:pt x="5921" y="2499"/>
                </a:lnTo>
                <a:lnTo>
                  <a:pt x="5920" y="2499"/>
                </a:lnTo>
                <a:lnTo>
                  <a:pt x="5920" y="2498"/>
                </a:lnTo>
                <a:lnTo>
                  <a:pt x="5919" y="2498"/>
                </a:lnTo>
                <a:lnTo>
                  <a:pt x="5918" y="2497"/>
                </a:lnTo>
                <a:lnTo>
                  <a:pt x="5917" y="2497"/>
                </a:lnTo>
                <a:lnTo>
                  <a:pt x="5916" y="2497"/>
                </a:lnTo>
                <a:lnTo>
                  <a:pt x="5916" y="2496"/>
                </a:lnTo>
                <a:lnTo>
                  <a:pt x="5915" y="2496"/>
                </a:lnTo>
                <a:lnTo>
                  <a:pt x="5914" y="2496"/>
                </a:lnTo>
                <a:lnTo>
                  <a:pt x="5914" y="2495"/>
                </a:lnTo>
                <a:lnTo>
                  <a:pt x="5913" y="2495"/>
                </a:lnTo>
                <a:lnTo>
                  <a:pt x="5912" y="2494"/>
                </a:lnTo>
                <a:lnTo>
                  <a:pt x="5911" y="2494"/>
                </a:lnTo>
                <a:lnTo>
                  <a:pt x="5910" y="2494"/>
                </a:lnTo>
                <a:lnTo>
                  <a:pt x="5910" y="2493"/>
                </a:lnTo>
                <a:lnTo>
                  <a:pt x="5909" y="2493"/>
                </a:lnTo>
                <a:lnTo>
                  <a:pt x="5908" y="2492"/>
                </a:lnTo>
                <a:lnTo>
                  <a:pt x="5907" y="2492"/>
                </a:lnTo>
                <a:lnTo>
                  <a:pt x="5906" y="2492"/>
                </a:lnTo>
                <a:lnTo>
                  <a:pt x="5906" y="2491"/>
                </a:lnTo>
                <a:lnTo>
                  <a:pt x="5905" y="2491"/>
                </a:lnTo>
                <a:lnTo>
                  <a:pt x="5904" y="2491"/>
                </a:lnTo>
                <a:lnTo>
                  <a:pt x="5904" y="2490"/>
                </a:lnTo>
                <a:lnTo>
                  <a:pt x="5903" y="2490"/>
                </a:lnTo>
                <a:lnTo>
                  <a:pt x="5902" y="2489"/>
                </a:lnTo>
                <a:lnTo>
                  <a:pt x="5901" y="2489"/>
                </a:lnTo>
                <a:lnTo>
                  <a:pt x="5900" y="2489"/>
                </a:lnTo>
                <a:lnTo>
                  <a:pt x="5900" y="2488"/>
                </a:lnTo>
                <a:lnTo>
                  <a:pt x="5899" y="2488"/>
                </a:lnTo>
                <a:lnTo>
                  <a:pt x="5898" y="2487"/>
                </a:lnTo>
                <a:lnTo>
                  <a:pt x="5897" y="2487"/>
                </a:lnTo>
                <a:lnTo>
                  <a:pt x="5896" y="2487"/>
                </a:lnTo>
                <a:lnTo>
                  <a:pt x="5896" y="2486"/>
                </a:lnTo>
                <a:lnTo>
                  <a:pt x="5895" y="2486"/>
                </a:lnTo>
                <a:lnTo>
                  <a:pt x="5894" y="2486"/>
                </a:lnTo>
                <a:lnTo>
                  <a:pt x="5894" y="2485"/>
                </a:lnTo>
                <a:lnTo>
                  <a:pt x="5893" y="2485"/>
                </a:lnTo>
                <a:lnTo>
                  <a:pt x="5892" y="2484"/>
                </a:lnTo>
                <a:lnTo>
                  <a:pt x="5891" y="2484"/>
                </a:lnTo>
                <a:lnTo>
                  <a:pt x="5890" y="2484"/>
                </a:lnTo>
                <a:lnTo>
                  <a:pt x="5890" y="2483"/>
                </a:lnTo>
                <a:lnTo>
                  <a:pt x="5889" y="2483"/>
                </a:lnTo>
                <a:lnTo>
                  <a:pt x="5888" y="2482"/>
                </a:lnTo>
                <a:lnTo>
                  <a:pt x="5887" y="2482"/>
                </a:lnTo>
                <a:lnTo>
                  <a:pt x="5886" y="2482"/>
                </a:lnTo>
                <a:lnTo>
                  <a:pt x="5886" y="2481"/>
                </a:lnTo>
                <a:lnTo>
                  <a:pt x="5885" y="2481"/>
                </a:lnTo>
                <a:lnTo>
                  <a:pt x="5884" y="2481"/>
                </a:lnTo>
                <a:lnTo>
                  <a:pt x="5884" y="2480"/>
                </a:lnTo>
                <a:lnTo>
                  <a:pt x="5883" y="2480"/>
                </a:lnTo>
                <a:lnTo>
                  <a:pt x="5882" y="2479"/>
                </a:lnTo>
                <a:lnTo>
                  <a:pt x="5881" y="2479"/>
                </a:lnTo>
                <a:lnTo>
                  <a:pt x="5880" y="2479"/>
                </a:lnTo>
                <a:lnTo>
                  <a:pt x="5880" y="2478"/>
                </a:lnTo>
                <a:lnTo>
                  <a:pt x="5879" y="2478"/>
                </a:lnTo>
                <a:lnTo>
                  <a:pt x="5878" y="2477"/>
                </a:lnTo>
                <a:lnTo>
                  <a:pt x="5877" y="2477"/>
                </a:lnTo>
                <a:lnTo>
                  <a:pt x="5876" y="2477"/>
                </a:lnTo>
                <a:lnTo>
                  <a:pt x="5876" y="2476"/>
                </a:lnTo>
                <a:lnTo>
                  <a:pt x="5875" y="2476"/>
                </a:lnTo>
                <a:lnTo>
                  <a:pt x="5874" y="2476"/>
                </a:lnTo>
                <a:lnTo>
                  <a:pt x="5874" y="2475"/>
                </a:lnTo>
                <a:lnTo>
                  <a:pt x="5873" y="2475"/>
                </a:lnTo>
                <a:lnTo>
                  <a:pt x="5872" y="2474"/>
                </a:lnTo>
                <a:lnTo>
                  <a:pt x="5871" y="2474"/>
                </a:lnTo>
                <a:lnTo>
                  <a:pt x="5870" y="2474"/>
                </a:lnTo>
                <a:lnTo>
                  <a:pt x="5870" y="2473"/>
                </a:lnTo>
                <a:lnTo>
                  <a:pt x="5869" y="2473"/>
                </a:lnTo>
                <a:lnTo>
                  <a:pt x="5868" y="2472"/>
                </a:lnTo>
                <a:lnTo>
                  <a:pt x="5867" y="2472"/>
                </a:lnTo>
                <a:lnTo>
                  <a:pt x="5866" y="2472"/>
                </a:lnTo>
                <a:lnTo>
                  <a:pt x="5866" y="2471"/>
                </a:lnTo>
                <a:lnTo>
                  <a:pt x="5865" y="2471"/>
                </a:lnTo>
                <a:lnTo>
                  <a:pt x="5864" y="2470"/>
                </a:lnTo>
                <a:lnTo>
                  <a:pt x="5863" y="2470"/>
                </a:lnTo>
                <a:lnTo>
                  <a:pt x="5862" y="2470"/>
                </a:lnTo>
                <a:lnTo>
                  <a:pt x="5862" y="2469"/>
                </a:lnTo>
                <a:lnTo>
                  <a:pt x="5861" y="2469"/>
                </a:lnTo>
                <a:lnTo>
                  <a:pt x="5860" y="2469"/>
                </a:lnTo>
                <a:lnTo>
                  <a:pt x="5860" y="2468"/>
                </a:lnTo>
                <a:lnTo>
                  <a:pt x="5859" y="2468"/>
                </a:lnTo>
                <a:lnTo>
                  <a:pt x="5858" y="2467"/>
                </a:lnTo>
                <a:lnTo>
                  <a:pt x="5857" y="2467"/>
                </a:lnTo>
                <a:lnTo>
                  <a:pt x="5856" y="2467"/>
                </a:lnTo>
                <a:lnTo>
                  <a:pt x="5856" y="2466"/>
                </a:lnTo>
                <a:lnTo>
                  <a:pt x="5855" y="2466"/>
                </a:lnTo>
                <a:lnTo>
                  <a:pt x="5854" y="2465"/>
                </a:lnTo>
                <a:lnTo>
                  <a:pt x="5853" y="2465"/>
                </a:lnTo>
                <a:lnTo>
                  <a:pt x="5852" y="2465"/>
                </a:lnTo>
                <a:lnTo>
                  <a:pt x="5852" y="2464"/>
                </a:lnTo>
                <a:lnTo>
                  <a:pt x="5851" y="2464"/>
                </a:lnTo>
                <a:lnTo>
                  <a:pt x="5850" y="2464"/>
                </a:lnTo>
                <a:lnTo>
                  <a:pt x="5850" y="2463"/>
                </a:lnTo>
                <a:lnTo>
                  <a:pt x="5849" y="2463"/>
                </a:lnTo>
                <a:lnTo>
                  <a:pt x="5848" y="2462"/>
                </a:lnTo>
                <a:lnTo>
                  <a:pt x="5847" y="2462"/>
                </a:lnTo>
                <a:lnTo>
                  <a:pt x="5846" y="2462"/>
                </a:lnTo>
                <a:lnTo>
                  <a:pt x="5846" y="2461"/>
                </a:lnTo>
                <a:lnTo>
                  <a:pt x="5845" y="2461"/>
                </a:lnTo>
                <a:lnTo>
                  <a:pt x="5844" y="2460"/>
                </a:lnTo>
                <a:lnTo>
                  <a:pt x="5843" y="2460"/>
                </a:lnTo>
                <a:lnTo>
                  <a:pt x="5842" y="2460"/>
                </a:lnTo>
                <a:lnTo>
                  <a:pt x="5842" y="2459"/>
                </a:lnTo>
                <a:lnTo>
                  <a:pt x="5841" y="2459"/>
                </a:lnTo>
                <a:lnTo>
                  <a:pt x="5840" y="2459"/>
                </a:lnTo>
                <a:lnTo>
                  <a:pt x="5840" y="2458"/>
                </a:lnTo>
                <a:lnTo>
                  <a:pt x="5839" y="2458"/>
                </a:lnTo>
                <a:lnTo>
                  <a:pt x="5838" y="2457"/>
                </a:lnTo>
                <a:lnTo>
                  <a:pt x="5837" y="2457"/>
                </a:lnTo>
                <a:lnTo>
                  <a:pt x="5836" y="2457"/>
                </a:lnTo>
                <a:lnTo>
                  <a:pt x="5836" y="2456"/>
                </a:lnTo>
                <a:lnTo>
                  <a:pt x="5835" y="2456"/>
                </a:lnTo>
                <a:lnTo>
                  <a:pt x="5834" y="2455"/>
                </a:lnTo>
                <a:lnTo>
                  <a:pt x="5833" y="2455"/>
                </a:lnTo>
                <a:lnTo>
                  <a:pt x="5832" y="2455"/>
                </a:lnTo>
                <a:lnTo>
                  <a:pt x="5832" y="2454"/>
                </a:lnTo>
                <a:lnTo>
                  <a:pt x="5831" y="2454"/>
                </a:lnTo>
                <a:lnTo>
                  <a:pt x="5830" y="2454"/>
                </a:lnTo>
                <a:lnTo>
                  <a:pt x="5830" y="2453"/>
                </a:lnTo>
                <a:lnTo>
                  <a:pt x="5829" y="2453"/>
                </a:lnTo>
                <a:lnTo>
                  <a:pt x="5828" y="2452"/>
                </a:lnTo>
                <a:lnTo>
                  <a:pt x="5827" y="2452"/>
                </a:lnTo>
                <a:lnTo>
                  <a:pt x="5826" y="2452"/>
                </a:lnTo>
                <a:lnTo>
                  <a:pt x="5826" y="2451"/>
                </a:lnTo>
                <a:lnTo>
                  <a:pt x="5825" y="2451"/>
                </a:lnTo>
                <a:lnTo>
                  <a:pt x="5824" y="2450"/>
                </a:lnTo>
                <a:lnTo>
                  <a:pt x="5823" y="2450"/>
                </a:lnTo>
                <a:lnTo>
                  <a:pt x="5822" y="2450"/>
                </a:lnTo>
                <a:lnTo>
                  <a:pt x="5822" y="2449"/>
                </a:lnTo>
                <a:lnTo>
                  <a:pt x="5821" y="2449"/>
                </a:lnTo>
                <a:lnTo>
                  <a:pt x="5820" y="2449"/>
                </a:lnTo>
                <a:lnTo>
                  <a:pt x="5820" y="2448"/>
                </a:lnTo>
                <a:lnTo>
                  <a:pt x="5819" y="2448"/>
                </a:lnTo>
                <a:lnTo>
                  <a:pt x="5818" y="2447"/>
                </a:lnTo>
                <a:lnTo>
                  <a:pt x="5817" y="2447"/>
                </a:lnTo>
                <a:lnTo>
                  <a:pt x="5816" y="2447"/>
                </a:lnTo>
                <a:lnTo>
                  <a:pt x="5816" y="2446"/>
                </a:lnTo>
                <a:lnTo>
                  <a:pt x="5815" y="2446"/>
                </a:lnTo>
                <a:lnTo>
                  <a:pt x="5814" y="2445"/>
                </a:lnTo>
                <a:lnTo>
                  <a:pt x="5813" y="2445"/>
                </a:lnTo>
                <a:lnTo>
                  <a:pt x="5812" y="2445"/>
                </a:lnTo>
                <a:lnTo>
                  <a:pt x="5812" y="2444"/>
                </a:lnTo>
                <a:lnTo>
                  <a:pt x="5811" y="2444"/>
                </a:lnTo>
                <a:lnTo>
                  <a:pt x="5810" y="2444"/>
                </a:lnTo>
                <a:lnTo>
                  <a:pt x="5810" y="2443"/>
                </a:lnTo>
                <a:lnTo>
                  <a:pt x="5809" y="2443"/>
                </a:lnTo>
                <a:lnTo>
                  <a:pt x="5808" y="2442"/>
                </a:lnTo>
                <a:lnTo>
                  <a:pt x="5807" y="2442"/>
                </a:lnTo>
                <a:lnTo>
                  <a:pt x="5806" y="2442"/>
                </a:lnTo>
                <a:lnTo>
                  <a:pt x="5806" y="2441"/>
                </a:lnTo>
                <a:lnTo>
                  <a:pt x="5805" y="2441"/>
                </a:lnTo>
                <a:lnTo>
                  <a:pt x="5804" y="2440"/>
                </a:lnTo>
                <a:lnTo>
                  <a:pt x="5803" y="2440"/>
                </a:lnTo>
                <a:lnTo>
                  <a:pt x="5802" y="2440"/>
                </a:lnTo>
                <a:lnTo>
                  <a:pt x="5802" y="2439"/>
                </a:lnTo>
                <a:lnTo>
                  <a:pt x="5801" y="2439"/>
                </a:lnTo>
                <a:lnTo>
                  <a:pt x="5800" y="2439"/>
                </a:lnTo>
                <a:lnTo>
                  <a:pt x="5800" y="2438"/>
                </a:lnTo>
                <a:lnTo>
                  <a:pt x="5799" y="2438"/>
                </a:lnTo>
                <a:lnTo>
                  <a:pt x="5798" y="2438"/>
                </a:lnTo>
                <a:lnTo>
                  <a:pt x="5798" y="2437"/>
                </a:lnTo>
                <a:lnTo>
                  <a:pt x="5797" y="2437"/>
                </a:lnTo>
                <a:lnTo>
                  <a:pt x="5796" y="2437"/>
                </a:lnTo>
                <a:lnTo>
                  <a:pt x="5796" y="2436"/>
                </a:lnTo>
                <a:lnTo>
                  <a:pt x="5795" y="2436"/>
                </a:lnTo>
                <a:lnTo>
                  <a:pt x="5794" y="2435"/>
                </a:lnTo>
                <a:lnTo>
                  <a:pt x="5793" y="2435"/>
                </a:lnTo>
                <a:lnTo>
                  <a:pt x="5792" y="2435"/>
                </a:lnTo>
                <a:lnTo>
                  <a:pt x="5792" y="2434"/>
                </a:lnTo>
                <a:lnTo>
                  <a:pt x="5791" y="2434"/>
                </a:lnTo>
                <a:lnTo>
                  <a:pt x="5790" y="2434"/>
                </a:lnTo>
                <a:lnTo>
                  <a:pt x="5790" y="2433"/>
                </a:lnTo>
                <a:lnTo>
                  <a:pt x="5789" y="2433"/>
                </a:lnTo>
                <a:lnTo>
                  <a:pt x="5788" y="2433"/>
                </a:lnTo>
                <a:lnTo>
                  <a:pt x="5788" y="2432"/>
                </a:lnTo>
                <a:lnTo>
                  <a:pt x="5787" y="2432"/>
                </a:lnTo>
                <a:lnTo>
                  <a:pt x="5786" y="2432"/>
                </a:lnTo>
                <a:lnTo>
                  <a:pt x="5786" y="2431"/>
                </a:lnTo>
                <a:lnTo>
                  <a:pt x="5785" y="2431"/>
                </a:lnTo>
                <a:lnTo>
                  <a:pt x="5784" y="2430"/>
                </a:lnTo>
                <a:lnTo>
                  <a:pt x="5783" y="2430"/>
                </a:lnTo>
                <a:lnTo>
                  <a:pt x="5782" y="2430"/>
                </a:lnTo>
                <a:lnTo>
                  <a:pt x="5782" y="2429"/>
                </a:lnTo>
                <a:lnTo>
                  <a:pt x="5781" y="2429"/>
                </a:lnTo>
                <a:lnTo>
                  <a:pt x="5780" y="2429"/>
                </a:lnTo>
                <a:lnTo>
                  <a:pt x="5780" y="2428"/>
                </a:lnTo>
                <a:lnTo>
                  <a:pt x="5779" y="2428"/>
                </a:lnTo>
                <a:lnTo>
                  <a:pt x="5778" y="2428"/>
                </a:lnTo>
                <a:lnTo>
                  <a:pt x="5778" y="2427"/>
                </a:lnTo>
                <a:lnTo>
                  <a:pt x="5777" y="2427"/>
                </a:lnTo>
                <a:lnTo>
                  <a:pt x="5776" y="2427"/>
                </a:lnTo>
                <a:lnTo>
                  <a:pt x="5776" y="2426"/>
                </a:lnTo>
                <a:lnTo>
                  <a:pt x="5775" y="2426"/>
                </a:lnTo>
                <a:lnTo>
                  <a:pt x="5774" y="2425"/>
                </a:lnTo>
                <a:lnTo>
                  <a:pt x="5773" y="2425"/>
                </a:lnTo>
                <a:lnTo>
                  <a:pt x="5772" y="2425"/>
                </a:lnTo>
                <a:lnTo>
                  <a:pt x="5772" y="2424"/>
                </a:lnTo>
                <a:lnTo>
                  <a:pt x="5771" y="2424"/>
                </a:lnTo>
                <a:lnTo>
                  <a:pt x="5770" y="2424"/>
                </a:lnTo>
                <a:lnTo>
                  <a:pt x="5770" y="2423"/>
                </a:lnTo>
                <a:lnTo>
                  <a:pt x="5769" y="2423"/>
                </a:lnTo>
                <a:lnTo>
                  <a:pt x="5768" y="2423"/>
                </a:lnTo>
                <a:lnTo>
                  <a:pt x="5768" y="2422"/>
                </a:lnTo>
                <a:lnTo>
                  <a:pt x="5767" y="2422"/>
                </a:lnTo>
                <a:lnTo>
                  <a:pt x="5766" y="2422"/>
                </a:lnTo>
                <a:lnTo>
                  <a:pt x="5766" y="2421"/>
                </a:lnTo>
                <a:lnTo>
                  <a:pt x="5765" y="2421"/>
                </a:lnTo>
                <a:lnTo>
                  <a:pt x="5764" y="2420"/>
                </a:lnTo>
                <a:lnTo>
                  <a:pt x="5763" y="2420"/>
                </a:lnTo>
                <a:lnTo>
                  <a:pt x="5762" y="2420"/>
                </a:lnTo>
                <a:lnTo>
                  <a:pt x="5762" y="2419"/>
                </a:lnTo>
                <a:lnTo>
                  <a:pt x="5761" y="2419"/>
                </a:lnTo>
                <a:lnTo>
                  <a:pt x="5760" y="2419"/>
                </a:lnTo>
                <a:lnTo>
                  <a:pt x="5760" y="2418"/>
                </a:lnTo>
                <a:lnTo>
                  <a:pt x="5759" y="2418"/>
                </a:lnTo>
                <a:lnTo>
                  <a:pt x="5758" y="2418"/>
                </a:lnTo>
                <a:lnTo>
                  <a:pt x="5758" y="2417"/>
                </a:lnTo>
                <a:lnTo>
                  <a:pt x="5757" y="2417"/>
                </a:lnTo>
                <a:lnTo>
                  <a:pt x="5756" y="2417"/>
                </a:lnTo>
                <a:lnTo>
                  <a:pt x="5756" y="2416"/>
                </a:lnTo>
                <a:lnTo>
                  <a:pt x="5755" y="2416"/>
                </a:lnTo>
                <a:lnTo>
                  <a:pt x="5754" y="2415"/>
                </a:lnTo>
                <a:lnTo>
                  <a:pt x="5753" y="2415"/>
                </a:lnTo>
                <a:lnTo>
                  <a:pt x="5752" y="2415"/>
                </a:lnTo>
                <a:lnTo>
                  <a:pt x="5752" y="2414"/>
                </a:lnTo>
                <a:lnTo>
                  <a:pt x="5751" y="2414"/>
                </a:lnTo>
                <a:lnTo>
                  <a:pt x="5750" y="2414"/>
                </a:lnTo>
                <a:lnTo>
                  <a:pt x="5750" y="2413"/>
                </a:lnTo>
                <a:lnTo>
                  <a:pt x="5749" y="2413"/>
                </a:lnTo>
                <a:lnTo>
                  <a:pt x="5748" y="2413"/>
                </a:lnTo>
                <a:lnTo>
                  <a:pt x="5748" y="2412"/>
                </a:lnTo>
                <a:lnTo>
                  <a:pt x="5747" y="2412"/>
                </a:lnTo>
                <a:lnTo>
                  <a:pt x="5746" y="2412"/>
                </a:lnTo>
                <a:lnTo>
                  <a:pt x="5746" y="2411"/>
                </a:lnTo>
                <a:lnTo>
                  <a:pt x="5745" y="2411"/>
                </a:lnTo>
                <a:lnTo>
                  <a:pt x="5744" y="2410"/>
                </a:lnTo>
                <a:lnTo>
                  <a:pt x="5743" y="2410"/>
                </a:lnTo>
                <a:lnTo>
                  <a:pt x="5742" y="2410"/>
                </a:lnTo>
                <a:lnTo>
                  <a:pt x="5742" y="2409"/>
                </a:lnTo>
                <a:lnTo>
                  <a:pt x="5741" y="2409"/>
                </a:lnTo>
                <a:lnTo>
                  <a:pt x="5740" y="2408"/>
                </a:lnTo>
                <a:lnTo>
                  <a:pt x="5739" y="2408"/>
                </a:lnTo>
                <a:lnTo>
                  <a:pt x="5738" y="2408"/>
                </a:lnTo>
                <a:lnTo>
                  <a:pt x="5738" y="2407"/>
                </a:lnTo>
                <a:lnTo>
                  <a:pt x="5737" y="2407"/>
                </a:lnTo>
                <a:lnTo>
                  <a:pt x="5736" y="2407"/>
                </a:lnTo>
                <a:lnTo>
                  <a:pt x="5736" y="2406"/>
                </a:lnTo>
                <a:lnTo>
                  <a:pt x="5735" y="2406"/>
                </a:lnTo>
                <a:lnTo>
                  <a:pt x="5734" y="2406"/>
                </a:lnTo>
                <a:lnTo>
                  <a:pt x="5733" y="2405"/>
                </a:lnTo>
                <a:lnTo>
                  <a:pt x="5732" y="2405"/>
                </a:lnTo>
                <a:lnTo>
                  <a:pt x="5732" y="2404"/>
                </a:lnTo>
                <a:lnTo>
                  <a:pt x="5731" y="2404"/>
                </a:lnTo>
                <a:lnTo>
                  <a:pt x="5730" y="2403"/>
                </a:lnTo>
                <a:lnTo>
                  <a:pt x="5729" y="2403"/>
                </a:lnTo>
                <a:lnTo>
                  <a:pt x="5728" y="2403"/>
                </a:lnTo>
                <a:lnTo>
                  <a:pt x="5728" y="2402"/>
                </a:lnTo>
                <a:lnTo>
                  <a:pt x="5727" y="2402"/>
                </a:lnTo>
                <a:lnTo>
                  <a:pt x="5726" y="2402"/>
                </a:lnTo>
                <a:lnTo>
                  <a:pt x="5726" y="2401"/>
                </a:lnTo>
                <a:lnTo>
                  <a:pt x="5725" y="2401"/>
                </a:lnTo>
                <a:lnTo>
                  <a:pt x="5724" y="2401"/>
                </a:lnTo>
                <a:lnTo>
                  <a:pt x="5723" y="2400"/>
                </a:lnTo>
                <a:lnTo>
                  <a:pt x="5722" y="2400"/>
                </a:lnTo>
                <a:lnTo>
                  <a:pt x="5722" y="2399"/>
                </a:lnTo>
                <a:lnTo>
                  <a:pt x="5721" y="2399"/>
                </a:lnTo>
                <a:lnTo>
                  <a:pt x="5720" y="2398"/>
                </a:lnTo>
                <a:lnTo>
                  <a:pt x="5719" y="2398"/>
                </a:lnTo>
                <a:lnTo>
                  <a:pt x="5718" y="2398"/>
                </a:lnTo>
                <a:lnTo>
                  <a:pt x="5718" y="2397"/>
                </a:lnTo>
                <a:lnTo>
                  <a:pt x="5717" y="2397"/>
                </a:lnTo>
                <a:lnTo>
                  <a:pt x="5716" y="2397"/>
                </a:lnTo>
                <a:lnTo>
                  <a:pt x="5716" y="2396"/>
                </a:lnTo>
                <a:lnTo>
                  <a:pt x="5715" y="2396"/>
                </a:lnTo>
                <a:lnTo>
                  <a:pt x="5714" y="2396"/>
                </a:lnTo>
                <a:lnTo>
                  <a:pt x="5713" y="2395"/>
                </a:lnTo>
                <a:lnTo>
                  <a:pt x="5712" y="2395"/>
                </a:lnTo>
                <a:lnTo>
                  <a:pt x="5712" y="2394"/>
                </a:lnTo>
                <a:lnTo>
                  <a:pt x="5711" y="2394"/>
                </a:lnTo>
                <a:lnTo>
                  <a:pt x="5710" y="2393"/>
                </a:lnTo>
                <a:lnTo>
                  <a:pt x="5709" y="2393"/>
                </a:lnTo>
                <a:lnTo>
                  <a:pt x="5708" y="2393"/>
                </a:lnTo>
                <a:lnTo>
                  <a:pt x="5708" y="2392"/>
                </a:lnTo>
                <a:lnTo>
                  <a:pt x="5707" y="2392"/>
                </a:lnTo>
                <a:lnTo>
                  <a:pt x="5706" y="2392"/>
                </a:lnTo>
                <a:lnTo>
                  <a:pt x="5706" y="2391"/>
                </a:lnTo>
                <a:lnTo>
                  <a:pt x="5705" y="2391"/>
                </a:lnTo>
                <a:lnTo>
                  <a:pt x="5704" y="2391"/>
                </a:lnTo>
                <a:lnTo>
                  <a:pt x="5703" y="2390"/>
                </a:lnTo>
                <a:lnTo>
                  <a:pt x="5702" y="2390"/>
                </a:lnTo>
                <a:lnTo>
                  <a:pt x="5702" y="2389"/>
                </a:lnTo>
                <a:lnTo>
                  <a:pt x="5701" y="2389"/>
                </a:lnTo>
                <a:lnTo>
                  <a:pt x="5700" y="2388"/>
                </a:lnTo>
                <a:lnTo>
                  <a:pt x="5699" y="2388"/>
                </a:lnTo>
                <a:lnTo>
                  <a:pt x="5698" y="2388"/>
                </a:lnTo>
                <a:lnTo>
                  <a:pt x="5698" y="2387"/>
                </a:lnTo>
                <a:lnTo>
                  <a:pt x="5697" y="2387"/>
                </a:lnTo>
                <a:lnTo>
                  <a:pt x="5696" y="2387"/>
                </a:lnTo>
                <a:lnTo>
                  <a:pt x="5696" y="2386"/>
                </a:lnTo>
                <a:lnTo>
                  <a:pt x="5695" y="2386"/>
                </a:lnTo>
                <a:lnTo>
                  <a:pt x="5694" y="2386"/>
                </a:lnTo>
                <a:lnTo>
                  <a:pt x="5693" y="2385"/>
                </a:lnTo>
                <a:lnTo>
                  <a:pt x="5692" y="2385"/>
                </a:lnTo>
                <a:lnTo>
                  <a:pt x="5692" y="2384"/>
                </a:lnTo>
                <a:lnTo>
                  <a:pt x="5691" y="2384"/>
                </a:lnTo>
                <a:lnTo>
                  <a:pt x="5690" y="2383"/>
                </a:lnTo>
                <a:lnTo>
                  <a:pt x="5689" y="2383"/>
                </a:lnTo>
                <a:lnTo>
                  <a:pt x="5688" y="2383"/>
                </a:lnTo>
                <a:lnTo>
                  <a:pt x="5688" y="2382"/>
                </a:lnTo>
                <a:lnTo>
                  <a:pt x="5687" y="2382"/>
                </a:lnTo>
                <a:lnTo>
                  <a:pt x="5686" y="2382"/>
                </a:lnTo>
                <a:lnTo>
                  <a:pt x="5686" y="2381"/>
                </a:lnTo>
                <a:lnTo>
                  <a:pt x="5685" y="2381"/>
                </a:lnTo>
                <a:lnTo>
                  <a:pt x="5684" y="2381"/>
                </a:lnTo>
                <a:lnTo>
                  <a:pt x="5683" y="2380"/>
                </a:lnTo>
                <a:lnTo>
                  <a:pt x="5682" y="2380"/>
                </a:lnTo>
                <a:lnTo>
                  <a:pt x="5682" y="2379"/>
                </a:lnTo>
                <a:lnTo>
                  <a:pt x="5681" y="2379"/>
                </a:lnTo>
                <a:lnTo>
                  <a:pt x="5680" y="2378"/>
                </a:lnTo>
                <a:lnTo>
                  <a:pt x="5679" y="2378"/>
                </a:lnTo>
                <a:lnTo>
                  <a:pt x="5678" y="2378"/>
                </a:lnTo>
                <a:lnTo>
                  <a:pt x="5678" y="2377"/>
                </a:lnTo>
                <a:lnTo>
                  <a:pt x="5677" y="2377"/>
                </a:lnTo>
                <a:lnTo>
                  <a:pt x="5676" y="2377"/>
                </a:lnTo>
                <a:lnTo>
                  <a:pt x="5676" y="2376"/>
                </a:lnTo>
                <a:lnTo>
                  <a:pt x="5675" y="2376"/>
                </a:lnTo>
                <a:lnTo>
                  <a:pt x="5674" y="2376"/>
                </a:lnTo>
                <a:lnTo>
                  <a:pt x="5674" y="2375"/>
                </a:lnTo>
                <a:lnTo>
                  <a:pt x="5673" y="2375"/>
                </a:lnTo>
                <a:lnTo>
                  <a:pt x="5672" y="2375"/>
                </a:lnTo>
                <a:lnTo>
                  <a:pt x="5672" y="2374"/>
                </a:lnTo>
                <a:lnTo>
                  <a:pt x="5671" y="2374"/>
                </a:lnTo>
                <a:lnTo>
                  <a:pt x="5670" y="2374"/>
                </a:lnTo>
                <a:lnTo>
                  <a:pt x="5669" y="2373"/>
                </a:lnTo>
                <a:lnTo>
                  <a:pt x="5668" y="2373"/>
                </a:lnTo>
                <a:lnTo>
                  <a:pt x="5668" y="2372"/>
                </a:lnTo>
                <a:lnTo>
                  <a:pt x="5667" y="2372"/>
                </a:lnTo>
                <a:lnTo>
                  <a:pt x="5666" y="2372"/>
                </a:lnTo>
                <a:lnTo>
                  <a:pt x="5666" y="2371"/>
                </a:lnTo>
                <a:lnTo>
                  <a:pt x="5665" y="2371"/>
                </a:lnTo>
                <a:lnTo>
                  <a:pt x="5664" y="2371"/>
                </a:lnTo>
                <a:lnTo>
                  <a:pt x="5664" y="2370"/>
                </a:lnTo>
                <a:lnTo>
                  <a:pt x="5663" y="2370"/>
                </a:lnTo>
                <a:lnTo>
                  <a:pt x="5662" y="2370"/>
                </a:lnTo>
                <a:lnTo>
                  <a:pt x="5662" y="2369"/>
                </a:lnTo>
                <a:lnTo>
                  <a:pt x="5661" y="2369"/>
                </a:lnTo>
                <a:lnTo>
                  <a:pt x="5660" y="2369"/>
                </a:lnTo>
                <a:lnTo>
                  <a:pt x="5659" y="2368"/>
                </a:lnTo>
                <a:lnTo>
                  <a:pt x="5658" y="2368"/>
                </a:lnTo>
                <a:lnTo>
                  <a:pt x="5658" y="2367"/>
                </a:lnTo>
                <a:lnTo>
                  <a:pt x="5657" y="2367"/>
                </a:lnTo>
                <a:lnTo>
                  <a:pt x="5656" y="2367"/>
                </a:lnTo>
                <a:lnTo>
                  <a:pt x="5656" y="2366"/>
                </a:lnTo>
                <a:lnTo>
                  <a:pt x="5655" y="2366"/>
                </a:lnTo>
                <a:lnTo>
                  <a:pt x="5654" y="2366"/>
                </a:lnTo>
                <a:lnTo>
                  <a:pt x="5654" y="2365"/>
                </a:lnTo>
                <a:lnTo>
                  <a:pt x="5653" y="2365"/>
                </a:lnTo>
                <a:lnTo>
                  <a:pt x="5652" y="2365"/>
                </a:lnTo>
                <a:lnTo>
                  <a:pt x="5652" y="2364"/>
                </a:lnTo>
                <a:lnTo>
                  <a:pt x="5651" y="2364"/>
                </a:lnTo>
                <a:lnTo>
                  <a:pt x="5650" y="2364"/>
                </a:lnTo>
                <a:lnTo>
                  <a:pt x="5649" y="2363"/>
                </a:lnTo>
                <a:lnTo>
                  <a:pt x="5648" y="2363"/>
                </a:lnTo>
                <a:lnTo>
                  <a:pt x="5648" y="2362"/>
                </a:lnTo>
                <a:lnTo>
                  <a:pt x="5647" y="2362"/>
                </a:lnTo>
                <a:lnTo>
                  <a:pt x="5646" y="2362"/>
                </a:lnTo>
                <a:lnTo>
                  <a:pt x="5646" y="2361"/>
                </a:lnTo>
                <a:lnTo>
                  <a:pt x="5645" y="2361"/>
                </a:lnTo>
                <a:lnTo>
                  <a:pt x="5644" y="2361"/>
                </a:lnTo>
                <a:lnTo>
                  <a:pt x="5644" y="2360"/>
                </a:lnTo>
                <a:lnTo>
                  <a:pt x="5643" y="2360"/>
                </a:lnTo>
                <a:lnTo>
                  <a:pt x="5642" y="2360"/>
                </a:lnTo>
                <a:lnTo>
                  <a:pt x="5642" y="2359"/>
                </a:lnTo>
                <a:lnTo>
                  <a:pt x="5641" y="2359"/>
                </a:lnTo>
                <a:lnTo>
                  <a:pt x="5640" y="2359"/>
                </a:lnTo>
                <a:lnTo>
                  <a:pt x="5639" y="2358"/>
                </a:lnTo>
                <a:lnTo>
                  <a:pt x="5638" y="2358"/>
                </a:lnTo>
                <a:lnTo>
                  <a:pt x="5638" y="2357"/>
                </a:lnTo>
                <a:lnTo>
                  <a:pt x="5637" y="2357"/>
                </a:lnTo>
                <a:lnTo>
                  <a:pt x="5636" y="2357"/>
                </a:lnTo>
                <a:lnTo>
                  <a:pt x="5636" y="2356"/>
                </a:lnTo>
                <a:lnTo>
                  <a:pt x="5635" y="2356"/>
                </a:lnTo>
                <a:lnTo>
                  <a:pt x="5634" y="2356"/>
                </a:lnTo>
                <a:lnTo>
                  <a:pt x="5634" y="2355"/>
                </a:lnTo>
                <a:lnTo>
                  <a:pt x="5633" y="2355"/>
                </a:lnTo>
                <a:lnTo>
                  <a:pt x="5632" y="2355"/>
                </a:lnTo>
                <a:lnTo>
                  <a:pt x="5632" y="2354"/>
                </a:lnTo>
                <a:lnTo>
                  <a:pt x="5631" y="2354"/>
                </a:lnTo>
                <a:lnTo>
                  <a:pt x="5630" y="2354"/>
                </a:lnTo>
                <a:lnTo>
                  <a:pt x="5629" y="2353"/>
                </a:lnTo>
                <a:lnTo>
                  <a:pt x="5628" y="2353"/>
                </a:lnTo>
                <a:lnTo>
                  <a:pt x="5628" y="2352"/>
                </a:lnTo>
                <a:lnTo>
                  <a:pt x="5627" y="2352"/>
                </a:lnTo>
                <a:lnTo>
                  <a:pt x="5626" y="2352"/>
                </a:lnTo>
                <a:lnTo>
                  <a:pt x="5626" y="2351"/>
                </a:lnTo>
                <a:lnTo>
                  <a:pt x="5625" y="2351"/>
                </a:lnTo>
                <a:lnTo>
                  <a:pt x="5624" y="2351"/>
                </a:lnTo>
                <a:lnTo>
                  <a:pt x="5624" y="2350"/>
                </a:lnTo>
                <a:lnTo>
                  <a:pt x="5623" y="2350"/>
                </a:lnTo>
                <a:lnTo>
                  <a:pt x="5622" y="2350"/>
                </a:lnTo>
                <a:lnTo>
                  <a:pt x="5622" y="2349"/>
                </a:lnTo>
                <a:lnTo>
                  <a:pt x="5621" y="2349"/>
                </a:lnTo>
                <a:lnTo>
                  <a:pt x="5620" y="2349"/>
                </a:lnTo>
                <a:lnTo>
                  <a:pt x="5619" y="2348"/>
                </a:lnTo>
                <a:lnTo>
                  <a:pt x="5618" y="2348"/>
                </a:lnTo>
                <a:lnTo>
                  <a:pt x="5618" y="2347"/>
                </a:lnTo>
                <a:lnTo>
                  <a:pt x="5617" y="2347"/>
                </a:lnTo>
                <a:lnTo>
                  <a:pt x="5616" y="2346"/>
                </a:lnTo>
                <a:lnTo>
                  <a:pt x="5615" y="2346"/>
                </a:lnTo>
                <a:lnTo>
                  <a:pt x="5614" y="2346"/>
                </a:lnTo>
                <a:lnTo>
                  <a:pt x="5614" y="2345"/>
                </a:lnTo>
                <a:lnTo>
                  <a:pt x="5613" y="2345"/>
                </a:lnTo>
                <a:lnTo>
                  <a:pt x="5612" y="2345"/>
                </a:lnTo>
                <a:lnTo>
                  <a:pt x="5612" y="2344"/>
                </a:lnTo>
                <a:lnTo>
                  <a:pt x="5611" y="2344"/>
                </a:lnTo>
                <a:lnTo>
                  <a:pt x="5610" y="2344"/>
                </a:lnTo>
                <a:lnTo>
                  <a:pt x="5609" y="2343"/>
                </a:lnTo>
                <a:lnTo>
                  <a:pt x="5608" y="2343"/>
                </a:lnTo>
                <a:lnTo>
                  <a:pt x="5608" y="2342"/>
                </a:lnTo>
                <a:lnTo>
                  <a:pt x="5607" y="2342"/>
                </a:lnTo>
                <a:lnTo>
                  <a:pt x="5606" y="2342"/>
                </a:lnTo>
                <a:lnTo>
                  <a:pt x="5605" y="2341"/>
                </a:lnTo>
                <a:lnTo>
                  <a:pt x="5604" y="2341"/>
                </a:lnTo>
                <a:lnTo>
                  <a:pt x="5604" y="2340"/>
                </a:lnTo>
                <a:lnTo>
                  <a:pt x="5603" y="2340"/>
                </a:lnTo>
                <a:lnTo>
                  <a:pt x="5602" y="2340"/>
                </a:lnTo>
                <a:lnTo>
                  <a:pt x="5602" y="2339"/>
                </a:lnTo>
                <a:lnTo>
                  <a:pt x="5601" y="2339"/>
                </a:lnTo>
                <a:lnTo>
                  <a:pt x="5600" y="2339"/>
                </a:lnTo>
                <a:lnTo>
                  <a:pt x="5599" y="2338"/>
                </a:lnTo>
                <a:lnTo>
                  <a:pt x="5598" y="2338"/>
                </a:lnTo>
                <a:lnTo>
                  <a:pt x="5598" y="2337"/>
                </a:lnTo>
                <a:lnTo>
                  <a:pt x="5597" y="2337"/>
                </a:lnTo>
                <a:lnTo>
                  <a:pt x="5596" y="2337"/>
                </a:lnTo>
                <a:lnTo>
                  <a:pt x="5595" y="2336"/>
                </a:lnTo>
                <a:lnTo>
                  <a:pt x="5594" y="2336"/>
                </a:lnTo>
                <a:lnTo>
                  <a:pt x="5594" y="2335"/>
                </a:lnTo>
                <a:lnTo>
                  <a:pt x="5593" y="2335"/>
                </a:lnTo>
                <a:lnTo>
                  <a:pt x="5592" y="2335"/>
                </a:lnTo>
                <a:lnTo>
                  <a:pt x="5592" y="2334"/>
                </a:lnTo>
                <a:lnTo>
                  <a:pt x="5591" y="2334"/>
                </a:lnTo>
                <a:lnTo>
                  <a:pt x="5590" y="2334"/>
                </a:lnTo>
                <a:lnTo>
                  <a:pt x="5589" y="2333"/>
                </a:lnTo>
                <a:lnTo>
                  <a:pt x="5588" y="2333"/>
                </a:lnTo>
                <a:lnTo>
                  <a:pt x="5588" y="2332"/>
                </a:lnTo>
                <a:lnTo>
                  <a:pt x="5587" y="2332"/>
                </a:lnTo>
                <a:lnTo>
                  <a:pt x="5586" y="2332"/>
                </a:lnTo>
                <a:lnTo>
                  <a:pt x="5585" y="2331"/>
                </a:lnTo>
                <a:lnTo>
                  <a:pt x="5584" y="2331"/>
                </a:lnTo>
                <a:lnTo>
                  <a:pt x="5584" y="2330"/>
                </a:lnTo>
                <a:lnTo>
                  <a:pt x="5583" y="2330"/>
                </a:lnTo>
                <a:lnTo>
                  <a:pt x="5582" y="2330"/>
                </a:lnTo>
                <a:lnTo>
                  <a:pt x="5582" y="2329"/>
                </a:lnTo>
                <a:lnTo>
                  <a:pt x="5581" y="2329"/>
                </a:lnTo>
                <a:lnTo>
                  <a:pt x="5580" y="2329"/>
                </a:lnTo>
                <a:lnTo>
                  <a:pt x="5579" y="2328"/>
                </a:lnTo>
                <a:lnTo>
                  <a:pt x="5578" y="2328"/>
                </a:lnTo>
                <a:lnTo>
                  <a:pt x="5578" y="2327"/>
                </a:lnTo>
                <a:lnTo>
                  <a:pt x="5577" y="2327"/>
                </a:lnTo>
                <a:lnTo>
                  <a:pt x="5576" y="2327"/>
                </a:lnTo>
                <a:lnTo>
                  <a:pt x="5575" y="2326"/>
                </a:lnTo>
                <a:lnTo>
                  <a:pt x="5574" y="2326"/>
                </a:lnTo>
                <a:lnTo>
                  <a:pt x="5574" y="2325"/>
                </a:lnTo>
                <a:lnTo>
                  <a:pt x="5573" y="2325"/>
                </a:lnTo>
                <a:lnTo>
                  <a:pt x="5572" y="2325"/>
                </a:lnTo>
                <a:lnTo>
                  <a:pt x="5572" y="2324"/>
                </a:lnTo>
                <a:lnTo>
                  <a:pt x="5571" y="2324"/>
                </a:lnTo>
                <a:lnTo>
                  <a:pt x="5570" y="2324"/>
                </a:lnTo>
                <a:lnTo>
                  <a:pt x="5569" y="2323"/>
                </a:lnTo>
                <a:lnTo>
                  <a:pt x="5568" y="2323"/>
                </a:lnTo>
                <a:lnTo>
                  <a:pt x="5568" y="2322"/>
                </a:lnTo>
                <a:lnTo>
                  <a:pt x="5567" y="2322"/>
                </a:lnTo>
                <a:lnTo>
                  <a:pt x="5566" y="2322"/>
                </a:lnTo>
                <a:lnTo>
                  <a:pt x="5565" y="2321"/>
                </a:lnTo>
                <a:lnTo>
                  <a:pt x="5564" y="2321"/>
                </a:lnTo>
                <a:lnTo>
                  <a:pt x="5564" y="2320"/>
                </a:lnTo>
                <a:lnTo>
                  <a:pt x="5563" y="2320"/>
                </a:lnTo>
                <a:lnTo>
                  <a:pt x="5562" y="2320"/>
                </a:lnTo>
                <a:lnTo>
                  <a:pt x="5562" y="2319"/>
                </a:lnTo>
                <a:lnTo>
                  <a:pt x="5561" y="2319"/>
                </a:lnTo>
                <a:lnTo>
                  <a:pt x="5560" y="2319"/>
                </a:lnTo>
                <a:lnTo>
                  <a:pt x="5559" y="2318"/>
                </a:lnTo>
                <a:lnTo>
                  <a:pt x="5558" y="2318"/>
                </a:lnTo>
                <a:lnTo>
                  <a:pt x="5558" y="2317"/>
                </a:lnTo>
                <a:lnTo>
                  <a:pt x="5557" y="2317"/>
                </a:lnTo>
                <a:lnTo>
                  <a:pt x="5556" y="2317"/>
                </a:lnTo>
                <a:lnTo>
                  <a:pt x="5555" y="2316"/>
                </a:lnTo>
                <a:lnTo>
                  <a:pt x="5554" y="2316"/>
                </a:lnTo>
                <a:lnTo>
                  <a:pt x="5554" y="2318"/>
                </a:lnTo>
                <a:lnTo>
                  <a:pt x="5553" y="2318"/>
                </a:lnTo>
                <a:lnTo>
                  <a:pt x="5552" y="2317"/>
                </a:lnTo>
                <a:lnTo>
                  <a:pt x="5551" y="2317"/>
                </a:lnTo>
                <a:lnTo>
                  <a:pt x="5551" y="2316"/>
                </a:lnTo>
                <a:lnTo>
                  <a:pt x="5550" y="2316"/>
                </a:lnTo>
                <a:lnTo>
                  <a:pt x="5549" y="2316"/>
                </a:lnTo>
                <a:lnTo>
                  <a:pt x="5548" y="2315"/>
                </a:lnTo>
                <a:lnTo>
                  <a:pt x="5547" y="2315"/>
                </a:lnTo>
                <a:lnTo>
                  <a:pt x="5547" y="2314"/>
                </a:lnTo>
                <a:lnTo>
                  <a:pt x="5546" y="2314"/>
                </a:lnTo>
                <a:lnTo>
                  <a:pt x="5545" y="2314"/>
                </a:lnTo>
                <a:lnTo>
                  <a:pt x="5545" y="2313"/>
                </a:lnTo>
                <a:lnTo>
                  <a:pt x="5544" y="2313"/>
                </a:lnTo>
                <a:lnTo>
                  <a:pt x="5543" y="2313"/>
                </a:lnTo>
                <a:lnTo>
                  <a:pt x="5542" y="2312"/>
                </a:lnTo>
                <a:lnTo>
                  <a:pt x="5541" y="2312"/>
                </a:lnTo>
                <a:lnTo>
                  <a:pt x="5541" y="2311"/>
                </a:lnTo>
                <a:lnTo>
                  <a:pt x="5540" y="2311"/>
                </a:lnTo>
                <a:lnTo>
                  <a:pt x="5539" y="2311"/>
                </a:lnTo>
                <a:lnTo>
                  <a:pt x="5538" y="2310"/>
                </a:lnTo>
                <a:lnTo>
                  <a:pt x="5537" y="2310"/>
                </a:lnTo>
                <a:lnTo>
                  <a:pt x="5537" y="2309"/>
                </a:lnTo>
                <a:lnTo>
                  <a:pt x="5536" y="2309"/>
                </a:lnTo>
                <a:lnTo>
                  <a:pt x="5535" y="2309"/>
                </a:lnTo>
                <a:lnTo>
                  <a:pt x="5535" y="2308"/>
                </a:lnTo>
                <a:lnTo>
                  <a:pt x="5534" y="2308"/>
                </a:lnTo>
                <a:lnTo>
                  <a:pt x="5533" y="2308"/>
                </a:lnTo>
                <a:lnTo>
                  <a:pt x="5532" y="2307"/>
                </a:lnTo>
                <a:lnTo>
                  <a:pt x="5531" y="2307"/>
                </a:lnTo>
                <a:lnTo>
                  <a:pt x="5531" y="2306"/>
                </a:lnTo>
                <a:lnTo>
                  <a:pt x="5530" y="2306"/>
                </a:lnTo>
                <a:lnTo>
                  <a:pt x="5529" y="2306"/>
                </a:lnTo>
                <a:lnTo>
                  <a:pt x="5528" y="2305"/>
                </a:lnTo>
                <a:lnTo>
                  <a:pt x="5527" y="2305"/>
                </a:lnTo>
                <a:lnTo>
                  <a:pt x="5527" y="2304"/>
                </a:lnTo>
                <a:lnTo>
                  <a:pt x="5526" y="2304"/>
                </a:lnTo>
                <a:lnTo>
                  <a:pt x="5525" y="2304"/>
                </a:lnTo>
                <a:lnTo>
                  <a:pt x="5525" y="2303"/>
                </a:lnTo>
                <a:lnTo>
                  <a:pt x="5524" y="2303"/>
                </a:lnTo>
                <a:lnTo>
                  <a:pt x="5523" y="2303"/>
                </a:lnTo>
                <a:lnTo>
                  <a:pt x="5522" y="2302"/>
                </a:lnTo>
                <a:lnTo>
                  <a:pt x="5521" y="2302"/>
                </a:lnTo>
                <a:lnTo>
                  <a:pt x="5521" y="2301"/>
                </a:lnTo>
                <a:lnTo>
                  <a:pt x="5520" y="2301"/>
                </a:lnTo>
                <a:lnTo>
                  <a:pt x="5519" y="2301"/>
                </a:lnTo>
                <a:lnTo>
                  <a:pt x="5518" y="2300"/>
                </a:lnTo>
                <a:lnTo>
                  <a:pt x="5517" y="2300"/>
                </a:lnTo>
                <a:lnTo>
                  <a:pt x="5517" y="2299"/>
                </a:lnTo>
                <a:lnTo>
                  <a:pt x="5516" y="2299"/>
                </a:lnTo>
                <a:lnTo>
                  <a:pt x="5515" y="2299"/>
                </a:lnTo>
                <a:lnTo>
                  <a:pt x="5515" y="2298"/>
                </a:lnTo>
                <a:lnTo>
                  <a:pt x="5514" y="2298"/>
                </a:lnTo>
                <a:lnTo>
                  <a:pt x="5513" y="2298"/>
                </a:lnTo>
                <a:lnTo>
                  <a:pt x="5512" y="2297"/>
                </a:lnTo>
                <a:lnTo>
                  <a:pt x="5511" y="2297"/>
                </a:lnTo>
                <a:lnTo>
                  <a:pt x="5511" y="2296"/>
                </a:lnTo>
                <a:lnTo>
                  <a:pt x="5510" y="2296"/>
                </a:lnTo>
                <a:lnTo>
                  <a:pt x="5509" y="2296"/>
                </a:lnTo>
                <a:lnTo>
                  <a:pt x="5508" y="2295"/>
                </a:lnTo>
                <a:lnTo>
                  <a:pt x="5507" y="2295"/>
                </a:lnTo>
                <a:lnTo>
                  <a:pt x="5507" y="2294"/>
                </a:lnTo>
                <a:lnTo>
                  <a:pt x="5506" y="2294"/>
                </a:lnTo>
                <a:lnTo>
                  <a:pt x="5505" y="2294"/>
                </a:lnTo>
                <a:lnTo>
                  <a:pt x="5505" y="2293"/>
                </a:lnTo>
                <a:lnTo>
                  <a:pt x="5504" y="2293"/>
                </a:lnTo>
                <a:lnTo>
                  <a:pt x="5503" y="2293"/>
                </a:lnTo>
                <a:lnTo>
                  <a:pt x="5502" y="2292"/>
                </a:lnTo>
                <a:lnTo>
                  <a:pt x="5501" y="2292"/>
                </a:lnTo>
                <a:lnTo>
                  <a:pt x="5501" y="2291"/>
                </a:lnTo>
                <a:lnTo>
                  <a:pt x="5500" y="2291"/>
                </a:lnTo>
                <a:lnTo>
                  <a:pt x="5499" y="2291"/>
                </a:lnTo>
                <a:lnTo>
                  <a:pt x="5498" y="2290"/>
                </a:lnTo>
                <a:lnTo>
                  <a:pt x="5497" y="2290"/>
                </a:lnTo>
                <a:lnTo>
                  <a:pt x="5497" y="2289"/>
                </a:lnTo>
                <a:lnTo>
                  <a:pt x="5496" y="2289"/>
                </a:lnTo>
                <a:lnTo>
                  <a:pt x="5495" y="2289"/>
                </a:lnTo>
                <a:lnTo>
                  <a:pt x="5495" y="2288"/>
                </a:lnTo>
                <a:lnTo>
                  <a:pt x="5494" y="2288"/>
                </a:lnTo>
                <a:lnTo>
                  <a:pt x="5493" y="2288"/>
                </a:lnTo>
                <a:lnTo>
                  <a:pt x="5492" y="2287"/>
                </a:lnTo>
                <a:lnTo>
                  <a:pt x="5491" y="2287"/>
                </a:lnTo>
                <a:lnTo>
                  <a:pt x="5491" y="2286"/>
                </a:lnTo>
                <a:lnTo>
                  <a:pt x="5490" y="2286"/>
                </a:lnTo>
                <a:lnTo>
                  <a:pt x="5489" y="2286"/>
                </a:lnTo>
                <a:lnTo>
                  <a:pt x="5488" y="2285"/>
                </a:lnTo>
                <a:lnTo>
                  <a:pt x="5487" y="2285"/>
                </a:lnTo>
                <a:lnTo>
                  <a:pt x="5487" y="2284"/>
                </a:lnTo>
                <a:lnTo>
                  <a:pt x="5486" y="2284"/>
                </a:lnTo>
                <a:lnTo>
                  <a:pt x="5485" y="2284"/>
                </a:lnTo>
                <a:lnTo>
                  <a:pt x="5484" y="2283"/>
                </a:lnTo>
                <a:lnTo>
                  <a:pt x="5483" y="2283"/>
                </a:lnTo>
                <a:lnTo>
                  <a:pt x="5483" y="2282"/>
                </a:lnTo>
                <a:lnTo>
                  <a:pt x="5482" y="2282"/>
                </a:lnTo>
                <a:lnTo>
                  <a:pt x="5481" y="2282"/>
                </a:lnTo>
                <a:lnTo>
                  <a:pt x="5481" y="2281"/>
                </a:lnTo>
                <a:lnTo>
                  <a:pt x="5480" y="2281"/>
                </a:lnTo>
                <a:lnTo>
                  <a:pt x="5479" y="2281"/>
                </a:lnTo>
                <a:lnTo>
                  <a:pt x="5478" y="2280"/>
                </a:lnTo>
                <a:lnTo>
                  <a:pt x="5477" y="2280"/>
                </a:lnTo>
                <a:lnTo>
                  <a:pt x="5477" y="2279"/>
                </a:lnTo>
                <a:lnTo>
                  <a:pt x="5476" y="2279"/>
                </a:lnTo>
                <a:lnTo>
                  <a:pt x="5475" y="2279"/>
                </a:lnTo>
                <a:lnTo>
                  <a:pt x="5474" y="2278"/>
                </a:lnTo>
                <a:lnTo>
                  <a:pt x="5473" y="2278"/>
                </a:lnTo>
                <a:lnTo>
                  <a:pt x="5473" y="2277"/>
                </a:lnTo>
                <a:lnTo>
                  <a:pt x="5472" y="2277"/>
                </a:lnTo>
                <a:lnTo>
                  <a:pt x="5471" y="2277"/>
                </a:lnTo>
                <a:lnTo>
                  <a:pt x="5471" y="2276"/>
                </a:lnTo>
                <a:lnTo>
                  <a:pt x="5470" y="2276"/>
                </a:lnTo>
                <a:lnTo>
                  <a:pt x="5469" y="2276"/>
                </a:lnTo>
                <a:lnTo>
                  <a:pt x="5468" y="2275"/>
                </a:lnTo>
                <a:lnTo>
                  <a:pt x="5467" y="2275"/>
                </a:lnTo>
                <a:lnTo>
                  <a:pt x="5467" y="2274"/>
                </a:lnTo>
                <a:lnTo>
                  <a:pt x="5466" y="2274"/>
                </a:lnTo>
                <a:lnTo>
                  <a:pt x="5465" y="2274"/>
                </a:lnTo>
                <a:lnTo>
                  <a:pt x="5464" y="2273"/>
                </a:lnTo>
                <a:lnTo>
                  <a:pt x="5463" y="2273"/>
                </a:lnTo>
                <a:lnTo>
                  <a:pt x="5463" y="2272"/>
                </a:lnTo>
                <a:lnTo>
                  <a:pt x="5462" y="2272"/>
                </a:lnTo>
                <a:lnTo>
                  <a:pt x="5461" y="2272"/>
                </a:lnTo>
                <a:lnTo>
                  <a:pt x="5461" y="2271"/>
                </a:lnTo>
                <a:lnTo>
                  <a:pt x="5460" y="2271"/>
                </a:lnTo>
                <a:lnTo>
                  <a:pt x="5459" y="2271"/>
                </a:lnTo>
                <a:lnTo>
                  <a:pt x="5458" y="2270"/>
                </a:lnTo>
                <a:lnTo>
                  <a:pt x="5457" y="2270"/>
                </a:lnTo>
                <a:lnTo>
                  <a:pt x="5457" y="2269"/>
                </a:lnTo>
                <a:lnTo>
                  <a:pt x="5456" y="2269"/>
                </a:lnTo>
                <a:lnTo>
                  <a:pt x="5455" y="2269"/>
                </a:lnTo>
                <a:lnTo>
                  <a:pt x="5454" y="2268"/>
                </a:lnTo>
                <a:lnTo>
                  <a:pt x="5453" y="2268"/>
                </a:lnTo>
                <a:lnTo>
                  <a:pt x="5453" y="2267"/>
                </a:lnTo>
                <a:lnTo>
                  <a:pt x="5452" y="2267"/>
                </a:lnTo>
                <a:lnTo>
                  <a:pt x="5451" y="2267"/>
                </a:lnTo>
                <a:lnTo>
                  <a:pt x="5451" y="2266"/>
                </a:lnTo>
                <a:lnTo>
                  <a:pt x="5450" y="2266"/>
                </a:lnTo>
                <a:lnTo>
                  <a:pt x="5449" y="2266"/>
                </a:lnTo>
                <a:lnTo>
                  <a:pt x="5448" y="2265"/>
                </a:lnTo>
                <a:lnTo>
                  <a:pt x="5447" y="2265"/>
                </a:lnTo>
                <a:lnTo>
                  <a:pt x="5447" y="2264"/>
                </a:lnTo>
                <a:lnTo>
                  <a:pt x="5446" y="2264"/>
                </a:lnTo>
                <a:lnTo>
                  <a:pt x="5445" y="2264"/>
                </a:lnTo>
                <a:lnTo>
                  <a:pt x="5444" y="2263"/>
                </a:lnTo>
                <a:lnTo>
                  <a:pt x="5443" y="2263"/>
                </a:lnTo>
                <a:lnTo>
                  <a:pt x="5443" y="2262"/>
                </a:lnTo>
                <a:lnTo>
                  <a:pt x="5442" y="2262"/>
                </a:lnTo>
                <a:lnTo>
                  <a:pt x="5441" y="2262"/>
                </a:lnTo>
                <a:lnTo>
                  <a:pt x="5441" y="2261"/>
                </a:lnTo>
                <a:lnTo>
                  <a:pt x="5440" y="2261"/>
                </a:lnTo>
                <a:lnTo>
                  <a:pt x="5439" y="2261"/>
                </a:lnTo>
                <a:lnTo>
                  <a:pt x="5438" y="2260"/>
                </a:lnTo>
                <a:lnTo>
                  <a:pt x="5437" y="2260"/>
                </a:lnTo>
                <a:lnTo>
                  <a:pt x="5437" y="2259"/>
                </a:lnTo>
                <a:lnTo>
                  <a:pt x="5436" y="2259"/>
                </a:lnTo>
                <a:lnTo>
                  <a:pt x="5435" y="2259"/>
                </a:lnTo>
                <a:lnTo>
                  <a:pt x="5434" y="2258"/>
                </a:lnTo>
                <a:lnTo>
                  <a:pt x="5433" y="2258"/>
                </a:lnTo>
                <a:lnTo>
                  <a:pt x="5433" y="2257"/>
                </a:lnTo>
                <a:lnTo>
                  <a:pt x="5432" y="2257"/>
                </a:lnTo>
                <a:lnTo>
                  <a:pt x="5431" y="2257"/>
                </a:lnTo>
                <a:lnTo>
                  <a:pt x="5431" y="2256"/>
                </a:lnTo>
                <a:lnTo>
                  <a:pt x="5430" y="2256"/>
                </a:lnTo>
                <a:lnTo>
                  <a:pt x="5429" y="2256"/>
                </a:lnTo>
                <a:lnTo>
                  <a:pt x="5428" y="2255"/>
                </a:lnTo>
                <a:lnTo>
                  <a:pt x="5427" y="2255"/>
                </a:lnTo>
                <a:lnTo>
                  <a:pt x="5427" y="2254"/>
                </a:lnTo>
                <a:lnTo>
                  <a:pt x="5426" y="2254"/>
                </a:lnTo>
                <a:lnTo>
                  <a:pt x="5425" y="2254"/>
                </a:lnTo>
                <a:lnTo>
                  <a:pt x="5424" y="2253"/>
                </a:lnTo>
                <a:lnTo>
                  <a:pt x="5423" y="2253"/>
                </a:lnTo>
                <a:lnTo>
                  <a:pt x="5423" y="2252"/>
                </a:lnTo>
                <a:lnTo>
                  <a:pt x="5422" y="2252"/>
                </a:lnTo>
                <a:lnTo>
                  <a:pt x="5421" y="2252"/>
                </a:lnTo>
                <a:lnTo>
                  <a:pt x="5420" y="2251"/>
                </a:lnTo>
                <a:lnTo>
                  <a:pt x="5419" y="2251"/>
                </a:lnTo>
                <a:lnTo>
                  <a:pt x="5418" y="2250"/>
                </a:lnTo>
                <a:lnTo>
                  <a:pt x="5417" y="2250"/>
                </a:lnTo>
                <a:lnTo>
                  <a:pt x="5417" y="2249"/>
                </a:lnTo>
                <a:lnTo>
                  <a:pt x="5416" y="2249"/>
                </a:lnTo>
                <a:lnTo>
                  <a:pt x="5415" y="2249"/>
                </a:lnTo>
                <a:lnTo>
                  <a:pt x="5414" y="2248"/>
                </a:lnTo>
                <a:lnTo>
                  <a:pt x="5413" y="2248"/>
                </a:lnTo>
                <a:lnTo>
                  <a:pt x="5413" y="2247"/>
                </a:lnTo>
                <a:lnTo>
                  <a:pt x="5412" y="2247"/>
                </a:lnTo>
                <a:lnTo>
                  <a:pt x="5411" y="2247"/>
                </a:lnTo>
                <a:lnTo>
                  <a:pt x="5410" y="2246"/>
                </a:lnTo>
                <a:lnTo>
                  <a:pt x="5409" y="2246"/>
                </a:lnTo>
                <a:lnTo>
                  <a:pt x="5408" y="2245"/>
                </a:lnTo>
                <a:lnTo>
                  <a:pt x="5407" y="2245"/>
                </a:lnTo>
                <a:lnTo>
                  <a:pt x="5407" y="2244"/>
                </a:lnTo>
                <a:lnTo>
                  <a:pt x="5406" y="2244"/>
                </a:lnTo>
                <a:lnTo>
                  <a:pt x="5405" y="2244"/>
                </a:lnTo>
                <a:lnTo>
                  <a:pt x="5404" y="2243"/>
                </a:lnTo>
                <a:lnTo>
                  <a:pt x="5403" y="2243"/>
                </a:lnTo>
                <a:lnTo>
                  <a:pt x="5403" y="2242"/>
                </a:lnTo>
                <a:lnTo>
                  <a:pt x="5402" y="2242"/>
                </a:lnTo>
                <a:lnTo>
                  <a:pt x="5401" y="2242"/>
                </a:lnTo>
                <a:lnTo>
                  <a:pt x="5400" y="2241"/>
                </a:lnTo>
                <a:lnTo>
                  <a:pt x="5399" y="2241"/>
                </a:lnTo>
                <a:lnTo>
                  <a:pt x="5398" y="2240"/>
                </a:lnTo>
                <a:lnTo>
                  <a:pt x="5397" y="2240"/>
                </a:lnTo>
                <a:lnTo>
                  <a:pt x="5397" y="2239"/>
                </a:lnTo>
                <a:lnTo>
                  <a:pt x="5396" y="2239"/>
                </a:lnTo>
                <a:lnTo>
                  <a:pt x="5395" y="2239"/>
                </a:lnTo>
                <a:lnTo>
                  <a:pt x="5394" y="2238"/>
                </a:lnTo>
                <a:lnTo>
                  <a:pt x="5393" y="2238"/>
                </a:lnTo>
                <a:lnTo>
                  <a:pt x="5393" y="2237"/>
                </a:lnTo>
                <a:lnTo>
                  <a:pt x="5392" y="2237"/>
                </a:lnTo>
                <a:lnTo>
                  <a:pt x="5391" y="2237"/>
                </a:lnTo>
                <a:lnTo>
                  <a:pt x="5390" y="2236"/>
                </a:lnTo>
                <a:lnTo>
                  <a:pt x="5389" y="2236"/>
                </a:lnTo>
                <a:lnTo>
                  <a:pt x="5388" y="2235"/>
                </a:lnTo>
                <a:lnTo>
                  <a:pt x="5387" y="2235"/>
                </a:lnTo>
                <a:lnTo>
                  <a:pt x="5387" y="2234"/>
                </a:lnTo>
                <a:lnTo>
                  <a:pt x="5386" y="2234"/>
                </a:lnTo>
                <a:lnTo>
                  <a:pt x="5385" y="2234"/>
                </a:lnTo>
                <a:lnTo>
                  <a:pt x="5384" y="2233"/>
                </a:lnTo>
                <a:lnTo>
                  <a:pt x="5383" y="2233"/>
                </a:lnTo>
                <a:lnTo>
                  <a:pt x="5383" y="2232"/>
                </a:lnTo>
                <a:lnTo>
                  <a:pt x="5382" y="2232"/>
                </a:lnTo>
                <a:lnTo>
                  <a:pt x="5381" y="2232"/>
                </a:lnTo>
                <a:lnTo>
                  <a:pt x="5380" y="2231"/>
                </a:lnTo>
                <a:lnTo>
                  <a:pt x="5379" y="2231"/>
                </a:lnTo>
                <a:lnTo>
                  <a:pt x="5378" y="2230"/>
                </a:lnTo>
                <a:lnTo>
                  <a:pt x="5377" y="2230"/>
                </a:lnTo>
                <a:lnTo>
                  <a:pt x="5377" y="2229"/>
                </a:lnTo>
                <a:lnTo>
                  <a:pt x="5376" y="2229"/>
                </a:lnTo>
                <a:lnTo>
                  <a:pt x="5375" y="2229"/>
                </a:lnTo>
                <a:lnTo>
                  <a:pt x="5374" y="2228"/>
                </a:lnTo>
                <a:lnTo>
                  <a:pt x="5373" y="2228"/>
                </a:lnTo>
                <a:lnTo>
                  <a:pt x="5373" y="2227"/>
                </a:lnTo>
                <a:lnTo>
                  <a:pt x="5372" y="2227"/>
                </a:lnTo>
                <a:lnTo>
                  <a:pt x="5371" y="2227"/>
                </a:lnTo>
                <a:lnTo>
                  <a:pt x="5370" y="2229"/>
                </a:lnTo>
                <a:lnTo>
                  <a:pt x="5369" y="2229"/>
                </a:lnTo>
                <a:lnTo>
                  <a:pt x="5368" y="2228"/>
                </a:lnTo>
                <a:lnTo>
                  <a:pt x="5367" y="2228"/>
                </a:lnTo>
                <a:lnTo>
                  <a:pt x="5366" y="2227"/>
                </a:lnTo>
                <a:lnTo>
                  <a:pt x="5365" y="2227"/>
                </a:lnTo>
                <a:lnTo>
                  <a:pt x="5364" y="2226"/>
                </a:lnTo>
                <a:lnTo>
                  <a:pt x="5363" y="2226"/>
                </a:lnTo>
                <a:lnTo>
                  <a:pt x="5363" y="2225"/>
                </a:lnTo>
                <a:lnTo>
                  <a:pt x="5362" y="2225"/>
                </a:lnTo>
                <a:lnTo>
                  <a:pt x="5361" y="2225"/>
                </a:lnTo>
                <a:lnTo>
                  <a:pt x="5360" y="2224"/>
                </a:lnTo>
                <a:lnTo>
                  <a:pt x="5359" y="2224"/>
                </a:lnTo>
                <a:lnTo>
                  <a:pt x="5359" y="2223"/>
                </a:lnTo>
                <a:lnTo>
                  <a:pt x="5358" y="2223"/>
                </a:lnTo>
                <a:lnTo>
                  <a:pt x="5357" y="2223"/>
                </a:lnTo>
                <a:lnTo>
                  <a:pt x="5356" y="2222"/>
                </a:lnTo>
                <a:lnTo>
                  <a:pt x="5355" y="2222"/>
                </a:lnTo>
                <a:lnTo>
                  <a:pt x="5354" y="2221"/>
                </a:lnTo>
                <a:lnTo>
                  <a:pt x="5353" y="2221"/>
                </a:lnTo>
                <a:lnTo>
                  <a:pt x="5352" y="2220"/>
                </a:lnTo>
                <a:lnTo>
                  <a:pt x="5351" y="2220"/>
                </a:lnTo>
                <a:lnTo>
                  <a:pt x="5350" y="2219"/>
                </a:lnTo>
                <a:lnTo>
                  <a:pt x="5349" y="2219"/>
                </a:lnTo>
                <a:lnTo>
                  <a:pt x="5349" y="2218"/>
                </a:lnTo>
                <a:lnTo>
                  <a:pt x="5348" y="2218"/>
                </a:lnTo>
                <a:lnTo>
                  <a:pt x="5347" y="2218"/>
                </a:lnTo>
                <a:lnTo>
                  <a:pt x="5346" y="2217"/>
                </a:lnTo>
                <a:lnTo>
                  <a:pt x="5345" y="2217"/>
                </a:lnTo>
                <a:lnTo>
                  <a:pt x="5344" y="2216"/>
                </a:lnTo>
                <a:lnTo>
                  <a:pt x="5343" y="2216"/>
                </a:lnTo>
                <a:lnTo>
                  <a:pt x="5342" y="2215"/>
                </a:lnTo>
                <a:lnTo>
                  <a:pt x="5341" y="2215"/>
                </a:lnTo>
                <a:lnTo>
                  <a:pt x="5340" y="2214"/>
                </a:lnTo>
                <a:lnTo>
                  <a:pt x="5339" y="2214"/>
                </a:lnTo>
                <a:lnTo>
                  <a:pt x="5339" y="2213"/>
                </a:lnTo>
                <a:lnTo>
                  <a:pt x="5338" y="2213"/>
                </a:lnTo>
                <a:lnTo>
                  <a:pt x="5337" y="2213"/>
                </a:lnTo>
                <a:lnTo>
                  <a:pt x="5336" y="2212"/>
                </a:lnTo>
                <a:lnTo>
                  <a:pt x="5335" y="2212"/>
                </a:lnTo>
                <a:lnTo>
                  <a:pt x="5334" y="2211"/>
                </a:lnTo>
                <a:lnTo>
                  <a:pt x="5333" y="2211"/>
                </a:lnTo>
                <a:lnTo>
                  <a:pt x="5332" y="2210"/>
                </a:lnTo>
                <a:lnTo>
                  <a:pt x="5331" y="2210"/>
                </a:lnTo>
                <a:lnTo>
                  <a:pt x="5330" y="2209"/>
                </a:lnTo>
                <a:lnTo>
                  <a:pt x="5329" y="2209"/>
                </a:lnTo>
                <a:lnTo>
                  <a:pt x="5329" y="2208"/>
                </a:lnTo>
                <a:lnTo>
                  <a:pt x="5328" y="2208"/>
                </a:lnTo>
                <a:lnTo>
                  <a:pt x="5327" y="2208"/>
                </a:lnTo>
                <a:lnTo>
                  <a:pt x="5326" y="2207"/>
                </a:lnTo>
                <a:lnTo>
                  <a:pt x="5325" y="2207"/>
                </a:lnTo>
                <a:lnTo>
                  <a:pt x="5324" y="2206"/>
                </a:lnTo>
                <a:lnTo>
                  <a:pt x="5323" y="2206"/>
                </a:lnTo>
                <a:lnTo>
                  <a:pt x="5322" y="2205"/>
                </a:lnTo>
                <a:lnTo>
                  <a:pt x="5321" y="2205"/>
                </a:lnTo>
                <a:lnTo>
                  <a:pt x="5320" y="2204"/>
                </a:lnTo>
                <a:lnTo>
                  <a:pt x="5319" y="2204"/>
                </a:lnTo>
                <a:lnTo>
                  <a:pt x="5319" y="2203"/>
                </a:lnTo>
                <a:lnTo>
                  <a:pt x="5318" y="2203"/>
                </a:lnTo>
                <a:lnTo>
                  <a:pt x="5317" y="2203"/>
                </a:lnTo>
                <a:lnTo>
                  <a:pt x="5316" y="2202"/>
                </a:lnTo>
                <a:lnTo>
                  <a:pt x="5315" y="2202"/>
                </a:lnTo>
                <a:lnTo>
                  <a:pt x="5314" y="2201"/>
                </a:lnTo>
                <a:lnTo>
                  <a:pt x="5313" y="2201"/>
                </a:lnTo>
                <a:lnTo>
                  <a:pt x="5312" y="2200"/>
                </a:lnTo>
                <a:lnTo>
                  <a:pt x="5311" y="2200"/>
                </a:lnTo>
                <a:lnTo>
                  <a:pt x="5310" y="2199"/>
                </a:lnTo>
                <a:lnTo>
                  <a:pt x="5309" y="2199"/>
                </a:lnTo>
                <a:lnTo>
                  <a:pt x="5309" y="2198"/>
                </a:lnTo>
                <a:lnTo>
                  <a:pt x="5308" y="2198"/>
                </a:lnTo>
                <a:lnTo>
                  <a:pt x="5307" y="2198"/>
                </a:lnTo>
                <a:lnTo>
                  <a:pt x="5306" y="2197"/>
                </a:lnTo>
                <a:lnTo>
                  <a:pt x="5305" y="2197"/>
                </a:lnTo>
                <a:lnTo>
                  <a:pt x="5304" y="2196"/>
                </a:lnTo>
                <a:lnTo>
                  <a:pt x="5303" y="2196"/>
                </a:lnTo>
                <a:lnTo>
                  <a:pt x="5302" y="2195"/>
                </a:lnTo>
                <a:lnTo>
                  <a:pt x="5301" y="2195"/>
                </a:lnTo>
                <a:lnTo>
                  <a:pt x="5300" y="2194"/>
                </a:lnTo>
                <a:lnTo>
                  <a:pt x="5299" y="2194"/>
                </a:lnTo>
                <a:lnTo>
                  <a:pt x="5299" y="2193"/>
                </a:lnTo>
                <a:lnTo>
                  <a:pt x="5298" y="2193"/>
                </a:lnTo>
                <a:lnTo>
                  <a:pt x="5297" y="2193"/>
                </a:lnTo>
                <a:lnTo>
                  <a:pt x="5296" y="2192"/>
                </a:lnTo>
                <a:lnTo>
                  <a:pt x="5295" y="2192"/>
                </a:lnTo>
                <a:lnTo>
                  <a:pt x="5294" y="2191"/>
                </a:lnTo>
                <a:lnTo>
                  <a:pt x="5293" y="2191"/>
                </a:lnTo>
                <a:lnTo>
                  <a:pt x="5292" y="2190"/>
                </a:lnTo>
                <a:lnTo>
                  <a:pt x="5291" y="2190"/>
                </a:lnTo>
                <a:lnTo>
                  <a:pt x="5290" y="2189"/>
                </a:lnTo>
                <a:lnTo>
                  <a:pt x="5289" y="2189"/>
                </a:lnTo>
                <a:lnTo>
                  <a:pt x="5288" y="2188"/>
                </a:lnTo>
                <a:lnTo>
                  <a:pt x="5287" y="2188"/>
                </a:lnTo>
                <a:lnTo>
                  <a:pt x="5286" y="2187"/>
                </a:lnTo>
                <a:lnTo>
                  <a:pt x="5285" y="2187"/>
                </a:lnTo>
                <a:lnTo>
                  <a:pt x="5284" y="2186"/>
                </a:lnTo>
                <a:lnTo>
                  <a:pt x="5283" y="2186"/>
                </a:lnTo>
                <a:lnTo>
                  <a:pt x="5282" y="2185"/>
                </a:lnTo>
                <a:lnTo>
                  <a:pt x="5281" y="2185"/>
                </a:lnTo>
                <a:lnTo>
                  <a:pt x="5280" y="2184"/>
                </a:lnTo>
                <a:lnTo>
                  <a:pt x="5279" y="2184"/>
                </a:lnTo>
                <a:lnTo>
                  <a:pt x="5278" y="2183"/>
                </a:lnTo>
                <a:lnTo>
                  <a:pt x="5277" y="2183"/>
                </a:lnTo>
                <a:lnTo>
                  <a:pt x="5276" y="2182"/>
                </a:lnTo>
                <a:lnTo>
                  <a:pt x="5275" y="2182"/>
                </a:lnTo>
                <a:lnTo>
                  <a:pt x="5274" y="2181"/>
                </a:lnTo>
                <a:lnTo>
                  <a:pt x="5273" y="2181"/>
                </a:lnTo>
                <a:lnTo>
                  <a:pt x="5272" y="2180"/>
                </a:lnTo>
                <a:lnTo>
                  <a:pt x="5271" y="2180"/>
                </a:lnTo>
                <a:lnTo>
                  <a:pt x="5270" y="2179"/>
                </a:lnTo>
                <a:lnTo>
                  <a:pt x="5269" y="2179"/>
                </a:lnTo>
                <a:lnTo>
                  <a:pt x="5268" y="2178"/>
                </a:lnTo>
                <a:lnTo>
                  <a:pt x="5267" y="2178"/>
                </a:lnTo>
                <a:lnTo>
                  <a:pt x="5266" y="2177"/>
                </a:lnTo>
                <a:lnTo>
                  <a:pt x="5265" y="2177"/>
                </a:lnTo>
                <a:lnTo>
                  <a:pt x="5264" y="2176"/>
                </a:lnTo>
                <a:lnTo>
                  <a:pt x="5263" y="2176"/>
                </a:lnTo>
                <a:lnTo>
                  <a:pt x="5262" y="2175"/>
                </a:lnTo>
                <a:lnTo>
                  <a:pt x="5261" y="2175"/>
                </a:lnTo>
                <a:lnTo>
                  <a:pt x="5260" y="2174"/>
                </a:lnTo>
                <a:lnTo>
                  <a:pt x="5259" y="2174"/>
                </a:lnTo>
                <a:lnTo>
                  <a:pt x="5258" y="2173"/>
                </a:lnTo>
                <a:lnTo>
                  <a:pt x="5257" y="2173"/>
                </a:lnTo>
                <a:lnTo>
                  <a:pt x="5256" y="2172"/>
                </a:lnTo>
                <a:lnTo>
                  <a:pt x="5255" y="2172"/>
                </a:lnTo>
                <a:lnTo>
                  <a:pt x="5254" y="2171"/>
                </a:lnTo>
                <a:lnTo>
                  <a:pt x="5253" y="2171"/>
                </a:lnTo>
                <a:lnTo>
                  <a:pt x="5252" y="2170"/>
                </a:lnTo>
                <a:lnTo>
                  <a:pt x="5251" y="2170"/>
                </a:lnTo>
                <a:lnTo>
                  <a:pt x="5250" y="2169"/>
                </a:lnTo>
                <a:lnTo>
                  <a:pt x="5249" y="2169"/>
                </a:lnTo>
                <a:lnTo>
                  <a:pt x="5248" y="2168"/>
                </a:lnTo>
                <a:lnTo>
                  <a:pt x="5247" y="2168"/>
                </a:lnTo>
                <a:lnTo>
                  <a:pt x="5246" y="2167"/>
                </a:lnTo>
                <a:lnTo>
                  <a:pt x="5245" y="2167"/>
                </a:lnTo>
                <a:lnTo>
                  <a:pt x="5244" y="2166"/>
                </a:lnTo>
                <a:lnTo>
                  <a:pt x="5243" y="2166"/>
                </a:lnTo>
                <a:lnTo>
                  <a:pt x="5242" y="2165"/>
                </a:lnTo>
                <a:lnTo>
                  <a:pt x="5241" y="2165"/>
                </a:lnTo>
                <a:lnTo>
                  <a:pt x="5240" y="2164"/>
                </a:lnTo>
                <a:lnTo>
                  <a:pt x="5239" y="2164"/>
                </a:lnTo>
                <a:lnTo>
                  <a:pt x="5238" y="2163"/>
                </a:lnTo>
                <a:lnTo>
                  <a:pt x="5237" y="2163"/>
                </a:lnTo>
                <a:lnTo>
                  <a:pt x="5236" y="2162"/>
                </a:lnTo>
                <a:lnTo>
                  <a:pt x="5235" y="2162"/>
                </a:lnTo>
                <a:lnTo>
                  <a:pt x="5235" y="2161"/>
                </a:lnTo>
                <a:lnTo>
                  <a:pt x="5234" y="2161"/>
                </a:lnTo>
                <a:lnTo>
                  <a:pt x="5233" y="2161"/>
                </a:lnTo>
                <a:lnTo>
                  <a:pt x="5232" y="2160"/>
                </a:lnTo>
                <a:lnTo>
                  <a:pt x="5231" y="2160"/>
                </a:lnTo>
                <a:lnTo>
                  <a:pt x="5230" y="2159"/>
                </a:lnTo>
                <a:lnTo>
                  <a:pt x="5229" y="2159"/>
                </a:lnTo>
                <a:lnTo>
                  <a:pt x="5228" y="2158"/>
                </a:lnTo>
                <a:lnTo>
                  <a:pt x="5227" y="2158"/>
                </a:lnTo>
                <a:lnTo>
                  <a:pt x="5226" y="2157"/>
                </a:lnTo>
                <a:lnTo>
                  <a:pt x="5225" y="2157"/>
                </a:lnTo>
                <a:lnTo>
                  <a:pt x="5224" y="2156"/>
                </a:lnTo>
                <a:lnTo>
                  <a:pt x="5223" y="2156"/>
                </a:lnTo>
                <a:lnTo>
                  <a:pt x="5222" y="2155"/>
                </a:lnTo>
                <a:lnTo>
                  <a:pt x="5221" y="2155"/>
                </a:lnTo>
                <a:lnTo>
                  <a:pt x="5220" y="2154"/>
                </a:lnTo>
                <a:lnTo>
                  <a:pt x="5219" y="2154"/>
                </a:lnTo>
                <a:lnTo>
                  <a:pt x="5218" y="2153"/>
                </a:lnTo>
                <a:lnTo>
                  <a:pt x="5217" y="2153"/>
                </a:lnTo>
                <a:lnTo>
                  <a:pt x="5216" y="2152"/>
                </a:lnTo>
                <a:lnTo>
                  <a:pt x="5215" y="2152"/>
                </a:lnTo>
                <a:lnTo>
                  <a:pt x="5214" y="2151"/>
                </a:lnTo>
                <a:lnTo>
                  <a:pt x="5213" y="2151"/>
                </a:lnTo>
                <a:lnTo>
                  <a:pt x="5212" y="2150"/>
                </a:lnTo>
                <a:lnTo>
                  <a:pt x="5211" y="2150"/>
                </a:lnTo>
                <a:lnTo>
                  <a:pt x="5210" y="2149"/>
                </a:lnTo>
                <a:lnTo>
                  <a:pt x="5209" y="2149"/>
                </a:lnTo>
                <a:lnTo>
                  <a:pt x="5208" y="2148"/>
                </a:lnTo>
                <a:lnTo>
                  <a:pt x="5207" y="2148"/>
                </a:lnTo>
                <a:lnTo>
                  <a:pt x="5206" y="2147"/>
                </a:lnTo>
                <a:lnTo>
                  <a:pt x="5205" y="2147"/>
                </a:lnTo>
                <a:lnTo>
                  <a:pt x="5204" y="2146"/>
                </a:lnTo>
                <a:lnTo>
                  <a:pt x="5203" y="2146"/>
                </a:lnTo>
                <a:lnTo>
                  <a:pt x="5202" y="2145"/>
                </a:lnTo>
                <a:lnTo>
                  <a:pt x="5201" y="2145"/>
                </a:lnTo>
                <a:lnTo>
                  <a:pt x="5200" y="2144"/>
                </a:lnTo>
                <a:lnTo>
                  <a:pt x="5199" y="2144"/>
                </a:lnTo>
                <a:lnTo>
                  <a:pt x="5198" y="2143"/>
                </a:lnTo>
                <a:lnTo>
                  <a:pt x="5197" y="2143"/>
                </a:lnTo>
                <a:lnTo>
                  <a:pt x="5196" y="2142"/>
                </a:lnTo>
                <a:lnTo>
                  <a:pt x="5195" y="2142"/>
                </a:lnTo>
                <a:lnTo>
                  <a:pt x="5194" y="2141"/>
                </a:lnTo>
                <a:lnTo>
                  <a:pt x="5193" y="2141"/>
                </a:lnTo>
                <a:lnTo>
                  <a:pt x="5192" y="2140"/>
                </a:lnTo>
                <a:lnTo>
                  <a:pt x="5191" y="2140"/>
                </a:lnTo>
                <a:lnTo>
                  <a:pt x="5190" y="2139"/>
                </a:lnTo>
                <a:lnTo>
                  <a:pt x="5189" y="2139"/>
                </a:lnTo>
                <a:lnTo>
                  <a:pt x="5188" y="2138"/>
                </a:lnTo>
                <a:lnTo>
                  <a:pt x="5187" y="2138"/>
                </a:lnTo>
                <a:lnTo>
                  <a:pt x="5186" y="2137"/>
                </a:lnTo>
                <a:lnTo>
                  <a:pt x="5185" y="2137"/>
                </a:lnTo>
                <a:lnTo>
                  <a:pt x="5184" y="2136"/>
                </a:lnTo>
                <a:lnTo>
                  <a:pt x="5183" y="2136"/>
                </a:lnTo>
                <a:lnTo>
                  <a:pt x="5182" y="2135"/>
                </a:lnTo>
                <a:lnTo>
                  <a:pt x="5181" y="2135"/>
                </a:lnTo>
                <a:lnTo>
                  <a:pt x="5180" y="2134"/>
                </a:lnTo>
                <a:lnTo>
                  <a:pt x="5179" y="2134"/>
                </a:lnTo>
                <a:lnTo>
                  <a:pt x="5178" y="2133"/>
                </a:lnTo>
                <a:lnTo>
                  <a:pt x="5177" y="2133"/>
                </a:lnTo>
                <a:lnTo>
                  <a:pt x="5176" y="2132"/>
                </a:lnTo>
                <a:lnTo>
                  <a:pt x="5175" y="2132"/>
                </a:lnTo>
                <a:lnTo>
                  <a:pt x="5174" y="2131"/>
                </a:lnTo>
                <a:lnTo>
                  <a:pt x="5173" y="2131"/>
                </a:lnTo>
                <a:lnTo>
                  <a:pt x="5172" y="2130"/>
                </a:lnTo>
                <a:lnTo>
                  <a:pt x="5171" y="2130"/>
                </a:lnTo>
                <a:lnTo>
                  <a:pt x="5170" y="2133"/>
                </a:lnTo>
                <a:lnTo>
                  <a:pt x="5169" y="2133"/>
                </a:lnTo>
                <a:lnTo>
                  <a:pt x="5169" y="2132"/>
                </a:lnTo>
                <a:lnTo>
                  <a:pt x="5168" y="2132"/>
                </a:lnTo>
                <a:lnTo>
                  <a:pt x="5167" y="2131"/>
                </a:lnTo>
                <a:lnTo>
                  <a:pt x="5166" y="2131"/>
                </a:lnTo>
                <a:lnTo>
                  <a:pt x="5165" y="2131"/>
                </a:lnTo>
                <a:lnTo>
                  <a:pt x="5165" y="2130"/>
                </a:lnTo>
                <a:lnTo>
                  <a:pt x="5164" y="2130"/>
                </a:lnTo>
                <a:lnTo>
                  <a:pt x="5163" y="2130"/>
                </a:lnTo>
                <a:lnTo>
                  <a:pt x="5163" y="2129"/>
                </a:lnTo>
                <a:lnTo>
                  <a:pt x="5162" y="2129"/>
                </a:lnTo>
                <a:lnTo>
                  <a:pt x="5161" y="2128"/>
                </a:lnTo>
                <a:lnTo>
                  <a:pt x="5160" y="2128"/>
                </a:lnTo>
                <a:lnTo>
                  <a:pt x="5159" y="2128"/>
                </a:lnTo>
                <a:lnTo>
                  <a:pt x="5159" y="2127"/>
                </a:lnTo>
                <a:lnTo>
                  <a:pt x="5158" y="2127"/>
                </a:lnTo>
                <a:lnTo>
                  <a:pt x="5157" y="2126"/>
                </a:lnTo>
                <a:lnTo>
                  <a:pt x="5156" y="2126"/>
                </a:lnTo>
                <a:lnTo>
                  <a:pt x="5155" y="2126"/>
                </a:lnTo>
                <a:lnTo>
                  <a:pt x="5155" y="2125"/>
                </a:lnTo>
                <a:lnTo>
                  <a:pt x="5154" y="2125"/>
                </a:lnTo>
                <a:lnTo>
                  <a:pt x="5153" y="2125"/>
                </a:lnTo>
                <a:lnTo>
                  <a:pt x="5153" y="2124"/>
                </a:lnTo>
                <a:lnTo>
                  <a:pt x="5152" y="2124"/>
                </a:lnTo>
                <a:lnTo>
                  <a:pt x="5151" y="2123"/>
                </a:lnTo>
                <a:lnTo>
                  <a:pt x="5150" y="2123"/>
                </a:lnTo>
                <a:lnTo>
                  <a:pt x="5149" y="2123"/>
                </a:lnTo>
                <a:lnTo>
                  <a:pt x="5149" y="2122"/>
                </a:lnTo>
                <a:lnTo>
                  <a:pt x="5148" y="2122"/>
                </a:lnTo>
                <a:lnTo>
                  <a:pt x="5147" y="2121"/>
                </a:lnTo>
                <a:lnTo>
                  <a:pt x="5146" y="2121"/>
                </a:lnTo>
                <a:lnTo>
                  <a:pt x="5145" y="2121"/>
                </a:lnTo>
                <a:lnTo>
                  <a:pt x="5145" y="2120"/>
                </a:lnTo>
                <a:lnTo>
                  <a:pt x="5144" y="2120"/>
                </a:lnTo>
                <a:lnTo>
                  <a:pt x="5143" y="2120"/>
                </a:lnTo>
                <a:lnTo>
                  <a:pt x="5143" y="2119"/>
                </a:lnTo>
                <a:lnTo>
                  <a:pt x="5142" y="2119"/>
                </a:lnTo>
                <a:lnTo>
                  <a:pt x="5141" y="2118"/>
                </a:lnTo>
                <a:lnTo>
                  <a:pt x="5140" y="2118"/>
                </a:lnTo>
                <a:lnTo>
                  <a:pt x="5139" y="2118"/>
                </a:lnTo>
                <a:lnTo>
                  <a:pt x="5139" y="2117"/>
                </a:lnTo>
                <a:lnTo>
                  <a:pt x="5138" y="2117"/>
                </a:lnTo>
                <a:lnTo>
                  <a:pt x="5137" y="2116"/>
                </a:lnTo>
                <a:lnTo>
                  <a:pt x="5136" y="2116"/>
                </a:lnTo>
                <a:lnTo>
                  <a:pt x="5135" y="2116"/>
                </a:lnTo>
                <a:lnTo>
                  <a:pt x="5135" y="2115"/>
                </a:lnTo>
                <a:lnTo>
                  <a:pt x="5134" y="2115"/>
                </a:lnTo>
                <a:lnTo>
                  <a:pt x="5133" y="2115"/>
                </a:lnTo>
                <a:lnTo>
                  <a:pt x="5133" y="2114"/>
                </a:lnTo>
                <a:lnTo>
                  <a:pt x="5132" y="2114"/>
                </a:lnTo>
                <a:lnTo>
                  <a:pt x="5131" y="2114"/>
                </a:lnTo>
                <a:lnTo>
                  <a:pt x="5130" y="2113"/>
                </a:lnTo>
                <a:lnTo>
                  <a:pt x="5129" y="2113"/>
                </a:lnTo>
                <a:lnTo>
                  <a:pt x="5129" y="2112"/>
                </a:lnTo>
                <a:lnTo>
                  <a:pt x="5128" y="2112"/>
                </a:lnTo>
                <a:lnTo>
                  <a:pt x="5127" y="2111"/>
                </a:lnTo>
                <a:lnTo>
                  <a:pt x="5126" y="2111"/>
                </a:lnTo>
                <a:lnTo>
                  <a:pt x="5125" y="2111"/>
                </a:lnTo>
                <a:lnTo>
                  <a:pt x="5125" y="2110"/>
                </a:lnTo>
                <a:lnTo>
                  <a:pt x="5124" y="2110"/>
                </a:lnTo>
                <a:lnTo>
                  <a:pt x="5123" y="2110"/>
                </a:lnTo>
                <a:lnTo>
                  <a:pt x="5123" y="2109"/>
                </a:lnTo>
                <a:lnTo>
                  <a:pt x="5122" y="2109"/>
                </a:lnTo>
                <a:lnTo>
                  <a:pt x="5121" y="2109"/>
                </a:lnTo>
                <a:lnTo>
                  <a:pt x="5120" y="2108"/>
                </a:lnTo>
                <a:lnTo>
                  <a:pt x="5119" y="2108"/>
                </a:lnTo>
                <a:lnTo>
                  <a:pt x="5119" y="2107"/>
                </a:lnTo>
                <a:lnTo>
                  <a:pt x="5118" y="2107"/>
                </a:lnTo>
                <a:lnTo>
                  <a:pt x="5117" y="2106"/>
                </a:lnTo>
                <a:lnTo>
                  <a:pt x="5116" y="2106"/>
                </a:lnTo>
                <a:lnTo>
                  <a:pt x="5115" y="2106"/>
                </a:lnTo>
                <a:lnTo>
                  <a:pt x="5115" y="2105"/>
                </a:lnTo>
                <a:lnTo>
                  <a:pt x="5114" y="2105"/>
                </a:lnTo>
                <a:lnTo>
                  <a:pt x="5113" y="2105"/>
                </a:lnTo>
                <a:lnTo>
                  <a:pt x="5113" y="2104"/>
                </a:lnTo>
                <a:lnTo>
                  <a:pt x="5112" y="2104"/>
                </a:lnTo>
                <a:lnTo>
                  <a:pt x="5111" y="2107"/>
                </a:lnTo>
                <a:lnTo>
                  <a:pt x="5110" y="2107"/>
                </a:lnTo>
                <a:lnTo>
                  <a:pt x="5109" y="2107"/>
                </a:lnTo>
                <a:lnTo>
                  <a:pt x="5109" y="2106"/>
                </a:lnTo>
                <a:lnTo>
                  <a:pt x="5108" y="2106"/>
                </a:lnTo>
                <a:lnTo>
                  <a:pt x="5107" y="2105"/>
                </a:lnTo>
                <a:lnTo>
                  <a:pt x="5106" y="2105"/>
                </a:lnTo>
                <a:lnTo>
                  <a:pt x="5105" y="2104"/>
                </a:lnTo>
                <a:lnTo>
                  <a:pt x="5104" y="2104"/>
                </a:lnTo>
                <a:lnTo>
                  <a:pt x="5103" y="2104"/>
                </a:lnTo>
                <a:lnTo>
                  <a:pt x="5103" y="2103"/>
                </a:lnTo>
                <a:lnTo>
                  <a:pt x="5102" y="2103"/>
                </a:lnTo>
                <a:lnTo>
                  <a:pt x="5101" y="2102"/>
                </a:lnTo>
                <a:lnTo>
                  <a:pt x="5100" y="2102"/>
                </a:lnTo>
                <a:lnTo>
                  <a:pt x="5099" y="2102"/>
                </a:lnTo>
                <a:lnTo>
                  <a:pt x="5099" y="2101"/>
                </a:lnTo>
                <a:lnTo>
                  <a:pt x="5098" y="2101"/>
                </a:lnTo>
                <a:lnTo>
                  <a:pt x="5097" y="2100"/>
                </a:lnTo>
                <a:lnTo>
                  <a:pt x="5096" y="2100"/>
                </a:lnTo>
                <a:lnTo>
                  <a:pt x="5095" y="2099"/>
                </a:lnTo>
                <a:lnTo>
                  <a:pt x="5094" y="2099"/>
                </a:lnTo>
                <a:lnTo>
                  <a:pt x="5093" y="2099"/>
                </a:lnTo>
                <a:lnTo>
                  <a:pt x="5093" y="2098"/>
                </a:lnTo>
                <a:lnTo>
                  <a:pt x="5092" y="2098"/>
                </a:lnTo>
                <a:lnTo>
                  <a:pt x="5091" y="2097"/>
                </a:lnTo>
                <a:lnTo>
                  <a:pt x="5090" y="2097"/>
                </a:lnTo>
                <a:lnTo>
                  <a:pt x="5089" y="2097"/>
                </a:lnTo>
                <a:lnTo>
                  <a:pt x="5089" y="2096"/>
                </a:lnTo>
                <a:lnTo>
                  <a:pt x="5088" y="2096"/>
                </a:lnTo>
                <a:lnTo>
                  <a:pt x="5087" y="2095"/>
                </a:lnTo>
                <a:lnTo>
                  <a:pt x="5086" y="2095"/>
                </a:lnTo>
                <a:lnTo>
                  <a:pt x="5085" y="2094"/>
                </a:lnTo>
                <a:lnTo>
                  <a:pt x="5084" y="2094"/>
                </a:lnTo>
                <a:lnTo>
                  <a:pt x="5083" y="2094"/>
                </a:lnTo>
                <a:lnTo>
                  <a:pt x="5083" y="2093"/>
                </a:lnTo>
                <a:lnTo>
                  <a:pt x="5082" y="2093"/>
                </a:lnTo>
                <a:lnTo>
                  <a:pt x="5081" y="2092"/>
                </a:lnTo>
                <a:lnTo>
                  <a:pt x="5080" y="2092"/>
                </a:lnTo>
                <a:lnTo>
                  <a:pt x="5079" y="2092"/>
                </a:lnTo>
                <a:lnTo>
                  <a:pt x="5079" y="2091"/>
                </a:lnTo>
                <a:lnTo>
                  <a:pt x="5078" y="2091"/>
                </a:lnTo>
                <a:lnTo>
                  <a:pt x="5077" y="2090"/>
                </a:lnTo>
                <a:lnTo>
                  <a:pt x="5076" y="2090"/>
                </a:lnTo>
                <a:lnTo>
                  <a:pt x="5075" y="2089"/>
                </a:lnTo>
                <a:lnTo>
                  <a:pt x="5074" y="2089"/>
                </a:lnTo>
                <a:lnTo>
                  <a:pt x="5073" y="2089"/>
                </a:lnTo>
                <a:lnTo>
                  <a:pt x="5073" y="2088"/>
                </a:lnTo>
                <a:lnTo>
                  <a:pt x="5072" y="2088"/>
                </a:lnTo>
                <a:lnTo>
                  <a:pt x="5071" y="2087"/>
                </a:lnTo>
                <a:lnTo>
                  <a:pt x="5070" y="2087"/>
                </a:lnTo>
                <a:lnTo>
                  <a:pt x="5069" y="2087"/>
                </a:lnTo>
                <a:lnTo>
                  <a:pt x="5069" y="2086"/>
                </a:lnTo>
                <a:lnTo>
                  <a:pt x="5068" y="2086"/>
                </a:lnTo>
                <a:lnTo>
                  <a:pt x="5067" y="2085"/>
                </a:lnTo>
                <a:lnTo>
                  <a:pt x="5066" y="2085"/>
                </a:lnTo>
                <a:lnTo>
                  <a:pt x="5065" y="2084"/>
                </a:lnTo>
                <a:lnTo>
                  <a:pt x="5064" y="2084"/>
                </a:lnTo>
                <a:lnTo>
                  <a:pt x="5063" y="2084"/>
                </a:lnTo>
                <a:lnTo>
                  <a:pt x="5063" y="2083"/>
                </a:lnTo>
                <a:lnTo>
                  <a:pt x="5062" y="2083"/>
                </a:lnTo>
                <a:lnTo>
                  <a:pt x="5061" y="2082"/>
                </a:lnTo>
                <a:lnTo>
                  <a:pt x="5060" y="2082"/>
                </a:lnTo>
                <a:lnTo>
                  <a:pt x="5059" y="2082"/>
                </a:lnTo>
                <a:lnTo>
                  <a:pt x="5059" y="2081"/>
                </a:lnTo>
                <a:lnTo>
                  <a:pt x="5058" y="2081"/>
                </a:lnTo>
                <a:lnTo>
                  <a:pt x="5057" y="2080"/>
                </a:lnTo>
                <a:lnTo>
                  <a:pt x="5056" y="2080"/>
                </a:lnTo>
                <a:lnTo>
                  <a:pt x="5055" y="2080"/>
                </a:lnTo>
                <a:lnTo>
                  <a:pt x="5055" y="2079"/>
                </a:lnTo>
                <a:lnTo>
                  <a:pt x="5054" y="2079"/>
                </a:lnTo>
                <a:lnTo>
                  <a:pt x="5053" y="2079"/>
                </a:lnTo>
                <a:lnTo>
                  <a:pt x="5053" y="2078"/>
                </a:lnTo>
                <a:lnTo>
                  <a:pt x="5052" y="2078"/>
                </a:lnTo>
                <a:lnTo>
                  <a:pt x="5051" y="2077"/>
                </a:lnTo>
                <a:lnTo>
                  <a:pt x="5050" y="2077"/>
                </a:lnTo>
                <a:lnTo>
                  <a:pt x="5049" y="2077"/>
                </a:lnTo>
                <a:lnTo>
                  <a:pt x="5049" y="2076"/>
                </a:lnTo>
                <a:lnTo>
                  <a:pt x="5048" y="2076"/>
                </a:lnTo>
                <a:lnTo>
                  <a:pt x="5047" y="2075"/>
                </a:lnTo>
                <a:lnTo>
                  <a:pt x="5046" y="2075"/>
                </a:lnTo>
                <a:lnTo>
                  <a:pt x="5045" y="2075"/>
                </a:lnTo>
                <a:lnTo>
                  <a:pt x="5045" y="2074"/>
                </a:lnTo>
                <a:lnTo>
                  <a:pt x="5044" y="2074"/>
                </a:lnTo>
                <a:lnTo>
                  <a:pt x="5043" y="2073"/>
                </a:lnTo>
                <a:lnTo>
                  <a:pt x="5042" y="2073"/>
                </a:lnTo>
                <a:lnTo>
                  <a:pt x="5041" y="2072"/>
                </a:lnTo>
                <a:lnTo>
                  <a:pt x="5040" y="2072"/>
                </a:lnTo>
                <a:lnTo>
                  <a:pt x="5039" y="2072"/>
                </a:lnTo>
                <a:lnTo>
                  <a:pt x="5039" y="2071"/>
                </a:lnTo>
                <a:lnTo>
                  <a:pt x="5038" y="2071"/>
                </a:lnTo>
                <a:lnTo>
                  <a:pt x="5037" y="2070"/>
                </a:lnTo>
                <a:lnTo>
                  <a:pt x="5036" y="2070"/>
                </a:lnTo>
                <a:lnTo>
                  <a:pt x="5035" y="2070"/>
                </a:lnTo>
                <a:lnTo>
                  <a:pt x="5035" y="2069"/>
                </a:lnTo>
                <a:lnTo>
                  <a:pt x="5034" y="2069"/>
                </a:lnTo>
                <a:lnTo>
                  <a:pt x="5033" y="2068"/>
                </a:lnTo>
                <a:lnTo>
                  <a:pt x="5032" y="2068"/>
                </a:lnTo>
                <a:lnTo>
                  <a:pt x="5031" y="2067"/>
                </a:lnTo>
                <a:lnTo>
                  <a:pt x="5030" y="2067"/>
                </a:lnTo>
                <a:lnTo>
                  <a:pt x="5029" y="2067"/>
                </a:lnTo>
                <a:lnTo>
                  <a:pt x="5029" y="2066"/>
                </a:lnTo>
                <a:lnTo>
                  <a:pt x="5028" y="2066"/>
                </a:lnTo>
                <a:lnTo>
                  <a:pt x="5027" y="2065"/>
                </a:lnTo>
                <a:lnTo>
                  <a:pt x="5026" y="2065"/>
                </a:lnTo>
                <a:lnTo>
                  <a:pt x="5025" y="2065"/>
                </a:lnTo>
                <a:lnTo>
                  <a:pt x="5025" y="2064"/>
                </a:lnTo>
                <a:lnTo>
                  <a:pt x="5024" y="2064"/>
                </a:lnTo>
                <a:lnTo>
                  <a:pt x="5023" y="2063"/>
                </a:lnTo>
                <a:lnTo>
                  <a:pt x="5022" y="2063"/>
                </a:lnTo>
                <a:lnTo>
                  <a:pt x="5021" y="2062"/>
                </a:lnTo>
                <a:lnTo>
                  <a:pt x="5020" y="2062"/>
                </a:lnTo>
                <a:lnTo>
                  <a:pt x="5019" y="2062"/>
                </a:lnTo>
                <a:lnTo>
                  <a:pt x="5019" y="2061"/>
                </a:lnTo>
                <a:lnTo>
                  <a:pt x="5018" y="2061"/>
                </a:lnTo>
                <a:lnTo>
                  <a:pt x="5017" y="2060"/>
                </a:lnTo>
                <a:lnTo>
                  <a:pt x="5016" y="2060"/>
                </a:lnTo>
                <a:lnTo>
                  <a:pt x="5016" y="2064"/>
                </a:lnTo>
                <a:lnTo>
                  <a:pt x="5015" y="2064"/>
                </a:lnTo>
                <a:lnTo>
                  <a:pt x="5015" y="2063"/>
                </a:lnTo>
                <a:lnTo>
                  <a:pt x="5014" y="2063"/>
                </a:lnTo>
                <a:lnTo>
                  <a:pt x="5013" y="2062"/>
                </a:lnTo>
                <a:lnTo>
                  <a:pt x="5012" y="2062"/>
                </a:lnTo>
                <a:lnTo>
                  <a:pt x="5011" y="2062"/>
                </a:lnTo>
                <a:lnTo>
                  <a:pt x="5011" y="2061"/>
                </a:lnTo>
                <a:lnTo>
                  <a:pt x="5010" y="2061"/>
                </a:lnTo>
                <a:lnTo>
                  <a:pt x="5009" y="2061"/>
                </a:lnTo>
                <a:lnTo>
                  <a:pt x="5009" y="2060"/>
                </a:lnTo>
                <a:lnTo>
                  <a:pt x="5008" y="2060"/>
                </a:lnTo>
                <a:lnTo>
                  <a:pt x="5007" y="2060"/>
                </a:lnTo>
                <a:lnTo>
                  <a:pt x="5006" y="2059"/>
                </a:lnTo>
                <a:lnTo>
                  <a:pt x="5005" y="2059"/>
                </a:lnTo>
                <a:lnTo>
                  <a:pt x="5005" y="2058"/>
                </a:lnTo>
                <a:lnTo>
                  <a:pt x="5004" y="2058"/>
                </a:lnTo>
                <a:lnTo>
                  <a:pt x="5003" y="2058"/>
                </a:lnTo>
                <a:lnTo>
                  <a:pt x="5002" y="2057"/>
                </a:lnTo>
                <a:lnTo>
                  <a:pt x="5001" y="2057"/>
                </a:lnTo>
                <a:lnTo>
                  <a:pt x="5001" y="2056"/>
                </a:lnTo>
                <a:lnTo>
                  <a:pt x="5000" y="2056"/>
                </a:lnTo>
                <a:lnTo>
                  <a:pt x="4999" y="2056"/>
                </a:lnTo>
                <a:lnTo>
                  <a:pt x="4999" y="2055"/>
                </a:lnTo>
                <a:lnTo>
                  <a:pt x="4998" y="2055"/>
                </a:lnTo>
                <a:lnTo>
                  <a:pt x="4997" y="2055"/>
                </a:lnTo>
                <a:lnTo>
                  <a:pt x="4996" y="2054"/>
                </a:lnTo>
                <a:lnTo>
                  <a:pt x="4995" y="2054"/>
                </a:lnTo>
                <a:lnTo>
                  <a:pt x="4995" y="2053"/>
                </a:lnTo>
                <a:lnTo>
                  <a:pt x="4994" y="2057"/>
                </a:lnTo>
                <a:lnTo>
                  <a:pt x="4993" y="2057"/>
                </a:lnTo>
                <a:lnTo>
                  <a:pt x="4992" y="2056"/>
                </a:lnTo>
                <a:lnTo>
                  <a:pt x="4991" y="2056"/>
                </a:lnTo>
                <a:lnTo>
                  <a:pt x="4990" y="2055"/>
                </a:lnTo>
                <a:lnTo>
                  <a:pt x="4989" y="2055"/>
                </a:lnTo>
                <a:lnTo>
                  <a:pt x="4988" y="2054"/>
                </a:lnTo>
                <a:lnTo>
                  <a:pt x="4987" y="2054"/>
                </a:lnTo>
                <a:lnTo>
                  <a:pt x="4987" y="2053"/>
                </a:lnTo>
                <a:lnTo>
                  <a:pt x="4986" y="2053"/>
                </a:lnTo>
                <a:lnTo>
                  <a:pt x="4985" y="2053"/>
                </a:lnTo>
                <a:lnTo>
                  <a:pt x="4984" y="2052"/>
                </a:lnTo>
                <a:lnTo>
                  <a:pt x="4983" y="2052"/>
                </a:lnTo>
                <a:lnTo>
                  <a:pt x="4982" y="2051"/>
                </a:lnTo>
                <a:lnTo>
                  <a:pt x="4981" y="2051"/>
                </a:lnTo>
                <a:lnTo>
                  <a:pt x="4980" y="2050"/>
                </a:lnTo>
                <a:lnTo>
                  <a:pt x="4979" y="2050"/>
                </a:lnTo>
                <a:lnTo>
                  <a:pt x="4978" y="2049"/>
                </a:lnTo>
                <a:lnTo>
                  <a:pt x="4977" y="2049"/>
                </a:lnTo>
                <a:lnTo>
                  <a:pt x="4977" y="2048"/>
                </a:lnTo>
                <a:lnTo>
                  <a:pt x="4976" y="2048"/>
                </a:lnTo>
                <a:lnTo>
                  <a:pt x="4975" y="2048"/>
                </a:lnTo>
                <a:lnTo>
                  <a:pt x="4974" y="2047"/>
                </a:lnTo>
                <a:lnTo>
                  <a:pt x="4973" y="2047"/>
                </a:lnTo>
                <a:lnTo>
                  <a:pt x="4972" y="2046"/>
                </a:lnTo>
                <a:lnTo>
                  <a:pt x="4971" y="2046"/>
                </a:lnTo>
                <a:lnTo>
                  <a:pt x="4970" y="2045"/>
                </a:lnTo>
                <a:lnTo>
                  <a:pt x="4969" y="2045"/>
                </a:lnTo>
                <a:lnTo>
                  <a:pt x="4968" y="2044"/>
                </a:lnTo>
                <a:lnTo>
                  <a:pt x="4967" y="2044"/>
                </a:lnTo>
                <a:lnTo>
                  <a:pt x="4966" y="2043"/>
                </a:lnTo>
                <a:lnTo>
                  <a:pt x="4965" y="2043"/>
                </a:lnTo>
                <a:lnTo>
                  <a:pt x="4964" y="2042"/>
                </a:lnTo>
                <a:lnTo>
                  <a:pt x="4963" y="2042"/>
                </a:lnTo>
                <a:lnTo>
                  <a:pt x="4962" y="2041"/>
                </a:lnTo>
                <a:lnTo>
                  <a:pt x="4961" y="2041"/>
                </a:lnTo>
                <a:lnTo>
                  <a:pt x="4960" y="2040"/>
                </a:lnTo>
                <a:lnTo>
                  <a:pt x="4959" y="2040"/>
                </a:lnTo>
                <a:lnTo>
                  <a:pt x="4958" y="2039"/>
                </a:lnTo>
                <a:lnTo>
                  <a:pt x="4957" y="2039"/>
                </a:lnTo>
                <a:lnTo>
                  <a:pt x="4956" y="2038"/>
                </a:lnTo>
                <a:lnTo>
                  <a:pt x="4955" y="2038"/>
                </a:lnTo>
                <a:lnTo>
                  <a:pt x="4954" y="2037"/>
                </a:lnTo>
                <a:lnTo>
                  <a:pt x="4953" y="2037"/>
                </a:lnTo>
                <a:lnTo>
                  <a:pt x="4952" y="2036"/>
                </a:lnTo>
                <a:lnTo>
                  <a:pt x="4951" y="2036"/>
                </a:lnTo>
                <a:lnTo>
                  <a:pt x="4950" y="2035"/>
                </a:lnTo>
                <a:lnTo>
                  <a:pt x="4949" y="2035"/>
                </a:lnTo>
                <a:lnTo>
                  <a:pt x="4948" y="2034"/>
                </a:lnTo>
                <a:lnTo>
                  <a:pt x="4947" y="2034"/>
                </a:lnTo>
                <a:lnTo>
                  <a:pt x="4946" y="2033"/>
                </a:lnTo>
                <a:lnTo>
                  <a:pt x="4945" y="2033"/>
                </a:lnTo>
                <a:lnTo>
                  <a:pt x="4944" y="2032"/>
                </a:lnTo>
                <a:lnTo>
                  <a:pt x="4943" y="2032"/>
                </a:lnTo>
                <a:lnTo>
                  <a:pt x="4942" y="2031"/>
                </a:lnTo>
                <a:lnTo>
                  <a:pt x="4941" y="2031"/>
                </a:lnTo>
                <a:lnTo>
                  <a:pt x="4940" y="2030"/>
                </a:lnTo>
                <a:lnTo>
                  <a:pt x="4939" y="2030"/>
                </a:lnTo>
                <a:lnTo>
                  <a:pt x="4938" y="2029"/>
                </a:lnTo>
                <a:lnTo>
                  <a:pt x="4937" y="2029"/>
                </a:lnTo>
                <a:lnTo>
                  <a:pt x="4936" y="2028"/>
                </a:lnTo>
                <a:lnTo>
                  <a:pt x="4935" y="2028"/>
                </a:lnTo>
                <a:lnTo>
                  <a:pt x="4934" y="2027"/>
                </a:lnTo>
                <a:lnTo>
                  <a:pt x="4933" y="2027"/>
                </a:lnTo>
                <a:lnTo>
                  <a:pt x="4932" y="2026"/>
                </a:lnTo>
                <a:lnTo>
                  <a:pt x="4931" y="2026"/>
                </a:lnTo>
                <a:lnTo>
                  <a:pt x="4930" y="2025"/>
                </a:lnTo>
                <a:lnTo>
                  <a:pt x="4929" y="2025"/>
                </a:lnTo>
                <a:lnTo>
                  <a:pt x="4928" y="2024"/>
                </a:lnTo>
                <a:lnTo>
                  <a:pt x="4927" y="2024"/>
                </a:lnTo>
                <a:lnTo>
                  <a:pt x="4926" y="2023"/>
                </a:lnTo>
                <a:lnTo>
                  <a:pt x="4925" y="2023"/>
                </a:lnTo>
                <a:lnTo>
                  <a:pt x="4924" y="2022"/>
                </a:lnTo>
                <a:lnTo>
                  <a:pt x="4923" y="2022"/>
                </a:lnTo>
                <a:lnTo>
                  <a:pt x="4922" y="2021"/>
                </a:lnTo>
                <a:lnTo>
                  <a:pt x="4921" y="2021"/>
                </a:lnTo>
                <a:lnTo>
                  <a:pt x="4920" y="2020"/>
                </a:lnTo>
                <a:lnTo>
                  <a:pt x="4919" y="2020"/>
                </a:lnTo>
                <a:lnTo>
                  <a:pt x="4918" y="2019"/>
                </a:lnTo>
                <a:lnTo>
                  <a:pt x="4917" y="2019"/>
                </a:lnTo>
                <a:lnTo>
                  <a:pt x="4916" y="2018"/>
                </a:lnTo>
                <a:lnTo>
                  <a:pt x="4915" y="2018"/>
                </a:lnTo>
                <a:lnTo>
                  <a:pt x="4914" y="2017"/>
                </a:lnTo>
                <a:lnTo>
                  <a:pt x="4913" y="2017"/>
                </a:lnTo>
                <a:lnTo>
                  <a:pt x="4912" y="2016"/>
                </a:lnTo>
                <a:lnTo>
                  <a:pt x="4911" y="2016"/>
                </a:lnTo>
                <a:lnTo>
                  <a:pt x="4910" y="2015"/>
                </a:lnTo>
                <a:lnTo>
                  <a:pt x="4909" y="2015"/>
                </a:lnTo>
                <a:lnTo>
                  <a:pt x="4908" y="2014"/>
                </a:lnTo>
                <a:lnTo>
                  <a:pt x="4907" y="2014"/>
                </a:lnTo>
                <a:lnTo>
                  <a:pt x="4906" y="2013"/>
                </a:lnTo>
                <a:lnTo>
                  <a:pt x="4905" y="2013"/>
                </a:lnTo>
                <a:lnTo>
                  <a:pt x="4904" y="2012"/>
                </a:lnTo>
                <a:lnTo>
                  <a:pt x="4903" y="2012"/>
                </a:lnTo>
                <a:lnTo>
                  <a:pt x="4902" y="2012"/>
                </a:lnTo>
                <a:lnTo>
                  <a:pt x="4902" y="2011"/>
                </a:lnTo>
                <a:lnTo>
                  <a:pt x="4901" y="2011"/>
                </a:lnTo>
                <a:lnTo>
                  <a:pt x="4900" y="2010"/>
                </a:lnTo>
                <a:lnTo>
                  <a:pt x="4899" y="2010"/>
                </a:lnTo>
                <a:lnTo>
                  <a:pt x="4898" y="2009"/>
                </a:lnTo>
                <a:lnTo>
                  <a:pt x="4897" y="2009"/>
                </a:lnTo>
                <a:lnTo>
                  <a:pt x="4896" y="2008"/>
                </a:lnTo>
                <a:lnTo>
                  <a:pt x="4895" y="2008"/>
                </a:lnTo>
                <a:lnTo>
                  <a:pt x="4894" y="2007"/>
                </a:lnTo>
                <a:lnTo>
                  <a:pt x="4893" y="2007"/>
                </a:lnTo>
                <a:lnTo>
                  <a:pt x="4892" y="2007"/>
                </a:lnTo>
                <a:lnTo>
                  <a:pt x="4892" y="2006"/>
                </a:lnTo>
                <a:lnTo>
                  <a:pt x="4891" y="2006"/>
                </a:lnTo>
                <a:lnTo>
                  <a:pt x="4890" y="2005"/>
                </a:lnTo>
                <a:lnTo>
                  <a:pt x="4889" y="2005"/>
                </a:lnTo>
                <a:lnTo>
                  <a:pt x="4888" y="2004"/>
                </a:lnTo>
                <a:lnTo>
                  <a:pt x="4887" y="2004"/>
                </a:lnTo>
                <a:lnTo>
                  <a:pt x="4886" y="2003"/>
                </a:lnTo>
                <a:lnTo>
                  <a:pt x="4885" y="2003"/>
                </a:lnTo>
                <a:lnTo>
                  <a:pt x="4884" y="2002"/>
                </a:lnTo>
                <a:lnTo>
                  <a:pt x="4883" y="2002"/>
                </a:lnTo>
                <a:lnTo>
                  <a:pt x="4882" y="2002"/>
                </a:lnTo>
                <a:lnTo>
                  <a:pt x="4882" y="2001"/>
                </a:lnTo>
                <a:lnTo>
                  <a:pt x="4881" y="2001"/>
                </a:lnTo>
                <a:lnTo>
                  <a:pt x="4880" y="2000"/>
                </a:lnTo>
                <a:lnTo>
                  <a:pt x="4879" y="2000"/>
                </a:lnTo>
                <a:lnTo>
                  <a:pt x="4878" y="1999"/>
                </a:lnTo>
                <a:lnTo>
                  <a:pt x="4877" y="1999"/>
                </a:lnTo>
                <a:lnTo>
                  <a:pt x="4876" y="1998"/>
                </a:lnTo>
                <a:lnTo>
                  <a:pt x="4875" y="1998"/>
                </a:lnTo>
                <a:lnTo>
                  <a:pt x="4874" y="1997"/>
                </a:lnTo>
                <a:lnTo>
                  <a:pt x="4873" y="1997"/>
                </a:lnTo>
                <a:lnTo>
                  <a:pt x="4872" y="1997"/>
                </a:lnTo>
                <a:lnTo>
                  <a:pt x="4872" y="1996"/>
                </a:lnTo>
                <a:lnTo>
                  <a:pt x="4871" y="1996"/>
                </a:lnTo>
                <a:lnTo>
                  <a:pt x="4870" y="1995"/>
                </a:lnTo>
                <a:lnTo>
                  <a:pt x="4869" y="1995"/>
                </a:lnTo>
                <a:lnTo>
                  <a:pt x="4868" y="1994"/>
                </a:lnTo>
                <a:lnTo>
                  <a:pt x="4867" y="1994"/>
                </a:lnTo>
                <a:lnTo>
                  <a:pt x="4866" y="1993"/>
                </a:lnTo>
                <a:lnTo>
                  <a:pt x="4865" y="1993"/>
                </a:lnTo>
                <a:lnTo>
                  <a:pt x="4864" y="1992"/>
                </a:lnTo>
                <a:lnTo>
                  <a:pt x="4863" y="1992"/>
                </a:lnTo>
                <a:lnTo>
                  <a:pt x="4862" y="1992"/>
                </a:lnTo>
                <a:lnTo>
                  <a:pt x="4862" y="1991"/>
                </a:lnTo>
                <a:lnTo>
                  <a:pt x="4861" y="1991"/>
                </a:lnTo>
                <a:lnTo>
                  <a:pt x="4860" y="1990"/>
                </a:lnTo>
                <a:lnTo>
                  <a:pt x="4859" y="1990"/>
                </a:lnTo>
                <a:lnTo>
                  <a:pt x="4858" y="1989"/>
                </a:lnTo>
                <a:lnTo>
                  <a:pt x="4857" y="1989"/>
                </a:lnTo>
                <a:lnTo>
                  <a:pt x="4856" y="1988"/>
                </a:lnTo>
                <a:lnTo>
                  <a:pt x="4855" y="1988"/>
                </a:lnTo>
                <a:lnTo>
                  <a:pt x="4854" y="1987"/>
                </a:lnTo>
                <a:lnTo>
                  <a:pt x="4853" y="1987"/>
                </a:lnTo>
                <a:lnTo>
                  <a:pt x="4852" y="1986"/>
                </a:lnTo>
                <a:lnTo>
                  <a:pt x="4851" y="1986"/>
                </a:lnTo>
                <a:lnTo>
                  <a:pt x="4850" y="1985"/>
                </a:lnTo>
                <a:lnTo>
                  <a:pt x="4849" y="1985"/>
                </a:lnTo>
                <a:lnTo>
                  <a:pt x="4848" y="1984"/>
                </a:lnTo>
                <a:lnTo>
                  <a:pt x="4847" y="1984"/>
                </a:lnTo>
                <a:lnTo>
                  <a:pt x="4846" y="1983"/>
                </a:lnTo>
                <a:lnTo>
                  <a:pt x="4845" y="1983"/>
                </a:lnTo>
                <a:lnTo>
                  <a:pt x="4844" y="1982"/>
                </a:lnTo>
                <a:lnTo>
                  <a:pt x="4843" y="1982"/>
                </a:lnTo>
                <a:lnTo>
                  <a:pt x="4842" y="1981"/>
                </a:lnTo>
                <a:lnTo>
                  <a:pt x="4841" y="1981"/>
                </a:lnTo>
                <a:lnTo>
                  <a:pt x="4840" y="1980"/>
                </a:lnTo>
                <a:lnTo>
                  <a:pt x="4839" y="1980"/>
                </a:lnTo>
                <a:lnTo>
                  <a:pt x="4838" y="1980"/>
                </a:lnTo>
                <a:lnTo>
                  <a:pt x="4838" y="1979"/>
                </a:lnTo>
                <a:lnTo>
                  <a:pt x="4837" y="1979"/>
                </a:lnTo>
                <a:lnTo>
                  <a:pt x="4836" y="1978"/>
                </a:lnTo>
                <a:lnTo>
                  <a:pt x="4835" y="1978"/>
                </a:lnTo>
                <a:lnTo>
                  <a:pt x="4834" y="1977"/>
                </a:lnTo>
                <a:lnTo>
                  <a:pt x="4833" y="1977"/>
                </a:lnTo>
                <a:lnTo>
                  <a:pt x="4832" y="1976"/>
                </a:lnTo>
                <a:lnTo>
                  <a:pt x="4831" y="1976"/>
                </a:lnTo>
                <a:lnTo>
                  <a:pt x="4830" y="1975"/>
                </a:lnTo>
                <a:lnTo>
                  <a:pt x="4829" y="1975"/>
                </a:lnTo>
                <a:lnTo>
                  <a:pt x="4828" y="1975"/>
                </a:lnTo>
                <a:lnTo>
                  <a:pt x="4828" y="1974"/>
                </a:lnTo>
                <a:lnTo>
                  <a:pt x="4827" y="1974"/>
                </a:lnTo>
                <a:lnTo>
                  <a:pt x="4826" y="1973"/>
                </a:lnTo>
                <a:lnTo>
                  <a:pt x="4825" y="1973"/>
                </a:lnTo>
                <a:lnTo>
                  <a:pt x="4824" y="1972"/>
                </a:lnTo>
                <a:lnTo>
                  <a:pt x="4823" y="1972"/>
                </a:lnTo>
                <a:lnTo>
                  <a:pt x="4822" y="1971"/>
                </a:lnTo>
                <a:lnTo>
                  <a:pt x="4821" y="1971"/>
                </a:lnTo>
                <a:lnTo>
                  <a:pt x="4820" y="1970"/>
                </a:lnTo>
                <a:lnTo>
                  <a:pt x="4819" y="1970"/>
                </a:lnTo>
                <a:lnTo>
                  <a:pt x="4818" y="1970"/>
                </a:lnTo>
                <a:lnTo>
                  <a:pt x="4818" y="1969"/>
                </a:lnTo>
                <a:lnTo>
                  <a:pt x="4817" y="1969"/>
                </a:lnTo>
                <a:lnTo>
                  <a:pt x="4816" y="1968"/>
                </a:lnTo>
                <a:lnTo>
                  <a:pt x="4815" y="1968"/>
                </a:lnTo>
                <a:lnTo>
                  <a:pt x="4814" y="1967"/>
                </a:lnTo>
                <a:lnTo>
                  <a:pt x="4813" y="1967"/>
                </a:lnTo>
                <a:lnTo>
                  <a:pt x="4812" y="1966"/>
                </a:lnTo>
                <a:lnTo>
                  <a:pt x="4811" y="1966"/>
                </a:lnTo>
                <a:lnTo>
                  <a:pt x="4810" y="1965"/>
                </a:lnTo>
                <a:lnTo>
                  <a:pt x="4809" y="1965"/>
                </a:lnTo>
                <a:lnTo>
                  <a:pt x="4808" y="1965"/>
                </a:lnTo>
                <a:lnTo>
                  <a:pt x="4808" y="1964"/>
                </a:lnTo>
                <a:lnTo>
                  <a:pt x="4807" y="1964"/>
                </a:lnTo>
                <a:lnTo>
                  <a:pt x="4806" y="1963"/>
                </a:lnTo>
                <a:lnTo>
                  <a:pt x="4805" y="1963"/>
                </a:lnTo>
                <a:lnTo>
                  <a:pt x="4804" y="1962"/>
                </a:lnTo>
                <a:lnTo>
                  <a:pt x="4803" y="1962"/>
                </a:lnTo>
                <a:lnTo>
                  <a:pt x="4802" y="1961"/>
                </a:lnTo>
                <a:lnTo>
                  <a:pt x="4801" y="1961"/>
                </a:lnTo>
                <a:lnTo>
                  <a:pt x="4800" y="1960"/>
                </a:lnTo>
                <a:lnTo>
                  <a:pt x="4799" y="1960"/>
                </a:lnTo>
                <a:lnTo>
                  <a:pt x="4798" y="1960"/>
                </a:lnTo>
                <a:lnTo>
                  <a:pt x="4798" y="1959"/>
                </a:lnTo>
                <a:lnTo>
                  <a:pt x="4797" y="1959"/>
                </a:lnTo>
                <a:lnTo>
                  <a:pt x="4796" y="1958"/>
                </a:lnTo>
                <a:lnTo>
                  <a:pt x="4795" y="1958"/>
                </a:lnTo>
                <a:lnTo>
                  <a:pt x="4794" y="1957"/>
                </a:lnTo>
                <a:lnTo>
                  <a:pt x="4793" y="1957"/>
                </a:lnTo>
                <a:lnTo>
                  <a:pt x="4792" y="1961"/>
                </a:lnTo>
                <a:lnTo>
                  <a:pt x="4791" y="1961"/>
                </a:lnTo>
                <a:lnTo>
                  <a:pt x="4790" y="1960"/>
                </a:lnTo>
                <a:lnTo>
                  <a:pt x="4789" y="1960"/>
                </a:lnTo>
                <a:lnTo>
                  <a:pt x="4788" y="1959"/>
                </a:lnTo>
                <a:lnTo>
                  <a:pt x="4787" y="1959"/>
                </a:lnTo>
                <a:lnTo>
                  <a:pt x="4787" y="1958"/>
                </a:lnTo>
                <a:lnTo>
                  <a:pt x="4786" y="1958"/>
                </a:lnTo>
                <a:lnTo>
                  <a:pt x="4785" y="1958"/>
                </a:lnTo>
                <a:lnTo>
                  <a:pt x="4784" y="1957"/>
                </a:lnTo>
                <a:lnTo>
                  <a:pt x="4783" y="1957"/>
                </a:lnTo>
                <a:lnTo>
                  <a:pt x="4783" y="1956"/>
                </a:lnTo>
                <a:lnTo>
                  <a:pt x="4782" y="1956"/>
                </a:lnTo>
                <a:lnTo>
                  <a:pt x="4781" y="1956"/>
                </a:lnTo>
                <a:lnTo>
                  <a:pt x="4780" y="1955"/>
                </a:lnTo>
                <a:lnTo>
                  <a:pt x="4779" y="1955"/>
                </a:lnTo>
                <a:lnTo>
                  <a:pt x="4778" y="1954"/>
                </a:lnTo>
                <a:lnTo>
                  <a:pt x="4777" y="1954"/>
                </a:lnTo>
                <a:lnTo>
                  <a:pt x="4777" y="1953"/>
                </a:lnTo>
                <a:lnTo>
                  <a:pt x="4776" y="1953"/>
                </a:lnTo>
                <a:lnTo>
                  <a:pt x="4775" y="1953"/>
                </a:lnTo>
                <a:lnTo>
                  <a:pt x="4774" y="1952"/>
                </a:lnTo>
                <a:lnTo>
                  <a:pt x="4773" y="1952"/>
                </a:lnTo>
                <a:lnTo>
                  <a:pt x="4773" y="1951"/>
                </a:lnTo>
                <a:lnTo>
                  <a:pt x="4772" y="1951"/>
                </a:lnTo>
                <a:lnTo>
                  <a:pt x="4771" y="1951"/>
                </a:lnTo>
                <a:lnTo>
                  <a:pt x="4770" y="1950"/>
                </a:lnTo>
                <a:lnTo>
                  <a:pt x="4769" y="1950"/>
                </a:lnTo>
                <a:lnTo>
                  <a:pt x="4768" y="1949"/>
                </a:lnTo>
                <a:lnTo>
                  <a:pt x="4767" y="1949"/>
                </a:lnTo>
                <a:lnTo>
                  <a:pt x="4767" y="1948"/>
                </a:lnTo>
                <a:lnTo>
                  <a:pt x="4766" y="1948"/>
                </a:lnTo>
                <a:lnTo>
                  <a:pt x="4765" y="1948"/>
                </a:lnTo>
                <a:lnTo>
                  <a:pt x="4764" y="1947"/>
                </a:lnTo>
                <a:lnTo>
                  <a:pt x="4763" y="1947"/>
                </a:lnTo>
                <a:lnTo>
                  <a:pt x="4763" y="1946"/>
                </a:lnTo>
                <a:lnTo>
                  <a:pt x="4762" y="1946"/>
                </a:lnTo>
                <a:lnTo>
                  <a:pt x="4761" y="1946"/>
                </a:lnTo>
                <a:lnTo>
                  <a:pt x="4760" y="1945"/>
                </a:lnTo>
                <a:lnTo>
                  <a:pt x="4759" y="1945"/>
                </a:lnTo>
                <a:lnTo>
                  <a:pt x="4758" y="1944"/>
                </a:lnTo>
                <a:lnTo>
                  <a:pt x="4757" y="1944"/>
                </a:lnTo>
                <a:lnTo>
                  <a:pt x="4757" y="1943"/>
                </a:lnTo>
                <a:lnTo>
                  <a:pt x="4756" y="1943"/>
                </a:lnTo>
                <a:lnTo>
                  <a:pt x="4755" y="1943"/>
                </a:lnTo>
                <a:lnTo>
                  <a:pt x="4754" y="1942"/>
                </a:lnTo>
                <a:lnTo>
                  <a:pt x="4753" y="1942"/>
                </a:lnTo>
                <a:lnTo>
                  <a:pt x="4753" y="1941"/>
                </a:lnTo>
                <a:lnTo>
                  <a:pt x="4752" y="1941"/>
                </a:lnTo>
                <a:lnTo>
                  <a:pt x="4751" y="1941"/>
                </a:lnTo>
                <a:lnTo>
                  <a:pt x="4750" y="1940"/>
                </a:lnTo>
                <a:lnTo>
                  <a:pt x="4749" y="1940"/>
                </a:lnTo>
                <a:lnTo>
                  <a:pt x="4748" y="1939"/>
                </a:lnTo>
                <a:lnTo>
                  <a:pt x="4747" y="1939"/>
                </a:lnTo>
                <a:lnTo>
                  <a:pt x="4747" y="1938"/>
                </a:lnTo>
                <a:lnTo>
                  <a:pt x="4746" y="1938"/>
                </a:lnTo>
                <a:lnTo>
                  <a:pt x="4745" y="1938"/>
                </a:lnTo>
                <a:lnTo>
                  <a:pt x="4744" y="1937"/>
                </a:lnTo>
                <a:lnTo>
                  <a:pt x="4743" y="1937"/>
                </a:lnTo>
                <a:lnTo>
                  <a:pt x="4743" y="1936"/>
                </a:lnTo>
                <a:lnTo>
                  <a:pt x="4742" y="1936"/>
                </a:lnTo>
                <a:lnTo>
                  <a:pt x="4741" y="1936"/>
                </a:lnTo>
                <a:lnTo>
                  <a:pt x="4740" y="1935"/>
                </a:lnTo>
                <a:lnTo>
                  <a:pt x="4739" y="1935"/>
                </a:lnTo>
                <a:lnTo>
                  <a:pt x="4738" y="1934"/>
                </a:lnTo>
                <a:lnTo>
                  <a:pt x="4737" y="1934"/>
                </a:lnTo>
                <a:lnTo>
                  <a:pt x="4737" y="1933"/>
                </a:lnTo>
                <a:lnTo>
                  <a:pt x="4736" y="1933"/>
                </a:lnTo>
                <a:lnTo>
                  <a:pt x="4735" y="1933"/>
                </a:lnTo>
                <a:lnTo>
                  <a:pt x="4734" y="1932"/>
                </a:lnTo>
                <a:lnTo>
                  <a:pt x="4733" y="1932"/>
                </a:lnTo>
                <a:lnTo>
                  <a:pt x="4733" y="1931"/>
                </a:lnTo>
                <a:lnTo>
                  <a:pt x="4732" y="1931"/>
                </a:lnTo>
                <a:lnTo>
                  <a:pt x="4731" y="1931"/>
                </a:lnTo>
                <a:lnTo>
                  <a:pt x="4730" y="1930"/>
                </a:lnTo>
                <a:lnTo>
                  <a:pt x="4729" y="1930"/>
                </a:lnTo>
                <a:lnTo>
                  <a:pt x="4729" y="1929"/>
                </a:lnTo>
                <a:lnTo>
                  <a:pt x="4728" y="1929"/>
                </a:lnTo>
                <a:lnTo>
                  <a:pt x="4727" y="1929"/>
                </a:lnTo>
                <a:lnTo>
                  <a:pt x="4726" y="1928"/>
                </a:lnTo>
                <a:lnTo>
                  <a:pt x="4725" y="1928"/>
                </a:lnTo>
                <a:lnTo>
                  <a:pt x="4724" y="1927"/>
                </a:lnTo>
                <a:lnTo>
                  <a:pt x="4723" y="1927"/>
                </a:lnTo>
                <a:lnTo>
                  <a:pt x="4723" y="1926"/>
                </a:lnTo>
                <a:lnTo>
                  <a:pt x="4722" y="1926"/>
                </a:lnTo>
                <a:lnTo>
                  <a:pt x="4721" y="1926"/>
                </a:lnTo>
                <a:lnTo>
                  <a:pt x="4720" y="1925"/>
                </a:lnTo>
                <a:lnTo>
                  <a:pt x="4719" y="1925"/>
                </a:lnTo>
                <a:lnTo>
                  <a:pt x="4719" y="1924"/>
                </a:lnTo>
                <a:lnTo>
                  <a:pt x="4718" y="1924"/>
                </a:lnTo>
                <a:lnTo>
                  <a:pt x="4717" y="1924"/>
                </a:lnTo>
                <a:lnTo>
                  <a:pt x="4716" y="1923"/>
                </a:lnTo>
                <a:lnTo>
                  <a:pt x="4715" y="1923"/>
                </a:lnTo>
                <a:lnTo>
                  <a:pt x="4714" y="1922"/>
                </a:lnTo>
                <a:lnTo>
                  <a:pt x="4713" y="1922"/>
                </a:lnTo>
                <a:lnTo>
                  <a:pt x="4713" y="1921"/>
                </a:lnTo>
                <a:lnTo>
                  <a:pt x="4712" y="1921"/>
                </a:lnTo>
                <a:lnTo>
                  <a:pt x="4711" y="1921"/>
                </a:lnTo>
                <a:lnTo>
                  <a:pt x="4710" y="1920"/>
                </a:lnTo>
                <a:lnTo>
                  <a:pt x="4709" y="1920"/>
                </a:lnTo>
                <a:lnTo>
                  <a:pt x="4709" y="1919"/>
                </a:lnTo>
                <a:lnTo>
                  <a:pt x="4708" y="1919"/>
                </a:lnTo>
                <a:lnTo>
                  <a:pt x="4707" y="1919"/>
                </a:lnTo>
                <a:lnTo>
                  <a:pt x="4706" y="1918"/>
                </a:lnTo>
                <a:lnTo>
                  <a:pt x="4705" y="1918"/>
                </a:lnTo>
                <a:lnTo>
                  <a:pt x="4704" y="1917"/>
                </a:lnTo>
                <a:lnTo>
                  <a:pt x="4703" y="1917"/>
                </a:lnTo>
                <a:lnTo>
                  <a:pt x="4703" y="1916"/>
                </a:lnTo>
                <a:lnTo>
                  <a:pt x="4702" y="1916"/>
                </a:lnTo>
                <a:lnTo>
                  <a:pt x="4701" y="1916"/>
                </a:lnTo>
                <a:lnTo>
                  <a:pt x="4700" y="1915"/>
                </a:lnTo>
                <a:lnTo>
                  <a:pt x="4699" y="1915"/>
                </a:lnTo>
                <a:lnTo>
                  <a:pt x="4699" y="1914"/>
                </a:lnTo>
                <a:lnTo>
                  <a:pt x="4698" y="1914"/>
                </a:lnTo>
                <a:lnTo>
                  <a:pt x="4697" y="1914"/>
                </a:lnTo>
                <a:lnTo>
                  <a:pt x="4696" y="1913"/>
                </a:lnTo>
                <a:lnTo>
                  <a:pt x="4695" y="1913"/>
                </a:lnTo>
                <a:lnTo>
                  <a:pt x="4694" y="1912"/>
                </a:lnTo>
                <a:lnTo>
                  <a:pt x="4693" y="1912"/>
                </a:lnTo>
                <a:lnTo>
                  <a:pt x="4693" y="1911"/>
                </a:lnTo>
                <a:lnTo>
                  <a:pt x="4692" y="1911"/>
                </a:lnTo>
                <a:lnTo>
                  <a:pt x="4691" y="1911"/>
                </a:lnTo>
                <a:lnTo>
                  <a:pt x="4690" y="1910"/>
                </a:lnTo>
                <a:lnTo>
                  <a:pt x="4689" y="1910"/>
                </a:lnTo>
                <a:lnTo>
                  <a:pt x="4689" y="1909"/>
                </a:lnTo>
                <a:lnTo>
                  <a:pt x="4688" y="1909"/>
                </a:lnTo>
                <a:lnTo>
                  <a:pt x="4687" y="1914"/>
                </a:lnTo>
                <a:lnTo>
                  <a:pt x="4686" y="1913"/>
                </a:lnTo>
                <a:lnTo>
                  <a:pt x="4685" y="1913"/>
                </a:lnTo>
                <a:lnTo>
                  <a:pt x="4684" y="1912"/>
                </a:lnTo>
                <a:lnTo>
                  <a:pt x="4683" y="1912"/>
                </a:lnTo>
                <a:lnTo>
                  <a:pt x="4682" y="1911"/>
                </a:lnTo>
                <a:lnTo>
                  <a:pt x="4681" y="1911"/>
                </a:lnTo>
                <a:lnTo>
                  <a:pt x="4680" y="1910"/>
                </a:lnTo>
                <a:lnTo>
                  <a:pt x="4679" y="1910"/>
                </a:lnTo>
                <a:lnTo>
                  <a:pt x="4678" y="1909"/>
                </a:lnTo>
                <a:lnTo>
                  <a:pt x="4677" y="1909"/>
                </a:lnTo>
                <a:lnTo>
                  <a:pt x="4676" y="1908"/>
                </a:lnTo>
                <a:lnTo>
                  <a:pt x="4675" y="1908"/>
                </a:lnTo>
                <a:lnTo>
                  <a:pt x="4674" y="1907"/>
                </a:lnTo>
                <a:lnTo>
                  <a:pt x="4673" y="1907"/>
                </a:lnTo>
                <a:lnTo>
                  <a:pt x="4672" y="1906"/>
                </a:lnTo>
                <a:lnTo>
                  <a:pt x="4671" y="1906"/>
                </a:lnTo>
                <a:lnTo>
                  <a:pt x="4670" y="1905"/>
                </a:lnTo>
                <a:lnTo>
                  <a:pt x="4669" y="1905"/>
                </a:lnTo>
                <a:lnTo>
                  <a:pt x="4668" y="1904"/>
                </a:lnTo>
                <a:lnTo>
                  <a:pt x="4667" y="1904"/>
                </a:lnTo>
                <a:lnTo>
                  <a:pt x="4666" y="1903"/>
                </a:lnTo>
                <a:lnTo>
                  <a:pt x="4665" y="1903"/>
                </a:lnTo>
                <a:lnTo>
                  <a:pt x="4664" y="1903"/>
                </a:lnTo>
                <a:lnTo>
                  <a:pt x="4664" y="1902"/>
                </a:lnTo>
                <a:lnTo>
                  <a:pt x="4663" y="1902"/>
                </a:lnTo>
                <a:lnTo>
                  <a:pt x="4662" y="1901"/>
                </a:lnTo>
                <a:lnTo>
                  <a:pt x="4661" y="1901"/>
                </a:lnTo>
                <a:lnTo>
                  <a:pt x="4660" y="1900"/>
                </a:lnTo>
                <a:lnTo>
                  <a:pt x="4659" y="1900"/>
                </a:lnTo>
                <a:lnTo>
                  <a:pt x="4658" y="1899"/>
                </a:lnTo>
                <a:lnTo>
                  <a:pt x="4657" y="1899"/>
                </a:lnTo>
                <a:lnTo>
                  <a:pt x="4656" y="1898"/>
                </a:lnTo>
                <a:lnTo>
                  <a:pt x="4655" y="1898"/>
                </a:lnTo>
                <a:lnTo>
                  <a:pt x="4654" y="1898"/>
                </a:lnTo>
                <a:lnTo>
                  <a:pt x="4654" y="1897"/>
                </a:lnTo>
                <a:lnTo>
                  <a:pt x="4653" y="1897"/>
                </a:lnTo>
                <a:lnTo>
                  <a:pt x="4652" y="1896"/>
                </a:lnTo>
                <a:lnTo>
                  <a:pt x="4651" y="1896"/>
                </a:lnTo>
                <a:lnTo>
                  <a:pt x="4650" y="1895"/>
                </a:lnTo>
                <a:lnTo>
                  <a:pt x="4649" y="1895"/>
                </a:lnTo>
                <a:lnTo>
                  <a:pt x="4648" y="1894"/>
                </a:lnTo>
                <a:lnTo>
                  <a:pt x="4647" y="1894"/>
                </a:lnTo>
                <a:lnTo>
                  <a:pt x="4646" y="1893"/>
                </a:lnTo>
                <a:lnTo>
                  <a:pt x="4645" y="1893"/>
                </a:lnTo>
                <a:lnTo>
                  <a:pt x="4644" y="1893"/>
                </a:lnTo>
                <a:lnTo>
                  <a:pt x="4644" y="1892"/>
                </a:lnTo>
                <a:lnTo>
                  <a:pt x="4643" y="1892"/>
                </a:lnTo>
                <a:lnTo>
                  <a:pt x="4642" y="1891"/>
                </a:lnTo>
                <a:lnTo>
                  <a:pt x="4641" y="1891"/>
                </a:lnTo>
                <a:lnTo>
                  <a:pt x="4640" y="1890"/>
                </a:lnTo>
                <a:lnTo>
                  <a:pt x="4639" y="1890"/>
                </a:lnTo>
                <a:lnTo>
                  <a:pt x="4638" y="1889"/>
                </a:lnTo>
                <a:lnTo>
                  <a:pt x="4637" y="1889"/>
                </a:lnTo>
                <a:lnTo>
                  <a:pt x="4636" y="1888"/>
                </a:lnTo>
                <a:lnTo>
                  <a:pt x="4635" y="1888"/>
                </a:lnTo>
                <a:lnTo>
                  <a:pt x="4634" y="1888"/>
                </a:lnTo>
                <a:lnTo>
                  <a:pt x="4634" y="1887"/>
                </a:lnTo>
                <a:lnTo>
                  <a:pt x="4633" y="1887"/>
                </a:lnTo>
                <a:lnTo>
                  <a:pt x="4632" y="1886"/>
                </a:lnTo>
                <a:lnTo>
                  <a:pt x="4631" y="1886"/>
                </a:lnTo>
                <a:lnTo>
                  <a:pt x="4630" y="1885"/>
                </a:lnTo>
                <a:lnTo>
                  <a:pt x="4629" y="1885"/>
                </a:lnTo>
                <a:lnTo>
                  <a:pt x="4628" y="1884"/>
                </a:lnTo>
                <a:lnTo>
                  <a:pt x="4627" y="1884"/>
                </a:lnTo>
                <a:lnTo>
                  <a:pt x="4626" y="1883"/>
                </a:lnTo>
                <a:lnTo>
                  <a:pt x="4625" y="1883"/>
                </a:lnTo>
                <a:lnTo>
                  <a:pt x="4624" y="1883"/>
                </a:lnTo>
                <a:lnTo>
                  <a:pt x="4624" y="1882"/>
                </a:lnTo>
                <a:lnTo>
                  <a:pt x="4623" y="1882"/>
                </a:lnTo>
                <a:lnTo>
                  <a:pt x="4622" y="1881"/>
                </a:lnTo>
                <a:lnTo>
                  <a:pt x="4621" y="1881"/>
                </a:lnTo>
                <a:lnTo>
                  <a:pt x="4620" y="1880"/>
                </a:lnTo>
                <a:lnTo>
                  <a:pt x="4619" y="1880"/>
                </a:lnTo>
                <a:lnTo>
                  <a:pt x="4618" y="1879"/>
                </a:lnTo>
                <a:lnTo>
                  <a:pt x="4617" y="1879"/>
                </a:lnTo>
                <a:lnTo>
                  <a:pt x="4616" y="1878"/>
                </a:lnTo>
                <a:lnTo>
                  <a:pt x="4615" y="1878"/>
                </a:lnTo>
                <a:lnTo>
                  <a:pt x="4614" y="1878"/>
                </a:lnTo>
                <a:lnTo>
                  <a:pt x="4614" y="1877"/>
                </a:lnTo>
                <a:lnTo>
                  <a:pt x="4613" y="1877"/>
                </a:lnTo>
                <a:lnTo>
                  <a:pt x="4612" y="1876"/>
                </a:lnTo>
                <a:lnTo>
                  <a:pt x="4611" y="1876"/>
                </a:lnTo>
                <a:lnTo>
                  <a:pt x="4610" y="1875"/>
                </a:lnTo>
                <a:lnTo>
                  <a:pt x="4609" y="1875"/>
                </a:lnTo>
                <a:lnTo>
                  <a:pt x="4608" y="1874"/>
                </a:lnTo>
                <a:lnTo>
                  <a:pt x="4607" y="1874"/>
                </a:lnTo>
                <a:lnTo>
                  <a:pt x="4606" y="1873"/>
                </a:lnTo>
                <a:lnTo>
                  <a:pt x="4605" y="1873"/>
                </a:lnTo>
                <a:lnTo>
                  <a:pt x="4604" y="1872"/>
                </a:lnTo>
                <a:lnTo>
                  <a:pt x="4603" y="1872"/>
                </a:lnTo>
                <a:lnTo>
                  <a:pt x="4602" y="1871"/>
                </a:lnTo>
                <a:lnTo>
                  <a:pt x="4601" y="1871"/>
                </a:lnTo>
                <a:lnTo>
                  <a:pt x="4600" y="1871"/>
                </a:lnTo>
                <a:lnTo>
                  <a:pt x="4600" y="1870"/>
                </a:lnTo>
                <a:lnTo>
                  <a:pt x="4599" y="1870"/>
                </a:lnTo>
                <a:lnTo>
                  <a:pt x="4598" y="1869"/>
                </a:lnTo>
                <a:lnTo>
                  <a:pt x="4597" y="1869"/>
                </a:lnTo>
                <a:lnTo>
                  <a:pt x="4596" y="1868"/>
                </a:lnTo>
                <a:lnTo>
                  <a:pt x="4595" y="1868"/>
                </a:lnTo>
                <a:lnTo>
                  <a:pt x="4594" y="1867"/>
                </a:lnTo>
                <a:lnTo>
                  <a:pt x="4593" y="1867"/>
                </a:lnTo>
                <a:lnTo>
                  <a:pt x="4592" y="1866"/>
                </a:lnTo>
                <a:lnTo>
                  <a:pt x="4591" y="1866"/>
                </a:lnTo>
                <a:lnTo>
                  <a:pt x="4590" y="1866"/>
                </a:lnTo>
                <a:lnTo>
                  <a:pt x="4590" y="1865"/>
                </a:lnTo>
                <a:lnTo>
                  <a:pt x="4589" y="1865"/>
                </a:lnTo>
                <a:lnTo>
                  <a:pt x="4588" y="1864"/>
                </a:lnTo>
                <a:lnTo>
                  <a:pt x="4587" y="1864"/>
                </a:lnTo>
                <a:lnTo>
                  <a:pt x="4586" y="1863"/>
                </a:lnTo>
                <a:lnTo>
                  <a:pt x="4585" y="1863"/>
                </a:lnTo>
                <a:lnTo>
                  <a:pt x="4584" y="1862"/>
                </a:lnTo>
                <a:lnTo>
                  <a:pt x="4583" y="1862"/>
                </a:lnTo>
                <a:lnTo>
                  <a:pt x="4582" y="1861"/>
                </a:lnTo>
                <a:lnTo>
                  <a:pt x="4581" y="1861"/>
                </a:lnTo>
                <a:lnTo>
                  <a:pt x="4580" y="1861"/>
                </a:lnTo>
                <a:lnTo>
                  <a:pt x="4580" y="1860"/>
                </a:lnTo>
                <a:lnTo>
                  <a:pt x="4579" y="1860"/>
                </a:lnTo>
                <a:lnTo>
                  <a:pt x="4578" y="1859"/>
                </a:lnTo>
                <a:lnTo>
                  <a:pt x="4577" y="1859"/>
                </a:lnTo>
                <a:lnTo>
                  <a:pt x="4576" y="1858"/>
                </a:lnTo>
                <a:lnTo>
                  <a:pt x="4575" y="1858"/>
                </a:lnTo>
                <a:lnTo>
                  <a:pt x="4574" y="1857"/>
                </a:lnTo>
                <a:lnTo>
                  <a:pt x="4573" y="1857"/>
                </a:lnTo>
                <a:lnTo>
                  <a:pt x="4572" y="1856"/>
                </a:lnTo>
                <a:lnTo>
                  <a:pt x="4571" y="1856"/>
                </a:lnTo>
                <a:lnTo>
                  <a:pt x="4570" y="1856"/>
                </a:lnTo>
                <a:lnTo>
                  <a:pt x="4570" y="1855"/>
                </a:lnTo>
                <a:lnTo>
                  <a:pt x="4569" y="1855"/>
                </a:lnTo>
                <a:lnTo>
                  <a:pt x="4568" y="1854"/>
                </a:lnTo>
                <a:lnTo>
                  <a:pt x="4567" y="1854"/>
                </a:lnTo>
                <a:lnTo>
                  <a:pt x="4566" y="1853"/>
                </a:lnTo>
                <a:lnTo>
                  <a:pt x="4565" y="1853"/>
                </a:lnTo>
                <a:lnTo>
                  <a:pt x="4564" y="1852"/>
                </a:lnTo>
                <a:lnTo>
                  <a:pt x="4563" y="1852"/>
                </a:lnTo>
                <a:lnTo>
                  <a:pt x="4562" y="1851"/>
                </a:lnTo>
                <a:lnTo>
                  <a:pt x="4561" y="1851"/>
                </a:lnTo>
                <a:lnTo>
                  <a:pt x="4560" y="1851"/>
                </a:lnTo>
                <a:lnTo>
                  <a:pt x="4560" y="1850"/>
                </a:lnTo>
                <a:lnTo>
                  <a:pt x="4559" y="1850"/>
                </a:lnTo>
                <a:lnTo>
                  <a:pt x="4558" y="1849"/>
                </a:lnTo>
                <a:lnTo>
                  <a:pt x="4557" y="1849"/>
                </a:lnTo>
                <a:lnTo>
                  <a:pt x="4556" y="1848"/>
                </a:lnTo>
                <a:lnTo>
                  <a:pt x="4555" y="1848"/>
                </a:lnTo>
                <a:lnTo>
                  <a:pt x="4554" y="1847"/>
                </a:lnTo>
                <a:lnTo>
                  <a:pt x="4553" y="1847"/>
                </a:lnTo>
                <a:lnTo>
                  <a:pt x="4552" y="1846"/>
                </a:lnTo>
                <a:lnTo>
                  <a:pt x="4551" y="1846"/>
                </a:lnTo>
                <a:lnTo>
                  <a:pt x="4550" y="1846"/>
                </a:lnTo>
                <a:lnTo>
                  <a:pt x="4550" y="1845"/>
                </a:lnTo>
                <a:lnTo>
                  <a:pt x="4549" y="1845"/>
                </a:lnTo>
                <a:lnTo>
                  <a:pt x="4549" y="1850"/>
                </a:lnTo>
                <a:lnTo>
                  <a:pt x="4548" y="1850"/>
                </a:lnTo>
                <a:lnTo>
                  <a:pt x="4547" y="1850"/>
                </a:lnTo>
                <a:lnTo>
                  <a:pt x="4547" y="1849"/>
                </a:lnTo>
                <a:lnTo>
                  <a:pt x="4546" y="1849"/>
                </a:lnTo>
                <a:lnTo>
                  <a:pt x="4545" y="1848"/>
                </a:lnTo>
                <a:lnTo>
                  <a:pt x="4544" y="1848"/>
                </a:lnTo>
                <a:lnTo>
                  <a:pt x="4543" y="1848"/>
                </a:lnTo>
                <a:lnTo>
                  <a:pt x="4543" y="1847"/>
                </a:lnTo>
                <a:lnTo>
                  <a:pt x="4542" y="1847"/>
                </a:lnTo>
                <a:lnTo>
                  <a:pt x="4541" y="1846"/>
                </a:lnTo>
                <a:lnTo>
                  <a:pt x="4540" y="1846"/>
                </a:lnTo>
                <a:lnTo>
                  <a:pt x="4539" y="1846"/>
                </a:lnTo>
                <a:lnTo>
                  <a:pt x="4539" y="1845"/>
                </a:lnTo>
                <a:lnTo>
                  <a:pt x="4538" y="1845"/>
                </a:lnTo>
                <a:lnTo>
                  <a:pt x="4537" y="1844"/>
                </a:lnTo>
                <a:lnTo>
                  <a:pt x="4536" y="1844"/>
                </a:lnTo>
                <a:lnTo>
                  <a:pt x="4535" y="1843"/>
                </a:lnTo>
                <a:lnTo>
                  <a:pt x="4534" y="1843"/>
                </a:lnTo>
                <a:lnTo>
                  <a:pt x="4533" y="1843"/>
                </a:lnTo>
                <a:lnTo>
                  <a:pt x="4533" y="1842"/>
                </a:lnTo>
                <a:lnTo>
                  <a:pt x="4532" y="1842"/>
                </a:lnTo>
                <a:lnTo>
                  <a:pt x="4531" y="1841"/>
                </a:lnTo>
                <a:lnTo>
                  <a:pt x="4530" y="1841"/>
                </a:lnTo>
                <a:lnTo>
                  <a:pt x="4529" y="1841"/>
                </a:lnTo>
                <a:lnTo>
                  <a:pt x="4529" y="1840"/>
                </a:lnTo>
                <a:lnTo>
                  <a:pt x="4528" y="1840"/>
                </a:lnTo>
                <a:lnTo>
                  <a:pt x="4527" y="1839"/>
                </a:lnTo>
                <a:lnTo>
                  <a:pt x="4526" y="1839"/>
                </a:lnTo>
                <a:lnTo>
                  <a:pt x="4525" y="1838"/>
                </a:lnTo>
                <a:lnTo>
                  <a:pt x="4524" y="1838"/>
                </a:lnTo>
                <a:lnTo>
                  <a:pt x="4523" y="1838"/>
                </a:lnTo>
                <a:lnTo>
                  <a:pt x="4523" y="1837"/>
                </a:lnTo>
                <a:lnTo>
                  <a:pt x="4522" y="1837"/>
                </a:lnTo>
                <a:lnTo>
                  <a:pt x="4521" y="1836"/>
                </a:lnTo>
                <a:lnTo>
                  <a:pt x="4520" y="1836"/>
                </a:lnTo>
                <a:lnTo>
                  <a:pt x="4519" y="1836"/>
                </a:lnTo>
                <a:lnTo>
                  <a:pt x="4519" y="1835"/>
                </a:lnTo>
                <a:lnTo>
                  <a:pt x="4518" y="1841"/>
                </a:lnTo>
                <a:lnTo>
                  <a:pt x="4518" y="1840"/>
                </a:lnTo>
                <a:lnTo>
                  <a:pt x="4517" y="1840"/>
                </a:lnTo>
                <a:lnTo>
                  <a:pt x="4516" y="1840"/>
                </a:lnTo>
                <a:lnTo>
                  <a:pt x="4516" y="1839"/>
                </a:lnTo>
                <a:lnTo>
                  <a:pt x="4515" y="1839"/>
                </a:lnTo>
                <a:lnTo>
                  <a:pt x="4514" y="1839"/>
                </a:lnTo>
                <a:lnTo>
                  <a:pt x="4513" y="1838"/>
                </a:lnTo>
                <a:lnTo>
                  <a:pt x="4512" y="1838"/>
                </a:lnTo>
                <a:lnTo>
                  <a:pt x="4512" y="1837"/>
                </a:lnTo>
                <a:lnTo>
                  <a:pt x="4511" y="1837"/>
                </a:lnTo>
                <a:lnTo>
                  <a:pt x="4510" y="1837"/>
                </a:lnTo>
                <a:lnTo>
                  <a:pt x="4509" y="1836"/>
                </a:lnTo>
                <a:lnTo>
                  <a:pt x="4508" y="1836"/>
                </a:lnTo>
                <a:lnTo>
                  <a:pt x="4508" y="1835"/>
                </a:lnTo>
                <a:lnTo>
                  <a:pt x="4507" y="1835"/>
                </a:lnTo>
                <a:lnTo>
                  <a:pt x="4506" y="1835"/>
                </a:lnTo>
                <a:lnTo>
                  <a:pt x="4506" y="1834"/>
                </a:lnTo>
                <a:lnTo>
                  <a:pt x="4505" y="1834"/>
                </a:lnTo>
                <a:lnTo>
                  <a:pt x="4504" y="1834"/>
                </a:lnTo>
                <a:lnTo>
                  <a:pt x="4503" y="1833"/>
                </a:lnTo>
                <a:lnTo>
                  <a:pt x="4502" y="1833"/>
                </a:lnTo>
                <a:lnTo>
                  <a:pt x="4502" y="1832"/>
                </a:lnTo>
                <a:lnTo>
                  <a:pt x="4501" y="1832"/>
                </a:lnTo>
                <a:lnTo>
                  <a:pt x="4500" y="1832"/>
                </a:lnTo>
                <a:lnTo>
                  <a:pt x="4499" y="1831"/>
                </a:lnTo>
                <a:lnTo>
                  <a:pt x="4498" y="1831"/>
                </a:lnTo>
                <a:lnTo>
                  <a:pt x="4498" y="1830"/>
                </a:lnTo>
                <a:lnTo>
                  <a:pt x="4497" y="1830"/>
                </a:lnTo>
                <a:lnTo>
                  <a:pt x="4496" y="1830"/>
                </a:lnTo>
                <a:lnTo>
                  <a:pt x="4496" y="1829"/>
                </a:lnTo>
                <a:lnTo>
                  <a:pt x="4495" y="1829"/>
                </a:lnTo>
                <a:lnTo>
                  <a:pt x="4494" y="1829"/>
                </a:lnTo>
                <a:lnTo>
                  <a:pt x="4493" y="1828"/>
                </a:lnTo>
                <a:lnTo>
                  <a:pt x="4492" y="1828"/>
                </a:lnTo>
                <a:lnTo>
                  <a:pt x="4492" y="1827"/>
                </a:lnTo>
                <a:lnTo>
                  <a:pt x="4491" y="1827"/>
                </a:lnTo>
                <a:lnTo>
                  <a:pt x="4490" y="1827"/>
                </a:lnTo>
                <a:lnTo>
                  <a:pt x="4489" y="1826"/>
                </a:lnTo>
                <a:lnTo>
                  <a:pt x="4488" y="1826"/>
                </a:lnTo>
                <a:lnTo>
                  <a:pt x="4488" y="1825"/>
                </a:lnTo>
                <a:lnTo>
                  <a:pt x="4487" y="1825"/>
                </a:lnTo>
                <a:lnTo>
                  <a:pt x="4486" y="1825"/>
                </a:lnTo>
                <a:lnTo>
                  <a:pt x="4485" y="1824"/>
                </a:lnTo>
                <a:lnTo>
                  <a:pt x="4484" y="1824"/>
                </a:lnTo>
                <a:lnTo>
                  <a:pt x="4483" y="1823"/>
                </a:lnTo>
                <a:lnTo>
                  <a:pt x="4482" y="1823"/>
                </a:lnTo>
                <a:lnTo>
                  <a:pt x="4482" y="1822"/>
                </a:lnTo>
                <a:lnTo>
                  <a:pt x="4481" y="1822"/>
                </a:lnTo>
                <a:lnTo>
                  <a:pt x="4480" y="1822"/>
                </a:lnTo>
                <a:lnTo>
                  <a:pt x="4479" y="1821"/>
                </a:lnTo>
                <a:lnTo>
                  <a:pt x="4478" y="1821"/>
                </a:lnTo>
                <a:lnTo>
                  <a:pt x="4478" y="1820"/>
                </a:lnTo>
                <a:lnTo>
                  <a:pt x="4477" y="1820"/>
                </a:lnTo>
                <a:lnTo>
                  <a:pt x="4476" y="1820"/>
                </a:lnTo>
                <a:lnTo>
                  <a:pt x="4475" y="1819"/>
                </a:lnTo>
                <a:lnTo>
                  <a:pt x="4474" y="1819"/>
                </a:lnTo>
                <a:lnTo>
                  <a:pt x="4473" y="1818"/>
                </a:lnTo>
                <a:lnTo>
                  <a:pt x="4472" y="1818"/>
                </a:lnTo>
                <a:lnTo>
                  <a:pt x="4472" y="1817"/>
                </a:lnTo>
                <a:lnTo>
                  <a:pt x="4471" y="1817"/>
                </a:lnTo>
                <a:lnTo>
                  <a:pt x="4470" y="1817"/>
                </a:lnTo>
                <a:lnTo>
                  <a:pt x="4469" y="1816"/>
                </a:lnTo>
                <a:lnTo>
                  <a:pt x="4468" y="1816"/>
                </a:lnTo>
                <a:lnTo>
                  <a:pt x="4468" y="1815"/>
                </a:lnTo>
                <a:lnTo>
                  <a:pt x="4467" y="1815"/>
                </a:lnTo>
                <a:lnTo>
                  <a:pt x="4466" y="1815"/>
                </a:lnTo>
                <a:lnTo>
                  <a:pt x="4465" y="1814"/>
                </a:lnTo>
                <a:lnTo>
                  <a:pt x="4464" y="1814"/>
                </a:lnTo>
                <a:lnTo>
                  <a:pt x="4463" y="1813"/>
                </a:lnTo>
                <a:lnTo>
                  <a:pt x="4462" y="1813"/>
                </a:lnTo>
                <a:lnTo>
                  <a:pt x="4462" y="1812"/>
                </a:lnTo>
                <a:lnTo>
                  <a:pt x="4461" y="1812"/>
                </a:lnTo>
                <a:lnTo>
                  <a:pt x="4460" y="1812"/>
                </a:lnTo>
                <a:lnTo>
                  <a:pt x="4459" y="1811"/>
                </a:lnTo>
                <a:lnTo>
                  <a:pt x="4458" y="1811"/>
                </a:lnTo>
                <a:lnTo>
                  <a:pt x="4458" y="1810"/>
                </a:lnTo>
                <a:lnTo>
                  <a:pt x="4457" y="1810"/>
                </a:lnTo>
                <a:lnTo>
                  <a:pt x="4456" y="1810"/>
                </a:lnTo>
                <a:lnTo>
                  <a:pt x="4455" y="1809"/>
                </a:lnTo>
                <a:lnTo>
                  <a:pt x="4454" y="1809"/>
                </a:lnTo>
                <a:lnTo>
                  <a:pt x="4453" y="1808"/>
                </a:lnTo>
                <a:lnTo>
                  <a:pt x="4452" y="1808"/>
                </a:lnTo>
                <a:lnTo>
                  <a:pt x="4452" y="1807"/>
                </a:lnTo>
                <a:lnTo>
                  <a:pt x="4451" y="1807"/>
                </a:lnTo>
                <a:lnTo>
                  <a:pt x="4450" y="1807"/>
                </a:lnTo>
                <a:lnTo>
                  <a:pt x="4449" y="1806"/>
                </a:lnTo>
                <a:lnTo>
                  <a:pt x="4448" y="1806"/>
                </a:lnTo>
                <a:lnTo>
                  <a:pt x="4448" y="1805"/>
                </a:lnTo>
                <a:lnTo>
                  <a:pt x="4447" y="1805"/>
                </a:lnTo>
                <a:lnTo>
                  <a:pt x="4446" y="1805"/>
                </a:lnTo>
                <a:lnTo>
                  <a:pt x="4445" y="1804"/>
                </a:lnTo>
                <a:lnTo>
                  <a:pt x="4444" y="1804"/>
                </a:lnTo>
                <a:lnTo>
                  <a:pt x="4443" y="1803"/>
                </a:lnTo>
                <a:lnTo>
                  <a:pt x="4442" y="1803"/>
                </a:lnTo>
                <a:lnTo>
                  <a:pt x="4442" y="1802"/>
                </a:lnTo>
                <a:lnTo>
                  <a:pt x="4441" y="1802"/>
                </a:lnTo>
                <a:lnTo>
                  <a:pt x="4440" y="1802"/>
                </a:lnTo>
                <a:lnTo>
                  <a:pt x="4439" y="1801"/>
                </a:lnTo>
                <a:lnTo>
                  <a:pt x="4438" y="1801"/>
                </a:lnTo>
                <a:lnTo>
                  <a:pt x="4438" y="1800"/>
                </a:lnTo>
                <a:lnTo>
                  <a:pt x="4437" y="1800"/>
                </a:lnTo>
                <a:lnTo>
                  <a:pt x="4436" y="1800"/>
                </a:lnTo>
                <a:lnTo>
                  <a:pt x="4435" y="1799"/>
                </a:lnTo>
                <a:lnTo>
                  <a:pt x="4434" y="1799"/>
                </a:lnTo>
                <a:lnTo>
                  <a:pt x="4433" y="1798"/>
                </a:lnTo>
                <a:lnTo>
                  <a:pt x="4432" y="1798"/>
                </a:lnTo>
                <a:lnTo>
                  <a:pt x="4432" y="1797"/>
                </a:lnTo>
                <a:lnTo>
                  <a:pt x="4431" y="1797"/>
                </a:lnTo>
                <a:lnTo>
                  <a:pt x="4430" y="1797"/>
                </a:lnTo>
                <a:lnTo>
                  <a:pt x="4429" y="1796"/>
                </a:lnTo>
                <a:lnTo>
                  <a:pt x="4428" y="1796"/>
                </a:lnTo>
                <a:lnTo>
                  <a:pt x="4428" y="1795"/>
                </a:lnTo>
                <a:lnTo>
                  <a:pt x="4427" y="1795"/>
                </a:lnTo>
                <a:lnTo>
                  <a:pt x="4426" y="1795"/>
                </a:lnTo>
                <a:lnTo>
                  <a:pt x="4425" y="1794"/>
                </a:lnTo>
                <a:lnTo>
                  <a:pt x="4424" y="1794"/>
                </a:lnTo>
                <a:lnTo>
                  <a:pt x="4423" y="1793"/>
                </a:lnTo>
                <a:lnTo>
                  <a:pt x="4422" y="1793"/>
                </a:lnTo>
                <a:lnTo>
                  <a:pt x="4421" y="1792"/>
                </a:lnTo>
                <a:lnTo>
                  <a:pt x="4420" y="1792"/>
                </a:lnTo>
                <a:lnTo>
                  <a:pt x="4419" y="1791"/>
                </a:lnTo>
                <a:lnTo>
                  <a:pt x="4418" y="1791"/>
                </a:lnTo>
                <a:lnTo>
                  <a:pt x="4418" y="1790"/>
                </a:lnTo>
                <a:lnTo>
                  <a:pt x="4417" y="1790"/>
                </a:lnTo>
                <a:lnTo>
                  <a:pt x="4416" y="1790"/>
                </a:lnTo>
                <a:lnTo>
                  <a:pt x="4415" y="1789"/>
                </a:lnTo>
                <a:lnTo>
                  <a:pt x="4414" y="1789"/>
                </a:lnTo>
                <a:lnTo>
                  <a:pt x="4414" y="1788"/>
                </a:lnTo>
                <a:lnTo>
                  <a:pt x="4413" y="1788"/>
                </a:lnTo>
                <a:lnTo>
                  <a:pt x="4412" y="1788"/>
                </a:lnTo>
                <a:lnTo>
                  <a:pt x="4411" y="1787"/>
                </a:lnTo>
                <a:lnTo>
                  <a:pt x="4410" y="1787"/>
                </a:lnTo>
                <a:lnTo>
                  <a:pt x="4409" y="1786"/>
                </a:lnTo>
                <a:lnTo>
                  <a:pt x="4408" y="1786"/>
                </a:lnTo>
                <a:lnTo>
                  <a:pt x="4408" y="1785"/>
                </a:lnTo>
                <a:lnTo>
                  <a:pt x="4407" y="1785"/>
                </a:lnTo>
                <a:lnTo>
                  <a:pt x="4406" y="1785"/>
                </a:lnTo>
                <a:lnTo>
                  <a:pt x="4405" y="1784"/>
                </a:lnTo>
                <a:lnTo>
                  <a:pt x="4404" y="1784"/>
                </a:lnTo>
                <a:lnTo>
                  <a:pt x="4404" y="1783"/>
                </a:lnTo>
                <a:lnTo>
                  <a:pt x="4403" y="1783"/>
                </a:lnTo>
                <a:lnTo>
                  <a:pt x="4402" y="1783"/>
                </a:lnTo>
                <a:lnTo>
                  <a:pt x="4401" y="1782"/>
                </a:lnTo>
                <a:lnTo>
                  <a:pt x="4400" y="1782"/>
                </a:lnTo>
                <a:lnTo>
                  <a:pt x="4399" y="1781"/>
                </a:lnTo>
                <a:lnTo>
                  <a:pt x="4398" y="1781"/>
                </a:lnTo>
                <a:lnTo>
                  <a:pt x="4398" y="1780"/>
                </a:lnTo>
                <a:lnTo>
                  <a:pt x="4397" y="1780"/>
                </a:lnTo>
                <a:lnTo>
                  <a:pt x="4396" y="1780"/>
                </a:lnTo>
                <a:lnTo>
                  <a:pt x="4395" y="1779"/>
                </a:lnTo>
                <a:lnTo>
                  <a:pt x="4394" y="1779"/>
                </a:lnTo>
                <a:lnTo>
                  <a:pt x="4394" y="1778"/>
                </a:lnTo>
                <a:lnTo>
                  <a:pt x="4393" y="1778"/>
                </a:lnTo>
                <a:lnTo>
                  <a:pt x="4392" y="1778"/>
                </a:lnTo>
                <a:lnTo>
                  <a:pt x="4391" y="1777"/>
                </a:lnTo>
                <a:lnTo>
                  <a:pt x="4390" y="1777"/>
                </a:lnTo>
                <a:lnTo>
                  <a:pt x="4389" y="1776"/>
                </a:lnTo>
                <a:lnTo>
                  <a:pt x="4388" y="1776"/>
                </a:lnTo>
                <a:lnTo>
                  <a:pt x="4388" y="1775"/>
                </a:lnTo>
                <a:lnTo>
                  <a:pt x="4387" y="1775"/>
                </a:lnTo>
                <a:lnTo>
                  <a:pt x="4386" y="1775"/>
                </a:lnTo>
                <a:lnTo>
                  <a:pt x="4385" y="1774"/>
                </a:lnTo>
                <a:lnTo>
                  <a:pt x="4384" y="1774"/>
                </a:lnTo>
                <a:lnTo>
                  <a:pt x="4384" y="1773"/>
                </a:lnTo>
                <a:lnTo>
                  <a:pt x="4383" y="1773"/>
                </a:lnTo>
                <a:lnTo>
                  <a:pt x="4382" y="1773"/>
                </a:lnTo>
                <a:lnTo>
                  <a:pt x="4381" y="1772"/>
                </a:lnTo>
                <a:lnTo>
                  <a:pt x="4380" y="1772"/>
                </a:lnTo>
                <a:lnTo>
                  <a:pt x="4379" y="1771"/>
                </a:lnTo>
                <a:lnTo>
                  <a:pt x="4378" y="1771"/>
                </a:lnTo>
                <a:lnTo>
                  <a:pt x="4378" y="1770"/>
                </a:lnTo>
                <a:lnTo>
                  <a:pt x="4377" y="1770"/>
                </a:lnTo>
                <a:lnTo>
                  <a:pt x="4376" y="1770"/>
                </a:lnTo>
                <a:lnTo>
                  <a:pt x="4375" y="1769"/>
                </a:lnTo>
                <a:lnTo>
                  <a:pt x="4374" y="1769"/>
                </a:lnTo>
                <a:lnTo>
                  <a:pt x="4374" y="1768"/>
                </a:lnTo>
                <a:lnTo>
                  <a:pt x="4373" y="1768"/>
                </a:lnTo>
                <a:lnTo>
                  <a:pt x="4372" y="1768"/>
                </a:lnTo>
                <a:lnTo>
                  <a:pt x="4371" y="1767"/>
                </a:lnTo>
                <a:lnTo>
                  <a:pt x="4370" y="1767"/>
                </a:lnTo>
                <a:lnTo>
                  <a:pt x="4369" y="1766"/>
                </a:lnTo>
                <a:lnTo>
                  <a:pt x="4368" y="1766"/>
                </a:lnTo>
                <a:lnTo>
                  <a:pt x="4368" y="1765"/>
                </a:lnTo>
                <a:lnTo>
                  <a:pt x="4367" y="1765"/>
                </a:lnTo>
                <a:lnTo>
                  <a:pt x="4366" y="1765"/>
                </a:lnTo>
                <a:lnTo>
                  <a:pt x="4365" y="1764"/>
                </a:lnTo>
                <a:lnTo>
                  <a:pt x="4364" y="1764"/>
                </a:lnTo>
                <a:lnTo>
                  <a:pt x="4364" y="1763"/>
                </a:lnTo>
                <a:lnTo>
                  <a:pt x="4363" y="1763"/>
                </a:lnTo>
                <a:lnTo>
                  <a:pt x="4362" y="1763"/>
                </a:lnTo>
                <a:lnTo>
                  <a:pt x="4361" y="1762"/>
                </a:lnTo>
                <a:lnTo>
                  <a:pt x="4360" y="1762"/>
                </a:lnTo>
                <a:lnTo>
                  <a:pt x="4359" y="1761"/>
                </a:lnTo>
                <a:lnTo>
                  <a:pt x="4358" y="1761"/>
                </a:lnTo>
                <a:lnTo>
                  <a:pt x="4357" y="1760"/>
                </a:lnTo>
                <a:lnTo>
                  <a:pt x="4356" y="1760"/>
                </a:lnTo>
                <a:lnTo>
                  <a:pt x="4355" y="1759"/>
                </a:lnTo>
                <a:lnTo>
                  <a:pt x="4354" y="1759"/>
                </a:lnTo>
                <a:lnTo>
                  <a:pt x="4354" y="1758"/>
                </a:lnTo>
                <a:lnTo>
                  <a:pt x="4353" y="1758"/>
                </a:lnTo>
                <a:lnTo>
                  <a:pt x="4352" y="1758"/>
                </a:lnTo>
                <a:lnTo>
                  <a:pt x="4351" y="1757"/>
                </a:lnTo>
                <a:lnTo>
                  <a:pt x="4350" y="1757"/>
                </a:lnTo>
                <a:lnTo>
                  <a:pt x="4349" y="1756"/>
                </a:lnTo>
                <a:lnTo>
                  <a:pt x="4348" y="1756"/>
                </a:lnTo>
                <a:lnTo>
                  <a:pt x="4347" y="1755"/>
                </a:lnTo>
                <a:lnTo>
                  <a:pt x="4346" y="1755"/>
                </a:lnTo>
                <a:lnTo>
                  <a:pt x="4345" y="1754"/>
                </a:lnTo>
                <a:lnTo>
                  <a:pt x="4344" y="1754"/>
                </a:lnTo>
                <a:lnTo>
                  <a:pt x="4344" y="1753"/>
                </a:lnTo>
                <a:lnTo>
                  <a:pt x="4343" y="1753"/>
                </a:lnTo>
                <a:lnTo>
                  <a:pt x="4342" y="1753"/>
                </a:lnTo>
                <a:lnTo>
                  <a:pt x="4341" y="1752"/>
                </a:lnTo>
                <a:lnTo>
                  <a:pt x="4340" y="1752"/>
                </a:lnTo>
                <a:lnTo>
                  <a:pt x="4339" y="1751"/>
                </a:lnTo>
                <a:lnTo>
                  <a:pt x="4338" y="1751"/>
                </a:lnTo>
                <a:lnTo>
                  <a:pt x="4337" y="1750"/>
                </a:lnTo>
                <a:lnTo>
                  <a:pt x="4336" y="1750"/>
                </a:lnTo>
                <a:lnTo>
                  <a:pt x="4335" y="1749"/>
                </a:lnTo>
                <a:lnTo>
                  <a:pt x="4334" y="1749"/>
                </a:lnTo>
                <a:lnTo>
                  <a:pt x="4334" y="1748"/>
                </a:lnTo>
                <a:lnTo>
                  <a:pt x="4333" y="1748"/>
                </a:lnTo>
                <a:lnTo>
                  <a:pt x="4332" y="1748"/>
                </a:lnTo>
                <a:lnTo>
                  <a:pt x="4331" y="1747"/>
                </a:lnTo>
                <a:lnTo>
                  <a:pt x="4330" y="1747"/>
                </a:lnTo>
                <a:lnTo>
                  <a:pt x="4329" y="1746"/>
                </a:lnTo>
                <a:lnTo>
                  <a:pt x="4328" y="1746"/>
                </a:lnTo>
                <a:lnTo>
                  <a:pt x="4327" y="1745"/>
                </a:lnTo>
                <a:lnTo>
                  <a:pt x="4326" y="1745"/>
                </a:lnTo>
                <a:lnTo>
                  <a:pt x="4325" y="1744"/>
                </a:lnTo>
                <a:lnTo>
                  <a:pt x="4324" y="1744"/>
                </a:lnTo>
                <a:lnTo>
                  <a:pt x="4324" y="1743"/>
                </a:lnTo>
                <a:lnTo>
                  <a:pt x="4323" y="1743"/>
                </a:lnTo>
                <a:lnTo>
                  <a:pt x="4322" y="1743"/>
                </a:lnTo>
                <a:lnTo>
                  <a:pt x="4321" y="1742"/>
                </a:lnTo>
                <a:lnTo>
                  <a:pt x="4320" y="1742"/>
                </a:lnTo>
                <a:lnTo>
                  <a:pt x="4319" y="1741"/>
                </a:lnTo>
                <a:lnTo>
                  <a:pt x="4318" y="1741"/>
                </a:lnTo>
                <a:lnTo>
                  <a:pt x="4317" y="1740"/>
                </a:lnTo>
                <a:lnTo>
                  <a:pt x="4316" y="1740"/>
                </a:lnTo>
                <a:lnTo>
                  <a:pt x="4315" y="1739"/>
                </a:lnTo>
                <a:lnTo>
                  <a:pt x="4314" y="1739"/>
                </a:lnTo>
                <a:lnTo>
                  <a:pt x="4314" y="1738"/>
                </a:lnTo>
                <a:lnTo>
                  <a:pt x="4313" y="1738"/>
                </a:lnTo>
                <a:lnTo>
                  <a:pt x="4312" y="1738"/>
                </a:lnTo>
                <a:lnTo>
                  <a:pt x="4311" y="1737"/>
                </a:lnTo>
                <a:lnTo>
                  <a:pt x="4310" y="1737"/>
                </a:lnTo>
                <a:lnTo>
                  <a:pt x="4309" y="1736"/>
                </a:lnTo>
                <a:lnTo>
                  <a:pt x="4308" y="1736"/>
                </a:lnTo>
                <a:lnTo>
                  <a:pt x="4307" y="1735"/>
                </a:lnTo>
                <a:lnTo>
                  <a:pt x="4306" y="1735"/>
                </a:lnTo>
                <a:lnTo>
                  <a:pt x="4305" y="1734"/>
                </a:lnTo>
                <a:lnTo>
                  <a:pt x="4304" y="1734"/>
                </a:lnTo>
                <a:lnTo>
                  <a:pt x="4304" y="1733"/>
                </a:lnTo>
                <a:lnTo>
                  <a:pt x="4303" y="1733"/>
                </a:lnTo>
                <a:lnTo>
                  <a:pt x="4302" y="1733"/>
                </a:lnTo>
                <a:lnTo>
                  <a:pt x="4301" y="1732"/>
                </a:lnTo>
                <a:lnTo>
                  <a:pt x="4300" y="1732"/>
                </a:lnTo>
                <a:lnTo>
                  <a:pt x="4299" y="1731"/>
                </a:lnTo>
                <a:lnTo>
                  <a:pt x="4298" y="1731"/>
                </a:lnTo>
                <a:lnTo>
                  <a:pt x="4297" y="1730"/>
                </a:lnTo>
                <a:lnTo>
                  <a:pt x="4296" y="1730"/>
                </a:lnTo>
                <a:lnTo>
                  <a:pt x="4295" y="1729"/>
                </a:lnTo>
                <a:lnTo>
                  <a:pt x="4294" y="1729"/>
                </a:lnTo>
                <a:lnTo>
                  <a:pt x="4293" y="1728"/>
                </a:lnTo>
                <a:lnTo>
                  <a:pt x="4292" y="1728"/>
                </a:lnTo>
                <a:lnTo>
                  <a:pt x="4291" y="1727"/>
                </a:lnTo>
                <a:lnTo>
                  <a:pt x="4290" y="1727"/>
                </a:lnTo>
                <a:lnTo>
                  <a:pt x="4290" y="1726"/>
                </a:lnTo>
                <a:lnTo>
                  <a:pt x="4289" y="1726"/>
                </a:lnTo>
                <a:lnTo>
                  <a:pt x="4288" y="1726"/>
                </a:lnTo>
                <a:lnTo>
                  <a:pt x="4287" y="1725"/>
                </a:lnTo>
                <a:lnTo>
                  <a:pt x="4286" y="1725"/>
                </a:lnTo>
                <a:lnTo>
                  <a:pt x="4285" y="1724"/>
                </a:lnTo>
                <a:lnTo>
                  <a:pt x="4284" y="1724"/>
                </a:lnTo>
                <a:lnTo>
                  <a:pt x="4283" y="1723"/>
                </a:lnTo>
                <a:lnTo>
                  <a:pt x="4282" y="1723"/>
                </a:lnTo>
                <a:lnTo>
                  <a:pt x="4281" y="1722"/>
                </a:lnTo>
                <a:lnTo>
                  <a:pt x="4280" y="1722"/>
                </a:lnTo>
                <a:lnTo>
                  <a:pt x="4280" y="1721"/>
                </a:lnTo>
                <a:lnTo>
                  <a:pt x="4279" y="1721"/>
                </a:lnTo>
                <a:lnTo>
                  <a:pt x="4278" y="1721"/>
                </a:lnTo>
                <a:lnTo>
                  <a:pt x="4277" y="1720"/>
                </a:lnTo>
                <a:lnTo>
                  <a:pt x="4276" y="1720"/>
                </a:lnTo>
                <a:lnTo>
                  <a:pt x="4275" y="1719"/>
                </a:lnTo>
                <a:lnTo>
                  <a:pt x="4274" y="1719"/>
                </a:lnTo>
                <a:lnTo>
                  <a:pt x="4273" y="1718"/>
                </a:lnTo>
                <a:lnTo>
                  <a:pt x="4272" y="1718"/>
                </a:lnTo>
                <a:lnTo>
                  <a:pt x="4271" y="1717"/>
                </a:lnTo>
                <a:lnTo>
                  <a:pt x="4270" y="1717"/>
                </a:lnTo>
                <a:lnTo>
                  <a:pt x="4270" y="1716"/>
                </a:lnTo>
                <a:lnTo>
                  <a:pt x="4269" y="1716"/>
                </a:lnTo>
                <a:lnTo>
                  <a:pt x="4268" y="1716"/>
                </a:lnTo>
                <a:lnTo>
                  <a:pt x="4267" y="1715"/>
                </a:lnTo>
                <a:lnTo>
                  <a:pt x="4266" y="1715"/>
                </a:lnTo>
                <a:lnTo>
                  <a:pt x="4265" y="1714"/>
                </a:lnTo>
                <a:lnTo>
                  <a:pt x="4264" y="1714"/>
                </a:lnTo>
                <a:lnTo>
                  <a:pt x="4263" y="1713"/>
                </a:lnTo>
                <a:lnTo>
                  <a:pt x="4262" y="1713"/>
                </a:lnTo>
                <a:lnTo>
                  <a:pt x="4261" y="1712"/>
                </a:lnTo>
                <a:lnTo>
                  <a:pt x="4260" y="1712"/>
                </a:lnTo>
                <a:lnTo>
                  <a:pt x="4260" y="1711"/>
                </a:lnTo>
                <a:lnTo>
                  <a:pt x="4259" y="1711"/>
                </a:lnTo>
                <a:lnTo>
                  <a:pt x="4258" y="1711"/>
                </a:lnTo>
                <a:lnTo>
                  <a:pt x="4257" y="1710"/>
                </a:lnTo>
                <a:lnTo>
                  <a:pt x="4256" y="1710"/>
                </a:lnTo>
                <a:lnTo>
                  <a:pt x="4255" y="1709"/>
                </a:lnTo>
                <a:lnTo>
                  <a:pt x="4254" y="1709"/>
                </a:lnTo>
                <a:lnTo>
                  <a:pt x="4253" y="1708"/>
                </a:lnTo>
                <a:lnTo>
                  <a:pt x="4252" y="1708"/>
                </a:lnTo>
                <a:lnTo>
                  <a:pt x="4251" y="1707"/>
                </a:lnTo>
                <a:lnTo>
                  <a:pt x="4250" y="1707"/>
                </a:lnTo>
                <a:lnTo>
                  <a:pt x="4250" y="1706"/>
                </a:lnTo>
                <a:lnTo>
                  <a:pt x="4249" y="1706"/>
                </a:lnTo>
                <a:lnTo>
                  <a:pt x="4248" y="1706"/>
                </a:lnTo>
                <a:lnTo>
                  <a:pt x="4247" y="1705"/>
                </a:lnTo>
                <a:lnTo>
                  <a:pt x="4246" y="1705"/>
                </a:lnTo>
                <a:lnTo>
                  <a:pt x="4245" y="1704"/>
                </a:lnTo>
                <a:lnTo>
                  <a:pt x="4244" y="1704"/>
                </a:lnTo>
                <a:lnTo>
                  <a:pt x="4243" y="1703"/>
                </a:lnTo>
                <a:lnTo>
                  <a:pt x="4242" y="1703"/>
                </a:lnTo>
                <a:lnTo>
                  <a:pt x="4241" y="1702"/>
                </a:lnTo>
                <a:lnTo>
                  <a:pt x="4240" y="1702"/>
                </a:lnTo>
                <a:lnTo>
                  <a:pt x="4240" y="1701"/>
                </a:lnTo>
                <a:lnTo>
                  <a:pt x="4239" y="1701"/>
                </a:lnTo>
                <a:lnTo>
                  <a:pt x="4238" y="1701"/>
                </a:lnTo>
                <a:lnTo>
                  <a:pt x="4237" y="1700"/>
                </a:lnTo>
                <a:lnTo>
                  <a:pt x="4236" y="1700"/>
                </a:lnTo>
                <a:lnTo>
                  <a:pt x="4235" y="1699"/>
                </a:lnTo>
                <a:lnTo>
                  <a:pt x="4234" y="1699"/>
                </a:lnTo>
                <a:lnTo>
                  <a:pt x="4233" y="1698"/>
                </a:lnTo>
                <a:lnTo>
                  <a:pt x="4232" y="1698"/>
                </a:lnTo>
                <a:lnTo>
                  <a:pt x="4231" y="1697"/>
                </a:lnTo>
                <a:lnTo>
                  <a:pt x="4230" y="1697"/>
                </a:lnTo>
                <a:lnTo>
                  <a:pt x="4229" y="1696"/>
                </a:lnTo>
                <a:lnTo>
                  <a:pt x="4228" y="1696"/>
                </a:lnTo>
                <a:lnTo>
                  <a:pt x="4227" y="1695"/>
                </a:lnTo>
                <a:lnTo>
                  <a:pt x="4226" y="1695"/>
                </a:lnTo>
                <a:lnTo>
                  <a:pt x="4225" y="1694"/>
                </a:lnTo>
                <a:lnTo>
                  <a:pt x="4224" y="1694"/>
                </a:lnTo>
                <a:lnTo>
                  <a:pt x="4223" y="1693"/>
                </a:lnTo>
                <a:lnTo>
                  <a:pt x="4222" y="1693"/>
                </a:lnTo>
                <a:lnTo>
                  <a:pt x="4221" y="1692"/>
                </a:lnTo>
                <a:lnTo>
                  <a:pt x="4220" y="1692"/>
                </a:lnTo>
                <a:lnTo>
                  <a:pt x="4219" y="1691"/>
                </a:lnTo>
                <a:lnTo>
                  <a:pt x="4218" y="1691"/>
                </a:lnTo>
                <a:lnTo>
                  <a:pt x="4217" y="1690"/>
                </a:lnTo>
                <a:lnTo>
                  <a:pt x="4216" y="1690"/>
                </a:lnTo>
                <a:lnTo>
                  <a:pt x="4215" y="1689"/>
                </a:lnTo>
                <a:lnTo>
                  <a:pt x="4214" y="1689"/>
                </a:lnTo>
                <a:lnTo>
                  <a:pt x="4213" y="1688"/>
                </a:lnTo>
                <a:lnTo>
                  <a:pt x="4212" y="1688"/>
                </a:lnTo>
                <a:lnTo>
                  <a:pt x="4211" y="1687"/>
                </a:lnTo>
                <a:lnTo>
                  <a:pt x="4210" y="1687"/>
                </a:lnTo>
                <a:lnTo>
                  <a:pt x="4209" y="1686"/>
                </a:lnTo>
                <a:lnTo>
                  <a:pt x="4208" y="1686"/>
                </a:lnTo>
                <a:lnTo>
                  <a:pt x="4207" y="1685"/>
                </a:lnTo>
                <a:lnTo>
                  <a:pt x="4206" y="1685"/>
                </a:lnTo>
                <a:lnTo>
                  <a:pt x="4205" y="1684"/>
                </a:lnTo>
                <a:lnTo>
                  <a:pt x="4204" y="1684"/>
                </a:lnTo>
                <a:lnTo>
                  <a:pt x="4203" y="1683"/>
                </a:lnTo>
                <a:lnTo>
                  <a:pt x="4202" y="1683"/>
                </a:lnTo>
                <a:lnTo>
                  <a:pt x="4201" y="1682"/>
                </a:lnTo>
                <a:lnTo>
                  <a:pt x="4200" y="1682"/>
                </a:lnTo>
                <a:lnTo>
                  <a:pt x="4199" y="1681"/>
                </a:lnTo>
                <a:lnTo>
                  <a:pt x="4198" y="1681"/>
                </a:lnTo>
                <a:lnTo>
                  <a:pt x="4197" y="1680"/>
                </a:lnTo>
                <a:lnTo>
                  <a:pt x="4197" y="1687"/>
                </a:lnTo>
                <a:lnTo>
                  <a:pt x="4196" y="1687"/>
                </a:lnTo>
                <a:lnTo>
                  <a:pt x="4195" y="1686"/>
                </a:lnTo>
                <a:lnTo>
                  <a:pt x="4194" y="1686"/>
                </a:lnTo>
                <a:lnTo>
                  <a:pt x="4194" y="1685"/>
                </a:lnTo>
                <a:lnTo>
                  <a:pt x="4193" y="1685"/>
                </a:lnTo>
                <a:lnTo>
                  <a:pt x="4192" y="1685"/>
                </a:lnTo>
                <a:lnTo>
                  <a:pt x="4191" y="1684"/>
                </a:lnTo>
                <a:lnTo>
                  <a:pt x="4190" y="1684"/>
                </a:lnTo>
                <a:lnTo>
                  <a:pt x="4190" y="1683"/>
                </a:lnTo>
                <a:lnTo>
                  <a:pt x="4189" y="1683"/>
                </a:lnTo>
                <a:lnTo>
                  <a:pt x="4188" y="1683"/>
                </a:lnTo>
                <a:lnTo>
                  <a:pt x="4188" y="1682"/>
                </a:lnTo>
                <a:lnTo>
                  <a:pt x="4187" y="1682"/>
                </a:lnTo>
                <a:lnTo>
                  <a:pt x="4186" y="1682"/>
                </a:lnTo>
                <a:lnTo>
                  <a:pt x="4185" y="1681"/>
                </a:lnTo>
                <a:lnTo>
                  <a:pt x="4184" y="1681"/>
                </a:lnTo>
                <a:lnTo>
                  <a:pt x="4184" y="1680"/>
                </a:lnTo>
                <a:lnTo>
                  <a:pt x="4183" y="1680"/>
                </a:lnTo>
                <a:lnTo>
                  <a:pt x="4182" y="1680"/>
                </a:lnTo>
                <a:lnTo>
                  <a:pt x="4181" y="1679"/>
                </a:lnTo>
                <a:lnTo>
                  <a:pt x="4180" y="1679"/>
                </a:lnTo>
                <a:lnTo>
                  <a:pt x="4180" y="1678"/>
                </a:lnTo>
                <a:lnTo>
                  <a:pt x="4179" y="1678"/>
                </a:lnTo>
                <a:lnTo>
                  <a:pt x="4178" y="1678"/>
                </a:lnTo>
                <a:lnTo>
                  <a:pt x="4178" y="1677"/>
                </a:lnTo>
                <a:lnTo>
                  <a:pt x="4177" y="1677"/>
                </a:lnTo>
                <a:lnTo>
                  <a:pt x="4176" y="1677"/>
                </a:lnTo>
                <a:lnTo>
                  <a:pt x="4175" y="1676"/>
                </a:lnTo>
                <a:lnTo>
                  <a:pt x="4174" y="1676"/>
                </a:lnTo>
                <a:lnTo>
                  <a:pt x="4174" y="1675"/>
                </a:lnTo>
                <a:lnTo>
                  <a:pt x="4173" y="1675"/>
                </a:lnTo>
                <a:lnTo>
                  <a:pt x="4172" y="1675"/>
                </a:lnTo>
                <a:lnTo>
                  <a:pt x="4171" y="1674"/>
                </a:lnTo>
                <a:lnTo>
                  <a:pt x="4170" y="1674"/>
                </a:lnTo>
                <a:lnTo>
                  <a:pt x="4170" y="1673"/>
                </a:lnTo>
                <a:lnTo>
                  <a:pt x="4169" y="1673"/>
                </a:lnTo>
                <a:lnTo>
                  <a:pt x="4168" y="1673"/>
                </a:lnTo>
                <a:lnTo>
                  <a:pt x="4168" y="1672"/>
                </a:lnTo>
                <a:lnTo>
                  <a:pt x="4167" y="1672"/>
                </a:lnTo>
                <a:lnTo>
                  <a:pt x="4166" y="1672"/>
                </a:lnTo>
                <a:lnTo>
                  <a:pt x="4166" y="1671"/>
                </a:lnTo>
                <a:lnTo>
                  <a:pt x="4165" y="1671"/>
                </a:lnTo>
                <a:lnTo>
                  <a:pt x="4164" y="1671"/>
                </a:lnTo>
                <a:lnTo>
                  <a:pt x="4164" y="1670"/>
                </a:lnTo>
                <a:lnTo>
                  <a:pt x="4163" y="1670"/>
                </a:lnTo>
                <a:lnTo>
                  <a:pt x="4162" y="1670"/>
                </a:lnTo>
                <a:lnTo>
                  <a:pt x="4161" y="1669"/>
                </a:lnTo>
                <a:lnTo>
                  <a:pt x="4160" y="1669"/>
                </a:lnTo>
                <a:lnTo>
                  <a:pt x="4160" y="1668"/>
                </a:lnTo>
                <a:lnTo>
                  <a:pt x="4159" y="1668"/>
                </a:lnTo>
                <a:lnTo>
                  <a:pt x="4158" y="1668"/>
                </a:lnTo>
                <a:lnTo>
                  <a:pt x="4158" y="1667"/>
                </a:lnTo>
                <a:lnTo>
                  <a:pt x="4157" y="1667"/>
                </a:lnTo>
                <a:lnTo>
                  <a:pt x="4156" y="1667"/>
                </a:lnTo>
                <a:lnTo>
                  <a:pt x="4156" y="1666"/>
                </a:lnTo>
                <a:lnTo>
                  <a:pt x="4155" y="1666"/>
                </a:lnTo>
                <a:lnTo>
                  <a:pt x="4154" y="1666"/>
                </a:lnTo>
                <a:lnTo>
                  <a:pt x="4154" y="1665"/>
                </a:lnTo>
                <a:lnTo>
                  <a:pt x="4153" y="1665"/>
                </a:lnTo>
                <a:lnTo>
                  <a:pt x="4152" y="1665"/>
                </a:lnTo>
                <a:lnTo>
                  <a:pt x="4151" y="1664"/>
                </a:lnTo>
                <a:lnTo>
                  <a:pt x="4150" y="1664"/>
                </a:lnTo>
                <a:lnTo>
                  <a:pt x="4150" y="1663"/>
                </a:lnTo>
                <a:lnTo>
                  <a:pt x="4149" y="1663"/>
                </a:lnTo>
                <a:lnTo>
                  <a:pt x="4148" y="1663"/>
                </a:lnTo>
                <a:lnTo>
                  <a:pt x="4148" y="1662"/>
                </a:lnTo>
                <a:lnTo>
                  <a:pt x="4147" y="1662"/>
                </a:lnTo>
                <a:lnTo>
                  <a:pt x="4146" y="1662"/>
                </a:lnTo>
                <a:lnTo>
                  <a:pt x="4146" y="1661"/>
                </a:lnTo>
                <a:lnTo>
                  <a:pt x="4145" y="1661"/>
                </a:lnTo>
                <a:lnTo>
                  <a:pt x="4144" y="1661"/>
                </a:lnTo>
                <a:lnTo>
                  <a:pt x="4144" y="1660"/>
                </a:lnTo>
                <a:lnTo>
                  <a:pt x="4143" y="1660"/>
                </a:lnTo>
                <a:lnTo>
                  <a:pt x="4142" y="1660"/>
                </a:lnTo>
                <a:lnTo>
                  <a:pt x="4141" y="1659"/>
                </a:lnTo>
                <a:lnTo>
                  <a:pt x="4140" y="1659"/>
                </a:lnTo>
                <a:lnTo>
                  <a:pt x="4140" y="1658"/>
                </a:lnTo>
                <a:lnTo>
                  <a:pt x="4139" y="1658"/>
                </a:lnTo>
                <a:lnTo>
                  <a:pt x="4138" y="1658"/>
                </a:lnTo>
                <a:lnTo>
                  <a:pt x="4138" y="1657"/>
                </a:lnTo>
                <a:lnTo>
                  <a:pt x="4137" y="1657"/>
                </a:lnTo>
                <a:lnTo>
                  <a:pt x="4136" y="1657"/>
                </a:lnTo>
                <a:lnTo>
                  <a:pt x="4136" y="1656"/>
                </a:lnTo>
                <a:lnTo>
                  <a:pt x="4135" y="1656"/>
                </a:lnTo>
                <a:lnTo>
                  <a:pt x="4134" y="1656"/>
                </a:lnTo>
                <a:lnTo>
                  <a:pt x="4134" y="1655"/>
                </a:lnTo>
                <a:lnTo>
                  <a:pt x="4133" y="1655"/>
                </a:lnTo>
                <a:lnTo>
                  <a:pt x="4132" y="1655"/>
                </a:lnTo>
                <a:lnTo>
                  <a:pt x="4131" y="1654"/>
                </a:lnTo>
                <a:lnTo>
                  <a:pt x="4130" y="1654"/>
                </a:lnTo>
                <a:lnTo>
                  <a:pt x="4130" y="1653"/>
                </a:lnTo>
                <a:lnTo>
                  <a:pt x="4129" y="1653"/>
                </a:lnTo>
                <a:lnTo>
                  <a:pt x="4128" y="1653"/>
                </a:lnTo>
                <a:lnTo>
                  <a:pt x="4127" y="1652"/>
                </a:lnTo>
                <a:lnTo>
                  <a:pt x="4126" y="1652"/>
                </a:lnTo>
                <a:lnTo>
                  <a:pt x="4126" y="1651"/>
                </a:lnTo>
                <a:lnTo>
                  <a:pt x="4125" y="1651"/>
                </a:lnTo>
                <a:lnTo>
                  <a:pt x="4124" y="1651"/>
                </a:lnTo>
                <a:lnTo>
                  <a:pt x="4124" y="1650"/>
                </a:lnTo>
                <a:lnTo>
                  <a:pt x="4123" y="1650"/>
                </a:lnTo>
                <a:lnTo>
                  <a:pt x="4122" y="1650"/>
                </a:lnTo>
                <a:lnTo>
                  <a:pt x="4121" y="1649"/>
                </a:lnTo>
                <a:lnTo>
                  <a:pt x="4120" y="1649"/>
                </a:lnTo>
                <a:lnTo>
                  <a:pt x="4120" y="1648"/>
                </a:lnTo>
                <a:lnTo>
                  <a:pt x="4119" y="1648"/>
                </a:lnTo>
                <a:lnTo>
                  <a:pt x="4118" y="1648"/>
                </a:lnTo>
                <a:lnTo>
                  <a:pt x="4117" y="1647"/>
                </a:lnTo>
                <a:lnTo>
                  <a:pt x="4116" y="1647"/>
                </a:lnTo>
                <a:lnTo>
                  <a:pt x="4116" y="1646"/>
                </a:lnTo>
                <a:lnTo>
                  <a:pt x="4115" y="1646"/>
                </a:lnTo>
                <a:lnTo>
                  <a:pt x="4114" y="1646"/>
                </a:lnTo>
                <a:lnTo>
                  <a:pt x="4114" y="1645"/>
                </a:lnTo>
                <a:lnTo>
                  <a:pt x="4113" y="1645"/>
                </a:lnTo>
                <a:lnTo>
                  <a:pt x="4112" y="1645"/>
                </a:lnTo>
                <a:lnTo>
                  <a:pt x="4111" y="1644"/>
                </a:lnTo>
                <a:lnTo>
                  <a:pt x="4110" y="1644"/>
                </a:lnTo>
                <a:lnTo>
                  <a:pt x="4110" y="1643"/>
                </a:lnTo>
                <a:lnTo>
                  <a:pt x="4109" y="1643"/>
                </a:lnTo>
                <a:lnTo>
                  <a:pt x="4108" y="1643"/>
                </a:lnTo>
                <a:lnTo>
                  <a:pt x="4107" y="1642"/>
                </a:lnTo>
                <a:lnTo>
                  <a:pt x="4106" y="1642"/>
                </a:lnTo>
                <a:lnTo>
                  <a:pt x="4106" y="1641"/>
                </a:lnTo>
                <a:lnTo>
                  <a:pt x="4105" y="1641"/>
                </a:lnTo>
                <a:lnTo>
                  <a:pt x="4104" y="1641"/>
                </a:lnTo>
                <a:lnTo>
                  <a:pt x="4104" y="1640"/>
                </a:lnTo>
                <a:lnTo>
                  <a:pt x="4103" y="1640"/>
                </a:lnTo>
                <a:lnTo>
                  <a:pt x="4102" y="1640"/>
                </a:lnTo>
                <a:lnTo>
                  <a:pt x="4101" y="1639"/>
                </a:lnTo>
                <a:lnTo>
                  <a:pt x="4100" y="1639"/>
                </a:lnTo>
                <a:lnTo>
                  <a:pt x="4100" y="1638"/>
                </a:lnTo>
                <a:lnTo>
                  <a:pt x="4099" y="1638"/>
                </a:lnTo>
                <a:lnTo>
                  <a:pt x="4098" y="1638"/>
                </a:lnTo>
                <a:lnTo>
                  <a:pt x="4097" y="1637"/>
                </a:lnTo>
                <a:lnTo>
                  <a:pt x="4096" y="1637"/>
                </a:lnTo>
                <a:lnTo>
                  <a:pt x="4096" y="1636"/>
                </a:lnTo>
                <a:lnTo>
                  <a:pt x="4095" y="1636"/>
                </a:lnTo>
                <a:lnTo>
                  <a:pt x="4094" y="1636"/>
                </a:lnTo>
                <a:lnTo>
                  <a:pt x="4094" y="1635"/>
                </a:lnTo>
                <a:lnTo>
                  <a:pt x="4093" y="1635"/>
                </a:lnTo>
                <a:lnTo>
                  <a:pt x="4092" y="1635"/>
                </a:lnTo>
                <a:lnTo>
                  <a:pt x="4091" y="1634"/>
                </a:lnTo>
                <a:lnTo>
                  <a:pt x="4090" y="1634"/>
                </a:lnTo>
                <a:lnTo>
                  <a:pt x="4090" y="1633"/>
                </a:lnTo>
                <a:lnTo>
                  <a:pt x="4089" y="1633"/>
                </a:lnTo>
                <a:lnTo>
                  <a:pt x="4088" y="1633"/>
                </a:lnTo>
                <a:lnTo>
                  <a:pt x="4087" y="1632"/>
                </a:lnTo>
                <a:lnTo>
                  <a:pt x="4086" y="1632"/>
                </a:lnTo>
                <a:lnTo>
                  <a:pt x="4086" y="1631"/>
                </a:lnTo>
                <a:lnTo>
                  <a:pt x="4085" y="1631"/>
                </a:lnTo>
                <a:lnTo>
                  <a:pt x="4084" y="1631"/>
                </a:lnTo>
                <a:lnTo>
                  <a:pt x="4084" y="1630"/>
                </a:lnTo>
                <a:lnTo>
                  <a:pt x="4083" y="1630"/>
                </a:lnTo>
                <a:lnTo>
                  <a:pt x="4083" y="1637"/>
                </a:lnTo>
                <a:lnTo>
                  <a:pt x="4082" y="1637"/>
                </a:lnTo>
                <a:lnTo>
                  <a:pt x="4081" y="1636"/>
                </a:lnTo>
                <a:lnTo>
                  <a:pt x="4080" y="1636"/>
                </a:lnTo>
                <a:lnTo>
                  <a:pt x="4079" y="1635"/>
                </a:lnTo>
                <a:lnTo>
                  <a:pt x="4078" y="1635"/>
                </a:lnTo>
                <a:lnTo>
                  <a:pt x="4077" y="1634"/>
                </a:lnTo>
                <a:lnTo>
                  <a:pt x="4076" y="1634"/>
                </a:lnTo>
                <a:lnTo>
                  <a:pt x="4075" y="1633"/>
                </a:lnTo>
                <a:lnTo>
                  <a:pt x="4074" y="1633"/>
                </a:lnTo>
                <a:lnTo>
                  <a:pt x="4073" y="1632"/>
                </a:lnTo>
                <a:lnTo>
                  <a:pt x="4072" y="1632"/>
                </a:lnTo>
                <a:lnTo>
                  <a:pt x="4071" y="1631"/>
                </a:lnTo>
                <a:lnTo>
                  <a:pt x="4070" y="1631"/>
                </a:lnTo>
                <a:lnTo>
                  <a:pt x="4069" y="1630"/>
                </a:lnTo>
                <a:lnTo>
                  <a:pt x="4068" y="1630"/>
                </a:lnTo>
                <a:lnTo>
                  <a:pt x="4067" y="1629"/>
                </a:lnTo>
                <a:lnTo>
                  <a:pt x="4066" y="1629"/>
                </a:lnTo>
                <a:lnTo>
                  <a:pt x="4065" y="1628"/>
                </a:lnTo>
                <a:lnTo>
                  <a:pt x="4064" y="1628"/>
                </a:lnTo>
                <a:lnTo>
                  <a:pt x="4063" y="1627"/>
                </a:lnTo>
                <a:lnTo>
                  <a:pt x="4062" y="1627"/>
                </a:lnTo>
                <a:lnTo>
                  <a:pt x="4061" y="1627"/>
                </a:lnTo>
                <a:lnTo>
                  <a:pt x="4061" y="1626"/>
                </a:lnTo>
                <a:lnTo>
                  <a:pt x="4060" y="1626"/>
                </a:lnTo>
                <a:lnTo>
                  <a:pt x="4059" y="1625"/>
                </a:lnTo>
                <a:lnTo>
                  <a:pt x="4058" y="1625"/>
                </a:lnTo>
                <a:lnTo>
                  <a:pt x="4057" y="1624"/>
                </a:lnTo>
                <a:lnTo>
                  <a:pt x="4056" y="1624"/>
                </a:lnTo>
                <a:lnTo>
                  <a:pt x="4055" y="1623"/>
                </a:lnTo>
                <a:lnTo>
                  <a:pt x="4054" y="1623"/>
                </a:lnTo>
                <a:lnTo>
                  <a:pt x="4053" y="1622"/>
                </a:lnTo>
                <a:lnTo>
                  <a:pt x="4052" y="1622"/>
                </a:lnTo>
                <a:lnTo>
                  <a:pt x="4051" y="1622"/>
                </a:lnTo>
                <a:lnTo>
                  <a:pt x="4051" y="1621"/>
                </a:lnTo>
                <a:lnTo>
                  <a:pt x="4050" y="1621"/>
                </a:lnTo>
                <a:lnTo>
                  <a:pt x="4049" y="1620"/>
                </a:lnTo>
                <a:lnTo>
                  <a:pt x="4048" y="1620"/>
                </a:lnTo>
                <a:lnTo>
                  <a:pt x="4047" y="1619"/>
                </a:lnTo>
                <a:lnTo>
                  <a:pt x="4046" y="1619"/>
                </a:lnTo>
                <a:lnTo>
                  <a:pt x="4045" y="1618"/>
                </a:lnTo>
                <a:lnTo>
                  <a:pt x="4044" y="1618"/>
                </a:lnTo>
                <a:lnTo>
                  <a:pt x="4043" y="1617"/>
                </a:lnTo>
                <a:lnTo>
                  <a:pt x="4042" y="1617"/>
                </a:lnTo>
                <a:lnTo>
                  <a:pt x="4041" y="1616"/>
                </a:lnTo>
                <a:lnTo>
                  <a:pt x="4040" y="1616"/>
                </a:lnTo>
                <a:lnTo>
                  <a:pt x="4039" y="1615"/>
                </a:lnTo>
                <a:lnTo>
                  <a:pt x="4038" y="1615"/>
                </a:lnTo>
                <a:lnTo>
                  <a:pt x="4037" y="1614"/>
                </a:lnTo>
                <a:lnTo>
                  <a:pt x="4036" y="1614"/>
                </a:lnTo>
                <a:lnTo>
                  <a:pt x="4035" y="1613"/>
                </a:lnTo>
                <a:lnTo>
                  <a:pt x="4034" y="1613"/>
                </a:lnTo>
                <a:lnTo>
                  <a:pt x="4033" y="1612"/>
                </a:lnTo>
                <a:lnTo>
                  <a:pt x="4032" y="1612"/>
                </a:lnTo>
                <a:lnTo>
                  <a:pt x="4031" y="1611"/>
                </a:lnTo>
                <a:lnTo>
                  <a:pt x="4030" y="1611"/>
                </a:lnTo>
                <a:lnTo>
                  <a:pt x="4029" y="1610"/>
                </a:lnTo>
                <a:lnTo>
                  <a:pt x="4028" y="1610"/>
                </a:lnTo>
                <a:lnTo>
                  <a:pt x="4027" y="1609"/>
                </a:lnTo>
                <a:lnTo>
                  <a:pt x="4026" y="1609"/>
                </a:lnTo>
                <a:lnTo>
                  <a:pt x="4025" y="1608"/>
                </a:lnTo>
                <a:lnTo>
                  <a:pt x="4024" y="1608"/>
                </a:lnTo>
                <a:lnTo>
                  <a:pt x="4023" y="1607"/>
                </a:lnTo>
                <a:lnTo>
                  <a:pt x="4022" y="1607"/>
                </a:lnTo>
                <a:lnTo>
                  <a:pt x="4021" y="1606"/>
                </a:lnTo>
                <a:lnTo>
                  <a:pt x="4020" y="1606"/>
                </a:lnTo>
                <a:lnTo>
                  <a:pt x="4019" y="1605"/>
                </a:lnTo>
                <a:lnTo>
                  <a:pt x="4018" y="1605"/>
                </a:lnTo>
                <a:lnTo>
                  <a:pt x="4017" y="1604"/>
                </a:lnTo>
                <a:lnTo>
                  <a:pt x="4016" y="1604"/>
                </a:lnTo>
                <a:lnTo>
                  <a:pt x="4015" y="1603"/>
                </a:lnTo>
                <a:lnTo>
                  <a:pt x="4014" y="1603"/>
                </a:lnTo>
                <a:lnTo>
                  <a:pt x="4013" y="1602"/>
                </a:lnTo>
                <a:lnTo>
                  <a:pt x="4012" y="1602"/>
                </a:lnTo>
                <a:lnTo>
                  <a:pt x="4011" y="1601"/>
                </a:lnTo>
                <a:lnTo>
                  <a:pt x="4010" y="1601"/>
                </a:lnTo>
                <a:lnTo>
                  <a:pt x="4009" y="1600"/>
                </a:lnTo>
                <a:lnTo>
                  <a:pt x="4008" y="1600"/>
                </a:lnTo>
                <a:lnTo>
                  <a:pt x="4007" y="1599"/>
                </a:lnTo>
                <a:lnTo>
                  <a:pt x="4006" y="1599"/>
                </a:lnTo>
                <a:lnTo>
                  <a:pt x="4005" y="1598"/>
                </a:lnTo>
                <a:lnTo>
                  <a:pt x="4004" y="1598"/>
                </a:lnTo>
                <a:lnTo>
                  <a:pt x="4003" y="1597"/>
                </a:lnTo>
                <a:lnTo>
                  <a:pt x="4002" y="1597"/>
                </a:lnTo>
                <a:lnTo>
                  <a:pt x="4001" y="1596"/>
                </a:lnTo>
                <a:lnTo>
                  <a:pt x="4000" y="1596"/>
                </a:lnTo>
                <a:lnTo>
                  <a:pt x="3999" y="1595"/>
                </a:lnTo>
                <a:lnTo>
                  <a:pt x="3998" y="1595"/>
                </a:lnTo>
                <a:lnTo>
                  <a:pt x="3997" y="1595"/>
                </a:lnTo>
                <a:lnTo>
                  <a:pt x="3997" y="1594"/>
                </a:lnTo>
                <a:lnTo>
                  <a:pt x="3996" y="1594"/>
                </a:lnTo>
                <a:lnTo>
                  <a:pt x="3995" y="1593"/>
                </a:lnTo>
                <a:lnTo>
                  <a:pt x="3994" y="1593"/>
                </a:lnTo>
                <a:lnTo>
                  <a:pt x="3993" y="1592"/>
                </a:lnTo>
                <a:lnTo>
                  <a:pt x="3992" y="1592"/>
                </a:lnTo>
                <a:lnTo>
                  <a:pt x="3991" y="1591"/>
                </a:lnTo>
                <a:lnTo>
                  <a:pt x="3990" y="1591"/>
                </a:lnTo>
                <a:lnTo>
                  <a:pt x="3989" y="1590"/>
                </a:lnTo>
                <a:lnTo>
                  <a:pt x="3988" y="1590"/>
                </a:lnTo>
                <a:lnTo>
                  <a:pt x="3987" y="1590"/>
                </a:lnTo>
                <a:lnTo>
                  <a:pt x="3987" y="1589"/>
                </a:lnTo>
                <a:lnTo>
                  <a:pt x="3986" y="1589"/>
                </a:lnTo>
                <a:lnTo>
                  <a:pt x="3985" y="1588"/>
                </a:lnTo>
                <a:lnTo>
                  <a:pt x="3984" y="1588"/>
                </a:lnTo>
                <a:lnTo>
                  <a:pt x="3984" y="1595"/>
                </a:lnTo>
                <a:lnTo>
                  <a:pt x="3983" y="1595"/>
                </a:lnTo>
                <a:lnTo>
                  <a:pt x="3982" y="1594"/>
                </a:lnTo>
                <a:lnTo>
                  <a:pt x="3981" y="1594"/>
                </a:lnTo>
                <a:lnTo>
                  <a:pt x="3980" y="1594"/>
                </a:lnTo>
                <a:lnTo>
                  <a:pt x="3980" y="1593"/>
                </a:lnTo>
                <a:lnTo>
                  <a:pt x="3979" y="1593"/>
                </a:lnTo>
                <a:lnTo>
                  <a:pt x="3978" y="1592"/>
                </a:lnTo>
                <a:lnTo>
                  <a:pt x="3977" y="1592"/>
                </a:lnTo>
                <a:lnTo>
                  <a:pt x="3976" y="1591"/>
                </a:lnTo>
                <a:lnTo>
                  <a:pt x="3975" y="1591"/>
                </a:lnTo>
                <a:lnTo>
                  <a:pt x="3974" y="1590"/>
                </a:lnTo>
                <a:lnTo>
                  <a:pt x="3973" y="1590"/>
                </a:lnTo>
                <a:lnTo>
                  <a:pt x="3972" y="1589"/>
                </a:lnTo>
                <a:lnTo>
                  <a:pt x="3971" y="1589"/>
                </a:lnTo>
                <a:lnTo>
                  <a:pt x="3970" y="1589"/>
                </a:lnTo>
                <a:lnTo>
                  <a:pt x="3970" y="1588"/>
                </a:lnTo>
                <a:lnTo>
                  <a:pt x="3969" y="1588"/>
                </a:lnTo>
                <a:lnTo>
                  <a:pt x="3968" y="1587"/>
                </a:lnTo>
                <a:lnTo>
                  <a:pt x="3967" y="1587"/>
                </a:lnTo>
                <a:lnTo>
                  <a:pt x="3966" y="1586"/>
                </a:lnTo>
                <a:lnTo>
                  <a:pt x="3965" y="1586"/>
                </a:lnTo>
                <a:lnTo>
                  <a:pt x="3964" y="1585"/>
                </a:lnTo>
                <a:lnTo>
                  <a:pt x="3963" y="1585"/>
                </a:lnTo>
                <a:lnTo>
                  <a:pt x="3962" y="1584"/>
                </a:lnTo>
                <a:lnTo>
                  <a:pt x="3961" y="1584"/>
                </a:lnTo>
                <a:lnTo>
                  <a:pt x="3960" y="1584"/>
                </a:lnTo>
                <a:lnTo>
                  <a:pt x="3960" y="1583"/>
                </a:lnTo>
                <a:lnTo>
                  <a:pt x="3959" y="1583"/>
                </a:lnTo>
                <a:lnTo>
                  <a:pt x="3958" y="1582"/>
                </a:lnTo>
                <a:lnTo>
                  <a:pt x="3957" y="1582"/>
                </a:lnTo>
                <a:lnTo>
                  <a:pt x="3956" y="1582"/>
                </a:lnTo>
                <a:lnTo>
                  <a:pt x="3956" y="1581"/>
                </a:lnTo>
                <a:lnTo>
                  <a:pt x="3955" y="1581"/>
                </a:lnTo>
                <a:lnTo>
                  <a:pt x="3954" y="1580"/>
                </a:lnTo>
                <a:lnTo>
                  <a:pt x="3953" y="1580"/>
                </a:lnTo>
                <a:lnTo>
                  <a:pt x="3952" y="1579"/>
                </a:lnTo>
                <a:lnTo>
                  <a:pt x="3951" y="1579"/>
                </a:lnTo>
                <a:lnTo>
                  <a:pt x="3950" y="1579"/>
                </a:lnTo>
                <a:lnTo>
                  <a:pt x="3950" y="1578"/>
                </a:lnTo>
                <a:lnTo>
                  <a:pt x="3949" y="1578"/>
                </a:lnTo>
                <a:lnTo>
                  <a:pt x="3948" y="1577"/>
                </a:lnTo>
                <a:lnTo>
                  <a:pt x="3947" y="1577"/>
                </a:lnTo>
                <a:lnTo>
                  <a:pt x="3946" y="1577"/>
                </a:lnTo>
                <a:lnTo>
                  <a:pt x="3946" y="1576"/>
                </a:lnTo>
                <a:lnTo>
                  <a:pt x="3945" y="1576"/>
                </a:lnTo>
                <a:lnTo>
                  <a:pt x="3944" y="1575"/>
                </a:lnTo>
                <a:lnTo>
                  <a:pt x="3943" y="1575"/>
                </a:lnTo>
                <a:lnTo>
                  <a:pt x="3942" y="1574"/>
                </a:lnTo>
                <a:lnTo>
                  <a:pt x="3941" y="1574"/>
                </a:lnTo>
                <a:lnTo>
                  <a:pt x="3940" y="1574"/>
                </a:lnTo>
                <a:lnTo>
                  <a:pt x="3940" y="1573"/>
                </a:lnTo>
                <a:lnTo>
                  <a:pt x="3939" y="1573"/>
                </a:lnTo>
                <a:lnTo>
                  <a:pt x="3938" y="1572"/>
                </a:lnTo>
                <a:lnTo>
                  <a:pt x="3937" y="1572"/>
                </a:lnTo>
                <a:lnTo>
                  <a:pt x="3936" y="1572"/>
                </a:lnTo>
                <a:lnTo>
                  <a:pt x="3936" y="1571"/>
                </a:lnTo>
                <a:lnTo>
                  <a:pt x="3935" y="1571"/>
                </a:lnTo>
                <a:lnTo>
                  <a:pt x="3934" y="1570"/>
                </a:lnTo>
                <a:lnTo>
                  <a:pt x="3933" y="1570"/>
                </a:lnTo>
                <a:lnTo>
                  <a:pt x="3932" y="1569"/>
                </a:lnTo>
                <a:lnTo>
                  <a:pt x="3931" y="1569"/>
                </a:lnTo>
                <a:lnTo>
                  <a:pt x="3930" y="1569"/>
                </a:lnTo>
                <a:lnTo>
                  <a:pt x="3930" y="1568"/>
                </a:lnTo>
                <a:lnTo>
                  <a:pt x="3929" y="1568"/>
                </a:lnTo>
                <a:lnTo>
                  <a:pt x="3928" y="1567"/>
                </a:lnTo>
                <a:lnTo>
                  <a:pt x="3927" y="1567"/>
                </a:lnTo>
                <a:lnTo>
                  <a:pt x="3926" y="1567"/>
                </a:lnTo>
                <a:lnTo>
                  <a:pt x="3926" y="1566"/>
                </a:lnTo>
                <a:lnTo>
                  <a:pt x="3925" y="1566"/>
                </a:lnTo>
                <a:lnTo>
                  <a:pt x="3924" y="1565"/>
                </a:lnTo>
                <a:lnTo>
                  <a:pt x="3923" y="1565"/>
                </a:lnTo>
                <a:lnTo>
                  <a:pt x="3922" y="1564"/>
                </a:lnTo>
                <a:lnTo>
                  <a:pt x="3921" y="1564"/>
                </a:lnTo>
                <a:lnTo>
                  <a:pt x="3920" y="1564"/>
                </a:lnTo>
                <a:lnTo>
                  <a:pt x="3920" y="1563"/>
                </a:lnTo>
                <a:lnTo>
                  <a:pt x="3919" y="1563"/>
                </a:lnTo>
                <a:lnTo>
                  <a:pt x="3918" y="1562"/>
                </a:lnTo>
                <a:lnTo>
                  <a:pt x="3917" y="1562"/>
                </a:lnTo>
                <a:lnTo>
                  <a:pt x="3916" y="1562"/>
                </a:lnTo>
                <a:lnTo>
                  <a:pt x="3916" y="1561"/>
                </a:lnTo>
                <a:lnTo>
                  <a:pt x="3915" y="1561"/>
                </a:lnTo>
                <a:lnTo>
                  <a:pt x="3914" y="1560"/>
                </a:lnTo>
                <a:lnTo>
                  <a:pt x="3913" y="1560"/>
                </a:lnTo>
                <a:lnTo>
                  <a:pt x="3912" y="1559"/>
                </a:lnTo>
                <a:lnTo>
                  <a:pt x="3911" y="1559"/>
                </a:lnTo>
                <a:lnTo>
                  <a:pt x="3910" y="1559"/>
                </a:lnTo>
                <a:lnTo>
                  <a:pt x="3910" y="1558"/>
                </a:lnTo>
                <a:lnTo>
                  <a:pt x="3909" y="1558"/>
                </a:lnTo>
                <a:lnTo>
                  <a:pt x="3908" y="1557"/>
                </a:lnTo>
                <a:lnTo>
                  <a:pt x="3907" y="1557"/>
                </a:lnTo>
                <a:lnTo>
                  <a:pt x="3906" y="1557"/>
                </a:lnTo>
                <a:lnTo>
                  <a:pt x="3906" y="1556"/>
                </a:lnTo>
                <a:lnTo>
                  <a:pt x="3905" y="1556"/>
                </a:lnTo>
                <a:lnTo>
                  <a:pt x="3904" y="1555"/>
                </a:lnTo>
                <a:lnTo>
                  <a:pt x="3903" y="1555"/>
                </a:lnTo>
                <a:lnTo>
                  <a:pt x="3902" y="1554"/>
                </a:lnTo>
                <a:lnTo>
                  <a:pt x="3901" y="1554"/>
                </a:lnTo>
                <a:lnTo>
                  <a:pt x="3900" y="1554"/>
                </a:lnTo>
                <a:lnTo>
                  <a:pt x="3900" y="1553"/>
                </a:lnTo>
                <a:lnTo>
                  <a:pt x="3899" y="1553"/>
                </a:lnTo>
                <a:lnTo>
                  <a:pt x="3898" y="1552"/>
                </a:lnTo>
                <a:lnTo>
                  <a:pt x="3897" y="1552"/>
                </a:lnTo>
                <a:lnTo>
                  <a:pt x="3896" y="1552"/>
                </a:lnTo>
                <a:lnTo>
                  <a:pt x="3896" y="1551"/>
                </a:lnTo>
                <a:lnTo>
                  <a:pt x="3895" y="1551"/>
                </a:lnTo>
                <a:lnTo>
                  <a:pt x="3894" y="1550"/>
                </a:lnTo>
                <a:lnTo>
                  <a:pt x="3893" y="1550"/>
                </a:lnTo>
                <a:lnTo>
                  <a:pt x="3892" y="1550"/>
                </a:lnTo>
                <a:lnTo>
                  <a:pt x="3892" y="1549"/>
                </a:lnTo>
                <a:lnTo>
                  <a:pt x="3891" y="1549"/>
                </a:lnTo>
                <a:lnTo>
                  <a:pt x="3890" y="1549"/>
                </a:lnTo>
                <a:lnTo>
                  <a:pt x="3890" y="1548"/>
                </a:lnTo>
                <a:lnTo>
                  <a:pt x="3889" y="1548"/>
                </a:lnTo>
                <a:lnTo>
                  <a:pt x="3888" y="1547"/>
                </a:lnTo>
                <a:lnTo>
                  <a:pt x="3887" y="1547"/>
                </a:lnTo>
                <a:lnTo>
                  <a:pt x="3886" y="1547"/>
                </a:lnTo>
                <a:lnTo>
                  <a:pt x="3886" y="1546"/>
                </a:lnTo>
                <a:lnTo>
                  <a:pt x="3885" y="1546"/>
                </a:lnTo>
                <a:lnTo>
                  <a:pt x="3884" y="1545"/>
                </a:lnTo>
                <a:lnTo>
                  <a:pt x="3883" y="1545"/>
                </a:lnTo>
                <a:lnTo>
                  <a:pt x="3882" y="1545"/>
                </a:lnTo>
                <a:lnTo>
                  <a:pt x="3882" y="1544"/>
                </a:lnTo>
                <a:lnTo>
                  <a:pt x="3881" y="1544"/>
                </a:lnTo>
                <a:lnTo>
                  <a:pt x="3880" y="1544"/>
                </a:lnTo>
                <a:lnTo>
                  <a:pt x="3880" y="1543"/>
                </a:lnTo>
                <a:lnTo>
                  <a:pt x="3879" y="1543"/>
                </a:lnTo>
                <a:lnTo>
                  <a:pt x="3878" y="1542"/>
                </a:lnTo>
                <a:lnTo>
                  <a:pt x="3877" y="1542"/>
                </a:lnTo>
                <a:lnTo>
                  <a:pt x="3876" y="1542"/>
                </a:lnTo>
                <a:lnTo>
                  <a:pt x="3876" y="1541"/>
                </a:lnTo>
                <a:lnTo>
                  <a:pt x="3875" y="1541"/>
                </a:lnTo>
                <a:lnTo>
                  <a:pt x="3874" y="1540"/>
                </a:lnTo>
                <a:lnTo>
                  <a:pt x="3873" y="1540"/>
                </a:lnTo>
                <a:lnTo>
                  <a:pt x="3872" y="1540"/>
                </a:lnTo>
                <a:lnTo>
                  <a:pt x="3872" y="1539"/>
                </a:lnTo>
                <a:lnTo>
                  <a:pt x="3871" y="1539"/>
                </a:lnTo>
                <a:lnTo>
                  <a:pt x="3870" y="1539"/>
                </a:lnTo>
                <a:lnTo>
                  <a:pt x="3870" y="1538"/>
                </a:lnTo>
                <a:lnTo>
                  <a:pt x="3869" y="1538"/>
                </a:lnTo>
                <a:lnTo>
                  <a:pt x="3868" y="1537"/>
                </a:lnTo>
                <a:lnTo>
                  <a:pt x="3867" y="1537"/>
                </a:lnTo>
                <a:lnTo>
                  <a:pt x="3866" y="1537"/>
                </a:lnTo>
                <a:lnTo>
                  <a:pt x="3866" y="1536"/>
                </a:lnTo>
                <a:lnTo>
                  <a:pt x="3865" y="1536"/>
                </a:lnTo>
                <a:lnTo>
                  <a:pt x="3864" y="1535"/>
                </a:lnTo>
                <a:lnTo>
                  <a:pt x="3863" y="1535"/>
                </a:lnTo>
                <a:lnTo>
                  <a:pt x="3862" y="1535"/>
                </a:lnTo>
                <a:lnTo>
                  <a:pt x="3862" y="1534"/>
                </a:lnTo>
                <a:lnTo>
                  <a:pt x="3861" y="1534"/>
                </a:lnTo>
                <a:lnTo>
                  <a:pt x="3860" y="1534"/>
                </a:lnTo>
                <a:lnTo>
                  <a:pt x="3860" y="1533"/>
                </a:lnTo>
                <a:lnTo>
                  <a:pt x="3859" y="1533"/>
                </a:lnTo>
                <a:lnTo>
                  <a:pt x="3858" y="1532"/>
                </a:lnTo>
                <a:lnTo>
                  <a:pt x="3857" y="1532"/>
                </a:lnTo>
                <a:lnTo>
                  <a:pt x="3856" y="1532"/>
                </a:lnTo>
                <a:lnTo>
                  <a:pt x="3856" y="1531"/>
                </a:lnTo>
                <a:lnTo>
                  <a:pt x="3855" y="1531"/>
                </a:lnTo>
                <a:lnTo>
                  <a:pt x="3854" y="1530"/>
                </a:lnTo>
                <a:lnTo>
                  <a:pt x="3853" y="1530"/>
                </a:lnTo>
                <a:lnTo>
                  <a:pt x="3852" y="1530"/>
                </a:lnTo>
                <a:lnTo>
                  <a:pt x="3852" y="1529"/>
                </a:lnTo>
                <a:lnTo>
                  <a:pt x="3851" y="1529"/>
                </a:lnTo>
                <a:lnTo>
                  <a:pt x="3850" y="1528"/>
                </a:lnTo>
                <a:lnTo>
                  <a:pt x="3849" y="1528"/>
                </a:lnTo>
                <a:lnTo>
                  <a:pt x="3848" y="1527"/>
                </a:lnTo>
                <a:lnTo>
                  <a:pt x="3847" y="1527"/>
                </a:lnTo>
                <a:lnTo>
                  <a:pt x="3846" y="1527"/>
                </a:lnTo>
                <a:lnTo>
                  <a:pt x="3846" y="1526"/>
                </a:lnTo>
                <a:lnTo>
                  <a:pt x="3845" y="1526"/>
                </a:lnTo>
                <a:lnTo>
                  <a:pt x="3844" y="1525"/>
                </a:lnTo>
                <a:lnTo>
                  <a:pt x="3843" y="1525"/>
                </a:lnTo>
                <a:lnTo>
                  <a:pt x="3842" y="1525"/>
                </a:lnTo>
                <a:lnTo>
                  <a:pt x="3842" y="1524"/>
                </a:lnTo>
                <a:lnTo>
                  <a:pt x="3841" y="1524"/>
                </a:lnTo>
                <a:lnTo>
                  <a:pt x="3840" y="1523"/>
                </a:lnTo>
                <a:lnTo>
                  <a:pt x="3839" y="1523"/>
                </a:lnTo>
                <a:lnTo>
                  <a:pt x="3838" y="1522"/>
                </a:lnTo>
                <a:lnTo>
                  <a:pt x="3837" y="1522"/>
                </a:lnTo>
                <a:lnTo>
                  <a:pt x="3836" y="1522"/>
                </a:lnTo>
                <a:lnTo>
                  <a:pt x="3836" y="1521"/>
                </a:lnTo>
                <a:lnTo>
                  <a:pt x="3835" y="1521"/>
                </a:lnTo>
                <a:lnTo>
                  <a:pt x="3834" y="1520"/>
                </a:lnTo>
                <a:lnTo>
                  <a:pt x="3833" y="1520"/>
                </a:lnTo>
                <a:lnTo>
                  <a:pt x="3832" y="1520"/>
                </a:lnTo>
                <a:lnTo>
                  <a:pt x="3832" y="1519"/>
                </a:lnTo>
                <a:lnTo>
                  <a:pt x="3831" y="1519"/>
                </a:lnTo>
                <a:lnTo>
                  <a:pt x="3830" y="1518"/>
                </a:lnTo>
                <a:lnTo>
                  <a:pt x="3829" y="1518"/>
                </a:lnTo>
                <a:lnTo>
                  <a:pt x="3828" y="1518"/>
                </a:lnTo>
                <a:lnTo>
                  <a:pt x="3828" y="1517"/>
                </a:lnTo>
                <a:lnTo>
                  <a:pt x="3827" y="1517"/>
                </a:lnTo>
                <a:lnTo>
                  <a:pt x="3826" y="1517"/>
                </a:lnTo>
                <a:lnTo>
                  <a:pt x="3826" y="1516"/>
                </a:lnTo>
                <a:lnTo>
                  <a:pt x="3825" y="1524"/>
                </a:lnTo>
                <a:lnTo>
                  <a:pt x="3824" y="1524"/>
                </a:lnTo>
                <a:lnTo>
                  <a:pt x="3823" y="1523"/>
                </a:lnTo>
                <a:lnTo>
                  <a:pt x="3822" y="1523"/>
                </a:lnTo>
                <a:lnTo>
                  <a:pt x="3822" y="1522"/>
                </a:lnTo>
                <a:lnTo>
                  <a:pt x="3821" y="1522"/>
                </a:lnTo>
                <a:lnTo>
                  <a:pt x="3820" y="1521"/>
                </a:lnTo>
                <a:lnTo>
                  <a:pt x="3819" y="1521"/>
                </a:lnTo>
                <a:lnTo>
                  <a:pt x="3818" y="1521"/>
                </a:lnTo>
                <a:lnTo>
                  <a:pt x="3818" y="1520"/>
                </a:lnTo>
                <a:lnTo>
                  <a:pt x="3817" y="1520"/>
                </a:lnTo>
                <a:lnTo>
                  <a:pt x="3816" y="1520"/>
                </a:lnTo>
                <a:lnTo>
                  <a:pt x="3816" y="1519"/>
                </a:lnTo>
                <a:lnTo>
                  <a:pt x="3815" y="1519"/>
                </a:lnTo>
                <a:lnTo>
                  <a:pt x="3814" y="1519"/>
                </a:lnTo>
                <a:lnTo>
                  <a:pt x="3813" y="1518"/>
                </a:lnTo>
                <a:lnTo>
                  <a:pt x="3812" y="1518"/>
                </a:lnTo>
                <a:lnTo>
                  <a:pt x="3812" y="1517"/>
                </a:lnTo>
                <a:lnTo>
                  <a:pt x="3811" y="1517"/>
                </a:lnTo>
                <a:lnTo>
                  <a:pt x="3810" y="1516"/>
                </a:lnTo>
                <a:lnTo>
                  <a:pt x="3809" y="1516"/>
                </a:lnTo>
                <a:lnTo>
                  <a:pt x="3808" y="1516"/>
                </a:lnTo>
                <a:lnTo>
                  <a:pt x="3808" y="1515"/>
                </a:lnTo>
                <a:lnTo>
                  <a:pt x="3807" y="1515"/>
                </a:lnTo>
                <a:lnTo>
                  <a:pt x="3806" y="1515"/>
                </a:lnTo>
                <a:lnTo>
                  <a:pt x="3806" y="1514"/>
                </a:lnTo>
                <a:lnTo>
                  <a:pt x="3805" y="1514"/>
                </a:lnTo>
                <a:lnTo>
                  <a:pt x="3804" y="1514"/>
                </a:lnTo>
                <a:lnTo>
                  <a:pt x="3803" y="1513"/>
                </a:lnTo>
                <a:lnTo>
                  <a:pt x="3802" y="1513"/>
                </a:lnTo>
                <a:lnTo>
                  <a:pt x="3802" y="1512"/>
                </a:lnTo>
                <a:lnTo>
                  <a:pt x="3801" y="1512"/>
                </a:lnTo>
                <a:lnTo>
                  <a:pt x="3800" y="1511"/>
                </a:lnTo>
                <a:lnTo>
                  <a:pt x="3799" y="1511"/>
                </a:lnTo>
                <a:lnTo>
                  <a:pt x="3798" y="1511"/>
                </a:lnTo>
                <a:lnTo>
                  <a:pt x="3798" y="1510"/>
                </a:lnTo>
                <a:lnTo>
                  <a:pt x="3797" y="1510"/>
                </a:lnTo>
                <a:lnTo>
                  <a:pt x="3796" y="1510"/>
                </a:lnTo>
                <a:lnTo>
                  <a:pt x="3796" y="1509"/>
                </a:lnTo>
                <a:lnTo>
                  <a:pt x="3795" y="1509"/>
                </a:lnTo>
                <a:lnTo>
                  <a:pt x="3794" y="1509"/>
                </a:lnTo>
                <a:lnTo>
                  <a:pt x="3793" y="1508"/>
                </a:lnTo>
                <a:lnTo>
                  <a:pt x="3792" y="1508"/>
                </a:lnTo>
                <a:lnTo>
                  <a:pt x="3792" y="1507"/>
                </a:lnTo>
                <a:lnTo>
                  <a:pt x="3791" y="1507"/>
                </a:lnTo>
                <a:lnTo>
                  <a:pt x="3790" y="1507"/>
                </a:lnTo>
                <a:lnTo>
                  <a:pt x="3789" y="1506"/>
                </a:lnTo>
                <a:lnTo>
                  <a:pt x="3788" y="1506"/>
                </a:lnTo>
                <a:lnTo>
                  <a:pt x="3788" y="1505"/>
                </a:lnTo>
                <a:lnTo>
                  <a:pt x="3787" y="1505"/>
                </a:lnTo>
                <a:lnTo>
                  <a:pt x="3786" y="1505"/>
                </a:lnTo>
                <a:lnTo>
                  <a:pt x="3786" y="1504"/>
                </a:lnTo>
                <a:lnTo>
                  <a:pt x="3785" y="1504"/>
                </a:lnTo>
                <a:lnTo>
                  <a:pt x="3784" y="1504"/>
                </a:lnTo>
                <a:lnTo>
                  <a:pt x="3784" y="1503"/>
                </a:lnTo>
                <a:lnTo>
                  <a:pt x="3783" y="1503"/>
                </a:lnTo>
                <a:lnTo>
                  <a:pt x="3782" y="1503"/>
                </a:lnTo>
                <a:lnTo>
                  <a:pt x="3782" y="1502"/>
                </a:lnTo>
                <a:lnTo>
                  <a:pt x="3781" y="1502"/>
                </a:lnTo>
                <a:lnTo>
                  <a:pt x="3780" y="1502"/>
                </a:lnTo>
                <a:lnTo>
                  <a:pt x="3779" y="1501"/>
                </a:lnTo>
                <a:lnTo>
                  <a:pt x="3778" y="1501"/>
                </a:lnTo>
                <a:lnTo>
                  <a:pt x="3778" y="1500"/>
                </a:lnTo>
                <a:lnTo>
                  <a:pt x="3777" y="1500"/>
                </a:lnTo>
                <a:lnTo>
                  <a:pt x="3776" y="1500"/>
                </a:lnTo>
                <a:lnTo>
                  <a:pt x="3776" y="1499"/>
                </a:lnTo>
                <a:lnTo>
                  <a:pt x="3775" y="1499"/>
                </a:lnTo>
                <a:lnTo>
                  <a:pt x="3774" y="1499"/>
                </a:lnTo>
                <a:lnTo>
                  <a:pt x="3774" y="1498"/>
                </a:lnTo>
                <a:lnTo>
                  <a:pt x="3773" y="1498"/>
                </a:lnTo>
                <a:lnTo>
                  <a:pt x="3772" y="1498"/>
                </a:lnTo>
                <a:lnTo>
                  <a:pt x="3772" y="1497"/>
                </a:lnTo>
                <a:lnTo>
                  <a:pt x="3771" y="1497"/>
                </a:lnTo>
                <a:lnTo>
                  <a:pt x="3770" y="1497"/>
                </a:lnTo>
                <a:lnTo>
                  <a:pt x="3769" y="1496"/>
                </a:lnTo>
                <a:lnTo>
                  <a:pt x="3768" y="1496"/>
                </a:lnTo>
                <a:lnTo>
                  <a:pt x="3768" y="1495"/>
                </a:lnTo>
                <a:lnTo>
                  <a:pt x="3767" y="1495"/>
                </a:lnTo>
                <a:lnTo>
                  <a:pt x="3766" y="1495"/>
                </a:lnTo>
                <a:lnTo>
                  <a:pt x="3766" y="1494"/>
                </a:lnTo>
                <a:lnTo>
                  <a:pt x="3765" y="1494"/>
                </a:lnTo>
                <a:lnTo>
                  <a:pt x="3764" y="1494"/>
                </a:lnTo>
                <a:lnTo>
                  <a:pt x="3764" y="1493"/>
                </a:lnTo>
                <a:lnTo>
                  <a:pt x="3763" y="1493"/>
                </a:lnTo>
                <a:lnTo>
                  <a:pt x="3762" y="1493"/>
                </a:lnTo>
                <a:lnTo>
                  <a:pt x="3762" y="1492"/>
                </a:lnTo>
                <a:lnTo>
                  <a:pt x="3761" y="1492"/>
                </a:lnTo>
                <a:lnTo>
                  <a:pt x="3760" y="1492"/>
                </a:lnTo>
                <a:lnTo>
                  <a:pt x="3759" y="1491"/>
                </a:lnTo>
                <a:lnTo>
                  <a:pt x="3758" y="1491"/>
                </a:lnTo>
                <a:lnTo>
                  <a:pt x="3758" y="1490"/>
                </a:lnTo>
                <a:lnTo>
                  <a:pt x="3757" y="1490"/>
                </a:lnTo>
                <a:lnTo>
                  <a:pt x="3756" y="1490"/>
                </a:lnTo>
                <a:lnTo>
                  <a:pt x="3756" y="1489"/>
                </a:lnTo>
                <a:lnTo>
                  <a:pt x="3755" y="1489"/>
                </a:lnTo>
                <a:lnTo>
                  <a:pt x="3754" y="1489"/>
                </a:lnTo>
                <a:lnTo>
                  <a:pt x="3754" y="1488"/>
                </a:lnTo>
                <a:lnTo>
                  <a:pt x="3753" y="1488"/>
                </a:lnTo>
                <a:lnTo>
                  <a:pt x="3752" y="1488"/>
                </a:lnTo>
                <a:lnTo>
                  <a:pt x="3752" y="1487"/>
                </a:lnTo>
                <a:lnTo>
                  <a:pt x="3751" y="1487"/>
                </a:lnTo>
                <a:lnTo>
                  <a:pt x="3750" y="1487"/>
                </a:lnTo>
                <a:lnTo>
                  <a:pt x="3749" y="1486"/>
                </a:lnTo>
                <a:lnTo>
                  <a:pt x="3748" y="1486"/>
                </a:lnTo>
                <a:lnTo>
                  <a:pt x="3748" y="1485"/>
                </a:lnTo>
                <a:lnTo>
                  <a:pt x="3747" y="1485"/>
                </a:lnTo>
                <a:lnTo>
                  <a:pt x="3746" y="1485"/>
                </a:lnTo>
                <a:lnTo>
                  <a:pt x="3746" y="1484"/>
                </a:lnTo>
                <a:lnTo>
                  <a:pt x="3745" y="1484"/>
                </a:lnTo>
                <a:lnTo>
                  <a:pt x="3744" y="1484"/>
                </a:lnTo>
                <a:lnTo>
                  <a:pt x="3744" y="1483"/>
                </a:lnTo>
                <a:lnTo>
                  <a:pt x="3743" y="1483"/>
                </a:lnTo>
                <a:lnTo>
                  <a:pt x="3742" y="1483"/>
                </a:lnTo>
                <a:lnTo>
                  <a:pt x="3742" y="1482"/>
                </a:lnTo>
                <a:lnTo>
                  <a:pt x="3741" y="1482"/>
                </a:lnTo>
                <a:lnTo>
                  <a:pt x="3740" y="1482"/>
                </a:lnTo>
                <a:lnTo>
                  <a:pt x="3739" y="1481"/>
                </a:lnTo>
                <a:lnTo>
                  <a:pt x="3738" y="1481"/>
                </a:lnTo>
                <a:lnTo>
                  <a:pt x="3738" y="1480"/>
                </a:lnTo>
                <a:lnTo>
                  <a:pt x="3737" y="1480"/>
                </a:lnTo>
                <a:lnTo>
                  <a:pt x="3736" y="1480"/>
                </a:lnTo>
                <a:lnTo>
                  <a:pt x="3736" y="1479"/>
                </a:lnTo>
                <a:lnTo>
                  <a:pt x="3735" y="1479"/>
                </a:lnTo>
                <a:lnTo>
                  <a:pt x="3734" y="1479"/>
                </a:lnTo>
                <a:lnTo>
                  <a:pt x="3734" y="1478"/>
                </a:lnTo>
                <a:lnTo>
                  <a:pt x="3733" y="1478"/>
                </a:lnTo>
                <a:lnTo>
                  <a:pt x="3732" y="1478"/>
                </a:lnTo>
                <a:lnTo>
                  <a:pt x="3732" y="1477"/>
                </a:lnTo>
                <a:lnTo>
                  <a:pt x="3731" y="1477"/>
                </a:lnTo>
                <a:lnTo>
                  <a:pt x="3730" y="1477"/>
                </a:lnTo>
                <a:lnTo>
                  <a:pt x="3729" y="1476"/>
                </a:lnTo>
                <a:lnTo>
                  <a:pt x="3728" y="1476"/>
                </a:lnTo>
                <a:lnTo>
                  <a:pt x="3728" y="1475"/>
                </a:lnTo>
                <a:lnTo>
                  <a:pt x="3727" y="1475"/>
                </a:lnTo>
                <a:lnTo>
                  <a:pt x="3726" y="1475"/>
                </a:lnTo>
                <a:lnTo>
                  <a:pt x="3725" y="1474"/>
                </a:lnTo>
                <a:lnTo>
                  <a:pt x="3724" y="1474"/>
                </a:lnTo>
                <a:lnTo>
                  <a:pt x="3724" y="1473"/>
                </a:lnTo>
                <a:lnTo>
                  <a:pt x="3723" y="1473"/>
                </a:lnTo>
                <a:lnTo>
                  <a:pt x="3722" y="1473"/>
                </a:lnTo>
                <a:lnTo>
                  <a:pt x="3722" y="1472"/>
                </a:lnTo>
                <a:lnTo>
                  <a:pt x="3721" y="1472"/>
                </a:lnTo>
                <a:lnTo>
                  <a:pt x="3720" y="1472"/>
                </a:lnTo>
                <a:lnTo>
                  <a:pt x="3719" y="1471"/>
                </a:lnTo>
                <a:lnTo>
                  <a:pt x="3718" y="1471"/>
                </a:lnTo>
                <a:lnTo>
                  <a:pt x="3718" y="1470"/>
                </a:lnTo>
                <a:lnTo>
                  <a:pt x="3717" y="1470"/>
                </a:lnTo>
                <a:lnTo>
                  <a:pt x="3716" y="1470"/>
                </a:lnTo>
                <a:lnTo>
                  <a:pt x="3715" y="1469"/>
                </a:lnTo>
                <a:lnTo>
                  <a:pt x="3714" y="1469"/>
                </a:lnTo>
                <a:lnTo>
                  <a:pt x="3714" y="1468"/>
                </a:lnTo>
                <a:lnTo>
                  <a:pt x="3713" y="1468"/>
                </a:lnTo>
                <a:lnTo>
                  <a:pt x="3712" y="1468"/>
                </a:lnTo>
                <a:lnTo>
                  <a:pt x="3712" y="1467"/>
                </a:lnTo>
                <a:lnTo>
                  <a:pt x="3711" y="1467"/>
                </a:lnTo>
                <a:lnTo>
                  <a:pt x="3710" y="1467"/>
                </a:lnTo>
                <a:lnTo>
                  <a:pt x="3709" y="1466"/>
                </a:lnTo>
                <a:lnTo>
                  <a:pt x="3708" y="1466"/>
                </a:lnTo>
                <a:lnTo>
                  <a:pt x="3708" y="1465"/>
                </a:lnTo>
                <a:lnTo>
                  <a:pt x="3707" y="1465"/>
                </a:lnTo>
                <a:lnTo>
                  <a:pt x="3706" y="1465"/>
                </a:lnTo>
                <a:lnTo>
                  <a:pt x="3705" y="1464"/>
                </a:lnTo>
                <a:lnTo>
                  <a:pt x="3704" y="1464"/>
                </a:lnTo>
                <a:lnTo>
                  <a:pt x="3704" y="1463"/>
                </a:lnTo>
                <a:lnTo>
                  <a:pt x="3703" y="1463"/>
                </a:lnTo>
                <a:lnTo>
                  <a:pt x="3702" y="1463"/>
                </a:lnTo>
                <a:lnTo>
                  <a:pt x="3702" y="1462"/>
                </a:lnTo>
                <a:lnTo>
                  <a:pt x="3701" y="1462"/>
                </a:lnTo>
                <a:lnTo>
                  <a:pt x="3700" y="1462"/>
                </a:lnTo>
                <a:lnTo>
                  <a:pt x="3699" y="1461"/>
                </a:lnTo>
                <a:lnTo>
                  <a:pt x="3698" y="1461"/>
                </a:lnTo>
                <a:lnTo>
                  <a:pt x="3698" y="1460"/>
                </a:lnTo>
                <a:lnTo>
                  <a:pt x="3697" y="1460"/>
                </a:lnTo>
                <a:lnTo>
                  <a:pt x="3696" y="1460"/>
                </a:lnTo>
                <a:lnTo>
                  <a:pt x="3695" y="1459"/>
                </a:lnTo>
                <a:lnTo>
                  <a:pt x="3694" y="1459"/>
                </a:lnTo>
                <a:lnTo>
                  <a:pt x="3694" y="1458"/>
                </a:lnTo>
                <a:lnTo>
                  <a:pt x="3693" y="1458"/>
                </a:lnTo>
                <a:lnTo>
                  <a:pt x="3692" y="1458"/>
                </a:lnTo>
                <a:lnTo>
                  <a:pt x="3692" y="1457"/>
                </a:lnTo>
                <a:lnTo>
                  <a:pt x="3691" y="1457"/>
                </a:lnTo>
                <a:lnTo>
                  <a:pt x="3690" y="1457"/>
                </a:lnTo>
                <a:lnTo>
                  <a:pt x="3689" y="1456"/>
                </a:lnTo>
                <a:lnTo>
                  <a:pt x="3688" y="1456"/>
                </a:lnTo>
                <a:lnTo>
                  <a:pt x="3688" y="1455"/>
                </a:lnTo>
                <a:lnTo>
                  <a:pt x="3687" y="1455"/>
                </a:lnTo>
                <a:lnTo>
                  <a:pt x="3686" y="1455"/>
                </a:lnTo>
                <a:lnTo>
                  <a:pt x="3685" y="1454"/>
                </a:lnTo>
                <a:lnTo>
                  <a:pt x="3684" y="1454"/>
                </a:lnTo>
                <a:lnTo>
                  <a:pt x="3684" y="1453"/>
                </a:lnTo>
                <a:lnTo>
                  <a:pt x="3683" y="1453"/>
                </a:lnTo>
                <a:lnTo>
                  <a:pt x="3682" y="1453"/>
                </a:lnTo>
                <a:lnTo>
                  <a:pt x="3682" y="1452"/>
                </a:lnTo>
                <a:lnTo>
                  <a:pt x="3681" y="1452"/>
                </a:lnTo>
                <a:lnTo>
                  <a:pt x="3680" y="1452"/>
                </a:lnTo>
                <a:lnTo>
                  <a:pt x="3679" y="1451"/>
                </a:lnTo>
                <a:lnTo>
                  <a:pt x="3678" y="1451"/>
                </a:lnTo>
                <a:lnTo>
                  <a:pt x="3678" y="1450"/>
                </a:lnTo>
                <a:lnTo>
                  <a:pt x="3677" y="1450"/>
                </a:lnTo>
                <a:lnTo>
                  <a:pt x="3676" y="1450"/>
                </a:lnTo>
                <a:lnTo>
                  <a:pt x="3675" y="1449"/>
                </a:lnTo>
                <a:lnTo>
                  <a:pt x="3674" y="1449"/>
                </a:lnTo>
                <a:lnTo>
                  <a:pt x="3674" y="1448"/>
                </a:lnTo>
                <a:lnTo>
                  <a:pt x="3673" y="1448"/>
                </a:lnTo>
                <a:lnTo>
                  <a:pt x="3672" y="1448"/>
                </a:lnTo>
                <a:lnTo>
                  <a:pt x="3672" y="1447"/>
                </a:lnTo>
                <a:lnTo>
                  <a:pt x="3671" y="1447"/>
                </a:lnTo>
                <a:lnTo>
                  <a:pt x="3670" y="1447"/>
                </a:lnTo>
                <a:lnTo>
                  <a:pt x="3669" y="1446"/>
                </a:lnTo>
                <a:lnTo>
                  <a:pt x="3668" y="1446"/>
                </a:lnTo>
                <a:lnTo>
                  <a:pt x="3668" y="1445"/>
                </a:lnTo>
                <a:lnTo>
                  <a:pt x="3667" y="1445"/>
                </a:lnTo>
                <a:lnTo>
                  <a:pt x="3666" y="1445"/>
                </a:lnTo>
                <a:lnTo>
                  <a:pt x="3665" y="1444"/>
                </a:lnTo>
                <a:lnTo>
                  <a:pt x="3664" y="1444"/>
                </a:lnTo>
                <a:lnTo>
                  <a:pt x="3664" y="1443"/>
                </a:lnTo>
                <a:lnTo>
                  <a:pt x="3663" y="1443"/>
                </a:lnTo>
                <a:lnTo>
                  <a:pt x="3662" y="1443"/>
                </a:lnTo>
                <a:lnTo>
                  <a:pt x="3661" y="1442"/>
                </a:lnTo>
                <a:lnTo>
                  <a:pt x="3660" y="1442"/>
                </a:lnTo>
                <a:lnTo>
                  <a:pt x="3660" y="1441"/>
                </a:lnTo>
                <a:lnTo>
                  <a:pt x="3659" y="1441"/>
                </a:lnTo>
                <a:lnTo>
                  <a:pt x="3658" y="1441"/>
                </a:lnTo>
                <a:lnTo>
                  <a:pt x="3658" y="1440"/>
                </a:lnTo>
                <a:lnTo>
                  <a:pt x="3657" y="1440"/>
                </a:lnTo>
                <a:lnTo>
                  <a:pt x="3656" y="1440"/>
                </a:lnTo>
                <a:lnTo>
                  <a:pt x="3655" y="1439"/>
                </a:lnTo>
                <a:lnTo>
                  <a:pt x="3654" y="1439"/>
                </a:lnTo>
                <a:lnTo>
                  <a:pt x="3654" y="1438"/>
                </a:lnTo>
                <a:lnTo>
                  <a:pt x="3653" y="1438"/>
                </a:lnTo>
                <a:lnTo>
                  <a:pt x="3652" y="1438"/>
                </a:lnTo>
                <a:lnTo>
                  <a:pt x="3651" y="1437"/>
                </a:lnTo>
                <a:lnTo>
                  <a:pt x="3650" y="1437"/>
                </a:lnTo>
                <a:lnTo>
                  <a:pt x="3650" y="1436"/>
                </a:lnTo>
                <a:lnTo>
                  <a:pt x="3649" y="1436"/>
                </a:lnTo>
                <a:lnTo>
                  <a:pt x="3648" y="1436"/>
                </a:lnTo>
                <a:lnTo>
                  <a:pt x="3648" y="1435"/>
                </a:lnTo>
                <a:lnTo>
                  <a:pt x="3647" y="1435"/>
                </a:lnTo>
                <a:lnTo>
                  <a:pt x="3646" y="1435"/>
                </a:lnTo>
                <a:lnTo>
                  <a:pt x="3645" y="1434"/>
                </a:lnTo>
                <a:lnTo>
                  <a:pt x="3644" y="1434"/>
                </a:lnTo>
                <a:lnTo>
                  <a:pt x="3644" y="1433"/>
                </a:lnTo>
                <a:lnTo>
                  <a:pt x="3643" y="1433"/>
                </a:lnTo>
                <a:lnTo>
                  <a:pt x="3642" y="1433"/>
                </a:lnTo>
                <a:lnTo>
                  <a:pt x="3641" y="1432"/>
                </a:lnTo>
                <a:lnTo>
                  <a:pt x="3640" y="1432"/>
                </a:lnTo>
                <a:lnTo>
                  <a:pt x="3640" y="1431"/>
                </a:lnTo>
                <a:lnTo>
                  <a:pt x="3639" y="1431"/>
                </a:lnTo>
                <a:lnTo>
                  <a:pt x="3638" y="1431"/>
                </a:lnTo>
                <a:lnTo>
                  <a:pt x="3638" y="1430"/>
                </a:lnTo>
                <a:lnTo>
                  <a:pt x="3637" y="1430"/>
                </a:lnTo>
                <a:lnTo>
                  <a:pt x="3636" y="1430"/>
                </a:lnTo>
                <a:lnTo>
                  <a:pt x="3635" y="1429"/>
                </a:lnTo>
                <a:lnTo>
                  <a:pt x="3634" y="1429"/>
                </a:lnTo>
                <a:lnTo>
                  <a:pt x="3634" y="1428"/>
                </a:lnTo>
                <a:lnTo>
                  <a:pt x="3633" y="1428"/>
                </a:lnTo>
                <a:lnTo>
                  <a:pt x="3632" y="1428"/>
                </a:lnTo>
                <a:lnTo>
                  <a:pt x="3631" y="1427"/>
                </a:lnTo>
                <a:lnTo>
                  <a:pt x="3630" y="1427"/>
                </a:lnTo>
                <a:lnTo>
                  <a:pt x="3630" y="1426"/>
                </a:lnTo>
                <a:lnTo>
                  <a:pt x="3629" y="1426"/>
                </a:lnTo>
                <a:lnTo>
                  <a:pt x="3628" y="1426"/>
                </a:lnTo>
                <a:lnTo>
                  <a:pt x="3628" y="1425"/>
                </a:lnTo>
                <a:lnTo>
                  <a:pt x="3627" y="1425"/>
                </a:lnTo>
                <a:lnTo>
                  <a:pt x="3626" y="1425"/>
                </a:lnTo>
                <a:lnTo>
                  <a:pt x="3625" y="1424"/>
                </a:lnTo>
                <a:lnTo>
                  <a:pt x="3624" y="1424"/>
                </a:lnTo>
                <a:lnTo>
                  <a:pt x="3624" y="1423"/>
                </a:lnTo>
                <a:lnTo>
                  <a:pt x="3623" y="1423"/>
                </a:lnTo>
                <a:lnTo>
                  <a:pt x="3622" y="1423"/>
                </a:lnTo>
                <a:lnTo>
                  <a:pt x="3621" y="1422"/>
                </a:lnTo>
                <a:lnTo>
                  <a:pt x="3620" y="1422"/>
                </a:lnTo>
                <a:lnTo>
                  <a:pt x="3620" y="1421"/>
                </a:lnTo>
                <a:lnTo>
                  <a:pt x="3619" y="1421"/>
                </a:lnTo>
                <a:lnTo>
                  <a:pt x="3618" y="1421"/>
                </a:lnTo>
                <a:lnTo>
                  <a:pt x="3618" y="1420"/>
                </a:lnTo>
                <a:lnTo>
                  <a:pt x="3617" y="1420"/>
                </a:lnTo>
                <a:lnTo>
                  <a:pt x="3616" y="1420"/>
                </a:lnTo>
                <a:lnTo>
                  <a:pt x="3615" y="1419"/>
                </a:lnTo>
                <a:lnTo>
                  <a:pt x="3614" y="1419"/>
                </a:lnTo>
                <a:lnTo>
                  <a:pt x="3614" y="1418"/>
                </a:lnTo>
                <a:lnTo>
                  <a:pt x="3613" y="1418"/>
                </a:lnTo>
                <a:lnTo>
                  <a:pt x="3612" y="1418"/>
                </a:lnTo>
                <a:lnTo>
                  <a:pt x="3611" y="1417"/>
                </a:lnTo>
                <a:lnTo>
                  <a:pt x="3610" y="1417"/>
                </a:lnTo>
                <a:lnTo>
                  <a:pt x="3610" y="1416"/>
                </a:lnTo>
                <a:lnTo>
                  <a:pt x="3609" y="1416"/>
                </a:lnTo>
                <a:lnTo>
                  <a:pt x="3608" y="1416"/>
                </a:lnTo>
                <a:lnTo>
                  <a:pt x="3608" y="1415"/>
                </a:lnTo>
                <a:lnTo>
                  <a:pt x="3607" y="1415"/>
                </a:lnTo>
                <a:lnTo>
                  <a:pt x="3606" y="1415"/>
                </a:lnTo>
                <a:lnTo>
                  <a:pt x="3605" y="1414"/>
                </a:lnTo>
                <a:lnTo>
                  <a:pt x="3604" y="1414"/>
                </a:lnTo>
                <a:lnTo>
                  <a:pt x="3604" y="1413"/>
                </a:lnTo>
                <a:lnTo>
                  <a:pt x="3603" y="1413"/>
                </a:lnTo>
                <a:lnTo>
                  <a:pt x="3602" y="1413"/>
                </a:lnTo>
                <a:lnTo>
                  <a:pt x="3601" y="1412"/>
                </a:lnTo>
                <a:lnTo>
                  <a:pt x="3600" y="1412"/>
                </a:lnTo>
                <a:lnTo>
                  <a:pt x="3600" y="1411"/>
                </a:lnTo>
                <a:lnTo>
                  <a:pt x="3599" y="1411"/>
                </a:lnTo>
                <a:lnTo>
                  <a:pt x="3598" y="1411"/>
                </a:lnTo>
                <a:lnTo>
                  <a:pt x="3597" y="1410"/>
                </a:lnTo>
                <a:lnTo>
                  <a:pt x="3596" y="1410"/>
                </a:lnTo>
                <a:lnTo>
                  <a:pt x="3595" y="1409"/>
                </a:lnTo>
                <a:lnTo>
                  <a:pt x="3594" y="1409"/>
                </a:lnTo>
                <a:lnTo>
                  <a:pt x="3594" y="1408"/>
                </a:lnTo>
                <a:lnTo>
                  <a:pt x="3593" y="1408"/>
                </a:lnTo>
                <a:lnTo>
                  <a:pt x="3592" y="1408"/>
                </a:lnTo>
                <a:lnTo>
                  <a:pt x="3591" y="1407"/>
                </a:lnTo>
                <a:lnTo>
                  <a:pt x="3590" y="1407"/>
                </a:lnTo>
                <a:lnTo>
                  <a:pt x="3590" y="1406"/>
                </a:lnTo>
                <a:lnTo>
                  <a:pt x="3589" y="1406"/>
                </a:lnTo>
                <a:lnTo>
                  <a:pt x="3588" y="1406"/>
                </a:lnTo>
                <a:lnTo>
                  <a:pt x="3587" y="1405"/>
                </a:lnTo>
                <a:lnTo>
                  <a:pt x="3586" y="1405"/>
                </a:lnTo>
                <a:lnTo>
                  <a:pt x="3585" y="1404"/>
                </a:lnTo>
                <a:lnTo>
                  <a:pt x="3584" y="1404"/>
                </a:lnTo>
                <a:lnTo>
                  <a:pt x="3584" y="1403"/>
                </a:lnTo>
                <a:lnTo>
                  <a:pt x="3583" y="1403"/>
                </a:lnTo>
                <a:lnTo>
                  <a:pt x="3582" y="1403"/>
                </a:lnTo>
                <a:lnTo>
                  <a:pt x="3581" y="1402"/>
                </a:lnTo>
                <a:lnTo>
                  <a:pt x="3580" y="1402"/>
                </a:lnTo>
                <a:lnTo>
                  <a:pt x="3580" y="1401"/>
                </a:lnTo>
                <a:lnTo>
                  <a:pt x="3579" y="1401"/>
                </a:lnTo>
                <a:lnTo>
                  <a:pt x="3578" y="1401"/>
                </a:lnTo>
                <a:lnTo>
                  <a:pt x="3577" y="1400"/>
                </a:lnTo>
                <a:lnTo>
                  <a:pt x="3576" y="1400"/>
                </a:lnTo>
                <a:lnTo>
                  <a:pt x="3575" y="1399"/>
                </a:lnTo>
                <a:lnTo>
                  <a:pt x="3574" y="1399"/>
                </a:lnTo>
                <a:lnTo>
                  <a:pt x="3574" y="1398"/>
                </a:lnTo>
                <a:lnTo>
                  <a:pt x="3573" y="1398"/>
                </a:lnTo>
                <a:lnTo>
                  <a:pt x="3572" y="1398"/>
                </a:lnTo>
                <a:lnTo>
                  <a:pt x="3571" y="1397"/>
                </a:lnTo>
                <a:lnTo>
                  <a:pt x="3570" y="1397"/>
                </a:lnTo>
                <a:lnTo>
                  <a:pt x="3570" y="1396"/>
                </a:lnTo>
                <a:lnTo>
                  <a:pt x="3569" y="1396"/>
                </a:lnTo>
                <a:lnTo>
                  <a:pt x="3568" y="1396"/>
                </a:lnTo>
                <a:lnTo>
                  <a:pt x="3567" y="1395"/>
                </a:lnTo>
                <a:lnTo>
                  <a:pt x="3566" y="1395"/>
                </a:lnTo>
                <a:lnTo>
                  <a:pt x="3565" y="1394"/>
                </a:lnTo>
                <a:lnTo>
                  <a:pt x="3564" y="1394"/>
                </a:lnTo>
                <a:lnTo>
                  <a:pt x="3564" y="1393"/>
                </a:lnTo>
                <a:lnTo>
                  <a:pt x="3563" y="1393"/>
                </a:lnTo>
                <a:lnTo>
                  <a:pt x="3562" y="1393"/>
                </a:lnTo>
                <a:lnTo>
                  <a:pt x="3561" y="1392"/>
                </a:lnTo>
                <a:lnTo>
                  <a:pt x="3560" y="1392"/>
                </a:lnTo>
                <a:lnTo>
                  <a:pt x="3560" y="1391"/>
                </a:lnTo>
                <a:lnTo>
                  <a:pt x="3559" y="1391"/>
                </a:lnTo>
                <a:lnTo>
                  <a:pt x="3558" y="1391"/>
                </a:lnTo>
                <a:lnTo>
                  <a:pt x="3557" y="1390"/>
                </a:lnTo>
                <a:lnTo>
                  <a:pt x="3556" y="1390"/>
                </a:lnTo>
                <a:lnTo>
                  <a:pt x="3555" y="1389"/>
                </a:lnTo>
                <a:lnTo>
                  <a:pt x="3554" y="1389"/>
                </a:lnTo>
                <a:lnTo>
                  <a:pt x="3554" y="1388"/>
                </a:lnTo>
                <a:lnTo>
                  <a:pt x="3553" y="1388"/>
                </a:lnTo>
                <a:lnTo>
                  <a:pt x="3552" y="1388"/>
                </a:lnTo>
                <a:lnTo>
                  <a:pt x="3551" y="1387"/>
                </a:lnTo>
                <a:lnTo>
                  <a:pt x="3550" y="1387"/>
                </a:lnTo>
                <a:lnTo>
                  <a:pt x="3550" y="1386"/>
                </a:lnTo>
                <a:lnTo>
                  <a:pt x="3549" y="1386"/>
                </a:lnTo>
                <a:lnTo>
                  <a:pt x="3548" y="1386"/>
                </a:lnTo>
                <a:lnTo>
                  <a:pt x="3547" y="1385"/>
                </a:lnTo>
                <a:lnTo>
                  <a:pt x="3546" y="1385"/>
                </a:lnTo>
                <a:lnTo>
                  <a:pt x="3545" y="1384"/>
                </a:lnTo>
                <a:lnTo>
                  <a:pt x="3544" y="1384"/>
                </a:lnTo>
                <a:lnTo>
                  <a:pt x="3544" y="1383"/>
                </a:lnTo>
                <a:lnTo>
                  <a:pt x="3543" y="1383"/>
                </a:lnTo>
                <a:lnTo>
                  <a:pt x="3542" y="1383"/>
                </a:lnTo>
                <a:lnTo>
                  <a:pt x="3541" y="1382"/>
                </a:lnTo>
                <a:lnTo>
                  <a:pt x="3540" y="1382"/>
                </a:lnTo>
                <a:lnTo>
                  <a:pt x="3540" y="1381"/>
                </a:lnTo>
                <a:lnTo>
                  <a:pt x="3539" y="1381"/>
                </a:lnTo>
                <a:lnTo>
                  <a:pt x="3538" y="1381"/>
                </a:lnTo>
                <a:lnTo>
                  <a:pt x="3537" y="1380"/>
                </a:lnTo>
                <a:lnTo>
                  <a:pt x="3536" y="1380"/>
                </a:lnTo>
                <a:lnTo>
                  <a:pt x="3536" y="1379"/>
                </a:lnTo>
                <a:lnTo>
                  <a:pt x="3535" y="1379"/>
                </a:lnTo>
                <a:lnTo>
                  <a:pt x="3534" y="1379"/>
                </a:lnTo>
                <a:lnTo>
                  <a:pt x="3533" y="1378"/>
                </a:lnTo>
                <a:lnTo>
                  <a:pt x="3532" y="1378"/>
                </a:lnTo>
                <a:lnTo>
                  <a:pt x="3531" y="1377"/>
                </a:lnTo>
                <a:lnTo>
                  <a:pt x="3530" y="1377"/>
                </a:lnTo>
                <a:lnTo>
                  <a:pt x="3530" y="1376"/>
                </a:lnTo>
                <a:lnTo>
                  <a:pt x="3529" y="1376"/>
                </a:lnTo>
                <a:lnTo>
                  <a:pt x="3528" y="1376"/>
                </a:lnTo>
                <a:lnTo>
                  <a:pt x="3527" y="1375"/>
                </a:lnTo>
                <a:lnTo>
                  <a:pt x="3526" y="1375"/>
                </a:lnTo>
                <a:lnTo>
                  <a:pt x="3526" y="1374"/>
                </a:lnTo>
                <a:lnTo>
                  <a:pt x="3525" y="1374"/>
                </a:lnTo>
                <a:lnTo>
                  <a:pt x="3524" y="1383"/>
                </a:lnTo>
                <a:lnTo>
                  <a:pt x="3523" y="1383"/>
                </a:lnTo>
                <a:lnTo>
                  <a:pt x="3523" y="1382"/>
                </a:lnTo>
                <a:lnTo>
                  <a:pt x="3522" y="1382"/>
                </a:lnTo>
                <a:lnTo>
                  <a:pt x="3521" y="1382"/>
                </a:lnTo>
                <a:lnTo>
                  <a:pt x="3521" y="1381"/>
                </a:lnTo>
                <a:lnTo>
                  <a:pt x="3520" y="1381"/>
                </a:lnTo>
                <a:lnTo>
                  <a:pt x="3519" y="1381"/>
                </a:lnTo>
                <a:lnTo>
                  <a:pt x="3518" y="1380"/>
                </a:lnTo>
                <a:lnTo>
                  <a:pt x="3517" y="1380"/>
                </a:lnTo>
                <a:lnTo>
                  <a:pt x="3517" y="1379"/>
                </a:lnTo>
                <a:lnTo>
                  <a:pt x="3516" y="1379"/>
                </a:lnTo>
                <a:lnTo>
                  <a:pt x="3515" y="1378"/>
                </a:lnTo>
                <a:lnTo>
                  <a:pt x="3514" y="1378"/>
                </a:lnTo>
                <a:lnTo>
                  <a:pt x="3513" y="1378"/>
                </a:lnTo>
                <a:lnTo>
                  <a:pt x="3513" y="1377"/>
                </a:lnTo>
                <a:lnTo>
                  <a:pt x="3512" y="1377"/>
                </a:lnTo>
                <a:lnTo>
                  <a:pt x="3511" y="1377"/>
                </a:lnTo>
                <a:lnTo>
                  <a:pt x="3511" y="1376"/>
                </a:lnTo>
                <a:lnTo>
                  <a:pt x="3510" y="1376"/>
                </a:lnTo>
                <a:lnTo>
                  <a:pt x="3509" y="1376"/>
                </a:lnTo>
                <a:lnTo>
                  <a:pt x="3508" y="1375"/>
                </a:lnTo>
                <a:lnTo>
                  <a:pt x="3507" y="1375"/>
                </a:lnTo>
                <a:lnTo>
                  <a:pt x="3507" y="1374"/>
                </a:lnTo>
                <a:lnTo>
                  <a:pt x="3506" y="1374"/>
                </a:lnTo>
                <a:lnTo>
                  <a:pt x="3505" y="1373"/>
                </a:lnTo>
                <a:lnTo>
                  <a:pt x="3504" y="1373"/>
                </a:lnTo>
                <a:lnTo>
                  <a:pt x="3503" y="1373"/>
                </a:lnTo>
                <a:lnTo>
                  <a:pt x="3503" y="1372"/>
                </a:lnTo>
                <a:lnTo>
                  <a:pt x="3502" y="1372"/>
                </a:lnTo>
                <a:lnTo>
                  <a:pt x="3501" y="1372"/>
                </a:lnTo>
                <a:lnTo>
                  <a:pt x="3501" y="1371"/>
                </a:lnTo>
                <a:lnTo>
                  <a:pt x="3500" y="1371"/>
                </a:lnTo>
                <a:lnTo>
                  <a:pt x="3499" y="1371"/>
                </a:lnTo>
                <a:lnTo>
                  <a:pt x="3498" y="1370"/>
                </a:lnTo>
                <a:lnTo>
                  <a:pt x="3497" y="1370"/>
                </a:lnTo>
                <a:lnTo>
                  <a:pt x="3497" y="1369"/>
                </a:lnTo>
                <a:lnTo>
                  <a:pt x="3496" y="1369"/>
                </a:lnTo>
                <a:lnTo>
                  <a:pt x="3495" y="1368"/>
                </a:lnTo>
                <a:lnTo>
                  <a:pt x="3494" y="1368"/>
                </a:lnTo>
                <a:lnTo>
                  <a:pt x="3493" y="1368"/>
                </a:lnTo>
                <a:lnTo>
                  <a:pt x="3493" y="1367"/>
                </a:lnTo>
                <a:lnTo>
                  <a:pt x="3492" y="1367"/>
                </a:lnTo>
                <a:lnTo>
                  <a:pt x="3491" y="1367"/>
                </a:lnTo>
                <a:lnTo>
                  <a:pt x="3491" y="1366"/>
                </a:lnTo>
                <a:lnTo>
                  <a:pt x="3490" y="1366"/>
                </a:lnTo>
                <a:lnTo>
                  <a:pt x="3489" y="1366"/>
                </a:lnTo>
                <a:lnTo>
                  <a:pt x="3488" y="1365"/>
                </a:lnTo>
                <a:lnTo>
                  <a:pt x="3487" y="1365"/>
                </a:lnTo>
                <a:lnTo>
                  <a:pt x="3487" y="1364"/>
                </a:lnTo>
                <a:lnTo>
                  <a:pt x="3486" y="1364"/>
                </a:lnTo>
                <a:lnTo>
                  <a:pt x="3485" y="1363"/>
                </a:lnTo>
                <a:lnTo>
                  <a:pt x="3484" y="1363"/>
                </a:lnTo>
                <a:lnTo>
                  <a:pt x="3483" y="1363"/>
                </a:lnTo>
                <a:lnTo>
                  <a:pt x="3483" y="1362"/>
                </a:lnTo>
                <a:lnTo>
                  <a:pt x="3482" y="1362"/>
                </a:lnTo>
                <a:lnTo>
                  <a:pt x="3481" y="1362"/>
                </a:lnTo>
                <a:lnTo>
                  <a:pt x="3481" y="1361"/>
                </a:lnTo>
                <a:lnTo>
                  <a:pt x="3480" y="1361"/>
                </a:lnTo>
                <a:lnTo>
                  <a:pt x="3479" y="1361"/>
                </a:lnTo>
                <a:lnTo>
                  <a:pt x="3478" y="1360"/>
                </a:lnTo>
                <a:lnTo>
                  <a:pt x="3477" y="1360"/>
                </a:lnTo>
                <a:lnTo>
                  <a:pt x="3477" y="1359"/>
                </a:lnTo>
                <a:lnTo>
                  <a:pt x="3476" y="1359"/>
                </a:lnTo>
                <a:lnTo>
                  <a:pt x="3475" y="1358"/>
                </a:lnTo>
                <a:lnTo>
                  <a:pt x="3474" y="1358"/>
                </a:lnTo>
                <a:lnTo>
                  <a:pt x="3473" y="1358"/>
                </a:lnTo>
                <a:lnTo>
                  <a:pt x="3473" y="1357"/>
                </a:lnTo>
                <a:lnTo>
                  <a:pt x="3472" y="1357"/>
                </a:lnTo>
                <a:lnTo>
                  <a:pt x="3471" y="1357"/>
                </a:lnTo>
                <a:lnTo>
                  <a:pt x="3471" y="1356"/>
                </a:lnTo>
                <a:lnTo>
                  <a:pt x="3470" y="1356"/>
                </a:lnTo>
                <a:lnTo>
                  <a:pt x="3469" y="1356"/>
                </a:lnTo>
                <a:lnTo>
                  <a:pt x="3469" y="1355"/>
                </a:lnTo>
                <a:lnTo>
                  <a:pt x="3468" y="1355"/>
                </a:lnTo>
                <a:lnTo>
                  <a:pt x="3467" y="1355"/>
                </a:lnTo>
                <a:lnTo>
                  <a:pt x="3467" y="1354"/>
                </a:lnTo>
                <a:lnTo>
                  <a:pt x="3466" y="1354"/>
                </a:lnTo>
                <a:lnTo>
                  <a:pt x="3465" y="1353"/>
                </a:lnTo>
                <a:lnTo>
                  <a:pt x="3464" y="1353"/>
                </a:lnTo>
                <a:lnTo>
                  <a:pt x="3463" y="1353"/>
                </a:lnTo>
                <a:lnTo>
                  <a:pt x="3463" y="1352"/>
                </a:lnTo>
                <a:lnTo>
                  <a:pt x="3462" y="1352"/>
                </a:lnTo>
                <a:lnTo>
                  <a:pt x="3461" y="1352"/>
                </a:lnTo>
                <a:lnTo>
                  <a:pt x="3461" y="1351"/>
                </a:lnTo>
                <a:lnTo>
                  <a:pt x="3460" y="1351"/>
                </a:lnTo>
                <a:lnTo>
                  <a:pt x="3459" y="1351"/>
                </a:lnTo>
                <a:lnTo>
                  <a:pt x="3459" y="1350"/>
                </a:lnTo>
                <a:lnTo>
                  <a:pt x="3458" y="1350"/>
                </a:lnTo>
                <a:lnTo>
                  <a:pt x="3457" y="1350"/>
                </a:lnTo>
                <a:lnTo>
                  <a:pt x="3457" y="1349"/>
                </a:lnTo>
                <a:lnTo>
                  <a:pt x="3456" y="1349"/>
                </a:lnTo>
                <a:lnTo>
                  <a:pt x="3455" y="1349"/>
                </a:lnTo>
                <a:lnTo>
                  <a:pt x="3454" y="1348"/>
                </a:lnTo>
                <a:lnTo>
                  <a:pt x="3453" y="1348"/>
                </a:lnTo>
                <a:lnTo>
                  <a:pt x="3453" y="1347"/>
                </a:lnTo>
                <a:lnTo>
                  <a:pt x="3452" y="1347"/>
                </a:lnTo>
                <a:lnTo>
                  <a:pt x="3451" y="1347"/>
                </a:lnTo>
                <a:lnTo>
                  <a:pt x="3451" y="1346"/>
                </a:lnTo>
                <a:lnTo>
                  <a:pt x="3450" y="1346"/>
                </a:lnTo>
                <a:lnTo>
                  <a:pt x="3449" y="1346"/>
                </a:lnTo>
                <a:lnTo>
                  <a:pt x="3449" y="1345"/>
                </a:lnTo>
                <a:lnTo>
                  <a:pt x="3448" y="1345"/>
                </a:lnTo>
                <a:lnTo>
                  <a:pt x="3447" y="1345"/>
                </a:lnTo>
                <a:lnTo>
                  <a:pt x="3447" y="1344"/>
                </a:lnTo>
                <a:lnTo>
                  <a:pt x="3446" y="1344"/>
                </a:lnTo>
                <a:lnTo>
                  <a:pt x="3445" y="1344"/>
                </a:lnTo>
                <a:lnTo>
                  <a:pt x="3444" y="1343"/>
                </a:lnTo>
                <a:lnTo>
                  <a:pt x="3443" y="1343"/>
                </a:lnTo>
                <a:lnTo>
                  <a:pt x="3443" y="1342"/>
                </a:lnTo>
                <a:lnTo>
                  <a:pt x="3442" y="1342"/>
                </a:lnTo>
                <a:lnTo>
                  <a:pt x="3441" y="1342"/>
                </a:lnTo>
                <a:lnTo>
                  <a:pt x="3441" y="1341"/>
                </a:lnTo>
                <a:lnTo>
                  <a:pt x="3440" y="1341"/>
                </a:lnTo>
                <a:lnTo>
                  <a:pt x="3439" y="1341"/>
                </a:lnTo>
                <a:lnTo>
                  <a:pt x="3439" y="1340"/>
                </a:lnTo>
                <a:lnTo>
                  <a:pt x="3438" y="1340"/>
                </a:lnTo>
                <a:lnTo>
                  <a:pt x="3437" y="1340"/>
                </a:lnTo>
                <a:lnTo>
                  <a:pt x="3437" y="1339"/>
                </a:lnTo>
                <a:lnTo>
                  <a:pt x="3436" y="1339"/>
                </a:lnTo>
                <a:lnTo>
                  <a:pt x="3435" y="1339"/>
                </a:lnTo>
                <a:lnTo>
                  <a:pt x="3434" y="1338"/>
                </a:lnTo>
                <a:lnTo>
                  <a:pt x="3433" y="1338"/>
                </a:lnTo>
                <a:lnTo>
                  <a:pt x="3433" y="1337"/>
                </a:lnTo>
                <a:lnTo>
                  <a:pt x="3432" y="1337"/>
                </a:lnTo>
                <a:lnTo>
                  <a:pt x="3431" y="1337"/>
                </a:lnTo>
                <a:lnTo>
                  <a:pt x="3431" y="1336"/>
                </a:lnTo>
                <a:lnTo>
                  <a:pt x="3430" y="1336"/>
                </a:lnTo>
                <a:lnTo>
                  <a:pt x="3429" y="1336"/>
                </a:lnTo>
                <a:lnTo>
                  <a:pt x="3429" y="1335"/>
                </a:lnTo>
                <a:lnTo>
                  <a:pt x="3428" y="1335"/>
                </a:lnTo>
                <a:lnTo>
                  <a:pt x="3427" y="1335"/>
                </a:lnTo>
                <a:lnTo>
                  <a:pt x="3427" y="1334"/>
                </a:lnTo>
                <a:lnTo>
                  <a:pt x="3426" y="1334"/>
                </a:lnTo>
                <a:lnTo>
                  <a:pt x="3425" y="1334"/>
                </a:lnTo>
                <a:lnTo>
                  <a:pt x="3424" y="1333"/>
                </a:lnTo>
                <a:lnTo>
                  <a:pt x="3423" y="1333"/>
                </a:lnTo>
                <a:lnTo>
                  <a:pt x="3423" y="1332"/>
                </a:lnTo>
                <a:lnTo>
                  <a:pt x="3422" y="1332"/>
                </a:lnTo>
                <a:lnTo>
                  <a:pt x="3421" y="1332"/>
                </a:lnTo>
                <a:lnTo>
                  <a:pt x="3421" y="1331"/>
                </a:lnTo>
                <a:lnTo>
                  <a:pt x="3420" y="1331"/>
                </a:lnTo>
                <a:lnTo>
                  <a:pt x="3419" y="1331"/>
                </a:lnTo>
                <a:lnTo>
                  <a:pt x="3419" y="1330"/>
                </a:lnTo>
                <a:lnTo>
                  <a:pt x="3418" y="1330"/>
                </a:lnTo>
                <a:lnTo>
                  <a:pt x="3417" y="1330"/>
                </a:lnTo>
                <a:lnTo>
                  <a:pt x="3417" y="1329"/>
                </a:lnTo>
                <a:lnTo>
                  <a:pt x="3416" y="1329"/>
                </a:lnTo>
                <a:lnTo>
                  <a:pt x="3415" y="1329"/>
                </a:lnTo>
                <a:lnTo>
                  <a:pt x="3414" y="1328"/>
                </a:lnTo>
                <a:lnTo>
                  <a:pt x="3413" y="1328"/>
                </a:lnTo>
                <a:lnTo>
                  <a:pt x="3413" y="1327"/>
                </a:lnTo>
                <a:lnTo>
                  <a:pt x="3412" y="1327"/>
                </a:lnTo>
                <a:lnTo>
                  <a:pt x="3411" y="1327"/>
                </a:lnTo>
                <a:lnTo>
                  <a:pt x="3411" y="1326"/>
                </a:lnTo>
                <a:lnTo>
                  <a:pt x="3410" y="1326"/>
                </a:lnTo>
                <a:lnTo>
                  <a:pt x="3409" y="1326"/>
                </a:lnTo>
                <a:lnTo>
                  <a:pt x="3409" y="1325"/>
                </a:lnTo>
                <a:lnTo>
                  <a:pt x="3408" y="1325"/>
                </a:lnTo>
                <a:lnTo>
                  <a:pt x="3407" y="1325"/>
                </a:lnTo>
                <a:lnTo>
                  <a:pt x="3407" y="1324"/>
                </a:lnTo>
                <a:lnTo>
                  <a:pt x="3406" y="1324"/>
                </a:lnTo>
                <a:lnTo>
                  <a:pt x="3405" y="1324"/>
                </a:lnTo>
                <a:lnTo>
                  <a:pt x="3404" y="1323"/>
                </a:lnTo>
                <a:lnTo>
                  <a:pt x="3403" y="1323"/>
                </a:lnTo>
                <a:lnTo>
                  <a:pt x="3403" y="1322"/>
                </a:lnTo>
                <a:lnTo>
                  <a:pt x="3402" y="1322"/>
                </a:lnTo>
                <a:lnTo>
                  <a:pt x="3401" y="1321"/>
                </a:lnTo>
                <a:lnTo>
                  <a:pt x="3400" y="1321"/>
                </a:lnTo>
                <a:lnTo>
                  <a:pt x="3400" y="1331"/>
                </a:lnTo>
                <a:lnTo>
                  <a:pt x="3399" y="1330"/>
                </a:lnTo>
                <a:lnTo>
                  <a:pt x="3398" y="1330"/>
                </a:lnTo>
                <a:lnTo>
                  <a:pt x="3397" y="1330"/>
                </a:lnTo>
                <a:lnTo>
                  <a:pt x="3397" y="1329"/>
                </a:lnTo>
                <a:lnTo>
                  <a:pt x="3396" y="1329"/>
                </a:lnTo>
                <a:lnTo>
                  <a:pt x="3395" y="1328"/>
                </a:lnTo>
                <a:lnTo>
                  <a:pt x="3394" y="1328"/>
                </a:lnTo>
                <a:lnTo>
                  <a:pt x="3393" y="1327"/>
                </a:lnTo>
                <a:lnTo>
                  <a:pt x="3392" y="1327"/>
                </a:lnTo>
                <a:lnTo>
                  <a:pt x="3391" y="1326"/>
                </a:lnTo>
                <a:lnTo>
                  <a:pt x="3390" y="1326"/>
                </a:lnTo>
                <a:lnTo>
                  <a:pt x="3389" y="1325"/>
                </a:lnTo>
                <a:lnTo>
                  <a:pt x="3388" y="1325"/>
                </a:lnTo>
                <a:lnTo>
                  <a:pt x="3387" y="1325"/>
                </a:lnTo>
                <a:lnTo>
                  <a:pt x="3387" y="1324"/>
                </a:lnTo>
                <a:lnTo>
                  <a:pt x="3386" y="1324"/>
                </a:lnTo>
                <a:lnTo>
                  <a:pt x="3385" y="1323"/>
                </a:lnTo>
                <a:lnTo>
                  <a:pt x="3384" y="1323"/>
                </a:lnTo>
                <a:lnTo>
                  <a:pt x="3383" y="1322"/>
                </a:lnTo>
                <a:lnTo>
                  <a:pt x="3382" y="1322"/>
                </a:lnTo>
                <a:lnTo>
                  <a:pt x="3381" y="1321"/>
                </a:lnTo>
                <a:lnTo>
                  <a:pt x="3380" y="1321"/>
                </a:lnTo>
                <a:lnTo>
                  <a:pt x="3379" y="1320"/>
                </a:lnTo>
                <a:lnTo>
                  <a:pt x="3378" y="1320"/>
                </a:lnTo>
                <a:lnTo>
                  <a:pt x="3377" y="1320"/>
                </a:lnTo>
                <a:lnTo>
                  <a:pt x="3377" y="1319"/>
                </a:lnTo>
                <a:lnTo>
                  <a:pt x="3376" y="1319"/>
                </a:lnTo>
                <a:lnTo>
                  <a:pt x="3375" y="1318"/>
                </a:lnTo>
                <a:lnTo>
                  <a:pt x="3374" y="1318"/>
                </a:lnTo>
                <a:lnTo>
                  <a:pt x="3373" y="1318"/>
                </a:lnTo>
                <a:lnTo>
                  <a:pt x="3373" y="1317"/>
                </a:lnTo>
                <a:lnTo>
                  <a:pt x="3372" y="1317"/>
                </a:lnTo>
                <a:lnTo>
                  <a:pt x="3371" y="1316"/>
                </a:lnTo>
                <a:lnTo>
                  <a:pt x="3370" y="1316"/>
                </a:lnTo>
                <a:lnTo>
                  <a:pt x="3369" y="1315"/>
                </a:lnTo>
                <a:lnTo>
                  <a:pt x="3368" y="1315"/>
                </a:lnTo>
                <a:lnTo>
                  <a:pt x="3367" y="1315"/>
                </a:lnTo>
                <a:lnTo>
                  <a:pt x="3367" y="1314"/>
                </a:lnTo>
                <a:lnTo>
                  <a:pt x="3366" y="1314"/>
                </a:lnTo>
                <a:lnTo>
                  <a:pt x="3365" y="1313"/>
                </a:lnTo>
                <a:lnTo>
                  <a:pt x="3364" y="1313"/>
                </a:lnTo>
                <a:lnTo>
                  <a:pt x="3363" y="1313"/>
                </a:lnTo>
                <a:lnTo>
                  <a:pt x="3363" y="1312"/>
                </a:lnTo>
                <a:lnTo>
                  <a:pt x="3362" y="1312"/>
                </a:lnTo>
                <a:lnTo>
                  <a:pt x="3361" y="1311"/>
                </a:lnTo>
                <a:lnTo>
                  <a:pt x="3360" y="1311"/>
                </a:lnTo>
                <a:lnTo>
                  <a:pt x="3359" y="1310"/>
                </a:lnTo>
                <a:lnTo>
                  <a:pt x="3358" y="1310"/>
                </a:lnTo>
                <a:lnTo>
                  <a:pt x="3357" y="1310"/>
                </a:lnTo>
                <a:lnTo>
                  <a:pt x="3357" y="1309"/>
                </a:lnTo>
                <a:lnTo>
                  <a:pt x="3356" y="1309"/>
                </a:lnTo>
                <a:lnTo>
                  <a:pt x="3355" y="1308"/>
                </a:lnTo>
                <a:lnTo>
                  <a:pt x="3354" y="1308"/>
                </a:lnTo>
                <a:lnTo>
                  <a:pt x="3353" y="1308"/>
                </a:lnTo>
                <a:lnTo>
                  <a:pt x="3353" y="1307"/>
                </a:lnTo>
                <a:lnTo>
                  <a:pt x="3352" y="1307"/>
                </a:lnTo>
                <a:lnTo>
                  <a:pt x="3351" y="1306"/>
                </a:lnTo>
                <a:lnTo>
                  <a:pt x="3350" y="1306"/>
                </a:lnTo>
                <a:lnTo>
                  <a:pt x="3349" y="1305"/>
                </a:lnTo>
                <a:lnTo>
                  <a:pt x="3348" y="1305"/>
                </a:lnTo>
                <a:lnTo>
                  <a:pt x="3347" y="1305"/>
                </a:lnTo>
                <a:lnTo>
                  <a:pt x="3347" y="1304"/>
                </a:lnTo>
                <a:lnTo>
                  <a:pt x="3346" y="1304"/>
                </a:lnTo>
                <a:lnTo>
                  <a:pt x="3345" y="1303"/>
                </a:lnTo>
                <a:lnTo>
                  <a:pt x="3344" y="1303"/>
                </a:lnTo>
                <a:lnTo>
                  <a:pt x="3343" y="1303"/>
                </a:lnTo>
                <a:lnTo>
                  <a:pt x="3343" y="1302"/>
                </a:lnTo>
                <a:lnTo>
                  <a:pt x="3342" y="1302"/>
                </a:lnTo>
                <a:lnTo>
                  <a:pt x="3341" y="1301"/>
                </a:lnTo>
                <a:lnTo>
                  <a:pt x="3340" y="1301"/>
                </a:lnTo>
                <a:lnTo>
                  <a:pt x="3339" y="1300"/>
                </a:lnTo>
                <a:lnTo>
                  <a:pt x="3338" y="1300"/>
                </a:lnTo>
                <a:lnTo>
                  <a:pt x="3337" y="1300"/>
                </a:lnTo>
                <a:lnTo>
                  <a:pt x="3337" y="1299"/>
                </a:lnTo>
                <a:lnTo>
                  <a:pt x="3336" y="1299"/>
                </a:lnTo>
                <a:lnTo>
                  <a:pt x="3335" y="1298"/>
                </a:lnTo>
                <a:lnTo>
                  <a:pt x="3334" y="1298"/>
                </a:lnTo>
                <a:lnTo>
                  <a:pt x="3333" y="1298"/>
                </a:lnTo>
                <a:lnTo>
                  <a:pt x="3333" y="1297"/>
                </a:lnTo>
                <a:lnTo>
                  <a:pt x="3332" y="1297"/>
                </a:lnTo>
                <a:lnTo>
                  <a:pt x="3331" y="1296"/>
                </a:lnTo>
                <a:lnTo>
                  <a:pt x="3330" y="1296"/>
                </a:lnTo>
                <a:lnTo>
                  <a:pt x="3329" y="1295"/>
                </a:lnTo>
                <a:lnTo>
                  <a:pt x="3328" y="1295"/>
                </a:lnTo>
                <a:lnTo>
                  <a:pt x="3327" y="1295"/>
                </a:lnTo>
                <a:lnTo>
                  <a:pt x="3327" y="1294"/>
                </a:lnTo>
                <a:lnTo>
                  <a:pt x="3326" y="1294"/>
                </a:lnTo>
                <a:lnTo>
                  <a:pt x="3325" y="1293"/>
                </a:lnTo>
                <a:lnTo>
                  <a:pt x="3324" y="1293"/>
                </a:lnTo>
                <a:lnTo>
                  <a:pt x="3323" y="1293"/>
                </a:lnTo>
                <a:lnTo>
                  <a:pt x="3323" y="1292"/>
                </a:lnTo>
                <a:lnTo>
                  <a:pt x="3322" y="1292"/>
                </a:lnTo>
                <a:lnTo>
                  <a:pt x="3321" y="1291"/>
                </a:lnTo>
                <a:lnTo>
                  <a:pt x="3320" y="1291"/>
                </a:lnTo>
                <a:lnTo>
                  <a:pt x="3319" y="1291"/>
                </a:lnTo>
                <a:lnTo>
                  <a:pt x="3319" y="1290"/>
                </a:lnTo>
                <a:lnTo>
                  <a:pt x="3318" y="1290"/>
                </a:lnTo>
                <a:lnTo>
                  <a:pt x="3317" y="1290"/>
                </a:lnTo>
                <a:lnTo>
                  <a:pt x="3317" y="1289"/>
                </a:lnTo>
                <a:lnTo>
                  <a:pt x="3316" y="1289"/>
                </a:lnTo>
                <a:lnTo>
                  <a:pt x="3315" y="1288"/>
                </a:lnTo>
                <a:lnTo>
                  <a:pt x="3314" y="1288"/>
                </a:lnTo>
                <a:lnTo>
                  <a:pt x="3313" y="1288"/>
                </a:lnTo>
                <a:lnTo>
                  <a:pt x="3313" y="1287"/>
                </a:lnTo>
                <a:lnTo>
                  <a:pt x="3312" y="1287"/>
                </a:lnTo>
                <a:lnTo>
                  <a:pt x="3311" y="1286"/>
                </a:lnTo>
                <a:lnTo>
                  <a:pt x="3310" y="1286"/>
                </a:lnTo>
                <a:lnTo>
                  <a:pt x="3309" y="1286"/>
                </a:lnTo>
                <a:lnTo>
                  <a:pt x="3309" y="1285"/>
                </a:lnTo>
                <a:lnTo>
                  <a:pt x="3308" y="1285"/>
                </a:lnTo>
                <a:lnTo>
                  <a:pt x="3307" y="1285"/>
                </a:lnTo>
                <a:lnTo>
                  <a:pt x="3307" y="1284"/>
                </a:lnTo>
                <a:lnTo>
                  <a:pt x="3306" y="1284"/>
                </a:lnTo>
                <a:lnTo>
                  <a:pt x="3305" y="1283"/>
                </a:lnTo>
                <a:lnTo>
                  <a:pt x="3304" y="1283"/>
                </a:lnTo>
                <a:lnTo>
                  <a:pt x="3303" y="1283"/>
                </a:lnTo>
                <a:lnTo>
                  <a:pt x="3303" y="1282"/>
                </a:lnTo>
                <a:lnTo>
                  <a:pt x="3302" y="1282"/>
                </a:lnTo>
                <a:lnTo>
                  <a:pt x="3301" y="1281"/>
                </a:lnTo>
                <a:lnTo>
                  <a:pt x="3300" y="1281"/>
                </a:lnTo>
                <a:lnTo>
                  <a:pt x="3299" y="1281"/>
                </a:lnTo>
                <a:lnTo>
                  <a:pt x="3299" y="1280"/>
                </a:lnTo>
                <a:lnTo>
                  <a:pt x="3298" y="1280"/>
                </a:lnTo>
                <a:lnTo>
                  <a:pt x="3297" y="1280"/>
                </a:lnTo>
                <a:lnTo>
                  <a:pt x="3297" y="1279"/>
                </a:lnTo>
                <a:lnTo>
                  <a:pt x="3296" y="1279"/>
                </a:lnTo>
                <a:lnTo>
                  <a:pt x="3295" y="1278"/>
                </a:lnTo>
                <a:lnTo>
                  <a:pt x="3294" y="1278"/>
                </a:lnTo>
                <a:lnTo>
                  <a:pt x="3293" y="1278"/>
                </a:lnTo>
                <a:lnTo>
                  <a:pt x="3293" y="1277"/>
                </a:lnTo>
                <a:lnTo>
                  <a:pt x="3292" y="1277"/>
                </a:lnTo>
                <a:lnTo>
                  <a:pt x="3291" y="1276"/>
                </a:lnTo>
                <a:lnTo>
                  <a:pt x="3290" y="1276"/>
                </a:lnTo>
                <a:lnTo>
                  <a:pt x="3289" y="1276"/>
                </a:lnTo>
                <a:lnTo>
                  <a:pt x="3289" y="1275"/>
                </a:lnTo>
                <a:lnTo>
                  <a:pt x="3288" y="1275"/>
                </a:lnTo>
                <a:lnTo>
                  <a:pt x="3287" y="1275"/>
                </a:lnTo>
                <a:lnTo>
                  <a:pt x="3287" y="1274"/>
                </a:lnTo>
                <a:lnTo>
                  <a:pt x="3286" y="1274"/>
                </a:lnTo>
                <a:lnTo>
                  <a:pt x="3285" y="1273"/>
                </a:lnTo>
                <a:lnTo>
                  <a:pt x="3284" y="1273"/>
                </a:lnTo>
                <a:lnTo>
                  <a:pt x="3283" y="1273"/>
                </a:lnTo>
                <a:lnTo>
                  <a:pt x="3283" y="1272"/>
                </a:lnTo>
                <a:lnTo>
                  <a:pt x="3282" y="1272"/>
                </a:lnTo>
                <a:lnTo>
                  <a:pt x="3281" y="1271"/>
                </a:lnTo>
                <a:lnTo>
                  <a:pt x="3280" y="1271"/>
                </a:lnTo>
                <a:lnTo>
                  <a:pt x="3279" y="1271"/>
                </a:lnTo>
                <a:lnTo>
                  <a:pt x="3279" y="1270"/>
                </a:lnTo>
                <a:lnTo>
                  <a:pt x="3278" y="1270"/>
                </a:lnTo>
                <a:lnTo>
                  <a:pt x="3277" y="1269"/>
                </a:lnTo>
                <a:lnTo>
                  <a:pt x="3276" y="1269"/>
                </a:lnTo>
                <a:lnTo>
                  <a:pt x="3275" y="1268"/>
                </a:lnTo>
                <a:lnTo>
                  <a:pt x="3274" y="1268"/>
                </a:lnTo>
                <a:lnTo>
                  <a:pt x="3273" y="1268"/>
                </a:lnTo>
                <a:lnTo>
                  <a:pt x="3273" y="1267"/>
                </a:lnTo>
                <a:lnTo>
                  <a:pt x="3272" y="1267"/>
                </a:lnTo>
                <a:lnTo>
                  <a:pt x="3271" y="1266"/>
                </a:lnTo>
                <a:lnTo>
                  <a:pt x="3270" y="1266"/>
                </a:lnTo>
                <a:lnTo>
                  <a:pt x="3269" y="1266"/>
                </a:lnTo>
                <a:lnTo>
                  <a:pt x="3269" y="1265"/>
                </a:lnTo>
                <a:lnTo>
                  <a:pt x="3268" y="1265"/>
                </a:lnTo>
                <a:lnTo>
                  <a:pt x="3267" y="1264"/>
                </a:lnTo>
                <a:lnTo>
                  <a:pt x="3266" y="1264"/>
                </a:lnTo>
                <a:lnTo>
                  <a:pt x="3265" y="1263"/>
                </a:lnTo>
                <a:lnTo>
                  <a:pt x="3264" y="1263"/>
                </a:lnTo>
                <a:lnTo>
                  <a:pt x="3263" y="1263"/>
                </a:lnTo>
                <a:lnTo>
                  <a:pt x="3263" y="1262"/>
                </a:lnTo>
                <a:lnTo>
                  <a:pt x="3262" y="1262"/>
                </a:lnTo>
                <a:lnTo>
                  <a:pt x="3261" y="1261"/>
                </a:lnTo>
                <a:lnTo>
                  <a:pt x="3260" y="1261"/>
                </a:lnTo>
                <a:lnTo>
                  <a:pt x="3259" y="1261"/>
                </a:lnTo>
                <a:lnTo>
                  <a:pt x="3259" y="1260"/>
                </a:lnTo>
                <a:lnTo>
                  <a:pt x="3258" y="1260"/>
                </a:lnTo>
                <a:lnTo>
                  <a:pt x="3257" y="1259"/>
                </a:lnTo>
                <a:lnTo>
                  <a:pt x="3256" y="1259"/>
                </a:lnTo>
                <a:lnTo>
                  <a:pt x="3255" y="1259"/>
                </a:lnTo>
                <a:lnTo>
                  <a:pt x="3255" y="1258"/>
                </a:lnTo>
                <a:lnTo>
                  <a:pt x="3254" y="1258"/>
                </a:lnTo>
                <a:lnTo>
                  <a:pt x="3253" y="1258"/>
                </a:lnTo>
                <a:lnTo>
                  <a:pt x="3253" y="1257"/>
                </a:lnTo>
                <a:lnTo>
                  <a:pt x="3252" y="1257"/>
                </a:lnTo>
                <a:lnTo>
                  <a:pt x="3251" y="1256"/>
                </a:lnTo>
                <a:lnTo>
                  <a:pt x="3250" y="1256"/>
                </a:lnTo>
                <a:lnTo>
                  <a:pt x="3249" y="1256"/>
                </a:lnTo>
                <a:lnTo>
                  <a:pt x="3249" y="1255"/>
                </a:lnTo>
                <a:lnTo>
                  <a:pt x="3248" y="1255"/>
                </a:lnTo>
                <a:lnTo>
                  <a:pt x="3247" y="1254"/>
                </a:lnTo>
                <a:lnTo>
                  <a:pt x="3246" y="1254"/>
                </a:lnTo>
                <a:lnTo>
                  <a:pt x="3245" y="1254"/>
                </a:lnTo>
                <a:lnTo>
                  <a:pt x="3245" y="1253"/>
                </a:lnTo>
                <a:lnTo>
                  <a:pt x="3244" y="1253"/>
                </a:lnTo>
                <a:lnTo>
                  <a:pt x="3243" y="1253"/>
                </a:lnTo>
                <a:lnTo>
                  <a:pt x="3243" y="1252"/>
                </a:lnTo>
                <a:lnTo>
                  <a:pt x="3242" y="1252"/>
                </a:lnTo>
                <a:lnTo>
                  <a:pt x="3241" y="1251"/>
                </a:lnTo>
                <a:lnTo>
                  <a:pt x="3240" y="1251"/>
                </a:lnTo>
                <a:lnTo>
                  <a:pt x="3239" y="1251"/>
                </a:lnTo>
                <a:lnTo>
                  <a:pt x="3239" y="1250"/>
                </a:lnTo>
                <a:lnTo>
                  <a:pt x="3238" y="1250"/>
                </a:lnTo>
                <a:lnTo>
                  <a:pt x="3237" y="1249"/>
                </a:lnTo>
                <a:lnTo>
                  <a:pt x="3236" y="1249"/>
                </a:lnTo>
                <a:lnTo>
                  <a:pt x="3235" y="1249"/>
                </a:lnTo>
                <a:lnTo>
                  <a:pt x="3235" y="1248"/>
                </a:lnTo>
                <a:lnTo>
                  <a:pt x="3234" y="1248"/>
                </a:lnTo>
                <a:lnTo>
                  <a:pt x="3233" y="1248"/>
                </a:lnTo>
                <a:lnTo>
                  <a:pt x="3233" y="1247"/>
                </a:lnTo>
                <a:lnTo>
                  <a:pt x="3232" y="1247"/>
                </a:lnTo>
                <a:lnTo>
                  <a:pt x="3231" y="1246"/>
                </a:lnTo>
                <a:lnTo>
                  <a:pt x="3230" y="1246"/>
                </a:lnTo>
                <a:lnTo>
                  <a:pt x="3229" y="1246"/>
                </a:lnTo>
                <a:lnTo>
                  <a:pt x="3229" y="1245"/>
                </a:lnTo>
                <a:lnTo>
                  <a:pt x="3228" y="1245"/>
                </a:lnTo>
                <a:lnTo>
                  <a:pt x="3227" y="1244"/>
                </a:lnTo>
                <a:lnTo>
                  <a:pt x="3226" y="1244"/>
                </a:lnTo>
                <a:lnTo>
                  <a:pt x="3225" y="1244"/>
                </a:lnTo>
                <a:lnTo>
                  <a:pt x="3225" y="1243"/>
                </a:lnTo>
                <a:lnTo>
                  <a:pt x="3224" y="1243"/>
                </a:lnTo>
                <a:lnTo>
                  <a:pt x="3223" y="1243"/>
                </a:lnTo>
                <a:lnTo>
                  <a:pt x="3223" y="1242"/>
                </a:lnTo>
                <a:lnTo>
                  <a:pt x="3222" y="1242"/>
                </a:lnTo>
                <a:lnTo>
                  <a:pt x="3221" y="1241"/>
                </a:lnTo>
                <a:lnTo>
                  <a:pt x="3220" y="1241"/>
                </a:lnTo>
                <a:lnTo>
                  <a:pt x="3219" y="1241"/>
                </a:lnTo>
                <a:lnTo>
                  <a:pt x="3219" y="1240"/>
                </a:lnTo>
                <a:lnTo>
                  <a:pt x="3218" y="1240"/>
                </a:lnTo>
                <a:lnTo>
                  <a:pt x="3217" y="1239"/>
                </a:lnTo>
                <a:lnTo>
                  <a:pt x="3216" y="1239"/>
                </a:lnTo>
                <a:lnTo>
                  <a:pt x="3216" y="1249"/>
                </a:lnTo>
                <a:lnTo>
                  <a:pt x="3215" y="1249"/>
                </a:lnTo>
                <a:lnTo>
                  <a:pt x="3214" y="1249"/>
                </a:lnTo>
                <a:lnTo>
                  <a:pt x="3213" y="1248"/>
                </a:lnTo>
                <a:lnTo>
                  <a:pt x="3212" y="1248"/>
                </a:lnTo>
                <a:lnTo>
                  <a:pt x="3212" y="1247"/>
                </a:lnTo>
                <a:lnTo>
                  <a:pt x="3211" y="1247"/>
                </a:lnTo>
                <a:lnTo>
                  <a:pt x="3210" y="1247"/>
                </a:lnTo>
                <a:lnTo>
                  <a:pt x="3209" y="1246"/>
                </a:lnTo>
                <a:lnTo>
                  <a:pt x="3208" y="1246"/>
                </a:lnTo>
                <a:lnTo>
                  <a:pt x="3208" y="1245"/>
                </a:lnTo>
                <a:lnTo>
                  <a:pt x="3207" y="1245"/>
                </a:lnTo>
                <a:lnTo>
                  <a:pt x="3206" y="1245"/>
                </a:lnTo>
                <a:lnTo>
                  <a:pt x="3206" y="1244"/>
                </a:lnTo>
                <a:lnTo>
                  <a:pt x="3205" y="1244"/>
                </a:lnTo>
                <a:lnTo>
                  <a:pt x="3204" y="1244"/>
                </a:lnTo>
                <a:lnTo>
                  <a:pt x="3203" y="1243"/>
                </a:lnTo>
                <a:lnTo>
                  <a:pt x="3202" y="1243"/>
                </a:lnTo>
                <a:lnTo>
                  <a:pt x="3202" y="1242"/>
                </a:lnTo>
                <a:lnTo>
                  <a:pt x="3201" y="1242"/>
                </a:lnTo>
                <a:lnTo>
                  <a:pt x="3200" y="1242"/>
                </a:lnTo>
                <a:lnTo>
                  <a:pt x="3199" y="1241"/>
                </a:lnTo>
                <a:lnTo>
                  <a:pt x="3198" y="1241"/>
                </a:lnTo>
                <a:lnTo>
                  <a:pt x="3198" y="1240"/>
                </a:lnTo>
                <a:lnTo>
                  <a:pt x="3197" y="1240"/>
                </a:lnTo>
                <a:lnTo>
                  <a:pt x="3196" y="1240"/>
                </a:lnTo>
                <a:lnTo>
                  <a:pt x="3196" y="1239"/>
                </a:lnTo>
                <a:lnTo>
                  <a:pt x="3195" y="1239"/>
                </a:lnTo>
                <a:lnTo>
                  <a:pt x="3194" y="1239"/>
                </a:lnTo>
                <a:lnTo>
                  <a:pt x="3193" y="1238"/>
                </a:lnTo>
                <a:lnTo>
                  <a:pt x="3192" y="1238"/>
                </a:lnTo>
                <a:lnTo>
                  <a:pt x="3192" y="1237"/>
                </a:lnTo>
                <a:lnTo>
                  <a:pt x="3191" y="1237"/>
                </a:lnTo>
                <a:lnTo>
                  <a:pt x="3190" y="1237"/>
                </a:lnTo>
                <a:lnTo>
                  <a:pt x="3189" y="1236"/>
                </a:lnTo>
                <a:lnTo>
                  <a:pt x="3188" y="1236"/>
                </a:lnTo>
                <a:lnTo>
                  <a:pt x="3188" y="1235"/>
                </a:lnTo>
                <a:lnTo>
                  <a:pt x="3187" y="1235"/>
                </a:lnTo>
                <a:lnTo>
                  <a:pt x="3186" y="1235"/>
                </a:lnTo>
                <a:lnTo>
                  <a:pt x="3186" y="1234"/>
                </a:lnTo>
                <a:lnTo>
                  <a:pt x="3185" y="1234"/>
                </a:lnTo>
                <a:lnTo>
                  <a:pt x="3184" y="1234"/>
                </a:lnTo>
                <a:lnTo>
                  <a:pt x="3183" y="1233"/>
                </a:lnTo>
                <a:lnTo>
                  <a:pt x="3182" y="1233"/>
                </a:lnTo>
                <a:lnTo>
                  <a:pt x="3182" y="1232"/>
                </a:lnTo>
                <a:lnTo>
                  <a:pt x="3181" y="1232"/>
                </a:lnTo>
                <a:lnTo>
                  <a:pt x="3180" y="1232"/>
                </a:lnTo>
                <a:lnTo>
                  <a:pt x="3179" y="1231"/>
                </a:lnTo>
                <a:lnTo>
                  <a:pt x="3178" y="1231"/>
                </a:lnTo>
                <a:lnTo>
                  <a:pt x="3178" y="1230"/>
                </a:lnTo>
                <a:lnTo>
                  <a:pt x="3177" y="1230"/>
                </a:lnTo>
                <a:lnTo>
                  <a:pt x="3176" y="1230"/>
                </a:lnTo>
                <a:lnTo>
                  <a:pt x="3175" y="1229"/>
                </a:lnTo>
                <a:lnTo>
                  <a:pt x="3174" y="1229"/>
                </a:lnTo>
                <a:lnTo>
                  <a:pt x="3173" y="1228"/>
                </a:lnTo>
                <a:lnTo>
                  <a:pt x="3172" y="1228"/>
                </a:lnTo>
                <a:lnTo>
                  <a:pt x="3172" y="1227"/>
                </a:lnTo>
                <a:lnTo>
                  <a:pt x="3171" y="1227"/>
                </a:lnTo>
                <a:lnTo>
                  <a:pt x="3170" y="1227"/>
                </a:lnTo>
                <a:lnTo>
                  <a:pt x="3169" y="1226"/>
                </a:lnTo>
                <a:lnTo>
                  <a:pt x="3168" y="1226"/>
                </a:lnTo>
                <a:lnTo>
                  <a:pt x="3168" y="1225"/>
                </a:lnTo>
                <a:lnTo>
                  <a:pt x="3167" y="1225"/>
                </a:lnTo>
                <a:lnTo>
                  <a:pt x="3166" y="1225"/>
                </a:lnTo>
                <a:lnTo>
                  <a:pt x="3165" y="1224"/>
                </a:lnTo>
                <a:lnTo>
                  <a:pt x="3164" y="1224"/>
                </a:lnTo>
                <a:lnTo>
                  <a:pt x="3163" y="1223"/>
                </a:lnTo>
                <a:lnTo>
                  <a:pt x="3162" y="1223"/>
                </a:lnTo>
                <a:lnTo>
                  <a:pt x="3162" y="1222"/>
                </a:lnTo>
                <a:lnTo>
                  <a:pt x="3161" y="1222"/>
                </a:lnTo>
                <a:lnTo>
                  <a:pt x="3160" y="1222"/>
                </a:lnTo>
                <a:lnTo>
                  <a:pt x="3159" y="1221"/>
                </a:lnTo>
                <a:lnTo>
                  <a:pt x="3158" y="1221"/>
                </a:lnTo>
                <a:lnTo>
                  <a:pt x="3158" y="1220"/>
                </a:lnTo>
                <a:lnTo>
                  <a:pt x="3157" y="1220"/>
                </a:lnTo>
                <a:lnTo>
                  <a:pt x="3156" y="1220"/>
                </a:lnTo>
                <a:lnTo>
                  <a:pt x="3155" y="1219"/>
                </a:lnTo>
                <a:lnTo>
                  <a:pt x="3154" y="1219"/>
                </a:lnTo>
                <a:lnTo>
                  <a:pt x="3154" y="1218"/>
                </a:lnTo>
                <a:lnTo>
                  <a:pt x="3153" y="1218"/>
                </a:lnTo>
                <a:lnTo>
                  <a:pt x="3152" y="1218"/>
                </a:lnTo>
                <a:lnTo>
                  <a:pt x="3152" y="1217"/>
                </a:lnTo>
                <a:lnTo>
                  <a:pt x="3151" y="1217"/>
                </a:lnTo>
                <a:lnTo>
                  <a:pt x="3150" y="1217"/>
                </a:lnTo>
                <a:lnTo>
                  <a:pt x="3149" y="1216"/>
                </a:lnTo>
                <a:lnTo>
                  <a:pt x="3148" y="1216"/>
                </a:lnTo>
                <a:lnTo>
                  <a:pt x="3148" y="1215"/>
                </a:lnTo>
                <a:lnTo>
                  <a:pt x="3147" y="1215"/>
                </a:lnTo>
                <a:lnTo>
                  <a:pt x="3146" y="1215"/>
                </a:lnTo>
                <a:lnTo>
                  <a:pt x="3145" y="1214"/>
                </a:lnTo>
                <a:lnTo>
                  <a:pt x="3144" y="1214"/>
                </a:lnTo>
                <a:lnTo>
                  <a:pt x="3144" y="1213"/>
                </a:lnTo>
                <a:lnTo>
                  <a:pt x="3143" y="1213"/>
                </a:lnTo>
                <a:lnTo>
                  <a:pt x="3142" y="1213"/>
                </a:lnTo>
                <a:lnTo>
                  <a:pt x="3142" y="1212"/>
                </a:lnTo>
                <a:lnTo>
                  <a:pt x="3141" y="1212"/>
                </a:lnTo>
                <a:lnTo>
                  <a:pt x="3140" y="1212"/>
                </a:lnTo>
                <a:lnTo>
                  <a:pt x="3139" y="1211"/>
                </a:lnTo>
                <a:lnTo>
                  <a:pt x="3138" y="1211"/>
                </a:lnTo>
                <a:lnTo>
                  <a:pt x="3138" y="1210"/>
                </a:lnTo>
                <a:lnTo>
                  <a:pt x="3137" y="1210"/>
                </a:lnTo>
                <a:lnTo>
                  <a:pt x="3136" y="1210"/>
                </a:lnTo>
                <a:lnTo>
                  <a:pt x="3135" y="1209"/>
                </a:lnTo>
                <a:lnTo>
                  <a:pt x="3134" y="1209"/>
                </a:lnTo>
                <a:lnTo>
                  <a:pt x="3134" y="1208"/>
                </a:lnTo>
                <a:lnTo>
                  <a:pt x="3133" y="1208"/>
                </a:lnTo>
                <a:lnTo>
                  <a:pt x="3132" y="1208"/>
                </a:lnTo>
                <a:lnTo>
                  <a:pt x="3132" y="1207"/>
                </a:lnTo>
                <a:lnTo>
                  <a:pt x="3131" y="1207"/>
                </a:lnTo>
                <a:lnTo>
                  <a:pt x="3130" y="1207"/>
                </a:lnTo>
                <a:lnTo>
                  <a:pt x="3129" y="1206"/>
                </a:lnTo>
                <a:lnTo>
                  <a:pt x="3128" y="1206"/>
                </a:lnTo>
                <a:lnTo>
                  <a:pt x="3128" y="1205"/>
                </a:lnTo>
                <a:lnTo>
                  <a:pt x="3127" y="1205"/>
                </a:lnTo>
                <a:lnTo>
                  <a:pt x="3126" y="1205"/>
                </a:lnTo>
                <a:lnTo>
                  <a:pt x="3125" y="1204"/>
                </a:lnTo>
                <a:lnTo>
                  <a:pt x="3124" y="1204"/>
                </a:lnTo>
                <a:lnTo>
                  <a:pt x="3124" y="1203"/>
                </a:lnTo>
                <a:lnTo>
                  <a:pt x="3123" y="1203"/>
                </a:lnTo>
                <a:lnTo>
                  <a:pt x="3122" y="1203"/>
                </a:lnTo>
                <a:lnTo>
                  <a:pt x="3121" y="1202"/>
                </a:lnTo>
                <a:lnTo>
                  <a:pt x="3120" y="1202"/>
                </a:lnTo>
                <a:lnTo>
                  <a:pt x="3119" y="1201"/>
                </a:lnTo>
                <a:lnTo>
                  <a:pt x="3118" y="1201"/>
                </a:lnTo>
                <a:lnTo>
                  <a:pt x="3118" y="1200"/>
                </a:lnTo>
                <a:lnTo>
                  <a:pt x="3117" y="1200"/>
                </a:lnTo>
                <a:lnTo>
                  <a:pt x="3116" y="1200"/>
                </a:lnTo>
                <a:lnTo>
                  <a:pt x="3115" y="1199"/>
                </a:lnTo>
                <a:lnTo>
                  <a:pt x="3114" y="1199"/>
                </a:lnTo>
                <a:lnTo>
                  <a:pt x="3114" y="1198"/>
                </a:lnTo>
                <a:lnTo>
                  <a:pt x="3113" y="1198"/>
                </a:lnTo>
                <a:lnTo>
                  <a:pt x="3112" y="1198"/>
                </a:lnTo>
                <a:lnTo>
                  <a:pt x="3111" y="1197"/>
                </a:lnTo>
                <a:lnTo>
                  <a:pt x="3110" y="1197"/>
                </a:lnTo>
                <a:lnTo>
                  <a:pt x="3109" y="1196"/>
                </a:lnTo>
                <a:lnTo>
                  <a:pt x="3108" y="1196"/>
                </a:lnTo>
                <a:lnTo>
                  <a:pt x="3108" y="1195"/>
                </a:lnTo>
                <a:lnTo>
                  <a:pt x="3107" y="1195"/>
                </a:lnTo>
                <a:lnTo>
                  <a:pt x="3106" y="1195"/>
                </a:lnTo>
                <a:lnTo>
                  <a:pt x="3105" y="1194"/>
                </a:lnTo>
                <a:lnTo>
                  <a:pt x="3104" y="1194"/>
                </a:lnTo>
                <a:lnTo>
                  <a:pt x="3104" y="1193"/>
                </a:lnTo>
                <a:lnTo>
                  <a:pt x="3103" y="1193"/>
                </a:lnTo>
                <a:lnTo>
                  <a:pt x="3102" y="1193"/>
                </a:lnTo>
                <a:lnTo>
                  <a:pt x="3101" y="1192"/>
                </a:lnTo>
                <a:lnTo>
                  <a:pt x="3100" y="1192"/>
                </a:lnTo>
                <a:lnTo>
                  <a:pt x="3099" y="1191"/>
                </a:lnTo>
                <a:lnTo>
                  <a:pt x="3098" y="1191"/>
                </a:lnTo>
                <a:lnTo>
                  <a:pt x="3098" y="1190"/>
                </a:lnTo>
                <a:lnTo>
                  <a:pt x="3097" y="1190"/>
                </a:lnTo>
                <a:lnTo>
                  <a:pt x="3096" y="1190"/>
                </a:lnTo>
                <a:lnTo>
                  <a:pt x="3095" y="1189"/>
                </a:lnTo>
                <a:lnTo>
                  <a:pt x="3094" y="1189"/>
                </a:lnTo>
                <a:lnTo>
                  <a:pt x="3094" y="1188"/>
                </a:lnTo>
                <a:lnTo>
                  <a:pt x="3093" y="1188"/>
                </a:lnTo>
                <a:lnTo>
                  <a:pt x="3092" y="1188"/>
                </a:lnTo>
                <a:lnTo>
                  <a:pt x="3091" y="1187"/>
                </a:lnTo>
                <a:lnTo>
                  <a:pt x="3090" y="1187"/>
                </a:lnTo>
                <a:lnTo>
                  <a:pt x="3089" y="1186"/>
                </a:lnTo>
                <a:lnTo>
                  <a:pt x="3088" y="1186"/>
                </a:lnTo>
                <a:lnTo>
                  <a:pt x="3088" y="1185"/>
                </a:lnTo>
                <a:lnTo>
                  <a:pt x="3087" y="1185"/>
                </a:lnTo>
                <a:lnTo>
                  <a:pt x="3086" y="1185"/>
                </a:lnTo>
                <a:lnTo>
                  <a:pt x="3085" y="1184"/>
                </a:lnTo>
                <a:lnTo>
                  <a:pt x="3084" y="1184"/>
                </a:lnTo>
                <a:lnTo>
                  <a:pt x="3084" y="1183"/>
                </a:lnTo>
                <a:lnTo>
                  <a:pt x="3083" y="1183"/>
                </a:lnTo>
                <a:lnTo>
                  <a:pt x="3082" y="1183"/>
                </a:lnTo>
                <a:lnTo>
                  <a:pt x="3081" y="1182"/>
                </a:lnTo>
                <a:lnTo>
                  <a:pt x="3080" y="1182"/>
                </a:lnTo>
                <a:lnTo>
                  <a:pt x="3079" y="1181"/>
                </a:lnTo>
                <a:lnTo>
                  <a:pt x="3078" y="1181"/>
                </a:lnTo>
                <a:lnTo>
                  <a:pt x="3078" y="1180"/>
                </a:lnTo>
                <a:lnTo>
                  <a:pt x="3077" y="1180"/>
                </a:lnTo>
                <a:lnTo>
                  <a:pt x="3076" y="1180"/>
                </a:lnTo>
                <a:lnTo>
                  <a:pt x="3075" y="1179"/>
                </a:lnTo>
                <a:lnTo>
                  <a:pt x="3074" y="1179"/>
                </a:lnTo>
                <a:lnTo>
                  <a:pt x="3074" y="1178"/>
                </a:lnTo>
                <a:lnTo>
                  <a:pt x="3073" y="1178"/>
                </a:lnTo>
                <a:lnTo>
                  <a:pt x="3072" y="1178"/>
                </a:lnTo>
                <a:lnTo>
                  <a:pt x="3071" y="1177"/>
                </a:lnTo>
                <a:lnTo>
                  <a:pt x="3070" y="1177"/>
                </a:lnTo>
                <a:lnTo>
                  <a:pt x="3069" y="1176"/>
                </a:lnTo>
                <a:lnTo>
                  <a:pt x="3068" y="1176"/>
                </a:lnTo>
                <a:lnTo>
                  <a:pt x="3068" y="1175"/>
                </a:lnTo>
                <a:lnTo>
                  <a:pt x="3067" y="1175"/>
                </a:lnTo>
                <a:lnTo>
                  <a:pt x="3066" y="1175"/>
                </a:lnTo>
                <a:lnTo>
                  <a:pt x="3065" y="1174"/>
                </a:lnTo>
                <a:lnTo>
                  <a:pt x="3064" y="1174"/>
                </a:lnTo>
                <a:lnTo>
                  <a:pt x="3064" y="1173"/>
                </a:lnTo>
                <a:lnTo>
                  <a:pt x="3063" y="1173"/>
                </a:lnTo>
                <a:lnTo>
                  <a:pt x="3062" y="1173"/>
                </a:lnTo>
                <a:lnTo>
                  <a:pt x="3061" y="1172"/>
                </a:lnTo>
                <a:lnTo>
                  <a:pt x="3060" y="1172"/>
                </a:lnTo>
                <a:lnTo>
                  <a:pt x="3059" y="1171"/>
                </a:lnTo>
                <a:lnTo>
                  <a:pt x="3058" y="1171"/>
                </a:lnTo>
                <a:lnTo>
                  <a:pt x="3057" y="1170"/>
                </a:lnTo>
                <a:lnTo>
                  <a:pt x="3056" y="1170"/>
                </a:lnTo>
                <a:lnTo>
                  <a:pt x="3055" y="1169"/>
                </a:lnTo>
                <a:lnTo>
                  <a:pt x="3054" y="1169"/>
                </a:lnTo>
                <a:lnTo>
                  <a:pt x="3054" y="1168"/>
                </a:lnTo>
                <a:lnTo>
                  <a:pt x="3053" y="1168"/>
                </a:lnTo>
                <a:lnTo>
                  <a:pt x="3052" y="1168"/>
                </a:lnTo>
                <a:lnTo>
                  <a:pt x="3051" y="1167"/>
                </a:lnTo>
                <a:lnTo>
                  <a:pt x="3050" y="1167"/>
                </a:lnTo>
                <a:lnTo>
                  <a:pt x="3049" y="1166"/>
                </a:lnTo>
                <a:lnTo>
                  <a:pt x="3048" y="1166"/>
                </a:lnTo>
                <a:lnTo>
                  <a:pt x="3047" y="1165"/>
                </a:lnTo>
                <a:lnTo>
                  <a:pt x="3046" y="1165"/>
                </a:lnTo>
                <a:lnTo>
                  <a:pt x="3045" y="1164"/>
                </a:lnTo>
                <a:lnTo>
                  <a:pt x="3044" y="1164"/>
                </a:lnTo>
                <a:lnTo>
                  <a:pt x="3044" y="1163"/>
                </a:lnTo>
                <a:lnTo>
                  <a:pt x="3043" y="1163"/>
                </a:lnTo>
                <a:lnTo>
                  <a:pt x="3042" y="1163"/>
                </a:lnTo>
                <a:lnTo>
                  <a:pt x="3041" y="1162"/>
                </a:lnTo>
                <a:lnTo>
                  <a:pt x="3040" y="1162"/>
                </a:lnTo>
                <a:lnTo>
                  <a:pt x="3039" y="1161"/>
                </a:lnTo>
                <a:lnTo>
                  <a:pt x="3038" y="1161"/>
                </a:lnTo>
                <a:lnTo>
                  <a:pt x="3037" y="1160"/>
                </a:lnTo>
                <a:lnTo>
                  <a:pt x="3036" y="1160"/>
                </a:lnTo>
                <a:lnTo>
                  <a:pt x="3035" y="1159"/>
                </a:lnTo>
                <a:lnTo>
                  <a:pt x="3034" y="1159"/>
                </a:lnTo>
                <a:lnTo>
                  <a:pt x="3034" y="1158"/>
                </a:lnTo>
                <a:lnTo>
                  <a:pt x="3033" y="1158"/>
                </a:lnTo>
                <a:lnTo>
                  <a:pt x="3032" y="1158"/>
                </a:lnTo>
                <a:lnTo>
                  <a:pt x="3031" y="1157"/>
                </a:lnTo>
                <a:lnTo>
                  <a:pt x="3030" y="1157"/>
                </a:lnTo>
                <a:lnTo>
                  <a:pt x="3030" y="1156"/>
                </a:lnTo>
                <a:lnTo>
                  <a:pt x="3029" y="1156"/>
                </a:lnTo>
                <a:lnTo>
                  <a:pt x="3028" y="1156"/>
                </a:lnTo>
                <a:lnTo>
                  <a:pt x="3027" y="1155"/>
                </a:lnTo>
                <a:lnTo>
                  <a:pt x="3026" y="1155"/>
                </a:lnTo>
                <a:lnTo>
                  <a:pt x="3025" y="1154"/>
                </a:lnTo>
                <a:lnTo>
                  <a:pt x="3024" y="1154"/>
                </a:lnTo>
                <a:lnTo>
                  <a:pt x="3024" y="1153"/>
                </a:lnTo>
                <a:lnTo>
                  <a:pt x="3023" y="1153"/>
                </a:lnTo>
                <a:lnTo>
                  <a:pt x="3022" y="1153"/>
                </a:lnTo>
                <a:lnTo>
                  <a:pt x="3021" y="1152"/>
                </a:lnTo>
                <a:lnTo>
                  <a:pt x="3020" y="1152"/>
                </a:lnTo>
                <a:lnTo>
                  <a:pt x="3020" y="1151"/>
                </a:lnTo>
                <a:lnTo>
                  <a:pt x="3019" y="1151"/>
                </a:lnTo>
                <a:lnTo>
                  <a:pt x="3018" y="1151"/>
                </a:lnTo>
                <a:lnTo>
                  <a:pt x="3017" y="1150"/>
                </a:lnTo>
                <a:lnTo>
                  <a:pt x="3016" y="1150"/>
                </a:lnTo>
                <a:lnTo>
                  <a:pt x="3015" y="1149"/>
                </a:lnTo>
                <a:lnTo>
                  <a:pt x="3014" y="1149"/>
                </a:lnTo>
                <a:lnTo>
                  <a:pt x="3014" y="1148"/>
                </a:lnTo>
                <a:lnTo>
                  <a:pt x="3013" y="1148"/>
                </a:lnTo>
                <a:lnTo>
                  <a:pt x="3012" y="1148"/>
                </a:lnTo>
                <a:lnTo>
                  <a:pt x="3011" y="1147"/>
                </a:lnTo>
                <a:lnTo>
                  <a:pt x="3010" y="1147"/>
                </a:lnTo>
                <a:lnTo>
                  <a:pt x="3010" y="1146"/>
                </a:lnTo>
                <a:lnTo>
                  <a:pt x="3009" y="1146"/>
                </a:lnTo>
                <a:lnTo>
                  <a:pt x="3008" y="1146"/>
                </a:lnTo>
                <a:lnTo>
                  <a:pt x="3007" y="1145"/>
                </a:lnTo>
                <a:lnTo>
                  <a:pt x="3006" y="1145"/>
                </a:lnTo>
                <a:lnTo>
                  <a:pt x="3005" y="1144"/>
                </a:lnTo>
                <a:lnTo>
                  <a:pt x="3004" y="1144"/>
                </a:lnTo>
                <a:lnTo>
                  <a:pt x="3004" y="1143"/>
                </a:lnTo>
                <a:lnTo>
                  <a:pt x="3003" y="1143"/>
                </a:lnTo>
                <a:lnTo>
                  <a:pt x="3002" y="1143"/>
                </a:lnTo>
                <a:lnTo>
                  <a:pt x="3001" y="1142"/>
                </a:lnTo>
                <a:lnTo>
                  <a:pt x="3000" y="1142"/>
                </a:lnTo>
                <a:lnTo>
                  <a:pt x="3000" y="1141"/>
                </a:lnTo>
                <a:lnTo>
                  <a:pt x="2999" y="1141"/>
                </a:lnTo>
                <a:lnTo>
                  <a:pt x="2998" y="1141"/>
                </a:lnTo>
                <a:lnTo>
                  <a:pt x="2997" y="1140"/>
                </a:lnTo>
                <a:lnTo>
                  <a:pt x="2996" y="1140"/>
                </a:lnTo>
                <a:lnTo>
                  <a:pt x="2995" y="1139"/>
                </a:lnTo>
                <a:lnTo>
                  <a:pt x="2994" y="1139"/>
                </a:lnTo>
                <a:lnTo>
                  <a:pt x="2993" y="1138"/>
                </a:lnTo>
                <a:lnTo>
                  <a:pt x="2992" y="1138"/>
                </a:lnTo>
                <a:lnTo>
                  <a:pt x="2991" y="1137"/>
                </a:lnTo>
                <a:lnTo>
                  <a:pt x="2990" y="1137"/>
                </a:lnTo>
                <a:lnTo>
                  <a:pt x="2990" y="1136"/>
                </a:lnTo>
                <a:lnTo>
                  <a:pt x="2989" y="1136"/>
                </a:lnTo>
                <a:lnTo>
                  <a:pt x="2988" y="1136"/>
                </a:lnTo>
                <a:lnTo>
                  <a:pt x="2987" y="1135"/>
                </a:lnTo>
                <a:lnTo>
                  <a:pt x="2986" y="1135"/>
                </a:lnTo>
                <a:lnTo>
                  <a:pt x="2985" y="1134"/>
                </a:lnTo>
                <a:lnTo>
                  <a:pt x="2984" y="1134"/>
                </a:lnTo>
                <a:lnTo>
                  <a:pt x="2983" y="1133"/>
                </a:lnTo>
                <a:lnTo>
                  <a:pt x="2982" y="1133"/>
                </a:lnTo>
                <a:lnTo>
                  <a:pt x="2981" y="1132"/>
                </a:lnTo>
                <a:lnTo>
                  <a:pt x="2980" y="1132"/>
                </a:lnTo>
                <a:lnTo>
                  <a:pt x="2980" y="1131"/>
                </a:lnTo>
                <a:lnTo>
                  <a:pt x="2979" y="1131"/>
                </a:lnTo>
                <a:lnTo>
                  <a:pt x="2978" y="1131"/>
                </a:lnTo>
                <a:lnTo>
                  <a:pt x="2977" y="1130"/>
                </a:lnTo>
                <a:lnTo>
                  <a:pt x="2976" y="1130"/>
                </a:lnTo>
                <a:lnTo>
                  <a:pt x="2975" y="1129"/>
                </a:lnTo>
                <a:lnTo>
                  <a:pt x="2974" y="1129"/>
                </a:lnTo>
                <a:lnTo>
                  <a:pt x="2973" y="1128"/>
                </a:lnTo>
                <a:lnTo>
                  <a:pt x="2972" y="1128"/>
                </a:lnTo>
                <a:lnTo>
                  <a:pt x="2971" y="1127"/>
                </a:lnTo>
                <a:lnTo>
                  <a:pt x="2970" y="1127"/>
                </a:lnTo>
                <a:lnTo>
                  <a:pt x="2970" y="1126"/>
                </a:lnTo>
                <a:lnTo>
                  <a:pt x="2969" y="1126"/>
                </a:lnTo>
                <a:lnTo>
                  <a:pt x="2968" y="1126"/>
                </a:lnTo>
                <a:lnTo>
                  <a:pt x="2967" y="1125"/>
                </a:lnTo>
                <a:lnTo>
                  <a:pt x="2966" y="1125"/>
                </a:lnTo>
                <a:lnTo>
                  <a:pt x="2965" y="1124"/>
                </a:lnTo>
                <a:lnTo>
                  <a:pt x="2964" y="1124"/>
                </a:lnTo>
                <a:lnTo>
                  <a:pt x="2963" y="1123"/>
                </a:lnTo>
                <a:lnTo>
                  <a:pt x="2962" y="1123"/>
                </a:lnTo>
                <a:lnTo>
                  <a:pt x="2961" y="1122"/>
                </a:lnTo>
                <a:lnTo>
                  <a:pt x="2960" y="1122"/>
                </a:lnTo>
                <a:lnTo>
                  <a:pt x="2960" y="1121"/>
                </a:lnTo>
                <a:lnTo>
                  <a:pt x="2959" y="1121"/>
                </a:lnTo>
                <a:lnTo>
                  <a:pt x="2958" y="1121"/>
                </a:lnTo>
                <a:lnTo>
                  <a:pt x="2957" y="1120"/>
                </a:lnTo>
                <a:lnTo>
                  <a:pt x="2956" y="1120"/>
                </a:lnTo>
                <a:lnTo>
                  <a:pt x="2955" y="1119"/>
                </a:lnTo>
                <a:lnTo>
                  <a:pt x="2954" y="1119"/>
                </a:lnTo>
                <a:lnTo>
                  <a:pt x="2953" y="1118"/>
                </a:lnTo>
                <a:lnTo>
                  <a:pt x="2952" y="1118"/>
                </a:lnTo>
                <a:lnTo>
                  <a:pt x="2951" y="1117"/>
                </a:lnTo>
                <a:lnTo>
                  <a:pt x="2950" y="1117"/>
                </a:lnTo>
                <a:lnTo>
                  <a:pt x="2950" y="1116"/>
                </a:lnTo>
                <a:lnTo>
                  <a:pt x="2949" y="1116"/>
                </a:lnTo>
                <a:lnTo>
                  <a:pt x="2948" y="1116"/>
                </a:lnTo>
                <a:lnTo>
                  <a:pt x="2947" y="1115"/>
                </a:lnTo>
                <a:lnTo>
                  <a:pt x="2946" y="1115"/>
                </a:lnTo>
                <a:lnTo>
                  <a:pt x="2945" y="1114"/>
                </a:lnTo>
                <a:lnTo>
                  <a:pt x="2944" y="1114"/>
                </a:lnTo>
                <a:lnTo>
                  <a:pt x="2943" y="1113"/>
                </a:lnTo>
                <a:lnTo>
                  <a:pt x="2942" y="1113"/>
                </a:lnTo>
                <a:lnTo>
                  <a:pt x="2941" y="1112"/>
                </a:lnTo>
                <a:lnTo>
                  <a:pt x="2940" y="1112"/>
                </a:lnTo>
                <a:lnTo>
                  <a:pt x="2940" y="1111"/>
                </a:lnTo>
                <a:lnTo>
                  <a:pt x="2939" y="1111"/>
                </a:lnTo>
                <a:lnTo>
                  <a:pt x="2938" y="1111"/>
                </a:lnTo>
                <a:lnTo>
                  <a:pt x="2937" y="1110"/>
                </a:lnTo>
                <a:lnTo>
                  <a:pt x="2936" y="1110"/>
                </a:lnTo>
                <a:lnTo>
                  <a:pt x="2935" y="1109"/>
                </a:lnTo>
                <a:lnTo>
                  <a:pt x="2934" y="1109"/>
                </a:lnTo>
                <a:lnTo>
                  <a:pt x="2933" y="1108"/>
                </a:lnTo>
                <a:lnTo>
                  <a:pt x="2932" y="1108"/>
                </a:lnTo>
                <a:lnTo>
                  <a:pt x="2931" y="1107"/>
                </a:lnTo>
                <a:lnTo>
                  <a:pt x="2930" y="1107"/>
                </a:lnTo>
                <a:lnTo>
                  <a:pt x="2929" y="1106"/>
                </a:lnTo>
                <a:lnTo>
                  <a:pt x="2928" y="1106"/>
                </a:lnTo>
                <a:lnTo>
                  <a:pt x="2927" y="1105"/>
                </a:lnTo>
                <a:lnTo>
                  <a:pt x="2926" y="1105"/>
                </a:lnTo>
                <a:lnTo>
                  <a:pt x="2925" y="1104"/>
                </a:lnTo>
                <a:lnTo>
                  <a:pt x="2924" y="1104"/>
                </a:lnTo>
                <a:lnTo>
                  <a:pt x="2923" y="1103"/>
                </a:lnTo>
                <a:lnTo>
                  <a:pt x="2922" y="1103"/>
                </a:lnTo>
                <a:lnTo>
                  <a:pt x="2921" y="1102"/>
                </a:lnTo>
                <a:lnTo>
                  <a:pt x="2920" y="1102"/>
                </a:lnTo>
                <a:lnTo>
                  <a:pt x="2919" y="1101"/>
                </a:lnTo>
                <a:lnTo>
                  <a:pt x="2918" y="1101"/>
                </a:lnTo>
                <a:lnTo>
                  <a:pt x="2917" y="1100"/>
                </a:lnTo>
                <a:lnTo>
                  <a:pt x="2916" y="1100"/>
                </a:lnTo>
                <a:lnTo>
                  <a:pt x="2915" y="1099"/>
                </a:lnTo>
                <a:lnTo>
                  <a:pt x="2914" y="1099"/>
                </a:lnTo>
                <a:lnTo>
                  <a:pt x="2913" y="1098"/>
                </a:lnTo>
                <a:lnTo>
                  <a:pt x="2912" y="1098"/>
                </a:lnTo>
                <a:lnTo>
                  <a:pt x="2911" y="1097"/>
                </a:lnTo>
                <a:lnTo>
                  <a:pt x="2910" y="1097"/>
                </a:lnTo>
                <a:lnTo>
                  <a:pt x="2909" y="1096"/>
                </a:lnTo>
                <a:lnTo>
                  <a:pt x="2908" y="1096"/>
                </a:lnTo>
                <a:lnTo>
                  <a:pt x="2907" y="1095"/>
                </a:lnTo>
                <a:lnTo>
                  <a:pt x="2906" y="1095"/>
                </a:lnTo>
                <a:lnTo>
                  <a:pt x="2906" y="1094"/>
                </a:lnTo>
                <a:lnTo>
                  <a:pt x="2905" y="1094"/>
                </a:lnTo>
                <a:lnTo>
                  <a:pt x="2904" y="1094"/>
                </a:lnTo>
                <a:lnTo>
                  <a:pt x="2903" y="1093"/>
                </a:lnTo>
                <a:lnTo>
                  <a:pt x="2902" y="1093"/>
                </a:lnTo>
                <a:lnTo>
                  <a:pt x="2901" y="1092"/>
                </a:lnTo>
                <a:lnTo>
                  <a:pt x="2900" y="1092"/>
                </a:lnTo>
                <a:lnTo>
                  <a:pt x="2899" y="1091"/>
                </a:lnTo>
                <a:lnTo>
                  <a:pt x="2898" y="1091"/>
                </a:lnTo>
                <a:lnTo>
                  <a:pt x="2897" y="1090"/>
                </a:lnTo>
                <a:lnTo>
                  <a:pt x="2896" y="1090"/>
                </a:lnTo>
                <a:lnTo>
                  <a:pt x="2896" y="1089"/>
                </a:lnTo>
                <a:lnTo>
                  <a:pt x="2895" y="1089"/>
                </a:lnTo>
                <a:lnTo>
                  <a:pt x="2894" y="1089"/>
                </a:lnTo>
                <a:lnTo>
                  <a:pt x="2893" y="1088"/>
                </a:lnTo>
                <a:lnTo>
                  <a:pt x="2892" y="1088"/>
                </a:lnTo>
                <a:lnTo>
                  <a:pt x="2891" y="1087"/>
                </a:lnTo>
                <a:lnTo>
                  <a:pt x="2890" y="1087"/>
                </a:lnTo>
                <a:lnTo>
                  <a:pt x="2889" y="1086"/>
                </a:lnTo>
                <a:lnTo>
                  <a:pt x="2888" y="1086"/>
                </a:lnTo>
                <a:lnTo>
                  <a:pt x="2887" y="1085"/>
                </a:lnTo>
                <a:lnTo>
                  <a:pt x="2886" y="1085"/>
                </a:lnTo>
                <a:lnTo>
                  <a:pt x="2886" y="1084"/>
                </a:lnTo>
                <a:lnTo>
                  <a:pt x="2885" y="1084"/>
                </a:lnTo>
                <a:lnTo>
                  <a:pt x="2884" y="1084"/>
                </a:lnTo>
                <a:lnTo>
                  <a:pt x="2883" y="1083"/>
                </a:lnTo>
                <a:lnTo>
                  <a:pt x="2882" y="1083"/>
                </a:lnTo>
                <a:lnTo>
                  <a:pt x="2881" y="1082"/>
                </a:lnTo>
                <a:lnTo>
                  <a:pt x="2880" y="1082"/>
                </a:lnTo>
                <a:lnTo>
                  <a:pt x="2879" y="1081"/>
                </a:lnTo>
                <a:lnTo>
                  <a:pt x="2878" y="1081"/>
                </a:lnTo>
                <a:lnTo>
                  <a:pt x="2877" y="1080"/>
                </a:lnTo>
                <a:lnTo>
                  <a:pt x="2876" y="1080"/>
                </a:lnTo>
                <a:lnTo>
                  <a:pt x="2876" y="1079"/>
                </a:lnTo>
                <a:lnTo>
                  <a:pt x="2875" y="1079"/>
                </a:lnTo>
                <a:lnTo>
                  <a:pt x="2874" y="1079"/>
                </a:lnTo>
                <a:lnTo>
                  <a:pt x="2873" y="1078"/>
                </a:lnTo>
                <a:lnTo>
                  <a:pt x="2872" y="1078"/>
                </a:lnTo>
                <a:lnTo>
                  <a:pt x="2871" y="1077"/>
                </a:lnTo>
                <a:lnTo>
                  <a:pt x="2870" y="1077"/>
                </a:lnTo>
                <a:lnTo>
                  <a:pt x="2869" y="1076"/>
                </a:lnTo>
                <a:lnTo>
                  <a:pt x="2868" y="1076"/>
                </a:lnTo>
                <a:lnTo>
                  <a:pt x="2867" y="1075"/>
                </a:lnTo>
                <a:lnTo>
                  <a:pt x="2866" y="1075"/>
                </a:lnTo>
                <a:lnTo>
                  <a:pt x="2865" y="1074"/>
                </a:lnTo>
                <a:lnTo>
                  <a:pt x="2864" y="1074"/>
                </a:lnTo>
                <a:lnTo>
                  <a:pt x="2863" y="1073"/>
                </a:lnTo>
                <a:lnTo>
                  <a:pt x="2862" y="1073"/>
                </a:lnTo>
                <a:lnTo>
                  <a:pt x="2861" y="1072"/>
                </a:lnTo>
                <a:lnTo>
                  <a:pt x="2860" y="1072"/>
                </a:lnTo>
                <a:lnTo>
                  <a:pt x="2859" y="1071"/>
                </a:lnTo>
                <a:lnTo>
                  <a:pt x="2858" y="1071"/>
                </a:lnTo>
                <a:lnTo>
                  <a:pt x="2857" y="1070"/>
                </a:lnTo>
                <a:lnTo>
                  <a:pt x="2856" y="1070"/>
                </a:lnTo>
                <a:lnTo>
                  <a:pt x="2855" y="1069"/>
                </a:lnTo>
                <a:lnTo>
                  <a:pt x="2854" y="1069"/>
                </a:lnTo>
                <a:lnTo>
                  <a:pt x="2853" y="1068"/>
                </a:lnTo>
                <a:lnTo>
                  <a:pt x="2852" y="1068"/>
                </a:lnTo>
                <a:lnTo>
                  <a:pt x="2851" y="1067"/>
                </a:lnTo>
                <a:lnTo>
                  <a:pt x="2850" y="1067"/>
                </a:lnTo>
                <a:lnTo>
                  <a:pt x="2849" y="1066"/>
                </a:lnTo>
                <a:lnTo>
                  <a:pt x="2848" y="1066"/>
                </a:lnTo>
                <a:lnTo>
                  <a:pt x="2847" y="1065"/>
                </a:lnTo>
                <a:lnTo>
                  <a:pt x="2846" y="1065"/>
                </a:lnTo>
                <a:lnTo>
                  <a:pt x="2845" y="1064"/>
                </a:lnTo>
                <a:lnTo>
                  <a:pt x="2844" y="1064"/>
                </a:lnTo>
                <a:lnTo>
                  <a:pt x="2843" y="1063"/>
                </a:lnTo>
                <a:lnTo>
                  <a:pt x="2842" y="1063"/>
                </a:lnTo>
                <a:lnTo>
                  <a:pt x="2841" y="1062"/>
                </a:lnTo>
                <a:lnTo>
                  <a:pt x="2840" y="1062"/>
                </a:lnTo>
                <a:lnTo>
                  <a:pt x="2839" y="1061"/>
                </a:lnTo>
                <a:lnTo>
                  <a:pt x="2838" y="1061"/>
                </a:lnTo>
                <a:lnTo>
                  <a:pt x="2837" y="1060"/>
                </a:lnTo>
                <a:lnTo>
                  <a:pt x="2836" y="1060"/>
                </a:lnTo>
                <a:lnTo>
                  <a:pt x="2835" y="1059"/>
                </a:lnTo>
                <a:lnTo>
                  <a:pt x="2834" y="1059"/>
                </a:lnTo>
                <a:lnTo>
                  <a:pt x="2833" y="1058"/>
                </a:lnTo>
                <a:lnTo>
                  <a:pt x="2832" y="1058"/>
                </a:lnTo>
                <a:lnTo>
                  <a:pt x="2831" y="1057"/>
                </a:lnTo>
                <a:lnTo>
                  <a:pt x="2830" y="1057"/>
                </a:lnTo>
                <a:lnTo>
                  <a:pt x="2829" y="1056"/>
                </a:lnTo>
                <a:lnTo>
                  <a:pt x="2828" y="1056"/>
                </a:lnTo>
                <a:lnTo>
                  <a:pt x="2827" y="1055"/>
                </a:lnTo>
                <a:lnTo>
                  <a:pt x="2826" y="1055"/>
                </a:lnTo>
                <a:lnTo>
                  <a:pt x="2825" y="1054"/>
                </a:lnTo>
                <a:lnTo>
                  <a:pt x="2824" y="1054"/>
                </a:lnTo>
                <a:lnTo>
                  <a:pt x="2823" y="1053"/>
                </a:lnTo>
                <a:lnTo>
                  <a:pt x="2822" y="1053"/>
                </a:lnTo>
                <a:lnTo>
                  <a:pt x="2821" y="1052"/>
                </a:lnTo>
                <a:lnTo>
                  <a:pt x="2820" y="1052"/>
                </a:lnTo>
                <a:lnTo>
                  <a:pt x="2819" y="1051"/>
                </a:lnTo>
                <a:lnTo>
                  <a:pt x="2818" y="1051"/>
                </a:lnTo>
                <a:lnTo>
                  <a:pt x="2817" y="1050"/>
                </a:lnTo>
                <a:lnTo>
                  <a:pt x="2816" y="1050"/>
                </a:lnTo>
                <a:lnTo>
                  <a:pt x="2815" y="1049"/>
                </a:lnTo>
                <a:lnTo>
                  <a:pt x="2814" y="1049"/>
                </a:lnTo>
                <a:lnTo>
                  <a:pt x="2813" y="1048"/>
                </a:lnTo>
                <a:lnTo>
                  <a:pt x="2812" y="1048"/>
                </a:lnTo>
                <a:lnTo>
                  <a:pt x="2811" y="1060"/>
                </a:lnTo>
                <a:lnTo>
                  <a:pt x="2810" y="1060"/>
                </a:lnTo>
                <a:lnTo>
                  <a:pt x="2810" y="1059"/>
                </a:lnTo>
                <a:lnTo>
                  <a:pt x="2809" y="1059"/>
                </a:lnTo>
                <a:lnTo>
                  <a:pt x="2808" y="1058"/>
                </a:lnTo>
                <a:lnTo>
                  <a:pt x="2807" y="1058"/>
                </a:lnTo>
                <a:lnTo>
                  <a:pt x="2806" y="1058"/>
                </a:lnTo>
                <a:lnTo>
                  <a:pt x="2806" y="1057"/>
                </a:lnTo>
                <a:lnTo>
                  <a:pt x="2805" y="1057"/>
                </a:lnTo>
                <a:lnTo>
                  <a:pt x="2804" y="1057"/>
                </a:lnTo>
                <a:lnTo>
                  <a:pt x="2804" y="1056"/>
                </a:lnTo>
                <a:lnTo>
                  <a:pt x="2803" y="1056"/>
                </a:lnTo>
                <a:lnTo>
                  <a:pt x="2802" y="1056"/>
                </a:lnTo>
                <a:lnTo>
                  <a:pt x="2801" y="1055"/>
                </a:lnTo>
                <a:lnTo>
                  <a:pt x="2800" y="1055"/>
                </a:lnTo>
                <a:lnTo>
                  <a:pt x="2800" y="1054"/>
                </a:lnTo>
                <a:lnTo>
                  <a:pt x="2799" y="1054"/>
                </a:lnTo>
                <a:lnTo>
                  <a:pt x="2798" y="1053"/>
                </a:lnTo>
                <a:lnTo>
                  <a:pt x="2797" y="1053"/>
                </a:lnTo>
                <a:lnTo>
                  <a:pt x="2796" y="1053"/>
                </a:lnTo>
                <a:lnTo>
                  <a:pt x="2796" y="1052"/>
                </a:lnTo>
                <a:lnTo>
                  <a:pt x="2795" y="1052"/>
                </a:lnTo>
                <a:lnTo>
                  <a:pt x="2794" y="1052"/>
                </a:lnTo>
                <a:lnTo>
                  <a:pt x="2794" y="1051"/>
                </a:lnTo>
                <a:lnTo>
                  <a:pt x="2793" y="1051"/>
                </a:lnTo>
                <a:lnTo>
                  <a:pt x="2792" y="1051"/>
                </a:lnTo>
                <a:lnTo>
                  <a:pt x="2791" y="1050"/>
                </a:lnTo>
                <a:lnTo>
                  <a:pt x="2790" y="1050"/>
                </a:lnTo>
                <a:lnTo>
                  <a:pt x="2790" y="1049"/>
                </a:lnTo>
                <a:lnTo>
                  <a:pt x="2789" y="1049"/>
                </a:lnTo>
                <a:lnTo>
                  <a:pt x="2788" y="1048"/>
                </a:lnTo>
                <a:lnTo>
                  <a:pt x="2787" y="1048"/>
                </a:lnTo>
                <a:lnTo>
                  <a:pt x="2786" y="1048"/>
                </a:lnTo>
                <a:lnTo>
                  <a:pt x="2786" y="1047"/>
                </a:lnTo>
                <a:lnTo>
                  <a:pt x="2785" y="1047"/>
                </a:lnTo>
                <a:lnTo>
                  <a:pt x="2784" y="1047"/>
                </a:lnTo>
                <a:lnTo>
                  <a:pt x="2784" y="1046"/>
                </a:lnTo>
                <a:lnTo>
                  <a:pt x="2783" y="1046"/>
                </a:lnTo>
                <a:lnTo>
                  <a:pt x="2782" y="1046"/>
                </a:lnTo>
                <a:lnTo>
                  <a:pt x="2781" y="1045"/>
                </a:lnTo>
                <a:lnTo>
                  <a:pt x="2780" y="1045"/>
                </a:lnTo>
                <a:lnTo>
                  <a:pt x="2780" y="1044"/>
                </a:lnTo>
                <a:lnTo>
                  <a:pt x="2779" y="1044"/>
                </a:lnTo>
                <a:lnTo>
                  <a:pt x="2778" y="1043"/>
                </a:lnTo>
                <a:lnTo>
                  <a:pt x="2777" y="1043"/>
                </a:lnTo>
                <a:lnTo>
                  <a:pt x="2776" y="1043"/>
                </a:lnTo>
                <a:lnTo>
                  <a:pt x="2776" y="1042"/>
                </a:lnTo>
                <a:lnTo>
                  <a:pt x="2775" y="1042"/>
                </a:lnTo>
                <a:lnTo>
                  <a:pt x="2774" y="1042"/>
                </a:lnTo>
                <a:lnTo>
                  <a:pt x="2774" y="1041"/>
                </a:lnTo>
                <a:lnTo>
                  <a:pt x="2773" y="1041"/>
                </a:lnTo>
                <a:lnTo>
                  <a:pt x="2772" y="1041"/>
                </a:lnTo>
                <a:lnTo>
                  <a:pt x="2772" y="1040"/>
                </a:lnTo>
                <a:lnTo>
                  <a:pt x="2771" y="1040"/>
                </a:lnTo>
                <a:lnTo>
                  <a:pt x="2770" y="1040"/>
                </a:lnTo>
                <a:lnTo>
                  <a:pt x="2770" y="1039"/>
                </a:lnTo>
                <a:lnTo>
                  <a:pt x="2769" y="1039"/>
                </a:lnTo>
                <a:lnTo>
                  <a:pt x="2768" y="1038"/>
                </a:lnTo>
                <a:lnTo>
                  <a:pt x="2767" y="1038"/>
                </a:lnTo>
                <a:lnTo>
                  <a:pt x="2766" y="1038"/>
                </a:lnTo>
                <a:lnTo>
                  <a:pt x="2766" y="1037"/>
                </a:lnTo>
                <a:lnTo>
                  <a:pt x="2765" y="1037"/>
                </a:lnTo>
                <a:lnTo>
                  <a:pt x="2764" y="1037"/>
                </a:lnTo>
                <a:lnTo>
                  <a:pt x="2764" y="1036"/>
                </a:lnTo>
                <a:lnTo>
                  <a:pt x="2763" y="1036"/>
                </a:lnTo>
                <a:lnTo>
                  <a:pt x="2762" y="1036"/>
                </a:lnTo>
                <a:lnTo>
                  <a:pt x="2762" y="1035"/>
                </a:lnTo>
                <a:lnTo>
                  <a:pt x="2761" y="1035"/>
                </a:lnTo>
                <a:lnTo>
                  <a:pt x="2760" y="1035"/>
                </a:lnTo>
                <a:lnTo>
                  <a:pt x="2760" y="1034"/>
                </a:lnTo>
                <a:lnTo>
                  <a:pt x="2759" y="1034"/>
                </a:lnTo>
                <a:lnTo>
                  <a:pt x="2758" y="1033"/>
                </a:lnTo>
                <a:lnTo>
                  <a:pt x="2757" y="1033"/>
                </a:lnTo>
                <a:lnTo>
                  <a:pt x="2756" y="1033"/>
                </a:lnTo>
                <a:lnTo>
                  <a:pt x="2756" y="1032"/>
                </a:lnTo>
                <a:lnTo>
                  <a:pt x="2755" y="1032"/>
                </a:lnTo>
                <a:lnTo>
                  <a:pt x="2754" y="1032"/>
                </a:lnTo>
                <a:lnTo>
                  <a:pt x="2754" y="1031"/>
                </a:lnTo>
                <a:lnTo>
                  <a:pt x="2753" y="1031"/>
                </a:lnTo>
                <a:lnTo>
                  <a:pt x="2752" y="1031"/>
                </a:lnTo>
                <a:lnTo>
                  <a:pt x="2752" y="1030"/>
                </a:lnTo>
                <a:lnTo>
                  <a:pt x="2751" y="1030"/>
                </a:lnTo>
                <a:lnTo>
                  <a:pt x="2750" y="1030"/>
                </a:lnTo>
                <a:lnTo>
                  <a:pt x="2750" y="1029"/>
                </a:lnTo>
                <a:lnTo>
                  <a:pt x="2749" y="1029"/>
                </a:lnTo>
                <a:lnTo>
                  <a:pt x="2748" y="1028"/>
                </a:lnTo>
                <a:lnTo>
                  <a:pt x="2747" y="1028"/>
                </a:lnTo>
                <a:lnTo>
                  <a:pt x="2746" y="1028"/>
                </a:lnTo>
                <a:lnTo>
                  <a:pt x="2746" y="1027"/>
                </a:lnTo>
                <a:lnTo>
                  <a:pt x="2745" y="1027"/>
                </a:lnTo>
                <a:lnTo>
                  <a:pt x="2744" y="1027"/>
                </a:lnTo>
                <a:lnTo>
                  <a:pt x="2744" y="1026"/>
                </a:lnTo>
                <a:lnTo>
                  <a:pt x="2743" y="1026"/>
                </a:lnTo>
                <a:lnTo>
                  <a:pt x="2742" y="1026"/>
                </a:lnTo>
                <a:lnTo>
                  <a:pt x="2742" y="1025"/>
                </a:lnTo>
                <a:lnTo>
                  <a:pt x="2741" y="1025"/>
                </a:lnTo>
                <a:lnTo>
                  <a:pt x="2740" y="1025"/>
                </a:lnTo>
                <a:lnTo>
                  <a:pt x="2740" y="1024"/>
                </a:lnTo>
                <a:lnTo>
                  <a:pt x="2739" y="1024"/>
                </a:lnTo>
                <a:lnTo>
                  <a:pt x="2738" y="1024"/>
                </a:lnTo>
                <a:lnTo>
                  <a:pt x="2737" y="1023"/>
                </a:lnTo>
                <a:lnTo>
                  <a:pt x="2736" y="1023"/>
                </a:lnTo>
                <a:lnTo>
                  <a:pt x="2736" y="1022"/>
                </a:lnTo>
                <a:lnTo>
                  <a:pt x="2735" y="1022"/>
                </a:lnTo>
                <a:lnTo>
                  <a:pt x="2734" y="1022"/>
                </a:lnTo>
                <a:lnTo>
                  <a:pt x="2734" y="1021"/>
                </a:lnTo>
                <a:lnTo>
                  <a:pt x="2733" y="1021"/>
                </a:lnTo>
                <a:lnTo>
                  <a:pt x="2732" y="1021"/>
                </a:lnTo>
                <a:lnTo>
                  <a:pt x="2732" y="1020"/>
                </a:lnTo>
                <a:lnTo>
                  <a:pt x="2731" y="1020"/>
                </a:lnTo>
                <a:lnTo>
                  <a:pt x="2730" y="1020"/>
                </a:lnTo>
                <a:lnTo>
                  <a:pt x="2730" y="1019"/>
                </a:lnTo>
                <a:lnTo>
                  <a:pt x="2729" y="1019"/>
                </a:lnTo>
                <a:lnTo>
                  <a:pt x="2728" y="1019"/>
                </a:lnTo>
                <a:lnTo>
                  <a:pt x="2727" y="1018"/>
                </a:lnTo>
                <a:lnTo>
                  <a:pt x="2726" y="1018"/>
                </a:lnTo>
                <a:lnTo>
                  <a:pt x="2726" y="1017"/>
                </a:lnTo>
                <a:lnTo>
                  <a:pt x="2725" y="1017"/>
                </a:lnTo>
                <a:lnTo>
                  <a:pt x="2724" y="1017"/>
                </a:lnTo>
                <a:lnTo>
                  <a:pt x="2724" y="1016"/>
                </a:lnTo>
                <a:lnTo>
                  <a:pt x="2723" y="1016"/>
                </a:lnTo>
                <a:lnTo>
                  <a:pt x="2722" y="1016"/>
                </a:lnTo>
                <a:lnTo>
                  <a:pt x="2722" y="1015"/>
                </a:lnTo>
                <a:lnTo>
                  <a:pt x="2721" y="1015"/>
                </a:lnTo>
                <a:lnTo>
                  <a:pt x="2720" y="1015"/>
                </a:lnTo>
                <a:lnTo>
                  <a:pt x="2720" y="1014"/>
                </a:lnTo>
                <a:lnTo>
                  <a:pt x="2719" y="1014"/>
                </a:lnTo>
                <a:lnTo>
                  <a:pt x="2718" y="1014"/>
                </a:lnTo>
                <a:lnTo>
                  <a:pt x="2717" y="1013"/>
                </a:lnTo>
                <a:lnTo>
                  <a:pt x="2716" y="1013"/>
                </a:lnTo>
                <a:lnTo>
                  <a:pt x="2716" y="1012"/>
                </a:lnTo>
                <a:lnTo>
                  <a:pt x="2715" y="1012"/>
                </a:lnTo>
                <a:lnTo>
                  <a:pt x="2714" y="1011"/>
                </a:lnTo>
                <a:lnTo>
                  <a:pt x="2713" y="1011"/>
                </a:lnTo>
                <a:lnTo>
                  <a:pt x="2712" y="1011"/>
                </a:lnTo>
                <a:lnTo>
                  <a:pt x="2712" y="1010"/>
                </a:lnTo>
                <a:lnTo>
                  <a:pt x="2711" y="1010"/>
                </a:lnTo>
                <a:lnTo>
                  <a:pt x="2710" y="1010"/>
                </a:lnTo>
                <a:lnTo>
                  <a:pt x="2710" y="1009"/>
                </a:lnTo>
                <a:lnTo>
                  <a:pt x="2709" y="1009"/>
                </a:lnTo>
                <a:lnTo>
                  <a:pt x="2708" y="1009"/>
                </a:lnTo>
                <a:lnTo>
                  <a:pt x="2707" y="1008"/>
                </a:lnTo>
                <a:lnTo>
                  <a:pt x="2706" y="1008"/>
                </a:lnTo>
                <a:lnTo>
                  <a:pt x="2706" y="1007"/>
                </a:lnTo>
                <a:lnTo>
                  <a:pt x="2705" y="1007"/>
                </a:lnTo>
                <a:lnTo>
                  <a:pt x="2704" y="1006"/>
                </a:lnTo>
                <a:lnTo>
                  <a:pt x="2703" y="1006"/>
                </a:lnTo>
                <a:lnTo>
                  <a:pt x="2702" y="1006"/>
                </a:lnTo>
                <a:lnTo>
                  <a:pt x="2702" y="1005"/>
                </a:lnTo>
                <a:lnTo>
                  <a:pt x="2701" y="1005"/>
                </a:lnTo>
                <a:lnTo>
                  <a:pt x="2700" y="1005"/>
                </a:lnTo>
                <a:lnTo>
                  <a:pt x="2700" y="1004"/>
                </a:lnTo>
                <a:lnTo>
                  <a:pt x="2699" y="1004"/>
                </a:lnTo>
                <a:lnTo>
                  <a:pt x="2698" y="1004"/>
                </a:lnTo>
                <a:lnTo>
                  <a:pt x="2697" y="1003"/>
                </a:lnTo>
                <a:lnTo>
                  <a:pt x="2696" y="1003"/>
                </a:lnTo>
                <a:lnTo>
                  <a:pt x="2696" y="1002"/>
                </a:lnTo>
                <a:lnTo>
                  <a:pt x="2695" y="1002"/>
                </a:lnTo>
                <a:lnTo>
                  <a:pt x="2694" y="1001"/>
                </a:lnTo>
                <a:lnTo>
                  <a:pt x="2693" y="1001"/>
                </a:lnTo>
                <a:lnTo>
                  <a:pt x="2692" y="1001"/>
                </a:lnTo>
                <a:lnTo>
                  <a:pt x="2692" y="1000"/>
                </a:lnTo>
                <a:lnTo>
                  <a:pt x="2691" y="1000"/>
                </a:lnTo>
                <a:lnTo>
                  <a:pt x="2690" y="1000"/>
                </a:lnTo>
                <a:lnTo>
                  <a:pt x="2690" y="999"/>
                </a:lnTo>
                <a:lnTo>
                  <a:pt x="2689" y="999"/>
                </a:lnTo>
                <a:lnTo>
                  <a:pt x="2688" y="999"/>
                </a:lnTo>
                <a:lnTo>
                  <a:pt x="2687" y="998"/>
                </a:lnTo>
                <a:lnTo>
                  <a:pt x="2686" y="998"/>
                </a:lnTo>
                <a:lnTo>
                  <a:pt x="2686" y="997"/>
                </a:lnTo>
                <a:lnTo>
                  <a:pt x="2685" y="997"/>
                </a:lnTo>
                <a:lnTo>
                  <a:pt x="2684" y="996"/>
                </a:lnTo>
                <a:lnTo>
                  <a:pt x="2683" y="996"/>
                </a:lnTo>
                <a:lnTo>
                  <a:pt x="2682" y="996"/>
                </a:lnTo>
                <a:lnTo>
                  <a:pt x="2682" y="995"/>
                </a:lnTo>
                <a:lnTo>
                  <a:pt x="2681" y="995"/>
                </a:lnTo>
                <a:lnTo>
                  <a:pt x="2680" y="995"/>
                </a:lnTo>
                <a:lnTo>
                  <a:pt x="2680" y="994"/>
                </a:lnTo>
                <a:lnTo>
                  <a:pt x="2679" y="994"/>
                </a:lnTo>
                <a:lnTo>
                  <a:pt x="2678" y="994"/>
                </a:lnTo>
                <a:lnTo>
                  <a:pt x="2677" y="993"/>
                </a:lnTo>
                <a:lnTo>
                  <a:pt x="2676" y="993"/>
                </a:lnTo>
                <a:lnTo>
                  <a:pt x="2676" y="992"/>
                </a:lnTo>
                <a:lnTo>
                  <a:pt x="2675" y="992"/>
                </a:lnTo>
                <a:lnTo>
                  <a:pt x="2674" y="992"/>
                </a:lnTo>
                <a:lnTo>
                  <a:pt x="2673" y="991"/>
                </a:lnTo>
                <a:lnTo>
                  <a:pt x="2672" y="991"/>
                </a:lnTo>
                <a:lnTo>
                  <a:pt x="2672" y="990"/>
                </a:lnTo>
                <a:lnTo>
                  <a:pt x="2671" y="990"/>
                </a:lnTo>
                <a:lnTo>
                  <a:pt x="2670" y="990"/>
                </a:lnTo>
                <a:lnTo>
                  <a:pt x="2670" y="989"/>
                </a:lnTo>
                <a:lnTo>
                  <a:pt x="2669" y="989"/>
                </a:lnTo>
                <a:lnTo>
                  <a:pt x="2668" y="989"/>
                </a:lnTo>
                <a:lnTo>
                  <a:pt x="2667" y="988"/>
                </a:lnTo>
                <a:lnTo>
                  <a:pt x="2666" y="988"/>
                </a:lnTo>
                <a:lnTo>
                  <a:pt x="2666" y="987"/>
                </a:lnTo>
                <a:lnTo>
                  <a:pt x="2665" y="987"/>
                </a:lnTo>
                <a:lnTo>
                  <a:pt x="2664" y="987"/>
                </a:lnTo>
                <a:lnTo>
                  <a:pt x="2663" y="986"/>
                </a:lnTo>
                <a:lnTo>
                  <a:pt x="2662" y="986"/>
                </a:lnTo>
                <a:lnTo>
                  <a:pt x="2662" y="985"/>
                </a:lnTo>
                <a:lnTo>
                  <a:pt x="2661" y="985"/>
                </a:lnTo>
                <a:lnTo>
                  <a:pt x="2660" y="985"/>
                </a:lnTo>
                <a:lnTo>
                  <a:pt x="2660" y="984"/>
                </a:lnTo>
                <a:lnTo>
                  <a:pt x="2659" y="984"/>
                </a:lnTo>
                <a:lnTo>
                  <a:pt x="2658" y="984"/>
                </a:lnTo>
                <a:lnTo>
                  <a:pt x="2657" y="983"/>
                </a:lnTo>
                <a:lnTo>
                  <a:pt x="2656" y="983"/>
                </a:lnTo>
                <a:lnTo>
                  <a:pt x="2656" y="982"/>
                </a:lnTo>
                <a:lnTo>
                  <a:pt x="2655" y="982"/>
                </a:lnTo>
                <a:lnTo>
                  <a:pt x="2654" y="982"/>
                </a:lnTo>
                <a:lnTo>
                  <a:pt x="2653" y="981"/>
                </a:lnTo>
                <a:lnTo>
                  <a:pt x="2652" y="981"/>
                </a:lnTo>
                <a:lnTo>
                  <a:pt x="2652" y="980"/>
                </a:lnTo>
                <a:lnTo>
                  <a:pt x="2651" y="980"/>
                </a:lnTo>
                <a:lnTo>
                  <a:pt x="2650" y="980"/>
                </a:lnTo>
                <a:lnTo>
                  <a:pt x="2650" y="979"/>
                </a:lnTo>
                <a:lnTo>
                  <a:pt x="2649" y="979"/>
                </a:lnTo>
                <a:lnTo>
                  <a:pt x="2648" y="979"/>
                </a:lnTo>
                <a:lnTo>
                  <a:pt x="2648" y="978"/>
                </a:lnTo>
                <a:lnTo>
                  <a:pt x="2647" y="978"/>
                </a:lnTo>
                <a:lnTo>
                  <a:pt x="2646" y="978"/>
                </a:lnTo>
                <a:lnTo>
                  <a:pt x="2646" y="977"/>
                </a:lnTo>
                <a:lnTo>
                  <a:pt x="2645" y="977"/>
                </a:lnTo>
                <a:lnTo>
                  <a:pt x="2644" y="977"/>
                </a:lnTo>
                <a:lnTo>
                  <a:pt x="2643" y="976"/>
                </a:lnTo>
                <a:lnTo>
                  <a:pt x="2642" y="976"/>
                </a:lnTo>
                <a:lnTo>
                  <a:pt x="2642" y="975"/>
                </a:lnTo>
                <a:lnTo>
                  <a:pt x="2641" y="975"/>
                </a:lnTo>
                <a:lnTo>
                  <a:pt x="2640" y="975"/>
                </a:lnTo>
                <a:lnTo>
                  <a:pt x="2640" y="974"/>
                </a:lnTo>
                <a:lnTo>
                  <a:pt x="2639" y="974"/>
                </a:lnTo>
                <a:lnTo>
                  <a:pt x="2638" y="974"/>
                </a:lnTo>
                <a:lnTo>
                  <a:pt x="2638" y="973"/>
                </a:lnTo>
                <a:lnTo>
                  <a:pt x="2637" y="973"/>
                </a:lnTo>
                <a:lnTo>
                  <a:pt x="2636" y="973"/>
                </a:lnTo>
                <a:lnTo>
                  <a:pt x="2636" y="972"/>
                </a:lnTo>
                <a:lnTo>
                  <a:pt x="2635" y="972"/>
                </a:lnTo>
                <a:lnTo>
                  <a:pt x="2634" y="972"/>
                </a:lnTo>
                <a:lnTo>
                  <a:pt x="2633" y="971"/>
                </a:lnTo>
                <a:lnTo>
                  <a:pt x="2632" y="971"/>
                </a:lnTo>
                <a:lnTo>
                  <a:pt x="2632" y="970"/>
                </a:lnTo>
                <a:lnTo>
                  <a:pt x="2631" y="970"/>
                </a:lnTo>
                <a:lnTo>
                  <a:pt x="2630" y="970"/>
                </a:lnTo>
                <a:lnTo>
                  <a:pt x="2630" y="969"/>
                </a:lnTo>
                <a:lnTo>
                  <a:pt x="2629" y="969"/>
                </a:lnTo>
                <a:lnTo>
                  <a:pt x="2628" y="969"/>
                </a:lnTo>
                <a:lnTo>
                  <a:pt x="2628" y="968"/>
                </a:lnTo>
                <a:lnTo>
                  <a:pt x="2627" y="968"/>
                </a:lnTo>
                <a:lnTo>
                  <a:pt x="2626" y="968"/>
                </a:lnTo>
                <a:lnTo>
                  <a:pt x="2626" y="967"/>
                </a:lnTo>
                <a:lnTo>
                  <a:pt x="2625" y="967"/>
                </a:lnTo>
                <a:lnTo>
                  <a:pt x="2624" y="967"/>
                </a:lnTo>
                <a:lnTo>
                  <a:pt x="2623" y="966"/>
                </a:lnTo>
                <a:lnTo>
                  <a:pt x="2622" y="966"/>
                </a:lnTo>
                <a:lnTo>
                  <a:pt x="2622" y="965"/>
                </a:lnTo>
                <a:lnTo>
                  <a:pt x="2621" y="965"/>
                </a:lnTo>
                <a:lnTo>
                  <a:pt x="2620" y="965"/>
                </a:lnTo>
                <a:lnTo>
                  <a:pt x="2619" y="964"/>
                </a:lnTo>
                <a:lnTo>
                  <a:pt x="2618" y="964"/>
                </a:lnTo>
                <a:lnTo>
                  <a:pt x="2618" y="963"/>
                </a:lnTo>
                <a:lnTo>
                  <a:pt x="2617" y="963"/>
                </a:lnTo>
                <a:lnTo>
                  <a:pt x="2616" y="963"/>
                </a:lnTo>
                <a:lnTo>
                  <a:pt x="2616" y="962"/>
                </a:lnTo>
                <a:lnTo>
                  <a:pt x="2615" y="962"/>
                </a:lnTo>
                <a:lnTo>
                  <a:pt x="2614" y="962"/>
                </a:lnTo>
                <a:lnTo>
                  <a:pt x="2613" y="961"/>
                </a:lnTo>
                <a:lnTo>
                  <a:pt x="2612" y="961"/>
                </a:lnTo>
                <a:lnTo>
                  <a:pt x="2612" y="960"/>
                </a:lnTo>
                <a:lnTo>
                  <a:pt x="2611" y="960"/>
                </a:lnTo>
                <a:lnTo>
                  <a:pt x="2610" y="960"/>
                </a:lnTo>
                <a:lnTo>
                  <a:pt x="2609" y="959"/>
                </a:lnTo>
                <a:lnTo>
                  <a:pt x="2608" y="959"/>
                </a:lnTo>
                <a:lnTo>
                  <a:pt x="2608" y="958"/>
                </a:lnTo>
                <a:lnTo>
                  <a:pt x="2607" y="958"/>
                </a:lnTo>
                <a:lnTo>
                  <a:pt x="2606" y="958"/>
                </a:lnTo>
                <a:lnTo>
                  <a:pt x="2606" y="957"/>
                </a:lnTo>
                <a:lnTo>
                  <a:pt x="2605" y="957"/>
                </a:lnTo>
                <a:lnTo>
                  <a:pt x="2604" y="957"/>
                </a:lnTo>
                <a:lnTo>
                  <a:pt x="2603" y="956"/>
                </a:lnTo>
                <a:lnTo>
                  <a:pt x="2602" y="956"/>
                </a:lnTo>
                <a:lnTo>
                  <a:pt x="2602" y="955"/>
                </a:lnTo>
                <a:lnTo>
                  <a:pt x="2601" y="955"/>
                </a:lnTo>
                <a:lnTo>
                  <a:pt x="2600" y="955"/>
                </a:lnTo>
                <a:lnTo>
                  <a:pt x="2599" y="954"/>
                </a:lnTo>
                <a:lnTo>
                  <a:pt x="2598" y="954"/>
                </a:lnTo>
                <a:lnTo>
                  <a:pt x="2598" y="953"/>
                </a:lnTo>
                <a:lnTo>
                  <a:pt x="2597" y="953"/>
                </a:lnTo>
                <a:lnTo>
                  <a:pt x="2596" y="953"/>
                </a:lnTo>
                <a:lnTo>
                  <a:pt x="2596" y="952"/>
                </a:lnTo>
                <a:lnTo>
                  <a:pt x="2595" y="952"/>
                </a:lnTo>
                <a:lnTo>
                  <a:pt x="2594" y="952"/>
                </a:lnTo>
                <a:lnTo>
                  <a:pt x="2593" y="951"/>
                </a:lnTo>
                <a:lnTo>
                  <a:pt x="2592" y="951"/>
                </a:lnTo>
                <a:lnTo>
                  <a:pt x="2592" y="950"/>
                </a:lnTo>
                <a:lnTo>
                  <a:pt x="2591" y="950"/>
                </a:lnTo>
                <a:lnTo>
                  <a:pt x="2590" y="950"/>
                </a:lnTo>
                <a:lnTo>
                  <a:pt x="2589" y="949"/>
                </a:lnTo>
                <a:lnTo>
                  <a:pt x="2588" y="949"/>
                </a:lnTo>
                <a:lnTo>
                  <a:pt x="2588" y="948"/>
                </a:lnTo>
                <a:lnTo>
                  <a:pt x="2587" y="948"/>
                </a:lnTo>
                <a:lnTo>
                  <a:pt x="2586" y="948"/>
                </a:lnTo>
                <a:lnTo>
                  <a:pt x="2586" y="947"/>
                </a:lnTo>
                <a:lnTo>
                  <a:pt x="2585" y="947"/>
                </a:lnTo>
                <a:lnTo>
                  <a:pt x="2584" y="947"/>
                </a:lnTo>
                <a:lnTo>
                  <a:pt x="2583" y="946"/>
                </a:lnTo>
                <a:lnTo>
                  <a:pt x="2582" y="946"/>
                </a:lnTo>
                <a:lnTo>
                  <a:pt x="2582" y="945"/>
                </a:lnTo>
                <a:lnTo>
                  <a:pt x="2581" y="945"/>
                </a:lnTo>
                <a:lnTo>
                  <a:pt x="2580" y="945"/>
                </a:lnTo>
                <a:lnTo>
                  <a:pt x="2579" y="944"/>
                </a:lnTo>
                <a:lnTo>
                  <a:pt x="2578" y="944"/>
                </a:lnTo>
                <a:lnTo>
                  <a:pt x="2578" y="943"/>
                </a:lnTo>
                <a:lnTo>
                  <a:pt x="2577" y="943"/>
                </a:lnTo>
                <a:lnTo>
                  <a:pt x="2576" y="943"/>
                </a:lnTo>
                <a:lnTo>
                  <a:pt x="2576" y="942"/>
                </a:lnTo>
                <a:lnTo>
                  <a:pt x="2575" y="942"/>
                </a:lnTo>
                <a:lnTo>
                  <a:pt x="2574" y="942"/>
                </a:lnTo>
                <a:lnTo>
                  <a:pt x="2573" y="941"/>
                </a:lnTo>
                <a:lnTo>
                  <a:pt x="2572" y="941"/>
                </a:lnTo>
                <a:lnTo>
                  <a:pt x="2572" y="940"/>
                </a:lnTo>
                <a:lnTo>
                  <a:pt x="2571" y="940"/>
                </a:lnTo>
                <a:lnTo>
                  <a:pt x="2570" y="940"/>
                </a:lnTo>
                <a:lnTo>
                  <a:pt x="2569" y="939"/>
                </a:lnTo>
                <a:lnTo>
                  <a:pt x="2568" y="939"/>
                </a:lnTo>
                <a:lnTo>
                  <a:pt x="2568" y="938"/>
                </a:lnTo>
                <a:lnTo>
                  <a:pt x="2567" y="938"/>
                </a:lnTo>
                <a:lnTo>
                  <a:pt x="2566" y="938"/>
                </a:lnTo>
                <a:lnTo>
                  <a:pt x="2566" y="937"/>
                </a:lnTo>
                <a:lnTo>
                  <a:pt x="2565" y="937"/>
                </a:lnTo>
                <a:lnTo>
                  <a:pt x="2564" y="937"/>
                </a:lnTo>
                <a:lnTo>
                  <a:pt x="2563" y="936"/>
                </a:lnTo>
                <a:lnTo>
                  <a:pt x="2562" y="936"/>
                </a:lnTo>
                <a:lnTo>
                  <a:pt x="2562" y="935"/>
                </a:lnTo>
                <a:lnTo>
                  <a:pt x="2561" y="935"/>
                </a:lnTo>
                <a:lnTo>
                  <a:pt x="2560" y="935"/>
                </a:lnTo>
                <a:lnTo>
                  <a:pt x="2559" y="934"/>
                </a:lnTo>
                <a:lnTo>
                  <a:pt x="2558" y="934"/>
                </a:lnTo>
                <a:lnTo>
                  <a:pt x="2558" y="933"/>
                </a:lnTo>
                <a:lnTo>
                  <a:pt x="2557" y="933"/>
                </a:lnTo>
                <a:lnTo>
                  <a:pt x="2556" y="933"/>
                </a:lnTo>
                <a:lnTo>
                  <a:pt x="2555" y="932"/>
                </a:lnTo>
                <a:lnTo>
                  <a:pt x="2554" y="932"/>
                </a:lnTo>
                <a:lnTo>
                  <a:pt x="2553" y="931"/>
                </a:lnTo>
                <a:lnTo>
                  <a:pt x="2552" y="931"/>
                </a:lnTo>
                <a:lnTo>
                  <a:pt x="2552" y="930"/>
                </a:lnTo>
                <a:lnTo>
                  <a:pt x="2551" y="930"/>
                </a:lnTo>
                <a:lnTo>
                  <a:pt x="2550" y="930"/>
                </a:lnTo>
                <a:lnTo>
                  <a:pt x="2549" y="929"/>
                </a:lnTo>
                <a:lnTo>
                  <a:pt x="2548" y="929"/>
                </a:lnTo>
                <a:lnTo>
                  <a:pt x="2548" y="928"/>
                </a:lnTo>
                <a:lnTo>
                  <a:pt x="2547" y="928"/>
                </a:lnTo>
                <a:lnTo>
                  <a:pt x="2546" y="928"/>
                </a:lnTo>
                <a:lnTo>
                  <a:pt x="2545" y="927"/>
                </a:lnTo>
                <a:lnTo>
                  <a:pt x="2544" y="927"/>
                </a:lnTo>
                <a:lnTo>
                  <a:pt x="2543" y="926"/>
                </a:lnTo>
                <a:lnTo>
                  <a:pt x="2542" y="926"/>
                </a:lnTo>
                <a:lnTo>
                  <a:pt x="2542" y="925"/>
                </a:lnTo>
                <a:lnTo>
                  <a:pt x="2541" y="925"/>
                </a:lnTo>
                <a:lnTo>
                  <a:pt x="2540" y="925"/>
                </a:lnTo>
                <a:lnTo>
                  <a:pt x="2539" y="924"/>
                </a:lnTo>
                <a:lnTo>
                  <a:pt x="2538" y="924"/>
                </a:lnTo>
                <a:lnTo>
                  <a:pt x="2538" y="923"/>
                </a:lnTo>
                <a:lnTo>
                  <a:pt x="2537" y="923"/>
                </a:lnTo>
                <a:lnTo>
                  <a:pt x="2536" y="923"/>
                </a:lnTo>
                <a:lnTo>
                  <a:pt x="2535" y="922"/>
                </a:lnTo>
                <a:lnTo>
                  <a:pt x="2534" y="922"/>
                </a:lnTo>
                <a:lnTo>
                  <a:pt x="2533" y="921"/>
                </a:lnTo>
                <a:lnTo>
                  <a:pt x="2532" y="921"/>
                </a:lnTo>
                <a:lnTo>
                  <a:pt x="2532" y="920"/>
                </a:lnTo>
                <a:lnTo>
                  <a:pt x="2531" y="920"/>
                </a:lnTo>
                <a:lnTo>
                  <a:pt x="2530" y="920"/>
                </a:lnTo>
                <a:lnTo>
                  <a:pt x="2529" y="919"/>
                </a:lnTo>
                <a:lnTo>
                  <a:pt x="2528" y="919"/>
                </a:lnTo>
                <a:lnTo>
                  <a:pt x="2528" y="918"/>
                </a:lnTo>
                <a:lnTo>
                  <a:pt x="2527" y="918"/>
                </a:lnTo>
                <a:lnTo>
                  <a:pt x="2526" y="918"/>
                </a:lnTo>
                <a:lnTo>
                  <a:pt x="2525" y="917"/>
                </a:lnTo>
                <a:lnTo>
                  <a:pt x="2524" y="917"/>
                </a:lnTo>
                <a:lnTo>
                  <a:pt x="2524" y="916"/>
                </a:lnTo>
                <a:lnTo>
                  <a:pt x="2523" y="916"/>
                </a:lnTo>
                <a:lnTo>
                  <a:pt x="2522" y="916"/>
                </a:lnTo>
                <a:lnTo>
                  <a:pt x="2522" y="915"/>
                </a:lnTo>
                <a:lnTo>
                  <a:pt x="2521" y="915"/>
                </a:lnTo>
                <a:lnTo>
                  <a:pt x="2520" y="915"/>
                </a:lnTo>
                <a:lnTo>
                  <a:pt x="2519" y="914"/>
                </a:lnTo>
                <a:lnTo>
                  <a:pt x="2518" y="914"/>
                </a:lnTo>
                <a:lnTo>
                  <a:pt x="2518" y="913"/>
                </a:lnTo>
                <a:lnTo>
                  <a:pt x="2517" y="913"/>
                </a:lnTo>
                <a:lnTo>
                  <a:pt x="2516" y="913"/>
                </a:lnTo>
                <a:lnTo>
                  <a:pt x="2515" y="912"/>
                </a:lnTo>
                <a:lnTo>
                  <a:pt x="2514" y="912"/>
                </a:lnTo>
                <a:lnTo>
                  <a:pt x="2514" y="911"/>
                </a:lnTo>
                <a:lnTo>
                  <a:pt x="2513" y="911"/>
                </a:lnTo>
                <a:lnTo>
                  <a:pt x="2512" y="911"/>
                </a:lnTo>
                <a:lnTo>
                  <a:pt x="2512" y="910"/>
                </a:lnTo>
                <a:lnTo>
                  <a:pt x="2511" y="910"/>
                </a:lnTo>
                <a:lnTo>
                  <a:pt x="2510" y="910"/>
                </a:lnTo>
                <a:lnTo>
                  <a:pt x="2509" y="909"/>
                </a:lnTo>
                <a:lnTo>
                  <a:pt x="2508" y="909"/>
                </a:lnTo>
                <a:lnTo>
                  <a:pt x="2508" y="908"/>
                </a:lnTo>
                <a:lnTo>
                  <a:pt x="2507" y="908"/>
                </a:lnTo>
                <a:lnTo>
                  <a:pt x="2506" y="908"/>
                </a:lnTo>
                <a:lnTo>
                  <a:pt x="2505" y="907"/>
                </a:lnTo>
                <a:lnTo>
                  <a:pt x="2504" y="907"/>
                </a:lnTo>
                <a:lnTo>
                  <a:pt x="2504" y="906"/>
                </a:lnTo>
                <a:lnTo>
                  <a:pt x="2503" y="906"/>
                </a:lnTo>
                <a:lnTo>
                  <a:pt x="2502" y="906"/>
                </a:lnTo>
                <a:lnTo>
                  <a:pt x="2502" y="905"/>
                </a:lnTo>
                <a:lnTo>
                  <a:pt x="2501" y="905"/>
                </a:lnTo>
                <a:lnTo>
                  <a:pt x="2500" y="905"/>
                </a:lnTo>
                <a:lnTo>
                  <a:pt x="2499" y="904"/>
                </a:lnTo>
                <a:lnTo>
                  <a:pt x="2498" y="904"/>
                </a:lnTo>
                <a:lnTo>
                  <a:pt x="2498" y="903"/>
                </a:lnTo>
                <a:lnTo>
                  <a:pt x="2497" y="903"/>
                </a:lnTo>
                <a:lnTo>
                  <a:pt x="2496" y="903"/>
                </a:lnTo>
                <a:lnTo>
                  <a:pt x="2495" y="902"/>
                </a:lnTo>
                <a:lnTo>
                  <a:pt x="2494" y="902"/>
                </a:lnTo>
                <a:lnTo>
                  <a:pt x="2494" y="901"/>
                </a:lnTo>
                <a:lnTo>
                  <a:pt x="2493" y="901"/>
                </a:lnTo>
                <a:lnTo>
                  <a:pt x="2492" y="901"/>
                </a:lnTo>
                <a:lnTo>
                  <a:pt x="2491" y="900"/>
                </a:lnTo>
                <a:lnTo>
                  <a:pt x="2490" y="900"/>
                </a:lnTo>
                <a:lnTo>
                  <a:pt x="2489" y="899"/>
                </a:lnTo>
                <a:lnTo>
                  <a:pt x="2488" y="899"/>
                </a:lnTo>
                <a:lnTo>
                  <a:pt x="2488" y="898"/>
                </a:lnTo>
                <a:lnTo>
                  <a:pt x="2487" y="898"/>
                </a:lnTo>
                <a:lnTo>
                  <a:pt x="2486" y="898"/>
                </a:lnTo>
                <a:lnTo>
                  <a:pt x="2485" y="897"/>
                </a:lnTo>
                <a:lnTo>
                  <a:pt x="2484" y="897"/>
                </a:lnTo>
                <a:lnTo>
                  <a:pt x="2484" y="896"/>
                </a:lnTo>
                <a:lnTo>
                  <a:pt x="2483" y="896"/>
                </a:lnTo>
                <a:lnTo>
                  <a:pt x="2482" y="896"/>
                </a:lnTo>
                <a:lnTo>
                  <a:pt x="2481" y="895"/>
                </a:lnTo>
                <a:lnTo>
                  <a:pt x="2480" y="895"/>
                </a:lnTo>
                <a:lnTo>
                  <a:pt x="2479" y="894"/>
                </a:lnTo>
                <a:lnTo>
                  <a:pt x="2478" y="894"/>
                </a:lnTo>
                <a:lnTo>
                  <a:pt x="2478" y="893"/>
                </a:lnTo>
                <a:lnTo>
                  <a:pt x="2477" y="893"/>
                </a:lnTo>
                <a:lnTo>
                  <a:pt x="2476" y="893"/>
                </a:lnTo>
                <a:lnTo>
                  <a:pt x="2475" y="892"/>
                </a:lnTo>
                <a:lnTo>
                  <a:pt x="2474" y="892"/>
                </a:lnTo>
                <a:lnTo>
                  <a:pt x="2474" y="891"/>
                </a:lnTo>
                <a:lnTo>
                  <a:pt x="2473" y="891"/>
                </a:lnTo>
                <a:lnTo>
                  <a:pt x="2472" y="891"/>
                </a:lnTo>
                <a:lnTo>
                  <a:pt x="2471" y="890"/>
                </a:lnTo>
                <a:lnTo>
                  <a:pt x="2470" y="890"/>
                </a:lnTo>
                <a:lnTo>
                  <a:pt x="2469" y="889"/>
                </a:lnTo>
                <a:lnTo>
                  <a:pt x="2468" y="889"/>
                </a:lnTo>
                <a:lnTo>
                  <a:pt x="2468" y="888"/>
                </a:lnTo>
                <a:lnTo>
                  <a:pt x="2467" y="888"/>
                </a:lnTo>
                <a:lnTo>
                  <a:pt x="2466" y="888"/>
                </a:lnTo>
                <a:lnTo>
                  <a:pt x="2465" y="887"/>
                </a:lnTo>
                <a:lnTo>
                  <a:pt x="2464" y="887"/>
                </a:lnTo>
                <a:lnTo>
                  <a:pt x="2464" y="886"/>
                </a:lnTo>
                <a:lnTo>
                  <a:pt x="2463" y="886"/>
                </a:lnTo>
                <a:lnTo>
                  <a:pt x="2462" y="886"/>
                </a:lnTo>
                <a:lnTo>
                  <a:pt x="2461" y="885"/>
                </a:lnTo>
                <a:lnTo>
                  <a:pt x="2460" y="885"/>
                </a:lnTo>
                <a:lnTo>
                  <a:pt x="2459" y="884"/>
                </a:lnTo>
                <a:lnTo>
                  <a:pt x="2458" y="884"/>
                </a:lnTo>
                <a:lnTo>
                  <a:pt x="2458" y="883"/>
                </a:lnTo>
                <a:lnTo>
                  <a:pt x="2457" y="883"/>
                </a:lnTo>
                <a:lnTo>
                  <a:pt x="2456" y="883"/>
                </a:lnTo>
                <a:lnTo>
                  <a:pt x="2455" y="882"/>
                </a:lnTo>
                <a:lnTo>
                  <a:pt x="2454" y="882"/>
                </a:lnTo>
                <a:lnTo>
                  <a:pt x="2454" y="881"/>
                </a:lnTo>
                <a:lnTo>
                  <a:pt x="2453" y="881"/>
                </a:lnTo>
                <a:lnTo>
                  <a:pt x="2452" y="881"/>
                </a:lnTo>
                <a:lnTo>
                  <a:pt x="2451" y="880"/>
                </a:lnTo>
                <a:lnTo>
                  <a:pt x="2450" y="880"/>
                </a:lnTo>
                <a:lnTo>
                  <a:pt x="2449" y="879"/>
                </a:lnTo>
                <a:lnTo>
                  <a:pt x="2448" y="879"/>
                </a:lnTo>
                <a:lnTo>
                  <a:pt x="2448" y="878"/>
                </a:lnTo>
                <a:lnTo>
                  <a:pt x="2447" y="878"/>
                </a:lnTo>
                <a:lnTo>
                  <a:pt x="2446" y="878"/>
                </a:lnTo>
                <a:lnTo>
                  <a:pt x="2445" y="877"/>
                </a:lnTo>
                <a:lnTo>
                  <a:pt x="2444" y="877"/>
                </a:lnTo>
                <a:lnTo>
                  <a:pt x="2444" y="876"/>
                </a:lnTo>
                <a:lnTo>
                  <a:pt x="2443" y="876"/>
                </a:lnTo>
                <a:lnTo>
                  <a:pt x="2442" y="876"/>
                </a:lnTo>
                <a:lnTo>
                  <a:pt x="2441" y="875"/>
                </a:lnTo>
                <a:lnTo>
                  <a:pt x="2440" y="875"/>
                </a:lnTo>
                <a:lnTo>
                  <a:pt x="2439" y="874"/>
                </a:lnTo>
                <a:lnTo>
                  <a:pt x="2438" y="874"/>
                </a:lnTo>
                <a:lnTo>
                  <a:pt x="2438" y="873"/>
                </a:lnTo>
                <a:lnTo>
                  <a:pt x="2437" y="873"/>
                </a:lnTo>
                <a:lnTo>
                  <a:pt x="2436" y="873"/>
                </a:lnTo>
                <a:lnTo>
                  <a:pt x="2435" y="872"/>
                </a:lnTo>
                <a:lnTo>
                  <a:pt x="2434" y="872"/>
                </a:lnTo>
                <a:lnTo>
                  <a:pt x="2434" y="871"/>
                </a:lnTo>
                <a:lnTo>
                  <a:pt x="2433" y="871"/>
                </a:lnTo>
                <a:lnTo>
                  <a:pt x="2432" y="871"/>
                </a:lnTo>
                <a:lnTo>
                  <a:pt x="2431" y="870"/>
                </a:lnTo>
                <a:lnTo>
                  <a:pt x="2430" y="870"/>
                </a:lnTo>
                <a:lnTo>
                  <a:pt x="2429" y="869"/>
                </a:lnTo>
                <a:lnTo>
                  <a:pt x="2428" y="869"/>
                </a:lnTo>
                <a:lnTo>
                  <a:pt x="2427" y="868"/>
                </a:lnTo>
                <a:lnTo>
                  <a:pt x="2426" y="868"/>
                </a:lnTo>
                <a:lnTo>
                  <a:pt x="2425" y="867"/>
                </a:lnTo>
                <a:lnTo>
                  <a:pt x="2424" y="867"/>
                </a:lnTo>
                <a:lnTo>
                  <a:pt x="2424" y="866"/>
                </a:lnTo>
                <a:lnTo>
                  <a:pt x="2423" y="866"/>
                </a:lnTo>
                <a:lnTo>
                  <a:pt x="2422" y="866"/>
                </a:lnTo>
                <a:lnTo>
                  <a:pt x="2421" y="865"/>
                </a:lnTo>
                <a:lnTo>
                  <a:pt x="2420" y="865"/>
                </a:lnTo>
                <a:lnTo>
                  <a:pt x="2419" y="864"/>
                </a:lnTo>
                <a:lnTo>
                  <a:pt x="2418" y="864"/>
                </a:lnTo>
                <a:lnTo>
                  <a:pt x="2417" y="863"/>
                </a:lnTo>
                <a:lnTo>
                  <a:pt x="2416" y="863"/>
                </a:lnTo>
                <a:lnTo>
                  <a:pt x="2415" y="862"/>
                </a:lnTo>
                <a:lnTo>
                  <a:pt x="2414" y="862"/>
                </a:lnTo>
                <a:lnTo>
                  <a:pt x="2414" y="861"/>
                </a:lnTo>
                <a:lnTo>
                  <a:pt x="2413" y="861"/>
                </a:lnTo>
                <a:lnTo>
                  <a:pt x="2412" y="861"/>
                </a:lnTo>
                <a:lnTo>
                  <a:pt x="2411" y="860"/>
                </a:lnTo>
                <a:lnTo>
                  <a:pt x="2410" y="860"/>
                </a:lnTo>
                <a:lnTo>
                  <a:pt x="2409" y="859"/>
                </a:lnTo>
                <a:lnTo>
                  <a:pt x="2408" y="859"/>
                </a:lnTo>
                <a:lnTo>
                  <a:pt x="2407" y="858"/>
                </a:lnTo>
                <a:lnTo>
                  <a:pt x="2406" y="858"/>
                </a:lnTo>
                <a:lnTo>
                  <a:pt x="2405" y="857"/>
                </a:lnTo>
                <a:lnTo>
                  <a:pt x="2404" y="857"/>
                </a:lnTo>
                <a:lnTo>
                  <a:pt x="2404" y="856"/>
                </a:lnTo>
                <a:lnTo>
                  <a:pt x="2403" y="856"/>
                </a:lnTo>
                <a:lnTo>
                  <a:pt x="2402" y="856"/>
                </a:lnTo>
                <a:lnTo>
                  <a:pt x="2401" y="855"/>
                </a:lnTo>
                <a:lnTo>
                  <a:pt x="2400" y="855"/>
                </a:lnTo>
                <a:lnTo>
                  <a:pt x="2400" y="854"/>
                </a:lnTo>
                <a:lnTo>
                  <a:pt x="2399" y="854"/>
                </a:lnTo>
                <a:lnTo>
                  <a:pt x="2398" y="854"/>
                </a:lnTo>
                <a:lnTo>
                  <a:pt x="2397" y="853"/>
                </a:lnTo>
                <a:lnTo>
                  <a:pt x="2396" y="853"/>
                </a:lnTo>
                <a:lnTo>
                  <a:pt x="2395" y="852"/>
                </a:lnTo>
                <a:lnTo>
                  <a:pt x="2394" y="852"/>
                </a:lnTo>
                <a:lnTo>
                  <a:pt x="2394" y="851"/>
                </a:lnTo>
                <a:lnTo>
                  <a:pt x="2393" y="851"/>
                </a:lnTo>
                <a:lnTo>
                  <a:pt x="2392" y="851"/>
                </a:lnTo>
                <a:lnTo>
                  <a:pt x="2391" y="850"/>
                </a:lnTo>
                <a:lnTo>
                  <a:pt x="2390" y="850"/>
                </a:lnTo>
                <a:lnTo>
                  <a:pt x="2390" y="849"/>
                </a:lnTo>
                <a:lnTo>
                  <a:pt x="2389" y="849"/>
                </a:lnTo>
                <a:lnTo>
                  <a:pt x="2388" y="849"/>
                </a:lnTo>
                <a:lnTo>
                  <a:pt x="2387" y="848"/>
                </a:lnTo>
                <a:lnTo>
                  <a:pt x="2386" y="848"/>
                </a:lnTo>
                <a:lnTo>
                  <a:pt x="2385" y="847"/>
                </a:lnTo>
                <a:lnTo>
                  <a:pt x="2384" y="847"/>
                </a:lnTo>
                <a:lnTo>
                  <a:pt x="2384" y="846"/>
                </a:lnTo>
                <a:lnTo>
                  <a:pt x="2383" y="846"/>
                </a:lnTo>
                <a:lnTo>
                  <a:pt x="2382" y="846"/>
                </a:lnTo>
                <a:lnTo>
                  <a:pt x="2381" y="845"/>
                </a:lnTo>
                <a:lnTo>
                  <a:pt x="2380" y="845"/>
                </a:lnTo>
                <a:lnTo>
                  <a:pt x="2380" y="844"/>
                </a:lnTo>
                <a:lnTo>
                  <a:pt x="2379" y="844"/>
                </a:lnTo>
                <a:lnTo>
                  <a:pt x="2378" y="844"/>
                </a:lnTo>
                <a:lnTo>
                  <a:pt x="2377" y="843"/>
                </a:lnTo>
                <a:lnTo>
                  <a:pt x="2376" y="843"/>
                </a:lnTo>
                <a:lnTo>
                  <a:pt x="2375" y="842"/>
                </a:lnTo>
                <a:lnTo>
                  <a:pt x="2374" y="842"/>
                </a:lnTo>
                <a:lnTo>
                  <a:pt x="2374" y="841"/>
                </a:lnTo>
                <a:lnTo>
                  <a:pt x="2373" y="841"/>
                </a:lnTo>
                <a:lnTo>
                  <a:pt x="2372" y="841"/>
                </a:lnTo>
                <a:lnTo>
                  <a:pt x="2371" y="840"/>
                </a:lnTo>
                <a:lnTo>
                  <a:pt x="2370" y="840"/>
                </a:lnTo>
                <a:lnTo>
                  <a:pt x="2370" y="839"/>
                </a:lnTo>
                <a:lnTo>
                  <a:pt x="2369" y="839"/>
                </a:lnTo>
                <a:lnTo>
                  <a:pt x="2368" y="839"/>
                </a:lnTo>
                <a:lnTo>
                  <a:pt x="2367" y="838"/>
                </a:lnTo>
                <a:lnTo>
                  <a:pt x="2366" y="838"/>
                </a:lnTo>
                <a:lnTo>
                  <a:pt x="2365" y="837"/>
                </a:lnTo>
                <a:lnTo>
                  <a:pt x="2364" y="837"/>
                </a:lnTo>
                <a:lnTo>
                  <a:pt x="2363" y="836"/>
                </a:lnTo>
                <a:lnTo>
                  <a:pt x="2362" y="836"/>
                </a:lnTo>
                <a:lnTo>
                  <a:pt x="2361" y="835"/>
                </a:lnTo>
                <a:lnTo>
                  <a:pt x="2360" y="835"/>
                </a:lnTo>
                <a:lnTo>
                  <a:pt x="2360" y="834"/>
                </a:lnTo>
                <a:lnTo>
                  <a:pt x="2359" y="834"/>
                </a:lnTo>
                <a:lnTo>
                  <a:pt x="2358" y="834"/>
                </a:lnTo>
                <a:lnTo>
                  <a:pt x="2357" y="833"/>
                </a:lnTo>
                <a:lnTo>
                  <a:pt x="2356" y="833"/>
                </a:lnTo>
                <a:lnTo>
                  <a:pt x="2355" y="832"/>
                </a:lnTo>
                <a:lnTo>
                  <a:pt x="2354" y="832"/>
                </a:lnTo>
                <a:lnTo>
                  <a:pt x="2353" y="831"/>
                </a:lnTo>
                <a:lnTo>
                  <a:pt x="2352" y="831"/>
                </a:lnTo>
                <a:lnTo>
                  <a:pt x="2351" y="830"/>
                </a:lnTo>
                <a:lnTo>
                  <a:pt x="2350" y="830"/>
                </a:lnTo>
                <a:lnTo>
                  <a:pt x="2350" y="829"/>
                </a:lnTo>
                <a:lnTo>
                  <a:pt x="2349" y="829"/>
                </a:lnTo>
                <a:lnTo>
                  <a:pt x="2348" y="829"/>
                </a:lnTo>
                <a:lnTo>
                  <a:pt x="2347" y="828"/>
                </a:lnTo>
                <a:lnTo>
                  <a:pt x="2346" y="828"/>
                </a:lnTo>
                <a:lnTo>
                  <a:pt x="2345" y="827"/>
                </a:lnTo>
                <a:lnTo>
                  <a:pt x="2344" y="827"/>
                </a:lnTo>
                <a:lnTo>
                  <a:pt x="2343" y="826"/>
                </a:lnTo>
                <a:lnTo>
                  <a:pt x="2342" y="826"/>
                </a:lnTo>
                <a:lnTo>
                  <a:pt x="2341" y="825"/>
                </a:lnTo>
                <a:lnTo>
                  <a:pt x="2340" y="825"/>
                </a:lnTo>
                <a:lnTo>
                  <a:pt x="2340" y="824"/>
                </a:lnTo>
                <a:lnTo>
                  <a:pt x="2339" y="824"/>
                </a:lnTo>
                <a:lnTo>
                  <a:pt x="2338" y="824"/>
                </a:lnTo>
                <a:lnTo>
                  <a:pt x="2337" y="823"/>
                </a:lnTo>
                <a:lnTo>
                  <a:pt x="2336" y="823"/>
                </a:lnTo>
                <a:lnTo>
                  <a:pt x="2335" y="822"/>
                </a:lnTo>
                <a:lnTo>
                  <a:pt x="2334" y="822"/>
                </a:lnTo>
                <a:lnTo>
                  <a:pt x="2333" y="821"/>
                </a:lnTo>
                <a:lnTo>
                  <a:pt x="2332" y="821"/>
                </a:lnTo>
                <a:lnTo>
                  <a:pt x="2331" y="820"/>
                </a:lnTo>
                <a:lnTo>
                  <a:pt x="2330" y="820"/>
                </a:lnTo>
                <a:lnTo>
                  <a:pt x="2330" y="819"/>
                </a:lnTo>
                <a:lnTo>
                  <a:pt x="2329" y="819"/>
                </a:lnTo>
                <a:lnTo>
                  <a:pt x="2328" y="819"/>
                </a:lnTo>
                <a:lnTo>
                  <a:pt x="2327" y="818"/>
                </a:lnTo>
                <a:lnTo>
                  <a:pt x="2326" y="818"/>
                </a:lnTo>
                <a:lnTo>
                  <a:pt x="2325" y="817"/>
                </a:lnTo>
                <a:lnTo>
                  <a:pt x="2324" y="817"/>
                </a:lnTo>
                <a:lnTo>
                  <a:pt x="2323" y="816"/>
                </a:lnTo>
                <a:lnTo>
                  <a:pt x="2322" y="816"/>
                </a:lnTo>
                <a:lnTo>
                  <a:pt x="2321" y="815"/>
                </a:lnTo>
                <a:lnTo>
                  <a:pt x="2320" y="815"/>
                </a:lnTo>
                <a:lnTo>
                  <a:pt x="2320" y="814"/>
                </a:lnTo>
                <a:lnTo>
                  <a:pt x="2319" y="814"/>
                </a:lnTo>
                <a:lnTo>
                  <a:pt x="2318" y="814"/>
                </a:lnTo>
                <a:lnTo>
                  <a:pt x="2317" y="813"/>
                </a:lnTo>
                <a:lnTo>
                  <a:pt x="2316" y="813"/>
                </a:lnTo>
                <a:lnTo>
                  <a:pt x="2315" y="812"/>
                </a:lnTo>
                <a:lnTo>
                  <a:pt x="2314" y="812"/>
                </a:lnTo>
                <a:lnTo>
                  <a:pt x="2313" y="811"/>
                </a:lnTo>
                <a:lnTo>
                  <a:pt x="2312" y="811"/>
                </a:lnTo>
                <a:lnTo>
                  <a:pt x="2311" y="810"/>
                </a:lnTo>
                <a:lnTo>
                  <a:pt x="2310" y="810"/>
                </a:lnTo>
                <a:lnTo>
                  <a:pt x="2310" y="809"/>
                </a:lnTo>
                <a:lnTo>
                  <a:pt x="2309" y="809"/>
                </a:lnTo>
                <a:lnTo>
                  <a:pt x="2308" y="809"/>
                </a:lnTo>
                <a:lnTo>
                  <a:pt x="2307" y="808"/>
                </a:lnTo>
                <a:lnTo>
                  <a:pt x="2306" y="808"/>
                </a:lnTo>
                <a:lnTo>
                  <a:pt x="2305" y="807"/>
                </a:lnTo>
                <a:lnTo>
                  <a:pt x="2304" y="807"/>
                </a:lnTo>
                <a:lnTo>
                  <a:pt x="2303" y="806"/>
                </a:lnTo>
                <a:lnTo>
                  <a:pt x="2302" y="806"/>
                </a:lnTo>
                <a:lnTo>
                  <a:pt x="2301" y="805"/>
                </a:lnTo>
                <a:lnTo>
                  <a:pt x="2300" y="805"/>
                </a:lnTo>
                <a:lnTo>
                  <a:pt x="2299" y="804"/>
                </a:lnTo>
                <a:lnTo>
                  <a:pt x="2298" y="804"/>
                </a:lnTo>
                <a:lnTo>
                  <a:pt x="2297" y="803"/>
                </a:lnTo>
                <a:lnTo>
                  <a:pt x="2296" y="803"/>
                </a:lnTo>
                <a:lnTo>
                  <a:pt x="2295" y="802"/>
                </a:lnTo>
                <a:lnTo>
                  <a:pt x="2294" y="802"/>
                </a:lnTo>
                <a:lnTo>
                  <a:pt x="2293" y="801"/>
                </a:lnTo>
                <a:lnTo>
                  <a:pt x="2292" y="801"/>
                </a:lnTo>
                <a:lnTo>
                  <a:pt x="2291" y="800"/>
                </a:lnTo>
                <a:lnTo>
                  <a:pt x="2290" y="800"/>
                </a:lnTo>
                <a:lnTo>
                  <a:pt x="2289" y="799"/>
                </a:lnTo>
                <a:lnTo>
                  <a:pt x="2288" y="799"/>
                </a:lnTo>
                <a:lnTo>
                  <a:pt x="2287" y="798"/>
                </a:lnTo>
                <a:lnTo>
                  <a:pt x="2286" y="798"/>
                </a:lnTo>
                <a:lnTo>
                  <a:pt x="2285" y="797"/>
                </a:lnTo>
                <a:lnTo>
                  <a:pt x="2284" y="797"/>
                </a:lnTo>
                <a:lnTo>
                  <a:pt x="2283" y="796"/>
                </a:lnTo>
                <a:lnTo>
                  <a:pt x="2282" y="796"/>
                </a:lnTo>
                <a:lnTo>
                  <a:pt x="2281" y="795"/>
                </a:lnTo>
                <a:lnTo>
                  <a:pt x="2280" y="795"/>
                </a:lnTo>
                <a:lnTo>
                  <a:pt x="2279" y="794"/>
                </a:lnTo>
                <a:lnTo>
                  <a:pt x="2278" y="794"/>
                </a:lnTo>
                <a:lnTo>
                  <a:pt x="2277" y="793"/>
                </a:lnTo>
                <a:lnTo>
                  <a:pt x="2276" y="793"/>
                </a:lnTo>
                <a:lnTo>
                  <a:pt x="2276" y="792"/>
                </a:lnTo>
                <a:lnTo>
                  <a:pt x="2275" y="792"/>
                </a:lnTo>
                <a:lnTo>
                  <a:pt x="2274" y="792"/>
                </a:lnTo>
                <a:lnTo>
                  <a:pt x="2273" y="791"/>
                </a:lnTo>
                <a:lnTo>
                  <a:pt x="2272" y="791"/>
                </a:lnTo>
                <a:lnTo>
                  <a:pt x="2271" y="790"/>
                </a:lnTo>
                <a:lnTo>
                  <a:pt x="2270" y="790"/>
                </a:lnTo>
                <a:lnTo>
                  <a:pt x="2269" y="789"/>
                </a:lnTo>
                <a:lnTo>
                  <a:pt x="2268" y="789"/>
                </a:lnTo>
                <a:lnTo>
                  <a:pt x="2267" y="788"/>
                </a:lnTo>
                <a:lnTo>
                  <a:pt x="2266" y="788"/>
                </a:lnTo>
                <a:lnTo>
                  <a:pt x="2266" y="787"/>
                </a:lnTo>
                <a:lnTo>
                  <a:pt x="2265" y="787"/>
                </a:lnTo>
                <a:lnTo>
                  <a:pt x="2264" y="787"/>
                </a:lnTo>
                <a:lnTo>
                  <a:pt x="2263" y="786"/>
                </a:lnTo>
                <a:lnTo>
                  <a:pt x="2262" y="786"/>
                </a:lnTo>
                <a:lnTo>
                  <a:pt x="2261" y="785"/>
                </a:lnTo>
                <a:lnTo>
                  <a:pt x="2260" y="785"/>
                </a:lnTo>
                <a:lnTo>
                  <a:pt x="2259" y="784"/>
                </a:lnTo>
                <a:lnTo>
                  <a:pt x="2258" y="784"/>
                </a:lnTo>
                <a:lnTo>
                  <a:pt x="2257" y="783"/>
                </a:lnTo>
                <a:lnTo>
                  <a:pt x="2256" y="783"/>
                </a:lnTo>
                <a:lnTo>
                  <a:pt x="2256" y="782"/>
                </a:lnTo>
                <a:lnTo>
                  <a:pt x="2255" y="782"/>
                </a:lnTo>
                <a:lnTo>
                  <a:pt x="2254" y="782"/>
                </a:lnTo>
                <a:lnTo>
                  <a:pt x="2253" y="781"/>
                </a:lnTo>
                <a:lnTo>
                  <a:pt x="2252" y="781"/>
                </a:lnTo>
                <a:lnTo>
                  <a:pt x="2251" y="780"/>
                </a:lnTo>
                <a:lnTo>
                  <a:pt x="2250" y="780"/>
                </a:lnTo>
                <a:lnTo>
                  <a:pt x="2249" y="779"/>
                </a:lnTo>
                <a:lnTo>
                  <a:pt x="2248" y="779"/>
                </a:lnTo>
                <a:lnTo>
                  <a:pt x="2247" y="778"/>
                </a:lnTo>
                <a:lnTo>
                  <a:pt x="2246" y="778"/>
                </a:lnTo>
                <a:lnTo>
                  <a:pt x="2246" y="777"/>
                </a:lnTo>
                <a:lnTo>
                  <a:pt x="2245" y="777"/>
                </a:lnTo>
                <a:lnTo>
                  <a:pt x="2244" y="777"/>
                </a:lnTo>
                <a:lnTo>
                  <a:pt x="2243" y="776"/>
                </a:lnTo>
                <a:lnTo>
                  <a:pt x="2242" y="776"/>
                </a:lnTo>
                <a:lnTo>
                  <a:pt x="2241" y="775"/>
                </a:lnTo>
                <a:lnTo>
                  <a:pt x="2240" y="775"/>
                </a:lnTo>
                <a:lnTo>
                  <a:pt x="2239" y="774"/>
                </a:lnTo>
                <a:lnTo>
                  <a:pt x="2238" y="774"/>
                </a:lnTo>
                <a:lnTo>
                  <a:pt x="2237" y="773"/>
                </a:lnTo>
                <a:lnTo>
                  <a:pt x="2236" y="773"/>
                </a:lnTo>
                <a:lnTo>
                  <a:pt x="2235" y="772"/>
                </a:lnTo>
                <a:lnTo>
                  <a:pt x="2234" y="772"/>
                </a:lnTo>
                <a:lnTo>
                  <a:pt x="2233" y="771"/>
                </a:lnTo>
                <a:lnTo>
                  <a:pt x="2232" y="771"/>
                </a:lnTo>
                <a:lnTo>
                  <a:pt x="2231" y="770"/>
                </a:lnTo>
                <a:lnTo>
                  <a:pt x="2230" y="770"/>
                </a:lnTo>
                <a:lnTo>
                  <a:pt x="2229" y="769"/>
                </a:lnTo>
                <a:lnTo>
                  <a:pt x="2228" y="769"/>
                </a:lnTo>
                <a:lnTo>
                  <a:pt x="2227" y="768"/>
                </a:lnTo>
                <a:lnTo>
                  <a:pt x="2226" y="768"/>
                </a:lnTo>
                <a:lnTo>
                  <a:pt x="2225" y="767"/>
                </a:lnTo>
                <a:lnTo>
                  <a:pt x="2224" y="767"/>
                </a:lnTo>
                <a:lnTo>
                  <a:pt x="2223" y="766"/>
                </a:lnTo>
                <a:lnTo>
                  <a:pt x="2222" y="766"/>
                </a:lnTo>
                <a:lnTo>
                  <a:pt x="2221" y="765"/>
                </a:lnTo>
                <a:lnTo>
                  <a:pt x="2220" y="765"/>
                </a:lnTo>
                <a:lnTo>
                  <a:pt x="2219" y="764"/>
                </a:lnTo>
                <a:lnTo>
                  <a:pt x="2218" y="764"/>
                </a:lnTo>
                <a:lnTo>
                  <a:pt x="2217" y="763"/>
                </a:lnTo>
                <a:lnTo>
                  <a:pt x="2216" y="763"/>
                </a:lnTo>
                <a:lnTo>
                  <a:pt x="2215" y="762"/>
                </a:lnTo>
                <a:lnTo>
                  <a:pt x="2214" y="762"/>
                </a:lnTo>
                <a:lnTo>
                  <a:pt x="2213" y="761"/>
                </a:lnTo>
                <a:lnTo>
                  <a:pt x="2212" y="761"/>
                </a:lnTo>
                <a:lnTo>
                  <a:pt x="2211" y="760"/>
                </a:lnTo>
                <a:lnTo>
                  <a:pt x="2210" y="760"/>
                </a:lnTo>
                <a:lnTo>
                  <a:pt x="2209" y="759"/>
                </a:lnTo>
                <a:lnTo>
                  <a:pt x="2208" y="759"/>
                </a:lnTo>
                <a:lnTo>
                  <a:pt x="2207" y="758"/>
                </a:lnTo>
                <a:lnTo>
                  <a:pt x="2206" y="758"/>
                </a:lnTo>
                <a:lnTo>
                  <a:pt x="2205" y="757"/>
                </a:lnTo>
                <a:lnTo>
                  <a:pt x="2204" y="757"/>
                </a:lnTo>
                <a:lnTo>
                  <a:pt x="2203" y="756"/>
                </a:lnTo>
                <a:lnTo>
                  <a:pt x="2202" y="756"/>
                </a:lnTo>
                <a:lnTo>
                  <a:pt x="2201" y="755"/>
                </a:lnTo>
                <a:lnTo>
                  <a:pt x="2200" y="755"/>
                </a:lnTo>
                <a:lnTo>
                  <a:pt x="2199" y="754"/>
                </a:lnTo>
                <a:lnTo>
                  <a:pt x="2198" y="754"/>
                </a:lnTo>
                <a:lnTo>
                  <a:pt x="2197" y="753"/>
                </a:lnTo>
                <a:lnTo>
                  <a:pt x="2196" y="753"/>
                </a:lnTo>
                <a:lnTo>
                  <a:pt x="2195" y="752"/>
                </a:lnTo>
                <a:lnTo>
                  <a:pt x="2194" y="752"/>
                </a:lnTo>
                <a:lnTo>
                  <a:pt x="2193" y="751"/>
                </a:lnTo>
                <a:lnTo>
                  <a:pt x="2192" y="751"/>
                </a:lnTo>
                <a:lnTo>
                  <a:pt x="2191" y="750"/>
                </a:lnTo>
                <a:lnTo>
                  <a:pt x="2190" y="750"/>
                </a:lnTo>
                <a:lnTo>
                  <a:pt x="2189" y="749"/>
                </a:lnTo>
                <a:lnTo>
                  <a:pt x="2188" y="749"/>
                </a:lnTo>
                <a:lnTo>
                  <a:pt x="2187" y="748"/>
                </a:lnTo>
                <a:lnTo>
                  <a:pt x="2186" y="748"/>
                </a:lnTo>
                <a:lnTo>
                  <a:pt x="2185" y="747"/>
                </a:lnTo>
                <a:lnTo>
                  <a:pt x="2184" y="747"/>
                </a:lnTo>
                <a:lnTo>
                  <a:pt x="2183" y="746"/>
                </a:lnTo>
                <a:lnTo>
                  <a:pt x="2182" y="746"/>
                </a:lnTo>
                <a:lnTo>
                  <a:pt x="2181" y="745"/>
                </a:lnTo>
                <a:lnTo>
                  <a:pt x="2180" y="745"/>
                </a:lnTo>
                <a:lnTo>
                  <a:pt x="2179" y="744"/>
                </a:lnTo>
                <a:lnTo>
                  <a:pt x="2178" y="744"/>
                </a:lnTo>
                <a:lnTo>
                  <a:pt x="2177" y="743"/>
                </a:lnTo>
                <a:lnTo>
                  <a:pt x="2176" y="743"/>
                </a:lnTo>
                <a:lnTo>
                  <a:pt x="2175" y="742"/>
                </a:lnTo>
                <a:lnTo>
                  <a:pt x="2174" y="742"/>
                </a:lnTo>
                <a:lnTo>
                  <a:pt x="2173" y="741"/>
                </a:lnTo>
                <a:lnTo>
                  <a:pt x="2172" y="741"/>
                </a:lnTo>
                <a:lnTo>
                  <a:pt x="2171" y="741"/>
                </a:lnTo>
                <a:lnTo>
                  <a:pt x="2171" y="740"/>
                </a:lnTo>
                <a:lnTo>
                  <a:pt x="2170" y="740"/>
                </a:lnTo>
                <a:lnTo>
                  <a:pt x="2169" y="739"/>
                </a:lnTo>
                <a:lnTo>
                  <a:pt x="2168" y="739"/>
                </a:lnTo>
                <a:lnTo>
                  <a:pt x="2167" y="738"/>
                </a:lnTo>
                <a:lnTo>
                  <a:pt x="2166" y="738"/>
                </a:lnTo>
                <a:lnTo>
                  <a:pt x="2165" y="737"/>
                </a:lnTo>
                <a:lnTo>
                  <a:pt x="2164" y="737"/>
                </a:lnTo>
                <a:lnTo>
                  <a:pt x="2163" y="736"/>
                </a:lnTo>
                <a:lnTo>
                  <a:pt x="2162" y="736"/>
                </a:lnTo>
                <a:lnTo>
                  <a:pt x="2161" y="736"/>
                </a:lnTo>
                <a:lnTo>
                  <a:pt x="2161" y="735"/>
                </a:lnTo>
                <a:lnTo>
                  <a:pt x="2160" y="735"/>
                </a:lnTo>
                <a:lnTo>
                  <a:pt x="2159" y="734"/>
                </a:lnTo>
                <a:lnTo>
                  <a:pt x="2158" y="734"/>
                </a:lnTo>
                <a:lnTo>
                  <a:pt x="2157" y="733"/>
                </a:lnTo>
                <a:lnTo>
                  <a:pt x="2156" y="733"/>
                </a:lnTo>
                <a:lnTo>
                  <a:pt x="2155" y="732"/>
                </a:lnTo>
                <a:lnTo>
                  <a:pt x="2154" y="732"/>
                </a:lnTo>
                <a:lnTo>
                  <a:pt x="2153" y="731"/>
                </a:lnTo>
                <a:lnTo>
                  <a:pt x="2152" y="731"/>
                </a:lnTo>
                <a:lnTo>
                  <a:pt x="2151" y="731"/>
                </a:lnTo>
                <a:lnTo>
                  <a:pt x="2151" y="730"/>
                </a:lnTo>
                <a:lnTo>
                  <a:pt x="2150" y="730"/>
                </a:lnTo>
                <a:lnTo>
                  <a:pt x="2149" y="729"/>
                </a:lnTo>
                <a:lnTo>
                  <a:pt x="2148" y="729"/>
                </a:lnTo>
                <a:lnTo>
                  <a:pt x="2147" y="728"/>
                </a:lnTo>
                <a:lnTo>
                  <a:pt x="2146" y="728"/>
                </a:lnTo>
                <a:lnTo>
                  <a:pt x="2145" y="727"/>
                </a:lnTo>
                <a:lnTo>
                  <a:pt x="2144" y="727"/>
                </a:lnTo>
                <a:lnTo>
                  <a:pt x="2143" y="726"/>
                </a:lnTo>
                <a:lnTo>
                  <a:pt x="2142" y="726"/>
                </a:lnTo>
                <a:lnTo>
                  <a:pt x="2141" y="725"/>
                </a:lnTo>
                <a:lnTo>
                  <a:pt x="2140" y="725"/>
                </a:lnTo>
                <a:lnTo>
                  <a:pt x="2139" y="724"/>
                </a:lnTo>
                <a:lnTo>
                  <a:pt x="2138" y="724"/>
                </a:lnTo>
                <a:lnTo>
                  <a:pt x="2137" y="723"/>
                </a:lnTo>
                <a:lnTo>
                  <a:pt x="2136" y="723"/>
                </a:lnTo>
                <a:lnTo>
                  <a:pt x="2135" y="722"/>
                </a:lnTo>
                <a:lnTo>
                  <a:pt x="2134" y="722"/>
                </a:lnTo>
                <a:lnTo>
                  <a:pt x="2133" y="721"/>
                </a:lnTo>
                <a:lnTo>
                  <a:pt x="2132" y="721"/>
                </a:lnTo>
                <a:lnTo>
                  <a:pt x="2131" y="720"/>
                </a:lnTo>
                <a:lnTo>
                  <a:pt x="2130" y="720"/>
                </a:lnTo>
                <a:lnTo>
                  <a:pt x="2129" y="719"/>
                </a:lnTo>
                <a:lnTo>
                  <a:pt x="2128" y="719"/>
                </a:lnTo>
                <a:lnTo>
                  <a:pt x="2127" y="718"/>
                </a:lnTo>
                <a:lnTo>
                  <a:pt x="2126" y="718"/>
                </a:lnTo>
                <a:lnTo>
                  <a:pt x="2125" y="717"/>
                </a:lnTo>
                <a:lnTo>
                  <a:pt x="2124" y="717"/>
                </a:lnTo>
                <a:lnTo>
                  <a:pt x="2123" y="716"/>
                </a:lnTo>
                <a:lnTo>
                  <a:pt x="2122" y="716"/>
                </a:lnTo>
                <a:lnTo>
                  <a:pt x="2121" y="715"/>
                </a:lnTo>
                <a:lnTo>
                  <a:pt x="2120" y="715"/>
                </a:lnTo>
                <a:lnTo>
                  <a:pt x="2119" y="714"/>
                </a:lnTo>
                <a:lnTo>
                  <a:pt x="2118" y="714"/>
                </a:lnTo>
                <a:lnTo>
                  <a:pt x="2117" y="713"/>
                </a:lnTo>
                <a:lnTo>
                  <a:pt x="2116" y="713"/>
                </a:lnTo>
                <a:lnTo>
                  <a:pt x="2115" y="712"/>
                </a:lnTo>
                <a:lnTo>
                  <a:pt x="2114" y="712"/>
                </a:lnTo>
                <a:lnTo>
                  <a:pt x="2113" y="711"/>
                </a:lnTo>
                <a:lnTo>
                  <a:pt x="2112" y="711"/>
                </a:lnTo>
                <a:lnTo>
                  <a:pt x="2111" y="710"/>
                </a:lnTo>
                <a:lnTo>
                  <a:pt x="2110" y="710"/>
                </a:lnTo>
                <a:lnTo>
                  <a:pt x="2109" y="709"/>
                </a:lnTo>
                <a:lnTo>
                  <a:pt x="2108" y="709"/>
                </a:lnTo>
                <a:lnTo>
                  <a:pt x="2107" y="709"/>
                </a:lnTo>
                <a:lnTo>
                  <a:pt x="2107" y="708"/>
                </a:lnTo>
                <a:lnTo>
                  <a:pt x="2106" y="708"/>
                </a:lnTo>
                <a:lnTo>
                  <a:pt x="2105" y="707"/>
                </a:lnTo>
                <a:lnTo>
                  <a:pt x="2104" y="707"/>
                </a:lnTo>
                <a:lnTo>
                  <a:pt x="2103" y="706"/>
                </a:lnTo>
                <a:lnTo>
                  <a:pt x="2102" y="706"/>
                </a:lnTo>
                <a:lnTo>
                  <a:pt x="2101" y="705"/>
                </a:lnTo>
                <a:lnTo>
                  <a:pt x="2100" y="705"/>
                </a:lnTo>
                <a:lnTo>
                  <a:pt x="2099" y="704"/>
                </a:lnTo>
                <a:lnTo>
                  <a:pt x="2098" y="704"/>
                </a:lnTo>
                <a:lnTo>
                  <a:pt x="2097" y="704"/>
                </a:lnTo>
                <a:lnTo>
                  <a:pt x="2097" y="703"/>
                </a:lnTo>
                <a:lnTo>
                  <a:pt x="2096" y="703"/>
                </a:lnTo>
                <a:lnTo>
                  <a:pt x="2095" y="702"/>
                </a:lnTo>
                <a:lnTo>
                  <a:pt x="2094" y="702"/>
                </a:lnTo>
                <a:lnTo>
                  <a:pt x="2093" y="701"/>
                </a:lnTo>
                <a:lnTo>
                  <a:pt x="2092" y="701"/>
                </a:lnTo>
                <a:lnTo>
                  <a:pt x="2091" y="700"/>
                </a:lnTo>
                <a:lnTo>
                  <a:pt x="2090" y="700"/>
                </a:lnTo>
                <a:lnTo>
                  <a:pt x="2089" y="699"/>
                </a:lnTo>
                <a:lnTo>
                  <a:pt x="2088" y="699"/>
                </a:lnTo>
                <a:lnTo>
                  <a:pt x="2087" y="699"/>
                </a:lnTo>
                <a:lnTo>
                  <a:pt x="2087" y="698"/>
                </a:lnTo>
                <a:lnTo>
                  <a:pt x="2086" y="698"/>
                </a:lnTo>
                <a:lnTo>
                  <a:pt x="2085" y="697"/>
                </a:lnTo>
                <a:lnTo>
                  <a:pt x="2084" y="697"/>
                </a:lnTo>
                <a:lnTo>
                  <a:pt x="2083" y="696"/>
                </a:lnTo>
                <a:lnTo>
                  <a:pt x="2082" y="696"/>
                </a:lnTo>
                <a:lnTo>
                  <a:pt x="2081" y="695"/>
                </a:lnTo>
                <a:lnTo>
                  <a:pt x="2080" y="695"/>
                </a:lnTo>
                <a:lnTo>
                  <a:pt x="2079" y="694"/>
                </a:lnTo>
                <a:lnTo>
                  <a:pt x="2078" y="694"/>
                </a:lnTo>
                <a:lnTo>
                  <a:pt x="2077" y="694"/>
                </a:lnTo>
                <a:lnTo>
                  <a:pt x="2077" y="693"/>
                </a:lnTo>
                <a:lnTo>
                  <a:pt x="2076" y="693"/>
                </a:lnTo>
                <a:lnTo>
                  <a:pt x="2075" y="692"/>
                </a:lnTo>
                <a:lnTo>
                  <a:pt x="2074" y="692"/>
                </a:lnTo>
                <a:lnTo>
                  <a:pt x="2073" y="691"/>
                </a:lnTo>
                <a:lnTo>
                  <a:pt x="2072" y="691"/>
                </a:lnTo>
                <a:lnTo>
                  <a:pt x="2071" y="690"/>
                </a:lnTo>
                <a:lnTo>
                  <a:pt x="2070" y="690"/>
                </a:lnTo>
                <a:lnTo>
                  <a:pt x="2069" y="689"/>
                </a:lnTo>
                <a:lnTo>
                  <a:pt x="2068" y="689"/>
                </a:lnTo>
                <a:lnTo>
                  <a:pt x="2067" y="689"/>
                </a:lnTo>
                <a:lnTo>
                  <a:pt x="2067" y="688"/>
                </a:lnTo>
                <a:lnTo>
                  <a:pt x="2066" y="688"/>
                </a:lnTo>
                <a:lnTo>
                  <a:pt x="2065" y="687"/>
                </a:lnTo>
                <a:lnTo>
                  <a:pt x="2064" y="687"/>
                </a:lnTo>
                <a:lnTo>
                  <a:pt x="2063" y="686"/>
                </a:lnTo>
                <a:lnTo>
                  <a:pt x="2062" y="686"/>
                </a:lnTo>
                <a:lnTo>
                  <a:pt x="2061" y="685"/>
                </a:lnTo>
                <a:lnTo>
                  <a:pt x="2060" y="685"/>
                </a:lnTo>
                <a:lnTo>
                  <a:pt x="2059" y="684"/>
                </a:lnTo>
                <a:lnTo>
                  <a:pt x="2058" y="684"/>
                </a:lnTo>
                <a:lnTo>
                  <a:pt x="2057" y="684"/>
                </a:lnTo>
                <a:lnTo>
                  <a:pt x="2057" y="683"/>
                </a:lnTo>
                <a:lnTo>
                  <a:pt x="2056" y="683"/>
                </a:lnTo>
                <a:lnTo>
                  <a:pt x="2055" y="682"/>
                </a:lnTo>
                <a:lnTo>
                  <a:pt x="2054" y="682"/>
                </a:lnTo>
                <a:lnTo>
                  <a:pt x="2053" y="681"/>
                </a:lnTo>
                <a:lnTo>
                  <a:pt x="2052" y="681"/>
                </a:lnTo>
                <a:lnTo>
                  <a:pt x="2051" y="680"/>
                </a:lnTo>
                <a:lnTo>
                  <a:pt x="2050" y="680"/>
                </a:lnTo>
                <a:lnTo>
                  <a:pt x="2049" y="679"/>
                </a:lnTo>
                <a:lnTo>
                  <a:pt x="2048" y="679"/>
                </a:lnTo>
                <a:lnTo>
                  <a:pt x="2047" y="679"/>
                </a:lnTo>
                <a:lnTo>
                  <a:pt x="2047" y="678"/>
                </a:lnTo>
                <a:lnTo>
                  <a:pt x="2046" y="678"/>
                </a:lnTo>
                <a:lnTo>
                  <a:pt x="2045" y="677"/>
                </a:lnTo>
                <a:lnTo>
                  <a:pt x="2044" y="677"/>
                </a:lnTo>
                <a:lnTo>
                  <a:pt x="2043" y="677"/>
                </a:lnTo>
                <a:lnTo>
                  <a:pt x="2043" y="676"/>
                </a:lnTo>
                <a:lnTo>
                  <a:pt x="2042" y="676"/>
                </a:lnTo>
                <a:lnTo>
                  <a:pt x="2041" y="675"/>
                </a:lnTo>
                <a:lnTo>
                  <a:pt x="2040" y="675"/>
                </a:lnTo>
                <a:lnTo>
                  <a:pt x="2039" y="674"/>
                </a:lnTo>
                <a:lnTo>
                  <a:pt x="2038" y="674"/>
                </a:lnTo>
                <a:lnTo>
                  <a:pt x="2037" y="674"/>
                </a:lnTo>
                <a:lnTo>
                  <a:pt x="2037" y="673"/>
                </a:lnTo>
                <a:lnTo>
                  <a:pt x="2036" y="673"/>
                </a:lnTo>
                <a:lnTo>
                  <a:pt x="2035" y="672"/>
                </a:lnTo>
                <a:lnTo>
                  <a:pt x="2034" y="672"/>
                </a:lnTo>
                <a:lnTo>
                  <a:pt x="2033" y="672"/>
                </a:lnTo>
                <a:lnTo>
                  <a:pt x="2033" y="671"/>
                </a:lnTo>
                <a:lnTo>
                  <a:pt x="2032" y="671"/>
                </a:lnTo>
                <a:lnTo>
                  <a:pt x="2031" y="670"/>
                </a:lnTo>
                <a:lnTo>
                  <a:pt x="2030" y="670"/>
                </a:lnTo>
                <a:lnTo>
                  <a:pt x="2029" y="669"/>
                </a:lnTo>
                <a:lnTo>
                  <a:pt x="2028" y="669"/>
                </a:lnTo>
                <a:lnTo>
                  <a:pt x="2027" y="669"/>
                </a:lnTo>
                <a:lnTo>
                  <a:pt x="2027" y="668"/>
                </a:lnTo>
                <a:lnTo>
                  <a:pt x="2026" y="668"/>
                </a:lnTo>
                <a:lnTo>
                  <a:pt x="2025" y="667"/>
                </a:lnTo>
                <a:lnTo>
                  <a:pt x="2024" y="667"/>
                </a:lnTo>
                <a:lnTo>
                  <a:pt x="2023" y="667"/>
                </a:lnTo>
                <a:lnTo>
                  <a:pt x="2023" y="666"/>
                </a:lnTo>
                <a:lnTo>
                  <a:pt x="2022" y="666"/>
                </a:lnTo>
                <a:lnTo>
                  <a:pt x="2021" y="665"/>
                </a:lnTo>
                <a:lnTo>
                  <a:pt x="2020" y="665"/>
                </a:lnTo>
                <a:lnTo>
                  <a:pt x="2019" y="664"/>
                </a:lnTo>
                <a:lnTo>
                  <a:pt x="2018" y="664"/>
                </a:lnTo>
                <a:lnTo>
                  <a:pt x="2017" y="663"/>
                </a:lnTo>
                <a:lnTo>
                  <a:pt x="2016" y="663"/>
                </a:lnTo>
                <a:lnTo>
                  <a:pt x="2015" y="662"/>
                </a:lnTo>
                <a:lnTo>
                  <a:pt x="2014" y="662"/>
                </a:lnTo>
                <a:lnTo>
                  <a:pt x="2013" y="662"/>
                </a:lnTo>
                <a:lnTo>
                  <a:pt x="2013" y="661"/>
                </a:lnTo>
                <a:lnTo>
                  <a:pt x="2012" y="661"/>
                </a:lnTo>
                <a:lnTo>
                  <a:pt x="2011" y="660"/>
                </a:lnTo>
                <a:lnTo>
                  <a:pt x="2010" y="660"/>
                </a:lnTo>
                <a:lnTo>
                  <a:pt x="2009" y="659"/>
                </a:lnTo>
                <a:lnTo>
                  <a:pt x="2008" y="659"/>
                </a:lnTo>
                <a:lnTo>
                  <a:pt x="2007" y="658"/>
                </a:lnTo>
                <a:lnTo>
                  <a:pt x="2006" y="658"/>
                </a:lnTo>
                <a:lnTo>
                  <a:pt x="2005" y="657"/>
                </a:lnTo>
                <a:lnTo>
                  <a:pt x="2004" y="657"/>
                </a:lnTo>
                <a:lnTo>
                  <a:pt x="2003" y="657"/>
                </a:lnTo>
                <a:lnTo>
                  <a:pt x="2003" y="656"/>
                </a:lnTo>
                <a:lnTo>
                  <a:pt x="2002" y="656"/>
                </a:lnTo>
                <a:lnTo>
                  <a:pt x="2001" y="655"/>
                </a:lnTo>
                <a:lnTo>
                  <a:pt x="2000" y="655"/>
                </a:lnTo>
                <a:lnTo>
                  <a:pt x="1999" y="654"/>
                </a:lnTo>
                <a:lnTo>
                  <a:pt x="1998" y="654"/>
                </a:lnTo>
                <a:lnTo>
                  <a:pt x="1997" y="671"/>
                </a:lnTo>
                <a:lnTo>
                  <a:pt x="1996" y="671"/>
                </a:lnTo>
                <a:lnTo>
                  <a:pt x="1995" y="670"/>
                </a:lnTo>
                <a:lnTo>
                  <a:pt x="1994" y="670"/>
                </a:lnTo>
                <a:lnTo>
                  <a:pt x="1993" y="669"/>
                </a:lnTo>
                <a:lnTo>
                  <a:pt x="1992" y="669"/>
                </a:lnTo>
                <a:lnTo>
                  <a:pt x="1992" y="668"/>
                </a:lnTo>
                <a:lnTo>
                  <a:pt x="1991" y="668"/>
                </a:lnTo>
                <a:lnTo>
                  <a:pt x="1990" y="668"/>
                </a:lnTo>
                <a:lnTo>
                  <a:pt x="1989" y="667"/>
                </a:lnTo>
                <a:lnTo>
                  <a:pt x="1988" y="667"/>
                </a:lnTo>
                <a:lnTo>
                  <a:pt x="1988" y="666"/>
                </a:lnTo>
                <a:lnTo>
                  <a:pt x="1987" y="666"/>
                </a:lnTo>
                <a:lnTo>
                  <a:pt x="1986" y="666"/>
                </a:lnTo>
                <a:lnTo>
                  <a:pt x="1985" y="665"/>
                </a:lnTo>
                <a:lnTo>
                  <a:pt x="1984" y="665"/>
                </a:lnTo>
                <a:lnTo>
                  <a:pt x="1983" y="664"/>
                </a:lnTo>
                <a:lnTo>
                  <a:pt x="1982" y="664"/>
                </a:lnTo>
                <a:lnTo>
                  <a:pt x="1982" y="663"/>
                </a:lnTo>
                <a:lnTo>
                  <a:pt x="1981" y="663"/>
                </a:lnTo>
                <a:lnTo>
                  <a:pt x="1980" y="663"/>
                </a:lnTo>
                <a:lnTo>
                  <a:pt x="1979" y="662"/>
                </a:lnTo>
                <a:lnTo>
                  <a:pt x="1978" y="662"/>
                </a:lnTo>
                <a:lnTo>
                  <a:pt x="1978" y="661"/>
                </a:lnTo>
                <a:lnTo>
                  <a:pt x="1977" y="661"/>
                </a:lnTo>
                <a:lnTo>
                  <a:pt x="1976" y="661"/>
                </a:lnTo>
                <a:lnTo>
                  <a:pt x="1975" y="660"/>
                </a:lnTo>
                <a:lnTo>
                  <a:pt x="1974" y="660"/>
                </a:lnTo>
                <a:lnTo>
                  <a:pt x="1973" y="659"/>
                </a:lnTo>
                <a:lnTo>
                  <a:pt x="1972" y="659"/>
                </a:lnTo>
                <a:lnTo>
                  <a:pt x="1972" y="658"/>
                </a:lnTo>
                <a:lnTo>
                  <a:pt x="1971" y="658"/>
                </a:lnTo>
                <a:lnTo>
                  <a:pt x="1970" y="658"/>
                </a:lnTo>
                <a:lnTo>
                  <a:pt x="1969" y="657"/>
                </a:lnTo>
                <a:lnTo>
                  <a:pt x="1968" y="657"/>
                </a:lnTo>
                <a:lnTo>
                  <a:pt x="1968" y="656"/>
                </a:lnTo>
                <a:lnTo>
                  <a:pt x="1967" y="656"/>
                </a:lnTo>
                <a:lnTo>
                  <a:pt x="1966" y="656"/>
                </a:lnTo>
                <a:lnTo>
                  <a:pt x="1965" y="655"/>
                </a:lnTo>
                <a:lnTo>
                  <a:pt x="1964" y="655"/>
                </a:lnTo>
                <a:lnTo>
                  <a:pt x="1963" y="654"/>
                </a:lnTo>
                <a:lnTo>
                  <a:pt x="1962" y="654"/>
                </a:lnTo>
                <a:lnTo>
                  <a:pt x="1961" y="653"/>
                </a:lnTo>
                <a:lnTo>
                  <a:pt x="1960" y="653"/>
                </a:lnTo>
                <a:lnTo>
                  <a:pt x="1959" y="652"/>
                </a:lnTo>
                <a:lnTo>
                  <a:pt x="1958" y="652"/>
                </a:lnTo>
                <a:lnTo>
                  <a:pt x="1958" y="651"/>
                </a:lnTo>
                <a:lnTo>
                  <a:pt x="1957" y="651"/>
                </a:lnTo>
                <a:lnTo>
                  <a:pt x="1956" y="651"/>
                </a:lnTo>
                <a:lnTo>
                  <a:pt x="1955" y="650"/>
                </a:lnTo>
                <a:lnTo>
                  <a:pt x="1954" y="650"/>
                </a:lnTo>
                <a:lnTo>
                  <a:pt x="1953" y="649"/>
                </a:lnTo>
                <a:lnTo>
                  <a:pt x="1952" y="649"/>
                </a:lnTo>
                <a:lnTo>
                  <a:pt x="1951" y="648"/>
                </a:lnTo>
                <a:lnTo>
                  <a:pt x="1950" y="648"/>
                </a:lnTo>
                <a:lnTo>
                  <a:pt x="1949" y="647"/>
                </a:lnTo>
                <a:lnTo>
                  <a:pt x="1948" y="647"/>
                </a:lnTo>
                <a:lnTo>
                  <a:pt x="1948" y="646"/>
                </a:lnTo>
                <a:lnTo>
                  <a:pt x="1947" y="646"/>
                </a:lnTo>
                <a:lnTo>
                  <a:pt x="1946" y="646"/>
                </a:lnTo>
                <a:lnTo>
                  <a:pt x="1945" y="645"/>
                </a:lnTo>
                <a:lnTo>
                  <a:pt x="1944" y="645"/>
                </a:lnTo>
                <a:lnTo>
                  <a:pt x="1943" y="644"/>
                </a:lnTo>
                <a:lnTo>
                  <a:pt x="1942" y="644"/>
                </a:lnTo>
                <a:lnTo>
                  <a:pt x="1941" y="643"/>
                </a:lnTo>
                <a:lnTo>
                  <a:pt x="1940" y="643"/>
                </a:lnTo>
                <a:lnTo>
                  <a:pt x="1939" y="642"/>
                </a:lnTo>
                <a:lnTo>
                  <a:pt x="1938" y="642"/>
                </a:lnTo>
                <a:lnTo>
                  <a:pt x="1938" y="641"/>
                </a:lnTo>
                <a:lnTo>
                  <a:pt x="1937" y="641"/>
                </a:lnTo>
                <a:lnTo>
                  <a:pt x="1936" y="641"/>
                </a:lnTo>
                <a:lnTo>
                  <a:pt x="1935" y="640"/>
                </a:lnTo>
                <a:lnTo>
                  <a:pt x="1934" y="640"/>
                </a:lnTo>
                <a:lnTo>
                  <a:pt x="1933" y="639"/>
                </a:lnTo>
                <a:lnTo>
                  <a:pt x="1932" y="639"/>
                </a:lnTo>
                <a:lnTo>
                  <a:pt x="1931" y="638"/>
                </a:lnTo>
                <a:lnTo>
                  <a:pt x="1930" y="638"/>
                </a:lnTo>
                <a:lnTo>
                  <a:pt x="1929" y="637"/>
                </a:lnTo>
                <a:lnTo>
                  <a:pt x="1929" y="655"/>
                </a:lnTo>
                <a:lnTo>
                  <a:pt x="1928" y="655"/>
                </a:lnTo>
                <a:lnTo>
                  <a:pt x="1927" y="655"/>
                </a:lnTo>
                <a:lnTo>
                  <a:pt x="1926" y="654"/>
                </a:lnTo>
                <a:lnTo>
                  <a:pt x="1925" y="654"/>
                </a:lnTo>
                <a:lnTo>
                  <a:pt x="1925" y="653"/>
                </a:lnTo>
                <a:lnTo>
                  <a:pt x="1924" y="653"/>
                </a:lnTo>
                <a:lnTo>
                  <a:pt x="1923" y="653"/>
                </a:lnTo>
                <a:lnTo>
                  <a:pt x="1923" y="652"/>
                </a:lnTo>
                <a:lnTo>
                  <a:pt x="1922" y="652"/>
                </a:lnTo>
                <a:lnTo>
                  <a:pt x="1921" y="652"/>
                </a:lnTo>
                <a:lnTo>
                  <a:pt x="1921" y="651"/>
                </a:lnTo>
                <a:lnTo>
                  <a:pt x="1920" y="651"/>
                </a:lnTo>
                <a:lnTo>
                  <a:pt x="1919" y="651"/>
                </a:lnTo>
                <a:lnTo>
                  <a:pt x="1919" y="650"/>
                </a:lnTo>
                <a:lnTo>
                  <a:pt x="1918" y="650"/>
                </a:lnTo>
                <a:lnTo>
                  <a:pt x="1917" y="650"/>
                </a:lnTo>
                <a:lnTo>
                  <a:pt x="1916" y="649"/>
                </a:lnTo>
                <a:lnTo>
                  <a:pt x="1915" y="649"/>
                </a:lnTo>
                <a:lnTo>
                  <a:pt x="1915" y="648"/>
                </a:lnTo>
                <a:lnTo>
                  <a:pt x="1914" y="648"/>
                </a:lnTo>
                <a:lnTo>
                  <a:pt x="1913" y="648"/>
                </a:lnTo>
                <a:lnTo>
                  <a:pt x="1913" y="647"/>
                </a:lnTo>
                <a:lnTo>
                  <a:pt x="1912" y="647"/>
                </a:lnTo>
                <a:lnTo>
                  <a:pt x="1911" y="647"/>
                </a:lnTo>
                <a:lnTo>
                  <a:pt x="1911" y="646"/>
                </a:lnTo>
                <a:lnTo>
                  <a:pt x="1910" y="646"/>
                </a:lnTo>
                <a:lnTo>
                  <a:pt x="1909" y="646"/>
                </a:lnTo>
                <a:lnTo>
                  <a:pt x="1909" y="645"/>
                </a:lnTo>
                <a:lnTo>
                  <a:pt x="1908" y="645"/>
                </a:lnTo>
                <a:lnTo>
                  <a:pt x="1907" y="645"/>
                </a:lnTo>
                <a:lnTo>
                  <a:pt x="1906" y="644"/>
                </a:lnTo>
                <a:lnTo>
                  <a:pt x="1905" y="644"/>
                </a:lnTo>
                <a:lnTo>
                  <a:pt x="1905" y="643"/>
                </a:lnTo>
                <a:lnTo>
                  <a:pt x="1904" y="643"/>
                </a:lnTo>
                <a:lnTo>
                  <a:pt x="1903" y="643"/>
                </a:lnTo>
                <a:lnTo>
                  <a:pt x="1903" y="642"/>
                </a:lnTo>
                <a:lnTo>
                  <a:pt x="1902" y="642"/>
                </a:lnTo>
                <a:lnTo>
                  <a:pt x="1901" y="642"/>
                </a:lnTo>
                <a:lnTo>
                  <a:pt x="1901" y="641"/>
                </a:lnTo>
                <a:lnTo>
                  <a:pt x="1900" y="641"/>
                </a:lnTo>
                <a:lnTo>
                  <a:pt x="1899" y="641"/>
                </a:lnTo>
                <a:lnTo>
                  <a:pt x="1899" y="640"/>
                </a:lnTo>
                <a:lnTo>
                  <a:pt x="1898" y="640"/>
                </a:lnTo>
                <a:lnTo>
                  <a:pt x="1897" y="640"/>
                </a:lnTo>
                <a:lnTo>
                  <a:pt x="1896" y="658"/>
                </a:lnTo>
                <a:lnTo>
                  <a:pt x="1895" y="657"/>
                </a:lnTo>
                <a:lnTo>
                  <a:pt x="1894" y="657"/>
                </a:lnTo>
                <a:lnTo>
                  <a:pt x="1894" y="656"/>
                </a:lnTo>
                <a:lnTo>
                  <a:pt x="1893" y="656"/>
                </a:lnTo>
                <a:lnTo>
                  <a:pt x="1892" y="656"/>
                </a:lnTo>
                <a:lnTo>
                  <a:pt x="1891" y="655"/>
                </a:lnTo>
                <a:lnTo>
                  <a:pt x="1890" y="655"/>
                </a:lnTo>
                <a:lnTo>
                  <a:pt x="1889" y="654"/>
                </a:lnTo>
                <a:lnTo>
                  <a:pt x="1888" y="654"/>
                </a:lnTo>
                <a:lnTo>
                  <a:pt x="1887" y="653"/>
                </a:lnTo>
                <a:lnTo>
                  <a:pt x="1886" y="653"/>
                </a:lnTo>
                <a:lnTo>
                  <a:pt x="1885" y="652"/>
                </a:lnTo>
                <a:lnTo>
                  <a:pt x="1884" y="652"/>
                </a:lnTo>
                <a:lnTo>
                  <a:pt x="1884" y="651"/>
                </a:lnTo>
                <a:lnTo>
                  <a:pt x="1883" y="651"/>
                </a:lnTo>
                <a:lnTo>
                  <a:pt x="1882" y="651"/>
                </a:lnTo>
                <a:lnTo>
                  <a:pt x="1881" y="650"/>
                </a:lnTo>
                <a:lnTo>
                  <a:pt x="1880" y="650"/>
                </a:lnTo>
                <a:lnTo>
                  <a:pt x="1879" y="649"/>
                </a:lnTo>
                <a:lnTo>
                  <a:pt x="1878" y="649"/>
                </a:lnTo>
                <a:lnTo>
                  <a:pt x="1877" y="648"/>
                </a:lnTo>
                <a:lnTo>
                  <a:pt x="1876" y="648"/>
                </a:lnTo>
                <a:lnTo>
                  <a:pt x="1875" y="647"/>
                </a:lnTo>
                <a:lnTo>
                  <a:pt x="1874" y="647"/>
                </a:lnTo>
                <a:lnTo>
                  <a:pt x="1874" y="646"/>
                </a:lnTo>
                <a:lnTo>
                  <a:pt x="1873" y="646"/>
                </a:lnTo>
                <a:lnTo>
                  <a:pt x="1872" y="646"/>
                </a:lnTo>
                <a:lnTo>
                  <a:pt x="1871" y="645"/>
                </a:lnTo>
                <a:lnTo>
                  <a:pt x="1870" y="645"/>
                </a:lnTo>
                <a:lnTo>
                  <a:pt x="1869" y="644"/>
                </a:lnTo>
                <a:lnTo>
                  <a:pt x="1868" y="644"/>
                </a:lnTo>
                <a:lnTo>
                  <a:pt x="1867" y="643"/>
                </a:lnTo>
                <a:lnTo>
                  <a:pt x="1866" y="643"/>
                </a:lnTo>
                <a:lnTo>
                  <a:pt x="1865" y="642"/>
                </a:lnTo>
                <a:lnTo>
                  <a:pt x="1864" y="642"/>
                </a:lnTo>
                <a:lnTo>
                  <a:pt x="1864" y="641"/>
                </a:lnTo>
                <a:lnTo>
                  <a:pt x="1863" y="641"/>
                </a:lnTo>
                <a:lnTo>
                  <a:pt x="1862" y="641"/>
                </a:lnTo>
                <a:lnTo>
                  <a:pt x="1861" y="640"/>
                </a:lnTo>
                <a:lnTo>
                  <a:pt x="1860" y="640"/>
                </a:lnTo>
                <a:lnTo>
                  <a:pt x="1859" y="658"/>
                </a:lnTo>
                <a:lnTo>
                  <a:pt x="1858" y="658"/>
                </a:lnTo>
                <a:lnTo>
                  <a:pt x="1857" y="657"/>
                </a:lnTo>
                <a:lnTo>
                  <a:pt x="1856" y="657"/>
                </a:lnTo>
                <a:lnTo>
                  <a:pt x="1855" y="656"/>
                </a:lnTo>
                <a:lnTo>
                  <a:pt x="1854" y="656"/>
                </a:lnTo>
                <a:lnTo>
                  <a:pt x="1853" y="655"/>
                </a:lnTo>
                <a:lnTo>
                  <a:pt x="1852" y="655"/>
                </a:lnTo>
                <a:lnTo>
                  <a:pt x="1851" y="654"/>
                </a:lnTo>
                <a:lnTo>
                  <a:pt x="1850" y="654"/>
                </a:lnTo>
                <a:lnTo>
                  <a:pt x="1849" y="653"/>
                </a:lnTo>
                <a:lnTo>
                  <a:pt x="1848" y="653"/>
                </a:lnTo>
                <a:lnTo>
                  <a:pt x="1847" y="652"/>
                </a:lnTo>
                <a:lnTo>
                  <a:pt x="1846" y="652"/>
                </a:lnTo>
                <a:lnTo>
                  <a:pt x="1845" y="651"/>
                </a:lnTo>
                <a:lnTo>
                  <a:pt x="1844" y="651"/>
                </a:lnTo>
                <a:lnTo>
                  <a:pt x="1843" y="650"/>
                </a:lnTo>
                <a:lnTo>
                  <a:pt x="1842" y="650"/>
                </a:lnTo>
                <a:lnTo>
                  <a:pt x="1841" y="649"/>
                </a:lnTo>
                <a:lnTo>
                  <a:pt x="1840" y="649"/>
                </a:lnTo>
                <a:lnTo>
                  <a:pt x="1839" y="648"/>
                </a:lnTo>
                <a:lnTo>
                  <a:pt x="1838" y="648"/>
                </a:lnTo>
                <a:lnTo>
                  <a:pt x="1837" y="647"/>
                </a:lnTo>
                <a:lnTo>
                  <a:pt x="1836" y="647"/>
                </a:lnTo>
                <a:lnTo>
                  <a:pt x="1835" y="646"/>
                </a:lnTo>
                <a:lnTo>
                  <a:pt x="1834" y="646"/>
                </a:lnTo>
                <a:lnTo>
                  <a:pt x="1834" y="665"/>
                </a:lnTo>
                <a:lnTo>
                  <a:pt x="1833" y="665"/>
                </a:lnTo>
                <a:lnTo>
                  <a:pt x="1832" y="664"/>
                </a:lnTo>
                <a:lnTo>
                  <a:pt x="1831" y="664"/>
                </a:lnTo>
                <a:lnTo>
                  <a:pt x="1831" y="663"/>
                </a:lnTo>
                <a:lnTo>
                  <a:pt x="1830" y="663"/>
                </a:lnTo>
                <a:lnTo>
                  <a:pt x="1829" y="663"/>
                </a:lnTo>
                <a:lnTo>
                  <a:pt x="1828" y="662"/>
                </a:lnTo>
                <a:lnTo>
                  <a:pt x="1827" y="662"/>
                </a:lnTo>
                <a:lnTo>
                  <a:pt x="1827" y="661"/>
                </a:lnTo>
                <a:lnTo>
                  <a:pt x="1826" y="661"/>
                </a:lnTo>
                <a:lnTo>
                  <a:pt x="1825" y="661"/>
                </a:lnTo>
                <a:lnTo>
                  <a:pt x="1825" y="660"/>
                </a:lnTo>
                <a:lnTo>
                  <a:pt x="1824" y="660"/>
                </a:lnTo>
                <a:lnTo>
                  <a:pt x="1823" y="660"/>
                </a:lnTo>
                <a:lnTo>
                  <a:pt x="1822" y="659"/>
                </a:lnTo>
                <a:lnTo>
                  <a:pt x="1821" y="659"/>
                </a:lnTo>
                <a:lnTo>
                  <a:pt x="1821" y="658"/>
                </a:lnTo>
                <a:lnTo>
                  <a:pt x="1820" y="658"/>
                </a:lnTo>
                <a:lnTo>
                  <a:pt x="1819" y="658"/>
                </a:lnTo>
                <a:lnTo>
                  <a:pt x="1818" y="657"/>
                </a:lnTo>
                <a:lnTo>
                  <a:pt x="1817" y="657"/>
                </a:lnTo>
                <a:lnTo>
                  <a:pt x="1817" y="656"/>
                </a:lnTo>
                <a:lnTo>
                  <a:pt x="1816" y="656"/>
                </a:lnTo>
                <a:lnTo>
                  <a:pt x="1815" y="656"/>
                </a:lnTo>
                <a:lnTo>
                  <a:pt x="1815" y="655"/>
                </a:lnTo>
                <a:lnTo>
                  <a:pt x="1814" y="655"/>
                </a:lnTo>
                <a:lnTo>
                  <a:pt x="1813" y="655"/>
                </a:lnTo>
                <a:lnTo>
                  <a:pt x="1812" y="654"/>
                </a:lnTo>
                <a:lnTo>
                  <a:pt x="1811" y="654"/>
                </a:lnTo>
                <a:lnTo>
                  <a:pt x="1811" y="653"/>
                </a:lnTo>
                <a:lnTo>
                  <a:pt x="1810" y="653"/>
                </a:lnTo>
                <a:lnTo>
                  <a:pt x="1809" y="653"/>
                </a:lnTo>
                <a:lnTo>
                  <a:pt x="1808" y="652"/>
                </a:lnTo>
                <a:lnTo>
                  <a:pt x="1807" y="652"/>
                </a:lnTo>
                <a:lnTo>
                  <a:pt x="1807" y="651"/>
                </a:lnTo>
                <a:lnTo>
                  <a:pt x="1806" y="651"/>
                </a:lnTo>
                <a:lnTo>
                  <a:pt x="1805" y="651"/>
                </a:lnTo>
                <a:lnTo>
                  <a:pt x="1805" y="650"/>
                </a:lnTo>
                <a:lnTo>
                  <a:pt x="1804" y="650"/>
                </a:lnTo>
                <a:lnTo>
                  <a:pt x="1803" y="650"/>
                </a:lnTo>
                <a:lnTo>
                  <a:pt x="1802" y="649"/>
                </a:lnTo>
                <a:lnTo>
                  <a:pt x="1801" y="649"/>
                </a:lnTo>
                <a:lnTo>
                  <a:pt x="1801" y="648"/>
                </a:lnTo>
                <a:lnTo>
                  <a:pt x="1800" y="648"/>
                </a:lnTo>
                <a:lnTo>
                  <a:pt x="1799" y="648"/>
                </a:lnTo>
                <a:lnTo>
                  <a:pt x="1798" y="647"/>
                </a:lnTo>
                <a:lnTo>
                  <a:pt x="1797" y="647"/>
                </a:lnTo>
                <a:lnTo>
                  <a:pt x="1797" y="646"/>
                </a:lnTo>
                <a:lnTo>
                  <a:pt x="1796" y="646"/>
                </a:lnTo>
                <a:lnTo>
                  <a:pt x="1795" y="646"/>
                </a:lnTo>
                <a:lnTo>
                  <a:pt x="1795" y="645"/>
                </a:lnTo>
                <a:lnTo>
                  <a:pt x="1794" y="645"/>
                </a:lnTo>
                <a:lnTo>
                  <a:pt x="1793" y="645"/>
                </a:lnTo>
                <a:lnTo>
                  <a:pt x="1792" y="644"/>
                </a:lnTo>
                <a:lnTo>
                  <a:pt x="1791" y="644"/>
                </a:lnTo>
                <a:lnTo>
                  <a:pt x="1791" y="643"/>
                </a:lnTo>
                <a:lnTo>
                  <a:pt x="1790" y="643"/>
                </a:lnTo>
                <a:lnTo>
                  <a:pt x="1789" y="643"/>
                </a:lnTo>
                <a:lnTo>
                  <a:pt x="1788" y="642"/>
                </a:lnTo>
                <a:lnTo>
                  <a:pt x="1787" y="642"/>
                </a:lnTo>
                <a:lnTo>
                  <a:pt x="1787" y="641"/>
                </a:lnTo>
                <a:lnTo>
                  <a:pt x="1786" y="641"/>
                </a:lnTo>
                <a:lnTo>
                  <a:pt x="1785" y="641"/>
                </a:lnTo>
                <a:lnTo>
                  <a:pt x="1785" y="640"/>
                </a:lnTo>
                <a:lnTo>
                  <a:pt x="1784" y="640"/>
                </a:lnTo>
                <a:lnTo>
                  <a:pt x="1783" y="640"/>
                </a:lnTo>
                <a:lnTo>
                  <a:pt x="1782" y="639"/>
                </a:lnTo>
                <a:lnTo>
                  <a:pt x="1781" y="639"/>
                </a:lnTo>
                <a:lnTo>
                  <a:pt x="1781" y="638"/>
                </a:lnTo>
                <a:lnTo>
                  <a:pt x="1780" y="638"/>
                </a:lnTo>
                <a:lnTo>
                  <a:pt x="1779" y="638"/>
                </a:lnTo>
                <a:lnTo>
                  <a:pt x="1778" y="637"/>
                </a:lnTo>
                <a:lnTo>
                  <a:pt x="1777" y="637"/>
                </a:lnTo>
                <a:lnTo>
                  <a:pt x="1777" y="636"/>
                </a:lnTo>
                <a:lnTo>
                  <a:pt x="1776" y="636"/>
                </a:lnTo>
                <a:lnTo>
                  <a:pt x="1775" y="636"/>
                </a:lnTo>
                <a:lnTo>
                  <a:pt x="1774" y="635"/>
                </a:lnTo>
                <a:lnTo>
                  <a:pt x="1773" y="635"/>
                </a:lnTo>
                <a:lnTo>
                  <a:pt x="1772" y="634"/>
                </a:lnTo>
                <a:lnTo>
                  <a:pt x="1771" y="634"/>
                </a:lnTo>
                <a:lnTo>
                  <a:pt x="1771" y="633"/>
                </a:lnTo>
                <a:lnTo>
                  <a:pt x="1770" y="633"/>
                </a:lnTo>
                <a:lnTo>
                  <a:pt x="1769" y="633"/>
                </a:lnTo>
                <a:lnTo>
                  <a:pt x="1768" y="632"/>
                </a:lnTo>
                <a:lnTo>
                  <a:pt x="1767" y="632"/>
                </a:lnTo>
                <a:lnTo>
                  <a:pt x="1767" y="631"/>
                </a:lnTo>
                <a:lnTo>
                  <a:pt x="1766" y="651"/>
                </a:lnTo>
                <a:lnTo>
                  <a:pt x="1765" y="651"/>
                </a:lnTo>
                <a:lnTo>
                  <a:pt x="1765" y="650"/>
                </a:lnTo>
                <a:lnTo>
                  <a:pt x="1764" y="650"/>
                </a:lnTo>
                <a:lnTo>
                  <a:pt x="1763" y="650"/>
                </a:lnTo>
                <a:lnTo>
                  <a:pt x="1762" y="649"/>
                </a:lnTo>
                <a:lnTo>
                  <a:pt x="1761" y="649"/>
                </a:lnTo>
                <a:lnTo>
                  <a:pt x="1761" y="648"/>
                </a:lnTo>
                <a:lnTo>
                  <a:pt x="1760" y="648"/>
                </a:lnTo>
                <a:lnTo>
                  <a:pt x="1759" y="648"/>
                </a:lnTo>
                <a:lnTo>
                  <a:pt x="1758" y="647"/>
                </a:lnTo>
                <a:lnTo>
                  <a:pt x="1757" y="647"/>
                </a:lnTo>
                <a:lnTo>
                  <a:pt x="1757" y="646"/>
                </a:lnTo>
                <a:lnTo>
                  <a:pt x="1756" y="646"/>
                </a:lnTo>
                <a:lnTo>
                  <a:pt x="1755" y="646"/>
                </a:lnTo>
                <a:lnTo>
                  <a:pt x="1755" y="645"/>
                </a:lnTo>
                <a:lnTo>
                  <a:pt x="1754" y="645"/>
                </a:lnTo>
                <a:lnTo>
                  <a:pt x="1753" y="645"/>
                </a:lnTo>
                <a:lnTo>
                  <a:pt x="1752" y="644"/>
                </a:lnTo>
                <a:lnTo>
                  <a:pt x="1751" y="644"/>
                </a:lnTo>
                <a:lnTo>
                  <a:pt x="1751" y="643"/>
                </a:lnTo>
                <a:lnTo>
                  <a:pt x="1750" y="643"/>
                </a:lnTo>
                <a:lnTo>
                  <a:pt x="1749" y="643"/>
                </a:lnTo>
                <a:lnTo>
                  <a:pt x="1748" y="642"/>
                </a:lnTo>
                <a:lnTo>
                  <a:pt x="1747" y="642"/>
                </a:lnTo>
                <a:lnTo>
                  <a:pt x="1747" y="641"/>
                </a:lnTo>
                <a:lnTo>
                  <a:pt x="1746" y="641"/>
                </a:lnTo>
                <a:lnTo>
                  <a:pt x="1745" y="641"/>
                </a:lnTo>
                <a:lnTo>
                  <a:pt x="1744" y="640"/>
                </a:lnTo>
                <a:lnTo>
                  <a:pt x="1743" y="640"/>
                </a:lnTo>
                <a:lnTo>
                  <a:pt x="1742" y="639"/>
                </a:lnTo>
                <a:lnTo>
                  <a:pt x="1741" y="639"/>
                </a:lnTo>
                <a:lnTo>
                  <a:pt x="1741" y="638"/>
                </a:lnTo>
                <a:lnTo>
                  <a:pt x="1740" y="638"/>
                </a:lnTo>
                <a:lnTo>
                  <a:pt x="1739" y="638"/>
                </a:lnTo>
                <a:lnTo>
                  <a:pt x="1738" y="637"/>
                </a:lnTo>
                <a:lnTo>
                  <a:pt x="1737" y="637"/>
                </a:lnTo>
                <a:lnTo>
                  <a:pt x="1737" y="636"/>
                </a:lnTo>
                <a:lnTo>
                  <a:pt x="1736" y="636"/>
                </a:lnTo>
                <a:lnTo>
                  <a:pt x="1735" y="636"/>
                </a:lnTo>
                <a:lnTo>
                  <a:pt x="1734" y="635"/>
                </a:lnTo>
                <a:lnTo>
                  <a:pt x="1733" y="635"/>
                </a:lnTo>
                <a:lnTo>
                  <a:pt x="1732" y="634"/>
                </a:lnTo>
                <a:lnTo>
                  <a:pt x="1731" y="634"/>
                </a:lnTo>
                <a:lnTo>
                  <a:pt x="1731" y="633"/>
                </a:lnTo>
                <a:lnTo>
                  <a:pt x="1730" y="633"/>
                </a:lnTo>
                <a:lnTo>
                  <a:pt x="1729" y="633"/>
                </a:lnTo>
                <a:lnTo>
                  <a:pt x="1728" y="632"/>
                </a:lnTo>
                <a:lnTo>
                  <a:pt x="1727" y="632"/>
                </a:lnTo>
                <a:lnTo>
                  <a:pt x="1727" y="631"/>
                </a:lnTo>
                <a:lnTo>
                  <a:pt x="1726" y="631"/>
                </a:lnTo>
                <a:lnTo>
                  <a:pt x="1725" y="631"/>
                </a:lnTo>
                <a:lnTo>
                  <a:pt x="1724" y="630"/>
                </a:lnTo>
                <a:lnTo>
                  <a:pt x="1723" y="630"/>
                </a:lnTo>
                <a:lnTo>
                  <a:pt x="1722" y="629"/>
                </a:lnTo>
                <a:lnTo>
                  <a:pt x="1721" y="629"/>
                </a:lnTo>
                <a:lnTo>
                  <a:pt x="1721" y="628"/>
                </a:lnTo>
                <a:lnTo>
                  <a:pt x="1720" y="628"/>
                </a:lnTo>
                <a:lnTo>
                  <a:pt x="1719" y="628"/>
                </a:lnTo>
                <a:lnTo>
                  <a:pt x="1718" y="627"/>
                </a:lnTo>
                <a:lnTo>
                  <a:pt x="1717" y="627"/>
                </a:lnTo>
                <a:lnTo>
                  <a:pt x="1717" y="626"/>
                </a:lnTo>
                <a:lnTo>
                  <a:pt x="1716" y="626"/>
                </a:lnTo>
                <a:lnTo>
                  <a:pt x="1715" y="626"/>
                </a:lnTo>
                <a:lnTo>
                  <a:pt x="1714" y="625"/>
                </a:lnTo>
                <a:lnTo>
                  <a:pt x="1713" y="625"/>
                </a:lnTo>
                <a:lnTo>
                  <a:pt x="1712" y="624"/>
                </a:lnTo>
                <a:lnTo>
                  <a:pt x="1711" y="624"/>
                </a:lnTo>
                <a:lnTo>
                  <a:pt x="1711" y="623"/>
                </a:lnTo>
                <a:lnTo>
                  <a:pt x="1710" y="623"/>
                </a:lnTo>
                <a:lnTo>
                  <a:pt x="1709" y="623"/>
                </a:lnTo>
                <a:lnTo>
                  <a:pt x="1708" y="622"/>
                </a:lnTo>
                <a:lnTo>
                  <a:pt x="1707" y="622"/>
                </a:lnTo>
                <a:lnTo>
                  <a:pt x="1707" y="621"/>
                </a:lnTo>
                <a:lnTo>
                  <a:pt x="1706" y="621"/>
                </a:lnTo>
                <a:lnTo>
                  <a:pt x="1705" y="621"/>
                </a:lnTo>
                <a:lnTo>
                  <a:pt x="1704" y="620"/>
                </a:lnTo>
                <a:lnTo>
                  <a:pt x="1703" y="620"/>
                </a:lnTo>
                <a:lnTo>
                  <a:pt x="1703" y="619"/>
                </a:lnTo>
                <a:lnTo>
                  <a:pt x="1702" y="619"/>
                </a:lnTo>
                <a:lnTo>
                  <a:pt x="1701" y="619"/>
                </a:lnTo>
                <a:lnTo>
                  <a:pt x="1701" y="618"/>
                </a:lnTo>
                <a:lnTo>
                  <a:pt x="1700" y="618"/>
                </a:lnTo>
                <a:lnTo>
                  <a:pt x="1699" y="618"/>
                </a:lnTo>
                <a:lnTo>
                  <a:pt x="1698" y="617"/>
                </a:lnTo>
                <a:lnTo>
                  <a:pt x="1697" y="617"/>
                </a:lnTo>
                <a:lnTo>
                  <a:pt x="1697" y="616"/>
                </a:lnTo>
                <a:lnTo>
                  <a:pt x="1696" y="616"/>
                </a:lnTo>
                <a:lnTo>
                  <a:pt x="1695" y="616"/>
                </a:lnTo>
                <a:lnTo>
                  <a:pt x="1694" y="615"/>
                </a:lnTo>
                <a:lnTo>
                  <a:pt x="1693" y="615"/>
                </a:lnTo>
                <a:lnTo>
                  <a:pt x="1693" y="614"/>
                </a:lnTo>
                <a:lnTo>
                  <a:pt x="1692" y="614"/>
                </a:lnTo>
                <a:lnTo>
                  <a:pt x="1691" y="614"/>
                </a:lnTo>
                <a:lnTo>
                  <a:pt x="1691" y="613"/>
                </a:lnTo>
                <a:lnTo>
                  <a:pt x="1690" y="613"/>
                </a:lnTo>
                <a:lnTo>
                  <a:pt x="1689" y="613"/>
                </a:lnTo>
                <a:lnTo>
                  <a:pt x="1688" y="612"/>
                </a:lnTo>
                <a:lnTo>
                  <a:pt x="1687" y="612"/>
                </a:lnTo>
                <a:lnTo>
                  <a:pt x="1687" y="611"/>
                </a:lnTo>
                <a:lnTo>
                  <a:pt x="1686" y="611"/>
                </a:lnTo>
                <a:lnTo>
                  <a:pt x="1685" y="611"/>
                </a:lnTo>
                <a:lnTo>
                  <a:pt x="1684" y="610"/>
                </a:lnTo>
                <a:lnTo>
                  <a:pt x="1683" y="610"/>
                </a:lnTo>
                <a:lnTo>
                  <a:pt x="1683" y="609"/>
                </a:lnTo>
                <a:lnTo>
                  <a:pt x="1682" y="609"/>
                </a:lnTo>
                <a:lnTo>
                  <a:pt x="1681" y="609"/>
                </a:lnTo>
                <a:lnTo>
                  <a:pt x="1680" y="608"/>
                </a:lnTo>
                <a:lnTo>
                  <a:pt x="1679" y="608"/>
                </a:lnTo>
                <a:lnTo>
                  <a:pt x="1678" y="607"/>
                </a:lnTo>
                <a:lnTo>
                  <a:pt x="1677" y="607"/>
                </a:lnTo>
                <a:lnTo>
                  <a:pt x="1677" y="606"/>
                </a:lnTo>
                <a:lnTo>
                  <a:pt x="1676" y="606"/>
                </a:lnTo>
                <a:lnTo>
                  <a:pt x="1675" y="606"/>
                </a:lnTo>
                <a:lnTo>
                  <a:pt x="1674" y="605"/>
                </a:lnTo>
                <a:lnTo>
                  <a:pt x="1673" y="605"/>
                </a:lnTo>
                <a:lnTo>
                  <a:pt x="1673" y="604"/>
                </a:lnTo>
                <a:lnTo>
                  <a:pt x="1672" y="604"/>
                </a:lnTo>
                <a:lnTo>
                  <a:pt x="1671" y="604"/>
                </a:lnTo>
                <a:lnTo>
                  <a:pt x="1670" y="603"/>
                </a:lnTo>
                <a:lnTo>
                  <a:pt x="1669" y="603"/>
                </a:lnTo>
                <a:lnTo>
                  <a:pt x="1668" y="602"/>
                </a:lnTo>
                <a:lnTo>
                  <a:pt x="1667" y="602"/>
                </a:lnTo>
                <a:lnTo>
                  <a:pt x="1667" y="601"/>
                </a:lnTo>
                <a:lnTo>
                  <a:pt x="1666" y="601"/>
                </a:lnTo>
                <a:lnTo>
                  <a:pt x="1665" y="601"/>
                </a:lnTo>
                <a:lnTo>
                  <a:pt x="1664" y="600"/>
                </a:lnTo>
                <a:lnTo>
                  <a:pt x="1663" y="600"/>
                </a:lnTo>
                <a:lnTo>
                  <a:pt x="1663" y="599"/>
                </a:lnTo>
                <a:lnTo>
                  <a:pt x="1662" y="599"/>
                </a:lnTo>
                <a:lnTo>
                  <a:pt x="1661" y="599"/>
                </a:lnTo>
                <a:lnTo>
                  <a:pt x="1660" y="598"/>
                </a:lnTo>
                <a:lnTo>
                  <a:pt x="1659" y="598"/>
                </a:lnTo>
                <a:lnTo>
                  <a:pt x="1658" y="597"/>
                </a:lnTo>
                <a:lnTo>
                  <a:pt x="1657" y="597"/>
                </a:lnTo>
                <a:lnTo>
                  <a:pt x="1657" y="596"/>
                </a:lnTo>
                <a:lnTo>
                  <a:pt x="1656" y="596"/>
                </a:lnTo>
                <a:lnTo>
                  <a:pt x="1655" y="596"/>
                </a:lnTo>
                <a:lnTo>
                  <a:pt x="1654" y="595"/>
                </a:lnTo>
                <a:lnTo>
                  <a:pt x="1653" y="595"/>
                </a:lnTo>
                <a:lnTo>
                  <a:pt x="1653" y="594"/>
                </a:lnTo>
                <a:lnTo>
                  <a:pt x="1652" y="594"/>
                </a:lnTo>
                <a:lnTo>
                  <a:pt x="1651" y="594"/>
                </a:lnTo>
                <a:lnTo>
                  <a:pt x="1650" y="593"/>
                </a:lnTo>
                <a:lnTo>
                  <a:pt x="1649" y="593"/>
                </a:lnTo>
                <a:lnTo>
                  <a:pt x="1648" y="592"/>
                </a:lnTo>
                <a:lnTo>
                  <a:pt x="1647" y="592"/>
                </a:lnTo>
                <a:lnTo>
                  <a:pt x="1647" y="591"/>
                </a:lnTo>
                <a:lnTo>
                  <a:pt x="1646" y="591"/>
                </a:lnTo>
                <a:lnTo>
                  <a:pt x="1645" y="591"/>
                </a:lnTo>
                <a:lnTo>
                  <a:pt x="1644" y="590"/>
                </a:lnTo>
                <a:lnTo>
                  <a:pt x="1643" y="590"/>
                </a:lnTo>
                <a:lnTo>
                  <a:pt x="1643" y="589"/>
                </a:lnTo>
                <a:lnTo>
                  <a:pt x="1642" y="589"/>
                </a:lnTo>
                <a:lnTo>
                  <a:pt x="1641" y="589"/>
                </a:lnTo>
                <a:lnTo>
                  <a:pt x="1640" y="588"/>
                </a:lnTo>
                <a:lnTo>
                  <a:pt x="1639" y="588"/>
                </a:lnTo>
                <a:lnTo>
                  <a:pt x="1638" y="587"/>
                </a:lnTo>
                <a:lnTo>
                  <a:pt x="1637" y="587"/>
                </a:lnTo>
                <a:lnTo>
                  <a:pt x="1637" y="586"/>
                </a:lnTo>
                <a:lnTo>
                  <a:pt x="1636" y="586"/>
                </a:lnTo>
                <a:lnTo>
                  <a:pt x="1635" y="586"/>
                </a:lnTo>
                <a:lnTo>
                  <a:pt x="1634" y="585"/>
                </a:lnTo>
                <a:lnTo>
                  <a:pt x="1633" y="585"/>
                </a:lnTo>
                <a:lnTo>
                  <a:pt x="1633" y="584"/>
                </a:lnTo>
                <a:lnTo>
                  <a:pt x="1632" y="584"/>
                </a:lnTo>
                <a:lnTo>
                  <a:pt x="1631" y="584"/>
                </a:lnTo>
                <a:lnTo>
                  <a:pt x="1630" y="583"/>
                </a:lnTo>
                <a:lnTo>
                  <a:pt x="1629" y="583"/>
                </a:lnTo>
                <a:lnTo>
                  <a:pt x="1628" y="582"/>
                </a:lnTo>
                <a:lnTo>
                  <a:pt x="1627" y="582"/>
                </a:lnTo>
                <a:lnTo>
                  <a:pt x="1627" y="581"/>
                </a:lnTo>
                <a:lnTo>
                  <a:pt x="1626" y="581"/>
                </a:lnTo>
                <a:lnTo>
                  <a:pt x="1625" y="581"/>
                </a:lnTo>
                <a:lnTo>
                  <a:pt x="1624" y="580"/>
                </a:lnTo>
                <a:lnTo>
                  <a:pt x="1623" y="580"/>
                </a:lnTo>
                <a:lnTo>
                  <a:pt x="1623" y="579"/>
                </a:lnTo>
                <a:lnTo>
                  <a:pt x="1622" y="579"/>
                </a:lnTo>
                <a:lnTo>
                  <a:pt x="1621" y="579"/>
                </a:lnTo>
                <a:lnTo>
                  <a:pt x="1620" y="578"/>
                </a:lnTo>
                <a:lnTo>
                  <a:pt x="1619" y="578"/>
                </a:lnTo>
                <a:lnTo>
                  <a:pt x="1618" y="577"/>
                </a:lnTo>
                <a:lnTo>
                  <a:pt x="1617" y="577"/>
                </a:lnTo>
                <a:lnTo>
                  <a:pt x="1616" y="576"/>
                </a:lnTo>
                <a:lnTo>
                  <a:pt x="1615" y="576"/>
                </a:lnTo>
                <a:lnTo>
                  <a:pt x="1614" y="575"/>
                </a:lnTo>
                <a:lnTo>
                  <a:pt x="1613" y="575"/>
                </a:lnTo>
                <a:lnTo>
                  <a:pt x="1613" y="574"/>
                </a:lnTo>
                <a:lnTo>
                  <a:pt x="1612" y="574"/>
                </a:lnTo>
                <a:lnTo>
                  <a:pt x="1611" y="574"/>
                </a:lnTo>
                <a:lnTo>
                  <a:pt x="1610" y="573"/>
                </a:lnTo>
                <a:lnTo>
                  <a:pt x="1609" y="573"/>
                </a:lnTo>
                <a:lnTo>
                  <a:pt x="1608" y="572"/>
                </a:lnTo>
                <a:lnTo>
                  <a:pt x="1607" y="572"/>
                </a:lnTo>
                <a:lnTo>
                  <a:pt x="1606" y="571"/>
                </a:lnTo>
                <a:lnTo>
                  <a:pt x="1605" y="571"/>
                </a:lnTo>
                <a:lnTo>
                  <a:pt x="1604" y="570"/>
                </a:lnTo>
                <a:lnTo>
                  <a:pt x="1603" y="570"/>
                </a:lnTo>
                <a:lnTo>
                  <a:pt x="1603" y="569"/>
                </a:lnTo>
                <a:lnTo>
                  <a:pt x="1602" y="569"/>
                </a:lnTo>
                <a:lnTo>
                  <a:pt x="1601" y="569"/>
                </a:lnTo>
                <a:lnTo>
                  <a:pt x="1600" y="568"/>
                </a:lnTo>
                <a:lnTo>
                  <a:pt x="1599" y="568"/>
                </a:lnTo>
                <a:lnTo>
                  <a:pt x="1598" y="567"/>
                </a:lnTo>
                <a:lnTo>
                  <a:pt x="1597" y="567"/>
                </a:lnTo>
                <a:lnTo>
                  <a:pt x="1596" y="566"/>
                </a:lnTo>
                <a:lnTo>
                  <a:pt x="1595" y="566"/>
                </a:lnTo>
                <a:lnTo>
                  <a:pt x="1594" y="565"/>
                </a:lnTo>
                <a:lnTo>
                  <a:pt x="1593" y="565"/>
                </a:lnTo>
                <a:lnTo>
                  <a:pt x="1593" y="564"/>
                </a:lnTo>
                <a:lnTo>
                  <a:pt x="1592" y="564"/>
                </a:lnTo>
                <a:lnTo>
                  <a:pt x="1591" y="564"/>
                </a:lnTo>
                <a:lnTo>
                  <a:pt x="1590" y="563"/>
                </a:lnTo>
                <a:lnTo>
                  <a:pt x="1589" y="563"/>
                </a:lnTo>
                <a:lnTo>
                  <a:pt x="1588" y="562"/>
                </a:lnTo>
                <a:lnTo>
                  <a:pt x="1587" y="562"/>
                </a:lnTo>
                <a:lnTo>
                  <a:pt x="1586" y="561"/>
                </a:lnTo>
                <a:lnTo>
                  <a:pt x="1585" y="561"/>
                </a:lnTo>
                <a:lnTo>
                  <a:pt x="1584" y="560"/>
                </a:lnTo>
                <a:lnTo>
                  <a:pt x="1583" y="560"/>
                </a:lnTo>
                <a:lnTo>
                  <a:pt x="1583" y="559"/>
                </a:lnTo>
                <a:lnTo>
                  <a:pt x="1582" y="559"/>
                </a:lnTo>
                <a:lnTo>
                  <a:pt x="1581" y="559"/>
                </a:lnTo>
                <a:lnTo>
                  <a:pt x="1580" y="558"/>
                </a:lnTo>
                <a:lnTo>
                  <a:pt x="1579" y="558"/>
                </a:lnTo>
                <a:lnTo>
                  <a:pt x="1579" y="557"/>
                </a:lnTo>
                <a:lnTo>
                  <a:pt x="1578" y="557"/>
                </a:lnTo>
                <a:lnTo>
                  <a:pt x="1577" y="557"/>
                </a:lnTo>
                <a:lnTo>
                  <a:pt x="1576" y="556"/>
                </a:lnTo>
                <a:lnTo>
                  <a:pt x="1575" y="556"/>
                </a:lnTo>
                <a:lnTo>
                  <a:pt x="1574" y="555"/>
                </a:lnTo>
                <a:lnTo>
                  <a:pt x="1573" y="555"/>
                </a:lnTo>
                <a:lnTo>
                  <a:pt x="1573" y="554"/>
                </a:lnTo>
                <a:lnTo>
                  <a:pt x="1572" y="554"/>
                </a:lnTo>
                <a:lnTo>
                  <a:pt x="1571" y="554"/>
                </a:lnTo>
                <a:lnTo>
                  <a:pt x="1570" y="553"/>
                </a:lnTo>
                <a:lnTo>
                  <a:pt x="1569" y="553"/>
                </a:lnTo>
                <a:lnTo>
                  <a:pt x="1569" y="552"/>
                </a:lnTo>
                <a:lnTo>
                  <a:pt x="1568" y="552"/>
                </a:lnTo>
                <a:lnTo>
                  <a:pt x="1567" y="552"/>
                </a:lnTo>
                <a:lnTo>
                  <a:pt x="1566" y="551"/>
                </a:lnTo>
                <a:lnTo>
                  <a:pt x="1565" y="551"/>
                </a:lnTo>
                <a:lnTo>
                  <a:pt x="1564" y="550"/>
                </a:lnTo>
                <a:lnTo>
                  <a:pt x="1563" y="550"/>
                </a:lnTo>
                <a:lnTo>
                  <a:pt x="1563" y="549"/>
                </a:lnTo>
                <a:lnTo>
                  <a:pt x="1562" y="549"/>
                </a:lnTo>
                <a:lnTo>
                  <a:pt x="1561" y="549"/>
                </a:lnTo>
                <a:lnTo>
                  <a:pt x="1560" y="548"/>
                </a:lnTo>
                <a:lnTo>
                  <a:pt x="1559" y="548"/>
                </a:lnTo>
                <a:lnTo>
                  <a:pt x="1559" y="547"/>
                </a:lnTo>
                <a:lnTo>
                  <a:pt x="1558" y="547"/>
                </a:lnTo>
                <a:lnTo>
                  <a:pt x="1557" y="547"/>
                </a:lnTo>
                <a:lnTo>
                  <a:pt x="1556" y="546"/>
                </a:lnTo>
                <a:lnTo>
                  <a:pt x="1555" y="546"/>
                </a:lnTo>
                <a:lnTo>
                  <a:pt x="1554" y="545"/>
                </a:lnTo>
                <a:lnTo>
                  <a:pt x="1553" y="545"/>
                </a:lnTo>
                <a:lnTo>
                  <a:pt x="1552" y="544"/>
                </a:lnTo>
                <a:lnTo>
                  <a:pt x="1551" y="544"/>
                </a:lnTo>
                <a:lnTo>
                  <a:pt x="1550" y="543"/>
                </a:lnTo>
                <a:lnTo>
                  <a:pt x="1549" y="543"/>
                </a:lnTo>
                <a:lnTo>
                  <a:pt x="1549" y="542"/>
                </a:lnTo>
                <a:lnTo>
                  <a:pt x="1548" y="542"/>
                </a:lnTo>
                <a:lnTo>
                  <a:pt x="1547" y="542"/>
                </a:lnTo>
                <a:lnTo>
                  <a:pt x="1546" y="541"/>
                </a:lnTo>
                <a:lnTo>
                  <a:pt x="1545" y="541"/>
                </a:lnTo>
                <a:lnTo>
                  <a:pt x="1544" y="540"/>
                </a:lnTo>
                <a:lnTo>
                  <a:pt x="1543" y="540"/>
                </a:lnTo>
                <a:lnTo>
                  <a:pt x="1542" y="539"/>
                </a:lnTo>
                <a:lnTo>
                  <a:pt x="1541" y="539"/>
                </a:lnTo>
                <a:lnTo>
                  <a:pt x="1540" y="538"/>
                </a:lnTo>
                <a:lnTo>
                  <a:pt x="1539" y="538"/>
                </a:lnTo>
                <a:lnTo>
                  <a:pt x="1539" y="537"/>
                </a:lnTo>
                <a:lnTo>
                  <a:pt x="1538" y="537"/>
                </a:lnTo>
                <a:lnTo>
                  <a:pt x="1537" y="537"/>
                </a:lnTo>
                <a:lnTo>
                  <a:pt x="1536" y="536"/>
                </a:lnTo>
                <a:lnTo>
                  <a:pt x="1535" y="536"/>
                </a:lnTo>
                <a:lnTo>
                  <a:pt x="1534" y="535"/>
                </a:lnTo>
                <a:lnTo>
                  <a:pt x="1533" y="535"/>
                </a:lnTo>
                <a:lnTo>
                  <a:pt x="1532" y="534"/>
                </a:lnTo>
                <a:lnTo>
                  <a:pt x="1531" y="534"/>
                </a:lnTo>
                <a:lnTo>
                  <a:pt x="1530" y="533"/>
                </a:lnTo>
                <a:lnTo>
                  <a:pt x="1529" y="533"/>
                </a:lnTo>
                <a:lnTo>
                  <a:pt x="1529" y="532"/>
                </a:lnTo>
                <a:lnTo>
                  <a:pt x="1528" y="532"/>
                </a:lnTo>
                <a:lnTo>
                  <a:pt x="1527" y="532"/>
                </a:lnTo>
                <a:lnTo>
                  <a:pt x="1526" y="531"/>
                </a:lnTo>
                <a:lnTo>
                  <a:pt x="1525" y="531"/>
                </a:lnTo>
                <a:lnTo>
                  <a:pt x="1524" y="530"/>
                </a:lnTo>
                <a:lnTo>
                  <a:pt x="1523" y="530"/>
                </a:lnTo>
                <a:lnTo>
                  <a:pt x="1522" y="529"/>
                </a:lnTo>
                <a:lnTo>
                  <a:pt x="1521" y="529"/>
                </a:lnTo>
                <a:lnTo>
                  <a:pt x="1520" y="528"/>
                </a:lnTo>
                <a:lnTo>
                  <a:pt x="1519" y="528"/>
                </a:lnTo>
                <a:lnTo>
                  <a:pt x="1519" y="527"/>
                </a:lnTo>
                <a:lnTo>
                  <a:pt x="1518" y="527"/>
                </a:lnTo>
                <a:lnTo>
                  <a:pt x="1517" y="527"/>
                </a:lnTo>
                <a:lnTo>
                  <a:pt x="1516" y="526"/>
                </a:lnTo>
                <a:lnTo>
                  <a:pt x="1515" y="526"/>
                </a:lnTo>
                <a:lnTo>
                  <a:pt x="1514" y="525"/>
                </a:lnTo>
                <a:lnTo>
                  <a:pt x="1513" y="525"/>
                </a:lnTo>
                <a:lnTo>
                  <a:pt x="1512" y="524"/>
                </a:lnTo>
                <a:lnTo>
                  <a:pt x="1511" y="524"/>
                </a:lnTo>
                <a:lnTo>
                  <a:pt x="1510" y="523"/>
                </a:lnTo>
                <a:lnTo>
                  <a:pt x="1509" y="523"/>
                </a:lnTo>
                <a:lnTo>
                  <a:pt x="1509" y="522"/>
                </a:lnTo>
                <a:lnTo>
                  <a:pt x="1508" y="522"/>
                </a:lnTo>
                <a:lnTo>
                  <a:pt x="1507" y="522"/>
                </a:lnTo>
                <a:lnTo>
                  <a:pt x="1506" y="521"/>
                </a:lnTo>
                <a:lnTo>
                  <a:pt x="1505" y="521"/>
                </a:lnTo>
                <a:lnTo>
                  <a:pt x="1504" y="520"/>
                </a:lnTo>
                <a:lnTo>
                  <a:pt x="1503" y="520"/>
                </a:lnTo>
                <a:lnTo>
                  <a:pt x="1502" y="519"/>
                </a:lnTo>
                <a:lnTo>
                  <a:pt x="1501" y="519"/>
                </a:lnTo>
                <a:lnTo>
                  <a:pt x="1500" y="518"/>
                </a:lnTo>
                <a:lnTo>
                  <a:pt x="1499" y="518"/>
                </a:lnTo>
                <a:lnTo>
                  <a:pt x="1499" y="517"/>
                </a:lnTo>
                <a:lnTo>
                  <a:pt x="1498" y="517"/>
                </a:lnTo>
                <a:lnTo>
                  <a:pt x="1497" y="517"/>
                </a:lnTo>
                <a:lnTo>
                  <a:pt x="1496" y="516"/>
                </a:lnTo>
                <a:lnTo>
                  <a:pt x="1495" y="516"/>
                </a:lnTo>
                <a:lnTo>
                  <a:pt x="1494" y="515"/>
                </a:lnTo>
                <a:lnTo>
                  <a:pt x="1493" y="515"/>
                </a:lnTo>
                <a:lnTo>
                  <a:pt x="1492" y="514"/>
                </a:lnTo>
                <a:lnTo>
                  <a:pt x="1491" y="514"/>
                </a:lnTo>
                <a:lnTo>
                  <a:pt x="1490" y="513"/>
                </a:lnTo>
                <a:lnTo>
                  <a:pt x="1489" y="513"/>
                </a:lnTo>
                <a:lnTo>
                  <a:pt x="1488" y="512"/>
                </a:lnTo>
                <a:lnTo>
                  <a:pt x="1487" y="512"/>
                </a:lnTo>
                <a:lnTo>
                  <a:pt x="1486" y="511"/>
                </a:lnTo>
                <a:lnTo>
                  <a:pt x="1485" y="511"/>
                </a:lnTo>
                <a:lnTo>
                  <a:pt x="1484" y="510"/>
                </a:lnTo>
                <a:lnTo>
                  <a:pt x="1483" y="510"/>
                </a:lnTo>
                <a:lnTo>
                  <a:pt x="1482" y="509"/>
                </a:lnTo>
                <a:lnTo>
                  <a:pt x="1481" y="509"/>
                </a:lnTo>
                <a:lnTo>
                  <a:pt x="1480" y="508"/>
                </a:lnTo>
                <a:lnTo>
                  <a:pt x="1479" y="508"/>
                </a:lnTo>
                <a:lnTo>
                  <a:pt x="1478" y="507"/>
                </a:lnTo>
                <a:lnTo>
                  <a:pt x="1477" y="507"/>
                </a:lnTo>
                <a:lnTo>
                  <a:pt x="1476" y="506"/>
                </a:lnTo>
                <a:lnTo>
                  <a:pt x="1475" y="506"/>
                </a:lnTo>
                <a:lnTo>
                  <a:pt x="1474" y="505"/>
                </a:lnTo>
                <a:lnTo>
                  <a:pt x="1473" y="505"/>
                </a:lnTo>
                <a:lnTo>
                  <a:pt x="1472" y="504"/>
                </a:lnTo>
                <a:lnTo>
                  <a:pt x="1471" y="504"/>
                </a:lnTo>
                <a:lnTo>
                  <a:pt x="1470" y="503"/>
                </a:lnTo>
                <a:lnTo>
                  <a:pt x="1469" y="503"/>
                </a:lnTo>
                <a:lnTo>
                  <a:pt x="1468" y="502"/>
                </a:lnTo>
                <a:lnTo>
                  <a:pt x="1467" y="502"/>
                </a:lnTo>
                <a:lnTo>
                  <a:pt x="1466" y="501"/>
                </a:lnTo>
                <a:lnTo>
                  <a:pt x="1465" y="501"/>
                </a:lnTo>
                <a:lnTo>
                  <a:pt x="1464" y="500"/>
                </a:lnTo>
                <a:lnTo>
                  <a:pt x="1463" y="500"/>
                </a:lnTo>
                <a:lnTo>
                  <a:pt x="1462" y="499"/>
                </a:lnTo>
                <a:lnTo>
                  <a:pt x="1461" y="499"/>
                </a:lnTo>
                <a:lnTo>
                  <a:pt x="1460" y="498"/>
                </a:lnTo>
                <a:lnTo>
                  <a:pt x="1460" y="521"/>
                </a:lnTo>
                <a:lnTo>
                  <a:pt x="1459" y="521"/>
                </a:lnTo>
                <a:lnTo>
                  <a:pt x="1458" y="520"/>
                </a:lnTo>
                <a:lnTo>
                  <a:pt x="1457" y="520"/>
                </a:lnTo>
                <a:lnTo>
                  <a:pt x="1456" y="519"/>
                </a:lnTo>
                <a:lnTo>
                  <a:pt x="1455" y="519"/>
                </a:lnTo>
                <a:lnTo>
                  <a:pt x="1454" y="518"/>
                </a:lnTo>
                <a:lnTo>
                  <a:pt x="1453" y="518"/>
                </a:lnTo>
                <a:lnTo>
                  <a:pt x="1452" y="517"/>
                </a:lnTo>
                <a:lnTo>
                  <a:pt x="1451" y="517"/>
                </a:lnTo>
                <a:lnTo>
                  <a:pt x="1450" y="517"/>
                </a:lnTo>
                <a:lnTo>
                  <a:pt x="1450" y="516"/>
                </a:lnTo>
                <a:lnTo>
                  <a:pt x="1449" y="516"/>
                </a:lnTo>
                <a:lnTo>
                  <a:pt x="1448" y="515"/>
                </a:lnTo>
                <a:lnTo>
                  <a:pt x="1447" y="515"/>
                </a:lnTo>
                <a:lnTo>
                  <a:pt x="1446" y="514"/>
                </a:lnTo>
                <a:lnTo>
                  <a:pt x="1445" y="514"/>
                </a:lnTo>
                <a:lnTo>
                  <a:pt x="1444" y="513"/>
                </a:lnTo>
                <a:lnTo>
                  <a:pt x="1443" y="513"/>
                </a:lnTo>
                <a:lnTo>
                  <a:pt x="1442" y="512"/>
                </a:lnTo>
                <a:lnTo>
                  <a:pt x="1441" y="512"/>
                </a:lnTo>
                <a:lnTo>
                  <a:pt x="1440" y="535"/>
                </a:lnTo>
                <a:lnTo>
                  <a:pt x="1439" y="534"/>
                </a:lnTo>
                <a:lnTo>
                  <a:pt x="1438" y="534"/>
                </a:lnTo>
                <a:lnTo>
                  <a:pt x="1437" y="533"/>
                </a:lnTo>
                <a:lnTo>
                  <a:pt x="1436" y="533"/>
                </a:lnTo>
                <a:lnTo>
                  <a:pt x="1435" y="532"/>
                </a:lnTo>
                <a:lnTo>
                  <a:pt x="1434" y="532"/>
                </a:lnTo>
                <a:lnTo>
                  <a:pt x="1433" y="531"/>
                </a:lnTo>
                <a:lnTo>
                  <a:pt x="1432" y="531"/>
                </a:lnTo>
                <a:lnTo>
                  <a:pt x="1432" y="530"/>
                </a:lnTo>
                <a:lnTo>
                  <a:pt x="1431" y="530"/>
                </a:lnTo>
                <a:lnTo>
                  <a:pt x="1430" y="530"/>
                </a:lnTo>
                <a:lnTo>
                  <a:pt x="1429" y="529"/>
                </a:lnTo>
                <a:lnTo>
                  <a:pt x="1428" y="529"/>
                </a:lnTo>
                <a:lnTo>
                  <a:pt x="1427" y="528"/>
                </a:lnTo>
                <a:lnTo>
                  <a:pt x="1426" y="528"/>
                </a:lnTo>
                <a:lnTo>
                  <a:pt x="1425" y="527"/>
                </a:lnTo>
                <a:lnTo>
                  <a:pt x="1424" y="527"/>
                </a:lnTo>
                <a:lnTo>
                  <a:pt x="1423" y="526"/>
                </a:lnTo>
                <a:lnTo>
                  <a:pt x="1422" y="526"/>
                </a:lnTo>
                <a:lnTo>
                  <a:pt x="1422" y="525"/>
                </a:lnTo>
                <a:lnTo>
                  <a:pt x="1421" y="525"/>
                </a:lnTo>
                <a:lnTo>
                  <a:pt x="1420" y="525"/>
                </a:lnTo>
                <a:lnTo>
                  <a:pt x="1419" y="524"/>
                </a:lnTo>
                <a:lnTo>
                  <a:pt x="1418" y="524"/>
                </a:lnTo>
                <a:lnTo>
                  <a:pt x="1417" y="523"/>
                </a:lnTo>
                <a:lnTo>
                  <a:pt x="1416" y="523"/>
                </a:lnTo>
                <a:lnTo>
                  <a:pt x="1415" y="522"/>
                </a:lnTo>
                <a:lnTo>
                  <a:pt x="1414" y="522"/>
                </a:lnTo>
                <a:lnTo>
                  <a:pt x="1413" y="521"/>
                </a:lnTo>
                <a:lnTo>
                  <a:pt x="1412" y="521"/>
                </a:lnTo>
                <a:lnTo>
                  <a:pt x="1412" y="520"/>
                </a:lnTo>
                <a:lnTo>
                  <a:pt x="1411" y="520"/>
                </a:lnTo>
                <a:lnTo>
                  <a:pt x="1410" y="520"/>
                </a:lnTo>
                <a:lnTo>
                  <a:pt x="1409" y="519"/>
                </a:lnTo>
                <a:lnTo>
                  <a:pt x="1408" y="519"/>
                </a:lnTo>
                <a:lnTo>
                  <a:pt x="1407" y="518"/>
                </a:lnTo>
                <a:lnTo>
                  <a:pt x="1406" y="518"/>
                </a:lnTo>
                <a:lnTo>
                  <a:pt x="1405" y="517"/>
                </a:lnTo>
                <a:lnTo>
                  <a:pt x="1404" y="517"/>
                </a:lnTo>
                <a:lnTo>
                  <a:pt x="1403" y="516"/>
                </a:lnTo>
                <a:lnTo>
                  <a:pt x="1402" y="516"/>
                </a:lnTo>
                <a:lnTo>
                  <a:pt x="1402" y="515"/>
                </a:lnTo>
                <a:lnTo>
                  <a:pt x="1401" y="515"/>
                </a:lnTo>
                <a:lnTo>
                  <a:pt x="1400" y="515"/>
                </a:lnTo>
                <a:lnTo>
                  <a:pt x="1399" y="514"/>
                </a:lnTo>
                <a:lnTo>
                  <a:pt x="1398" y="514"/>
                </a:lnTo>
                <a:lnTo>
                  <a:pt x="1397" y="513"/>
                </a:lnTo>
                <a:lnTo>
                  <a:pt x="1396" y="513"/>
                </a:lnTo>
                <a:lnTo>
                  <a:pt x="1395" y="512"/>
                </a:lnTo>
                <a:lnTo>
                  <a:pt x="1394" y="512"/>
                </a:lnTo>
                <a:lnTo>
                  <a:pt x="1393" y="511"/>
                </a:lnTo>
                <a:lnTo>
                  <a:pt x="1392" y="511"/>
                </a:lnTo>
                <a:lnTo>
                  <a:pt x="1392" y="510"/>
                </a:lnTo>
                <a:lnTo>
                  <a:pt x="1391" y="510"/>
                </a:lnTo>
                <a:lnTo>
                  <a:pt x="1390" y="510"/>
                </a:lnTo>
                <a:lnTo>
                  <a:pt x="1389" y="509"/>
                </a:lnTo>
                <a:lnTo>
                  <a:pt x="1388" y="509"/>
                </a:lnTo>
                <a:lnTo>
                  <a:pt x="1388" y="508"/>
                </a:lnTo>
                <a:lnTo>
                  <a:pt x="1387" y="508"/>
                </a:lnTo>
                <a:lnTo>
                  <a:pt x="1386" y="508"/>
                </a:lnTo>
                <a:lnTo>
                  <a:pt x="1385" y="507"/>
                </a:lnTo>
                <a:lnTo>
                  <a:pt x="1384" y="507"/>
                </a:lnTo>
                <a:lnTo>
                  <a:pt x="1383" y="506"/>
                </a:lnTo>
                <a:lnTo>
                  <a:pt x="1382" y="506"/>
                </a:lnTo>
                <a:lnTo>
                  <a:pt x="1381" y="505"/>
                </a:lnTo>
                <a:lnTo>
                  <a:pt x="1380" y="505"/>
                </a:lnTo>
                <a:lnTo>
                  <a:pt x="1379" y="504"/>
                </a:lnTo>
                <a:lnTo>
                  <a:pt x="1378" y="504"/>
                </a:lnTo>
                <a:lnTo>
                  <a:pt x="1378" y="503"/>
                </a:lnTo>
                <a:lnTo>
                  <a:pt x="1377" y="503"/>
                </a:lnTo>
                <a:lnTo>
                  <a:pt x="1376" y="503"/>
                </a:lnTo>
                <a:lnTo>
                  <a:pt x="1375" y="502"/>
                </a:lnTo>
                <a:lnTo>
                  <a:pt x="1374" y="502"/>
                </a:lnTo>
                <a:lnTo>
                  <a:pt x="1373" y="501"/>
                </a:lnTo>
                <a:lnTo>
                  <a:pt x="1372" y="501"/>
                </a:lnTo>
                <a:lnTo>
                  <a:pt x="1371" y="500"/>
                </a:lnTo>
                <a:lnTo>
                  <a:pt x="1370" y="500"/>
                </a:lnTo>
                <a:lnTo>
                  <a:pt x="1369" y="499"/>
                </a:lnTo>
                <a:lnTo>
                  <a:pt x="1368" y="499"/>
                </a:lnTo>
                <a:lnTo>
                  <a:pt x="1368" y="498"/>
                </a:lnTo>
                <a:lnTo>
                  <a:pt x="1367" y="498"/>
                </a:lnTo>
                <a:lnTo>
                  <a:pt x="1366" y="498"/>
                </a:lnTo>
                <a:lnTo>
                  <a:pt x="1365" y="497"/>
                </a:lnTo>
                <a:lnTo>
                  <a:pt x="1364" y="497"/>
                </a:lnTo>
                <a:lnTo>
                  <a:pt x="1363" y="496"/>
                </a:lnTo>
                <a:lnTo>
                  <a:pt x="1362" y="496"/>
                </a:lnTo>
                <a:lnTo>
                  <a:pt x="1361" y="495"/>
                </a:lnTo>
                <a:lnTo>
                  <a:pt x="1360" y="495"/>
                </a:lnTo>
                <a:lnTo>
                  <a:pt x="1359" y="494"/>
                </a:lnTo>
                <a:lnTo>
                  <a:pt x="1358" y="494"/>
                </a:lnTo>
                <a:lnTo>
                  <a:pt x="1358" y="493"/>
                </a:lnTo>
                <a:lnTo>
                  <a:pt x="1357" y="518"/>
                </a:lnTo>
                <a:lnTo>
                  <a:pt x="1356" y="517"/>
                </a:lnTo>
                <a:lnTo>
                  <a:pt x="1355" y="517"/>
                </a:lnTo>
                <a:lnTo>
                  <a:pt x="1355" y="516"/>
                </a:lnTo>
                <a:lnTo>
                  <a:pt x="1354" y="516"/>
                </a:lnTo>
                <a:lnTo>
                  <a:pt x="1353" y="516"/>
                </a:lnTo>
                <a:lnTo>
                  <a:pt x="1352" y="515"/>
                </a:lnTo>
                <a:lnTo>
                  <a:pt x="1351" y="515"/>
                </a:lnTo>
                <a:lnTo>
                  <a:pt x="1350" y="514"/>
                </a:lnTo>
                <a:lnTo>
                  <a:pt x="1349" y="514"/>
                </a:lnTo>
                <a:lnTo>
                  <a:pt x="1349" y="513"/>
                </a:lnTo>
                <a:lnTo>
                  <a:pt x="1348" y="513"/>
                </a:lnTo>
                <a:lnTo>
                  <a:pt x="1347" y="513"/>
                </a:lnTo>
                <a:lnTo>
                  <a:pt x="1346" y="512"/>
                </a:lnTo>
                <a:lnTo>
                  <a:pt x="1345" y="512"/>
                </a:lnTo>
                <a:lnTo>
                  <a:pt x="1345" y="536"/>
                </a:lnTo>
                <a:lnTo>
                  <a:pt x="1344" y="536"/>
                </a:lnTo>
                <a:lnTo>
                  <a:pt x="1343" y="535"/>
                </a:lnTo>
                <a:lnTo>
                  <a:pt x="1342" y="535"/>
                </a:lnTo>
                <a:lnTo>
                  <a:pt x="1341" y="534"/>
                </a:lnTo>
                <a:lnTo>
                  <a:pt x="1340" y="534"/>
                </a:lnTo>
                <a:lnTo>
                  <a:pt x="1339" y="533"/>
                </a:lnTo>
                <a:lnTo>
                  <a:pt x="1338" y="533"/>
                </a:lnTo>
                <a:lnTo>
                  <a:pt x="1337" y="532"/>
                </a:lnTo>
                <a:lnTo>
                  <a:pt x="1336" y="532"/>
                </a:lnTo>
                <a:lnTo>
                  <a:pt x="1335" y="531"/>
                </a:lnTo>
                <a:lnTo>
                  <a:pt x="1334" y="531"/>
                </a:lnTo>
                <a:lnTo>
                  <a:pt x="1333" y="530"/>
                </a:lnTo>
                <a:lnTo>
                  <a:pt x="1332" y="530"/>
                </a:lnTo>
                <a:lnTo>
                  <a:pt x="1331" y="529"/>
                </a:lnTo>
                <a:lnTo>
                  <a:pt x="1330" y="529"/>
                </a:lnTo>
                <a:lnTo>
                  <a:pt x="1329" y="528"/>
                </a:lnTo>
                <a:lnTo>
                  <a:pt x="1328" y="528"/>
                </a:lnTo>
                <a:lnTo>
                  <a:pt x="1327" y="527"/>
                </a:lnTo>
                <a:lnTo>
                  <a:pt x="1326" y="527"/>
                </a:lnTo>
                <a:lnTo>
                  <a:pt x="1325" y="526"/>
                </a:lnTo>
                <a:lnTo>
                  <a:pt x="1324" y="526"/>
                </a:lnTo>
                <a:lnTo>
                  <a:pt x="1323" y="525"/>
                </a:lnTo>
                <a:lnTo>
                  <a:pt x="1322" y="525"/>
                </a:lnTo>
                <a:lnTo>
                  <a:pt x="1321" y="524"/>
                </a:lnTo>
                <a:lnTo>
                  <a:pt x="1320" y="524"/>
                </a:lnTo>
                <a:lnTo>
                  <a:pt x="1319" y="523"/>
                </a:lnTo>
                <a:lnTo>
                  <a:pt x="1318" y="523"/>
                </a:lnTo>
                <a:lnTo>
                  <a:pt x="1317" y="522"/>
                </a:lnTo>
                <a:lnTo>
                  <a:pt x="1316" y="522"/>
                </a:lnTo>
                <a:lnTo>
                  <a:pt x="1315" y="521"/>
                </a:lnTo>
                <a:lnTo>
                  <a:pt x="1314" y="521"/>
                </a:lnTo>
                <a:lnTo>
                  <a:pt x="1313" y="520"/>
                </a:lnTo>
                <a:lnTo>
                  <a:pt x="1312" y="520"/>
                </a:lnTo>
                <a:lnTo>
                  <a:pt x="1311" y="519"/>
                </a:lnTo>
                <a:lnTo>
                  <a:pt x="1310" y="519"/>
                </a:lnTo>
                <a:lnTo>
                  <a:pt x="1309" y="518"/>
                </a:lnTo>
                <a:lnTo>
                  <a:pt x="1308" y="518"/>
                </a:lnTo>
                <a:lnTo>
                  <a:pt x="1307" y="517"/>
                </a:lnTo>
                <a:lnTo>
                  <a:pt x="1306" y="517"/>
                </a:lnTo>
                <a:lnTo>
                  <a:pt x="1305" y="516"/>
                </a:lnTo>
                <a:lnTo>
                  <a:pt x="1304" y="516"/>
                </a:lnTo>
                <a:lnTo>
                  <a:pt x="1303" y="515"/>
                </a:lnTo>
                <a:lnTo>
                  <a:pt x="1302" y="515"/>
                </a:lnTo>
                <a:lnTo>
                  <a:pt x="1301" y="514"/>
                </a:lnTo>
                <a:lnTo>
                  <a:pt x="1300" y="514"/>
                </a:lnTo>
                <a:lnTo>
                  <a:pt x="1299" y="513"/>
                </a:lnTo>
                <a:lnTo>
                  <a:pt x="1298" y="513"/>
                </a:lnTo>
                <a:lnTo>
                  <a:pt x="1297" y="512"/>
                </a:lnTo>
                <a:lnTo>
                  <a:pt x="1296" y="512"/>
                </a:lnTo>
                <a:lnTo>
                  <a:pt x="1295" y="511"/>
                </a:lnTo>
                <a:lnTo>
                  <a:pt x="1294" y="511"/>
                </a:lnTo>
                <a:lnTo>
                  <a:pt x="1293" y="510"/>
                </a:lnTo>
                <a:lnTo>
                  <a:pt x="1292" y="510"/>
                </a:lnTo>
                <a:lnTo>
                  <a:pt x="1291" y="509"/>
                </a:lnTo>
                <a:lnTo>
                  <a:pt x="1290" y="509"/>
                </a:lnTo>
                <a:lnTo>
                  <a:pt x="1289" y="508"/>
                </a:lnTo>
                <a:lnTo>
                  <a:pt x="1288" y="508"/>
                </a:lnTo>
                <a:lnTo>
                  <a:pt x="1287" y="507"/>
                </a:lnTo>
                <a:lnTo>
                  <a:pt x="1286" y="507"/>
                </a:lnTo>
                <a:lnTo>
                  <a:pt x="1285" y="506"/>
                </a:lnTo>
                <a:lnTo>
                  <a:pt x="1284" y="506"/>
                </a:lnTo>
                <a:lnTo>
                  <a:pt x="1283" y="505"/>
                </a:lnTo>
                <a:lnTo>
                  <a:pt x="1282" y="505"/>
                </a:lnTo>
                <a:lnTo>
                  <a:pt x="1281" y="504"/>
                </a:lnTo>
                <a:lnTo>
                  <a:pt x="1280" y="504"/>
                </a:lnTo>
                <a:lnTo>
                  <a:pt x="1279" y="503"/>
                </a:lnTo>
                <a:lnTo>
                  <a:pt x="1278" y="503"/>
                </a:lnTo>
                <a:lnTo>
                  <a:pt x="1277" y="502"/>
                </a:lnTo>
                <a:lnTo>
                  <a:pt x="1276" y="502"/>
                </a:lnTo>
                <a:lnTo>
                  <a:pt x="1275" y="501"/>
                </a:lnTo>
                <a:lnTo>
                  <a:pt x="1274" y="501"/>
                </a:lnTo>
                <a:lnTo>
                  <a:pt x="1273" y="501"/>
                </a:lnTo>
                <a:lnTo>
                  <a:pt x="1273" y="500"/>
                </a:lnTo>
                <a:lnTo>
                  <a:pt x="1272" y="500"/>
                </a:lnTo>
                <a:lnTo>
                  <a:pt x="1271" y="499"/>
                </a:lnTo>
                <a:lnTo>
                  <a:pt x="1270" y="499"/>
                </a:lnTo>
                <a:lnTo>
                  <a:pt x="1269" y="498"/>
                </a:lnTo>
                <a:lnTo>
                  <a:pt x="1268" y="498"/>
                </a:lnTo>
                <a:lnTo>
                  <a:pt x="1267" y="497"/>
                </a:lnTo>
                <a:lnTo>
                  <a:pt x="1266" y="497"/>
                </a:lnTo>
                <a:lnTo>
                  <a:pt x="1265" y="496"/>
                </a:lnTo>
                <a:lnTo>
                  <a:pt x="1264" y="496"/>
                </a:lnTo>
                <a:lnTo>
                  <a:pt x="1263" y="495"/>
                </a:lnTo>
                <a:lnTo>
                  <a:pt x="1262" y="495"/>
                </a:lnTo>
                <a:lnTo>
                  <a:pt x="1261" y="494"/>
                </a:lnTo>
                <a:lnTo>
                  <a:pt x="1260" y="494"/>
                </a:lnTo>
                <a:lnTo>
                  <a:pt x="1259" y="493"/>
                </a:lnTo>
                <a:lnTo>
                  <a:pt x="1258" y="493"/>
                </a:lnTo>
                <a:lnTo>
                  <a:pt x="1257" y="492"/>
                </a:lnTo>
                <a:lnTo>
                  <a:pt x="1256" y="492"/>
                </a:lnTo>
                <a:lnTo>
                  <a:pt x="1255" y="491"/>
                </a:lnTo>
                <a:lnTo>
                  <a:pt x="1254" y="491"/>
                </a:lnTo>
                <a:lnTo>
                  <a:pt x="1253" y="490"/>
                </a:lnTo>
                <a:lnTo>
                  <a:pt x="1252" y="490"/>
                </a:lnTo>
                <a:lnTo>
                  <a:pt x="1251" y="489"/>
                </a:lnTo>
                <a:lnTo>
                  <a:pt x="1250" y="489"/>
                </a:lnTo>
                <a:lnTo>
                  <a:pt x="1249" y="488"/>
                </a:lnTo>
                <a:lnTo>
                  <a:pt x="1248" y="488"/>
                </a:lnTo>
                <a:lnTo>
                  <a:pt x="1247" y="487"/>
                </a:lnTo>
                <a:lnTo>
                  <a:pt x="1246" y="487"/>
                </a:lnTo>
                <a:lnTo>
                  <a:pt x="1245" y="486"/>
                </a:lnTo>
                <a:lnTo>
                  <a:pt x="1244" y="486"/>
                </a:lnTo>
                <a:lnTo>
                  <a:pt x="1243" y="485"/>
                </a:lnTo>
                <a:lnTo>
                  <a:pt x="1242" y="485"/>
                </a:lnTo>
                <a:lnTo>
                  <a:pt x="1241" y="484"/>
                </a:lnTo>
                <a:lnTo>
                  <a:pt x="1240" y="484"/>
                </a:lnTo>
                <a:lnTo>
                  <a:pt x="1239" y="483"/>
                </a:lnTo>
                <a:lnTo>
                  <a:pt x="1238" y="483"/>
                </a:lnTo>
                <a:lnTo>
                  <a:pt x="1237" y="482"/>
                </a:lnTo>
                <a:lnTo>
                  <a:pt x="1236" y="482"/>
                </a:lnTo>
                <a:lnTo>
                  <a:pt x="1235" y="481"/>
                </a:lnTo>
                <a:lnTo>
                  <a:pt x="1234" y="481"/>
                </a:lnTo>
                <a:lnTo>
                  <a:pt x="1233" y="480"/>
                </a:lnTo>
                <a:lnTo>
                  <a:pt x="1232" y="480"/>
                </a:lnTo>
                <a:lnTo>
                  <a:pt x="1231" y="479"/>
                </a:lnTo>
                <a:lnTo>
                  <a:pt x="1230" y="479"/>
                </a:lnTo>
                <a:lnTo>
                  <a:pt x="1229" y="478"/>
                </a:lnTo>
                <a:lnTo>
                  <a:pt x="1228" y="478"/>
                </a:lnTo>
                <a:lnTo>
                  <a:pt x="1227" y="477"/>
                </a:lnTo>
                <a:lnTo>
                  <a:pt x="1226" y="477"/>
                </a:lnTo>
                <a:lnTo>
                  <a:pt x="1225" y="476"/>
                </a:lnTo>
                <a:lnTo>
                  <a:pt x="1224" y="476"/>
                </a:lnTo>
                <a:lnTo>
                  <a:pt x="1223" y="475"/>
                </a:lnTo>
                <a:lnTo>
                  <a:pt x="1222" y="475"/>
                </a:lnTo>
                <a:lnTo>
                  <a:pt x="1221" y="474"/>
                </a:lnTo>
                <a:lnTo>
                  <a:pt x="1220" y="474"/>
                </a:lnTo>
                <a:lnTo>
                  <a:pt x="1219" y="474"/>
                </a:lnTo>
                <a:lnTo>
                  <a:pt x="1219" y="473"/>
                </a:lnTo>
                <a:lnTo>
                  <a:pt x="1218" y="473"/>
                </a:lnTo>
                <a:lnTo>
                  <a:pt x="1217" y="472"/>
                </a:lnTo>
                <a:lnTo>
                  <a:pt x="1216" y="472"/>
                </a:lnTo>
                <a:lnTo>
                  <a:pt x="1215" y="471"/>
                </a:lnTo>
                <a:lnTo>
                  <a:pt x="1214" y="471"/>
                </a:lnTo>
                <a:lnTo>
                  <a:pt x="1213" y="470"/>
                </a:lnTo>
                <a:lnTo>
                  <a:pt x="1212" y="470"/>
                </a:lnTo>
                <a:lnTo>
                  <a:pt x="1211" y="469"/>
                </a:lnTo>
                <a:lnTo>
                  <a:pt x="1210" y="469"/>
                </a:lnTo>
                <a:lnTo>
                  <a:pt x="1209" y="469"/>
                </a:lnTo>
                <a:lnTo>
                  <a:pt x="1209" y="468"/>
                </a:lnTo>
                <a:lnTo>
                  <a:pt x="1208" y="468"/>
                </a:lnTo>
                <a:lnTo>
                  <a:pt x="1207" y="467"/>
                </a:lnTo>
                <a:lnTo>
                  <a:pt x="1206" y="467"/>
                </a:lnTo>
                <a:lnTo>
                  <a:pt x="1205" y="466"/>
                </a:lnTo>
                <a:lnTo>
                  <a:pt x="1204" y="466"/>
                </a:lnTo>
                <a:lnTo>
                  <a:pt x="1203" y="465"/>
                </a:lnTo>
                <a:lnTo>
                  <a:pt x="1202" y="465"/>
                </a:lnTo>
                <a:lnTo>
                  <a:pt x="1201" y="464"/>
                </a:lnTo>
                <a:lnTo>
                  <a:pt x="1200" y="464"/>
                </a:lnTo>
                <a:lnTo>
                  <a:pt x="1199" y="464"/>
                </a:lnTo>
                <a:lnTo>
                  <a:pt x="1199" y="463"/>
                </a:lnTo>
                <a:lnTo>
                  <a:pt x="1198" y="463"/>
                </a:lnTo>
                <a:lnTo>
                  <a:pt x="1197" y="462"/>
                </a:lnTo>
                <a:lnTo>
                  <a:pt x="1196" y="462"/>
                </a:lnTo>
                <a:lnTo>
                  <a:pt x="1195" y="461"/>
                </a:lnTo>
                <a:lnTo>
                  <a:pt x="1194" y="461"/>
                </a:lnTo>
                <a:lnTo>
                  <a:pt x="1193" y="460"/>
                </a:lnTo>
                <a:lnTo>
                  <a:pt x="1192" y="460"/>
                </a:lnTo>
                <a:lnTo>
                  <a:pt x="1191" y="459"/>
                </a:lnTo>
                <a:lnTo>
                  <a:pt x="1190" y="459"/>
                </a:lnTo>
                <a:lnTo>
                  <a:pt x="1189" y="459"/>
                </a:lnTo>
                <a:lnTo>
                  <a:pt x="1189" y="458"/>
                </a:lnTo>
                <a:lnTo>
                  <a:pt x="1188" y="458"/>
                </a:lnTo>
                <a:lnTo>
                  <a:pt x="1187" y="457"/>
                </a:lnTo>
                <a:lnTo>
                  <a:pt x="1186" y="457"/>
                </a:lnTo>
                <a:lnTo>
                  <a:pt x="1185" y="456"/>
                </a:lnTo>
                <a:lnTo>
                  <a:pt x="1184" y="456"/>
                </a:lnTo>
                <a:lnTo>
                  <a:pt x="1183" y="455"/>
                </a:lnTo>
                <a:lnTo>
                  <a:pt x="1182" y="482"/>
                </a:lnTo>
                <a:lnTo>
                  <a:pt x="1181" y="482"/>
                </a:lnTo>
                <a:lnTo>
                  <a:pt x="1180" y="481"/>
                </a:lnTo>
                <a:lnTo>
                  <a:pt x="1179" y="481"/>
                </a:lnTo>
                <a:lnTo>
                  <a:pt x="1178" y="480"/>
                </a:lnTo>
                <a:lnTo>
                  <a:pt x="1177" y="480"/>
                </a:lnTo>
                <a:lnTo>
                  <a:pt x="1176" y="479"/>
                </a:lnTo>
                <a:lnTo>
                  <a:pt x="1175" y="479"/>
                </a:lnTo>
                <a:lnTo>
                  <a:pt x="1174" y="478"/>
                </a:lnTo>
                <a:lnTo>
                  <a:pt x="1173" y="478"/>
                </a:lnTo>
                <a:lnTo>
                  <a:pt x="1172" y="478"/>
                </a:lnTo>
                <a:lnTo>
                  <a:pt x="1172" y="477"/>
                </a:lnTo>
                <a:lnTo>
                  <a:pt x="1171" y="477"/>
                </a:lnTo>
                <a:lnTo>
                  <a:pt x="1170" y="476"/>
                </a:lnTo>
                <a:lnTo>
                  <a:pt x="1169" y="476"/>
                </a:lnTo>
                <a:lnTo>
                  <a:pt x="1168" y="475"/>
                </a:lnTo>
                <a:lnTo>
                  <a:pt x="1167" y="475"/>
                </a:lnTo>
                <a:lnTo>
                  <a:pt x="1166" y="474"/>
                </a:lnTo>
                <a:lnTo>
                  <a:pt x="1165" y="474"/>
                </a:lnTo>
                <a:lnTo>
                  <a:pt x="1164" y="473"/>
                </a:lnTo>
                <a:lnTo>
                  <a:pt x="1163" y="473"/>
                </a:lnTo>
                <a:lnTo>
                  <a:pt x="1162" y="473"/>
                </a:lnTo>
                <a:lnTo>
                  <a:pt x="1162" y="472"/>
                </a:lnTo>
                <a:lnTo>
                  <a:pt x="1161" y="472"/>
                </a:lnTo>
                <a:lnTo>
                  <a:pt x="1160" y="471"/>
                </a:lnTo>
                <a:lnTo>
                  <a:pt x="1159" y="471"/>
                </a:lnTo>
                <a:lnTo>
                  <a:pt x="1158" y="470"/>
                </a:lnTo>
                <a:lnTo>
                  <a:pt x="1157" y="470"/>
                </a:lnTo>
                <a:lnTo>
                  <a:pt x="1156" y="469"/>
                </a:lnTo>
                <a:lnTo>
                  <a:pt x="1155" y="469"/>
                </a:lnTo>
                <a:lnTo>
                  <a:pt x="1154" y="468"/>
                </a:lnTo>
                <a:lnTo>
                  <a:pt x="1153" y="468"/>
                </a:lnTo>
                <a:lnTo>
                  <a:pt x="1152" y="468"/>
                </a:lnTo>
                <a:lnTo>
                  <a:pt x="1152" y="467"/>
                </a:lnTo>
                <a:lnTo>
                  <a:pt x="1151" y="467"/>
                </a:lnTo>
                <a:lnTo>
                  <a:pt x="1150" y="466"/>
                </a:lnTo>
                <a:lnTo>
                  <a:pt x="1149" y="466"/>
                </a:lnTo>
                <a:lnTo>
                  <a:pt x="1148" y="465"/>
                </a:lnTo>
                <a:lnTo>
                  <a:pt x="1147" y="465"/>
                </a:lnTo>
                <a:lnTo>
                  <a:pt x="1146" y="464"/>
                </a:lnTo>
                <a:lnTo>
                  <a:pt x="1145" y="464"/>
                </a:lnTo>
                <a:lnTo>
                  <a:pt x="1144" y="463"/>
                </a:lnTo>
                <a:lnTo>
                  <a:pt x="1142" y="463"/>
                </a:lnTo>
                <a:lnTo>
                  <a:pt x="1141" y="463"/>
                </a:lnTo>
                <a:lnTo>
                  <a:pt x="1141" y="462"/>
                </a:lnTo>
                <a:lnTo>
                  <a:pt x="1140" y="462"/>
                </a:lnTo>
                <a:lnTo>
                  <a:pt x="1139" y="461"/>
                </a:lnTo>
                <a:lnTo>
                  <a:pt x="1138" y="461"/>
                </a:lnTo>
                <a:lnTo>
                  <a:pt x="1137" y="460"/>
                </a:lnTo>
                <a:lnTo>
                  <a:pt x="1136" y="460"/>
                </a:lnTo>
                <a:lnTo>
                  <a:pt x="1135" y="459"/>
                </a:lnTo>
                <a:lnTo>
                  <a:pt x="1134" y="459"/>
                </a:lnTo>
                <a:lnTo>
                  <a:pt x="1133" y="458"/>
                </a:lnTo>
                <a:lnTo>
                  <a:pt x="1132" y="458"/>
                </a:lnTo>
                <a:lnTo>
                  <a:pt x="1131" y="458"/>
                </a:lnTo>
                <a:lnTo>
                  <a:pt x="1131" y="457"/>
                </a:lnTo>
                <a:lnTo>
                  <a:pt x="1130" y="457"/>
                </a:lnTo>
                <a:lnTo>
                  <a:pt x="1129" y="456"/>
                </a:lnTo>
                <a:lnTo>
                  <a:pt x="1128" y="456"/>
                </a:lnTo>
                <a:lnTo>
                  <a:pt x="1127" y="455"/>
                </a:lnTo>
                <a:lnTo>
                  <a:pt x="1126" y="455"/>
                </a:lnTo>
                <a:lnTo>
                  <a:pt x="1125" y="454"/>
                </a:lnTo>
                <a:lnTo>
                  <a:pt x="1124" y="454"/>
                </a:lnTo>
                <a:lnTo>
                  <a:pt x="1123" y="453"/>
                </a:lnTo>
                <a:lnTo>
                  <a:pt x="1122" y="453"/>
                </a:lnTo>
                <a:lnTo>
                  <a:pt x="1121" y="453"/>
                </a:lnTo>
                <a:lnTo>
                  <a:pt x="1121" y="452"/>
                </a:lnTo>
                <a:lnTo>
                  <a:pt x="1120" y="452"/>
                </a:lnTo>
                <a:lnTo>
                  <a:pt x="1119" y="451"/>
                </a:lnTo>
                <a:lnTo>
                  <a:pt x="1118" y="451"/>
                </a:lnTo>
                <a:lnTo>
                  <a:pt x="1117" y="450"/>
                </a:lnTo>
                <a:lnTo>
                  <a:pt x="1116" y="450"/>
                </a:lnTo>
                <a:lnTo>
                  <a:pt x="1115" y="449"/>
                </a:lnTo>
                <a:lnTo>
                  <a:pt x="1114" y="449"/>
                </a:lnTo>
                <a:lnTo>
                  <a:pt x="1113" y="448"/>
                </a:lnTo>
                <a:lnTo>
                  <a:pt x="1112" y="448"/>
                </a:lnTo>
                <a:lnTo>
                  <a:pt x="1111" y="448"/>
                </a:lnTo>
                <a:lnTo>
                  <a:pt x="1111" y="447"/>
                </a:lnTo>
                <a:lnTo>
                  <a:pt x="1110" y="447"/>
                </a:lnTo>
                <a:lnTo>
                  <a:pt x="1109" y="446"/>
                </a:lnTo>
                <a:lnTo>
                  <a:pt x="1108" y="446"/>
                </a:lnTo>
                <a:lnTo>
                  <a:pt x="1107" y="446"/>
                </a:lnTo>
                <a:lnTo>
                  <a:pt x="1107" y="445"/>
                </a:lnTo>
                <a:lnTo>
                  <a:pt x="1106" y="445"/>
                </a:lnTo>
                <a:lnTo>
                  <a:pt x="1105" y="444"/>
                </a:lnTo>
                <a:lnTo>
                  <a:pt x="1104" y="444"/>
                </a:lnTo>
                <a:lnTo>
                  <a:pt x="1103" y="443"/>
                </a:lnTo>
                <a:lnTo>
                  <a:pt x="1102" y="443"/>
                </a:lnTo>
                <a:lnTo>
                  <a:pt x="1101" y="443"/>
                </a:lnTo>
                <a:lnTo>
                  <a:pt x="1101" y="442"/>
                </a:lnTo>
                <a:lnTo>
                  <a:pt x="1100" y="442"/>
                </a:lnTo>
                <a:lnTo>
                  <a:pt x="1099" y="441"/>
                </a:lnTo>
                <a:lnTo>
                  <a:pt x="1098" y="441"/>
                </a:lnTo>
                <a:lnTo>
                  <a:pt x="1097" y="441"/>
                </a:lnTo>
                <a:lnTo>
                  <a:pt x="1097" y="440"/>
                </a:lnTo>
                <a:lnTo>
                  <a:pt x="1096" y="440"/>
                </a:lnTo>
                <a:lnTo>
                  <a:pt x="1095" y="439"/>
                </a:lnTo>
                <a:lnTo>
                  <a:pt x="1094" y="439"/>
                </a:lnTo>
                <a:lnTo>
                  <a:pt x="1093" y="438"/>
                </a:lnTo>
                <a:lnTo>
                  <a:pt x="1092" y="438"/>
                </a:lnTo>
                <a:lnTo>
                  <a:pt x="1091" y="438"/>
                </a:lnTo>
                <a:lnTo>
                  <a:pt x="1091" y="437"/>
                </a:lnTo>
                <a:lnTo>
                  <a:pt x="1090" y="437"/>
                </a:lnTo>
                <a:lnTo>
                  <a:pt x="1089" y="436"/>
                </a:lnTo>
                <a:lnTo>
                  <a:pt x="1088" y="436"/>
                </a:lnTo>
                <a:lnTo>
                  <a:pt x="1087" y="436"/>
                </a:lnTo>
                <a:lnTo>
                  <a:pt x="1087" y="435"/>
                </a:lnTo>
                <a:lnTo>
                  <a:pt x="1086" y="435"/>
                </a:lnTo>
                <a:lnTo>
                  <a:pt x="1085" y="434"/>
                </a:lnTo>
                <a:lnTo>
                  <a:pt x="1084" y="434"/>
                </a:lnTo>
                <a:lnTo>
                  <a:pt x="1083" y="433"/>
                </a:lnTo>
                <a:lnTo>
                  <a:pt x="1082" y="433"/>
                </a:lnTo>
                <a:lnTo>
                  <a:pt x="1081" y="433"/>
                </a:lnTo>
                <a:lnTo>
                  <a:pt x="1081" y="432"/>
                </a:lnTo>
                <a:lnTo>
                  <a:pt x="1080" y="432"/>
                </a:lnTo>
                <a:lnTo>
                  <a:pt x="1079" y="431"/>
                </a:lnTo>
                <a:lnTo>
                  <a:pt x="1078" y="431"/>
                </a:lnTo>
                <a:lnTo>
                  <a:pt x="1077" y="431"/>
                </a:lnTo>
                <a:lnTo>
                  <a:pt x="1077" y="430"/>
                </a:lnTo>
                <a:lnTo>
                  <a:pt x="1076" y="430"/>
                </a:lnTo>
                <a:lnTo>
                  <a:pt x="1075" y="429"/>
                </a:lnTo>
                <a:lnTo>
                  <a:pt x="1074" y="429"/>
                </a:lnTo>
                <a:lnTo>
                  <a:pt x="1073" y="428"/>
                </a:lnTo>
                <a:lnTo>
                  <a:pt x="1072" y="428"/>
                </a:lnTo>
                <a:lnTo>
                  <a:pt x="1071" y="427"/>
                </a:lnTo>
                <a:lnTo>
                  <a:pt x="1070" y="427"/>
                </a:lnTo>
                <a:lnTo>
                  <a:pt x="1069" y="426"/>
                </a:lnTo>
                <a:lnTo>
                  <a:pt x="1068" y="426"/>
                </a:lnTo>
                <a:lnTo>
                  <a:pt x="1067" y="426"/>
                </a:lnTo>
                <a:lnTo>
                  <a:pt x="1067" y="425"/>
                </a:lnTo>
                <a:lnTo>
                  <a:pt x="1066" y="425"/>
                </a:lnTo>
                <a:lnTo>
                  <a:pt x="1065" y="454"/>
                </a:lnTo>
                <a:lnTo>
                  <a:pt x="1064" y="454"/>
                </a:lnTo>
                <a:lnTo>
                  <a:pt x="1063" y="453"/>
                </a:lnTo>
                <a:lnTo>
                  <a:pt x="1062" y="453"/>
                </a:lnTo>
                <a:lnTo>
                  <a:pt x="1062" y="452"/>
                </a:lnTo>
                <a:lnTo>
                  <a:pt x="1061" y="452"/>
                </a:lnTo>
                <a:lnTo>
                  <a:pt x="1060" y="452"/>
                </a:lnTo>
                <a:lnTo>
                  <a:pt x="1060" y="451"/>
                </a:lnTo>
                <a:lnTo>
                  <a:pt x="1059" y="451"/>
                </a:lnTo>
                <a:lnTo>
                  <a:pt x="1058" y="451"/>
                </a:lnTo>
                <a:lnTo>
                  <a:pt x="1057" y="450"/>
                </a:lnTo>
                <a:lnTo>
                  <a:pt x="1056" y="450"/>
                </a:lnTo>
                <a:lnTo>
                  <a:pt x="1056" y="449"/>
                </a:lnTo>
                <a:lnTo>
                  <a:pt x="1055" y="449"/>
                </a:lnTo>
                <a:lnTo>
                  <a:pt x="1054" y="449"/>
                </a:lnTo>
                <a:lnTo>
                  <a:pt x="1053" y="448"/>
                </a:lnTo>
                <a:lnTo>
                  <a:pt x="1052" y="448"/>
                </a:lnTo>
                <a:lnTo>
                  <a:pt x="1052" y="447"/>
                </a:lnTo>
                <a:lnTo>
                  <a:pt x="1051" y="447"/>
                </a:lnTo>
                <a:lnTo>
                  <a:pt x="1050" y="447"/>
                </a:lnTo>
                <a:lnTo>
                  <a:pt x="1049" y="446"/>
                </a:lnTo>
                <a:lnTo>
                  <a:pt x="1048" y="446"/>
                </a:lnTo>
                <a:lnTo>
                  <a:pt x="1047" y="445"/>
                </a:lnTo>
                <a:lnTo>
                  <a:pt x="1046" y="445"/>
                </a:lnTo>
                <a:lnTo>
                  <a:pt x="1046" y="444"/>
                </a:lnTo>
                <a:lnTo>
                  <a:pt x="1045" y="444"/>
                </a:lnTo>
                <a:lnTo>
                  <a:pt x="1044" y="444"/>
                </a:lnTo>
                <a:lnTo>
                  <a:pt x="1043" y="443"/>
                </a:lnTo>
                <a:lnTo>
                  <a:pt x="1042" y="443"/>
                </a:lnTo>
                <a:lnTo>
                  <a:pt x="1042" y="442"/>
                </a:lnTo>
                <a:lnTo>
                  <a:pt x="1041" y="442"/>
                </a:lnTo>
                <a:lnTo>
                  <a:pt x="1040" y="442"/>
                </a:lnTo>
                <a:lnTo>
                  <a:pt x="1039" y="441"/>
                </a:lnTo>
                <a:lnTo>
                  <a:pt x="1038" y="441"/>
                </a:lnTo>
                <a:lnTo>
                  <a:pt x="1037" y="440"/>
                </a:lnTo>
                <a:lnTo>
                  <a:pt x="1036" y="440"/>
                </a:lnTo>
                <a:lnTo>
                  <a:pt x="1036" y="439"/>
                </a:lnTo>
                <a:lnTo>
                  <a:pt x="1035" y="439"/>
                </a:lnTo>
                <a:lnTo>
                  <a:pt x="1034" y="439"/>
                </a:lnTo>
                <a:lnTo>
                  <a:pt x="1033" y="438"/>
                </a:lnTo>
                <a:lnTo>
                  <a:pt x="1032" y="438"/>
                </a:lnTo>
                <a:lnTo>
                  <a:pt x="1032" y="437"/>
                </a:lnTo>
                <a:lnTo>
                  <a:pt x="1031" y="437"/>
                </a:lnTo>
                <a:lnTo>
                  <a:pt x="1030" y="437"/>
                </a:lnTo>
                <a:lnTo>
                  <a:pt x="1029" y="436"/>
                </a:lnTo>
                <a:lnTo>
                  <a:pt x="1028" y="436"/>
                </a:lnTo>
                <a:lnTo>
                  <a:pt x="1027" y="435"/>
                </a:lnTo>
                <a:lnTo>
                  <a:pt x="1026" y="435"/>
                </a:lnTo>
                <a:lnTo>
                  <a:pt x="1026" y="434"/>
                </a:lnTo>
                <a:lnTo>
                  <a:pt x="1025" y="434"/>
                </a:lnTo>
                <a:lnTo>
                  <a:pt x="1024" y="434"/>
                </a:lnTo>
                <a:lnTo>
                  <a:pt x="1023" y="433"/>
                </a:lnTo>
                <a:lnTo>
                  <a:pt x="1022" y="433"/>
                </a:lnTo>
                <a:lnTo>
                  <a:pt x="1022" y="432"/>
                </a:lnTo>
                <a:lnTo>
                  <a:pt x="1021" y="432"/>
                </a:lnTo>
                <a:lnTo>
                  <a:pt x="1020" y="432"/>
                </a:lnTo>
                <a:lnTo>
                  <a:pt x="1019" y="431"/>
                </a:lnTo>
                <a:lnTo>
                  <a:pt x="1018" y="431"/>
                </a:lnTo>
                <a:lnTo>
                  <a:pt x="1017" y="430"/>
                </a:lnTo>
                <a:lnTo>
                  <a:pt x="1016" y="430"/>
                </a:lnTo>
                <a:lnTo>
                  <a:pt x="1016" y="429"/>
                </a:lnTo>
                <a:lnTo>
                  <a:pt x="1015" y="429"/>
                </a:lnTo>
                <a:lnTo>
                  <a:pt x="1014" y="429"/>
                </a:lnTo>
                <a:lnTo>
                  <a:pt x="1013" y="428"/>
                </a:lnTo>
                <a:lnTo>
                  <a:pt x="1012" y="428"/>
                </a:lnTo>
                <a:lnTo>
                  <a:pt x="1012" y="427"/>
                </a:lnTo>
                <a:lnTo>
                  <a:pt x="1011" y="427"/>
                </a:lnTo>
                <a:lnTo>
                  <a:pt x="1010" y="427"/>
                </a:lnTo>
                <a:lnTo>
                  <a:pt x="1009" y="426"/>
                </a:lnTo>
                <a:lnTo>
                  <a:pt x="1008" y="426"/>
                </a:lnTo>
                <a:lnTo>
                  <a:pt x="1007" y="425"/>
                </a:lnTo>
                <a:lnTo>
                  <a:pt x="1006" y="425"/>
                </a:lnTo>
                <a:lnTo>
                  <a:pt x="1006" y="424"/>
                </a:lnTo>
                <a:lnTo>
                  <a:pt x="1005" y="424"/>
                </a:lnTo>
                <a:lnTo>
                  <a:pt x="1004" y="424"/>
                </a:lnTo>
                <a:lnTo>
                  <a:pt x="1003" y="423"/>
                </a:lnTo>
                <a:lnTo>
                  <a:pt x="1002" y="423"/>
                </a:lnTo>
                <a:lnTo>
                  <a:pt x="1002" y="422"/>
                </a:lnTo>
                <a:lnTo>
                  <a:pt x="1001" y="422"/>
                </a:lnTo>
                <a:lnTo>
                  <a:pt x="1000" y="422"/>
                </a:lnTo>
                <a:lnTo>
                  <a:pt x="999" y="421"/>
                </a:lnTo>
                <a:lnTo>
                  <a:pt x="998" y="421"/>
                </a:lnTo>
                <a:lnTo>
                  <a:pt x="997" y="420"/>
                </a:lnTo>
                <a:lnTo>
                  <a:pt x="996" y="420"/>
                </a:lnTo>
                <a:lnTo>
                  <a:pt x="996" y="419"/>
                </a:lnTo>
                <a:lnTo>
                  <a:pt x="995" y="419"/>
                </a:lnTo>
                <a:lnTo>
                  <a:pt x="994" y="419"/>
                </a:lnTo>
                <a:lnTo>
                  <a:pt x="993" y="418"/>
                </a:lnTo>
                <a:lnTo>
                  <a:pt x="992" y="418"/>
                </a:lnTo>
                <a:lnTo>
                  <a:pt x="992" y="417"/>
                </a:lnTo>
                <a:lnTo>
                  <a:pt x="991" y="417"/>
                </a:lnTo>
                <a:lnTo>
                  <a:pt x="990" y="417"/>
                </a:lnTo>
                <a:lnTo>
                  <a:pt x="989" y="416"/>
                </a:lnTo>
                <a:lnTo>
                  <a:pt x="988" y="416"/>
                </a:lnTo>
                <a:lnTo>
                  <a:pt x="987" y="415"/>
                </a:lnTo>
                <a:lnTo>
                  <a:pt x="986" y="415"/>
                </a:lnTo>
                <a:lnTo>
                  <a:pt x="985" y="414"/>
                </a:lnTo>
                <a:lnTo>
                  <a:pt x="984" y="414"/>
                </a:lnTo>
                <a:lnTo>
                  <a:pt x="983" y="413"/>
                </a:lnTo>
                <a:lnTo>
                  <a:pt x="982" y="413"/>
                </a:lnTo>
                <a:lnTo>
                  <a:pt x="982" y="412"/>
                </a:lnTo>
                <a:lnTo>
                  <a:pt x="981" y="412"/>
                </a:lnTo>
                <a:lnTo>
                  <a:pt x="980" y="412"/>
                </a:lnTo>
                <a:lnTo>
                  <a:pt x="979" y="411"/>
                </a:lnTo>
                <a:lnTo>
                  <a:pt x="978" y="411"/>
                </a:lnTo>
                <a:lnTo>
                  <a:pt x="977" y="410"/>
                </a:lnTo>
                <a:lnTo>
                  <a:pt x="976" y="410"/>
                </a:lnTo>
                <a:lnTo>
                  <a:pt x="975" y="409"/>
                </a:lnTo>
                <a:lnTo>
                  <a:pt x="974" y="409"/>
                </a:lnTo>
                <a:lnTo>
                  <a:pt x="973" y="408"/>
                </a:lnTo>
                <a:lnTo>
                  <a:pt x="972" y="408"/>
                </a:lnTo>
                <a:lnTo>
                  <a:pt x="972" y="407"/>
                </a:lnTo>
                <a:lnTo>
                  <a:pt x="971" y="407"/>
                </a:lnTo>
                <a:lnTo>
                  <a:pt x="970" y="407"/>
                </a:lnTo>
                <a:lnTo>
                  <a:pt x="969" y="406"/>
                </a:lnTo>
                <a:lnTo>
                  <a:pt x="968" y="406"/>
                </a:lnTo>
                <a:lnTo>
                  <a:pt x="967" y="405"/>
                </a:lnTo>
                <a:lnTo>
                  <a:pt x="966" y="405"/>
                </a:lnTo>
                <a:lnTo>
                  <a:pt x="965" y="404"/>
                </a:lnTo>
                <a:lnTo>
                  <a:pt x="964" y="404"/>
                </a:lnTo>
                <a:lnTo>
                  <a:pt x="963" y="403"/>
                </a:lnTo>
                <a:lnTo>
                  <a:pt x="962" y="403"/>
                </a:lnTo>
                <a:lnTo>
                  <a:pt x="962" y="402"/>
                </a:lnTo>
                <a:lnTo>
                  <a:pt x="961" y="402"/>
                </a:lnTo>
                <a:lnTo>
                  <a:pt x="960" y="402"/>
                </a:lnTo>
                <a:lnTo>
                  <a:pt x="959" y="401"/>
                </a:lnTo>
                <a:lnTo>
                  <a:pt x="958" y="401"/>
                </a:lnTo>
                <a:lnTo>
                  <a:pt x="957" y="400"/>
                </a:lnTo>
                <a:lnTo>
                  <a:pt x="956" y="400"/>
                </a:lnTo>
                <a:lnTo>
                  <a:pt x="955" y="399"/>
                </a:lnTo>
                <a:lnTo>
                  <a:pt x="954" y="399"/>
                </a:lnTo>
                <a:lnTo>
                  <a:pt x="953" y="398"/>
                </a:lnTo>
                <a:lnTo>
                  <a:pt x="952" y="398"/>
                </a:lnTo>
                <a:lnTo>
                  <a:pt x="952" y="397"/>
                </a:lnTo>
                <a:lnTo>
                  <a:pt x="951" y="397"/>
                </a:lnTo>
                <a:lnTo>
                  <a:pt x="950" y="397"/>
                </a:lnTo>
                <a:lnTo>
                  <a:pt x="949" y="396"/>
                </a:lnTo>
                <a:lnTo>
                  <a:pt x="948" y="396"/>
                </a:lnTo>
                <a:lnTo>
                  <a:pt x="948" y="395"/>
                </a:lnTo>
                <a:lnTo>
                  <a:pt x="947" y="395"/>
                </a:lnTo>
                <a:lnTo>
                  <a:pt x="946" y="395"/>
                </a:lnTo>
                <a:lnTo>
                  <a:pt x="945" y="394"/>
                </a:lnTo>
                <a:lnTo>
                  <a:pt x="944" y="394"/>
                </a:lnTo>
                <a:lnTo>
                  <a:pt x="943" y="393"/>
                </a:lnTo>
                <a:lnTo>
                  <a:pt x="942" y="393"/>
                </a:lnTo>
                <a:lnTo>
                  <a:pt x="942" y="392"/>
                </a:lnTo>
                <a:lnTo>
                  <a:pt x="941" y="392"/>
                </a:lnTo>
                <a:lnTo>
                  <a:pt x="940" y="392"/>
                </a:lnTo>
                <a:lnTo>
                  <a:pt x="939" y="391"/>
                </a:lnTo>
                <a:lnTo>
                  <a:pt x="938" y="391"/>
                </a:lnTo>
                <a:lnTo>
                  <a:pt x="938" y="390"/>
                </a:lnTo>
                <a:lnTo>
                  <a:pt x="937" y="390"/>
                </a:lnTo>
                <a:lnTo>
                  <a:pt x="936" y="390"/>
                </a:lnTo>
                <a:lnTo>
                  <a:pt x="935" y="389"/>
                </a:lnTo>
                <a:lnTo>
                  <a:pt x="934" y="389"/>
                </a:lnTo>
                <a:lnTo>
                  <a:pt x="933" y="388"/>
                </a:lnTo>
                <a:lnTo>
                  <a:pt x="932" y="388"/>
                </a:lnTo>
                <a:lnTo>
                  <a:pt x="931" y="387"/>
                </a:lnTo>
                <a:lnTo>
                  <a:pt x="930" y="387"/>
                </a:lnTo>
                <a:lnTo>
                  <a:pt x="929" y="386"/>
                </a:lnTo>
                <a:lnTo>
                  <a:pt x="928" y="386"/>
                </a:lnTo>
                <a:lnTo>
                  <a:pt x="928" y="385"/>
                </a:lnTo>
                <a:lnTo>
                  <a:pt x="927" y="385"/>
                </a:lnTo>
                <a:lnTo>
                  <a:pt x="926" y="385"/>
                </a:lnTo>
                <a:lnTo>
                  <a:pt x="925" y="384"/>
                </a:lnTo>
                <a:lnTo>
                  <a:pt x="924" y="384"/>
                </a:lnTo>
                <a:lnTo>
                  <a:pt x="923" y="383"/>
                </a:lnTo>
                <a:lnTo>
                  <a:pt x="922" y="383"/>
                </a:lnTo>
                <a:lnTo>
                  <a:pt x="921" y="382"/>
                </a:lnTo>
                <a:lnTo>
                  <a:pt x="920" y="382"/>
                </a:lnTo>
                <a:lnTo>
                  <a:pt x="919" y="381"/>
                </a:lnTo>
                <a:lnTo>
                  <a:pt x="918" y="381"/>
                </a:lnTo>
                <a:lnTo>
                  <a:pt x="918" y="380"/>
                </a:lnTo>
                <a:lnTo>
                  <a:pt x="917" y="380"/>
                </a:lnTo>
                <a:lnTo>
                  <a:pt x="916" y="380"/>
                </a:lnTo>
                <a:lnTo>
                  <a:pt x="915" y="379"/>
                </a:lnTo>
                <a:lnTo>
                  <a:pt x="914" y="379"/>
                </a:lnTo>
                <a:lnTo>
                  <a:pt x="913" y="378"/>
                </a:lnTo>
                <a:lnTo>
                  <a:pt x="912" y="378"/>
                </a:lnTo>
                <a:lnTo>
                  <a:pt x="911" y="377"/>
                </a:lnTo>
                <a:lnTo>
                  <a:pt x="910" y="377"/>
                </a:lnTo>
                <a:lnTo>
                  <a:pt x="909" y="376"/>
                </a:lnTo>
                <a:lnTo>
                  <a:pt x="908" y="376"/>
                </a:lnTo>
                <a:lnTo>
                  <a:pt x="908" y="375"/>
                </a:lnTo>
                <a:lnTo>
                  <a:pt x="907" y="375"/>
                </a:lnTo>
                <a:lnTo>
                  <a:pt x="906" y="375"/>
                </a:lnTo>
                <a:lnTo>
                  <a:pt x="905" y="374"/>
                </a:lnTo>
                <a:lnTo>
                  <a:pt x="904" y="374"/>
                </a:lnTo>
                <a:lnTo>
                  <a:pt x="903" y="373"/>
                </a:lnTo>
                <a:lnTo>
                  <a:pt x="902" y="373"/>
                </a:lnTo>
                <a:lnTo>
                  <a:pt x="901" y="372"/>
                </a:lnTo>
                <a:lnTo>
                  <a:pt x="900" y="372"/>
                </a:lnTo>
                <a:lnTo>
                  <a:pt x="899" y="371"/>
                </a:lnTo>
                <a:lnTo>
                  <a:pt x="898" y="371"/>
                </a:lnTo>
                <a:lnTo>
                  <a:pt x="898" y="370"/>
                </a:lnTo>
                <a:lnTo>
                  <a:pt x="897" y="370"/>
                </a:lnTo>
                <a:lnTo>
                  <a:pt x="896" y="370"/>
                </a:lnTo>
                <a:lnTo>
                  <a:pt x="895" y="369"/>
                </a:lnTo>
                <a:lnTo>
                  <a:pt x="894" y="369"/>
                </a:lnTo>
                <a:lnTo>
                  <a:pt x="893" y="368"/>
                </a:lnTo>
                <a:lnTo>
                  <a:pt x="892" y="368"/>
                </a:lnTo>
                <a:lnTo>
                  <a:pt x="891" y="367"/>
                </a:lnTo>
                <a:lnTo>
                  <a:pt x="890" y="367"/>
                </a:lnTo>
                <a:lnTo>
                  <a:pt x="889" y="366"/>
                </a:lnTo>
                <a:lnTo>
                  <a:pt x="888" y="366"/>
                </a:lnTo>
                <a:lnTo>
                  <a:pt x="888" y="365"/>
                </a:lnTo>
                <a:lnTo>
                  <a:pt x="887" y="365"/>
                </a:lnTo>
                <a:lnTo>
                  <a:pt x="886" y="365"/>
                </a:lnTo>
                <a:lnTo>
                  <a:pt x="885" y="364"/>
                </a:lnTo>
                <a:lnTo>
                  <a:pt x="884" y="364"/>
                </a:lnTo>
                <a:lnTo>
                  <a:pt x="883" y="363"/>
                </a:lnTo>
                <a:lnTo>
                  <a:pt x="883" y="397"/>
                </a:lnTo>
                <a:lnTo>
                  <a:pt x="882" y="397"/>
                </a:lnTo>
                <a:lnTo>
                  <a:pt x="882" y="396"/>
                </a:lnTo>
                <a:lnTo>
                  <a:pt x="881" y="396"/>
                </a:lnTo>
                <a:lnTo>
                  <a:pt x="880" y="395"/>
                </a:lnTo>
                <a:lnTo>
                  <a:pt x="879" y="395"/>
                </a:lnTo>
                <a:lnTo>
                  <a:pt x="878" y="394"/>
                </a:lnTo>
                <a:lnTo>
                  <a:pt x="877" y="394"/>
                </a:lnTo>
                <a:lnTo>
                  <a:pt x="876" y="394"/>
                </a:lnTo>
                <a:lnTo>
                  <a:pt x="876" y="393"/>
                </a:lnTo>
                <a:lnTo>
                  <a:pt x="875" y="393"/>
                </a:lnTo>
                <a:lnTo>
                  <a:pt x="874" y="392"/>
                </a:lnTo>
                <a:lnTo>
                  <a:pt x="873" y="392"/>
                </a:lnTo>
                <a:lnTo>
                  <a:pt x="872" y="392"/>
                </a:lnTo>
                <a:lnTo>
                  <a:pt x="872" y="391"/>
                </a:lnTo>
                <a:lnTo>
                  <a:pt x="871" y="391"/>
                </a:lnTo>
                <a:lnTo>
                  <a:pt x="870" y="390"/>
                </a:lnTo>
                <a:lnTo>
                  <a:pt x="869" y="390"/>
                </a:lnTo>
                <a:lnTo>
                  <a:pt x="868" y="389"/>
                </a:lnTo>
                <a:lnTo>
                  <a:pt x="867" y="389"/>
                </a:lnTo>
                <a:lnTo>
                  <a:pt x="866" y="389"/>
                </a:lnTo>
                <a:lnTo>
                  <a:pt x="866" y="388"/>
                </a:lnTo>
                <a:lnTo>
                  <a:pt x="865" y="388"/>
                </a:lnTo>
                <a:lnTo>
                  <a:pt x="864" y="387"/>
                </a:lnTo>
                <a:lnTo>
                  <a:pt x="863" y="387"/>
                </a:lnTo>
                <a:lnTo>
                  <a:pt x="862" y="387"/>
                </a:lnTo>
                <a:lnTo>
                  <a:pt x="862" y="386"/>
                </a:lnTo>
                <a:lnTo>
                  <a:pt x="861" y="386"/>
                </a:lnTo>
                <a:lnTo>
                  <a:pt x="860" y="385"/>
                </a:lnTo>
                <a:lnTo>
                  <a:pt x="859" y="385"/>
                </a:lnTo>
                <a:lnTo>
                  <a:pt x="858" y="384"/>
                </a:lnTo>
                <a:lnTo>
                  <a:pt x="857" y="384"/>
                </a:lnTo>
                <a:lnTo>
                  <a:pt x="856" y="384"/>
                </a:lnTo>
                <a:lnTo>
                  <a:pt x="856" y="383"/>
                </a:lnTo>
                <a:lnTo>
                  <a:pt x="855" y="383"/>
                </a:lnTo>
                <a:lnTo>
                  <a:pt x="854" y="382"/>
                </a:lnTo>
                <a:lnTo>
                  <a:pt x="853" y="382"/>
                </a:lnTo>
                <a:lnTo>
                  <a:pt x="852" y="382"/>
                </a:lnTo>
                <a:lnTo>
                  <a:pt x="852" y="381"/>
                </a:lnTo>
                <a:lnTo>
                  <a:pt x="851" y="381"/>
                </a:lnTo>
                <a:lnTo>
                  <a:pt x="850" y="380"/>
                </a:lnTo>
                <a:lnTo>
                  <a:pt x="849" y="380"/>
                </a:lnTo>
                <a:lnTo>
                  <a:pt x="848" y="379"/>
                </a:lnTo>
                <a:lnTo>
                  <a:pt x="847" y="379"/>
                </a:lnTo>
                <a:lnTo>
                  <a:pt x="846" y="379"/>
                </a:lnTo>
                <a:lnTo>
                  <a:pt x="846" y="378"/>
                </a:lnTo>
                <a:lnTo>
                  <a:pt x="845" y="378"/>
                </a:lnTo>
                <a:lnTo>
                  <a:pt x="844" y="377"/>
                </a:lnTo>
                <a:lnTo>
                  <a:pt x="843" y="377"/>
                </a:lnTo>
                <a:lnTo>
                  <a:pt x="842" y="377"/>
                </a:lnTo>
                <a:lnTo>
                  <a:pt x="842" y="376"/>
                </a:lnTo>
                <a:lnTo>
                  <a:pt x="841" y="376"/>
                </a:lnTo>
                <a:lnTo>
                  <a:pt x="840" y="375"/>
                </a:lnTo>
                <a:lnTo>
                  <a:pt x="839" y="375"/>
                </a:lnTo>
                <a:lnTo>
                  <a:pt x="838" y="374"/>
                </a:lnTo>
                <a:lnTo>
                  <a:pt x="837" y="374"/>
                </a:lnTo>
                <a:lnTo>
                  <a:pt x="836" y="374"/>
                </a:lnTo>
                <a:lnTo>
                  <a:pt x="836" y="373"/>
                </a:lnTo>
                <a:lnTo>
                  <a:pt x="835" y="373"/>
                </a:lnTo>
                <a:lnTo>
                  <a:pt x="834" y="372"/>
                </a:lnTo>
                <a:lnTo>
                  <a:pt x="833" y="372"/>
                </a:lnTo>
                <a:lnTo>
                  <a:pt x="832" y="372"/>
                </a:lnTo>
                <a:lnTo>
                  <a:pt x="832" y="371"/>
                </a:lnTo>
                <a:lnTo>
                  <a:pt x="831" y="371"/>
                </a:lnTo>
                <a:lnTo>
                  <a:pt x="830" y="370"/>
                </a:lnTo>
                <a:lnTo>
                  <a:pt x="829" y="370"/>
                </a:lnTo>
                <a:lnTo>
                  <a:pt x="828" y="370"/>
                </a:lnTo>
                <a:lnTo>
                  <a:pt x="828" y="369"/>
                </a:lnTo>
                <a:lnTo>
                  <a:pt x="827" y="369"/>
                </a:lnTo>
                <a:lnTo>
                  <a:pt x="826" y="369"/>
                </a:lnTo>
                <a:lnTo>
                  <a:pt x="826" y="368"/>
                </a:lnTo>
                <a:lnTo>
                  <a:pt x="825" y="368"/>
                </a:lnTo>
                <a:lnTo>
                  <a:pt x="824" y="367"/>
                </a:lnTo>
                <a:lnTo>
                  <a:pt x="823" y="367"/>
                </a:lnTo>
                <a:lnTo>
                  <a:pt x="822" y="367"/>
                </a:lnTo>
                <a:lnTo>
                  <a:pt x="822" y="366"/>
                </a:lnTo>
                <a:lnTo>
                  <a:pt x="821" y="366"/>
                </a:lnTo>
                <a:lnTo>
                  <a:pt x="820" y="365"/>
                </a:lnTo>
                <a:lnTo>
                  <a:pt x="819" y="365"/>
                </a:lnTo>
                <a:lnTo>
                  <a:pt x="818" y="365"/>
                </a:lnTo>
                <a:lnTo>
                  <a:pt x="818" y="364"/>
                </a:lnTo>
                <a:lnTo>
                  <a:pt x="817" y="364"/>
                </a:lnTo>
                <a:lnTo>
                  <a:pt x="816" y="364"/>
                </a:lnTo>
                <a:lnTo>
                  <a:pt x="816" y="363"/>
                </a:lnTo>
                <a:lnTo>
                  <a:pt x="815" y="363"/>
                </a:lnTo>
                <a:lnTo>
                  <a:pt x="814" y="362"/>
                </a:lnTo>
                <a:lnTo>
                  <a:pt x="813" y="362"/>
                </a:lnTo>
                <a:lnTo>
                  <a:pt x="812" y="362"/>
                </a:lnTo>
                <a:lnTo>
                  <a:pt x="812" y="361"/>
                </a:lnTo>
                <a:lnTo>
                  <a:pt x="811" y="361"/>
                </a:lnTo>
                <a:lnTo>
                  <a:pt x="810" y="360"/>
                </a:lnTo>
                <a:lnTo>
                  <a:pt x="809" y="360"/>
                </a:lnTo>
                <a:lnTo>
                  <a:pt x="808" y="360"/>
                </a:lnTo>
                <a:lnTo>
                  <a:pt x="808" y="359"/>
                </a:lnTo>
                <a:lnTo>
                  <a:pt x="807" y="359"/>
                </a:lnTo>
                <a:lnTo>
                  <a:pt x="806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7"/>
                </a:lnTo>
                <a:lnTo>
                  <a:pt x="803" y="357"/>
                </a:lnTo>
                <a:lnTo>
                  <a:pt x="802" y="357"/>
                </a:lnTo>
                <a:lnTo>
                  <a:pt x="802" y="356"/>
                </a:lnTo>
                <a:lnTo>
                  <a:pt x="801" y="356"/>
                </a:lnTo>
                <a:lnTo>
                  <a:pt x="800" y="355"/>
                </a:lnTo>
                <a:lnTo>
                  <a:pt x="799" y="355"/>
                </a:lnTo>
                <a:lnTo>
                  <a:pt x="798" y="355"/>
                </a:lnTo>
                <a:lnTo>
                  <a:pt x="798" y="354"/>
                </a:lnTo>
                <a:lnTo>
                  <a:pt x="797" y="354"/>
                </a:lnTo>
                <a:lnTo>
                  <a:pt x="796" y="354"/>
                </a:lnTo>
                <a:lnTo>
                  <a:pt x="796" y="353"/>
                </a:lnTo>
                <a:lnTo>
                  <a:pt x="795" y="353"/>
                </a:lnTo>
                <a:lnTo>
                  <a:pt x="794" y="352"/>
                </a:lnTo>
                <a:lnTo>
                  <a:pt x="793" y="352"/>
                </a:lnTo>
                <a:lnTo>
                  <a:pt x="792" y="352"/>
                </a:lnTo>
                <a:lnTo>
                  <a:pt x="792" y="351"/>
                </a:lnTo>
                <a:lnTo>
                  <a:pt x="791" y="351"/>
                </a:lnTo>
                <a:lnTo>
                  <a:pt x="790" y="350"/>
                </a:lnTo>
                <a:lnTo>
                  <a:pt x="789" y="350"/>
                </a:lnTo>
                <a:lnTo>
                  <a:pt x="788" y="350"/>
                </a:lnTo>
                <a:lnTo>
                  <a:pt x="788" y="349"/>
                </a:lnTo>
                <a:lnTo>
                  <a:pt x="787" y="349"/>
                </a:lnTo>
                <a:lnTo>
                  <a:pt x="786" y="349"/>
                </a:lnTo>
                <a:lnTo>
                  <a:pt x="786" y="348"/>
                </a:lnTo>
                <a:lnTo>
                  <a:pt x="785" y="348"/>
                </a:lnTo>
                <a:lnTo>
                  <a:pt x="784" y="347"/>
                </a:lnTo>
                <a:lnTo>
                  <a:pt x="783" y="347"/>
                </a:lnTo>
                <a:lnTo>
                  <a:pt x="782" y="347"/>
                </a:lnTo>
                <a:lnTo>
                  <a:pt x="782" y="346"/>
                </a:lnTo>
                <a:lnTo>
                  <a:pt x="781" y="346"/>
                </a:lnTo>
                <a:lnTo>
                  <a:pt x="780" y="345"/>
                </a:lnTo>
                <a:lnTo>
                  <a:pt x="779" y="345"/>
                </a:lnTo>
                <a:lnTo>
                  <a:pt x="778" y="345"/>
                </a:lnTo>
                <a:lnTo>
                  <a:pt x="778" y="344"/>
                </a:lnTo>
                <a:lnTo>
                  <a:pt x="777" y="344"/>
                </a:lnTo>
                <a:lnTo>
                  <a:pt x="776" y="344"/>
                </a:lnTo>
                <a:lnTo>
                  <a:pt x="776" y="343"/>
                </a:lnTo>
                <a:lnTo>
                  <a:pt x="775" y="343"/>
                </a:lnTo>
                <a:lnTo>
                  <a:pt x="774" y="342"/>
                </a:lnTo>
                <a:lnTo>
                  <a:pt x="773" y="342"/>
                </a:lnTo>
                <a:lnTo>
                  <a:pt x="772" y="342"/>
                </a:lnTo>
                <a:lnTo>
                  <a:pt x="772" y="341"/>
                </a:lnTo>
                <a:lnTo>
                  <a:pt x="771" y="341"/>
                </a:lnTo>
                <a:lnTo>
                  <a:pt x="770" y="340"/>
                </a:lnTo>
                <a:lnTo>
                  <a:pt x="769" y="340"/>
                </a:lnTo>
                <a:lnTo>
                  <a:pt x="768" y="340"/>
                </a:lnTo>
                <a:lnTo>
                  <a:pt x="768" y="339"/>
                </a:lnTo>
                <a:lnTo>
                  <a:pt x="767" y="339"/>
                </a:lnTo>
                <a:lnTo>
                  <a:pt x="766" y="339"/>
                </a:lnTo>
                <a:lnTo>
                  <a:pt x="766" y="338"/>
                </a:lnTo>
                <a:lnTo>
                  <a:pt x="765" y="338"/>
                </a:lnTo>
                <a:lnTo>
                  <a:pt x="764" y="338"/>
                </a:lnTo>
                <a:lnTo>
                  <a:pt x="764" y="337"/>
                </a:lnTo>
                <a:lnTo>
                  <a:pt x="763" y="337"/>
                </a:lnTo>
                <a:lnTo>
                  <a:pt x="762" y="337"/>
                </a:lnTo>
                <a:lnTo>
                  <a:pt x="762" y="336"/>
                </a:lnTo>
                <a:lnTo>
                  <a:pt x="761" y="336"/>
                </a:lnTo>
                <a:lnTo>
                  <a:pt x="760" y="335"/>
                </a:lnTo>
                <a:lnTo>
                  <a:pt x="759" y="335"/>
                </a:lnTo>
                <a:lnTo>
                  <a:pt x="758" y="335"/>
                </a:lnTo>
                <a:lnTo>
                  <a:pt x="758" y="334"/>
                </a:lnTo>
                <a:lnTo>
                  <a:pt x="757" y="334"/>
                </a:lnTo>
                <a:lnTo>
                  <a:pt x="756" y="333"/>
                </a:lnTo>
                <a:lnTo>
                  <a:pt x="755" y="333"/>
                </a:lnTo>
                <a:lnTo>
                  <a:pt x="754" y="333"/>
                </a:lnTo>
                <a:lnTo>
                  <a:pt x="754" y="332"/>
                </a:lnTo>
                <a:lnTo>
                  <a:pt x="753" y="332"/>
                </a:lnTo>
                <a:lnTo>
                  <a:pt x="752" y="332"/>
                </a:lnTo>
                <a:lnTo>
                  <a:pt x="752" y="331"/>
                </a:lnTo>
                <a:lnTo>
                  <a:pt x="751" y="331"/>
                </a:lnTo>
                <a:lnTo>
                  <a:pt x="750" y="330"/>
                </a:lnTo>
                <a:lnTo>
                  <a:pt x="749" y="330"/>
                </a:lnTo>
                <a:lnTo>
                  <a:pt x="748" y="330"/>
                </a:lnTo>
                <a:lnTo>
                  <a:pt x="748" y="329"/>
                </a:lnTo>
                <a:lnTo>
                  <a:pt x="747" y="329"/>
                </a:lnTo>
                <a:lnTo>
                  <a:pt x="746" y="328"/>
                </a:lnTo>
                <a:lnTo>
                  <a:pt x="745" y="328"/>
                </a:lnTo>
                <a:lnTo>
                  <a:pt x="744" y="328"/>
                </a:lnTo>
                <a:lnTo>
                  <a:pt x="744" y="327"/>
                </a:lnTo>
                <a:lnTo>
                  <a:pt x="743" y="327"/>
                </a:lnTo>
                <a:lnTo>
                  <a:pt x="742" y="327"/>
                </a:lnTo>
                <a:lnTo>
                  <a:pt x="742" y="326"/>
                </a:lnTo>
                <a:lnTo>
                  <a:pt x="741" y="326"/>
                </a:lnTo>
                <a:lnTo>
                  <a:pt x="740" y="325"/>
                </a:lnTo>
                <a:lnTo>
                  <a:pt x="739" y="325"/>
                </a:lnTo>
                <a:lnTo>
                  <a:pt x="738" y="325"/>
                </a:lnTo>
                <a:lnTo>
                  <a:pt x="738" y="324"/>
                </a:lnTo>
                <a:lnTo>
                  <a:pt x="737" y="324"/>
                </a:lnTo>
                <a:lnTo>
                  <a:pt x="736" y="323"/>
                </a:lnTo>
                <a:lnTo>
                  <a:pt x="735" y="323"/>
                </a:lnTo>
                <a:lnTo>
                  <a:pt x="734" y="323"/>
                </a:lnTo>
                <a:lnTo>
                  <a:pt x="734" y="322"/>
                </a:lnTo>
                <a:lnTo>
                  <a:pt x="733" y="322"/>
                </a:lnTo>
                <a:lnTo>
                  <a:pt x="732" y="322"/>
                </a:lnTo>
                <a:lnTo>
                  <a:pt x="732" y="321"/>
                </a:lnTo>
                <a:lnTo>
                  <a:pt x="731" y="321"/>
                </a:lnTo>
                <a:lnTo>
                  <a:pt x="730" y="320"/>
                </a:lnTo>
                <a:lnTo>
                  <a:pt x="729" y="320"/>
                </a:lnTo>
                <a:lnTo>
                  <a:pt x="728" y="320"/>
                </a:lnTo>
                <a:lnTo>
                  <a:pt x="728" y="319"/>
                </a:lnTo>
                <a:lnTo>
                  <a:pt x="727" y="319"/>
                </a:lnTo>
                <a:lnTo>
                  <a:pt x="726" y="318"/>
                </a:lnTo>
                <a:lnTo>
                  <a:pt x="725" y="318"/>
                </a:lnTo>
                <a:lnTo>
                  <a:pt x="724" y="318"/>
                </a:lnTo>
                <a:lnTo>
                  <a:pt x="724" y="317"/>
                </a:lnTo>
                <a:lnTo>
                  <a:pt x="723" y="317"/>
                </a:lnTo>
                <a:lnTo>
                  <a:pt x="722" y="317"/>
                </a:lnTo>
                <a:lnTo>
                  <a:pt x="722" y="316"/>
                </a:lnTo>
                <a:lnTo>
                  <a:pt x="721" y="316"/>
                </a:lnTo>
                <a:lnTo>
                  <a:pt x="720" y="315"/>
                </a:lnTo>
                <a:lnTo>
                  <a:pt x="719" y="315"/>
                </a:lnTo>
                <a:lnTo>
                  <a:pt x="718" y="315"/>
                </a:lnTo>
                <a:lnTo>
                  <a:pt x="718" y="314"/>
                </a:lnTo>
                <a:lnTo>
                  <a:pt x="717" y="314"/>
                </a:lnTo>
                <a:lnTo>
                  <a:pt x="716" y="313"/>
                </a:lnTo>
                <a:lnTo>
                  <a:pt x="715" y="313"/>
                </a:lnTo>
                <a:lnTo>
                  <a:pt x="714" y="313"/>
                </a:lnTo>
                <a:lnTo>
                  <a:pt x="714" y="312"/>
                </a:lnTo>
                <a:lnTo>
                  <a:pt x="713" y="312"/>
                </a:lnTo>
                <a:lnTo>
                  <a:pt x="712" y="312"/>
                </a:lnTo>
                <a:lnTo>
                  <a:pt x="712" y="311"/>
                </a:lnTo>
                <a:lnTo>
                  <a:pt x="711" y="311"/>
                </a:lnTo>
                <a:lnTo>
                  <a:pt x="710" y="310"/>
                </a:lnTo>
                <a:lnTo>
                  <a:pt x="709" y="310"/>
                </a:lnTo>
                <a:lnTo>
                  <a:pt x="708" y="310"/>
                </a:lnTo>
                <a:lnTo>
                  <a:pt x="708" y="309"/>
                </a:lnTo>
                <a:lnTo>
                  <a:pt x="707" y="309"/>
                </a:lnTo>
                <a:lnTo>
                  <a:pt x="706" y="308"/>
                </a:lnTo>
                <a:lnTo>
                  <a:pt x="705" y="308"/>
                </a:lnTo>
                <a:lnTo>
                  <a:pt x="704" y="308"/>
                </a:lnTo>
                <a:lnTo>
                  <a:pt x="704" y="307"/>
                </a:lnTo>
                <a:lnTo>
                  <a:pt x="703" y="307"/>
                </a:lnTo>
                <a:lnTo>
                  <a:pt x="702" y="307"/>
                </a:lnTo>
                <a:lnTo>
                  <a:pt x="702" y="306"/>
                </a:lnTo>
                <a:lnTo>
                  <a:pt x="701" y="306"/>
                </a:lnTo>
                <a:lnTo>
                  <a:pt x="700" y="306"/>
                </a:lnTo>
                <a:lnTo>
                  <a:pt x="700" y="305"/>
                </a:lnTo>
                <a:lnTo>
                  <a:pt x="699" y="305"/>
                </a:lnTo>
                <a:lnTo>
                  <a:pt x="698" y="305"/>
                </a:lnTo>
                <a:lnTo>
                  <a:pt x="698" y="304"/>
                </a:lnTo>
                <a:lnTo>
                  <a:pt x="697" y="304"/>
                </a:lnTo>
                <a:lnTo>
                  <a:pt x="696" y="303"/>
                </a:lnTo>
                <a:lnTo>
                  <a:pt x="695" y="303"/>
                </a:lnTo>
                <a:lnTo>
                  <a:pt x="694" y="303"/>
                </a:lnTo>
                <a:lnTo>
                  <a:pt x="694" y="302"/>
                </a:lnTo>
                <a:lnTo>
                  <a:pt x="693" y="302"/>
                </a:lnTo>
                <a:lnTo>
                  <a:pt x="692" y="302"/>
                </a:lnTo>
                <a:lnTo>
                  <a:pt x="692" y="301"/>
                </a:lnTo>
                <a:lnTo>
                  <a:pt x="691" y="301"/>
                </a:lnTo>
                <a:lnTo>
                  <a:pt x="690" y="301"/>
                </a:lnTo>
                <a:lnTo>
                  <a:pt x="690" y="300"/>
                </a:lnTo>
                <a:lnTo>
                  <a:pt x="689" y="300"/>
                </a:lnTo>
                <a:lnTo>
                  <a:pt x="688" y="300"/>
                </a:lnTo>
                <a:lnTo>
                  <a:pt x="688" y="299"/>
                </a:lnTo>
                <a:lnTo>
                  <a:pt x="687" y="299"/>
                </a:lnTo>
                <a:lnTo>
                  <a:pt x="686" y="298"/>
                </a:lnTo>
                <a:lnTo>
                  <a:pt x="685" y="298"/>
                </a:lnTo>
                <a:lnTo>
                  <a:pt x="684" y="298"/>
                </a:lnTo>
                <a:lnTo>
                  <a:pt x="684" y="297"/>
                </a:lnTo>
                <a:lnTo>
                  <a:pt x="683" y="297"/>
                </a:lnTo>
                <a:lnTo>
                  <a:pt x="682" y="297"/>
                </a:lnTo>
                <a:lnTo>
                  <a:pt x="682" y="296"/>
                </a:lnTo>
                <a:lnTo>
                  <a:pt x="681" y="296"/>
                </a:lnTo>
                <a:lnTo>
                  <a:pt x="680" y="296"/>
                </a:lnTo>
                <a:lnTo>
                  <a:pt x="680" y="295"/>
                </a:lnTo>
                <a:lnTo>
                  <a:pt x="679" y="295"/>
                </a:lnTo>
                <a:lnTo>
                  <a:pt x="678" y="295"/>
                </a:lnTo>
                <a:lnTo>
                  <a:pt x="678" y="294"/>
                </a:lnTo>
                <a:lnTo>
                  <a:pt x="677" y="294"/>
                </a:lnTo>
                <a:lnTo>
                  <a:pt x="676" y="293"/>
                </a:lnTo>
                <a:lnTo>
                  <a:pt x="675" y="293"/>
                </a:lnTo>
                <a:lnTo>
                  <a:pt x="674" y="293"/>
                </a:lnTo>
                <a:lnTo>
                  <a:pt x="674" y="292"/>
                </a:lnTo>
                <a:lnTo>
                  <a:pt x="673" y="292"/>
                </a:lnTo>
                <a:lnTo>
                  <a:pt x="672" y="292"/>
                </a:lnTo>
                <a:lnTo>
                  <a:pt x="672" y="291"/>
                </a:lnTo>
                <a:lnTo>
                  <a:pt x="671" y="291"/>
                </a:lnTo>
                <a:lnTo>
                  <a:pt x="670" y="291"/>
                </a:lnTo>
                <a:lnTo>
                  <a:pt x="670" y="290"/>
                </a:lnTo>
                <a:lnTo>
                  <a:pt x="669" y="290"/>
                </a:lnTo>
                <a:lnTo>
                  <a:pt x="668" y="290"/>
                </a:lnTo>
                <a:lnTo>
                  <a:pt x="668" y="289"/>
                </a:lnTo>
                <a:lnTo>
                  <a:pt x="667" y="289"/>
                </a:lnTo>
                <a:lnTo>
                  <a:pt x="666" y="288"/>
                </a:lnTo>
                <a:lnTo>
                  <a:pt x="665" y="288"/>
                </a:lnTo>
                <a:lnTo>
                  <a:pt x="664" y="288"/>
                </a:lnTo>
                <a:lnTo>
                  <a:pt x="664" y="287"/>
                </a:lnTo>
                <a:lnTo>
                  <a:pt x="663" y="287"/>
                </a:lnTo>
                <a:lnTo>
                  <a:pt x="662" y="287"/>
                </a:lnTo>
                <a:lnTo>
                  <a:pt x="662" y="286"/>
                </a:lnTo>
                <a:lnTo>
                  <a:pt x="661" y="286"/>
                </a:lnTo>
                <a:lnTo>
                  <a:pt x="660" y="286"/>
                </a:lnTo>
                <a:lnTo>
                  <a:pt x="660" y="285"/>
                </a:lnTo>
                <a:lnTo>
                  <a:pt x="659" y="285"/>
                </a:lnTo>
                <a:lnTo>
                  <a:pt x="658" y="285"/>
                </a:lnTo>
                <a:lnTo>
                  <a:pt x="658" y="284"/>
                </a:lnTo>
                <a:lnTo>
                  <a:pt x="657" y="284"/>
                </a:lnTo>
                <a:lnTo>
                  <a:pt x="656" y="283"/>
                </a:lnTo>
                <a:lnTo>
                  <a:pt x="655" y="283"/>
                </a:lnTo>
                <a:lnTo>
                  <a:pt x="654" y="283"/>
                </a:lnTo>
                <a:lnTo>
                  <a:pt x="654" y="282"/>
                </a:lnTo>
                <a:lnTo>
                  <a:pt x="653" y="282"/>
                </a:lnTo>
                <a:lnTo>
                  <a:pt x="652" y="282"/>
                </a:lnTo>
                <a:lnTo>
                  <a:pt x="652" y="281"/>
                </a:lnTo>
                <a:lnTo>
                  <a:pt x="651" y="281"/>
                </a:lnTo>
                <a:lnTo>
                  <a:pt x="650" y="281"/>
                </a:lnTo>
                <a:lnTo>
                  <a:pt x="650" y="280"/>
                </a:lnTo>
                <a:lnTo>
                  <a:pt x="649" y="280"/>
                </a:lnTo>
                <a:lnTo>
                  <a:pt x="648" y="280"/>
                </a:lnTo>
                <a:lnTo>
                  <a:pt x="648" y="279"/>
                </a:lnTo>
                <a:lnTo>
                  <a:pt x="647" y="279"/>
                </a:lnTo>
                <a:lnTo>
                  <a:pt x="646" y="278"/>
                </a:lnTo>
                <a:lnTo>
                  <a:pt x="645" y="278"/>
                </a:lnTo>
                <a:lnTo>
                  <a:pt x="644" y="278"/>
                </a:lnTo>
                <a:lnTo>
                  <a:pt x="644" y="277"/>
                </a:lnTo>
                <a:lnTo>
                  <a:pt x="643" y="277"/>
                </a:lnTo>
                <a:lnTo>
                  <a:pt x="642" y="277"/>
                </a:lnTo>
                <a:lnTo>
                  <a:pt x="642" y="276"/>
                </a:lnTo>
                <a:lnTo>
                  <a:pt x="641" y="276"/>
                </a:lnTo>
                <a:lnTo>
                  <a:pt x="640" y="276"/>
                </a:lnTo>
                <a:lnTo>
                  <a:pt x="640" y="275"/>
                </a:lnTo>
                <a:lnTo>
                  <a:pt x="639" y="275"/>
                </a:lnTo>
                <a:lnTo>
                  <a:pt x="638" y="275"/>
                </a:lnTo>
                <a:lnTo>
                  <a:pt x="638" y="274"/>
                </a:lnTo>
                <a:lnTo>
                  <a:pt x="637" y="274"/>
                </a:lnTo>
                <a:lnTo>
                  <a:pt x="636" y="274"/>
                </a:lnTo>
                <a:lnTo>
                  <a:pt x="635" y="273"/>
                </a:lnTo>
                <a:lnTo>
                  <a:pt x="634" y="273"/>
                </a:lnTo>
                <a:lnTo>
                  <a:pt x="634" y="272"/>
                </a:lnTo>
                <a:lnTo>
                  <a:pt x="633" y="272"/>
                </a:lnTo>
                <a:lnTo>
                  <a:pt x="632" y="271"/>
                </a:lnTo>
                <a:lnTo>
                  <a:pt x="631" y="271"/>
                </a:lnTo>
                <a:lnTo>
                  <a:pt x="630" y="271"/>
                </a:lnTo>
                <a:lnTo>
                  <a:pt x="630" y="270"/>
                </a:lnTo>
                <a:lnTo>
                  <a:pt x="629" y="270"/>
                </a:lnTo>
                <a:lnTo>
                  <a:pt x="628" y="270"/>
                </a:lnTo>
                <a:lnTo>
                  <a:pt x="628" y="269"/>
                </a:lnTo>
                <a:lnTo>
                  <a:pt x="627" y="269"/>
                </a:lnTo>
                <a:lnTo>
                  <a:pt x="626" y="269"/>
                </a:lnTo>
                <a:lnTo>
                  <a:pt x="625" y="268"/>
                </a:lnTo>
                <a:lnTo>
                  <a:pt x="624" y="268"/>
                </a:lnTo>
                <a:lnTo>
                  <a:pt x="624" y="267"/>
                </a:lnTo>
                <a:lnTo>
                  <a:pt x="623" y="267"/>
                </a:lnTo>
                <a:lnTo>
                  <a:pt x="622" y="266"/>
                </a:lnTo>
                <a:lnTo>
                  <a:pt x="621" y="266"/>
                </a:lnTo>
                <a:lnTo>
                  <a:pt x="620" y="266"/>
                </a:lnTo>
                <a:lnTo>
                  <a:pt x="620" y="265"/>
                </a:lnTo>
                <a:lnTo>
                  <a:pt x="619" y="265"/>
                </a:lnTo>
                <a:lnTo>
                  <a:pt x="618" y="265"/>
                </a:lnTo>
                <a:lnTo>
                  <a:pt x="618" y="264"/>
                </a:lnTo>
                <a:lnTo>
                  <a:pt x="617" y="264"/>
                </a:lnTo>
                <a:lnTo>
                  <a:pt x="616" y="264"/>
                </a:lnTo>
                <a:lnTo>
                  <a:pt x="615" y="263"/>
                </a:lnTo>
                <a:lnTo>
                  <a:pt x="614" y="263"/>
                </a:lnTo>
                <a:lnTo>
                  <a:pt x="614" y="262"/>
                </a:lnTo>
                <a:lnTo>
                  <a:pt x="613" y="262"/>
                </a:lnTo>
                <a:lnTo>
                  <a:pt x="612" y="261"/>
                </a:lnTo>
                <a:lnTo>
                  <a:pt x="611" y="261"/>
                </a:lnTo>
                <a:lnTo>
                  <a:pt x="610" y="261"/>
                </a:lnTo>
                <a:lnTo>
                  <a:pt x="610" y="260"/>
                </a:lnTo>
                <a:lnTo>
                  <a:pt x="609" y="260"/>
                </a:lnTo>
                <a:lnTo>
                  <a:pt x="608" y="260"/>
                </a:lnTo>
                <a:lnTo>
                  <a:pt x="608" y="259"/>
                </a:lnTo>
                <a:lnTo>
                  <a:pt x="607" y="259"/>
                </a:lnTo>
                <a:lnTo>
                  <a:pt x="606" y="259"/>
                </a:lnTo>
                <a:lnTo>
                  <a:pt x="605" y="258"/>
                </a:lnTo>
                <a:lnTo>
                  <a:pt x="604" y="258"/>
                </a:lnTo>
                <a:lnTo>
                  <a:pt x="604" y="257"/>
                </a:lnTo>
                <a:lnTo>
                  <a:pt x="603" y="257"/>
                </a:lnTo>
                <a:lnTo>
                  <a:pt x="602" y="256"/>
                </a:lnTo>
                <a:lnTo>
                  <a:pt x="601" y="256"/>
                </a:lnTo>
                <a:lnTo>
                  <a:pt x="600" y="256"/>
                </a:lnTo>
                <a:lnTo>
                  <a:pt x="600" y="255"/>
                </a:lnTo>
                <a:lnTo>
                  <a:pt x="599" y="255"/>
                </a:lnTo>
                <a:lnTo>
                  <a:pt x="598" y="255"/>
                </a:lnTo>
                <a:lnTo>
                  <a:pt x="598" y="254"/>
                </a:lnTo>
                <a:lnTo>
                  <a:pt x="597" y="254"/>
                </a:lnTo>
                <a:lnTo>
                  <a:pt x="596" y="254"/>
                </a:lnTo>
                <a:lnTo>
                  <a:pt x="595" y="253"/>
                </a:lnTo>
                <a:lnTo>
                  <a:pt x="594" y="253"/>
                </a:lnTo>
                <a:lnTo>
                  <a:pt x="594" y="252"/>
                </a:lnTo>
                <a:lnTo>
                  <a:pt x="593" y="252"/>
                </a:lnTo>
                <a:lnTo>
                  <a:pt x="592" y="251"/>
                </a:lnTo>
                <a:lnTo>
                  <a:pt x="591" y="251"/>
                </a:lnTo>
                <a:lnTo>
                  <a:pt x="590" y="251"/>
                </a:lnTo>
                <a:lnTo>
                  <a:pt x="590" y="250"/>
                </a:lnTo>
                <a:lnTo>
                  <a:pt x="589" y="250"/>
                </a:lnTo>
                <a:lnTo>
                  <a:pt x="588" y="250"/>
                </a:lnTo>
                <a:lnTo>
                  <a:pt x="588" y="249"/>
                </a:lnTo>
                <a:lnTo>
                  <a:pt x="587" y="249"/>
                </a:lnTo>
                <a:lnTo>
                  <a:pt x="586" y="249"/>
                </a:lnTo>
                <a:lnTo>
                  <a:pt x="585" y="248"/>
                </a:lnTo>
                <a:lnTo>
                  <a:pt x="584" y="248"/>
                </a:lnTo>
                <a:lnTo>
                  <a:pt x="584" y="247"/>
                </a:lnTo>
                <a:lnTo>
                  <a:pt x="583" y="247"/>
                </a:lnTo>
                <a:lnTo>
                  <a:pt x="582" y="246"/>
                </a:lnTo>
                <a:lnTo>
                  <a:pt x="581" y="246"/>
                </a:lnTo>
                <a:lnTo>
                  <a:pt x="580" y="246"/>
                </a:lnTo>
                <a:lnTo>
                  <a:pt x="580" y="245"/>
                </a:lnTo>
                <a:lnTo>
                  <a:pt x="579" y="245"/>
                </a:lnTo>
                <a:lnTo>
                  <a:pt x="578" y="245"/>
                </a:lnTo>
                <a:lnTo>
                  <a:pt x="578" y="244"/>
                </a:lnTo>
                <a:lnTo>
                  <a:pt x="577" y="244"/>
                </a:lnTo>
                <a:lnTo>
                  <a:pt x="576" y="244"/>
                </a:lnTo>
                <a:lnTo>
                  <a:pt x="575" y="243"/>
                </a:lnTo>
                <a:lnTo>
                  <a:pt x="574" y="243"/>
                </a:lnTo>
                <a:lnTo>
                  <a:pt x="574" y="242"/>
                </a:lnTo>
                <a:lnTo>
                  <a:pt x="573" y="242"/>
                </a:lnTo>
                <a:lnTo>
                  <a:pt x="572" y="242"/>
                </a:lnTo>
                <a:lnTo>
                  <a:pt x="571" y="241"/>
                </a:lnTo>
                <a:lnTo>
                  <a:pt x="570" y="241"/>
                </a:lnTo>
                <a:lnTo>
                  <a:pt x="570" y="240"/>
                </a:lnTo>
                <a:lnTo>
                  <a:pt x="569" y="240"/>
                </a:lnTo>
                <a:lnTo>
                  <a:pt x="568" y="240"/>
                </a:lnTo>
                <a:lnTo>
                  <a:pt x="568" y="239"/>
                </a:lnTo>
                <a:lnTo>
                  <a:pt x="567" y="239"/>
                </a:lnTo>
                <a:lnTo>
                  <a:pt x="566" y="239"/>
                </a:lnTo>
                <a:lnTo>
                  <a:pt x="566" y="238"/>
                </a:lnTo>
                <a:lnTo>
                  <a:pt x="565" y="238"/>
                </a:lnTo>
                <a:lnTo>
                  <a:pt x="564" y="238"/>
                </a:lnTo>
                <a:lnTo>
                  <a:pt x="564" y="237"/>
                </a:lnTo>
                <a:lnTo>
                  <a:pt x="563" y="237"/>
                </a:lnTo>
                <a:lnTo>
                  <a:pt x="562" y="237"/>
                </a:lnTo>
                <a:lnTo>
                  <a:pt x="561" y="236"/>
                </a:lnTo>
                <a:lnTo>
                  <a:pt x="560" y="236"/>
                </a:lnTo>
                <a:lnTo>
                  <a:pt x="560" y="235"/>
                </a:lnTo>
                <a:lnTo>
                  <a:pt x="559" y="235"/>
                </a:lnTo>
                <a:lnTo>
                  <a:pt x="558" y="235"/>
                </a:lnTo>
                <a:lnTo>
                  <a:pt x="558" y="234"/>
                </a:lnTo>
                <a:lnTo>
                  <a:pt x="557" y="234"/>
                </a:lnTo>
                <a:lnTo>
                  <a:pt x="556" y="234"/>
                </a:lnTo>
                <a:lnTo>
                  <a:pt x="556" y="233"/>
                </a:lnTo>
                <a:lnTo>
                  <a:pt x="555" y="233"/>
                </a:lnTo>
                <a:lnTo>
                  <a:pt x="554" y="233"/>
                </a:lnTo>
                <a:lnTo>
                  <a:pt x="554" y="232"/>
                </a:lnTo>
                <a:lnTo>
                  <a:pt x="553" y="232"/>
                </a:lnTo>
                <a:lnTo>
                  <a:pt x="552" y="232"/>
                </a:lnTo>
                <a:lnTo>
                  <a:pt x="551" y="231"/>
                </a:lnTo>
                <a:lnTo>
                  <a:pt x="550" y="231"/>
                </a:lnTo>
                <a:lnTo>
                  <a:pt x="550" y="230"/>
                </a:lnTo>
                <a:lnTo>
                  <a:pt x="549" y="230"/>
                </a:lnTo>
                <a:lnTo>
                  <a:pt x="548" y="230"/>
                </a:lnTo>
                <a:lnTo>
                  <a:pt x="548" y="229"/>
                </a:lnTo>
                <a:lnTo>
                  <a:pt x="547" y="229"/>
                </a:lnTo>
                <a:lnTo>
                  <a:pt x="546" y="229"/>
                </a:lnTo>
                <a:lnTo>
                  <a:pt x="546" y="228"/>
                </a:lnTo>
                <a:lnTo>
                  <a:pt x="545" y="228"/>
                </a:lnTo>
                <a:lnTo>
                  <a:pt x="544" y="228"/>
                </a:lnTo>
                <a:lnTo>
                  <a:pt x="544" y="227"/>
                </a:lnTo>
                <a:lnTo>
                  <a:pt x="543" y="227"/>
                </a:lnTo>
                <a:lnTo>
                  <a:pt x="542" y="227"/>
                </a:lnTo>
                <a:lnTo>
                  <a:pt x="541" y="226"/>
                </a:lnTo>
                <a:lnTo>
                  <a:pt x="540" y="226"/>
                </a:lnTo>
                <a:lnTo>
                  <a:pt x="540" y="225"/>
                </a:lnTo>
                <a:lnTo>
                  <a:pt x="539" y="225"/>
                </a:lnTo>
                <a:lnTo>
                  <a:pt x="538" y="225"/>
                </a:lnTo>
                <a:lnTo>
                  <a:pt x="538" y="224"/>
                </a:lnTo>
                <a:lnTo>
                  <a:pt x="537" y="224"/>
                </a:lnTo>
                <a:lnTo>
                  <a:pt x="536" y="224"/>
                </a:lnTo>
                <a:lnTo>
                  <a:pt x="536" y="223"/>
                </a:lnTo>
                <a:lnTo>
                  <a:pt x="535" y="223"/>
                </a:lnTo>
                <a:lnTo>
                  <a:pt x="534" y="223"/>
                </a:lnTo>
                <a:lnTo>
                  <a:pt x="534" y="222"/>
                </a:lnTo>
                <a:lnTo>
                  <a:pt x="533" y="222"/>
                </a:lnTo>
                <a:lnTo>
                  <a:pt x="532" y="222"/>
                </a:lnTo>
                <a:lnTo>
                  <a:pt x="531" y="221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19"/>
                </a:lnTo>
                <a:lnTo>
                  <a:pt x="527" y="219"/>
                </a:lnTo>
                <a:lnTo>
                  <a:pt x="526" y="219"/>
                </a:lnTo>
                <a:lnTo>
                  <a:pt x="526" y="218"/>
                </a:lnTo>
                <a:lnTo>
                  <a:pt x="525" y="218"/>
                </a:lnTo>
                <a:lnTo>
                  <a:pt x="524" y="218"/>
                </a:lnTo>
                <a:lnTo>
                  <a:pt x="524" y="217"/>
                </a:lnTo>
                <a:lnTo>
                  <a:pt x="523" y="217"/>
                </a:lnTo>
                <a:lnTo>
                  <a:pt x="522" y="217"/>
                </a:lnTo>
                <a:lnTo>
                  <a:pt x="521" y="216"/>
                </a:lnTo>
                <a:lnTo>
                  <a:pt x="520" y="216"/>
                </a:lnTo>
                <a:lnTo>
                  <a:pt x="520" y="215"/>
                </a:lnTo>
                <a:lnTo>
                  <a:pt x="519" y="215"/>
                </a:lnTo>
                <a:lnTo>
                  <a:pt x="518" y="215"/>
                </a:lnTo>
                <a:lnTo>
                  <a:pt x="518" y="214"/>
                </a:lnTo>
                <a:lnTo>
                  <a:pt x="517" y="214"/>
                </a:lnTo>
                <a:lnTo>
                  <a:pt x="516" y="214"/>
                </a:lnTo>
                <a:lnTo>
                  <a:pt x="516" y="213"/>
                </a:lnTo>
                <a:lnTo>
                  <a:pt x="515" y="213"/>
                </a:lnTo>
                <a:lnTo>
                  <a:pt x="514" y="213"/>
                </a:lnTo>
                <a:lnTo>
                  <a:pt x="514" y="212"/>
                </a:lnTo>
                <a:lnTo>
                  <a:pt x="513" y="212"/>
                </a:lnTo>
                <a:lnTo>
                  <a:pt x="512" y="212"/>
                </a:lnTo>
                <a:lnTo>
                  <a:pt x="511" y="211"/>
                </a:lnTo>
                <a:lnTo>
                  <a:pt x="510" y="211"/>
                </a:lnTo>
                <a:lnTo>
                  <a:pt x="510" y="210"/>
                </a:lnTo>
                <a:lnTo>
                  <a:pt x="509" y="210"/>
                </a:lnTo>
                <a:lnTo>
                  <a:pt x="508" y="210"/>
                </a:lnTo>
                <a:lnTo>
                  <a:pt x="507" y="209"/>
                </a:lnTo>
                <a:lnTo>
                  <a:pt x="506" y="209"/>
                </a:lnTo>
                <a:lnTo>
                  <a:pt x="506" y="208"/>
                </a:lnTo>
                <a:lnTo>
                  <a:pt x="505" y="208"/>
                </a:lnTo>
                <a:lnTo>
                  <a:pt x="504" y="208"/>
                </a:lnTo>
                <a:lnTo>
                  <a:pt x="504" y="207"/>
                </a:lnTo>
                <a:lnTo>
                  <a:pt x="503" y="207"/>
                </a:lnTo>
                <a:lnTo>
                  <a:pt x="502" y="207"/>
                </a:lnTo>
                <a:lnTo>
                  <a:pt x="501" y="206"/>
                </a:lnTo>
                <a:lnTo>
                  <a:pt x="500" y="206"/>
                </a:lnTo>
                <a:lnTo>
                  <a:pt x="500" y="205"/>
                </a:lnTo>
                <a:lnTo>
                  <a:pt x="499" y="205"/>
                </a:lnTo>
                <a:lnTo>
                  <a:pt x="498" y="205"/>
                </a:lnTo>
                <a:lnTo>
                  <a:pt x="497" y="204"/>
                </a:lnTo>
                <a:lnTo>
                  <a:pt x="496" y="204"/>
                </a:lnTo>
                <a:lnTo>
                  <a:pt x="496" y="203"/>
                </a:lnTo>
                <a:lnTo>
                  <a:pt x="495" y="203"/>
                </a:lnTo>
                <a:lnTo>
                  <a:pt x="494" y="203"/>
                </a:lnTo>
                <a:lnTo>
                  <a:pt x="494" y="202"/>
                </a:lnTo>
                <a:lnTo>
                  <a:pt x="493" y="202"/>
                </a:lnTo>
                <a:lnTo>
                  <a:pt x="492" y="202"/>
                </a:lnTo>
                <a:lnTo>
                  <a:pt x="491" y="201"/>
                </a:lnTo>
                <a:lnTo>
                  <a:pt x="490" y="201"/>
                </a:lnTo>
                <a:lnTo>
                  <a:pt x="490" y="200"/>
                </a:lnTo>
                <a:lnTo>
                  <a:pt x="489" y="200"/>
                </a:lnTo>
                <a:lnTo>
                  <a:pt x="488" y="200"/>
                </a:lnTo>
                <a:lnTo>
                  <a:pt x="487" y="199"/>
                </a:lnTo>
                <a:lnTo>
                  <a:pt x="486" y="199"/>
                </a:lnTo>
                <a:lnTo>
                  <a:pt x="486" y="198"/>
                </a:lnTo>
                <a:lnTo>
                  <a:pt x="485" y="198"/>
                </a:lnTo>
                <a:lnTo>
                  <a:pt x="484" y="198"/>
                </a:lnTo>
                <a:lnTo>
                  <a:pt x="484" y="197"/>
                </a:lnTo>
                <a:lnTo>
                  <a:pt x="483" y="197"/>
                </a:lnTo>
                <a:lnTo>
                  <a:pt x="482" y="197"/>
                </a:lnTo>
                <a:lnTo>
                  <a:pt x="481" y="196"/>
                </a:lnTo>
                <a:lnTo>
                  <a:pt x="480" y="196"/>
                </a:lnTo>
                <a:lnTo>
                  <a:pt x="480" y="195"/>
                </a:lnTo>
                <a:lnTo>
                  <a:pt x="479" y="195"/>
                </a:lnTo>
                <a:lnTo>
                  <a:pt x="478" y="195"/>
                </a:lnTo>
                <a:lnTo>
                  <a:pt x="477" y="194"/>
                </a:lnTo>
                <a:lnTo>
                  <a:pt x="476" y="194"/>
                </a:lnTo>
                <a:lnTo>
                  <a:pt x="476" y="193"/>
                </a:lnTo>
                <a:lnTo>
                  <a:pt x="475" y="193"/>
                </a:lnTo>
                <a:lnTo>
                  <a:pt x="474" y="193"/>
                </a:lnTo>
                <a:lnTo>
                  <a:pt x="474" y="192"/>
                </a:lnTo>
                <a:lnTo>
                  <a:pt x="473" y="192"/>
                </a:lnTo>
                <a:lnTo>
                  <a:pt x="472" y="192"/>
                </a:lnTo>
                <a:lnTo>
                  <a:pt x="471" y="191"/>
                </a:lnTo>
                <a:lnTo>
                  <a:pt x="470" y="191"/>
                </a:lnTo>
                <a:lnTo>
                  <a:pt x="470" y="190"/>
                </a:lnTo>
                <a:lnTo>
                  <a:pt x="469" y="190"/>
                </a:lnTo>
                <a:lnTo>
                  <a:pt x="468" y="190"/>
                </a:lnTo>
                <a:lnTo>
                  <a:pt x="467" y="189"/>
                </a:lnTo>
                <a:lnTo>
                  <a:pt x="466" y="189"/>
                </a:lnTo>
                <a:lnTo>
                  <a:pt x="466" y="188"/>
                </a:lnTo>
                <a:lnTo>
                  <a:pt x="465" y="188"/>
                </a:lnTo>
                <a:lnTo>
                  <a:pt x="464" y="188"/>
                </a:lnTo>
                <a:lnTo>
                  <a:pt x="464" y="187"/>
                </a:lnTo>
                <a:lnTo>
                  <a:pt x="463" y="187"/>
                </a:lnTo>
                <a:lnTo>
                  <a:pt x="462" y="187"/>
                </a:lnTo>
                <a:lnTo>
                  <a:pt x="461" y="186"/>
                </a:lnTo>
                <a:lnTo>
                  <a:pt x="460" y="186"/>
                </a:lnTo>
                <a:lnTo>
                  <a:pt x="460" y="185"/>
                </a:lnTo>
                <a:lnTo>
                  <a:pt x="459" y="185"/>
                </a:lnTo>
                <a:lnTo>
                  <a:pt x="458" y="185"/>
                </a:lnTo>
                <a:lnTo>
                  <a:pt x="457" y="184"/>
                </a:lnTo>
                <a:lnTo>
                  <a:pt x="456" y="184"/>
                </a:lnTo>
                <a:lnTo>
                  <a:pt x="456" y="183"/>
                </a:lnTo>
                <a:lnTo>
                  <a:pt x="455" y="183"/>
                </a:lnTo>
                <a:lnTo>
                  <a:pt x="454" y="183"/>
                </a:lnTo>
                <a:lnTo>
                  <a:pt x="454" y="182"/>
                </a:lnTo>
                <a:lnTo>
                  <a:pt x="453" y="182"/>
                </a:lnTo>
                <a:lnTo>
                  <a:pt x="452" y="182"/>
                </a:lnTo>
                <a:lnTo>
                  <a:pt x="451" y="181"/>
                </a:lnTo>
                <a:lnTo>
                  <a:pt x="450" y="181"/>
                </a:lnTo>
                <a:lnTo>
                  <a:pt x="450" y="180"/>
                </a:lnTo>
                <a:lnTo>
                  <a:pt x="449" y="180"/>
                </a:lnTo>
                <a:lnTo>
                  <a:pt x="448" y="180"/>
                </a:lnTo>
                <a:lnTo>
                  <a:pt x="447" y="179"/>
                </a:lnTo>
                <a:lnTo>
                  <a:pt x="446" y="179"/>
                </a:lnTo>
                <a:lnTo>
                  <a:pt x="446" y="178"/>
                </a:lnTo>
                <a:lnTo>
                  <a:pt x="445" y="178"/>
                </a:lnTo>
                <a:lnTo>
                  <a:pt x="444" y="178"/>
                </a:lnTo>
                <a:lnTo>
                  <a:pt x="443" y="177"/>
                </a:lnTo>
                <a:lnTo>
                  <a:pt x="442" y="177"/>
                </a:lnTo>
                <a:lnTo>
                  <a:pt x="442" y="176"/>
                </a:lnTo>
                <a:lnTo>
                  <a:pt x="441" y="176"/>
                </a:lnTo>
                <a:lnTo>
                  <a:pt x="440" y="176"/>
                </a:lnTo>
                <a:lnTo>
                  <a:pt x="440" y="175"/>
                </a:lnTo>
                <a:lnTo>
                  <a:pt x="439" y="175"/>
                </a:lnTo>
                <a:lnTo>
                  <a:pt x="438" y="175"/>
                </a:lnTo>
                <a:lnTo>
                  <a:pt x="437" y="174"/>
                </a:lnTo>
                <a:lnTo>
                  <a:pt x="436" y="174"/>
                </a:lnTo>
                <a:lnTo>
                  <a:pt x="436" y="173"/>
                </a:lnTo>
                <a:lnTo>
                  <a:pt x="435" y="173"/>
                </a:lnTo>
                <a:lnTo>
                  <a:pt x="434" y="173"/>
                </a:lnTo>
                <a:lnTo>
                  <a:pt x="433" y="172"/>
                </a:lnTo>
                <a:lnTo>
                  <a:pt x="432" y="172"/>
                </a:lnTo>
                <a:lnTo>
                  <a:pt x="432" y="171"/>
                </a:lnTo>
                <a:lnTo>
                  <a:pt x="431" y="171"/>
                </a:lnTo>
                <a:lnTo>
                  <a:pt x="430" y="171"/>
                </a:lnTo>
                <a:lnTo>
                  <a:pt x="430" y="170"/>
                </a:lnTo>
                <a:lnTo>
                  <a:pt x="429" y="170"/>
                </a:lnTo>
                <a:lnTo>
                  <a:pt x="428" y="170"/>
                </a:lnTo>
                <a:lnTo>
                  <a:pt x="427" y="169"/>
                </a:lnTo>
                <a:lnTo>
                  <a:pt x="426" y="169"/>
                </a:lnTo>
                <a:lnTo>
                  <a:pt x="426" y="168"/>
                </a:lnTo>
                <a:lnTo>
                  <a:pt x="425" y="168"/>
                </a:lnTo>
                <a:lnTo>
                  <a:pt x="424" y="168"/>
                </a:lnTo>
                <a:lnTo>
                  <a:pt x="423" y="167"/>
                </a:lnTo>
                <a:lnTo>
                  <a:pt x="422" y="167"/>
                </a:lnTo>
                <a:lnTo>
                  <a:pt x="422" y="166"/>
                </a:lnTo>
                <a:lnTo>
                  <a:pt x="421" y="166"/>
                </a:lnTo>
                <a:lnTo>
                  <a:pt x="420" y="166"/>
                </a:lnTo>
                <a:lnTo>
                  <a:pt x="420" y="165"/>
                </a:lnTo>
                <a:lnTo>
                  <a:pt x="419" y="165"/>
                </a:lnTo>
                <a:lnTo>
                  <a:pt x="418" y="165"/>
                </a:lnTo>
                <a:lnTo>
                  <a:pt x="417" y="164"/>
                </a:lnTo>
                <a:lnTo>
                  <a:pt x="416" y="164"/>
                </a:lnTo>
                <a:lnTo>
                  <a:pt x="416" y="163"/>
                </a:lnTo>
                <a:lnTo>
                  <a:pt x="415" y="163"/>
                </a:lnTo>
                <a:lnTo>
                  <a:pt x="414" y="163"/>
                </a:lnTo>
                <a:lnTo>
                  <a:pt x="413" y="162"/>
                </a:lnTo>
                <a:lnTo>
                  <a:pt x="412" y="162"/>
                </a:lnTo>
                <a:lnTo>
                  <a:pt x="412" y="161"/>
                </a:lnTo>
                <a:lnTo>
                  <a:pt x="411" y="161"/>
                </a:lnTo>
                <a:lnTo>
                  <a:pt x="410" y="161"/>
                </a:lnTo>
                <a:lnTo>
                  <a:pt x="410" y="160"/>
                </a:lnTo>
                <a:lnTo>
                  <a:pt x="409" y="160"/>
                </a:lnTo>
                <a:lnTo>
                  <a:pt x="408" y="160"/>
                </a:lnTo>
                <a:lnTo>
                  <a:pt x="407" y="159"/>
                </a:lnTo>
                <a:lnTo>
                  <a:pt x="406" y="159"/>
                </a:lnTo>
                <a:lnTo>
                  <a:pt x="406" y="158"/>
                </a:lnTo>
                <a:lnTo>
                  <a:pt x="405" y="158"/>
                </a:lnTo>
                <a:lnTo>
                  <a:pt x="404" y="158"/>
                </a:lnTo>
                <a:lnTo>
                  <a:pt x="403" y="157"/>
                </a:lnTo>
                <a:lnTo>
                  <a:pt x="402" y="157"/>
                </a:lnTo>
                <a:lnTo>
                  <a:pt x="402" y="156"/>
                </a:lnTo>
                <a:lnTo>
                  <a:pt x="401" y="156"/>
                </a:lnTo>
                <a:lnTo>
                  <a:pt x="400" y="156"/>
                </a:lnTo>
                <a:lnTo>
                  <a:pt x="400" y="155"/>
                </a:lnTo>
                <a:lnTo>
                  <a:pt x="399" y="155"/>
                </a:lnTo>
                <a:lnTo>
                  <a:pt x="398" y="155"/>
                </a:lnTo>
                <a:lnTo>
                  <a:pt x="397" y="154"/>
                </a:lnTo>
                <a:lnTo>
                  <a:pt x="396" y="154"/>
                </a:lnTo>
                <a:lnTo>
                  <a:pt x="396" y="153"/>
                </a:lnTo>
                <a:lnTo>
                  <a:pt x="395" y="153"/>
                </a:lnTo>
                <a:lnTo>
                  <a:pt x="394" y="153"/>
                </a:lnTo>
                <a:lnTo>
                  <a:pt x="393" y="152"/>
                </a:lnTo>
                <a:lnTo>
                  <a:pt x="392" y="152"/>
                </a:lnTo>
                <a:lnTo>
                  <a:pt x="392" y="151"/>
                </a:lnTo>
                <a:lnTo>
                  <a:pt x="391" y="151"/>
                </a:lnTo>
                <a:lnTo>
                  <a:pt x="390" y="151"/>
                </a:lnTo>
                <a:lnTo>
                  <a:pt x="390" y="150"/>
                </a:lnTo>
                <a:lnTo>
                  <a:pt x="389" y="150"/>
                </a:lnTo>
                <a:lnTo>
                  <a:pt x="388" y="150"/>
                </a:lnTo>
                <a:lnTo>
                  <a:pt x="387" y="149"/>
                </a:lnTo>
                <a:lnTo>
                  <a:pt x="386" y="149"/>
                </a:lnTo>
                <a:lnTo>
                  <a:pt x="386" y="148"/>
                </a:lnTo>
                <a:lnTo>
                  <a:pt x="385" y="148"/>
                </a:lnTo>
                <a:lnTo>
                  <a:pt x="384" y="148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6"/>
                </a:lnTo>
                <a:lnTo>
                  <a:pt x="379" y="145"/>
                </a:lnTo>
                <a:lnTo>
                  <a:pt x="378" y="145"/>
                </a:lnTo>
                <a:lnTo>
                  <a:pt x="377" y="144"/>
                </a:lnTo>
                <a:lnTo>
                  <a:pt x="376" y="144"/>
                </a:lnTo>
                <a:lnTo>
                  <a:pt x="376" y="143"/>
                </a:lnTo>
                <a:lnTo>
                  <a:pt x="375" y="143"/>
                </a:lnTo>
                <a:lnTo>
                  <a:pt x="374" y="143"/>
                </a:lnTo>
                <a:lnTo>
                  <a:pt x="373" y="142"/>
                </a:lnTo>
                <a:lnTo>
                  <a:pt x="372" y="142"/>
                </a:lnTo>
                <a:lnTo>
                  <a:pt x="372" y="141"/>
                </a:lnTo>
                <a:lnTo>
                  <a:pt x="371" y="141"/>
                </a:lnTo>
                <a:lnTo>
                  <a:pt x="370" y="141"/>
                </a:lnTo>
                <a:lnTo>
                  <a:pt x="369" y="140"/>
                </a:lnTo>
                <a:lnTo>
                  <a:pt x="368" y="140"/>
                </a:lnTo>
                <a:lnTo>
                  <a:pt x="367" y="139"/>
                </a:lnTo>
                <a:lnTo>
                  <a:pt x="366" y="139"/>
                </a:lnTo>
                <a:lnTo>
                  <a:pt x="366" y="138"/>
                </a:lnTo>
                <a:lnTo>
                  <a:pt x="365" y="138"/>
                </a:lnTo>
                <a:lnTo>
                  <a:pt x="364" y="138"/>
                </a:lnTo>
                <a:lnTo>
                  <a:pt x="363" y="137"/>
                </a:lnTo>
                <a:lnTo>
                  <a:pt x="362" y="137"/>
                </a:lnTo>
                <a:lnTo>
                  <a:pt x="362" y="136"/>
                </a:lnTo>
                <a:lnTo>
                  <a:pt x="361" y="136"/>
                </a:lnTo>
                <a:lnTo>
                  <a:pt x="360" y="136"/>
                </a:lnTo>
                <a:lnTo>
                  <a:pt x="359" y="135"/>
                </a:lnTo>
                <a:lnTo>
                  <a:pt x="358" y="135"/>
                </a:lnTo>
                <a:lnTo>
                  <a:pt x="357" y="134"/>
                </a:lnTo>
                <a:lnTo>
                  <a:pt x="356" y="134"/>
                </a:lnTo>
                <a:lnTo>
                  <a:pt x="356" y="133"/>
                </a:lnTo>
                <a:lnTo>
                  <a:pt x="355" y="133"/>
                </a:lnTo>
                <a:lnTo>
                  <a:pt x="354" y="133"/>
                </a:lnTo>
                <a:lnTo>
                  <a:pt x="353" y="132"/>
                </a:lnTo>
                <a:lnTo>
                  <a:pt x="352" y="132"/>
                </a:lnTo>
                <a:lnTo>
                  <a:pt x="352" y="131"/>
                </a:lnTo>
                <a:lnTo>
                  <a:pt x="351" y="131"/>
                </a:lnTo>
                <a:lnTo>
                  <a:pt x="350" y="131"/>
                </a:lnTo>
                <a:lnTo>
                  <a:pt x="349" y="130"/>
                </a:lnTo>
                <a:lnTo>
                  <a:pt x="348" y="130"/>
                </a:lnTo>
                <a:lnTo>
                  <a:pt x="347" y="129"/>
                </a:lnTo>
                <a:lnTo>
                  <a:pt x="346" y="129"/>
                </a:lnTo>
                <a:lnTo>
                  <a:pt x="346" y="128"/>
                </a:lnTo>
                <a:lnTo>
                  <a:pt x="345" y="128"/>
                </a:lnTo>
                <a:lnTo>
                  <a:pt x="344" y="128"/>
                </a:lnTo>
                <a:lnTo>
                  <a:pt x="343" y="127"/>
                </a:lnTo>
                <a:lnTo>
                  <a:pt x="342" y="127"/>
                </a:lnTo>
                <a:lnTo>
                  <a:pt x="342" y="126"/>
                </a:lnTo>
                <a:lnTo>
                  <a:pt x="341" y="126"/>
                </a:lnTo>
                <a:lnTo>
                  <a:pt x="340" y="126"/>
                </a:lnTo>
                <a:lnTo>
                  <a:pt x="339" y="125"/>
                </a:lnTo>
                <a:lnTo>
                  <a:pt x="338" y="125"/>
                </a:lnTo>
                <a:lnTo>
                  <a:pt x="337" y="124"/>
                </a:lnTo>
                <a:lnTo>
                  <a:pt x="336" y="124"/>
                </a:lnTo>
                <a:lnTo>
                  <a:pt x="336" y="123"/>
                </a:lnTo>
                <a:lnTo>
                  <a:pt x="335" y="123"/>
                </a:lnTo>
                <a:lnTo>
                  <a:pt x="334" y="123"/>
                </a:lnTo>
                <a:lnTo>
                  <a:pt x="333" y="122"/>
                </a:lnTo>
                <a:lnTo>
                  <a:pt x="332" y="122"/>
                </a:lnTo>
                <a:lnTo>
                  <a:pt x="332" y="121"/>
                </a:lnTo>
                <a:lnTo>
                  <a:pt x="331" y="121"/>
                </a:lnTo>
                <a:lnTo>
                  <a:pt x="330" y="121"/>
                </a:lnTo>
                <a:lnTo>
                  <a:pt x="329" y="120"/>
                </a:lnTo>
                <a:lnTo>
                  <a:pt x="328" y="120"/>
                </a:lnTo>
                <a:lnTo>
                  <a:pt x="327" y="119"/>
                </a:lnTo>
                <a:lnTo>
                  <a:pt x="326" y="119"/>
                </a:lnTo>
                <a:lnTo>
                  <a:pt x="326" y="118"/>
                </a:lnTo>
                <a:lnTo>
                  <a:pt x="325" y="118"/>
                </a:lnTo>
                <a:lnTo>
                  <a:pt x="324" y="118"/>
                </a:lnTo>
                <a:lnTo>
                  <a:pt x="323" y="117"/>
                </a:lnTo>
                <a:lnTo>
                  <a:pt x="322" y="117"/>
                </a:lnTo>
                <a:lnTo>
                  <a:pt x="322" y="116"/>
                </a:lnTo>
                <a:lnTo>
                  <a:pt x="321" y="116"/>
                </a:lnTo>
                <a:lnTo>
                  <a:pt x="320" y="116"/>
                </a:lnTo>
                <a:lnTo>
                  <a:pt x="319" y="115"/>
                </a:lnTo>
                <a:lnTo>
                  <a:pt x="318" y="115"/>
                </a:lnTo>
                <a:lnTo>
                  <a:pt x="318" y="114"/>
                </a:lnTo>
                <a:lnTo>
                  <a:pt x="317" y="114"/>
                </a:lnTo>
                <a:lnTo>
                  <a:pt x="316" y="114"/>
                </a:lnTo>
                <a:lnTo>
                  <a:pt x="315" y="113"/>
                </a:lnTo>
                <a:lnTo>
                  <a:pt x="314" y="113"/>
                </a:lnTo>
                <a:lnTo>
                  <a:pt x="313" y="112"/>
                </a:lnTo>
                <a:lnTo>
                  <a:pt x="312" y="112"/>
                </a:lnTo>
                <a:lnTo>
                  <a:pt x="312" y="111"/>
                </a:lnTo>
                <a:lnTo>
                  <a:pt x="311" y="111"/>
                </a:lnTo>
                <a:lnTo>
                  <a:pt x="310" y="111"/>
                </a:lnTo>
                <a:lnTo>
                  <a:pt x="309" y="110"/>
                </a:lnTo>
                <a:lnTo>
                  <a:pt x="308" y="110"/>
                </a:lnTo>
                <a:lnTo>
                  <a:pt x="308" y="109"/>
                </a:lnTo>
                <a:lnTo>
                  <a:pt x="307" y="109"/>
                </a:lnTo>
                <a:lnTo>
                  <a:pt x="306" y="109"/>
                </a:lnTo>
                <a:lnTo>
                  <a:pt x="305" y="108"/>
                </a:lnTo>
                <a:lnTo>
                  <a:pt x="304" y="108"/>
                </a:lnTo>
                <a:lnTo>
                  <a:pt x="303" y="107"/>
                </a:lnTo>
                <a:lnTo>
                  <a:pt x="302" y="107"/>
                </a:lnTo>
                <a:lnTo>
                  <a:pt x="302" y="106"/>
                </a:lnTo>
                <a:lnTo>
                  <a:pt x="301" y="106"/>
                </a:lnTo>
                <a:lnTo>
                  <a:pt x="300" y="106"/>
                </a:lnTo>
                <a:lnTo>
                  <a:pt x="299" y="105"/>
                </a:lnTo>
                <a:lnTo>
                  <a:pt x="298" y="105"/>
                </a:lnTo>
                <a:lnTo>
                  <a:pt x="298" y="104"/>
                </a:lnTo>
                <a:lnTo>
                  <a:pt x="297" y="104"/>
                </a:lnTo>
                <a:lnTo>
                  <a:pt x="296" y="104"/>
                </a:lnTo>
                <a:lnTo>
                  <a:pt x="295" y="103"/>
                </a:lnTo>
                <a:lnTo>
                  <a:pt x="294" y="103"/>
                </a:lnTo>
                <a:lnTo>
                  <a:pt x="293" y="102"/>
                </a:lnTo>
                <a:lnTo>
                  <a:pt x="292" y="102"/>
                </a:lnTo>
                <a:lnTo>
                  <a:pt x="292" y="101"/>
                </a:lnTo>
                <a:lnTo>
                  <a:pt x="291" y="101"/>
                </a:lnTo>
                <a:lnTo>
                  <a:pt x="290" y="101"/>
                </a:lnTo>
                <a:lnTo>
                  <a:pt x="289" y="100"/>
                </a:lnTo>
                <a:lnTo>
                  <a:pt x="288" y="100"/>
                </a:lnTo>
                <a:lnTo>
                  <a:pt x="288" y="99"/>
                </a:lnTo>
                <a:lnTo>
                  <a:pt x="287" y="99"/>
                </a:lnTo>
                <a:lnTo>
                  <a:pt x="286" y="99"/>
                </a:lnTo>
                <a:lnTo>
                  <a:pt x="285" y="98"/>
                </a:lnTo>
                <a:lnTo>
                  <a:pt x="284" y="98"/>
                </a:lnTo>
                <a:lnTo>
                  <a:pt x="283" y="97"/>
                </a:lnTo>
                <a:lnTo>
                  <a:pt x="282" y="97"/>
                </a:lnTo>
                <a:lnTo>
                  <a:pt x="282" y="96"/>
                </a:lnTo>
                <a:lnTo>
                  <a:pt x="281" y="96"/>
                </a:lnTo>
                <a:lnTo>
                  <a:pt x="280" y="96"/>
                </a:lnTo>
                <a:lnTo>
                  <a:pt x="279" y="95"/>
                </a:lnTo>
                <a:lnTo>
                  <a:pt x="278" y="95"/>
                </a:lnTo>
                <a:lnTo>
                  <a:pt x="278" y="94"/>
                </a:lnTo>
                <a:lnTo>
                  <a:pt x="277" y="94"/>
                </a:lnTo>
                <a:lnTo>
                  <a:pt x="276" y="94"/>
                </a:lnTo>
                <a:lnTo>
                  <a:pt x="275" y="93"/>
                </a:lnTo>
                <a:lnTo>
                  <a:pt x="274" y="93"/>
                </a:lnTo>
                <a:lnTo>
                  <a:pt x="273" y="92"/>
                </a:lnTo>
                <a:lnTo>
                  <a:pt x="272" y="92"/>
                </a:lnTo>
                <a:lnTo>
                  <a:pt x="272" y="91"/>
                </a:lnTo>
                <a:lnTo>
                  <a:pt x="271" y="91"/>
                </a:lnTo>
                <a:lnTo>
                  <a:pt x="270" y="91"/>
                </a:lnTo>
                <a:lnTo>
                  <a:pt x="269" y="90"/>
                </a:lnTo>
                <a:lnTo>
                  <a:pt x="268" y="90"/>
                </a:lnTo>
                <a:lnTo>
                  <a:pt x="268" y="89"/>
                </a:lnTo>
                <a:lnTo>
                  <a:pt x="267" y="89"/>
                </a:lnTo>
                <a:lnTo>
                  <a:pt x="266" y="89"/>
                </a:lnTo>
                <a:lnTo>
                  <a:pt x="265" y="88"/>
                </a:lnTo>
                <a:lnTo>
                  <a:pt x="264" y="88"/>
                </a:lnTo>
                <a:lnTo>
                  <a:pt x="263" y="87"/>
                </a:lnTo>
                <a:lnTo>
                  <a:pt x="262" y="87"/>
                </a:lnTo>
                <a:lnTo>
                  <a:pt x="262" y="86"/>
                </a:lnTo>
                <a:lnTo>
                  <a:pt x="261" y="86"/>
                </a:lnTo>
                <a:lnTo>
                  <a:pt x="260" y="86"/>
                </a:lnTo>
                <a:lnTo>
                  <a:pt x="259" y="85"/>
                </a:lnTo>
                <a:lnTo>
                  <a:pt x="258" y="85"/>
                </a:lnTo>
                <a:lnTo>
                  <a:pt x="258" y="84"/>
                </a:lnTo>
                <a:lnTo>
                  <a:pt x="257" y="84"/>
                </a:lnTo>
                <a:lnTo>
                  <a:pt x="256" y="84"/>
                </a:lnTo>
                <a:lnTo>
                  <a:pt x="255" y="83"/>
                </a:lnTo>
                <a:lnTo>
                  <a:pt x="254" y="83"/>
                </a:lnTo>
                <a:lnTo>
                  <a:pt x="253" y="82"/>
                </a:lnTo>
                <a:lnTo>
                  <a:pt x="252" y="82"/>
                </a:lnTo>
                <a:lnTo>
                  <a:pt x="251" y="81"/>
                </a:lnTo>
                <a:lnTo>
                  <a:pt x="250" y="81"/>
                </a:lnTo>
                <a:lnTo>
                  <a:pt x="249" y="80"/>
                </a:lnTo>
                <a:lnTo>
                  <a:pt x="248" y="80"/>
                </a:lnTo>
                <a:lnTo>
                  <a:pt x="248" y="79"/>
                </a:lnTo>
                <a:lnTo>
                  <a:pt x="247" y="79"/>
                </a:lnTo>
                <a:lnTo>
                  <a:pt x="246" y="79"/>
                </a:lnTo>
                <a:lnTo>
                  <a:pt x="245" y="78"/>
                </a:lnTo>
                <a:lnTo>
                  <a:pt x="244" y="78"/>
                </a:lnTo>
                <a:lnTo>
                  <a:pt x="243" y="77"/>
                </a:lnTo>
                <a:lnTo>
                  <a:pt x="242" y="77"/>
                </a:lnTo>
                <a:lnTo>
                  <a:pt x="241" y="76"/>
                </a:lnTo>
                <a:lnTo>
                  <a:pt x="240" y="76"/>
                </a:lnTo>
                <a:lnTo>
                  <a:pt x="239" y="75"/>
                </a:lnTo>
                <a:lnTo>
                  <a:pt x="238" y="75"/>
                </a:lnTo>
                <a:lnTo>
                  <a:pt x="238" y="74"/>
                </a:lnTo>
                <a:lnTo>
                  <a:pt x="237" y="74"/>
                </a:lnTo>
                <a:lnTo>
                  <a:pt x="236" y="74"/>
                </a:lnTo>
                <a:lnTo>
                  <a:pt x="235" y="73"/>
                </a:lnTo>
                <a:lnTo>
                  <a:pt x="234" y="73"/>
                </a:lnTo>
                <a:lnTo>
                  <a:pt x="233" y="72"/>
                </a:lnTo>
                <a:lnTo>
                  <a:pt x="232" y="72"/>
                </a:lnTo>
                <a:lnTo>
                  <a:pt x="231" y="71"/>
                </a:lnTo>
                <a:lnTo>
                  <a:pt x="230" y="71"/>
                </a:lnTo>
                <a:lnTo>
                  <a:pt x="229" y="70"/>
                </a:lnTo>
                <a:lnTo>
                  <a:pt x="228" y="70"/>
                </a:lnTo>
                <a:lnTo>
                  <a:pt x="228" y="69"/>
                </a:lnTo>
                <a:lnTo>
                  <a:pt x="227" y="69"/>
                </a:lnTo>
                <a:lnTo>
                  <a:pt x="226" y="69"/>
                </a:lnTo>
                <a:lnTo>
                  <a:pt x="225" y="68"/>
                </a:lnTo>
                <a:lnTo>
                  <a:pt x="224" y="68"/>
                </a:lnTo>
                <a:lnTo>
                  <a:pt x="223" y="67"/>
                </a:lnTo>
                <a:lnTo>
                  <a:pt x="222" y="67"/>
                </a:lnTo>
                <a:lnTo>
                  <a:pt x="221" y="66"/>
                </a:lnTo>
                <a:lnTo>
                  <a:pt x="220" y="66"/>
                </a:lnTo>
                <a:lnTo>
                  <a:pt x="219" y="65"/>
                </a:lnTo>
                <a:lnTo>
                  <a:pt x="218" y="65"/>
                </a:lnTo>
                <a:lnTo>
                  <a:pt x="218" y="64"/>
                </a:lnTo>
                <a:lnTo>
                  <a:pt x="217" y="64"/>
                </a:lnTo>
                <a:lnTo>
                  <a:pt x="216" y="64"/>
                </a:lnTo>
                <a:lnTo>
                  <a:pt x="215" y="63"/>
                </a:lnTo>
                <a:lnTo>
                  <a:pt x="214" y="63"/>
                </a:lnTo>
                <a:lnTo>
                  <a:pt x="213" y="62"/>
                </a:lnTo>
                <a:lnTo>
                  <a:pt x="212" y="62"/>
                </a:lnTo>
                <a:lnTo>
                  <a:pt x="211" y="61"/>
                </a:lnTo>
                <a:lnTo>
                  <a:pt x="210" y="61"/>
                </a:lnTo>
                <a:lnTo>
                  <a:pt x="209" y="60"/>
                </a:lnTo>
                <a:lnTo>
                  <a:pt x="208" y="60"/>
                </a:lnTo>
                <a:lnTo>
                  <a:pt x="208" y="59"/>
                </a:lnTo>
                <a:lnTo>
                  <a:pt x="207" y="59"/>
                </a:lnTo>
                <a:lnTo>
                  <a:pt x="206" y="59"/>
                </a:lnTo>
                <a:lnTo>
                  <a:pt x="205" y="58"/>
                </a:lnTo>
                <a:lnTo>
                  <a:pt x="204" y="58"/>
                </a:lnTo>
                <a:lnTo>
                  <a:pt x="203" y="57"/>
                </a:lnTo>
                <a:lnTo>
                  <a:pt x="202" y="57"/>
                </a:lnTo>
                <a:lnTo>
                  <a:pt x="201" y="56"/>
                </a:lnTo>
                <a:lnTo>
                  <a:pt x="200" y="56"/>
                </a:lnTo>
                <a:lnTo>
                  <a:pt x="199" y="55"/>
                </a:lnTo>
                <a:lnTo>
                  <a:pt x="198" y="55"/>
                </a:lnTo>
                <a:lnTo>
                  <a:pt x="198" y="54"/>
                </a:lnTo>
                <a:lnTo>
                  <a:pt x="197" y="54"/>
                </a:lnTo>
                <a:lnTo>
                  <a:pt x="196" y="54"/>
                </a:lnTo>
                <a:lnTo>
                  <a:pt x="195" y="53"/>
                </a:lnTo>
                <a:lnTo>
                  <a:pt x="194" y="53"/>
                </a:lnTo>
                <a:lnTo>
                  <a:pt x="194" y="52"/>
                </a:lnTo>
                <a:lnTo>
                  <a:pt x="193" y="52"/>
                </a:lnTo>
                <a:lnTo>
                  <a:pt x="192" y="52"/>
                </a:lnTo>
                <a:lnTo>
                  <a:pt x="191" y="51"/>
                </a:lnTo>
                <a:lnTo>
                  <a:pt x="190" y="51"/>
                </a:lnTo>
                <a:lnTo>
                  <a:pt x="189" y="50"/>
                </a:lnTo>
                <a:lnTo>
                  <a:pt x="188" y="50"/>
                </a:lnTo>
                <a:lnTo>
                  <a:pt x="187" y="49"/>
                </a:lnTo>
                <a:lnTo>
                  <a:pt x="186" y="49"/>
                </a:lnTo>
                <a:lnTo>
                  <a:pt x="185" y="48"/>
                </a:lnTo>
                <a:lnTo>
                  <a:pt x="184" y="48"/>
                </a:lnTo>
                <a:lnTo>
                  <a:pt x="184" y="47"/>
                </a:lnTo>
                <a:lnTo>
                  <a:pt x="183" y="47"/>
                </a:lnTo>
                <a:lnTo>
                  <a:pt x="182" y="47"/>
                </a:lnTo>
                <a:lnTo>
                  <a:pt x="181" y="46"/>
                </a:lnTo>
                <a:lnTo>
                  <a:pt x="180" y="46"/>
                </a:lnTo>
                <a:lnTo>
                  <a:pt x="179" y="45"/>
                </a:lnTo>
                <a:lnTo>
                  <a:pt x="178" y="45"/>
                </a:lnTo>
                <a:lnTo>
                  <a:pt x="177" y="44"/>
                </a:lnTo>
                <a:lnTo>
                  <a:pt x="176" y="44"/>
                </a:lnTo>
                <a:lnTo>
                  <a:pt x="175" y="43"/>
                </a:lnTo>
                <a:lnTo>
                  <a:pt x="174" y="43"/>
                </a:lnTo>
                <a:lnTo>
                  <a:pt x="174" y="42"/>
                </a:lnTo>
                <a:lnTo>
                  <a:pt x="173" y="42"/>
                </a:lnTo>
                <a:lnTo>
                  <a:pt x="172" y="42"/>
                </a:lnTo>
                <a:lnTo>
                  <a:pt x="171" y="41"/>
                </a:lnTo>
                <a:lnTo>
                  <a:pt x="170" y="41"/>
                </a:lnTo>
                <a:lnTo>
                  <a:pt x="169" y="40"/>
                </a:lnTo>
                <a:lnTo>
                  <a:pt x="168" y="40"/>
                </a:lnTo>
                <a:lnTo>
                  <a:pt x="167" y="39"/>
                </a:lnTo>
                <a:lnTo>
                  <a:pt x="166" y="39"/>
                </a:lnTo>
                <a:lnTo>
                  <a:pt x="165" y="38"/>
                </a:lnTo>
                <a:lnTo>
                  <a:pt x="164" y="38"/>
                </a:lnTo>
                <a:lnTo>
                  <a:pt x="164" y="37"/>
                </a:lnTo>
                <a:lnTo>
                  <a:pt x="163" y="37"/>
                </a:lnTo>
                <a:lnTo>
                  <a:pt x="162" y="37"/>
                </a:lnTo>
                <a:lnTo>
                  <a:pt x="161" y="36"/>
                </a:lnTo>
                <a:lnTo>
                  <a:pt x="160" y="36"/>
                </a:lnTo>
                <a:lnTo>
                  <a:pt x="159" y="35"/>
                </a:lnTo>
                <a:lnTo>
                  <a:pt x="158" y="35"/>
                </a:lnTo>
                <a:lnTo>
                  <a:pt x="157" y="34"/>
                </a:lnTo>
                <a:lnTo>
                  <a:pt x="156" y="34"/>
                </a:lnTo>
                <a:lnTo>
                  <a:pt x="155" y="125"/>
                </a:lnTo>
                <a:lnTo>
                  <a:pt x="155" y="124"/>
                </a:lnTo>
                <a:lnTo>
                  <a:pt x="154" y="124"/>
                </a:lnTo>
                <a:lnTo>
                  <a:pt x="153" y="124"/>
                </a:lnTo>
                <a:lnTo>
                  <a:pt x="152" y="123"/>
                </a:lnTo>
                <a:lnTo>
                  <a:pt x="151" y="123"/>
                </a:lnTo>
                <a:lnTo>
                  <a:pt x="151" y="122"/>
                </a:lnTo>
                <a:lnTo>
                  <a:pt x="150" y="122"/>
                </a:lnTo>
                <a:lnTo>
                  <a:pt x="149" y="122"/>
                </a:lnTo>
                <a:lnTo>
                  <a:pt x="148" y="121"/>
                </a:lnTo>
                <a:lnTo>
                  <a:pt x="147" y="121"/>
                </a:lnTo>
                <a:lnTo>
                  <a:pt x="146" y="120"/>
                </a:lnTo>
                <a:lnTo>
                  <a:pt x="145" y="120"/>
                </a:lnTo>
                <a:lnTo>
                  <a:pt x="144" y="119"/>
                </a:lnTo>
                <a:lnTo>
                  <a:pt x="143" y="119"/>
                </a:lnTo>
                <a:lnTo>
                  <a:pt x="142" y="118"/>
                </a:lnTo>
                <a:lnTo>
                  <a:pt x="141" y="118"/>
                </a:lnTo>
                <a:lnTo>
                  <a:pt x="141" y="117"/>
                </a:lnTo>
                <a:lnTo>
                  <a:pt x="140" y="117"/>
                </a:lnTo>
                <a:lnTo>
                  <a:pt x="139" y="117"/>
                </a:lnTo>
                <a:lnTo>
                  <a:pt x="138" y="116"/>
                </a:lnTo>
                <a:lnTo>
                  <a:pt x="137" y="116"/>
                </a:lnTo>
                <a:lnTo>
                  <a:pt x="136" y="115"/>
                </a:lnTo>
                <a:lnTo>
                  <a:pt x="135" y="115"/>
                </a:lnTo>
                <a:lnTo>
                  <a:pt x="134" y="114"/>
                </a:lnTo>
                <a:lnTo>
                  <a:pt x="133" y="114"/>
                </a:lnTo>
                <a:lnTo>
                  <a:pt x="132" y="113"/>
                </a:lnTo>
                <a:lnTo>
                  <a:pt x="131" y="113"/>
                </a:lnTo>
                <a:lnTo>
                  <a:pt x="131" y="112"/>
                </a:lnTo>
                <a:lnTo>
                  <a:pt x="130" y="112"/>
                </a:lnTo>
                <a:lnTo>
                  <a:pt x="129" y="112"/>
                </a:lnTo>
                <a:lnTo>
                  <a:pt x="128" y="111"/>
                </a:lnTo>
                <a:lnTo>
                  <a:pt x="127" y="111"/>
                </a:lnTo>
                <a:lnTo>
                  <a:pt x="127" y="110"/>
                </a:lnTo>
                <a:lnTo>
                  <a:pt x="126" y="110"/>
                </a:lnTo>
                <a:lnTo>
                  <a:pt x="125" y="110"/>
                </a:lnTo>
                <a:lnTo>
                  <a:pt x="124" y="109"/>
                </a:lnTo>
                <a:lnTo>
                  <a:pt x="123" y="109"/>
                </a:lnTo>
                <a:lnTo>
                  <a:pt x="122" y="108"/>
                </a:lnTo>
                <a:lnTo>
                  <a:pt x="121" y="108"/>
                </a:lnTo>
                <a:lnTo>
                  <a:pt x="121" y="107"/>
                </a:lnTo>
                <a:lnTo>
                  <a:pt x="120" y="107"/>
                </a:lnTo>
                <a:lnTo>
                  <a:pt x="119" y="107"/>
                </a:lnTo>
                <a:lnTo>
                  <a:pt x="118" y="106"/>
                </a:lnTo>
                <a:lnTo>
                  <a:pt x="117" y="106"/>
                </a:lnTo>
                <a:lnTo>
                  <a:pt x="117" y="105"/>
                </a:lnTo>
                <a:lnTo>
                  <a:pt x="116" y="105"/>
                </a:lnTo>
                <a:lnTo>
                  <a:pt x="115" y="105"/>
                </a:lnTo>
                <a:lnTo>
                  <a:pt x="114" y="104"/>
                </a:lnTo>
                <a:lnTo>
                  <a:pt x="113" y="104"/>
                </a:lnTo>
                <a:lnTo>
                  <a:pt x="112" y="103"/>
                </a:lnTo>
                <a:lnTo>
                  <a:pt x="111" y="103"/>
                </a:lnTo>
                <a:lnTo>
                  <a:pt x="111" y="102"/>
                </a:lnTo>
                <a:lnTo>
                  <a:pt x="110" y="102"/>
                </a:lnTo>
                <a:lnTo>
                  <a:pt x="109" y="102"/>
                </a:lnTo>
                <a:lnTo>
                  <a:pt x="108" y="101"/>
                </a:lnTo>
                <a:lnTo>
                  <a:pt x="107" y="101"/>
                </a:lnTo>
                <a:lnTo>
                  <a:pt x="107" y="100"/>
                </a:lnTo>
                <a:lnTo>
                  <a:pt x="106" y="100"/>
                </a:lnTo>
                <a:lnTo>
                  <a:pt x="105" y="100"/>
                </a:lnTo>
                <a:lnTo>
                  <a:pt x="104" y="99"/>
                </a:lnTo>
                <a:lnTo>
                  <a:pt x="103" y="99"/>
                </a:lnTo>
                <a:lnTo>
                  <a:pt x="102" y="98"/>
                </a:lnTo>
                <a:lnTo>
                  <a:pt x="101" y="98"/>
                </a:lnTo>
                <a:lnTo>
                  <a:pt x="101" y="97"/>
                </a:lnTo>
                <a:lnTo>
                  <a:pt x="100" y="97"/>
                </a:lnTo>
                <a:lnTo>
                  <a:pt x="99" y="97"/>
                </a:lnTo>
                <a:lnTo>
                  <a:pt x="98" y="96"/>
                </a:lnTo>
                <a:lnTo>
                  <a:pt x="97" y="96"/>
                </a:lnTo>
                <a:lnTo>
                  <a:pt x="97" y="95"/>
                </a:lnTo>
                <a:lnTo>
                  <a:pt x="96" y="95"/>
                </a:lnTo>
                <a:lnTo>
                  <a:pt x="95" y="95"/>
                </a:lnTo>
                <a:lnTo>
                  <a:pt x="94" y="94"/>
                </a:lnTo>
                <a:lnTo>
                  <a:pt x="93" y="94"/>
                </a:lnTo>
                <a:lnTo>
                  <a:pt x="92" y="93"/>
                </a:lnTo>
                <a:lnTo>
                  <a:pt x="91" y="93"/>
                </a:lnTo>
                <a:lnTo>
                  <a:pt x="91" y="92"/>
                </a:lnTo>
                <a:lnTo>
                  <a:pt x="90" y="92"/>
                </a:lnTo>
                <a:lnTo>
                  <a:pt x="89" y="92"/>
                </a:lnTo>
                <a:lnTo>
                  <a:pt x="88" y="91"/>
                </a:lnTo>
                <a:lnTo>
                  <a:pt x="87" y="91"/>
                </a:lnTo>
                <a:lnTo>
                  <a:pt x="87" y="90"/>
                </a:lnTo>
                <a:lnTo>
                  <a:pt x="86" y="90"/>
                </a:lnTo>
                <a:lnTo>
                  <a:pt x="85" y="90"/>
                </a:lnTo>
                <a:lnTo>
                  <a:pt x="84" y="89"/>
                </a:lnTo>
                <a:lnTo>
                  <a:pt x="83" y="89"/>
                </a:lnTo>
                <a:lnTo>
                  <a:pt x="82" y="88"/>
                </a:lnTo>
                <a:lnTo>
                  <a:pt x="81" y="88"/>
                </a:lnTo>
                <a:lnTo>
                  <a:pt x="80" y="87"/>
                </a:lnTo>
                <a:lnTo>
                  <a:pt x="79" y="87"/>
                </a:lnTo>
                <a:lnTo>
                  <a:pt x="78" y="86"/>
                </a:lnTo>
                <a:lnTo>
                  <a:pt x="77" y="86"/>
                </a:lnTo>
                <a:lnTo>
                  <a:pt x="77" y="85"/>
                </a:lnTo>
                <a:lnTo>
                  <a:pt x="76" y="85"/>
                </a:lnTo>
                <a:lnTo>
                  <a:pt x="75" y="85"/>
                </a:lnTo>
                <a:lnTo>
                  <a:pt x="74" y="84"/>
                </a:lnTo>
                <a:lnTo>
                  <a:pt x="73" y="84"/>
                </a:lnTo>
                <a:lnTo>
                  <a:pt x="72" y="83"/>
                </a:lnTo>
                <a:lnTo>
                  <a:pt x="71" y="83"/>
                </a:lnTo>
                <a:lnTo>
                  <a:pt x="70" y="82"/>
                </a:lnTo>
                <a:lnTo>
                  <a:pt x="69" y="82"/>
                </a:lnTo>
                <a:lnTo>
                  <a:pt x="68" y="81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0"/>
                </a:lnTo>
                <a:lnTo>
                  <a:pt x="64" y="79"/>
                </a:lnTo>
                <a:lnTo>
                  <a:pt x="63" y="79"/>
                </a:lnTo>
                <a:lnTo>
                  <a:pt x="62" y="78"/>
                </a:lnTo>
                <a:lnTo>
                  <a:pt x="61" y="78"/>
                </a:lnTo>
                <a:lnTo>
                  <a:pt x="60" y="77"/>
                </a:lnTo>
                <a:lnTo>
                  <a:pt x="59" y="77"/>
                </a:lnTo>
                <a:lnTo>
                  <a:pt x="58" y="76"/>
                </a:lnTo>
                <a:lnTo>
                  <a:pt x="57" y="76"/>
                </a:lnTo>
                <a:lnTo>
                  <a:pt x="57" y="75"/>
                </a:lnTo>
                <a:lnTo>
                  <a:pt x="56" y="75"/>
                </a:lnTo>
                <a:lnTo>
                  <a:pt x="55" y="75"/>
                </a:lnTo>
                <a:lnTo>
                  <a:pt x="54" y="74"/>
                </a:lnTo>
                <a:lnTo>
                  <a:pt x="53" y="74"/>
                </a:lnTo>
                <a:lnTo>
                  <a:pt x="52" y="73"/>
                </a:lnTo>
                <a:lnTo>
                  <a:pt x="51" y="73"/>
                </a:lnTo>
                <a:lnTo>
                  <a:pt x="50" y="72"/>
                </a:lnTo>
                <a:lnTo>
                  <a:pt x="49" y="72"/>
                </a:lnTo>
                <a:lnTo>
                  <a:pt x="48" y="71"/>
                </a:lnTo>
                <a:lnTo>
                  <a:pt x="47" y="71"/>
                </a:lnTo>
                <a:lnTo>
                  <a:pt x="47" y="70"/>
                </a:lnTo>
                <a:lnTo>
                  <a:pt x="46" y="70"/>
                </a:lnTo>
                <a:lnTo>
                  <a:pt x="45" y="70"/>
                </a:lnTo>
                <a:lnTo>
                  <a:pt x="44" y="69"/>
                </a:lnTo>
                <a:lnTo>
                  <a:pt x="43" y="69"/>
                </a:lnTo>
                <a:lnTo>
                  <a:pt x="42" y="68"/>
                </a:lnTo>
                <a:lnTo>
                  <a:pt x="41" y="68"/>
                </a:lnTo>
                <a:lnTo>
                  <a:pt x="40" y="67"/>
                </a:lnTo>
                <a:lnTo>
                  <a:pt x="39" y="67"/>
                </a:lnTo>
                <a:lnTo>
                  <a:pt x="38" y="66"/>
                </a:lnTo>
                <a:lnTo>
                  <a:pt x="37" y="66"/>
                </a:lnTo>
                <a:lnTo>
                  <a:pt x="37" y="65"/>
                </a:lnTo>
                <a:lnTo>
                  <a:pt x="36" y="65"/>
                </a:lnTo>
                <a:lnTo>
                  <a:pt x="35" y="65"/>
                </a:lnTo>
                <a:lnTo>
                  <a:pt x="34" y="64"/>
                </a:lnTo>
                <a:lnTo>
                  <a:pt x="33" y="64"/>
                </a:lnTo>
                <a:lnTo>
                  <a:pt x="32" y="63"/>
                </a:lnTo>
                <a:lnTo>
                  <a:pt x="31" y="63"/>
                </a:lnTo>
                <a:lnTo>
                  <a:pt x="30" y="62"/>
                </a:lnTo>
                <a:lnTo>
                  <a:pt x="29" y="62"/>
                </a:lnTo>
                <a:lnTo>
                  <a:pt x="28" y="61"/>
                </a:lnTo>
                <a:lnTo>
                  <a:pt x="27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4" y="59"/>
                </a:lnTo>
                <a:lnTo>
                  <a:pt x="23" y="59"/>
                </a:lnTo>
                <a:lnTo>
                  <a:pt x="22" y="58"/>
                </a:lnTo>
                <a:lnTo>
                  <a:pt x="21" y="58"/>
                </a:lnTo>
                <a:lnTo>
                  <a:pt x="20" y="57"/>
                </a:lnTo>
                <a:lnTo>
                  <a:pt x="19" y="57"/>
                </a:lnTo>
                <a:lnTo>
                  <a:pt x="18" y="56"/>
                </a:lnTo>
                <a:lnTo>
                  <a:pt x="17" y="56"/>
                </a:lnTo>
                <a:lnTo>
                  <a:pt x="16" y="55"/>
                </a:lnTo>
                <a:lnTo>
                  <a:pt x="15" y="55"/>
                </a:lnTo>
                <a:lnTo>
                  <a:pt x="14" y="54"/>
                </a:lnTo>
                <a:lnTo>
                  <a:pt x="13" y="54"/>
                </a:lnTo>
                <a:lnTo>
                  <a:pt x="12" y="53"/>
                </a:lnTo>
                <a:lnTo>
                  <a:pt x="11" y="53"/>
                </a:lnTo>
                <a:lnTo>
                  <a:pt x="10" y="52"/>
                </a:lnTo>
                <a:lnTo>
                  <a:pt x="9" y="52"/>
                </a:lnTo>
                <a:lnTo>
                  <a:pt x="8" y="51"/>
                </a:lnTo>
                <a:lnTo>
                  <a:pt x="7" y="51"/>
                </a:lnTo>
                <a:lnTo>
                  <a:pt x="6" y="50"/>
                </a:lnTo>
                <a:lnTo>
                  <a:pt x="5" y="50"/>
                </a:lnTo>
                <a:lnTo>
                  <a:pt x="4" y="49"/>
                </a:lnTo>
                <a:lnTo>
                  <a:pt x="3" y="49"/>
                </a:lnTo>
                <a:lnTo>
                  <a:pt x="3" y="48"/>
                </a:lnTo>
                <a:lnTo>
                  <a:pt x="2" y="48"/>
                </a:lnTo>
                <a:lnTo>
                  <a:pt x="1" y="48"/>
                </a:lnTo>
                <a:lnTo>
                  <a:pt x="0" y="47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868" name=""/>
          <p:cNvSpPr/>
          <p:nvPr/>
        </p:nvSpPr>
        <p:spPr>
          <a:xfrm>
            <a:off x="6836040" y="4607280"/>
            <a:ext cx="4831920" cy="1617840"/>
          </a:xfrm>
          <a:custGeom>
            <a:avLst/>
            <a:gdLst/>
            <a:ahLst/>
            <a:rect l="0" t="0" r="r" b="b"/>
            <a:pathLst>
              <a:path fill="none" w="13422" h="4494">
                <a:moveTo>
                  <a:pt x="0" y="47"/>
                </a:moveTo>
                <a:lnTo>
                  <a:pt x="155" y="125"/>
                </a:lnTo>
                <a:lnTo>
                  <a:pt x="156" y="34"/>
                </a:lnTo>
                <a:lnTo>
                  <a:pt x="159" y="35"/>
                </a:lnTo>
                <a:lnTo>
                  <a:pt x="883" y="397"/>
                </a:lnTo>
                <a:lnTo>
                  <a:pt x="883" y="363"/>
                </a:lnTo>
                <a:lnTo>
                  <a:pt x="887" y="365"/>
                </a:lnTo>
                <a:lnTo>
                  <a:pt x="1065" y="454"/>
                </a:lnTo>
                <a:lnTo>
                  <a:pt x="1066" y="425"/>
                </a:lnTo>
                <a:lnTo>
                  <a:pt x="1069" y="426"/>
                </a:lnTo>
                <a:lnTo>
                  <a:pt x="1182" y="482"/>
                </a:lnTo>
                <a:lnTo>
                  <a:pt x="1183" y="455"/>
                </a:lnTo>
                <a:lnTo>
                  <a:pt x="1187" y="457"/>
                </a:lnTo>
                <a:lnTo>
                  <a:pt x="1345" y="536"/>
                </a:lnTo>
                <a:lnTo>
                  <a:pt x="1345" y="512"/>
                </a:lnTo>
                <a:lnTo>
                  <a:pt x="1349" y="513"/>
                </a:lnTo>
                <a:lnTo>
                  <a:pt x="1357" y="518"/>
                </a:lnTo>
                <a:lnTo>
                  <a:pt x="1358" y="493"/>
                </a:lnTo>
                <a:lnTo>
                  <a:pt x="1361" y="495"/>
                </a:lnTo>
                <a:lnTo>
                  <a:pt x="1440" y="535"/>
                </a:lnTo>
                <a:lnTo>
                  <a:pt x="1441" y="512"/>
                </a:lnTo>
                <a:lnTo>
                  <a:pt x="1445" y="514"/>
                </a:lnTo>
                <a:lnTo>
                  <a:pt x="1460" y="521"/>
                </a:lnTo>
                <a:lnTo>
                  <a:pt x="1460" y="498"/>
                </a:lnTo>
                <a:lnTo>
                  <a:pt x="1464" y="500"/>
                </a:lnTo>
                <a:lnTo>
                  <a:pt x="1766" y="651"/>
                </a:lnTo>
                <a:lnTo>
                  <a:pt x="1767" y="631"/>
                </a:lnTo>
                <a:lnTo>
                  <a:pt x="1770" y="633"/>
                </a:lnTo>
                <a:lnTo>
                  <a:pt x="1834" y="665"/>
                </a:lnTo>
                <a:lnTo>
                  <a:pt x="1834" y="646"/>
                </a:lnTo>
                <a:lnTo>
                  <a:pt x="1838" y="648"/>
                </a:lnTo>
                <a:lnTo>
                  <a:pt x="1859" y="658"/>
                </a:lnTo>
                <a:lnTo>
                  <a:pt x="1860" y="640"/>
                </a:lnTo>
                <a:lnTo>
                  <a:pt x="1864" y="641"/>
                </a:lnTo>
                <a:lnTo>
                  <a:pt x="1896" y="658"/>
                </a:lnTo>
                <a:lnTo>
                  <a:pt x="1897" y="640"/>
                </a:lnTo>
                <a:lnTo>
                  <a:pt x="1901" y="641"/>
                </a:lnTo>
                <a:lnTo>
                  <a:pt x="1929" y="655"/>
                </a:lnTo>
                <a:lnTo>
                  <a:pt x="1929" y="637"/>
                </a:lnTo>
                <a:lnTo>
                  <a:pt x="1933" y="639"/>
                </a:lnTo>
                <a:lnTo>
                  <a:pt x="1997" y="671"/>
                </a:lnTo>
                <a:lnTo>
                  <a:pt x="1998" y="654"/>
                </a:lnTo>
                <a:lnTo>
                  <a:pt x="2001" y="655"/>
                </a:lnTo>
                <a:lnTo>
                  <a:pt x="2811" y="1060"/>
                </a:lnTo>
                <a:lnTo>
                  <a:pt x="2812" y="1048"/>
                </a:lnTo>
                <a:lnTo>
                  <a:pt x="2816" y="1050"/>
                </a:lnTo>
                <a:lnTo>
                  <a:pt x="3216" y="1249"/>
                </a:lnTo>
                <a:lnTo>
                  <a:pt x="3216" y="1239"/>
                </a:lnTo>
                <a:lnTo>
                  <a:pt x="3220" y="1241"/>
                </a:lnTo>
                <a:lnTo>
                  <a:pt x="3400" y="1331"/>
                </a:lnTo>
                <a:lnTo>
                  <a:pt x="3400" y="1321"/>
                </a:lnTo>
                <a:lnTo>
                  <a:pt x="3404" y="1323"/>
                </a:lnTo>
                <a:lnTo>
                  <a:pt x="3524" y="1383"/>
                </a:lnTo>
                <a:lnTo>
                  <a:pt x="3525" y="1374"/>
                </a:lnTo>
                <a:lnTo>
                  <a:pt x="3528" y="1376"/>
                </a:lnTo>
                <a:lnTo>
                  <a:pt x="3825" y="1524"/>
                </a:lnTo>
                <a:lnTo>
                  <a:pt x="3826" y="1516"/>
                </a:lnTo>
                <a:lnTo>
                  <a:pt x="3829" y="1518"/>
                </a:lnTo>
                <a:lnTo>
                  <a:pt x="3984" y="1595"/>
                </a:lnTo>
                <a:lnTo>
                  <a:pt x="3984" y="1588"/>
                </a:lnTo>
                <a:lnTo>
                  <a:pt x="3988" y="1590"/>
                </a:lnTo>
                <a:lnTo>
                  <a:pt x="4083" y="1637"/>
                </a:lnTo>
                <a:lnTo>
                  <a:pt x="4083" y="1630"/>
                </a:lnTo>
                <a:lnTo>
                  <a:pt x="4087" y="1632"/>
                </a:lnTo>
                <a:lnTo>
                  <a:pt x="4197" y="1687"/>
                </a:lnTo>
                <a:lnTo>
                  <a:pt x="4197" y="1680"/>
                </a:lnTo>
                <a:lnTo>
                  <a:pt x="4201" y="1682"/>
                </a:lnTo>
                <a:lnTo>
                  <a:pt x="4518" y="1841"/>
                </a:lnTo>
                <a:lnTo>
                  <a:pt x="4519" y="1835"/>
                </a:lnTo>
                <a:lnTo>
                  <a:pt x="4522" y="1837"/>
                </a:lnTo>
                <a:lnTo>
                  <a:pt x="4549" y="1850"/>
                </a:lnTo>
                <a:lnTo>
                  <a:pt x="4549" y="1845"/>
                </a:lnTo>
                <a:lnTo>
                  <a:pt x="4553" y="1847"/>
                </a:lnTo>
                <a:lnTo>
                  <a:pt x="4687" y="1914"/>
                </a:lnTo>
                <a:lnTo>
                  <a:pt x="4688" y="1909"/>
                </a:lnTo>
                <a:lnTo>
                  <a:pt x="4691" y="1911"/>
                </a:lnTo>
                <a:lnTo>
                  <a:pt x="4792" y="1961"/>
                </a:lnTo>
                <a:lnTo>
                  <a:pt x="4793" y="1957"/>
                </a:lnTo>
                <a:lnTo>
                  <a:pt x="4796" y="1958"/>
                </a:lnTo>
                <a:lnTo>
                  <a:pt x="5016" y="2064"/>
                </a:lnTo>
                <a:lnTo>
                  <a:pt x="5016" y="2060"/>
                </a:lnTo>
                <a:lnTo>
                  <a:pt x="5020" y="2062"/>
                </a:lnTo>
                <a:lnTo>
                  <a:pt x="5170" y="2133"/>
                </a:lnTo>
                <a:lnTo>
                  <a:pt x="5171" y="2130"/>
                </a:lnTo>
                <a:lnTo>
                  <a:pt x="5175" y="2132"/>
                </a:lnTo>
                <a:lnTo>
                  <a:pt x="5554" y="2318"/>
                </a:lnTo>
                <a:lnTo>
                  <a:pt x="5554" y="2316"/>
                </a:lnTo>
                <a:lnTo>
                  <a:pt x="5558" y="2317"/>
                </a:lnTo>
                <a:lnTo>
                  <a:pt x="6800" y="2936"/>
                </a:lnTo>
                <a:lnTo>
                  <a:pt x="6801" y="2934"/>
                </a:lnTo>
                <a:lnTo>
                  <a:pt x="6804" y="2936"/>
                </a:lnTo>
                <a:lnTo>
                  <a:pt x="7124" y="3094"/>
                </a:lnTo>
                <a:lnTo>
                  <a:pt x="7125" y="3091"/>
                </a:lnTo>
                <a:lnTo>
                  <a:pt x="7128" y="3093"/>
                </a:lnTo>
                <a:lnTo>
                  <a:pt x="7420" y="3235"/>
                </a:lnTo>
                <a:lnTo>
                  <a:pt x="7421" y="3232"/>
                </a:lnTo>
                <a:lnTo>
                  <a:pt x="7424" y="3234"/>
                </a:lnTo>
                <a:lnTo>
                  <a:pt x="7658" y="3350"/>
                </a:lnTo>
                <a:lnTo>
                  <a:pt x="7658" y="3346"/>
                </a:lnTo>
                <a:lnTo>
                  <a:pt x="7662" y="3348"/>
                </a:lnTo>
                <a:lnTo>
                  <a:pt x="7751" y="3392"/>
                </a:lnTo>
                <a:lnTo>
                  <a:pt x="7752" y="3388"/>
                </a:lnTo>
                <a:lnTo>
                  <a:pt x="7755" y="3390"/>
                </a:lnTo>
                <a:lnTo>
                  <a:pt x="8025" y="3525"/>
                </a:lnTo>
                <a:lnTo>
                  <a:pt x="8026" y="3519"/>
                </a:lnTo>
                <a:lnTo>
                  <a:pt x="8030" y="3521"/>
                </a:lnTo>
                <a:lnTo>
                  <a:pt x="8031" y="3516"/>
                </a:lnTo>
                <a:lnTo>
                  <a:pt x="8034" y="3518"/>
                </a:lnTo>
                <a:lnTo>
                  <a:pt x="8055" y="3528"/>
                </a:lnTo>
                <a:lnTo>
                  <a:pt x="8056" y="3523"/>
                </a:lnTo>
                <a:lnTo>
                  <a:pt x="8060" y="3525"/>
                </a:lnTo>
                <a:lnTo>
                  <a:pt x="8124" y="3557"/>
                </a:lnTo>
                <a:lnTo>
                  <a:pt x="8125" y="3551"/>
                </a:lnTo>
                <a:lnTo>
                  <a:pt x="8128" y="3553"/>
                </a:lnTo>
                <a:lnTo>
                  <a:pt x="8167" y="3573"/>
                </a:lnTo>
                <a:lnTo>
                  <a:pt x="8168" y="3567"/>
                </a:lnTo>
                <a:lnTo>
                  <a:pt x="8171" y="3568"/>
                </a:lnTo>
                <a:lnTo>
                  <a:pt x="8323" y="3644"/>
                </a:lnTo>
                <a:lnTo>
                  <a:pt x="8324" y="3638"/>
                </a:lnTo>
                <a:lnTo>
                  <a:pt x="8327" y="3640"/>
                </a:lnTo>
                <a:lnTo>
                  <a:pt x="8360" y="3656"/>
                </a:lnTo>
                <a:lnTo>
                  <a:pt x="8360" y="3650"/>
                </a:lnTo>
                <a:lnTo>
                  <a:pt x="8364" y="3651"/>
                </a:lnTo>
                <a:lnTo>
                  <a:pt x="8424" y="3682"/>
                </a:lnTo>
                <a:lnTo>
                  <a:pt x="8425" y="3675"/>
                </a:lnTo>
                <a:lnTo>
                  <a:pt x="8429" y="3677"/>
                </a:lnTo>
                <a:lnTo>
                  <a:pt x="8517" y="3721"/>
                </a:lnTo>
                <a:lnTo>
                  <a:pt x="8518" y="3714"/>
                </a:lnTo>
                <a:lnTo>
                  <a:pt x="8521" y="3716"/>
                </a:lnTo>
                <a:lnTo>
                  <a:pt x="8636" y="3773"/>
                </a:lnTo>
                <a:lnTo>
                  <a:pt x="8637" y="3765"/>
                </a:lnTo>
                <a:lnTo>
                  <a:pt x="8640" y="3767"/>
                </a:lnTo>
                <a:lnTo>
                  <a:pt x="8802" y="3848"/>
                </a:lnTo>
                <a:lnTo>
                  <a:pt x="8802" y="3840"/>
                </a:lnTo>
                <a:lnTo>
                  <a:pt x="8806" y="3841"/>
                </a:lnTo>
                <a:lnTo>
                  <a:pt x="8857" y="3867"/>
                </a:lnTo>
                <a:lnTo>
                  <a:pt x="8858" y="3859"/>
                </a:lnTo>
                <a:lnTo>
                  <a:pt x="8861" y="3861"/>
                </a:lnTo>
                <a:lnTo>
                  <a:pt x="8896" y="3878"/>
                </a:lnTo>
                <a:lnTo>
                  <a:pt x="8900" y="3863"/>
                </a:lnTo>
                <a:lnTo>
                  <a:pt x="8912" y="3868"/>
                </a:lnTo>
                <a:lnTo>
                  <a:pt x="8913" y="3860"/>
                </a:lnTo>
                <a:lnTo>
                  <a:pt x="8916" y="3862"/>
                </a:lnTo>
                <a:lnTo>
                  <a:pt x="8998" y="3903"/>
                </a:lnTo>
                <a:lnTo>
                  <a:pt x="8999" y="3894"/>
                </a:lnTo>
                <a:lnTo>
                  <a:pt x="9002" y="3895"/>
                </a:lnTo>
                <a:lnTo>
                  <a:pt x="9193" y="3991"/>
                </a:lnTo>
                <a:lnTo>
                  <a:pt x="9193" y="3981"/>
                </a:lnTo>
                <a:lnTo>
                  <a:pt x="9197" y="3983"/>
                </a:lnTo>
                <a:lnTo>
                  <a:pt x="9334" y="4051"/>
                </a:lnTo>
                <a:lnTo>
                  <a:pt x="9334" y="4041"/>
                </a:lnTo>
                <a:lnTo>
                  <a:pt x="9338" y="4042"/>
                </a:lnTo>
                <a:lnTo>
                  <a:pt x="9407" y="4077"/>
                </a:lnTo>
                <a:lnTo>
                  <a:pt x="9408" y="4066"/>
                </a:lnTo>
                <a:lnTo>
                  <a:pt x="9411" y="4068"/>
                </a:lnTo>
                <a:lnTo>
                  <a:pt x="9576" y="4151"/>
                </a:lnTo>
                <a:lnTo>
                  <a:pt x="9577" y="4139"/>
                </a:lnTo>
                <a:lnTo>
                  <a:pt x="9580" y="4141"/>
                </a:lnTo>
                <a:lnTo>
                  <a:pt x="9660" y="4181"/>
                </a:lnTo>
                <a:lnTo>
                  <a:pt x="9661" y="4169"/>
                </a:lnTo>
                <a:lnTo>
                  <a:pt x="9664" y="4171"/>
                </a:lnTo>
                <a:lnTo>
                  <a:pt x="9761" y="4219"/>
                </a:lnTo>
                <a:lnTo>
                  <a:pt x="9762" y="4207"/>
                </a:lnTo>
                <a:lnTo>
                  <a:pt x="9766" y="4208"/>
                </a:lnTo>
                <a:lnTo>
                  <a:pt x="9816" y="4233"/>
                </a:lnTo>
                <a:lnTo>
                  <a:pt x="9816" y="4221"/>
                </a:lnTo>
                <a:lnTo>
                  <a:pt x="9820" y="4222"/>
                </a:lnTo>
                <a:lnTo>
                  <a:pt x="9821" y="4223"/>
                </a:lnTo>
                <a:lnTo>
                  <a:pt x="9822" y="4210"/>
                </a:lnTo>
                <a:lnTo>
                  <a:pt x="9826" y="4212"/>
                </a:lnTo>
                <a:lnTo>
                  <a:pt x="9850" y="4225"/>
                </a:lnTo>
                <a:lnTo>
                  <a:pt x="9851" y="4212"/>
                </a:lnTo>
                <a:lnTo>
                  <a:pt x="9854" y="4213"/>
                </a:lnTo>
                <a:lnTo>
                  <a:pt x="9875" y="4224"/>
                </a:lnTo>
                <a:lnTo>
                  <a:pt x="9875" y="4211"/>
                </a:lnTo>
                <a:lnTo>
                  <a:pt x="9879" y="4212"/>
                </a:lnTo>
                <a:lnTo>
                  <a:pt x="10097" y="4321"/>
                </a:lnTo>
                <a:lnTo>
                  <a:pt x="10098" y="4307"/>
                </a:lnTo>
                <a:lnTo>
                  <a:pt x="10101" y="4309"/>
                </a:lnTo>
                <a:lnTo>
                  <a:pt x="10178" y="4347"/>
                </a:lnTo>
                <a:lnTo>
                  <a:pt x="10179" y="4332"/>
                </a:lnTo>
                <a:lnTo>
                  <a:pt x="10182" y="4334"/>
                </a:lnTo>
                <a:lnTo>
                  <a:pt x="10200" y="4343"/>
                </a:lnTo>
                <a:lnTo>
                  <a:pt x="10200" y="4328"/>
                </a:lnTo>
                <a:lnTo>
                  <a:pt x="10204" y="4330"/>
                </a:lnTo>
                <a:lnTo>
                  <a:pt x="10205" y="4330"/>
                </a:lnTo>
                <a:lnTo>
                  <a:pt x="10205" y="4315"/>
                </a:lnTo>
                <a:lnTo>
                  <a:pt x="10209" y="4317"/>
                </a:lnTo>
                <a:lnTo>
                  <a:pt x="10226" y="4325"/>
                </a:lnTo>
                <a:lnTo>
                  <a:pt x="10227" y="4310"/>
                </a:lnTo>
                <a:lnTo>
                  <a:pt x="10230" y="4312"/>
                </a:lnTo>
                <a:lnTo>
                  <a:pt x="10294" y="4344"/>
                </a:lnTo>
                <a:lnTo>
                  <a:pt x="10297" y="4314"/>
                </a:lnTo>
                <a:lnTo>
                  <a:pt x="10299" y="4314"/>
                </a:lnTo>
                <a:lnTo>
                  <a:pt x="10501" y="4415"/>
                </a:lnTo>
                <a:lnTo>
                  <a:pt x="10501" y="4398"/>
                </a:lnTo>
                <a:lnTo>
                  <a:pt x="10505" y="4400"/>
                </a:lnTo>
                <a:lnTo>
                  <a:pt x="10574" y="4434"/>
                </a:lnTo>
                <a:lnTo>
                  <a:pt x="10574" y="4417"/>
                </a:lnTo>
                <a:lnTo>
                  <a:pt x="10578" y="4419"/>
                </a:lnTo>
                <a:lnTo>
                  <a:pt x="10612" y="4436"/>
                </a:lnTo>
                <a:lnTo>
                  <a:pt x="10613" y="4418"/>
                </a:lnTo>
                <a:lnTo>
                  <a:pt x="10617" y="4420"/>
                </a:lnTo>
                <a:lnTo>
                  <a:pt x="10627" y="4425"/>
                </a:lnTo>
                <a:lnTo>
                  <a:pt x="10627" y="4407"/>
                </a:lnTo>
                <a:lnTo>
                  <a:pt x="10631" y="4409"/>
                </a:lnTo>
                <a:lnTo>
                  <a:pt x="10687" y="4437"/>
                </a:lnTo>
                <a:lnTo>
                  <a:pt x="10688" y="4419"/>
                </a:lnTo>
                <a:lnTo>
                  <a:pt x="10691" y="4420"/>
                </a:lnTo>
                <a:lnTo>
                  <a:pt x="10715" y="4432"/>
                </a:lnTo>
                <a:lnTo>
                  <a:pt x="10716" y="4414"/>
                </a:lnTo>
                <a:lnTo>
                  <a:pt x="10719" y="4415"/>
                </a:lnTo>
                <a:lnTo>
                  <a:pt x="10752" y="4432"/>
                </a:lnTo>
                <a:lnTo>
                  <a:pt x="10753" y="4413"/>
                </a:lnTo>
                <a:lnTo>
                  <a:pt x="10756" y="4415"/>
                </a:lnTo>
                <a:lnTo>
                  <a:pt x="10772" y="4423"/>
                </a:lnTo>
                <a:lnTo>
                  <a:pt x="10773" y="4404"/>
                </a:lnTo>
                <a:lnTo>
                  <a:pt x="10776" y="4405"/>
                </a:lnTo>
                <a:lnTo>
                  <a:pt x="10790" y="4412"/>
                </a:lnTo>
                <a:lnTo>
                  <a:pt x="10790" y="4393"/>
                </a:lnTo>
                <a:lnTo>
                  <a:pt x="10794" y="4395"/>
                </a:lnTo>
                <a:lnTo>
                  <a:pt x="10949" y="4472"/>
                </a:lnTo>
                <a:lnTo>
                  <a:pt x="10949" y="4451"/>
                </a:lnTo>
                <a:lnTo>
                  <a:pt x="10953" y="4453"/>
                </a:lnTo>
                <a:lnTo>
                  <a:pt x="11035" y="4494"/>
                </a:lnTo>
                <a:lnTo>
                  <a:pt x="11036" y="4472"/>
                </a:lnTo>
                <a:lnTo>
                  <a:pt x="11039" y="4474"/>
                </a:lnTo>
                <a:lnTo>
                  <a:pt x="11047" y="4478"/>
                </a:lnTo>
                <a:lnTo>
                  <a:pt x="11047" y="4456"/>
                </a:lnTo>
                <a:lnTo>
                  <a:pt x="11051" y="4458"/>
                </a:lnTo>
                <a:lnTo>
                  <a:pt x="11085" y="4475"/>
                </a:lnTo>
                <a:lnTo>
                  <a:pt x="11086" y="4453"/>
                </a:lnTo>
                <a:lnTo>
                  <a:pt x="11089" y="4455"/>
                </a:lnTo>
                <a:lnTo>
                  <a:pt x="11100" y="4460"/>
                </a:lnTo>
                <a:lnTo>
                  <a:pt x="11100" y="4438"/>
                </a:lnTo>
                <a:lnTo>
                  <a:pt x="11104" y="4440"/>
                </a:lnTo>
                <a:lnTo>
                  <a:pt x="11139" y="4458"/>
                </a:lnTo>
                <a:lnTo>
                  <a:pt x="11140" y="4435"/>
                </a:lnTo>
                <a:lnTo>
                  <a:pt x="11143" y="4437"/>
                </a:lnTo>
                <a:lnTo>
                  <a:pt x="11185" y="4458"/>
                </a:lnTo>
                <a:lnTo>
                  <a:pt x="11186" y="4435"/>
                </a:lnTo>
                <a:lnTo>
                  <a:pt x="11190" y="4437"/>
                </a:lnTo>
                <a:lnTo>
                  <a:pt x="11210" y="4447"/>
                </a:lnTo>
                <a:lnTo>
                  <a:pt x="11212" y="4401"/>
                </a:lnTo>
                <a:lnTo>
                  <a:pt x="11215" y="4402"/>
                </a:lnTo>
                <a:lnTo>
                  <a:pt x="11304" y="4447"/>
                </a:lnTo>
                <a:lnTo>
                  <a:pt x="11305" y="4423"/>
                </a:lnTo>
                <a:lnTo>
                  <a:pt x="11308" y="4424"/>
                </a:lnTo>
                <a:lnTo>
                  <a:pt x="11311" y="4426"/>
                </a:lnTo>
                <a:lnTo>
                  <a:pt x="11311" y="4401"/>
                </a:lnTo>
                <a:lnTo>
                  <a:pt x="11315" y="4403"/>
                </a:lnTo>
                <a:lnTo>
                  <a:pt x="11370" y="4431"/>
                </a:lnTo>
                <a:lnTo>
                  <a:pt x="11371" y="4406"/>
                </a:lnTo>
                <a:lnTo>
                  <a:pt x="11374" y="4407"/>
                </a:lnTo>
                <a:lnTo>
                  <a:pt x="11384" y="4412"/>
                </a:lnTo>
                <a:lnTo>
                  <a:pt x="11385" y="4387"/>
                </a:lnTo>
                <a:lnTo>
                  <a:pt x="11388" y="4389"/>
                </a:lnTo>
                <a:lnTo>
                  <a:pt x="11396" y="4393"/>
                </a:lnTo>
                <a:lnTo>
                  <a:pt x="11399" y="4318"/>
                </a:lnTo>
                <a:lnTo>
                  <a:pt x="11402" y="4319"/>
                </a:lnTo>
                <a:lnTo>
                  <a:pt x="11408" y="4322"/>
                </a:lnTo>
                <a:lnTo>
                  <a:pt x="11408" y="4297"/>
                </a:lnTo>
                <a:lnTo>
                  <a:pt x="11412" y="4299"/>
                </a:lnTo>
                <a:lnTo>
                  <a:pt x="11452" y="4319"/>
                </a:lnTo>
                <a:lnTo>
                  <a:pt x="11453" y="4293"/>
                </a:lnTo>
                <a:lnTo>
                  <a:pt x="11456" y="4295"/>
                </a:lnTo>
                <a:lnTo>
                  <a:pt x="11512" y="4323"/>
                </a:lnTo>
                <a:lnTo>
                  <a:pt x="11513" y="4297"/>
                </a:lnTo>
                <a:lnTo>
                  <a:pt x="11516" y="4298"/>
                </a:lnTo>
                <a:lnTo>
                  <a:pt x="11627" y="4354"/>
                </a:lnTo>
                <a:lnTo>
                  <a:pt x="11627" y="4326"/>
                </a:lnTo>
                <a:lnTo>
                  <a:pt x="11631" y="4328"/>
                </a:lnTo>
                <a:lnTo>
                  <a:pt x="11706" y="4365"/>
                </a:lnTo>
                <a:lnTo>
                  <a:pt x="11707" y="4336"/>
                </a:lnTo>
                <a:lnTo>
                  <a:pt x="11710" y="4338"/>
                </a:lnTo>
                <a:lnTo>
                  <a:pt x="11721" y="4343"/>
                </a:lnTo>
                <a:lnTo>
                  <a:pt x="11721" y="4314"/>
                </a:lnTo>
                <a:lnTo>
                  <a:pt x="11725" y="4316"/>
                </a:lnTo>
                <a:lnTo>
                  <a:pt x="11728" y="4318"/>
                </a:lnTo>
                <a:lnTo>
                  <a:pt x="11729" y="4289"/>
                </a:lnTo>
                <a:lnTo>
                  <a:pt x="11733" y="4291"/>
                </a:lnTo>
                <a:lnTo>
                  <a:pt x="11855" y="4352"/>
                </a:lnTo>
                <a:lnTo>
                  <a:pt x="11856" y="4321"/>
                </a:lnTo>
                <a:lnTo>
                  <a:pt x="11859" y="4323"/>
                </a:lnTo>
                <a:lnTo>
                  <a:pt x="11873" y="4329"/>
                </a:lnTo>
                <a:lnTo>
                  <a:pt x="11874" y="4298"/>
                </a:lnTo>
                <a:lnTo>
                  <a:pt x="11877" y="4300"/>
                </a:lnTo>
                <a:lnTo>
                  <a:pt x="11961" y="4342"/>
                </a:lnTo>
                <a:lnTo>
                  <a:pt x="11961" y="4309"/>
                </a:lnTo>
                <a:lnTo>
                  <a:pt x="11965" y="4311"/>
                </a:lnTo>
                <a:lnTo>
                  <a:pt x="12031" y="4344"/>
                </a:lnTo>
                <a:lnTo>
                  <a:pt x="12032" y="4311"/>
                </a:lnTo>
                <a:lnTo>
                  <a:pt x="12035" y="4312"/>
                </a:lnTo>
                <a:lnTo>
                  <a:pt x="12076" y="4333"/>
                </a:lnTo>
                <a:lnTo>
                  <a:pt x="12076" y="4298"/>
                </a:lnTo>
                <a:lnTo>
                  <a:pt x="12080" y="4300"/>
                </a:lnTo>
                <a:lnTo>
                  <a:pt x="12086" y="4303"/>
                </a:lnTo>
                <a:lnTo>
                  <a:pt x="12086" y="4268"/>
                </a:lnTo>
                <a:lnTo>
                  <a:pt x="12090" y="4270"/>
                </a:lnTo>
                <a:lnTo>
                  <a:pt x="12129" y="4289"/>
                </a:lnTo>
                <a:lnTo>
                  <a:pt x="12132" y="4183"/>
                </a:lnTo>
                <a:lnTo>
                  <a:pt x="12134" y="4184"/>
                </a:lnTo>
                <a:lnTo>
                  <a:pt x="12160" y="4197"/>
                </a:lnTo>
                <a:lnTo>
                  <a:pt x="12165" y="4126"/>
                </a:lnTo>
                <a:lnTo>
                  <a:pt x="12189" y="4138"/>
                </a:lnTo>
                <a:lnTo>
                  <a:pt x="12189" y="4101"/>
                </a:lnTo>
                <a:lnTo>
                  <a:pt x="12193" y="4103"/>
                </a:lnTo>
                <a:lnTo>
                  <a:pt x="12204" y="4109"/>
                </a:lnTo>
                <a:lnTo>
                  <a:pt x="12205" y="4072"/>
                </a:lnTo>
                <a:lnTo>
                  <a:pt x="12209" y="4074"/>
                </a:lnTo>
                <a:lnTo>
                  <a:pt x="12213" y="4076"/>
                </a:lnTo>
                <a:lnTo>
                  <a:pt x="12214" y="4039"/>
                </a:lnTo>
                <a:lnTo>
                  <a:pt x="12217" y="4041"/>
                </a:lnTo>
                <a:lnTo>
                  <a:pt x="12233" y="4049"/>
                </a:lnTo>
                <a:lnTo>
                  <a:pt x="12234" y="4011"/>
                </a:lnTo>
                <a:lnTo>
                  <a:pt x="12237" y="4013"/>
                </a:lnTo>
                <a:lnTo>
                  <a:pt x="12261" y="4025"/>
                </a:lnTo>
                <a:lnTo>
                  <a:pt x="12261" y="3987"/>
                </a:lnTo>
                <a:lnTo>
                  <a:pt x="12265" y="3989"/>
                </a:lnTo>
                <a:lnTo>
                  <a:pt x="12269" y="3990"/>
                </a:lnTo>
                <a:lnTo>
                  <a:pt x="12269" y="3952"/>
                </a:lnTo>
                <a:lnTo>
                  <a:pt x="12273" y="3954"/>
                </a:lnTo>
                <a:lnTo>
                  <a:pt x="12321" y="3978"/>
                </a:lnTo>
                <a:lnTo>
                  <a:pt x="12322" y="3939"/>
                </a:lnTo>
                <a:lnTo>
                  <a:pt x="12326" y="3941"/>
                </a:lnTo>
                <a:lnTo>
                  <a:pt x="12348" y="3952"/>
                </a:lnTo>
                <a:lnTo>
                  <a:pt x="12348" y="3912"/>
                </a:lnTo>
                <a:lnTo>
                  <a:pt x="12352" y="3914"/>
                </a:lnTo>
                <a:lnTo>
                  <a:pt x="12386" y="3931"/>
                </a:lnTo>
                <a:lnTo>
                  <a:pt x="12387" y="3890"/>
                </a:lnTo>
                <a:lnTo>
                  <a:pt x="12390" y="3891"/>
                </a:lnTo>
                <a:lnTo>
                  <a:pt x="12423" y="3908"/>
                </a:lnTo>
                <a:lnTo>
                  <a:pt x="12424" y="3866"/>
                </a:lnTo>
                <a:lnTo>
                  <a:pt x="12427" y="3868"/>
                </a:lnTo>
                <a:lnTo>
                  <a:pt x="12431" y="3870"/>
                </a:lnTo>
                <a:lnTo>
                  <a:pt x="12431" y="3828"/>
                </a:lnTo>
                <a:lnTo>
                  <a:pt x="12435" y="3829"/>
                </a:lnTo>
                <a:lnTo>
                  <a:pt x="12447" y="3836"/>
                </a:lnTo>
                <a:lnTo>
                  <a:pt x="12448" y="3793"/>
                </a:lnTo>
                <a:lnTo>
                  <a:pt x="12451" y="3795"/>
                </a:lnTo>
                <a:lnTo>
                  <a:pt x="12481" y="3810"/>
                </a:lnTo>
                <a:lnTo>
                  <a:pt x="12482" y="3766"/>
                </a:lnTo>
                <a:lnTo>
                  <a:pt x="12485" y="3768"/>
                </a:lnTo>
                <a:lnTo>
                  <a:pt x="12490" y="3770"/>
                </a:lnTo>
                <a:lnTo>
                  <a:pt x="12491" y="3726"/>
                </a:lnTo>
                <a:lnTo>
                  <a:pt x="12494" y="3728"/>
                </a:lnTo>
                <a:lnTo>
                  <a:pt x="12514" y="3738"/>
                </a:lnTo>
                <a:lnTo>
                  <a:pt x="12515" y="3605"/>
                </a:lnTo>
                <a:lnTo>
                  <a:pt x="12519" y="3606"/>
                </a:lnTo>
                <a:lnTo>
                  <a:pt x="12538" y="3616"/>
                </a:lnTo>
                <a:lnTo>
                  <a:pt x="12539" y="3571"/>
                </a:lnTo>
                <a:lnTo>
                  <a:pt x="12542" y="3573"/>
                </a:lnTo>
                <a:lnTo>
                  <a:pt x="12544" y="3574"/>
                </a:lnTo>
                <a:lnTo>
                  <a:pt x="12547" y="3484"/>
                </a:lnTo>
                <a:lnTo>
                  <a:pt x="12549" y="3484"/>
                </a:lnTo>
                <a:lnTo>
                  <a:pt x="12575" y="3498"/>
                </a:lnTo>
                <a:lnTo>
                  <a:pt x="12578" y="3405"/>
                </a:lnTo>
                <a:lnTo>
                  <a:pt x="12580" y="3406"/>
                </a:lnTo>
                <a:lnTo>
                  <a:pt x="12592" y="3412"/>
                </a:lnTo>
                <a:lnTo>
                  <a:pt x="12592" y="3365"/>
                </a:lnTo>
                <a:lnTo>
                  <a:pt x="12596" y="3367"/>
                </a:lnTo>
                <a:lnTo>
                  <a:pt x="12620" y="3379"/>
                </a:lnTo>
                <a:lnTo>
                  <a:pt x="12625" y="3188"/>
                </a:lnTo>
                <a:lnTo>
                  <a:pt x="12626" y="3189"/>
                </a:lnTo>
                <a:lnTo>
                  <a:pt x="12639" y="3195"/>
                </a:lnTo>
                <a:lnTo>
                  <a:pt x="12640" y="3098"/>
                </a:lnTo>
                <a:lnTo>
                  <a:pt x="12643" y="3100"/>
                </a:lnTo>
                <a:lnTo>
                  <a:pt x="12662" y="3109"/>
                </a:lnTo>
                <a:lnTo>
                  <a:pt x="12666" y="3012"/>
                </a:lnTo>
                <a:lnTo>
                  <a:pt x="12673" y="3015"/>
                </a:lnTo>
                <a:lnTo>
                  <a:pt x="12677" y="2916"/>
                </a:lnTo>
                <a:lnTo>
                  <a:pt x="12678" y="2916"/>
                </a:lnTo>
                <a:lnTo>
                  <a:pt x="12683" y="2919"/>
                </a:lnTo>
                <a:lnTo>
                  <a:pt x="12685" y="2819"/>
                </a:lnTo>
                <a:lnTo>
                  <a:pt x="12688" y="2820"/>
                </a:lnTo>
                <a:lnTo>
                  <a:pt x="12704" y="2828"/>
                </a:lnTo>
                <a:lnTo>
                  <a:pt x="12705" y="2726"/>
                </a:lnTo>
                <a:lnTo>
                  <a:pt x="12709" y="2728"/>
                </a:lnTo>
                <a:lnTo>
                  <a:pt x="12710" y="2729"/>
                </a:lnTo>
                <a:lnTo>
                  <a:pt x="12711" y="2677"/>
                </a:lnTo>
                <a:lnTo>
                  <a:pt x="12715" y="2679"/>
                </a:lnTo>
                <a:lnTo>
                  <a:pt x="12720" y="2681"/>
                </a:lnTo>
                <a:lnTo>
                  <a:pt x="12722" y="2578"/>
                </a:lnTo>
                <a:lnTo>
                  <a:pt x="12725" y="2579"/>
                </a:lnTo>
                <a:lnTo>
                  <a:pt x="12729" y="2582"/>
                </a:lnTo>
                <a:lnTo>
                  <a:pt x="12730" y="2530"/>
                </a:lnTo>
                <a:lnTo>
                  <a:pt x="12733" y="2531"/>
                </a:lnTo>
                <a:lnTo>
                  <a:pt x="12751" y="2540"/>
                </a:lnTo>
                <a:lnTo>
                  <a:pt x="12755" y="2436"/>
                </a:lnTo>
                <a:lnTo>
                  <a:pt x="12756" y="2436"/>
                </a:lnTo>
                <a:lnTo>
                  <a:pt x="12763" y="2440"/>
                </a:lnTo>
                <a:lnTo>
                  <a:pt x="12767" y="2281"/>
                </a:lnTo>
                <a:lnTo>
                  <a:pt x="12768" y="2281"/>
                </a:lnTo>
                <a:lnTo>
                  <a:pt x="12773" y="2283"/>
                </a:lnTo>
                <a:lnTo>
                  <a:pt x="12773" y="2230"/>
                </a:lnTo>
                <a:lnTo>
                  <a:pt x="12777" y="2231"/>
                </a:lnTo>
                <a:lnTo>
                  <a:pt x="12787" y="2237"/>
                </a:lnTo>
                <a:lnTo>
                  <a:pt x="12788" y="2182"/>
                </a:lnTo>
                <a:lnTo>
                  <a:pt x="12792" y="2184"/>
                </a:lnTo>
                <a:lnTo>
                  <a:pt x="12797" y="2187"/>
                </a:lnTo>
                <a:lnTo>
                  <a:pt x="12797" y="2132"/>
                </a:lnTo>
                <a:lnTo>
                  <a:pt x="12801" y="2134"/>
                </a:lnTo>
                <a:lnTo>
                  <a:pt x="12813" y="2140"/>
                </a:lnTo>
                <a:lnTo>
                  <a:pt x="12813" y="2084"/>
                </a:lnTo>
                <a:lnTo>
                  <a:pt x="12817" y="2086"/>
                </a:lnTo>
                <a:lnTo>
                  <a:pt x="12833" y="2094"/>
                </a:lnTo>
                <a:lnTo>
                  <a:pt x="12837" y="1926"/>
                </a:lnTo>
                <a:lnTo>
                  <a:pt x="12838" y="1927"/>
                </a:lnTo>
                <a:lnTo>
                  <a:pt x="12839" y="1927"/>
                </a:lnTo>
                <a:lnTo>
                  <a:pt x="12840" y="1871"/>
                </a:lnTo>
                <a:lnTo>
                  <a:pt x="12843" y="1873"/>
                </a:lnTo>
                <a:lnTo>
                  <a:pt x="12856" y="1879"/>
                </a:lnTo>
                <a:lnTo>
                  <a:pt x="12856" y="1821"/>
                </a:lnTo>
                <a:lnTo>
                  <a:pt x="12860" y="1823"/>
                </a:lnTo>
                <a:lnTo>
                  <a:pt x="12870" y="1828"/>
                </a:lnTo>
                <a:lnTo>
                  <a:pt x="12871" y="1770"/>
                </a:lnTo>
                <a:lnTo>
                  <a:pt x="12874" y="1772"/>
                </a:lnTo>
                <a:lnTo>
                  <a:pt x="12879" y="1774"/>
                </a:lnTo>
                <a:lnTo>
                  <a:pt x="12879" y="1715"/>
                </a:lnTo>
                <a:lnTo>
                  <a:pt x="12883" y="1717"/>
                </a:lnTo>
                <a:lnTo>
                  <a:pt x="12926" y="1739"/>
                </a:lnTo>
                <a:lnTo>
                  <a:pt x="12927" y="1678"/>
                </a:lnTo>
                <a:lnTo>
                  <a:pt x="12930" y="1679"/>
                </a:lnTo>
                <a:lnTo>
                  <a:pt x="12938" y="1683"/>
                </a:lnTo>
                <a:lnTo>
                  <a:pt x="12943" y="1562"/>
                </a:lnTo>
                <a:lnTo>
                  <a:pt x="12958" y="1569"/>
                </a:lnTo>
                <a:lnTo>
                  <a:pt x="12959" y="1443"/>
                </a:lnTo>
                <a:lnTo>
                  <a:pt x="12963" y="1445"/>
                </a:lnTo>
                <a:lnTo>
                  <a:pt x="12964" y="1446"/>
                </a:lnTo>
                <a:lnTo>
                  <a:pt x="12964" y="1382"/>
                </a:lnTo>
                <a:lnTo>
                  <a:pt x="12968" y="1384"/>
                </a:lnTo>
                <a:lnTo>
                  <a:pt x="12978" y="1389"/>
                </a:lnTo>
                <a:lnTo>
                  <a:pt x="12978" y="1325"/>
                </a:lnTo>
                <a:lnTo>
                  <a:pt x="12982" y="1326"/>
                </a:lnTo>
                <a:lnTo>
                  <a:pt x="12984" y="1328"/>
                </a:lnTo>
                <a:lnTo>
                  <a:pt x="12985" y="1263"/>
                </a:lnTo>
                <a:lnTo>
                  <a:pt x="12988" y="1265"/>
                </a:lnTo>
                <a:lnTo>
                  <a:pt x="13014" y="1278"/>
                </a:lnTo>
                <a:lnTo>
                  <a:pt x="13015" y="1210"/>
                </a:lnTo>
                <a:lnTo>
                  <a:pt x="13018" y="1212"/>
                </a:lnTo>
                <a:lnTo>
                  <a:pt x="13071" y="1238"/>
                </a:lnTo>
                <a:lnTo>
                  <a:pt x="13071" y="1166"/>
                </a:lnTo>
                <a:lnTo>
                  <a:pt x="13075" y="1168"/>
                </a:lnTo>
                <a:lnTo>
                  <a:pt x="13104" y="1183"/>
                </a:lnTo>
                <a:lnTo>
                  <a:pt x="13105" y="1108"/>
                </a:lnTo>
                <a:lnTo>
                  <a:pt x="13108" y="1110"/>
                </a:lnTo>
                <a:lnTo>
                  <a:pt x="13129" y="1120"/>
                </a:lnTo>
                <a:lnTo>
                  <a:pt x="13129" y="1042"/>
                </a:lnTo>
                <a:lnTo>
                  <a:pt x="13133" y="1044"/>
                </a:lnTo>
                <a:lnTo>
                  <a:pt x="13141" y="1047"/>
                </a:lnTo>
                <a:lnTo>
                  <a:pt x="13141" y="968"/>
                </a:lnTo>
                <a:lnTo>
                  <a:pt x="13145" y="969"/>
                </a:lnTo>
                <a:lnTo>
                  <a:pt x="13167" y="980"/>
                </a:lnTo>
                <a:lnTo>
                  <a:pt x="13167" y="897"/>
                </a:lnTo>
                <a:lnTo>
                  <a:pt x="13171" y="899"/>
                </a:lnTo>
                <a:lnTo>
                  <a:pt x="13175" y="901"/>
                </a:lnTo>
                <a:lnTo>
                  <a:pt x="13175" y="817"/>
                </a:lnTo>
                <a:lnTo>
                  <a:pt x="13179" y="819"/>
                </a:lnTo>
                <a:lnTo>
                  <a:pt x="13181" y="820"/>
                </a:lnTo>
                <a:lnTo>
                  <a:pt x="13181" y="735"/>
                </a:lnTo>
                <a:lnTo>
                  <a:pt x="13185" y="736"/>
                </a:lnTo>
                <a:lnTo>
                  <a:pt x="13218" y="753"/>
                </a:lnTo>
                <a:lnTo>
                  <a:pt x="13220" y="572"/>
                </a:lnTo>
                <a:lnTo>
                  <a:pt x="13223" y="574"/>
                </a:lnTo>
                <a:lnTo>
                  <a:pt x="13236" y="580"/>
                </a:lnTo>
                <a:lnTo>
                  <a:pt x="13236" y="485"/>
                </a:lnTo>
                <a:lnTo>
                  <a:pt x="13240" y="487"/>
                </a:lnTo>
                <a:lnTo>
                  <a:pt x="13242" y="488"/>
                </a:lnTo>
                <a:lnTo>
                  <a:pt x="13243" y="391"/>
                </a:lnTo>
                <a:lnTo>
                  <a:pt x="13246" y="393"/>
                </a:lnTo>
                <a:lnTo>
                  <a:pt x="13256" y="398"/>
                </a:lnTo>
                <a:lnTo>
                  <a:pt x="13258" y="200"/>
                </a:lnTo>
                <a:lnTo>
                  <a:pt x="13261" y="202"/>
                </a:lnTo>
                <a:lnTo>
                  <a:pt x="13293" y="218"/>
                </a:lnTo>
                <a:lnTo>
                  <a:pt x="13294" y="108"/>
                </a:lnTo>
                <a:lnTo>
                  <a:pt x="13298" y="109"/>
                </a:lnTo>
                <a:lnTo>
                  <a:pt x="13328" y="124"/>
                </a:lnTo>
                <a:lnTo>
                  <a:pt x="13328" y="0"/>
                </a:lnTo>
                <a:lnTo>
                  <a:pt x="13332" y="2"/>
                </a:lnTo>
                <a:lnTo>
                  <a:pt x="13422" y="47"/>
                </a:lnTo>
              </a:path>
            </a:pathLst>
          </a:custGeom>
          <a:ln cap="sq" w="32760">
            <a:solidFill>
              <a:srgbClr val="c53e1f"/>
            </a:solidFill>
            <a:round/>
          </a:ln>
        </p:spPr>
      </p:sp>
      <p:sp>
        <p:nvSpPr>
          <p:cNvPr id="869" name=""/>
          <p:cNvSpPr/>
          <p:nvPr/>
        </p:nvSpPr>
        <p:spPr>
          <a:xfrm>
            <a:off x="6836040" y="4624200"/>
            <a:ext cx="4831560" cy="0"/>
          </a:xfrm>
          <a:prstGeom prst="line">
            <a:avLst/>
          </a:prstGeom>
          <a:ln cap="sq" w="75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0" name=""/>
          <p:cNvSpPr/>
          <p:nvPr/>
        </p:nvSpPr>
        <p:spPr>
          <a:xfrm flipV="1">
            <a:off x="6836040" y="4526280"/>
            <a:ext cx="0" cy="17794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71" name=""/>
          <p:cNvSpPr/>
          <p:nvPr/>
        </p:nvSpPr>
        <p:spPr>
          <a:xfrm>
            <a:off x="6836040" y="6305760"/>
            <a:ext cx="4831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72" name=""/>
          <p:cNvSpPr/>
          <p:nvPr/>
        </p:nvSpPr>
        <p:spPr>
          <a:xfrm>
            <a:off x="6876720" y="4541760"/>
            <a:ext cx="1697040" cy="248400"/>
          </a:xfrm>
          <a:custGeom>
            <a:avLst/>
            <a:gdLst/>
            <a:ahLst/>
            <a:rect l="0" t="0" r="r" b="b"/>
            <a:pathLst>
              <a:path w="4714" h="690">
                <a:moveTo>
                  <a:pt x="155" y="690"/>
                </a:moveTo>
                <a:lnTo>
                  <a:pt x="4559" y="690"/>
                </a:lnTo>
                <a:cubicBezTo>
                  <a:pt x="4663" y="690"/>
                  <a:pt x="4714" y="638"/>
                  <a:pt x="4714" y="535"/>
                </a:cubicBezTo>
                <a:lnTo>
                  <a:pt x="4714" y="156"/>
                </a:lnTo>
                <a:cubicBezTo>
                  <a:pt x="4714" y="52"/>
                  <a:pt x="4663" y="0"/>
                  <a:pt x="4559" y="0"/>
                </a:cubicBezTo>
                <a:lnTo>
                  <a:pt x="155" y="0"/>
                </a:lnTo>
                <a:cubicBezTo>
                  <a:pt x="52" y="0"/>
                  <a:pt x="0" y="52"/>
                  <a:pt x="0" y="156"/>
                </a:cubicBezTo>
                <a:lnTo>
                  <a:pt x="0" y="535"/>
                </a:lnTo>
                <a:cubicBezTo>
                  <a:pt x="0" y="638"/>
                  <a:pt x="52" y="690"/>
                  <a:pt x="155" y="690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 w="12600">
            <a:solidFill>
              <a:srgbClr val="c53e1f">
                <a:alpha val="92000"/>
              </a:srgbClr>
            </a:solidFill>
            <a:miter/>
          </a:ln>
        </p:spPr>
      </p:sp>
      <p:sp>
        <p:nvSpPr>
          <p:cNvPr id="873" name=""/>
          <p:cNvSpPr txBox="1"/>
          <p:nvPr/>
        </p:nvSpPr>
        <p:spPr>
          <a:xfrm rot="16200000">
            <a:off x="6265080" y="5341320"/>
            <a:ext cx="1789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74" name=""/>
          <p:cNvSpPr txBox="1"/>
          <p:nvPr/>
        </p:nvSpPr>
        <p:spPr>
          <a:xfrm>
            <a:off x="6932520" y="4574160"/>
            <a:ext cx="15919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EMT (mesenchymal)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875" name=""/>
          <p:cNvSpPr txBox="1"/>
          <p:nvPr/>
        </p:nvSpPr>
        <p:spPr>
          <a:xfrm>
            <a:off x="10725840" y="4576320"/>
            <a:ext cx="8449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c53e1f"/>
                </a:solidFill>
                <a:latin typeface="DejaVuSans"/>
              </a:rPr>
              <a:t>NES = -2.16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76" name=""/>
          <p:cNvSpPr/>
          <p:nvPr/>
        </p:nvSpPr>
        <p:spPr>
          <a:xfrm>
            <a:off x="10741680" y="6158160"/>
            <a:ext cx="133560" cy="133560"/>
          </a:xfrm>
          <a:custGeom>
            <a:avLst/>
            <a:gdLst/>
            <a:ahLst/>
            <a:rect l="0" t="0" r="r" b="b"/>
            <a:pathLst>
              <a:path w="371" h="371">
                <a:moveTo>
                  <a:pt x="185" y="371"/>
                </a:moveTo>
                <a:cubicBezTo>
                  <a:pt x="234" y="371"/>
                  <a:pt x="282" y="351"/>
                  <a:pt x="317" y="317"/>
                </a:cubicBezTo>
                <a:cubicBezTo>
                  <a:pt x="351" y="282"/>
                  <a:pt x="371" y="235"/>
                  <a:pt x="371" y="186"/>
                </a:cubicBezTo>
                <a:cubicBezTo>
                  <a:pt x="371" y="137"/>
                  <a:pt x="351" y="90"/>
                  <a:pt x="317" y="55"/>
                </a:cubicBezTo>
                <a:cubicBezTo>
                  <a:pt x="282" y="19"/>
                  <a:pt x="234" y="0"/>
                  <a:pt x="185" y="0"/>
                </a:cubicBezTo>
                <a:cubicBezTo>
                  <a:pt x="136" y="0"/>
                  <a:pt x="89" y="19"/>
                  <a:pt x="54" y="55"/>
                </a:cubicBezTo>
                <a:cubicBezTo>
                  <a:pt x="19" y="90"/>
                  <a:pt x="0" y="137"/>
                  <a:pt x="0" y="186"/>
                </a:cubicBezTo>
                <a:cubicBezTo>
                  <a:pt x="0" y="235"/>
                  <a:pt x="19" y="282"/>
                  <a:pt x="54" y="317"/>
                </a:cubicBezTo>
                <a:cubicBezTo>
                  <a:pt x="89" y="351"/>
                  <a:pt x="136" y="371"/>
                  <a:pt x="185" y="371"/>
                </a:cubicBezTo>
                <a:close/>
              </a:path>
            </a:pathLst>
          </a:custGeom>
          <a:solidFill>
            <a:srgbClr val="c53e1f"/>
          </a:solidFill>
          <a:ln w="22680">
            <a:solidFill>
              <a:srgbClr val="ffffff"/>
            </a:solidFill>
            <a:round/>
          </a:ln>
        </p:spPr>
      </p:sp>
      <p:sp>
        <p:nvSpPr>
          <p:cNvPr id="877" name=""/>
          <p:cNvSpPr/>
          <p:nvPr/>
        </p:nvSpPr>
        <p:spPr>
          <a:xfrm>
            <a:off x="6836040" y="6396840"/>
            <a:ext cx="4831920" cy="190080"/>
          </a:xfrm>
          <a:custGeom>
            <a:avLst/>
            <a:gdLst/>
            <a:ahLst/>
            <a:rect l="0" t="0" r="r" b="b"/>
            <a:pathLst>
              <a:path w="13422" h="528">
                <a:moveTo>
                  <a:pt x="0" y="528"/>
                </a:moveTo>
                <a:lnTo>
                  <a:pt x="13422" y="528"/>
                </a:lnTo>
                <a:lnTo>
                  <a:pt x="13422" y="0"/>
                </a:lnTo>
                <a:lnTo>
                  <a:pt x="0" y="0"/>
                </a:lnTo>
                <a:lnTo>
                  <a:pt x="0" y="52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878" name=""/>
          <p:cNvSpPr/>
          <p:nvPr/>
        </p:nvSpPr>
        <p:spPr>
          <a:xfrm flipV="1">
            <a:off x="68922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9" name=""/>
          <p:cNvSpPr/>
          <p:nvPr/>
        </p:nvSpPr>
        <p:spPr>
          <a:xfrm flipV="1">
            <a:off x="71539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0" name=""/>
          <p:cNvSpPr/>
          <p:nvPr/>
        </p:nvSpPr>
        <p:spPr>
          <a:xfrm flipV="1">
            <a:off x="72198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1" name=""/>
          <p:cNvSpPr/>
          <p:nvPr/>
        </p:nvSpPr>
        <p:spPr>
          <a:xfrm flipV="1">
            <a:off x="7261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2" name=""/>
          <p:cNvSpPr/>
          <p:nvPr/>
        </p:nvSpPr>
        <p:spPr>
          <a:xfrm flipV="1">
            <a:off x="73198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3" name=""/>
          <p:cNvSpPr/>
          <p:nvPr/>
        </p:nvSpPr>
        <p:spPr>
          <a:xfrm flipV="1">
            <a:off x="7324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4" name=""/>
          <p:cNvSpPr/>
          <p:nvPr/>
        </p:nvSpPr>
        <p:spPr>
          <a:xfrm flipV="1">
            <a:off x="7354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5" name=""/>
          <p:cNvSpPr/>
          <p:nvPr/>
        </p:nvSpPr>
        <p:spPr>
          <a:xfrm flipV="1">
            <a:off x="73612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6" name=""/>
          <p:cNvSpPr/>
          <p:nvPr/>
        </p:nvSpPr>
        <p:spPr>
          <a:xfrm flipV="1">
            <a:off x="74718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7" name=""/>
          <p:cNvSpPr/>
          <p:nvPr/>
        </p:nvSpPr>
        <p:spPr>
          <a:xfrm flipV="1">
            <a:off x="74959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8" name=""/>
          <p:cNvSpPr/>
          <p:nvPr/>
        </p:nvSpPr>
        <p:spPr>
          <a:xfrm flipV="1">
            <a:off x="75052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9" name=""/>
          <p:cNvSpPr/>
          <p:nvPr/>
        </p:nvSpPr>
        <p:spPr>
          <a:xfrm flipV="1">
            <a:off x="7518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0" name=""/>
          <p:cNvSpPr/>
          <p:nvPr/>
        </p:nvSpPr>
        <p:spPr>
          <a:xfrm flipV="1">
            <a:off x="75301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1" name=""/>
          <p:cNvSpPr/>
          <p:nvPr/>
        </p:nvSpPr>
        <p:spPr>
          <a:xfrm flipV="1">
            <a:off x="75549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2" name=""/>
          <p:cNvSpPr/>
          <p:nvPr/>
        </p:nvSpPr>
        <p:spPr>
          <a:xfrm flipV="1">
            <a:off x="78480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3" name=""/>
          <p:cNvSpPr/>
          <p:nvPr/>
        </p:nvSpPr>
        <p:spPr>
          <a:xfrm flipV="1">
            <a:off x="7993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4" name=""/>
          <p:cNvSpPr/>
          <p:nvPr/>
        </p:nvSpPr>
        <p:spPr>
          <a:xfrm flipV="1">
            <a:off x="8059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5" name=""/>
          <p:cNvSpPr/>
          <p:nvPr/>
        </p:nvSpPr>
        <p:spPr>
          <a:xfrm flipV="1">
            <a:off x="8104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6" name=""/>
          <p:cNvSpPr/>
          <p:nvPr/>
        </p:nvSpPr>
        <p:spPr>
          <a:xfrm flipV="1">
            <a:off x="82130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7" name=""/>
          <p:cNvSpPr/>
          <p:nvPr/>
        </p:nvSpPr>
        <p:spPr>
          <a:xfrm flipV="1">
            <a:off x="82699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8" name=""/>
          <p:cNvSpPr/>
          <p:nvPr/>
        </p:nvSpPr>
        <p:spPr>
          <a:xfrm flipV="1">
            <a:off x="8305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9" name=""/>
          <p:cNvSpPr/>
          <p:nvPr/>
        </p:nvSpPr>
        <p:spPr>
          <a:xfrm flipV="1">
            <a:off x="8346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0" name=""/>
          <p:cNvSpPr/>
          <p:nvPr/>
        </p:nvSpPr>
        <p:spPr>
          <a:xfrm flipV="1">
            <a:off x="84625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1" name=""/>
          <p:cNvSpPr/>
          <p:nvPr/>
        </p:nvSpPr>
        <p:spPr>
          <a:xfrm flipV="1">
            <a:off x="8473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2" name=""/>
          <p:cNvSpPr/>
          <p:nvPr/>
        </p:nvSpPr>
        <p:spPr>
          <a:xfrm flipV="1">
            <a:off x="85233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3" name=""/>
          <p:cNvSpPr/>
          <p:nvPr/>
        </p:nvSpPr>
        <p:spPr>
          <a:xfrm flipV="1">
            <a:off x="85611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4" name=""/>
          <p:cNvSpPr/>
          <p:nvPr/>
        </p:nvSpPr>
        <p:spPr>
          <a:xfrm flipV="1">
            <a:off x="86338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5" name=""/>
          <p:cNvSpPr/>
          <p:nvPr/>
        </p:nvSpPr>
        <p:spPr>
          <a:xfrm flipV="1">
            <a:off x="8641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6" name=""/>
          <p:cNvSpPr/>
          <p:nvPr/>
        </p:nvSpPr>
        <p:spPr>
          <a:xfrm flipV="1">
            <a:off x="86760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7" name=""/>
          <p:cNvSpPr/>
          <p:nvPr/>
        </p:nvSpPr>
        <p:spPr>
          <a:xfrm flipV="1">
            <a:off x="8697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8" name=""/>
          <p:cNvSpPr/>
          <p:nvPr/>
        </p:nvSpPr>
        <p:spPr>
          <a:xfrm flipV="1">
            <a:off x="8769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9" name=""/>
          <p:cNvSpPr/>
          <p:nvPr/>
        </p:nvSpPr>
        <p:spPr>
          <a:xfrm flipV="1">
            <a:off x="88351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0" name=""/>
          <p:cNvSpPr/>
          <p:nvPr/>
        </p:nvSpPr>
        <p:spPr>
          <a:xfrm flipV="1">
            <a:off x="89690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1" name=""/>
          <p:cNvSpPr/>
          <p:nvPr/>
        </p:nvSpPr>
        <p:spPr>
          <a:xfrm flipV="1">
            <a:off x="9019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2" name=""/>
          <p:cNvSpPr/>
          <p:nvPr/>
        </p:nvSpPr>
        <p:spPr>
          <a:xfrm flipV="1">
            <a:off x="9215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3" name=""/>
          <p:cNvSpPr/>
          <p:nvPr/>
        </p:nvSpPr>
        <p:spPr>
          <a:xfrm flipV="1">
            <a:off x="92840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4" name=""/>
          <p:cNvSpPr/>
          <p:nvPr/>
        </p:nvSpPr>
        <p:spPr>
          <a:xfrm flipV="1">
            <a:off x="9301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5" name=""/>
          <p:cNvSpPr/>
          <p:nvPr/>
        </p:nvSpPr>
        <p:spPr>
          <a:xfrm flipV="1">
            <a:off x="9400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6" name=""/>
          <p:cNvSpPr/>
          <p:nvPr/>
        </p:nvSpPr>
        <p:spPr>
          <a:xfrm flipV="1">
            <a:off x="94647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7" name=""/>
          <p:cNvSpPr/>
          <p:nvPr/>
        </p:nvSpPr>
        <p:spPr>
          <a:xfrm flipV="1">
            <a:off x="9507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8" name=""/>
          <p:cNvSpPr/>
          <p:nvPr/>
        </p:nvSpPr>
        <p:spPr>
          <a:xfrm flipV="1">
            <a:off x="9592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9" name=""/>
          <p:cNvSpPr/>
          <p:nvPr/>
        </p:nvSpPr>
        <p:spPr>
          <a:xfrm flipV="1">
            <a:off x="9626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0" name=""/>
          <p:cNvSpPr/>
          <p:nvPr/>
        </p:nvSpPr>
        <p:spPr>
          <a:xfrm flipV="1">
            <a:off x="97250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1" name=""/>
          <p:cNvSpPr/>
          <p:nvPr/>
        </p:nvSpPr>
        <p:spPr>
          <a:xfrm flipV="1">
            <a:off x="97268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2" name=""/>
          <p:cNvSpPr/>
          <p:nvPr/>
        </p:nvSpPr>
        <p:spPr>
          <a:xfrm flipV="1">
            <a:off x="97358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3" name=""/>
          <p:cNvSpPr/>
          <p:nvPr/>
        </p:nvSpPr>
        <p:spPr>
          <a:xfrm flipV="1">
            <a:off x="9760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4" name=""/>
          <p:cNvSpPr/>
          <p:nvPr/>
        </p:nvSpPr>
        <p:spPr>
          <a:xfrm flipV="1">
            <a:off x="97761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5" name=""/>
          <p:cNvSpPr/>
          <p:nvPr/>
        </p:nvSpPr>
        <p:spPr>
          <a:xfrm flipV="1">
            <a:off x="9832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6" name=""/>
          <p:cNvSpPr/>
          <p:nvPr/>
        </p:nvSpPr>
        <p:spPr>
          <a:xfrm flipV="1">
            <a:off x="98452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7" name=""/>
          <p:cNvSpPr/>
          <p:nvPr/>
        </p:nvSpPr>
        <p:spPr>
          <a:xfrm flipV="1">
            <a:off x="9868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8" name=""/>
          <p:cNvSpPr/>
          <p:nvPr/>
        </p:nvSpPr>
        <p:spPr>
          <a:xfrm flipV="1">
            <a:off x="99021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9" name=""/>
          <p:cNvSpPr/>
          <p:nvPr/>
        </p:nvSpPr>
        <p:spPr>
          <a:xfrm flipV="1">
            <a:off x="99450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0" name=""/>
          <p:cNvSpPr/>
          <p:nvPr/>
        </p:nvSpPr>
        <p:spPr>
          <a:xfrm flipV="1">
            <a:off x="10004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1" name=""/>
          <p:cNvSpPr/>
          <p:nvPr/>
        </p:nvSpPr>
        <p:spPr>
          <a:xfrm flipV="1">
            <a:off x="10024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2" name=""/>
          <p:cNvSpPr/>
          <p:nvPr/>
        </p:nvSpPr>
        <p:spPr>
          <a:xfrm flipV="1">
            <a:off x="10038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3" name=""/>
          <p:cNvSpPr/>
          <p:nvPr/>
        </p:nvSpPr>
        <p:spPr>
          <a:xfrm flipV="1">
            <a:off x="10039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4" name=""/>
          <p:cNvSpPr/>
          <p:nvPr/>
        </p:nvSpPr>
        <p:spPr>
          <a:xfrm flipV="1">
            <a:off x="100443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5" name=""/>
          <p:cNvSpPr/>
          <p:nvPr/>
        </p:nvSpPr>
        <p:spPr>
          <a:xfrm flipV="1">
            <a:off x="10075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6" name=""/>
          <p:cNvSpPr/>
          <p:nvPr/>
        </p:nvSpPr>
        <p:spPr>
          <a:xfrm flipV="1">
            <a:off x="101451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7" name=""/>
          <p:cNvSpPr/>
          <p:nvPr/>
        </p:nvSpPr>
        <p:spPr>
          <a:xfrm flipV="1">
            <a:off x="101959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8" name=""/>
          <p:cNvSpPr/>
          <p:nvPr/>
        </p:nvSpPr>
        <p:spPr>
          <a:xfrm flipV="1">
            <a:off x="10222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9" name=""/>
          <p:cNvSpPr/>
          <p:nvPr/>
        </p:nvSpPr>
        <p:spPr>
          <a:xfrm flipV="1">
            <a:off x="10283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0" name=""/>
          <p:cNvSpPr/>
          <p:nvPr/>
        </p:nvSpPr>
        <p:spPr>
          <a:xfrm flipV="1">
            <a:off x="10313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1" name=""/>
          <p:cNvSpPr/>
          <p:nvPr/>
        </p:nvSpPr>
        <p:spPr>
          <a:xfrm flipV="1">
            <a:off x="103500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2" name=""/>
          <p:cNvSpPr/>
          <p:nvPr/>
        </p:nvSpPr>
        <p:spPr>
          <a:xfrm flipV="1">
            <a:off x="10369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3" name=""/>
          <p:cNvSpPr/>
          <p:nvPr/>
        </p:nvSpPr>
        <p:spPr>
          <a:xfrm flipV="1">
            <a:off x="10371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4" name=""/>
          <p:cNvSpPr/>
          <p:nvPr/>
        </p:nvSpPr>
        <p:spPr>
          <a:xfrm flipV="1">
            <a:off x="103820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5" name=""/>
          <p:cNvSpPr/>
          <p:nvPr/>
        </p:nvSpPr>
        <p:spPr>
          <a:xfrm flipV="1">
            <a:off x="10390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6" name=""/>
          <p:cNvSpPr/>
          <p:nvPr/>
        </p:nvSpPr>
        <p:spPr>
          <a:xfrm flipV="1">
            <a:off x="104709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7" name=""/>
          <p:cNvSpPr/>
          <p:nvPr/>
        </p:nvSpPr>
        <p:spPr>
          <a:xfrm flipV="1">
            <a:off x="105001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8" name=""/>
          <p:cNvSpPr/>
          <p:nvPr/>
        </p:nvSpPr>
        <p:spPr>
          <a:xfrm flipV="1">
            <a:off x="10507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9" name=""/>
          <p:cNvSpPr/>
          <p:nvPr/>
        </p:nvSpPr>
        <p:spPr>
          <a:xfrm flipV="1">
            <a:off x="10509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0" name=""/>
          <p:cNvSpPr/>
          <p:nvPr/>
        </p:nvSpPr>
        <p:spPr>
          <a:xfrm flipV="1">
            <a:off x="10517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1" name=""/>
          <p:cNvSpPr/>
          <p:nvPr/>
        </p:nvSpPr>
        <p:spPr>
          <a:xfrm flipV="1">
            <a:off x="105415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2" name=""/>
          <p:cNvSpPr/>
          <p:nvPr/>
        </p:nvSpPr>
        <p:spPr>
          <a:xfrm flipV="1">
            <a:off x="10542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3" name=""/>
          <p:cNvSpPr/>
          <p:nvPr/>
        </p:nvSpPr>
        <p:spPr>
          <a:xfrm flipV="1">
            <a:off x="106160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4" name=""/>
          <p:cNvSpPr/>
          <p:nvPr/>
        </p:nvSpPr>
        <p:spPr>
          <a:xfrm flipV="1">
            <a:off x="10642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5" name=""/>
          <p:cNvSpPr/>
          <p:nvPr/>
        </p:nvSpPr>
        <p:spPr>
          <a:xfrm flipV="1">
            <a:off x="106563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6" name=""/>
          <p:cNvSpPr/>
          <p:nvPr/>
        </p:nvSpPr>
        <p:spPr>
          <a:xfrm flipV="1">
            <a:off x="10661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7" name=""/>
          <p:cNvSpPr/>
          <p:nvPr/>
        </p:nvSpPr>
        <p:spPr>
          <a:xfrm flipV="1">
            <a:off x="106833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8" name=""/>
          <p:cNvSpPr/>
          <p:nvPr/>
        </p:nvSpPr>
        <p:spPr>
          <a:xfrm flipV="1">
            <a:off x="10693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9" name=""/>
          <p:cNvSpPr/>
          <p:nvPr/>
        </p:nvSpPr>
        <p:spPr>
          <a:xfrm flipV="1">
            <a:off x="107067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0" name=""/>
          <p:cNvSpPr/>
          <p:nvPr/>
        </p:nvSpPr>
        <p:spPr>
          <a:xfrm flipV="1">
            <a:off x="107139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1" name=""/>
          <p:cNvSpPr/>
          <p:nvPr/>
        </p:nvSpPr>
        <p:spPr>
          <a:xfrm flipV="1">
            <a:off x="10720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2" name=""/>
          <p:cNvSpPr/>
          <p:nvPr/>
        </p:nvSpPr>
        <p:spPr>
          <a:xfrm flipV="1">
            <a:off x="10777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3" name=""/>
          <p:cNvSpPr/>
          <p:nvPr/>
        </p:nvSpPr>
        <p:spPr>
          <a:xfrm flipV="1">
            <a:off x="10808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4" name=""/>
          <p:cNvSpPr/>
          <p:nvPr/>
        </p:nvSpPr>
        <p:spPr>
          <a:xfrm flipV="1">
            <a:off x="10812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5" name=""/>
          <p:cNvSpPr/>
          <p:nvPr/>
        </p:nvSpPr>
        <p:spPr>
          <a:xfrm flipV="1">
            <a:off x="10826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6" name=""/>
          <p:cNvSpPr/>
          <p:nvPr/>
        </p:nvSpPr>
        <p:spPr>
          <a:xfrm flipV="1">
            <a:off x="10831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7" name=""/>
          <p:cNvSpPr/>
          <p:nvPr/>
        </p:nvSpPr>
        <p:spPr>
          <a:xfrm flipV="1">
            <a:off x="10846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8" name=""/>
          <p:cNvSpPr/>
          <p:nvPr/>
        </p:nvSpPr>
        <p:spPr>
          <a:xfrm flipV="1">
            <a:off x="10862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9" name=""/>
          <p:cNvSpPr/>
          <p:nvPr/>
        </p:nvSpPr>
        <p:spPr>
          <a:xfrm flipV="1">
            <a:off x="10871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0" name=""/>
          <p:cNvSpPr/>
          <p:nvPr/>
        </p:nvSpPr>
        <p:spPr>
          <a:xfrm flipV="1">
            <a:off x="108720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1" name=""/>
          <p:cNvSpPr/>
          <p:nvPr/>
        </p:nvSpPr>
        <p:spPr>
          <a:xfrm flipV="1">
            <a:off x="10905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2" name=""/>
          <p:cNvSpPr/>
          <p:nvPr/>
        </p:nvSpPr>
        <p:spPr>
          <a:xfrm flipV="1">
            <a:off x="10907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3" name=""/>
          <p:cNvSpPr/>
          <p:nvPr/>
        </p:nvSpPr>
        <p:spPr>
          <a:xfrm flipV="1">
            <a:off x="10929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4" name=""/>
          <p:cNvSpPr/>
          <p:nvPr/>
        </p:nvSpPr>
        <p:spPr>
          <a:xfrm flipV="1">
            <a:off x="109342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5" name=""/>
          <p:cNvSpPr/>
          <p:nvPr/>
        </p:nvSpPr>
        <p:spPr>
          <a:xfrm flipV="1">
            <a:off x="10938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6" name=""/>
          <p:cNvSpPr/>
          <p:nvPr/>
        </p:nvSpPr>
        <p:spPr>
          <a:xfrm flipV="1">
            <a:off x="109389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7" name=""/>
          <p:cNvSpPr/>
          <p:nvPr/>
        </p:nvSpPr>
        <p:spPr>
          <a:xfrm flipV="1">
            <a:off x="10939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8" name=""/>
          <p:cNvSpPr/>
          <p:nvPr/>
        </p:nvSpPr>
        <p:spPr>
          <a:xfrm flipV="1">
            <a:off x="10942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9" name=""/>
          <p:cNvSpPr/>
          <p:nvPr/>
        </p:nvSpPr>
        <p:spPr>
          <a:xfrm flipV="1">
            <a:off x="109587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0" name=""/>
          <p:cNvSpPr/>
          <p:nvPr/>
        </p:nvSpPr>
        <p:spPr>
          <a:xfrm flipV="1">
            <a:off x="109803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1" name=""/>
          <p:cNvSpPr/>
          <p:nvPr/>
        </p:nvSpPr>
        <p:spPr>
          <a:xfrm flipV="1">
            <a:off x="11021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2" name=""/>
          <p:cNvSpPr/>
          <p:nvPr/>
        </p:nvSpPr>
        <p:spPr>
          <a:xfrm flipV="1">
            <a:off x="110502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3" name=""/>
          <p:cNvSpPr/>
          <p:nvPr/>
        </p:nvSpPr>
        <p:spPr>
          <a:xfrm flipV="1">
            <a:off x="11055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4" name=""/>
          <p:cNvSpPr/>
          <p:nvPr/>
        </p:nvSpPr>
        <p:spPr>
          <a:xfrm flipV="1">
            <a:off x="110581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5" name=""/>
          <p:cNvSpPr/>
          <p:nvPr/>
        </p:nvSpPr>
        <p:spPr>
          <a:xfrm flipV="1">
            <a:off x="111038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6" name=""/>
          <p:cNvSpPr/>
          <p:nvPr/>
        </p:nvSpPr>
        <p:spPr>
          <a:xfrm flipV="1">
            <a:off x="11110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7" name=""/>
          <p:cNvSpPr/>
          <p:nvPr/>
        </p:nvSpPr>
        <p:spPr>
          <a:xfrm flipV="1">
            <a:off x="11141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8" name=""/>
          <p:cNvSpPr/>
          <p:nvPr/>
        </p:nvSpPr>
        <p:spPr>
          <a:xfrm flipV="1">
            <a:off x="111672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9" name=""/>
          <p:cNvSpPr/>
          <p:nvPr/>
        </p:nvSpPr>
        <p:spPr>
          <a:xfrm flipV="1">
            <a:off x="111830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0" name=""/>
          <p:cNvSpPr/>
          <p:nvPr/>
        </p:nvSpPr>
        <p:spPr>
          <a:xfrm flipV="1">
            <a:off x="11186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1" name=""/>
          <p:cNvSpPr/>
          <p:nvPr/>
        </p:nvSpPr>
        <p:spPr>
          <a:xfrm flipV="1">
            <a:off x="112021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2" name=""/>
          <p:cNvSpPr/>
          <p:nvPr/>
        </p:nvSpPr>
        <p:spPr>
          <a:xfrm flipV="1">
            <a:off x="11202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3" name=""/>
          <p:cNvSpPr/>
          <p:nvPr/>
        </p:nvSpPr>
        <p:spPr>
          <a:xfrm flipV="1">
            <a:off x="112032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4" name=""/>
          <p:cNvSpPr/>
          <p:nvPr/>
        </p:nvSpPr>
        <p:spPr>
          <a:xfrm flipV="1">
            <a:off x="11213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5" name=""/>
          <p:cNvSpPr/>
          <p:nvPr/>
        </p:nvSpPr>
        <p:spPr>
          <a:xfrm flipV="1">
            <a:off x="11215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6" name=""/>
          <p:cNvSpPr/>
          <p:nvPr/>
        </p:nvSpPr>
        <p:spPr>
          <a:xfrm flipV="1">
            <a:off x="112237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7" name=""/>
          <p:cNvSpPr/>
          <p:nvPr/>
        </p:nvSpPr>
        <p:spPr>
          <a:xfrm flipV="1">
            <a:off x="11229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8" name=""/>
          <p:cNvSpPr/>
          <p:nvPr/>
        </p:nvSpPr>
        <p:spPr>
          <a:xfrm flipV="1">
            <a:off x="112327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9" name=""/>
          <p:cNvSpPr/>
          <p:nvPr/>
        </p:nvSpPr>
        <p:spPr>
          <a:xfrm flipV="1">
            <a:off x="112399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0" name=""/>
          <p:cNvSpPr/>
          <p:nvPr/>
        </p:nvSpPr>
        <p:spPr>
          <a:xfrm flipV="1">
            <a:off x="11249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1" name=""/>
          <p:cNvSpPr/>
          <p:nvPr/>
        </p:nvSpPr>
        <p:spPr>
          <a:xfrm flipV="1">
            <a:off x="112525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2" name=""/>
          <p:cNvSpPr/>
          <p:nvPr/>
        </p:nvSpPr>
        <p:spPr>
          <a:xfrm flipV="1">
            <a:off x="11271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3" name=""/>
          <p:cNvSpPr/>
          <p:nvPr/>
        </p:nvSpPr>
        <p:spPr>
          <a:xfrm flipV="1">
            <a:off x="112809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4" name=""/>
          <p:cNvSpPr/>
          <p:nvPr/>
        </p:nvSpPr>
        <p:spPr>
          <a:xfrm flipV="1">
            <a:off x="112950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5" name=""/>
          <p:cNvSpPr/>
          <p:nvPr/>
        </p:nvSpPr>
        <p:spPr>
          <a:xfrm flipV="1">
            <a:off x="11308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6" name=""/>
          <p:cNvSpPr/>
          <p:nvPr/>
        </p:nvSpPr>
        <p:spPr>
          <a:xfrm flipV="1">
            <a:off x="113108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7" name=""/>
          <p:cNvSpPr/>
          <p:nvPr/>
        </p:nvSpPr>
        <p:spPr>
          <a:xfrm flipV="1">
            <a:off x="113169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8" name=""/>
          <p:cNvSpPr/>
          <p:nvPr/>
        </p:nvSpPr>
        <p:spPr>
          <a:xfrm flipV="1">
            <a:off x="113292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9" name=""/>
          <p:cNvSpPr/>
          <p:nvPr/>
        </p:nvSpPr>
        <p:spPr>
          <a:xfrm flipV="1">
            <a:off x="11332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0" name=""/>
          <p:cNvSpPr/>
          <p:nvPr/>
        </p:nvSpPr>
        <p:spPr>
          <a:xfrm flipV="1">
            <a:off x="113407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1" name=""/>
          <p:cNvSpPr/>
          <p:nvPr/>
        </p:nvSpPr>
        <p:spPr>
          <a:xfrm flipV="1">
            <a:off x="11341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2" name=""/>
          <p:cNvSpPr/>
          <p:nvPr/>
        </p:nvSpPr>
        <p:spPr>
          <a:xfrm flipV="1">
            <a:off x="11341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3" name=""/>
          <p:cNvSpPr/>
          <p:nvPr/>
        </p:nvSpPr>
        <p:spPr>
          <a:xfrm flipV="1">
            <a:off x="113497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4" name=""/>
          <p:cNvSpPr/>
          <p:nvPr/>
        </p:nvSpPr>
        <p:spPr>
          <a:xfrm flipV="1">
            <a:off x="113518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5" name=""/>
          <p:cNvSpPr/>
          <p:nvPr/>
        </p:nvSpPr>
        <p:spPr>
          <a:xfrm flipV="1">
            <a:off x="11352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6" name=""/>
          <p:cNvSpPr/>
          <p:nvPr/>
        </p:nvSpPr>
        <p:spPr>
          <a:xfrm flipV="1">
            <a:off x="113630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7" name=""/>
          <p:cNvSpPr/>
          <p:nvPr/>
        </p:nvSpPr>
        <p:spPr>
          <a:xfrm flipV="1">
            <a:off x="113637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8" name=""/>
          <p:cNvSpPr/>
          <p:nvPr/>
        </p:nvSpPr>
        <p:spPr>
          <a:xfrm flipV="1">
            <a:off x="113688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9" name=""/>
          <p:cNvSpPr/>
          <p:nvPr/>
        </p:nvSpPr>
        <p:spPr>
          <a:xfrm flipV="1">
            <a:off x="11379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0" name=""/>
          <p:cNvSpPr/>
          <p:nvPr/>
        </p:nvSpPr>
        <p:spPr>
          <a:xfrm flipV="1">
            <a:off x="11379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1" name=""/>
          <p:cNvSpPr/>
          <p:nvPr/>
        </p:nvSpPr>
        <p:spPr>
          <a:xfrm flipV="1">
            <a:off x="113803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2" name=""/>
          <p:cNvSpPr/>
          <p:nvPr/>
        </p:nvSpPr>
        <p:spPr>
          <a:xfrm flipV="1">
            <a:off x="11380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3" name=""/>
          <p:cNvSpPr/>
          <p:nvPr/>
        </p:nvSpPr>
        <p:spPr>
          <a:xfrm flipV="1">
            <a:off x="113857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4" name=""/>
          <p:cNvSpPr/>
          <p:nvPr/>
        </p:nvSpPr>
        <p:spPr>
          <a:xfrm flipV="1">
            <a:off x="11386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5" name=""/>
          <p:cNvSpPr/>
          <p:nvPr/>
        </p:nvSpPr>
        <p:spPr>
          <a:xfrm flipV="1">
            <a:off x="113940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6" name=""/>
          <p:cNvSpPr/>
          <p:nvPr/>
        </p:nvSpPr>
        <p:spPr>
          <a:xfrm flipV="1">
            <a:off x="11395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7" name=""/>
          <p:cNvSpPr/>
          <p:nvPr/>
        </p:nvSpPr>
        <p:spPr>
          <a:xfrm flipV="1">
            <a:off x="113979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8" name=""/>
          <p:cNvSpPr/>
          <p:nvPr/>
        </p:nvSpPr>
        <p:spPr>
          <a:xfrm flipV="1">
            <a:off x="11399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9" name=""/>
          <p:cNvSpPr/>
          <p:nvPr/>
        </p:nvSpPr>
        <p:spPr>
          <a:xfrm flipV="1">
            <a:off x="114019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0" name=""/>
          <p:cNvSpPr/>
          <p:nvPr/>
        </p:nvSpPr>
        <p:spPr>
          <a:xfrm flipV="1">
            <a:off x="114022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1" name=""/>
          <p:cNvSpPr/>
          <p:nvPr/>
        </p:nvSpPr>
        <p:spPr>
          <a:xfrm flipV="1">
            <a:off x="11409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2" name=""/>
          <p:cNvSpPr/>
          <p:nvPr/>
        </p:nvSpPr>
        <p:spPr>
          <a:xfrm flipV="1">
            <a:off x="11409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3" name=""/>
          <p:cNvSpPr/>
          <p:nvPr/>
        </p:nvSpPr>
        <p:spPr>
          <a:xfrm flipV="1">
            <a:off x="11411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4" name=""/>
          <p:cNvSpPr/>
          <p:nvPr/>
        </p:nvSpPr>
        <p:spPr>
          <a:xfrm flipV="1">
            <a:off x="114148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5" name=""/>
          <p:cNvSpPr/>
          <p:nvPr/>
        </p:nvSpPr>
        <p:spPr>
          <a:xfrm flipV="1">
            <a:off x="11415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6" name=""/>
          <p:cNvSpPr/>
          <p:nvPr/>
        </p:nvSpPr>
        <p:spPr>
          <a:xfrm flipV="1">
            <a:off x="11418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7" name=""/>
          <p:cNvSpPr/>
          <p:nvPr/>
        </p:nvSpPr>
        <p:spPr>
          <a:xfrm flipV="1">
            <a:off x="11426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8" name=""/>
          <p:cNvSpPr/>
          <p:nvPr/>
        </p:nvSpPr>
        <p:spPr>
          <a:xfrm flipV="1">
            <a:off x="11427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9" name=""/>
          <p:cNvSpPr/>
          <p:nvPr/>
        </p:nvSpPr>
        <p:spPr>
          <a:xfrm flipV="1">
            <a:off x="114303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0" name=""/>
          <p:cNvSpPr/>
          <p:nvPr/>
        </p:nvSpPr>
        <p:spPr>
          <a:xfrm flipV="1">
            <a:off x="11431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1" name=""/>
          <p:cNvSpPr/>
          <p:nvPr/>
        </p:nvSpPr>
        <p:spPr>
          <a:xfrm flipV="1">
            <a:off x="114318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2" name=""/>
          <p:cNvSpPr/>
          <p:nvPr/>
        </p:nvSpPr>
        <p:spPr>
          <a:xfrm flipV="1">
            <a:off x="114339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3" name=""/>
          <p:cNvSpPr/>
          <p:nvPr/>
        </p:nvSpPr>
        <p:spPr>
          <a:xfrm flipV="1">
            <a:off x="114393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4" name=""/>
          <p:cNvSpPr/>
          <p:nvPr/>
        </p:nvSpPr>
        <p:spPr>
          <a:xfrm flipV="1">
            <a:off x="114426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5" name=""/>
          <p:cNvSpPr/>
          <p:nvPr/>
        </p:nvSpPr>
        <p:spPr>
          <a:xfrm flipV="1">
            <a:off x="114483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6" name=""/>
          <p:cNvSpPr/>
          <p:nvPr/>
        </p:nvSpPr>
        <p:spPr>
          <a:xfrm flipV="1">
            <a:off x="11455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7" name=""/>
          <p:cNvSpPr/>
          <p:nvPr/>
        </p:nvSpPr>
        <p:spPr>
          <a:xfrm flipV="1">
            <a:off x="114559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8" name=""/>
          <p:cNvSpPr/>
          <p:nvPr/>
        </p:nvSpPr>
        <p:spPr>
          <a:xfrm flipV="1">
            <a:off x="114570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9" name=""/>
          <p:cNvSpPr/>
          <p:nvPr/>
        </p:nvSpPr>
        <p:spPr>
          <a:xfrm flipV="1">
            <a:off x="11458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0" name=""/>
          <p:cNvSpPr/>
          <p:nvPr/>
        </p:nvSpPr>
        <p:spPr>
          <a:xfrm flipV="1">
            <a:off x="114638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1" name=""/>
          <p:cNvSpPr/>
          <p:nvPr/>
        </p:nvSpPr>
        <p:spPr>
          <a:xfrm flipV="1">
            <a:off x="11469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2" name=""/>
          <p:cNvSpPr/>
          <p:nvPr/>
        </p:nvSpPr>
        <p:spPr>
          <a:xfrm flipV="1">
            <a:off x="114721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3" name=""/>
          <p:cNvSpPr/>
          <p:nvPr/>
        </p:nvSpPr>
        <p:spPr>
          <a:xfrm flipV="1">
            <a:off x="114894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4" name=""/>
          <p:cNvSpPr/>
          <p:nvPr/>
        </p:nvSpPr>
        <p:spPr>
          <a:xfrm flipV="1">
            <a:off x="114937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5" name=""/>
          <p:cNvSpPr/>
          <p:nvPr/>
        </p:nvSpPr>
        <p:spPr>
          <a:xfrm flipV="1">
            <a:off x="114951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6" name=""/>
          <p:cNvSpPr/>
          <p:nvPr/>
        </p:nvSpPr>
        <p:spPr>
          <a:xfrm flipV="1">
            <a:off x="11500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7" name=""/>
          <p:cNvSpPr/>
          <p:nvPr/>
        </p:nvSpPr>
        <p:spPr>
          <a:xfrm flipV="1">
            <a:off x="115009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8" name=""/>
          <p:cNvSpPr/>
          <p:nvPr/>
        </p:nvSpPr>
        <p:spPr>
          <a:xfrm flipV="1">
            <a:off x="115027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9" name=""/>
          <p:cNvSpPr/>
          <p:nvPr/>
        </p:nvSpPr>
        <p:spPr>
          <a:xfrm flipV="1">
            <a:off x="115077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0" name=""/>
          <p:cNvSpPr/>
          <p:nvPr/>
        </p:nvSpPr>
        <p:spPr>
          <a:xfrm flipV="1">
            <a:off x="115102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1" name=""/>
          <p:cNvSpPr/>
          <p:nvPr/>
        </p:nvSpPr>
        <p:spPr>
          <a:xfrm flipV="1">
            <a:off x="115210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2" name=""/>
          <p:cNvSpPr/>
          <p:nvPr/>
        </p:nvSpPr>
        <p:spPr>
          <a:xfrm flipV="1">
            <a:off x="115412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3" name=""/>
          <p:cNvSpPr/>
          <p:nvPr/>
        </p:nvSpPr>
        <p:spPr>
          <a:xfrm flipV="1">
            <a:off x="115534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4" name=""/>
          <p:cNvSpPr/>
          <p:nvPr/>
        </p:nvSpPr>
        <p:spPr>
          <a:xfrm flipV="1">
            <a:off x="115621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5" name=""/>
          <p:cNvSpPr/>
          <p:nvPr/>
        </p:nvSpPr>
        <p:spPr>
          <a:xfrm flipV="1">
            <a:off x="115664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6" name=""/>
          <p:cNvSpPr/>
          <p:nvPr/>
        </p:nvSpPr>
        <p:spPr>
          <a:xfrm flipV="1">
            <a:off x="1157580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7" name=""/>
          <p:cNvSpPr/>
          <p:nvPr/>
        </p:nvSpPr>
        <p:spPr>
          <a:xfrm flipV="1">
            <a:off x="115786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8" name=""/>
          <p:cNvSpPr/>
          <p:nvPr/>
        </p:nvSpPr>
        <p:spPr>
          <a:xfrm flipV="1">
            <a:off x="115808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9" name=""/>
          <p:cNvSpPr/>
          <p:nvPr/>
        </p:nvSpPr>
        <p:spPr>
          <a:xfrm flipV="1">
            <a:off x="115945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0" name=""/>
          <p:cNvSpPr/>
          <p:nvPr/>
        </p:nvSpPr>
        <p:spPr>
          <a:xfrm flipV="1">
            <a:off x="1159488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1" name=""/>
          <p:cNvSpPr/>
          <p:nvPr/>
        </p:nvSpPr>
        <p:spPr>
          <a:xfrm flipV="1">
            <a:off x="116006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2" name=""/>
          <p:cNvSpPr/>
          <p:nvPr/>
        </p:nvSpPr>
        <p:spPr>
          <a:xfrm flipV="1">
            <a:off x="116031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3" name=""/>
          <p:cNvSpPr/>
          <p:nvPr/>
        </p:nvSpPr>
        <p:spPr>
          <a:xfrm flipV="1">
            <a:off x="1160784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4" name=""/>
          <p:cNvSpPr/>
          <p:nvPr/>
        </p:nvSpPr>
        <p:spPr>
          <a:xfrm flipV="1">
            <a:off x="116085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5" name=""/>
          <p:cNvSpPr/>
          <p:nvPr/>
        </p:nvSpPr>
        <p:spPr>
          <a:xfrm flipV="1">
            <a:off x="1162152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6" name=""/>
          <p:cNvSpPr/>
          <p:nvPr/>
        </p:nvSpPr>
        <p:spPr>
          <a:xfrm flipV="1">
            <a:off x="11633760" y="6396840"/>
            <a:ext cx="0" cy="189720"/>
          </a:xfrm>
          <a:prstGeom prst="line">
            <a:avLst/>
          </a:prstGeom>
          <a:ln cap="sq" w="79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7" name=""/>
          <p:cNvSpPr txBox="1"/>
          <p:nvPr/>
        </p:nvSpPr>
        <p:spPr>
          <a:xfrm>
            <a:off x="10745280" y="4718520"/>
            <a:ext cx="825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c53e1f"/>
                </a:solidFill>
                <a:latin typeface="DejaVuSans"/>
              </a:rPr>
              <a:t>p = 6.1e-10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78" name=""/>
          <p:cNvSpPr txBox="1"/>
          <p:nvPr/>
        </p:nvSpPr>
        <p:spPr>
          <a:xfrm>
            <a:off x="6385320" y="6359040"/>
            <a:ext cx="432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Leading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6836040" y="6677640"/>
            <a:ext cx="4831920" cy="949320"/>
          </a:xfrm>
          <a:custGeom>
            <a:avLst/>
            <a:gdLst/>
            <a:ahLst/>
            <a:rect l="0" t="0" r="r" b="b"/>
            <a:pathLst>
              <a:path w="13422" h="2637">
                <a:moveTo>
                  <a:pt x="0" y="2637"/>
                </a:moveTo>
                <a:lnTo>
                  <a:pt x="13422" y="2637"/>
                </a:lnTo>
                <a:lnTo>
                  <a:pt x="13422" y="0"/>
                </a:lnTo>
                <a:lnTo>
                  <a:pt x="0" y="0"/>
                </a:lnTo>
                <a:lnTo>
                  <a:pt x="0" y="263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1080" name="" descr=""/>
          <p:cNvPicPr/>
          <p:nvPr/>
        </p:nvPicPr>
        <p:blipFill>
          <a:blip r:embed="rId5"/>
          <a:stretch/>
        </p:blipFill>
        <p:spPr>
          <a:xfrm>
            <a:off x="6836040" y="6675840"/>
            <a:ext cx="4833720" cy="950760"/>
          </a:xfrm>
          <a:prstGeom prst="rect">
            <a:avLst/>
          </a:prstGeom>
          <a:ln w="0">
            <a:noFill/>
          </a:ln>
        </p:spPr>
      </p:pic>
      <p:sp>
        <p:nvSpPr>
          <p:cNvPr id="1081" name=""/>
          <p:cNvSpPr/>
          <p:nvPr/>
        </p:nvSpPr>
        <p:spPr>
          <a:xfrm>
            <a:off x="11693160" y="670140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c53e1f"/>
            </a:solidFill>
            <a:round/>
          </a:ln>
        </p:spPr>
      </p:sp>
      <p:sp>
        <p:nvSpPr>
          <p:cNvPr id="1082" name=""/>
          <p:cNvSpPr txBox="1"/>
          <p:nvPr/>
        </p:nvSpPr>
        <p:spPr>
          <a:xfrm>
            <a:off x="6541920" y="6487200"/>
            <a:ext cx="272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edge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11693160" y="674892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c53e1f"/>
            </a:solidFill>
            <a:round/>
          </a:ln>
        </p:spPr>
      </p:sp>
      <p:sp>
        <p:nvSpPr>
          <p:cNvPr id="1084" name=""/>
          <p:cNvSpPr txBox="1"/>
          <p:nvPr/>
        </p:nvSpPr>
        <p:spPr>
          <a:xfrm>
            <a:off x="11814120" y="6635160"/>
            <a:ext cx="522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c53e1f"/>
                </a:solidFill>
                <a:latin typeface="DejaVuSans"/>
              </a:rPr>
              <a:t>COL16A1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11693160" y="6796080"/>
            <a:ext cx="70200" cy="0"/>
          </a:xfrm>
          <a:custGeom>
            <a:avLst/>
            <a:gdLst/>
            <a:ahLst/>
            <a:rect l="0" t="0" r="r" b="b"/>
            <a:pathLst>
              <a:path fill="none" w="195" h="0">
                <a:moveTo>
                  <a:pt x="195" y="0"/>
                </a:moveTo>
                <a:cubicBezTo>
                  <a:pt x="130" y="0"/>
                  <a:pt x="65" y="0"/>
                  <a:pt x="0" y="0"/>
                </a:cubicBezTo>
              </a:path>
            </a:pathLst>
          </a:custGeom>
          <a:ln cap="rnd" w="8640">
            <a:solidFill>
              <a:srgbClr val="c53e1f"/>
            </a:solidFill>
            <a:round/>
          </a:ln>
        </p:spPr>
      </p:sp>
      <p:sp>
        <p:nvSpPr>
          <p:cNvPr id="1086" name=""/>
          <p:cNvSpPr txBox="1"/>
          <p:nvPr/>
        </p:nvSpPr>
        <p:spPr>
          <a:xfrm>
            <a:off x="11814120" y="6682680"/>
            <a:ext cx="357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c53e1f"/>
                </a:solidFill>
                <a:latin typeface="DejaVuSans"/>
              </a:rPr>
              <a:t>TIMP1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87" name=""/>
          <p:cNvSpPr txBox="1"/>
          <p:nvPr/>
        </p:nvSpPr>
        <p:spPr>
          <a:xfrm>
            <a:off x="11814120" y="6730200"/>
            <a:ext cx="3787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c53e1f"/>
                </a:solidFill>
                <a:latin typeface="DejaVuSans"/>
              </a:rPr>
              <a:t>THBS1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88" name=""/>
          <p:cNvSpPr txBox="1"/>
          <p:nvPr/>
        </p:nvSpPr>
        <p:spPr>
          <a:xfrm>
            <a:off x="5889600" y="7019640"/>
            <a:ext cx="947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Top leading-edge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6836040" y="7717680"/>
            <a:ext cx="4831920" cy="118800"/>
          </a:xfrm>
          <a:custGeom>
            <a:avLst/>
            <a:gdLst/>
            <a:ahLst/>
            <a:rect l="0" t="0" r="r" b="b"/>
            <a:pathLst>
              <a:path w="13422" h="330">
                <a:moveTo>
                  <a:pt x="0" y="330"/>
                </a:moveTo>
                <a:lnTo>
                  <a:pt x="13422" y="330"/>
                </a:lnTo>
                <a:lnTo>
                  <a:pt x="13422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90" name=""/>
          <p:cNvSpPr txBox="1"/>
          <p:nvPr/>
        </p:nvSpPr>
        <p:spPr>
          <a:xfrm>
            <a:off x="6071040" y="7147800"/>
            <a:ext cx="744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genes (n=20)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683604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92" name=""/>
          <p:cNvSpPr/>
          <p:nvPr/>
        </p:nvSpPr>
        <p:spPr>
          <a:xfrm>
            <a:off x="69822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93" name=""/>
          <p:cNvSpPr/>
          <p:nvPr/>
        </p:nvSpPr>
        <p:spPr>
          <a:xfrm>
            <a:off x="71287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94" name=""/>
          <p:cNvSpPr/>
          <p:nvPr/>
        </p:nvSpPr>
        <p:spPr>
          <a:xfrm>
            <a:off x="727524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95" name=""/>
          <p:cNvSpPr/>
          <p:nvPr/>
        </p:nvSpPr>
        <p:spPr>
          <a:xfrm>
            <a:off x="74214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96" name=""/>
          <p:cNvSpPr/>
          <p:nvPr/>
        </p:nvSpPr>
        <p:spPr>
          <a:xfrm>
            <a:off x="75679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97" name=""/>
          <p:cNvSpPr/>
          <p:nvPr/>
        </p:nvSpPr>
        <p:spPr>
          <a:xfrm>
            <a:off x="77144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98" name=""/>
          <p:cNvSpPr/>
          <p:nvPr/>
        </p:nvSpPr>
        <p:spPr>
          <a:xfrm>
            <a:off x="786096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99" name=""/>
          <p:cNvSpPr/>
          <p:nvPr/>
        </p:nvSpPr>
        <p:spPr>
          <a:xfrm>
            <a:off x="80071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0" name=""/>
          <p:cNvSpPr/>
          <p:nvPr/>
        </p:nvSpPr>
        <p:spPr>
          <a:xfrm>
            <a:off x="81536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1" name=""/>
          <p:cNvSpPr/>
          <p:nvPr/>
        </p:nvSpPr>
        <p:spPr>
          <a:xfrm>
            <a:off x="830016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2" name=""/>
          <p:cNvSpPr/>
          <p:nvPr/>
        </p:nvSpPr>
        <p:spPr>
          <a:xfrm>
            <a:off x="844632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3" name=""/>
          <p:cNvSpPr/>
          <p:nvPr/>
        </p:nvSpPr>
        <p:spPr>
          <a:xfrm>
            <a:off x="85928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4" name=""/>
          <p:cNvSpPr/>
          <p:nvPr/>
        </p:nvSpPr>
        <p:spPr>
          <a:xfrm>
            <a:off x="87393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5" name=""/>
          <p:cNvSpPr/>
          <p:nvPr/>
        </p:nvSpPr>
        <p:spPr>
          <a:xfrm>
            <a:off x="888588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6" name=""/>
          <p:cNvSpPr/>
          <p:nvPr/>
        </p:nvSpPr>
        <p:spPr>
          <a:xfrm>
            <a:off x="90320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7" name=""/>
          <p:cNvSpPr/>
          <p:nvPr/>
        </p:nvSpPr>
        <p:spPr>
          <a:xfrm>
            <a:off x="91785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08" name=""/>
          <p:cNvSpPr/>
          <p:nvPr/>
        </p:nvSpPr>
        <p:spPr>
          <a:xfrm>
            <a:off x="932508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09" name=""/>
          <p:cNvSpPr/>
          <p:nvPr/>
        </p:nvSpPr>
        <p:spPr>
          <a:xfrm>
            <a:off x="947124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0" name=""/>
          <p:cNvSpPr/>
          <p:nvPr/>
        </p:nvSpPr>
        <p:spPr>
          <a:xfrm>
            <a:off x="96177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1" name=""/>
          <p:cNvSpPr/>
          <p:nvPr/>
        </p:nvSpPr>
        <p:spPr>
          <a:xfrm>
            <a:off x="97642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2" name=""/>
          <p:cNvSpPr/>
          <p:nvPr/>
        </p:nvSpPr>
        <p:spPr>
          <a:xfrm>
            <a:off x="991080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3" name=""/>
          <p:cNvSpPr/>
          <p:nvPr/>
        </p:nvSpPr>
        <p:spPr>
          <a:xfrm>
            <a:off x="100569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4" name=""/>
          <p:cNvSpPr/>
          <p:nvPr/>
        </p:nvSpPr>
        <p:spPr>
          <a:xfrm>
            <a:off x="102034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5" name=""/>
          <p:cNvSpPr/>
          <p:nvPr/>
        </p:nvSpPr>
        <p:spPr>
          <a:xfrm>
            <a:off x="1035000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6" name=""/>
          <p:cNvSpPr/>
          <p:nvPr/>
        </p:nvSpPr>
        <p:spPr>
          <a:xfrm>
            <a:off x="1049616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7" name=""/>
          <p:cNvSpPr/>
          <p:nvPr/>
        </p:nvSpPr>
        <p:spPr>
          <a:xfrm>
            <a:off x="106426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8" name=""/>
          <p:cNvSpPr/>
          <p:nvPr/>
        </p:nvSpPr>
        <p:spPr>
          <a:xfrm>
            <a:off x="107892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19" name=""/>
          <p:cNvSpPr/>
          <p:nvPr/>
        </p:nvSpPr>
        <p:spPr>
          <a:xfrm>
            <a:off x="1093572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20" name=""/>
          <p:cNvSpPr/>
          <p:nvPr/>
        </p:nvSpPr>
        <p:spPr>
          <a:xfrm>
            <a:off x="110818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21" name=""/>
          <p:cNvSpPr/>
          <p:nvPr/>
        </p:nvSpPr>
        <p:spPr>
          <a:xfrm>
            <a:off x="1122840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22" name=""/>
          <p:cNvSpPr/>
          <p:nvPr/>
        </p:nvSpPr>
        <p:spPr>
          <a:xfrm>
            <a:off x="11374920" y="7717680"/>
            <a:ext cx="146520" cy="118800"/>
          </a:xfrm>
          <a:custGeom>
            <a:avLst/>
            <a:gdLst/>
            <a:ahLst/>
            <a:rect l="0" t="0" r="r" b="b"/>
            <a:pathLst>
              <a:path w="407" h="330">
                <a:moveTo>
                  <a:pt x="0" y="330"/>
                </a:moveTo>
                <a:lnTo>
                  <a:pt x="407" y="330"/>
                </a:lnTo>
                <a:lnTo>
                  <a:pt x="407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23" name=""/>
          <p:cNvSpPr/>
          <p:nvPr/>
        </p:nvSpPr>
        <p:spPr>
          <a:xfrm>
            <a:off x="11521080" y="7717680"/>
            <a:ext cx="146880" cy="118800"/>
          </a:xfrm>
          <a:custGeom>
            <a:avLst/>
            <a:gdLst/>
            <a:ahLst/>
            <a:rect l="0" t="0" r="r" b="b"/>
            <a:pathLst>
              <a:path w="408" h="330">
                <a:moveTo>
                  <a:pt x="0" y="330"/>
                </a:moveTo>
                <a:lnTo>
                  <a:pt x="408" y="330"/>
                </a:lnTo>
                <a:lnTo>
                  <a:pt x="408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24" name=""/>
          <p:cNvSpPr txBox="1"/>
          <p:nvPr/>
        </p:nvSpPr>
        <p:spPr>
          <a:xfrm>
            <a:off x="8113320" y="7842600"/>
            <a:ext cx="2288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Pre-treatment samples (good ← → poor)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5" name=""/>
          <p:cNvSpPr txBox="1"/>
          <p:nvPr/>
        </p:nvSpPr>
        <p:spPr>
          <a:xfrm>
            <a:off x="6293520" y="7708320"/>
            <a:ext cx="52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26" name="TextBox 1125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4A — GSEA running enrichment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608760" cy="6000480"/>
          </a:xfrm>
          <a:custGeom>
            <a:avLst/>
            <a:gdLst/>
            <a:ahLst/>
            <a:rect l="0" t="0" r="r" b="b"/>
            <a:pathLst>
              <a:path w="26691" h="16668">
                <a:moveTo>
                  <a:pt x="0" y="16668"/>
                </a:moveTo>
                <a:lnTo>
                  <a:pt x="26691" y="16668"/>
                </a:lnTo>
                <a:lnTo>
                  <a:pt x="26691" y="0"/>
                </a:lnTo>
                <a:lnTo>
                  <a:pt x="0" y="0"/>
                </a:lnTo>
                <a:lnTo>
                  <a:pt x="0" y="1666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06520" y="91440"/>
            <a:ext cx="7795800" cy="5280840"/>
          </a:xfrm>
          <a:custGeom>
            <a:avLst/>
            <a:gdLst/>
            <a:ahLst/>
            <a:rect l="0" t="0" r="r" b="b"/>
            <a:pathLst>
              <a:path w="21655" h="14669">
                <a:moveTo>
                  <a:pt x="0" y="14669"/>
                </a:moveTo>
                <a:lnTo>
                  <a:pt x="21655" y="14669"/>
                </a:lnTo>
                <a:lnTo>
                  <a:pt x="21655" y="0"/>
                </a:lnTo>
                <a:lnTo>
                  <a:pt x="0" y="0"/>
                </a:lnTo>
                <a:lnTo>
                  <a:pt x="0" y="1466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09008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09008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52576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52576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006200" y="543564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396144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396144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441520" y="543564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539712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539712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3925080" y="5435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683280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683280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5360760" y="5435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8268480" y="5371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8268480" y="5371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6796440" y="5435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8232120" y="5435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3001680" y="5592600"/>
            <a:ext cx="2814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Normalized enrichment score (NES)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468360" y="5132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8" name=""/>
          <p:cNvSpPr/>
          <p:nvPr/>
        </p:nvSpPr>
        <p:spPr>
          <a:xfrm flipH="1">
            <a:off x="468360" y="5132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9" name=""/>
          <p:cNvSpPr txBox="1"/>
          <p:nvPr/>
        </p:nvSpPr>
        <p:spPr>
          <a:xfrm>
            <a:off x="3158640" y="5749200"/>
            <a:ext cx="24984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← </a:t>
            </a:r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UP in poor          UP in good →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468360" y="4176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 flipH="1">
            <a:off x="468360" y="4176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 txBox="1"/>
          <p:nvPr/>
        </p:nvSpPr>
        <p:spPr>
          <a:xfrm>
            <a:off x="351360" y="50698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468360" y="3219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4" name=""/>
          <p:cNvSpPr/>
          <p:nvPr/>
        </p:nvSpPr>
        <p:spPr>
          <a:xfrm flipH="1">
            <a:off x="468360" y="3219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 txBox="1"/>
          <p:nvPr/>
        </p:nvSpPr>
        <p:spPr>
          <a:xfrm>
            <a:off x="351360" y="4113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468360" y="2262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7" name=""/>
          <p:cNvSpPr/>
          <p:nvPr/>
        </p:nvSpPr>
        <p:spPr>
          <a:xfrm flipH="1">
            <a:off x="468360" y="2262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 txBox="1"/>
          <p:nvPr/>
        </p:nvSpPr>
        <p:spPr>
          <a:xfrm>
            <a:off x="278640" y="3156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468360" y="1306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" name=""/>
          <p:cNvSpPr/>
          <p:nvPr/>
        </p:nvSpPr>
        <p:spPr>
          <a:xfrm flipH="1">
            <a:off x="468360" y="1306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 txBox="1"/>
          <p:nvPr/>
        </p:nvSpPr>
        <p:spPr>
          <a:xfrm>
            <a:off x="278640" y="2200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2" name=""/>
          <p:cNvSpPr/>
          <p:nvPr/>
        </p:nvSpPr>
        <p:spPr>
          <a:xfrm>
            <a:off x="468360" y="349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" name=""/>
          <p:cNvSpPr/>
          <p:nvPr/>
        </p:nvSpPr>
        <p:spPr>
          <a:xfrm flipH="1">
            <a:off x="468360" y="349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 txBox="1"/>
          <p:nvPr/>
        </p:nvSpPr>
        <p:spPr>
          <a:xfrm>
            <a:off x="278640" y="12438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>
            <a:off x="278640" y="2872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 flipV="1">
            <a:off x="3961440" y="91440"/>
            <a:ext cx="0" cy="5280480"/>
          </a:xfrm>
          <a:prstGeom prst="line">
            <a:avLst/>
          </a:prstGeom>
          <a:ln cap="sq" w="864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" name=""/>
          <p:cNvSpPr/>
          <p:nvPr/>
        </p:nvSpPr>
        <p:spPr>
          <a:xfrm>
            <a:off x="506520" y="4883400"/>
            <a:ext cx="7795440" cy="0"/>
          </a:xfrm>
          <a:prstGeom prst="line">
            <a:avLst/>
          </a:prstGeom>
          <a:ln w="7560">
            <a:solidFill>
              <a:srgbClr val="5a6772"/>
            </a:solidFill>
            <a:custDash>
              <a:ds d="371429" sp="157143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 flipV="1">
            <a:off x="506520" y="91440"/>
            <a:ext cx="0" cy="52804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/>
          <p:nvPr/>
        </p:nvSpPr>
        <p:spPr>
          <a:xfrm>
            <a:off x="506520" y="5371920"/>
            <a:ext cx="77954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/>
          <p:nvPr/>
        </p:nvSpPr>
        <p:spPr>
          <a:xfrm>
            <a:off x="7837560" y="221400"/>
            <a:ext cx="220320" cy="220320"/>
          </a:xfrm>
          <a:custGeom>
            <a:avLst/>
            <a:gdLst/>
            <a:ahLst/>
            <a:rect l="0" t="0" r="r" b="b"/>
            <a:pathLst>
              <a:path w="612" h="612">
                <a:moveTo>
                  <a:pt x="305" y="612"/>
                </a:moveTo>
                <a:cubicBezTo>
                  <a:pt x="386" y="612"/>
                  <a:pt x="464" y="580"/>
                  <a:pt x="521" y="522"/>
                </a:cubicBezTo>
                <a:cubicBezTo>
                  <a:pt x="580" y="465"/>
                  <a:pt x="612" y="387"/>
                  <a:pt x="612" y="306"/>
                </a:cubicBezTo>
                <a:cubicBezTo>
                  <a:pt x="612" y="224"/>
                  <a:pt x="580" y="147"/>
                  <a:pt x="521" y="89"/>
                </a:cubicBezTo>
                <a:cubicBezTo>
                  <a:pt x="464" y="32"/>
                  <a:pt x="386" y="0"/>
                  <a:pt x="305" y="0"/>
                </a:cubicBezTo>
                <a:cubicBezTo>
                  <a:pt x="224" y="0"/>
                  <a:pt x="147" y="32"/>
                  <a:pt x="89" y="89"/>
                </a:cubicBezTo>
                <a:cubicBezTo>
                  <a:pt x="32" y="147"/>
                  <a:pt x="0" y="224"/>
                  <a:pt x="0" y="306"/>
                </a:cubicBezTo>
                <a:cubicBezTo>
                  <a:pt x="0" y="387"/>
                  <a:pt x="32" y="465"/>
                  <a:pt x="89" y="522"/>
                </a:cubicBezTo>
                <a:cubicBezTo>
                  <a:pt x="147" y="580"/>
                  <a:pt x="224" y="612"/>
                  <a:pt x="305" y="612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7383600" y="2199960"/>
            <a:ext cx="218520" cy="218520"/>
          </a:xfrm>
          <a:custGeom>
            <a:avLst/>
            <a:gdLst/>
            <a:ahLst/>
            <a:rect l="0" t="0" r="r" b="b"/>
            <a:pathLst>
              <a:path w="607" h="607">
                <a:moveTo>
                  <a:pt x="303" y="607"/>
                </a:moveTo>
                <a:cubicBezTo>
                  <a:pt x="383" y="607"/>
                  <a:pt x="462" y="575"/>
                  <a:pt x="518" y="518"/>
                </a:cubicBezTo>
                <a:cubicBezTo>
                  <a:pt x="575" y="462"/>
                  <a:pt x="607" y="384"/>
                  <a:pt x="607" y="304"/>
                </a:cubicBezTo>
                <a:cubicBezTo>
                  <a:pt x="607" y="223"/>
                  <a:pt x="575" y="145"/>
                  <a:pt x="518" y="89"/>
                </a:cubicBezTo>
                <a:cubicBezTo>
                  <a:pt x="462" y="32"/>
                  <a:pt x="383" y="0"/>
                  <a:pt x="303" y="0"/>
                </a:cubicBezTo>
                <a:cubicBezTo>
                  <a:pt x="223" y="0"/>
                  <a:pt x="146" y="32"/>
                  <a:pt x="89" y="89"/>
                </a:cubicBezTo>
                <a:cubicBezTo>
                  <a:pt x="32" y="145"/>
                  <a:pt x="0" y="223"/>
                  <a:pt x="0" y="304"/>
                </a:cubicBezTo>
                <a:cubicBezTo>
                  <a:pt x="0" y="384"/>
                  <a:pt x="32" y="462"/>
                  <a:pt x="89" y="518"/>
                </a:cubicBezTo>
                <a:cubicBezTo>
                  <a:pt x="146" y="575"/>
                  <a:pt x="223" y="607"/>
                  <a:pt x="303" y="607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7239960" y="2545920"/>
            <a:ext cx="219600" cy="219960"/>
          </a:xfrm>
          <a:custGeom>
            <a:avLst/>
            <a:gdLst/>
            <a:ahLst/>
            <a:rect l="0" t="0" r="r" b="b"/>
            <a:pathLst>
              <a:path w="610" h="611">
                <a:moveTo>
                  <a:pt x="305" y="611"/>
                </a:moveTo>
                <a:cubicBezTo>
                  <a:pt x="386" y="611"/>
                  <a:pt x="464" y="579"/>
                  <a:pt x="521" y="520"/>
                </a:cubicBezTo>
                <a:cubicBezTo>
                  <a:pt x="578" y="463"/>
                  <a:pt x="610" y="386"/>
                  <a:pt x="610" y="305"/>
                </a:cubicBezTo>
                <a:cubicBezTo>
                  <a:pt x="610" y="224"/>
                  <a:pt x="578" y="147"/>
                  <a:pt x="521" y="89"/>
                </a:cubicBezTo>
                <a:cubicBezTo>
                  <a:pt x="464" y="32"/>
                  <a:pt x="386" y="0"/>
                  <a:pt x="305" y="0"/>
                </a:cubicBezTo>
                <a:cubicBezTo>
                  <a:pt x="224" y="0"/>
                  <a:pt x="146" y="32"/>
                  <a:pt x="89" y="89"/>
                </a:cubicBezTo>
                <a:cubicBezTo>
                  <a:pt x="32" y="147"/>
                  <a:pt x="0" y="224"/>
                  <a:pt x="0" y="305"/>
                </a:cubicBezTo>
                <a:cubicBezTo>
                  <a:pt x="0" y="386"/>
                  <a:pt x="32" y="463"/>
                  <a:pt x="89" y="520"/>
                </a:cubicBezTo>
                <a:cubicBezTo>
                  <a:pt x="146" y="579"/>
                  <a:pt x="224" y="611"/>
                  <a:pt x="305" y="611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7110360" y="390852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6" y="327"/>
                  <a:pt x="247" y="310"/>
                  <a:pt x="278" y="279"/>
                </a:cubicBezTo>
                <a:cubicBezTo>
                  <a:pt x="310" y="249"/>
                  <a:pt x="327" y="207"/>
                  <a:pt x="327" y="164"/>
                </a:cubicBezTo>
                <a:cubicBezTo>
                  <a:pt x="327" y="121"/>
                  <a:pt x="310" y="79"/>
                  <a:pt x="278" y="48"/>
                </a:cubicBezTo>
                <a:cubicBezTo>
                  <a:pt x="247" y="17"/>
                  <a:pt x="206" y="0"/>
                  <a:pt x="163" y="0"/>
                </a:cubicBezTo>
                <a:cubicBezTo>
                  <a:pt x="119" y="0"/>
                  <a:pt x="78" y="17"/>
                  <a:pt x="47" y="48"/>
                </a:cubicBezTo>
                <a:cubicBezTo>
                  <a:pt x="17" y="79"/>
                  <a:pt x="0" y="121"/>
                  <a:pt x="0" y="164"/>
                </a:cubicBezTo>
                <a:cubicBezTo>
                  <a:pt x="0" y="207"/>
                  <a:pt x="17" y="249"/>
                  <a:pt x="47" y="279"/>
                </a:cubicBezTo>
                <a:cubicBezTo>
                  <a:pt x="78" y="310"/>
                  <a:pt x="119" y="327"/>
                  <a:pt x="163" y="327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6320160" y="4235760"/>
            <a:ext cx="217440" cy="217800"/>
          </a:xfrm>
          <a:custGeom>
            <a:avLst/>
            <a:gdLst/>
            <a:ahLst/>
            <a:rect l="0" t="0" r="r" b="b"/>
            <a:pathLst>
              <a:path w="604" h="605">
                <a:moveTo>
                  <a:pt x="302" y="605"/>
                </a:moveTo>
                <a:cubicBezTo>
                  <a:pt x="382" y="605"/>
                  <a:pt x="459" y="572"/>
                  <a:pt x="516" y="515"/>
                </a:cubicBezTo>
                <a:cubicBezTo>
                  <a:pt x="572" y="459"/>
                  <a:pt x="604" y="382"/>
                  <a:pt x="604" y="302"/>
                </a:cubicBezTo>
                <a:cubicBezTo>
                  <a:pt x="604" y="222"/>
                  <a:pt x="572" y="145"/>
                  <a:pt x="516" y="89"/>
                </a:cubicBezTo>
                <a:cubicBezTo>
                  <a:pt x="459" y="32"/>
                  <a:pt x="382" y="0"/>
                  <a:pt x="302" y="0"/>
                </a:cubicBezTo>
                <a:cubicBezTo>
                  <a:pt x="221" y="0"/>
                  <a:pt x="145" y="32"/>
                  <a:pt x="88" y="89"/>
                </a:cubicBezTo>
                <a:cubicBezTo>
                  <a:pt x="32" y="145"/>
                  <a:pt x="0" y="222"/>
                  <a:pt x="0" y="302"/>
                </a:cubicBezTo>
                <a:cubicBezTo>
                  <a:pt x="0" y="382"/>
                  <a:pt x="32" y="459"/>
                  <a:pt x="88" y="515"/>
                </a:cubicBezTo>
                <a:cubicBezTo>
                  <a:pt x="145" y="572"/>
                  <a:pt x="221" y="605"/>
                  <a:pt x="302" y="605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880640" y="4736880"/>
            <a:ext cx="177120" cy="177120"/>
          </a:xfrm>
          <a:custGeom>
            <a:avLst/>
            <a:gdLst/>
            <a:ahLst/>
            <a:rect l="0" t="0" r="r" b="b"/>
            <a:pathLst>
              <a:path w="492" h="492">
                <a:moveTo>
                  <a:pt x="246" y="492"/>
                </a:moveTo>
                <a:cubicBezTo>
                  <a:pt x="311" y="492"/>
                  <a:pt x="373" y="466"/>
                  <a:pt x="420" y="420"/>
                </a:cubicBezTo>
                <a:cubicBezTo>
                  <a:pt x="466" y="374"/>
                  <a:pt x="492" y="311"/>
                  <a:pt x="492" y="245"/>
                </a:cubicBezTo>
                <a:cubicBezTo>
                  <a:pt x="492" y="180"/>
                  <a:pt x="466" y="118"/>
                  <a:pt x="420" y="72"/>
                </a:cubicBezTo>
                <a:cubicBezTo>
                  <a:pt x="373" y="26"/>
                  <a:pt x="311" y="0"/>
                  <a:pt x="246" y="0"/>
                </a:cubicBezTo>
                <a:cubicBezTo>
                  <a:pt x="181" y="0"/>
                  <a:pt x="118" y="26"/>
                  <a:pt x="72" y="72"/>
                </a:cubicBezTo>
                <a:cubicBezTo>
                  <a:pt x="26" y="118"/>
                  <a:pt x="0" y="180"/>
                  <a:pt x="0" y="245"/>
                </a:cubicBezTo>
                <a:cubicBezTo>
                  <a:pt x="0" y="311"/>
                  <a:pt x="26" y="374"/>
                  <a:pt x="72" y="420"/>
                </a:cubicBezTo>
                <a:cubicBezTo>
                  <a:pt x="118" y="466"/>
                  <a:pt x="181" y="492"/>
                  <a:pt x="246" y="492"/>
                </a:cubicBezTo>
                <a:close/>
              </a:path>
            </a:pathLst>
          </a:custGeom>
          <a:solidFill>
            <a:srgbClr val="00567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5386680" y="4941000"/>
            <a:ext cx="189720" cy="189720"/>
          </a:xfrm>
          <a:custGeom>
            <a:avLst/>
            <a:gdLst/>
            <a:ahLst/>
            <a:rect l="0" t="0" r="r" b="b"/>
            <a:pathLst>
              <a:path w="527" h="527">
                <a:moveTo>
                  <a:pt x="263" y="527"/>
                </a:moveTo>
                <a:cubicBezTo>
                  <a:pt x="332" y="527"/>
                  <a:pt x="399" y="499"/>
                  <a:pt x="449" y="450"/>
                </a:cubicBezTo>
                <a:cubicBezTo>
                  <a:pt x="498" y="400"/>
                  <a:pt x="527" y="333"/>
                  <a:pt x="527" y="264"/>
                </a:cubicBezTo>
                <a:cubicBezTo>
                  <a:pt x="527" y="194"/>
                  <a:pt x="498" y="126"/>
                  <a:pt x="449" y="77"/>
                </a:cubicBezTo>
                <a:cubicBezTo>
                  <a:pt x="399" y="28"/>
                  <a:pt x="332" y="0"/>
                  <a:pt x="263" y="0"/>
                </a:cubicBezTo>
                <a:cubicBezTo>
                  <a:pt x="193" y="0"/>
                  <a:pt x="126" y="28"/>
                  <a:pt x="77" y="77"/>
                </a:cubicBezTo>
                <a:cubicBezTo>
                  <a:pt x="28" y="126"/>
                  <a:pt x="0" y="194"/>
                  <a:pt x="0" y="264"/>
                </a:cubicBezTo>
                <a:cubicBezTo>
                  <a:pt x="0" y="333"/>
                  <a:pt x="28" y="400"/>
                  <a:pt x="77" y="450"/>
                </a:cubicBezTo>
                <a:cubicBezTo>
                  <a:pt x="126" y="499"/>
                  <a:pt x="193" y="527"/>
                  <a:pt x="263" y="527"/>
                </a:cubicBezTo>
                <a:close/>
              </a:path>
            </a:pathLst>
          </a:custGeom>
          <a:solidFill>
            <a:srgbClr val="00567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994760" y="4779720"/>
            <a:ext cx="183600" cy="183600"/>
          </a:xfrm>
          <a:custGeom>
            <a:avLst/>
            <a:gdLst/>
            <a:ahLst/>
            <a:rect l="0" t="0" r="r" b="b"/>
            <a:pathLst>
              <a:path w="510" h="510">
                <a:moveTo>
                  <a:pt x="254" y="510"/>
                </a:moveTo>
                <a:cubicBezTo>
                  <a:pt x="323" y="510"/>
                  <a:pt x="388" y="483"/>
                  <a:pt x="435" y="435"/>
                </a:cubicBezTo>
                <a:cubicBezTo>
                  <a:pt x="483" y="388"/>
                  <a:pt x="510" y="323"/>
                  <a:pt x="510" y="255"/>
                </a:cubicBezTo>
                <a:cubicBezTo>
                  <a:pt x="510" y="187"/>
                  <a:pt x="483" y="122"/>
                  <a:pt x="435" y="74"/>
                </a:cubicBezTo>
                <a:cubicBezTo>
                  <a:pt x="388" y="26"/>
                  <a:pt x="323" y="0"/>
                  <a:pt x="254" y="0"/>
                </a:cubicBezTo>
                <a:cubicBezTo>
                  <a:pt x="187" y="0"/>
                  <a:pt x="122" y="26"/>
                  <a:pt x="74" y="74"/>
                </a:cubicBezTo>
                <a:cubicBezTo>
                  <a:pt x="26" y="122"/>
                  <a:pt x="0" y="187"/>
                  <a:pt x="0" y="255"/>
                </a:cubicBezTo>
                <a:cubicBezTo>
                  <a:pt x="0" y="323"/>
                  <a:pt x="26" y="388"/>
                  <a:pt x="74" y="435"/>
                </a:cubicBezTo>
                <a:cubicBezTo>
                  <a:pt x="122" y="483"/>
                  <a:pt x="187" y="510"/>
                  <a:pt x="254" y="510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2012760" y="4819320"/>
            <a:ext cx="151200" cy="151200"/>
          </a:xfrm>
          <a:custGeom>
            <a:avLst/>
            <a:gdLst/>
            <a:ahLst/>
            <a:rect l="0" t="0" r="r" b="b"/>
            <a:pathLst>
              <a:path w="420" h="420">
                <a:moveTo>
                  <a:pt x="210" y="420"/>
                </a:moveTo>
                <a:cubicBezTo>
                  <a:pt x="266" y="420"/>
                  <a:pt x="319" y="398"/>
                  <a:pt x="358" y="359"/>
                </a:cubicBezTo>
                <a:cubicBezTo>
                  <a:pt x="398" y="320"/>
                  <a:pt x="420" y="266"/>
                  <a:pt x="420" y="211"/>
                </a:cubicBezTo>
                <a:cubicBezTo>
                  <a:pt x="420" y="154"/>
                  <a:pt x="398" y="101"/>
                  <a:pt x="358" y="62"/>
                </a:cubicBezTo>
                <a:cubicBezTo>
                  <a:pt x="319" y="22"/>
                  <a:pt x="266" y="0"/>
                  <a:pt x="210" y="0"/>
                </a:cubicBezTo>
                <a:cubicBezTo>
                  <a:pt x="155" y="0"/>
                  <a:pt x="102" y="22"/>
                  <a:pt x="62" y="62"/>
                </a:cubicBezTo>
                <a:cubicBezTo>
                  <a:pt x="22" y="101"/>
                  <a:pt x="0" y="154"/>
                  <a:pt x="0" y="211"/>
                </a:cubicBezTo>
                <a:cubicBezTo>
                  <a:pt x="0" y="266"/>
                  <a:pt x="22" y="320"/>
                  <a:pt x="62" y="359"/>
                </a:cubicBezTo>
                <a:cubicBezTo>
                  <a:pt x="102" y="398"/>
                  <a:pt x="155" y="420"/>
                  <a:pt x="210" y="420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2061360" y="4799520"/>
            <a:ext cx="205560" cy="205560"/>
          </a:xfrm>
          <a:custGeom>
            <a:avLst/>
            <a:gdLst/>
            <a:ahLst/>
            <a:rect l="0" t="0" r="r" b="b"/>
            <a:pathLst>
              <a:path w="571" h="571">
                <a:moveTo>
                  <a:pt x="286" y="571"/>
                </a:moveTo>
                <a:cubicBezTo>
                  <a:pt x="362" y="571"/>
                  <a:pt x="434" y="541"/>
                  <a:pt x="488" y="488"/>
                </a:cubicBezTo>
                <a:cubicBezTo>
                  <a:pt x="541" y="434"/>
                  <a:pt x="571" y="362"/>
                  <a:pt x="571" y="286"/>
                </a:cubicBezTo>
                <a:cubicBezTo>
                  <a:pt x="571" y="211"/>
                  <a:pt x="541" y="138"/>
                  <a:pt x="488" y="85"/>
                </a:cubicBezTo>
                <a:cubicBezTo>
                  <a:pt x="434" y="30"/>
                  <a:pt x="362" y="0"/>
                  <a:pt x="286" y="0"/>
                </a:cubicBezTo>
                <a:cubicBezTo>
                  <a:pt x="210" y="0"/>
                  <a:pt x="137" y="30"/>
                  <a:pt x="84" y="85"/>
                </a:cubicBezTo>
                <a:cubicBezTo>
                  <a:pt x="30" y="138"/>
                  <a:pt x="0" y="211"/>
                  <a:pt x="0" y="286"/>
                </a:cubicBezTo>
                <a:cubicBezTo>
                  <a:pt x="0" y="362"/>
                  <a:pt x="30" y="434"/>
                  <a:pt x="84" y="488"/>
                </a:cubicBezTo>
                <a:cubicBezTo>
                  <a:pt x="137" y="541"/>
                  <a:pt x="210" y="571"/>
                  <a:pt x="286" y="571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2081520" y="4822920"/>
            <a:ext cx="205560" cy="205560"/>
          </a:xfrm>
          <a:custGeom>
            <a:avLst/>
            <a:gdLst/>
            <a:ahLst/>
            <a:rect l="0" t="0" r="r" b="b"/>
            <a:pathLst>
              <a:path w="571" h="571">
                <a:moveTo>
                  <a:pt x="286" y="571"/>
                </a:moveTo>
                <a:cubicBezTo>
                  <a:pt x="362" y="571"/>
                  <a:pt x="435" y="540"/>
                  <a:pt x="488" y="487"/>
                </a:cubicBezTo>
                <a:cubicBezTo>
                  <a:pt x="541" y="433"/>
                  <a:pt x="571" y="361"/>
                  <a:pt x="571" y="285"/>
                </a:cubicBezTo>
                <a:cubicBezTo>
                  <a:pt x="571" y="210"/>
                  <a:pt x="541" y="137"/>
                  <a:pt x="488" y="84"/>
                </a:cubicBezTo>
                <a:cubicBezTo>
                  <a:pt x="435" y="30"/>
                  <a:pt x="362" y="0"/>
                  <a:pt x="286" y="0"/>
                </a:cubicBezTo>
                <a:cubicBezTo>
                  <a:pt x="211" y="0"/>
                  <a:pt x="137" y="30"/>
                  <a:pt x="84" y="84"/>
                </a:cubicBezTo>
                <a:cubicBezTo>
                  <a:pt x="31" y="137"/>
                  <a:pt x="0" y="210"/>
                  <a:pt x="0" y="285"/>
                </a:cubicBezTo>
                <a:cubicBezTo>
                  <a:pt x="0" y="361"/>
                  <a:pt x="31" y="433"/>
                  <a:pt x="84" y="487"/>
                </a:cubicBezTo>
                <a:cubicBezTo>
                  <a:pt x="137" y="540"/>
                  <a:pt x="211" y="571"/>
                  <a:pt x="286" y="571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2181600" y="4872960"/>
            <a:ext cx="195480" cy="195120"/>
          </a:xfrm>
          <a:custGeom>
            <a:avLst/>
            <a:gdLst/>
            <a:ahLst/>
            <a:rect l="0" t="0" r="r" b="b"/>
            <a:pathLst>
              <a:path w="543" h="542">
                <a:moveTo>
                  <a:pt x="272" y="542"/>
                </a:moveTo>
                <a:cubicBezTo>
                  <a:pt x="344" y="542"/>
                  <a:pt x="413" y="514"/>
                  <a:pt x="463" y="463"/>
                </a:cubicBezTo>
                <a:cubicBezTo>
                  <a:pt x="514" y="412"/>
                  <a:pt x="543" y="343"/>
                  <a:pt x="543" y="272"/>
                </a:cubicBezTo>
                <a:cubicBezTo>
                  <a:pt x="543" y="199"/>
                  <a:pt x="514" y="130"/>
                  <a:pt x="463" y="79"/>
                </a:cubicBezTo>
                <a:cubicBezTo>
                  <a:pt x="413" y="28"/>
                  <a:pt x="344" y="0"/>
                  <a:pt x="272" y="0"/>
                </a:cubicBezTo>
                <a:cubicBezTo>
                  <a:pt x="200" y="0"/>
                  <a:pt x="130" y="28"/>
                  <a:pt x="80" y="79"/>
                </a:cubicBezTo>
                <a:cubicBezTo>
                  <a:pt x="29" y="130"/>
                  <a:pt x="0" y="199"/>
                  <a:pt x="0" y="272"/>
                </a:cubicBezTo>
                <a:cubicBezTo>
                  <a:pt x="0" y="343"/>
                  <a:pt x="29" y="412"/>
                  <a:pt x="80" y="463"/>
                </a:cubicBezTo>
                <a:cubicBezTo>
                  <a:pt x="130" y="514"/>
                  <a:pt x="200" y="542"/>
                  <a:pt x="272" y="542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2273040" y="4934880"/>
            <a:ext cx="166320" cy="166680"/>
          </a:xfrm>
          <a:custGeom>
            <a:avLst/>
            <a:gdLst/>
            <a:ahLst/>
            <a:rect l="0" t="0" r="r" b="b"/>
            <a:pathLst>
              <a:path w="462" h="463">
                <a:moveTo>
                  <a:pt x="230" y="463"/>
                </a:moveTo>
                <a:cubicBezTo>
                  <a:pt x="292" y="463"/>
                  <a:pt x="350" y="438"/>
                  <a:pt x="394" y="395"/>
                </a:cubicBezTo>
                <a:cubicBezTo>
                  <a:pt x="438" y="351"/>
                  <a:pt x="462" y="292"/>
                  <a:pt x="462" y="231"/>
                </a:cubicBezTo>
                <a:cubicBezTo>
                  <a:pt x="462" y="170"/>
                  <a:pt x="438" y="111"/>
                  <a:pt x="394" y="68"/>
                </a:cubicBezTo>
                <a:cubicBezTo>
                  <a:pt x="350" y="25"/>
                  <a:pt x="292" y="0"/>
                  <a:pt x="230" y="0"/>
                </a:cubicBezTo>
                <a:cubicBezTo>
                  <a:pt x="169" y="0"/>
                  <a:pt x="111" y="25"/>
                  <a:pt x="67" y="68"/>
                </a:cubicBezTo>
                <a:cubicBezTo>
                  <a:pt x="24" y="111"/>
                  <a:pt x="0" y="170"/>
                  <a:pt x="0" y="231"/>
                </a:cubicBezTo>
                <a:cubicBezTo>
                  <a:pt x="0" y="292"/>
                  <a:pt x="24" y="351"/>
                  <a:pt x="67" y="395"/>
                </a:cubicBezTo>
                <a:cubicBezTo>
                  <a:pt x="111" y="438"/>
                  <a:pt x="169" y="463"/>
                  <a:pt x="230" y="463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2422800" y="4968720"/>
            <a:ext cx="201240" cy="201600"/>
          </a:xfrm>
          <a:custGeom>
            <a:avLst/>
            <a:gdLst/>
            <a:ahLst/>
            <a:rect l="0" t="0" r="r" b="b"/>
            <a:pathLst>
              <a:path w="559" h="560">
                <a:moveTo>
                  <a:pt x="280" y="560"/>
                </a:moveTo>
                <a:cubicBezTo>
                  <a:pt x="354" y="560"/>
                  <a:pt x="425" y="530"/>
                  <a:pt x="477" y="478"/>
                </a:cubicBezTo>
                <a:cubicBezTo>
                  <a:pt x="529" y="424"/>
                  <a:pt x="559" y="353"/>
                  <a:pt x="559" y="279"/>
                </a:cubicBezTo>
                <a:cubicBezTo>
                  <a:pt x="559" y="205"/>
                  <a:pt x="529" y="134"/>
                  <a:pt x="477" y="82"/>
                </a:cubicBezTo>
                <a:cubicBezTo>
                  <a:pt x="425" y="30"/>
                  <a:pt x="354" y="0"/>
                  <a:pt x="280" y="0"/>
                </a:cubicBezTo>
                <a:cubicBezTo>
                  <a:pt x="205" y="0"/>
                  <a:pt x="134" y="30"/>
                  <a:pt x="81" y="82"/>
                </a:cubicBezTo>
                <a:cubicBezTo>
                  <a:pt x="29" y="134"/>
                  <a:pt x="0" y="205"/>
                  <a:pt x="0" y="279"/>
                </a:cubicBezTo>
                <a:cubicBezTo>
                  <a:pt x="0" y="353"/>
                  <a:pt x="29" y="424"/>
                  <a:pt x="81" y="478"/>
                </a:cubicBezTo>
                <a:cubicBezTo>
                  <a:pt x="134" y="530"/>
                  <a:pt x="205" y="560"/>
                  <a:pt x="280" y="560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2501640" y="5013000"/>
            <a:ext cx="128520" cy="128880"/>
          </a:xfrm>
          <a:custGeom>
            <a:avLst/>
            <a:gdLst/>
            <a:ahLst/>
            <a:rect l="0" t="0" r="r" b="b"/>
            <a:pathLst>
              <a:path w="357" h="358">
                <a:moveTo>
                  <a:pt x="178" y="358"/>
                </a:moveTo>
                <a:cubicBezTo>
                  <a:pt x="225" y="358"/>
                  <a:pt x="271" y="339"/>
                  <a:pt x="304" y="305"/>
                </a:cubicBezTo>
                <a:cubicBezTo>
                  <a:pt x="338" y="272"/>
                  <a:pt x="357" y="227"/>
                  <a:pt x="357" y="179"/>
                </a:cubicBezTo>
                <a:cubicBezTo>
                  <a:pt x="357" y="131"/>
                  <a:pt x="338" y="86"/>
                  <a:pt x="304" y="52"/>
                </a:cubicBezTo>
                <a:cubicBezTo>
                  <a:pt x="271" y="19"/>
                  <a:pt x="225" y="0"/>
                  <a:pt x="178" y="0"/>
                </a:cubicBezTo>
                <a:cubicBezTo>
                  <a:pt x="131" y="0"/>
                  <a:pt x="86" y="19"/>
                  <a:pt x="52" y="52"/>
                </a:cubicBezTo>
                <a:cubicBezTo>
                  <a:pt x="19" y="86"/>
                  <a:pt x="0" y="131"/>
                  <a:pt x="0" y="179"/>
                </a:cubicBezTo>
                <a:cubicBezTo>
                  <a:pt x="0" y="227"/>
                  <a:pt x="19" y="272"/>
                  <a:pt x="52" y="305"/>
                </a:cubicBezTo>
                <a:cubicBezTo>
                  <a:pt x="86" y="339"/>
                  <a:pt x="131" y="358"/>
                  <a:pt x="178" y="358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2792520" y="5034960"/>
            <a:ext cx="188280" cy="188280"/>
          </a:xfrm>
          <a:custGeom>
            <a:avLst/>
            <a:gdLst/>
            <a:ahLst/>
            <a:rect l="0" t="0" r="r" b="b"/>
            <a:pathLst>
              <a:path w="523" h="523">
                <a:moveTo>
                  <a:pt x="261" y="523"/>
                </a:moveTo>
                <a:cubicBezTo>
                  <a:pt x="331" y="523"/>
                  <a:pt x="398" y="496"/>
                  <a:pt x="447" y="447"/>
                </a:cubicBezTo>
                <a:cubicBezTo>
                  <a:pt x="496" y="398"/>
                  <a:pt x="523" y="331"/>
                  <a:pt x="523" y="261"/>
                </a:cubicBezTo>
                <a:cubicBezTo>
                  <a:pt x="523" y="192"/>
                  <a:pt x="496" y="126"/>
                  <a:pt x="447" y="77"/>
                </a:cubicBezTo>
                <a:cubicBezTo>
                  <a:pt x="398" y="28"/>
                  <a:pt x="331" y="0"/>
                  <a:pt x="261" y="0"/>
                </a:cubicBezTo>
                <a:cubicBezTo>
                  <a:pt x="192" y="0"/>
                  <a:pt x="126" y="28"/>
                  <a:pt x="77" y="77"/>
                </a:cubicBezTo>
                <a:cubicBezTo>
                  <a:pt x="28" y="126"/>
                  <a:pt x="0" y="192"/>
                  <a:pt x="0" y="261"/>
                </a:cubicBezTo>
                <a:cubicBezTo>
                  <a:pt x="0" y="331"/>
                  <a:pt x="28" y="398"/>
                  <a:pt x="77" y="447"/>
                </a:cubicBezTo>
                <a:cubicBezTo>
                  <a:pt x="126" y="496"/>
                  <a:pt x="192" y="523"/>
                  <a:pt x="261" y="523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767520" y="3276000"/>
            <a:ext cx="187200" cy="186840"/>
          </a:xfrm>
          <a:custGeom>
            <a:avLst/>
            <a:gdLst/>
            <a:ahLst/>
            <a:rect l="0" t="0" r="r" b="b"/>
            <a:pathLst>
              <a:path w="520" h="519">
                <a:moveTo>
                  <a:pt x="260" y="519"/>
                </a:moveTo>
                <a:cubicBezTo>
                  <a:pt x="329" y="519"/>
                  <a:pt x="395" y="492"/>
                  <a:pt x="444" y="442"/>
                </a:cubicBezTo>
                <a:cubicBezTo>
                  <a:pt x="492" y="394"/>
                  <a:pt x="520" y="328"/>
                  <a:pt x="520" y="259"/>
                </a:cubicBezTo>
                <a:cubicBezTo>
                  <a:pt x="520" y="190"/>
                  <a:pt x="492" y="124"/>
                  <a:pt x="444" y="76"/>
                </a:cubicBezTo>
                <a:cubicBezTo>
                  <a:pt x="395" y="27"/>
                  <a:pt x="329" y="0"/>
                  <a:pt x="260" y="0"/>
                </a:cubicBezTo>
                <a:cubicBezTo>
                  <a:pt x="191" y="0"/>
                  <a:pt x="125" y="27"/>
                  <a:pt x="76" y="76"/>
                </a:cubicBezTo>
                <a:cubicBezTo>
                  <a:pt x="28" y="124"/>
                  <a:pt x="0" y="190"/>
                  <a:pt x="0" y="259"/>
                </a:cubicBezTo>
                <a:cubicBezTo>
                  <a:pt x="0" y="328"/>
                  <a:pt x="28" y="394"/>
                  <a:pt x="76" y="442"/>
                </a:cubicBezTo>
                <a:cubicBezTo>
                  <a:pt x="125" y="492"/>
                  <a:pt x="191" y="519"/>
                  <a:pt x="260" y="519"/>
                </a:cubicBezTo>
                <a:close/>
              </a:path>
            </a:pathLst>
          </a:custGeom>
          <a:solidFill>
            <a:srgbClr val="b03219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1297080" y="4120560"/>
            <a:ext cx="198360" cy="198360"/>
          </a:xfrm>
          <a:custGeom>
            <a:avLst/>
            <a:gdLst/>
            <a:ahLst/>
            <a:rect l="0" t="0" r="r" b="b"/>
            <a:pathLst>
              <a:path w="551" h="551">
                <a:moveTo>
                  <a:pt x="275" y="551"/>
                </a:moveTo>
                <a:cubicBezTo>
                  <a:pt x="348" y="551"/>
                  <a:pt x="418" y="522"/>
                  <a:pt x="469" y="470"/>
                </a:cubicBezTo>
                <a:cubicBezTo>
                  <a:pt x="522" y="419"/>
                  <a:pt x="551" y="348"/>
                  <a:pt x="551" y="275"/>
                </a:cubicBezTo>
                <a:cubicBezTo>
                  <a:pt x="551" y="202"/>
                  <a:pt x="522" y="132"/>
                  <a:pt x="469" y="81"/>
                </a:cubicBezTo>
                <a:cubicBezTo>
                  <a:pt x="418" y="29"/>
                  <a:pt x="348" y="0"/>
                  <a:pt x="275" y="0"/>
                </a:cubicBezTo>
                <a:cubicBezTo>
                  <a:pt x="202" y="0"/>
                  <a:pt x="132" y="29"/>
                  <a:pt x="80" y="81"/>
                </a:cubicBezTo>
                <a:cubicBezTo>
                  <a:pt x="29" y="132"/>
                  <a:pt x="0" y="202"/>
                  <a:pt x="0" y="275"/>
                </a:cubicBezTo>
                <a:cubicBezTo>
                  <a:pt x="0" y="348"/>
                  <a:pt x="29" y="419"/>
                  <a:pt x="80" y="470"/>
                </a:cubicBezTo>
                <a:cubicBezTo>
                  <a:pt x="132" y="522"/>
                  <a:pt x="202" y="551"/>
                  <a:pt x="275" y="551"/>
                </a:cubicBezTo>
                <a:close/>
              </a:path>
            </a:pathLst>
          </a:custGeom>
          <a:solidFill>
            <a:srgbClr val="b03219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1743840" y="4571640"/>
            <a:ext cx="204840" cy="204840"/>
          </a:xfrm>
          <a:custGeom>
            <a:avLst/>
            <a:gdLst/>
            <a:ahLst/>
            <a:rect l="0" t="0" r="r" b="b"/>
            <a:pathLst>
              <a:path w="569" h="569">
                <a:moveTo>
                  <a:pt x="284" y="569"/>
                </a:moveTo>
                <a:cubicBezTo>
                  <a:pt x="359" y="569"/>
                  <a:pt x="432" y="540"/>
                  <a:pt x="485" y="486"/>
                </a:cubicBezTo>
                <a:cubicBezTo>
                  <a:pt x="538" y="433"/>
                  <a:pt x="569" y="361"/>
                  <a:pt x="569" y="285"/>
                </a:cubicBezTo>
                <a:cubicBezTo>
                  <a:pt x="569" y="210"/>
                  <a:pt x="538" y="138"/>
                  <a:pt x="485" y="84"/>
                </a:cubicBezTo>
                <a:cubicBezTo>
                  <a:pt x="432" y="30"/>
                  <a:pt x="359" y="0"/>
                  <a:pt x="284" y="0"/>
                </a:cubicBezTo>
                <a:cubicBezTo>
                  <a:pt x="209" y="0"/>
                  <a:pt x="136" y="30"/>
                  <a:pt x="83" y="84"/>
                </a:cubicBezTo>
                <a:cubicBezTo>
                  <a:pt x="30" y="138"/>
                  <a:pt x="0" y="210"/>
                  <a:pt x="0" y="285"/>
                </a:cubicBezTo>
                <a:cubicBezTo>
                  <a:pt x="0" y="361"/>
                  <a:pt x="30" y="433"/>
                  <a:pt x="83" y="486"/>
                </a:cubicBezTo>
                <a:cubicBezTo>
                  <a:pt x="136" y="540"/>
                  <a:pt x="209" y="569"/>
                  <a:pt x="284" y="569"/>
                </a:cubicBezTo>
                <a:close/>
              </a:path>
            </a:pathLst>
          </a:custGeom>
          <a:solidFill>
            <a:srgbClr val="b03219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1990440" y="4865760"/>
            <a:ext cx="109440" cy="109080"/>
          </a:xfrm>
          <a:custGeom>
            <a:avLst/>
            <a:gdLst/>
            <a:ahLst/>
            <a:rect l="0" t="0" r="r" b="b"/>
            <a:pathLst>
              <a:path w="304" h="303">
                <a:moveTo>
                  <a:pt x="152" y="303"/>
                </a:moveTo>
                <a:cubicBezTo>
                  <a:pt x="192" y="303"/>
                  <a:pt x="231" y="287"/>
                  <a:pt x="259" y="259"/>
                </a:cubicBezTo>
                <a:cubicBezTo>
                  <a:pt x="288" y="230"/>
                  <a:pt x="304" y="191"/>
                  <a:pt x="304" y="151"/>
                </a:cubicBezTo>
                <a:cubicBezTo>
                  <a:pt x="304" y="111"/>
                  <a:pt x="288" y="72"/>
                  <a:pt x="259" y="44"/>
                </a:cubicBezTo>
                <a:cubicBezTo>
                  <a:pt x="231" y="16"/>
                  <a:pt x="192" y="0"/>
                  <a:pt x="152" y="0"/>
                </a:cubicBezTo>
                <a:cubicBezTo>
                  <a:pt x="112" y="0"/>
                  <a:pt x="74" y="16"/>
                  <a:pt x="44" y="44"/>
                </a:cubicBezTo>
                <a:cubicBezTo>
                  <a:pt x="16" y="72"/>
                  <a:pt x="0" y="111"/>
                  <a:pt x="0" y="151"/>
                </a:cubicBezTo>
                <a:cubicBezTo>
                  <a:pt x="0" y="191"/>
                  <a:pt x="16" y="230"/>
                  <a:pt x="44" y="259"/>
                </a:cubicBezTo>
                <a:cubicBezTo>
                  <a:pt x="74" y="287"/>
                  <a:pt x="112" y="303"/>
                  <a:pt x="152" y="303"/>
                </a:cubicBezTo>
                <a:close/>
              </a:path>
            </a:pathLst>
          </a:custGeom>
          <a:solidFill>
            <a:srgbClr val="b03219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1883160" y="4723920"/>
            <a:ext cx="207360" cy="207360"/>
          </a:xfrm>
          <a:custGeom>
            <a:avLst/>
            <a:gdLst/>
            <a:ahLst/>
            <a:rect l="0" t="0" r="r" b="b"/>
            <a:pathLst>
              <a:path w="576" h="576">
                <a:moveTo>
                  <a:pt x="288" y="576"/>
                </a:moveTo>
                <a:cubicBezTo>
                  <a:pt x="365" y="576"/>
                  <a:pt x="438" y="546"/>
                  <a:pt x="492" y="492"/>
                </a:cubicBezTo>
                <a:cubicBezTo>
                  <a:pt x="546" y="438"/>
                  <a:pt x="576" y="364"/>
                  <a:pt x="576" y="288"/>
                </a:cubicBezTo>
                <a:cubicBezTo>
                  <a:pt x="576" y="212"/>
                  <a:pt x="546" y="138"/>
                  <a:pt x="492" y="85"/>
                </a:cubicBezTo>
                <a:cubicBezTo>
                  <a:pt x="438" y="31"/>
                  <a:pt x="365" y="0"/>
                  <a:pt x="288" y="0"/>
                </a:cubicBezTo>
                <a:cubicBezTo>
                  <a:pt x="211" y="0"/>
                  <a:pt x="138" y="31"/>
                  <a:pt x="84" y="85"/>
                </a:cubicBezTo>
                <a:cubicBezTo>
                  <a:pt x="30" y="138"/>
                  <a:pt x="0" y="212"/>
                  <a:pt x="0" y="288"/>
                </a:cubicBezTo>
                <a:cubicBezTo>
                  <a:pt x="0" y="364"/>
                  <a:pt x="30" y="438"/>
                  <a:pt x="84" y="492"/>
                </a:cubicBezTo>
                <a:cubicBezTo>
                  <a:pt x="138" y="546"/>
                  <a:pt x="211" y="576"/>
                  <a:pt x="288" y="576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1922760" y="4723920"/>
            <a:ext cx="208080" cy="208080"/>
          </a:xfrm>
          <a:custGeom>
            <a:avLst/>
            <a:gdLst/>
            <a:ahLst/>
            <a:rect l="0" t="0" r="r" b="b"/>
            <a:pathLst>
              <a:path w="578" h="578">
                <a:moveTo>
                  <a:pt x="290" y="578"/>
                </a:moveTo>
                <a:cubicBezTo>
                  <a:pt x="366" y="578"/>
                  <a:pt x="439" y="547"/>
                  <a:pt x="494" y="493"/>
                </a:cubicBezTo>
                <a:cubicBezTo>
                  <a:pt x="548" y="439"/>
                  <a:pt x="578" y="365"/>
                  <a:pt x="578" y="288"/>
                </a:cubicBezTo>
                <a:cubicBezTo>
                  <a:pt x="578" y="212"/>
                  <a:pt x="548" y="139"/>
                  <a:pt x="494" y="85"/>
                </a:cubicBezTo>
                <a:cubicBezTo>
                  <a:pt x="439" y="31"/>
                  <a:pt x="366" y="0"/>
                  <a:pt x="290" y="0"/>
                </a:cubicBezTo>
                <a:cubicBezTo>
                  <a:pt x="213" y="0"/>
                  <a:pt x="140" y="31"/>
                  <a:pt x="85" y="85"/>
                </a:cubicBezTo>
                <a:cubicBezTo>
                  <a:pt x="31" y="139"/>
                  <a:pt x="0" y="212"/>
                  <a:pt x="0" y="288"/>
                </a:cubicBezTo>
                <a:cubicBezTo>
                  <a:pt x="0" y="365"/>
                  <a:pt x="31" y="439"/>
                  <a:pt x="85" y="493"/>
                </a:cubicBezTo>
                <a:cubicBezTo>
                  <a:pt x="140" y="547"/>
                  <a:pt x="213" y="578"/>
                  <a:pt x="290" y="578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1983960" y="4773600"/>
            <a:ext cx="214200" cy="214200"/>
          </a:xfrm>
          <a:custGeom>
            <a:avLst/>
            <a:gdLst/>
            <a:ahLst/>
            <a:rect l="0" t="0" r="r" b="b"/>
            <a:pathLst>
              <a:path w="595" h="595">
                <a:moveTo>
                  <a:pt x="298" y="595"/>
                </a:moveTo>
                <a:cubicBezTo>
                  <a:pt x="377" y="595"/>
                  <a:pt x="452" y="563"/>
                  <a:pt x="508" y="508"/>
                </a:cubicBezTo>
                <a:cubicBezTo>
                  <a:pt x="564" y="452"/>
                  <a:pt x="595" y="377"/>
                  <a:pt x="595" y="298"/>
                </a:cubicBezTo>
                <a:cubicBezTo>
                  <a:pt x="595" y="219"/>
                  <a:pt x="564" y="143"/>
                  <a:pt x="508" y="88"/>
                </a:cubicBezTo>
                <a:cubicBezTo>
                  <a:pt x="452" y="31"/>
                  <a:pt x="377" y="0"/>
                  <a:pt x="298" y="0"/>
                </a:cubicBezTo>
                <a:cubicBezTo>
                  <a:pt x="219" y="0"/>
                  <a:pt x="144" y="31"/>
                  <a:pt x="87" y="88"/>
                </a:cubicBezTo>
                <a:cubicBezTo>
                  <a:pt x="31" y="143"/>
                  <a:pt x="0" y="219"/>
                  <a:pt x="0" y="298"/>
                </a:cubicBezTo>
                <a:cubicBezTo>
                  <a:pt x="0" y="377"/>
                  <a:pt x="31" y="452"/>
                  <a:pt x="87" y="508"/>
                </a:cubicBezTo>
                <a:cubicBezTo>
                  <a:pt x="144" y="563"/>
                  <a:pt x="219" y="595"/>
                  <a:pt x="298" y="595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2313000" y="4931640"/>
            <a:ext cx="210960" cy="210600"/>
          </a:xfrm>
          <a:custGeom>
            <a:avLst/>
            <a:gdLst/>
            <a:ahLst/>
            <a:rect l="0" t="0" r="r" b="b"/>
            <a:pathLst>
              <a:path w="586" h="585">
                <a:moveTo>
                  <a:pt x="294" y="585"/>
                </a:moveTo>
                <a:cubicBezTo>
                  <a:pt x="371" y="585"/>
                  <a:pt x="445" y="555"/>
                  <a:pt x="500" y="500"/>
                </a:cubicBezTo>
                <a:cubicBezTo>
                  <a:pt x="555" y="445"/>
                  <a:pt x="586" y="371"/>
                  <a:pt x="586" y="293"/>
                </a:cubicBezTo>
                <a:cubicBezTo>
                  <a:pt x="586" y="216"/>
                  <a:pt x="555" y="141"/>
                  <a:pt x="500" y="86"/>
                </a:cubicBezTo>
                <a:cubicBezTo>
                  <a:pt x="445" y="32"/>
                  <a:pt x="371" y="0"/>
                  <a:pt x="294" y="0"/>
                </a:cubicBezTo>
                <a:cubicBezTo>
                  <a:pt x="215" y="0"/>
                  <a:pt x="141" y="32"/>
                  <a:pt x="86" y="86"/>
                </a:cubicBezTo>
                <a:cubicBezTo>
                  <a:pt x="31" y="141"/>
                  <a:pt x="0" y="216"/>
                  <a:pt x="0" y="293"/>
                </a:cubicBezTo>
                <a:cubicBezTo>
                  <a:pt x="0" y="371"/>
                  <a:pt x="31" y="445"/>
                  <a:pt x="86" y="500"/>
                </a:cubicBezTo>
                <a:cubicBezTo>
                  <a:pt x="141" y="555"/>
                  <a:pt x="215" y="585"/>
                  <a:pt x="294" y="585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4" name=""/>
          <p:cNvSpPr/>
          <p:nvPr/>
        </p:nvSpPr>
        <p:spPr>
          <a:xfrm>
            <a:off x="2495880" y="5003640"/>
            <a:ext cx="154440" cy="154080"/>
          </a:xfrm>
          <a:custGeom>
            <a:avLst/>
            <a:gdLst/>
            <a:ahLst/>
            <a:rect l="0" t="0" r="r" b="b"/>
            <a:pathLst>
              <a:path w="429" h="428">
                <a:moveTo>
                  <a:pt x="215" y="428"/>
                </a:moveTo>
                <a:cubicBezTo>
                  <a:pt x="271" y="428"/>
                  <a:pt x="326" y="405"/>
                  <a:pt x="366" y="365"/>
                </a:cubicBezTo>
                <a:cubicBezTo>
                  <a:pt x="406" y="324"/>
                  <a:pt x="429" y="270"/>
                  <a:pt x="429" y="213"/>
                </a:cubicBezTo>
                <a:cubicBezTo>
                  <a:pt x="429" y="157"/>
                  <a:pt x="406" y="102"/>
                  <a:pt x="366" y="62"/>
                </a:cubicBezTo>
                <a:cubicBezTo>
                  <a:pt x="326" y="22"/>
                  <a:pt x="271" y="0"/>
                  <a:pt x="215" y="0"/>
                </a:cubicBezTo>
                <a:cubicBezTo>
                  <a:pt x="158" y="0"/>
                  <a:pt x="103" y="22"/>
                  <a:pt x="62" y="62"/>
                </a:cubicBezTo>
                <a:cubicBezTo>
                  <a:pt x="22" y="102"/>
                  <a:pt x="0" y="157"/>
                  <a:pt x="0" y="213"/>
                </a:cubicBezTo>
                <a:cubicBezTo>
                  <a:pt x="0" y="270"/>
                  <a:pt x="22" y="324"/>
                  <a:pt x="62" y="365"/>
                </a:cubicBezTo>
                <a:cubicBezTo>
                  <a:pt x="103" y="405"/>
                  <a:pt x="158" y="428"/>
                  <a:pt x="215" y="428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5" name=""/>
          <p:cNvSpPr/>
          <p:nvPr/>
        </p:nvSpPr>
        <p:spPr>
          <a:xfrm>
            <a:off x="2674440" y="5023800"/>
            <a:ext cx="187920" cy="187560"/>
          </a:xfrm>
          <a:custGeom>
            <a:avLst/>
            <a:gdLst/>
            <a:ahLst/>
            <a:rect l="0" t="0" r="r" b="b"/>
            <a:pathLst>
              <a:path w="522" h="521">
                <a:moveTo>
                  <a:pt x="261" y="521"/>
                </a:moveTo>
                <a:cubicBezTo>
                  <a:pt x="330" y="521"/>
                  <a:pt x="397" y="494"/>
                  <a:pt x="445" y="445"/>
                </a:cubicBezTo>
                <a:cubicBezTo>
                  <a:pt x="494" y="396"/>
                  <a:pt x="522" y="329"/>
                  <a:pt x="522" y="260"/>
                </a:cubicBezTo>
                <a:cubicBezTo>
                  <a:pt x="522" y="191"/>
                  <a:pt x="494" y="125"/>
                  <a:pt x="445" y="76"/>
                </a:cubicBezTo>
                <a:cubicBezTo>
                  <a:pt x="397" y="27"/>
                  <a:pt x="330" y="0"/>
                  <a:pt x="261" y="0"/>
                </a:cubicBezTo>
                <a:cubicBezTo>
                  <a:pt x="192" y="0"/>
                  <a:pt x="126" y="27"/>
                  <a:pt x="76" y="76"/>
                </a:cubicBezTo>
                <a:cubicBezTo>
                  <a:pt x="28" y="125"/>
                  <a:pt x="0" y="191"/>
                  <a:pt x="0" y="260"/>
                </a:cubicBezTo>
                <a:cubicBezTo>
                  <a:pt x="0" y="329"/>
                  <a:pt x="28" y="396"/>
                  <a:pt x="76" y="445"/>
                </a:cubicBezTo>
                <a:cubicBezTo>
                  <a:pt x="126" y="494"/>
                  <a:pt x="192" y="521"/>
                  <a:pt x="261" y="521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2741400" y="504252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8" y="410"/>
                  <a:pt x="369" y="369"/>
                </a:cubicBezTo>
                <a:cubicBezTo>
                  <a:pt x="410" y="329"/>
                  <a:pt x="433" y="274"/>
                  <a:pt x="433" y="217"/>
                </a:cubicBezTo>
                <a:cubicBezTo>
                  <a:pt x="433" y="159"/>
                  <a:pt x="410" y="104"/>
                  <a:pt x="369" y="64"/>
                </a:cubicBezTo>
                <a:cubicBezTo>
                  <a:pt x="328" y="22"/>
                  <a:pt x="273" y="0"/>
                  <a:pt x="216" y="0"/>
                </a:cubicBezTo>
                <a:cubicBezTo>
                  <a:pt x="159" y="0"/>
                  <a:pt x="104" y="22"/>
                  <a:pt x="63" y="64"/>
                </a:cubicBezTo>
                <a:cubicBezTo>
                  <a:pt x="23" y="104"/>
                  <a:pt x="0" y="159"/>
                  <a:pt x="0" y="217"/>
                </a:cubicBezTo>
                <a:cubicBezTo>
                  <a:pt x="0" y="274"/>
                  <a:pt x="23" y="329"/>
                  <a:pt x="63" y="369"/>
                </a:cubicBezTo>
                <a:cubicBezTo>
                  <a:pt x="104" y="410"/>
                  <a:pt x="159" y="433"/>
                  <a:pt x="216" y="433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7" name=""/>
          <p:cNvSpPr/>
          <p:nvPr/>
        </p:nvSpPr>
        <p:spPr>
          <a:xfrm>
            <a:off x="2712960" y="5018400"/>
            <a:ext cx="215280" cy="215280"/>
          </a:xfrm>
          <a:custGeom>
            <a:avLst/>
            <a:gdLst/>
            <a:ahLst/>
            <a:rect l="0" t="0" r="r" b="b"/>
            <a:pathLst>
              <a:path w="598" h="598">
                <a:moveTo>
                  <a:pt x="299" y="598"/>
                </a:moveTo>
                <a:cubicBezTo>
                  <a:pt x="378" y="598"/>
                  <a:pt x="454" y="567"/>
                  <a:pt x="510" y="511"/>
                </a:cubicBezTo>
                <a:cubicBezTo>
                  <a:pt x="567" y="455"/>
                  <a:pt x="598" y="379"/>
                  <a:pt x="598" y="300"/>
                </a:cubicBezTo>
                <a:cubicBezTo>
                  <a:pt x="598" y="220"/>
                  <a:pt x="567" y="144"/>
                  <a:pt x="510" y="87"/>
                </a:cubicBezTo>
                <a:cubicBezTo>
                  <a:pt x="454" y="31"/>
                  <a:pt x="378" y="0"/>
                  <a:pt x="299" y="0"/>
                </a:cubicBezTo>
                <a:cubicBezTo>
                  <a:pt x="219" y="0"/>
                  <a:pt x="143" y="31"/>
                  <a:pt x="87" y="87"/>
                </a:cubicBezTo>
                <a:cubicBezTo>
                  <a:pt x="31" y="144"/>
                  <a:pt x="0" y="220"/>
                  <a:pt x="0" y="300"/>
                </a:cubicBezTo>
                <a:cubicBezTo>
                  <a:pt x="0" y="379"/>
                  <a:pt x="31" y="455"/>
                  <a:pt x="87" y="511"/>
                </a:cubicBezTo>
                <a:cubicBezTo>
                  <a:pt x="143" y="567"/>
                  <a:pt x="219" y="598"/>
                  <a:pt x="299" y="598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8" name=""/>
          <p:cNvSpPr/>
          <p:nvPr/>
        </p:nvSpPr>
        <p:spPr>
          <a:xfrm>
            <a:off x="4901760" y="5063040"/>
            <a:ext cx="130680" cy="130320"/>
          </a:xfrm>
          <a:custGeom>
            <a:avLst/>
            <a:gdLst/>
            <a:ahLst/>
            <a:rect l="0" t="0" r="r" b="b"/>
            <a:pathLst>
              <a:path w="363" h="362">
                <a:moveTo>
                  <a:pt x="181" y="362"/>
                </a:moveTo>
                <a:cubicBezTo>
                  <a:pt x="229" y="362"/>
                  <a:pt x="275" y="343"/>
                  <a:pt x="310" y="310"/>
                </a:cubicBezTo>
                <a:cubicBezTo>
                  <a:pt x="344" y="276"/>
                  <a:pt x="363" y="230"/>
                  <a:pt x="363" y="181"/>
                </a:cubicBezTo>
                <a:cubicBezTo>
                  <a:pt x="363" y="133"/>
                  <a:pt x="344" y="87"/>
                  <a:pt x="310" y="53"/>
                </a:cubicBezTo>
                <a:cubicBezTo>
                  <a:pt x="275" y="19"/>
                  <a:pt x="229" y="0"/>
                  <a:pt x="181" y="0"/>
                </a:cubicBezTo>
                <a:cubicBezTo>
                  <a:pt x="133" y="0"/>
                  <a:pt x="87" y="19"/>
                  <a:pt x="53" y="53"/>
                </a:cubicBezTo>
                <a:cubicBezTo>
                  <a:pt x="19" y="87"/>
                  <a:pt x="0" y="133"/>
                  <a:pt x="0" y="181"/>
                </a:cubicBezTo>
                <a:cubicBezTo>
                  <a:pt x="0" y="230"/>
                  <a:pt x="19" y="276"/>
                  <a:pt x="53" y="310"/>
                </a:cubicBezTo>
                <a:cubicBezTo>
                  <a:pt x="87" y="343"/>
                  <a:pt x="133" y="362"/>
                  <a:pt x="181" y="362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09" name=""/>
          <p:cNvSpPr/>
          <p:nvPr/>
        </p:nvSpPr>
        <p:spPr>
          <a:xfrm>
            <a:off x="2786760" y="5020920"/>
            <a:ext cx="220320" cy="220680"/>
          </a:xfrm>
          <a:custGeom>
            <a:avLst/>
            <a:gdLst/>
            <a:ahLst/>
            <a:rect l="0" t="0" r="r" b="b"/>
            <a:pathLst>
              <a:path w="612" h="613">
                <a:moveTo>
                  <a:pt x="306" y="613"/>
                </a:moveTo>
                <a:cubicBezTo>
                  <a:pt x="387" y="613"/>
                  <a:pt x="464" y="580"/>
                  <a:pt x="523" y="523"/>
                </a:cubicBezTo>
                <a:cubicBezTo>
                  <a:pt x="580" y="466"/>
                  <a:pt x="612" y="387"/>
                  <a:pt x="612" y="306"/>
                </a:cubicBezTo>
                <a:cubicBezTo>
                  <a:pt x="612" y="225"/>
                  <a:pt x="580" y="147"/>
                  <a:pt x="523" y="90"/>
                </a:cubicBezTo>
                <a:cubicBezTo>
                  <a:pt x="464" y="33"/>
                  <a:pt x="387" y="0"/>
                  <a:pt x="306" y="0"/>
                </a:cubicBezTo>
                <a:cubicBezTo>
                  <a:pt x="225" y="0"/>
                  <a:pt x="147" y="33"/>
                  <a:pt x="90" y="90"/>
                </a:cubicBezTo>
                <a:cubicBezTo>
                  <a:pt x="32" y="147"/>
                  <a:pt x="0" y="225"/>
                  <a:pt x="0" y="306"/>
                </a:cubicBezTo>
                <a:cubicBezTo>
                  <a:pt x="0" y="387"/>
                  <a:pt x="32" y="466"/>
                  <a:pt x="90" y="523"/>
                </a:cubicBezTo>
                <a:cubicBezTo>
                  <a:pt x="147" y="580"/>
                  <a:pt x="225" y="613"/>
                  <a:pt x="306" y="613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0" name=""/>
          <p:cNvSpPr/>
          <p:nvPr/>
        </p:nvSpPr>
        <p:spPr>
          <a:xfrm>
            <a:off x="6106320" y="4435920"/>
            <a:ext cx="213120" cy="213120"/>
          </a:xfrm>
          <a:custGeom>
            <a:avLst/>
            <a:gdLst/>
            <a:ahLst/>
            <a:rect l="0" t="0" r="r" b="b"/>
            <a:pathLst>
              <a:path w="592" h="592">
                <a:moveTo>
                  <a:pt x="295" y="592"/>
                </a:moveTo>
                <a:cubicBezTo>
                  <a:pt x="374" y="592"/>
                  <a:pt x="450" y="560"/>
                  <a:pt x="505" y="505"/>
                </a:cubicBezTo>
                <a:cubicBezTo>
                  <a:pt x="561" y="450"/>
                  <a:pt x="592" y="375"/>
                  <a:pt x="592" y="295"/>
                </a:cubicBezTo>
                <a:cubicBezTo>
                  <a:pt x="592" y="217"/>
                  <a:pt x="561" y="142"/>
                  <a:pt x="505" y="86"/>
                </a:cubicBezTo>
                <a:cubicBezTo>
                  <a:pt x="450" y="31"/>
                  <a:pt x="374" y="0"/>
                  <a:pt x="295" y="0"/>
                </a:cubicBezTo>
                <a:cubicBezTo>
                  <a:pt x="217" y="0"/>
                  <a:pt x="142" y="31"/>
                  <a:pt x="86" y="86"/>
                </a:cubicBezTo>
                <a:cubicBezTo>
                  <a:pt x="31" y="142"/>
                  <a:pt x="0" y="217"/>
                  <a:pt x="0" y="295"/>
                </a:cubicBezTo>
                <a:cubicBezTo>
                  <a:pt x="0" y="375"/>
                  <a:pt x="31" y="450"/>
                  <a:pt x="86" y="505"/>
                </a:cubicBezTo>
                <a:cubicBezTo>
                  <a:pt x="142" y="560"/>
                  <a:pt x="217" y="592"/>
                  <a:pt x="295" y="592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1" name=""/>
          <p:cNvSpPr/>
          <p:nvPr/>
        </p:nvSpPr>
        <p:spPr>
          <a:xfrm>
            <a:off x="1960560" y="4748040"/>
            <a:ext cx="195840" cy="195840"/>
          </a:xfrm>
          <a:custGeom>
            <a:avLst/>
            <a:gdLst/>
            <a:ahLst/>
            <a:rect l="0" t="0" r="r" b="b"/>
            <a:pathLst>
              <a:path w="544" h="544">
                <a:moveTo>
                  <a:pt x="272" y="544"/>
                </a:moveTo>
                <a:cubicBezTo>
                  <a:pt x="344" y="544"/>
                  <a:pt x="413" y="515"/>
                  <a:pt x="464" y="465"/>
                </a:cubicBezTo>
                <a:cubicBezTo>
                  <a:pt x="515" y="414"/>
                  <a:pt x="544" y="345"/>
                  <a:pt x="544" y="273"/>
                </a:cubicBezTo>
                <a:cubicBezTo>
                  <a:pt x="544" y="201"/>
                  <a:pt x="515" y="131"/>
                  <a:pt x="464" y="80"/>
                </a:cubicBezTo>
                <a:cubicBezTo>
                  <a:pt x="413" y="29"/>
                  <a:pt x="344" y="0"/>
                  <a:pt x="272" y="0"/>
                </a:cubicBezTo>
                <a:cubicBezTo>
                  <a:pt x="199" y="0"/>
                  <a:pt x="130" y="29"/>
                  <a:pt x="79" y="80"/>
                </a:cubicBezTo>
                <a:cubicBezTo>
                  <a:pt x="28" y="131"/>
                  <a:pt x="0" y="201"/>
                  <a:pt x="0" y="273"/>
                </a:cubicBezTo>
                <a:cubicBezTo>
                  <a:pt x="0" y="345"/>
                  <a:pt x="28" y="414"/>
                  <a:pt x="79" y="465"/>
                </a:cubicBezTo>
                <a:cubicBezTo>
                  <a:pt x="130" y="515"/>
                  <a:pt x="199" y="544"/>
                  <a:pt x="272" y="54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2" name=""/>
          <p:cNvSpPr/>
          <p:nvPr/>
        </p:nvSpPr>
        <p:spPr>
          <a:xfrm>
            <a:off x="1819080" y="4826520"/>
            <a:ext cx="99000" cy="98640"/>
          </a:xfrm>
          <a:custGeom>
            <a:avLst/>
            <a:gdLst/>
            <a:ahLst/>
            <a:rect l="0" t="0" r="r" b="b"/>
            <a:pathLst>
              <a:path w="275" h="274">
                <a:moveTo>
                  <a:pt x="137" y="274"/>
                </a:moveTo>
                <a:cubicBezTo>
                  <a:pt x="173" y="274"/>
                  <a:pt x="208" y="260"/>
                  <a:pt x="234" y="234"/>
                </a:cubicBezTo>
                <a:cubicBezTo>
                  <a:pt x="259" y="208"/>
                  <a:pt x="275" y="174"/>
                  <a:pt x="275" y="137"/>
                </a:cubicBezTo>
                <a:cubicBezTo>
                  <a:pt x="275" y="100"/>
                  <a:pt x="259" y="65"/>
                  <a:pt x="234" y="40"/>
                </a:cubicBezTo>
                <a:cubicBezTo>
                  <a:pt x="208" y="14"/>
                  <a:pt x="173" y="0"/>
                  <a:pt x="137" y="0"/>
                </a:cubicBezTo>
                <a:cubicBezTo>
                  <a:pt x="101" y="0"/>
                  <a:pt x="66" y="14"/>
                  <a:pt x="40" y="40"/>
                </a:cubicBezTo>
                <a:cubicBezTo>
                  <a:pt x="15" y="65"/>
                  <a:pt x="0" y="100"/>
                  <a:pt x="0" y="137"/>
                </a:cubicBezTo>
                <a:cubicBezTo>
                  <a:pt x="0" y="174"/>
                  <a:pt x="15" y="208"/>
                  <a:pt x="40" y="234"/>
                </a:cubicBezTo>
                <a:cubicBezTo>
                  <a:pt x="66" y="260"/>
                  <a:pt x="101" y="274"/>
                  <a:pt x="137" y="27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3" name=""/>
          <p:cNvSpPr/>
          <p:nvPr/>
        </p:nvSpPr>
        <p:spPr>
          <a:xfrm>
            <a:off x="2147760" y="4944600"/>
            <a:ext cx="88200" cy="88200"/>
          </a:xfrm>
          <a:custGeom>
            <a:avLst/>
            <a:gdLst/>
            <a:ahLst/>
            <a:rect l="0" t="0" r="r" b="b"/>
            <a:pathLst>
              <a:path w="245" h="245">
                <a:moveTo>
                  <a:pt x="123" y="245"/>
                </a:moveTo>
                <a:cubicBezTo>
                  <a:pt x="155" y="245"/>
                  <a:pt x="186" y="233"/>
                  <a:pt x="209" y="210"/>
                </a:cubicBezTo>
                <a:cubicBezTo>
                  <a:pt x="232" y="187"/>
                  <a:pt x="245" y="156"/>
                  <a:pt x="245" y="123"/>
                </a:cubicBezTo>
                <a:cubicBezTo>
                  <a:pt x="245" y="91"/>
                  <a:pt x="232" y="60"/>
                  <a:pt x="209" y="36"/>
                </a:cubicBezTo>
                <a:cubicBezTo>
                  <a:pt x="186" y="13"/>
                  <a:pt x="155" y="0"/>
                  <a:pt x="123" y="0"/>
                </a:cubicBezTo>
                <a:cubicBezTo>
                  <a:pt x="90" y="0"/>
                  <a:pt x="59" y="13"/>
                  <a:pt x="36" y="36"/>
                </a:cubicBezTo>
                <a:cubicBezTo>
                  <a:pt x="13" y="60"/>
                  <a:pt x="0" y="91"/>
                  <a:pt x="0" y="123"/>
                </a:cubicBezTo>
                <a:cubicBezTo>
                  <a:pt x="0" y="156"/>
                  <a:pt x="13" y="187"/>
                  <a:pt x="36" y="210"/>
                </a:cubicBezTo>
                <a:cubicBezTo>
                  <a:pt x="59" y="233"/>
                  <a:pt x="90" y="245"/>
                  <a:pt x="123" y="245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4" name=""/>
          <p:cNvSpPr/>
          <p:nvPr/>
        </p:nvSpPr>
        <p:spPr>
          <a:xfrm>
            <a:off x="2236320" y="4901400"/>
            <a:ext cx="195120" cy="195120"/>
          </a:xfrm>
          <a:custGeom>
            <a:avLst/>
            <a:gdLst/>
            <a:ahLst/>
            <a:rect l="0" t="0" r="r" b="b"/>
            <a:pathLst>
              <a:path w="542" h="542">
                <a:moveTo>
                  <a:pt x="271" y="542"/>
                </a:moveTo>
                <a:cubicBezTo>
                  <a:pt x="343" y="542"/>
                  <a:pt x="412" y="513"/>
                  <a:pt x="463" y="463"/>
                </a:cubicBezTo>
                <a:cubicBezTo>
                  <a:pt x="513" y="412"/>
                  <a:pt x="542" y="343"/>
                  <a:pt x="542" y="271"/>
                </a:cubicBezTo>
                <a:cubicBezTo>
                  <a:pt x="542" y="199"/>
                  <a:pt x="513" y="130"/>
                  <a:pt x="463" y="79"/>
                </a:cubicBezTo>
                <a:cubicBezTo>
                  <a:pt x="412" y="28"/>
                  <a:pt x="343" y="0"/>
                  <a:pt x="271" y="0"/>
                </a:cubicBezTo>
                <a:cubicBezTo>
                  <a:pt x="199" y="0"/>
                  <a:pt x="131" y="28"/>
                  <a:pt x="80" y="79"/>
                </a:cubicBezTo>
                <a:cubicBezTo>
                  <a:pt x="29" y="130"/>
                  <a:pt x="0" y="199"/>
                  <a:pt x="0" y="271"/>
                </a:cubicBezTo>
                <a:cubicBezTo>
                  <a:pt x="0" y="343"/>
                  <a:pt x="29" y="412"/>
                  <a:pt x="80" y="463"/>
                </a:cubicBezTo>
                <a:cubicBezTo>
                  <a:pt x="131" y="513"/>
                  <a:pt x="199" y="542"/>
                  <a:pt x="271" y="542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5" name=""/>
          <p:cNvSpPr/>
          <p:nvPr/>
        </p:nvSpPr>
        <p:spPr>
          <a:xfrm>
            <a:off x="2343960" y="4937400"/>
            <a:ext cx="215640" cy="215640"/>
          </a:xfrm>
          <a:custGeom>
            <a:avLst/>
            <a:gdLst/>
            <a:ahLst/>
            <a:rect l="0" t="0" r="r" b="b"/>
            <a:pathLst>
              <a:path w="599" h="599">
                <a:moveTo>
                  <a:pt x="299" y="599"/>
                </a:moveTo>
                <a:cubicBezTo>
                  <a:pt x="379" y="599"/>
                  <a:pt x="455" y="568"/>
                  <a:pt x="512" y="512"/>
                </a:cubicBezTo>
                <a:cubicBezTo>
                  <a:pt x="568" y="455"/>
                  <a:pt x="599" y="379"/>
                  <a:pt x="599" y="299"/>
                </a:cubicBezTo>
                <a:cubicBezTo>
                  <a:pt x="599" y="220"/>
                  <a:pt x="568" y="143"/>
                  <a:pt x="512" y="87"/>
                </a:cubicBezTo>
                <a:cubicBezTo>
                  <a:pt x="455" y="31"/>
                  <a:pt x="379" y="0"/>
                  <a:pt x="299" y="0"/>
                </a:cubicBezTo>
                <a:cubicBezTo>
                  <a:pt x="220" y="0"/>
                  <a:pt x="143" y="31"/>
                  <a:pt x="87" y="87"/>
                </a:cubicBezTo>
                <a:cubicBezTo>
                  <a:pt x="31" y="143"/>
                  <a:pt x="0" y="220"/>
                  <a:pt x="0" y="299"/>
                </a:cubicBezTo>
                <a:cubicBezTo>
                  <a:pt x="0" y="379"/>
                  <a:pt x="31" y="455"/>
                  <a:pt x="87" y="512"/>
                </a:cubicBezTo>
                <a:cubicBezTo>
                  <a:pt x="143" y="568"/>
                  <a:pt x="220" y="599"/>
                  <a:pt x="299" y="599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6" name=""/>
          <p:cNvSpPr/>
          <p:nvPr/>
        </p:nvSpPr>
        <p:spPr>
          <a:xfrm>
            <a:off x="2556720" y="4998240"/>
            <a:ext cx="211320" cy="211320"/>
          </a:xfrm>
          <a:custGeom>
            <a:avLst/>
            <a:gdLst/>
            <a:ahLst/>
            <a:rect l="0" t="0" r="r" b="b"/>
            <a:pathLst>
              <a:path w="587" h="587">
                <a:moveTo>
                  <a:pt x="294" y="587"/>
                </a:moveTo>
                <a:cubicBezTo>
                  <a:pt x="372" y="587"/>
                  <a:pt x="446" y="556"/>
                  <a:pt x="501" y="501"/>
                </a:cubicBezTo>
                <a:cubicBezTo>
                  <a:pt x="556" y="445"/>
                  <a:pt x="587" y="370"/>
                  <a:pt x="587" y="293"/>
                </a:cubicBezTo>
                <a:cubicBezTo>
                  <a:pt x="587" y="215"/>
                  <a:pt x="556" y="140"/>
                  <a:pt x="501" y="85"/>
                </a:cubicBezTo>
                <a:cubicBezTo>
                  <a:pt x="446" y="30"/>
                  <a:pt x="372" y="0"/>
                  <a:pt x="294" y="0"/>
                </a:cubicBezTo>
                <a:cubicBezTo>
                  <a:pt x="215" y="0"/>
                  <a:pt x="141" y="30"/>
                  <a:pt x="86" y="85"/>
                </a:cubicBezTo>
                <a:cubicBezTo>
                  <a:pt x="31" y="140"/>
                  <a:pt x="0" y="215"/>
                  <a:pt x="0" y="293"/>
                </a:cubicBezTo>
                <a:cubicBezTo>
                  <a:pt x="0" y="370"/>
                  <a:pt x="31" y="445"/>
                  <a:pt x="86" y="501"/>
                </a:cubicBezTo>
                <a:cubicBezTo>
                  <a:pt x="141" y="556"/>
                  <a:pt x="215" y="587"/>
                  <a:pt x="294" y="587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7" name=""/>
          <p:cNvSpPr/>
          <p:nvPr/>
        </p:nvSpPr>
        <p:spPr>
          <a:xfrm>
            <a:off x="2723400" y="5060880"/>
            <a:ext cx="88200" cy="88200"/>
          </a:xfrm>
          <a:custGeom>
            <a:avLst/>
            <a:gdLst/>
            <a:ahLst/>
            <a:rect l="0" t="0" r="r" b="b"/>
            <a:pathLst>
              <a:path w="245" h="245">
                <a:moveTo>
                  <a:pt x="123" y="245"/>
                </a:moveTo>
                <a:cubicBezTo>
                  <a:pt x="155" y="245"/>
                  <a:pt x="186" y="233"/>
                  <a:pt x="209" y="209"/>
                </a:cubicBezTo>
                <a:cubicBezTo>
                  <a:pt x="232" y="186"/>
                  <a:pt x="245" y="155"/>
                  <a:pt x="245" y="122"/>
                </a:cubicBezTo>
                <a:cubicBezTo>
                  <a:pt x="245" y="90"/>
                  <a:pt x="232" y="59"/>
                  <a:pt x="209" y="36"/>
                </a:cubicBezTo>
                <a:cubicBezTo>
                  <a:pt x="186" y="13"/>
                  <a:pt x="155" y="0"/>
                  <a:pt x="123" y="0"/>
                </a:cubicBezTo>
                <a:cubicBezTo>
                  <a:pt x="90" y="0"/>
                  <a:pt x="58" y="13"/>
                  <a:pt x="36" y="36"/>
                </a:cubicBezTo>
                <a:cubicBezTo>
                  <a:pt x="13" y="59"/>
                  <a:pt x="0" y="90"/>
                  <a:pt x="0" y="122"/>
                </a:cubicBezTo>
                <a:cubicBezTo>
                  <a:pt x="0" y="155"/>
                  <a:pt x="13" y="186"/>
                  <a:pt x="36" y="209"/>
                </a:cubicBezTo>
                <a:cubicBezTo>
                  <a:pt x="58" y="233"/>
                  <a:pt x="90" y="245"/>
                  <a:pt x="123" y="245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8" name=""/>
          <p:cNvSpPr/>
          <p:nvPr/>
        </p:nvSpPr>
        <p:spPr>
          <a:xfrm>
            <a:off x="5090400" y="5036040"/>
            <a:ext cx="154440" cy="154440"/>
          </a:xfrm>
          <a:custGeom>
            <a:avLst/>
            <a:gdLst/>
            <a:ahLst/>
            <a:rect l="0" t="0" r="r" b="b"/>
            <a:pathLst>
              <a:path w="429" h="429">
                <a:moveTo>
                  <a:pt x="215" y="429"/>
                </a:moveTo>
                <a:cubicBezTo>
                  <a:pt x="272" y="429"/>
                  <a:pt x="326" y="406"/>
                  <a:pt x="366" y="366"/>
                </a:cubicBezTo>
                <a:cubicBezTo>
                  <a:pt x="406" y="326"/>
                  <a:pt x="429" y="271"/>
                  <a:pt x="429" y="214"/>
                </a:cubicBezTo>
                <a:cubicBezTo>
                  <a:pt x="429" y="157"/>
                  <a:pt x="406" y="103"/>
                  <a:pt x="366" y="63"/>
                </a:cubicBezTo>
                <a:cubicBezTo>
                  <a:pt x="326" y="23"/>
                  <a:pt x="272" y="0"/>
                  <a:pt x="215" y="0"/>
                </a:cubicBezTo>
                <a:cubicBezTo>
                  <a:pt x="157" y="0"/>
                  <a:pt x="103" y="23"/>
                  <a:pt x="63" y="63"/>
                </a:cubicBezTo>
                <a:cubicBezTo>
                  <a:pt x="23" y="103"/>
                  <a:pt x="0" y="157"/>
                  <a:pt x="0" y="214"/>
                </a:cubicBezTo>
                <a:cubicBezTo>
                  <a:pt x="0" y="271"/>
                  <a:pt x="23" y="326"/>
                  <a:pt x="63" y="366"/>
                </a:cubicBezTo>
                <a:cubicBezTo>
                  <a:pt x="103" y="406"/>
                  <a:pt x="157" y="429"/>
                  <a:pt x="215" y="429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9" name=""/>
          <p:cNvSpPr/>
          <p:nvPr/>
        </p:nvSpPr>
        <p:spPr>
          <a:xfrm>
            <a:off x="2974680" y="5055120"/>
            <a:ext cx="153360" cy="153720"/>
          </a:xfrm>
          <a:custGeom>
            <a:avLst/>
            <a:gdLst/>
            <a:ahLst/>
            <a:rect l="0" t="0" r="r" b="b"/>
            <a:pathLst>
              <a:path w="426" h="427">
                <a:moveTo>
                  <a:pt x="214" y="427"/>
                </a:moveTo>
                <a:cubicBezTo>
                  <a:pt x="270" y="427"/>
                  <a:pt x="324" y="405"/>
                  <a:pt x="364" y="365"/>
                </a:cubicBezTo>
                <a:cubicBezTo>
                  <a:pt x="404" y="325"/>
                  <a:pt x="426" y="271"/>
                  <a:pt x="426" y="214"/>
                </a:cubicBezTo>
                <a:cubicBezTo>
                  <a:pt x="426" y="157"/>
                  <a:pt x="404" y="103"/>
                  <a:pt x="364" y="63"/>
                </a:cubicBezTo>
                <a:cubicBezTo>
                  <a:pt x="324" y="23"/>
                  <a:pt x="270" y="0"/>
                  <a:pt x="214" y="0"/>
                </a:cubicBezTo>
                <a:cubicBezTo>
                  <a:pt x="157" y="0"/>
                  <a:pt x="103" y="23"/>
                  <a:pt x="63" y="63"/>
                </a:cubicBezTo>
                <a:cubicBezTo>
                  <a:pt x="22" y="103"/>
                  <a:pt x="0" y="157"/>
                  <a:pt x="0" y="214"/>
                </a:cubicBezTo>
                <a:cubicBezTo>
                  <a:pt x="0" y="271"/>
                  <a:pt x="22" y="325"/>
                  <a:pt x="63" y="365"/>
                </a:cubicBezTo>
                <a:cubicBezTo>
                  <a:pt x="103" y="405"/>
                  <a:pt x="157" y="427"/>
                  <a:pt x="214" y="427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0" name=""/>
          <p:cNvSpPr/>
          <p:nvPr/>
        </p:nvSpPr>
        <p:spPr>
          <a:xfrm>
            <a:off x="2337120" y="4950000"/>
            <a:ext cx="186480" cy="186480"/>
          </a:xfrm>
          <a:custGeom>
            <a:avLst/>
            <a:gdLst/>
            <a:ahLst/>
            <a:rect l="0" t="0" r="r" b="b"/>
            <a:pathLst>
              <a:path w="518" h="518">
                <a:moveTo>
                  <a:pt x="258" y="518"/>
                </a:moveTo>
                <a:cubicBezTo>
                  <a:pt x="327" y="518"/>
                  <a:pt x="392" y="491"/>
                  <a:pt x="441" y="442"/>
                </a:cubicBezTo>
                <a:cubicBezTo>
                  <a:pt x="490" y="393"/>
                  <a:pt x="518" y="327"/>
                  <a:pt x="518" y="259"/>
                </a:cubicBezTo>
                <a:cubicBezTo>
                  <a:pt x="518" y="190"/>
                  <a:pt x="490" y="125"/>
                  <a:pt x="441" y="76"/>
                </a:cubicBezTo>
                <a:cubicBezTo>
                  <a:pt x="392" y="28"/>
                  <a:pt x="327" y="0"/>
                  <a:pt x="258" y="0"/>
                </a:cubicBezTo>
                <a:cubicBezTo>
                  <a:pt x="190" y="0"/>
                  <a:pt x="124" y="28"/>
                  <a:pt x="76" y="76"/>
                </a:cubicBezTo>
                <a:cubicBezTo>
                  <a:pt x="27" y="125"/>
                  <a:pt x="0" y="190"/>
                  <a:pt x="0" y="259"/>
                </a:cubicBezTo>
                <a:cubicBezTo>
                  <a:pt x="0" y="327"/>
                  <a:pt x="27" y="393"/>
                  <a:pt x="76" y="442"/>
                </a:cubicBezTo>
                <a:cubicBezTo>
                  <a:pt x="124" y="491"/>
                  <a:pt x="190" y="518"/>
                  <a:pt x="258" y="518"/>
                </a:cubicBezTo>
                <a:close/>
              </a:path>
            </a:pathLst>
          </a:custGeom>
          <a:solidFill>
            <a:srgbClr val="5a3582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1" name=""/>
          <p:cNvSpPr/>
          <p:nvPr/>
        </p:nvSpPr>
        <p:spPr>
          <a:xfrm>
            <a:off x="6154200" y="4611960"/>
            <a:ext cx="164160" cy="164160"/>
          </a:xfrm>
          <a:custGeom>
            <a:avLst/>
            <a:gdLst/>
            <a:ahLst/>
            <a:rect l="0" t="0" r="r" b="b"/>
            <a:pathLst>
              <a:path w="456" h="456">
                <a:moveTo>
                  <a:pt x="227" y="456"/>
                </a:moveTo>
                <a:cubicBezTo>
                  <a:pt x="288" y="456"/>
                  <a:pt x="345" y="432"/>
                  <a:pt x="388" y="389"/>
                </a:cubicBezTo>
                <a:cubicBezTo>
                  <a:pt x="432" y="347"/>
                  <a:pt x="456" y="289"/>
                  <a:pt x="456" y="228"/>
                </a:cubicBezTo>
                <a:cubicBezTo>
                  <a:pt x="456" y="168"/>
                  <a:pt x="432" y="109"/>
                  <a:pt x="388" y="66"/>
                </a:cubicBezTo>
                <a:cubicBezTo>
                  <a:pt x="345" y="24"/>
                  <a:pt x="288" y="0"/>
                  <a:pt x="227" y="0"/>
                </a:cubicBezTo>
                <a:cubicBezTo>
                  <a:pt x="167" y="0"/>
                  <a:pt x="109" y="24"/>
                  <a:pt x="66" y="66"/>
                </a:cubicBezTo>
                <a:cubicBezTo>
                  <a:pt x="24" y="109"/>
                  <a:pt x="0" y="168"/>
                  <a:pt x="0" y="228"/>
                </a:cubicBezTo>
                <a:cubicBezTo>
                  <a:pt x="0" y="289"/>
                  <a:pt x="24" y="347"/>
                  <a:pt x="66" y="389"/>
                </a:cubicBezTo>
                <a:cubicBezTo>
                  <a:pt x="109" y="432"/>
                  <a:pt x="167" y="456"/>
                  <a:pt x="227" y="456"/>
                </a:cubicBezTo>
                <a:close/>
              </a:path>
            </a:pathLst>
          </a:custGeom>
          <a:solidFill>
            <a:srgbClr val="0099b8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2" name=""/>
          <p:cNvSpPr/>
          <p:nvPr/>
        </p:nvSpPr>
        <p:spPr>
          <a:xfrm>
            <a:off x="2577240" y="5034600"/>
            <a:ext cx="106920" cy="106920"/>
          </a:xfrm>
          <a:custGeom>
            <a:avLst/>
            <a:gdLst/>
            <a:ahLst/>
            <a:rect l="0" t="0" r="r" b="b"/>
            <a:pathLst>
              <a:path w="297" h="297">
                <a:moveTo>
                  <a:pt x="149" y="297"/>
                </a:moveTo>
                <a:cubicBezTo>
                  <a:pt x="188" y="297"/>
                  <a:pt x="226" y="281"/>
                  <a:pt x="253" y="254"/>
                </a:cubicBezTo>
                <a:cubicBezTo>
                  <a:pt x="281" y="226"/>
                  <a:pt x="297" y="188"/>
                  <a:pt x="297" y="149"/>
                </a:cubicBezTo>
                <a:cubicBezTo>
                  <a:pt x="297" y="110"/>
                  <a:pt x="281" y="71"/>
                  <a:pt x="253" y="43"/>
                </a:cubicBezTo>
                <a:cubicBezTo>
                  <a:pt x="226" y="15"/>
                  <a:pt x="188" y="0"/>
                  <a:pt x="149" y="0"/>
                </a:cubicBezTo>
                <a:cubicBezTo>
                  <a:pt x="109" y="0"/>
                  <a:pt x="71" y="15"/>
                  <a:pt x="43" y="43"/>
                </a:cubicBezTo>
                <a:cubicBezTo>
                  <a:pt x="15" y="71"/>
                  <a:pt x="0" y="110"/>
                  <a:pt x="0" y="149"/>
                </a:cubicBezTo>
                <a:cubicBezTo>
                  <a:pt x="0" y="188"/>
                  <a:pt x="15" y="226"/>
                  <a:pt x="43" y="254"/>
                </a:cubicBezTo>
                <a:cubicBezTo>
                  <a:pt x="71" y="281"/>
                  <a:pt x="109" y="297"/>
                  <a:pt x="149" y="297"/>
                </a:cubicBezTo>
                <a:close/>
              </a:path>
            </a:pathLst>
          </a:custGeom>
          <a:solidFill>
            <a:srgbClr val="0099b8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3" name=""/>
          <p:cNvSpPr/>
          <p:nvPr/>
        </p:nvSpPr>
        <p:spPr>
          <a:xfrm>
            <a:off x="2188800" y="4865400"/>
            <a:ext cx="216720" cy="216360"/>
          </a:xfrm>
          <a:custGeom>
            <a:avLst/>
            <a:gdLst/>
            <a:ahLst/>
            <a:rect l="0" t="0" r="r" b="b"/>
            <a:pathLst>
              <a:path w="602" h="601">
                <a:moveTo>
                  <a:pt x="301" y="601"/>
                </a:moveTo>
                <a:cubicBezTo>
                  <a:pt x="381" y="601"/>
                  <a:pt x="457" y="569"/>
                  <a:pt x="514" y="512"/>
                </a:cubicBezTo>
                <a:cubicBezTo>
                  <a:pt x="570" y="456"/>
                  <a:pt x="602" y="380"/>
                  <a:pt x="602" y="300"/>
                </a:cubicBezTo>
                <a:cubicBezTo>
                  <a:pt x="602" y="221"/>
                  <a:pt x="570" y="144"/>
                  <a:pt x="514" y="88"/>
                </a:cubicBezTo>
                <a:cubicBezTo>
                  <a:pt x="457" y="32"/>
                  <a:pt x="381" y="0"/>
                  <a:pt x="301" y="0"/>
                </a:cubicBezTo>
                <a:cubicBezTo>
                  <a:pt x="222" y="0"/>
                  <a:pt x="145" y="32"/>
                  <a:pt x="88" y="88"/>
                </a:cubicBezTo>
                <a:cubicBezTo>
                  <a:pt x="32" y="144"/>
                  <a:pt x="0" y="221"/>
                  <a:pt x="0" y="300"/>
                </a:cubicBezTo>
                <a:cubicBezTo>
                  <a:pt x="0" y="380"/>
                  <a:pt x="32" y="456"/>
                  <a:pt x="88" y="512"/>
                </a:cubicBezTo>
                <a:cubicBezTo>
                  <a:pt x="145" y="569"/>
                  <a:pt x="222" y="601"/>
                  <a:pt x="301" y="601"/>
                </a:cubicBezTo>
                <a:close/>
              </a:path>
            </a:pathLst>
          </a:custGeom>
          <a:solidFill>
            <a:srgbClr val="ad2831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4" name=""/>
          <p:cNvSpPr/>
          <p:nvPr/>
        </p:nvSpPr>
        <p:spPr>
          <a:xfrm>
            <a:off x="2072520" y="4829400"/>
            <a:ext cx="189360" cy="189720"/>
          </a:xfrm>
          <a:custGeom>
            <a:avLst/>
            <a:gdLst/>
            <a:ahLst/>
            <a:rect l="0" t="0" r="r" b="b"/>
            <a:pathLst>
              <a:path w="526" h="527">
                <a:moveTo>
                  <a:pt x="262" y="527"/>
                </a:moveTo>
                <a:cubicBezTo>
                  <a:pt x="333" y="527"/>
                  <a:pt x="400" y="499"/>
                  <a:pt x="449" y="449"/>
                </a:cubicBezTo>
                <a:cubicBezTo>
                  <a:pt x="499" y="400"/>
                  <a:pt x="526" y="333"/>
                  <a:pt x="526" y="263"/>
                </a:cubicBezTo>
                <a:cubicBezTo>
                  <a:pt x="526" y="193"/>
                  <a:pt x="499" y="126"/>
                  <a:pt x="449" y="77"/>
                </a:cubicBezTo>
                <a:cubicBezTo>
                  <a:pt x="400" y="28"/>
                  <a:pt x="333" y="0"/>
                  <a:pt x="262" y="0"/>
                </a:cubicBezTo>
                <a:cubicBezTo>
                  <a:pt x="193" y="0"/>
                  <a:pt x="126" y="28"/>
                  <a:pt x="77" y="77"/>
                </a:cubicBezTo>
                <a:cubicBezTo>
                  <a:pt x="27" y="126"/>
                  <a:pt x="0" y="193"/>
                  <a:pt x="0" y="263"/>
                </a:cubicBezTo>
                <a:cubicBezTo>
                  <a:pt x="0" y="333"/>
                  <a:pt x="27" y="400"/>
                  <a:pt x="77" y="449"/>
                </a:cubicBezTo>
                <a:cubicBezTo>
                  <a:pt x="126" y="499"/>
                  <a:pt x="193" y="527"/>
                  <a:pt x="262" y="527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5" name=""/>
          <p:cNvSpPr/>
          <p:nvPr/>
        </p:nvSpPr>
        <p:spPr>
          <a:xfrm>
            <a:off x="2016720" y="4922640"/>
            <a:ext cx="81360" cy="81000"/>
          </a:xfrm>
          <a:custGeom>
            <a:avLst/>
            <a:gdLst/>
            <a:ahLst/>
            <a:rect l="0" t="0" r="r" b="b"/>
            <a:pathLst>
              <a:path w="226" h="225">
                <a:moveTo>
                  <a:pt x="113" y="225"/>
                </a:moveTo>
                <a:cubicBezTo>
                  <a:pt x="143" y="225"/>
                  <a:pt x="172" y="213"/>
                  <a:pt x="193" y="192"/>
                </a:cubicBezTo>
                <a:cubicBezTo>
                  <a:pt x="214" y="171"/>
                  <a:pt x="226" y="143"/>
                  <a:pt x="226" y="113"/>
                </a:cubicBezTo>
                <a:cubicBezTo>
                  <a:pt x="226" y="82"/>
                  <a:pt x="214" y="54"/>
                  <a:pt x="193" y="33"/>
                </a:cubicBezTo>
                <a:cubicBezTo>
                  <a:pt x="172" y="12"/>
                  <a:pt x="143" y="0"/>
                  <a:pt x="113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3" y="225"/>
                  <a:pt x="113" y="225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2484720" y="5023080"/>
            <a:ext cx="91440" cy="91080"/>
          </a:xfrm>
          <a:custGeom>
            <a:avLst/>
            <a:gdLst/>
            <a:ahLst/>
            <a:rect l="0" t="0" r="r" b="b"/>
            <a:pathLst>
              <a:path w="254" h="253">
                <a:moveTo>
                  <a:pt x="127" y="253"/>
                </a:moveTo>
                <a:cubicBezTo>
                  <a:pt x="160" y="253"/>
                  <a:pt x="192" y="240"/>
                  <a:pt x="216" y="216"/>
                </a:cubicBezTo>
                <a:cubicBezTo>
                  <a:pt x="239" y="192"/>
                  <a:pt x="254" y="160"/>
                  <a:pt x="254" y="126"/>
                </a:cubicBezTo>
                <a:cubicBezTo>
                  <a:pt x="254" y="93"/>
                  <a:pt x="239" y="61"/>
                  <a:pt x="216" y="37"/>
                </a:cubicBezTo>
                <a:cubicBezTo>
                  <a:pt x="192" y="14"/>
                  <a:pt x="160" y="0"/>
                  <a:pt x="127" y="0"/>
                </a:cubicBezTo>
                <a:cubicBezTo>
                  <a:pt x="93" y="0"/>
                  <a:pt x="61" y="14"/>
                  <a:pt x="38" y="37"/>
                </a:cubicBezTo>
                <a:cubicBezTo>
                  <a:pt x="14" y="61"/>
                  <a:pt x="0" y="93"/>
                  <a:pt x="0" y="126"/>
                </a:cubicBezTo>
                <a:cubicBezTo>
                  <a:pt x="0" y="160"/>
                  <a:pt x="14" y="192"/>
                  <a:pt x="38" y="216"/>
                </a:cubicBezTo>
                <a:cubicBezTo>
                  <a:pt x="61" y="240"/>
                  <a:pt x="93" y="253"/>
                  <a:pt x="127" y="253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2614320" y="5024880"/>
            <a:ext cx="153720" cy="153360"/>
          </a:xfrm>
          <a:custGeom>
            <a:avLst/>
            <a:gdLst/>
            <a:ahLst/>
            <a:rect l="0" t="0" r="r" b="b"/>
            <a:pathLst>
              <a:path w="427" h="426">
                <a:moveTo>
                  <a:pt x="214" y="426"/>
                </a:moveTo>
                <a:cubicBezTo>
                  <a:pt x="270" y="426"/>
                  <a:pt x="324" y="404"/>
                  <a:pt x="364" y="364"/>
                </a:cubicBezTo>
                <a:cubicBezTo>
                  <a:pt x="404" y="324"/>
                  <a:pt x="427" y="269"/>
                  <a:pt x="427" y="212"/>
                </a:cubicBezTo>
                <a:cubicBezTo>
                  <a:pt x="427" y="156"/>
                  <a:pt x="404" y="102"/>
                  <a:pt x="364" y="62"/>
                </a:cubicBezTo>
                <a:cubicBezTo>
                  <a:pt x="324" y="22"/>
                  <a:pt x="270" y="0"/>
                  <a:pt x="214" y="0"/>
                </a:cubicBezTo>
                <a:cubicBezTo>
                  <a:pt x="156" y="0"/>
                  <a:pt x="102" y="22"/>
                  <a:pt x="62" y="62"/>
                </a:cubicBezTo>
                <a:cubicBezTo>
                  <a:pt x="22" y="102"/>
                  <a:pt x="0" y="156"/>
                  <a:pt x="0" y="212"/>
                </a:cubicBezTo>
                <a:cubicBezTo>
                  <a:pt x="0" y="269"/>
                  <a:pt x="22" y="324"/>
                  <a:pt x="62" y="364"/>
                </a:cubicBezTo>
                <a:cubicBezTo>
                  <a:pt x="102" y="404"/>
                  <a:pt x="156" y="426"/>
                  <a:pt x="214" y="426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2766600" y="5063040"/>
            <a:ext cx="97560" cy="97560"/>
          </a:xfrm>
          <a:custGeom>
            <a:avLst/>
            <a:gdLst/>
            <a:ahLst/>
            <a:rect l="0" t="0" r="r" b="b"/>
            <a:pathLst>
              <a:path w="271" h="271">
                <a:moveTo>
                  <a:pt x="135" y="271"/>
                </a:moveTo>
                <a:cubicBezTo>
                  <a:pt x="170" y="271"/>
                  <a:pt x="205" y="257"/>
                  <a:pt x="230" y="231"/>
                </a:cubicBezTo>
                <a:cubicBezTo>
                  <a:pt x="256" y="206"/>
                  <a:pt x="271" y="172"/>
                  <a:pt x="271" y="136"/>
                </a:cubicBezTo>
                <a:cubicBezTo>
                  <a:pt x="271" y="100"/>
                  <a:pt x="256" y="66"/>
                  <a:pt x="230" y="39"/>
                </a:cubicBezTo>
                <a:cubicBezTo>
                  <a:pt x="205" y="14"/>
                  <a:pt x="170" y="0"/>
                  <a:pt x="135" y="0"/>
                </a:cubicBezTo>
                <a:cubicBezTo>
                  <a:pt x="99" y="0"/>
                  <a:pt x="65" y="14"/>
                  <a:pt x="39" y="39"/>
                </a:cubicBezTo>
                <a:cubicBezTo>
                  <a:pt x="14" y="66"/>
                  <a:pt x="0" y="100"/>
                  <a:pt x="0" y="136"/>
                </a:cubicBezTo>
                <a:cubicBezTo>
                  <a:pt x="0" y="172"/>
                  <a:pt x="14" y="206"/>
                  <a:pt x="39" y="231"/>
                </a:cubicBezTo>
                <a:cubicBezTo>
                  <a:pt x="65" y="257"/>
                  <a:pt x="99" y="271"/>
                  <a:pt x="135" y="271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9" name=""/>
          <p:cNvSpPr/>
          <p:nvPr/>
        </p:nvSpPr>
        <p:spPr>
          <a:xfrm>
            <a:off x="2948400" y="5055120"/>
            <a:ext cx="152640" cy="153000"/>
          </a:xfrm>
          <a:custGeom>
            <a:avLst/>
            <a:gdLst/>
            <a:ahLst/>
            <a:rect l="0" t="0" r="r" b="b"/>
            <a:pathLst>
              <a:path w="424" h="425">
                <a:moveTo>
                  <a:pt x="213" y="425"/>
                </a:moveTo>
                <a:cubicBezTo>
                  <a:pt x="269" y="425"/>
                  <a:pt x="323" y="402"/>
                  <a:pt x="362" y="363"/>
                </a:cubicBezTo>
                <a:cubicBezTo>
                  <a:pt x="402" y="323"/>
                  <a:pt x="424" y="269"/>
                  <a:pt x="424" y="213"/>
                </a:cubicBezTo>
                <a:cubicBezTo>
                  <a:pt x="424" y="157"/>
                  <a:pt x="402" y="102"/>
                  <a:pt x="362" y="62"/>
                </a:cubicBezTo>
                <a:cubicBezTo>
                  <a:pt x="323" y="22"/>
                  <a:pt x="269" y="0"/>
                  <a:pt x="213" y="0"/>
                </a:cubicBezTo>
                <a:cubicBezTo>
                  <a:pt x="156" y="0"/>
                  <a:pt x="103" y="22"/>
                  <a:pt x="63" y="62"/>
                </a:cubicBezTo>
                <a:cubicBezTo>
                  <a:pt x="22" y="102"/>
                  <a:pt x="0" y="157"/>
                  <a:pt x="0" y="213"/>
                </a:cubicBezTo>
                <a:cubicBezTo>
                  <a:pt x="0" y="269"/>
                  <a:pt x="22" y="323"/>
                  <a:pt x="63" y="363"/>
                </a:cubicBezTo>
                <a:cubicBezTo>
                  <a:pt x="103" y="402"/>
                  <a:pt x="156" y="425"/>
                  <a:pt x="213" y="425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1008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0" name=""/>
          <p:cNvSpPr txBox="1"/>
          <p:nvPr/>
        </p:nvSpPr>
        <p:spPr>
          <a:xfrm rot="16200000">
            <a:off x="-486720" y="2647440"/>
            <a:ext cx="1273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−</a:t>
            </a:r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log10(p-value)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31" name=""/>
          <p:cNvSpPr txBox="1"/>
          <p:nvPr/>
        </p:nvSpPr>
        <p:spPr>
          <a:xfrm>
            <a:off x="7522200" y="193320"/>
            <a:ext cx="729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2" name=""/>
          <p:cNvSpPr txBox="1"/>
          <p:nvPr/>
        </p:nvSpPr>
        <p:spPr>
          <a:xfrm>
            <a:off x="7310880" y="2170080"/>
            <a:ext cx="994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G2M Checkpoint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3" name=""/>
          <p:cNvSpPr txBox="1"/>
          <p:nvPr/>
        </p:nvSpPr>
        <p:spPr>
          <a:xfrm>
            <a:off x="7373880" y="2607120"/>
            <a:ext cx="943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Myc Targets V1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4" name=""/>
          <p:cNvSpPr txBox="1"/>
          <p:nvPr/>
        </p:nvSpPr>
        <p:spPr>
          <a:xfrm>
            <a:off x="869760" y="3229560"/>
            <a:ext cx="19119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Epithelial Mesenchymal Transit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5" name=""/>
          <p:cNvSpPr txBox="1"/>
          <p:nvPr/>
        </p:nvSpPr>
        <p:spPr>
          <a:xfrm>
            <a:off x="7178400" y="3827160"/>
            <a:ext cx="943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6" name=""/>
          <p:cNvSpPr txBox="1"/>
          <p:nvPr/>
        </p:nvSpPr>
        <p:spPr>
          <a:xfrm>
            <a:off x="1420920" y="4090320"/>
            <a:ext cx="720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Myogenesis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7" name=""/>
          <p:cNvSpPr txBox="1"/>
          <p:nvPr/>
        </p:nvSpPr>
        <p:spPr>
          <a:xfrm>
            <a:off x="6437880" y="4205520"/>
            <a:ext cx="919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Mitotic Spindle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7895880" y="280440"/>
            <a:ext cx="33840" cy="33480"/>
          </a:xfrm>
          <a:custGeom>
            <a:avLst/>
            <a:gdLst/>
            <a:ahLst/>
            <a:rect l="0" t="0" r="r" b="b"/>
            <a:pathLst>
              <a:path fill="none" w="94" h="93">
                <a:moveTo>
                  <a:pt x="0" y="0"/>
                </a:moveTo>
                <a:cubicBezTo>
                  <a:pt x="32" y="31"/>
                  <a:pt x="63" y="61"/>
                  <a:pt x="94" y="93"/>
                </a:cubicBezTo>
              </a:path>
            </a:pathLst>
          </a:custGeom>
          <a:ln cap="rnd" w="5040">
            <a:solidFill>
              <a:srgbClr val="5a6772"/>
            </a:solidFill>
            <a:round/>
          </a:ln>
        </p:spPr>
      </p:sp>
      <p:sp>
        <p:nvSpPr>
          <p:cNvPr id="139" name=""/>
          <p:cNvSpPr/>
          <p:nvPr/>
        </p:nvSpPr>
        <p:spPr>
          <a:xfrm>
            <a:off x="7517520" y="2243880"/>
            <a:ext cx="264240" cy="59760"/>
          </a:xfrm>
          <a:custGeom>
            <a:avLst/>
            <a:gdLst/>
            <a:ahLst/>
            <a:rect l="0" t="0" r="r" b="b"/>
            <a:pathLst>
              <a:path fill="none" w="734" h="166">
                <a:moveTo>
                  <a:pt x="734" y="0"/>
                </a:moveTo>
                <a:cubicBezTo>
                  <a:pt x="490" y="55"/>
                  <a:pt x="245" y="110"/>
                  <a:pt x="0" y="166"/>
                </a:cubicBezTo>
              </a:path>
            </a:pathLst>
          </a:custGeom>
          <a:ln cap="rnd" w="5040">
            <a:solidFill>
              <a:srgbClr val="5a6772"/>
            </a:solidFill>
            <a:round/>
          </a:ln>
        </p:spPr>
      </p:sp>
      <p:sp>
        <p:nvSpPr>
          <p:cNvPr id="140" name=""/>
          <p:cNvSpPr txBox="1"/>
          <p:nvPr/>
        </p:nvSpPr>
        <p:spPr>
          <a:xfrm>
            <a:off x="6247440" y="4510800"/>
            <a:ext cx="1037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Mtorc1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1" name=""/>
          <p:cNvSpPr txBox="1"/>
          <p:nvPr/>
        </p:nvSpPr>
        <p:spPr>
          <a:xfrm>
            <a:off x="7704000" y="4687920"/>
            <a:ext cx="470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5a6772"/>
                </a:solidFill>
                <a:latin typeface="DejaVuSans"/>
              </a:rPr>
              <a:t>p = 0.05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8482680" y="3808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057a64"/>
          </a:solidFill>
          <a:ln w="12600">
            <a:solidFill>
              <a:srgbClr val="057a64"/>
            </a:solidFill>
            <a:miter/>
          </a:ln>
        </p:spPr>
      </p:sp>
      <p:sp>
        <p:nvSpPr>
          <p:cNvPr id="143" name=""/>
          <p:cNvSpPr txBox="1"/>
          <p:nvPr/>
        </p:nvSpPr>
        <p:spPr>
          <a:xfrm>
            <a:off x="8714520" y="172800"/>
            <a:ext cx="579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Category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8482680" y="54900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00567d"/>
          </a:solidFill>
          <a:ln w="12600">
            <a:solidFill>
              <a:srgbClr val="00567d"/>
            </a:solidFill>
            <a:miter/>
          </a:ln>
        </p:spPr>
      </p:sp>
      <p:sp>
        <p:nvSpPr>
          <p:cNvPr id="145" name=""/>
          <p:cNvSpPr txBox="1"/>
          <p:nvPr/>
        </p:nvSpPr>
        <p:spPr>
          <a:xfrm>
            <a:off x="8802720" y="354960"/>
            <a:ext cx="697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Proliferation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8482680" y="71676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c11456"/>
          </a:solidFill>
          <a:ln w="12600">
            <a:solidFill>
              <a:srgbClr val="c11456"/>
            </a:solidFill>
            <a:miter/>
          </a:ln>
        </p:spPr>
      </p:sp>
      <p:sp>
        <p:nvSpPr>
          <p:cNvPr id="147" name=""/>
          <p:cNvSpPr txBox="1"/>
          <p:nvPr/>
        </p:nvSpPr>
        <p:spPr>
          <a:xfrm>
            <a:off x="8802720" y="523080"/>
            <a:ext cx="62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DNA repair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8482680" y="88452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b03219"/>
          </a:solidFill>
          <a:ln w="12600">
            <a:solidFill>
              <a:srgbClr val="b03219"/>
            </a:solidFill>
            <a:miter/>
          </a:ln>
        </p:spPr>
      </p:sp>
      <p:sp>
        <p:nvSpPr>
          <p:cNvPr id="149" name=""/>
          <p:cNvSpPr txBox="1"/>
          <p:nvPr/>
        </p:nvSpPr>
        <p:spPr>
          <a:xfrm>
            <a:off x="8802720" y="690840"/>
            <a:ext cx="4730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Immune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8482680" y="105264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d4a300"/>
            </a:solidFill>
            <a:miter/>
          </a:ln>
        </p:spPr>
      </p:sp>
      <p:sp>
        <p:nvSpPr>
          <p:cNvPr id="151" name=""/>
          <p:cNvSpPr txBox="1"/>
          <p:nvPr/>
        </p:nvSpPr>
        <p:spPr>
          <a:xfrm>
            <a:off x="8802720" y="858600"/>
            <a:ext cx="727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Stromal/EMT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8482680" y="122040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7a3aad"/>
          </a:solidFill>
          <a:ln w="12600">
            <a:solidFill>
              <a:srgbClr val="7a3aad"/>
            </a:solidFill>
            <a:miter/>
          </a:ln>
        </p:spPr>
      </p:sp>
      <p:sp>
        <p:nvSpPr>
          <p:cNvPr id="153" name=""/>
          <p:cNvSpPr txBox="1"/>
          <p:nvPr/>
        </p:nvSpPr>
        <p:spPr>
          <a:xfrm>
            <a:off x="8802720" y="1026720"/>
            <a:ext cx="6620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Metabolism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8482680" y="138816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5a3582"/>
          </a:solidFill>
          <a:ln w="12600">
            <a:solidFill>
              <a:srgbClr val="5a3582"/>
            </a:solidFill>
            <a:miter/>
          </a:ln>
        </p:spPr>
      </p:sp>
      <p:sp>
        <p:nvSpPr>
          <p:cNvPr id="155" name=""/>
          <p:cNvSpPr txBox="1"/>
          <p:nvPr/>
        </p:nvSpPr>
        <p:spPr>
          <a:xfrm>
            <a:off x="8802720" y="1194480"/>
            <a:ext cx="532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Signaling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8482680" y="155628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0099b8"/>
          </a:solidFill>
          <a:ln w="12600">
            <a:solidFill>
              <a:srgbClr val="0099b8"/>
            </a:solidFill>
            <a:miter/>
          </a:ln>
        </p:spPr>
      </p:sp>
      <p:sp>
        <p:nvSpPr>
          <p:cNvPr id="157" name=""/>
          <p:cNvSpPr txBox="1"/>
          <p:nvPr/>
        </p:nvSpPr>
        <p:spPr>
          <a:xfrm>
            <a:off x="8802720" y="1362240"/>
            <a:ext cx="560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Apoptosis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8482680" y="172404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ad2831"/>
          </a:solidFill>
          <a:ln w="12600">
            <a:solidFill>
              <a:srgbClr val="ad2831"/>
            </a:solidFill>
            <a:miter/>
          </a:ln>
        </p:spPr>
      </p:sp>
      <p:sp>
        <p:nvSpPr>
          <p:cNvPr id="159" name=""/>
          <p:cNvSpPr txBox="1"/>
          <p:nvPr/>
        </p:nvSpPr>
        <p:spPr>
          <a:xfrm>
            <a:off x="8802720" y="1530360"/>
            <a:ext cx="3542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Stress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8482680" y="189180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5a6772"/>
          </a:solidFill>
          <a:ln w="12600">
            <a:solidFill>
              <a:srgbClr val="5a6772"/>
            </a:solidFill>
            <a:miter/>
          </a:ln>
        </p:spPr>
      </p:sp>
      <p:sp>
        <p:nvSpPr>
          <p:cNvPr id="161" name=""/>
          <p:cNvSpPr txBox="1"/>
          <p:nvPr/>
        </p:nvSpPr>
        <p:spPr>
          <a:xfrm>
            <a:off x="8802720" y="1698120"/>
            <a:ext cx="285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TP53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8802720" y="1865880"/>
            <a:ext cx="32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Other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8580960" y="4703400"/>
            <a:ext cx="78120" cy="78120"/>
          </a:xfrm>
          <a:custGeom>
            <a:avLst/>
            <a:gdLst/>
            <a:ahLst/>
            <a:rect l="0" t="0" r="r" b="b"/>
            <a:pathLst>
              <a:path w="217" h="217">
                <a:moveTo>
                  <a:pt x="109" y="217"/>
                </a:moveTo>
                <a:cubicBezTo>
                  <a:pt x="138" y="217"/>
                  <a:pt x="165" y="206"/>
                  <a:pt x="185" y="185"/>
                </a:cubicBezTo>
                <a:cubicBezTo>
                  <a:pt x="206" y="165"/>
                  <a:pt x="217" y="138"/>
                  <a:pt x="217" y="109"/>
                </a:cubicBezTo>
                <a:cubicBezTo>
                  <a:pt x="217" y="80"/>
                  <a:pt x="206" y="53"/>
                  <a:pt x="185" y="33"/>
                </a:cubicBezTo>
                <a:cubicBezTo>
                  <a:pt x="165" y="12"/>
                  <a:pt x="138" y="0"/>
                  <a:pt x="109" y="0"/>
                </a:cubicBezTo>
                <a:cubicBezTo>
                  <a:pt x="80" y="0"/>
                  <a:pt x="53" y="12"/>
                  <a:pt x="32" y="33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5"/>
                  <a:pt x="32" y="185"/>
                </a:cubicBezTo>
                <a:cubicBezTo>
                  <a:pt x="53" y="206"/>
                  <a:pt x="80" y="217"/>
                  <a:pt x="109" y="217"/>
                </a:cubicBezTo>
                <a:close/>
              </a:path>
            </a:pathLst>
          </a:custGeom>
          <a:solidFill>
            <a:srgbClr val="5a6772">
              <a:alpha val="70000"/>
            </a:srgbClr>
          </a:solidFill>
          <a:ln w="10080">
            <a:solidFill>
              <a:srgbClr val="0e2a47">
                <a:alpha val="70000"/>
              </a:srgbClr>
            </a:solidFill>
            <a:round/>
          </a:ln>
        </p:spPr>
      </p:sp>
      <p:sp>
        <p:nvSpPr>
          <p:cNvPr id="164" name=""/>
          <p:cNvSpPr txBox="1"/>
          <p:nvPr/>
        </p:nvSpPr>
        <p:spPr>
          <a:xfrm>
            <a:off x="8548560" y="4426920"/>
            <a:ext cx="852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Gene set size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8542080" y="488952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4" y="433"/>
                  <a:pt x="329" y="410"/>
                  <a:pt x="370" y="370"/>
                </a:cubicBezTo>
                <a:cubicBezTo>
                  <a:pt x="410" y="329"/>
                  <a:pt x="433" y="274"/>
                  <a:pt x="433" y="217"/>
                </a:cubicBezTo>
                <a:cubicBezTo>
                  <a:pt x="433" y="160"/>
                  <a:pt x="410" y="105"/>
                  <a:pt x="370" y="64"/>
                </a:cubicBezTo>
                <a:cubicBezTo>
                  <a:pt x="329" y="23"/>
                  <a:pt x="274" y="0"/>
                  <a:pt x="216" y="0"/>
                </a:cubicBezTo>
                <a:cubicBezTo>
                  <a:pt x="159" y="0"/>
                  <a:pt x="104" y="23"/>
                  <a:pt x="63" y="64"/>
                </a:cubicBezTo>
                <a:cubicBezTo>
                  <a:pt x="23" y="105"/>
                  <a:pt x="0" y="160"/>
                  <a:pt x="0" y="217"/>
                </a:cubicBezTo>
                <a:cubicBezTo>
                  <a:pt x="0" y="274"/>
                  <a:pt x="23" y="329"/>
                  <a:pt x="63" y="370"/>
                </a:cubicBezTo>
                <a:cubicBezTo>
                  <a:pt x="104" y="410"/>
                  <a:pt x="159" y="433"/>
                  <a:pt x="216" y="433"/>
                </a:cubicBezTo>
                <a:close/>
              </a:path>
            </a:pathLst>
          </a:custGeom>
          <a:solidFill>
            <a:srgbClr val="5a6772">
              <a:alpha val="70000"/>
            </a:srgbClr>
          </a:solidFill>
          <a:ln w="10080">
            <a:solidFill>
              <a:srgbClr val="0e2a47">
                <a:alpha val="70000"/>
              </a:srgbClr>
            </a:solidFill>
            <a:round/>
          </a:ln>
        </p:spPr>
      </p:sp>
      <p:sp>
        <p:nvSpPr>
          <p:cNvPr id="166" name=""/>
          <p:cNvSpPr txBox="1"/>
          <p:nvPr/>
        </p:nvSpPr>
        <p:spPr>
          <a:xfrm>
            <a:off x="8848440" y="4666320"/>
            <a:ext cx="52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25 genes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8509680" y="5082480"/>
            <a:ext cx="220320" cy="220320"/>
          </a:xfrm>
          <a:custGeom>
            <a:avLst/>
            <a:gdLst/>
            <a:ahLst/>
            <a:rect l="0" t="0" r="r" b="b"/>
            <a:pathLst>
              <a:path w="612" h="612">
                <a:moveTo>
                  <a:pt x="306" y="612"/>
                </a:moveTo>
                <a:cubicBezTo>
                  <a:pt x="387" y="612"/>
                  <a:pt x="465" y="580"/>
                  <a:pt x="523" y="522"/>
                </a:cubicBezTo>
                <a:cubicBezTo>
                  <a:pt x="580" y="465"/>
                  <a:pt x="612" y="387"/>
                  <a:pt x="612" y="306"/>
                </a:cubicBezTo>
                <a:cubicBezTo>
                  <a:pt x="612" y="224"/>
                  <a:pt x="580" y="147"/>
                  <a:pt x="523" y="89"/>
                </a:cubicBezTo>
                <a:cubicBezTo>
                  <a:pt x="465" y="32"/>
                  <a:pt x="387" y="0"/>
                  <a:pt x="306" y="0"/>
                </a:cubicBezTo>
                <a:cubicBezTo>
                  <a:pt x="225" y="0"/>
                  <a:pt x="147" y="32"/>
                  <a:pt x="90" y="89"/>
                </a:cubicBezTo>
                <a:cubicBezTo>
                  <a:pt x="33" y="147"/>
                  <a:pt x="0" y="224"/>
                  <a:pt x="0" y="306"/>
                </a:cubicBezTo>
                <a:cubicBezTo>
                  <a:pt x="0" y="387"/>
                  <a:pt x="33" y="465"/>
                  <a:pt x="90" y="522"/>
                </a:cubicBezTo>
                <a:cubicBezTo>
                  <a:pt x="147" y="580"/>
                  <a:pt x="225" y="612"/>
                  <a:pt x="306" y="612"/>
                </a:cubicBezTo>
                <a:close/>
              </a:path>
            </a:pathLst>
          </a:custGeom>
          <a:solidFill>
            <a:srgbClr val="5a6772">
              <a:alpha val="70000"/>
            </a:srgbClr>
          </a:solidFill>
          <a:ln w="10080">
            <a:solidFill>
              <a:srgbClr val="0e2a47">
                <a:alpha val="70000"/>
              </a:srgbClr>
            </a:solidFill>
            <a:round/>
          </a:ln>
        </p:spPr>
      </p:sp>
      <p:sp>
        <p:nvSpPr>
          <p:cNvPr id="168" name=""/>
          <p:cNvSpPr txBox="1"/>
          <p:nvPr/>
        </p:nvSpPr>
        <p:spPr>
          <a:xfrm>
            <a:off x="8848440" y="4891320"/>
            <a:ext cx="6026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100 genes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9" name=""/>
          <p:cNvSpPr txBox="1"/>
          <p:nvPr/>
        </p:nvSpPr>
        <p:spPr>
          <a:xfrm>
            <a:off x="8848440" y="5116320"/>
            <a:ext cx="6026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200 genes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4B — Hallmark NES bubble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8938080" cy="6546960"/>
          </a:xfrm>
          <a:custGeom>
            <a:avLst/>
            <a:gdLst/>
            <a:ahLst/>
            <a:rect l="0" t="0" r="r" b="b"/>
            <a:pathLst>
              <a:path w="24828" h="18186">
                <a:moveTo>
                  <a:pt x="0" y="18186"/>
                </a:moveTo>
                <a:lnTo>
                  <a:pt x="24828" y="18186"/>
                </a:lnTo>
                <a:lnTo>
                  <a:pt x="24828" y="0"/>
                </a:lnTo>
                <a:lnTo>
                  <a:pt x="0" y="0"/>
                </a:lnTo>
                <a:lnTo>
                  <a:pt x="0" y="1818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254520" y="432720"/>
            <a:ext cx="142560" cy="5643720"/>
          </a:xfrm>
          <a:custGeom>
            <a:avLst/>
            <a:gdLst/>
            <a:ahLst/>
            <a:rect l="0" t="0" r="r" b="b"/>
            <a:pathLst>
              <a:path w="396" h="15677">
                <a:moveTo>
                  <a:pt x="0" y="15677"/>
                </a:moveTo>
                <a:lnTo>
                  <a:pt x="396" y="15677"/>
                </a:lnTo>
                <a:lnTo>
                  <a:pt x="396" y="0"/>
                </a:lnTo>
                <a:lnTo>
                  <a:pt x="0" y="0"/>
                </a:lnTo>
                <a:lnTo>
                  <a:pt x="0" y="1567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8" name="" descr=""/>
          <p:cNvPicPr/>
          <p:nvPr/>
        </p:nvPicPr>
        <p:blipFill>
          <a:blip r:embed="rId2"/>
          <a:stretch/>
        </p:blipFill>
        <p:spPr>
          <a:xfrm>
            <a:off x="254520" y="431280"/>
            <a:ext cx="142920" cy="564444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 txBox="1"/>
          <p:nvPr/>
        </p:nvSpPr>
        <p:spPr>
          <a:xfrm>
            <a:off x="91440" y="235080"/>
            <a:ext cx="4687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Source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0" name=""/>
          <p:cNvSpPr txBox="1"/>
          <p:nvPr/>
        </p:nvSpPr>
        <p:spPr>
          <a:xfrm>
            <a:off x="1552320" y="468720"/>
            <a:ext cx="2061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Epithelial Mesenchymal Transition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1" name=""/>
          <p:cNvSpPr txBox="1"/>
          <p:nvPr/>
        </p:nvSpPr>
        <p:spPr>
          <a:xfrm>
            <a:off x="1614240" y="694440"/>
            <a:ext cx="19789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Extracellular Matrix Organization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2" name=""/>
          <p:cNvSpPr txBox="1"/>
          <p:nvPr/>
        </p:nvSpPr>
        <p:spPr>
          <a:xfrm>
            <a:off x="2933640" y="920160"/>
            <a:ext cx="671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Dna Repair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3" name=""/>
          <p:cNvSpPr txBox="1"/>
          <p:nvPr/>
        </p:nvSpPr>
        <p:spPr>
          <a:xfrm>
            <a:off x="1585080" y="1145880"/>
            <a:ext cx="2009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Mitotic Metaphase And Anaphase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4" name=""/>
          <p:cNvSpPr txBox="1"/>
          <p:nvPr/>
        </p:nvSpPr>
        <p:spPr>
          <a:xfrm>
            <a:off x="3099600" y="1371600"/>
            <a:ext cx="502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 Phase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5" name=""/>
          <p:cNvSpPr txBox="1"/>
          <p:nvPr/>
        </p:nvSpPr>
        <p:spPr>
          <a:xfrm>
            <a:off x="1993680" y="1597320"/>
            <a:ext cx="1603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Mitotic Spindle Checkpoint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6" name=""/>
          <p:cNvSpPr txBox="1"/>
          <p:nvPr/>
        </p:nvSpPr>
        <p:spPr>
          <a:xfrm>
            <a:off x="2554560" y="1823040"/>
            <a:ext cx="1049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Parasite Infection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>
            <a:off x="2289600" y="2048760"/>
            <a:ext cx="13129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Mitotic Prometaphase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8" name=""/>
          <p:cNvSpPr txBox="1"/>
          <p:nvPr/>
        </p:nvSpPr>
        <p:spPr>
          <a:xfrm>
            <a:off x="2652480" y="2274480"/>
            <a:ext cx="9518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Dna Replication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2665080" y="2500560"/>
            <a:ext cx="9561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Trna Processing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0" name=""/>
          <p:cNvSpPr txBox="1"/>
          <p:nvPr/>
        </p:nvSpPr>
        <p:spPr>
          <a:xfrm>
            <a:off x="1702440" y="2726280"/>
            <a:ext cx="1895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Fceri Mediated Nf Kb Activation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1" name=""/>
          <p:cNvSpPr txBox="1"/>
          <p:nvPr/>
        </p:nvSpPr>
        <p:spPr>
          <a:xfrm>
            <a:off x="625680" y="2952000"/>
            <a:ext cx="2977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Processing Of Capped Intron Containing Pre Mrna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>
            <a:off x="3126960" y="3177720"/>
            <a:ext cx="4748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 Phase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3" name=""/>
          <p:cNvSpPr txBox="1"/>
          <p:nvPr/>
        </p:nvSpPr>
        <p:spPr>
          <a:xfrm>
            <a:off x="924120" y="3403440"/>
            <a:ext cx="2721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Transport Of Mature Transcript To Cytoplasm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>
            <a:off x="2509920" y="3629160"/>
            <a:ext cx="1089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G2 M Checkpoints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2228760" y="3854880"/>
            <a:ext cx="13708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Cell Cycle Checkpoints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1701360" y="4080600"/>
            <a:ext cx="18936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Fcgr3A Mediated Il10 Synthesis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1643760" y="4306320"/>
            <a:ext cx="1959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Dna Double Strand Break Repair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888840" y="4532040"/>
            <a:ext cx="2707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Hdr Through Homologous Recombination Hrr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2016000" y="4757760"/>
            <a:ext cx="15886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Homology Directed Repair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>
            <a:off x="2688480" y="4983480"/>
            <a:ext cx="932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2697840" y="5209200"/>
            <a:ext cx="9014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Fcgr Activation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2688480" y="5434920"/>
            <a:ext cx="932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Myc Targets V1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2611080" y="5660640"/>
            <a:ext cx="988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G2M Checkpoint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3674160" y="432720"/>
            <a:ext cx="4263840" cy="5643720"/>
          </a:xfrm>
          <a:custGeom>
            <a:avLst/>
            <a:gdLst/>
            <a:ahLst/>
            <a:rect l="0" t="0" r="r" b="b"/>
            <a:pathLst>
              <a:path w="11844" h="15677">
                <a:moveTo>
                  <a:pt x="0" y="15677"/>
                </a:moveTo>
                <a:lnTo>
                  <a:pt x="11844" y="15677"/>
                </a:lnTo>
                <a:lnTo>
                  <a:pt x="11844" y="0"/>
                </a:lnTo>
                <a:lnTo>
                  <a:pt x="0" y="0"/>
                </a:lnTo>
                <a:lnTo>
                  <a:pt x="0" y="1567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>
            <a:off x="3993480" y="6076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>
            <a:off x="3993480" y="6076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905560" y="5886360"/>
            <a:ext cx="715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4778640" y="6076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>
            <a:off x="4778640" y="6076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3909240" y="613944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5563800" y="6076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>
            <a:off x="5563800" y="6076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4694400" y="613944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6348960" y="6076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>
            <a:off x="6348960" y="6076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5527440" y="61394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7134120" y="6076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>
            <a:off x="7134120" y="6076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6312600" y="61394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7919280" y="6076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>
            <a:off x="7919280" y="6076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7097760" y="61394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3" name=""/>
          <p:cNvSpPr txBox="1"/>
          <p:nvPr/>
        </p:nvSpPr>
        <p:spPr>
          <a:xfrm>
            <a:off x="7882920" y="61394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 flipV="1">
            <a:off x="5563800" y="432720"/>
            <a:ext cx="0" cy="5643360"/>
          </a:xfrm>
          <a:prstGeom prst="line">
            <a:avLst/>
          </a:prstGeom>
          <a:ln cap="sq" w="111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/>
          <p:nvPr/>
        </p:nvSpPr>
        <p:spPr>
          <a:xfrm flipH="1">
            <a:off x="3868200" y="545400"/>
            <a:ext cx="1695600" cy="0"/>
          </a:xfrm>
          <a:prstGeom prst="line">
            <a:avLst/>
          </a:prstGeom>
          <a:ln cap="sq" w="15120">
            <a:solidFill>
              <a:srgbClr val="b03219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/>
          <p:nvPr/>
        </p:nvSpPr>
        <p:spPr>
          <a:xfrm flipH="1">
            <a:off x="4080960" y="771120"/>
            <a:ext cx="1482840" cy="0"/>
          </a:xfrm>
          <a:prstGeom prst="line">
            <a:avLst/>
          </a:prstGeom>
          <a:ln cap="sq" w="15120">
            <a:solidFill>
              <a:srgbClr val="b03219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/>
          <p:nvPr/>
        </p:nvSpPr>
        <p:spPr>
          <a:xfrm>
            <a:off x="5563800" y="996840"/>
            <a:ext cx="1471680" cy="0"/>
          </a:xfrm>
          <a:prstGeom prst="line">
            <a:avLst/>
          </a:prstGeom>
          <a:ln cap="sq" w="1512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/>
          <p:nvPr/>
        </p:nvSpPr>
        <p:spPr>
          <a:xfrm>
            <a:off x="5563800" y="1222920"/>
            <a:ext cx="148464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" name=""/>
          <p:cNvSpPr/>
          <p:nvPr/>
        </p:nvSpPr>
        <p:spPr>
          <a:xfrm>
            <a:off x="5563800" y="1448640"/>
            <a:ext cx="155628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/>
          <p:nvPr/>
        </p:nvSpPr>
        <p:spPr>
          <a:xfrm>
            <a:off x="5563800" y="1674360"/>
            <a:ext cx="160164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/>
          <p:nvPr/>
        </p:nvSpPr>
        <p:spPr>
          <a:xfrm>
            <a:off x="5563800" y="1900080"/>
            <a:ext cx="1605600" cy="0"/>
          </a:xfrm>
          <a:prstGeom prst="line">
            <a:avLst/>
          </a:prstGeom>
          <a:ln cap="sq" w="1512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/>
          <p:nvPr/>
        </p:nvSpPr>
        <p:spPr>
          <a:xfrm>
            <a:off x="5563800" y="2125800"/>
            <a:ext cx="161100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" name=""/>
          <p:cNvSpPr/>
          <p:nvPr/>
        </p:nvSpPr>
        <p:spPr>
          <a:xfrm>
            <a:off x="5563800" y="2351520"/>
            <a:ext cx="1613880" cy="0"/>
          </a:xfrm>
          <a:prstGeom prst="line">
            <a:avLst/>
          </a:prstGeom>
          <a:ln cap="sq" w="1512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/>
          <p:nvPr/>
        </p:nvSpPr>
        <p:spPr>
          <a:xfrm>
            <a:off x="5563800" y="2577240"/>
            <a:ext cx="1618560" cy="0"/>
          </a:xfrm>
          <a:prstGeom prst="line">
            <a:avLst/>
          </a:prstGeom>
          <a:ln cap="sq" w="1512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" name=""/>
          <p:cNvSpPr/>
          <p:nvPr/>
        </p:nvSpPr>
        <p:spPr>
          <a:xfrm>
            <a:off x="5563800" y="2802960"/>
            <a:ext cx="1620360" cy="0"/>
          </a:xfrm>
          <a:prstGeom prst="line">
            <a:avLst/>
          </a:prstGeom>
          <a:ln cap="sq" w="1512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/>
          <p:nvPr/>
        </p:nvSpPr>
        <p:spPr>
          <a:xfrm>
            <a:off x="5563800" y="3028680"/>
            <a:ext cx="1634400" cy="0"/>
          </a:xfrm>
          <a:prstGeom prst="line">
            <a:avLst/>
          </a:prstGeom>
          <a:ln cap="sq" w="1512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/>
          <p:nvPr/>
        </p:nvSpPr>
        <p:spPr>
          <a:xfrm>
            <a:off x="5563800" y="3254400"/>
            <a:ext cx="163872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/>
          <p:nvPr/>
        </p:nvSpPr>
        <p:spPr>
          <a:xfrm>
            <a:off x="5563800" y="3480120"/>
            <a:ext cx="1678680" cy="0"/>
          </a:xfrm>
          <a:prstGeom prst="line">
            <a:avLst/>
          </a:prstGeom>
          <a:ln cap="sq" w="1512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/>
          <p:nvPr/>
        </p:nvSpPr>
        <p:spPr>
          <a:xfrm>
            <a:off x="5563800" y="3705840"/>
            <a:ext cx="1685880" cy="0"/>
          </a:xfrm>
          <a:prstGeom prst="line">
            <a:avLst/>
          </a:prstGeom>
          <a:ln cap="sq" w="1512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/>
          <p:nvPr/>
        </p:nvSpPr>
        <p:spPr>
          <a:xfrm>
            <a:off x="5563800" y="3931560"/>
            <a:ext cx="169236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/>
          <p:nvPr/>
        </p:nvSpPr>
        <p:spPr>
          <a:xfrm>
            <a:off x="5563800" y="4157280"/>
            <a:ext cx="1694520" cy="0"/>
          </a:xfrm>
          <a:prstGeom prst="line">
            <a:avLst/>
          </a:prstGeom>
          <a:ln cap="sq" w="1512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>
            <a:off x="5563800" y="4383000"/>
            <a:ext cx="1715400" cy="0"/>
          </a:xfrm>
          <a:prstGeom prst="line">
            <a:avLst/>
          </a:prstGeom>
          <a:ln cap="sq" w="1512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/>
          <p:nvPr/>
        </p:nvSpPr>
        <p:spPr>
          <a:xfrm>
            <a:off x="5563800" y="4608720"/>
            <a:ext cx="1722600" cy="0"/>
          </a:xfrm>
          <a:prstGeom prst="line">
            <a:avLst/>
          </a:prstGeom>
          <a:ln cap="sq" w="1512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/>
          <p:nvPr/>
        </p:nvSpPr>
        <p:spPr>
          <a:xfrm>
            <a:off x="5563800" y="4834440"/>
            <a:ext cx="1749960" cy="0"/>
          </a:xfrm>
          <a:prstGeom prst="line">
            <a:avLst/>
          </a:prstGeom>
          <a:ln cap="sq" w="1512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/>
          <p:nvPr/>
        </p:nvSpPr>
        <p:spPr>
          <a:xfrm>
            <a:off x="5563800" y="5060160"/>
            <a:ext cx="175428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/>
          <p:nvPr/>
        </p:nvSpPr>
        <p:spPr>
          <a:xfrm>
            <a:off x="5563800" y="5285880"/>
            <a:ext cx="1770120" cy="0"/>
          </a:xfrm>
          <a:prstGeom prst="line">
            <a:avLst/>
          </a:prstGeom>
          <a:ln cap="sq" w="1512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" name=""/>
          <p:cNvSpPr/>
          <p:nvPr/>
        </p:nvSpPr>
        <p:spPr>
          <a:xfrm>
            <a:off x="5563800" y="5511600"/>
            <a:ext cx="185292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/>
          <p:nvPr/>
        </p:nvSpPr>
        <p:spPr>
          <a:xfrm>
            <a:off x="5563800" y="5737320"/>
            <a:ext cx="193140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/>
          <p:nvPr/>
        </p:nvSpPr>
        <p:spPr>
          <a:xfrm>
            <a:off x="5563800" y="5963040"/>
            <a:ext cx="2180160" cy="0"/>
          </a:xfrm>
          <a:prstGeom prst="line">
            <a:avLst/>
          </a:prstGeom>
          <a:ln cap="sq" w="1512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" name=""/>
          <p:cNvSpPr/>
          <p:nvPr/>
        </p:nvSpPr>
        <p:spPr>
          <a:xfrm>
            <a:off x="3674160" y="6076080"/>
            <a:ext cx="42634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/>
          <p:nvPr/>
        </p:nvSpPr>
        <p:spPr>
          <a:xfrm>
            <a:off x="3774600" y="452160"/>
            <a:ext cx="187200" cy="187200"/>
          </a:xfrm>
          <a:custGeom>
            <a:avLst/>
            <a:gdLst/>
            <a:ahLst/>
            <a:rect l="0" t="0" r="r" b="b"/>
            <a:pathLst>
              <a:path w="520" h="520">
                <a:moveTo>
                  <a:pt x="261" y="520"/>
                </a:moveTo>
                <a:cubicBezTo>
                  <a:pt x="329" y="520"/>
                  <a:pt x="395" y="492"/>
                  <a:pt x="444" y="444"/>
                </a:cubicBezTo>
                <a:cubicBezTo>
                  <a:pt x="493" y="395"/>
                  <a:pt x="520" y="329"/>
                  <a:pt x="520" y="260"/>
                </a:cubicBezTo>
                <a:cubicBezTo>
                  <a:pt x="520" y="192"/>
                  <a:pt x="493" y="126"/>
                  <a:pt x="444" y="77"/>
                </a:cubicBezTo>
                <a:cubicBezTo>
                  <a:pt x="395" y="27"/>
                  <a:pt x="329" y="0"/>
                  <a:pt x="261" y="0"/>
                </a:cubicBezTo>
                <a:cubicBezTo>
                  <a:pt x="192" y="0"/>
                  <a:pt x="125" y="27"/>
                  <a:pt x="76" y="77"/>
                </a:cubicBezTo>
                <a:cubicBezTo>
                  <a:pt x="28" y="126"/>
                  <a:pt x="0" y="192"/>
                  <a:pt x="0" y="260"/>
                </a:cubicBezTo>
                <a:cubicBezTo>
                  <a:pt x="0" y="329"/>
                  <a:pt x="28" y="395"/>
                  <a:pt x="76" y="444"/>
                </a:cubicBezTo>
                <a:cubicBezTo>
                  <a:pt x="125" y="492"/>
                  <a:pt x="192" y="520"/>
                  <a:pt x="261" y="520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12" name=""/>
          <p:cNvSpPr/>
          <p:nvPr/>
        </p:nvSpPr>
        <p:spPr>
          <a:xfrm>
            <a:off x="3958200" y="648360"/>
            <a:ext cx="246240" cy="246240"/>
          </a:xfrm>
          <a:custGeom>
            <a:avLst/>
            <a:gdLst/>
            <a:ahLst/>
            <a:rect l="0" t="0" r="r" b="b"/>
            <a:pathLst>
              <a:path w="684" h="684">
                <a:moveTo>
                  <a:pt x="342" y="684"/>
                </a:moveTo>
                <a:cubicBezTo>
                  <a:pt x="433" y="684"/>
                  <a:pt x="520" y="648"/>
                  <a:pt x="584" y="583"/>
                </a:cubicBezTo>
                <a:cubicBezTo>
                  <a:pt x="648" y="519"/>
                  <a:pt x="684" y="432"/>
                  <a:pt x="684" y="341"/>
                </a:cubicBezTo>
                <a:cubicBezTo>
                  <a:pt x="684" y="251"/>
                  <a:pt x="648" y="164"/>
                  <a:pt x="584" y="100"/>
                </a:cubicBezTo>
                <a:cubicBezTo>
                  <a:pt x="520" y="36"/>
                  <a:pt x="433" y="0"/>
                  <a:pt x="342" y="0"/>
                </a:cubicBezTo>
                <a:cubicBezTo>
                  <a:pt x="251" y="0"/>
                  <a:pt x="164" y="36"/>
                  <a:pt x="100" y="100"/>
                </a:cubicBezTo>
                <a:cubicBezTo>
                  <a:pt x="36" y="164"/>
                  <a:pt x="0" y="251"/>
                  <a:pt x="0" y="341"/>
                </a:cubicBezTo>
                <a:cubicBezTo>
                  <a:pt x="0" y="432"/>
                  <a:pt x="36" y="519"/>
                  <a:pt x="100" y="583"/>
                </a:cubicBezTo>
                <a:cubicBezTo>
                  <a:pt x="164" y="648"/>
                  <a:pt x="251" y="684"/>
                  <a:pt x="342" y="684"/>
                </a:cubicBezTo>
                <a:close/>
              </a:path>
            </a:pathLst>
          </a:custGeom>
          <a:solidFill>
            <a:srgbClr val="b03219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13" name=""/>
          <p:cNvSpPr/>
          <p:nvPr/>
        </p:nvSpPr>
        <p:spPr>
          <a:xfrm>
            <a:off x="6897240" y="858960"/>
            <a:ext cx="276480" cy="276480"/>
          </a:xfrm>
          <a:custGeom>
            <a:avLst/>
            <a:gdLst/>
            <a:ahLst/>
            <a:rect l="0" t="0" r="r" b="b"/>
            <a:pathLst>
              <a:path w="768" h="768">
                <a:moveTo>
                  <a:pt x="385" y="768"/>
                </a:moveTo>
                <a:cubicBezTo>
                  <a:pt x="486" y="768"/>
                  <a:pt x="584" y="728"/>
                  <a:pt x="656" y="656"/>
                </a:cubicBezTo>
                <a:cubicBezTo>
                  <a:pt x="728" y="584"/>
                  <a:pt x="768" y="486"/>
                  <a:pt x="768" y="384"/>
                </a:cubicBezTo>
                <a:cubicBezTo>
                  <a:pt x="768" y="282"/>
                  <a:pt x="728" y="184"/>
                  <a:pt x="656" y="112"/>
                </a:cubicBezTo>
                <a:cubicBezTo>
                  <a:pt x="584" y="40"/>
                  <a:pt x="486" y="0"/>
                  <a:pt x="385" y="0"/>
                </a:cubicBezTo>
                <a:cubicBezTo>
                  <a:pt x="282" y="0"/>
                  <a:pt x="184" y="40"/>
                  <a:pt x="113" y="112"/>
                </a:cubicBezTo>
                <a:cubicBezTo>
                  <a:pt x="41" y="184"/>
                  <a:pt x="0" y="282"/>
                  <a:pt x="0" y="384"/>
                </a:cubicBezTo>
                <a:cubicBezTo>
                  <a:pt x="0" y="486"/>
                  <a:pt x="41" y="584"/>
                  <a:pt x="113" y="656"/>
                </a:cubicBezTo>
                <a:cubicBezTo>
                  <a:pt x="184" y="728"/>
                  <a:pt x="282" y="768"/>
                  <a:pt x="385" y="768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14" name=""/>
          <p:cNvSpPr/>
          <p:nvPr/>
        </p:nvSpPr>
        <p:spPr>
          <a:xfrm>
            <a:off x="6933960" y="1108080"/>
            <a:ext cx="229320" cy="229680"/>
          </a:xfrm>
          <a:custGeom>
            <a:avLst/>
            <a:gdLst/>
            <a:ahLst/>
            <a:rect l="0" t="0" r="r" b="b"/>
            <a:pathLst>
              <a:path w="637" h="638">
                <a:moveTo>
                  <a:pt x="319" y="638"/>
                </a:moveTo>
                <a:cubicBezTo>
                  <a:pt x="403" y="638"/>
                  <a:pt x="484" y="604"/>
                  <a:pt x="544" y="545"/>
                </a:cubicBezTo>
                <a:cubicBezTo>
                  <a:pt x="603" y="485"/>
                  <a:pt x="637" y="403"/>
                  <a:pt x="637" y="319"/>
                </a:cubicBezTo>
                <a:cubicBezTo>
                  <a:pt x="637" y="234"/>
                  <a:pt x="603" y="153"/>
                  <a:pt x="544" y="93"/>
                </a:cubicBezTo>
                <a:cubicBezTo>
                  <a:pt x="484" y="34"/>
                  <a:pt x="403" y="0"/>
                  <a:pt x="319" y="0"/>
                </a:cubicBezTo>
                <a:cubicBezTo>
                  <a:pt x="234" y="0"/>
                  <a:pt x="153" y="34"/>
                  <a:pt x="93" y="93"/>
                </a:cubicBezTo>
                <a:cubicBezTo>
                  <a:pt x="33" y="153"/>
                  <a:pt x="0" y="234"/>
                  <a:pt x="0" y="319"/>
                </a:cubicBezTo>
                <a:cubicBezTo>
                  <a:pt x="0" y="403"/>
                  <a:pt x="33" y="485"/>
                  <a:pt x="93" y="545"/>
                </a:cubicBezTo>
                <a:cubicBezTo>
                  <a:pt x="153" y="604"/>
                  <a:pt x="234" y="638"/>
                  <a:pt x="319" y="63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15" name=""/>
          <p:cNvSpPr/>
          <p:nvPr/>
        </p:nvSpPr>
        <p:spPr>
          <a:xfrm>
            <a:off x="6969600" y="1297800"/>
            <a:ext cx="301680" cy="301680"/>
          </a:xfrm>
          <a:custGeom>
            <a:avLst/>
            <a:gdLst/>
            <a:ahLst/>
            <a:rect l="0" t="0" r="r" b="b"/>
            <a:pathLst>
              <a:path w="838" h="838">
                <a:moveTo>
                  <a:pt x="419" y="838"/>
                </a:moveTo>
                <a:cubicBezTo>
                  <a:pt x="530" y="838"/>
                  <a:pt x="637" y="794"/>
                  <a:pt x="715" y="715"/>
                </a:cubicBezTo>
                <a:cubicBezTo>
                  <a:pt x="793" y="637"/>
                  <a:pt x="838" y="531"/>
                  <a:pt x="838" y="420"/>
                </a:cubicBezTo>
                <a:cubicBezTo>
                  <a:pt x="838" y="309"/>
                  <a:pt x="793" y="202"/>
                  <a:pt x="715" y="123"/>
                </a:cubicBezTo>
                <a:cubicBezTo>
                  <a:pt x="637" y="44"/>
                  <a:pt x="530" y="0"/>
                  <a:pt x="419" y="0"/>
                </a:cubicBezTo>
                <a:cubicBezTo>
                  <a:pt x="308" y="0"/>
                  <a:pt x="201" y="44"/>
                  <a:pt x="122" y="123"/>
                </a:cubicBezTo>
                <a:cubicBezTo>
                  <a:pt x="44" y="202"/>
                  <a:pt x="0" y="309"/>
                  <a:pt x="0" y="420"/>
                </a:cubicBezTo>
                <a:cubicBezTo>
                  <a:pt x="0" y="531"/>
                  <a:pt x="44" y="637"/>
                  <a:pt x="122" y="715"/>
                </a:cubicBezTo>
                <a:cubicBezTo>
                  <a:pt x="201" y="794"/>
                  <a:pt x="308" y="838"/>
                  <a:pt x="419" y="838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16" name=""/>
          <p:cNvSpPr/>
          <p:nvPr/>
        </p:nvSpPr>
        <p:spPr>
          <a:xfrm>
            <a:off x="7083720" y="1592640"/>
            <a:ext cx="163800" cy="163440"/>
          </a:xfrm>
          <a:custGeom>
            <a:avLst/>
            <a:gdLst/>
            <a:ahLst/>
            <a:rect l="0" t="0" r="r" b="b"/>
            <a:pathLst>
              <a:path w="455" h="454">
                <a:moveTo>
                  <a:pt x="228" y="454"/>
                </a:moveTo>
                <a:cubicBezTo>
                  <a:pt x="288" y="454"/>
                  <a:pt x="346" y="430"/>
                  <a:pt x="388" y="388"/>
                </a:cubicBezTo>
                <a:cubicBezTo>
                  <a:pt x="431" y="345"/>
                  <a:pt x="455" y="287"/>
                  <a:pt x="455" y="227"/>
                </a:cubicBezTo>
                <a:cubicBezTo>
                  <a:pt x="455" y="167"/>
                  <a:pt x="431" y="109"/>
                  <a:pt x="388" y="66"/>
                </a:cubicBezTo>
                <a:cubicBezTo>
                  <a:pt x="346" y="24"/>
                  <a:pt x="288" y="0"/>
                  <a:pt x="228" y="0"/>
                </a:cubicBezTo>
                <a:cubicBezTo>
                  <a:pt x="168" y="0"/>
                  <a:pt x="110" y="24"/>
                  <a:pt x="68" y="66"/>
                </a:cubicBezTo>
                <a:cubicBezTo>
                  <a:pt x="24" y="109"/>
                  <a:pt x="0" y="167"/>
                  <a:pt x="0" y="227"/>
                </a:cubicBezTo>
                <a:cubicBezTo>
                  <a:pt x="0" y="287"/>
                  <a:pt x="24" y="345"/>
                  <a:pt x="68" y="388"/>
                </a:cubicBezTo>
                <a:cubicBezTo>
                  <a:pt x="110" y="430"/>
                  <a:pt x="168" y="454"/>
                  <a:pt x="228" y="454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17" name=""/>
          <p:cNvSpPr/>
          <p:nvPr/>
        </p:nvSpPr>
        <p:spPr>
          <a:xfrm>
            <a:off x="7087680" y="1818360"/>
            <a:ext cx="163440" cy="163440"/>
          </a:xfrm>
          <a:custGeom>
            <a:avLst/>
            <a:gdLst/>
            <a:ahLst/>
            <a:rect l="0" t="0" r="r" b="b"/>
            <a:pathLst>
              <a:path w="454" h="454">
                <a:moveTo>
                  <a:pt x="228" y="454"/>
                </a:moveTo>
                <a:cubicBezTo>
                  <a:pt x="288" y="454"/>
                  <a:pt x="346" y="430"/>
                  <a:pt x="388" y="388"/>
                </a:cubicBezTo>
                <a:cubicBezTo>
                  <a:pt x="431" y="345"/>
                  <a:pt x="454" y="288"/>
                  <a:pt x="454" y="228"/>
                </a:cubicBezTo>
                <a:cubicBezTo>
                  <a:pt x="454" y="168"/>
                  <a:pt x="431" y="109"/>
                  <a:pt x="388" y="66"/>
                </a:cubicBezTo>
                <a:cubicBezTo>
                  <a:pt x="346" y="24"/>
                  <a:pt x="288" y="0"/>
                  <a:pt x="228" y="0"/>
                </a:cubicBezTo>
                <a:cubicBezTo>
                  <a:pt x="168" y="0"/>
                  <a:pt x="110" y="24"/>
                  <a:pt x="68" y="66"/>
                </a:cubicBezTo>
                <a:cubicBezTo>
                  <a:pt x="25" y="109"/>
                  <a:pt x="0" y="168"/>
                  <a:pt x="0" y="228"/>
                </a:cubicBezTo>
                <a:cubicBezTo>
                  <a:pt x="0" y="288"/>
                  <a:pt x="25" y="345"/>
                  <a:pt x="68" y="388"/>
                </a:cubicBezTo>
                <a:cubicBezTo>
                  <a:pt x="110" y="430"/>
                  <a:pt x="168" y="454"/>
                  <a:pt x="228" y="454"/>
                </a:cubicBezTo>
                <a:close/>
              </a:path>
            </a:pathLst>
          </a:custGeom>
          <a:solidFill>
            <a:srgbClr val="5a6772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18" name=""/>
          <p:cNvSpPr/>
          <p:nvPr/>
        </p:nvSpPr>
        <p:spPr>
          <a:xfrm>
            <a:off x="7066080" y="2016720"/>
            <a:ext cx="218160" cy="218160"/>
          </a:xfrm>
          <a:custGeom>
            <a:avLst/>
            <a:gdLst/>
            <a:ahLst/>
            <a:rect l="0" t="0" r="r" b="b"/>
            <a:pathLst>
              <a:path w="606" h="606">
                <a:moveTo>
                  <a:pt x="303" y="606"/>
                </a:moveTo>
                <a:cubicBezTo>
                  <a:pt x="384" y="606"/>
                  <a:pt x="460" y="574"/>
                  <a:pt x="517" y="518"/>
                </a:cubicBezTo>
                <a:cubicBezTo>
                  <a:pt x="574" y="461"/>
                  <a:pt x="606" y="384"/>
                  <a:pt x="606" y="304"/>
                </a:cubicBezTo>
                <a:cubicBezTo>
                  <a:pt x="606" y="223"/>
                  <a:pt x="574" y="147"/>
                  <a:pt x="517" y="89"/>
                </a:cubicBezTo>
                <a:cubicBezTo>
                  <a:pt x="460" y="32"/>
                  <a:pt x="384" y="0"/>
                  <a:pt x="303" y="0"/>
                </a:cubicBezTo>
                <a:cubicBezTo>
                  <a:pt x="223" y="0"/>
                  <a:pt x="146" y="32"/>
                  <a:pt x="89" y="89"/>
                </a:cubicBezTo>
                <a:cubicBezTo>
                  <a:pt x="33" y="147"/>
                  <a:pt x="0" y="223"/>
                  <a:pt x="0" y="304"/>
                </a:cubicBezTo>
                <a:cubicBezTo>
                  <a:pt x="0" y="384"/>
                  <a:pt x="33" y="461"/>
                  <a:pt x="89" y="518"/>
                </a:cubicBezTo>
                <a:cubicBezTo>
                  <a:pt x="146" y="574"/>
                  <a:pt x="223" y="606"/>
                  <a:pt x="303" y="606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19" name=""/>
          <p:cNvSpPr/>
          <p:nvPr/>
        </p:nvSpPr>
        <p:spPr>
          <a:xfrm>
            <a:off x="7078680" y="2252160"/>
            <a:ext cx="198720" cy="199080"/>
          </a:xfrm>
          <a:custGeom>
            <a:avLst/>
            <a:gdLst/>
            <a:ahLst/>
            <a:rect l="0" t="0" r="r" b="b"/>
            <a:pathLst>
              <a:path w="552" h="553">
                <a:moveTo>
                  <a:pt x="275" y="553"/>
                </a:moveTo>
                <a:cubicBezTo>
                  <a:pt x="349" y="553"/>
                  <a:pt x="419" y="523"/>
                  <a:pt x="471" y="472"/>
                </a:cubicBezTo>
                <a:cubicBezTo>
                  <a:pt x="523" y="420"/>
                  <a:pt x="552" y="350"/>
                  <a:pt x="552" y="277"/>
                </a:cubicBezTo>
                <a:cubicBezTo>
                  <a:pt x="552" y="204"/>
                  <a:pt x="523" y="133"/>
                  <a:pt x="471" y="82"/>
                </a:cubicBezTo>
                <a:cubicBezTo>
                  <a:pt x="419" y="29"/>
                  <a:pt x="349" y="0"/>
                  <a:pt x="275" y="0"/>
                </a:cubicBezTo>
                <a:cubicBezTo>
                  <a:pt x="202" y="0"/>
                  <a:pt x="132" y="29"/>
                  <a:pt x="80" y="82"/>
                </a:cubicBezTo>
                <a:cubicBezTo>
                  <a:pt x="29" y="133"/>
                  <a:pt x="0" y="204"/>
                  <a:pt x="0" y="277"/>
                </a:cubicBezTo>
                <a:cubicBezTo>
                  <a:pt x="0" y="350"/>
                  <a:pt x="29" y="420"/>
                  <a:pt x="80" y="472"/>
                </a:cubicBezTo>
                <a:cubicBezTo>
                  <a:pt x="132" y="523"/>
                  <a:pt x="202" y="553"/>
                  <a:pt x="275" y="553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0" name=""/>
          <p:cNvSpPr/>
          <p:nvPr/>
        </p:nvSpPr>
        <p:spPr>
          <a:xfrm>
            <a:off x="7100280" y="2494800"/>
            <a:ext cx="164880" cy="164880"/>
          </a:xfrm>
          <a:custGeom>
            <a:avLst/>
            <a:gdLst/>
            <a:ahLst/>
            <a:rect l="0" t="0" r="r" b="b"/>
            <a:pathLst>
              <a:path w="458" h="458">
                <a:moveTo>
                  <a:pt x="229" y="458"/>
                </a:moveTo>
                <a:cubicBezTo>
                  <a:pt x="290" y="458"/>
                  <a:pt x="348" y="434"/>
                  <a:pt x="391" y="391"/>
                </a:cubicBezTo>
                <a:cubicBezTo>
                  <a:pt x="434" y="349"/>
                  <a:pt x="458" y="290"/>
                  <a:pt x="458" y="230"/>
                </a:cubicBezTo>
                <a:cubicBezTo>
                  <a:pt x="458" y="169"/>
                  <a:pt x="434" y="110"/>
                  <a:pt x="391" y="67"/>
                </a:cubicBezTo>
                <a:cubicBezTo>
                  <a:pt x="348" y="24"/>
                  <a:pt x="290" y="0"/>
                  <a:pt x="229" y="0"/>
                </a:cubicBezTo>
                <a:cubicBezTo>
                  <a:pt x="169" y="0"/>
                  <a:pt x="109" y="24"/>
                  <a:pt x="66" y="67"/>
                </a:cubicBezTo>
                <a:cubicBezTo>
                  <a:pt x="24" y="110"/>
                  <a:pt x="0" y="169"/>
                  <a:pt x="0" y="230"/>
                </a:cubicBezTo>
                <a:cubicBezTo>
                  <a:pt x="0" y="290"/>
                  <a:pt x="24" y="349"/>
                  <a:pt x="66" y="391"/>
                </a:cubicBezTo>
                <a:cubicBezTo>
                  <a:pt x="109" y="434"/>
                  <a:pt x="169" y="458"/>
                  <a:pt x="229" y="458"/>
                </a:cubicBezTo>
                <a:close/>
              </a:path>
            </a:pathLst>
          </a:custGeom>
          <a:solidFill>
            <a:srgbClr val="5a6772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1" name=""/>
          <p:cNvSpPr/>
          <p:nvPr/>
        </p:nvSpPr>
        <p:spPr>
          <a:xfrm>
            <a:off x="7099920" y="2718360"/>
            <a:ext cx="169200" cy="169200"/>
          </a:xfrm>
          <a:custGeom>
            <a:avLst/>
            <a:gdLst/>
            <a:ahLst/>
            <a:rect l="0" t="0" r="r" b="b"/>
            <a:pathLst>
              <a:path w="470" h="470">
                <a:moveTo>
                  <a:pt x="235" y="470"/>
                </a:moveTo>
                <a:cubicBezTo>
                  <a:pt x="298" y="470"/>
                  <a:pt x="357" y="446"/>
                  <a:pt x="401" y="402"/>
                </a:cubicBezTo>
                <a:cubicBezTo>
                  <a:pt x="445" y="358"/>
                  <a:pt x="470" y="298"/>
                  <a:pt x="470" y="236"/>
                </a:cubicBezTo>
                <a:cubicBezTo>
                  <a:pt x="470" y="173"/>
                  <a:pt x="445" y="113"/>
                  <a:pt x="401" y="69"/>
                </a:cubicBezTo>
                <a:cubicBezTo>
                  <a:pt x="357" y="25"/>
                  <a:pt x="298" y="0"/>
                  <a:pt x="235" y="0"/>
                </a:cubicBezTo>
                <a:cubicBezTo>
                  <a:pt x="172" y="0"/>
                  <a:pt x="113" y="25"/>
                  <a:pt x="69" y="69"/>
                </a:cubicBezTo>
                <a:cubicBezTo>
                  <a:pt x="25" y="113"/>
                  <a:pt x="0" y="173"/>
                  <a:pt x="0" y="236"/>
                </a:cubicBezTo>
                <a:cubicBezTo>
                  <a:pt x="0" y="298"/>
                  <a:pt x="25" y="358"/>
                  <a:pt x="69" y="402"/>
                </a:cubicBezTo>
                <a:cubicBezTo>
                  <a:pt x="113" y="446"/>
                  <a:pt x="172" y="470"/>
                  <a:pt x="235" y="470"/>
                </a:cubicBezTo>
                <a:close/>
              </a:path>
            </a:pathLst>
          </a:custGeom>
          <a:solidFill>
            <a:srgbClr val="5a6772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2" name=""/>
          <p:cNvSpPr/>
          <p:nvPr/>
        </p:nvSpPr>
        <p:spPr>
          <a:xfrm>
            <a:off x="7065720" y="2896200"/>
            <a:ext cx="265320" cy="265320"/>
          </a:xfrm>
          <a:custGeom>
            <a:avLst/>
            <a:gdLst/>
            <a:ahLst/>
            <a:rect l="0" t="0" r="r" b="b"/>
            <a:pathLst>
              <a:path w="737" h="737">
                <a:moveTo>
                  <a:pt x="368" y="737"/>
                </a:moveTo>
                <a:cubicBezTo>
                  <a:pt x="466" y="737"/>
                  <a:pt x="559" y="698"/>
                  <a:pt x="629" y="629"/>
                </a:cubicBezTo>
                <a:cubicBezTo>
                  <a:pt x="698" y="560"/>
                  <a:pt x="737" y="466"/>
                  <a:pt x="737" y="368"/>
                </a:cubicBezTo>
                <a:cubicBezTo>
                  <a:pt x="737" y="270"/>
                  <a:pt x="698" y="177"/>
                  <a:pt x="629" y="108"/>
                </a:cubicBezTo>
                <a:cubicBezTo>
                  <a:pt x="559" y="39"/>
                  <a:pt x="466" y="0"/>
                  <a:pt x="368" y="0"/>
                </a:cubicBezTo>
                <a:cubicBezTo>
                  <a:pt x="270" y="0"/>
                  <a:pt x="177" y="39"/>
                  <a:pt x="108" y="108"/>
                </a:cubicBezTo>
                <a:cubicBezTo>
                  <a:pt x="39" y="177"/>
                  <a:pt x="0" y="270"/>
                  <a:pt x="0" y="368"/>
                </a:cubicBezTo>
                <a:cubicBezTo>
                  <a:pt x="0" y="466"/>
                  <a:pt x="39" y="560"/>
                  <a:pt x="108" y="629"/>
                </a:cubicBezTo>
                <a:cubicBezTo>
                  <a:pt x="177" y="698"/>
                  <a:pt x="270" y="737"/>
                  <a:pt x="368" y="737"/>
                </a:cubicBezTo>
                <a:close/>
              </a:path>
            </a:pathLst>
          </a:custGeom>
          <a:solidFill>
            <a:srgbClr val="5a6772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3" name=""/>
          <p:cNvSpPr/>
          <p:nvPr/>
        </p:nvSpPr>
        <p:spPr>
          <a:xfrm>
            <a:off x="7107840" y="3159720"/>
            <a:ext cx="189720" cy="189720"/>
          </a:xfrm>
          <a:custGeom>
            <a:avLst/>
            <a:gdLst/>
            <a:ahLst/>
            <a:rect l="0" t="0" r="r" b="b"/>
            <a:pathLst>
              <a:path w="527" h="527">
                <a:moveTo>
                  <a:pt x="263" y="527"/>
                </a:moveTo>
                <a:cubicBezTo>
                  <a:pt x="333" y="527"/>
                  <a:pt x="399" y="499"/>
                  <a:pt x="449" y="450"/>
                </a:cubicBezTo>
                <a:cubicBezTo>
                  <a:pt x="499" y="399"/>
                  <a:pt x="527" y="333"/>
                  <a:pt x="527" y="263"/>
                </a:cubicBezTo>
                <a:cubicBezTo>
                  <a:pt x="527" y="193"/>
                  <a:pt x="499" y="126"/>
                  <a:pt x="449" y="77"/>
                </a:cubicBezTo>
                <a:cubicBezTo>
                  <a:pt x="399" y="28"/>
                  <a:pt x="333" y="0"/>
                  <a:pt x="263" y="0"/>
                </a:cubicBezTo>
                <a:cubicBezTo>
                  <a:pt x="193" y="0"/>
                  <a:pt x="126" y="28"/>
                  <a:pt x="77" y="77"/>
                </a:cubicBezTo>
                <a:cubicBezTo>
                  <a:pt x="28" y="126"/>
                  <a:pt x="0" y="193"/>
                  <a:pt x="0" y="263"/>
                </a:cubicBezTo>
                <a:cubicBezTo>
                  <a:pt x="0" y="333"/>
                  <a:pt x="28" y="399"/>
                  <a:pt x="77" y="450"/>
                </a:cubicBezTo>
                <a:cubicBezTo>
                  <a:pt x="126" y="499"/>
                  <a:pt x="193" y="527"/>
                  <a:pt x="263" y="52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4" name=""/>
          <p:cNvSpPr/>
          <p:nvPr/>
        </p:nvSpPr>
        <p:spPr>
          <a:xfrm>
            <a:off x="7171920" y="3409200"/>
            <a:ext cx="141840" cy="142200"/>
          </a:xfrm>
          <a:custGeom>
            <a:avLst/>
            <a:gdLst/>
            <a:ahLst/>
            <a:rect l="0" t="0" r="r" b="b"/>
            <a:pathLst>
              <a:path w="394" h="395">
                <a:moveTo>
                  <a:pt x="196" y="395"/>
                </a:moveTo>
                <a:cubicBezTo>
                  <a:pt x="249" y="395"/>
                  <a:pt x="299" y="374"/>
                  <a:pt x="337" y="337"/>
                </a:cubicBezTo>
                <a:cubicBezTo>
                  <a:pt x="374" y="300"/>
                  <a:pt x="394" y="250"/>
                  <a:pt x="394" y="198"/>
                </a:cubicBezTo>
                <a:cubicBezTo>
                  <a:pt x="394" y="145"/>
                  <a:pt x="374" y="95"/>
                  <a:pt x="337" y="58"/>
                </a:cubicBezTo>
                <a:cubicBezTo>
                  <a:pt x="299" y="21"/>
                  <a:pt x="249" y="0"/>
                  <a:pt x="196" y="0"/>
                </a:cubicBezTo>
                <a:cubicBezTo>
                  <a:pt x="144" y="0"/>
                  <a:pt x="94" y="21"/>
                  <a:pt x="57" y="58"/>
                </a:cubicBezTo>
                <a:cubicBezTo>
                  <a:pt x="20" y="95"/>
                  <a:pt x="0" y="145"/>
                  <a:pt x="0" y="198"/>
                </a:cubicBezTo>
                <a:cubicBezTo>
                  <a:pt x="0" y="250"/>
                  <a:pt x="20" y="300"/>
                  <a:pt x="57" y="337"/>
                </a:cubicBezTo>
                <a:cubicBezTo>
                  <a:pt x="94" y="374"/>
                  <a:pt x="144" y="395"/>
                  <a:pt x="196" y="395"/>
                </a:cubicBezTo>
                <a:close/>
              </a:path>
            </a:pathLst>
          </a:custGeom>
          <a:solidFill>
            <a:srgbClr val="5a6772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5" name=""/>
          <p:cNvSpPr/>
          <p:nvPr/>
        </p:nvSpPr>
        <p:spPr>
          <a:xfrm>
            <a:off x="7156800" y="3612960"/>
            <a:ext cx="185760" cy="185760"/>
          </a:xfrm>
          <a:custGeom>
            <a:avLst/>
            <a:gdLst/>
            <a:ahLst/>
            <a:rect l="0" t="0" r="r" b="b"/>
            <a:pathLst>
              <a:path w="516" h="516">
                <a:moveTo>
                  <a:pt x="258" y="516"/>
                </a:moveTo>
                <a:cubicBezTo>
                  <a:pt x="326" y="516"/>
                  <a:pt x="392" y="488"/>
                  <a:pt x="441" y="440"/>
                </a:cubicBezTo>
                <a:cubicBezTo>
                  <a:pt x="489" y="392"/>
                  <a:pt x="516" y="326"/>
                  <a:pt x="516" y="258"/>
                </a:cubicBezTo>
                <a:cubicBezTo>
                  <a:pt x="516" y="190"/>
                  <a:pt x="489" y="124"/>
                  <a:pt x="441" y="76"/>
                </a:cubicBezTo>
                <a:cubicBezTo>
                  <a:pt x="392" y="28"/>
                  <a:pt x="326" y="0"/>
                  <a:pt x="258" y="0"/>
                </a:cubicBezTo>
                <a:cubicBezTo>
                  <a:pt x="190" y="0"/>
                  <a:pt x="124" y="28"/>
                  <a:pt x="76" y="76"/>
                </a:cubicBezTo>
                <a:cubicBezTo>
                  <a:pt x="28" y="124"/>
                  <a:pt x="0" y="190"/>
                  <a:pt x="0" y="258"/>
                </a:cubicBezTo>
                <a:cubicBezTo>
                  <a:pt x="0" y="326"/>
                  <a:pt x="28" y="392"/>
                  <a:pt x="76" y="440"/>
                </a:cubicBezTo>
                <a:cubicBezTo>
                  <a:pt x="124" y="488"/>
                  <a:pt x="190" y="516"/>
                  <a:pt x="258" y="516"/>
                </a:cubicBezTo>
                <a:close/>
              </a:path>
            </a:pathLst>
          </a:custGeom>
          <a:solidFill>
            <a:srgbClr val="5a6772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7126920" y="3802680"/>
            <a:ext cx="258480" cy="258120"/>
          </a:xfrm>
          <a:custGeom>
            <a:avLst/>
            <a:gdLst/>
            <a:ahLst/>
            <a:rect l="0" t="0" r="r" b="b"/>
            <a:pathLst>
              <a:path w="718" h="717">
                <a:moveTo>
                  <a:pt x="359" y="717"/>
                </a:moveTo>
                <a:cubicBezTo>
                  <a:pt x="454" y="717"/>
                  <a:pt x="545" y="679"/>
                  <a:pt x="613" y="612"/>
                </a:cubicBezTo>
                <a:cubicBezTo>
                  <a:pt x="680" y="545"/>
                  <a:pt x="718" y="453"/>
                  <a:pt x="718" y="358"/>
                </a:cubicBezTo>
                <a:cubicBezTo>
                  <a:pt x="718" y="263"/>
                  <a:pt x="680" y="172"/>
                  <a:pt x="613" y="105"/>
                </a:cubicBezTo>
                <a:cubicBezTo>
                  <a:pt x="545" y="37"/>
                  <a:pt x="454" y="0"/>
                  <a:pt x="359" y="0"/>
                </a:cubicBezTo>
                <a:cubicBezTo>
                  <a:pt x="264" y="0"/>
                  <a:pt x="172" y="37"/>
                  <a:pt x="105" y="105"/>
                </a:cubicBezTo>
                <a:cubicBezTo>
                  <a:pt x="38" y="172"/>
                  <a:pt x="0" y="263"/>
                  <a:pt x="0" y="358"/>
                </a:cubicBezTo>
                <a:cubicBezTo>
                  <a:pt x="0" y="453"/>
                  <a:pt x="38" y="545"/>
                  <a:pt x="105" y="612"/>
                </a:cubicBezTo>
                <a:cubicBezTo>
                  <a:pt x="172" y="679"/>
                  <a:pt x="264" y="717"/>
                  <a:pt x="359" y="71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7185600" y="4084560"/>
            <a:ext cx="145440" cy="145440"/>
          </a:xfrm>
          <a:custGeom>
            <a:avLst/>
            <a:gdLst/>
            <a:ahLst/>
            <a:rect l="0" t="0" r="r" b="b"/>
            <a:pathLst>
              <a:path w="404" h="404">
                <a:moveTo>
                  <a:pt x="202" y="404"/>
                </a:moveTo>
                <a:cubicBezTo>
                  <a:pt x="255" y="404"/>
                  <a:pt x="306" y="383"/>
                  <a:pt x="344" y="345"/>
                </a:cubicBezTo>
                <a:cubicBezTo>
                  <a:pt x="382" y="308"/>
                  <a:pt x="404" y="256"/>
                  <a:pt x="404" y="203"/>
                </a:cubicBezTo>
                <a:cubicBezTo>
                  <a:pt x="404" y="150"/>
                  <a:pt x="382" y="97"/>
                  <a:pt x="344" y="60"/>
                </a:cubicBezTo>
                <a:cubicBezTo>
                  <a:pt x="306" y="22"/>
                  <a:pt x="255" y="0"/>
                  <a:pt x="202" y="0"/>
                </a:cubicBezTo>
                <a:cubicBezTo>
                  <a:pt x="148" y="0"/>
                  <a:pt x="97" y="22"/>
                  <a:pt x="59" y="60"/>
                </a:cubicBezTo>
                <a:cubicBezTo>
                  <a:pt x="21" y="97"/>
                  <a:pt x="0" y="150"/>
                  <a:pt x="0" y="203"/>
                </a:cubicBezTo>
                <a:cubicBezTo>
                  <a:pt x="0" y="256"/>
                  <a:pt x="21" y="308"/>
                  <a:pt x="59" y="345"/>
                </a:cubicBezTo>
                <a:cubicBezTo>
                  <a:pt x="97" y="383"/>
                  <a:pt x="148" y="404"/>
                  <a:pt x="202" y="404"/>
                </a:cubicBezTo>
                <a:close/>
              </a:path>
            </a:pathLst>
          </a:custGeom>
          <a:solidFill>
            <a:srgbClr val="5a6772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7182360" y="4286160"/>
            <a:ext cx="194040" cy="194040"/>
          </a:xfrm>
          <a:custGeom>
            <a:avLst/>
            <a:gdLst/>
            <a:ahLst/>
            <a:rect l="0" t="0" r="r" b="b"/>
            <a:pathLst>
              <a:path w="539" h="539">
                <a:moveTo>
                  <a:pt x="270" y="539"/>
                </a:moveTo>
                <a:cubicBezTo>
                  <a:pt x="341" y="539"/>
                  <a:pt x="410" y="511"/>
                  <a:pt x="460" y="460"/>
                </a:cubicBezTo>
                <a:cubicBezTo>
                  <a:pt x="511" y="410"/>
                  <a:pt x="539" y="341"/>
                  <a:pt x="539" y="270"/>
                </a:cubicBezTo>
                <a:cubicBezTo>
                  <a:pt x="539" y="199"/>
                  <a:pt x="511" y="129"/>
                  <a:pt x="460" y="79"/>
                </a:cubicBezTo>
                <a:cubicBezTo>
                  <a:pt x="410" y="28"/>
                  <a:pt x="341" y="0"/>
                  <a:pt x="270" y="0"/>
                </a:cubicBezTo>
                <a:cubicBezTo>
                  <a:pt x="199" y="0"/>
                  <a:pt x="129" y="28"/>
                  <a:pt x="79" y="79"/>
                </a:cubicBezTo>
                <a:cubicBezTo>
                  <a:pt x="28" y="129"/>
                  <a:pt x="0" y="199"/>
                  <a:pt x="0" y="270"/>
                </a:cubicBezTo>
                <a:cubicBezTo>
                  <a:pt x="0" y="341"/>
                  <a:pt x="28" y="410"/>
                  <a:pt x="79" y="460"/>
                </a:cubicBezTo>
                <a:cubicBezTo>
                  <a:pt x="129" y="511"/>
                  <a:pt x="199" y="539"/>
                  <a:pt x="270" y="539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29" name=""/>
          <p:cNvSpPr/>
          <p:nvPr/>
        </p:nvSpPr>
        <p:spPr>
          <a:xfrm>
            <a:off x="7221960" y="4544280"/>
            <a:ext cx="129600" cy="129600"/>
          </a:xfrm>
          <a:custGeom>
            <a:avLst/>
            <a:gdLst/>
            <a:ahLst/>
            <a:rect l="0" t="0" r="r" b="b"/>
            <a:pathLst>
              <a:path w="360" h="360">
                <a:moveTo>
                  <a:pt x="180" y="360"/>
                </a:moveTo>
                <a:cubicBezTo>
                  <a:pt x="228" y="360"/>
                  <a:pt x="274" y="341"/>
                  <a:pt x="307" y="307"/>
                </a:cubicBezTo>
                <a:cubicBezTo>
                  <a:pt x="341" y="273"/>
                  <a:pt x="360" y="228"/>
                  <a:pt x="360" y="180"/>
                </a:cubicBezTo>
                <a:cubicBezTo>
                  <a:pt x="360" y="132"/>
                  <a:pt x="341" y="87"/>
                  <a:pt x="307" y="52"/>
                </a:cubicBezTo>
                <a:cubicBezTo>
                  <a:pt x="274" y="19"/>
                  <a:pt x="228" y="0"/>
                  <a:pt x="180" y="0"/>
                </a:cubicBezTo>
                <a:cubicBezTo>
                  <a:pt x="132" y="0"/>
                  <a:pt x="86" y="19"/>
                  <a:pt x="53" y="52"/>
                </a:cubicBezTo>
                <a:cubicBezTo>
                  <a:pt x="19" y="87"/>
                  <a:pt x="0" y="132"/>
                  <a:pt x="0" y="180"/>
                </a:cubicBezTo>
                <a:cubicBezTo>
                  <a:pt x="0" y="228"/>
                  <a:pt x="19" y="273"/>
                  <a:pt x="53" y="307"/>
                </a:cubicBezTo>
                <a:cubicBezTo>
                  <a:pt x="86" y="341"/>
                  <a:pt x="132" y="360"/>
                  <a:pt x="180" y="360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30" name=""/>
          <p:cNvSpPr/>
          <p:nvPr/>
        </p:nvSpPr>
        <p:spPr>
          <a:xfrm>
            <a:off x="7226640" y="4747680"/>
            <a:ext cx="174240" cy="174240"/>
          </a:xfrm>
          <a:custGeom>
            <a:avLst/>
            <a:gdLst/>
            <a:ahLst/>
            <a:rect l="0" t="0" r="r" b="b"/>
            <a:pathLst>
              <a:path w="484" h="484">
                <a:moveTo>
                  <a:pt x="242" y="484"/>
                </a:moveTo>
                <a:cubicBezTo>
                  <a:pt x="306" y="484"/>
                  <a:pt x="367" y="458"/>
                  <a:pt x="412" y="413"/>
                </a:cubicBezTo>
                <a:cubicBezTo>
                  <a:pt x="459" y="368"/>
                  <a:pt x="484" y="306"/>
                  <a:pt x="484" y="242"/>
                </a:cubicBezTo>
                <a:cubicBezTo>
                  <a:pt x="484" y="178"/>
                  <a:pt x="459" y="117"/>
                  <a:pt x="412" y="70"/>
                </a:cubicBezTo>
                <a:cubicBezTo>
                  <a:pt x="367" y="25"/>
                  <a:pt x="306" y="0"/>
                  <a:pt x="242" y="0"/>
                </a:cubicBezTo>
                <a:cubicBezTo>
                  <a:pt x="178" y="0"/>
                  <a:pt x="116" y="25"/>
                  <a:pt x="71" y="70"/>
                </a:cubicBezTo>
                <a:cubicBezTo>
                  <a:pt x="26" y="117"/>
                  <a:pt x="0" y="178"/>
                  <a:pt x="0" y="242"/>
                </a:cubicBezTo>
                <a:cubicBezTo>
                  <a:pt x="0" y="306"/>
                  <a:pt x="26" y="368"/>
                  <a:pt x="71" y="413"/>
                </a:cubicBezTo>
                <a:cubicBezTo>
                  <a:pt x="116" y="458"/>
                  <a:pt x="178" y="484"/>
                  <a:pt x="242" y="484"/>
                </a:cubicBezTo>
                <a:close/>
              </a:path>
            </a:pathLst>
          </a:custGeom>
          <a:solidFill>
            <a:srgbClr val="00567d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31" name=""/>
          <p:cNvSpPr/>
          <p:nvPr/>
        </p:nvSpPr>
        <p:spPr>
          <a:xfrm>
            <a:off x="7259400" y="5001480"/>
            <a:ext cx="117720" cy="117720"/>
          </a:xfrm>
          <a:custGeom>
            <a:avLst/>
            <a:gdLst/>
            <a:ahLst/>
            <a:rect l="0" t="0" r="r" b="b"/>
            <a:pathLst>
              <a:path w="327" h="327">
                <a:moveTo>
                  <a:pt x="163" y="327"/>
                </a:moveTo>
                <a:cubicBezTo>
                  <a:pt x="206" y="327"/>
                  <a:pt x="248" y="310"/>
                  <a:pt x="279" y="278"/>
                </a:cubicBezTo>
                <a:cubicBezTo>
                  <a:pt x="310" y="248"/>
                  <a:pt x="327" y="206"/>
                  <a:pt x="327" y="163"/>
                </a:cubicBezTo>
                <a:cubicBezTo>
                  <a:pt x="327" y="120"/>
                  <a:pt x="310" y="78"/>
                  <a:pt x="279" y="48"/>
                </a:cubicBezTo>
                <a:cubicBezTo>
                  <a:pt x="248" y="17"/>
                  <a:pt x="206" y="0"/>
                  <a:pt x="163" y="0"/>
                </a:cubicBezTo>
                <a:cubicBezTo>
                  <a:pt x="119" y="0"/>
                  <a:pt x="78" y="17"/>
                  <a:pt x="47" y="48"/>
                </a:cubicBezTo>
                <a:cubicBezTo>
                  <a:pt x="17" y="78"/>
                  <a:pt x="0" y="120"/>
                  <a:pt x="0" y="163"/>
                </a:cubicBezTo>
                <a:cubicBezTo>
                  <a:pt x="0" y="206"/>
                  <a:pt x="17" y="248"/>
                  <a:pt x="47" y="278"/>
                </a:cubicBezTo>
                <a:cubicBezTo>
                  <a:pt x="78" y="310"/>
                  <a:pt x="119" y="327"/>
                  <a:pt x="163" y="32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32" name=""/>
          <p:cNvSpPr/>
          <p:nvPr/>
        </p:nvSpPr>
        <p:spPr>
          <a:xfrm>
            <a:off x="7271280" y="5223240"/>
            <a:ext cx="125640" cy="125640"/>
          </a:xfrm>
          <a:custGeom>
            <a:avLst/>
            <a:gdLst/>
            <a:ahLst/>
            <a:rect l="0" t="0" r="r" b="b"/>
            <a:pathLst>
              <a:path w="349" h="349">
                <a:moveTo>
                  <a:pt x="175" y="349"/>
                </a:moveTo>
                <a:cubicBezTo>
                  <a:pt x="221" y="349"/>
                  <a:pt x="266" y="331"/>
                  <a:pt x="298" y="298"/>
                </a:cubicBezTo>
                <a:cubicBezTo>
                  <a:pt x="331" y="265"/>
                  <a:pt x="349" y="220"/>
                  <a:pt x="349" y="174"/>
                </a:cubicBezTo>
                <a:cubicBezTo>
                  <a:pt x="349" y="128"/>
                  <a:pt x="331" y="84"/>
                  <a:pt x="298" y="51"/>
                </a:cubicBezTo>
                <a:cubicBezTo>
                  <a:pt x="266" y="18"/>
                  <a:pt x="221" y="0"/>
                  <a:pt x="175" y="0"/>
                </a:cubicBezTo>
                <a:cubicBezTo>
                  <a:pt x="128" y="0"/>
                  <a:pt x="84" y="18"/>
                  <a:pt x="51" y="51"/>
                </a:cubicBezTo>
                <a:cubicBezTo>
                  <a:pt x="18" y="84"/>
                  <a:pt x="0" y="128"/>
                  <a:pt x="0" y="174"/>
                </a:cubicBezTo>
                <a:cubicBezTo>
                  <a:pt x="0" y="220"/>
                  <a:pt x="18" y="265"/>
                  <a:pt x="51" y="298"/>
                </a:cubicBezTo>
                <a:cubicBezTo>
                  <a:pt x="84" y="331"/>
                  <a:pt x="128" y="349"/>
                  <a:pt x="175" y="349"/>
                </a:cubicBezTo>
                <a:close/>
              </a:path>
            </a:pathLst>
          </a:custGeom>
          <a:solidFill>
            <a:srgbClr val="5a6772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33" name=""/>
          <p:cNvSpPr/>
          <p:nvPr/>
        </p:nvSpPr>
        <p:spPr>
          <a:xfrm>
            <a:off x="7306920" y="5401800"/>
            <a:ext cx="219960" cy="219960"/>
          </a:xfrm>
          <a:custGeom>
            <a:avLst/>
            <a:gdLst/>
            <a:ahLst/>
            <a:rect l="0" t="0" r="r" b="b"/>
            <a:pathLst>
              <a:path w="611" h="611">
                <a:moveTo>
                  <a:pt x="306" y="611"/>
                </a:moveTo>
                <a:cubicBezTo>
                  <a:pt x="387" y="611"/>
                  <a:pt x="464" y="579"/>
                  <a:pt x="522" y="521"/>
                </a:cubicBezTo>
                <a:cubicBezTo>
                  <a:pt x="579" y="464"/>
                  <a:pt x="611" y="386"/>
                  <a:pt x="611" y="305"/>
                </a:cubicBezTo>
                <a:cubicBezTo>
                  <a:pt x="611" y="224"/>
                  <a:pt x="579" y="147"/>
                  <a:pt x="522" y="90"/>
                </a:cubicBezTo>
                <a:cubicBezTo>
                  <a:pt x="464" y="33"/>
                  <a:pt x="387" y="0"/>
                  <a:pt x="306" y="0"/>
                </a:cubicBezTo>
                <a:cubicBezTo>
                  <a:pt x="225" y="0"/>
                  <a:pt x="148" y="33"/>
                  <a:pt x="90" y="90"/>
                </a:cubicBezTo>
                <a:cubicBezTo>
                  <a:pt x="32" y="147"/>
                  <a:pt x="0" y="224"/>
                  <a:pt x="0" y="305"/>
                </a:cubicBezTo>
                <a:cubicBezTo>
                  <a:pt x="0" y="386"/>
                  <a:pt x="32" y="464"/>
                  <a:pt x="90" y="521"/>
                </a:cubicBezTo>
                <a:cubicBezTo>
                  <a:pt x="148" y="579"/>
                  <a:pt x="225" y="611"/>
                  <a:pt x="306" y="611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34" name=""/>
          <p:cNvSpPr/>
          <p:nvPr/>
        </p:nvSpPr>
        <p:spPr>
          <a:xfrm>
            <a:off x="7385760" y="5628240"/>
            <a:ext cx="218880" cy="218520"/>
          </a:xfrm>
          <a:custGeom>
            <a:avLst/>
            <a:gdLst/>
            <a:ahLst/>
            <a:rect l="0" t="0" r="r" b="b"/>
            <a:pathLst>
              <a:path w="608" h="607">
                <a:moveTo>
                  <a:pt x="304" y="607"/>
                </a:moveTo>
                <a:cubicBezTo>
                  <a:pt x="384" y="607"/>
                  <a:pt x="462" y="576"/>
                  <a:pt x="519" y="519"/>
                </a:cubicBezTo>
                <a:cubicBezTo>
                  <a:pt x="576" y="462"/>
                  <a:pt x="608" y="384"/>
                  <a:pt x="608" y="303"/>
                </a:cubicBezTo>
                <a:cubicBezTo>
                  <a:pt x="608" y="223"/>
                  <a:pt x="576" y="146"/>
                  <a:pt x="519" y="89"/>
                </a:cubicBezTo>
                <a:cubicBezTo>
                  <a:pt x="462" y="32"/>
                  <a:pt x="384" y="0"/>
                  <a:pt x="304" y="0"/>
                </a:cubicBezTo>
                <a:cubicBezTo>
                  <a:pt x="223" y="0"/>
                  <a:pt x="146" y="32"/>
                  <a:pt x="89" y="89"/>
                </a:cubicBezTo>
                <a:cubicBezTo>
                  <a:pt x="32" y="146"/>
                  <a:pt x="0" y="223"/>
                  <a:pt x="0" y="303"/>
                </a:cubicBezTo>
                <a:cubicBezTo>
                  <a:pt x="0" y="384"/>
                  <a:pt x="32" y="462"/>
                  <a:pt x="89" y="519"/>
                </a:cubicBezTo>
                <a:cubicBezTo>
                  <a:pt x="146" y="576"/>
                  <a:pt x="223" y="607"/>
                  <a:pt x="304" y="607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35" name=""/>
          <p:cNvSpPr/>
          <p:nvPr/>
        </p:nvSpPr>
        <p:spPr>
          <a:xfrm>
            <a:off x="7633800" y="5853240"/>
            <a:ext cx="220320" cy="220320"/>
          </a:xfrm>
          <a:custGeom>
            <a:avLst/>
            <a:gdLst/>
            <a:ahLst/>
            <a:rect l="0" t="0" r="r" b="b"/>
            <a:pathLst>
              <a:path w="612" h="612">
                <a:moveTo>
                  <a:pt x="306" y="612"/>
                </a:moveTo>
                <a:cubicBezTo>
                  <a:pt x="387" y="612"/>
                  <a:pt x="464" y="580"/>
                  <a:pt x="523" y="521"/>
                </a:cubicBezTo>
                <a:cubicBezTo>
                  <a:pt x="580" y="464"/>
                  <a:pt x="612" y="386"/>
                  <a:pt x="612" y="305"/>
                </a:cubicBezTo>
                <a:cubicBezTo>
                  <a:pt x="612" y="224"/>
                  <a:pt x="580" y="147"/>
                  <a:pt x="523" y="89"/>
                </a:cubicBezTo>
                <a:cubicBezTo>
                  <a:pt x="464" y="32"/>
                  <a:pt x="387" y="0"/>
                  <a:pt x="306" y="0"/>
                </a:cubicBezTo>
                <a:cubicBezTo>
                  <a:pt x="225" y="0"/>
                  <a:pt x="147" y="32"/>
                  <a:pt x="90" y="89"/>
                </a:cubicBezTo>
                <a:cubicBezTo>
                  <a:pt x="32" y="147"/>
                  <a:pt x="0" y="224"/>
                  <a:pt x="0" y="305"/>
                </a:cubicBezTo>
                <a:cubicBezTo>
                  <a:pt x="0" y="386"/>
                  <a:pt x="32" y="464"/>
                  <a:pt x="90" y="521"/>
                </a:cubicBezTo>
                <a:cubicBezTo>
                  <a:pt x="147" y="580"/>
                  <a:pt x="225" y="612"/>
                  <a:pt x="306" y="612"/>
                </a:cubicBezTo>
                <a:close/>
              </a:path>
            </a:pathLst>
          </a:custGeom>
          <a:solidFill>
            <a:srgbClr val="057a64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36" name=""/>
          <p:cNvSpPr/>
          <p:nvPr/>
        </p:nvSpPr>
        <p:spPr>
          <a:xfrm>
            <a:off x="7999200" y="731880"/>
            <a:ext cx="106920" cy="197640"/>
          </a:xfrm>
          <a:custGeom>
            <a:avLst/>
            <a:gdLst/>
            <a:ahLst/>
            <a:rect l="0" t="0" r="r" b="b"/>
            <a:pathLst>
              <a:path w="297" h="549">
                <a:moveTo>
                  <a:pt x="0" y="549"/>
                </a:moveTo>
                <a:lnTo>
                  <a:pt x="297" y="549"/>
                </a:lnTo>
                <a:lnTo>
                  <a:pt x="297" y="0"/>
                </a:lnTo>
                <a:lnTo>
                  <a:pt x="0" y="0"/>
                </a:lnTo>
                <a:lnTo>
                  <a:pt x="0" y="549"/>
                </a:lnTo>
                <a:close/>
              </a:path>
            </a:pathLst>
          </a:custGeom>
          <a:solidFill>
            <a:srgbClr val="264653"/>
          </a:solidFill>
          <a:ln w="12600">
            <a:solidFill>
              <a:srgbClr val="264653"/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7999200" y="1014120"/>
            <a:ext cx="106920" cy="197640"/>
          </a:xfrm>
          <a:custGeom>
            <a:avLst/>
            <a:gdLst/>
            <a:ahLst/>
            <a:rect l="0" t="0" r="r" b="b"/>
            <a:pathLst>
              <a:path w="297" h="549">
                <a:moveTo>
                  <a:pt x="0" y="549"/>
                </a:moveTo>
                <a:lnTo>
                  <a:pt x="297" y="549"/>
                </a:lnTo>
                <a:lnTo>
                  <a:pt x="297" y="0"/>
                </a:lnTo>
                <a:lnTo>
                  <a:pt x="0" y="0"/>
                </a:lnTo>
                <a:lnTo>
                  <a:pt x="0" y="549"/>
                </a:lnTo>
                <a:close/>
              </a:path>
            </a:pathLst>
          </a:custGeom>
          <a:solidFill>
            <a:srgbClr val="e9c46a"/>
          </a:solidFill>
          <a:ln w="0">
            <a:noFill/>
          </a:ln>
        </p:spPr>
      </p:sp>
      <p:sp>
        <p:nvSpPr>
          <p:cNvPr id="138" name=""/>
          <p:cNvSpPr/>
          <p:nvPr/>
        </p:nvSpPr>
        <p:spPr>
          <a:xfrm>
            <a:off x="7999200" y="1014120"/>
            <a:ext cx="106920" cy="197640"/>
          </a:xfrm>
          <a:custGeom>
            <a:avLst/>
            <a:gdLst/>
            <a:ahLst/>
            <a:rect l="0" t="0" r="r" b="b"/>
            <a:pathLst>
              <a:path w="297" h="549">
                <a:moveTo>
                  <a:pt x="0" y="549"/>
                </a:moveTo>
                <a:lnTo>
                  <a:pt x="297" y="549"/>
                </a:lnTo>
                <a:lnTo>
                  <a:pt x="297" y="0"/>
                </a:lnTo>
                <a:lnTo>
                  <a:pt x="0" y="0"/>
                </a:lnTo>
                <a:lnTo>
                  <a:pt x="0" y="549"/>
                </a:lnTo>
                <a:close/>
              </a:path>
            </a:pathLst>
          </a:custGeom>
          <a:noFill/>
          <a:ln w="12600">
            <a:solidFill>
              <a:srgbClr val="e9c46a"/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7999200" y="1973160"/>
            <a:ext cx="106920" cy="198000"/>
          </a:xfrm>
          <a:custGeom>
            <a:avLst/>
            <a:gdLst/>
            <a:ahLst/>
            <a:rect l="0" t="0" r="r" b="b"/>
            <a:pathLst>
              <a:path w="297" h="550">
                <a:moveTo>
                  <a:pt x="0" y="550"/>
                </a:moveTo>
                <a:lnTo>
                  <a:pt x="297" y="550"/>
                </a:lnTo>
                <a:lnTo>
                  <a:pt x="297" y="0"/>
                </a:lnTo>
                <a:lnTo>
                  <a:pt x="0" y="0"/>
                </a:lnTo>
                <a:lnTo>
                  <a:pt x="0" y="550"/>
                </a:lnTo>
                <a:close/>
              </a:path>
            </a:pathLst>
          </a:custGeom>
          <a:solidFill>
            <a:srgbClr val="b03219"/>
          </a:solidFill>
          <a:ln w="12600">
            <a:solidFill>
              <a:srgbClr val="b03219"/>
            </a:solidFill>
            <a:miter/>
          </a:ln>
        </p:spPr>
      </p:sp>
      <p:sp>
        <p:nvSpPr>
          <p:cNvPr id="140" name=""/>
          <p:cNvSpPr/>
          <p:nvPr/>
        </p:nvSpPr>
        <p:spPr>
          <a:xfrm>
            <a:off x="7999200" y="2283840"/>
            <a:ext cx="106920" cy="197640"/>
          </a:xfrm>
          <a:custGeom>
            <a:avLst/>
            <a:gdLst/>
            <a:ahLst/>
            <a:rect l="0" t="0" r="r" b="b"/>
            <a:pathLst>
              <a:path w="297" h="549">
                <a:moveTo>
                  <a:pt x="0" y="549"/>
                </a:moveTo>
                <a:lnTo>
                  <a:pt x="297" y="549"/>
                </a:lnTo>
                <a:lnTo>
                  <a:pt x="297" y="0"/>
                </a:lnTo>
                <a:lnTo>
                  <a:pt x="0" y="0"/>
                </a:lnTo>
                <a:lnTo>
                  <a:pt x="0" y="549"/>
                </a:lnTo>
                <a:close/>
              </a:path>
            </a:pathLst>
          </a:custGeom>
          <a:solidFill>
            <a:srgbClr val="00567d"/>
          </a:solidFill>
          <a:ln w="12600">
            <a:solidFill>
              <a:srgbClr val="00567d"/>
            </a:solidFill>
            <a:miter/>
          </a:ln>
        </p:spPr>
      </p:sp>
      <p:sp>
        <p:nvSpPr>
          <p:cNvPr id="141" name=""/>
          <p:cNvSpPr/>
          <p:nvPr/>
        </p:nvSpPr>
        <p:spPr>
          <a:xfrm>
            <a:off x="7999200" y="2594160"/>
            <a:ext cx="106920" cy="197640"/>
          </a:xfrm>
          <a:custGeom>
            <a:avLst/>
            <a:gdLst/>
            <a:ahLst/>
            <a:rect l="0" t="0" r="r" b="b"/>
            <a:pathLst>
              <a:path w="297" h="549">
                <a:moveTo>
                  <a:pt x="0" y="549"/>
                </a:moveTo>
                <a:lnTo>
                  <a:pt x="297" y="549"/>
                </a:lnTo>
                <a:lnTo>
                  <a:pt x="297" y="0"/>
                </a:lnTo>
                <a:lnTo>
                  <a:pt x="0" y="0"/>
                </a:lnTo>
                <a:lnTo>
                  <a:pt x="0" y="549"/>
                </a:lnTo>
                <a:close/>
              </a:path>
            </a:pathLst>
          </a:custGeom>
          <a:solidFill>
            <a:srgbClr val="057a64"/>
          </a:solidFill>
          <a:ln w="12600">
            <a:solidFill>
              <a:srgbClr val="057a64"/>
            </a:solidFill>
            <a:miter/>
          </a:ln>
        </p:spPr>
      </p:sp>
      <p:sp>
        <p:nvSpPr>
          <p:cNvPr id="142" name=""/>
          <p:cNvSpPr/>
          <p:nvPr/>
        </p:nvSpPr>
        <p:spPr>
          <a:xfrm>
            <a:off x="7999200" y="2904480"/>
            <a:ext cx="106920" cy="198000"/>
          </a:xfrm>
          <a:custGeom>
            <a:avLst/>
            <a:gdLst/>
            <a:ahLst/>
            <a:rect l="0" t="0" r="r" b="b"/>
            <a:pathLst>
              <a:path w="297" h="550">
                <a:moveTo>
                  <a:pt x="0" y="550"/>
                </a:moveTo>
                <a:lnTo>
                  <a:pt x="297" y="550"/>
                </a:lnTo>
                <a:lnTo>
                  <a:pt x="297" y="0"/>
                </a:lnTo>
                <a:lnTo>
                  <a:pt x="0" y="0"/>
                </a:lnTo>
                <a:lnTo>
                  <a:pt x="0" y="550"/>
                </a:lnTo>
                <a:close/>
              </a:path>
            </a:pathLst>
          </a:custGeom>
          <a:solidFill>
            <a:srgbClr val="5a6772"/>
          </a:solidFill>
          <a:ln w="12600">
            <a:solidFill>
              <a:srgbClr val="5a6772"/>
            </a:solidFill>
            <a:miter/>
          </a:ln>
        </p:spPr>
      </p:sp>
      <p:sp>
        <p:nvSpPr>
          <p:cNvPr id="143" name=""/>
          <p:cNvSpPr txBox="1"/>
          <p:nvPr/>
        </p:nvSpPr>
        <p:spPr>
          <a:xfrm>
            <a:off x="4403160" y="6296760"/>
            <a:ext cx="2814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Normalized enrichment score (NES)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44" name=""/>
          <p:cNvSpPr txBox="1"/>
          <p:nvPr/>
        </p:nvSpPr>
        <p:spPr>
          <a:xfrm>
            <a:off x="7999200" y="468000"/>
            <a:ext cx="491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Source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5" name=""/>
          <p:cNvSpPr txBox="1"/>
          <p:nvPr/>
        </p:nvSpPr>
        <p:spPr>
          <a:xfrm>
            <a:off x="8122680" y="753480"/>
            <a:ext cx="514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Hallmark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6" name=""/>
          <p:cNvSpPr txBox="1"/>
          <p:nvPr/>
        </p:nvSpPr>
        <p:spPr>
          <a:xfrm>
            <a:off x="8122680" y="1035720"/>
            <a:ext cx="578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Reactome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7" name=""/>
          <p:cNvSpPr txBox="1"/>
          <p:nvPr/>
        </p:nvSpPr>
        <p:spPr>
          <a:xfrm>
            <a:off x="7999200" y="1708560"/>
            <a:ext cx="6469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Category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8" name=""/>
          <p:cNvSpPr txBox="1"/>
          <p:nvPr/>
        </p:nvSpPr>
        <p:spPr>
          <a:xfrm>
            <a:off x="8122680" y="1994760"/>
            <a:ext cx="727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Stromal/EMT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9" name=""/>
          <p:cNvSpPr txBox="1"/>
          <p:nvPr/>
        </p:nvSpPr>
        <p:spPr>
          <a:xfrm>
            <a:off x="8122680" y="2305440"/>
            <a:ext cx="62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DNA repair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8122680" y="2615760"/>
            <a:ext cx="697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Proliferation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1" name=""/>
          <p:cNvSpPr txBox="1"/>
          <p:nvPr/>
        </p:nvSpPr>
        <p:spPr>
          <a:xfrm>
            <a:off x="8122680" y="2926080"/>
            <a:ext cx="32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Other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4C — Reactome pathway dotplot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11304000" cy="6872400"/>
          </a:xfrm>
          <a:custGeom>
            <a:avLst/>
            <a:gdLst/>
            <a:ahLst/>
            <a:rect l="0" t="0" r="r" b="b"/>
            <a:pathLst>
              <a:path w="31400" h="19090">
                <a:moveTo>
                  <a:pt x="0" y="19090"/>
                </a:moveTo>
                <a:lnTo>
                  <a:pt x="31400" y="19090"/>
                </a:lnTo>
                <a:lnTo>
                  <a:pt x="31400" y="0"/>
                </a:lnTo>
                <a:lnTo>
                  <a:pt x="0" y="0"/>
                </a:lnTo>
                <a:lnTo>
                  <a:pt x="0" y="1909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 flipH="1">
            <a:off x="4232520" y="654120"/>
            <a:ext cx="76680" cy="1776600"/>
          </a:xfrm>
          <a:prstGeom prst="line">
            <a:avLst/>
          </a:prstGeom>
          <a:ln w="1980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" name=""/>
          <p:cNvSpPr/>
          <p:nvPr/>
        </p:nvSpPr>
        <p:spPr>
          <a:xfrm flipH="1">
            <a:off x="4122000" y="654120"/>
            <a:ext cx="187200" cy="661680"/>
          </a:xfrm>
          <a:prstGeom prst="line">
            <a:avLst/>
          </a:prstGeom>
          <a:ln w="2340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" name=""/>
          <p:cNvSpPr/>
          <p:nvPr/>
        </p:nvSpPr>
        <p:spPr>
          <a:xfrm flipH="1" flipV="1">
            <a:off x="4122000" y="1315440"/>
            <a:ext cx="110880" cy="1115280"/>
          </a:xfrm>
          <a:prstGeom prst="line">
            <a:avLst/>
          </a:prstGeom>
          <a:ln w="3528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159200" y="2120400"/>
            <a:ext cx="721080" cy="920160"/>
          </a:xfrm>
          <a:prstGeom prst="line">
            <a:avLst/>
          </a:prstGeom>
          <a:ln w="3780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" name=""/>
          <p:cNvSpPr/>
          <p:nvPr/>
        </p:nvSpPr>
        <p:spPr>
          <a:xfrm>
            <a:off x="1159200" y="2120400"/>
            <a:ext cx="1422000" cy="684720"/>
          </a:xfrm>
          <a:prstGeom prst="line">
            <a:avLst/>
          </a:prstGeom>
          <a:ln w="1476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/>
          <p:nvPr/>
        </p:nvSpPr>
        <p:spPr>
          <a:xfrm flipV="1">
            <a:off x="3618000" y="3681720"/>
            <a:ext cx="198360" cy="913680"/>
          </a:xfrm>
          <a:prstGeom prst="line">
            <a:avLst/>
          </a:prstGeom>
          <a:ln w="3708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/>
          <p:nvPr/>
        </p:nvSpPr>
        <p:spPr>
          <a:xfrm flipH="1">
            <a:off x="5352120" y="724320"/>
            <a:ext cx="91800" cy="1666440"/>
          </a:xfrm>
          <a:prstGeom prst="line">
            <a:avLst/>
          </a:prstGeom>
          <a:ln w="1800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/>
          <p:nvPr/>
        </p:nvSpPr>
        <p:spPr>
          <a:xfrm flipV="1">
            <a:off x="6975000" y="3692160"/>
            <a:ext cx="186480" cy="843480"/>
          </a:xfrm>
          <a:prstGeom prst="line">
            <a:avLst/>
          </a:prstGeom>
          <a:ln w="1980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/>
          <p:nvPr/>
        </p:nvSpPr>
        <p:spPr>
          <a:xfrm flipH="1" flipV="1">
            <a:off x="6442560" y="3661560"/>
            <a:ext cx="532800" cy="874080"/>
          </a:xfrm>
          <a:prstGeom prst="line">
            <a:avLst/>
          </a:prstGeom>
          <a:ln w="2088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/>
          <p:nvPr/>
        </p:nvSpPr>
        <p:spPr>
          <a:xfrm flipH="1" flipV="1">
            <a:off x="6842520" y="4185360"/>
            <a:ext cx="132840" cy="350280"/>
          </a:xfrm>
          <a:prstGeom prst="line">
            <a:avLst/>
          </a:prstGeom>
          <a:ln w="2088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/>
          <p:nvPr/>
        </p:nvSpPr>
        <p:spPr>
          <a:xfrm flipH="1">
            <a:off x="5352120" y="1720800"/>
            <a:ext cx="588960" cy="669960"/>
          </a:xfrm>
          <a:prstGeom prst="line">
            <a:avLst/>
          </a:prstGeom>
          <a:ln w="2088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/>
          <p:nvPr/>
        </p:nvSpPr>
        <p:spPr>
          <a:xfrm>
            <a:off x="5940720" y="1720800"/>
            <a:ext cx="651960" cy="467640"/>
          </a:xfrm>
          <a:prstGeom prst="line">
            <a:avLst/>
          </a:prstGeom>
          <a:ln w="2340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/>
          <p:nvPr/>
        </p:nvSpPr>
        <p:spPr>
          <a:xfrm flipH="1" flipV="1">
            <a:off x="6442560" y="3661560"/>
            <a:ext cx="718920" cy="30960"/>
          </a:xfrm>
          <a:prstGeom prst="line">
            <a:avLst/>
          </a:prstGeom>
          <a:ln w="8568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" name=""/>
          <p:cNvSpPr/>
          <p:nvPr/>
        </p:nvSpPr>
        <p:spPr>
          <a:xfrm flipH="1">
            <a:off x="6842520" y="3692160"/>
            <a:ext cx="318960" cy="493560"/>
          </a:xfrm>
          <a:prstGeom prst="line">
            <a:avLst/>
          </a:prstGeom>
          <a:ln w="1404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/>
          <p:nvPr/>
        </p:nvSpPr>
        <p:spPr>
          <a:xfrm flipV="1">
            <a:off x="1990800" y="2804760"/>
            <a:ext cx="590400" cy="639360"/>
          </a:xfrm>
          <a:prstGeom prst="line">
            <a:avLst/>
          </a:prstGeom>
          <a:ln w="4716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/>
          <p:nvPr/>
        </p:nvSpPr>
        <p:spPr>
          <a:xfrm>
            <a:off x="6442560" y="3661560"/>
            <a:ext cx="400320" cy="524160"/>
          </a:xfrm>
          <a:prstGeom prst="line">
            <a:avLst/>
          </a:prstGeom>
          <a:ln w="2088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" name=""/>
          <p:cNvSpPr/>
          <p:nvPr/>
        </p:nvSpPr>
        <p:spPr>
          <a:xfrm>
            <a:off x="1879920" y="3040200"/>
            <a:ext cx="189000" cy="1642680"/>
          </a:xfrm>
          <a:prstGeom prst="line">
            <a:avLst/>
          </a:prstGeom>
          <a:ln w="1584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/>
          <p:nvPr/>
        </p:nvSpPr>
        <p:spPr>
          <a:xfrm flipH="1">
            <a:off x="7451280" y="4852440"/>
            <a:ext cx="1028880" cy="975600"/>
          </a:xfrm>
          <a:prstGeom prst="line">
            <a:avLst/>
          </a:prstGeom>
          <a:ln w="5760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/>
          <p:nvPr/>
        </p:nvSpPr>
        <p:spPr>
          <a:xfrm>
            <a:off x="890640" y="2504160"/>
            <a:ext cx="2925720" cy="1177920"/>
          </a:xfrm>
          <a:prstGeom prst="line">
            <a:avLst/>
          </a:prstGeom>
          <a:ln w="1368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/>
          <p:nvPr/>
        </p:nvSpPr>
        <p:spPr>
          <a:xfrm flipV="1">
            <a:off x="5352120" y="2188080"/>
            <a:ext cx="1240560" cy="202680"/>
          </a:xfrm>
          <a:prstGeom prst="line">
            <a:avLst/>
          </a:prstGeom>
          <a:ln w="22320">
            <a:solidFill>
              <a:srgbClr val="3a4a5c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/>
          <p:nvPr/>
        </p:nvSpPr>
        <p:spPr>
          <a:xfrm>
            <a:off x="4088880" y="43416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29" y="1158"/>
                  <a:pt x="1044" y="1044"/>
                </a:cubicBezTo>
                <a:cubicBezTo>
                  <a:pt x="1158" y="929"/>
                  <a:pt x="1223" y="774"/>
                  <a:pt x="1223" y="611"/>
                </a:cubicBezTo>
                <a:cubicBezTo>
                  <a:pt x="1223" y="449"/>
                  <a:pt x="1158" y="293"/>
                  <a:pt x="1044" y="179"/>
                </a:cubicBezTo>
                <a:cubicBezTo>
                  <a:pt x="929" y="64"/>
                  <a:pt x="774" y="0"/>
                  <a:pt x="612" y="0"/>
                </a:cubicBezTo>
                <a:cubicBezTo>
                  <a:pt x="450" y="0"/>
                  <a:pt x="294" y="64"/>
                  <a:pt x="179" y="179"/>
                </a:cubicBezTo>
                <a:cubicBezTo>
                  <a:pt x="64" y="293"/>
                  <a:pt x="0" y="449"/>
                  <a:pt x="0" y="611"/>
                </a:cubicBezTo>
                <a:cubicBezTo>
                  <a:pt x="0" y="774"/>
                  <a:pt x="64" y="929"/>
                  <a:pt x="179" y="1044"/>
                </a:cubicBezTo>
                <a:cubicBezTo>
                  <a:pt x="294" y="1158"/>
                  <a:pt x="450" y="1223"/>
                  <a:pt x="612" y="1223"/>
                </a:cubicBezTo>
                <a:close/>
              </a:path>
            </a:pathLst>
          </a:custGeom>
          <a:solidFill>
            <a:srgbClr val="057a64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58" name=""/>
          <p:cNvSpPr/>
          <p:nvPr/>
        </p:nvSpPr>
        <p:spPr>
          <a:xfrm>
            <a:off x="8011440" y="176580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8" y="560"/>
                  <a:pt x="505" y="505"/>
                </a:cubicBezTo>
                <a:cubicBezTo>
                  <a:pt x="560" y="450"/>
                  <a:pt x="591" y="375"/>
                  <a:pt x="591" y="296"/>
                </a:cubicBezTo>
                <a:cubicBezTo>
                  <a:pt x="591" y="218"/>
                  <a:pt x="560" y="143"/>
                  <a:pt x="505" y="87"/>
                </a:cubicBezTo>
                <a:cubicBezTo>
                  <a:pt x="448" y="31"/>
                  <a:pt x="373" y="0"/>
                  <a:pt x="295" y="0"/>
                </a:cubicBezTo>
                <a:cubicBezTo>
                  <a:pt x="217" y="0"/>
                  <a:pt x="142" y="31"/>
                  <a:pt x="86" y="87"/>
                </a:cubicBezTo>
                <a:cubicBezTo>
                  <a:pt x="31" y="143"/>
                  <a:pt x="0" y="218"/>
                  <a:pt x="0" y="296"/>
                </a:cubicBezTo>
                <a:cubicBezTo>
                  <a:pt x="0" y="375"/>
                  <a:pt x="31" y="450"/>
                  <a:pt x="86" y="505"/>
                </a:cubicBezTo>
                <a:cubicBezTo>
                  <a:pt x="142" y="560"/>
                  <a:pt x="217" y="591"/>
                  <a:pt x="295" y="591"/>
                </a:cubicBezTo>
                <a:close/>
              </a:path>
            </a:pathLst>
          </a:custGeom>
          <a:solidFill>
            <a:srgbClr val="057a64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59" name=""/>
          <p:cNvSpPr/>
          <p:nvPr/>
        </p:nvSpPr>
        <p:spPr>
          <a:xfrm>
            <a:off x="4012560" y="221040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30" y="1158"/>
                  <a:pt x="1045" y="1044"/>
                </a:cubicBezTo>
                <a:cubicBezTo>
                  <a:pt x="1159" y="929"/>
                  <a:pt x="1223" y="774"/>
                  <a:pt x="1223" y="612"/>
                </a:cubicBezTo>
                <a:cubicBezTo>
                  <a:pt x="1223" y="449"/>
                  <a:pt x="1159" y="293"/>
                  <a:pt x="1045" y="179"/>
                </a:cubicBezTo>
                <a:cubicBezTo>
                  <a:pt x="930" y="64"/>
                  <a:pt x="774" y="0"/>
                  <a:pt x="612" y="0"/>
                </a:cubicBezTo>
                <a:cubicBezTo>
                  <a:pt x="449" y="0"/>
                  <a:pt x="294" y="64"/>
                  <a:pt x="179" y="179"/>
                </a:cubicBezTo>
                <a:cubicBezTo>
                  <a:pt x="65" y="293"/>
                  <a:pt x="0" y="449"/>
                  <a:pt x="0" y="612"/>
                </a:cubicBezTo>
                <a:cubicBezTo>
                  <a:pt x="0" y="774"/>
                  <a:pt x="65" y="929"/>
                  <a:pt x="179" y="1044"/>
                </a:cubicBezTo>
                <a:cubicBezTo>
                  <a:pt x="294" y="1158"/>
                  <a:pt x="449" y="1223"/>
                  <a:pt x="612" y="1223"/>
                </a:cubicBezTo>
                <a:close/>
              </a:path>
            </a:pathLst>
          </a:custGeom>
          <a:solidFill>
            <a:srgbClr val="057a64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60" name=""/>
          <p:cNvSpPr/>
          <p:nvPr/>
        </p:nvSpPr>
        <p:spPr>
          <a:xfrm>
            <a:off x="939240" y="190044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30" y="1159"/>
                  <a:pt x="1044" y="1044"/>
                </a:cubicBezTo>
                <a:cubicBezTo>
                  <a:pt x="1159" y="929"/>
                  <a:pt x="1223" y="774"/>
                  <a:pt x="1223" y="612"/>
                </a:cubicBezTo>
                <a:cubicBezTo>
                  <a:pt x="1223" y="450"/>
                  <a:pt x="1159" y="294"/>
                  <a:pt x="1044" y="179"/>
                </a:cubicBezTo>
                <a:cubicBezTo>
                  <a:pt x="930" y="64"/>
                  <a:pt x="774" y="0"/>
                  <a:pt x="612" y="0"/>
                </a:cubicBezTo>
                <a:cubicBezTo>
                  <a:pt x="450" y="0"/>
                  <a:pt x="294" y="64"/>
                  <a:pt x="179" y="179"/>
                </a:cubicBezTo>
                <a:cubicBezTo>
                  <a:pt x="65" y="294"/>
                  <a:pt x="0" y="450"/>
                  <a:pt x="0" y="612"/>
                </a:cubicBezTo>
                <a:cubicBezTo>
                  <a:pt x="0" y="774"/>
                  <a:pt x="65" y="929"/>
                  <a:pt x="179" y="1044"/>
                </a:cubicBezTo>
                <a:cubicBezTo>
                  <a:pt x="294" y="1159"/>
                  <a:pt x="450" y="1223"/>
                  <a:pt x="612" y="1223"/>
                </a:cubicBezTo>
                <a:close/>
              </a:path>
            </a:pathLst>
          </a:custGeom>
          <a:solidFill>
            <a:srgbClr val="b03219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61" name=""/>
          <p:cNvSpPr/>
          <p:nvPr/>
        </p:nvSpPr>
        <p:spPr>
          <a:xfrm>
            <a:off x="4003560" y="1197000"/>
            <a:ext cx="237240" cy="237240"/>
          </a:xfrm>
          <a:custGeom>
            <a:avLst/>
            <a:gdLst/>
            <a:ahLst/>
            <a:rect l="0" t="0" r="r" b="b"/>
            <a:pathLst>
              <a:path w="659" h="659">
                <a:moveTo>
                  <a:pt x="329" y="659"/>
                </a:moveTo>
                <a:cubicBezTo>
                  <a:pt x="417" y="659"/>
                  <a:pt x="501" y="624"/>
                  <a:pt x="562" y="563"/>
                </a:cubicBezTo>
                <a:cubicBezTo>
                  <a:pt x="624" y="501"/>
                  <a:pt x="659" y="417"/>
                  <a:pt x="659" y="330"/>
                </a:cubicBezTo>
                <a:cubicBezTo>
                  <a:pt x="659" y="242"/>
                  <a:pt x="624" y="158"/>
                  <a:pt x="562" y="96"/>
                </a:cubicBezTo>
                <a:cubicBezTo>
                  <a:pt x="501" y="34"/>
                  <a:pt x="417" y="0"/>
                  <a:pt x="329" y="0"/>
                </a:cubicBezTo>
                <a:cubicBezTo>
                  <a:pt x="241" y="0"/>
                  <a:pt x="158" y="34"/>
                  <a:pt x="96" y="96"/>
                </a:cubicBezTo>
                <a:cubicBezTo>
                  <a:pt x="34" y="158"/>
                  <a:pt x="0" y="242"/>
                  <a:pt x="0" y="330"/>
                </a:cubicBezTo>
                <a:cubicBezTo>
                  <a:pt x="0" y="417"/>
                  <a:pt x="34" y="501"/>
                  <a:pt x="96" y="563"/>
                </a:cubicBezTo>
                <a:cubicBezTo>
                  <a:pt x="158" y="624"/>
                  <a:pt x="241" y="659"/>
                  <a:pt x="329" y="659"/>
                </a:cubicBezTo>
                <a:close/>
              </a:path>
            </a:pathLst>
          </a:custGeom>
          <a:solidFill>
            <a:srgbClr val="057a64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62" name=""/>
          <p:cNvSpPr/>
          <p:nvPr/>
        </p:nvSpPr>
        <p:spPr>
          <a:xfrm>
            <a:off x="1944360" y="102996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29" y="1159"/>
                  <a:pt x="1044" y="1044"/>
                </a:cubicBezTo>
                <a:cubicBezTo>
                  <a:pt x="1158" y="930"/>
                  <a:pt x="1223" y="774"/>
                  <a:pt x="1223" y="612"/>
                </a:cubicBezTo>
                <a:cubicBezTo>
                  <a:pt x="1223" y="450"/>
                  <a:pt x="1158" y="295"/>
                  <a:pt x="1044" y="179"/>
                </a:cubicBezTo>
                <a:cubicBezTo>
                  <a:pt x="929" y="65"/>
                  <a:pt x="774" y="0"/>
                  <a:pt x="612" y="0"/>
                </a:cubicBezTo>
                <a:cubicBezTo>
                  <a:pt x="449" y="0"/>
                  <a:pt x="294" y="65"/>
                  <a:pt x="179" y="179"/>
                </a:cubicBezTo>
                <a:cubicBezTo>
                  <a:pt x="64" y="295"/>
                  <a:pt x="0" y="450"/>
                  <a:pt x="0" y="612"/>
                </a:cubicBezTo>
                <a:cubicBezTo>
                  <a:pt x="0" y="774"/>
                  <a:pt x="64" y="930"/>
                  <a:pt x="179" y="1044"/>
                </a:cubicBezTo>
                <a:cubicBezTo>
                  <a:pt x="294" y="1159"/>
                  <a:pt x="449" y="1223"/>
                  <a:pt x="612" y="1223"/>
                </a:cubicBezTo>
                <a:close/>
              </a:path>
            </a:pathLst>
          </a:custGeom>
          <a:solidFill>
            <a:srgbClr val="b03219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63" name=""/>
          <p:cNvSpPr/>
          <p:nvPr/>
        </p:nvSpPr>
        <p:spPr>
          <a:xfrm>
            <a:off x="8210160" y="4763520"/>
            <a:ext cx="439200" cy="439200"/>
          </a:xfrm>
          <a:custGeom>
            <a:avLst/>
            <a:gdLst/>
            <a:ahLst/>
            <a:rect l="0" t="0" r="r" b="b"/>
            <a:pathLst>
              <a:path w="1220" h="1220">
                <a:moveTo>
                  <a:pt x="609" y="1220"/>
                </a:moveTo>
                <a:cubicBezTo>
                  <a:pt x="771" y="1220"/>
                  <a:pt x="926" y="1156"/>
                  <a:pt x="1041" y="1042"/>
                </a:cubicBezTo>
                <a:cubicBezTo>
                  <a:pt x="1155" y="928"/>
                  <a:pt x="1220" y="771"/>
                  <a:pt x="1220" y="610"/>
                </a:cubicBezTo>
                <a:cubicBezTo>
                  <a:pt x="1220" y="448"/>
                  <a:pt x="1155" y="293"/>
                  <a:pt x="1041" y="179"/>
                </a:cubicBezTo>
                <a:cubicBezTo>
                  <a:pt x="926" y="65"/>
                  <a:pt x="771" y="0"/>
                  <a:pt x="609" y="0"/>
                </a:cubicBezTo>
                <a:cubicBezTo>
                  <a:pt x="447" y="0"/>
                  <a:pt x="292" y="65"/>
                  <a:pt x="178" y="179"/>
                </a:cubicBezTo>
                <a:cubicBezTo>
                  <a:pt x="64" y="293"/>
                  <a:pt x="0" y="448"/>
                  <a:pt x="0" y="610"/>
                </a:cubicBezTo>
                <a:cubicBezTo>
                  <a:pt x="0" y="771"/>
                  <a:pt x="64" y="928"/>
                  <a:pt x="178" y="1042"/>
                </a:cubicBezTo>
                <a:cubicBezTo>
                  <a:pt x="292" y="1156"/>
                  <a:pt x="447" y="1220"/>
                  <a:pt x="609" y="1220"/>
                </a:cubicBezTo>
                <a:close/>
              </a:path>
            </a:pathLst>
          </a:custGeom>
          <a:solidFill>
            <a:srgbClr val="057a64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64" name=""/>
          <p:cNvSpPr/>
          <p:nvPr/>
        </p:nvSpPr>
        <p:spPr>
          <a:xfrm>
            <a:off x="1644120" y="544176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9" y="560"/>
                  <a:pt x="505" y="504"/>
                </a:cubicBezTo>
                <a:cubicBezTo>
                  <a:pt x="560" y="448"/>
                  <a:pt x="591" y="373"/>
                  <a:pt x="591" y="295"/>
                </a:cubicBezTo>
                <a:cubicBezTo>
                  <a:pt x="591" y="217"/>
                  <a:pt x="560" y="142"/>
                  <a:pt x="505" y="86"/>
                </a:cubicBezTo>
                <a:cubicBezTo>
                  <a:pt x="449" y="31"/>
                  <a:pt x="373" y="0"/>
                  <a:pt x="295" y="0"/>
                </a:cubicBezTo>
                <a:cubicBezTo>
                  <a:pt x="217" y="0"/>
                  <a:pt x="142" y="31"/>
                  <a:pt x="86" y="86"/>
                </a:cubicBezTo>
                <a:cubicBezTo>
                  <a:pt x="31" y="142"/>
                  <a:pt x="0" y="217"/>
                  <a:pt x="0" y="295"/>
                </a:cubicBezTo>
                <a:cubicBezTo>
                  <a:pt x="0" y="373"/>
                  <a:pt x="31" y="448"/>
                  <a:pt x="86" y="504"/>
                </a:cubicBezTo>
                <a:cubicBezTo>
                  <a:pt x="142" y="560"/>
                  <a:pt x="217" y="591"/>
                  <a:pt x="295" y="591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65" name=""/>
          <p:cNvSpPr/>
          <p:nvPr/>
        </p:nvSpPr>
        <p:spPr>
          <a:xfrm>
            <a:off x="643320" y="402552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29" y="1158"/>
                  <a:pt x="1044" y="1044"/>
                </a:cubicBezTo>
                <a:cubicBezTo>
                  <a:pt x="1159" y="929"/>
                  <a:pt x="1223" y="774"/>
                  <a:pt x="1223" y="612"/>
                </a:cubicBezTo>
                <a:cubicBezTo>
                  <a:pt x="1223" y="450"/>
                  <a:pt x="1159" y="293"/>
                  <a:pt x="1044" y="179"/>
                </a:cubicBezTo>
                <a:cubicBezTo>
                  <a:pt x="929" y="64"/>
                  <a:pt x="774" y="0"/>
                  <a:pt x="612" y="0"/>
                </a:cubicBezTo>
                <a:cubicBezTo>
                  <a:pt x="450" y="0"/>
                  <a:pt x="294" y="64"/>
                  <a:pt x="180" y="179"/>
                </a:cubicBezTo>
                <a:cubicBezTo>
                  <a:pt x="65" y="293"/>
                  <a:pt x="0" y="450"/>
                  <a:pt x="0" y="612"/>
                </a:cubicBezTo>
                <a:cubicBezTo>
                  <a:pt x="0" y="774"/>
                  <a:pt x="65" y="929"/>
                  <a:pt x="180" y="1044"/>
                </a:cubicBezTo>
                <a:cubicBezTo>
                  <a:pt x="294" y="1158"/>
                  <a:pt x="450" y="1223"/>
                  <a:pt x="612" y="1223"/>
                </a:cubicBezTo>
                <a:close/>
              </a:path>
            </a:pathLst>
          </a:custGeom>
          <a:solidFill>
            <a:srgbClr val="b03219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66" name=""/>
          <p:cNvSpPr/>
          <p:nvPr/>
        </p:nvSpPr>
        <p:spPr>
          <a:xfrm>
            <a:off x="5457600" y="6205320"/>
            <a:ext cx="331200" cy="331200"/>
          </a:xfrm>
          <a:custGeom>
            <a:avLst/>
            <a:gdLst/>
            <a:ahLst/>
            <a:rect l="0" t="0" r="r" b="b"/>
            <a:pathLst>
              <a:path w="920" h="920">
                <a:moveTo>
                  <a:pt x="460" y="920"/>
                </a:moveTo>
                <a:cubicBezTo>
                  <a:pt x="582" y="920"/>
                  <a:pt x="698" y="871"/>
                  <a:pt x="784" y="785"/>
                </a:cubicBezTo>
                <a:cubicBezTo>
                  <a:pt x="871" y="699"/>
                  <a:pt x="920" y="581"/>
                  <a:pt x="920" y="459"/>
                </a:cubicBezTo>
                <a:cubicBezTo>
                  <a:pt x="920" y="337"/>
                  <a:pt x="871" y="221"/>
                  <a:pt x="784" y="135"/>
                </a:cubicBezTo>
                <a:cubicBezTo>
                  <a:pt x="698" y="48"/>
                  <a:pt x="582" y="0"/>
                  <a:pt x="460" y="0"/>
                </a:cubicBezTo>
                <a:cubicBezTo>
                  <a:pt x="338" y="0"/>
                  <a:pt x="221" y="48"/>
                  <a:pt x="135" y="135"/>
                </a:cubicBezTo>
                <a:cubicBezTo>
                  <a:pt x="49" y="221"/>
                  <a:pt x="0" y="337"/>
                  <a:pt x="0" y="459"/>
                </a:cubicBezTo>
                <a:cubicBezTo>
                  <a:pt x="0" y="581"/>
                  <a:pt x="49" y="699"/>
                  <a:pt x="135" y="785"/>
                </a:cubicBezTo>
                <a:cubicBezTo>
                  <a:pt x="221" y="871"/>
                  <a:pt x="338" y="920"/>
                  <a:pt x="460" y="920"/>
                </a:cubicBezTo>
                <a:close/>
              </a:path>
            </a:pathLst>
          </a:custGeom>
          <a:solidFill>
            <a:srgbClr val="0099b8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67" name=""/>
          <p:cNvSpPr/>
          <p:nvPr/>
        </p:nvSpPr>
        <p:spPr>
          <a:xfrm>
            <a:off x="6238800" y="6166440"/>
            <a:ext cx="213120" cy="213120"/>
          </a:xfrm>
          <a:custGeom>
            <a:avLst/>
            <a:gdLst/>
            <a:ahLst/>
            <a:rect l="0" t="0" r="r" b="b"/>
            <a:pathLst>
              <a:path w="592" h="592">
                <a:moveTo>
                  <a:pt x="296" y="592"/>
                </a:moveTo>
                <a:cubicBezTo>
                  <a:pt x="375" y="592"/>
                  <a:pt x="450" y="561"/>
                  <a:pt x="505" y="505"/>
                </a:cubicBezTo>
                <a:cubicBezTo>
                  <a:pt x="561" y="450"/>
                  <a:pt x="592" y="375"/>
                  <a:pt x="592" y="296"/>
                </a:cubicBezTo>
                <a:cubicBezTo>
                  <a:pt x="592" y="217"/>
                  <a:pt x="561" y="142"/>
                  <a:pt x="505" y="87"/>
                </a:cubicBezTo>
                <a:cubicBezTo>
                  <a:pt x="450" y="31"/>
                  <a:pt x="375" y="0"/>
                  <a:pt x="296" y="0"/>
                </a:cubicBezTo>
                <a:cubicBezTo>
                  <a:pt x="218" y="0"/>
                  <a:pt x="143" y="31"/>
                  <a:pt x="88" y="87"/>
                </a:cubicBezTo>
                <a:cubicBezTo>
                  <a:pt x="31" y="142"/>
                  <a:pt x="0" y="217"/>
                  <a:pt x="0" y="296"/>
                </a:cubicBezTo>
                <a:cubicBezTo>
                  <a:pt x="0" y="375"/>
                  <a:pt x="31" y="450"/>
                  <a:pt x="88" y="505"/>
                </a:cubicBezTo>
                <a:cubicBezTo>
                  <a:pt x="143" y="561"/>
                  <a:pt x="218" y="592"/>
                  <a:pt x="296" y="592"/>
                </a:cubicBezTo>
                <a:close/>
              </a:path>
            </a:pathLst>
          </a:custGeom>
          <a:solidFill>
            <a:srgbClr val="00567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68" name=""/>
          <p:cNvSpPr/>
          <p:nvPr/>
        </p:nvSpPr>
        <p:spPr>
          <a:xfrm>
            <a:off x="3398040" y="437508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1" y="1223"/>
                </a:moveTo>
                <a:cubicBezTo>
                  <a:pt x="773" y="1223"/>
                  <a:pt x="929" y="1159"/>
                  <a:pt x="1044" y="1045"/>
                </a:cubicBezTo>
                <a:cubicBezTo>
                  <a:pt x="1159" y="930"/>
                  <a:pt x="1223" y="775"/>
                  <a:pt x="1223" y="611"/>
                </a:cubicBezTo>
                <a:cubicBezTo>
                  <a:pt x="1223" y="449"/>
                  <a:pt x="1159" y="294"/>
                  <a:pt x="1044" y="179"/>
                </a:cubicBezTo>
                <a:cubicBezTo>
                  <a:pt x="929" y="65"/>
                  <a:pt x="773" y="0"/>
                  <a:pt x="611" y="0"/>
                </a:cubicBezTo>
                <a:cubicBezTo>
                  <a:pt x="449" y="0"/>
                  <a:pt x="294" y="65"/>
                  <a:pt x="179" y="179"/>
                </a:cubicBezTo>
                <a:cubicBezTo>
                  <a:pt x="65" y="294"/>
                  <a:pt x="0" y="449"/>
                  <a:pt x="0" y="611"/>
                </a:cubicBezTo>
                <a:cubicBezTo>
                  <a:pt x="0" y="775"/>
                  <a:pt x="65" y="930"/>
                  <a:pt x="179" y="1045"/>
                </a:cubicBezTo>
                <a:cubicBezTo>
                  <a:pt x="294" y="1159"/>
                  <a:pt x="449" y="1223"/>
                  <a:pt x="611" y="1223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69" name=""/>
          <p:cNvSpPr/>
          <p:nvPr/>
        </p:nvSpPr>
        <p:spPr>
          <a:xfrm>
            <a:off x="5223600" y="50436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1" y="1223"/>
                </a:moveTo>
                <a:cubicBezTo>
                  <a:pt x="774" y="1223"/>
                  <a:pt x="929" y="1159"/>
                  <a:pt x="1044" y="1044"/>
                </a:cubicBezTo>
                <a:cubicBezTo>
                  <a:pt x="1159" y="929"/>
                  <a:pt x="1223" y="774"/>
                  <a:pt x="1223" y="612"/>
                </a:cubicBezTo>
                <a:cubicBezTo>
                  <a:pt x="1223" y="450"/>
                  <a:pt x="1159" y="293"/>
                  <a:pt x="1044" y="179"/>
                </a:cubicBezTo>
                <a:cubicBezTo>
                  <a:pt x="929" y="64"/>
                  <a:pt x="774" y="0"/>
                  <a:pt x="611" y="0"/>
                </a:cubicBezTo>
                <a:cubicBezTo>
                  <a:pt x="449" y="0"/>
                  <a:pt x="293" y="64"/>
                  <a:pt x="179" y="179"/>
                </a:cubicBezTo>
                <a:cubicBezTo>
                  <a:pt x="64" y="293"/>
                  <a:pt x="0" y="450"/>
                  <a:pt x="0" y="612"/>
                </a:cubicBezTo>
                <a:cubicBezTo>
                  <a:pt x="0" y="774"/>
                  <a:pt x="64" y="929"/>
                  <a:pt x="179" y="1044"/>
                </a:cubicBezTo>
                <a:cubicBezTo>
                  <a:pt x="293" y="1159"/>
                  <a:pt x="449" y="1223"/>
                  <a:pt x="611" y="1223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0" name=""/>
          <p:cNvSpPr/>
          <p:nvPr/>
        </p:nvSpPr>
        <p:spPr>
          <a:xfrm>
            <a:off x="571320" y="322704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8" y="560"/>
                  <a:pt x="504" y="504"/>
                </a:cubicBezTo>
                <a:cubicBezTo>
                  <a:pt x="560" y="449"/>
                  <a:pt x="591" y="374"/>
                  <a:pt x="591" y="296"/>
                </a:cubicBezTo>
                <a:cubicBezTo>
                  <a:pt x="591" y="217"/>
                  <a:pt x="560" y="141"/>
                  <a:pt x="504" y="86"/>
                </a:cubicBezTo>
                <a:cubicBezTo>
                  <a:pt x="448" y="31"/>
                  <a:pt x="373" y="0"/>
                  <a:pt x="295" y="0"/>
                </a:cubicBezTo>
                <a:cubicBezTo>
                  <a:pt x="216" y="0"/>
                  <a:pt x="141" y="31"/>
                  <a:pt x="86" y="86"/>
                </a:cubicBezTo>
                <a:cubicBezTo>
                  <a:pt x="31" y="141"/>
                  <a:pt x="0" y="217"/>
                  <a:pt x="0" y="296"/>
                </a:cubicBezTo>
                <a:cubicBezTo>
                  <a:pt x="0" y="374"/>
                  <a:pt x="31" y="449"/>
                  <a:pt x="86" y="504"/>
                </a:cubicBezTo>
                <a:cubicBezTo>
                  <a:pt x="141" y="560"/>
                  <a:pt x="216" y="591"/>
                  <a:pt x="295" y="591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1" name=""/>
          <p:cNvSpPr/>
          <p:nvPr/>
        </p:nvSpPr>
        <p:spPr>
          <a:xfrm>
            <a:off x="6755040" y="431532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29" y="1159"/>
                  <a:pt x="1044" y="1044"/>
                </a:cubicBezTo>
                <a:cubicBezTo>
                  <a:pt x="1159" y="930"/>
                  <a:pt x="1223" y="773"/>
                  <a:pt x="1223" y="611"/>
                </a:cubicBezTo>
                <a:cubicBezTo>
                  <a:pt x="1223" y="449"/>
                  <a:pt x="1159" y="294"/>
                  <a:pt x="1044" y="179"/>
                </a:cubicBezTo>
                <a:cubicBezTo>
                  <a:pt x="929" y="65"/>
                  <a:pt x="774" y="0"/>
                  <a:pt x="612" y="0"/>
                </a:cubicBezTo>
                <a:cubicBezTo>
                  <a:pt x="450" y="0"/>
                  <a:pt x="295" y="65"/>
                  <a:pt x="180" y="179"/>
                </a:cubicBezTo>
                <a:cubicBezTo>
                  <a:pt x="64" y="294"/>
                  <a:pt x="0" y="449"/>
                  <a:pt x="0" y="611"/>
                </a:cubicBezTo>
                <a:cubicBezTo>
                  <a:pt x="0" y="773"/>
                  <a:pt x="64" y="930"/>
                  <a:pt x="180" y="1044"/>
                </a:cubicBezTo>
                <a:cubicBezTo>
                  <a:pt x="295" y="1159"/>
                  <a:pt x="450" y="1223"/>
                  <a:pt x="612" y="1223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7470720" y="5609160"/>
            <a:ext cx="213120" cy="213120"/>
          </a:xfrm>
          <a:custGeom>
            <a:avLst/>
            <a:gdLst/>
            <a:ahLst/>
            <a:rect l="0" t="0" r="r" b="b"/>
            <a:pathLst>
              <a:path w="592" h="592">
                <a:moveTo>
                  <a:pt x="297" y="592"/>
                </a:moveTo>
                <a:cubicBezTo>
                  <a:pt x="375" y="592"/>
                  <a:pt x="450" y="561"/>
                  <a:pt x="505" y="505"/>
                </a:cubicBezTo>
                <a:cubicBezTo>
                  <a:pt x="561" y="450"/>
                  <a:pt x="592" y="375"/>
                  <a:pt x="592" y="296"/>
                </a:cubicBezTo>
                <a:cubicBezTo>
                  <a:pt x="592" y="218"/>
                  <a:pt x="561" y="143"/>
                  <a:pt x="505" y="88"/>
                </a:cubicBezTo>
                <a:cubicBezTo>
                  <a:pt x="450" y="31"/>
                  <a:pt x="375" y="0"/>
                  <a:pt x="297" y="0"/>
                </a:cubicBezTo>
                <a:cubicBezTo>
                  <a:pt x="218" y="0"/>
                  <a:pt x="142" y="31"/>
                  <a:pt x="87" y="88"/>
                </a:cubicBezTo>
                <a:cubicBezTo>
                  <a:pt x="31" y="143"/>
                  <a:pt x="0" y="218"/>
                  <a:pt x="0" y="296"/>
                </a:cubicBezTo>
                <a:cubicBezTo>
                  <a:pt x="0" y="375"/>
                  <a:pt x="31" y="450"/>
                  <a:pt x="87" y="505"/>
                </a:cubicBezTo>
                <a:cubicBezTo>
                  <a:pt x="142" y="561"/>
                  <a:pt x="218" y="592"/>
                  <a:pt x="297" y="592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3" name=""/>
          <p:cNvSpPr/>
          <p:nvPr/>
        </p:nvSpPr>
        <p:spPr>
          <a:xfrm>
            <a:off x="5720760" y="150084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29" y="1159"/>
                  <a:pt x="1044" y="1044"/>
                </a:cubicBezTo>
                <a:cubicBezTo>
                  <a:pt x="1159" y="929"/>
                  <a:pt x="1223" y="774"/>
                  <a:pt x="1223" y="612"/>
                </a:cubicBezTo>
                <a:cubicBezTo>
                  <a:pt x="1223" y="450"/>
                  <a:pt x="1159" y="294"/>
                  <a:pt x="1044" y="180"/>
                </a:cubicBezTo>
                <a:cubicBezTo>
                  <a:pt x="929" y="64"/>
                  <a:pt x="774" y="0"/>
                  <a:pt x="612" y="0"/>
                </a:cubicBezTo>
                <a:cubicBezTo>
                  <a:pt x="449" y="0"/>
                  <a:pt x="294" y="64"/>
                  <a:pt x="179" y="180"/>
                </a:cubicBezTo>
                <a:cubicBezTo>
                  <a:pt x="64" y="294"/>
                  <a:pt x="0" y="450"/>
                  <a:pt x="0" y="612"/>
                </a:cubicBezTo>
                <a:cubicBezTo>
                  <a:pt x="0" y="774"/>
                  <a:pt x="64" y="929"/>
                  <a:pt x="179" y="1044"/>
                </a:cubicBezTo>
                <a:cubicBezTo>
                  <a:pt x="294" y="1159"/>
                  <a:pt x="449" y="1223"/>
                  <a:pt x="612" y="1223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7007760" y="3539160"/>
            <a:ext cx="306720" cy="306720"/>
          </a:xfrm>
          <a:custGeom>
            <a:avLst/>
            <a:gdLst/>
            <a:ahLst/>
            <a:rect l="0" t="0" r="r" b="b"/>
            <a:pathLst>
              <a:path w="852" h="852">
                <a:moveTo>
                  <a:pt x="426" y="852"/>
                </a:moveTo>
                <a:cubicBezTo>
                  <a:pt x="539" y="852"/>
                  <a:pt x="648" y="806"/>
                  <a:pt x="727" y="726"/>
                </a:cubicBezTo>
                <a:cubicBezTo>
                  <a:pt x="807" y="647"/>
                  <a:pt x="852" y="538"/>
                  <a:pt x="852" y="425"/>
                </a:cubicBezTo>
                <a:cubicBezTo>
                  <a:pt x="852" y="313"/>
                  <a:pt x="807" y="204"/>
                  <a:pt x="727" y="125"/>
                </a:cubicBezTo>
                <a:cubicBezTo>
                  <a:pt x="648" y="45"/>
                  <a:pt x="539" y="0"/>
                  <a:pt x="426" y="0"/>
                </a:cubicBezTo>
                <a:cubicBezTo>
                  <a:pt x="313" y="0"/>
                  <a:pt x="204" y="45"/>
                  <a:pt x="125" y="125"/>
                </a:cubicBezTo>
                <a:cubicBezTo>
                  <a:pt x="45" y="204"/>
                  <a:pt x="0" y="313"/>
                  <a:pt x="0" y="425"/>
                </a:cubicBezTo>
                <a:cubicBezTo>
                  <a:pt x="0" y="538"/>
                  <a:pt x="45" y="647"/>
                  <a:pt x="125" y="726"/>
                </a:cubicBezTo>
                <a:cubicBezTo>
                  <a:pt x="204" y="806"/>
                  <a:pt x="313" y="852"/>
                  <a:pt x="426" y="852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1770840" y="322380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29" y="1159"/>
                  <a:pt x="1044" y="1044"/>
                </a:cubicBezTo>
                <a:cubicBezTo>
                  <a:pt x="1159" y="930"/>
                  <a:pt x="1223" y="774"/>
                  <a:pt x="1223" y="612"/>
                </a:cubicBezTo>
                <a:cubicBezTo>
                  <a:pt x="1223" y="450"/>
                  <a:pt x="1159" y="295"/>
                  <a:pt x="1044" y="179"/>
                </a:cubicBezTo>
                <a:cubicBezTo>
                  <a:pt x="929" y="64"/>
                  <a:pt x="774" y="0"/>
                  <a:pt x="612" y="0"/>
                </a:cubicBezTo>
                <a:cubicBezTo>
                  <a:pt x="449" y="0"/>
                  <a:pt x="294" y="64"/>
                  <a:pt x="179" y="179"/>
                </a:cubicBezTo>
                <a:cubicBezTo>
                  <a:pt x="64" y="295"/>
                  <a:pt x="0" y="450"/>
                  <a:pt x="0" y="612"/>
                </a:cubicBezTo>
                <a:cubicBezTo>
                  <a:pt x="0" y="774"/>
                  <a:pt x="64" y="930"/>
                  <a:pt x="179" y="1044"/>
                </a:cubicBezTo>
                <a:cubicBezTo>
                  <a:pt x="294" y="1159"/>
                  <a:pt x="449" y="1223"/>
                  <a:pt x="612" y="1223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8042400" y="511488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9" y="560"/>
                  <a:pt x="504" y="505"/>
                </a:cubicBezTo>
                <a:cubicBezTo>
                  <a:pt x="560" y="449"/>
                  <a:pt x="591" y="374"/>
                  <a:pt x="591" y="296"/>
                </a:cubicBezTo>
                <a:cubicBezTo>
                  <a:pt x="591" y="217"/>
                  <a:pt x="560" y="142"/>
                  <a:pt x="504" y="86"/>
                </a:cubicBezTo>
                <a:cubicBezTo>
                  <a:pt x="449" y="31"/>
                  <a:pt x="373" y="0"/>
                  <a:pt x="295" y="0"/>
                </a:cubicBezTo>
                <a:cubicBezTo>
                  <a:pt x="216" y="0"/>
                  <a:pt x="141" y="31"/>
                  <a:pt x="86" y="86"/>
                </a:cubicBezTo>
                <a:cubicBezTo>
                  <a:pt x="31" y="142"/>
                  <a:pt x="0" y="217"/>
                  <a:pt x="0" y="296"/>
                </a:cubicBezTo>
                <a:cubicBezTo>
                  <a:pt x="0" y="374"/>
                  <a:pt x="31" y="449"/>
                  <a:pt x="86" y="505"/>
                </a:cubicBezTo>
                <a:cubicBezTo>
                  <a:pt x="141" y="560"/>
                  <a:pt x="216" y="591"/>
                  <a:pt x="295" y="591"/>
                </a:cubicBezTo>
                <a:close/>
              </a:path>
            </a:pathLst>
          </a:custGeom>
          <a:solidFill>
            <a:srgbClr val="b03219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552600" y="3695400"/>
            <a:ext cx="213120" cy="212760"/>
          </a:xfrm>
          <a:custGeom>
            <a:avLst/>
            <a:gdLst/>
            <a:ahLst/>
            <a:rect l="0" t="0" r="r" b="b"/>
            <a:pathLst>
              <a:path w="592" h="591">
                <a:moveTo>
                  <a:pt x="295" y="591"/>
                </a:moveTo>
                <a:cubicBezTo>
                  <a:pt x="374" y="591"/>
                  <a:pt x="449" y="560"/>
                  <a:pt x="504" y="505"/>
                </a:cubicBezTo>
                <a:cubicBezTo>
                  <a:pt x="560" y="449"/>
                  <a:pt x="592" y="374"/>
                  <a:pt x="592" y="296"/>
                </a:cubicBezTo>
                <a:cubicBezTo>
                  <a:pt x="592" y="218"/>
                  <a:pt x="560" y="143"/>
                  <a:pt x="504" y="87"/>
                </a:cubicBezTo>
                <a:cubicBezTo>
                  <a:pt x="449" y="31"/>
                  <a:pt x="374" y="0"/>
                  <a:pt x="295" y="0"/>
                </a:cubicBezTo>
                <a:cubicBezTo>
                  <a:pt x="217" y="0"/>
                  <a:pt x="142" y="31"/>
                  <a:pt x="87" y="87"/>
                </a:cubicBezTo>
                <a:cubicBezTo>
                  <a:pt x="31" y="143"/>
                  <a:pt x="0" y="218"/>
                  <a:pt x="0" y="296"/>
                </a:cubicBezTo>
                <a:cubicBezTo>
                  <a:pt x="0" y="374"/>
                  <a:pt x="31" y="449"/>
                  <a:pt x="87" y="505"/>
                </a:cubicBezTo>
                <a:cubicBezTo>
                  <a:pt x="142" y="560"/>
                  <a:pt x="217" y="591"/>
                  <a:pt x="295" y="591"/>
                </a:cubicBezTo>
                <a:close/>
              </a:path>
            </a:pathLst>
          </a:custGeom>
          <a:solidFill>
            <a:srgbClr val="5a6772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6222600" y="344160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30" y="1159"/>
                  <a:pt x="1044" y="1044"/>
                </a:cubicBezTo>
                <a:cubicBezTo>
                  <a:pt x="1159" y="930"/>
                  <a:pt x="1223" y="773"/>
                  <a:pt x="1223" y="611"/>
                </a:cubicBezTo>
                <a:cubicBezTo>
                  <a:pt x="1223" y="449"/>
                  <a:pt x="1159" y="294"/>
                  <a:pt x="1044" y="179"/>
                </a:cubicBezTo>
                <a:cubicBezTo>
                  <a:pt x="930" y="65"/>
                  <a:pt x="774" y="0"/>
                  <a:pt x="612" y="0"/>
                </a:cubicBezTo>
                <a:cubicBezTo>
                  <a:pt x="450" y="0"/>
                  <a:pt x="294" y="65"/>
                  <a:pt x="179" y="179"/>
                </a:cubicBezTo>
                <a:cubicBezTo>
                  <a:pt x="65" y="294"/>
                  <a:pt x="0" y="449"/>
                  <a:pt x="0" y="611"/>
                </a:cubicBezTo>
                <a:cubicBezTo>
                  <a:pt x="0" y="773"/>
                  <a:pt x="65" y="930"/>
                  <a:pt x="179" y="1044"/>
                </a:cubicBezTo>
                <a:cubicBezTo>
                  <a:pt x="294" y="1159"/>
                  <a:pt x="450" y="1223"/>
                  <a:pt x="612" y="1223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1773720" y="2933640"/>
            <a:ext cx="213120" cy="213120"/>
          </a:xfrm>
          <a:custGeom>
            <a:avLst/>
            <a:gdLst/>
            <a:ahLst/>
            <a:rect l="0" t="0" r="r" b="b"/>
            <a:pathLst>
              <a:path w="592" h="592">
                <a:moveTo>
                  <a:pt x="296" y="592"/>
                </a:moveTo>
                <a:cubicBezTo>
                  <a:pt x="375" y="592"/>
                  <a:pt x="450" y="561"/>
                  <a:pt x="505" y="505"/>
                </a:cubicBezTo>
                <a:cubicBezTo>
                  <a:pt x="561" y="450"/>
                  <a:pt x="592" y="374"/>
                  <a:pt x="592" y="296"/>
                </a:cubicBezTo>
                <a:cubicBezTo>
                  <a:pt x="592" y="217"/>
                  <a:pt x="561" y="142"/>
                  <a:pt x="505" y="87"/>
                </a:cubicBezTo>
                <a:cubicBezTo>
                  <a:pt x="450" y="32"/>
                  <a:pt x="375" y="0"/>
                  <a:pt x="296" y="0"/>
                </a:cubicBezTo>
                <a:cubicBezTo>
                  <a:pt x="218" y="0"/>
                  <a:pt x="143" y="32"/>
                  <a:pt x="87" y="87"/>
                </a:cubicBezTo>
                <a:cubicBezTo>
                  <a:pt x="31" y="142"/>
                  <a:pt x="0" y="217"/>
                  <a:pt x="0" y="296"/>
                </a:cubicBezTo>
                <a:cubicBezTo>
                  <a:pt x="0" y="374"/>
                  <a:pt x="31" y="450"/>
                  <a:pt x="87" y="505"/>
                </a:cubicBezTo>
                <a:cubicBezTo>
                  <a:pt x="143" y="561"/>
                  <a:pt x="218" y="592"/>
                  <a:pt x="296" y="592"/>
                </a:cubicBezTo>
                <a:close/>
              </a:path>
            </a:pathLst>
          </a:custGeom>
          <a:solidFill>
            <a:srgbClr val="5a6772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6622560" y="3965400"/>
            <a:ext cx="440640" cy="440280"/>
          </a:xfrm>
          <a:custGeom>
            <a:avLst/>
            <a:gdLst/>
            <a:ahLst/>
            <a:rect l="0" t="0" r="r" b="b"/>
            <a:pathLst>
              <a:path w="1224" h="1223">
                <a:moveTo>
                  <a:pt x="612" y="1223"/>
                </a:moveTo>
                <a:cubicBezTo>
                  <a:pt x="775" y="1223"/>
                  <a:pt x="930" y="1159"/>
                  <a:pt x="1045" y="1044"/>
                </a:cubicBezTo>
                <a:cubicBezTo>
                  <a:pt x="1159" y="930"/>
                  <a:pt x="1224" y="774"/>
                  <a:pt x="1224" y="612"/>
                </a:cubicBezTo>
                <a:cubicBezTo>
                  <a:pt x="1224" y="449"/>
                  <a:pt x="1159" y="294"/>
                  <a:pt x="1045" y="179"/>
                </a:cubicBezTo>
                <a:cubicBezTo>
                  <a:pt x="930" y="65"/>
                  <a:pt x="775" y="0"/>
                  <a:pt x="612" y="0"/>
                </a:cubicBezTo>
                <a:cubicBezTo>
                  <a:pt x="449" y="0"/>
                  <a:pt x="294" y="65"/>
                  <a:pt x="179" y="179"/>
                </a:cubicBezTo>
                <a:cubicBezTo>
                  <a:pt x="65" y="294"/>
                  <a:pt x="0" y="449"/>
                  <a:pt x="0" y="612"/>
                </a:cubicBezTo>
                <a:cubicBezTo>
                  <a:pt x="0" y="774"/>
                  <a:pt x="65" y="930"/>
                  <a:pt x="179" y="1044"/>
                </a:cubicBezTo>
                <a:cubicBezTo>
                  <a:pt x="294" y="1159"/>
                  <a:pt x="449" y="1223"/>
                  <a:pt x="612" y="1223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4818600" y="636984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8" y="560"/>
                  <a:pt x="504" y="505"/>
                </a:cubicBezTo>
                <a:cubicBezTo>
                  <a:pt x="560" y="449"/>
                  <a:pt x="591" y="374"/>
                  <a:pt x="591" y="295"/>
                </a:cubicBezTo>
                <a:cubicBezTo>
                  <a:pt x="591" y="217"/>
                  <a:pt x="560" y="142"/>
                  <a:pt x="504" y="86"/>
                </a:cubicBezTo>
                <a:cubicBezTo>
                  <a:pt x="448" y="31"/>
                  <a:pt x="373" y="0"/>
                  <a:pt x="295" y="0"/>
                </a:cubicBezTo>
                <a:cubicBezTo>
                  <a:pt x="216" y="0"/>
                  <a:pt x="141" y="31"/>
                  <a:pt x="86" y="86"/>
                </a:cubicBezTo>
                <a:cubicBezTo>
                  <a:pt x="31" y="142"/>
                  <a:pt x="0" y="217"/>
                  <a:pt x="0" y="295"/>
                </a:cubicBezTo>
                <a:cubicBezTo>
                  <a:pt x="0" y="374"/>
                  <a:pt x="31" y="449"/>
                  <a:pt x="86" y="505"/>
                </a:cubicBezTo>
                <a:cubicBezTo>
                  <a:pt x="141" y="560"/>
                  <a:pt x="216" y="591"/>
                  <a:pt x="295" y="591"/>
                </a:cubicBezTo>
                <a:close/>
              </a:path>
            </a:pathLst>
          </a:custGeom>
          <a:solidFill>
            <a:srgbClr val="ad2831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8457840" y="2174040"/>
            <a:ext cx="212760" cy="213120"/>
          </a:xfrm>
          <a:custGeom>
            <a:avLst/>
            <a:gdLst/>
            <a:ahLst/>
            <a:rect l="0" t="0" r="r" b="b"/>
            <a:pathLst>
              <a:path w="591" h="592">
                <a:moveTo>
                  <a:pt x="295" y="592"/>
                </a:moveTo>
                <a:cubicBezTo>
                  <a:pt x="374" y="592"/>
                  <a:pt x="450" y="560"/>
                  <a:pt x="505" y="505"/>
                </a:cubicBezTo>
                <a:cubicBezTo>
                  <a:pt x="560" y="450"/>
                  <a:pt x="591" y="375"/>
                  <a:pt x="591" y="296"/>
                </a:cubicBezTo>
                <a:cubicBezTo>
                  <a:pt x="591" y="218"/>
                  <a:pt x="560" y="142"/>
                  <a:pt x="505" y="87"/>
                </a:cubicBezTo>
                <a:cubicBezTo>
                  <a:pt x="450" y="31"/>
                  <a:pt x="374" y="0"/>
                  <a:pt x="295" y="0"/>
                </a:cubicBezTo>
                <a:cubicBezTo>
                  <a:pt x="217" y="0"/>
                  <a:pt x="142" y="31"/>
                  <a:pt x="87" y="87"/>
                </a:cubicBezTo>
                <a:cubicBezTo>
                  <a:pt x="31" y="142"/>
                  <a:pt x="0" y="218"/>
                  <a:pt x="0" y="296"/>
                </a:cubicBezTo>
                <a:cubicBezTo>
                  <a:pt x="0" y="375"/>
                  <a:pt x="31" y="450"/>
                  <a:pt x="87" y="505"/>
                </a:cubicBezTo>
                <a:cubicBezTo>
                  <a:pt x="142" y="560"/>
                  <a:pt x="217" y="592"/>
                  <a:pt x="295" y="592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6985440" y="987480"/>
            <a:ext cx="213120" cy="212760"/>
          </a:xfrm>
          <a:custGeom>
            <a:avLst/>
            <a:gdLst/>
            <a:ahLst/>
            <a:rect l="0" t="0" r="r" b="b"/>
            <a:pathLst>
              <a:path w="592" h="591">
                <a:moveTo>
                  <a:pt x="295" y="591"/>
                </a:moveTo>
                <a:cubicBezTo>
                  <a:pt x="375" y="591"/>
                  <a:pt x="450" y="560"/>
                  <a:pt x="505" y="504"/>
                </a:cubicBezTo>
                <a:cubicBezTo>
                  <a:pt x="560" y="448"/>
                  <a:pt x="592" y="373"/>
                  <a:pt x="592" y="295"/>
                </a:cubicBezTo>
                <a:cubicBezTo>
                  <a:pt x="592" y="216"/>
                  <a:pt x="560" y="141"/>
                  <a:pt x="505" y="86"/>
                </a:cubicBezTo>
                <a:cubicBezTo>
                  <a:pt x="450" y="31"/>
                  <a:pt x="375" y="0"/>
                  <a:pt x="295" y="0"/>
                </a:cubicBezTo>
                <a:cubicBezTo>
                  <a:pt x="217" y="0"/>
                  <a:pt x="142" y="31"/>
                  <a:pt x="87" y="86"/>
                </a:cubicBezTo>
                <a:cubicBezTo>
                  <a:pt x="31" y="141"/>
                  <a:pt x="0" y="216"/>
                  <a:pt x="0" y="295"/>
                </a:cubicBezTo>
                <a:cubicBezTo>
                  <a:pt x="0" y="373"/>
                  <a:pt x="31" y="448"/>
                  <a:pt x="87" y="504"/>
                </a:cubicBezTo>
                <a:cubicBezTo>
                  <a:pt x="142" y="560"/>
                  <a:pt x="217" y="591"/>
                  <a:pt x="295" y="591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2397960" y="2622240"/>
            <a:ext cx="365760" cy="365760"/>
          </a:xfrm>
          <a:custGeom>
            <a:avLst/>
            <a:gdLst/>
            <a:ahLst/>
            <a:rect l="0" t="0" r="r" b="b"/>
            <a:pathLst>
              <a:path w="1016" h="1016">
                <a:moveTo>
                  <a:pt x="508" y="1016"/>
                </a:moveTo>
                <a:cubicBezTo>
                  <a:pt x="642" y="1016"/>
                  <a:pt x="771" y="962"/>
                  <a:pt x="866" y="867"/>
                </a:cubicBezTo>
                <a:cubicBezTo>
                  <a:pt x="963" y="772"/>
                  <a:pt x="1016" y="643"/>
                  <a:pt x="1016" y="508"/>
                </a:cubicBezTo>
                <a:cubicBezTo>
                  <a:pt x="1016" y="374"/>
                  <a:pt x="963" y="244"/>
                  <a:pt x="866" y="148"/>
                </a:cubicBezTo>
                <a:cubicBezTo>
                  <a:pt x="771" y="53"/>
                  <a:pt x="642" y="0"/>
                  <a:pt x="508" y="0"/>
                </a:cubicBezTo>
                <a:cubicBezTo>
                  <a:pt x="373" y="0"/>
                  <a:pt x="244" y="53"/>
                  <a:pt x="149" y="148"/>
                </a:cubicBezTo>
                <a:cubicBezTo>
                  <a:pt x="53" y="244"/>
                  <a:pt x="0" y="374"/>
                  <a:pt x="0" y="508"/>
                </a:cubicBezTo>
                <a:cubicBezTo>
                  <a:pt x="0" y="643"/>
                  <a:pt x="53" y="772"/>
                  <a:pt x="149" y="867"/>
                </a:cubicBezTo>
                <a:cubicBezTo>
                  <a:pt x="244" y="962"/>
                  <a:pt x="373" y="1016"/>
                  <a:pt x="508" y="1016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155600" y="5025240"/>
            <a:ext cx="213120" cy="212760"/>
          </a:xfrm>
          <a:custGeom>
            <a:avLst/>
            <a:gdLst/>
            <a:ahLst/>
            <a:rect l="0" t="0" r="r" b="b"/>
            <a:pathLst>
              <a:path w="592" h="591">
                <a:moveTo>
                  <a:pt x="296" y="591"/>
                </a:moveTo>
                <a:cubicBezTo>
                  <a:pt x="375" y="591"/>
                  <a:pt x="450" y="560"/>
                  <a:pt x="505" y="505"/>
                </a:cubicBezTo>
                <a:cubicBezTo>
                  <a:pt x="561" y="448"/>
                  <a:pt x="592" y="373"/>
                  <a:pt x="592" y="295"/>
                </a:cubicBezTo>
                <a:cubicBezTo>
                  <a:pt x="592" y="217"/>
                  <a:pt x="561" y="141"/>
                  <a:pt x="505" y="86"/>
                </a:cubicBezTo>
                <a:cubicBezTo>
                  <a:pt x="450" y="31"/>
                  <a:pt x="375" y="0"/>
                  <a:pt x="296" y="0"/>
                </a:cubicBezTo>
                <a:cubicBezTo>
                  <a:pt x="218" y="0"/>
                  <a:pt x="143" y="31"/>
                  <a:pt x="88" y="86"/>
                </a:cubicBezTo>
                <a:cubicBezTo>
                  <a:pt x="31" y="141"/>
                  <a:pt x="0" y="217"/>
                  <a:pt x="0" y="295"/>
                </a:cubicBezTo>
                <a:cubicBezTo>
                  <a:pt x="0" y="373"/>
                  <a:pt x="31" y="448"/>
                  <a:pt x="88" y="505"/>
                </a:cubicBezTo>
                <a:cubicBezTo>
                  <a:pt x="143" y="560"/>
                  <a:pt x="218" y="591"/>
                  <a:pt x="296" y="591"/>
                </a:cubicBezTo>
                <a:close/>
              </a:path>
            </a:pathLst>
          </a:custGeom>
          <a:solidFill>
            <a:srgbClr val="00567d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844200" y="4578840"/>
            <a:ext cx="213120" cy="212760"/>
          </a:xfrm>
          <a:custGeom>
            <a:avLst/>
            <a:gdLst/>
            <a:ahLst/>
            <a:rect l="0" t="0" r="r" b="b"/>
            <a:pathLst>
              <a:path w="592" h="591">
                <a:moveTo>
                  <a:pt x="296" y="591"/>
                </a:moveTo>
                <a:cubicBezTo>
                  <a:pt x="375" y="591"/>
                  <a:pt x="450" y="560"/>
                  <a:pt x="505" y="504"/>
                </a:cubicBezTo>
                <a:cubicBezTo>
                  <a:pt x="561" y="448"/>
                  <a:pt x="592" y="373"/>
                  <a:pt x="592" y="295"/>
                </a:cubicBezTo>
                <a:cubicBezTo>
                  <a:pt x="592" y="217"/>
                  <a:pt x="561" y="142"/>
                  <a:pt x="505" y="86"/>
                </a:cubicBezTo>
                <a:cubicBezTo>
                  <a:pt x="450" y="31"/>
                  <a:pt x="375" y="0"/>
                  <a:pt x="296" y="0"/>
                </a:cubicBezTo>
                <a:cubicBezTo>
                  <a:pt x="217" y="0"/>
                  <a:pt x="142" y="31"/>
                  <a:pt x="87" y="86"/>
                </a:cubicBezTo>
                <a:cubicBezTo>
                  <a:pt x="32" y="142"/>
                  <a:pt x="0" y="217"/>
                  <a:pt x="0" y="295"/>
                </a:cubicBezTo>
                <a:cubicBezTo>
                  <a:pt x="0" y="373"/>
                  <a:pt x="32" y="448"/>
                  <a:pt x="87" y="504"/>
                </a:cubicBezTo>
                <a:cubicBezTo>
                  <a:pt x="142" y="560"/>
                  <a:pt x="217" y="591"/>
                  <a:pt x="296" y="591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871280" y="4485240"/>
            <a:ext cx="395280" cy="394920"/>
          </a:xfrm>
          <a:custGeom>
            <a:avLst/>
            <a:gdLst/>
            <a:ahLst/>
            <a:rect l="0" t="0" r="r" b="b"/>
            <a:pathLst>
              <a:path w="1098" h="1097">
                <a:moveTo>
                  <a:pt x="548" y="1097"/>
                </a:moveTo>
                <a:cubicBezTo>
                  <a:pt x="694" y="1097"/>
                  <a:pt x="834" y="1040"/>
                  <a:pt x="937" y="937"/>
                </a:cubicBezTo>
                <a:cubicBezTo>
                  <a:pt x="1040" y="834"/>
                  <a:pt x="1098" y="694"/>
                  <a:pt x="1098" y="549"/>
                </a:cubicBezTo>
                <a:cubicBezTo>
                  <a:pt x="1098" y="404"/>
                  <a:pt x="1040" y="264"/>
                  <a:pt x="937" y="161"/>
                </a:cubicBezTo>
                <a:cubicBezTo>
                  <a:pt x="834" y="58"/>
                  <a:pt x="694" y="0"/>
                  <a:pt x="548" y="0"/>
                </a:cubicBezTo>
                <a:cubicBezTo>
                  <a:pt x="403" y="0"/>
                  <a:pt x="264" y="58"/>
                  <a:pt x="161" y="161"/>
                </a:cubicBezTo>
                <a:cubicBezTo>
                  <a:pt x="58" y="264"/>
                  <a:pt x="0" y="404"/>
                  <a:pt x="0" y="549"/>
                </a:cubicBezTo>
                <a:cubicBezTo>
                  <a:pt x="0" y="694"/>
                  <a:pt x="58" y="834"/>
                  <a:pt x="161" y="937"/>
                </a:cubicBezTo>
                <a:cubicBezTo>
                  <a:pt x="264" y="1040"/>
                  <a:pt x="403" y="1097"/>
                  <a:pt x="548" y="1097"/>
                </a:cubicBezTo>
                <a:close/>
              </a:path>
            </a:pathLst>
          </a:custGeom>
          <a:solidFill>
            <a:srgbClr val="5a3582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8259840" y="463248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1" y="1223"/>
                </a:moveTo>
                <a:cubicBezTo>
                  <a:pt x="773" y="1223"/>
                  <a:pt x="929" y="1157"/>
                  <a:pt x="1044" y="1043"/>
                </a:cubicBezTo>
                <a:cubicBezTo>
                  <a:pt x="1159" y="928"/>
                  <a:pt x="1223" y="773"/>
                  <a:pt x="1223" y="611"/>
                </a:cubicBezTo>
                <a:cubicBezTo>
                  <a:pt x="1223" y="449"/>
                  <a:pt x="1159" y="293"/>
                  <a:pt x="1044" y="179"/>
                </a:cubicBezTo>
                <a:cubicBezTo>
                  <a:pt x="929" y="64"/>
                  <a:pt x="773" y="0"/>
                  <a:pt x="611" y="0"/>
                </a:cubicBezTo>
                <a:cubicBezTo>
                  <a:pt x="449" y="0"/>
                  <a:pt x="293" y="64"/>
                  <a:pt x="179" y="179"/>
                </a:cubicBezTo>
                <a:cubicBezTo>
                  <a:pt x="64" y="293"/>
                  <a:pt x="0" y="449"/>
                  <a:pt x="0" y="611"/>
                </a:cubicBezTo>
                <a:cubicBezTo>
                  <a:pt x="0" y="773"/>
                  <a:pt x="64" y="928"/>
                  <a:pt x="179" y="1043"/>
                </a:cubicBezTo>
                <a:cubicBezTo>
                  <a:pt x="293" y="1157"/>
                  <a:pt x="449" y="1223"/>
                  <a:pt x="611" y="1223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1661760" y="153036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9" y="560"/>
                  <a:pt x="505" y="505"/>
                </a:cubicBezTo>
                <a:cubicBezTo>
                  <a:pt x="560" y="450"/>
                  <a:pt x="591" y="375"/>
                  <a:pt x="591" y="296"/>
                </a:cubicBezTo>
                <a:cubicBezTo>
                  <a:pt x="591" y="218"/>
                  <a:pt x="560" y="142"/>
                  <a:pt x="505" y="87"/>
                </a:cubicBezTo>
                <a:cubicBezTo>
                  <a:pt x="449" y="31"/>
                  <a:pt x="373" y="0"/>
                  <a:pt x="295" y="0"/>
                </a:cubicBezTo>
                <a:cubicBezTo>
                  <a:pt x="217" y="0"/>
                  <a:pt x="142" y="31"/>
                  <a:pt x="86" y="87"/>
                </a:cubicBezTo>
                <a:cubicBezTo>
                  <a:pt x="31" y="142"/>
                  <a:pt x="0" y="218"/>
                  <a:pt x="0" y="296"/>
                </a:cubicBezTo>
                <a:cubicBezTo>
                  <a:pt x="0" y="375"/>
                  <a:pt x="31" y="450"/>
                  <a:pt x="86" y="505"/>
                </a:cubicBezTo>
                <a:cubicBezTo>
                  <a:pt x="142" y="560"/>
                  <a:pt x="217" y="591"/>
                  <a:pt x="295" y="591"/>
                </a:cubicBezTo>
                <a:close/>
              </a:path>
            </a:pathLst>
          </a:custGeom>
          <a:solidFill>
            <a:srgbClr val="5a6772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2722320" y="89604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4" y="591"/>
                  <a:pt x="450" y="560"/>
                  <a:pt x="505" y="505"/>
                </a:cubicBezTo>
                <a:cubicBezTo>
                  <a:pt x="560" y="450"/>
                  <a:pt x="591" y="374"/>
                  <a:pt x="591" y="296"/>
                </a:cubicBezTo>
                <a:cubicBezTo>
                  <a:pt x="591" y="218"/>
                  <a:pt x="560" y="142"/>
                  <a:pt x="505" y="86"/>
                </a:cubicBezTo>
                <a:cubicBezTo>
                  <a:pt x="450" y="31"/>
                  <a:pt x="374" y="0"/>
                  <a:pt x="295" y="0"/>
                </a:cubicBezTo>
                <a:cubicBezTo>
                  <a:pt x="217" y="0"/>
                  <a:pt x="142" y="31"/>
                  <a:pt x="87" y="86"/>
                </a:cubicBezTo>
                <a:cubicBezTo>
                  <a:pt x="31" y="142"/>
                  <a:pt x="0" y="218"/>
                  <a:pt x="0" y="296"/>
                </a:cubicBezTo>
                <a:cubicBezTo>
                  <a:pt x="0" y="374"/>
                  <a:pt x="31" y="450"/>
                  <a:pt x="87" y="505"/>
                </a:cubicBezTo>
                <a:cubicBezTo>
                  <a:pt x="142" y="560"/>
                  <a:pt x="217" y="591"/>
                  <a:pt x="295" y="591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3506400" y="63108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8" y="560"/>
                  <a:pt x="503" y="505"/>
                </a:cubicBezTo>
                <a:cubicBezTo>
                  <a:pt x="559" y="449"/>
                  <a:pt x="591" y="374"/>
                  <a:pt x="591" y="295"/>
                </a:cubicBezTo>
                <a:cubicBezTo>
                  <a:pt x="591" y="217"/>
                  <a:pt x="559" y="141"/>
                  <a:pt x="503" y="86"/>
                </a:cubicBezTo>
                <a:cubicBezTo>
                  <a:pt x="448" y="31"/>
                  <a:pt x="373" y="0"/>
                  <a:pt x="295" y="0"/>
                </a:cubicBezTo>
                <a:cubicBezTo>
                  <a:pt x="216" y="0"/>
                  <a:pt x="141" y="31"/>
                  <a:pt x="86" y="86"/>
                </a:cubicBezTo>
                <a:cubicBezTo>
                  <a:pt x="31" y="141"/>
                  <a:pt x="0" y="217"/>
                  <a:pt x="0" y="295"/>
                </a:cubicBezTo>
                <a:cubicBezTo>
                  <a:pt x="0" y="374"/>
                  <a:pt x="31" y="449"/>
                  <a:pt x="86" y="505"/>
                </a:cubicBezTo>
                <a:cubicBezTo>
                  <a:pt x="141" y="560"/>
                  <a:pt x="216" y="591"/>
                  <a:pt x="295" y="591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7728840" y="5355000"/>
            <a:ext cx="329760" cy="329760"/>
          </a:xfrm>
          <a:custGeom>
            <a:avLst/>
            <a:gdLst/>
            <a:ahLst/>
            <a:rect l="0" t="0" r="r" b="b"/>
            <a:pathLst>
              <a:path w="916" h="916">
                <a:moveTo>
                  <a:pt x="459" y="916"/>
                </a:moveTo>
                <a:cubicBezTo>
                  <a:pt x="580" y="916"/>
                  <a:pt x="696" y="868"/>
                  <a:pt x="782" y="782"/>
                </a:cubicBezTo>
                <a:cubicBezTo>
                  <a:pt x="868" y="696"/>
                  <a:pt x="916" y="580"/>
                  <a:pt x="916" y="458"/>
                </a:cubicBezTo>
                <a:cubicBezTo>
                  <a:pt x="916" y="337"/>
                  <a:pt x="868" y="221"/>
                  <a:pt x="782" y="134"/>
                </a:cubicBezTo>
                <a:cubicBezTo>
                  <a:pt x="696" y="48"/>
                  <a:pt x="580" y="0"/>
                  <a:pt x="459" y="0"/>
                </a:cubicBezTo>
                <a:cubicBezTo>
                  <a:pt x="337" y="0"/>
                  <a:pt x="221" y="48"/>
                  <a:pt x="135" y="134"/>
                </a:cubicBezTo>
                <a:cubicBezTo>
                  <a:pt x="50" y="221"/>
                  <a:pt x="0" y="337"/>
                  <a:pt x="0" y="458"/>
                </a:cubicBezTo>
                <a:cubicBezTo>
                  <a:pt x="0" y="580"/>
                  <a:pt x="50" y="696"/>
                  <a:pt x="135" y="782"/>
                </a:cubicBezTo>
                <a:cubicBezTo>
                  <a:pt x="221" y="868"/>
                  <a:pt x="337" y="916"/>
                  <a:pt x="459" y="916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781560" y="2395080"/>
            <a:ext cx="218160" cy="218160"/>
          </a:xfrm>
          <a:custGeom>
            <a:avLst/>
            <a:gdLst/>
            <a:ahLst/>
            <a:rect l="0" t="0" r="r" b="b"/>
            <a:pathLst>
              <a:path w="606" h="606">
                <a:moveTo>
                  <a:pt x="303" y="606"/>
                </a:moveTo>
                <a:cubicBezTo>
                  <a:pt x="383" y="606"/>
                  <a:pt x="460" y="574"/>
                  <a:pt x="517" y="517"/>
                </a:cubicBezTo>
                <a:cubicBezTo>
                  <a:pt x="574" y="461"/>
                  <a:pt x="606" y="384"/>
                  <a:pt x="606" y="304"/>
                </a:cubicBezTo>
                <a:cubicBezTo>
                  <a:pt x="606" y="222"/>
                  <a:pt x="574" y="145"/>
                  <a:pt x="517" y="89"/>
                </a:cubicBezTo>
                <a:cubicBezTo>
                  <a:pt x="460" y="32"/>
                  <a:pt x="383" y="0"/>
                  <a:pt x="303" y="0"/>
                </a:cubicBezTo>
                <a:cubicBezTo>
                  <a:pt x="222" y="0"/>
                  <a:pt x="146" y="32"/>
                  <a:pt x="89" y="89"/>
                </a:cubicBezTo>
                <a:cubicBezTo>
                  <a:pt x="32" y="145"/>
                  <a:pt x="0" y="222"/>
                  <a:pt x="0" y="304"/>
                </a:cubicBezTo>
                <a:cubicBezTo>
                  <a:pt x="0" y="384"/>
                  <a:pt x="32" y="461"/>
                  <a:pt x="89" y="517"/>
                </a:cubicBezTo>
                <a:cubicBezTo>
                  <a:pt x="146" y="574"/>
                  <a:pt x="222" y="606"/>
                  <a:pt x="303" y="606"/>
                </a:cubicBezTo>
                <a:close/>
              </a:path>
            </a:pathLst>
          </a:custGeom>
          <a:solidFill>
            <a:srgbClr val="0099b8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6157800" y="706680"/>
            <a:ext cx="361800" cy="361800"/>
          </a:xfrm>
          <a:custGeom>
            <a:avLst/>
            <a:gdLst/>
            <a:ahLst/>
            <a:rect l="0" t="0" r="r" b="b"/>
            <a:pathLst>
              <a:path w="1005" h="1005">
                <a:moveTo>
                  <a:pt x="503" y="1005"/>
                </a:moveTo>
                <a:cubicBezTo>
                  <a:pt x="636" y="1005"/>
                  <a:pt x="763" y="952"/>
                  <a:pt x="858" y="857"/>
                </a:cubicBezTo>
                <a:cubicBezTo>
                  <a:pt x="952" y="763"/>
                  <a:pt x="1005" y="636"/>
                  <a:pt x="1005" y="502"/>
                </a:cubicBezTo>
                <a:cubicBezTo>
                  <a:pt x="1005" y="368"/>
                  <a:pt x="952" y="241"/>
                  <a:pt x="858" y="147"/>
                </a:cubicBezTo>
                <a:cubicBezTo>
                  <a:pt x="763" y="52"/>
                  <a:pt x="636" y="0"/>
                  <a:pt x="503" y="0"/>
                </a:cubicBezTo>
                <a:cubicBezTo>
                  <a:pt x="368" y="0"/>
                  <a:pt x="241" y="52"/>
                  <a:pt x="147" y="147"/>
                </a:cubicBezTo>
                <a:cubicBezTo>
                  <a:pt x="52" y="241"/>
                  <a:pt x="0" y="368"/>
                  <a:pt x="0" y="502"/>
                </a:cubicBezTo>
                <a:cubicBezTo>
                  <a:pt x="0" y="636"/>
                  <a:pt x="52" y="763"/>
                  <a:pt x="147" y="857"/>
                </a:cubicBezTo>
                <a:cubicBezTo>
                  <a:pt x="241" y="952"/>
                  <a:pt x="368" y="1005"/>
                  <a:pt x="503" y="1005"/>
                </a:cubicBezTo>
                <a:close/>
              </a:path>
            </a:pathLst>
          </a:custGeom>
          <a:solidFill>
            <a:srgbClr val="5a6772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7231320" y="560772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29" y="1159"/>
                  <a:pt x="1044" y="1044"/>
                </a:cubicBezTo>
                <a:cubicBezTo>
                  <a:pt x="1158" y="930"/>
                  <a:pt x="1223" y="773"/>
                  <a:pt x="1223" y="611"/>
                </a:cubicBezTo>
                <a:cubicBezTo>
                  <a:pt x="1223" y="449"/>
                  <a:pt x="1158" y="294"/>
                  <a:pt x="1044" y="179"/>
                </a:cubicBezTo>
                <a:cubicBezTo>
                  <a:pt x="929" y="65"/>
                  <a:pt x="774" y="0"/>
                  <a:pt x="612" y="0"/>
                </a:cubicBezTo>
                <a:cubicBezTo>
                  <a:pt x="450" y="0"/>
                  <a:pt x="294" y="65"/>
                  <a:pt x="180" y="179"/>
                </a:cubicBezTo>
                <a:cubicBezTo>
                  <a:pt x="64" y="294"/>
                  <a:pt x="0" y="449"/>
                  <a:pt x="0" y="611"/>
                </a:cubicBezTo>
                <a:cubicBezTo>
                  <a:pt x="0" y="773"/>
                  <a:pt x="64" y="930"/>
                  <a:pt x="180" y="1044"/>
                </a:cubicBezTo>
                <a:cubicBezTo>
                  <a:pt x="294" y="1159"/>
                  <a:pt x="450" y="1223"/>
                  <a:pt x="612" y="1223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4087080" y="6350760"/>
            <a:ext cx="212760" cy="213120"/>
          </a:xfrm>
          <a:custGeom>
            <a:avLst/>
            <a:gdLst/>
            <a:ahLst/>
            <a:rect l="0" t="0" r="r" b="b"/>
            <a:pathLst>
              <a:path w="591" h="592">
                <a:moveTo>
                  <a:pt x="296" y="592"/>
                </a:moveTo>
                <a:cubicBezTo>
                  <a:pt x="374" y="592"/>
                  <a:pt x="449" y="561"/>
                  <a:pt x="504" y="505"/>
                </a:cubicBezTo>
                <a:cubicBezTo>
                  <a:pt x="560" y="450"/>
                  <a:pt x="591" y="375"/>
                  <a:pt x="591" y="296"/>
                </a:cubicBezTo>
                <a:cubicBezTo>
                  <a:pt x="591" y="217"/>
                  <a:pt x="560" y="142"/>
                  <a:pt x="504" y="87"/>
                </a:cubicBezTo>
                <a:cubicBezTo>
                  <a:pt x="449" y="32"/>
                  <a:pt x="374" y="0"/>
                  <a:pt x="296" y="0"/>
                </a:cubicBezTo>
                <a:cubicBezTo>
                  <a:pt x="217" y="0"/>
                  <a:pt x="141" y="32"/>
                  <a:pt x="86" y="87"/>
                </a:cubicBezTo>
                <a:cubicBezTo>
                  <a:pt x="31" y="142"/>
                  <a:pt x="0" y="217"/>
                  <a:pt x="0" y="296"/>
                </a:cubicBezTo>
                <a:cubicBezTo>
                  <a:pt x="0" y="375"/>
                  <a:pt x="31" y="450"/>
                  <a:pt x="86" y="505"/>
                </a:cubicBezTo>
                <a:cubicBezTo>
                  <a:pt x="141" y="561"/>
                  <a:pt x="217" y="592"/>
                  <a:pt x="296" y="592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8678880" y="266184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9" y="559"/>
                  <a:pt x="505" y="504"/>
                </a:cubicBezTo>
                <a:cubicBezTo>
                  <a:pt x="560" y="448"/>
                  <a:pt x="591" y="373"/>
                  <a:pt x="591" y="295"/>
                </a:cubicBezTo>
                <a:cubicBezTo>
                  <a:pt x="591" y="217"/>
                  <a:pt x="560" y="142"/>
                  <a:pt x="505" y="86"/>
                </a:cubicBezTo>
                <a:cubicBezTo>
                  <a:pt x="449" y="31"/>
                  <a:pt x="373" y="0"/>
                  <a:pt x="295" y="0"/>
                </a:cubicBezTo>
                <a:cubicBezTo>
                  <a:pt x="217" y="0"/>
                  <a:pt x="142" y="31"/>
                  <a:pt x="86" y="86"/>
                </a:cubicBezTo>
                <a:cubicBezTo>
                  <a:pt x="31" y="142"/>
                  <a:pt x="0" y="217"/>
                  <a:pt x="0" y="295"/>
                </a:cubicBezTo>
                <a:cubicBezTo>
                  <a:pt x="0" y="373"/>
                  <a:pt x="31" y="448"/>
                  <a:pt x="86" y="504"/>
                </a:cubicBezTo>
                <a:cubicBezTo>
                  <a:pt x="142" y="559"/>
                  <a:pt x="217" y="591"/>
                  <a:pt x="295" y="591"/>
                </a:cubicBezTo>
                <a:close/>
              </a:path>
            </a:pathLst>
          </a:custGeom>
          <a:solidFill>
            <a:srgbClr val="5a6772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3324600" y="622512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5" y="591"/>
                </a:moveTo>
                <a:cubicBezTo>
                  <a:pt x="373" y="591"/>
                  <a:pt x="448" y="560"/>
                  <a:pt x="504" y="505"/>
                </a:cubicBezTo>
                <a:cubicBezTo>
                  <a:pt x="560" y="450"/>
                  <a:pt x="591" y="375"/>
                  <a:pt x="591" y="296"/>
                </a:cubicBezTo>
                <a:cubicBezTo>
                  <a:pt x="591" y="218"/>
                  <a:pt x="560" y="143"/>
                  <a:pt x="504" y="87"/>
                </a:cubicBezTo>
                <a:cubicBezTo>
                  <a:pt x="448" y="31"/>
                  <a:pt x="373" y="0"/>
                  <a:pt x="295" y="0"/>
                </a:cubicBezTo>
                <a:cubicBezTo>
                  <a:pt x="216" y="0"/>
                  <a:pt x="141" y="31"/>
                  <a:pt x="86" y="87"/>
                </a:cubicBezTo>
                <a:cubicBezTo>
                  <a:pt x="31" y="143"/>
                  <a:pt x="0" y="218"/>
                  <a:pt x="0" y="296"/>
                </a:cubicBezTo>
                <a:cubicBezTo>
                  <a:pt x="0" y="375"/>
                  <a:pt x="31" y="450"/>
                  <a:pt x="86" y="505"/>
                </a:cubicBezTo>
                <a:cubicBezTo>
                  <a:pt x="141" y="560"/>
                  <a:pt x="216" y="591"/>
                  <a:pt x="295" y="591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5156640" y="2194920"/>
            <a:ext cx="391680" cy="391320"/>
          </a:xfrm>
          <a:custGeom>
            <a:avLst/>
            <a:gdLst/>
            <a:ahLst/>
            <a:rect l="0" t="0" r="r" b="b"/>
            <a:pathLst>
              <a:path w="1088" h="1087">
                <a:moveTo>
                  <a:pt x="544" y="1087"/>
                </a:moveTo>
                <a:cubicBezTo>
                  <a:pt x="688" y="1087"/>
                  <a:pt x="827" y="1030"/>
                  <a:pt x="928" y="927"/>
                </a:cubicBezTo>
                <a:cubicBezTo>
                  <a:pt x="1030" y="825"/>
                  <a:pt x="1088" y="687"/>
                  <a:pt x="1088" y="543"/>
                </a:cubicBezTo>
                <a:cubicBezTo>
                  <a:pt x="1088" y="399"/>
                  <a:pt x="1030" y="261"/>
                  <a:pt x="928" y="159"/>
                </a:cubicBezTo>
                <a:cubicBezTo>
                  <a:pt x="827" y="57"/>
                  <a:pt x="688" y="0"/>
                  <a:pt x="544" y="0"/>
                </a:cubicBezTo>
                <a:cubicBezTo>
                  <a:pt x="400" y="0"/>
                  <a:pt x="261" y="57"/>
                  <a:pt x="159" y="159"/>
                </a:cubicBezTo>
                <a:cubicBezTo>
                  <a:pt x="58" y="261"/>
                  <a:pt x="0" y="399"/>
                  <a:pt x="0" y="543"/>
                </a:cubicBezTo>
                <a:cubicBezTo>
                  <a:pt x="0" y="687"/>
                  <a:pt x="58" y="825"/>
                  <a:pt x="159" y="927"/>
                </a:cubicBezTo>
                <a:cubicBezTo>
                  <a:pt x="261" y="1030"/>
                  <a:pt x="400" y="1087"/>
                  <a:pt x="544" y="1087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7514280" y="1364760"/>
            <a:ext cx="213120" cy="212760"/>
          </a:xfrm>
          <a:custGeom>
            <a:avLst/>
            <a:gdLst/>
            <a:ahLst/>
            <a:rect l="0" t="0" r="r" b="b"/>
            <a:pathLst>
              <a:path w="592" h="591">
                <a:moveTo>
                  <a:pt x="296" y="591"/>
                </a:moveTo>
                <a:cubicBezTo>
                  <a:pt x="375" y="591"/>
                  <a:pt x="450" y="560"/>
                  <a:pt x="505" y="505"/>
                </a:cubicBezTo>
                <a:cubicBezTo>
                  <a:pt x="560" y="450"/>
                  <a:pt x="592" y="375"/>
                  <a:pt x="592" y="296"/>
                </a:cubicBezTo>
                <a:cubicBezTo>
                  <a:pt x="592" y="218"/>
                  <a:pt x="560" y="143"/>
                  <a:pt x="505" y="88"/>
                </a:cubicBezTo>
                <a:cubicBezTo>
                  <a:pt x="450" y="31"/>
                  <a:pt x="375" y="0"/>
                  <a:pt x="296" y="0"/>
                </a:cubicBezTo>
                <a:cubicBezTo>
                  <a:pt x="218" y="0"/>
                  <a:pt x="143" y="31"/>
                  <a:pt x="88" y="88"/>
                </a:cubicBezTo>
                <a:cubicBezTo>
                  <a:pt x="31" y="143"/>
                  <a:pt x="0" y="218"/>
                  <a:pt x="0" y="296"/>
                </a:cubicBezTo>
                <a:cubicBezTo>
                  <a:pt x="0" y="375"/>
                  <a:pt x="31" y="450"/>
                  <a:pt x="88" y="505"/>
                </a:cubicBezTo>
                <a:cubicBezTo>
                  <a:pt x="143" y="560"/>
                  <a:pt x="218" y="591"/>
                  <a:pt x="296" y="591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3596040" y="346176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30" y="1159"/>
                  <a:pt x="1044" y="1044"/>
                </a:cubicBezTo>
                <a:cubicBezTo>
                  <a:pt x="1159" y="930"/>
                  <a:pt x="1223" y="774"/>
                  <a:pt x="1223" y="611"/>
                </a:cubicBezTo>
                <a:cubicBezTo>
                  <a:pt x="1223" y="449"/>
                  <a:pt x="1159" y="294"/>
                  <a:pt x="1044" y="179"/>
                </a:cubicBezTo>
                <a:cubicBezTo>
                  <a:pt x="930" y="64"/>
                  <a:pt x="774" y="0"/>
                  <a:pt x="612" y="0"/>
                </a:cubicBezTo>
                <a:cubicBezTo>
                  <a:pt x="450" y="0"/>
                  <a:pt x="294" y="64"/>
                  <a:pt x="179" y="179"/>
                </a:cubicBezTo>
                <a:cubicBezTo>
                  <a:pt x="65" y="294"/>
                  <a:pt x="0" y="449"/>
                  <a:pt x="0" y="611"/>
                </a:cubicBezTo>
                <a:cubicBezTo>
                  <a:pt x="0" y="774"/>
                  <a:pt x="65" y="930"/>
                  <a:pt x="179" y="1044"/>
                </a:cubicBezTo>
                <a:cubicBezTo>
                  <a:pt x="294" y="1159"/>
                  <a:pt x="450" y="1223"/>
                  <a:pt x="612" y="1223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618840" y="2729880"/>
            <a:ext cx="267840" cy="267840"/>
          </a:xfrm>
          <a:custGeom>
            <a:avLst/>
            <a:gdLst/>
            <a:ahLst/>
            <a:rect l="0" t="0" r="r" b="b"/>
            <a:pathLst>
              <a:path w="744" h="744">
                <a:moveTo>
                  <a:pt x="372" y="744"/>
                </a:moveTo>
                <a:cubicBezTo>
                  <a:pt x="471" y="744"/>
                  <a:pt x="565" y="705"/>
                  <a:pt x="635" y="635"/>
                </a:cubicBezTo>
                <a:cubicBezTo>
                  <a:pt x="705" y="566"/>
                  <a:pt x="744" y="471"/>
                  <a:pt x="744" y="373"/>
                </a:cubicBezTo>
                <a:cubicBezTo>
                  <a:pt x="744" y="274"/>
                  <a:pt x="705" y="178"/>
                  <a:pt x="635" y="109"/>
                </a:cubicBezTo>
                <a:cubicBezTo>
                  <a:pt x="565" y="39"/>
                  <a:pt x="471" y="0"/>
                  <a:pt x="372" y="0"/>
                </a:cubicBezTo>
                <a:cubicBezTo>
                  <a:pt x="274" y="0"/>
                  <a:pt x="179" y="39"/>
                  <a:pt x="109" y="109"/>
                </a:cubicBezTo>
                <a:cubicBezTo>
                  <a:pt x="39" y="178"/>
                  <a:pt x="0" y="274"/>
                  <a:pt x="0" y="373"/>
                </a:cubicBezTo>
                <a:cubicBezTo>
                  <a:pt x="0" y="471"/>
                  <a:pt x="39" y="566"/>
                  <a:pt x="109" y="635"/>
                </a:cubicBezTo>
                <a:cubicBezTo>
                  <a:pt x="179" y="705"/>
                  <a:pt x="274" y="744"/>
                  <a:pt x="372" y="744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8780040" y="3172680"/>
            <a:ext cx="212760" cy="212760"/>
          </a:xfrm>
          <a:custGeom>
            <a:avLst/>
            <a:gdLst/>
            <a:ahLst/>
            <a:rect l="0" t="0" r="r" b="b"/>
            <a:pathLst>
              <a:path w="591" h="591">
                <a:moveTo>
                  <a:pt x="296" y="591"/>
                </a:moveTo>
                <a:cubicBezTo>
                  <a:pt x="374" y="591"/>
                  <a:pt x="449" y="560"/>
                  <a:pt x="504" y="505"/>
                </a:cubicBezTo>
                <a:cubicBezTo>
                  <a:pt x="560" y="449"/>
                  <a:pt x="591" y="374"/>
                  <a:pt x="591" y="295"/>
                </a:cubicBezTo>
                <a:cubicBezTo>
                  <a:pt x="591" y="217"/>
                  <a:pt x="560" y="141"/>
                  <a:pt x="504" y="86"/>
                </a:cubicBezTo>
                <a:cubicBezTo>
                  <a:pt x="449" y="31"/>
                  <a:pt x="374" y="0"/>
                  <a:pt x="296" y="0"/>
                </a:cubicBezTo>
                <a:cubicBezTo>
                  <a:pt x="217" y="0"/>
                  <a:pt x="142" y="31"/>
                  <a:pt x="86" y="86"/>
                </a:cubicBezTo>
                <a:cubicBezTo>
                  <a:pt x="31" y="141"/>
                  <a:pt x="0" y="217"/>
                  <a:pt x="0" y="295"/>
                </a:cubicBezTo>
                <a:cubicBezTo>
                  <a:pt x="0" y="374"/>
                  <a:pt x="31" y="449"/>
                  <a:pt x="86" y="505"/>
                </a:cubicBezTo>
                <a:cubicBezTo>
                  <a:pt x="142" y="560"/>
                  <a:pt x="217" y="591"/>
                  <a:pt x="296" y="591"/>
                </a:cubicBezTo>
                <a:close/>
              </a:path>
            </a:pathLst>
          </a:custGeom>
          <a:solidFill>
            <a:srgbClr val="c11456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104" name=""/>
          <p:cNvSpPr/>
          <p:nvPr/>
        </p:nvSpPr>
        <p:spPr>
          <a:xfrm>
            <a:off x="6372360" y="1968120"/>
            <a:ext cx="440280" cy="440280"/>
          </a:xfrm>
          <a:custGeom>
            <a:avLst/>
            <a:gdLst/>
            <a:ahLst/>
            <a:rect l="0" t="0" r="r" b="b"/>
            <a:pathLst>
              <a:path w="1223" h="1223">
                <a:moveTo>
                  <a:pt x="612" y="1223"/>
                </a:moveTo>
                <a:cubicBezTo>
                  <a:pt x="774" y="1223"/>
                  <a:pt x="930" y="1158"/>
                  <a:pt x="1044" y="1044"/>
                </a:cubicBezTo>
                <a:cubicBezTo>
                  <a:pt x="1159" y="929"/>
                  <a:pt x="1223" y="774"/>
                  <a:pt x="1223" y="612"/>
                </a:cubicBezTo>
                <a:cubicBezTo>
                  <a:pt x="1223" y="450"/>
                  <a:pt x="1159" y="294"/>
                  <a:pt x="1044" y="180"/>
                </a:cubicBezTo>
                <a:cubicBezTo>
                  <a:pt x="930" y="65"/>
                  <a:pt x="774" y="0"/>
                  <a:pt x="612" y="0"/>
                </a:cubicBezTo>
                <a:cubicBezTo>
                  <a:pt x="450" y="0"/>
                  <a:pt x="295" y="65"/>
                  <a:pt x="180" y="180"/>
                </a:cubicBezTo>
                <a:cubicBezTo>
                  <a:pt x="65" y="294"/>
                  <a:pt x="0" y="450"/>
                  <a:pt x="0" y="612"/>
                </a:cubicBezTo>
                <a:cubicBezTo>
                  <a:pt x="0" y="774"/>
                  <a:pt x="65" y="929"/>
                  <a:pt x="180" y="1044"/>
                </a:cubicBezTo>
                <a:cubicBezTo>
                  <a:pt x="295" y="1158"/>
                  <a:pt x="450" y="1223"/>
                  <a:pt x="612" y="1223"/>
                </a:cubicBezTo>
                <a:close/>
              </a:path>
            </a:pathLst>
          </a:custGeom>
          <a:solidFill>
            <a:srgbClr val="d4a300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105" name=""/>
          <p:cNvSpPr/>
          <p:nvPr/>
        </p:nvSpPr>
        <p:spPr>
          <a:xfrm>
            <a:off x="8650440" y="3670200"/>
            <a:ext cx="304920" cy="305280"/>
          </a:xfrm>
          <a:custGeom>
            <a:avLst/>
            <a:gdLst/>
            <a:ahLst/>
            <a:rect l="0" t="0" r="r" b="b"/>
            <a:pathLst>
              <a:path w="847" h="848">
                <a:moveTo>
                  <a:pt x="424" y="848"/>
                </a:moveTo>
                <a:cubicBezTo>
                  <a:pt x="536" y="848"/>
                  <a:pt x="644" y="803"/>
                  <a:pt x="723" y="724"/>
                </a:cubicBezTo>
                <a:cubicBezTo>
                  <a:pt x="803" y="644"/>
                  <a:pt x="847" y="537"/>
                  <a:pt x="847" y="424"/>
                </a:cubicBezTo>
                <a:cubicBezTo>
                  <a:pt x="847" y="311"/>
                  <a:pt x="803" y="203"/>
                  <a:pt x="723" y="124"/>
                </a:cubicBezTo>
                <a:cubicBezTo>
                  <a:pt x="644" y="45"/>
                  <a:pt x="536" y="0"/>
                  <a:pt x="424" y="0"/>
                </a:cubicBezTo>
                <a:cubicBezTo>
                  <a:pt x="312" y="0"/>
                  <a:pt x="204" y="45"/>
                  <a:pt x="125" y="124"/>
                </a:cubicBezTo>
                <a:cubicBezTo>
                  <a:pt x="44" y="203"/>
                  <a:pt x="0" y="311"/>
                  <a:pt x="0" y="424"/>
                </a:cubicBezTo>
                <a:cubicBezTo>
                  <a:pt x="0" y="537"/>
                  <a:pt x="44" y="644"/>
                  <a:pt x="125" y="724"/>
                </a:cubicBezTo>
                <a:cubicBezTo>
                  <a:pt x="204" y="803"/>
                  <a:pt x="312" y="848"/>
                  <a:pt x="424" y="848"/>
                </a:cubicBezTo>
                <a:close/>
              </a:path>
            </a:pathLst>
          </a:custGeom>
          <a:solidFill>
            <a:srgbClr val="5a6772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2196000" y="5789520"/>
            <a:ext cx="311400" cy="311400"/>
          </a:xfrm>
          <a:custGeom>
            <a:avLst/>
            <a:gdLst/>
            <a:ahLst/>
            <a:rect l="0" t="0" r="r" b="b"/>
            <a:pathLst>
              <a:path w="865" h="865">
                <a:moveTo>
                  <a:pt x="433" y="865"/>
                </a:moveTo>
                <a:cubicBezTo>
                  <a:pt x="548" y="865"/>
                  <a:pt x="658" y="820"/>
                  <a:pt x="739" y="738"/>
                </a:cubicBezTo>
                <a:cubicBezTo>
                  <a:pt x="820" y="657"/>
                  <a:pt x="865" y="547"/>
                  <a:pt x="865" y="432"/>
                </a:cubicBezTo>
                <a:cubicBezTo>
                  <a:pt x="865" y="318"/>
                  <a:pt x="820" y="208"/>
                  <a:pt x="739" y="127"/>
                </a:cubicBezTo>
                <a:cubicBezTo>
                  <a:pt x="658" y="46"/>
                  <a:pt x="548" y="0"/>
                  <a:pt x="433" y="0"/>
                </a:cubicBezTo>
                <a:cubicBezTo>
                  <a:pt x="318" y="0"/>
                  <a:pt x="208" y="46"/>
                  <a:pt x="127" y="127"/>
                </a:cubicBezTo>
                <a:cubicBezTo>
                  <a:pt x="46" y="208"/>
                  <a:pt x="0" y="318"/>
                  <a:pt x="0" y="432"/>
                </a:cubicBezTo>
                <a:cubicBezTo>
                  <a:pt x="0" y="547"/>
                  <a:pt x="46" y="657"/>
                  <a:pt x="127" y="738"/>
                </a:cubicBezTo>
                <a:cubicBezTo>
                  <a:pt x="208" y="820"/>
                  <a:pt x="318" y="865"/>
                  <a:pt x="433" y="865"/>
                </a:cubicBezTo>
                <a:close/>
              </a:path>
            </a:pathLst>
          </a:custGeom>
          <a:solidFill>
            <a:srgbClr val="7a3aad">
              <a:alpha val="95000"/>
            </a:srgbClr>
          </a:solidFill>
          <a:ln w="3168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107" name=""/>
          <p:cNvSpPr txBox="1"/>
          <p:nvPr/>
        </p:nvSpPr>
        <p:spPr>
          <a:xfrm>
            <a:off x="4235760" y="451800"/>
            <a:ext cx="729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>
            <a:off x="8038080" y="1737000"/>
            <a:ext cx="994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G2M Checkpoint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>
            <a:off x="3411720" y="2419200"/>
            <a:ext cx="943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Myc Targets V1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>
            <a:off x="1077840" y="1985040"/>
            <a:ext cx="1608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Epithelial Mesenchymal Tr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4149000" y="1271160"/>
            <a:ext cx="943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1422720" y="1131480"/>
            <a:ext cx="720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Myogenesis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3" name=""/>
          <p:cNvSpPr txBox="1"/>
          <p:nvPr/>
        </p:nvSpPr>
        <p:spPr>
          <a:xfrm>
            <a:off x="8387280" y="4972680"/>
            <a:ext cx="919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Mitotic Spindle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834840" y="5545800"/>
            <a:ext cx="1037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Mtorc1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92160" y="4249080"/>
            <a:ext cx="910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Apical Junction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6" name=""/>
          <p:cNvSpPr txBox="1"/>
          <p:nvPr/>
        </p:nvSpPr>
        <p:spPr>
          <a:xfrm>
            <a:off x="4582080" y="6236640"/>
            <a:ext cx="1665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Unfolded Protein 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6267960" y="6096240"/>
            <a:ext cx="991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Uv Response Dn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8" name=""/>
          <p:cNvSpPr txBox="1"/>
          <p:nvPr/>
        </p:nvSpPr>
        <p:spPr>
          <a:xfrm>
            <a:off x="3181320" y="4592880"/>
            <a:ext cx="492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Hypoxia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9" name=""/>
          <p:cNvSpPr txBox="1"/>
          <p:nvPr/>
        </p:nvSpPr>
        <p:spPr>
          <a:xfrm>
            <a:off x="4174920" y="622440"/>
            <a:ext cx="1398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Xenobiotic Metabolism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93960" y="3330720"/>
            <a:ext cx="1089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Kras Signaling Up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1" name=""/>
          <p:cNvSpPr txBox="1"/>
          <p:nvPr/>
        </p:nvSpPr>
        <p:spPr>
          <a:xfrm>
            <a:off x="7017480" y="4491360"/>
            <a:ext cx="1446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Inflammatory 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2" name=""/>
          <p:cNvSpPr txBox="1"/>
          <p:nvPr/>
        </p:nvSpPr>
        <p:spPr>
          <a:xfrm>
            <a:off x="5954400" y="5680080"/>
            <a:ext cx="1607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Wnt Beta Catenin Signalin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3" name=""/>
          <p:cNvSpPr txBox="1"/>
          <p:nvPr/>
        </p:nvSpPr>
        <p:spPr>
          <a:xfrm>
            <a:off x="5175720" y="1718280"/>
            <a:ext cx="817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Adipogenesis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4" name=""/>
          <p:cNvSpPr txBox="1"/>
          <p:nvPr/>
        </p:nvSpPr>
        <p:spPr>
          <a:xfrm>
            <a:off x="7236360" y="3607200"/>
            <a:ext cx="1635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Interferon Alpha 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5" name=""/>
          <p:cNvSpPr txBox="1"/>
          <p:nvPr/>
        </p:nvSpPr>
        <p:spPr>
          <a:xfrm>
            <a:off x="1274760" y="3441960"/>
            <a:ext cx="770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Complement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6" name=""/>
          <p:cNvSpPr txBox="1"/>
          <p:nvPr/>
        </p:nvSpPr>
        <p:spPr>
          <a:xfrm>
            <a:off x="8180640" y="5135760"/>
            <a:ext cx="1126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Tgf Beta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7" name=""/>
          <p:cNvSpPr txBox="1"/>
          <p:nvPr/>
        </p:nvSpPr>
        <p:spPr>
          <a:xfrm>
            <a:off x="92880" y="3799800"/>
            <a:ext cx="989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Uv Response Up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8" name=""/>
          <p:cNvSpPr txBox="1"/>
          <p:nvPr/>
        </p:nvSpPr>
        <p:spPr>
          <a:xfrm>
            <a:off x="6362640" y="3460320"/>
            <a:ext cx="1747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Interferon Gamma 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9" name=""/>
          <p:cNvSpPr txBox="1"/>
          <p:nvPr/>
        </p:nvSpPr>
        <p:spPr>
          <a:xfrm>
            <a:off x="1123560" y="3029400"/>
            <a:ext cx="817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Angiogenesis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0" name=""/>
          <p:cNvSpPr txBox="1"/>
          <p:nvPr/>
        </p:nvSpPr>
        <p:spPr>
          <a:xfrm>
            <a:off x="5817960" y="4183200"/>
            <a:ext cx="1145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Allograft Rejection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1" name=""/>
          <p:cNvSpPr txBox="1"/>
          <p:nvPr/>
        </p:nvSpPr>
        <p:spPr>
          <a:xfrm>
            <a:off x="4948560" y="6432120"/>
            <a:ext cx="793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P53 Pathway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2" name=""/>
          <p:cNvSpPr txBox="1"/>
          <p:nvPr/>
        </p:nvSpPr>
        <p:spPr>
          <a:xfrm>
            <a:off x="8339760" y="2136600"/>
            <a:ext cx="968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Notch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3" name=""/>
          <p:cNvSpPr txBox="1"/>
          <p:nvPr/>
        </p:nvSpPr>
        <p:spPr>
          <a:xfrm>
            <a:off x="7014600" y="958320"/>
            <a:ext cx="1090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Kras Signaling Dn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4" name=""/>
          <p:cNvSpPr txBox="1"/>
          <p:nvPr/>
        </p:nvSpPr>
        <p:spPr>
          <a:xfrm>
            <a:off x="2498400" y="2669400"/>
            <a:ext cx="7336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Coagulation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5" name=""/>
          <p:cNvSpPr txBox="1"/>
          <p:nvPr/>
        </p:nvSpPr>
        <p:spPr>
          <a:xfrm>
            <a:off x="642600" y="5129280"/>
            <a:ext cx="677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Dna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6" name=""/>
          <p:cNvSpPr txBox="1"/>
          <p:nvPr/>
        </p:nvSpPr>
        <p:spPr>
          <a:xfrm>
            <a:off x="91440" y="4683240"/>
            <a:ext cx="1096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Heme Metabolism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7" name=""/>
          <p:cNvSpPr txBox="1"/>
          <p:nvPr/>
        </p:nvSpPr>
        <p:spPr>
          <a:xfrm>
            <a:off x="1991520" y="4547520"/>
            <a:ext cx="605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Apoptosis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8" name=""/>
          <p:cNvSpPr txBox="1"/>
          <p:nvPr/>
        </p:nvSpPr>
        <p:spPr>
          <a:xfrm>
            <a:off x="7791480" y="4841640"/>
            <a:ext cx="1520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Estrogen Response Early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9" name=""/>
          <p:cNvSpPr txBox="1"/>
          <p:nvPr/>
        </p:nvSpPr>
        <p:spPr>
          <a:xfrm>
            <a:off x="1684080" y="1501560"/>
            <a:ext cx="1204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Pancreas Beta Cells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0" name=""/>
          <p:cNvSpPr txBox="1"/>
          <p:nvPr/>
        </p:nvSpPr>
        <p:spPr>
          <a:xfrm>
            <a:off x="1742040" y="1000080"/>
            <a:ext cx="11286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Il2 Stat5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1" name=""/>
          <p:cNvSpPr txBox="1"/>
          <p:nvPr/>
        </p:nvSpPr>
        <p:spPr>
          <a:xfrm>
            <a:off x="2389680" y="726480"/>
            <a:ext cx="1351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Il6 Jak Stat3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2" name=""/>
          <p:cNvSpPr txBox="1"/>
          <p:nvPr/>
        </p:nvSpPr>
        <p:spPr>
          <a:xfrm>
            <a:off x="6674760" y="5517720"/>
            <a:ext cx="1276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Bile Acid Metabolism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3" name=""/>
          <p:cNvSpPr txBox="1"/>
          <p:nvPr/>
        </p:nvSpPr>
        <p:spPr>
          <a:xfrm>
            <a:off x="808920" y="2368800"/>
            <a:ext cx="164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Reactive Oxygen Species P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4" name=""/>
          <p:cNvSpPr txBox="1"/>
          <p:nvPr/>
        </p:nvSpPr>
        <p:spPr>
          <a:xfrm>
            <a:off x="6258240" y="752040"/>
            <a:ext cx="1061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Spermatogenesis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5" name=""/>
          <p:cNvSpPr txBox="1"/>
          <p:nvPr/>
        </p:nvSpPr>
        <p:spPr>
          <a:xfrm>
            <a:off x="7612920" y="5783400"/>
            <a:ext cx="1478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Estrogen Response Late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6" name=""/>
          <p:cNvSpPr txBox="1"/>
          <p:nvPr/>
        </p:nvSpPr>
        <p:spPr>
          <a:xfrm>
            <a:off x="3081240" y="6454800"/>
            <a:ext cx="1232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Hedgehog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7" name=""/>
          <p:cNvSpPr txBox="1"/>
          <p:nvPr/>
        </p:nvSpPr>
        <p:spPr>
          <a:xfrm>
            <a:off x="8430480" y="2633040"/>
            <a:ext cx="8769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Apical Surface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8" name=""/>
          <p:cNvSpPr txBox="1"/>
          <p:nvPr/>
        </p:nvSpPr>
        <p:spPr>
          <a:xfrm>
            <a:off x="2888280" y="6129720"/>
            <a:ext cx="1456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Pi3K Akt Mtor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9" name=""/>
          <p:cNvSpPr txBox="1"/>
          <p:nvPr/>
        </p:nvSpPr>
        <p:spPr>
          <a:xfrm>
            <a:off x="5388120" y="2346480"/>
            <a:ext cx="1369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Fatty Acid Metabolism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7542720" y="1332720"/>
            <a:ext cx="712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Peroxisome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1" name=""/>
          <p:cNvSpPr txBox="1"/>
          <p:nvPr/>
        </p:nvSpPr>
        <p:spPr>
          <a:xfrm>
            <a:off x="3736800" y="3546360"/>
            <a:ext cx="605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Glycolysis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2" name=""/>
          <p:cNvSpPr txBox="1"/>
          <p:nvPr/>
        </p:nvSpPr>
        <p:spPr>
          <a:xfrm>
            <a:off x="671040" y="2728800"/>
            <a:ext cx="1512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Cholesterol Homeostasis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7563600" y="3276360"/>
            <a:ext cx="1437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Tnfa Signaling Via Nfkb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6633360" y="2144160"/>
            <a:ext cx="1619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Oxidative Phosphorylation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5" name=""/>
          <p:cNvSpPr txBox="1"/>
          <p:nvPr/>
        </p:nvSpPr>
        <p:spPr>
          <a:xfrm>
            <a:off x="7859520" y="3820680"/>
            <a:ext cx="1067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Protein Secretion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4331880" y="531720"/>
            <a:ext cx="236880" cy="111960"/>
          </a:xfrm>
          <a:custGeom>
            <a:avLst/>
            <a:gdLst/>
            <a:ahLst/>
            <a:rect l="0" t="0" r="r" b="b"/>
            <a:pathLst>
              <a:path fill="none" w="658" h="311">
                <a:moveTo>
                  <a:pt x="658" y="0"/>
                </a:moveTo>
                <a:cubicBezTo>
                  <a:pt x="439" y="103"/>
                  <a:pt x="220" y="206"/>
                  <a:pt x="0" y="311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57" name=""/>
          <p:cNvSpPr/>
          <p:nvPr/>
        </p:nvSpPr>
        <p:spPr>
          <a:xfrm>
            <a:off x="8142840" y="1809720"/>
            <a:ext cx="365760" cy="58680"/>
          </a:xfrm>
          <a:custGeom>
            <a:avLst/>
            <a:gdLst/>
            <a:ahLst/>
            <a:rect l="0" t="0" r="r" b="b"/>
            <a:pathLst>
              <a:path fill="none" w="1016" h="163">
                <a:moveTo>
                  <a:pt x="1016" y="0"/>
                </a:moveTo>
                <a:cubicBezTo>
                  <a:pt x="678" y="54"/>
                  <a:pt x="339" y="109"/>
                  <a:pt x="0" y="163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3900240" y="2434320"/>
            <a:ext cx="307800" cy="50400"/>
          </a:xfrm>
          <a:custGeom>
            <a:avLst/>
            <a:gdLst/>
            <a:ahLst/>
            <a:rect l="0" t="0" r="r" b="b"/>
            <a:pathLst>
              <a:path fill="none" w="855" h="140">
                <a:moveTo>
                  <a:pt x="0" y="140"/>
                </a:moveTo>
                <a:cubicBezTo>
                  <a:pt x="285" y="94"/>
                  <a:pt x="569" y="46"/>
                  <a:pt x="855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1184760" y="2056320"/>
            <a:ext cx="664560" cy="61920"/>
          </a:xfrm>
          <a:custGeom>
            <a:avLst/>
            <a:gdLst/>
            <a:ahLst/>
            <a:rect l="0" t="0" r="r" b="b"/>
            <a:pathLst>
              <a:path fill="none" w="1846" h="172">
                <a:moveTo>
                  <a:pt x="1846" y="0"/>
                </a:moveTo>
                <a:cubicBezTo>
                  <a:pt x="1230" y="58"/>
                  <a:pt x="615" y="115"/>
                  <a:pt x="0" y="172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0" name=""/>
          <p:cNvSpPr/>
          <p:nvPr/>
        </p:nvSpPr>
        <p:spPr>
          <a:xfrm>
            <a:off x="8454600" y="4986720"/>
            <a:ext cx="366120" cy="51480"/>
          </a:xfrm>
          <a:custGeom>
            <a:avLst/>
            <a:gdLst/>
            <a:ahLst/>
            <a:rect l="0" t="0" r="r" b="b"/>
            <a:pathLst>
              <a:path fill="none" w="1017" h="143">
                <a:moveTo>
                  <a:pt x="1017" y="143"/>
                </a:moveTo>
                <a:cubicBezTo>
                  <a:pt x="679" y="94"/>
                  <a:pt x="339" y="47"/>
                  <a:pt x="0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1" name=""/>
          <p:cNvSpPr/>
          <p:nvPr/>
        </p:nvSpPr>
        <p:spPr>
          <a:xfrm>
            <a:off x="1376280" y="5552280"/>
            <a:ext cx="349200" cy="58320"/>
          </a:xfrm>
          <a:custGeom>
            <a:avLst/>
            <a:gdLst/>
            <a:ahLst/>
            <a:rect l="0" t="0" r="r" b="b"/>
            <a:pathLst>
              <a:path fill="none" w="970" h="162">
                <a:moveTo>
                  <a:pt x="0" y="162"/>
                </a:moveTo>
                <a:cubicBezTo>
                  <a:pt x="323" y="107"/>
                  <a:pt x="647" y="54"/>
                  <a:pt x="970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2" name=""/>
          <p:cNvSpPr/>
          <p:nvPr/>
        </p:nvSpPr>
        <p:spPr>
          <a:xfrm>
            <a:off x="570240" y="4250880"/>
            <a:ext cx="268560" cy="61200"/>
          </a:xfrm>
          <a:custGeom>
            <a:avLst/>
            <a:gdLst/>
            <a:ahLst/>
            <a:rect l="0" t="0" r="r" b="b"/>
            <a:pathLst>
              <a:path fill="none" w="746" h="170">
                <a:moveTo>
                  <a:pt x="0" y="170"/>
                </a:moveTo>
                <a:cubicBezTo>
                  <a:pt x="248" y="114"/>
                  <a:pt x="498" y="58"/>
                  <a:pt x="746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3" name=""/>
          <p:cNvSpPr/>
          <p:nvPr/>
        </p:nvSpPr>
        <p:spPr>
          <a:xfrm>
            <a:off x="5434920" y="6312600"/>
            <a:ext cx="164160" cy="50760"/>
          </a:xfrm>
          <a:custGeom>
            <a:avLst/>
            <a:gdLst/>
            <a:ahLst/>
            <a:rect l="0" t="0" r="r" b="b"/>
            <a:pathLst>
              <a:path fill="none" w="456" h="141">
                <a:moveTo>
                  <a:pt x="0" y="0"/>
                </a:moveTo>
                <a:cubicBezTo>
                  <a:pt x="153" y="48"/>
                  <a:pt x="304" y="95"/>
                  <a:pt x="456" y="141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4" name=""/>
          <p:cNvSpPr/>
          <p:nvPr/>
        </p:nvSpPr>
        <p:spPr>
          <a:xfrm>
            <a:off x="6369840" y="6171120"/>
            <a:ext cx="366840" cy="95760"/>
          </a:xfrm>
          <a:custGeom>
            <a:avLst/>
            <a:gdLst/>
            <a:ahLst/>
            <a:rect l="0" t="0" r="r" b="b"/>
            <a:pathLst>
              <a:path fill="none" w="1019" h="266">
                <a:moveTo>
                  <a:pt x="1019" y="0"/>
                </a:moveTo>
                <a:cubicBezTo>
                  <a:pt x="679" y="88"/>
                  <a:pt x="340" y="178"/>
                  <a:pt x="0" y="266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5" name=""/>
          <p:cNvSpPr/>
          <p:nvPr/>
        </p:nvSpPr>
        <p:spPr>
          <a:xfrm>
            <a:off x="3450960" y="4603680"/>
            <a:ext cx="143640" cy="50040"/>
          </a:xfrm>
          <a:custGeom>
            <a:avLst/>
            <a:gdLst/>
            <a:ahLst/>
            <a:rect l="0" t="0" r="r" b="b"/>
            <a:pathLst>
              <a:path fill="none" w="399" h="139">
                <a:moveTo>
                  <a:pt x="0" y="139"/>
                </a:moveTo>
                <a:cubicBezTo>
                  <a:pt x="132" y="92"/>
                  <a:pt x="266" y="46"/>
                  <a:pt x="399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6" name=""/>
          <p:cNvSpPr/>
          <p:nvPr/>
        </p:nvSpPr>
        <p:spPr>
          <a:xfrm>
            <a:off x="4895280" y="692640"/>
            <a:ext cx="523440" cy="30600"/>
          </a:xfrm>
          <a:custGeom>
            <a:avLst/>
            <a:gdLst/>
            <a:ahLst/>
            <a:rect l="0" t="0" r="r" b="b"/>
            <a:pathLst>
              <a:path fill="none" w="1454" h="85">
                <a:moveTo>
                  <a:pt x="0" y="0"/>
                </a:moveTo>
                <a:cubicBezTo>
                  <a:pt x="485" y="28"/>
                  <a:pt x="969" y="57"/>
                  <a:pt x="1454" y="85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7" name=""/>
          <p:cNvSpPr/>
          <p:nvPr/>
        </p:nvSpPr>
        <p:spPr>
          <a:xfrm>
            <a:off x="649080" y="3354840"/>
            <a:ext cx="15120" cy="23760"/>
          </a:xfrm>
          <a:custGeom>
            <a:avLst/>
            <a:gdLst/>
            <a:ahLst/>
            <a:rect l="0" t="0" r="r" b="b"/>
            <a:pathLst>
              <a:path fill="none" w="42" h="66">
                <a:moveTo>
                  <a:pt x="0" y="66"/>
                </a:moveTo>
                <a:cubicBezTo>
                  <a:pt x="14" y="44"/>
                  <a:pt x="29" y="22"/>
                  <a:pt x="42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8" name=""/>
          <p:cNvSpPr/>
          <p:nvPr/>
        </p:nvSpPr>
        <p:spPr>
          <a:xfrm>
            <a:off x="7000560" y="4536000"/>
            <a:ext cx="714240" cy="23760"/>
          </a:xfrm>
          <a:custGeom>
            <a:avLst/>
            <a:gdLst/>
            <a:ahLst/>
            <a:rect l="0" t="0" r="r" b="b"/>
            <a:pathLst>
              <a:path fill="none" w="1984" h="66">
                <a:moveTo>
                  <a:pt x="1984" y="66"/>
                </a:moveTo>
                <a:cubicBezTo>
                  <a:pt x="1322" y="45"/>
                  <a:pt x="661" y="22"/>
                  <a:pt x="0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69" name=""/>
          <p:cNvSpPr/>
          <p:nvPr/>
        </p:nvSpPr>
        <p:spPr>
          <a:xfrm>
            <a:off x="5608440" y="1725480"/>
            <a:ext cx="307800" cy="57600"/>
          </a:xfrm>
          <a:custGeom>
            <a:avLst/>
            <a:gdLst/>
            <a:ahLst/>
            <a:rect l="0" t="0" r="r" b="b"/>
            <a:pathLst>
              <a:path fill="none" w="855" h="160">
                <a:moveTo>
                  <a:pt x="0" y="160"/>
                </a:moveTo>
                <a:cubicBezTo>
                  <a:pt x="285" y="107"/>
                  <a:pt x="570" y="54"/>
                  <a:pt x="855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0" name=""/>
          <p:cNvSpPr/>
          <p:nvPr/>
        </p:nvSpPr>
        <p:spPr>
          <a:xfrm>
            <a:off x="7186320" y="3676320"/>
            <a:ext cx="839160" cy="15840"/>
          </a:xfrm>
          <a:custGeom>
            <a:avLst/>
            <a:gdLst/>
            <a:ahLst/>
            <a:rect l="0" t="0" r="r" b="b"/>
            <a:pathLst>
              <a:path fill="none" w="2331" h="44">
                <a:moveTo>
                  <a:pt x="2331" y="0"/>
                </a:moveTo>
                <a:cubicBezTo>
                  <a:pt x="1553" y="15"/>
                  <a:pt x="777" y="30"/>
                  <a:pt x="0" y="44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1" name=""/>
          <p:cNvSpPr/>
          <p:nvPr/>
        </p:nvSpPr>
        <p:spPr>
          <a:xfrm>
            <a:off x="1683000" y="3448800"/>
            <a:ext cx="283320" cy="56880"/>
          </a:xfrm>
          <a:custGeom>
            <a:avLst/>
            <a:gdLst/>
            <a:ahLst/>
            <a:rect l="0" t="0" r="r" b="b"/>
            <a:pathLst>
              <a:path fill="none" w="787" h="158">
                <a:moveTo>
                  <a:pt x="0" y="158"/>
                </a:moveTo>
                <a:cubicBezTo>
                  <a:pt x="262" y="106"/>
                  <a:pt x="525" y="52"/>
                  <a:pt x="787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2" name=""/>
          <p:cNvSpPr/>
          <p:nvPr/>
        </p:nvSpPr>
        <p:spPr>
          <a:xfrm>
            <a:off x="603720" y="3818520"/>
            <a:ext cx="36720" cy="33120"/>
          </a:xfrm>
          <a:custGeom>
            <a:avLst/>
            <a:gdLst/>
            <a:ahLst/>
            <a:rect l="0" t="0" r="r" b="b"/>
            <a:pathLst>
              <a:path fill="none" w="102" h="92">
                <a:moveTo>
                  <a:pt x="0" y="92"/>
                </a:moveTo>
                <a:cubicBezTo>
                  <a:pt x="34" y="61"/>
                  <a:pt x="67" y="30"/>
                  <a:pt x="102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3" name=""/>
          <p:cNvSpPr/>
          <p:nvPr/>
        </p:nvSpPr>
        <p:spPr>
          <a:xfrm>
            <a:off x="6467760" y="3532680"/>
            <a:ext cx="739800" cy="124920"/>
          </a:xfrm>
          <a:custGeom>
            <a:avLst/>
            <a:gdLst/>
            <a:ahLst/>
            <a:rect l="0" t="0" r="r" b="b"/>
            <a:pathLst>
              <a:path fill="none" w="2055" h="347">
                <a:moveTo>
                  <a:pt x="2055" y="0"/>
                </a:moveTo>
                <a:cubicBezTo>
                  <a:pt x="1369" y="117"/>
                  <a:pt x="685" y="232"/>
                  <a:pt x="0" y="347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4" name=""/>
          <p:cNvSpPr/>
          <p:nvPr/>
        </p:nvSpPr>
        <p:spPr>
          <a:xfrm>
            <a:off x="1555920" y="3044160"/>
            <a:ext cx="299520" cy="50400"/>
          </a:xfrm>
          <a:custGeom>
            <a:avLst/>
            <a:gdLst/>
            <a:ahLst/>
            <a:rect l="0" t="0" r="r" b="b"/>
            <a:pathLst>
              <a:path fill="none" w="832" h="140">
                <a:moveTo>
                  <a:pt x="0" y="140"/>
                </a:moveTo>
                <a:cubicBezTo>
                  <a:pt x="278" y="94"/>
                  <a:pt x="555" y="47"/>
                  <a:pt x="832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5" name=""/>
          <p:cNvSpPr/>
          <p:nvPr/>
        </p:nvSpPr>
        <p:spPr>
          <a:xfrm>
            <a:off x="6413760" y="4189320"/>
            <a:ext cx="404280" cy="59400"/>
          </a:xfrm>
          <a:custGeom>
            <a:avLst/>
            <a:gdLst/>
            <a:ahLst/>
            <a:rect l="0" t="0" r="r" b="b"/>
            <a:pathLst>
              <a:path fill="none" w="1123" h="165">
                <a:moveTo>
                  <a:pt x="0" y="165"/>
                </a:moveTo>
                <a:cubicBezTo>
                  <a:pt x="374" y="110"/>
                  <a:pt x="749" y="54"/>
                  <a:pt x="1123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6" name=""/>
          <p:cNvSpPr/>
          <p:nvPr/>
        </p:nvSpPr>
        <p:spPr>
          <a:xfrm>
            <a:off x="8588520" y="2212560"/>
            <a:ext cx="209160" cy="61200"/>
          </a:xfrm>
          <a:custGeom>
            <a:avLst/>
            <a:gdLst/>
            <a:ahLst/>
            <a:rect l="0" t="0" r="r" b="b"/>
            <a:pathLst>
              <a:path fill="none" w="581" h="170">
                <a:moveTo>
                  <a:pt x="581" y="0"/>
                </a:moveTo>
                <a:cubicBezTo>
                  <a:pt x="388" y="56"/>
                  <a:pt x="194" y="113"/>
                  <a:pt x="0" y="17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7" name=""/>
          <p:cNvSpPr/>
          <p:nvPr/>
        </p:nvSpPr>
        <p:spPr>
          <a:xfrm>
            <a:off x="7116840" y="1030680"/>
            <a:ext cx="415800" cy="59760"/>
          </a:xfrm>
          <a:custGeom>
            <a:avLst/>
            <a:gdLst/>
            <a:ahLst/>
            <a:rect l="0" t="0" r="r" b="b"/>
            <a:pathLst>
              <a:path fill="none" w="1155" h="166">
                <a:moveTo>
                  <a:pt x="1155" y="0"/>
                </a:moveTo>
                <a:cubicBezTo>
                  <a:pt x="770" y="56"/>
                  <a:pt x="385" y="111"/>
                  <a:pt x="0" y="166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8" name=""/>
          <p:cNvSpPr/>
          <p:nvPr/>
        </p:nvSpPr>
        <p:spPr>
          <a:xfrm>
            <a:off x="2605320" y="2744280"/>
            <a:ext cx="233640" cy="55080"/>
          </a:xfrm>
          <a:custGeom>
            <a:avLst/>
            <a:gdLst/>
            <a:ahLst/>
            <a:rect l="0" t="0" r="r" b="b"/>
            <a:pathLst>
              <a:path fill="none" w="649" h="153">
                <a:moveTo>
                  <a:pt x="649" y="0"/>
                </a:moveTo>
                <a:cubicBezTo>
                  <a:pt x="433" y="51"/>
                  <a:pt x="217" y="102"/>
                  <a:pt x="0" y="153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79" name=""/>
          <p:cNvSpPr/>
          <p:nvPr/>
        </p:nvSpPr>
        <p:spPr>
          <a:xfrm>
            <a:off x="1004040" y="5137200"/>
            <a:ext cx="233640" cy="55080"/>
          </a:xfrm>
          <a:custGeom>
            <a:avLst/>
            <a:gdLst/>
            <a:ahLst/>
            <a:rect l="0" t="0" r="r" b="b"/>
            <a:pathLst>
              <a:path fill="none" w="649" h="153">
                <a:moveTo>
                  <a:pt x="0" y="153"/>
                </a:moveTo>
                <a:cubicBezTo>
                  <a:pt x="217" y="103"/>
                  <a:pt x="433" y="51"/>
                  <a:pt x="649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0" name=""/>
          <p:cNvSpPr/>
          <p:nvPr/>
        </p:nvSpPr>
        <p:spPr>
          <a:xfrm>
            <a:off x="663120" y="4690440"/>
            <a:ext cx="262800" cy="56160"/>
          </a:xfrm>
          <a:custGeom>
            <a:avLst/>
            <a:gdLst/>
            <a:ahLst/>
            <a:rect l="0" t="0" r="r" b="b"/>
            <a:pathLst>
              <a:path fill="none" w="730" h="156">
                <a:moveTo>
                  <a:pt x="0" y="156"/>
                </a:moveTo>
                <a:cubicBezTo>
                  <a:pt x="243" y="104"/>
                  <a:pt x="486" y="52"/>
                  <a:pt x="730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1" name=""/>
          <p:cNvSpPr/>
          <p:nvPr/>
        </p:nvSpPr>
        <p:spPr>
          <a:xfrm>
            <a:off x="2093040" y="4623120"/>
            <a:ext cx="176040" cy="52560"/>
          </a:xfrm>
          <a:custGeom>
            <a:avLst/>
            <a:gdLst/>
            <a:ahLst/>
            <a:rect l="0" t="0" r="r" b="b"/>
            <a:pathLst>
              <a:path fill="none" w="489" h="146">
                <a:moveTo>
                  <a:pt x="489" y="0"/>
                </a:moveTo>
                <a:cubicBezTo>
                  <a:pt x="326" y="50"/>
                  <a:pt x="163" y="98"/>
                  <a:pt x="0" y="146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2" name=""/>
          <p:cNvSpPr/>
          <p:nvPr/>
        </p:nvSpPr>
        <p:spPr>
          <a:xfrm>
            <a:off x="8499240" y="4869000"/>
            <a:ext cx="29520" cy="25560"/>
          </a:xfrm>
          <a:custGeom>
            <a:avLst/>
            <a:gdLst/>
            <a:ahLst/>
            <a:rect l="0" t="0" r="r" b="b"/>
            <a:pathLst>
              <a:path fill="none" w="82" h="71">
                <a:moveTo>
                  <a:pt x="82" y="71"/>
                </a:moveTo>
                <a:cubicBezTo>
                  <a:pt x="55" y="47"/>
                  <a:pt x="28" y="23"/>
                  <a:pt x="0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3" name=""/>
          <p:cNvSpPr/>
          <p:nvPr/>
        </p:nvSpPr>
        <p:spPr>
          <a:xfrm>
            <a:off x="1793160" y="1573560"/>
            <a:ext cx="465480" cy="60120"/>
          </a:xfrm>
          <a:custGeom>
            <a:avLst/>
            <a:gdLst/>
            <a:ahLst/>
            <a:rect l="0" t="0" r="r" b="b"/>
            <a:pathLst>
              <a:path fill="none" w="1293" h="167">
                <a:moveTo>
                  <a:pt x="1293" y="0"/>
                </a:moveTo>
                <a:cubicBezTo>
                  <a:pt x="862" y="56"/>
                  <a:pt x="431" y="112"/>
                  <a:pt x="0" y="167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4" name=""/>
          <p:cNvSpPr/>
          <p:nvPr/>
        </p:nvSpPr>
        <p:spPr>
          <a:xfrm>
            <a:off x="3089160" y="739800"/>
            <a:ext cx="498600" cy="53280"/>
          </a:xfrm>
          <a:custGeom>
            <a:avLst/>
            <a:gdLst/>
            <a:ahLst/>
            <a:rect l="0" t="0" r="r" b="b"/>
            <a:pathLst>
              <a:path fill="none" w="1385" h="148">
                <a:moveTo>
                  <a:pt x="0" y="148"/>
                </a:moveTo>
                <a:cubicBezTo>
                  <a:pt x="462" y="99"/>
                  <a:pt x="923" y="49"/>
                  <a:pt x="1385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5" name=""/>
          <p:cNvSpPr/>
          <p:nvPr/>
        </p:nvSpPr>
        <p:spPr>
          <a:xfrm>
            <a:off x="7337160" y="5522400"/>
            <a:ext cx="531720" cy="61200"/>
          </a:xfrm>
          <a:custGeom>
            <a:avLst/>
            <a:gdLst/>
            <a:ahLst/>
            <a:rect l="0" t="0" r="r" b="b"/>
            <a:pathLst>
              <a:path fill="none" w="1477" h="170">
                <a:moveTo>
                  <a:pt x="0" y="170"/>
                </a:moveTo>
                <a:cubicBezTo>
                  <a:pt x="492" y="114"/>
                  <a:pt x="984" y="58"/>
                  <a:pt x="1477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915840" y="2439720"/>
            <a:ext cx="689400" cy="62280"/>
          </a:xfrm>
          <a:custGeom>
            <a:avLst/>
            <a:gdLst/>
            <a:ahLst/>
            <a:rect l="0" t="0" r="r" b="b"/>
            <a:pathLst>
              <a:path fill="none" w="1915" h="173">
                <a:moveTo>
                  <a:pt x="1915" y="0"/>
                </a:moveTo>
                <a:cubicBezTo>
                  <a:pt x="1277" y="59"/>
                  <a:pt x="639" y="116"/>
                  <a:pt x="0" y="173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7" name=""/>
          <p:cNvSpPr/>
          <p:nvPr/>
        </p:nvSpPr>
        <p:spPr>
          <a:xfrm>
            <a:off x="6363360" y="824400"/>
            <a:ext cx="399240" cy="59400"/>
          </a:xfrm>
          <a:custGeom>
            <a:avLst/>
            <a:gdLst/>
            <a:ahLst/>
            <a:rect l="0" t="0" r="r" b="b"/>
            <a:pathLst>
              <a:path fill="none" w="1109" h="165">
                <a:moveTo>
                  <a:pt x="1109" y="0"/>
                </a:moveTo>
                <a:cubicBezTo>
                  <a:pt x="740" y="55"/>
                  <a:pt x="369" y="111"/>
                  <a:pt x="0" y="165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8" name=""/>
          <p:cNvSpPr/>
          <p:nvPr/>
        </p:nvSpPr>
        <p:spPr>
          <a:xfrm>
            <a:off x="7476480" y="5828400"/>
            <a:ext cx="847440" cy="24120"/>
          </a:xfrm>
          <a:custGeom>
            <a:avLst/>
            <a:gdLst/>
            <a:ahLst/>
            <a:rect l="0" t="0" r="r" b="b"/>
            <a:pathLst>
              <a:path fill="none" w="2354" h="67">
                <a:moveTo>
                  <a:pt x="2354" y="67"/>
                </a:moveTo>
                <a:cubicBezTo>
                  <a:pt x="1569" y="45"/>
                  <a:pt x="784" y="22"/>
                  <a:pt x="0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89" name=""/>
          <p:cNvSpPr/>
          <p:nvPr/>
        </p:nvSpPr>
        <p:spPr>
          <a:xfrm>
            <a:off x="3719520" y="6460560"/>
            <a:ext cx="448920" cy="60120"/>
          </a:xfrm>
          <a:custGeom>
            <a:avLst/>
            <a:gdLst/>
            <a:ahLst/>
            <a:rect l="0" t="0" r="r" b="b"/>
            <a:pathLst>
              <a:path fill="none" w="1247" h="167">
                <a:moveTo>
                  <a:pt x="0" y="167"/>
                </a:moveTo>
                <a:cubicBezTo>
                  <a:pt x="416" y="112"/>
                  <a:pt x="832" y="55"/>
                  <a:pt x="1247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90" name=""/>
          <p:cNvSpPr/>
          <p:nvPr/>
        </p:nvSpPr>
        <p:spPr>
          <a:xfrm>
            <a:off x="8804880" y="2717280"/>
            <a:ext cx="43200" cy="35280"/>
          </a:xfrm>
          <a:custGeom>
            <a:avLst/>
            <a:gdLst/>
            <a:ahLst/>
            <a:rect l="0" t="0" r="r" b="b"/>
            <a:pathLst>
              <a:path fill="none" w="120" h="98">
                <a:moveTo>
                  <a:pt x="120" y="0"/>
                </a:moveTo>
                <a:cubicBezTo>
                  <a:pt x="80" y="32"/>
                  <a:pt x="41" y="65"/>
                  <a:pt x="0" y="98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91" name=""/>
          <p:cNvSpPr/>
          <p:nvPr/>
        </p:nvSpPr>
        <p:spPr>
          <a:xfrm>
            <a:off x="3451320" y="6213240"/>
            <a:ext cx="142200" cy="103680"/>
          </a:xfrm>
          <a:custGeom>
            <a:avLst/>
            <a:gdLst/>
            <a:ahLst/>
            <a:rect l="0" t="0" r="r" b="b"/>
            <a:pathLst>
              <a:path fill="none" w="395" h="288">
                <a:moveTo>
                  <a:pt x="395" y="0"/>
                </a:moveTo>
                <a:cubicBezTo>
                  <a:pt x="263" y="97"/>
                  <a:pt x="132" y="192"/>
                  <a:pt x="0" y="288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92" name=""/>
          <p:cNvSpPr/>
          <p:nvPr/>
        </p:nvSpPr>
        <p:spPr>
          <a:xfrm>
            <a:off x="7645320" y="1407240"/>
            <a:ext cx="228600" cy="57960"/>
          </a:xfrm>
          <a:custGeom>
            <a:avLst/>
            <a:gdLst/>
            <a:ahLst/>
            <a:rect l="0" t="0" r="r" b="b"/>
            <a:pathLst>
              <a:path fill="none" w="635" h="161">
                <a:moveTo>
                  <a:pt x="635" y="0"/>
                </a:moveTo>
                <a:cubicBezTo>
                  <a:pt x="423" y="53"/>
                  <a:pt x="212" y="107"/>
                  <a:pt x="0" y="161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93" name=""/>
          <p:cNvSpPr/>
          <p:nvPr/>
        </p:nvSpPr>
        <p:spPr>
          <a:xfrm>
            <a:off x="3840480" y="3622320"/>
            <a:ext cx="176040" cy="52560"/>
          </a:xfrm>
          <a:custGeom>
            <a:avLst/>
            <a:gdLst/>
            <a:ahLst/>
            <a:rect l="0" t="0" r="r" b="b"/>
            <a:pathLst>
              <a:path fill="none" w="489" h="146">
                <a:moveTo>
                  <a:pt x="489" y="0"/>
                </a:moveTo>
                <a:cubicBezTo>
                  <a:pt x="326" y="49"/>
                  <a:pt x="163" y="98"/>
                  <a:pt x="0" y="146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94" name=""/>
          <p:cNvSpPr/>
          <p:nvPr/>
        </p:nvSpPr>
        <p:spPr>
          <a:xfrm>
            <a:off x="777960" y="2799720"/>
            <a:ext cx="623160" cy="61920"/>
          </a:xfrm>
          <a:custGeom>
            <a:avLst/>
            <a:gdLst/>
            <a:ahLst/>
            <a:rect l="0" t="0" r="r" b="b"/>
            <a:pathLst>
              <a:path fill="none" w="1731" h="172">
                <a:moveTo>
                  <a:pt x="1731" y="0"/>
                </a:moveTo>
                <a:cubicBezTo>
                  <a:pt x="1154" y="57"/>
                  <a:pt x="577" y="114"/>
                  <a:pt x="0" y="172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95" name=""/>
          <p:cNvSpPr/>
          <p:nvPr/>
        </p:nvSpPr>
        <p:spPr>
          <a:xfrm>
            <a:off x="8304120" y="3281400"/>
            <a:ext cx="557280" cy="61560"/>
          </a:xfrm>
          <a:custGeom>
            <a:avLst/>
            <a:gdLst/>
            <a:ahLst/>
            <a:rect l="0" t="0" r="r" b="b"/>
            <a:pathLst>
              <a:path fill="none" w="1548" h="171">
                <a:moveTo>
                  <a:pt x="0" y="171"/>
                </a:moveTo>
                <a:cubicBezTo>
                  <a:pt x="515" y="114"/>
                  <a:pt x="1032" y="57"/>
                  <a:pt x="1548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8416440" y="3826800"/>
            <a:ext cx="361440" cy="58680"/>
          </a:xfrm>
          <a:custGeom>
            <a:avLst/>
            <a:gdLst/>
            <a:ahLst/>
            <a:rect l="0" t="0" r="r" b="b"/>
            <a:pathLst>
              <a:path fill="none" w="1004" h="163">
                <a:moveTo>
                  <a:pt x="0" y="163"/>
                </a:moveTo>
                <a:cubicBezTo>
                  <a:pt x="336" y="108"/>
                  <a:pt x="670" y="54"/>
                  <a:pt x="1004" y="0"/>
                </a:cubicBezTo>
              </a:path>
            </a:pathLst>
          </a:custGeom>
          <a:ln cap="rnd" w="3600">
            <a:solidFill>
              <a:srgbClr val="5a6772"/>
            </a:solidFill>
            <a:round/>
          </a:ln>
        </p:spPr>
      </p:sp>
      <p:sp>
        <p:nvSpPr>
          <p:cNvPr id="197" name=""/>
          <p:cNvSpPr txBox="1"/>
          <p:nvPr/>
        </p:nvSpPr>
        <p:spPr>
          <a:xfrm>
            <a:off x="2383920" y="5901120"/>
            <a:ext cx="1222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Androgen 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9596880" y="376560"/>
            <a:ext cx="216000" cy="75960"/>
          </a:xfrm>
          <a:custGeom>
            <a:avLst/>
            <a:gdLst/>
            <a:ahLst/>
            <a:rect l="0" t="0" r="r" b="b"/>
            <a:pathLst>
              <a:path w="600" h="211">
                <a:moveTo>
                  <a:pt x="0" y="211"/>
                </a:moveTo>
                <a:lnTo>
                  <a:pt x="600" y="211"/>
                </a:lnTo>
                <a:lnTo>
                  <a:pt x="600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057a64"/>
          </a:solidFill>
          <a:ln w="12600">
            <a:solidFill>
              <a:srgbClr val="057a64"/>
            </a:solidFill>
            <a:miter/>
          </a:ln>
        </p:spPr>
      </p:sp>
      <p:sp>
        <p:nvSpPr>
          <p:cNvPr id="199" name=""/>
          <p:cNvSpPr txBox="1"/>
          <p:nvPr/>
        </p:nvSpPr>
        <p:spPr>
          <a:xfrm>
            <a:off x="9402120" y="173160"/>
            <a:ext cx="1764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Category / direction / overlap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9596880" y="541440"/>
            <a:ext cx="216000" cy="75600"/>
          </a:xfrm>
          <a:custGeom>
            <a:avLst/>
            <a:gdLst/>
            <a:ahLst/>
            <a:rect l="0" t="0" r="r" b="b"/>
            <a:pathLst>
              <a:path w="600" h="210">
                <a:moveTo>
                  <a:pt x="0" y="210"/>
                </a:moveTo>
                <a:lnTo>
                  <a:pt x="600" y="210"/>
                </a:lnTo>
                <a:lnTo>
                  <a:pt x="600" y="0"/>
                </a:lnTo>
                <a:lnTo>
                  <a:pt x="0" y="0"/>
                </a:lnTo>
                <a:lnTo>
                  <a:pt x="0" y="210"/>
                </a:lnTo>
                <a:close/>
              </a:path>
            </a:pathLst>
          </a:custGeom>
          <a:solidFill>
            <a:srgbClr val="00567d"/>
          </a:solidFill>
          <a:ln w="12600">
            <a:solidFill>
              <a:srgbClr val="00567d"/>
            </a:solidFill>
            <a:miter/>
          </a:ln>
        </p:spPr>
      </p:sp>
      <p:sp>
        <p:nvSpPr>
          <p:cNvPr id="201" name=""/>
          <p:cNvSpPr txBox="1"/>
          <p:nvPr/>
        </p:nvSpPr>
        <p:spPr>
          <a:xfrm>
            <a:off x="9899280" y="352080"/>
            <a:ext cx="6606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Proliferation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9596880" y="705960"/>
            <a:ext cx="216000" cy="75960"/>
          </a:xfrm>
          <a:custGeom>
            <a:avLst/>
            <a:gdLst/>
            <a:ahLst/>
            <a:rect l="0" t="0" r="r" b="b"/>
            <a:pathLst>
              <a:path w="600" h="211">
                <a:moveTo>
                  <a:pt x="0" y="211"/>
                </a:moveTo>
                <a:lnTo>
                  <a:pt x="600" y="211"/>
                </a:lnTo>
                <a:lnTo>
                  <a:pt x="600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c11456"/>
          </a:solidFill>
          <a:ln w="12600">
            <a:solidFill>
              <a:srgbClr val="c11456"/>
            </a:solidFill>
            <a:miter/>
          </a:ln>
        </p:spPr>
      </p:sp>
      <p:sp>
        <p:nvSpPr>
          <p:cNvPr id="203" name=""/>
          <p:cNvSpPr txBox="1"/>
          <p:nvPr/>
        </p:nvSpPr>
        <p:spPr>
          <a:xfrm>
            <a:off x="9899280" y="516960"/>
            <a:ext cx="596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DNA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4" name=""/>
          <p:cNvSpPr/>
          <p:nvPr/>
        </p:nvSpPr>
        <p:spPr>
          <a:xfrm>
            <a:off x="9596880" y="870840"/>
            <a:ext cx="216000" cy="75600"/>
          </a:xfrm>
          <a:custGeom>
            <a:avLst/>
            <a:gdLst/>
            <a:ahLst/>
            <a:rect l="0" t="0" r="r" b="b"/>
            <a:pathLst>
              <a:path w="600" h="210">
                <a:moveTo>
                  <a:pt x="0" y="210"/>
                </a:moveTo>
                <a:lnTo>
                  <a:pt x="600" y="210"/>
                </a:lnTo>
                <a:lnTo>
                  <a:pt x="600" y="0"/>
                </a:lnTo>
                <a:lnTo>
                  <a:pt x="0" y="0"/>
                </a:lnTo>
                <a:lnTo>
                  <a:pt x="0" y="210"/>
                </a:lnTo>
                <a:close/>
              </a:path>
            </a:pathLst>
          </a:custGeom>
          <a:solidFill>
            <a:srgbClr val="b03219"/>
          </a:solidFill>
          <a:ln w="12600">
            <a:solidFill>
              <a:srgbClr val="b03219"/>
            </a:solidFill>
            <a:miter/>
          </a:ln>
        </p:spPr>
      </p:sp>
      <p:sp>
        <p:nvSpPr>
          <p:cNvPr id="205" name=""/>
          <p:cNvSpPr txBox="1"/>
          <p:nvPr/>
        </p:nvSpPr>
        <p:spPr>
          <a:xfrm>
            <a:off x="9899280" y="681480"/>
            <a:ext cx="447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Immune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9596880" y="1035360"/>
            <a:ext cx="216000" cy="75960"/>
          </a:xfrm>
          <a:custGeom>
            <a:avLst/>
            <a:gdLst/>
            <a:ahLst/>
            <a:rect l="0" t="0" r="r" b="b"/>
            <a:pathLst>
              <a:path w="600" h="211">
                <a:moveTo>
                  <a:pt x="0" y="211"/>
                </a:moveTo>
                <a:lnTo>
                  <a:pt x="600" y="211"/>
                </a:lnTo>
                <a:lnTo>
                  <a:pt x="600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d4a300"/>
            </a:solidFill>
            <a:miter/>
          </a:ln>
        </p:spPr>
      </p:sp>
      <p:sp>
        <p:nvSpPr>
          <p:cNvPr id="207" name=""/>
          <p:cNvSpPr txBox="1"/>
          <p:nvPr/>
        </p:nvSpPr>
        <p:spPr>
          <a:xfrm>
            <a:off x="9899280" y="846360"/>
            <a:ext cx="6879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Stromal/EMT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9596880" y="1200240"/>
            <a:ext cx="216000" cy="75600"/>
          </a:xfrm>
          <a:custGeom>
            <a:avLst/>
            <a:gdLst/>
            <a:ahLst/>
            <a:rect l="0" t="0" r="r" b="b"/>
            <a:pathLst>
              <a:path w="600" h="210">
                <a:moveTo>
                  <a:pt x="0" y="210"/>
                </a:moveTo>
                <a:lnTo>
                  <a:pt x="600" y="210"/>
                </a:lnTo>
                <a:lnTo>
                  <a:pt x="600" y="0"/>
                </a:lnTo>
                <a:lnTo>
                  <a:pt x="0" y="0"/>
                </a:lnTo>
                <a:lnTo>
                  <a:pt x="0" y="210"/>
                </a:lnTo>
                <a:close/>
              </a:path>
            </a:pathLst>
          </a:custGeom>
          <a:solidFill>
            <a:srgbClr val="7a3aad"/>
          </a:solidFill>
          <a:ln w="12600">
            <a:solidFill>
              <a:srgbClr val="7a3aad"/>
            </a:solidFill>
            <a:miter/>
          </a:ln>
        </p:spPr>
      </p:sp>
      <p:sp>
        <p:nvSpPr>
          <p:cNvPr id="209" name=""/>
          <p:cNvSpPr txBox="1"/>
          <p:nvPr/>
        </p:nvSpPr>
        <p:spPr>
          <a:xfrm>
            <a:off x="9899280" y="1010880"/>
            <a:ext cx="627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Metabolism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9596880" y="1364760"/>
            <a:ext cx="216000" cy="75960"/>
          </a:xfrm>
          <a:custGeom>
            <a:avLst/>
            <a:gdLst/>
            <a:ahLst/>
            <a:rect l="0" t="0" r="r" b="b"/>
            <a:pathLst>
              <a:path w="600" h="211">
                <a:moveTo>
                  <a:pt x="0" y="211"/>
                </a:moveTo>
                <a:lnTo>
                  <a:pt x="600" y="211"/>
                </a:lnTo>
                <a:lnTo>
                  <a:pt x="600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5a3582"/>
          </a:solidFill>
          <a:ln w="12600">
            <a:solidFill>
              <a:srgbClr val="5a3582"/>
            </a:solidFill>
            <a:miter/>
          </a:ln>
        </p:spPr>
      </p:sp>
      <p:sp>
        <p:nvSpPr>
          <p:cNvPr id="211" name=""/>
          <p:cNvSpPr txBox="1"/>
          <p:nvPr/>
        </p:nvSpPr>
        <p:spPr>
          <a:xfrm>
            <a:off x="9899280" y="1175760"/>
            <a:ext cx="502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9596880" y="1529640"/>
            <a:ext cx="216000" cy="75960"/>
          </a:xfrm>
          <a:custGeom>
            <a:avLst/>
            <a:gdLst/>
            <a:ahLst/>
            <a:rect l="0" t="0" r="r" b="b"/>
            <a:pathLst>
              <a:path w="600" h="211">
                <a:moveTo>
                  <a:pt x="0" y="211"/>
                </a:moveTo>
                <a:lnTo>
                  <a:pt x="600" y="211"/>
                </a:lnTo>
                <a:lnTo>
                  <a:pt x="600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0099b8"/>
          </a:solidFill>
          <a:ln w="12600">
            <a:solidFill>
              <a:srgbClr val="0099b8"/>
            </a:solidFill>
            <a:miter/>
          </a:ln>
        </p:spPr>
      </p:sp>
      <p:sp>
        <p:nvSpPr>
          <p:cNvPr id="213" name=""/>
          <p:cNvSpPr txBox="1"/>
          <p:nvPr/>
        </p:nvSpPr>
        <p:spPr>
          <a:xfrm>
            <a:off x="9899280" y="1340280"/>
            <a:ext cx="529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Apoptosis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9596880" y="1694160"/>
            <a:ext cx="216000" cy="75960"/>
          </a:xfrm>
          <a:custGeom>
            <a:avLst/>
            <a:gdLst/>
            <a:ahLst/>
            <a:rect l="0" t="0" r="r" b="b"/>
            <a:pathLst>
              <a:path w="600" h="211">
                <a:moveTo>
                  <a:pt x="0" y="211"/>
                </a:moveTo>
                <a:lnTo>
                  <a:pt x="600" y="211"/>
                </a:lnTo>
                <a:lnTo>
                  <a:pt x="600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ad2831"/>
          </a:solidFill>
          <a:ln w="12600">
            <a:solidFill>
              <a:srgbClr val="ad2831"/>
            </a:solidFill>
            <a:miter/>
          </a:ln>
        </p:spPr>
      </p:sp>
      <p:sp>
        <p:nvSpPr>
          <p:cNvPr id="215" name=""/>
          <p:cNvSpPr txBox="1"/>
          <p:nvPr/>
        </p:nvSpPr>
        <p:spPr>
          <a:xfrm>
            <a:off x="9899280" y="1505160"/>
            <a:ext cx="335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Stress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9596880" y="1859040"/>
            <a:ext cx="216000" cy="75960"/>
          </a:xfrm>
          <a:custGeom>
            <a:avLst/>
            <a:gdLst/>
            <a:ahLst/>
            <a:rect l="0" t="0" r="r" b="b"/>
            <a:pathLst>
              <a:path w="600" h="211">
                <a:moveTo>
                  <a:pt x="0" y="211"/>
                </a:moveTo>
                <a:lnTo>
                  <a:pt x="600" y="211"/>
                </a:lnTo>
                <a:lnTo>
                  <a:pt x="600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5a6772"/>
          </a:solidFill>
          <a:ln w="12600">
            <a:solidFill>
              <a:srgbClr val="5a6772"/>
            </a:solidFill>
            <a:miter/>
          </a:ln>
        </p:spPr>
      </p:sp>
      <p:sp>
        <p:nvSpPr>
          <p:cNvPr id="217" name=""/>
          <p:cNvSpPr txBox="1"/>
          <p:nvPr/>
        </p:nvSpPr>
        <p:spPr>
          <a:xfrm>
            <a:off x="9899280" y="1669680"/>
            <a:ext cx="268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TP53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8" name=""/>
          <p:cNvSpPr/>
          <p:nvPr/>
        </p:nvSpPr>
        <p:spPr>
          <a:xfrm>
            <a:off x="9596880" y="2061360"/>
            <a:ext cx="215640" cy="0"/>
          </a:xfrm>
          <a:custGeom>
            <a:avLst/>
            <a:gdLst/>
            <a:ahLst/>
            <a:rect l="0" t="0" r="r" b="b"/>
            <a:pathLst>
              <a:path fill="none" w="599" h="0">
                <a:moveTo>
                  <a:pt x="0" y="0"/>
                </a:moveTo>
                <a:lnTo>
                  <a:pt x="300" y="0"/>
                </a:lnTo>
                <a:lnTo>
                  <a:pt x="599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219" name=""/>
          <p:cNvSpPr/>
          <p:nvPr/>
        </p:nvSpPr>
        <p:spPr>
          <a:xfrm>
            <a:off x="9615960" y="1972440"/>
            <a:ext cx="178200" cy="178200"/>
          </a:xfrm>
          <a:custGeom>
            <a:avLst/>
            <a:gdLst/>
            <a:ahLst/>
            <a:rect l="0" t="0" r="r" b="b"/>
            <a:pathLst>
              <a:path w="495" h="495">
                <a:moveTo>
                  <a:pt x="248" y="495"/>
                </a:moveTo>
                <a:cubicBezTo>
                  <a:pt x="313" y="495"/>
                  <a:pt x="376" y="469"/>
                  <a:pt x="422" y="423"/>
                </a:cubicBezTo>
                <a:cubicBezTo>
                  <a:pt x="469" y="376"/>
                  <a:pt x="495" y="314"/>
                  <a:pt x="495" y="248"/>
                </a:cubicBezTo>
                <a:cubicBezTo>
                  <a:pt x="495" y="182"/>
                  <a:pt x="469" y="119"/>
                  <a:pt x="422" y="72"/>
                </a:cubicBezTo>
                <a:cubicBezTo>
                  <a:pt x="376" y="26"/>
                  <a:pt x="313" y="0"/>
                  <a:pt x="248" y="0"/>
                </a:cubicBezTo>
                <a:cubicBezTo>
                  <a:pt x="182" y="0"/>
                  <a:pt x="118" y="26"/>
                  <a:pt x="72" y="72"/>
                </a:cubicBezTo>
                <a:cubicBezTo>
                  <a:pt x="26" y="119"/>
                  <a:pt x="0" y="182"/>
                  <a:pt x="0" y="248"/>
                </a:cubicBezTo>
                <a:cubicBezTo>
                  <a:pt x="0" y="314"/>
                  <a:pt x="26" y="376"/>
                  <a:pt x="72" y="423"/>
                </a:cubicBezTo>
                <a:cubicBezTo>
                  <a:pt x="118" y="469"/>
                  <a:pt x="182" y="495"/>
                  <a:pt x="248" y="495"/>
                </a:cubicBezTo>
                <a:close/>
              </a:path>
            </a:pathLst>
          </a:custGeom>
          <a:solidFill>
            <a:srgbClr val="d3d3d3"/>
          </a:solidFill>
          <a:ln w="31680">
            <a:solidFill>
              <a:srgbClr val="0a7d6e"/>
            </a:solidFill>
            <a:round/>
          </a:ln>
        </p:spPr>
      </p:sp>
      <p:sp>
        <p:nvSpPr>
          <p:cNvPr id="220" name=""/>
          <p:cNvSpPr txBox="1"/>
          <p:nvPr/>
        </p:nvSpPr>
        <p:spPr>
          <a:xfrm>
            <a:off x="9899280" y="1834560"/>
            <a:ext cx="308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Other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9596880" y="2226240"/>
            <a:ext cx="215640" cy="0"/>
          </a:xfrm>
          <a:custGeom>
            <a:avLst/>
            <a:gdLst/>
            <a:ahLst/>
            <a:rect l="0" t="0" r="r" b="b"/>
            <a:pathLst>
              <a:path fill="none" w="599" h="0">
                <a:moveTo>
                  <a:pt x="0" y="0"/>
                </a:moveTo>
                <a:lnTo>
                  <a:pt x="300" y="0"/>
                </a:lnTo>
                <a:lnTo>
                  <a:pt x="599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222" name=""/>
          <p:cNvSpPr/>
          <p:nvPr/>
        </p:nvSpPr>
        <p:spPr>
          <a:xfrm>
            <a:off x="9615960" y="2137320"/>
            <a:ext cx="178200" cy="178200"/>
          </a:xfrm>
          <a:custGeom>
            <a:avLst/>
            <a:gdLst/>
            <a:ahLst/>
            <a:rect l="0" t="0" r="r" b="b"/>
            <a:pathLst>
              <a:path w="495" h="495">
                <a:moveTo>
                  <a:pt x="248" y="495"/>
                </a:moveTo>
                <a:cubicBezTo>
                  <a:pt x="313" y="495"/>
                  <a:pt x="376" y="469"/>
                  <a:pt x="422" y="422"/>
                </a:cubicBezTo>
                <a:cubicBezTo>
                  <a:pt x="469" y="376"/>
                  <a:pt x="495" y="313"/>
                  <a:pt x="495" y="248"/>
                </a:cubicBezTo>
                <a:cubicBezTo>
                  <a:pt x="495" y="181"/>
                  <a:pt x="469" y="118"/>
                  <a:pt x="422" y="72"/>
                </a:cubicBezTo>
                <a:cubicBezTo>
                  <a:pt x="376" y="26"/>
                  <a:pt x="313" y="0"/>
                  <a:pt x="248" y="0"/>
                </a:cubicBezTo>
                <a:cubicBezTo>
                  <a:pt x="182" y="0"/>
                  <a:pt x="118" y="26"/>
                  <a:pt x="72" y="72"/>
                </a:cubicBezTo>
                <a:cubicBezTo>
                  <a:pt x="26" y="118"/>
                  <a:pt x="0" y="181"/>
                  <a:pt x="0" y="248"/>
                </a:cubicBezTo>
                <a:cubicBezTo>
                  <a:pt x="0" y="313"/>
                  <a:pt x="26" y="376"/>
                  <a:pt x="72" y="422"/>
                </a:cubicBezTo>
                <a:cubicBezTo>
                  <a:pt x="118" y="469"/>
                  <a:pt x="182" y="495"/>
                  <a:pt x="248" y="495"/>
                </a:cubicBezTo>
                <a:close/>
              </a:path>
            </a:pathLst>
          </a:custGeom>
          <a:solidFill>
            <a:srgbClr val="d3d3d3"/>
          </a:solidFill>
          <a:ln w="31680">
            <a:solidFill>
              <a:srgbClr val="c53e1f"/>
            </a:solidFill>
            <a:round/>
          </a:ln>
        </p:spPr>
      </p:sp>
      <p:sp>
        <p:nvSpPr>
          <p:cNvPr id="223" name=""/>
          <p:cNvSpPr txBox="1"/>
          <p:nvPr/>
        </p:nvSpPr>
        <p:spPr>
          <a:xfrm>
            <a:off x="9899280" y="1999080"/>
            <a:ext cx="1079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UP in good (NES&gt;0)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9596880" y="2390760"/>
            <a:ext cx="215640" cy="0"/>
          </a:xfrm>
          <a:custGeom>
            <a:avLst/>
            <a:gdLst/>
            <a:ahLst/>
            <a:rect l="0" t="0" r="r" b="b"/>
            <a:pathLst>
              <a:path fill="none" w="599" h="0">
                <a:moveTo>
                  <a:pt x="0" y="0"/>
                </a:moveTo>
                <a:lnTo>
                  <a:pt x="300" y="0"/>
                </a:lnTo>
                <a:lnTo>
                  <a:pt x="599" y="0"/>
                </a:lnTo>
              </a:path>
            </a:pathLst>
          </a:custGeom>
          <a:ln cap="sq" w="25200">
            <a:solidFill>
              <a:srgbClr val="3a4a5c"/>
            </a:solidFill>
            <a:round/>
          </a:ln>
        </p:spPr>
      </p:sp>
      <p:sp>
        <p:nvSpPr>
          <p:cNvPr id="225" name=""/>
          <p:cNvSpPr txBox="1"/>
          <p:nvPr/>
        </p:nvSpPr>
        <p:spPr>
          <a:xfrm>
            <a:off x="9899280" y="2163960"/>
            <a:ext cx="1055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UP in poor (NES&lt;0)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9596880" y="2555640"/>
            <a:ext cx="215640" cy="0"/>
          </a:xfrm>
          <a:custGeom>
            <a:avLst/>
            <a:gdLst/>
            <a:ahLst/>
            <a:rect l="0" t="0" r="r" b="b"/>
            <a:pathLst>
              <a:path fill="none" w="599" h="0">
                <a:moveTo>
                  <a:pt x="0" y="0"/>
                </a:moveTo>
                <a:lnTo>
                  <a:pt x="300" y="0"/>
                </a:lnTo>
                <a:lnTo>
                  <a:pt x="599" y="0"/>
                </a:lnTo>
              </a:path>
            </a:pathLst>
          </a:custGeom>
          <a:ln cap="sq" w="50760">
            <a:solidFill>
              <a:srgbClr val="3a4a5c"/>
            </a:solidFill>
            <a:round/>
          </a:ln>
        </p:spPr>
      </p:sp>
      <p:sp>
        <p:nvSpPr>
          <p:cNvPr id="227" name=""/>
          <p:cNvSpPr txBox="1"/>
          <p:nvPr/>
        </p:nvSpPr>
        <p:spPr>
          <a:xfrm>
            <a:off x="9899280" y="2328480"/>
            <a:ext cx="808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overlap = 0.12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9596880" y="2720160"/>
            <a:ext cx="215640" cy="0"/>
          </a:xfrm>
          <a:custGeom>
            <a:avLst/>
            <a:gdLst/>
            <a:ahLst/>
            <a:rect l="0" t="0" r="r" b="b"/>
            <a:pathLst>
              <a:path fill="none" w="599" h="0">
                <a:moveTo>
                  <a:pt x="0" y="0"/>
                </a:moveTo>
                <a:lnTo>
                  <a:pt x="300" y="0"/>
                </a:lnTo>
                <a:lnTo>
                  <a:pt x="599" y="0"/>
                </a:lnTo>
              </a:path>
            </a:pathLst>
          </a:custGeom>
          <a:ln cap="sq" w="75960">
            <a:solidFill>
              <a:srgbClr val="3a4a5c"/>
            </a:solidFill>
            <a:round/>
          </a:ln>
        </p:spPr>
      </p:sp>
      <p:sp>
        <p:nvSpPr>
          <p:cNvPr id="229" name=""/>
          <p:cNvSpPr txBox="1"/>
          <p:nvPr/>
        </p:nvSpPr>
        <p:spPr>
          <a:xfrm>
            <a:off x="9899280" y="2493360"/>
            <a:ext cx="808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overlap ≈ 0.45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0" name=""/>
          <p:cNvSpPr txBox="1"/>
          <p:nvPr/>
        </p:nvSpPr>
        <p:spPr>
          <a:xfrm>
            <a:off x="9899280" y="2657880"/>
            <a:ext cx="808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overlap ≥ 0.65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1" name="TextBox 230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4D — GSEA enrichment map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2648240" cy="6519960"/>
          </a:xfrm>
          <a:custGeom>
            <a:avLst/>
            <a:gdLst/>
            <a:ahLst/>
            <a:rect l="0" t="0" r="r" b="b"/>
            <a:pathLst>
              <a:path w="35134" h="18111">
                <a:moveTo>
                  <a:pt x="0" y="18111"/>
                </a:moveTo>
                <a:lnTo>
                  <a:pt x="35134" y="18111"/>
                </a:lnTo>
                <a:lnTo>
                  <a:pt x="35134" y="0"/>
                </a:lnTo>
                <a:lnTo>
                  <a:pt x="0" y="0"/>
                </a:lnTo>
                <a:lnTo>
                  <a:pt x="0" y="1811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3222720" y="91440"/>
            <a:ext cx="6773760" cy="180720"/>
          </a:xfrm>
          <a:custGeom>
            <a:avLst/>
            <a:gdLst/>
            <a:ahLst/>
            <a:rect l="0" t="0" r="r" b="b"/>
            <a:pathLst>
              <a:path w="18816" h="502">
                <a:moveTo>
                  <a:pt x="0" y="502"/>
                </a:moveTo>
                <a:lnTo>
                  <a:pt x="18816" y="502"/>
                </a:lnTo>
                <a:lnTo>
                  <a:pt x="18816" y="0"/>
                </a:lnTo>
                <a:lnTo>
                  <a:pt x="0" y="0"/>
                </a:lnTo>
                <a:lnTo>
                  <a:pt x="0" y="50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8" name="" descr=""/>
          <p:cNvPicPr/>
          <p:nvPr/>
        </p:nvPicPr>
        <p:blipFill>
          <a:blip r:embed="rId2"/>
          <a:stretch/>
        </p:blipFill>
        <p:spPr>
          <a:xfrm>
            <a:off x="3223080" y="88920"/>
            <a:ext cx="6775200" cy="18252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 txBox="1"/>
          <p:nvPr/>
        </p:nvSpPr>
        <p:spPr>
          <a:xfrm>
            <a:off x="2295360" y="96480"/>
            <a:ext cx="7214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40" name=""/>
          <p:cNvSpPr txBox="1"/>
          <p:nvPr/>
        </p:nvSpPr>
        <p:spPr>
          <a:xfrm>
            <a:off x="2302560" y="364320"/>
            <a:ext cx="723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Adipogenesis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1" name=""/>
          <p:cNvSpPr txBox="1"/>
          <p:nvPr/>
        </p:nvSpPr>
        <p:spPr>
          <a:xfrm>
            <a:off x="307440" y="541440"/>
            <a:ext cx="2733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Antigen Processing: Ubiquitination And Proteasom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2" name=""/>
          <p:cNvSpPr txBox="1"/>
          <p:nvPr/>
        </p:nvSpPr>
        <p:spPr>
          <a:xfrm>
            <a:off x="1902240" y="718200"/>
            <a:ext cx="1131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Base Excision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3" name=""/>
          <p:cNvSpPr txBox="1"/>
          <p:nvPr/>
        </p:nvSpPr>
        <p:spPr>
          <a:xfrm>
            <a:off x="2222280" y="895320"/>
            <a:ext cx="802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Mitotic Spindle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4" name=""/>
          <p:cNvSpPr txBox="1"/>
          <p:nvPr/>
        </p:nvSpPr>
        <p:spPr>
          <a:xfrm>
            <a:off x="2201760" y="1072080"/>
            <a:ext cx="842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5" name=""/>
          <p:cNvSpPr txBox="1"/>
          <p:nvPr/>
        </p:nvSpPr>
        <p:spPr>
          <a:xfrm>
            <a:off x="2201760" y="1249200"/>
            <a:ext cx="842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Myc Targets V1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6" name=""/>
          <p:cNvSpPr txBox="1"/>
          <p:nvPr/>
        </p:nvSpPr>
        <p:spPr>
          <a:xfrm>
            <a:off x="300240" y="1426320"/>
            <a:ext cx="2743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APC/C-mediated Degradation Of Cell Cycle Protein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>
            <a:off x="259200" y="1603080"/>
            <a:ext cx="2783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APC:Cdc20 Mediated Degradation Of Cell Cycle Pro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8" name=""/>
          <p:cNvSpPr txBox="1"/>
          <p:nvPr/>
        </p:nvSpPr>
        <p:spPr>
          <a:xfrm>
            <a:off x="556920" y="1780200"/>
            <a:ext cx="2481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Processing Of DNA Double-Strand Break Ends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2401920" y="1956960"/>
            <a:ext cx="627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DNA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0" name=""/>
          <p:cNvSpPr txBox="1"/>
          <p:nvPr/>
        </p:nvSpPr>
        <p:spPr>
          <a:xfrm>
            <a:off x="1241640" y="2134080"/>
            <a:ext cx="1796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DNA Double-Strand Break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1" name=""/>
          <p:cNvSpPr txBox="1"/>
          <p:nvPr/>
        </p:nvSpPr>
        <p:spPr>
          <a:xfrm>
            <a:off x="136440" y="2311200"/>
            <a:ext cx="2894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HDR Thru Homologous Recombination (HRR) Or Singl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>
            <a:off x="1599480" y="2487960"/>
            <a:ext cx="1431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Homology Directed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3" name=""/>
          <p:cNvSpPr txBox="1"/>
          <p:nvPr/>
        </p:nvSpPr>
        <p:spPr>
          <a:xfrm>
            <a:off x="1586520" y="2665080"/>
            <a:ext cx="1446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Nucleotide Excision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>
            <a:off x="375840" y="2841840"/>
            <a:ext cx="2678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Transcription-Coupled Nucleotide Excision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415440" y="3018960"/>
            <a:ext cx="2628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Gap-filling DNA Repair Synthesis And Ligation In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100440" y="3196080"/>
            <a:ext cx="2939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Mismatch Repair (MMR) Directed By MSH2:MSH6 (Mut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2119320" y="3372840"/>
            <a:ext cx="910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Mismatch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415440" y="3549960"/>
            <a:ext cx="2628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Gap-filling DNA Repair Synthesis And Ligation In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309960" y="3726720"/>
            <a:ext cx="2742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PCNA-Dependent Long Patch Base Excision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>
            <a:off x="1733400" y="3903840"/>
            <a:ext cx="1289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Mitotic G2-G2/M Phases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2594880" y="4080960"/>
            <a:ext cx="429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S Phase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2093760" y="4257720"/>
            <a:ext cx="930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G2-M Checkpoint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2395800" y="4434840"/>
            <a:ext cx="646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91440" y="4611600"/>
            <a:ext cx="2940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Defective HDR Thru Homologous Recombination (HRR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>
            <a:off x="599760" y="4788720"/>
            <a:ext cx="2428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HDR Thru Homologous Recombination (HRR)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190440" y="4965840"/>
            <a:ext cx="2849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Defective Homologous Recombination Repair (HRR) 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1729800" y="5142600"/>
            <a:ext cx="1305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Diseases Of DNA 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1790640" y="5319720"/>
            <a:ext cx="1238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Cell Cycle Checkpoints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3019680" y="344160"/>
            <a:ext cx="203400" cy="5309640"/>
          </a:xfrm>
          <a:custGeom>
            <a:avLst/>
            <a:gdLst/>
            <a:ahLst/>
            <a:rect l="0" t="0" r="r" b="b"/>
            <a:pathLst>
              <a:path w="565" h="14749">
                <a:moveTo>
                  <a:pt x="0" y="14749"/>
                </a:moveTo>
                <a:lnTo>
                  <a:pt x="565" y="14749"/>
                </a:lnTo>
                <a:lnTo>
                  <a:pt x="565" y="0"/>
                </a:lnTo>
                <a:lnTo>
                  <a:pt x="0" y="0"/>
                </a:lnTo>
                <a:lnTo>
                  <a:pt x="0" y="1474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70" name="" descr=""/>
          <p:cNvPicPr/>
          <p:nvPr/>
        </p:nvPicPr>
        <p:blipFill>
          <a:blip r:embed="rId3"/>
          <a:stretch/>
        </p:blipFill>
        <p:spPr>
          <a:xfrm>
            <a:off x="3019680" y="344160"/>
            <a:ext cx="203760" cy="5309280"/>
          </a:xfrm>
          <a:prstGeom prst="rect">
            <a:avLst/>
          </a:prstGeom>
          <a:ln w="0">
            <a:noFill/>
          </a:ln>
        </p:spPr>
      </p:pic>
      <p:sp>
        <p:nvSpPr>
          <p:cNvPr id="71" name=""/>
          <p:cNvSpPr/>
          <p:nvPr/>
        </p:nvSpPr>
        <p:spPr>
          <a:xfrm>
            <a:off x="3222720" y="344160"/>
            <a:ext cx="6773760" cy="5309640"/>
          </a:xfrm>
          <a:custGeom>
            <a:avLst/>
            <a:gdLst/>
            <a:ahLst/>
            <a:rect l="0" t="0" r="r" b="b"/>
            <a:pathLst>
              <a:path w="18816" h="14749">
                <a:moveTo>
                  <a:pt x="0" y="14749"/>
                </a:moveTo>
                <a:lnTo>
                  <a:pt x="18816" y="14749"/>
                </a:lnTo>
                <a:lnTo>
                  <a:pt x="18816" y="0"/>
                </a:lnTo>
                <a:lnTo>
                  <a:pt x="0" y="0"/>
                </a:lnTo>
                <a:lnTo>
                  <a:pt x="0" y="1474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72" name="" descr=""/>
          <p:cNvPicPr/>
          <p:nvPr/>
        </p:nvPicPr>
        <p:blipFill>
          <a:blip r:embed="rId4"/>
          <a:stretch/>
        </p:blipFill>
        <p:spPr>
          <a:xfrm>
            <a:off x="3223080" y="344160"/>
            <a:ext cx="6775200" cy="5309280"/>
          </a:xfrm>
          <a:prstGeom prst="rect">
            <a:avLst/>
          </a:prstGeom>
          <a:ln w="0">
            <a:noFill/>
          </a:ln>
        </p:spPr>
      </p:pic>
      <p:sp>
        <p:nvSpPr>
          <p:cNvPr id="73" name=""/>
          <p:cNvSpPr/>
          <p:nvPr/>
        </p:nvSpPr>
        <p:spPr>
          <a:xfrm>
            <a:off x="10447920" y="344160"/>
            <a:ext cx="1693440" cy="1504800"/>
          </a:xfrm>
          <a:custGeom>
            <a:avLst/>
            <a:gdLst/>
            <a:ahLst/>
            <a:rect l="0" t="0" r="r" b="b"/>
            <a:pathLst>
              <a:path w="4704" h="4180">
                <a:moveTo>
                  <a:pt x="0" y="4180"/>
                </a:moveTo>
                <a:lnTo>
                  <a:pt x="4704" y="4180"/>
                </a:lnTo>
                <a:lnTo>
                  <a:pt x="4704" y="0"/>
                </a:lnTo>
                <a:lnTo>
                  <a:pt x="0" y="0"/>
                </a:lnTo>
                <a:lnTo>
                  <a:pt x="0" y="418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74" name=""/>
          <p:cNvSpPr/>
          <p:nvPr/>
        </p:nvSpPr>
        <p:spPr>
          <a:xfrm>
            <a:off x="12141000" y="1698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>
            <a:off x="12141000" y="1698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2570040" y="5496480"/>
            <a:ext cx="453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 Phase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12141000" y="1397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>
            <a:off x="12141000" y="1397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12223800" y="1641600"/>
            <a:ext cx="159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12141000" y="1096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>
            <a:off x="12141000" y="1096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12223800" y="1340640"/>
            <a:ext cx="159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12141000" y="795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>
            <a:off x="12141000" y="795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12223800" y="10396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12141000" y="49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>
            <a:off x="12141000" y="49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12223800" y="7390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>
            <a:off x="12223800" y="4381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pic>
        <p:nvPicPr>
          <p:cNvPr id="90" name="" descr=""/>
          <p:cNvPicPr/>
          <p:nvPr/>
        </p:nvPicPr>
        <p:blipFill>
          <a:blip r:embed="rId5"/>
          <a:stretch/>
        </p:blipFill>
        <p:spPr>
          <a:xfrm>
            <a:off x="10448640" y="341280"/>
            <a:ext cx="1691280" cy="1502280"/>
          </a:xfrm>
          <a:prstGeom prst="rect">
            <a:avLst/>
          </a:prstGeom>
          <a:ln w="0">
            <a:noFill/>
          </a:ln>
        </p:spPr>
      </p:pic>
      <p:sp>
        <p:nvSpPr>
          <p:cNvPr id="91" name=""/>
          <p:cNvSpPr/>
          <p:nvPr/>
        </p:nvSpPr>
        <p:spPr>
          <a:xfrm>
            <a:off x="10447920" y="344160"/>
            <a:ext cx="1693440" cy="1504800"/>
          </a:xfrm>
          <a:custGeom>
            <a:avLst/>
            <a:gdLst/>
            <a:ahLst/>
            <a:rect l="0" t="0" r="r" b="b"/>
            <a:pathLst>
              <a:path w="4704" h="4180">
                <a:moveTo>
                  <a:pt x="0" y="4180"/>
                </a:moveTo>
                <a:lnTo>
                  <a:pt x="2353" y="4180"/>
                </a:lnTo>
                <a:lnTo>
                  <a:pt x="4704" y="4180"/>
                </a:lnTo>
                <a:lnTo>
                  <a:pt x="4704" y="0"/>
                </a:lnTo>
                <a:lnTo>
                  <a:pt x="2353" y="0"/>
                </a:lnTo>
                <a:lnTo>
                  <a:pt x="0" y="0"/>
                </a:lnTo>
                <a:lnTo>
                  <a:pt x="0" y="4180"/>
                </a:lnTo>
                <a:close/>
              </a:path>
            </a:pathLst>
          </a:custGeom>
          <a:noFill/>
          <a:ln cap="sq" w="10080">
            <a:solidFill>
              <a:srgbClr val="0e2a47"/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10532520" y="2337120"/>
            <a:ext cx="304920" cy="175680"/>
          </a:xfrm>
          <a:custGeom>
            <a:avLst/>
            <a:gdLst/>
            <a:ahLst/>
            <a:rect l="0" t="0" r="r" b="b"/>
            <a:pathLst>
              <a:path w="847" h="488">
                <a:moveTo>
                  <a:pt x="0" y="488"/>
                </a:moveTo>
                <a:lnTo>
                  <a:pt x="847" y="488"/>
                </a:lnTo>
                <a:lnTo>
                  <a:pt x="847" y="0"/>
                </a:lnTo>
                <a:lnTo>
                  <a:pt x="0" y="0"/>
                </a:lnTo>
                <a:lnTo>
                  <a:pt x="0" y="488"/>
                </a:lnTo>
                <a:close/>
              </a:path>
            </a:pathLst>
          </a:custGeom>
          <a:solidFill>
            <a:srgbClr val="5a6772"/>
          </a:solidFill>
          <a:ln w="12600">
            <a:solidFill>
              <a:srgbClr val="5a6772"/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10532520" y="2688120"/>
            <a:ext cx="304920" cy="175680"/>
          </a:xfrm>
          <a:custGeom>
            <a:avLst/>
            <a:gdLst/>
            <a:ahLst/>
            <a:rect l="0" t="0" r="r" b="b"/>
            <a:pathLst>
              <a:path w="847" h="488">
                <a:moveTo>
                  <a:pt x="0" y="488"/>
                </a:moveTo>
                <a:lnTo>
                  <a:pt x="847" y="488"/>
                </a:lnTo>
                <a:lnTo>
                  <a:pt x="847" y="0"/>
                </a:lnTo>
                <a:lnTo>
                  <a:pt x="0" y="0"/>
                </a:lnTo>
                <a:lnTo>
                  <a:pt x="0" y="488"/>
                </a:lnTo>
                <a:close/>
              </a:path>
            </a:pathLst>
          </a:custGeom>
          <a:solidFill>
            <a:srgbClr val="c11456"/>
          </a:solidFill>
          <a:ln w="12600">
            <a:solidFill>
              <a:srgbClr val="c11456"/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10532520" y="3038760"/>
            <a:ext cx="304920" cy="176040"/>
          </a:xfrm>
          <a:custGeom>
            <a:avLst/>
            <a:gdLst/>
            <a:ahLst/>
            <a:rect l="0" t="0" r="r" b="b"/>
            <a:pathLst>
              <a:path w="847" h="489">
                <a:moveTo>
                  <a:pt x="0" y="489"/>
                </a:moveTo>
                <a:lnTo>
                  <a:pt x="847" y="489"/>
                </a:lnTo>
                <a:lnTo>
                  <a:pt x="847" y="0"/>
                </a:lnTo>
                <a:lnTo>
                  <a:pt x="0" y="0"/>
                </a:lnTo>
                <a:lnTo>
                  <a:pt x="0" y="489"/>
                </a:lnTo>
                <a:close/>
              </a:path>
            </a:pathLst>
          </a:custGeom>
          <a:solidFill>
            <a:srgbClr val="00567d"/>
          </a:solidFill>
          <a:ln w="12600">
            <a:solidFill>
              <a:srgbClr val="00567d"/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10532520" y="3389760"/>
            <a:ext cx="304920" cy="176040"/>
          </a:xfrm>
          <a:custGeom>
            <a:avLst/>
            <a:gdLst/>
            <a:ahLst/>
            <a:rect l="0" t="0" r="r" b="b"/>
            <a:pathLst>
              <a:path w="847" h="489">
                <a:moveTo>
                  <a:pt x="0" y="489"/>
                </a:moveTo>
                <a:lnTo>
                  <a:pt x="847" y="489"/>
                </a:lnTo>
                <a:lnTo>
                  <a:pt x="847" y="0"/>
                </a:lnTo>
                <a:lnTo>
                  <a:pt x="0" y="0"/>
                </a:lnTo>
                <a:lnTo>
                  <a:pt x="0" y="489"/>
                </a:lnTo>
                <a:close/>
              </a:path>
            </a:pathLst>
          </a:custGeom>
          <a:solidFill>
            <a:srgbClr val="057a64"/>
          </a:solidFill>
          <a:ln w="12600">
            <a:solidFill>
              <a:srgbClr val="057a64"/>
            </a:solidFill>
            <a:miter/>
          </a:ln>
        </p:spPr>
      </p:sp>
      <p:sp>
        <p:nvSpPr>
          <p:cNvPr id="96" name=""/>
          <p:cNvSpPr txBox="1"/>
          <p:nvPr/>
        </p:nvSpPr>
        <p:spPr>
          <a:xfrm rot="16200000">
            <a:off x="12231720" y="1024560"/>
            <a:ext cx="509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z-score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10447920" y="2122560"/>
            <a:ext cx="1287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Pathway category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10905120" y="2347920"/>
            <a:ext cx="342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Other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10905120" y="2698920"/>
            <a:ext cx="497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Immune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10905120" y="3049920"/>
            <a:ext cx="6591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DNA repair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4815000" y="6023160"/>
            <a:ext cx="254520" cy="89280"/>
          </a:xfrm>
          <a:custGeom>
            <a:avLst/>
            <a:gdLst/>
            <a:ahLst/>
            <a:rect l="0" t="0" r="r" b="b"/>
            <a:pathLst>
              <a:path w="707" h="248">
                <a:moveTo>
                  <a:pt x="0" y="248"/>
                </a:moveTo>
                <a:lnTo>
                  <a:pt x="707" y="248"/>
                </a:lnTo>
                <a:lnTo>
                  <a:pt x="707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02" name=""/>
          <p:cNvSpPr txBox="1"/>
          <p:nvPr/>
        </p:nvSpPr>
        <p:spPr>
          <a:xfrm>
            <a:off x="10905120" y="3400920"/>
            <a:ext cx="732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Proliferation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5759280" y="6023160"/>
            <a:ext cx="254520" cy="89280"/>
          </a:xfrm>
          <a:custGeom>
            <a:avLst/>
            <a:gdLst/>
            <a:ahLst/>
            <a:rect l="0" t="0" r="r" b="b"/>
            <a:pathLst>
              <a:path w="707" h="248">
                <a:moveTo>
                  <a:pt x="0" y="248"/>
                </a:moveTo>
                <a:lnTo>
                  <a:pt x="707" y="248"/>
                </a:lnTo>
                <a:lnTo>
                  <a:pt x="707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04" name=""/>
          <p:cNvSpPr txBox="1"/>
          <p:nvPr/>
        </p:nvSpPr>
        <p:spPr>
          <a:xfrm>
            <a:off x="5171040" y="5994360"/>
            <a:ext cx="334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5" name=""/>
          <p:cNvSpPr txBox="1"/>
          <p:nvPr/>
        </p:nvSpPr>
        <p:spPr>
          <a:xfrm>
            <a:off x="6114960" y="5994360"/>
            <a:ext cx="284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Poor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4E — ssGSEA 95-set heatmap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6998040" cy="4673520"/>
          </a:xfrm>
          <a:custGeom>
            <a:avLst/>
            <a:gdLst/>
            <a:ahLst/>
            <a:rect l="0" t="0" r="r" b="b"/>
            <a:pathLst>
              <a:path w="19439" h="12982">
                <a:moveTo>
                  <a:pt x="0" y="12982"/>
                </a:moveTo>
                <a:lnTo>
                  <a:pt x="19439" y="12982"/>
                </a:lnTo>
                <a:lnTo>
                  <a:pt x="19439" y="0"/>
                </a:lnTo>
                <a:lnTo>
                  <a:pt x="0" y="0"/>
                </a:lnTo>
                <a:lnTo>
                  <a:pt x="0" y="1298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28480" y="118080"/>
            <a:ext cx="6378120" cy="3872880"/>
          </a:xfrm>
          <a:custGeom>
            <a:avLst/>
            <a:gdLst/>
            <a:ahLst/>
            <a:rect l="0" t="0" r="r" b="b"/>
            <a:pathLst>
              <a:path w="17717" h="10758">
                <a:moveTo>
                  <a:pt x="0" y="10758"/>
                </a:moveTo>
                <a:lnTo>
                  <a:pt x="17717" y="10758"/>
                </a:lnTo>
                <a:lnTo>
                  <a:pt x="17717" y="0"/>
                </a:lnTo>
                <a:lnTo>
                  <a:pt x="0" y="0"/>
                </a:lnTo>
                <a:lnTo>
                  <a:pt x="0" y="1075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528480" y="2060280"/>
            <a:ext cx="6378120" cy="428400"/>
          </a:xfrm>
          <a:custGeom>
            <a:avLst/>
            <a:gdLst/>
            <a:ahLst/>
            <a:rect l="0" t="0" r="r" b="b"/>
            <a:pathLst>
              <a:path w="17717" h="1190">
                <a:moveTo>
                  <a:pt x="0" y="1190"/>
                </a:moveTo>
                <a:lnTo>
                  <a:pt x="17717" y="1190"/>
                </a:lnTo>
                <a:lnTo>
                  <a:pt x="17717" y="0"/>
                </a:lnTo>
                <a:lnTo>
                  <a:pt x="0" y="0"/>
                </a:lnTo>
                <a:lnTo>
                  <a:pt x="0" y="1190"/>
                </a:lnTo>
                <a:close/>
              </a:path>
            </a:pathLst>
          </a:custGeom>
          <a:solidFill>
            <a:srgbClr val="dee2e6">
              <a:alpha val="40000"/>
            </a:srgbClr>
          </a:solidFill>
          <a:ln w="12600">
            <a:solidFill>
              <a:srgbClr val="dee2e6">
                <a:alpha val="40000"/>
              </a:srgbClr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84744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" name=""/>
          <p:cNvSpPr/>
          <p:nvPr/>
        </p:nvSpPr>
        <p:spPr>
          <a:xfrm>
            <a:off x="84744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" name=""/>
          <p:cNvSpPr/>
          <p:nvPr/>
        </p:nvSpPr>
        <p:spPr>
          <a:xfrm>
            <a:off x="148500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148500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 txBox="1"/>
          <p:nvPr/>
        </p:nvSpPr>
        <p:spPr>
          <a:xfrm rot="19800000">
            <a:off x="94680" y="4236120"/>
            <a:ext cx="771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Proliferation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12292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212292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 txBox="1"/>
          <p:nvPr/>
        </p:nvSpPr>
        <p:spPr>
          <a:xfrm rot="19800000">
            <a:off x="803160" y="4217760"/>
            <a:ext cx="694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DNA repair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76084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" name=""/>
          <p:cNvSpPr/>
          <p:nvPr/>
        </p:nvSpPr>
        <p:spPr>
          <a:xfrm>
            <a:off x="276084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 txBox="1"/>
          <p:nvPr/>
        </p:nvSpPr>
        <p:spPr>
          <a:xfrm rot="19800000">
            <a:off x="1508040" y="4200120"/>
            <a:ext cx="621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Apoptosis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339840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>
            <a:off x="339840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 rot="19800000">
            <a:off x="2236320" y="4176000"/>
            <a:ext cx="523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Immune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403632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>
            <a:off x="403632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 rot="19800000">
            <a:off x="2815920" y="4191120"/>
            <a:ext cx="587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Signaling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467424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>
            <a:off x="467424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 rot="19800000">
            <a:off x="3315960" y="4228200"/>
            <a:ext cx="733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Metabolism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531180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>
            <a:off x="531180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 rot="19800000">
            <a:off x="4274640" y="4141440"/>
            <a:ext cx="392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Stress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594972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>
            <a:off x="594972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 rot="19800000">
            <a:off x="4526280" y="4245120"/>
            <a:ext cx="806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Stromal/EMT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6587640" y="3990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>
            <a:off x="6587640" y="3990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 rot="19800000">
            <a:off x="5577840" y="4134960"/>
            <a:ext cx="360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Other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490320" y="3700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490320" y="3700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 rot="19800000">
            <a:off x="6257880" y="4123440"/>
            <a:ext cx="316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TP53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490320" y="2987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490320" y="2987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277200" y="363816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490320" y="2274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490320" y="2274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277200" y="292500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490320" y="1560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490320" y="1560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373320" y="22118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490320" y="847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490320" y="847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373320" y="14986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490320" y="13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490320" y="13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373320" y="785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>
            <a:off x="373320" y="72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671760" y="520200"/>
            <a:ext cx="351360" cy="160920"/>
          </a:xfrm>
          <a:custGeom>
            <a:avLst/>
            <a:gdLst/>
            <a:ahLst/>
            <a:rect l="0" t="0" r="r" b="b"/>
            <a:pathLst>
              <a:path w="976" h="447">
                <a:moveTo>
                  <a:pt x="0" y="447"/>
                </a:moveTo>
                <a:lnTo>
                  <a:pt x="976" y="447"/>
                </a:lnTo>
                <a:lnTo>
                  <a:pt x="976" y="0"/>
                </a:lnTo>
                <a:lnTo>
                  <a:pt x="0" y="0"/>
                </a:lnTo>
                <a:lnTo>
                  <a:pt x="0" y="447"/>
                </a:lnTo>
                <a:close/>
              </a:path>
            </a:pathLst>
          </a:custGeom>
          <a:solidFill>
            <a:srgbClr val="057a64">
              <a:alpha val="90000"/>
            </a:srgbClr>
          </a:solidFill>
          <a:ln w="10080">
            <a:solidFill>
              <a:srgbClr val="057a64">
                <a:alpha val="90000"/>
              </a:srgbClr>
            </a:solidFill>
            <a:miter/>
          </a:ln>
        </p:spPr>
      </p:sp>
      <p:sp>
        <p:nvSpPr>
          <p:cNvPr id="88" name=""/>
          <p:cNvSpPr/>
          <p:nvPr/>
        </p:nvSpPr>
        <p:spPr>
          <a:xfrm>
            <a:off x="847440" y="6807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cap="sq" w="10080">
            <a:solidFill>
              <a:srgbClr val="057a64"/>
            </a:solidFill>
            <a:round/>
          </a:ln>
        </p:spPr>
      </p:sp>
      <p:sp>
        <p:nvSpPr>
          <p:cNvPr id="89" name=""/>
          <p:cNvSpPr/>
          <p:nvPr/>
        </p:nvSpPr>
        <p:spPr>
          <a:xfrm flipV="1">
            <a:off x="847440" y="294120"/>
            <a:ext cx="0" cy="226080"/>
          </a:xfrm>
          <a:prstGeom prst="line">
            <a:avLst/>
          </a:prstGeom>
          <a:ln cap="sq" w="1008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/>
          <p:nvPr/>
        </p:nvSpPr>
        <p:spPr>
          <a:xfrm>
            <a:off x="759600" y="680760"/>
            <a:ext cx="175320" cy="0"/>
          </a:xfrm>
          <a:prstGeom prst="line">
            <a:avLst/>
          </a:prstGeom>
          <a:ln cap="sq" w="1008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/>
          <p:nvPr/>
        </p:nvSpPr>
        <p:spPr>
          <a:xfrm>
            <a:off x="759600" y="294120"/>
            <a:ext cx="175320" cy="0"/>
          </a:xfrm>
          <a:prstGeom prst="line">
            <a:avLst/>
          </a:prstGeom>
          <a:ln cap="sq" w="10080">
            <a:solidFill>
              <a:srgbClr val="057a64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/>
          <p:nvPr/>
        </p:nvSpPr>
        <p:spPr>
          <a:xfrm>
            <a:off x="1309680" y="1955520"/>
            <a:ext cx="351360" cy="872640"/>
          </a:xfrm>
          <a:custGeom>
            <a:avLst/>
            <a:gdLst/>
            <a:ahLst/>
            <a:rect l="0" t="0" r="r" b="b"/>
            <a:pathLst>
              <a:path w="976" h="2424">
                <a:moveTo>
                  <a:pt x="0" y="2424"/>
                </a:moveTo>
                <a:lnTo>
                  <a:pt x="976" y="2424"/>
                </a:lnTo>
                <a:lnTo>
                  <a:pt x="976" y="0"/>
                </a:lnTo>
                <a:lnTo>
                  <a:pt x="0" y="0"/>
                </a:lnTo>
                <a:lnTo>
                  <a:pt x="0" y="2424"/>
                </a:lnTo>
                <a:close/>
              </a:path>
            </a:pathLst>
          </a:custGeom>
          <a:solidFill>
            <a:srgbClr val="00567d">
              <a:alpha val="90000"/>
            </a:srgbClr>
          </a:solidFill>
          <a:ln w="10080">
            <a:solidFill>
              <a:srgbClr val="00567d">
                <a:alpha val="90000"/>
              </a:srgbClr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1485000" y="2827800"/>
            <a:ext cx="0" cy="436320"/>
          </a:xfrm>
          <a:prstGeom prst="line">
            <a:avLst/>
          </a:prstGeom>
          <a:ln cap="sq" w="1008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/>
          <p:nvPr/>
        </p:nvSpPr>
        <p:spPr>
          <a:xfrm flipV="1">
            <a:off x="1485000" y="1519200"/>
            <a:ext cx="0" cy="436320"/>
          </a:xfrm>
          <a:prstGeom prst="line">
            <a:avLst/>
          </a:prstGeom>
          <a:ln cap="sq" w="1008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" name=""/>
          <p:cNvSpPr/>
          <p:nvPr/>
        </p:nvSpPr>
        <p:spPr>
          <a:xfrm>
            <a:off x="1397520" y="3264120"/>
            <a:ext cx="175320" cy="0"/>
          </a:xfrm>
          <a:prstGeom prst="line">
            <a:avLst/>
          </a:prstGeom>
          <a:ln cap="sq" w="1008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/>
          <p:nvPr/>
        </p:nvSpPr>
        <p:spPr>
          <a:xfrm>
            <a:off x="1397520" y="1519200"/>
            <a:ext cx="175320" cy="0"/>
          </a:xfrm>
          <a:prstGeom prst="line">
            <a:avLst/>
          </a:prstGeom>
          <a:ln cap="sq" w="10080">
            <a:solidFill>
              <a:srgbClr val="00567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/>
          <p:nvPr/>
        </p:nvSpPr>
        <p:spPr>
          <a:xfrm>
            <a:off x="1947600" y="3035160"/>
            <a:ext cx="350640" cy="0"/>
          </a:xfrm>
          <a:custGeom>
            <a:avLst/>
            <a:gdLst/>
            <a:ahLst/>
            <a:rect l="0" t="0" r="r" b="b"/>
            <a:pathLst>
              <a:path w="974" h="0">
                <a:moveTo>
                  <a:pt x="0" y="0"/>
                </a:moveTo>
                <a:lnTo>
                  <a:pt x="974" y="0"/>
                </a:lnTo>
                <a:lnTo>
                  <a:pt x="0" y="0"/>
                </a:lnTo>
                <a:close/>
              </a:path>
            </a:pathLst>
          </a:custGeom>
          <a:solidFill>
            <a:srgbClr val="5a3582">
              <a:alpha val="90000"/>
            </a:srgbClr>
          </a:solidFill>
          <a:ln w="10080">
            <a:solidFill>
              <a:srgbClr val="5a3582">
                <a:alpha val="90000"/>
              </a:srgbClr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2122920" y="3035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cap="sq" w="10080">
            <a:solidFill>
              <a:srgbClr val="5a3582"/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2122920" y="3035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cap="sq" w="10080">
            <a:solidFill>
              <a:srgbClr val="5a3582"/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2035080" y="3035160"/>
            <a:ext cx="175680" cy="0"/>
          </a:xfrm>
          <a:prstGeom prst="line">
            <a:avLst/>
          </a:prstGeom>
          <a:ln cap="sq" w="10080">
            <a:solidFill>
              <a:srgbClr val="5a358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/>
          <p:nvPr/>
        </p:nvSpPr>
        <p:spPr>
          <a:xfrm>
            <a:off x="2035080" y="3035160"/>
            <a:ext cx="175680" cy="0"/>
          </a:xfrm>
          <a:prstGeom prst="line">
            <a:avLst/>
          </a:prstGeom>
          <a:ln cap="sq" w="10080">
            <a:solidFill>
              <a:srgbClr val="5a358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>
            <a:off x="2585160" y="2988720"/>
            <a:ext cx="351360" cy="178920"/>
          </a:xfrm>
          <a:custGeom>
            <a:avLst/>
            <a:gdLst/>
            <a:ahLst/>
            <a:rect l="0" t="0" r="r" b="b"/>
            <a:pathLst>
              <a:path w="976" h="497">
                <a:moveTo>
                  <a:pt x="0" y="497"/>
                </a:moveTo>
                <a:lnTo>
                  <a:pt x="976" y="497"/>
                </a:lnTo>
                <a:lnTo>
                  <a:pt x="976" y="0"/>
                </a:lnTo>
                <a:lnTo>
                  <a:pt x="0" y="0"/>
                </a:lnTo>
                <a:lnTo>
                  <a:pt x="0" y="497"/>
                </a:lnTo>
                <a:close/>
              </a:path>
            </a:pathLst>
          </a:custGeom>
          <a:solidFill>
            <a:srgbClr val="c11456">
              <a:alpha val="90000"/>
            </a:srgbClr>
          </a:solidFill>
          <a:ln w="10080">
            <a:solidFill>
              <a:srgbClr val="c11456">
                <a:alpha val="90000"/>
              </a:srgbClr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2760840" y="3167280"/>
            <a:ext cx="0" cy="38520"/>
          </a:xfrm>
          <a:prstGeom prst="line">
            <a:avLst/>
          </a:prstGeom>
          <a:ln cap="sq" w="10080">
            <a:solidFill>
              <a:srgbClr val="c1145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/>
          <p:nvPr/>
        </p:nvSpPr>
        <p:spPr>
          <a:xfrm flipV="1">
            <a:off x="2760840" y="2808360"/>
            <a:ext cx="0" cy="180360"/>
          </a:xfrm>
          <a:prstGeom prst="line">
            <a:avLst/>
          </a:prstGeom>
          <a:ln cap="sq" w="10080">
            <a:solidFill>
              <a:srgbClr val="c1145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/>
          <p:nvPr/>
        </p:nvSpPr>
        <p:spPr>
          <a:xfrm>
            <a:off x="2673000" y="3205800"/>
            <a:ext cx="175320" cy="0"/>
          </a:xfrm>
          <a:prstGeom prst="line">
            <a:avLst/>
          </a:prstGeom>
          <a:ln cap="sq" w="10080">
            <a:solidFill>
              <a:srgbClr val="c1145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/>
          <p:nvPr/>
        </p:nvSpPr>
        <p:spPr>
          <a:xfrm>
            <a:off x="2673000" y="2808360"/>
            <a:ext cx="175320" cy="0"/>
          </a:xfrm>
          <a:prstGeom prst="line">
            <a:avLst/>
          </a:prstGeom>
          <a:ln cap="sq" w="10080">
            <a:solidFill>
              <a:srgbClr val="c1145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" name=""/>
          <p:cNvSpPr/>
          <p:nvPr/>
        </p:nvSpPr>
        <p:spPr>
          <a:xfrm>
            <a:off x="3223080" y="2761560"/>
            <a:ext cx="351000" cy="374760"/>
          </a:xfrm>
          <a:custGeom>
            <a:avLst/>
            <a:gdLst/>
            <a:ahLst/>
            <a:rect l="0" t="0" r="r" b="b"/>
            <a:pathLst>
              <a:path w="975" h="1041">
                <a:moveTo>
                  <a:pt x="0" y="1041"/>
                </a:moveTo>
                <a:lnTo>
                  <a:pt x="975" y="1041"/>
                </a:lnTo>
                <a:lnTo>
                  <a:pt x="975" y="0"/>
                </a:lnTo>
                <a:lnTo>
                  <a:pt x="0" y="0"/>
                </a:lnTo>
                <a:lnTo>
                  <a:pt x="0" y="1041"/>
                </a:lnTo>
                <a:close/>
              </a:path>
            </a:pathLst>
          </a:custGeom>
          <a:solidFill>
            <a:srgbClr val="7a3aad">
              <a:alpha val="90000"/>
            </a:srgbClr>
          </a:solidFill>
          <a:ln w="10080">
            <a:solidFill>
              <a:srgbClr val="7a3aad">
                <a:alpha val="90000"/>
              </a:srgbClr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3398400" y="3135960"/>
            <a:ext cx="0" cy="178200"/>
          </a:xfrm>
          <a:prstGeom prst="line">
            <a:avLst/>
          </a:prstGeom>
          <a:ln cap="sq" w="10080">
            <a:solidFill>
              <a:srgbClr val="7a3aa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/>
          <p:nvPr/>
        </p:nvSpPr>
        <p:spPr>
          <a:xfrm flipV="1">
            <a:off x="3398400" y="2726640"/>
            <a:ext cx="0" cy="34920"/>
          </a:xfrm>
          <a:prstGeom prst="line">
            <a:avLst/>
          </a:prstGeom>
          <a:ln cap="sq" w="10080">
            <a:solidFill>
              <a:srgbClr val="7a3aa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" name=""/>
          <p:cNvSpPr/>
          <p:nvPr/>
        </p:nvSpPr>
        <p:spPr>
          <a:xfrm>
            <a:off x="3310920" y="3314160"/>
            <a:ext cx="175320" cy="0"/>
          </a:xfrm>
          <a:prstGeom prst="line">
            <a:avLst/>
          </a:prstGeom>
          <a:ln cap="sq" w="10080">
            <a:solidFill>
              <a:srgbClr val="7a3aa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/>
          <p:nvPr/>
        </p:nvSpPr>
        <p:spPr>
          <a:xfrm>
            <a:off x="3310920" y="2726640"/>
            <a:ext cx="175320" cy="0"/>
          </a:xfrm>
          <a:prstGeom prst="line">
            <a:avLst/>
          </a:prstGeom>
          <a:ln cap="sq" w="10080">
            <a:solidFill>
              <a:srgbClr val="7a3aad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/>
          <p:nvPr/>
        </p:nvSpPr>
        <p:spPr>
          <a:xfrm>
            <a:off x="3861000" y="2841120"/>
            <a:ext cx="351000" cy="322200"/>
          </a:xfrm>
          <a:custGeom>
            <a:avLst/>
            <a:gdLst/>
            <a:ahLst/>
            <a:rect l="0" t="0" r="r" b="b"/>
            <a:pathLst>
              <a:path w="975" h="895">
                <a:moveTo>
                  <a:pt x="0" y="895"/>
                </a:moveTo>
                <a:lnTo>
                  <a:pt x="975" y="895"/>
                </a:lnTo>
                <a:lnTo>
                  <a:pt x="975" y="0"/>
                </a:lnTo>
                <a:lnTo>
                  <a:pt x="0" y="0"/>
                </a:lnTo>
                <a:lnTo>
                  <a:pt x="0" y="895"/>
                </a:lnTo>
                <a:close/>
              </a:path>
            </a:pathLst>
          </a:custGeom>
          <a:solidFill>
            <a:srgbClr val="d4a300">
              <a:alpha val="90000"/>
            </a:srgbClr>
          </a:solidFill>
          <a:ln w="10080">
            <a:solidFill>
              <a:srgbClr val="d4a300">
                <a:alpha val="90000"/>
              </a:srgbClr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4036320" y="3162960"/>
            <a:ext cx="0" cy="92520"/>
          </a:xfrm>
          <a:prstGeom prst="line">
            <a:avLst/>
          </a:prstGeom>
          <a:ln cap="sq" w="10080">
            <a:solidFill>
              <a:srgbClr val="d4a3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/>
          <p:nvPr/>
        </p:nvSpPr>
        <p:spPr>
          <a:xfrm flipV="1">
            <a:off x="4036320" y="2803320"/>
            <a:ext cx="0" cy="37800"/>
          </a:xfrm>
          <a:prstGeom prst="line">
            <a:avLst/>
          </a:prstGeom>
          <a:ln cap="sq" w="10080">
            <a:solidFill>
              <a:srgbClr val="d4a3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/>
          <p:nvPr/>
        </p:nvSpPr>
        <p:spPr>
          <a:xfrm>
            <a:off x="3948480" y="3255480"/>
            <a:ext cx="175680" cy="0"/>
          </a:xfrm>
          <a:prstGeom prst="line">
            <a:avLst/>
          </a:prstGeom>
          <a:ln cap="sq" w="10080">
            <a:solidFill>
              <a:srgbClr val="d4a3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/>
          <p:nvPr/>
        </p:nvSpPr>
        <p:spPr>
          <a:xfrm>
            <a:off x="3948480" y="2803320"/>
            <a:ext cx="175680" cy="0"/>
          </a:xfrm>
          <a:prstGeom prst="line">
            <a:avLst/>
          </a:prstGeom>
          <a:ln cap="sq" w="10080">
            <a:solidFill>
              <a:srgbClr val="d4a3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/>
          <p:nvPr/>
        </p:nvSpPr>
        <p:spPr>
          <a:xfrm>
            <a:off x="4498560" y="1592280"/>
            <a:ext cx="351360" cy="895680"/>
          </a:xfrm>
          <a:custGeom>
            <a:avLst/>
            <a:gdLst/>
            <a:ahLst/>
            <a:rect l="0" t="0" r="r" b="b"/>
            <a:pathLst>
              <a:path w="976" h="2488">
                <a:moveTo>
                  <a:pt x="0" y="2488"/>
                </a:moveTo>
                <a:lnTo>
                  <a:pt x="976" y="2488"/>
                </a:lnTo>
                <a:lnTo>
                  <a:pt x="976" y="0"/>
                </a:lnTo>
                <a:lnTo>
                  <a:pt x="0" y="0"/>
                </a:lnTo>
                <a:lnTo>
                  <a:pt x="0" y="2488"/>
                </a:lnTo>
                <a:close/>
              </a:path>
            </a:pathLst>
          </a:custGeom>
          <a:solidFill>
            <a:srgbClr val="0099b8">
              <a:alpha val="90000"/>
            </a:srgbClr>
          </a:solidFill>
          <a:ln w="10080">
            <a:solidFill>
              <a:srgbClr val="0099b8">
                <a:alpha val="90000"/>
              </a:srgbClr>
            </a:solidFill>
            <a:miter/>
          </a:ln>
        </p:spPr>
      </p:sp>
      <p:sp>
        <p:nvSpPr>
          <p:cNvPr id="118" name=""/>
          <p:cNvSpPr/>
          <p:nvPr/>
        </p:nvSpPr>
        <p:spPr>
          <a:xfrm>
            <a:off x="4674240" y="2487600"/>
            <a:ext cx="0" cy="447840"/>
          </a:xfrm>
          <a:prstGeom prst="line">
            <a:avLst/>
          </a:prstGeom>
          <a:ln cap="sq" w="10080">
            <a:solidFill>
              <a:srgbClr val="0099b8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" name=""/>
          <p:cNvSpPr/>
          <p:nvPr/>
        </p:nvSpPr>
        <p:spPr>
          <a:xfrm flipV="1">
            <a:off x="4674240" y="1144440"/>
            <a:ext cx="0" cy="447840"/>
          </a:xfrm>
          <a:prstGeom prst="line">
            <a:avLst/>
          </a:prstGeom>
          <a:ln cap="sq" w="10080">
            <a:solidFill>
              <a:srgbClr val="0099b8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>
            <a:off x="4586400" y="2935440"/>
            <a:ext cx="175320" cy="0"/>
          </a:xfrm>
          <a:prstGeom prst="line">
            <a:avLst/>
          </a:prstGeom>
          <a:ln cap="sq" w="10080">
            <a:solidFill>
              <a:srgbClr val="0099b8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>
            <a:off x="4586400" y="1144440"/>
            <a:ext cx="175320" cy="0"/>
          </a:xfrm>
          <a:prstGeom prst="line">
            <a:avLst/>
          </a:prstGeom>
          <a:ln cap="sq" w="10080">
            <a:solidFill>
              <a:srgbClr val="0099b8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/>
          <p:nvPr/>
        </p:nvSpPr>
        <p:spPr>
          <a:xfrm>
            <a:off x="5136480" y="3300480"/>
            <a:ext cx="351000" cy="315000"/>
          </a:xfrm>
          <a:custGeom>
            <a:avLst/>
            <a:gdLst/>
            <a:ahLst/>
            <a:rect l="0" t="0" r="r" b="b"/>
            <a:pathLst>
              <a:path w="975" h="875">
                <a:moveTo>
                  <a:pt x="0" y="875"/>
                </a:moveTo>
                <a:lnTo>
                  <a:pt x="975" y="875"/>
                </a:lnTo>
                <a:lnTo>
                  <a:pt x="975" y="0"/>
                </a:lnTo>
                <a:lnTo>
                  <a:pt x="0" y="0"/>
                </a:lnTo>
                <a:lnTo>
                  <a:pt x="0" y="875"/>
                </a:lnTo>
                <a:close/>
              </a:path>
            </a:pathLst>
          </a:custGeom>
          <a:solidFill>
            <a:srgbClr val="b03219">
              <a:alpha val="90000"/>
            </a:srgbClr>
          </a:solidFill>
          <a:ln w="10080">
            <a:solidFill>
              <a:srgbClr val="b03219">
                <a:alpha val="90000"/>
              </a:srgbClr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5311800" y="3615120"/>
            <a:ext cx="0" cy="199440"/>
          </a:xfrm>
          <a:prstGeom prst="line">
            <a:avLst/>
          </a:prstGeom>
          <a:ln cap="sq" w="10080">
            <a:solidFill>
              <a:srgbClr val="b03219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 flipV="1">
            <a:off x="5311800" y="3226320"/>
            <a:ext cx="0" cy="74160"/>
          </a:xfrm>
          <a:prstGeom prst="line">
            <a:avLst/>
          </a:prstGeom>
          <a:ln cap="sq" w="10080">
            <a:solidFill>
              <a:srgbClr val="b03219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" name=""/>
          <p:cNvSpPr/>
          <p:nvPr/>
        </p:nvSpPr>
        <p:spPr>
          <a:xfrm>
            <a:off x="5224320" y="3814560"/>
            <a:ext cx="175320" cy="0"/>
          </a:xfrm>
          <a:prstGeom prst="line">
            <a:avLst/>
          </a:prstGeom>
          <a:ln cap="sq" w="10080">
            <a:solidFill>
              <a:srgbClr val="b03219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>
            <a:off x="5224320" y="3226320"/>
            <a:ext cx="175320" cy="0"/>
          </a:xfrm>
          <a:prstGeom prst="line">
            <a:avLst/>
          </a:prstGeom>
          <a:ln cap="sq" w="10080">
            <a:solidFill>
              <a:srgbClr val="b03219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/>
          <p:nvPr/>
        </p:nvSpPr>
        <p:spPr>
          <a:xfrm>
            <a:off x="5774400" y="2859120"/>
            <a:ext cx="351000" cy="261720"/>
          </a:xfrm>
          <a:custGeom>
            <a:avLst/>
            <a:gdLst/>
            <a:ahLst/>
            <a:rect l="0" t="0" r="r" b="b"/>
            <a:pathLst>
              <a:path w="975" h="727">
                <a:moveTo>
                  <a:pt x="0" y="727"/>
                </a:moveTo>
                <a:lnTo>
                  <a:pt x="975" y="727"/>
                </a:lnTo>
                <a:lnTo>
                  <a:pt x="975" y="0"/>
                </a:lnTo>
                <a:lnTo>
                  <a:pt x="0" y="0"/>
                </a:lnTo>
                <a:lnTo>
                  <a:pt x="0" y="727"/>
                </a:lnTo>
                <a:close/>
              </a:path>
            </a:pathLst>
          </a:custGeom>
          <a:solidFill>
            <a:srgbClr val="5a6772">
              <a:alpha val="90000"/>
            </a:srgbClr>
          </a:solidFill>
          <a:ln w="10080">
            <a:solidFill>
              <a:srgbClr val="5a6772">
                <a:alpha val="90000"/>
              </a:srgbClr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5949720" y="3120480"/>
            <a:ext cx="0" cy="99720"/>
          </a:xfrm>
          <a:prstGeom prst="line">
            <a:avLst/>
          </a:prstGeom>
          <a:ln cap="sq" w="1008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 flipV="1">
            <a:off x="5949720" y="2739600"/>
            <a:ext cx="0" cy="119520"/>
          </a:xfrm>
          <a:prstGeom prst="line">
            <a:avLst/>
          </a:prstGeom>
          <a:ln cap="sq" w="1008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>
            <a:off x="5861880" y="3220200"/>
            <a:ext cx="175320" cy="0"/>
          </a:xfrm>
          <a:prstGeom prst="line">
            <a:avLst/>
          </a:prstGeom>
          <a:ln cap="sq" w="1008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>
            <a:off x="5861880" y="2739600"/>
            <a:ext cx="175320" cy="0"/>
          </a:xfrm>
          <a:prstGeom prst="line">
            <a:avLst/>
          </a:prstGeom>
          <a:ln cap="sq" w="1008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>
            <a:off x="6411960" y="3101040"/>
            <a:ext cx="351000" cy="0"/>
          </a:xfrm>
          <a:custGeom>
            <a:avLst/>
            <a:gdLst/>
            <a:ahLst/>
            <a:rect l="0" t="0" r="r" b="b"/>
            <a:pathLst>
              <a:path w="975" h="0">
                <a:moveTo>
                  <a:pt x="0" y="0"/>
                </a:moveTo>
                <a:lnTo>
                  <a:pt x="975" y="0"/>
                </a:lnTo>
                <a:lnTo>
                  <a:pt x="0" y="0"/>
                </a:lnTo>
                <a:close/>
              </a:path>
            </a:pathLst>
          </a:custGeom>
          <a:solidFill>
            <a:srgbClr val="ad2831">
              <a:alpha val="90000"/>
            </a:srgbClr>
          </a:solidFill>
          <a:ln w="10080">
            <a:solidFill>
              <a:srgbClr val="ad2831">
                <a:alpha val="90000"/>
              </a:srgbClr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6587640" y="3101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cap="sq" w="10080">
            <a:solidFill>
              <a:srgbClr val="ad2831"/>
            </a:solidFill>
            <a:round/>
          </a:ln>
        </p:spPr>
      </p:sp>
      <p:sp>
        <p:nvSpPr>
          <p:cNvPr id="134" name=""/>
          <p:cNvSpPr/>
          <p:nvPr/>
        </p:nvSpPr>
        <p:spPr>
          <a:xfrm>
            <a:off x="6587640" y="3101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cap="sq" w="10080">
            <a:solidFill>
              <a:srgbClr val="ad2831"/>
            </a:solidFill>
            <a:round/>
          </a:ln>
        </p:spPr>
      </p:sp>
      <p:sp>
        <p:nvSpPr>
          <p:cNvPr id="135" name=""/>
          <p:cNvSpPr/>
          <p:nvPr/>
        </p:nvSpPr>
        <p:spPr>
          <a:xfrm>
            <a:off x="6499800" y="3101040"/>
            <a:ext cx="175320" cy="0"/>
          </a:xfrm>
          <a:prstGeom prst="line">
            <a:avLst/>
          </a:prstGeom>
          <a:ln cap="sq" w="10080">
            <a:solidFill>
              <a:srgbClr val="ad283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6499800" y="3101040"/>
            <a:ext cx="175320" cy="0"/>
          </a:xfrm>
          <a:prstGeom prst="line">
            <a:avLst/>
          </a:prstGeom>
          <a:ln cap="sq" w="10080">
            <a:solidFill>
              <a:srgbClr val="ad283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>
            <a:off x="528480" y="2274120"/>
            <a:ext cx="6377760" cy="0"/>
          </a:xfrm>
          <a:prstGeom prst="line">
            <a:avLst/>
          </a:prstGeom>
          <a:ln cap="sq" w="111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671760" y="591120"/>
            <a:ext cx="35100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>
            <a:off x="1309680" y="2391480"/>
            <a:ext cx="35100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>
            <a:off x="1947600" y="3035160"/>
            <a:ext cx="35064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/>
          <p:nvPr/>
        </p:nvSpPr>
        <p:spPr>
          <a:xfrm>
            <a:off x="2585160" y="3110040"/>
            <a:ext cx="35100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/>
          <p:nvPr/>
        </p:nvSpPr>
        <p:spPr>
          <a:xfrm>
            <a:off x="3223080" y="2972160"/>
            <a:ext cx="35064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/>
          <p:nvPr/>
        </p:nvSpPr>
        <p:spPr>
          <a:xfrm>
            <a:off x="3861000" y="2915640"/>
            <a:ext cx="35064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/>
          <p:nvPr/>
        </p:nvSpPr>
        <p:spPr>
          <a:xfrm>
            <a:off x="4498560" y="2039760"/>
            <a:ext cx="35100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/>
          <p:nvPr/>
        </p:nvSpPr>
        <p:spPr>
          <a:xfrm>
            <a:off x="5136480" y="3436920"/>
            <a:ext cx="35064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/>
          <p:nvPr/>
        </p:nvSpPr>
        <p:spPr>
          <a:xfrm>
            <a:off x="5774400" y="2945520"/>
            <a:ext cx="35064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/>
          <p:nvPr/>
        </p:nvSpPr>
        <p:spPr>
          <a:xfrm>
            <a:off x="6411960" y="3101040"/>
            <a:ext cx="351000" cy="0"/>
          </a:xfrm>
          <a:prstGeom prst="line">
            <a:avLst/>
          </a:prstGeom>
          <a:ln w="2016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/>
          <p:nvPr/>
        </p:nvSpPr>
        <p:spPr>
          <a:xfrm flipV="1">
            <a:off x="528480" y="118080"/>
            <a:ext cx="0" cy="38725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/>
          <p:nvPr/>
        </p:nvSpPr>
        <p:spPr>
          <a:xfrm>
            <a:off x="528480" y="3990600"/>
            <a:ext cx="63777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/>
          <p:nvPr/>
        </p:nvSpPr>
        <p:spPr>
          <a:xfrm>
            <a:off x="732600" y="253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3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3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1" name=""/>
          <p:cNvSpPr/>
          <p:nvPr/>
        </p:nvSpPr>
        <p:spPr>
          <a:xfrm>
            <a:off x="870840" y="4798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2" y="171"/>
                  <a:pt x="224" y="142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2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2" name=""/>
          <p:cNvSpPr/>
          <p:nvPr/>
        </p:nvSpPr>
        <p:spPr>
          <a:xfrm>
            <a:off x="891360" y="5511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1"/>
                  <a:pt x="224" y="111"/>
                </a:cubicBezTo>
                <a:cubicBezTo>
                  <a:pt x="224" y="82"/>
                  <a:pt x="213" y="53"/>
                  <a:pt x="192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3" name=""/>
          <p:cNvSpPr/>
          <p:nvPr/>
        </p:nvSpPr>
        <p:spPr>
          <a:xfrm>
            <a:off x="874800" y="640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2"/>
                  <a:pt x="142" y="0"/>
                  <a:pt x="111" y="0"/>
                </a:cubicBezTo>
                <a:cubicBezTo>
                  <a:pt x="82" y="0"/>
                  <a:pt x="53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4" name=""/>
          <p:cNvSpPr/>
          <p:nvPr/>
        </p:nvSpPr>
        <p:spPr>
          <a:xfrm>
            <a:off x="791280" y="100836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2" y="224"/>
                  <a:pt x="171" y="213"/>
                  <a:pt x="192" y="191"/>
                </a:cubicBezTo>
                <a:cubicBezTo>
                  <a:pt x="213" y="170"/>
                  <a:pt x="225" y="141"/>
                  <a:pt x="225" y="112"/>
                </a:cubicBezTo>
                <a:cubicBezTo>
                  <a:pt x="225" y="82"/>
                  <a:pt x="213" y="54"/>
                  <a:pt x="192" y="33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57a64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5" name=""/>
          <p:cNvSpPr/>
          <p:nvPr/>
        </p:nvSpPr>
        <p:spPr>
          <a:xfrm>
            <a:off x="1504800" y="3223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0567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6" name=""/>
          <p:cNvSpPr/>
          <p:nvPr/>
        </p:nvSpPr>
        <p:spPr>
          <a:xfrm>
            <a:off x="1436760" y="147924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3" y="224"/>
                  <a:pt x="171" y="212"/>
                  <a:pt x="192" y="191"/>
                </a:cubicBezTo>
                <a:cubicBezTo>
                  <a:pt x="213" y="170"/>
                  <a:pt x="225" y="142"/>
                  <a:pt x="225" y="112"/>
                </a:cubicBezTo>
                <a:cubicBezTo>
                  <a:pt x="225" y="83"/>
                  <a:pt x="213" y="54"/>
                  <a:pt x="192" y="33"/>
                </a:cubicBezTo>
                <a:cubicBezTo>
                  <a:pt x="171" y="11"/>
                  <a:pt x="143" y="0"/>
                  <a:pt x="112" y="0"/>
                </a:cubicBezTo>
                <a:cubicBezTo>
                  <a:pt x="82" y="0"/>
                  <a:pt x="54" y="11"/>
                  <a:pt x="33" y="33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0567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7" name=""/>
          <p:cNvSpPr/>
          <p:nvPr/>
        </p:nvSpPr>
        <p:spPr>
          <a:xfrm>
            <a:off x="2120040" y="29948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4" y="191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5a3582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2714040" y="316548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1" y="225"/>
                  <a:pt x="171" y="213"/>
                  <a:pt x="192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5"/>
                  <a:pt x="192" y="34"/>
                </a:cubicBezTo>
                <a:cubicBezTo>
                  <a:pt x="171" y="12"/>
                  <a:pt x="141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5"/>
                  <a:pt x="112" y="225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2659680" y="31647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3"/>
                  <a:pt x="213" y="55"/>
                  <a:pt x="192" y="34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0" name=""/>
          <p:cNvSpPr/>
          <p:nvPr/>
        </p:nvSpPr>
        <p:spPr>
          <a:xfrm>
            <a:off x="2641680" y="31269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1" name=""/>
          <p:cNvSpPr/>
          <p:nvPr/>
        </p:nvSpPr>
        <p:spPr>
          <a:xfrm>
            <a:off x="2747160" y="31168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1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4" y="213"/>
                  <a:pt x="83" y="224"/>
                  <a:pt x="113" y="224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2" name=""/>
          <p:cNvSpPr/>
          <p:nvPr/>
        </p:nvSpPr>
        <p:spPr>
          <a:xfrm>
            <a:off x="2709360" y="3069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4"/>
                  <a:pt x="192" y="33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3" name=""/>
          <p:cNvSpPr/>
          <p:nvPr/>
        </p:nvSpPr>
        <p:spPr>
          <a:xfrm>
            <a:off x="2652120" y="30315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1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4" y="213"/>
                  <a:pt x="82" y="224"/>
                  <a:pt x="113" y="224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4" name=""/>
          <p:cNvSpPr/>
          <p:nvPr/>
        </p:nvSpPr>
        <p:spPr>
          <a:xfrm>
            <a:off x="2715840" y="29487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1" y="212"/>
                  <a:pt x="192" y="191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2"/>
                  <a:pt x="212" y="53"/>
                  <a:pt x="192" y="32"/>
                </a:cubicBezTo>
                <a:cubicBezTo>
                  <a:pt x="171" y="11"/>
                  <a:pt x="141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5" name=""/>
          <p:cNvSpPr/>
          <p:nvPr/>
        </p:nvSpPr>
        <p:spPr>
          <a:xfrm>
            <a:off x="2629800" y="29275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3"/>
                  <a:pt x="141" y="0"/>
                  <a:pt x="111" y="0"/>
                </a:cubicBezTo>
                <a:cubicBezTo>
                  <a:pt x="82" y="0"/>
                  <a:pt x="53" y="13"/>
                  <a:pt x="32" y="33"/>
                </a:cubicBezTo>
                <a:cubicBezTo>
                  <a:pt x="11" y="54"/>
                  <a:pt x="0" y="83"/>
                  <a:pt x="0" y="112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6" name=""/>
          <p:cNvSpPr/>
          <p:nvPr/>
        </p:nvSpPr>
        <p:spPr>
          <a:xfrm>
            <a:off x="2693880" y="27680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0" y="191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5"/>
                  <a:pt x="190" y="34"/>
                </a:cubicBezTo>
                <a:cubicBezTo>
                  <a:pt x="169" y="13"/>
                  <a:pt x="141" y="0"/>
                  <a:pt x="111" y="0"/>
                </a:cubicBezTo>
                <a:cubicBezTo>
                  <a:pt x="82" y="0"/>
                  <a:pt x="53" y="13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7" name=""/>
          <p:cNvSpPr/>
          <p:nvPr/>
        </p:nvSpPr>
        <p:spPr>
          <a:xfrm>
            <a:off x="3326400" y="11156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3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3"/>
                  <a:pt x="12" y="171"/>
                  <a:pt x="34" y="192"/>
                </a:cubicBezTo>
                <a:cubicBezTo>
                  <a:pt x="55" y="213"/>
                  <a:pt x="83" y="224"/>
                  <a:pt x="113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8" name=""/>
          <p:cNvSpPr/>
          <p:nvPr/>
        </p:nvSpPr>
        <p:spPr>
          <a:xfrm>
            <a:off x="3300120" y="31795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2" y="191"/>
                </a:cubicBezTo>
                <a:cubicBezTo>
                  <a:pt x="53" y="212"/>
                  <a:pt x="82" y="224"/>
                  <a:pt x="112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9" name=""/>
          <p:cNvSpPr/>
          <p:nvPr/>
        </p:nvSpPr>
        <p:spPr>
          <a:xfrm>
            <a:off x="3324240" y="32738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2"/>
                </a:cubicBezTo>
                <a:cubicBezTo>
                  <a:pt x="213" y="171"/>
                  <a:pt x="224" y="141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4" y="192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0" name=""/>
          <p:cNvSpPr/>
          <p:nvPr/>
        </p:nvSpPr>
        <p:spPr>
          <a:xfrm>
            <a:off x="3348000" y="31132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3"/>
                  <a:pt x="191" y="192"/>
                </a:cubicBezTo>
                <a:cubicBezTo>
                  <a:pt x="212" y="171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3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3" y="213"/>
                  <a:pt x="82" y="224"/>
                  <a:pt x="111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1" name=""/>
          <p:cNvSpPr/>
          <p:nvPr/>
        </p:nvSpPr>
        <p:spPr>
          <a:xfrm>
            <a:off x="3274560" y="3042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2" name=""/>
          <p:cNvSpPr/>
          <p:nvPr/>
        </p:nvSpPr>
        <p:spPr>
          <a:xfrm>
            <a:off x="3422880" y="298404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1" y="225"/>
                </a:moveTo>
                <a:cubicBezTo>
                  <a:pt x="141" y="225"/>
                  <a:pt x="169" y="213"/>
                  <a:pt x="190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0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5"/>
                  <a:pt x="111" y="225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3" name=""/>
          <p:cNvSpPr/>
          <p:nvPr/>
        </p:nvSpPr>
        <p:spPr>
          <a:xfrm>
            <a:off x="3369240" y="28796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2"/>
                  <a:pt x="191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1" y="11"/>
                  <a:pt x="142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4" name=""/>
          <p:cNvSpPr/>
          <p:nvPr/>
        </p:nvSpPr>
        <p:spPr>
          <a:xfrm>
            <a:off x="3321360" y="28274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3"/>
                  <a:pt x="213" y="53"/>
                  <a:pt x="192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3" y="0"/>
                  <a:pt x="55" y="11"/>
                  <a:pt x="34" y="32"/>
                </a:cubicBezTo>
                <a:cubicBezTo>
                  <a:pt x="12" y="53"/>
                  <a:pt x="0" y="83"/>
                  <a:pt x="0" y="112"/>
                </a:cubicBezTo>
                <a:cubicBezTo>
                  <a:pt x="0" y="142"/>
                  <a:pt x="12" y="170"/>
                  <a:pt x="34" y="191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5" name=""/>
          <p:cNvSpPr/>
          <p:nvPr/>
        </p:nvSpPr>
        <p:spPr>
          <a:xfrm>
            <a:off x="3429720" y="16351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69" y="11"/>
                  <a:pt x="141" y="0"/>
                  <a:pt x="111" y="0"/>
                </a:cubicBezTo>
                <a:cubicBezTo>
                  <a:pt x="81" y="0"/>
                  <a:pt x="53" y="11"/>
                  <a:pt x="32" y="33"/>
                </a:cubicBezTo>
                <a:cubicBezTo>
                  <a:pt x="11" y="54"/>
                  <a:pt x="0" y="83"/>
                  <a:pt x="0" y="112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3" y="212"/>
                  <a:pt x="81" y="224"/>
                  <a:pt x="111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6" name=""/>
          <p:cNvSpPr/>
          <p:nvPr/>
        </p:nvSpPr>
        <p:spPr>
          <a:xfrm>
            <a:off x="3309480" y="26863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3"/>
                </a:cubicBezTo>
                <a:cubicBezTo>
                  <a:pt x="224" y="83"/>
                  <a:pt x="213" y="55"/>
                  <a:pt x="192" y="34"/>
                </a:cubicBezTo>
                <a:cubicBezTo>
                  <a:pt x="171" y="13"/>
                  <a:pt x="142" y="0"/>
                  <a:pt x="113" y="0"/>
                </a:cubicBezTo>
                <a:cubicBezTo>
                  <a:pt x="83" y="0"/>
                  <a:pt x="54" y="13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3" y="224"/>
                  <a:pt x="113" y="224"/>
                </a:cubicBezTo>
                <a:close/>
              </a:path>
            </a:pathLst>
          </a:custGeom>
          <a:solidFill>
            <a:srgbClr val="7a3aad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7" name=""/>
          <p:cNvSpPr/>
          <p:nvPr/>
        </p:nvSpPr>
        <p:spPr>
          <a:xfrm>
            <a:off x="4003560" y="32151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3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3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3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8" name=""/>
          <p:cNvSpPr/>
          <p:nvPr/>
        </p:nvSpPr>
        <p:spPr>
          <a:xfrm>
            <a:off x="3907080" y="31953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2" y="191"/>
                </a:cubicBezTo>
                <a:cubicBezTo>
                  <a:pt x="213" y="170"/>
                  <a:pt x="224" y="141"/>
                  <a:pt x="224" y="111"/>
                </a:cubicBezTo>
                <a:cubicBezTo>
                  <a:pt x="224" y="82"/>
                  <a:pt x="213" y="53"/>
                  <a:pt x="192" y="32"/>
                </a:cubicBezTo>
                <a:cubicBezTo>
                  <a:pt x="170" y="11"/>
                  <a:pt x="141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9" name=""/>
          <p:cNvSpPr/>
          <p:nvPr/>
        </p:nvSpPr>
        <p:spPr>
          <a:xfrm>
            <a:off x="3908880" y="31633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2" y="191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2" y="34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0" name=""/>
          <p:cNvSpPr/>
          <p:nvPr/>
        </p:nvSpPr>
        <p:spPr>
          <a:xfrm>
            <a:off x="4037400" y="30006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3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2" y="34"/>
                </a:cubicBezTo>
                <a:cubicBezTo>
                  <a:pt x="171" y="12"/>
                  <a:pt x="143" y="0"/>
                  <a:pt x="113" y="0"/>
                </a:cubicBezTo>
                <a:cubicBezTo>
                  <a:pt x="83" y="0"/>
                  <a:pt x="55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5" y="213"/>
                  <a:pt x="83" y="224"/>
                  <a:pt x="113" y="224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1" name=""/>
          <p:cNvSpPr/>
          <p:nvPr/>
        </p:nvSpPr>
        <p:spPr>
          <a:xfrm>
            <a:off x="3902040" y="29239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1" y="34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2" name=""/>
          <p:cNvSpPr/>
          <p:nvPr/>
        </p:nvSpPr>
        <p:spPr>
          <a:xfrm>
            <a:off x="4037400" y="282672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2" y="225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2" y="33"/>
                </a:cubicBezTo>
                <a:cubicBezTo>
                  <a:pt x="11" y="54"/>
                  <a:pt x="0" y="83"/>
                  <a:pt x="0" y="113"/>
                </a:cubicBezTo>
                <a:cubicBezTo>
                  <a:pt x="0" y="143"/>
                  <a:pt x="11" y="171"/>
                  <a:pt x="32" y="192"/>
                </a:cubicBezTo>
                <a:cubicBezTo>
                  <a:pt x="54" y="213"/>
                  <a:pt x="83" y="225"/>
                  <a:pt x="112" y="225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3" name=""/>
          <p:cNvSpPr/>
          <p:nvPr/>
        </p:nvSpPr>
        <p:spPr>
          <a:xfrm>
            <a:off x="4022640" y="28015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1" y="0"/>
                  <a:pt x="53" y="12"/>
                  <a:pt x="32" y="33"/>
                </a:cubicBezTo>
                <a:cubicBezTo>
                  <a:pt x="11" y="54"/>
                  <a:pt x="0" y="82"/>
                  <a:pt x="0" y="112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3" y="213"/>
                  <a:pt x="81" y="224"/>
                  <a:pt x="112" y="224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4" name=""/>
          <p:cNvSpPr/>
          <p:nvPr/>
        </p:nvSpPr>
        <p:spPr>
          <a:xfrm>
            <a:off x="4069080" y="2800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2" y="192"/>
                </a:cubicBezTo>
                <a:cubicBezTo>
                  <a:pt x="212" y="171"/>
                  <a:pt x="224" y="143"/>
                  <a:pt x="224" y="112"/>
                </a:cubicBezTo>
                <a:cubicBezTo>
                  <a:pt x="224" y="82"/>
                  <a:pt x="212" y="54"/>
                  <a:pt x="192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5" name=""/>
          <p:cNvSpPr/>
          <p:nvPr/>
        </p:nvSpPr>
        <p:spPr>
          <a:xfrm>
            <a:off x="4026960" y="173448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2" y="225"/>
                  <a:pt x="170" y="213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3"/>
                  <a:pt x="83" y="225"/>
                  <a:pt x="112" y="225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4085640" y="276300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3" y="224"/>
                  <a:pt x="171" y="212"/>
                  <a:pt x="192" y="191"/>
                </a:cubicBezTo>
                <a:cubicBezTo>
                  <a:pt x="213" y="171"/>
                  <a:pt x="225" y="142"/>
                  <a:pt x="225" y="113"/>
                </a:cubicBezTo>
                <a:cubicBezTo>
                  <a:pt x="225" y="83"/>
                  <a:pt x="213" y="55"/>
                  <a:pt x="192" y="34"/>
                </a:cubicBezTo>
                <a:cubicBezTo>
                  <a:pt x="171" y="12"/>
                  <a:pt x="143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d4a300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7" name=""/>
          <p:cNvSpPr/>
          <p:nvPr/>
        </p:nvSpPr>
        <p:spPr>
          <a:xfrm>
            <a:off x="4679640" y="11041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1" y="192"/>
                </a:cubicBezTo>
                <a:cubicBezTo>
                  <a:pt x="212" y="171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0099b8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8" name=""/>
          <p:cNvSpPr/>
          <p:nvPr/>
        </p:nvSpPr>
        <p:spPr>
          <a:xfrm>
            <a:off x="4554000" y="28954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69" y="11"/>
                  <a:pt x="141" y="0"/>
                  <a:pt x="111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1" y="224"/>
                </a:cubicBezTo>
                <a:close/>
              </a:path>
            </a:pathLst>
          </a:custGeom>
          <a:solidFill>
            <a:srgbClr val="0099b8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9" name=""/>
          <p:cNvSpPr/>
          <p:nvPr/>
        </p:nvSpPr>
        <p:spPr>
          <a:xfrm>
            <a:off x="5266080" y="37742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69" y="213"/>
                  <a:pt x="190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2"/>
                  <a:pt x="212" y="54"/>
                  <a:pt x="190" y="33"/>
                </a:cubicBezTo>
                <a:cubicBezTo>
                  <a:pt x="169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b03219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0" name=""/>
          <p:cNvSpPr/>
          <p:nvPr/>
        </p:nvSpPr>
        <p:spPr>
          <a:xfrm>
            <a:off x="5346720" y="35085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3" y="170"/>
                  <a:pt x="224" y="141"/>
                  <a:pt x="224" y="112"/>
                </a:cubicBezTo>
                <a:cubicBezTo>
                  <a:pt x="224" y="82"/>
                  <a:pt x="213" y="54"/>
                  <a:pt x="191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b03219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1" name=""/>
          <p:cNvSpPr/>
          <p:nvPr/>
        </p:nvSpPr>
        <p:spPr>
          <a:xfrm>
            <a:off x="5208840" y="32850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2"/>
                  <a:pt x="191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b03219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2" name=""/>
          <p:cNvSpPr/>
          <p:nvPr/>
        </p:nvSpPr>
        <p:spPr>
          <a:xfrm>
            <a:off x="5194800" y="31863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1"/>
                  <a:pt x="212" y="53"/>
                  <a:pt x="191" y="32"/>
                </a:cubicBezTo>
                <a:cubicBezTo>
                  <a:pt x="170" y="11"/>
                  <a:pt x="141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1"/>
                  <a:pt x="0" y="111"/>
                </a:cubicBezTo>
                <a:cubicBezTo>
                  <a:pt x="0" y="141"/>
                  <a:pt x="12" y="169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b03219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3" name=""/>
          <p:cNvSpPr/>
          <p:nvPr/>
        </p:nvSpPr>
        <p:spPr>
          <a:xfrm>
            <a:off x="5982480" y="312552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2" y="224"/>
                  <a:pt x="170" y="212"/>
                  <a:pt x="191" y="192"/>
                </a:cubicBezTo>
                <a:cubicBezTo>
                  <a:pt x="212" y="171"/>
                  <a:pt x="225" y="142"/>
                  <a:pt x="225" y="112"/>
                </a:cubicBezTo>
                <a:cubicBezTo>
                  <a:pt x="225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4" name=""/>
          <p:cNvSpPr/>
          <p:nvPr/>
        </p:nvSpPr>
        <p:spPr>
          <a:xfrm>
            <a:off x="5833800" y="31802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1" y="190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69" y="11"/>
                  <a:pt x="141" y="0"/>
                  <a:pt x="111" y="0"/>
                </a:cubicBezTo>
                <a:cubicBezTo>
                  <a:pt x="82" y="0"/>
                  <a:pt x="53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3" y="190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5" name=""/>
          <p:cNvSpPr/>
          <p:nvPr/>
        </p:nvSpPr>
        <p:spPr>
          <a:xfrm>
            <a:off x="5857920" y="29451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1" y="0"/>
                </a:cubicBezTo>
                <a:cubicBezTo>
                  <a:pt x="82" y="0"/>
                  <a:pt x="53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2"/>
                </a:cubicBezTo>
                <a:cubicBezTo>
                  <a:pt x="53" y="213"/>
                  <a:pt x="82" y="224"/>
                  <a:pt x="111" y="224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5873760" y="28652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2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2" y="33"/>
                </a:cubicBezTo>
                <a:cubicBezTo>
                  <a:pt x="11" y="54"/>
                  <a:pt x="0" y="82"/>
                  <a:pt x="0" y="112"/>
                </a:cubicBezTo>
                <a:cubicBezTo>
                  <a:pt x="0" y="141"/>
                  <a:pt x="11" y="170"/>
                  <a:pt x="32" y="192"/>
                </a:cubicBezTo>
                <a:cubicBezTo>
                  <a:pt x="53" y="212"/>
                  <a:pt x="83" y="224"/>
                  <a:pt x="112" y="224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7" name=""/>
          <p:cNvSpPr/>
          <p:nvPr/>
        </p:nvSpPr>
        <p:spPr>
          <a:xfrm>
            <a:off x="5904360" y="2803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0" y="191"/>
                </a:cubicBezTo>
                <a:cubicBezTo>
                  <a:pt x="211" y="170"/>
                  <a:pt x="224" y="142"/>
                  <a:pt x="224" y="111"/>
                </a:cubicBezTo>
                <a:cubicBezTo>
                  <a:pt x="224" y="82"/>
                  <a:pt x="211" y="53"/>
                  <a:pt x="190" y="32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0">
            <a:noFill/>
          </a:ln>
        </p:spPr>
      </p:sp>
      <p:sp>
        <p:nvSpPr>
          <p:cNvPr id="198" name=""/>
          <p:cNvSpPr/>
          <p:nvPr/>
        </p:nvSpPr>
        <p:spPr>
          <a:xfrm>
            <a:off x="5904360" y="2803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0" y="191"/>
                </a:cubicBezTo>
                <a:cubicBezTo>
                  <a:pt x="211" y="170"/>
                  <a:pt x="224" y="142"/>
                  <a:pt x="224" y="111"/>
                </a:cubicBezTo>
                <a:cubicBezTo>
                  <a:pt x="224" y="82"/>
                  <a:pt x="211" y="53"/>
                  <a:pt x="190" y="32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noFill/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9" name=""/>
          <p:cNvSpPr/>
          <p:nvPr/>
        </p:nvSpPr>
        <p:spPr>
          <a:xfrm>
            <a:off x="5856840" y="26996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2"/>
                  <a:pt x="192" y="190"/>
                </a:cubicBezTo>
                <a:cubicBezTo>
                  <a:pt x="213" y="169"/>
                  <a:pt x="224" y="141"/>
                  <a:pt x="224" y="111"/>
                </a:cubicBezTo>
                <a:cubicBezTo>
                  <a:pt x="224" y="82"/>
                  <a:pt x="213" y="53"/>
                  <a:pt x="192" y="32"/>
                </a:cubicBezTo>
                <a:cubicBezTo>
                  <a:pt x="171" y="11"/>
                  <a:pt x="142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3" y="190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5a6772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0" name=""/>
          <p:cNvSpPr/>
          <p:nvPr/>
        </p:nvSpPr>
        <p:spPr>
          <a:xfrm>
            <a:off x="6617160" y="30610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3" y="0"/>
                  <a:pt x="54" y="11"/>
                  <a:pt x="33" y="32"/>
                </a:cubicBezTo>
                <a:cubicBezTo>
                  <a:pt x="11" y="53"/>
                  <a:pt x="0" y="82"/>
                  <a:pt x="0" y="112"/>
                </a:cubicBezTo>
                <a:cubicBezTo>
                  <a:pt x="0" y="142"/>
                  <a:pt x="11" y="170"/>
                  <a:pt x="33" y="191"/>
                </a:cubicBezTo>
                <a:cubicBezTo>
                  <a:pt x="54" y="212"/>
                  <a:pt x="83" y="224"/>
                  <a:pt x="112" y="224"/>
                </a:cubicBezTo>
                <a:close/>
              </a:path>
            </a:pathLst>
          </a:custGeom>
          <a:solidFill>
            <a:srgbClr val="ad2831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1" name=""/>
          <p:cNvSpPr/>
          <p:nvPr/>
        </p:nvSpPr>
        <p:spPr>
          <a:xfrm>
            <a:off x="5676120" y="186120"/>
            <a:ext cx="1215000" cy="361800"/>
          </a:xfrm>
          <a:custGeom>
            <a:avLst/>
            <a:gdLst/>
            <a:ahLst/>
            <a:rect l="0" t="0" r="r" b="b"/>
            <a:pathLst>
              <a:path w="3375" h="1005">
                <a:moveTo>
                  <a:pt x="134" y="1005"/>
                </a:moveTo>
                <a:lnTo>
                  <a:pt x="3241" y="1005"/>
                </a:lnTo>
                <a:cubicBezTo>
                  <a:pt x="3331" y="1005"/>
                  <a:pt x="3375" y="959"/>
                  <a:pt x="3375" y="870"/>
                </a:cubicBezTo>
                <a:lnTo>
                  <a:pt x="3375" y="134"/>
                </a:lnTo>
                <a:cubicBezTo>
                  <a:pt x="3375" y="44"/>
                  <a:pt x="3331" y="0"/>
                  <a:pt x="3241" y="0"/>
                </a:cubicBezTo>
                <a:lnTo>
                  <a:pt x="134" y="0"/>
                </a:lnTo>
                <a:cubicBezTo>
                  <a:pt x="45" y="0"/>
                  <a:pt x="0" y="44"/>
                  <a:pt x="0" y="134"/>
                </a:cubicBezTo>
                <a:lnTo>
                  <a:pt x="0" y="870"/>
                </a:lnTo>
                <a:cubicBezTo>
                  <a:pt x="0" y="959"/>
                  <a:pt x="45" y="1005"/>
                  <a:pt x="134" y="1005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 w="12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202" name=""/>
          <p:cNvSpPr txBox="1"/>
          <p:nvPr/>
        </p:nvSpPr>
        <p:spPr>
          <a:xfrm rot="16200000">
            <a:off x="-1257120" y="1968480"/>
            <a:ext cx="2814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Normalized enrichment score (NES)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03" name=""/>
          <p:cNvSpPr txBox="1"/>
          <p:nvPr/>
        </p:nvSpPr>
        <p:spPr>
          <a:xfrm>
            <a:off x="5724720" y="218880"/>
            <a:ext cx="1119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NES &gt; 0  ↑ Good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04" name=""/>
          <p:cNvSpPr txBox="1"/>
          <p:nvPr/>
        </p:nvSpPr>
        <p:spPr>
          <a:xfrm>
            <a:off x="5761800" y="361080"/>
            <a:ext cx="10810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NES &lt; 0  ↑ Poor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4F — Category-level NES box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159920" cy="7461360"/>
          </a:xfrm>
          <a:custGeom>
            <a:avLst/>
            <a:gdLst/>
            <a:ahLst/>
            <a:rect l="0" t="0" r="r" b="b"/>
            <a:pathLst>
              <a:path w="28222" h="20726">
                <a:moveTo>
                  <a:pt x="0" y="20726"/>
                </a:moveTo>
                <a:lnTo>
                  <a:pt x="28222" y="20726"/>
                </a:lnTo>
                <a:lnTo>
                  <a:pt x="28222" y="0"/>
                </a:lnTo>
                <a:lnTo>
                  <a:pt x="0" y="0"/>
                </a:lnTo>
                <a:lnTo>
                  <a:pt x="0" y="2072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954800" y="91440"/>
            <a:ext cx="6182640" cy="95400"/>
          </a:xfrm>
          <a:custGeom>
            <a:avLst/>
            <a:gdLst/>
            <a:ahLst/>
            <a:rect l="0" t="0" r="r" b="b"/>
            <a:pathLst>
              <a:path w="17174" h="265">
                <a:moveTo>
                  <a:pt x="0" y="265"/>
                </a:moveTo>
                <a:lnTo>
                  <a:pt x="17174" y="265"/>
                </a:lnTo>
                <a:lnTo>
                  <a:pt x="17174" y="0"/>
                </a:lnTo>
                <a:lnTo>
                  <a:pt x="0" y="0"/>
                </a:lnTo>
                <a:lnTo>
                  <a:pt x="0" y="26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8" name="" descr=""/>
          <p:cNvPicPr/>
          <p:nvPr/>
        </p:nvPicPr>
        <p:blipFill>
          <a:blip r:embed="rId2"/>
          <a:stretch/>
        </p:blipFill>
        <p:spPr>
          <a:xfrm>
            <a:off x="1954800" y="88920"/>
            <a:ext cx="6184080" cy="9720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/>
          <p:nvPr/>
        </p:nvSpPr>
        <p:spPr>
          <a:xfrm>
            <a:off x="1769400" y="254880"/>
            <a:ext cx="108720" cy="5436360"/>
          </a:xfrm>
          <a:custGeom>
            <a:avLst/>
            <a:gdLst/>
            <a:ahLst/>
            <a:rect l="0" t="0" r="r" b="b"/>
            <a:pathLst>
              <a:path w="302" h="15101">
                <a:moveTo>
                  <a:pt x="0" y="15101"/>
                </a:moveTo>
                <a:lnTo>
                  <a:pt x="302" y="15101"/>
                </a:lnTo>
                <a:lnTo>
                  <a:pt x="302" y="0"/>
                </a:lnTo>
                <a:lnTo>
                  <a:pt x="0" y="0"/>
                </a:lnTo>
                <a:lnTo>
                  <a:pt x="0" y="1510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40" name="" descr=""/>
          <p:cNvPicPr/>
          <p:nvPr/>
        </p:nvPicPr>
        <p:blipFill>
          <a:blip r:embed="rId3"/>
          <a:stretch/>
        </p:blipFill>
        <p:spPr>
          <a:xfrm>
            <a:off x="1769760" y="253440"/>
            <a:ext cx="109440" cy="5437440"/>
          </a:xfrm>
          <a:prstGeom prst="rect">
            <a:avLst/>
          </a:prstGeom>
          <a:ln w="0">
            <a:noFill/>
          </a:ln>
        </p:spPr>
      </p:pic>
      <p:sp>
        <p:nvSpPr>
          <p:cNvPr id="41" name=""/>
          <p:cNvSpPr txBox="1"/>
          <p:nvPr/>
        </p:nvSpPr>
        <p:spPr>
          <a:xfrm>
            <a:off x="1500120" y="288360"/>
            <a:ext cx="1807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age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42" name=""/>
          <p:cNvSpPr txBox="1"/>
          <p:nvPr/>
        </p:nvSpPr>
        <p:spPr>
          <a:xfrm>
            <a:off x="1432080" y="475560"/>
            <a:ext cx="249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SBS5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43" name=""/>
          <p:cNvSpPr txBox="1"/>
          <p:nvPr/>
        </p:nvSpPr>
        <p:spPr>
          <a:xfrm>
            <a:off x="682920" y="661680"/>
            <a:ext cx="1005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TMB_nonsyn_per_Mb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44" name=""/>
          <p:cNvSpPr txBox="1"/>
          <p:nvPr/>
        </p:nvSpPr>
        <p:spPr>
          <a:xfrm>
            <a:off x="1224000" y="847800"/>
            <a:ext cx="4593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n_nonsyn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45" name=""/>
          <p:cNvSpPr txBox="1"/>
          <p:nvPr/>
        </p:nvSpPr>
        <p:spPr>
          <a:xfrm>
            <a:off x="1308600" y="1035720"/>
            <a:ext cx="3740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MSI_pct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46" name=""/>
          <p:cNvSpPr txBox="1"/>
          <p:nvPr/>
        </p:nvSpPr>
        <p:spPr>
          <a:xfrm>
            <a:off x="1182240" y="1222560"/>
            <a:ext cx="5022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MMR_prop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>
            <a:off x="1234800" y="1411560"/>
            <a:ext cx="448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frac_amp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48" name=""/>
          <p:cNvSpPr txBox="1"/>
          <p:nvPr/>
        </p:nvSpPr>
        <p:spPr>
          <a:xfrm>
            <a:off x="1511280" y="1600560"/>
            <a:ext cx="168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CIN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1301040" y="1786320"/>
            <a:ext cx="3834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frac_del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0" name=""/>
          <p:cNvSpPr txBox="1"/>
          <p:nvPr/>
        </p:nvSpPr>
        <p:spPr>
          <a:xfrm>
            <a:off x="956160" y="1975320"/>
            <a:ext cx="745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1" name=""/>
          <p:cNvSpPr txBox="1"/>
          <p:nvPr/>
        </p:nvSpPr>
        <p:spPr>
          <a:xfrm>
            <a:off x="174960" y="2162880"/>
            <a:ext cx="1527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DNA Double-Strand Break Repa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>
            <a:off x="470880" y="2350080"/>
            <a:ext cx="1227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DNA Repair R-HSA-73894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3" name=""/>
          <p:cNvSpPr txBox="1"/>
          <p:nvPr/>
        </p:nvSpPr>
        <p:spPr>
          <a:xfrm>
            <a:off x="91440" y="2537640"/>
            <a:ext cx="1608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HDR Thru Homologous Recombin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>
            <a:off x="1127520" y="2725200"/>
            <a:ext cx="573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860400" y="2912400"/>
            <a:ext cx="8265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G2-M Checkpoint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848160" y="3098520"/>
            <a:ext cx="844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CD8_proliferation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957960" y="3286080"/>
            <a:ext cx="7322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CD8_activation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1111680" y="3473640"/>
            <a:ext cx="573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TLS_Cabrita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1353240" y="3660120"/>
            <a:ext cx="328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MHC_II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>
            <a:off x="849960" y="3847320"/>
            <a:ext cx="8388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NLRC5_HLA_IFNG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983880" y="4034880"/>
            <a:ext cx="707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IFNg_Ayers_18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771480" y="4224600"/>
            <a:ext cx="9180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TGF-beta Signaling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1292760" y="4412160"/>
            <a:ext cx="3924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Hypoxia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268920" y="4599720"/>
            <a:ext cx="1442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Epithelial Mesenchymal Trans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>
            <a:off x="793800" y="4785480"/>
            <a:ext cx="895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TGFb_Mariathasan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1233720" y="4973040"/>
            <a:ext cx="447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EMT_Mak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993960" y="5160600"/>
            <a:ext cx="692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Hypoxia_Buffa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477360" y="5348160"/>
            <a:ext cx="12182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Stemness_mRNAsi_proxy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1954800" y="254880"/>
            <a:ext cx="6182640" cy="5436360"/>
          </a:xfrm>
          <a:custGeom>
            <a:avLst/>
            <a:gdLst/>
            <a:ahLst/>
            <a:rect l="0" t="0" r="r" b="b"/>
            <a:pathLst>
              <a:path w="17174" h="15101">
                <a:moveTo>
                  <a:pt x="0" y="15101"/>
                </a:moveTo>
                <a:lnTo>
                  <a:pt x="17174" y="15101"/>
                </a:lnTo>
                <a:lnTo>
                  <a:pt x="17174" y="0"/>
                </a:lnTo>
                <a:lnTo>
                  <a:pt x="0" y="0"/>
                </a:lnTo>
                <a:lnTo>
                  <a:pt x="0" y="1510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70" name="" descr=""/>
          <p:cNvPicPr/>
          <p:nvPr/>
        </p:nvPicPr>
        <p:blipFill>
          <a:blip r:embed="rId4"/>
          <a:stretch/>
        </p:blipFill>
        <p:spPr>
          <a:xfrm>
            <a:off x="1954800" y="253440"/>
            <a:ext cx="6184080" cy="5437440"/>
          </a:xfrm>
          <a:prstGeom prst="rect">
            <a:avLst/>
          </a:prstGeom>
          <a:ln w="0">
            <a:noFill/>
          </a:ln>
        </p:spPr>
      </p:pic>
      <p:sp>
        <p:nvSpPr>
          <p:cNvPr id="71" name=""/>
          <p:cNvSpPr/>
          <p:nvPr/>
        </p:nvSpPr>
        <p:spPr>
          <a:xfrm flipV="1">
            <a:off x="2167920" y="254880"/>
            <a:ext cx="0" cy="543600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>
            <a:off x="1954800" y="442080"/>
            <a:ext cx="6182280" cy="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/>
          <p:nvPr/>
        </p:nvSpPr>
        <p:spPr>
          <a:xfrm flipV="1">
            <a:off x="3233880" y="254880"/>
            <a:ext cx="0" cy="543600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>
            <a:off x="1954800" y="1379520"/>
            <a:ext cx="6182280" cy="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/>
          <p:nvPr/>
        </p:nvSpPr>
        <p:spPr>
          <a:xfrm flipV="1">
            <a:off x="3873240" y="254880"/>
            <a:ext cx="0" cy="543600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/>
          <p:nvPr/>
        </p:nvSpPr>
        <p:spPr>
          <a:xfrm>
            <a:off x="1954800" y="1941840"/>
            <a:ext cx="6182280" cy="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" name=""/>
          <p:cNvSpPr/>
          <p:nvPr/>
        </p:nvSpPr>
        <p:spPr>
          <a:xfrm flipV="1">
            <a:off x="5152320" y="254880"/>
            <a:ext cx="0" cy="543600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>
            <a:off x="1954800" y="3066480"/>
            <a:ext cx="6182280" cy="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/>
          <p:nvPr/>
        </p:nvSpPr>
        <p:spPr>
          <a:xfrm flipV="1">
            <a:off x="6431400" y="254880"/>
            <a:ext cx="0" cy="543600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/>
          <p:nvPr/>
        </p:nvSpPr>
        <p:spPr>
          <a:xfrm>
            <a:off x="1954800" y="4191120"/>
            <a:ext cx="6182280" cy="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/>
          <p:nvPr/>
        </p:nvSpPr>
        <p:spPr>
          <a:xfrm flipV="1">
            <a:off x="7923960" y="254880"/>
            <a:ext cx="0" cy="543600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/>
          <p:nvPr/>
        </p:nvSpPr>
        <p:spPr>
          <a:xfrm>
            <a:off x="1954800" y="5503320"/>
            <a:ext cx="6182280" cy="0"/>
          </a:xfrm>
          <a:prstGeom prst="line">
            <a:avLst/>
          </a:prstGeom>
          <a:ln cap="sq" w="252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 txBox="1"/>
          <p:nvPr/>
        </p:nvSpPr>
        <p:spPr>
          <a:xfrm>
            <a:off x="658080" y="5535360"/>
            <a:ext cx="10371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Antigen_presentation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 rot="16200000">
            <a:off x="1917360" y="5814720"/>
            <a:ext cx="1807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age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 rot="16200000">
            <a:off x="2096280" y="5848200"/>
            <a:ext cx="249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SBS5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 rot="16200000">
            <a:off x="1928520" y="6219720"/>
            <a:ext cx="1005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TMB_nonsyn_per_Mb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7" name=""/>
          <p:cNvSpPr txBox="1"/>
          <p:nvPr/>
        </p:nvSpPr>
        <p:spPr>
          <a:xfrm rot="16200000">
            <a:off x="2414520" y="5951160"/>
            <a:ext cx="4593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n_nonsyn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8" name=""/>
          <p:cNvSpPr txBox="1"/>
          <p:nvPr/>
        </p:nvSpPr>
        <p:spPr>
          <a:xfrm rot="16200000">
            <a:off x="2670840" y="5909400"/>
            <a:ext cx="3740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MSI_pct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 rot="16200000">
            <a:off x="2819880" y="5971680"/>
            <a:ext cx="5022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MMR_prop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0" name=""/>
          <p:cNvSpPr txBox="1"/>
          <p:nvPr/>
        </p:nvSpPr>
        <p:spPr>
          <a:xfrm rot="16200000">
            <a:off x="3059640" y="5946120"/>
            <a:ext cx="448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frac_amp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1" name=""/>
          <p:cNvSpPr txBox="1"/>
          <p:nvPr/>
        </p:nvSpPr>
        <p:spPr>
          <a:xfrm rot="16200000">
            <a:off x="3415680" y="5809320"/>
            <a:ext cx="168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CIN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2" name=""/>
          <p:cNvSpPr txBox="1"/>
          <p:nvPr/>
        </p:nvSpPr>
        <p:spPr>
          <a:xfrm rot="16200000">
            <a:off x="3518640" y="5912640"/>
            <a:ext cx="3834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frac_del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3" name=""/>
          <p:cNvSpPr txBox="1"/>
          <p:nvPr/>
        </p:nvSpPr>
        <p:spPr>
          <a:xfrm rot="16200000">
            <a:off x="3553200" y="6076080"/>
            <a:ext cx="745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 rot="16200000">
            <a:off x="3375360" y="6466320"/>
            <a:ext cx="1527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DNA Double-Strand Break Repa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 rot="16200000">
            <a:off x="3738960" y="6320160"/>
            <a:ext cx="1227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DNA Repair R-HSA-73894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 rot="16200000">
            <a:off x="3761640" y="6509160"/>
            <a:ext cx="1608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HDR Thru Homologous Recombin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 rot="16200000">
            <a:off x="4492080" y="5990400"/>
            <a:ext cx="573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 rot="16200000">
            <a:off x="4578840" y="6131160"/>
            <a:ext cx="8265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G2-M Checkpoint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 rot="16200000">
            <a:off x="4780440" y="6134400"/>
            <a:ext cx="844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CD8_proliferation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 rot="16200000">
            <a:off x="5049720" y="6081120"/>
            <a:ext cx="7322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CD8_activation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 rot="16200000">
            <a:off x="5342040" y="6006600"/>
            <a:ext cx="573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TLS_Cabrita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2" name=""/>
          <p:cNvSpPr txBox="1"/>
          <p:nvPr/>
        </p:nvSpPr>
        <p:spPr>
          <a:xfrm rot="16200000">
            <a:off x="5677920" y="5887800"/>
            <a:ext cx="328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MHC_II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3" name=""/>
          <p:cNvSpPr txBox="1"/>
          <p:nvPr/>
        </p:nvSpPr>
        <p:spPr>
          <a:xfrm rot="16200000">
            <a:off x="5635800" y="6135480"/>
            <a:ext cx="8388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NLRC5_HLA_IFNG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4" name=""/>
          <p:cNvSpPr txBox="1"/>
          <p:nvPr/>
        </p:nvSpPr>
        <p:spPr>
          <a:xfrm rot="16200000">
            <a:off x="5914800" y="6067080"/>
            <a:ext cx="707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IFNg_Ayers_18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5" name=""/>
          <p:cNvSpPr txBox="1"/>
          <p:nvPr/>
        </p:nvSpPr>
        <p:spPr>
          <a:xfrm rot="16200000">
            <a:off x="6025320" y="6174360"/>
            <a:ext cx="9180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TGF-beta Signaling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6" name=""/>
          <p:cNvSpPr txBox="1"/>
          <p:nvPr/>
        </p:nvSpPr>
        <p:spPr>
          <a:xfrm rot="16200000">
            <a:off x="6501600" y="5916240"/>
            <a:ext cx="3924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Hypoxia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7" name=""/>
          <p:cNvSpPr txBox="1"/>
          <p:nvPr/>
        </p:nvSpPr>
        <p:spPr>
          <a:xfrm rot="16200000">
            <a:off x="6189840" y="6415200"/>
            <a:ext cx="1442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Epithelial Mesenchymal Trans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 rot="16200000">
            <a:off x="6673680" y="6163560"/>
            <a:ext cx="895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TGFb_Mariathasan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 rot="16200000">
            <a:off x="7110720" y="5947920"/>
            <a:ext cx="447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EMT_Mak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 rot="16200000">
            <a:off x="7201440" y="6064560"/>
            <a:ext cx="692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Hypoxia_Buffa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 rot="16200000">
            <a:off x="7151760" y="6318360"/>
            <a:ext cx="12182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Stemness_mRNAsi_proxy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8654040" y="308880"/>
            <a:ext cx="323280" cy="1591200"/>
          </a:xfrm>
          <a:custGeom>
            <a:avLst/>
            <a:gdLst/>
            <a:ahLst/>
            <a:rect l="0" t="0" r="r" b="b"/>
            <a:pathLst>
              <a:path w="898" h="4420">
                <a:moveTo>
                  <a:pt x="0" y="4420"/>
                </a:moveTo>
                <a:lnTo>
                  <a:pt x="898" y="4420"/>
                </a:lnTo>
                <a:lnTo>
                  <a:pt x="898" y="0"/>
                </a:lnTo>
                <a:lnTo>
                  <a:pt x="0" y="0"/>
                </a:lnTo>
                <a:lnTo>
                  <a:pt x="0" y="442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8976960" y="1899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" name=""/>
          <p:cNvSpPr/>
          <p:nvPr/>
        </p:nvSpPr>
        <p:spPr>
          <a:xfrm>
            <a:off x="8976960" y="1899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 txBox="1"/>
          <p:nvPr/>
        </p:nvSpPr>
        <p:spPr>
          <a:xfrm rot="16200000">
            <a:off x="7455600" y="6228360"/>
            <a:ext cx="10371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Antigen_presentation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8976960" y="1501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>
            <a:off x="8976960" y="1501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 txBox="1"/>
          <p:nvPr/>
        </p:nvSpPr>
        <p:spPr>
          <a:xfrm>
            <a:off x="9059760" y="184320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8976960" y="1104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>
            <a:off x="8976960" y="1104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 txBox="1"/>
          <p:nvPr/>
        </p:nvSpPr>
        <p:spPr>
          <a:xfrm>
            <a:off x="9059760" y="144540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8976960" y="706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>
            <a:off x="8976960" y="706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 txBox="1"/>
          <p:nvPr/>
        </p:nvSpPr>
        <p:spPr>
          <a:xfrm>
            <a:off x="9059760" y="104760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8976960" y="308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" name=""/>
          <p:cNvSpPr/>
          <p:nvPr/>
        </p:nvSpPr>
        <p:spPr>
          <a:xfrm>
            <a:off x="8976960" y="308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 txBox="1"/>
          <p:nvPr/>
        </p:nvSpPr>
        <p:spPr>
          <a:xfrm>
            <a:off x="9059760" y="64980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8" name=""/>
          <p:cNvSpPr txBox="1"/>
          <p:nvPr/>
        </p:nvSpPr>
        <p:spPr>
          <a:xfrm>
            <a:off x="9059760" y="25236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850" spc="-1" strike="noStrike">
              <a:latin typeface="Times New Roman"/>
            </a:endParaRPr>
          </a:p>
        </p:txBody>
      </p:sp>
      <p:pic>
        <p:nvPicPr>
          <p:cNvPr id="129" name="" descr=""/>
          <p:cNvPicPr/>
          <p:nvPr/>
        </p:nvPicPr>
        <p:blipFill>
          <a:blip r:embed="rId5"/>
          <a:stretch/>
        </p:blipFill>
        <p:spPr>
          <a:xfrm>
            <a:off x="2075760" y="5742360"/>
            <a:ext cx="78840" cy="380520"/>
          </a:xfrm>
          <a:prstGeom prst="rect">
            <a:avLst/>
          </a:prstGeom>
          <a:ln w="0">
            <a:noFill/>
          </a:ln>
        </p:spPr>
      </p:pic>
      <p:sp>
        <p:nvSpPr>
          <p:cNvPr id="130" name=""/>
          <p:cNvSpPr/>
          <p:nvPr/>
        </p:nvSpPr>
        <p:spPr>
          <a:xfrm>
            <a:off x="8654040" y="308880"/>
            <a:ext cx="323280" cy="1591200"/>
          </a:xfrm>
          <a:custGeom>
            <a:avLst/>
            <a:gdLst/>
            <a:ahLst/>
            <a:rect l="0" t="0" r="r" b="b"/>
            <a:pathLst>
              <a:path w="898" h="4420">
                <a:moveTo>
                  <a:pt x="0" y="4420"/>
                </a:moveTo>
                <a:lnTo>
                  <a:pt x="448" y="4420"/>
                </a:lnTo>
                <a:lnTo>
                  <a:pt x="898" y="4420"/>
                </a:lnTo>
                <a:lnTo>
                  <a:pt x="898" y="0"/>
                </a:lnTo>
                <a:lnTo>
                  <a:pt x="448" y="0"/>
                </a:lnTo>
                <a:lnTo>
                  <a:pt x="0" y="0"/>
                </a:lnTo>
                <a:lnTo>
                  <a:pt x="0" y="4420"/>
                </a:lnTo>
                <a:close/>
              </a:path>
            </a:pathLst>
          </a:custGeom>
          <a:noFill/>
          <a:ln cap="sq" w="8640">
            <a:solidFill>
              <a:srgbClr val="0e2a47"/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8629200" y="2473200"/>
            <a:ext cx="264960" cy="212760"/>
          </a:xfrm>
          <a:custGeom>
            <a:avLst/>
            <a:gdLst/>
            <a:ahLst/>
            <a:rect l="0" t="0" r="r" b="b"/>
            <a:pathLst>
              <a:path w="736" h="591">
                <a:moveTo>
                  <a:pt x="0" y="591"/>
                </a:moveTo>
                <a:lnTo>
                  <a:pt x="736" y="591"/>
                </a:lnTo>
                <a:lnTo>
                  <a:pt x="736" y="0"/>
                </a:lnTo>
                <a:lnTo>
                  <a:pt x="0" y="0"/>
                </a:lnTo>
                <a:lnTo>
                  <a:pt x="0" y="591"/>
                </a:lnTo>
                <a:close/>
              </a:path>
            </a:pathLst>
          </a:custGeom>
          <a:solidFill>
            <a:srgbClr val="0e2a47"/>
          </a:solidFill>
          <a:ln w="12600">
            <a:solidFill>
              <a:srgbClr val="0e2a47"/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8629200" y="2862360"/>
            <a:ext cx="264960" cy="212400"/>
          </a:xfrm>
          <a:custGeom>
            <a:avLst/>
            <a:gdLst/>
            <a:ahLst/>
            <a:rect l="0" t="0" r="r" b="b"/>
            <a:pathLst>
              <a:path w="736" h="590">
                <a:moveTo>
                  <a:pt x="0" y="590"/>
                </a:moveTo>
                <a:lnTo>
                  <a:pt x="736" y="590"/>
                </a:lnTo>
                <a:lnTo>
                  <a:pt x="736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118ab2"/>
          </a:solidFill>
          <a:ln w="12600">
            <a:solidFill>
              <a:srgbClr val="118ab2"/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8629200" y="3251160"/>
            <a:ext cx="264960" cy="212400"/>
          </a:xfrm>
          <a:custGeom>
            <a:avLst/>
            <a:gdLst/>
            <a:ahLst/>
            <a:rect l="0" t="0" r="r" b="b"/>
            <a:pathLst>
              <a:path w="736" h="590">
                <a:moveTo>
                  <a:pt x="0" y="590"/>
                </a:moveTo>
                <a:lnTo>
                  <a:pt x="736" y="590"/>
                </a:lnTo>
                <a:lnTo>
                  <a:pt x="736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06aed5"/>
          </a:solidFill>
          <a:ln w="12600">
            <a:solidFill>
              <a:srgbClr val="06aed5"/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8629200" y="3639960"/>
            <a:ext cx="264960" cy="212760"/>
          </a:xfrm>
          <a:custGeom>
            <a:avLst/>
            <a:gdLst/>
            <a:ahLst/>
            <a:rect l="0" t="0" r="r" b="b"/>
            <a:pathLst>
              <a:path w="736" h="591">
                <a:moveTo>
                  <a:pt x="0" y="591"/>
                </a:moveTo>
                <a:lnTo>
                  <a:pt x="736" y="591"/>
                </a:lnTo>
                <a:lnTo>
                  <a:pt x="736" y="0"/>
                </a:lnTo>
                <a:lnTo>
                  <a:pt x="0" y="0"/>
                </a:lnTo>
                <a:lnTo>
                  <a:pt x="0" y="591"/>
                </a:lnTo>
                <a:close/>
              </a:path>
            </a:pathLst>
          </a:custGeom>
          <a:solidFill>
            <a:srgbClr val="057a64"/>
          </a:solidFill>
          <a:ln w="12600">
            <a:solidFill>
              <a:srgbClr val="057a64"/>
            </a:solidFill>
            <a:miter/>
          </a:ln>
        </p:spPr>
      </p:sp>
      <p:sp>
        <p:nvSpPr>
          <p:cNvPr id="135" name=""/>
          <p:cNvSpPr/>
          <p:nvPr/>
        </p:nvSpPr>
        <p:spPr>
          <a:xfrm>
            <a:off x="8629200" y="4029120"/>
            <a:ext cx="264960" cy="212400"/>
          </a:xfrm>
          <a:custGeom>
            <a:avLst/>
            <a:gdLst/>
            <a:ahLst/>
            <a:rect l="0" t="0" r="r" b="b"/>
            <a:pathLst>
              <a:path w="736" h="590">
                <a:moveTo>
                  <a:pt x="0" y="590"/>
                </a:moveTo>
                <a:lnTo>
                  <a:pt x="736" y="590"/>
                </a:lnTo>
                <a:lnTo>
                  <a:pt x="736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c11456"/>
          </a:solidFill>
          <a:ln w="12600">
            <a:solidFill>
              <a:srgbClr val="c11456"/>
            </a:solidFill>
            <a:miter/>
          </a:ln>
        </p:spPr>
      </p:sp>
      <p:sp>
        <p:nvSpPr>
          <p:cNvPr id="136" name=""/>
          <p:cNvSpPr/>
          <p:nvPr/>
        </p:nvSpPr>
        <p:spPr>
          <a:xfrm>
            <a:off x="8629200" y="4417920"/>
            <a:ext cx="264960" cy="212400"/>
          </a:xfrm>
          <a:custGeom>
            <a:avLst/>
            <a:gdLst/>
            <a:ahLst/>
            <a:rect l="0" t="0" r="r" b="b"/>
            <a:pathLst>
              <a:path w="736" h="590">
                <a:moveTo>
                  <a:pt x="0" y="590"/>
                </a:moveTo>
                <a:lnTo>
                  <a:pt x="736" y="590"/>
                </a:lnTo>
                <a:lnTo>
                  <a:pt x="736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solidFill>
            <a:srgbClr val="b03219"/>
          </a:solidFill>
          <a:ln w="12600">
            <a:solidFill>
              <a:srgbClr val="b03219"/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8629200" y="4806720"/>
            <a:ext cx="264960" cy="212760"/>
          </a:xfrm>
          <a:custGeom>
            <a:avLst/>
            <a:gdLst/>
            <a:ahLst/>
            <a:rect l="0" t="0" r="r" b="b"/>
            <a:pathLst>
              <a:path w="736" h="591">
                <a:moveTo>
                  <a:pt x="0" y="591"/>
                </a:moveTo>
                <a:lnTo>
                  <a:pt x="736" y="591"/>
                </a:lnTo>
                <a:lnTo>
                  <a:pt x="736" y="0"/>
                </a:lnTo>
                <a:lnTo>
                  <a:pt x="0" y="0"/>
                </a:lnTo>
                <a:lnTo>
                  <a:pt x="0" y="591"/>
                </a:lnTo>
                <a:close/>
              </a:path>
            </a:pathLst>
          </a:custGeom>
          <a:solidFill>
            <a:srgbClr val="5a6772"/>
          </a:solidFill>
          <a:ln w="12600">
            <a:solidFill>
              <a:srgbClr val="5a6772"/>
            </a:solidFill>
            <a:miter/>
          </a:ln>
        </p:spPr>
      </p:sp>
      <p:sp>
        <p:nvSpPr>
          <p:cNvPr id="138" name=""/>
          <p:cNvSpPr txBox="1"/>
          <p:nvPr/>
        </p:nvSpPr>
        <p:spPr>
          <a:xfrm rot="16200000">
            <a:off x="8997480" y="1032480"/>
            <a:ext cx="855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Spearman ρ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39" name=""/>
          <p:cNvSpPr txBox="1"/>
          <p:nvPr/>
        </p:nvSpPr>
        <p:spPr>
          <a:xfrm>
            <a:off x="8600040" y="2208600"/>
            <a:ext cx="86328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Omic group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40" name=""/>
          <p:cNvSpPr txBox="1"/>
          <p:nvPr/>
        </p:nvSpPr>
        <p:spPr>
          <a:xfrm>
            <a:off x="8952480" y="2502720"/>
            <a:ext cx="4334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Clinical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1" name=""/>
          <p:cNvSpPr txBox="1"/>
          <p:nvPr/>
        </p:nvSpPr>
        <p:spPr>
          <a:xfrm>
            <a:off x="8952480" y="2891520"/>
            <a:ext cx="8265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WES genomic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2" name=""/>
          <p:cNvSpPr txBox="1"/>
          <p:nvPr/>
        </p:nvSpPr>
        <p:spPr>
          <a:xfrm>
            <a:off x="8952480" y="3280680"/>
            <a:ext cx="566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WES CNV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3" name=""/>
          <p:cNvSpPr txBox="1"/>
          <p:nvPr/>
        </p:nvSpPr>
        <p:spPr>
          <a:xfrm>
            <a:off x="8952480" y="3669480"/>
            <a:ext cx="8114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RNA pathway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4" name=""/>
          <p:cNvSpPr txBox="1"/>
          <p:nvPr/>
        </p:nvSpPr>
        <p:spPr>
          <a:xfrm>
            <a:off x="8952480" y="4058280"/>
            <a:ext cx="790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RNA immune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5" name=""/>
          <p:cNvSpPr txBox="1"/>
          <p:nvPr/>
        </p:nvSpPr>
        <p:spPr>
          <a:xfrm>
            <a:off x="8952480" y="4447440"/>
            <a:ext cx="7506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RNA stromal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6" name=""/>
          <p:cNvSpPr txBox="1"/>
          <p:nvPr/>
        </p:nvSpPr>
        <p:spPr>
          <a:xfrm>
            <a:off x="8952480" y="4836240"/>
            <a:ext cx="342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Other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5A — Feature correlation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4545360" cy="4130280"/>
          </a:xfrm>
          <a:custGeom>
            <a:avLst/>
            <a:gdLst/>
            <a:ahLst/>
            <a:rect l="0" t="0" r="r" b="b"/>
            <a:pathLst>
              <a:path w="12626" h="11473">
                <a:moveTo>
                  <a:pt x="0" y="11473"/>
                </a:moveTo>
                <a:lnTo>
                  <a:pt x="12626" y="11473"/>
                </a:lnTo>
                <a:lnTo>
                  <a:pt x="12626" y="0"/>
                </a:lnTo>
                <a:lnTo>
                  <a:pt x="0" y="0"/>
                </a:lnTo>
                <a:lnTo>
                  <a:pt x="0" y="114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55840" y="273600"/>
            <a:ext cx="3898080" cy="3380040"/>
          </a:xfrm>
          <a:custGeom>
            <a:avLst/>
            <a:gdLst/>
            <a:ahLst/>
            <a:rect l="0" t="0" r="r" b="b"/>
            <a:pathLst>
              <a:path w="10828" h="9389">
                <a:moveTo>
                  <a:pt x="0" y="9389"/>
                </a:moveTo>
                <a:lnTo>
                  <a:pt x="10828" y="9389"/>
                </a:lnTo>
                <a:lnTo>
                  <a:pt x="10828" y="0"/>
                </a:lnTo>
                <a:lnTo>
                  <a:pt x="0" y="0"/>
                </a:lnTo>
                <a:lnTo>
                  <a:pt x="0" y="93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732960" y="365328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732960" y="365328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441800" y="365328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441800" y="365328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632160" y="37209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150280" y="365328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2150280" y="365328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340640" y="37209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859120" y="365328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859120" y="365328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049480" y="37209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3567600" y="365328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3567600" y="365328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757960" y="37209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4276440" y="365328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4276440" y="365328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466800" y="37209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0.8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4175280" y="37209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511200" y="349956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511200" y="349956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1914120" y="3894480"/>
            <a:ext cx="11955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False Positive Rate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511200" y="288504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511200" y="288504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264960" y="3430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511200" y="227052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511200" y="227052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264960" y="28155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511200" y="165636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511200" y="165636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64960" y="22010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511200" y="104184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511200" y="104184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264960" y="15868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511200" y="42732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511200" y="42732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264960" y="9723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0.8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264960" y="3578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732960" y="427320"/>
            <a:ext cx="3543840" cy="3072600"/>
          </a:xfrm>
          <a:custGeom>
            <a:avLst/>
            <a:gdLst/>
            <a:ahLst/>
            <a:rect l="0" t="0" r="r" b="b"/>
            <a:pathLst>
              <a:path fill="none" w="9844" h="8535">
                <a:moveTo>
                  <a:pt x="0" y="8535"/>
                </a:moveTo>
                <a:lnTo>
                  <a:pt x="0" y="8061"/>
                </a:lnTo>
                <a:lnTo>
                  <a:pt x="1158" y="8061"/>
                </a:lnTo>
                <a:lnTo>
                  <a:pt x="1158" y="6639"/>
                </a:lnTo>
                <a:lnTo>
                  <a:pt x="1737" y="6639"/>
                </a:lnTo>
                <a:lnTo>
                  <a:pt x="1737" y="4742"/>
                </a:lnTo>
                <a:lnTo>
                  <a:pt x="2316" y="4742"/>
                </a:lnTo>
                <a:lnTo>
                  <a:pt x="2316" y="4268"/>
                </a:lnTo>
                <a:lnTo>
                  <a:pt x="2896" y="4268"/>
                </a:lnTo>
                <a:lnTo>
                  <a:pt x="2896" y="3320"/>
                </a:lnTo>
                <a:lnTo>
                  <a:pt x="3475" y="3320"/>
                </a:lnTo>
                <a:lnTo>
                  <a:pt x="3475" y="2845"/>
                </a:lnTo>
                <a:lnTo>
                  <a:pt x="4054" y="2845"/>
                </a:lnTo>
                <a:lnTo>
                  <a:pt x="4054" y="2370"/>
                </a:lnTo>
                <a:lnTo>
                  <a:pt x="5791" y="2370"/>
                </a:lnTo>
                <a:lnTo>
                  <a:pt x="5791" y="1422"/>
                </a:lnTo>
                <a:lnTo>
                  <a:pt x="6370" y="1422"/>
                </a:lnTo>
                <a:lnTo>
                  <a:pt x="6370" y="948"/>
                </a:lnTo>
                <a:lnTo>
                  <a:pt x="8107" y="948"/>
                </a:lnTo>
                <a:lnTo>
                  <a:pt x="8107" y="474"/>
                </a:lnTo>
                <a:lnTo>
                  <a:pt x="9844" y="474"/>
                </a:lnTo>
                <a:lnTo>
                  <a:pt x="9844" y="0"/>
                </a:lnTo>
              </a:path>
            </a:pathLst>
          </a:custGeom>
          <a:ln cap="sq" w="22680">
            <a:solidFill>
              <a:srgbClr val="1f77b4"/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732960" y="427320"/>
            <a:ext cx="3543840" cy="3072600"/>
          </a:xfrm>
          <a:custGeom>
            <a:avLst/>
            <a:gdLst/>
            <a:ahLst/>
            <a:rect l="0" t="0" r="r" b="b"/>
            <a:pathLst>
              <a:path fill="none" w="9844" h="8535">
                <a:moveTo>
                  <a:pt x="0" y="8535"/>
                </a:moveTo>
                <a:lnTo>
                  <a:pt x="579" y="8535"/>
                </a:lnTo>
                <a:lnTo>
                  <a:pt x="579" y="7587"/>
                </a:lnTo>
                <a:lnTo>
                  <a:pt x="1158" y="7587"/>
                </a:lnTo>
                <a:lnTo>
                  <a:pt x="1158" y="5216"/>
                </a:lnTo>
                <a:lnTo>
                  <a:pt x="1737" y="5216"/>
                </a:lnTo>
                <a:lnTo>
                  <a:pt x="1737" y="3794"/>
                </a:lnTo>
                <a:lnTo>
                  <a:pt x="4054" y="3794"/>
                </a:lnTo>
                <a:lnTo>
                  <a:pt x="4054" y="2845"/>
                </a:lnTo>
                <a:lnTo>
                  <a:pt x="5212" y="2845"/>
                </a:lnTo>
                <a:lnTo>
                  <a:pt x="5212" y="948"/>
                </a:lnTo>
                <a:lnTo>
                  <a:pt x="6949" y="948"/>
                </a:lnTo>
                <a:lnTo>
                  <a:pt x="6949" y="474"/>
                </a:lnTo>
                <a:lnTo>
                  <a:pt x="7528" y="474"/>
                </a:lnTo>
                <a:lnTo>
                  <a:pt x="7528" y="0"/>
                </a:lnTo>
                <a:lnTo>
                  <a:pt x="9844" y="0"/>
                </a:lnTo>
              </a:path>
            </a:pathLst>
          </a:custGeom>
          <a:ln cap="sq" w="22680">
            <a:solidFill>
              <a:srgbClr val="2ca02c"/>
            </a:solidFill>
            <a:round/>
          </a:ln>
        </p:spPr>
      </p:sp>
      <p:sp>
        <p:nvSpPr>
          <p:cNvPr id="77" name=""/>
          <p:cNvSpPr/>
          <p:nvPr/>
        </p:nvSpPr>
        <p:spPr>
          <a:xfrm flipV="1">
            <a:off x="732960" y="427320"/>
            <a:ext cx="3543840" cy="3072600"/>
          </a:xfrm>
          <a:prstGeom prst="line">
            <a:avLst/>
          </a:prstGeom>
          <a:ln w="10080">
            <a:solidFill>
              <a:srgbClr val="808080"/>
            </a:solidFill>
            <a:custDash>
              <a:ds d="371429" sp="160714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 flipV="1">
            <a:off x="555840" y="273600"/>
            <a:ext cx="0" cy="337968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/>
          <p:nvPr/>
        </p:nvSpPr>
        <p:spPr>
          <a:xfrm>
            <a:off x="555840" y="3653280"/>
            <a:ext cx="3897720" cy="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 txBox="1"/>
          <p:nvPr/>
        </p:nvSpPr>
        <p:spPr>
          <a:xfrm rot="16200000">
            <a:off x="-432720" y="1877400"/>
            <a:ext cx="1154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True Positive Rate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1" name=""/>
          <p:cNvSpPr txBox="1"/>
          <p:nvPr/>
        </p:nvSpPr>
        <p:spPr>
          <a:xfrm>
            <a:off x="633960" y="324360"/>
            <a:ext cx="16495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00" spc="-1" strike="noStrike">
                <a:solidFill>
                  <a:srgbClr val="696969"/>
                </a:solidFill>
                <a:latin typeface="DejaVuSans"/>
              </a:rPr>
              <a:t>Non-nested (leaked) AUC: 0.755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1746720" y="500760"/>
            <a:ext cx="42840" cy="7560"/>
          </a:xfrm>
          <a:custGeom>
            <a:avLst/>
            <a:gdLst/>
            <a:ahLst/>
            <a:rect l="0" t="0" r="r" b="b"/>
            <a:pathLst>
              <a:path w="119" h="21">
                <a:moveTo>
                  <a:pt x="5" y="0"/>
                </a:moveTo>
                <a:lnTo>
                  <a:pt x="119" y="0"/>
                </a:lnTo>
                <a:lnTo>
                  <a:pt x="115" y="21"/>
                </a:lnTo>
                <a:lnTo>
                  <a:pt x="0" y="21"/>
                </a:lnTo>
                <a:lnTo>
                  <a:pt x="5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</p:sp>
      <p:sp>
        <p:nvSpPr>
          <p:cNvPr id="83" name=""/>
          <p:cNvSpPr txBox="1"/>
          <p:nvPr/>
        </p:nvSpPr>
        <p:spPr>
          <a:xfrm>
            <a:off x="633960" y="438120"/>
            <a:ext cx="1373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00" spc="-1" strike="noStrike">
                <a:solidFill>
                  <a:srgbClr val="696969"/>
                </a:solidFill>
                <a:latin typeface="DejaVuSans"/>
              </a:rPr>
              <a:t>Nested (honest): 0.65 0.69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2120400" y="3318840"/>
            <a:ext cx="228600" cy="0"/>
          </a:xfrm>
          <a:custGeom>
            <a:avLst/>
            <a:gdLst/>
            <a:ahLst/>
            <a:rect l="0" t="0" r="r" b="b"/>
            <a:pathLst>
              <a:path fill="none" w="635" h="0">
                <a:moveTo>
                  <a:pt x="0" y="0"/>
                </a:moveTo>
                <a:lnTo>
                  <a:pt x="317" y="0"/>
                </a:lnTo>
                <a:lnTo>
                  <a:pt x="635" y="0"/>
                </a:lnTo>
              </a:path>
            </a:pathLst>
          </a:custGeom>
          <a:ln cap="sq" w="22680">
            <a:solidFill>
              <a:srgbClr val="1f77b4"/>
            </a:solidFill>
            <a:round/>
          </a:ln>
        </p:spPr>
      </p:sp>
      <p:sp>
        <p:nvSpPr>
          <p:cNvPr id="85" name=""/>
          <p:cNvSpPr txBox="1"/>
          <p:nvPr/>
        </p:nvSpPr>
        <p:spPr>
          <a:xfrm>
            <a:off x="927360" y="73800"/>
            <a:ext cx="31539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Nested outer-LOOCV ROC (N=35, leakage-free)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2120400" y="3486600"/>
            <a:ext cx="228600" cy="0"/>
          </a:xfrm>
          <a:custGeom>
            <a:avLst/>
            <a:gdLst/>
            <a:ahLst/>
            <a:rect l="0" t="0" r="r" b="b"/>
            <a:pathLst>
              <a:path fill="none" w="635" h="0">
                <a:moveTo>
                  <a:pt x="0" y="0"/>
                </a:moveTo>
                <a:lnTo>
                  <a:pt x="317" y="0"/>
                </a:lnTo>
                <a:lnTo>
                  <a:pt x="635" y="0"/>
                </a:lnTo>
              </a:path>
            </a:pathLst>
          </a:custGeom>
          <a:ln cap="sq" w="22680">
            <a:solidFill>
              <a:srgbClr val="2ca02c"/>
            </a:solidFill>
            <a:round/>
          </a:ln>
        </p:spPr>
      </p:sp>
      <p:sp>
        <p:nvSpPr>
          <p:cNvPr id="87" name=""/>
          <p:cNvSpPr txBox="1"/>
          <p:nvPr/>
        </p:nvSpPr>
        <p:spPr>
          <a:xfrm>
            <a:off x="2440440" y="3252960"/>
            <a:ext cx="1718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LASSO AUC=0.65 [0.45, 0.83]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8" name=""/>
          <p:cNvSpPr txBox="1"/>
          <p:nvPr/>
        </p:nvSpPr>
        <p:spPr>
          <a:xfrm>
            <a:off x="2440440" y="3420720"/>
            <a:ext cx="1911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ElasticNet AUC=0.69 [0.49, 0.85]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5B — Nested LOOCV ROC (v0.7, leakage-free)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108080" cy="6196320"/>
          </a:xfrm>
          <a:custGeom>
            <a:avLst/>
            <a:gdLst/>
            <a:ahLst/>
            <a:rect l="0" t="0" r="r" b="b"/>
            <a:pathLst>
              <a:path w="28078" h="17212">
                <a:moveTo>
                  <a:pt x="0" y="17212"/>
                </a:moveTo>
                <a:lnTo>
                  <a:pt x="28078" y="17212"/>
                </a:lnTo>
                <a:lnTo>
                  <a:pt x="28078" y="0"/>
                </a:lnTo>
                <a:lnTo>
                  <a:pt x="0" y="0"/>
                </a:lnTo>
                <a:lnTo>
                  <a:pt x="0" y="1721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3638160" y="91440"/>
            <a:ext cx="6378480" cy="5632920"/>
          </a:xfrm>
          <a:custGeom>
            <a:avLst/>
            <a:gdLst/>
            <a:ahLst/>
            <a:rect l="0" t="0" r="r" b="b"/>
            <a:pathLst>
              <a:path w="17718" h="15647">
                <a:moveTo>
                  <a:pt x="0" y="15647"/>
                </a:moveTo>
                <a:lnTo>
                  <a:pt x="17718" y="15647"/>
                </a:lnTo>
                <a:lnTo>
                  <a:pt x="17718" y="0"/>
                </a:lnTo>
                <a:lnTo>
                  <a:pt x="0" y="0"/>
                </a:lnTo>
                <a:lnTo>
                  <a:pt x="0" y="1564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418572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418572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493776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493776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4046760" y="5787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568980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568980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4798800" y="5787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644184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644184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5598720" y="57873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719388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719388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6350760" y="57873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794592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794592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7103160" y="57873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869796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869796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7855200" y="57873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945000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945000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8607240" y="57873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9359280" y="57873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3600360" y="54680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3600360" y="54680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5135040" y="5944680"/>
            <a:ext cx="3394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Median Δ (good − poor),  95% bootstrap CI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3600360" y="51984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3600360" y="51984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930040" y="5402520"/>
            <a:ext cx="627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MMR_prop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3600360" y="49287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3600360" y="49287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2676960" y="5133600"/>
            <a:ext cx="884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IFNg_Ayers_18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3600360" y="46594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3600360" y="46594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3079080" y="4865400"/>
            <a:ext cx="476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frac_del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3600360" y="43898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3600360" y="43898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2436120" y="4595760"/>
            <a:ext cx="1113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TGFb_Mariathasan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3600360" y="41205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3600360" y="41205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2993760" y="4326480"/>
            <a:ext cx="5616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EMT_Mak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3600360" y="38509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3600360" y="38509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2995200" y="4056840"/>
            <a:ext cx="5583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frac_amp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3600360" y="35812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3600360" y="35812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2689200" y="3787200"/>
            <a:ext cx="8647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Hypoxia_Buffa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3600360" y="33120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3600360" y="33120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3067560" y="3517920"/>
            <a:ext cx="489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Hypoxia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3600360" y="30423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 flipH="1">
            <a:off x="3600360" y="30423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>
            <a:off x="1505880" y="3248280"/>
            <a:ext cx="2061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Epithelial Mesenchymal Transition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3600360" y="27727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 flipH="1">
            <a:off x="3600360" y="27727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>
            <a:off x="2408400" y="2978640"/>
            <a:ext cx="11437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TGF-beta Signaling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3600360" y="25034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 flipH="1">
            <a:off x="3600360" y="25034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>
            <a:off x="2036160" y="2709360"/>
            <a:ext cx="15246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Stemness_mRNAsi_proxy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3600360" y="22338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9" name=""/>
          <p:cNvSpPr/>
          <p:nvPr/>
        </p:nvSpPr>
        <p:spPr>
          <a:xfrm flipH="1">
            <a:off x="3600360" y="22338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 txBox="1"/>
          <p:nvPr/>
        </p:nvSpPr>
        <p:spPr>
          <a:xfrm>
            <a:off x="3089160" y="2438640"/>
            <a:ext cx="465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MSI_pct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3600360" y="19641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" name=""/>
          <p:cNvSpPr/>
          <p:nvPr/>
        </p:nvSpPr>
        <p:spPr>
          <a:xfrm flipH="1">
            <a:off x="3600360" y="19641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 txBox="1"/>
          <p:nvPr/>
        </p:nvSpPr>
        <p:spPr>
          <a:xfrm>
            <a:off x="3145320" y="2169360"/>
            <a:ext cx="40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MHC_II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3600360" y="16948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" name=""/>
          <p:cNvSpPr/>
          <p:nvPr/>
        </p:nvSpPr>
        <p:spPr>
          <a:xfrm flipH="1">
            <a:off x="3600360" y="16948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 txBox="1"/>
          <p:nvPr/>
        </p:nvSpPr>
        <p:spPr>
          <a:xfrm>
            <a:off x="2859120" y="1900800"/>
            <a:ext cx="715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3600360" y="14252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" name=""/>
          <p:cNvSpPr/>
          <p:nvPr/>
        </p:nvSpPr>
        <p:spPr>
          <a:xfrm flipH="1">
            <a:off x="3600360" y="14252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 txBox="1"/>
          <p:nvPr/>
        </p:nvSpPr>
        <p:spPr>
          <a:xfrm>
            <a:off x="2506320" y="1631160"/>
            <a:ext cx="1049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CD8_proliferation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3600360" y="11559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 flipH="1">
            <a:off x="3600360" y="11559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 txBox="1"/>
          <p:nvPr/>
        </p:nvSpPr>
        <p:spPr>
          <a:xfrm>
            <a:off x="2521080" y="1361880"/>
            <a:ext cx="1032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G2-M Checkpoint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3600360" y="8863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" name=""/>
          <p:cNvSpPr/>
          <p:nvPr/>
        </p:nvSpPr>
        <p:spPr>
          <a:xfrm flipH="1">
            <a:off x="3600360" y="8863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 txBox="1"/>
          <p:nvPr/>
        </p:nvSpPr>
        <p:spPr>
          <a:xfrm>
            <a:off x="2028240" y="1092240"/>
            <a:ext cx="1533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DNA Repair R-HSA-73894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3600360" y="6166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 flipH="1">
            <a:off x="3600360" y="6166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 txBox="1"/>
          <p:nvPr/>
        </p:nvSpPr>
        <p:spPr>
          <a:xfrm>
            <a:off x="91440" y="822600"/>
            <a:ext cx="34617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HDR Thru Homologous Recombination (HRR) R-HSA-5685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3600360" y="3474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 flipH="1">
            <a:off x="3600360" y="3474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 txBox="1"/>
          <p:nvPr/>
        </p:nvSpPr>
        <p:spPr>
          <a:xfrm>
            <a:off x="2642040" y="553320"/>
            <a:ext cx="932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5644440" y="91440"/>
            <a:ext cx="90720" cy="5632920"/>
          </a:xfrm>
          <a:custGeom>
            <a:avLst/>
            <a:gdLst/>
            <a:ahLst/>
            <a:rect l="0" t="0" r="r" b="b"/>
            <a:pathLst>
              <a:path w="252" h="15647">
                <a:moveTo>
                  <a:pt x="0" y="15647"/>
                </a:moveTo>
                <a:lnTo>
                  <a:pt x="252" y="15647"/>
                </a:lnTo>
                <a:lnTo>
                  <a:pt x="252" y="0"/>
                </a:lnTo>
                <a:lnTo>
                  <a:pt x="0" y="0"/>
                </a:lnTo>
                <a:lnTo>
                  <a:pt x="0" y="15647"/>
                </a:lnTo>
                <a:close/>
              </a:path>
            </a:pathLst>
          </a:custGeom>
          <a:solidFill>
            <a:srgbClr val="dee2e6">
              <a:alpha val="40000"/>
            </a:srgbClr>
          </a:solidFill>
          <a:ln w="12600">
            <a:solidFill>
              <a:srgbClr val="dee2e6">
                <a:alpha val="40000"/>
              </a:srgbClr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5432400" y="5468040"/>
            <a:ext cx="46224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>
            <a:off x="4879080" y="5198400"/>
            <a:ext cx="126468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" name=""/>
          <p:cNvSpPr/>
          <p:nvPr/>
        </p:nvSpPr>
        <p:spPr>
          <a:xfrm>
            <a:off x="5561280" y="4928760"/>
            <a:ext cx="19872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>
            <a:off x="4862880" y="4659480"/>
            <a:ext cx="131472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/>
          <p:nvPr/>
        </p:nvSpPr>
        <p:spPr>
          <a:xfrm>
            <a:off x="4894200" y="4389840"/>
            <a:ext cx="112824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/>
          <p:nvPr/>
        </p:nvSpPr>
        <p:spPr>
          <a:xfrm>
            <a:off x="5671440" y="4120560"/>
            <a:ext cx="1836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>
            <a:off x="5470200" y="3850920"/>
            <a:ext cx="116244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>
            <a:off x="5631480" y="3581280"/>
            <a:ext cx="7956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>
            <a:off x="5562360" y="3312000"/>
            <a:ext cx="19368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>
            <a:off x="5629320" y="3042360"/>
            <a:ext cx="7092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/>
          <p:nvPr/>
        </p:nvSpPr>
        <p:spPr>
          <a:xfrm>
            <a:off x="5512680" y="2772720"/>
            <a:ext cx="79920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5689800" y="2503440"/>
            <a:ext cx="1476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/>
          <p:nvPr/>
        </p:nvSpPr>
        <p:spPr>
          <a:xfrm>
            <a:off x="3824640" y="2233800"/>
            <a:ext cx="1962360" cy="0"/>
          </a:xfrm>
          <a:prstGeom prst="line">
            <a:avLst/>
          </a:prstGeom>
          <a:ln cap="rnd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5682600" y="1964160"/>
            <a:ext cx="21996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>
            <a:off x="5672160" y="1694880"/>
            <a:ext cx="214704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5686920" y="1425240"/>
            <a:ext cx="18288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>
            <a:off x="5688360" y="1155960"/>
            <a:ext cx="7956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>
            <a:off x="5691240" y="886320"/>
            <a:ext cx="15372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/>
          <p:nvPr/>
        </p:nvSpPr>
        <p:spPr>
          <a:xfrm>
            <a:off x="5698440" y="616680"/>
            <a:ext cx="13320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/>
          <p:nvPr/>
        </p:nvSpPr>
        <p:spPr>
          <a:xfrm>
            <a:off x="5703840" y="347400"/>
            <a:ext cx="92160" cy="0"/>
          </a:xfrm>
          <a:prstGeom prst="line">
            <a:avLst/>
          </a:prstGeom>
          <a:ln cap="rnd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/>
          <p:nvPr/>
        </p:nvSpPr>
        <p:spPr>
          <a:xfrm flipV="1">
            <a:off x="5689800" y="91440"/>
            <a:ext cx="0" cy="563256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/>
          <p:nvPr/>
        </p:nvSpPr>
        <p:spPr>
          <a:xfrm flipV="1">
            <a:off x="3638160" y="91440"/>
            <a:ext cx="0" cy="56325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/>
          <p:nvPr/>
        </p:nvSpPr>
        <p:spPr>
          <a:xfrm>
            <a:off x="3638160" y="5724000"/>
            <a:ext cx="63781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/>
          <p:nvPr/>
        </p:nvSpPr>
        <p:spPr>
          <a:xfrm>
            <a:off x="5619960" y="540432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5" y="354"/>
                  <a:pt x="269" y="336"/>
                  <a:pt x="302" y="302"/>
                </a:cubicBezTo>
                <a:cubicBezTo>
                  <a:pt x="336" y="268"/>
                  <a:pt x="354" y="223"/>
                  <a:pt x="354" y="177"/>
                </a:cubicBezTo>
                <a:cubicBezTo>
                  <a:pt x="354" y="130"/>
                  <a:pt x="336" y="85"/>
                  <a:pt x="302" y="52"/>
                </a:cubicBezTo>
                <a:cubicBezTo>
                  <a:pt x="269" y="19"/>
                  <a:pt x="225" y="0"/>
                  <a:pt x="178" y="0"/>
                </a:cubicBezTo>
                <a:cubicBezTo>
                  <a:pt x="131" y="0"/>
                  <a:pt x="86" y="19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3"/>
                  <a:pt x="19" y="268"/>
                  <a:pt x="52" y="302"/>
                </a:cubicBezTo>
                <a:cubicBezTo>
                  <a:pt x="86" y="336"/>
                  <a:pt x="131" y="354"/>
                  <a:pt x="178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47" name=""/>
          <p:cNvSpPr txBox="1"/>
          <p:nvPr/>
        </p:nvSpPr>
        <p:spPr>
          <a:xfrm>
            <a:off x="579240" y="283680"/>
            <a:ext cx="29800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DNA Double-Strand Break Repair R-HSA-5693532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5489280" y="5135040"/>
            <a:ext cx="127080" cy="127080"/>
          </a:xfrm>
          <a:custGeom>
            <a:avLst/>
            <a:gdLst/>
            <a:ahLst/>
            <a:rect l="0" t="0" r="r" b="b"/>
            <a:pathLst>
              <a:path w="353" h="353">
                <a:moveTo>
                  <a:pt x="177" y="353"/>
                </a:moveTo>
                <a:cubicBezTo>
                  <a:pt x="224" y="353"/>
                  <a:pt x="269" y="334"/>
                  <a:pt x="302" y="301"/>
                </a:cubicBezTo>
                <a:cubicBezTo>
                  <a:pt x="335" y="268"/>
                  <a:pt x="353" y="223"/>
                  <a:pt x="353" y="176"/>
                </a:cubicBezTo>
                <a:cubicBezTo>
                  <a:pt x="353" y="129"/>
                  <a:pt x="335" y="84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0" y="0"/>
                  <a:pt x="85" y="18"/>
                  <a:pt x="51" y="51"/>
                </a:cubicBezTo>
                <a:cubicBezTo>
                  <a:pt x="18" y="84"/>
                  <a:pt x="0" y="129"/>
                  <a:pt x="0" y="176"/>
                </a:cubicBezTo>
                <a:cubicBezTo>
                  <a:pt x="0" y="223"/>
                  <a:pt x="18" y="268"/>
                  <a:pt x="51" y="301"/>
                </a:cubicBezTo>
                <a:cubicBezTo>
                  <a:pt x="85" y="334"/>
                  <a:pt x="130" y="353"/>
                  <a:pt x="177" y="353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49" name=""/>
          <p:cNvSpPr txBox="1"/>
          <p:nvPr/>
        </p:nvSpPr>
        <p:spPr>
          <a:xfrm>
            <a:off x="7907400" y="5393520"/>
            <a:ext cx="535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0.72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5572080" y="486540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1"/>
                  <a:pt x="335" y="86"/>
                  <a:pt x="302" y="53"/>
                </a:cubicBezTo>
                <a:cubicBezTo>
                  <a:pt x="269" y="19"/>
                  <a:pt x="224" y="0"/>
                  <a:pt x="176" y="0"/>
                </a:cubicBezTo>
                <a:cubicBezTo>
                  <a:pt x="129" y="0"/>
                  <a:pt x="85" y="19"/>
                  <a:pt x="52" y="53"/>
                </a:cubicBezTo>
                <a:cubicBezTo>
                  <a:pt x="18" y="86"/>
                  <a:pt x="0" y="131"/>
                  <a:pt x="0" y="177"/>
                </a:cubicBezTo>
                <a:cubicBezTo>
                  <a:pt x="0" y="224"/>
                  <a:pt x="18" y="269"/>
                  <a:pt x="52" y="302"/>
                </a:cubicBezTo>
                <a:cubicBezTo>
                  <a:pt x="85" y="335"/>
                  <a:pt x="129" y="354"/>
                  <a:pt x="176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51" name=""/>
          <p:cNvSpPr txBox="1"/>
          <p:nvPr/>
        </p:nvSpPr>
        <p:spPr>
          <a:xfrm>
            <a:off x="7907400" y="512424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0.627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5594040" y="459576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6"/>
                  <a:pt x="302" y="303"/>
                </a:cubicBezTo>
                <a:cubicBezTo>
                  <a:pt x="335" y="269"/>
                  <a:pt x="354" y="225"/>
                  <a:pt x="354" y="178"/>
                </a:cubicBezTo>
                <a:cubicBezTo>
                  <a:pt x="354" y="131"/>
                  <a:pt x="335" y="86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5" y="19"/>
                  <a:pt x="52" y="52"/>
                </a:cubicBezTo>
                <a:cubicBezTo>
                  <a:pt x="19" y="86"/>
                  <a:pt x="0" y="131"/>
                  <a:pt x="0" y="178"/>
                </a:cubicBezTo>
                <a:cubicBezTo>
                  <a:pt x="0" y="225"/>
                  <a:pt x="19" y="269"/>
                  <a:pt x="52" y="303"/>
                </a:cubicBezTo>
                <a:cubicBezTo>
                  <a:pt x="85" y="336"/>
                  <a:pt x="131" y="354"/>
                  <a:pt x="178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53" name=""/>
          <p:cNvSpPr txBox="1"/>
          <p:nvPr/>
        </p:nvSpPr>
        <p:spPr>
          <a:xfrm>
            <a:off x="7907400" y="485460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0.499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5396400" y="43264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8" y="335"/>
                  <a:pt x="301" y="302"/>
                </a:cubicBezTo>
                <a:cubicBezTo>
                  <a:pt x="336" y="269"/>
                  <a:pt x="354" y="224"/>
                  <a:pt x="354" y="177"/>
                </a:cubicBezTo>
                <a:cubicBezTo>
                  <a:pt x="354" y="130"/>
                  <a:pt x="336" y="85"/>
                  <a:pt x="301" y="51"/>
                </a:cubicBezTo>
                <a:cubicBezTo>
                  <a:pt x="268" y="18"/>
                  <a:pt x="224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55" name=""/>
          <p:cNvSpPr txBox="1"/>
          <p:nvPr/>
        </p:nvSpPr>
        <p:spPr>
          <a:xfrm>
            <a:off x="7907400" y="458496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0.482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5626080" y="40568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8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6" y="19"/>
                  <a:pt x="53" y="52"/>
                </a:cubicBezTo>
                <a:cubicBezTo>
                  <a:pt x="19" y="85"/>
                  <a:pt x="0" y="130"/>
                  <a:pt x="0" y="178"/>
                </a:cubicBezTo>
                <a:cubicBezTo>
                  <a:pt x="0" y="224"/>
                  <a:pt x="19" y="269"/>
                  <a:pt x="53" y="302"/>
                </a:cubicBezTo>
                <a:cubicBezTo>
                  <a:pt x="86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57" name=""/>
          <p:cNvSpPr txBox="1"/>
          <p:nvPr/>
        </p:nvSpPr>
        <p:spPr>
          <a:xfrm>
            <a:off x="7907400" y="431568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0.358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5788440" y="378756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7" y="353"/>
                </a:moveTo>
                <a:cubicBezTo>
                  <a:pt x="223" y="353"/>
                  <a:pt x="268" y="335"/>
                  <a:pt x="302" y="302"/>
                </a:cubicBezTo>
                <a:cubicBezTo>
                  <a:pt x="335" y="269"/>
                  <a:pt x="354" y="224"/>
                  <a:pt x="354" y="176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8" y="18"/>
                  <a:pt x="223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29"/>
                  <a:pt x="0" y="176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3"/>
                  <a:pt x="177" y="353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59" name=""/>
          <p:cNvSpPr txBox="1"/>
          <p:nvPr/>
        </p:nvSpPr>
        <p:spPr>
          <a:xfrm>
            <a:off x="7907400" y="404604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0.291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5613840" y="351792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3" y="223"/>
                  <a:pt x="353" y="176"/>
                </a:cubicBezTo>
                <a:cubicBezTo>
                  <a:pt x="353" y="130"/>
                  <a:pt x="335" y="85"/>
                  <a:pt x="302" y="52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0" y="0"/>
                  <a:pt x="85" y="18"/>
                  <a:pt x="51" y="52"/>
                </a:cubicBezTo>
                <a:cubicBezTo>
                  <a:pt x="18" y="85"/>
                  <a:pt x="0" y="130"/>
                  <a:pt x="0" y="176"/>
                </a:cubicBezTo>
                <a:cubicBezTo>
                  <a:pt x="0" y="223"/>
                  <a:pt x="18" y="269"/>
                  <a:pt x="51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61" name=""/>
          <p:cNvSpPr txBox="1"/>
          <p:nvPr/>
        </p:nvSpPr>
        <p:spPr>
          <a:xfrm>
            <a:off x="7907400" y="377640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0.288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2" name=""/>
          <p:cNvSpPr/>
          <p:nvPr/>
        </p:nvSpPr>
        <p:spPr>
          <a:xfrm>
            <a:off x="5575680" y="32482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5"/>
                  <a:pt x="302" y="301"/>
                </a:cubicBezTo>
                <a:cubicBezTo>
                  <a:pt x="335" y="268"/>
                  <a:pt x="354" y="223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29" y="0"/>
                  <a:pt x="85" y="19"/>
                  <a:pt x="52" y="52"/>
                </a:cubicBezTo>
                <a:cubicBezTo>
                  <a:pt x="18" y="85"/>
                  <a:pt x="0" y="130"/>
                  <a:pt x="0" y="177"/>
                </a:cubicBezTo>
                <a:cubicBezTo>
                  <a:pt x="0" y="223"/>
                  <a:pt x="18" y="268"/>
                  <a:pt x="52" y="301"/>
                </a:cubicBezTo>
                <a:cubicBezTo>
                  <a:pt x="85" y="335"/>
                  <a:pt x="129" y="354"/>
                  <a:pt x="177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63" name=""/>
          <p:cNvSpPr txBox="1"/>
          <p:nvPr/>
        </p:nvSpPr>
        <p:spPr>
          <a:xfrm>
            <a:off x="7907400" y="350712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0.272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5619600" y="297900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8" y="353"/>
                </a:moveTo>
                <a:cubicBezTo>
                  <a:pt x="224" y="353"/>
                  <a:pt x="269" y="334"/>
                  <a:pt x="302" y="301"/>
                </a:cubicBezTo>
                <a:cubicBezTo>
                  <a:pt x="335" y="268"/>
                  <a:pt x="354" y="223"/>
                  <a:pt x="354" y="176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9" y="18"/>
                  <a:pt x="224" y="0"/>
                  <a:pt x="178" y="0"/>
                </a:cubicBezTo>
                <a:cubicBezTo>
                  <a:pt x="131" y="0"/>
                  <a:pt x="86" y="18"/>
                  <a:pt x="52" y="51"/>
                </a:cubicBezTo>
                <a:cubicBezTo>
                  <a:pt x="19" y="84"/>
                  <a:pt x="0" y="129"/>
                  <a:pt x="0" y="176"/>
                </a:cubicBezTo>
                <a:cubicBezTo>
                  <a:pt x="0" y="223"/>
                  <a:pt x="19" y="268"/>
                  <a:pt x="52" y="301"/>
                </a:cubicBezTo>
                <a:cubicBezTo>
                  <a:pt x="86" y="334"/>
                  <a:pt x="131" y="353"/>
                  <a:pt x="178" y="353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65" name=""/>
          <p:cNvSpPr txBox="1"/>
          <p:nvPr/>
        </p:nvSpPr>
        <p:spPr>
          <a:xfrm>
            <a:off x="7907400" y="323748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0.242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5835240" y="270936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5" y="354"/>
                  <a:pt x="269" y="335"/>
                  <a:pt x="303" y="302"/>
                </a:cubicBezTo>
                <a:cubicBezTo>
                  <a:pt x="336" y="269"/>
                  <a:pt x="354" y="224"/>
                  <a:pt x="354" y="177"/>
                </a:cubicBezTo>
                <a:cubicBezTo>
                  <a:pt x="354" y="131"/>
                  <a:pt x="336" y="86"/>
                  <a:pt x="303" y="53"/>
                </a:cubicBezTo>
                <a:cubicBezTo>
                  <a:pt x="269" y="19"/>
                  <a:pt x="225" y="0"/>
                  <a:pt x="178" y="0"/>
                </a:cubicBezTo>
                <a:cubicBezTo>
                  <a:pt x="130" y="0"/>
                  <a:pt x="85" y="19"/>
                  <a:pt x="52" y="53"/>
                </a:cubicBezTo>
                <a:cubicBezTo>
                  <a:pt x="19" y="86"/>
                  <a:pt x="0" y="131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8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67" name=""/>
          <p:cNvSpPr txBox="1"/>
          <p:nvPr/>
        </p:nvSpPr>
        <p:spPr>
          <a:xfrm>
            <a:off x="7907400" y="296820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0.165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5626080" y="243972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6"/>
                  <a:pt x="302" y="302"/>
                </a:cubicBezTo>
                <a:cubicBezTo>
                  <a:pt x="335" y="269"/>
                  <a:pt x="354" y="225"/>
                  <a:pt x="354" y="178"/>
                </a:cubicBezTo>
                <a:cubicBezTo>
                  <a:pt x="354" y="131"/>
                  <a:pt x="335" y="85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6" y="19"/>
                  <a:pt x="53" y="52"/>
                </a:cubicBezTo>
                <a:cubicBezTo>
                  <a:pt x="19" y="85"/>
                  <a:pt x="0" y="131"/>
                  <a:pt x="0" y="178"/>
                </a:cubicBezTo>
                <a:cubicBezTo>
                  <a:pt x="0" y="225"/>
                  <a:pt x="19" y="269"/>
                  <a:pt x="53" y="302"/>
                </a:cubicBezTo>
                <a:cubicBezTo>
                  <a:pt x="86" y="336"/>
                  <a:pt x="131" y="354"/>
                  <a:pt x="178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69" name=""/>
          <p:cNvSpPr txBox="1"/>
          <p:nvPr/>
        </p:nvSpPr>
        <p:spPr>
          <a:xfrm>
            <a:off x="7907400" y="269856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0.145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4811400" y="21704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9" y="18"/>
                  <a:pt x="224" y="0"/>
                  <a:pt x="176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29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6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71" name=""/>
          <p:cNvSpPr txBox="1"/>
          <p:nvPr/>
        </p:nvSpPr>
        <p:spPr>
          <a:xfrm>
            <a:off x="7907400" y="242892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0.145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5673240" y="1879200"/>
            <a:ext cx="171000" cy="170640"/>
          </a:xfrm>
          <a:custGeom>
            <a:avLst/>
            <a:gdLst/>
            <a:ahLst/>
            <a:rect l="0" t="0" r="r" b="b"/>
            <a:pathLst>
              <a:path w="475" h="474">
                <a:moveTo>
                  <a:pt x="238" y="474"/>
                </a:moveTo>
                <a:cubicBezTo>
                  <a:pt x="301" y="474"/>
                  <a:pt x="361" y="449"/>
                  <a:pt x="405" y="405"/>
                </a:cubicBezTo>
                <a:cubicBezTo>
                  <a:pt x="450" y="360"/>
                  <a:pt x="475" y="300"/>
                  <a:pt x="475" y="237"/>
                </a:cubicBezTo>
                <a:cubicBezTo>
                  <a:pt x="475" y="174"/>
                  <a:pt x="450" y="114"/>
                  <a:pt x="405" y="69"/>
                </a:cubicBezTo>
                <a:cubicBezTo>
                  <a:pt x="361" y="25"/>
                  <a:pt x="301" y="0"/>
                  <a:pt x="238" y="0"/>
                </a:cubicBezTo>
                <a:cubicBezTo>
                  <a:pt x="175" y="0"/>
                  <a:pt x="115" y="25"/>
                  <a:pt x="70" y="69"/>
                </a:cubicBezTo>
                <a:cubicBezTo>
                  <a:pt x="25" y="114"/>
                  <a:pt x="0" y="174"/>
                  <a:pt x="0" y="237"/>
                </a:cubicBezTo>
                <a:cubicBezTo>
                  <a:pt x="0" y="300"/>
                  <a:pt x="25" y="360"/>
                  <a:pt x="70" y="405"/>
                </a:cubicBezTo>
                <a:cubicBezTo>
                  <a:pt x="115" y="449"/>
                  <a:pt x="175" y="474"/>
                  <a:pt x="238" y="47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73" name=""/>
          <p:cNvSpPr txBox="1"/>
          <p:nvPr/>
        </p:nvSpPr>
        <p:spPr>
          <a:xfrm>
            <a:off x="7907400" y="215964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0.0746 †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6352560" y="1609560"/>
            <a:ext cx="170640" cy="171000"/>
          </a:xfrm>
          <a:custGeom>
            <a:avLst/>
            <a:gdLst/>
            <a:ahLst/>
            <a:rect l="0" t="0" r="r" b="b"/>
            <a:pathLst>
              <a:path w="474" h="475">
                <a:moveTo>
                  <a:pt x="238" y="475"/>
                </a:moveTo>
                <a:cubicBezTo>
                  <a:pt x="300" y="475"/>
                  <a:pt x="361" y="450"/>
                  <a:pt x="405" y="405"/>
                </a:cubicBezTo>
                <a:cubicBezTo>
                  <a:pt x="449" y="361"/>
                  <a:pt x="474" y="301"/>
                  <a:pt x="474" y="238"/>
                </a:cubicBezTo>
                <a:cubicBezTo>
                  <a:pt x="474" y="175"/>
                  <a:pt x="449" y="115"/>
                  <a:pt x="405" y="71"/>
                </a:cubicBezTo>
                <a:cubicBezTo>
                  <a:pt x="361" y="26"/>
                  <a:pt x="300" y="0"/>
                  <a:pt x="238" y="0"/>
                </a:cubicBezTo>
                <a:cubicBezTo>
                  <a:pt x="175" y="0"/>
                  <a:pt x="115" y="26"/>
                  <a:pt x="69" y="71"/>
                </a:cubicBezTo>
                <a:cubicBezTo>
                  <a:pt x="25" y="115"/>
                  <a:pt x="0" y="175"/>
                  <a:pt x="0" y="238"/>
                </a:cubicBezTo>
                <a:cubicBezTo>
                  <a:pt x="0" y="301"/>
                  <a:pt x="25" y="361"/>
                  <a:pt x="69" y="405"/>
                </a:cubicBezTo>
                <a:cubicBezTo>
                  <a:pt x="115" y="450"/>
                  <a:pt x="175" y="475"/>
                  <a:pt x="238" y="475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75" name=""/>
          <p:cNvSpPr txBox="1"/>
          <p:nvPr/>
        </p:nvSpPr>
        <p:spPr>
          <a:xfrm>
            <a:off x="7907400" y="189000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0.0351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5665680" y="134028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7" y="474"/>
                </a:moveTo>
                <a:cubicBezTo>
                  <a:pt x="300" y="474"/>
                  <a:pt x="360" y="449"/>
                  <a:pt x="405" y="405"/>
                </a:cubicBezTo>
                <a:cubicBezTo>
                  <a:pt x="449" y="360"/>
                  <a:pt x="474" y="300"/>
                  <a:pt x="474" y="236"/>
                </a:cubicBezTo>
                <a:cubicBezTo>
                  <a:pt x="474" y="173"/>
                  <a:pt x="449" y="113"/>
                  <a:pt x="405" y="69"/>
                </a:cubicBezTo>
                <a:cubicBezTo>
                  <a:pt x="360" y="25"/>
                  <a:pt x="300" y="0"/>
                  <a:pt x="237" y="0"/>
                </a:cubicBezTo>
                <a:cubicBezTo>
                  <a:pt x="175" y="0"/>
                  <a:pt x="114" y="25"/>
                  <a:pt x="69" y="69"/>
                </a:cubicBezTo>
                <a:cubicBezTo>
                  <a:pt x="25" y="113"/>
                  <a:pt x="0" y="173"/>
                  <a:pt x="0" y="236"/>
                </a:cubicBezTo>
                <a:cubicBezTo>
                  <a:pt x="0" y="300"/>
                  <a:pt x="25" y="360"/>
                  <a:pt x="69" y="405"/>
                </a:cubicBezTo>
                <a:cubicBezTo>
                  <a:pt x="114" y="449"/>
                  <a:pt x="175" y="474"/>
                  <a:pt x="237" y="47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77" name=""/>
          <p:cNvSpPr txBox="1"/>
          <p:nvPr/>
        </p:nvSpPr>
        <p:spPr>
          <a:xfrm>
            <a:off x="7907400" y="162036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0.0351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5638320" y="107064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8" y="474"/>
                </a:moveTo>
                <a:cubicBezTo>
                  <a:pt x="300" y="474"/>
                  <a:pt x="361" y="449"/>
                  <a:pt x="405" y="405"/>
                </a:cubicBezTo>
                <a:cubicBezTo>
                  <a:pt x="449" y="361"/>
                  <a:pt x="474" y="300"/>
                  <a:pt x="474" y="238"/>
                </a:cubicBezTo>
                <a:cubicBezTo>
                  <a:pt x="474" y="175"/>
                  <a:pt x="449" y="115"/>
                  <a:pt x="405" y="69"/>
                </a:cubicBezTo>
                <a:cubicBezTo>
                  <a:pt x="361" y="25"/>
                  <a:pt x="300" y="0"/>
                  <a:pt x="238" y="0"/>
                </a:cubicBezTo>
                <a:cubicBezTo>
                  <a:pt x="174" y="0"/>
                  <a:pt x="114" y="25"/>
                  <a:pt x="69" y="69"/>
                </a:cubicBezTo>
                <a:cubicBezTo>
                  <a:pt x="25" y="115"/>
                  <a:pt x="0" y="175"/>
                  <a:pt x="0" y="238"/>
                </a:cubicBezTo>
                <a:cubicBezTo>
                  <a:pt x="0" y="300"/>
                  <a:pt x="25" y="361"/>
                  <a:pt x="69" y="405"/>
                </a:cubicBezTo>
                <a:cubicBezTo>
                  <a:pt x="114" y="449"/>
                  <a:pt x="174" y="474"/>
                  <a:pt x="238" y="47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79" name=""/>
          <p:cNvSpPr txBox="1"/>
          <p:nvPr/>
        </p:nvSpPr>
        <p:spPr>
          <a:xfrm>
            <a:off x="7907400" y="135108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0.0321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5661720" y="801000"/>
            <a:ext cx="170640" cy="171000"/>
          </a:xfrm>
          <a:custGeom>
            <a:avLst/>
            <a:gdLst/>
            <a:ahLst/>
            <a:rect l="0" t="0" r="r" b="b"/>
            <a:pathLst>
              <a:path w="474" h="475">
                <a:moveTo>
                  <a:pt x="237" y="475"/>
                </a:moveTo>
                <a:cubicBezTo>
                  <a:pt x="300" y="475"/>
                  <a:pt x="360" y="450"/>
                  <a:pt x="405" y="405"/>
                </a:cubicBezTo>
                <a:cubicBezTo>
                  <a:pt x="449" y="360"/>
                  <a:pt x="474" y="300"/>
                  <a:pt x="474" y="237"/>
                </a:cubicBezTo>
                <a:cubicBezTo>
                  <a:pt x="474" y="174"/>
                  <a:pt x="449" y="114"/>
                  <a:pt x="405" y="70"/>
                </a:cubicBezTo>
                <a:cubicBezTo>
                  <a:pt x="360" y="25"/>
                  <a:pt x="300" y="0"/>
                  <a:pt x="237" y="0"/>
                </a:cubicBezTo>
                <a:cubicBezTo>
                  <a:pt x="175" y="0"/>
                  <a:pt x="113" y="25"/>
                  <a:pt x="69" y="70"/>
                </a:cubicBezTo>
                <a:cubicBezTo>
                  <a:pt x="25" y="114"/>
                  <a:pt x="0" y="174"/>
                  <a:pt x="0" y="237"/>
                </a:cubicBezTo>
                <a:cubicBezTo>
                  <a:pt x="0" y="300"/>
                  <a:pt x="25" y="360"/>
                  <a:pt x="69" y="405"/>
                </a:cubicBezTo>
                <a:cubicBezTo>
                  <a:pt x="113" y="450"/>
                  <a:pt x="175" y="475"/>
                  <a:pt x="237" y="475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81" name=""/>
          <p:cNvSpPr txBox="1"/>
          <p:nvPr/>
        </p:nvSpPr>
        <p:spPr>
          <a:xfrm>
            <a:off x="7907400" y="108144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0.0202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5648760" y="53172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7" y="474"/>
                </a:moveTo>
                <a:cubicBezTo>
                  <a:pt x="300" y="474"/>
                  <a:pt x="360" y="449"/>
                  <a:pt x="405" y="405"/>
                </a:cubicBezTo>
                <a:cubicBezTo>
                  <a:pt x="449" y="360"/>
                  <a:pt x="474" y="300"/>
                  <a:pt x="474" y="237"/>
                </a:cubicBezTo>
                <a:cubicBezTo>
                  <a:pt x="474" y="174"/>
                  <a:pt x="449" y="113"/>
                  <a:pt x="405" y="69"/>
                </a:cubicBezTo>
                <a:cubicBezTo>
                  <a:pt x="360" y="25"/>
                  <a:pt x="300" y="0"/>
                  <a:pt x="237" y="0"/>
                </a:cubicBezTo>
                <a:cubicBezTo>
                  <a:pt x="174" y="0"/>
                  <a:pt x="113" y="25"/>
                  <a:pt x="69" y="69"/>
                </a:cubicBezTo>
                <a:cubicBezTo>
                  <a:pt x="24" y="113"/>
                  <a:pt x="0" y="174"/>
                  <a:pt x="0" y="237"/>
                </a:cubicBezTo>
                <a:cubicBezTo>
                  <a:pt x="0" y="300"/>
                  <a:pt x="24" y="360"/>
                  <a:pt x="69" y="405"/>
                </a:cubicBezTo>
                <a:cubicBezTo>
                  <a:pt x="113" y="449"/>
                  <a:pt x="174" y="474"/>
                  <a:pt x="237" y="47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83" name=""/>
          <p:cNvSpPr txBox="1"/>
          <p:nvPr/>
        </p:nvSpPr>
        <p:spPr>
          <a:xfrm>
            <a:off x="7907400" y="81180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0.0202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5649120" y="26208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7" y="474"/>
                </a:moveTo>
                <a:cubicBezTo>
                  <a:pt x="300" y="474"/>
                  <a:pt x="360" y="448"/>
                  <a:pt x="405" y="404"/>
                </a:cubicBezTo>
                <a:cubicBezTo>
                  <a:pt x="449" y="360"/>
                  <a:pt x="474" y="299"/>
                  <a:pt x="474" y="237"/>
                </a:cubicBezTo>
                <a:cubicBezTo>
                  <a:pt x="474" y="174"/>
                  <a:pt x="449" y="114"/>
                  <a:pt x="405" y="69"/>
                </a:cubicBezTo>
                <a:cubicBezTo>
                  <a:pt x="360" y="25"/>
                  <a:pt x="300" y="0"/>
                  <a:pt x="237" y="0"/>
                </a:cubicBezTo>
                <a:cubicBezTo>
                  <a:pt x="174" y="0"/>
                  <a:pt x="113" y="25"/>
                  <a:pt x="69" y="69"/>
                </a:cubicBezTo>
                <a:cubicBezTo>
                  <a:pt x="24" y="114"/>
                  <a:pt x="0" y="174"/>
                  <a:pt x="0" y="237"/>
                </a:cubicBezTo>
                <a:cubicBezTo>
                  <a:pt x="0" y="299"/>
                  <a:pt x="24" y="360"/>
                  <a:pt x="69" y="404"/>
                </a:cubicBezTo>
                <a:cubicBezTo>
                  <a:pt x="113" y="448"/>
                  <a:pt x="174" y="474"/>
                  <a:pt x="237" y="47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85" name=""/>
          <p:cNvSpPr txBox="1"/>
          <p:nvPr/>
        </p:nvSpPr>
        <p:spPr>
          <a:xfrm>
            <a:off x="7907400" y="54252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0.0183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8566560" y="158040"/>
            <a:ext cx="1368360" cy="202680"/>
          </a:xfrm>
          <a:custGeom>
            <a:avLst/>
            <a:gdLst/>
            <a:ahLst/>
            <a:rect l="0" t="0" r="r" b="b"/>
            <a:pathLst>
              <a:path w="3801" h="563">
                <a:moveTo>
                  <a:pt x="127" y="563"/>
                </a:moveTo>
                <a:lnTo>
                  <a:pt x="3674" y="563"/>
                </a:lnTo>
                <a:cubicBezTo>
                  <a:pt x="3758" y="563"/>
                  <a:pt x="3801" y="521"/>
                  <a:pt x="3801" y="436"/>
                </a:cubicBezTo>
                <a:lnTo>
                  <a:pt x="3801" y="127"/>
                </a:lnTo>
                <a:cubicBezTo>
                  <a:pt x="3801" y="43"/>
                  <a:pt x="3758" y="0"/>
                  <a:pt x="3674" y="0"/>
                </a:cubicBezTo>
                <a:lnTo>
                  <a:pt x="127" y="0"/>
                </a:lnTo>
                <a:cubicBezTo>
                  <a:pt x="42" y="0"/>
                  <a:pt x="0" y="43"/>
                  <a:pt x="0" y="127"/>
                </a:cubicBezTo>
                <a:lnTo>
                  <a:pt x="0" y="436"/>
                </a:lnTo>
                <a:cubicBezTo>
                  <a:pt x="0" y="521"/>
                  <a:pt x="42" y="563"/>
                  <a:pt x="127" y="563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87" name=""/>
          <p:cNvSpPr txBox="1"/>
          <p:nvPr/>
        </p:nvSpPr>
        <p:spPr>
          <a:xfrm>
            <a:off x="7907400" y="272880"/>
            <a:ext cx="870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0.00728 **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8" name=""/>
          <p:cNvSpPr txBox="1"/>
          <p:nvPr/>
        </p:nvSpPr>
        <p:spPr>
          <a:xfrm>
            <a:off x="8612280" y="185040"/>
            <a:ext cx="1279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↑ </a:t>
            </a:r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Good      ↑ Poor →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9" name="TextBox 188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5C — Feature forest with CI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6008040" cy="5139000"/>
          </a:xfrm>
          <a:custGeom>
            <a:avLst/>
            <a:gdLst/>
            <a:ahLst/>
            <a:rect l="0" t="0" r="r" b="b"/>
            <a:pathLst>
              <a:path w="16689" h="14275">
                <a:moveTo>
                  <a:pt x="0" y="14275"/>
                </a:moveTo>
                <a:lnTo>
                  <a:pt x="16689" y="14275"/>
                </a:lnTo>
                <a:lnTo>
                  <a:pt x="16689" y="0"/>
                </a:lnTo>
                <a:lnTo>
                  <a:pt x="0" y="0"/>
                </a:lnTo>
                <a:lnTo>
                  <a:pt x="0" y="142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601200" y="91440"/>
            <a:ext cx="5315400" cy="4576680"/>
          </a:xfrm>
          <a:custGeom>
            <a:avLst/>
            <a:gdLst/>
            <a:ahLst/>
            <a:rect l="0" t="0" r="r" b="b"/>
            <a:pathLst>
              <a:path w="14765" h="12713">
                <a:moveTo>
                  <a:pt x="0" y="12713"/>
                </a:moveTo>
                <a:lnTo>
                  <a:pt x="14765" y="12713"/>
                </a:lnTo>
                <a:lnTo>
                  <a:pt x="14765" y="0"/>
                </a:lnTo>
                <a:lnTo>
                  <a:pt x="0" y="0"/>
                </a:lnTo>
                <a:lnTo>
                  <a:pt x="0" y="1271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64080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64080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31364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31364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60444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98684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98684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27728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65968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65968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195048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333288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333288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62332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400572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400572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29652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467856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467856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396936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535176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535176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464256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531540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563040" y="4030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563040" y="4030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2783520" y="4888440"/>
            <a:ext cx="9561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UMAP dim 1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563040" y="3320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563040" y="3320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77200" y="3967920"/>
            <a:ext cx="243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563040" y="2610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563040" y="2610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350280" y="325764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563040" y="1900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563040" y="1900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350280" y="254772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563040" y="1190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563040" y="1190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350280" y="183780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563040" y="479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563040" y="479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350280" y="112752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 txBox="1"/>
          <p:nvPr/>
        </p:nvSpPr>
        <p:spPr>
          <a:xfrm>
            <a:off x="446040" y="4176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1220760" y="1096920"/>
            <a:ext cx="4046400" cy="2649240"/>
          </a:xfrm>
          <a:custGeom>
            <a:avLst/>
            <a:gdLst/>
            <a:ahLst/>
            <a:rect l="0" t="0" r="r" b="b"/>
            <a:pathLst>
              <a:path w="11240" h="7359">
                <a:moveTo>
                  <a:pt x="2137" y="7340"/>
                </a:moveTo>
                <a:lnTo>
                  <a:pt x="2211" y="7347"/>
                </a:lnTo>
                <a:lnTo>
                  <a:pt x="2286" y="7353"/>
                </a:lnTo>
                <a:lnTo>
                  <a:pt x="2361" y="7356"/>
                </a:lnTo>
                <a:lnTo>
                  <a:pt x="2435" y="7358"/>
                </a:lnTo>
                <a:lnTo>
                  <a:pt x="2509" y="7359"/>
                </a:lnTo>
                <a:lnTo>
                  <a:pt x="2583" y="7357"/>
                </a:lnTo>
                <a:lnTo>
                  <a:pt x="2657" y="7354"/>
                </a:lnTo>
                <a:lnTo>
                  <a:pt x="2732" y="7349"/>
                </a:lnTo>
                <a:lnTo>
                  <a:pt x="2806" y="7343"/>
                </a:lnTo>
                <a:lnTo>
                  <a:pt x="2864" y="7336"/>
                </a:lnTo>
                <a:lnTo>
                  <a:pt x="2880" y="7334"/>
                </a:lnTo>
                <a:lnTo>
                  <a:pt x="2954" y="7325"/>
                </a:lnTo>
                <a:lnTo>
                  <a:pt x="3028" y="7314"/>
                </a:lnTo>
                <a:lnTo>
                  <a:pt x="3102" y="7301"/>
                </a:lnTo>
                <a:lnTo>
                  <a:pt x="3171" y="7288"/>
                </a:lnTo>
                <a:lnTo>
                  <a:pt x="3177" y="7287"/>
                </a:lnTo>
                <a:lnTo>
                  <a:pt x="3251" y="7272"/>
                </a:lnTo>
                <a:lnTo>
                  <a:pt x="3325" y="7255"/>
                </a:lnTo>
                <a:lnTo>
                  <a:pt x="3382" y="7240"/>
                </a:lnTo>
                <a:lnTo>
                  <a:pt x="3399" y="7236"/>
                </a:lnTo>
                <a:lnTo>
                  <a:pt x="3473" y="7217"/>
                </a:lnTo>
                <a:lnTo>
                  <a:pt x="3548" y="7195"/>
                </a:lnTo>
                <a:lnTo>
                  <a:pt x="3558" y="7192"/>
                </a:lnTo>
                <a:lnTo>
                  <a:pt x="3622" y="7173"/>
                </a:lnTo>
                <a:lnTo>
                  <a:pt x="3696" y="7150"/>
                </a:lnTo>
                <a:lnTo>
                  <a:pt x="3712" y="7144"/>
                </a:lnTo>
                <a:lnTo>
                  <a:pt x="3770" y="7126"/>
                </a:lnTo>
                <a:lnTo>
                  <a:pt x="3844" y="7100"/>
                </a:lnTo>
                <a:lnTo>
                  <a:pt x="3854" y="7097"/>
                </a:lnTo>
                <a:lnTo>
                  <a:pt x="3919" y="7074"/>
                </a:lnTo>
                <a:lnTo>
                  <a:pt x="3987" y="7049"/>
                </a:lnTo>
                <a:lnTo>
                  <a:pt x="3993" y="7047"/>
                </a:lnTo>
                <a:lnTo>
                  <a:pt x="4067" y="7019"/>
                </a:lnTo>
                <a:lnTo>
                  <a:pt x="4116" y="7001"/>
                </a:lnTo>
                <a:lnTo>
                  <a:pt x="4141" y="6991"/>
                </a:lnTo>
                <a:lnTo>
                  <a:pt x="4215" y="6963"/>
                </a:lnTo>
                <a:lnTo>
                  <a:pt x="4240" y="6953"/>
                </a:lnTo>
                <a:lnTo>
                  <a:pt x="4289" y="6934"/>
                </a:lnTo>
                <a:lnTo>
                  <a:pt x="4363" y="6905"/>
                </a:lnTo>
                <a:lnTo>
                  <a:pt x="4364" y="6905"/>
                </a:lnTo>
                <a:lnTo>
                  <a:pt x="4438" y="6876"/>
                </a:lnTo>
                <a:lnTo>
                  <a:pt x="4487" y="6857"/>
                </a:lnTo>
                <a:lnTo>
                  <a:pt x="4512" y="6847"/>
                </a:lnTo>
                <a:lnTo>
                  <a:pt x="4586" y="6819"/>
                </a:lnTo>
                <a:lnTo>
                  <a:pt x="4611" y="6809"/>
                </a:lnTo>
                <a:lnTo>
                  <a:pt x="4660" y="6790"/>
                </a:lnTo>
                <a:lnTo>
                  <a:pt x="4735" y="6762"/>
                </a:lnTo>
                <a:lnTo>
                  <a:pt x="4737" y="6761"/>
                </a:lnTo>
                <a:lnTo>
                  <a:pt x="4809" y="6735"/>
                </a:lnTo>
                <a:lnTo>
                  <a:pt x="4866" y="6713"/>
                </a:lnTo>
                <a:lnTo>
                  <a:pt x="4883" y="6707"/>
                </a:lnTo>
                <a:lnTo>
                  <a:pt x="4957" y="6681"/>
                </a:lnTo>
                <a:lnTo>
                  <a:pt x="5000" y="6665"/>
                </a:lnTo>
                <a:lnTo>
                  <a:pt x="5031" y="6655"/>
                </a:lnTo>
                <a:lnTo>
                  <a:pt x="5106" y="6629"/>
                </a:lnTo>
                <a:lnTo>
                  <a:pt x="5141" y="6617"/>
                </a:lnTo>
                <a:lnTo>
                  <a:pt x="5180" y="6605"/>
                </a:lnTo>
                <a:lnTo>
                  <a:pt x="5254" y="6581"/>
                </a:lnTo>
                <a:lnTo>
                  <a:pt x="5290" y="6570"/>
                </a:lnTo>
                <a:lnTo>
                  <a:pt x="5328" y="6558"/>
                </a:lnTo>
                <a:lnTo>
                  <a:pt x="5402" y="6536"/>
                </a:lnTo>
                <a:lnTo>
                  <a:pt x="5452" y="6522"/>
                </a:lnTo>
                <a:lnTo>
                  <a:pt x="5477" y="6515"/>
                </a:lnTo>
                <a:lnTo>
                  <a:pt x="5551" y="6495"/>
                </a:lnTo>
                <a:lnTo>
                  <a:pt x="5625" y="6475"/>
                </a:lnTo>
                <a:lnTo>
                  <a:pt x="5631" y="6474"/>
                </a:lnTo>
                <a:lnTo>
                  <a:pt x="5699" y="6458"/>
                </a:lnTo>
                <a:lnTo>
                  <a:pt x="5773" y="6441"/>
                </a:lnTo>
                <a:lnTo>
                  <a:pt x="5841" y="6426"/>
                </a:lnTo>
                <a:lnTo>
                  <a:pt x="5847" y="6424"/>
                </a:lnTo>
                <a:lnTo>
                  <a:pt x="5922" y="6410"/>
                </a:lnTo>
                <a:lnTo>
                  <a:pt x="5996" y="6396"/>
                </a:lnTo>
                <a:lnTo>
                  <a:pt x="6070" y="6383"/>
                </a:lnTo>
                <a:lnTo>
                  <a:pt x="6100" y="6378"/>
                </a:lnTo>
                <a:lnTo>
                  <a:pt x="6144" y="6371"/>
                </a:lnTo>
                <a:lnTo>
                  <a:pt x="6218" y="6360"/>
                </a:lnTo>
                <a:lnTo>
                  <a:pt x="6293" y="6350"/>
                </a:lnTo>
                <a:lnTo>
                  <a:pt x="6367" y="6340"/>
                </a:lnTo>
                <a:lnTo>
                  <a:pt x="6441" y="6331"/>
                </a:lnTo>
                <a:lnTo>
                  <a:pt x="6445" y="6330"/>
                </a:lnTo>
                <a:lnTo>
                  <a:pt x="6515" y="6322"/>
                </a:lnTo>
                <a:lnTo>
                  <a:pt x="6589" y="6314"/>
                </a:lnTo>
                <a:lnTo>
                  <a:pt x="6664" y="6306"/>
                </a:lnTo>
                <a:lnTo>
                  <a:pt x="6738" y="6298"/>
                </a:lnTo>
                <a:lnTo>
                  <a:pt x="6812" y="6290"/>
                </a:lnTo>
                <a:lnTo>
                  <a:pt x="6886" y="6282"/>
                </a:lnTo>
                <a:lnTo>
                  <a:pt x="6960" y="6274"/>
                </a:lnTo>
                <a:lnTo>
                  <a:pt x="7035" y="6266"/>
                </a:lnTo>
                <a:lnTo>
                  <a:pt x="7109" y="6258"/>
                </a:lnTo>
                <a:lnTo>
                  <a:pt x="7183" y="6249"/>
                </a:lnTo>
                <a:lnTo>
                  <a:pt x="7257" y="6239"/>
                </a:lnTo>
                <a:lnTo>
                  <a:pt x="7289" y="6234"/>
                </a:lnTo>
                <a:lnTo>
                  <a:pt x="7331" y="6228"/>
                </a:lnTo>
                <a:lnTo>
                  <a:pt x="7405" y="6218"/>
                </a:lnTo>
                <a:lnTo>
                  <a:pt x="7480" y="6206"/>
                </a:lnTo>
                <a:lnTo>
                  <a:pt x="7554" y="6193"/>
                </a:lnTo>
                <a:lnTo>
                  <a:pt x="7589" y="6186"/>
                </a:lnTo>
                <a:lnTo>
                  <a:pt x="7628" y="6179"/>
                </a:lnTo>
                <a:lnTo>
                  <a:pt x="7702" y="6165"/>
                </a:lnTo>
                <a:lnTo>
                  <a:pt x="7776" y="6149"/>
                </a:lnTo>
                <a:lnTo>
                  <a:pt x="7820" y="6138"/>
                </a:lnTo>
                <a:lnTo>
                  <a:pt x="7851" y="6132"/>
                </a:lnTo>
                <a:lnTo>
                  <a:pt x="7925" y="6113"/>
                </a:lnTo>
                <a:lnTo>
                  <a:pt x="7999" y="6093"/>
                </a:lnTo>
                <a:lnTo>
                  <a:pt x="8008" y="6090"/>
                </a:lnTo>
                <a:lnTo>
                  <a:pt x="8073" y="6072"/>
                </a:lnTo>
                <a:lnTo>
                  <a:pt x="8147" y="6049"/>
                </a:lnTo>
                <a:lnTo>
                  <a:pt x="8166" y="6043"/>
                </a:lnTo>
                <a:lnTo>
                  <a:pt x="8222" y="6024"/>
                </a:lnTo>
                <a:lnTo>
                  <a:pt x="8296" y="5997"/>
                </a:lnTo>
                <a:lnTo>
                  <a:pt x="8302" y="5995"/>
                </a:lnTo>
                <a:lnTo>
                  <a:pt x="8370" y="5969"/>
                </a:lnTo>
                <a:lnTo>
                  <a:pt x="8423" y="5947"/>
                </a:lnTo>
                <a:lnTo>
                  <a:pt x="8444" y="5938"/>
                </a:lnTo>
                <a:lnTo>
                  <a:pt x="8518" y="5905"/>
                </a:lnTo>
                <a:lnTo>
                  <a:pt x="8532" y="5899"/>
                </a:lnTo>
                <a:lnTo>
                  <a:pt x="8592" y="5870"/>
                </a:lnTo>
                <a:lnTo>
                  <a:pt x="8630" y="5851"/>
                </a:lnTo>
                <a:lnTo>
                  <a:pt x="8667" y="5832"/>
                </a:lnTo>
                <a:lnTo>
                  <a:pt x="8719" y="5803"/>
                </a:lnTo>
                <a:lnTo>
                  <a:pt x="8741" y="5791"/>
                </a:lnTo>
                <a:lnTo>
                  <a:pt x="8802" y="5755"/>
                </a:lnTo>
                <a:lnTo>
                  <a:pt x="8815" y="5747"/>
                </a:lnTo>
                <a:lnTo>
                  <a:pt x="8878" y="5707"/>
                </a:lnTo>
                <a:lnTo>
                  <a:pt x="8889" y="5699"/>
                </a:lnTo>
                <a:lnTo>
                  <a:pt x="8948" y="5659"/>
                </a:lnTo>
                <a:lnTo>
                  <a:pt x="8963" y="5648"/>
                </a:lnTo>
                <a:lnTo>
                  <a:pt x="9014" y="5611"/>
                </a:lnTo>
                <a:lnTo>
                  <a:pt x="9038" y="5593"/>
                </a:lnTo>
                <a:lnTo>
                  <a:pt x="9075" y="5563"/>
                </a:lnTo>
                <a:lnTo>
                  <a:pt x="9112" y="5533"/>
                </a:lnTo>
                <a:lnTo>
                  <a:pt x="9133" y="5516"/>
                </a:lnTo>
                <a:lnTo>
                  <a:pt x="9186" y="5468"/>
                </a:lnTo>
                <a:lnTo>
                  <a:pt x="9238" y="5420"/>
                </a:lnTo>
                <a:lnTo>
                  <a:pt x="9260" y="5397"/>
                </a:lnTo>
                <a:lnTo>
                  <a:pt x="9286" y="5372"/>
                </a:lnTo>
                <a:lnTo>
                  <a:pt x="9331" y="5324"/>
                </a:lnTo>
                <a:lnTo>
                  <a:pt x="9334" y="5321"/>
                </a:lnTo>
                <a:lnTo>
                  <a:pt x="9375" y="5276"/>
                </a:lnTo>
                <a:lnTo>
                  <a:pt x="9409" y="5237"/>
                </a:lnTo>
                <a:lnTo>
                  <a:pt x="9417" y="5228"/>
                </a:lnTo>
                <a:lnTo>
                  <a:pt x="9457" y="5180"/>
                </a:lnTo>
                <a:lnTo>
                  <a:pt x="9483" y="5147"/>
                </a:lnTo>
                <a:lnTo>
                  <a:pt x="9495" y="5132"/>
                </a:lnTo>
                <a:lnTo>
                  <a:pt x="9532" y="5084"/>
                </a:lnTo>
                <a:lnTo>
                  <a:pt x="9557" y="5051"/>
                </a:lnTo>
                <a:lnTo>
                  <a:pt x="9568" y="5036"/>
                </a:lnTo>
                <a:lnTo>
                  <a:pt x="9604" y="4989"/>
                </a:lnTo>
                <a:lnTo>
                  <a:pt x="9631" y="4950"/>
                </a:lnTo>
                <a:lnTo>
                  <a:pt x="9638" y="4941"/>
                </a:lnTo>
                <a:lnTo>
                  <a:pt x="9673" y="4893"/>
                </a:lnTo>
                <a:lnTo>
                  <a:pt x="9705" y="4847"/>
                </a:lnTo>
                <a:lnTo>
                  <a:pt x="9707" y="4845"/>
                </a:lnTo>
                <a:lnTo>
                  <a:pt x="9742" y="4797"/>
                </a:lnTo>
                <a:lnTo>
                  <a:pt x="9777" y="4749"/>
                </a:lnTo>
                <a:lnTo>
                  <a:pt x="9780" y="4745"/>
                </a:lnTo>
                <a:lnTo>
                  <a:pt x="9813" y="4701"/>
                </a:lnTo>
                <a:lnTo>
                  <a:pt x="9849" y="4653"/>
                </a:lnTo>
                <a:lnTo>
                  <a:pt x="9854" y="4647"/>
                </a:lnTo>
                <a:lnTo>
                  <a:pt x="9888" y="4605"/>
                </a:lnTo>
                <a:lnTo>
                  <a:pt x="9926" y="4557"/>
                </a:lnTo>
                <a:lnTo>
                  <a:pt x="9928" y="4555"/>
                </a:lnTo>
                <a:lnTo>
                  <a:pt x="9967" y="4509"/>
                </a:lnTo>
                <a:lnTo>
                  <a:pt x="10002" y="4470"/>
                </a:lnTo>
                <a:lnTo>
                  <a:pt x="10010" y="4462"/>
                </a:lnTo>
                <a:lnTo>
                  <a:pt x="10054" y="4414"/>
                </a:lnTo>
                <a:lnTo>
                  <a:pt x="10076" y="4390"/>
                </a:lnTo>
                <a:lnTo>
                  <a:pt x="10100" y="4366"/>
                </a:lnTo>
                <a:lnTo>
                  <a:pt x="10148" y="4318"/>
                </a:lnTo>
                <a:lnTo>
                  <a:pt x="10150" y="4315"/>
                </a:lnTo>
                <a:lnTo>
                  <a:pt x="10199" y="4270"/>
                </a:lnTo>
                <a:lnTo>
                  <a:pt x="10225" y="4245"/>
                </a:lnTo>
                <a:lnTo>
                  <a:pt x="10250" y="4222"/>
                </a:lnTo>
                <a:lnTo>
                  <a:pt x="10299" y="4177"/>
                </a:lnTo>
                <a:lnTo>
                  <a:pt x="10303" y="4174"/>
                </a:lnTo>
                <a:lnTo>
                  <a:pt x="10357" y="4126"/>
                </a:lnTo>
                <a:lnTo>
                  <a:pt x="10373" y="4112"/>
                </a:lnTo>
                <a:lnTo>
                  <a:pt x="10411" y="4078"/>
                </a:lnTo>
                <a:lnTo>
                  <a:pt x="10447" y="4047"/>
                </a:lnTo>
                <a:lnTo>
                  <a:pt x="10466" y="4030"/>
                </a:lnTo>
                <a:lnTo>
                  <a:pt x="10520" y="3982"/>
                </a:lnTo>
                <a:lnTo>
                  <a:pt x="10521" y="3981"/>
                </a:lnTo>
                <a:lnTo>
                  <a:pt x="10574" y="3935"/>
                </a:lnTo>
                <a:lnTo>
                  <a:pt x="10596" y="3915"/>
                </a:lnTo>
                <a:lnTo>
                  <a:pt x="10627" y="3887"/>
                </a:lnTo>
                <a:lnTo>
                  <a:pt x="10670" y="3846"/>
                </a:lnTo>
                <a:lnTo>
                  <a:pt x="10678" y="3839"/>
                </a:lnTo>
                <a:lnTo>
                  <a:pt x="10728" y="3791"/>
                </a:lnTo>
                <a:lnTo>
                  <a:pt x="10744" y="3774"/>
                </a:lnTo>
                <a:lnTo>
                  <a:pt x="10775" y="3743"/>
                </a:lnTo>
                <a:lnTo>
                  <a:pt x="10818" y="3697"/>
                </a:lnTo>
                <a:lnTo>
                  <a:pt x="10820" y="3695"/>
                </a:lnTo>
                <a:lnTo>
                  <a:pt x="10864" y="3647"/>
                </a:lnTo>
                <a:lnTo>
                  <a:pt x="10892" y="3614"/>
                </a:lnTo>
                <a:lnTo>
                  <a:pt x="10905" y="3599"/>
                </a:lnTo>
                <a:lnTo>
                  <a:pt x="10943" y="3551"/>
                </a:lnTo>
                <a:lnTo>
                  <a:pt x="10967" y="3520"/>
                </a:lnTo>
                <a:lnTo>
                  <a:pt x="10979" y="3503"/>
                </a:lnTo>
                <a:lnTo>
                  <a:pt x="11013" y="3455"/>
                </a:lnTo>
                <a:lnTo>
                  <a:pt x="11041" y="3412"/>
                </a:lnTo>
                <a:lnTo>
                  <a:pt x="11044" y="3407"/>
                </a:lnTo>
                <a:lnTo>
                  <a:pt x="11073" y="3360"/>
                </a:lnTo>
                <a:lnTo>
                  <a:pt x="11099" y="3312"/>
                </a:lnTo>
                <a:lnTo>
                  <a:pt x="11115" y="3280"/>
                </a:lnTo>
                <a:lnTo>
                  <a:pt x="11123" y="3264"/>
                </a:lnTo>
                <a:lnTo>
                  <a:pt x="11145" y="3216"/>
                </a:lnTo>
                <a:lnTo>
                  <a:pt x="11164" y="3168"/>
                </a:lnTo>
                <a:lnTo>
                  <a:pt x="11181" y="3120"/>
                </a:lnTo>
                <a:lnTo>
                  <a:pt x="11189" y="3093"/>
                </a:lnTo>
                <a:lnTo>
                  <a:pt x="11196" y="3072"/>
                </a:lnTo>
                <a:lnTo>
                  <a:pt x="11209" y="3024"/>
                </a:lnTo>
                <a:lnTo>
                  <a:pt x="11219" y="2976"/>
                </a:lnTo>
                <a:lnTo>
                  <a:pt x="11228" y="2928"/>
                </a:lnTo>
                <a:lnTo>
                  <a:pt x="11234" y="2880"/>
                </a:lnTo>
                <a:lnTo>
                  <a:pt x="11238" y="2833"/>
                </a:lnTo>
                <a:lnTo>
                  <a:pt x="11240" y="2785"/>
                </a:lnTo>
                <a:lnTo>
                  <a:pt x="11240" y="2737"/>
                </a:lnTo>
                <a:lnTo>
                  <a:pt x="11237" y="2689"/>
                </a:lnTo>
                <a:lnTo>
                  <a:pt x="11233" y="2641"/>
                </a:lnTo>
                <a:lnTo>
                  <a:pt x="11227" y="2593"/>
                </a:lnTo>
                <a:lnTo>
                  <a:pt x="11219" y="2545"/>
                </a:lnTo>
                <a:lnTo>
                  <a:pt x="11209" y="2497"/>
                </a:lnTo>
                <a:lnTo>
                  <a:pt x="11196" y="2449"/>
                </a:lnTo>
                <a:lnTo>
                  <a:pt x="11189" y="2426"/>
                </a:lnTo>
                <a:lnTo>
                  <a:pt x="11182" y="2401"/>
                </a:lnTo>
                <a:lnTo>
                  <a:pt x="11166" y="2353"/>
                </a:lnTo>
                <a:lnTo>
                  <a:pt x="11148" y="2306"/>
                </a:lnTo>
                <a:lnTo>
                  <a:pt x="11128" y="2258"/>
                </a:lnTo>
                <a:lnTo>
                  <a:pt x="11115" y="2231"/>
                </a:lnTo>
                <a:lnTo>
                  <a:pt x="11105" y="2210"/>
                </a:lnTo>
                <a:lnTo>
                  <a:pt x="11081" y="2162"/>
                </a:lnTo>
                <a:lnTo>
                  <a:pt x="11055" y="2114"/>
                </a:lnTo>
                <a:lnTo>
                  <a:pt x="11041" y="2091"/>
                </a:lnTo>
                <a:lnTo>
                  <a:pt x="11026" y="2066"/>
                </a:lnTo>
                <a:lnTo>
                  <a:pt x="10996" y="2018"/>
                </a:lnTo>
                <a:lnTo>
                  <a:pt x="10967" y="1976"/>
                </a:lnTo>
                <a:lnTo>
                  <a:pt x="10962" y="1970"/>
                </a:lnTo>
                <a:lnTo>
                  <a:pt x="10928" y="1922"/>
                </a:lnTo>
                <a:lnTo>
                  <a:pt x="10892" y="1877"/>
                </a:lnTo>
                <a:lnTo>
                  <a:pt x="10890" y="1874"/>
                </a:lnTo>
                <a:lnTo>
                  <a:pt x="10851" y="1826"/>
                </a:lnTo>
                <a:lnTo>
                  <a:pt x="10818" y="1789"/>
                </a:lnTo>
                <a:lnTo>
                  <a:pt x="10809" y="1779"/>
                </a:lnTo>
                <a:lnTo>
                  <a:pt x="10765" y="1731"/>
                </a:lnTo>
                <a:lnTo>
                  <a:pt x="10744" y="1709"/>
                </a:lnTo>
                <a:lnTo>
                  <a:pt x="10718" y="1683"/>
                </a:lnTo>
                <a:lnTo>
                  <a:pt x="10670" y="1636"/>
                </a:lnTo>
                <a:lnTo>
                  <a:pt x="10669" y="1635"/>
                </a:lnTo>
                <a:lnTo>
                  <a:pt x="10617" y="1587"/>
                </a:lnTo>
                <a:lnTo>
                  <a:pt x="10596" y="1568"/>
                </a:lnTo>
                <a:lnTo>
                  <a:pt x="10563" y="1539"/>
                </a:lnTo>
                <a:lnTo>
                  <a:pt x="10521" y="1504"/>
                </a:lnTo>
                <a:lnTo>
                  <a:pt x="10506" y="1491"/>
                </a:lnTo>
                <a:lnTo>
                  <a:pt x="10447" y="1444"/>
                </a:lnTo>
                <a:lnTo>
                  <a:pt x="10446" y="1443"/>
                </a:lnTo>
                <a:lnTo>
                  <a:pt x="10383" y="1395"/>
                </a:lnTo>
                <a:lnTo>
                  <a:pt x="10373" y="1388"/>
                </a:lnTo>
                <a:lnTo>
                  <a:pt x="10317" y="1347"/>
                </a:lnTo>
                <a:lnTo>
                  <a:pt x="10299" y="1334"/>
                </a:lnTo>
                <a:lnTo>
                  <a:pt x="10248" y="1299"/>
                </a:lnTo>
                <a:lnTo>
                  <a:pt x="10225" y="1284"/>
                </a:lnTo>
                <a:lnTo>
                  <a:pt x="10176" y="1252"/>
                </a:lnTo>
                <a:lnTo>
                  <a:pt x="10150" y="1235"/>
                </a:lnTo>
                <a:lnTo>
                  <a:pt x="10100" y="1204"/>
                </a:lnTo>
                <a:lnTo>
                  <a:pt x="10076" y="1189"/>
                </a:lnTo>
                <a:lnTo>
                  <a:pt x="10020" y="1156"/>
                </a:lnTo>
                <a:lnTo>
                  <a:pt x="10002" y="1145"/>
                </a:lnTo>
                <a:lnTo>
                  <a:pt x="9937" y="1108"/>
                </a:lnTo>
                <a:lnTo>
                  <a:pt x="9928" y="1103"/>
                </a:lnTo>
                <a:lnTo>
                  <a:pt x="9854" y="1062"/>
                </a:lnTo>
                <a:lnTo>
                  <a:pt x="9849" y="1060"/>
                </a:lnTo>
                <a:lnTo>
                  <a:pt x="9780" y="1023"/>
                </a:lnTo>
                <a:lnTo>
                  <a:pt x="9757" y="1012"/>
                </a:lnTo>
                <a:lnTo>
                  <a:pt x="9705" y="986"/>
                </a:lnTo>
                <a:lnTo>
                  <a:pt x="9661" y="964"/>
                </a:lnTo>
                <a:lnTo>
                  <a:pt x="9631" y="950"/>
                </a:lnTo>
                <a:lnTo>
                  <a:pt x="9559" y="916"/>
                </a:lnTo>
                <a:lnTo>
                  <a:pt x="9557" y="915"/>
                </a:lnTo>
                <a:lnTo>
                  <a:pt x="9483" y="882"/>
                </a:lnTo>
                <a:lnTo>
                  <a:pt x="9452" y="868"/>
                </a:lnTo>
                <a:lnTo>
                  <a:pt x="9409" y="849"/>
                </a:lnTo>
                <a:lnTo>
                  <a:pt x="9338" y="820"/>
                </a:lnTo>
                <a:lnTo>
                  <a:pt x="9334" y="819"/>
                </a:lnTo>
                <a:lnTo>
                  <a:pt x="9260" y="789"/>
                </a:lnTo>
                <a:lnTo>
                  <a:pt x="9217" y="772"/>
                </a:lnTo>
                <a:lnTo>
                  <a:pt x="9186" y="760"/>
                </a:lnTo>
                <a:lnTo>
                  <a:pt x="9112" y="733"/>
                </a:lnTo>
                <a:lnTo>
                  <a:pt x="9088" y="725"/>
                </a:lnTo>
                <a:lnTo>
                  <a:pt x="9038" y="706"/>
                </a:lnTo>
                <a:lnTo>
                  <a:pt x="8963" y="681"/>
                </a:lnTo>
                <a:lnTo>
                  <a:pt x="8950" y="677"/>
                </a:lnTo>
                <a:lnTo>
                  <a:pt x="8889" y="656"/>
                </a:lnTo>
                <a:lnTo>
                  <a:pt x="8815" y="633"/>
                </a:lnTo>
                <a:lnTo>
                  <a:pt x="8799" y="628"/>
                </a:lnTo>
                <a:lnTo>
                  <a:pt x="8741" y="610"/>
                </a:lnTo>
                <a:lnTo>
                  <a:pt x="8667" y="589"/>
                </a:lnTo>
                <a:lnTo>
                  <a:pt x="8634" y="580"/>
                </a:lnTo>
                <a:lnTo>
                  <a:pt x="8592" y="568"/>
                </a:lnTo>
                <a:lnTo>
                  <a:pt x="8518" y="549"/>
                </a:lnTo>
                <a:lnTo>
                  <a:pt x="8448" y="532"/>
                </a:lnTo>
                <a:lnTo>
                  <a:pt x="8444" y="531"/>
                </a:lnTo>
                <a:lnTo>
                  <a:pt x="8370" y="513"/>
                </a:lnTo>
                <a:lnTo>
                  <a:pt x="8296" y="497"/>
                </a:lnTo>
                <a:lnTo>
                  <a:pt x="8234" y="484"/>
                </a:lnTo>
                <a:lnTo>
                  <a:pt x="8222" y="481"/>
                </a:lnTo>
                <a:lnTo>
                  <a:pt x="8147" y="466"/>
                </a:lnTo>
                <a:lnTo>
                  <a:pt x="8073" y="453"/>
                </a:lnTo>
                <a:lnTo>
                  <a:pt x="7999" y="440"/>
                </a:lnTo>
                <a:lnTo>
                  <a:pt x="7973" y="436"/>
                </a:lnTo>
                <a:lnTo>
                  <a:pt x="7925" y="428"/>
                </a:lnTo>
                <a:lnTo>
                  <a:pt x="7851" y="417"/>
                </a:lnTo>
                <a:lnTo>
                  <a:pt x="7776" y="406"/>
                </a:lnTo>
                <a:lnTo>
                  <a:pt x="7702" y="397"/>
                </a:lnTo>
                <a:lnTo>
                  <a:pt x="7628" y="388"/>
                </a:lnTo>
                <a:lnTo>
                  <a:pt x="7625" y="388"/>
                </a:lnTo>
                <a:lnTo>
                  <a:pt x="7554" y="380"/>
                </a:lnTo>
                <a:lnTo>
                  <a:pt x="7480" y="372"/>
                </a:lnTo>
                <a:lnTo>
                  <a:pt x="7405" y="366"/>
                </a:lnTo>
                <a:lnTo>
                  <a:pt x="7331" y="359"/>
                </a:lnTo>
                <a:lnTo>
                  <a:pt x="7257" y="354"/>
                </a:lnTo>
                <a:lnTo>
                  <a:pt x="7183" y="348"/>
                </a:lnTo>
                <a:lnTo>
                  <a:pt x="7109" y="344"/>
                </a:lnTo>
                <a:lnTo>
                  <a:pt x="7051" y="340"/>
                </a:lnTo>
                <a:lnTo>
                  <a:pt x="7035" y="339"/>
                </a:lnTo>
                <a:lnTo>
                  <a:pt x="6960" y="335"/>
                </a:lnTo>
                <a:lnTo>
                  <a:pt x="6886" y="330"/>
                </a:lnTo>
                <a:lnTo>
                  <a:pt x="6812" y="326"/>
                </a:lnTo>
                <a:lnTo>
                  <a:pt x="6738" y="322"/>
                </a:lnTo>
                <a:lnTo>
                  <a:pt x="6664" y="318"/>
                </a:lnTo>
                <a:lnTo>
                  <a:pt x="6589" y="314"/>
                </a:lnTo>
                <a:lnTo>
                  <a:pt x="6515" y="309"/>
                </a:lnTo>
                <a:lnTo>
                  <a:pt x="6441" y="305"/>
                </a:lnTo>
                <a:lnTo>
                  <a:pt x="6367" y="300"/>
                </a:lnTo>
                <a:lnTo>
                  <a:pt x="6293" y="295"/>
                </a:lnTo>
                <a:lnTo>
                  <a:pt x="6263" y="292"/>
                </a:lnTo>
                <a:lnTo>
                  <a:pt x="6218" y="289"/>
                </a:lnTo>
                <a:lnTo>
                  <a:pt x="6144" y="282"/>
                </a:lnTo>
                <a:lnTo>
                  <a:pt x="6070" y="275"/>
                </a:lnTo>
                <a:lnTo>
                  <a:pt x="5996" y="268"/>
                </a:lnTo>
                <a:lnTo>
                  <a:pt x="5922" y="260"/>
                </a:lnTo>
                <a:lnTo>
                  <a:pt x="5847" y="252"/>
                </a:lnTo>
                <a:lnTo>
                  <a:pt x="5776" y="244"/>
                </a:lnTo>
                <a:lnTo>
                  <a:pt x="5773" y="244"/>
                </a:lnTo>
                <a:lnTo>
                  <a:pt x="5699" y="235"/>
                </a:lnTo>
                <a:lnTo>
                  <a:pt x="5625" y="225"/>
                </a:lnTo>
                <a:lnTo>
                  <a:pt x="5551" y="215"/>
                </a:lnTo>
                <a:lnTo>
                  <a:pt x="5477" y="205"/>
                </a:lnTo>
                <a:lnTo>
                  <a:pt x="5413" y="197"/>
                </a:lnTo>
                <a:lnTo>
                  <a:pt x="5402" y="195"/>
                </a:lnTo>
                <a:lnTo>
                  <a:pt x="5328" y="184"/>
                </a:lnTo>
                <a:lnTo>
                  <a:pt x="5254" y="173"/>
                </a:lnTo>
                <a:lnTo>
                  <a:pt x="5180" y="162"/>
                </a:lnTo>
                <a:lnTo>
                  <a:pt x="5106" y="152"/>
                </a:lnTo>
                <a:lnTo>
                  <a:pt x="5082" y="149"/>
                </a:lnTo>
                <a:lnTo>
                  <a:pt x="5031" y="141"/>
                </a:lnTo>
                <a:lnTo>
                  <a:pt x="4957" y="130"/>
                </a:lnTo>
                <a:lnTo>
                  <a:pt x="4883" y="120"/>
                </a:lnTo>
                <a:lnTo>
                  <a:pt x="4809" y="109"/>
                </a:lnTo>
                <a:lnTo>
                  <a:pt x="4742" y="101"/>
                </a:lnTo>
                <a:lnTo>
                  <a:pt x="4735" y="100"/>
                </a:lnTo>
                <a:lnTo>
                  <a:pt x="4660" y="90"/>
                </a:lnTo>
                <a:lnTo>
                  <a:pt x="4586" y="80"/>
                </a:lnTo>
                <a:lnTo>
                  <a:pt x="4512" y="71"/>
                </a:lnTo>
                <a:lnTo>
                  <a:pt x="4438" y="63"/>
                </a:lnTo>
                <a:lnTo>
                  <a:pt x="4364" y="55"/>
                </a:lnTo>
                <a:lnTo>
                  <a:pt x="4343" y="53"/>
                </a:lnTo>
                <a:lnTo>
                  <a:pt x="4289" y="47"/>
                </a:lnTo>
                <a:lnTo>
                  <a:pt x="4215" y="40"/>
                </a:lnTo>
                <a:lnTo>
                  <a:pt x="4141" y="33"/>
                </a:lnTo>
                <a:lnTo>
                  <a:pt x="4067" y="27"/>
                </a:lnTo>
                <a:lnTo>
                  <a:pt x="3993" y="21"/>
                </a:lnTo>
                <a:lnTo>
                  <a:pt x="3919" y="17"/>
                </a:lnTo>
                <a:lnTo>
                  <a:pt x="3844" y="12"/>
                </a:lnTo>
                <a:lnTo>
                  <a:pt x="3770" y="9"/>
                </a:lnTo>
                <a:lnTo>
                  <a:pt x="3696" y="6"/>
                </a:lnTo>
                <a:lnTo>
                  <a:pt x="3668" y="5"/>
                </a:lnTo>
                <a:lnTo>
                  <a:pt x="3622" y="3"/>
                </a:lnTo>
                <a:lnTo>
                  <a:pt x="3548" y="1"/>
                </a:lnTo>
                <a:lnTo>
                  <a:pt x="3473" y="0"/>
                </a:lnTo>
                <a:lnTo>
                  <a:pt x="3399" y="0"/>
                </a:lnTo>
                <a:lnTo>
                  <a:pt x="3325" y="0"/>
                </a:lnTo>
                <a:lnTo>
                  <a:pt x="3251" y="1"/>
                </a:lnTo>
                <a:lnTo>
                  <a:pt x="3177" y="3"/>
                </a:lnTo>
                <a:lnTo>
                  <a:pt x="3114" y="5"/>
                </a:lnTo>
                <a:lnTo>
                  <a:pt x="3102" y="5"/>
                </a:lnTo>
                <a:lnTo>
                  <a:pt x="3028" y="8"/>
                </a:lnTo>
                <a:lnTo>
                  <a:pt x="2954" y="12"/>
                </a:lnTo>
                <a:lnTo>
                  <a:pt x="2880" y="17"/>
                </a:lnTo>
                <a:lnTo>
                  <a:pt x="2806" y="22"/>
                </a:lnTo>
                <a:lnTo>
                  <a:pt x="2732" y="28"/>
                </a:lnTo>
                <a:lnTo>
                  <a:pt x="2657" y="35"/>
                </a:lnTo>
                <a:lnTo>
                  <a:pt x="2583" y="44"/>
                </a:lnTo>
                <a:lnTo>
                  <a:pt x="2509" y="53"/>
                </a:lnTo>
                <a:lnTo>
                  <a:pt x="2435" y="62"/>
                </a:lnTo>
                <a:lnTo>
                  <a:pt x="2361" y="73"/>
                </a:lnTo>
                <a:lnTo>
                  <a:pt x="2286" y="85"/>
                </a:lnTo>
                <a:lnTo>
                  <a:pt x="2211" y="98"/>
                </a:lnTo>
                <a:lnTo>
                  <a:pt x="2195" y="101"/>
                </a:lnTo>
                <a:lnTo>
                  <a:pt x="2137" y="111"/>
                </a:lnTo>
                <a:lnTo>
                  <a:pt x="2063" y="126"/>
                </a:lnTo>
                <a:lnTo>
                  <a:pt x="1989" y="142"/>
                </a:lnTo>
                <a:lnTo>
                  <a:pt x="1960" y="149"/>
                </a:lnTo>
                <a:lnTo>
                  <a:pt x="1914" y="159"/>
                </a:lnTo>
                <a:lnTo>
                  <a:pt x="1840" y="177"/>
                </a:lnTo>
                <a:lnTo>
                  <a:pt x="1768" y="197"/>
                </a:lnTo>
                <a:lnTo>
                  <a:pt x="1766" y="197"/>
                </a:lnTo>
                <a:lnTo>
                  <a:pt x="1692" y="217"/>
                </a:lnTo>
                <a:lnTo>
                  <a:pt x="1618" y="240"/>
                </a:lnTo>
                <a:lnTo>
                  <a:pt x="1603" y="244"/>
                </a:lnTo>
                <a:lnTo>
                  <a:pt x="1543" y="263"/>
                </a:lnTo>
                <a:lnTo>
                  <a:pt x="1469" y="289"/>
                </a:lnTo>
                <a:lnTo>
                  <a:pt x="1459" y="292"/>
                </a:lnTo>
                <a:lnTo>
                  <a:pt x="1395" y="315"/>
                </a:lnTo>
                <a:lnTo>
                  <a:pt x="1331" y="340"/>
                </a:lnTo>
                <a:lnTo>
                  <a:pt x="1321" y="344"/>
                </a:lnTo>
                <a:lnTo>
                  <a:pt x="1247" y="374"/>
                </a:lnTo>
                <a:lnTo>
                  <a:pt x="1214" y="388"/>
                </a:lnTo>
                <a:lnTo>
                  <a:pt x="1173" y="406"/>
                </a:lnTo>
                <a:lnTo>
                  <a:pt x="1109" y="436"/>
                </a:lnTo>
                <a:lnTo>
                  <a:pt x="1098" y="441"/>
                </a:lnTo>
                <a:lnTo>
                  <a:pt x="1024" y="478"/>
                </a:lnTo>
                <a:lnTo>
                  <a:pt x="1012" y="484"/>
                </a:lnTo>
                <a:lnTo>
                  <a:pt x="950" y="517"/>
                </a:lnTo>
                <a:lnTo>
                  <a:pt x="923" y="532"/>
                </a:lnTo>
                <a:lnTo>
                  <a:pt x="876" y="559"/>
                </a:lnTo>
                <a:lnTo>
                  <a:pt x="840" y="580"/>
                </a:lnTo>
                <a:lnTo>
                  <a:pt x="802" y="604"/>
                </a:lnTo>
                <a:lnTo>
                  <a:pt x="764" y="628"/>
                </a:lnTo>
                <a:lnTo>
                  <a:pt x="727" y="653"/>
                </a:lnTo>
                <a:lnTo>
                  <a:pt x="693" y="677"/>
                </a:lnTo>
                <a:lnTo>
                  <a:pt x="653" y="705"/>
                </a:lnTo>
                <a:lnTo>
                  <a:pt x="627" y="725"/>
                </a:lnTo>
                <a:lnTo>
                  <a:pt x="579" y="762"/>
                </a:lnTo>
                <a:lnTo>
                  <a:pt x="566" y="772"/>
                </a:lnTo>
                <a:lnTo>
                  <a:pt x="509" y="820"/>
                </a:lnTo>
                <a:lnTo>
                  <a:pt x="505" y="824"/>
                </a:lnTo>
                <a:lnTo>
                  <a:pt x="455" y="868"/>
                </a:lnTo>
                <a:lnTo>
                  <a:pt x="431" y="892"/>
                </a:lnTo>
                <a:lnTo>
                  <a:pt x="406" y="916"/>
                </a:lnTo>
                <a:lnTo>
                  <a:pt x="360" y="964"/>
                </a:lnTo>
                <a:lnTo>
                  <a:pt x="356" y="969"/>
                </a:lnTo>
                <a:lnTo>
                  <a:pt x="317" y="1012"/>
                </a:lnTo>
                <a:lnTo>
                  <a:pt x="282" y="1055"/>
                </a:lnTo>
                <a:lnTo>
                  <a:pt x="278" y="1060"/>
                </a:lnTo>
                <a:lnTo>
                  <a:pt x="241" y="1108"/>
                </a:lnTo>
                <a:lnTo>
                  <a:pt x="208" y="1156"/>
                </a:lnTo>
                <a:lnTo>
                  <a:pt x="177" y="1204"/>
                </a:lnTo>
                <a:lnTo>
                  <a:pt x="149" y="1252"/>
                </a:lnTo>
                <a:lnTo>
                  <a:pt x="134" y="1281"/>
                </a:lnTo>
                <a:lnTo>
                  <a:pt x="124" y="1299"/>
                </a:lnTo>
                <a:lnTo>
                  <a:pt x="100" y="1347"/>
                </a:lnTo>
                <a:lnTo>
                  <a:pt x="80" y="1395"/>
                </a:lnTo>
                <a:lnTo>
                  <a:pt x="62" y="1443"/>
                </a:lnTo>
                <a:lnTo>
                  <a:pt x="60" y="1452"/>
                </a:lnTo>
                <a:lnTo>
                  <a:pt x="46" y="1491"/>
                </a:lnTo>
                <a:lnTo>
                  <a:pt x="33" y="1539"/>
                </a:lnTo>
                <a:lnTo>
                  <a:pt x="22" y="1587"/>
                </a:lnTo>
                <a:lnTo>
                  <a:pt x="13" y="1635"/>
                </a:lnTo>
                <a:lnTo>
                  <a:pt x="7" y="1683"/>
                </a:lnTo>
                <a:lnTo>
                  <a:pt x="2" y="1731"/>
                </a:lnTo>
                <a:lnTo>
                  <a:pt x="0" y="1779"/>
                </a:lnTo>
                <a:lnTo>
                  <a:pt x="0" y="1826"/>
                </a:lnTo>
                <a:lnTo>
                  <a:pt x="3" y="1874"/>
                </a:lnTo>
                <a:lnTo>
                  <a:pt x="7" y="1922"/>
                </a:lnTo>
                <a:lnTo>
                  <a:pt x="14" y="1970"/>
                </a:lnTo>
                <a:lnTo>
                  <a:pt x="23" y="2018"/>
                </a:lnTo>
                <a:lnTo>
                  <a:pt x="34" y="2066"/>
                </a:lnTo>
                <a:lnTo>
                  <a:pt x="48" y="2114"/>
                </a:lnTo>
                <a:lnTo>
                  <a:pt x="60" y="2148"/>
                </a:lnTo>
                <a:lnTo>
                  <a:pt x="64" y="2162"/>
                </a:lnTo>
                <a:lnTo>
                  <a:pt x="82" y="2210"/>
                </a:lnTo>
                <a:lnTo>
                  <a:pt x="102" y="2258"/>
                </a:lnTo>
                <a:lnTo>
                  <a:pt x="126" y="2306"/>
                </a:lnTo>
                <a:lnTo>
                  <a:pt x="134" y="2321"/>
                </a:lnTo>
                <a:lnTo>
                  <a:pt x="151" y="2353"/>
                </a:lnTo>
                <a:lnTo>
                  <a:pt x="178" y="2401"/>
                </a:lnTo>
                <a:lnTo>
                  <a:pt x="208" y="2447"/>
                </a:lnTo>
                <a:lnTo>
                  <a:pt x="209" y="2449"/>
                </a:lnTo>
                <a:lnTo>
                  <a:pt x="241" y="2497"/>
                </a:lnTo>
                <a:lnTo>
                  <a:pt x="277" y="2545"/>
                </a:lnTo>
                <a:lnTo>
                  <a:pt x="282" y="2551"/>
                </a:lnTo>
                <a:lnTo>
                  <a:pt x="315" y="2593"/>
                </a:lnTo>
                <a:lnTo>
                  <a:pt x="356" y="2641"/>
                </a:lnTo>
                <a:lnTo>
                  <a:pt x="399" y="2689"/>
                </a:lnTo>
                <a:lnTo>
                  <a:pt x="431" y="2722"/>
                </a:lnTo>
                <a:lnTo>
                  <a:pt x="445" y="2737"/>
                </a:lnTo>
                <a:lnTo>
                  <a:pt x="494" y="2785"/>
                </a:lnTo>
                <a:lnTo>
                  <a:pt x="505" y="2795"/>
                </a:lnTo>
                <a:lnTo>
                  <a:pt x="545" y="2833"/>
                </a:lnTo>
                <a:lnTo>
                  <a:pt x="579" y="2862"/>
                </a:lnTo>
                <a:lnTo>
                  <a:pt x="600" y="2880"/>
                </a:lnTo>
                <a:lnTo>
                  <a:pt x="653" y="2925"/>
                </a:lnTo>
                <a:lnTo>
                  <a:pt x="657" y="2928"/>
                </a:lnTo>
                <a:lnTo>
                  <a:pt x="717" y="2976"/>
                </a:lnTo>
                <a:lnTo>
                  <a:pt x="727" y="2985"/>
                </a:lnTo>
                <a:lnTo>
                  <a:pt x="778" y="3024"/>
                </a:lnTo>
                <a:lnTo>
                  <a:pt x="802" y="3041"/>
                </a:lnTo>
                <a:lnTo>
                  <a:pt x="843" y="3072"/>
                </a:lnTo>
                <a:lnTo>
                  <a:pt x="876" y="3096"/>
                </a:lnTo>
                <a:lnTo>
                  <a:pt x="909" y="3120"/>
                </a:lnTo>
                <a:lnTo>
                  <a:pt x="950" y="3148"/>
                </a:lnTo>
                <a:lnTo>
                  <a:pt x="978" y="3168"/>
                </a:lnTo>
                <a:lnTo>
                  <a:pt x="1024" y="3200"/>
                </a:lnTo>
                <a:lnTo>
                  <a:pt x="1048" y="3216"/>
                </a:lnTo>
                <a:lnTo>
                  <a:pt x="1098" y="3250"/>
                </a:lnTo>
                <a:lnTo>
                  <a:pt x="1119" y="3264"/>
                </a:lnTo>
                <a:lnTo>
                  <a:pt x="1173" y="3299"/>
                </a:lnTo>
                <a:lnTo>
                  <a:pt x="1192" y="3312"/>
                </a:lnTo>
                <a:lnTo>
                  <a:pt x="1247" y="3348"/>
                </a:lnTo>
                <a:lnTo>
                  <a:pt x="1264" y="3360"/>
                </a:lnTo>
                <a:lnTo>
                  <a:pt x="1321" y="3397"/>
                </a:lnTo>
                <a:lnTo>
                  <a:pt x="1337" y="3407"/>
                </a:lnTo>
                <a:lnTo>
                  <a:pt x="1395" y="3446"/>
                </a:lnTo>
                <a:lnTo>
                  <a:pt x="1409" y="3455"/>
                </a:lnTo>
                <a:lnTo>
                  <a:pt x="1469" y="3496"/>
                </a:lnTo>
                <a:lnTo>
                  <a:pt x="1481" y="3503"/>
                </a:lnTo>
                <a:lnTo>
                  <a:pt x="1543" y="3546"/>
                </a:lnTo>
                <a:lnTo>
                  <a:pt x="1551" y="3551"/>
                </a:lnTo>
                <a:lnTo>
                  <a:pt x="1618" y="3597"/>
                </a:lnTo>
                <a:lnTo>
                  <a:pt x="1620" y="3599"/>
                </a:lnTo>
                <a:lnTo>
                  <a:pt x="1687" y="3647"/>
                </a:lnTo>
                <a:lnTo>
                  <a:pt x="1692" y="3650"/>
                </a:lnTo>
                <a:lnTo>
                  <a:pt x="1752" y="3695"/>
                </a:lnTo>
                <a:lnTo>
                  <a:pt x="1766" y="3706"/>
                </a:lnTo>
                <a:lnTo>
                  <a:pt x="1814" y="3743"/>
                </a:lnTo>
                <a:lnTo>
                  <a:pt x="1840" y="3764"/>
                </a:lnTo>
                <a:lnTo>
                  <a:pt x="1874" y="3791"/>
                </a:lnTo>
                <a:lnTo>
                  <a:pt x="1914" y="3825"/>
                </a:lnTo>
                <a:lnTo>
                  <a:pt x="1930" y="3839"/>
                </a:lnTo>
                <a:lnTo>
                  <a:pt x="1983" y="3887"/>
                </a:lnTo>
                <a:lnTo>
                  <a:pt x="1989" y="3892"/>
                </a:lnTo>
                <a:lnTo>
                  <a:pt x="2032" y="3935"/>
                </a:lnTo>
                <a:lnTo>
                  <a:pt x="2063" y="3967"/>
                </a:lnTo>
                <a:lnTo>
                  <a:pt x="2077" y="3982"/>
                </a:lnTo>
                <a:lnTo>
                  <a:pt x="2116" y="4030"/>
                </a:lnTo>
                <a:lnTo>
                  <a:pt x="2137" y="4059"/>
                </a:lnTo>
                <a:lnTo>
                  <a:pt x="2151" y="4078"/>
                </a:lnTo>
                <a:lnTo>
                  <a:pt x="2179" y="4126"/>
                </a:lnTo>
                <a:lnTo>
                  <a:pt x="2202" y="4174"/>
                </a:lnTo>
                <a:lnTo>
                  <a:pt x="2211" y="4203"/>
                </a:lnTo>
                <a:lnTo>
                  <a:pt x="2217" y="4222"/>
                </a:lnTo>
                <a:lnTo>
                  <a:pt x="2225" y="4270"/>
                </a:lnTo>
                <a:lnTo>
                  <a:pt x="2226" y="4318"/>
                </a:lnTo>
                <a:lnTo>
                  <a:pt x="2219" y="4366"/>
                </a:lnTo>
                <a:lnTo>
                  <a:pt x="2211" y="4392"/>
                </a:lnTo>
                <a:lnTo>
                  <a:pt x="2204" y="4414"/>
                </a:lnTo>
                <a:lnTo>
                  <a:pt x="2181" y="4462"/>
                </a:lnTo>
                <a:lnTo>
                  <a:pt x="2150" y="4509"/>
                </a:lnTo>
                <a:lnTo>
                  <a:pt x="2137" y="4525"/>
                </a:lnTo>
                <a:lnTo>
                  <a:pt x="2110" y="4557"/>
                </a:lnTo>
                <a:lnTo>
                  <a:pt x="2064" y="4605"/>
                </a:lnTo>
                <a:lnTo>
                  <a:pt x="2063" y="4606"/>
                </a:lnTo>
                <a:lnTo>
                  <a:pt x="2009" y="4653"/>
                </a:lnTo>
                <a:lnTo>
                  <a:pt x="1989" y="4670"/>
                </a:lnTo>
                <a:lnTo>
                  <a:pt x="1949" y="4701"/>
                </a:lnTo>
                <a:lnTo>
                  <a:pt x="1914" y="4726"/>
                </a:lnTo>
                <a:lnTo>
                  <a:pt x="1882" y="4749"/>
                </a:lnTo>
                <a:lnTo>
                  <a:pt x="1840" y="4778"/>
                </a:lnTo>
                <a:lnTo>
                  <a:pt x="1812" y="4797"/>
                </a:lnTo>
                <a:lnTo>
                  <a:pt x="1766" y="4826"/>
                </a:lnTo>
                <a:lnTo>
                  <a:pt x="1737" y="4845"/>
                </a:lnTo>
                <a:lnTo>
                  <a:pt x="1692" y="4873"/>
                </a:lnTo>
                <a:lnTo>
                  <a:pt x="1661" y="4893"/>
                </a:lnTo>
                <a:lnTo>
                  <a:pt x="1618" y="4919"/>
                </a:lnTo>
                <a:lnTo>
                  <a:pt x="1583" y="4941"/>
                </a:lnTo>
                <a:lnTo>
                  <a:pt x="1543" y="4965"/>
                </a:lnTo>
                <a:lnTo>
                  <a:pt x="1506" y="4989"/>
                </a:lnTo>
                <a:lnTo>
                  <a:pt x="1469" y="5011"/>
                </a:lnTo>
                <a:lnTo>
                  <a:pt x="1430" y="5036"/>
                </a:lnTo>
                <a:lnTo>
                  <a:pt x="1395" y="5059"/>
                </a:lnTo>
                <a:lnTo>
                  <a:pt x="1356" y="5084"/>
                </a:lnTo>
                <a:lnTo>
                  <a:pt x="1321" y="5107"/>
                </a:lnTo>
                <a:lnTo>
                  <a:pt x="1284" y="5132"/>
                </a:lnTo>
                <a:lnTo>
                  <a:pt x="1247" y="5158"/>
                </a:lnTo>
                <a:lnTo>
                  <a:pt x="1216" y="5180"/>
                </a:lnTo>
                <a:lnTo>
                  <a:pt x="1173" y="5212"/>
                </a:lnTo>
                <a:lnTo>
                  <a:pt x="1151" y="5228"/>
                </a:lnTo>
                <a:lnTo>
                  <a:pt x="1098" y="5269"/>
                </a:lnTo>
                <a:lnTo>
                  <a:pt x="1090" y="5276"/>
                </a:lnTo>
                <a:lnTo>
                  <a:pt x="1032" y="5324"/>
                </a:lnTo>
                <a:lnTo>
                  <a:pt x="1024" y="5331"/>
                </a:lnTo>
                <a:lnTo>
                  <a:pt x="979" y="5372"/>
                </a:lnTo>
                <a:lnTo>
                  <a:pt x="950" y="5399"/>
                </a:lnTo>
                <a:lnTo>
                  <a:pt x="929" y="5420"/>
                </a:lnTo>
                <a:lnTo>
                  <a:pt x="882" y="5468"/>
                </a:lnTo>
                <a:lnTo>
                  <a:pt x="876" y="5475"/>
                </a:lnTo>
                <a:lnTo>
                  <a:pt x="839" y="5516"/>
                </a:lnTo>
                <a:lnTo>
                  <a:pt x="802" y="5562"/>
                </a:lnTo>
                <a:lnTo>
                  <a:pt x="800" y="5563"/>
                </a:lnTo>
                <a:lnTo>
                  <a:pt x="764" y="5611"/>
                </a:lnTo>
                <a:lnTo>
                  <a:pt x="732" y="5659"/>
                </a:lnTo>
                <a:lnTo>
                  <a:pt x="727" y="5667"/>
                </a:lnTo>
                <a:lnTo>
                  <a:pt x="703" y="5707"/>
                </a:lnTo>
                <a:lnTo>
                  <a:pt x="677" y="5755"/>
                </a:lnTo>
                <a:lnTo>
                  <a:pt x="654" y="5803"/>
                </a:lnTo>
                <a:lnTo>
                  <a:pt x="653" y="5805"/>
                </a:lnTo>
                <a:lnTo>
                  <a:pt x="634" y="5851"/>
                </a:lnTo>
                <a:lnTo>
                  <a:pt x="617" y="5899"/>
                </a:lnTo>
                <a:lnTo>
                  <a:pt x="603" y="5947"/>
                </a:lnTo>
                <a:lnTo>
                  <a:pt x="592" y="5995"/>
                </a:lnTo>
                <a:lnTo>
                  <a:pt x="584" y="6043"/>
                </a:lnTo>
                <a:lnTo>
                  <a:pt x="579" y="6090"/>
                </a:lnTo>
                <a:lnTo>
                  <a:pt x="579" y="6092"/>
                </a:lnTo>
                <a:lnTo>
                  <a:pt x="577" y="6138"/>
                </a:lnTo>
                <a:lnTo>
                  <a:pt x="577" y="6186"/>
                </a:lnTo>
                <a:lnTo>
                  <a:pt x="579" y="6210"/>
                </a:lnTo>
                <a:lnTo>
                  <a:pt x="581" y="6234"/>
                </a:lnTo>
                <a:lnTo>
                  <a:pt x="587" y="6282"/>
                </a:lnTo>
                <a:lnTo>
                  <a:pt x="596" y="6330"/>
                </a:lnTo>
                <a:lnTo>
                  <a:pt x="609" y="6378"/>
                </a:lnTo>
                <a:lnTo>
                  <a:pt x="624" y="6426"/>
                </a:lnTo>
                <a:lnTo>
                  <a:pt x="643" y="6474"/>
                </a:lnTo>
                <a:lnTo>
                  <a:pt x="653" y="6496"/>
                </a:lnTo>
                <a:lnTo>
                  <a:pt x="665" y="6522"/>
                </a:lnTo>
                <a:lnTo>
                  <a:pt x="690" y="6570"/>
                </a:lnTo>
                <a:lnTo>
                  <a:pt x="719" y="6617"/>
                </a:lnTo>
                <a:lnTo>
                  <a:pt x="727" y="6629"/>
                </a:lnTo>
                <a:lnTo>
                  <a:pt x="752" y="6665"/>
                </a:lnTo>
                <a:lnTo>
                  <a:pt x="789" y="6713"/>
                </a:lnTo>
                <a:lnTo>
                  <a:pt x="802" y="6728"/>
                </a:lnTo>
                <a:lnTo>
                  <a:pt x="830" y="6761"/>
                </a:lnTo>
                <a:lnTo>
                  <a:pt x="876" y="6809"/>
                </a:lnTo>
                <a:lnTo>
                  <a:pt x="927" y="6857"/>
                </a:lnTo>
                <a:lnTo>
                  <a:pt x="950" y="6877"/>
                </a:lnTo>
                <a:lnTo>
                  <a:pt x="983" y="6905"/>
                </a:lnTo>
                <a:lnTo>
                  <a:pt x="1024" y="6937"/>
                </a:lnTo>
                <a:lnTo>
                  <a:pt x="1046" y="6953"/>
                </a:lnTo>
                <a:lnTo>
                  <a:pt x="1098" y="6989"/>
                </a:lnTo>
                <a:lnTo>
                  <a:pt x="1116" y="7001"/>
                </a:lnTo>
                <a:lnTo>
                  <a:pt x="1173" y="7036"/>
                </a:lnTo>
                <a:lnTo>
                  <a:pt x="1194" y="7049"/>
                </a:lnTo>
                <a:lnTo>
                  <a:pt x="1247" y="7078"/>
                </a:lnTo>
                <a:lnTo>
                  <a:pt x="1283" y="7097"/>
                </a:lnTo>
                <a:lnTo>
                  <a:pt x="1321" y="7116"/>
                </a:lnTo>
                <a:lnTo>
                  <a:pt x="1384" y="7144"/>
                </a:lnTo>
                <a:lnTo>
                  <a:pt x="1395" y="7150"/>
                </a:lnTo>
                <a:lnTo>
                  <a:pt x="1469" y="7180"/>
                </a:lnTo>
                <a:lnTo>
                  <a:pt x="1502" y="7192"/>
                </a:lnTo>
                <a:lnTo>
                  <a:pt x="1543" y="7208"/>
                </a:lnTo>
                <a:lnTo>
                  <a:pt x="1618" y="7232"/>
                </a:lnTo>
                <a:lnTo>
                  <a:pt x="1644" y="7240"/>
                </a:lnTo>
                <a:lnTo>
                  <a:pt x="1692" y="7255"/>
                </a:lnTo>
                <a:lnTo>
                  <a:pt x="1766" y="7274"/>
                </a:lnTo>
                <a:lnTo>
                  <a:pt x="1826" y="7288"/>
                </a:lnTo>
                <a:lnTo>
                  <a:pt x="1840" y="7292"/>
                </a:lnTo>
                <a:lnTo>
                  <a:pt x="1914" y="7307"/>
                </a:lnTo>
                <a:lnTo>
                  <a:pt x="1989" y="7320"/>
                </a:lnTo>
                <a:lnTo>
                  <a:pt x="2063" y="7331"/>
                </a:lnTo>
                <a:lnTo>
                  <a:pt x="2106" y="7336"/>
                </a:lnTo>
                <a:lnTo>
                  <a:pt x="2137" y="7340"/>
                </a:lnTo>
                <a:close/>
              </a:path>
            </a:pathLst>
          </a:custGeom>
          <a:noFill/>
          <a:ln w="15120">
            <a:solidFill>
              <a:srgbClr val="0a7d6e"/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1802520" y="1414800"/>
            <a:ext cx="2836080" cy="1546560"/>
          </a:xfrm>
          <a:custGeom>
            <a:avLst/>
            <a:gdLst/>
            <a:ahLst/>
            <a:rect l="0" t="0" r="r" b="b"/>
            <a:pathLst>
              <a:path w="7878" h="4296">
                <a:moveTo>
                  <a:pt x="4527" y="4251"/>
                </a:moveTo>
                <a:lnTo>
                  <a:pt x="4601" y="4263"/>
                </a:lnTo>
                <a:lnTo>
                  <a:pt x="4676" y="4273"/>
                </a:lnTo>
                <a:lnTo>
                  <a:pt x="4750" y="4281"/>
                </a:lnTo>
                <a:lnTo>
                  <a:pt x="4824" y="4287"/>
                </a:lnTo>
                <a:lnTo>
                  <a:pt x="4898" y="4292"/>
                </a:lnTo>
                <a:lnTo>
                  <a:pt x="4972" y="4295"/>
                </a:lnTo>
                <a:lnTo>
                  <a:pt x="5047" y="4296"/>
                </a:lnTo>
                <a:lnTo>
                  <a:pt x="5121" y="4295"/>
                </a:lnTo>
                <a:lnTo>
                  <a:pt x="5195" y="4292"/>
                </a:lnTo>
                <a:lnTo>
                  <a:pt x="5269" y="4288"/>
                </a:lnTo>
                <a:lnTo>
                  <a:pt x="5343" y="4281"/>
                </a:lnTo>
                <a:lnTo>
                  <a:pt x="5418" y="4272"/>
                </a:lnTo>
                <a:lnTo>
                  <a:pt x="5492" y="4260"/>
                </a:lnTo>
                <a:lnTo>
                  <a:pt x="5550" y="4249"/>
                </a:lnTo>
                <a:lnTo>
                  <a:pt x="5566" y="4246"/>
                </a:lnTo>
                <a:lnTo>
                  <a:pt x="5640" y="4229"/>
                </a:lnTo>
                <a:lnTo>
                  <a:pt x="5714" y="4210"/>
                </a:lnTo>
                <a:lnTo>
                  <a:pt x="5742" y="4201"/>
                </a:lnTo>
                <a:lnTo>
                  <a:pt x="5788" y="4187"/>
                </a:lnTo>
                <a:lnTo>
                  <a:pt x="5863" y="4160"/>
                </a:lnTo>
                <a:lnTo>
                  <a:pt x="5879" y="4153"/>
                </a:lnTo>
                <a:lnTo>
                  <a:pt x="5937" y="4129"/>
                </a:lnTo>
                <a:lnTo>
                  <a:pt x="5988" y="4106"/>
                </a:lnTo>
                <a:lnTo>
                  <a:pt x="6011" y="4094"/>
                </a:lnTo>
                <a:lnTo>
                  <a:pt x="6079" y="4058"/>
                </a:lnTo>
                <a:lnTo>
                  <a:pt x="6085" y="4054"/>
                </a:lnTo>
                <a:lnTo>
                  <a:pt x="6157" y="4010"/>
                </a:lnTo>
                <a:lnTo>
                  <a:pt x="6159" y="4008"/>
                </a:lnTo>
                <a:lnTo>
                  <a:pt x="6225" y="3962"/>
                </a:lnTo>
                <a:lnTo>
                  <a:pt x="6234" y="3955"/>
                </a:lnTo>
                <a:lnTo>
                  <a:pt x="6285" y="3914"/>
                </a:lnTo>
                <a:lnTo>
                  <a:pt x="6308" y="3894"/>
                </a:lnTo>
                <a:lnTo>
                  <a:pt x="6339" y="3866"/>
                </a:lnTo>
                <a:lnTo>
                  <a:pt x="6382" y="3824"/>
                </a:lnTo>
                <a:lnTo>
                  <a:pt x="6388" y="3818"/>
                </a:lnTo>
                <a:lnTo>
                  <a:pt x="6432" y="3770"/>
                </a:lnTo>
                <a:lnTo>
                  <a:pt x="6456" y="3742"/>
                </a:lnTo>
                <a:lnTo>
                  <a:pt x="6473" y="3722"/>
                </a:lnTo>
                <a:lnTo>
                  <a:pt x="6511" y="3674"/>
                </a:lnTo>
                <a:lnTo>
                  <a:pt x="6530" y="3648"/>
                </a:lnTo>
                <a:lnTo>
                  <a:pt x="6546" y="3626"/>
                </a:lnTo>
                <a:lnTo>
                  <a:pt x="6580" y="3579"/>
                </a:lnTo>
                <a:lnTo>
                  <a:pt x="6605" y="3541"/>
                </a:lnTo>
                <a:lnTo>
                  <a:pt x="6612" y="3531"/>
                </a:lnTo>
                <a:lnTo>
                  <a:pt x="6642" y="3483"/>
                </a:lnTo>
                <a:lnTo>
                  <a:pt x="6672" y="3435"/>
                </a:lnTo>
                <a:lnTo>
                  <a:pt x="6679" y="3424"/>
                </a:lnTo>
                <a:lnTo>
                  <a:pt x="6701" y="3387"/>
                </a:lnTo>
                <a:lnTo>
                  <a:pt x="6731" y="3339"/>
                </a:lnTo>
                <a:lnTo>
                  <a:pt x="6753" y="3303"/>
                </a:lnTo>
                <a:lnTo>
                  <a:pt x="6760" y="3291"/>
                </a:lnTo>
                <a:lnTo>
                  <a:pt x="6790" y="3243"/>
                </a:lnTo>
                <a:lnTo>
                  <a:pt x="6822" y="3195"/>
                </a:lnTo>
                <a:lnTo>
                  <a:pt x="6828" y="3186"/>
                </a:lnTo>
                <a:lnTo>
                  <a:pt x="6854" y="3147"/>
                </a:lnTo>
                <a:lnTo>
                  <a:pt x="6887" y="3099"/>
                </a:lnTo>
                <a:lnTo>
                  <a:pt x="6902" y="3079"/>
                </a:lnTo>
                <a:lnTo>
                  <a:pt x="6922" y="3052"/>
                </a:lnTo>
                <a:lnTo>
                  <a:pt x="6959" y="3004"/>
                </a:lnTo>
                <a:lnTo>
                  <a:pt x="6976" y="2982"/>
                </a:lnTo>
                <a:lnTo>
                  <a:pt x="6998" y="2956"/>
                </a:lnTo>
                <a:lnTo>
                  <a:pt x="7039" y="2908"/>
                </a:lnTo>
                <a:lnTo>
                  <a:pt x="7051" y="2895"/>
                </a:lnTo>
                <a:lnTo>
                  <a:pt x="7083" y="2860"/>
                </a:lnTo>
                <a:lnTo>
                  <a:pt x="7125" y="2815"/>
                </a:lnTo>
                <a:lnTo>
                  <a:pt x="7128" y="2812"/>
                </a:lnTo>
                <a:lnTo>
                  <a:pt x="7175" y="2764"/>
                </a:lnTo>
                <a:lnTo>
                  <a:pt x="7199" y="2741"/>
                </a:lnTo>
                <a:lnTo>
                  <a:pt x="7224" y="2716"/>
                </a:lnTo>
                <a:lnTo>
                  <a:pt x="7273" y="2670"/>
                </a:lnTo>
                <a:lnTo>
                  <a:pt x="7275" y="2668"/>
                </a:lnTo>
                <a:lnTo>
                  <a:pt x="7326" y="2620"/>
                </a:lnTo>
                <a:lnTo>
                  <a:pt x="7347" y="2600"/>
                </a:lnTo>
                <a:lnTo>
                  <a:pt x="7378" y="2572"/>
                </a:lnTo>
                <a:lnTo>
                  <a:pt x="7422" y="2532"/>
                </a:lnTo>
                <a:lnTo>
                  <a:pt x="7429" y="2524"/>
                </a:lnTo>
                <a:lnTo>
                  <a:pt x="7480" y="2476"/>
                </a:lnTo>
                <a:lnTo>
                  <a:pt x="7496" y="2460"/>
                </a:lnTo>
                <a:lnTo>
                  <a:pt x="7529" y="2428"/>
                </a:lnTo>
                <a:lnTo>
                  <a:pt x="7570" y="2387"/>
                </a:lnTo>
                <a:lnTo>
                  <a:pt x="7577" y="2380"/>
                </a:lnTo>
                <a:lnTo>
                  <a:pt x="7621" y="2332"/>
                </a:lnTo>
                <a:lnTo>
                  <a:pt x="7644" y="2306"/>
                </a:lnTo>
                <a:lnTo>
                  <a:pt x="7663" y="2284"/>
                </a:lnTo>
                <a:lnTo>
                  <a:pt x="7702" y="2236"/>
                </a:lnTo>
                <a:lnTo>
                  <a:pt x="7718" y="2214"/>
                </a:lnTo>
                <a:lnTo>
                  <a:pt x="7737" y="2188"/>
                </a:lnTo>
                <a:lnTo>
                  <a:pt x="7768" y="2140"/>
                </a:lnTo>
                <a:lnTo>
                  <a:pt x="7793" y="2098"/>
                </a:lnTo>
                <a:lnTo>
                  <a:pt x="7796" y="2092"/>
                </a:lnTo>
                <a:lnTo>
                  <a:pt x="7819" y="2044"/>
                </a:lnTo>
                <a:lnTo>
                  <a:pt x="7839" y="1996"/>
                </a:lnTo>
                <a:lnTo>
                  <a:pt x="7855" y="1949"/>
                </a:lnTo>
                <a:lnTo>
                  <a:pt x="7866" y="1901"/>
                </a:lnTo>
                <a:lnTo>
                  <a:pt x="7867" y="1899"/>
                </a:lnTo>
                <a:lnTo>
                  <a:pt x="7874" y="1853"/>
                </a:lnTo>
                <a:lnTo>
                  <a:pt x="7878" y="1805"/>
                </a:lnTo>
                <a:lnTo>
                  <a:pt x="7878" y="1757"/>
                </a:lnTo>
                <a:lnTo>
                  <a:pt x="7874" y="1709"/>
                </a:lnTo>
                <a:lnTo>
                  <a:pt x="7867" y="1666"/>
                </a:lnTo>
                <a:lnTo>
                  <a:pt x="7866" y="1661"/>
                </a:lnTo>
                <a:lnTo>
                  <a:pt x="7854" y="1613"/>
                </a:lnTo>
                <a:lnTo>
                  <a:pt x="7838" y="1565"/>
                </a:lnTo>
                <a:lnTo>
                  <a:pt x="7819" y="1517"/>
                </a:lnTo>
                <a:lnTo>
                  <a:pt x="7795" y="1469"/>
                </a:lnTo>
                <a:lnTo>
                  <a:pt x="7793" y="1466"/>
                </a:lnTo>
                <a:lnTo>
                  <a:pt x="7767" y="1422"/>
                </a:lnTo>
                <a:lnTo>
                  <a:pt x="7735" y="1374"/>
                </a:lnTo>
                <a:lnTo>
                  <a:pt x="7718" y="1352"/>
                </a:lnTo>
                <a:lnTo>
                  <a:pt x="7698" y="1326"/>
                </a:lnTo>
                <a:lnTo>
                  <a:pt x="7658" y="1278"/>
                </a:lnTo>
                <a:lnTo>
                  <a:pt x="7644" y="1264"/>
                </a:lnTo>
                <a:lnTo>
                  <a:pt x="7612" y="1230"/>
                </a:lnTo>
                <a:lnTo>
                  <a:pt x="7570" y="1189"/>
                </a:lnTo>
                <a:lnTo>
                  <a:pt x="7562" y="1182"/>
                </a:lnTo>
                <a:lnTo>
                  <a:pt x="7507" y="1134"/>
                </a:lnTo>
                <a:lnTo>
                  <a:pt x="7496" y="1125"/>
                </a:lnTo>
                <a:lnTo>
                  <a:pt x="7446" y="1086"/>
                </a:lnTo>
                <a:lnTo>
                  <a:pt x="7422" y="1068"/>
                </a:lnTo>
                <a:lnTo>
                  <a:pt x="7380" y="1038"/>
                </a:lnTo>
                <a:lnTo>
                  <a:pt x="7347" y="1016"/>
                </a:lnTo>
                <a:lnTo>
                  <a:pt x="7308" y="990"/>
                </a:lnTo>
                <a:lnTo>
                  <a:pt x="7273" y="969"/>
                </a:lnTo>
                <a:lnTo>
                  <a:pt x="7229" y="942"/>
                </a:lnTo>
                <a:lnTo>
                  <a:pt x="7199" y="926"/>
                </a:lnTo>
                <a:lnTo>
                  <a:pt x="7142" y="895"/>
                </a:lnTo>
                <a:lnTo>
                  <a:pt x="7125" y="885"/>
                </a:lnTo>
                <a:lnTo>
                  <a:pt x="7051" y="848"/>
                </a:lnTo>
                <a:lnTo>
                  <a:pt x="7048" y="847"/>
                </a:lnTo>
                <a:lnTo>
                  <a:pt x="6976" y="813"/>
                </a:lnTo>
                <a:lnTo>
                  <a:pt x="6943" y="799"/>
                </a:lnTo>
                <a:lnTo>
                  <a:pt x="6902" y="781"/>
                </a:lnTo>
                <a:lnTo>
                  <a:pt x="6828" y="751"/>
                </a:lnTo>
                <a:lnTo>
                  <a:pt x="6753" y="723"/>
                </a:lnTo>
                <a:lnTo>
                  <a:pt x="6697" y="703"/>
                </a:lnTo>
                <a:lnTo>
                  <a:pt x="6679" y="696"/>
                </a:lnTo>
                <a:lnTo>
                  <a:pt x="6605" y="672"/>
                </a:lnTo>
                <a:lnTo>
                  <a:pt x="6551" y="655"/>
                </a:lnTo>
                <a:lnTo>
                  <a:pt x="6530" y="649"/>
                </a:lnTo>
                <a:lnTo>
                  <a:pt x="6456" y="627"/>
                </a:lnTo>
                <a:lnTo>
                  <a:pt x="6382" y="607"/>
                </a:lnTo>
                <a:lnTo>
                  <a:pt x="6381" y="607"/>
                </a:lnTo>
                <a:lnTo>
                  <a:pt x="6308" y="589"/>
                </a:lnTo>
                <a:lnTo>
                  <a:pt x="6234" y="571"/>
                </a:lnTo>
                <a:lnTo>
                  <a:pt x="6178" y="559"/>
                </a:lnTo>
                <a:lnTo>
                  <a:pt x="6159" y="555"/>
                </a:lnTo>
                <a:lnTo>
                  <a:pt x="6085" y="540"/>
                </a:lnTo>
                <a:lnTo>
                  <a:pt x="6011" y="526"/>
                </a:lnTo>
                <a:lnTo>
                  <a:pt x="5937" y="513"/>
                </a:lnTo>
                <a:lnTo>
                  <a:pt x="5925" y="511"/>
                </a:lnTo>
                <a:lnTo>
                  <a:pt x="5863" y="501"/>
                </a:lnTo>
                <a:lnTo>
                  <a:pt x="5788" y="490"/>
                </a:lnTo>
                <a:lnTo>
                  <a:pt x="5714" y="479"/>
                </a:lnTo>
                <a:lnTo>
                  <a:pt x="5640" y="470"/>
                </a:lnTo>
                <a:lnTo>
                  <a:pt x="5590" y="463"/>
                </a:lnTo>
                <a:lnTo>
                  <a:pt x="5566" y="460"/>
                </a:lnTo>
                <a:lnTo>
                  <a:pt x="5492" y="451"/>
                </a:lnTo>
                <a:lnTo>
                  <a:pt x="5418" y="443"/>
                </a:lnTo>
                <a:lnTo>
                  <a:pt x="5343" y="435"/>
                </a:lnTo>
                <a:lnTo>
                  <a:pt x="5269" y="427"/>
                </a:lnTo>
                <a:lnTo>
                  <a:pt x="5195" y="419"/>
                </a:lnTo>
                <a:lnTo>
                  <a:pt x="5156" y="415"/>
                </a:lnTo>
                <a:lnTo>
                  <a:pt x="5121" y="412"/>
                </a:lnTo>
                <a:lnTo>
                  <a:pt x="5047" y="404"/>
                </a:lnTo>
                <a:lnTo>
                  <a:pt x="4972" y="396"/>
                </a:lnTo>
                <a:lnTo>
                  <a:pt x="4898" y="388"/>
                </a:lnTo>
                <a:lnTo>
                  <a:pt x="4824" y="380"/>
                </a:lnTo>
                <a:lnTo>
                  <a:pt x="4750" y="371"/>
                </a:lnTo>
                <a:lnTo>
                  <a:pt x="4721" y="368"/>
                </a:lnTo>
                <a:lnTo>
                  <a:pt x="4676" y="362"/>
                </a:lnTo>
                <a:lnTo>
                  <a:pt x="4601" y="353"/>
                </a:lnTo>
                <a:lnTo>
                  <a:pt x="4527" y="343"/>
                </a:lnTo>
                <a:lnTo>
                  <a:pt x="4453" y="332"/>
                </a:lnTo>
                <a:lnTo>
                  <a:pt x="4379" y="322"/>
                </a:lnTo>
                <a:lnTo>
                  <a:pt x="4364" y="320"/>
                </a:lnTo>
                <a:lnTo>
                  <a:pt x="4305" y="311"/>
                </a:lnTo>
                <a:lnTo>
                  <a:pt x="4230" y="299"/>
                </a:lnTo>
                <a:lnTo>
                  <a:pt x="4156" y="287"/>
                </a:lnTo>
                <a:lnTo>
                  <a:pt x="4082" y="275"/>
                </a:lnTo>
                <a:lnTo>
                  <a:pt x="4064" y="272"/>
                </a:lnTo>
                <a:lnTo>
                  <a:pt x="4008" y="262"/>
                </a:lnTo>
                <a:lnTo>
                  <a:pt x="3934" y="249"/>
                </a:lnTo>
                <a:lnTo>
                  <a:pt x="3860" y="236"/>
                </a:lnTo>
                <a:lnTo>
                  <a:pt x="3793" y="224"/>
                </a:lnTo>
                <a:lnTo>
                  <a:pt x="3785" y="222"/>
                </a:lnTo>
                <a:lnTo>
                  <a:pt x="3711" y="209"/>
                </a:lnTo>
                <a:lnTo>
                  <a:pt x="3637" y="195"/>
                </a:lnTo>
                <a:lnTo>
                  <a:pt x="3563" y="182"/>
                </a:lnTo>
                <a:lnTo>
                  <a:pt x="3530" y="176"/>
                </a:lnTo>
                <a:lnTo>
                  <a:pt x="3489" y="168"/>
                </a:lnTo>
                <a:lnTo>
                  <a:pt x="3414" y="155"/>
                </a:lnTo>
                <a:lnTo>
                  <a:pt x="3340" y="142"/>
                </a:lnTo>
                <a:lnTo>
                  <a:pt x="3266" y="129"/>
                </a:lnTo>
                <a:lnTo>
                  <a:pt x="3260" y="128"/>
                </a:lnTo>
                <a:lnTo>
                  <a:pt x="3192" y="116"/>
                </a:lnTo>
                <a:lnTo>
                  <a:pt x="3118" y="104"/>
                </a:lnTo>
                <a:lnTo>
                  <a:pt x="3043" y="93"/>
                </a:lnTo>
                <a:lnTo>
                  <a:pt x="2969" y="81"/>
                </a:lnTo>
                <a:lnTo>
                  <a:pt x="2960" y="80"/>
                </a:lnTo>
                <a:lnTo>
                  <a:pt x="2895" y="71"/>
                </a:lnTo>
                <a:lnTo>
                  <a:pt x="2821" y="61"/>
                </a:lnTo>
                <a:lnTo>
                  <a:pt x="2747" y="51"/>
                </a:lnTo>
                <a:lnTo>
                  <a:pt x="2672" y="43"/>
                </a:lnTo>
                <a:lnTo>
                  <a:pt x="2598" y="35"/>
                </a:lnTo>
                <a:lnTo>
                  <a:pt x="2573" y="32"/>
                </a:lnTo>
                <a:lnTo>
                  <a:pt x="2524" y="27"/>
                </a:lnTo>
                <a:lnTo>
                  <a:pt x="2450" y="21"/>
                </a:lnTo>
                <a:lnTo>
                  <a:pt x="2376" y="15"/>
                </a:lnTo>
                <a:lnTo>
                  <a:pt x="2302" y="10"/>
                </a:lnTo>
                <a:lnTo>
                  <a:pt x="2227" y="6"/>
                </a:lnTo>
                <a:lnTo>
                  <a:pt x="2153" y="3"/>
                </a:lnTo>
                <a:lnTo>
                  <a:pt x="2079" y="1"/>
                </a:lnTo>
                <a:lnTo>
                  <a:pt x="2005" y="0"/>
                </a:lnTo>
                <a:lnTo>
                  <a:pt x="1931" y="0"/>
                </a:lnTo>
                <a:lnTo>
                  <a:pt x="1856" y="1"/>
                </a:lnTo>
                <a:lnTo>
                  <a:pt x="1782" y="3"/>
                </a:lnTo>
                <a:lnTo>
                  <a:pt x="1708" y="6"/>
                </a:lnTo>
                <a:lnTo>
                  <a:pt x="1634" y="11"/>
                </a:lnTo>
                <a:lnTo>
                  <a:pt x="1560" y="16"/>
                </a:lnTo>
                <a:lnTo>
                  <a:pt x="1485" y="23"/>
                </a:lnTo>
                <a:lnTo>
                  <a:pt x="1411" y="32"/>
                </a:lnTo>
                <a:lnTo>
                  <a:pt x="1407" y="32"/>
                </a:lnTo>
                <a:lnTo>
                  <a:pt x="1337" y="41"/>
                </a:lnTo>
                <a:lnTo>
                  <a:pt x="1263" y="52"/>
                </a:lnTo>
                <a:lnTo>
                  <a:pt x="1189" y="65"/>
                </a:lnTo>
                <a:lnTo>
                  <a:pt x="1115" y="80"/>
                </a:lnTo>
                <a:lnTo>
                  <a:pt x="1113" y="80"/>
                </a:lnTo>
                <a:lnTo>
                  <a:pt x="1040" y="96"/>
                </a:lnTo>
                <a:lnTo>
                  <a:pt x="966" y="114"/>
                </a:lnTo>
                <a:lnTo>
                  <a:pt x="917" y="128"/>
                </a:lnTo>
                <a:lnTo>
                  <a:pt x="892" y="135"/>
                </a:lnTo>
                <a:lnTo>
                  <a:pt x="818" y="158"/>
                </a:lnTo>
                <a:lnTo>
                  <a:pt x="765" y="176"/>
                </a:lnTo>
                <a:lnTo>
                  <a:pt x="744" y="183"/>
                </a:lnTo>
                <a:lnTo>
                  <a:pt x="669" y="212"/>
                </a:lnTo>
                <a:lnTo>
                  <a:pt x="641" y="224"/>
                </a:lnTo>
                <a:lnTo>
                  <a:pt x="595" y="244"/>
                </a:lnTo>
                <a:lnTo>
                  <a:pt x="536" y="272"/>
                </a:lnTo>
                <a:lnTo>
                  <a:pt x="521" y="279"/>
                </a:lnTo>
                <a:lnTo>
                  <a:pt x="447" y="320"/>
                </a:lnTo>
                <a:lnTo>
                  <a:pt x="373" y="366"/>
                </a:lnTo>
                <a:lnTo>
                  <a:pt x="370" y="368"/>
                </a:lnTo>
                <a:lnTo>
                  <a:pt x="303" y="415"/>
                </a:lnTo>
                <a:lnTo>
                  <a:pt x="298" y="419"/>
                </a:lnTo>
                <a:lnTo>
                  <a:pt x="245" y="463"/>
                </a:lnTo>
                <a:lnTo>
                  <a:pt x="224" y="483"/>
                </a:lnTo>
                <a:lnTo>
                  <a:pt x="195" y="511"/>
                </a:lnTo>
                <a:lnTo>
                  <a:pt x="151" y="559"/>
                </a:lnTo>
                <a:lnTo>
                  <a:pt x="150" y="561"/>
                </a:lnTo>
                <a:lnTo>
                  <a:pt x="114" y="607"/>
                </a:lnTo>
                <a:lnTo>
                  <a:pt x="83" y="655"/>
                </a:lnTo>
                <a:lnTo>
                  <a:pt x="76" y="668"/>
                </a:lnTo>
                <a:lnTo>
                  <a:pt x="57" y="703"/>
                </a:lnTo>
                <a:lnTo>
                  <a:pt x="36" y="751"/>
                </a:lnTo>
                <a:lnTo>
                  <a:pt x="20" y="799"/>
                </a:lnTo>
                <a:lnTo>
                  <a:pt x="9" y="847"/>
                </a:lnTo>
                <a:lnTo>
                  <a:pt x="2" y="895"/>
                </a:lnTo>
                <a:lnTo>
                  <a:pt x="2" y="906"/>
                </a:lnTo>
                <a:lnTo>
                  <a:pt x="0" y="942"/>
                </a:lnTo>
                <a:lnTo>
                  <a:pt x="2" y="988"/>
                </a:lnTo>
                <a:lnTo>
                  <a:pt x="2" y="990"/>
                </a:lnTo>
                <a:lnTo>
                  <a:pt x="8" y="1038"/>
                </a:lnTo>
                <a:lnTo>
                  <a:pt x="18" y="1086"/>
                </a:lnTo>
                <a:lnTo>
                  <a:pt x="32" y="1134"/>
                </a:lnTo>
                <a:lnTo>
                  <a:pt x="51" y="1182"/>
                </a:lnTo>
                <a:lnTo>
                  <a:pt x="73" y="1230"/>
                </a:lnTo>
                <a:lnTo>
                  <a:pt x="76" y="1235"/>
                </a:lnTo>
                <a:lnTo>
                  <a:pt x="99" y="1278"/>
                </a:lnTo>
                <a:lnTo>
                  <a:pt x="129" y="1326"/>
                </a:lnTo>
                <a:lnTo>
                  <a:pt x="150" y="1355"/>
                </a:lnTo>
                <a:lnTo>
                  <a:pt x="163" y="1374"/>
                </a:lnTo>
                <a:lnTo>
                  <a:pt x="201" y="1422"/>
                </a:lnTo>
                <a:lnTo>
                  <a:pt x="224" y="1449"/>
                </a:lnTo>
                <a:lnTo>
                  <a:pt x="242" y="1469"/>
                </a:lnTo>
                <a:lnTo>
                  <a:pt x="287" y="1517"/>
                </a:lnTo>
                <a:lnTo>
                  <a:pt x="298" y="1529"/>
                </a:lnTo>
                <a:lnTo>
                  <a:pt x="335" y="1565"/>
                </a:lnTo>
                <a:lnTo>
                  <a:pt x="373" y="1601"/>
                </a:lnTo>
                <a:lnTo>
                  <a:pt x="386" y="1613"/>
                </a:lnTo>
                <a:lnTo>
                  <a:pt x="440" y="1661"/>
                </a:lnTo>
                <a:lnTo>
                  <a:pt x="447" y="1667"/>
                </a:lnTo>
                <a:lnTo>
                  <a:pt x="497" y="1709"/>
                </a:lnTo>
                <a:lnTo>
                  <a:pt x="521" y="1729"/>
                </a:lnTo>
                <a:lnTo>
                  <a:pt x="556" y="1757"/>
                </a:lnTo>
                <a:lnTo>
                  <a:pt x="595" y="1788"/>
                </a:lnTo>
                <a:lnTo>
                  <a:pt x="617" y="1805"/>
                </a:lnTo>
                <a:lnTo>
                  <a:pt x="669" y="1845"/>
                </a:lnTo>
                <a:lnTo>
                  <a:pt x="680" y="1853"/>
                </a:lnTo>
                <a:lnTo>
                  <a:pt x="744" y="1900"/>
                </a:lnTo>
                <a:lnTo>
                  <a:pt x="744" y="1901"/>
                </a:lnTo>
                <a:lnTo>
                  <a:pt x="809" y="1949"/>
                </a:lnTo>
                <a:lnTo>
                  <a:pt x="818" y="1954"/>
                </a:lnTo>
                <a:lnTo>
                  <a:pt x="876" y="1996"/>
                </a:lnTo>
                <a:lnTo>
                  <a:pt x="892" y="2008"/>
                </a:lnTo>
                <a:lnTo>
                  <a:pt x="944" y="2044"/>
                </a:lnTo>
                <a:lnTo>
                  <a:pt x="966" y="2060"/>
                </a:lnTo>
                <a:lnTo>
                  <a:pt x="1012" y="2092"/>
                </a:lnTo>
                <a:lnTo>
                  <a:pt x="1040" y="2112"/>
                </a:lnTo>
                <a:lnTo>
                  <a:pt x="1082" y="2140"/>
                </a:lnTo>
                <a:lnTo>
                  <a:pt x="1115" y="2163"/>
                </a:lnTo>
                <a:lnTo>
                  <a:pt x="1152" y="2188"/>
                </a:lnTo>
                <a:lnTo>
                  <a:pt x="1189" y="2213"/>
                </a:lnTo>
                <a:lnTo>
                  <a:pt x="1223" y="2236"/>
                </a:lnTo>
                <a:lnTo>
                  <a:pt x="1263" y="2262"/>
                </a:lnTo>
                <a:lnTo>
                  <a:pt x="1296" y="2284"/>
                </a:lnTo>
                <a:lnTo>
                  <a:pt x="1337" y="2311"/>
                </a:lnTo>
                <a:lnTo>
                  <a:pt x="1369" y="2332"/>
                </a:lnTo>
                <a:lnTo>
                  <a:pt x="1411" y="2359"/>
                </a:lnTo>
                <a:lnTo>
                  <a:pt x="1444" y="2380"/>
                </a:lnTo>
                <a:lnTo>
                  <a:pt x="1485" y="2406"/>
                </a:lnTo>
                <a:lnTo>
                  <a:pt x="1521" y="2428"/>
                </a:lnTo>
                <a:lnTo>
                  <a:pt x="1560" y="2452"/>
                </a:lnTo>
                <a:lnTo>
                  <a:pt x="1599" y="2476"/>
                </a:lnTo>
                <a:lnTo>
                  <a:pt x="1634" y="2497"/>
                </a:lnTo>
                <a:lnTo>
                  <a:pt x="1679" y="2524"/>
                </a:lnTo>
                <a:lnTo>
                  <a:pt x="1708" y="2542"/>
                </a:lnTo>
                <a:lnTo>
                  <a:pt x="1761" y="2572"/>
                </a:lnTo>
                <a:lnTo>
                  <a:pt x="1782" y="2585"/>
                </a:lnTo>
                <a:lnTo>
                  <a:pt x="1845" y="2620"/>
                </a:lnTo>
                <a:lnTo>
                  <a:pt x="1856" y="2627"/>
                </a:lnTo>
                <a:lnTo>
                  <a:pt x="1931" y="2668"/>
                </a:lnTo>
                <a:lnTo>
                  <a:pt x="1932" y="2668"/>
                </a:lnTo>
                <a:lnTo>
                  <a:pt x="2005" y="2708"/>
                </a:lnTo>
                <a:lnTo>
                  <a:pt x="2020" y="2716"/>
                </a:lnTo>
                <a:lnTo>
                  <a:pt x="2079" y="2748"/>
                </a:lnTo>
                <a:lnTo>
                  <a:pt x="2110" y="2764"/>
                </a:lnTo>
                <a:lnTo>
                  <a:pt x="2153" y="2787"/>
                </a:lnTo>
                <a:lnTo>
                  <a:pt x="2202" y="2812"/>
                </a:lnTo>
                <a:lnTo>
                  <a:pt x="2227" y="2825"/>
                </a:lnTo>
                <a:lnTo>
                  <a:pt x="2296" y="2860"/>
                </a:lnTo>
                <a:lnTo>
                  <a:pt x="2302" y="2863"/>
                </a:lnTo>
                <a:lnTo>
                  <a:pt x="2376" y="2901"/>
                </a:lnTo>
                <a:lnTo>
                  <a:pt x="2389" y="2908"/>
                </a:lnTo>
                <a:lnTo>
                  <a:pt x="2450" y="2940"/>
                </a:lnTo>
                <a:lnTo>
                  <a:pt x="2482" y="2956"/>
                </a:lnTo>
                <a:lnTo>
                  <a:pt x="2524" y="2978"/>
                </a:lnTo>
                <a:lnTo>
                  <a:pt x="2573" y="3004"/>
                </a:lnTo>
                <a:lnTo>
                  <a:pt x="2598" y="3017"/>
                </a:lnTo>
                <a:lnTo>
                  <a:pt x="2662" y="3052"/>
                </a:lnTo>
                <a:lnTo>
                  <a:pt x="2672" y="3057"/>
                </a:lnTo>
                <a:lnTo>
                  <a:pt x="2747" y="3099"/>
                </a:lnTo>
                <a:lnTo>
                  <a:pt x="2748" y="3099"/>
                </a:lnTo>
                <a:lnTo>
                  <a:pt x="2821" y="3142"/>
                </a:lnTo>
                <a:lnTo>
                  <a:pt x="2829" y="3147"/>
                </a:lnTo>
                <a:lnTo>
                  <a:pt x="2895" y="3189"/>
                </a:lnTo>
                <a:lnTo>
                  <a:pt x="2906" y="3195"/>
                </a:lnTo>
                <a:lnTo>
                  <a:pt x="2969" y="3238"/>
                </a:lnTo>
                <a:lnTo>
                  <a:pt x="2978" y="3243"/>
                </a:lnTo>
                <a:lnTo>
                  <a:pt x="3043" y="3291"/>
                </a:lnTo>
                <a:lnTo>
                  <a:pt x="3044" y="3291"/>
                </a:lnTo>
                <a:lnTo>
                  <a:pt x="3106" y="3339"/>
                </a:lnTo>
                <a:lnTo>
                  <a:pt x="3118" y="3349"/>
                </a:lnTo>
                <a:lnTo>
                  <a:pt x="3162" y="3387"/>
                </a:lnTo>
                <a:lnTo>
                  <a:pt x="3192" y="3414"/>
                </a:lnTo>
                <a:lnTo>
                  <a:pt x="3215" y="3435"/>
                </a:lnTo>
                <a:lnTo>
                  <a:pt x="3265" y="3483"/>
                </a:lnTo>
                <a:lnTo>
                  <a:pt x="3266" y="3484"/>
                </a:lnTo>
                <a:lnTo>
                  <a:pt x="3311" y="3531"/>
                </a:lnTo>
                <a:lnTo>
                  <a:pt x="3340" y="3563"/>
                </a:lnTo>
                <a:lnTo>
                  <a:pt x="3355" y="3579"/>
                </a:lnTo>
                <a:lnTo>
                  <a:pt x="3397" y="3626"/>
                </a:lnTo>
                <a:lnTo>
                  <a:pt x="3414" y="3646"/>
                </a:lnTo>
                <a:lnTo>
                  <a:pt x="3439" y="3674"/>
                </a:lnTo>
                <a:lnTo>
                  <a:pt x="3482" y="3722"/>
                </a:lnTo>
                <a:lnTo>
                  <a:pt x="3489" y="3730"/>
                </a:lnTo>
                <a:lnTo>
                  <a:pt x="3525" y="3770"/>
                </a:lnTo>
                <a:lnTo>
                  <a:pt x="3563" y="3809"/>
                </a:lnTo>
                <a:lnTo>
                  <a:pt x="3571" y="3818"/>
                </a:lnTo>
                <a:lnTo>
                  <a:pt x="3621" y="3866"/>
                </a:lnTo>
                <a:lnTo>
                  <a:pt x="3637" y="3880"/>
                </a:lnTo>
                <a:lnTo>
                  <a:pt x="3677" y="3914"/>
                </a:lnTo>
                <a:lnTo>
                  <a:pt x="3711" y="3941"/>
                </a:lnTo>
                <a:lnTo>
                  <a:pt x="3739" y="3962"/>
                </a:lnTo>
                <a:lnTo>
                  <a:pt x="3785" y="3993"/>
                </a:lnTo>
                <a:lnTo>
                  <a:pt x="3812" y="4010"/>
                </a:lnTo>
                <a:lnTo>
                  <a:pt x="3860" y="4037"/>
                </a:lnTo>
                <a:lnTo>
                  <a:pt x="3897" y="4058"/>
                </a:lnTo>
                <a:lnTo>
                  <a:pt x="3934" y="4075"/>
                </a:lnTo>
                <a:lnTo>
                  <a:pt x="4001" y="4106"/>
                </a:lnTo>
                <a:lnTo>
                  <a:pt x="4008" y="4109"/>
                </a:lnTo>
                <a:lnTo>
                  <a:pt x="4082" y="4137"/>
                </a:lnTo>
                <a:lnTo>
                  <a:pt x="4128" y="4153"/>
                </a:lnTo>
                <a:lnTo>
                  <a:pt x="4156" y="4163"/>
                </a:lnTo>
                <a:lnTo>
                  <a:pt x="4230" y="4185"/>
                </a:lnTo>
                <a:lnTo>
                  <a:pt x="4290" y="4201"/>
                </a:lnTo>
                <a:lnTo>
                  <a:pt x="4305" y="4205"/>
                </a:lnTo>
                <a:lnTo>
                  <a:pt x="4379" y="4223"/>
                </a:lnTo>
                <a:lnTo>
                  <a:pt x="4453" y="4238"/>
                </a:lnTo>
                <a:lnTo>
                  <a:pt x="4515" y="4249"/>
                </a:lnTo>
                <a:lnTo>
                  <a:pt x="4527" y="4251"/>
                </a:lnTo>
                <a:close/>
              </a:path>
            </a:pathLst>
          </a:custGeom>
          <a:noFill/>
          <a:ln w="15120">
            <a:solidFill>
              <a:srgbClr val="0a7d6e"/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2219760" y="1614960"/>
            <a:ext cx="1893600" cy="903240"/>
          </a:xfrm>
          <a:custGeom>
            <a:avLst/>
            <a:gdLst/>
            <a:ahLst/>
            <a:rect l="0" t="0" r="r" b="b"/>
            <a:pathLst>
              <a:path w="5260" h="2509">
                <a:moveTo>
                  <a:pt x="3740" y="2503"/>
                </a:moveTo>
                <a:lnTo>
                  <a:pt x="3814" y="2509"/>
                </a:lnTo>
                <a:lnTo>
                  <a:pt x="3889" y="2508"/>
                </a:lnTo>
                <a:lnTo>
                  <a:pt x="3963" y="2500"/>
                </a:lnTo>
                <a:lnTo>
                  <a:pt x="3982" y="2496"/>
                </a:lnTo>
                <a:lnTo>
                  <a:pt x="4037" y="2484"/>
                </a:lnTo>
                <a:lnTo>
                  <a:pt x="4111" y="2459"/>
                </a:lnTo>
                <a:lnTo>
                  <a:pt x="4138" y="2448"/>
                </a:lnTo>
                <a:lnTo>
                  <a:pt x="4185" y="2426"/>
                </a:lnTo>
                <a:lnTo>
                  <a:pt x="4232" y="2400"/>
                </a:lnTo>
                <a:lnTo>
                  <a:pt x="4260" y="2384"/>
                </a:lnTo>
                <a:lnTo>
                  <a:pt x="4306" y="2352"/>
                </a:lnTo>
                <a:lnTo>
                  <a:pt x="4334" y="2333"/>
                </a:lnTo>
                <a:lnTo>
                  <a:pt x="4370" y="2304"/>
                </a:lnTo>
                <a:lnTo>
                  <a:pt x="4408" y="2275"/>
                </a:lnTo>
                <a:lnTo>
                  <a:pt x="4429" y="2256"/>
                </a:lnTo>
                <a:lnTo>
                  <a:pt x="4482" y="2210"/>
                </a:lnTo>
                <a:lnTo>
                  <a:pt x="4485" y="2208"/>
                </a:lnTo>
                <a:lnTo>
                  <a:pt x="4537" y="2160"/>
                </a:lnTo>
                <a:lnTo>
                  <a:pt x="4556" y="2142"/>
                </a:lnTo>
                <a:lnTo>
                  <a:pt x="4587" y="2112"/>
                </a:lnTo>
                <a:lnTo>
                  <a:pt x="4630" y="2071"/>
                </a:lnTo>
                <a:lnTo>
                  <a:pt x="4638" y="2064"/>
                </a:lnTo>
                <a:lnTo>
                  <a:pt x="4687" y="2016"/>
                </a:lnTo>
                <a:lnTo>
                  <a:pt x="4705" y="1999"/>
                </a:lnTo>
                <a:lnTo>
                  <a:pt x="4736" y="1968"/>
                </a:lnTo>
                <a:lnTo>
                  <a:pt x="4779" y="1926"/>
                </a:lnTo>
                <a:lnTo>
                  <a:pt x="4784" y="1921"/>
                </a:lnTo>
                <a:lnTo>
                  <a:pt x="4832" y="1873"/>
                </a:lnTo>
                <a:lnTo>
                  <a:pt x="4853" y="1852"/>
                </a:lnTo>
                <a:lnTo>
                  <a:pt x="4879" y="1825"/>
                </a:lnTo>
                <a:lnTo>
                  <a:pt x="4926" y="1776"/>
                </a:lnTo>
                <a:lnTo>
                  <a:pt x="4927" y="1775"/>
                </a:lnTo>
                <a:lnTo>
                  <a:pt x="4971" y="1728"/>
                </a:lnTo>
                <a:lnTo>
                  <a:pt x="5001" y="1695"/>
                </a:lnTo>
                <a:lnTo>
                  <a:pt x="5015" y="1680"/>
                </a:lnTo>
                <a:lnTo>
                  <a:pt x="5057" y="1632"/>
                </a:lnTo>
                <a:lnTo>
                  <a:pt x="5076" y="1610"/>
                </a:lnTo>
                <a:lnTo>
                  <a:pt x="5097" y="1584"/>
                </a:lnTo>
                <a:lnTo>
                  <a:pt x="5133" y="1536"/>
                </a:lnTo>
                <a:lnTo>
                  <a:pt x="5150" y="1513"/>
                </a:lnTo>
                <a:lnTo>
                  <a:pt x="5166" y="1488"/>
                </a:lnTo>
                <a:lnTo>
                  <a:pt x="5195" y="1440"/>
                </a:lnTo>
                <a:lnTo>
                  <a:pt x="5219" y="1393"/>
                </a:lnTo>
                <a:lnTo>
                  <a:pt x="5224" y="1381"/>
                </a:lnTo>
                <a:lnTo>
                  <a:pt x="5238" y="1345"/>
                </a:lnTo>
                <a:lnTo>
                  <a:pt x="5252" y="1297"/>
                </a:lnTo>
                <a:lnTo>
                  <a:pt x="5259" y="1249"/>
                </a:lnTo>
                <a:lnTo>
                  <a:pt x="5260" y="1201"/>
                </a:lnTo>
                <a:lnTo>
                  <a:pt x="5253" y="1153"/>
                </a:lnTo>
                <a:lnTo>
                  <a:pt x="5240" y="1105"/>
                </a:lnTo>
                <a:lnTo>
                  <a:pt x="5224" y="1068"/>
                </a:lnTo>
                <a:lnTo>
                  <a:pt x="5219" y="1057"/>
                </a:lnTo>
                <a:lnTo>
                  <a:pt x="5189" y="1009"/>
                </a:lnTo>
                <a:lnTo>
                  <a:pt x="5151" y="961"/>
                </a:lnTo>
                <a:lnTo>
                  <a:pt x="5150" y="960"/>
                </a:lnTo>
                <a:lnTo>
                  <a:pt x="5102" y="913"/>
                </a:lnTo>
                <a:lnTo>
                  <a:pt x="5076" y="891"/>
                </a:lnTo>
                <a:lnTo>
                  <a:pt x="5044" y="866"/>
                </a:lnTo>
                <a:lnTo>
                  <a:pt x="5001" y="836"/>
                </a:lnTo>
                <a:lnTo>
                  <a:pt x="4973" y="818"/>
                </a:lnTo>
                <a:lnTo>
                  <a:pt x="4927" y="791"/>
                </a:lnTo>
                <a:lnTo>
                  <a:pt x="4889" y="770"/>
                </a:lnTo>
                <a:lnTo>
                  <a:pt x="4853" y="752"/>
                </a:lnTo>
                <a:lnTo>
                  <a:pt x="4789" y="722"/>
                </a:lnTo>
                <a:lnTo>
                  <a:pt x="4779" y="717"/>
                </a:lnTo>
                <a:lnTo>
                  <a:pt x="4705" y="687"/>
                </a:lnTo>
                <a:lnTo>
                  <a:pt x="4671" y="674"/>
                </a:lnTo>
                <a:lnTo>
                  <a:pt x="4630" y="659"/>
                </a:lnTo>
                <a:lnTo>
                  <a:pt x="4556" y="634"/>
                </a:lnTo>
                <a:lnTo>
                  <a:pt x="4532" y="626"/>
                </a:lnTo>
                <a:lnTo>
                  <a:pt x="4482" y="611"/>
                </a:lnTo>
                <a:lnTo>
                  <a:pt x="4408" y="589"/>
                </a:lnTo>
                <a:lnTo>
                  <a:pt x="4369" y="578"/>
                </a:lnTo>
                <a:lnTo>
                  <a:pt x="4334" y="569"/>
                </a:lnTo>
                <a:lnTo>
                  <a:pt x="4260" y="550"/>
                </a:lnTo>
                <a:lnTo>
                  <a:pt x="4185" y="532"/>
                </a:lnTo>
                <a:lnTo>
                  <a:pt x="4179" y="530"/>
                </a:lnTo>
                <a:lnTo>
                  <a:pt x="4111" y="515"/>
                </a:lnTo>
                <a:lnTo>
                  <a:pt x="4037" y="498"/>
                </a:lnTo>
                <a:lnTo>
                  <a:pt x="3966" y="482"/>
                </a:lnTo>
                <a:lnTo>
                  <a:pt x="3963" y="482"/>
                </a:lnTo>
                <a:lnTo>
                  <a:pt x="3889" y="466"/>
                </a:lnTo>
                <a:lnTo>
                  <a:pt x="3814" y="450"/>
                </a:lnTo>
                <a:lnTo>
                  <a:pt x="3740" y="435"/>
                </a:lnTo>
                <a:lnTo>
                  <a:pt x="3738" y="434"/>
                </a:lnTo>
                <a:lnTo>
                  <a:pt x="3666" y="420"/>
                </a:lnTo>
                <a:lnTo>
                  <a:pt x="3592" y="405"/>
                </a:lnTo>
                <a:lnTo>
                  <a:pt x="3518" y="389"/>
                </a:lnTo>
                <a:lnTo>
                  <a:pt x="3504" y="386"/>
                </a:lnTo>
                <a:lnTo>
                  <a:pt x="3443" y="374"/>
                </a:lnTo>
                <a:lnTo>
                  <a:pt x="3369" y="359"/>
                </a:lnTo>
                <a:lnTo>
                  <a:pt x="3295" y="343"/>
                </a:lnTo>
                <a:lnTo>
                  <a:pt x="3274" y="339"/>
                </a:lnTo>
                <a:lnTo>
                  <a:pt x="3221" y="328"/>
                </a:lnTo>
                <a:lnTo>
                  <a:pt x="3147" y="312"/>
                </a:lnTo>
                <a:lnTo>
                  <a:pt x="3072" y="296"/>
                </a:lnTo>
                <a:lnTo>
                  <a:pt x="3048" y="291"/>
                </a:lnTo>
                <a:lnTo>
                  <a:pt x="2998" y="280"/>
                </a:lnTo>
                <a:lnTo>
                  <a:pt x="2924" y="264"/>
                </a:lnTo>
                <a:lnTo>
                  <a:pt x="2850" y="248"/>
                </a:lnTo>
                <a:lnTo>
                  <a:pt x="2826" y="243"/>
                </a:lnTo>
                <a:lnTo>
                  <a:pt x="2776" y="232"/>
                </a:lnTo>
                <a:lnTo>
                  <a:pt x="2702" y="216"/>
                </a:lnTo>
                <a:lnTo>
                  <a:pt x="2627" y="200"/>
                </a:lnTo>
                <a:lnTo>
                  <a:pt x="2603" y="195"/>
                </a:lnTo>
                <a:lnTo>
                  <a:pt x="2553" y="184"/>
                </a:lnTo>
                <a:lnTo>
                  <a:pt x="2479" y="169"/>
                </a:lnTo>
                <a:lnTo>
                  <a:pt x="2405" y="154"/>
                </a:lnTo>
                <a:lnTo>
                  <a:pt x="2372" y="147"/>
                </a:lnTo>
                <a:lnTo>
                  <a:pt x="2331" y="139"/>
                </a:lnTo>
                <a:lnTo>
                  <a:pt x="2256" y="124"/>
                </a:lnTo>
                <a:lnTo>
                  <a:pt x="2182" y="110"/>
                </a:lnTo>
                <a:lnTo>
                  <a:pt x="2120" y="99"/>
                </a:lnTo>
                <a:lnTo>
                  <a:pt x="2108" y="97"/>
                </a:lnTo>
                <a:lnTo>
                  <a:pt x="2034" y="84"/>
                </a:lnTo>
                <a:lnTo>
                  <a:pt x="1960" y="72"/>
                </a:lnTo>
                <a:lnTo>
                  <a:pt x="1885" y="60"/>
                </a:lnTo>
                <a:lnTo>
                  <a:pt x="1822" y="51"/>
                </a:lnTo>
                <a:lnTo>
                  <a:pt x="1811" y="50"/>
                </a:lnTo>
                <a:lnTo>
                  <a:pt x="1737" y="40"/>
                </a:lnTo>
                <a:lnTo>
                  <a:pt x="1662" y="31"/>
                </a:lnTo>
                <a:lnTo>
                  <a:pt x="1588" y="23"/>
                </a:lnTo>
                <a:lnTo>
                  <a:pt x="1513" y="16"/>
                </a:lnTo>
                <a:lnTo>
                  <a:pt x="1439" y="10"/>
                </a:lnTo>
                <a:lnTo>
                  <a:pt x="1365" y="6"/>
                </a:lnTo>
                <a:lnTo>
                  <a:pt x="1308" y="3"/>
                </a:lnTo>
                <a:lnTo>
                  <a:pt x="1291" y="2"/>
                </a:lnTo>
                <a:lnTo>
                  <a:pt x="1217" y="0"/>
                </a:lnTo>
                <a:lnTo>
                  <a:pt x="1143" y="0"/>
                </a:lnTo>
                <a:lnTo>
                  <a:pt x="1068" y="1"/>
                </a:lnTo>
                <a:lnTo>
                  <a:pt x="994" y="3"/>
                </a:lnTo>
                <a:lnTo>
                  <a:pt x="920" y="8"/>
                </a:lnTo>
                <a:lnTo>
                  <a:pt x="846" y="14"/>
                </a:lnTo>
                <a:lnTo>
                  <a:pt x="772" y="22"/>
                </a:lnTo>
                <a:lnTo>
                  <a:pt x="697" y="33"/>
                </a:lnTo>
                <a:lnTo>
                  <a:pt x="623" y="46"/>
                </a:lnTo>
                <a:lnTo>
                  <a:pt x="597" y="51"/>
                </a:lnTo>
                <a:lnTo>
                  <a:pt x="549" y="62"/>
                </a:lnTo>
                <a:lnTo>
                  <a:pt x="475" y="82"/>
                </a:lnTo>
                <a:lnTo>
                  <a:pt x="419" y="99"/>
                </a:lnTo>
                <a:lnTo>
                  <a:pt x="401" y="105"/>
                </a:lnTo>
                <a:lnTo>
                  <a:pt x="326" y="135"/>
                </a:lnTo>
                <a:lnTo>
                  <a:pt x="299" y="147"/>
                </a:lnTo>
                <a:lnTo>
                  <a:pt x="252" y="171"/>
                </a:lnTo>
                <a:lnTo>
                  <a:pt x="210" y="195"/>
                </a:lnTo>
                <a:lnTo>
                  <a:pt x="178" y="217"/>
                </a:lnTo>
                <a:lnTo>
                  <a:pt x="143" y="243"/>
                </a:lnTo>
                <a:lnTo>
                  <a:pt x="104" y="279"/>
                </a:lnTo>
                <a:lnTo>
                  <a:pt x="92" y="291"/>
                </a:lnTo>
                <a:lnTo>
                  <a:pt x="55" y="339"/>
                </a:lnTo>
                <a:lnTo>
                  <a:pt x="30" y="382"/>
                </a:lnTo>
                <a:lnTo>
                  <a:pt x="27" y="386"/>
                </a:lnTo>
                <a:lnTo>
                  <a:pt x="10" y="434"/>
                </a:lnTo>
                <a:lnTo>
                  <a:pt x="1" y="482"/>
                </a:lnTo>
                <a:lnTo>
                  <a:pt x="0" y="530"/>
                </a:lnTo>
                <a:lnTo>
                  <a:pt x="5" y="578"/>
                </a:lnTo>
                <a:lnTo>
                  <a:pt x="16" y="626"/>
                </a:lnTo>
                <a:lnTo>
                  <a:pt x="30" y="665"/>
                </a:lnTo>
                <a:lnTo>
                  <a:pt x="33" y="674"/>
                </a:lnTo>
                <a:lnTo>
                  <a:pt x="55" y="722"/>
                </a:lnTo>
                <a:lnTo>
                  <a:pt x="82" y="770"/>
                </a:lnTo>
                <a:lnTo>
                  <a:pt x="104" y="804"/>
                </a:lnTo>
                <a:lnTo>
                  <a:pt x="113" y="818"/>
                </a:lnTo>
                <a:lnTo>
                  <a:pt x="148" y="866"/>
                </a:lnTo>
                <a:lnTo>
                  <a:pt x="178" y="903"/>
                </a:lnTo>
                <a:lnTo>
                  <a:pt x="187" y="913"/>
                </a:lnTo>
                <a:lnTo>
                  <a:pt x="229" y="961"/>
                </a:lnTo>
                <a:lnTo>
                  <a:pt x="252" y="986"/>
                </a:lnTo>
                <a:lnTo>
                  <a:pt x="274" y="1009"/>
                </a:lnTo>
                <a:lnTo>
                  <a:pt x="322" y="1057"/>
                </a:lnTo>
                <a:lnTo>
                  <a:pt x="326" y="1061"/>
                </a:lnTo>
                <a:lnTo>
                  <a:pt x="373" y="1105"/>
                </a:lnTo>
                <a:lnTo>
                  <a:pt x="401" y="1130"/>
                </a:lnTo>
                <a:lnTo>
                  <a:pt x="426" y="1153"/>
                </a:lnTo>
                <a:lnTo>
                  <a:pt x="475" y="1195"/>
                </a:lnTo>
                <a:lnTo>
                  <a:pt x="482" y="1201"/>
                </a:lnTo>
                <a:lnTo>
                  <a:pt x="540" y="1249"/>
                </a:lnTo>
                <a:lnTo>
                  <a:pt x="549" y="1256"/>
                </a:lnTo>
                <a:lnTo>
                  <a:pt x="601" y="1297"/>
                </a:lnTo>
                <a:lnTo>
                  <a:pt x="623" y="1314"/>
                </a:lnTo>
                <a:lnTo>
                  <a:pt x="664" y="1345"/>
                </a:lnTo>
                <a:lnTo>
                  <a:pt x="697" y="1369"/>
                </a:lnTo>
                <a:lnTo>
                  <a:pt x="730" y="1393"/>
                </a:lnTo>
                <a:lnTo>
                  <a:pt x="772" y="1421"/>
                </a:lnTo>
                <a:lnTo>
                  <a:pt x="800" y="1440"/>
                </a:lnTo>
                <a:lnTo>
                  <a:pt x="846" y="1471"/>
                </a:lnTo>
                <a:lnTo>
                  <a:pt x="873" y="1488"/>
                </a:lnTo>
                <a:lnTo>
                  <a:pt x="920" y="1518"/>
                </a:lnTo>
                <a:lnTo>
                  <a:pt x="949" y="1536"/>
                </a:lnTo>
                <a:lnTo>
                  <a:pt x="994" y="1563"/>
                </a:lnTo>
                <a:lnTo>
                  <a:pt x="1031" y="1584"/>
                </a:lnTo>
                <a:lnTo>
                  <a:pt x="1068" y="1606"/>
                </a:lnTo>
                <a:lnTo>
                  <a:pt x="1117" y="1632"/>
                </a:lnTo>
                <a:lnTo>
                  <a:pt x="1143" y="1646"/>
                </a:lnTo>
                <a:lnTo>
                  <a:pt x="1209" y="1680"/>
                </a:lnTo>
                <a:lnTo>
                  <a:pt x="1217" y="1684"/>
                </a:lnTo>
                <a:lnTo>
                  <a:pt x="1291" y="1720"/>
                </a:lnTo>
                <a:lnTo>
                  <a:pt x="1307" y="1728"/>
                </a:lnTo>
                <a:lnTo>
                  <a:pt x="1365" y="1755"/>
                </a:lnTo>
                <a:lnTo>
                  <a:pt x="1413" y="1776"/>
                </a:lnTo>
                <a:lnTo>
                  <a:pt x="1439" y="1788"/>
                </a:lnTo>
                <a:lnTo>
                  <a:pt x="1513" y="1819"/>
                </a:lnTo>
                <a:lnTo>
                  <a:pt x="1527" y="1825"/>
                </a:lnTo>
                <a:lnTo>
                  <a:pt x="1588" y="1849"/>
                </a:lnTo>
                <a:lnTo>
                  <a:pt x="1650" y="1873"/>
                </a:lnTo>
                <a:lnTo>
                  <a:pt x="1662" y="1877"/>
                </a:lnTo>
                <a:lnTo>
                  <a:pt x="1737" y="1904"/>
                </a:lnTo>
                <a:lnTo>
                  <a:pt x="1784" y="1921"/>
                </a:lnTo>
                <a:lnTo>
                  <a:pt x="1811" y="1930"/>
                </a:lnTo>
                <a:lnTo>
                  <a:pt x="1885" y="1955"/>
                </a:lnTo>
                <a:lnTo>
                  <a:pt x="1926" y="1968"/>
                </a:lnTo>
                <a:lnTo>
                  <a:pt x="1960" y="1980"/>
                </a:lnTo>
                <a:lnTo>
                  <a:pt x="2034" y="2003"/>
                </a:lnTo>
                <a:lnTo>
                  <a:pt x="2076" y="2016"/>
                </a:lnTo>
                <a:lnTo>
                  <a:pt x="2108" y="2026"/>
                </a:lnTo>
                <a:lnTo>
                  <a:pt x="2182" y="2049"/>
                </a:lnTo>
                <a:lnTo>
                  <a:pt x="2234" y="2064"/>
                </a:lnTo>
                <a:lnTo>
                  <a:pt x="2256" y="2071"/>
                </a:lnTo>
                <a:lnTo>
                  <a:pt x="2331" y="2093"/>
                </a:lnTo>
                <a:lnTo>
                  <a:pt x="2395" y="2112"/>
                </a:lnTo>
                <a:lnTo>
                  <a:pt x="2405" y="2115"/>
                </a:lnTo>
                <a:lnTo>
                  <a:pt x="2479" y="2137"/>
                </a:lnTo>
                <a:lnTo>
                  <a:pt x="2553" y="2159"/>
                </a:lnTo>
                <a:lnTo>
                  <a:pt x="2556" y="2160"/>
                </a:lnTo>
                <a:lnTo>
                  <a:pt x="2627" y="2182"/>
                </a:lnTo>
                <a:lnTo>
                  <a:pt x="2702" y="2204"/>
                </a:lnTo>
                <a:lnTo>
                  <a:pt x="2714" y="2208"/>
                </a:lnTo>
                <a:lnTo>
                  <a:pt x="2776" y="2227"/>
                </a:lnTo>
                <a:lnTo>
                  <a:pt x="2850" y="2250"/>
                </a:lnTo>
                <a:lnTo>
                  <a:pt x="2868" y="2256"/>
                </a:lnTo>
                <a:lnTo>
                  <a:pt x="2924" y="2274"/>
                </a:lnTo>
                <a:lnTo>
                  <a:pt x="2998" y="2298"/>
                </a:lnTo>
                <a:lnTo>
                  <a:pt x="3018" y="2304"/>
                </a:lnTo>
                <a:lnTo>
                  <a:pt x="3072" y="2322"/>
                </a:lnTo>
                <a:lnTo>
                  <a:pt x="3147" y="2346"/>
                </a:lnTo>
                <a:lnTo>
                  <a:pt x="3164" y="2352"/>
                </a:lnTo>
                <a:lnTo>
                  <a:pt x="3221" y="2371"/>
                </a:lnTo>
                <a:lnTo>
                  <a:pt x="3295" y="2395"/>
                </a:lnTo>
                <a:lnTo>
                  <a:pt x="3311" y="2400"/>
                </a:lnTo>
                <a:lnTo>
                  <a:pt x="3369" y="2418"/>
                </a:lnTo>
                <a:lnTo>
                  <a:pt x="3443" y="2441"/>
                </a:lnTo>
                <a:lnTo>
                  <a:pt x="3470" y="2448"/>
                </a:lnTo>
                <a:lnTo>
                  <a:pt x="3518" y="2461"/>
                </a:lnTo>
                <a:lnTo>
                  <a:pt x="3592" y="2479"/>
                </a:lnTo>
                <a:lnTo>
                  <a:pt x="3666" y="2493"/>
                </a:lnTo>
                <a:lnTo>
                  <a:pt x="3683" y="2496"/>
                </a:lnTo>
                <a:lnTo>
                  <a:pt x="3740" y="2503"/>
                </a:lnTo>
                <a:close/>
              </a:path>
            </a:pathLst>
          </a:custGeom>
          <a:noFill/>
          <a:ln w="15120">
            <a:solidFill>
              <a:srgbClr val="0a7d6e"/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1345320" y="643680"/>
            <a:ext cx="3654360" cy="3509640"/>
          </a:xfrm>
          <a:custGeom>
            <a:avLst/>
            <a:gdLst/>
            <a:ahLst/>
            <a:rect l="0" t="0" r="r" b="b"/>
            <a:pathLst>
              <a:path w="10151" h="9749">
                <a:moveTo>
                  <a:pt x="2433" y="9710"/>
                </a:moveTo>
                <a:lnTo>
                  <a:pt x="2499" y="9719"/>
                </a:lnTo>
                <a:lnTo>
                  <a:pt x="2565" y="9726"/>
                </a:lnTo>
                <a:lnTo>
                  <a:pt x="2632" y="9733"/>
                </a:lnTo>
                <a:lnTo>
                  <a:pt x="2698" y="9738"/>
                </a:lnTo>
                <a:lnTo>
                  <a:pt x="2764" y="9742"/>
                </a:lnTo>
                <a:lnTo>
                  <a:pt x="2831" y="9745"/>
                </a:lnTo>
                <a:lnTo>
                  <a:pt x="2897" y="9748"/>
                </a:lnTo>
                <a:lnTo>
                  <a:pt x="2963" y="9749"/>
                </a:lnTo>
                <a:lnTo>
                  <a:pt x="3030" y="9749"/>
                </a:lnTo>
                <a:lnTo>
                  <a:pt x="3096" y="9749"/>
                </a:lnTo>
                <a:lnTo>
                  <a:pt x="3162" y="9748"/>
                </a:lnTo>
                <a:lnTo>
                  <a:pt x="3229" y="9746"/>
                </a:lnTo>
                <a:lnTo>
                  <a:pt x="3295" y="9743"/>
                </a:lnTo>
                <a:lnTo>
                  <a:pt x="3362" y="9739"/>
                </a:lnTo>
                <a:lnTo>
                  <a:pt x="3428" y="9734"/>
                </a:lnTo>
                <a:lnTo>
                  <a:pt x="3494" y="9729"/>
                </a:lnTo>
                <a:lnTo>
                  <a:pt x="3561" y="9723"/>
                </a:lnTo>
                <a:lnTo>
                  <a:pt x="3627" y="9715"/>
                </a:lnTo>
                <a:lnTo>
                  <a:pt x="3672" y="9710"/>
                </a:lnTo>
                <a:lnTo>
                  <a:pt x="3693" y="9707"/>
                </a:lnTo>
                <a:lnTo>
                  <a:pt x="3760" y="9699"/>
                </a:lnTo>
                <a:lnTo>
                  <a:pt x="3826" y="9690"/>
                </a:lnTo>
                <a:lnTo>
                  <a:pt x="3892" y="9680"/>
                </a:lnTo>
                <a:lnTo>
                  <a:pt x="3959" y="9668"/>
                </a:lnTo>
                <a:lnTo>
                  <a:pt x="4025" y="9656"/>
                </a:lnTo>
                <a:lnTo>
                  <a:pt x="4075" y="9646"/>
                </a:lnTo>
                <a:lnTo>
                  <a:pt x="4091" y="9643"/>
                </a:lnTo>
                <a:lnTo>
                  <a:pt x="4158" y="9630"/>
                </a:lnTo>
                <a:lnTo>
                  <a:pt x="4224" y="9615"/>
                </a:lnTo>
                <a:lnTo>
                  <a:pt x="4291" y="9599"/>
                </a:lnTo>
                <a:lnTo>
                  <a:pt x="4357" y="9582"/>
                </a:lnTo>
                <a:lnTo>
                  <a:pt x="4423" y="9565"/>
                </a:lnTo>
                <a:lnTo>
                  <a:pt x="4490" y="9547"/>
                </a:lnTo>
                <a:lnTo>
                  <a:pt x="4556" y="9527"/>
                </a:lnTo>
                <a:lnTo>
                  <a:pt x="4584" y="9518"/>
                </a:lnTo>
                <a:lnTo>
                  <a:pt x="4622" y="9507"/>
                </a:lnTo>
                <a:lnTo>
                  <a:pt x="4689" y="9486"/>
                </a:lnTo>
                <a:lnTo>
                  <a:pt x="4755" y="9463"/>
                </a:lnTo>
                <a:lnTo>
                  <a:pt x="4778" y="9454"/>
                </a:lnTo>
                <a:lnTo>
                  <a:pt x="4821" y="9439"/>
                </a:lnTo>
                <a:lnTo>
                  <a:pt x="4888" y="9415"/>
                </a:lnTo>
                <a:lnTo>
                  <a:pt x="4950" y="9390"/>
                </a:lnTo>
                <a:lnTo>
                  <a:pt x="4954" y="9389"/>
                </a:lnTo>
                <a:lnTo>
                  <a:pt x="5020" y="9363"/>
                </a:lnTo>
                <a:lnTo>
                  <a:pt x="5087" y="9334"/>
                </a:lnTo>
                <a:lnTo>
                  <a:pt x="5104" y="9327"/>
                </a:lnTo>
                <a:lnTo>
                  <a:pt x="5153" y="9306"/>
                </a:lnTo>
                <a:lnTo>
                  <a:pt x="5220" y="9275"/>
                </a:lnTo>
                <a:lnTo>
                  <a:pt x="5246" y="9263"/>
                </a:lnTo>
                <a:lnTo>
                  <a:pt x="5286" y="9244"/>
                </a:lnTo>
                <a:lnTo>
                  <a:pt x="5352" y="9212"/>
                </a:lnTo>
                <a:lnTo>
                  <a:pt x="5377" y="9199"/>
                </a:lnTo>
                <a:lnTo>
                  <a:pt x="5419" y="9178"/>
                </a:lnTo>
                <a:lnTo>
                  <a:pt x="5485" y="9143"/>
                </a:lnTo>
                <a:lnTo>
                  <a:pt x="5499" y="9135"/>
                </a:lnTo>
                <a:lnTo>
                  <a:pt x="5551" y="9107"/>
                </a:lnTo>
                <a:lnTo>
                  <a:pt x="5615" y="9071"/>
                </a:lnTo>
                <a:lnTo>
                  <a:pt x="5618" y="9069"/>
                </a:lnTo>
                <a:lnTo>
                  <a:pt x="5684" y="9031"/>
                </a:lnTo>
                <a:lnTo>
                  <a:pt x="5724" y="9007"/>
                </a:lnTo>
                <a:lnTo>
                  <a:pt x="5750" y="8991"/>
                </a:lnTo>
                <a:lnTo>
                  <a:pt x="5817" y="8950"/>
                </a:lnTo>
                <a:lnTo>
                  <a:pt x="5827" y="8943"/>
                </a:lnTo>
                <a:lnTo>
                  <a:pt x="5883" y="8908"/>
                </a:lnTo>
                <a:lnTo>
                  <a:pt x="5927" y="8879"/>
                </a:lnTo>
                <a:lnTo>
                  <a:pt x="5949" y="8865"/>
                </a:lnTo>
                <a:lnTo>
                  <a:pt x="6016" y="8819"/>
                </a:lnTo>
                <a:lnTo>
                  <a:pt x="6021" y="8816"/>
                </a:lnTo>
                <a:lnTo>
                  <a:pt x="6082" y="8774"/>
                </a:lnTo>
                <a:lnTo>
                  <a:pt x="6113" y="8752"/>
                </a:lnTo>
                <a:lnTo>
                  <a:pt x="6149" y="8726"/>
                </a:lnTo>
                <a:lnTo>
                  <a:pt x="6201" y="8688"/>
                </a:lnTo>
                <a:lnTo>
                  <a:pt x="6215" y="8677"/>
                </a:lnTo>
                <a:lnTo>
                  <a:pt x="6281" y="8627"/>
                </a:lnTo>
                <a:lnTo>
                  <a:pt x="6286" y="8624"/>
                </a:lnTo>
                <a:lnTo>
                  <a:pt x="6348" y="8576"/>
                </a:lnTo>
                <a:lnTo>
                  <a:pt x="6368" y="8560"/>
                </a:lnTo>
                <a:lnTo>
                  <a:pt x="6414" y="8524"/>
                </a:lnTo>
                <a:lnTo>
                  <a:pt x="6448" y="8496"/>
                </a:lnTo>
                <a:lnTo>
                  <a:pt x="6480" y="8470"/>
                </a:lnTo>
                <a:lnTo>
                  <a:pt x="6526" y="8432"/>
                </a:lnTo>
                <a:lnTo>
                  <a:pt x="6547" y="8415"/>
                </a:lnTo>
                <a:lnTo>
                  <a:pt x="6602" y="8368"/>
                </a:lnTo>
                <a:lnTo>
                  <a:pt x="6613" y="8359"/>
                </a:lnTo>
                <a:lnTo>
                  <a:pt x="6676" y="8304"/>
                </a:lnTo>
                <a:lnTo>
                  <a:pt x="6679" y="8301"/>
                </a:lnTo>
                <a:lnTo>
                  <a:pt x="6746" y="8243"/>
                </a:lnTo>
                <a:lnTo>
                  <a:pt x="6748" y="8241"/>
                </a:lnTo>
                <a:lnTo>
                  <a:pt x="6812" y="8183"/>
                </a:lnTo>
                <a:lnTo>
                  <a:pt x="6819" y="8177"/>
                </a:lnTo>
                <a:lnTo>
                  <a:pt x="6878" y="8123"/>
                </a:lnTo>
                <a:lnTo>
                  <a:pt x="6889" y="8113"/>
                </a:lnTo>
                <a:lnTo>
                  <a:pt x="6945" y="8061"/>
                </a:lnTo>
                <a:lnTo>
                  <a:pt x="6958" y="8049"/>
                </a:lnTo>
                <a:lnTo>
                  <a:pt x="7011" y="7999"/>
                </a:lnTo>
                <a:lnTo>
                  <a:pt x="7026" y="7985"/>
                </a:lnTo>
                <a:lnTo>
                  <a:pt x="7078" y="7936"/>
                </a:lnTo>
                <a:lnTo>
                  <a:pt x="7094" y="7921"/>
                </a:lnTo>
                <a:lnTo>
                  <a:pt x="7144" y="7873"/>
                </a:lnTo>
                <a:lnTo>
                  <a:pt x="7160" y="7857"/>
                </a:lnTo>
                <a:lnTo>
                  <a:pt x="7210" y="7809"/>
                </a:lnTo>
                <a:lnTo>
                  <a:pt x="7227" y="7793"/>
                </a:lnTo>
                <a:lnTo>
                  <a:pt x="7277" y="7745"/>
                </a:lnTo>
                <a:lnTo>
                  <a:pt x="7293" y="7730"/>
                </a:lnTo>
                <a:lnTo>
                  <a:pt x="7343" y="7681"/>
                </a:lnTo>
                <a:lnTo>
                  <a:pt x="7360" y="7666"/>
                </a:lnTo>
                <a:lnTo>
                  <a:pt x="7409" y="7618"/>
                </a:lnTo>
                <a:lnTo>
                  <a:pt x="7426" y="7602"/>
                </a:lnTo>
                <a:lnTo>
                  <a:pt x="7476" y="7554"/>
                </a:lnTo>
                <a:lnTo>
                  <a:pt x="7493" y="7538"/>
                </a:lnTo>
                <a:lnTo>
                  <a:pt x="7542" y="7491"/>
                </a:lnTo>
                <a:lnTo>
                  <a:pt x="7560" y="7474"/>
                </a:lnTo>
                <a:lnTo>
                  <a:pt x="7608" y="7429"/>
                </a:lnTo>
                <a:lnTo>
                  <a:pt x="7629" y="7410"/>
                </a:lnTo>
                <a:lnTo>
                  <a:pt x="7675" y="7367"/>
                </a:lnTo>
                <a:lnTo>
                  <a:pt x="7698" y="7346"/>
                </a:lnTo>
                <a:lnTo>
                  <a:pt x="7741" y="7306"/>
                </a:lnTo>
                <a:lnTo>
                  <a:pt x="7768" y="7282"/>
                </a:lnTo>
                <a:lnTo>
                  <a:pt x="7807" y="7246"/>
                </a:lnTo>
                <a:lnTo>
                  <a:pt x="7839" y="7218"/>
                </a:lnTo>
                <a:lnTo>
                  <a:pt x="7874" y="7187"/>
                </a:lnTo>
                <a:lnTo>
                  <a:pt x="7911" y="7155"/>
                </a:lnTo>
                <a:lnTo>
                  <a:pt x="7940" y="7129"/>
                </a:lnTo>
                <a:lnTo>
                  <a:pt x="7984" y="7091"/>
                </a:lnTo>
                <a:lnTo>
                  <a:pt x="8007" y="7072"/>
                </a:lnTo>
                <a:lnTo>
                  <a:pt x="8059" y="7027"/>
                </a:lnTo>
                <a:lnTo>
                  <a:pt x="8073" y="7015"/>
                </a:lnTo>
                <a:lnTo>
                  <a:pt x="8134" y="6963"/>
                </a:lnTo>
                <a:lnTo>
                  <a:pt x="8139" y="6959"/>
                </a:lnTo>
                <a:lnTo>
                  <a:pt x="8206" y="6904"/>
                </a:lnTo>
                <a:lnTo>
                  <a:pt x="8211" y="6899"/>
                </a:lnTo>
                <a:lnTo>
                  <a:pt x="8272" y="6849"/>
                </a:lnTo>
                <a:lnTo>
                  <a:pt x="8289" y="6835"/>
                </a:lnTo>
                <a:lnTo>
                  <a:pt x="8338" y="6794"/>
                </a:lnTo>
                <a:lnTo>
                  <a:pt x="8366" y="6771"/>
                </a:lnTo>
                <a:lnTo>
                  <a:pt x="8405" y="6740"/>
                </a:lnTo>
                <a:lnTo>
                  <a:pt x="8444" y="6707"/>
                </a:lnTo>
                <a:lnTo>
                  <a:pt x="8471" y="6685"/>
                </a:lnTo>
                <a:lnTo>
                  <a:pt x="8521" y="6644"/>
                </a:lnTo>
                <a:lnTo>
                  <a:pt x="8537" y="6630"/>
                </a:lnTo>
                <a:lnTo>
                  <a:pt x="8598" y="6580"/>
                </a:lnTo>
                <a:lnTo>
                  <a:pt x="8604" y="6575"/>
                </a:lnTo>
                <a:lnTo>
                  <a:pt x="8670" y="6519"/>
                </a:lnTo>
                <a:lnTo>
                  <a:pt x="8673" y="6516"/>
                </a:lnTo>
                <a:lnTo>
                  <a:pt x="8736" y="6462"/>
                </a:lnTo>
                <a:lnTo>
                  <a:pt x="8748" y="6452"/>
                </a:lnTo>
                <a:lnTo>
                  <a:pt x="8803" y="6404"/>
                </a:lnTo>
                <a:lnTo>
                  <a:pt x="8821" y="6388"/>
                </a:lnTo>
                <a:lnTo>
                  <a:pt x="8869" y="6345"/>
                </a:lnTo>
                <a:lnTo>
                  <a:pt x="8893" y="6324"/>
                </a:lnTo>
                <a:lnTo>
                  <a:pt x="8936" y="6285"/>
                </a:lnTo>
                <a:lnTo>
                  <a:pt x="8962" y="6260"/>
                </a:lnTo>
                <a:lnTo>
                  <a:pt x="9002" y="6223"/>
                </a:lnTo>
                <a:lnTo>
                  <a:pt x="9029" y="6196"/>
                </a:lnTo>
                <a:lnTo>
                  <a:pt x="9068" y="6158"/>
                </a:lnTo>
                <a:lnTo>
                  <a:pt x="9095" y="6132"/>
                </a:lnTo>
                <a:lnTo>
                  <a:pt x="9135" y="6092"/>
                </a:lnTo>
                <a:lnTo>
                  <a:pt x="9158" y="6069"/>
                </a:lnTo>
                <a:lnTo>
                  <a:pt x="9201" y="6023"/>
                </a:lnTo>
                <a:lnTo>
                  <a:pt x="9218" y="6005"/>
                </a:lnTo>
                <a:lnTo>
                  <a:pt x="9267" y="5951"/>
                </a:lnTo>
                <a:lnTo>
                  <a:pt x="9277" y="5941"/>
                </a:lnTo>
                <a:lnTo>
                  <a:pt x="9333" y="5877"/>
                </a:lnTo>
                <a:lnTo>
                  <a:pt x="9334" y="5876"/>
                </a:lnTo>
                <a:lnTo>
                  <a:pt x="9388" y="5813"/>
                </a:lnTo>
                <a:lnTo>
                  <a:pt x="9400" y="5798"/>
                </a:lnTo>
                <a:lnTo>
                  <a:pt x="9440" y="5749"/>
                </a:lnTo>
                <a:lnTo>
                  <a:pt x="9466" y="5715"/>
                </a:lnTo>
                <a:lnTo>
                  <a:pt x="9490" y="5685"/>
                </a:lnTo>
                <a:lnTo>
                  <a:pt x="9533" y="5627"/>
                </a:lnTo>
                <a:lnTo>
                  <a:pt x="9537" y="5621"/>
                </a:lnTo>
                <a:lnTo>
                  <a:pt x="9583" y="5558"/>
                </a:lnTo>
                <a:lnTo>
                  <a:pt x="9599" y="5534"/>
                </a:lnTo>
                <a:lnTo>
                  <a:pt x="9627" y="5494"/>
                </a:lnTo>
                <a:lnTo>
                  <a:pt x="9665" y="5435"/>
                </a:lnTo>
                <a:lnTo>
                  <a:pt x="9669" y="5430"/>
                </a:lnTo>
                <a:lnTo>
                  <a:pt x="9709" y="5366"/>
                </a:lnTo>
                <a:lnTo>
                  <a:pt x="9732" y="5327"/>
                </a:lnTo>
                <a:lnTo>
                  <a:pt x="9747" y="5302"/>
                </a:lnTo>
                <a:lnTo>
                  <a:pt x="9783" y="5238"/>
                </a:lnTo>
                <a:lnTo>
                  <a:pt x="9798" y="5210"/>
                </a:lnTo>
                <a:lnTo>
                  <a:pt x="9818" y="5174"/>
                </a:lnTo>
                <a:lnTo>
                  <a:pt x="9850" y="5110"/>
                </a:lnTo>
                <a:lnTo>
                  <a:pt x="9865" y="5080"/>
                </a:lnTo>
                <a:lnTo>
                  <a:pt x="9881" y="5046"/>
                </a:lnTo>
                <a:lnTo>
                  <a:pt x="9911" y="4983"/>
                </a:lnTo>
                <a:lnTo>
                  <a:pt x="9931" y="4934"/>
                </a:lnTo>
                <a:lnTo>
                  <a:pt x="9938" y="4919"/>
                </a:lnTo>
                <a:lnTo>
                  <a:pt x="9964" y="4855"/>
                </a:lnTo>
                <a:lnTo>
                  <a:pt x="9988" y="4791"/>
                </a:lnTo>
                <a:lnTo>
                  <a:pt x="9997" y="4763"/>
                </a:lnTo>
                <a:lnTo>
                  <a:pt x="10010" y="4727"/>
                </a:lnTo>
                <a:lnTo>
                  <a:pt x="10031" y="4663"/>
                </a:lnTo>
                <a:lnTo>
                  <a:pt x="10050" y="4599"/>
                </a:lnTo>
                <a:lnTo>
                  <a:pt x="10064" y="4548"/>
                </a:lnTo>
                <a:lnTo>
                  <a:pt x="10067" y="4535"/>
                </a:lnTo>
                <a:lnTo>
                  <a:pt x="10084" y="4471"/>
                </a:lnTo>
                <a:lnTo>
                  <a:pt x="10098" y="4408"/>
                </a:lnTo>
                <a:lnTo>
                  <a:pt x="10110" y="4344"/>
                </a:lnTo>
                <a:lnTo>
                  <a:pt x="10121" y="4280"/>
                </a:lnTo>
                <a:lnTo>
                  <a:pt x="10130" y="4216"/>
                </a:lnTo>
                <a:lnTo>
                  <a:pt x="10138" y="4152"/>
                </a:lnTo>
                <a:lnTo>
                  <a:pt x="10144" y="4088"/>
                </a:lnTo>
                <a:lnTo>
                  <a:pt x="10148" y="4024"/>
                </a:lnTo>
                <a:lnTo>
                  <a:pt x="10151" y="3960"/>
                </a:lnTo>
                <a:lnTo>
                  <a:pt x="10151" y="3897"/>
                </a:lnTo>
                <a:lnTo>
                  <a:pt x="10150" y="3833"/>
                </a:lnTo>
                <a:lnTo>
                  <a:pt x="10147" y="3769"/>
                </a:lnTo>
                <a:lnTo>
                  <a:pt x="10142" y="3705"/>
                </a:lnTo>
                <a:lnTo>
                  <a:pt x="10135" y="3641"/>
                </a:lnTo>
                <a:lnTo>
                  <a:pt x="10130" y="3605"/>
                </a:lnTo>
                <a:lnTo>
                  <a:pt x="10126" y="3577"/>
                </a:lnTo>
                <a:lnTo>
                  <a:pt x="10115" y="3513"/>
                </a:lnTo>
                <a:lnTo>
                  <a:pt x="10102" y="3449"/>
                </a:lnTo>
                <a:lnTo>
                  <a:pt x="10087" y="3385"/>
                </a:lnTo>
                <a:lnTo>
                  <a:pt x="10069" y="3322"/>
                </a:lnTo>
                <a:lnTo>
                  <a:pt x="10064" y="3305"/>
                </a:lnTo>
                <a:lnTo>
                  <a:pt x="10049" y="3258"/>
                </a:lnTo>
                <a:lnTo>
                  <a:pt x="10026" y="3194"/>
                </a:lnTo>
                <a:lnTo>
                  <a:pt x="10000" y="3130"/>
                </a:lnTo>
                <a:lnTo>
                  <a:pt x="9997" y="3123"/>
                </a:lnTo>
                <a:lnTo>
                  <a:pt x="9972" y="3065"/>
                </a:lnTo>
                <a:lnTo>
                  <a:pt x="9941" y="3001"/>
                </a:lnTo>
                <a:lnTo>
                  <a:pt x="9931" y="2983"/>
                </a:lnTo>
                <a:lnTo>
                  <a:pt x="9906" y="2937"/>
                </a:lnTo>
                <a:lnTo>
                  <a:pt x="9868" y="2873"/>
                </a:lnTo>
                <a:lnTo>
                  <a:pt x="9865" y="2868"/>
                </a:lnTo>
                <a:lnTo>
                  <a:pt x="9827" y="2810"/>
                </a:lnTo>
                <a:lnTo>
                  <a:pt x="9798" y="2770"/>
                </a:lnTo>
                <a:lnTo>
                  <a:pt x="9781" y="2746"/>
                </a:lnTo>
                <a:lnTo>
                  <a:pt x="9732" y="2683"/>
                </a:lnTo>
                <a:lnTo>
                  <a:pt x="9731" y="2682"/>
                </a:lnTo>
                <a:lnTo>
                  <a:pt x="9677" y="2618"/>
                </a:lnTo>
                <a:lnTo>
                  <a:pt x="9665" y="2605"/>
                </a:lnTo>
                <a:lnTo>
                  <a:pt x="9618" y="2554"/>
                </a:lnTo>
                <a:lnTo>
                  <a:pt x="9599" y="2535"/>
                </a:lnTo>
                <a:lnTo>
                  <a:pt x="9554" y="2490"/>
                </a:lnTo>
                <a:lnTo>
                  <a:pt x="9533" y="2470"/>
                </a:lnTo>
                <a:lnTo>
                  <a:pt x="9485" y="2426"/>
                </a:lnTo>
                <a:lnTo>
                  <a:pt x="9466" y="2409"/>
                </a:lnTo>
                <a:lnTo>
                  <a:pt x="9412" y="2362"/>
                </a:lnTo>
                <a:lnTo>
                  <a:pt x="9400" y="2353"/>
                </a:lnTo>
                <a:lnTo>
                  <a:pt x="9334" y="2299"/>
                </a:lnTo>
                <a:lnTo>
                  <a:pt x="9334" y="2298"/>
                </a:lnTo>
                <a:lnTo>
                  <a:pt x="9267" y="2246"/>
                </a:lnTo>
                <a:lnTo>
                  <a:pt x="9252" y="2235"/>
                </a:lnTo>
                <a:lnTo>
                  <a:pt x="9201" y="2195"/>
                </a:lnTo>
                <a:lnTo>
                  <a:pt x="9168" y="2171"/>
                </a:lnTo>
                <a:lnTo>
                  <a:pt x="9135" y="2145"/>
                </a:lnTo>
                <a:lnTo>
                  <a:pt x="9084" y="2107"/>
                </a:lnTo>
                <a:lnTo>
                  <a:pt x="9068" y="2095"/>
                </a:lnTo>
                <a:lnTo>
                  <a:pt x="9002" y="2044"/>
                </a:lnTo>
                <a:lnTo>
                  <a:pt x="9000" y="2043"/>
                </a:lnTo>
                <a:lnTo>
                  <a:pt x="8936" y="1992"/>
                </a:lnTo>
                <a:lnTo>
                  <a:pt x="8920" y="1979"/>
                </a:lnTo>
                <a:lnTo>
                  <a:pt x="8869" y="1937"/>
                </a:lnTo>
                <a:lnTo>
                  <a:pt x="8843" y="1915"/>
                </a:lnTo>
                <a:lnTo>
                  <a:pt x="8803" y="1880"/>
                </a:lnTo>
                <a:lnTo>
                  <a:pt x="8771" y="1851"/>
                </a:lnTo>
                <a:lnTo>
                  <a:pt x="8736" y="1819"/>
                </a:lnTo>
                <a:lnTo>
                  <a:pt x="8704" y="1787"/>
                </a:lnTo>
                <a:lnTo>
                  <a:pt x="8670" y="1753"/>
                </a:lnTo>
                <a:lnTo>
                  <a:pt x="8641" y="1724"/>
                </a:lnTo>
                <a:lnTo>
                  <a:pt x="8604" y="1683"/>
                </a:lnTo>
                <a:lnTo>
                  <a:pt x="8583" y="1660"/>
                </a:lnTo>
                <a:lnTo>
                  <a:pt x="8537" y="1607"/>
                </a:lnTo>
                <a:lnTo>
                  <a:pt x="8528" y="1596"/>
                </a:lnTo>
                <a:lnTo>
                  <a:pt x="8476" y="1532"/>
                </a:lnTo>
                <a:lnTo>
                  <a:pt x="8471" y="1526"/>
                </a:lnTo>
                <a:lnTo>
                  <a:pt x="8426" y="1468"/>
                </a:lnTo>
                <a:lnTo>
                  <a:pt x="8405" y="1440"/>
                </a:lnTo>
                <a:lnTo>
                  <a:pt x="8378" y="1404"/>
                </a:lnTo>
                <a:lnTo>
                  <a:pt x="8338" y="1352"/>
                </a:lnTo>
                <a:lnTo>
                  <a:pt x="8330" y="1340"/>
                </a:lnTo>
                <a:lnTo>
                  <a:pt x="8283" y="1276"/>
                </a:lnTo>
                <a:lnTo>
                  <a:pt x="8272" y="1262"/>
                </a:lnTo>
                <a:lnTo>
                  <a:pt x="8236" y="1212"/>
                </a:lnTo>
                <a:lnTo>
                  <a:pt x="8206" y="1172"/>
                </a:lnTo>
                <a:lnTo>
                  <a:pt x="8188" y="1149"/>
                </a:lnTo>
                <a:lnTo>
                  <a:pt x="8139" y="1086"/>
                </a:lnTo>
                <a:lnTo>
                  <a:pt x="8138" y="1085"/>
                </a:lnTo>
                <a:lnTo>
                  <a:pt x="8088" y="1021"/>
                </a:lnTo>
                <a:lnTo>
                  <a:pt x="8073" y="1003"/>
                </a:lnTo>
                <a:lnTo>
                  <a:pt x="8034" y="957"/>
                </a:lnTo>
                <a:lnTo>
                  <a:pt x="8007" y="925"/>
                </a:lnTo>
                <a:lnTo>
                  <a:pt x="7978" y="893"/>
                </a:lnTo>
                <a:lnTo>
                  <a:pt x="7940" y="852"/>
                </a:lnTo>
                <a:lnTo>
                  <a:pt x="7919" y="829"/>
                </a:lnTo>
                <a:lnTo>
                  <a:pt x="7874" y="784"/>
                </a:lnTo>
                <a:lnTo>
                  <a:pt x="7855" y="765"/>
                </a:lnTo>
                <a:lnTo>
                  <a:pt x="7807" y="721"/>
                </a:lnTo>
                <a:lnTo>
                  <a:pt x="7786" y="701"/>
                </a:lnTo>
                <a:lnTo>
                  <a:pt x="7741" y="663"/>
                </a:lnTo>
                <a:lnTo>
                  <a:pt x="7711" y="638"/>
                </a:lnTo>
                <a:lnTo>
                  <a:pt x="7675" y="609"/>
                </a:lnTo>
                <a:lnTo>
                  <a:pt x="7628" y="574"/>
                </a:lnTo>
                <a:lnTo>
                  <a:pt x="7608" y="559"/>
                </a:lnTo>
                <a:lnTo>
                  <a:pt x="7542" y="513"/>
                </a:lnTo>
                <a:lnTo>
                  <a:pt x="7537" y="510"/>
                </a:lnTo>
                <a:lnTo>
                  <a:pt x="7476" y="470"/>
                </a:lnTo>
                <a:lnTo>
                  <a:pt x="7435" y="446"/>
                </a:lnTo>
                <a:lnTo>
                  <a:pt x="7409" y="431"/>
                </a:lnTo>
                <a:lnTo>
                  <a:pt x="7343" y="394"/>
                </a:lnTo>
                <a:lnTo>
                  <a:pt x="7319" y="382"/>
                </a:lnTo>
                <a:lnTo>
                  <a:pt x="7277" y="360"/>
                </a:lnTo>
                <a:lnTo>
                  <a:pt x="7210" y="329"/>
                </a:lnTo>
                <a:lnTo>
                  <a:pt x="7186" y="318"/>
                </a:lnTo>
                <a:lnTo>
                  <a:pt x="7144" y="299"/>
                </a:lnTo>
                <a:lnTo>
                  <a:pt x="7078" y="272"/>
                </a:lnTo>
                <a:lnTo>
                  <a:pt x="7029" y="254"/>
                </a:lnTo>
                <a:lnTo>
                  <a:pt x="7011" y="247"/>
                </a:lnTo>
                <a:lnTo>
                  <a:pt x="6945" y="224"/>
                </a:lnTo>
                <a:lnTo>
                  <a:pt x="6878" y="202"/>
                </a:lnTo>
                <a:lnTo>
                  <a:pt x="6839" y="190"/>
                </a:lnTo>
                <a:lnTo>
                  <a:pt x="6812" y="182"/>
                </a:lnTo>
                <a:lnTo>
                  <a:pt x="6746" y="163"/>
                </a:lnTo>
                <a:lnTo>
                  <a:pt x="6679" y="146"/>
                </a:lnTo>
                <a:lnTo>
                  <a:pt x="6613" y="130"/>
                </a:lnTo>
                <a:lnTo>
                  <a:pt x="6596" y="126"/>
                </a:lnTo>
                <a:lnTo>
                  <a:pt x="6547" y="115"/>
                </a:lnTo>
                <a:lnTo>
                  <a:pt x="6480" y="101"/>
                </a:lnTo>
                <a:lnTo>
                  <a:pt x="6414" y="89"/>
                </a:lnTo>
                <a:lnTo>
                  <a:pt x="6348" y="77"/>
                </a:lnTo>
                <a:lnTo>
                  <a:pt x="6281" y="67"/>
                </a:lnTo>
                <a:lnTo>
                  <a:pt x="6254" y="63"/>
                </a:lnTo>
                <a:lnTo>
                  <a:pt x="6215" y="57"/>
                </a:lnTo>
                <a:lnTo>
                  <a:pt x="6149" y="47"/>
                </a:lnTo>
                <a:lnTo>
                  <a:pt x="6082" y="39"/>
                </a:lnTo>
                <a:lnTo>
                  <a:pt x="6016" y="32"/>
                </a:lnTo>
                <a:lnTo>
                  <a:pt x="5949" y="25"/>
                </a:lnTo>
                <a:lnTo>
                  <a:pt x="5883" y="19"/>
                </a:lnTo>
                <a:lnTo>
                  <a:pt x="5817" y="14"/>
                </a:lnTo>
                <a:lnTo>
                  <a:pt x="5750" y="10"/>
                </a:lnTo>
                <a:lnTo>
                  <a:pt x="5684" y="7"/>
                </a:lnTo>
                <a:lnTo>
                  <a:pt x="5618" y="4"/>
                </a:lnTo>
                <a:lnTo>
                  <a:pt x="5551" y="2"/>
                </a:lnTo>
                <a:lnTo>
                  <a:pt x="5485" y="0"/>
                </a:lnTo>
                <a:lnTo>
                  <a:pt x="5419" y="0"/>
                </a:lnTo>
                <a:lnTo>
                  <a:pt x="5352" y="0"/>
                </a:lnTo>
                <a:lnTo>
                  <a:pt x="5286" y="0"/>
                </a:lnTo>
                <a:lnTo>
                  <a:pt x="5220" y="2"/>
                </a:lnTo>
                <a:lnTo>
                  <a:pt x="5153" y="4"/>
                </a:lnTo>
                <a:lnTo>
                  <a:pt x="5087" y="7"/>
                </a:lnTo>
                <a:lnTo>
                  <a:pt x="5020" y="11"/>
                </a:lnTo>
                <a:lnTo>
                  <a:pt x="4954" y="15"/>
                </a:lnTo>
                <a:lnTo>
                  <a:pt x="4888" y="20"/>
                </a:lnTo>
                <a:lnTo>
                  <a:pt x="4821" y="26"/>
                </a:lnTo>
                <a:lnTo>
                  <a:pt x="4755" y="33"/>
                </a:lnTo>
                <a:lnTo>
                  <a:pt x="4689" y="40"/>
                </a:lnTo>
                <a:lnTo>
                  <a:pt x="4622" y="48"/>
                </a:lnTo>
                <a:lnTo>
                  <a:pt x="4556" y="57"/>
                </a:lnTo>
                <a:lnTo>
                  <a:pt x="4518" y="63"/>
                </a:lnTo>
                <a:lnTo>
                  <a:pt x="4490" y="67"/>
                </a:lnTo>
                <a:lnTo>
                  <a:pt x="4423" y="76"/>
                </a:lnTo>
                <a:lnTo>
                  <a:pt x="4357" y="87"/>
                </a:lnTo>
                <a:lnTo>
                  <a:pt x="4291" y="98"/>
                </a:lnTo>
                <a:lnTo>
                  <a:pt x="4224" y="110"/>
                </a:lnTo>
                <a:lnTo>
                  <a:pt x="4158" y="122"/>
                </a:lnTo>
                <a:lnTo>
                  <a:pt x="4137" y="126"/>
                </a:lnTo>
                <a:lnTo>
                  <a:pt x="4091" y="135"/>
                </a:lnTo>
                <a:lnTo>
                  <a:pt x="4025" y="148"/>
                </a:lnTo>
                <a:lnTo>
                  <a:pt x="3959" y="162"/>
                </a:lnTo>
                <a:lnTo>
                  <a:pt x="3892" y="176"/>
                </a:lnTo>
                <a:lnTo>
                  <a:pt x="3828" y="190"/>
                </a:lnTo>
                <a:lnTo>
                  <a:pt x="3826" y="191"/>
                </a:lnTo>
                <a:lnTo>
                  <a:pt x="3760" y="205"/>
                </a:lnTo>
                <a:lnTo>
                  <a:pt x="3693" y="220"/>
                </a:lnTo>
                <a:lnTo>
                  <a:pt x="3627" y="236"/>
                </a:lnTo>
                <a:lnTo>
                  <a:pt x="3561" y="252"/>
                </a:lnTo>
                <a:lnTo>
                  <a:pt x="3551" y="254"/>
                </a:lnTo>
                <a:lnTo>
                  <a:pt x="3494" y="268"/>
                </a:lnTo>
                <a:lnTo>
                  <a:pt x="3428" y="284"/>
                </a:lnTo>
                <a:lnTo>
                  <a:pt x="3362" y="301"/>
                </a:lnTo>
                <a:lnTo>
                  <a:pt x="3295" y="318"/>
                </a:lnTo>
                <a:lnTo>
                  <a:pt x="3229" y="335"/>
                </a:lnTo>
                <a:lnTo>
                  <a:pt x="3162" y="353"/>
                </a:lnTo>
                <a:lnTo>
                  <a:pt x="3096" y="371"/>
                </a:lnTo>
                <a:lnTo>
                  <a:pt x="3057" y="382"/>
                </a:lnTo>
                <a:lnTo>
                  <a:pt x="3030" y="389"/>
                </a:lnTo>
                <a:lnTo>
                  <a:pt x="2963" y="408"/>
                </a:lnTo>
                <a:lnTo>
                  <a:pt x="2897" y="428"/>
                </a:lnTo>
                <a:lnTo>
                  <a:pt x="2838" y="446"/>
                </a:lnTo>
                <a:lnTo>
                  <a:pt x="2831" y="448"/>
                </a:lnTo>
                <a:lnTo>
                  <a:pt x="2764" y="469"/>
                </a:lnTo>
                <a:lnTo>
                  <a:pt x="2698" y="490"/>
                </a:lnTo>
                <a:lnTo>
                  <a:pt x="2641" y="510"/>
                </a:lnTo>
                <a:lnTo>
                  <a:pt x="2632" y="513"/>
                </a:lnTo>
                <a:lnTo>
                  <a:pt x="2565" y="536"/>
                </a:lnTo>
                <a:lnTo>
                  <a:pt x="2499" y="560"/>
                </a:lnTo>
                <a:lnTo>
                  <a:pt x="2463" y="574"/>
                </a:lnTo>
                <a:lnTo>
                  <a:pt x="2433" y="585"/>
                </a:lnTo>
                <a:lnTo>
                  <a:pt x="2366" y="611"/>
                </a:lnTo>
                <a:lnTo>
                  <a:pt x="2304" y="638"/>
                </a:lnTo>
                <a:lnTo>
                  <a:pt x="2300" y="639"/>
                </a:lnTo>
                <a:lnTo>
                  <a:pt x="2234" y="668"/>
                </a:lnTo>
                <a:lnTo>
                  <a:pt x="2167" y="699"/>
                </a:lnTo>
                <a:lnTo>
                  <a:pt x="2161" y="701"/>
                </a:lnTo>
                <a:lnTo>
                  <a:pt x="2101" y="730"/>
                </a:lnTo>
                <a:lnTo>
                  <a:pt x="2034" y="764"/>
                </a:lnTo>
                <a:lnTo>
                  <a:pt x="2032" y="765"/>
                </a:lnTo>
                <a:lnTo>
                  <a:pt x="1968" y="799"/>
                </a:lnTo>
                <a:lnTo>
                  <a:pt x="1914" y="829"/>
                </a:lnTo>
                <a:lnTo>
                  <a:pt x="1902" y="836"/>
                </a:lnTo>
                <a:lnTo>
                  <a:pt x="1835" y="875"/>
                </a:lnTo>
                <a:lnTo>
                  <a:pt x="1807" y="893"/>
                </a:lnTo>
                <a:lnTo>
                  <a:pt x="1769" y="916"/>
                </a:lnTo>
                <a:lnTo>
                  <a:pt x="1708" y="957"/>
                </a:lnTo>
                <a:lnTo>
                  <a:pt x="1703" y="960"/>
                </a:lnTo>
                <a:lnTo>
                  <a:pt x="1636" y="1006"/>
                </a:lnTo>
                <a:lnTo>
                  <a:pt x="1616" y="1021"/>
                </a:lnTo>
                <a:lnTo>
                  <a:pt x="1570" y="1055"/>
                </a:lnTo>
                <a:lnTo>
                  <a:pt x="1531" y="1085"/>
                </a:lnTo>
                <a:lnTo>
                  <a:pt x="1504" y="1106"/>
                </a:lnTo>
                <a:lnTo>
                  <a:pt x="1451" y="1149"/>
                </a:lnTo>
                <a:lnTo>
                  <a:pt x="1437" y="1160"/>
                </a:lnTo>
                <a:lnTo>
                  <a:pt x="1377" y="1212"/>
                </a:lnTo>
                <a:lnTo>
                  <a:pt x="1371" y="1218"/>
                </a:lnTo>
                <a:lnTo>
                  <a:pt x="1307" y="1276"/>
                </a:lnTo>
                <a:lnTo>
                  <a:pt x="1304" y="1280"/>
                </a:lnTo>
                <a:lnTo>
                  <a:pt x="1242" y="1340"/>
                </a:lnTo>
                <a:lnTo>
                  <a:pt x="1237" y="1345"/>
                </a:lnTo>
                <a:lnTo>
                  <a:pt x="1181" y="1404"/>
                </a:lnTo>
                <a:lnTo>
                  <a:pt x="1171" y="1415"/>
                </a:lnTo>
                <a:lnTo>
                  <a:pt x="1124" y="1468"/>
                </a:lnTo>
                <a:lnTo>
                  <a:pt x="1104" y="1490"/>
                </a:lnTo>
                <a:lnTo>
                  <a:pt x="1070" y="1532"/>
                </a:lnTo>
                <a:lnTo>
                  <a:pt x="1038" y="1572"/>
                </a:lnTo>
                <a:lnTo>
                  <a:pt x="1019" y="1596"/>
                </a:lnTo>
                <a:lnTo>
                  <a:pt x="972" y="1660"/>
                </a:lnTo>
                <a:lnTo>
                  <a:pt x="927" y="1724"/>
                </a:lnTo>
                <a:lnTo>
                  <a:pt x="905" y="1756"/>
                </a:lnTo>
                <a:lnTo>
                  <a:pt x="885" y="1787"/>
                </a:lnTo>
                <a:lnTo>
                  <a:pt x="846" y="1851"/>
                </a:lnTo>
                <a:lnTo>
                  <a:pt x="839" y="1863"/>
                </a:lnTo>
                <a:lnTo>
                  <a:pt x="809" y="1915"/>
                </a:lnTo>
                <a:lnTo>
                  <a:pt x="775" y="1979"/>
                </a:lnTo>
                <a:lnTo>
                  <a:pt x="773" y="1984"/>
                </a:lnTo>
                <a:lnTo>
                  <a:pt x="743" y="2043"/>
                </a:lnTo>
                <a:lnTo>
                  <a:pt x="714" y="2107"/>
                </a:lnTo>
                <a:lnTo>
                  <a:pt x="706" y="2125"/>
                </a:lnTo>
                <a:lnTo>
                  <a:pt x="687" y="2171"/>
                </a:lnTo>
                <a:lnTo>
                  <a:pt x="662" y="2235"/>
                </a:lnTo>
                <a:lnTo>
                  <a:pt x="640" y="2298"/>
                </a:lnTo>
                <a:lnTo>
                  <a:pt x="619" y="2362"/>
                </a:lnTo>
                <a:lnTo>
                  <a:pt x="601" y="2426"/>
                </a:lnTo>
                <a:lnTo>
                  <a:pt x="586" y="2490"/>
                </a:lnTo>
                <a:lnTo>
                  <a:pt x="574" y="2548"/>
                </a:lnTo>
                <a:lnTo>
                  <a:pt x="572" y="2554"/>
                </a:lnTo>
                <a:lnTo>
                  <a:pt x="561" y="2618"/>
                </a:lnTo>
                <a:lnTo>
                  <a:pt x="551" y="2682"/>
                </a:lnTo>
                <a:lnTo>
                  <a:pt x="544" y="2746"/>
                </a:lnTo>
                <a:lnTo>
                  <a:pt x="540" y="2810"/>
                </a:lnTo>
                <a:lnTo>
                  <a:pt x="537" y="2873"/>
                </a:lnTo>
                <a:lnTo>
                  <a:pt x="537" y="2937"/>
                </a:lnTo>
                <a:lnTo>
                  <a:pt x="540" y="3001"/>
                </a:lnTo>
                <a:lnTo>
                  <a:pt x="544" y="3065"/>
                </a:lnTo>
                <a:lnTo>
                  <a:pt x="552" y="3130"/>
                </a:lnTo>
                <a:lnTo>
                  <a:pt x="561" y="3194"/>
                </a:lnTo>
                <a:lnTo>
                  <a:pt x="574" y="3257"/>
                </a:lnTo>
                <a:lnTo>
                  <a:pt x="574" y="3258"/>
                </a:lnTo>
                <a:lnTo>
                  <a:pt x="588" y="3322"/>
                </a:lnTo>
                <a:lnTo>
                  <a:pt x="605" y="3385"/>
                </a:lnTo>
                <a:lnTo>
                  <a:pt x="625" y="3449"/>
                </a:lnTo>
                <a:lnTo>
                  <a:pt x="640" y="3492"/>
                </a:lnTo>
                <a:lnTo>
                  <a:pt x="647" y="3513"/>
                </a:lnTo>
                <a:lnTo>
                  <a:pt x="671" y="3577"/>
                </a:lnTo>
                <a:lnTo>
                  <a:pt x="698" y="3641"/>
                </a:lnTo>
                <a:lnTo>
                  <a:pt x="706" y="3661"/>
                </a:lnTo>
                <a:lnTo>
                  <a:pt x="726" y="3705"/>
                </a:lnTo>
                <a:lnTo>
                  <a:pt x="755" y="3769"/>
                </a:lnTo>
                <a:lnTo>
                  <a:pt x="773" y="3807"/>
                </a:lnTo>
                <a:lnTo>
                  <a:pt x="785" y="3833"/>
                </a:lnTo>
                <a:lnTo>
                  <a:pt x="814" y="3897"/>
                </a:lnTo>
                <a:lnTo>
                  <a:pt x="839" y="3951"/>
                </a:lnTo>
                <a:lnTo>
                  <a:pt x="843" y="3960"/>
                </a:lnTo>
                <a:lnTo>
                  <a:pt x="870" y="4024"/>
                </a:lnTo>
                <a:lnTo>
                  <a:pt x="894" y="4088"/>
                </a:lnTo>
                <a:lnTo>
                  <a:pt x="905" y="4122"/>
                </a:lnTo>
                <a:lnTo>
                  <a:pt x="915" y="4152"/>
                </a:lnTo>
                <a:lnTo>
                  <a:pt x="931" y="4216"/>
                </a:lnTo>
                <a:lnTo>
                  <a:pt x="942" y="4280"/>
                </a:lnTo>
                <a:lnTo>
                  <a:pt x="949" y="4344"/>
                </a:lnTo>
                <a:lnTo>
                  <a:pt x="951" y="4408"/>
                </a:lnTo>
                <a:lnTo>
                  <a:pt x="947" y="4471"/>
                </a:lnTo>
                <a:lnTo>
                  <a:pt x="939" y="4535"/>
                </a:lnTo>
                <a:lnTo>
                  <a:pt x="927" y="4599"/>
                </a:lnTo>
                <a:lnTo>
                  <a:pt x="911" y="4663"/>
                </a:lnTo>
                <a:lnTo>
                  <a:pt x="905" y="4683"/>
                </a:lnTo>
                <a:lnTo>
                  <a:pt x="892" y="4727"/>
                </a:lnTo>
                <a:lnTo>
                  <a:pt x="869" y="4791"/>
                </a:lnTo>
                <a:lnTo>
                  <a:pt x="845" y="4855"/>
                </a:lnTo>
                <a:lnTo>
                  <a:pt x="839" y="4869"/>
                </a:lnTo>
                <a:lnTo>
                  <a:pt x="818" y="4919"/>
                </a:lnTo>
                <a:lnTo>
                  <a:pt x="789" y="4983"/>
                </a:lnTo>
                <a:lnTo>
                  <a:pt x="773" y="5018"/>
                </a:lnTo>
                <a:lnTo>
                  <a:pt x="759" y="5046"/>
                </a:lnTo>
                <a:lnTo>
                  <a:pt x="728" y="5110"/>
                </a:lnTo>
                <a:lnTo>
                  <a:pt x="706" y="5154"/>
                </a:lnTo>
                <a:lnTo>
                  <a:pt x="696" y="5174"/>
                </a:lnTo>
                <a:lnTo>
                  <a:pt x="663" y="5238"/>
                </a:lnTo>
                <a:lnTo>
                  <a:pt x="640" y="5284"/>
                </a:lnTo>
                <a:lnTo>
                  <a:pt x="631" y="5302"/>
                </a:lnTo>
                <a:lnTo>
                  <a:pt x="598" y="5366"/>
                </a:lnTo>
                <a:lnTo>
                  <a:pt x="574" y="5413"/>
                </a:lnTo>
                <a:lnTo>
                  <a:pt x="565" y="5430"/>
                </a:lnTo>
                <a:lnTo>
                  <a:pt x="532" y="5494"/>
                </a:lnTo>
                <a:lnTo>
                  <a:pt x="507" y="5543"/>
                </a:lnTo>
                <a:lnTo>
                  <a:pt x="500" y="5558"/>
                </a:lnTo>
                <a:lnTo>
                  <a:pt x="467" y="5621"/>
                </a:lnTo>
                <a:lnTo>
                  <a:pt x="441" y="5677"/>
                </a:lnTo>
                <a:lnTo>
                  <a:pt x="437" y="5685"/>
                </a:lnTo>
                <a:lnTo>
                  <a:pt x="405" y="5749"/>
                </a:lnTo>
                <a:lnTo>
                  <a:pt x="376" y="5813"/>
                </a:lnTo>
                <a:lnTo>
                  <a:pt x="375" y="5817"/>
                </a:lnTo>
                <a:lnTo>
                  <a:pt x="346" y="5877"/>
                </a:lnTo>
                <a:lnTo>
                  <a:pt x="318" y="5941"/>
                </a:lnTo>
                <a:lnTo>
                  <a:pt x="308" y="5966"/>
                </a:lnTo>
                <a:lnTo>
                  <a:pt x="291" y="6005"/>
                </a:lnTo>
                <a:lnTo>
                  <a:pt x="265" y="6069"/>
                </a:lnTo>
                <a:lnTo>
                  <a:pt x="242" y="6128"/>
                </a:lnTo>
                <a:lnTo>
                  <a:pt x="240" y="6132"/>
                </a:lnTo>
                <a:lnTo>
                  <a:pt x="215" y="6196"/>
                </a:lnTo>
                <a:lnTo>
                  <a:pt x="192" y="6260"/>
                </a:lnTo>
                <a:lnTo>
                  <a:pt x="175" y="6311"/>
                </a:lnTo>
                <a:lnTo>
                  <a:pt x="171" y="6324"/>
                </a:lnTo>
                <a:lnTo>
                  <a:pt x="150" y="6388"/>
                </a:lnTo>
                <a:lnTo>
                  <a:pt x="130" y="6452"/>
                </a:lnTo>
                <a:lnTo>
                  <a:pt x="113" y="6516"/>
                </a:lnTo>
                <a:lnTo>
                  <a:pt x="109" y="6530"/>
                </a:lnTo>
                <a:lnTo>
                  <a:pt x="96" y="6580"/>
                </a:lnTo>
                <a:lnTo>
                  <a:pt x="80" y="6644"/>
                </a:lnTo>
                <a:lnTo>
                  <a:pt x="65" y="6707"/>
                </a:lnTo>
                <a:lnTo>
                  <a:pt x="53" y="6771"/>
                </a:lnTo>
                <a:lnTo>
                  <a:pt x="43" y="6829"/>
                </a:lnTo>
                <a:lnTo>
                  <a:pt x="42" y="6835"/>
                </a:lnTo>
                <a:lnTo>
                  <a:pt x="31" y="6899"/>
                </a:lnTo>
                <a:lnTo>
                  <a:pt x="22" y="6963"/>
                </a:lnTo>
                <a:lnTo>
                  <a:pt x="15" y="7027"/>
                </a:lnTo>
                <a:lnTo>
                  <a:pt x="9" y="7091"/>
                </a:lnTo>
                <a:lnTo>
                  <a:pt x="4" y="7155"/>
                </a:lnTo>
                <a:lnTo>
                  <a:pt x="1" y="7218"/>
                </a:lnTo>
                <a:lnTo>
                  <a:pt x="0" y="7282"/>
                </a:lnTo>
                <a:lnTo>
                  <a:pt x="0" y="7346"/>
                </a:lnTo>
                <a:lnTo>
                  <a:pt x="2" y="7410"/>
                </a:lnTo>
                <a:lnTo>
                  <a:pt x="6" y="7474"/>
                </a:lnTo>
                <a:lnTo>
                  <a:pt x="11" y="7538"/>
                </a:lnTo>
                <a:lnTo>
                  <a:pt x="18" y="7602"/>
                </a:lnTo>
                <a:lnTo>
                  <a:pt x="27" y="7666"/>
                </a:lnTo>
                <a:lnTo>
                  <a:pt x="38" y="7730"/>
                </a:lnTo>
                <a:lnTo>
                  <a:pt x="43" y="7755"/>
                </a:lnTo>
                <a:lnTo>
                  <a:pt x="50" y="7793"/>
                </a:lnTo>
                <a:lnTo>
                  <a:pt x="64" y="7857"/>
                </a:lnTo>
                <a:lnTo>
                  <a:pt x="81" y="7921"/>
                </a:lnTo>
                <a:lnTo>
                  <a:pt x="99" y="7985"/>
                </a:lnTo>
                <a:lnTo>
                  <a:pt x="109" y="8014"/>
                </a:lnTo>
                <a:lnTo>
                  <a:pt x="120" y="8049"/>
                </a:lnTo>
                <a:lnTo>
                  <a:pt x="143" y="8113"/>
                </a:lnTo>
                <a:lnTo>
                  <a:pt x="168" y="8177"/>
                </a:lnTo>
                <a:lnTo>
                  <a:pt x="175" y="8193"/>
                </a:lnTo>
                <a:lnTo>
                  <a:pt x="196" y="8241"/>
                </a:lnTo>
                <a:lnTo>
                  <a:pt x="226" y="8304"/>
                </a:lnTo>
                <a:lnTo>
                  <a:pt x="242" y="8335"/>
                </a:lnTo>
                <a:lnTo>
                  <a:pt x="259" y="8368"/>
                </a:lnTo>
                <a:lnTo>
                  <a:pt x="295" y="8432"/>
                </a:lnTo>
                <a:lnTo>
                  <a:pt x="308" y="8454"/>
                </a:lnTo>
                <a:lnTo>
                  <a:pt x="334" y="8496"/>
                </a:lnTo>
                <a:lnTo>
                  <a:pt x="375" y="8558"/>
                </a:lnTo>
                <a:lnTo>
                  <a:pt x="376" y="8560"/>
                </a:lnTo>
                <a:lnTo>
                  <a:pt x="421" y="8624"/>
                </a:lnTo>
                <a:lnTo>
                  <a:pt x="441" y="8651"/>
                </a:lnTo>
                <a:lnTo>
                  <a:pt x="469" y="8688"/>
                </a:lnTo>
                <a:lnTo>
                  <a:pt x="507" y="8734"/>
                </a:lnTo>
                <a:lnTo>
                  <a:pt x="522" y="8752"/>
                </a:lnTo>
                <a:lnTo>
                  <a:pt x="574" y="8810"/>
                </a:lnTo>
                <a:lnTo>
                  <a:pt x="579" y="8816"/>
                </a:lnTo>
                <a:lnTo>
                  <a:pt x="639" y="8879"/>
                </a:lnTo>
                <a:lnTo>
                  <a:pt x="640" y="8880"/>
                </a:lnTo>
                <a:lnTo>
                  <a:pt x="705" y="8943"/>
                </a:lnTo>
                <a:lnTo>
                  <a:pt x="706" y="8944"/>
                </a:lnTo>
                <a:lnTo>
                  <a:pt x="773" y="9004"/>
                </a:lnTo>
                <a:lnTo>
                  <a:pt x="776" y="9007"/>
                </a:lnTo>
                <a:lnTo>
                  <a:pt x="839" y="9060"/>
                </a:lnTo>
                <a:lnTo>
                  <a:pt x="853" y="9071"/>
                </a:lnTo>
                <a:lnTo>
                  <a:pt x="905" y="9113"/>
                </a:lnTo>
                <a:lnTo>
                  <a:pt x="936" y="9135"/>
                </a:lnTo>
                <a:lnTo>
                  <a:pt x="972" y="9161"/>
                </a:lnTo>
                <a:lnTo>
                  <a:pt x="1026" y="9199"/>
                </a:lnTo>
                <a:lnTo>
                  <a:pt x="1038" y="9207"/>
                </a:lnTo>
                <a:lnTo>
                  <a:pt x="1104" y="9250"/>
                </a:lnTo>
                <a:lnTo>
                  <a:pt x="1125" y="9263"/>
                </a:lnTo>
                <a:lnTo>
                  <a:pt x="1171" y="9291"/>
                </a:lnTo>
                <a:lnTo>
                  <a:pt x="1234" y="9327"/>
                </a:lnTo>
                <a:lnTo>
                  <a:pt x="1237" y="9328"/>
                </a:lnTo>
                <a:lnTo>
                  <a:pt x="1304" y="9364"/>
                </a:lnTo>
                <a:lnTo>
                  <a:pt x="1356" y="9390"/>
                </a:lnTo>
                <a:lnTo>
                  <a:pt x="1371" y="9398"/>
                </a:lnTo>
                <a:lnTo>
                  <a:pt x="1437" y="9430"/>
                </a:lnTo>
                <a:lnTo>
                  <a:pt x="1493" y="9454"/>
                </a:lnTo>
                <a:lnTo>
                  <a:pt x="1504" y="9459"/>
                </a:lnTo>
                <a:lnTo>
                  <a:pt x="1570" y="9487"/>
                </a:lnTo>
                <a:lnTo>
                  <a:pt x="1636" y="9513"/>
                </a:lnTo>
                <a:lnTo>
                  <a:pt x="1651" y="9518"/>
                </a:lnTo>
                <a:lnTo>
                  <a:pt x="1703" y="9538"/>
                </a:lnTo>
                <a:lnTo>
                  <a:pt x="1769" y="9560"/>
                </a:lnTo>
                <a:lnTo>
                  <a:pt x="1835" y="9581"/>
                </a:lnTo>
                <a:lnTo>
                  <a:pt x="1838" y="9582"/>
                </a:lnTo>
                <a:lnTo>
                  <a:pt x="1902" y="9601"/>
                </a:lnTo>
                <a:lnTo>
                  <a:pt x="1968" y="9620"/>
                </a:lnTo>
                <a:lnTo>
                  <a:pt x="2034" y="9636"/>
                </a:lnTo>
                <a:lnTo>
                  <a:pt x="2077" y="9646"/>
                </a:lnTo>
                <a:lnTo>
                  <a:pt x="2101" y="9652"/>
                </a:lnTo>
                <a:lnTo>
                  <a:pt x="2167" y="9666"/>
                </a:lnTo>
                <a:lnTo>
                  <a:pt x="2234" y="9679"/>
                </a:lnTo>
                <a:lnTo>
                  <a:pt x="2300" y="9691"/>
                </a:lnTo>
                <a:lnTo>
                  <a:pt x="2366" y="9701"/>
                </a:lnTo>
                <a:lnTo>
                  <a:pt x="2429" y="9710"/>
                </a:lnTo>
                <a:lnTo>
                  <a:pt x="2433" y="9710"/>
                </a:lnTo>
                <a:close/>
              </a:path>
            </a:pathLst>
          </a:custGeom>
          <a:noFill/>
          <a:ln w="15120">
            <a:solidFill>
              <a:srgbClr val="c53e1f"/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803960" y="1181160"/>
            <a:ext cx="2618640" cy="2509560"/>
          </a:xfrm>
          <a:custGeom>
            <a:avLst/>
            <a:gdLst/>
            <a:ahLst/>
            <a:rect l="0" t="0" r="r" b="b"/>
            <a:pathLst>
              <a:path w="7274" h="6971">
                <a:moveTo>
                  <a:pt x="1556" y="6943"/>
                </a:moveTo>
                <a:lnTo>
                  <a:pt x="1622" y="6951"/>
                </a:lnTo>
                <a:lnTo>
                  <a:pt x="1688" y="6958"/>
                </a:lnTo>
                <a:lnTo>
                  <a:pt x="1755" y="6963"/>
                </a:lnTo>
                <a:lnTo>
                  <a:pt x="1821" y="6967"/>
                </a:lnTo>
                <a:lnTo>
                  <a:pt x="1887" y="6969"/>
                </a:lnTo>
                <a:lnTo>
                  <a:pt x="1954" y="6971"/>
                </a:lnTo>
                <a:lnTo>
                  <a:pt x="2020" y="6971"/>
                </a:lnTo>
                <a:lnTo>
                  <a:pt x="2087" y="6971"/>
                </a:lnTo>
                <a:lnTo>
                  <a:pt x="2153" y="6969"/>
                </a:lnTo>
                <a:lnTo>
                  <a:pt x="2219" y="6966"/>
                </a:lnTo>
                <a:lnTo>
                  <a:pt x="2286" y="6962"/>
                </a:lnTo>
                <a:lnTo>
                  <a:pt x="2352" y="6957"/>
                </a:lnTo>
                <a:lnTo>
                  <a:pt x="2418" y="6951"/>
                </a:lnTo>
                <a:lnTo>
                  <a:pt x="2485" y="6944"/>
                </a:lnTo>
                <a:lnTo>
                  <a:pt x="2527" y="6939"/>
                </a:lnTo>
                <a:lnTo>
                  <a:pt x="2551" y="6936"/>
                </a:lnTo>
                <a:lnTo>
                  <a:pt x="2617" y="6928"/>
                </a:lnTo>
                <a:lnTo>
                  <a:pt x="2684" y="6918"/>
                </a:lnTo>
                <a:lnTo>
                  <a:pt x="2750" y="6906"/>
                </a:lnTo>
                <a:lnTo>
                  <a:pt x="2816" y="6894"/>
                </a:lnTo>
                <a:lnTo>
                  <a:pt x="2883" y="6881"/>
                </a:lnTo>
                <a:lnTo>
                  <a:pt x="2908" y="6875"/>
                </a:lnTo>
                <a:lnTo>
                  <a:pt x="2949" y="6866"/>
                </a:lnTo>
                <a:lnTo>
                  <a:pt x="3016" y="6851"/>
                </a:lnTo>
                <a:lnTo>
                  <a:pt x="3082" y="6834"/>
                </a:lnTo>
                <a:lnTo>
                  <a:pt x="3148" y="6816"/>
                </a:lnTo>
                <a:lnTo>
                  <a:pt x="3162" y="6811"/>
                </a:lnTo>
                <a:lnTo>
                  <a:pt x="3215" y="6796"/>
                </a:lnTo>
                <a:lnTo>
                  <a:pt x="3281" y="6775"/>
                </a:lnTo>
                <a:lnTo>
                  <a:pt x="3347" y="6753"/>
                </a:lnTo>
                <a:lnTo>
                  <a:pt x="3362" y="6748"/>
                </a:lnTo>
                <a:lnTo>
                  <a:pt x="3414" y="6729"/>
                </a:lnTo>
                <a:lnTo>
                  <a:pt x="3480" y="6704"/>
                </a:lnTo>
                <a:lnTo>
                  <a:pt x="3529" y="6684"/>
                </a:lnTo>
                <a:lnTo>
                  <a:pt x="3546" y="6677"/>
                </a:lnTo>
                <a:lnTo>
                  <a:pt x="3613" y="6648"/>
                </a:lnTo>
                <a:lnTo>
                  <a:pt x="3675" y="6620"/>
                </a:lnTo>
                <a:lnTo>
                  <a:pt x="3679" y="6618"/>
                </a:lnTo>
                <a:lnTo>
                  <a:pt x="3745" y="6586"/>
                </a:lnTo>
                <a:lnTo>
                  <a:pt x="3805" y="6556"/>
                </a:lnTo>
                <a:lnTo>
                  <a:pt x="3812" y="6552"/>
                </a:lnTo>
                <a:lnTo>
                  <a:pt x="3878" y="6517"/>
                </a:lnTo>
                <a:lnTo>
                  <a:pt x="3922" y="6492"/>
                </a:lnTo>
                <a:lnTo>
                  <a:pt x="3945" y="6479"/>
                </a:lnTo>
                <a:lnTo>
                  <a:pt x="4011" y="6440"/>
                </a:lnTo>
                <a:lnTo>
                  <a:pt x="4030" y="6428"/>
                </a:lnTo>
                <a:lnTo>
                  <a:pt x="4077" y="6399"/>
                </a:lnTo>
                <a:lnTo>
                  <a:pt x="4130" y="6364"/>
                </a:lnTo>
                <a:lnTo>
                  <a:pt x="4144" y="6355"/>
                </a:lnTo>
                <a:lnTo>
                  <a:pt x="4210" y="6310"/>
                </a:lnTo>
                <a:lnTo>
                  <a:pt x="4224" y="6300"/>
                </a:lnTo>
                <a:lnTo>
                  <a:pt x="4276" y="6263"/>
                </a:lnTo>
                <a:lnTo>
                  <a:pt x="4311" y="6237"/>
                </a:lnTo>
                <a:lnTo>
                  <a:pt x="4343" y="6213"/>
                </a:lnTo>
                <a:lnTo>
                  <a:pt x="4394" y="6173"/>
                </a:lnTo>
                <a:lnTo>
                  <a:pt x="4409" y="6161"/>
                </a:lnTo>
                <a:lnTo>
                  <a:pt x="4473" y="6109"/>
                </a:lnTo>
                <a:lnTo>
                  <a:pt x="4475" y="6107"/>
                </a:lnTo>
                <a:lnTo>
                  <a:pt x="4542" y="6050"/>
                </a:lnTo>
                <a:lnTo>
                  <a:pt x="4548" y="6045"/>
                </a:lnTo>
                <a:lnTo>
                  <a:pt x="4608" y="5991"/>
                </a:lnTo>
                <a:lnTo>
                  <a:pt x="4620" y="5981"/>
                </a:lnTo>
                <a:lnTo>
                  <a:pt x="4674" y="5930"/>
                </a:lnTo>
                <a:lnTo>
                  <a:pt x="4688" y="5917"/>
                </a:lnTo>
                <a:lnTo>
                  <a:pt x="4741" y="5867"/>
                </a:lnTo>
                <a:lnTo>
                  <a:pt x="4755" y="5853"/>
                </a:lnTo>
                <a:lnTo>
                  <a:pt x="4807" y="5801"/>
                </a:lnTo>
                <a:lnTo>
                  <a:pt x="4819" y="5789"/>
                </a:lnTo>
                <a:lnTo>
                  <a:pt x="4874" y="5733"/>
                </a:lnTo>
                <a:lnTo>
                  <a:pt x="4881" y="5725"/>
                </a:lnTo>
                <a:lnTo>
                  <a:pt x="4940" y="5663"/>
                </a:lnTo>
                <a:lnTo>
                  <a:pt x="4942" y="5662"/>
                </a:lnTo>
                <a:lnTo>
                  <a:pt x="5001" y="5598"/>
                </a:lnTo>
                <a:lnTo>
                  <a:pt x="5006" y="5592"/>
                </a:lnTo>
                <a:lnTo>
                  <a:pt x="5059" y="5534"/>
                </a:lnTo>
                <a:lnTo>
                  <a:pt x="5073" y="5518"/>
                </a:lnTo>
                <a:lnTo>
                  <a:pt x="5116" y="5470"/>
                </a:lnTo>
                <a:lnTo>
                  <a:pt x="5139" y="5444"/>
                </a:lnTo>
                <a:lnTo>
                  <a:pt x="5172" y="5406"/>
                </a:lnTo>
                <a:lnTo>
                  <a:pt x="5205" y="5368"/>
                </a:lnTo>
                <a:lnTo>
                  <a:pt x="5228" y="5342"/>
                </a:lnTo>
                <a:lnTo>
                  <a:pt x="5272" y="5292"/>
                </a:lnTo>
                <a:lnTo>
                  <a:pt x="5284" y="5278"/>
                </a:lnTo>
                <a:lnTo>
                  <a:pt x="5338" y="5216"/>
                </a:lnTo>
                <a:lnTo>
                  <a:pt x="5339" y="5214"/>
                </a:lnTo>
                <a:lnTo>
                  <a:pt x="5395" y="5151"/>
                </a:lnTo>
                <a:lnTo>
                  <a:pt x="5404" y="5140"/>
                </a:lnTo>
                <a:lnTo>
                  <a:pt x="5451" y="5087"/>
                </a:lnTo>
                <a:lnTo>
                  <a:pt x="5471" y="5065"/>
                </a:lnTo>
                <a:lnTo>
                  <a:pt x="5508" y="5023"/>
                </a:lnTo>
                <a:lnTo>
                  <a:pt x="5537" y="4991"/>
                </a:lnTo>
                <a:lnTo>
                  <a:pt x="5566" y="4959"/>
                </a:lnTo>
                <a:lnTo>
                  <a:pt x="5603" y="4918"/>
                </a:lnTo>
                <a:lnTo>
                  <a:pt x="5625" y="4895"/>
                </a:lnTo>
                <a:lnTo>
                  <a:pt x="5670" y="4848"/>
                </a:lnTo>
                <a:lnTo>
                  <a:pt x="5686" y="4831"/>
                </a:lnTo>
                <a:lnTo>
                  <a:pt x="5736" y="4779"/>
                </a:lnTo>
                <a:lnTo>
                  <a:pt x="5748" y="4767"/>
                </a:lnTo>
                <a:lnTo>
                  <a:pt x="5803" y="4712"/>
                </a:lnTo>
                <a:lnTo>
                  <a:pt x="5811" y="4703"/>
                </a:lnTo>
                <a:lnTo>
                  <a:pt x="5869" y="4647"/>
                </a:lnTo>
                <a:lnTo>
                  <a:pt x="5877" y="4639"/>
                </a:lnTo>
                <a:lnTo>
                  <a:pt x="5936" y="4584"/>
                </a:lnTo>
                <a:lnTo>
                  <a:pt x="5945" y="4576"/>
                </a:lnTo>
                <a:lnTo>
                  <a:pt x="6003" y="4523"/>
                </a:lnTo>
                <a:lnTo>
                  <a:pt x="6015" y="4512"/>
                </a:lnTo>
                <a:lnTo>
                  <a:pt x="6069" y="4463"/>
                </a:lnTo>
                <a:lnTo>
                  <a:pt x="6086" y="4448"/>
                </a:lnTo>
                <a:lnTo>
                  <a:pt x="6135" y="4404"/>
                </a:lnTo>
                <a:lnTo>
                  <a:pt x="6159" y="4384"/>
                </a:lnTo>
                <a:lnTo>
                  <a:pt x="6202" y="4346"/>
                </a:lnTo>
                <a:lnTo>
                  <a:pt x="6232" y="4320"/>
                </a:lnTo>
                <a:lnTo>
                  <a:pt x="6268" y="4289"/>
                </a:lnTo>
                <a:lnTo>
                  <a:pt x="6307" y="4256"/>
                </a:lnTo>
                <a:lnTo>
                  <a:pt x="6334" y="4232"/>
                </a:lnTo>
                <a:lnTo>
                  <a:pt x="6381" y="4192"/>
                </a:lnTo>
                <a:lnTo>
                  <a:pt x="6401" y="4175"/>
                </a:lnTo>
                <a:lnTo>
                  <a:pt x="6455" y="4128"/>
                </a:lnTo>
                <a:lnTo>
                  <a:pt x="6467" y="4118"/>
                </a:lnTo>
                <a:lnTo>
                  <a:pt x="6527" y="4065"/>
                </a:lnTo>
                <a:lnTo>
                  <a:pt x="6533" y="4059"/>
                </a:lnTo>
                <a:lnTo>
                  <a:pt x="6598" y="4001"/>
                </a:lnTo>
                <a:lnTo>
                  <a:pt x="6600" y="3999"/>
                </a:lnTo>
                <a:lnTo>
                  <a:pt x="6666" y="3937"/>
                </a:lnTo>
                <a:lnTo>
                  <a:pt x="6667" y="3937"/>
                </a:lnTo>
                <a:lnTo>
                  <a:pt x="6732" y="3873"/>
                </a:lnTo>
                <a:lnTo>
                  <a:pt x="6733" y="3872"/>
                </a:lnTo>
                <a:lnTo>
                  <a:pt x="6794" y="3809"/>
                </a:lnTo>
                <a:lnTo>
                  <a:pt x="6799" y="3804"/>
                </a:lnTo>
                <a:lnTo>
                  <a:pt x="6853" y="3745"/>
                </a:lnTo>
                <a:lnTo>
                  <a:pt x="6865" y="3731"/>
                </a:lnTo>
                <a:lnTo>
                  <a:pt x="6908" y="3681"/>
                </a:lnTo>
                <a:lnTo>
                  <a:pt x="6932" y="3653"/>
                </a:lnTo>
                <a:lnTo>
                  <a:pt x="6960" y="3617"/>
                </a:lnTo>
                <a:lnTo>
                  <a:pt x="6998" y="3566"/>
                </a:lnTo>
                <a:lnTo>
                  <a:pt x="7007" y="3553"/>
                </a:lnTo>
                <a:lnTo>
                  <a:pt x="7051" y="3490"/>
                </a:lnTo>
                <a:lnTo>
                  <a:pt x="7064" y="3469"/>
                </a:lnTo>
                <a:lnTo>
                  <a:pt x="7091" y="3426"/>
                </a:lnTo>
                <a:lnTo>
                  <a:pt x="7127" y="3362"/>
                </a:lnTo>
                <a:lnTo>
                  <a:pt x="7131" y="3355"/>
                </a:lnTo>
                <a:lnTo>
                  <a:pt x="7159" y="3298"/>
                </a:lnTo>
                <a:lnTo>
                  <a:pt x="7187" y="3234"/>
                </a:lnTo>
                <a:lnTo>
                  <a:pt x="7197" y="3209"/>
                </a:lnTo>
                <a:lnTo>
                  <a:pt x="7212" y="3170"/>
                </a:lnTo>
                <a:lnTo>
                  <a:pt x="7232" y="3106"/>
                </a:lnTo>
                <a:lnTo>
                  <a:pt x="7249" y="3042"/>
                </a:lnTo>
                <a:lnTo>
                  <a:pt x="7261" y="2978"/>
                </a:lnTo>
                <a:lnTo>
                  <a:pt x="7263" y="2962"/>
                </a:lnTo>
                <a:lnTo>
                  <a:pt x="7270" y="2915"/>
                </a:lnTo>
                <a:lnTo>
                  <a:pt x="7274" y="2851"/>
                </a:lnTo>
                <a:lnTo>
                  <a:pt x="7273" y="2787"/>
                </a:lnTo>
                <a:lnTo>
                  <a:pt x="7268" y="2723"/>
                </a:lnTo>
                <a:lnTo>
                  <a:pt x="7263" y="2694"/>
                </a:lnTo>
                <a:lnTo>
                  <a:pt x="7258" y="2659"/>
                </a:lnTo>
                <a:lnTo>
                  <a:pt x="7242" y="2595"/>
                </a:lnTo>
                <a:lnTo>
                  <a:pt x="7221" y="2531"/>
                </a:lnTo>
                <a:lnTo>
                  <a:pt x="7197" y="2476"/>
                </a:lnTo>
                <a:lnTo>
                  <a:pt x="7193" y="2467"/>
                </a:lnTo>
                <a:lnTo>
                  <a:pt x="7158" y="2404"/>
                </a:lnTo>
                <a:lnTo>
                  <a:pt x="7131" y="2362"/>
                </a:lnTo>
                <a:lnTo>
                  <a:pt x="7115" y="2340"/>
                </a:lnTo>
                <a:lnTo>
                  <a:pt x="7064" y="2276"/>
                </a:lnTo>
                <a:lnTo>
                  <a:pt x="7002" y="2212"/>
                </a:lnTo>
                <a:lnTo>
                  <a:pt x="6998" y="2208"/>
                </a:lnTo>
                <a:lnTo>
                  <a:pt x="6932" y="2149"/>
                </a:lnTo>
                <a:lnTo>
                  <a:pt x="6930" y="2148"/>
                </a:lnTo>
                <a:lnTo>
                  <a:pt x="6865" y="2098"/>
                </a:lnTo>
                <a:lnTo>
                  <a:pt x="6846" y="2084"/>
                </a:lnTo>
                <a:lnTo>
                  <a:pt x="6799" y="2052"/>
                </a:lnTo>
                <a:lnTo>
                  <a:pt x="6751" y="2020"/>
                </a:lnTo>
                <a:lnTo>
                  <a:pt x="6733" y="2008"/>
                </a:lnTo>
                <a:lnTo>
                  <a:pt x="6666" y="1967"/>
                </a:lnTo>
                <a:lnTo>
                  <a:pt x="6648" y="1956"/>
                </a:lnTo>
                <a:lnTo>
                  <a:pt x="6600" y="1927"/>
                </a:lnTo>
                <a:lnTo>
                  <a:pt x="6542" y="1892"/>
                </a:lnTo>
                <a:lnTo>
                  <a:pt x="6533" y="1887"/>
                </a:lnTo>
                <a:lnTo>
                  <a:pt x="6467" y="1846"/>
                </a:lnTo>
                <a:lnTo>
                  <a:pt x="6440" y="1829"/>
                </a:lnTo>
                <a:lnTo>
                  <a:pt x="6401" y="1803"/>
                </a:lnTo>
                <a:lnTo>
                  <a:pt x="6345" y="1765"/>
                </a:lnTo>
                <a:lnTo>
                  <a:pt x="6334" y="1757"/>
                </a:lnTo>
                <a:lnTo>
                  <a:pt x="6268" y="1707"/>
                </a:lnTo>
                <a:lnTo>
                  <a:pt x="6261" y="1701"/>
                </a:lnTo>
                <a:lnTo>
                  <a:pt x="6202" y="1650"/>
                </a:lnTo>
                <a:lnTo>
                  <a:pt x="6187" y="1637"/>
                </a:lnTo>
                <a:lnTo>
                  <a:pt x="6135" y="1586"/>
                </a:lnTo>
                <a:lnTo>
                  <a:pt x="6124" y="1573"/>
                </a:lnTo>
                <a:lnTo>
                  <a:pt x="6069" y="1511"/>
                </a:lnTo>
                <a:lnTo>
                  <a:pt x="6068" y="1509"/>
                </a:lnTo>
                <a:lnTo>
                  <a:pt x="6019" y="1445"/>
                </a:lnTo>
                <a:lnTo>
                  <a:pt x="6003" y="1422"/>
                </a:lnTo>
                <a:lnTo>
                  <a:pt x="5975" y="1381"/>
                </a:lnTo>
                <a:lnTo>
                  <a:pt x="5936" y="1319"/>
                </a:lnTo>
                <a:lnTo>
                  <a:pt x="5936" y="1318"/>
                </a:lnTo>
                <a:lnTo>
                  <a:pt x="5899" y="1254"/>
                </a:lnTo>
                <a:lnTo>
                  <a:pt x="5869" y="1199"/>
                </a:lnTo>
                <a:lnTo>
                  <a:pt x="5864" y="1190"/>
                </a:lnTo>
                <a:lnTo>
                  <a:pt x="5831" y="1126"/>
                </a:lnTo>
                <a:lnTo>
                  <a:pt x="5803" y="1068"/>
                </a:lnTo>
                <a:lnTo>
                  <a:pt x="5800" y="1062"/>
                </a:lnTo>
                <a:lnTo>
                  <a:pt x="5768" y="998"/>
                </a:lnTo>
                <a:lnTo>
                  <a:pt x="5736" y="935"/>
                </a:lnTo>
                <a:lnTo>
                  <a:pt x="5736" y="934"/>
                </a:lnTo>
                <a:lnTo>
                  <a:pt x="5703" y="870"/>
                </a:lnTo>
                <a:lnTo>
                  <a:pt x="5670" y="809"/>
                </a:lnTo>
                <a:lnTo>
                  <a:pt x="5669" y="806"/>
                </a:lnTo>
                <a:lnTo>
                  <a:pt x="5632" y="743"/>
                </a:lnTo>
                <a:lnTo>
                  <a:pt x="5603" y="696"/>
                </a:lnTo>
                <a:lnTo>
                  <a:pt x="5593" y="679"/>
                </a:lnTo>
                <a:lnTo>
                  <a:pt x="5550" y="615"/>
                </a:lnTo>
                <a:lnTo>
                  <a:pt x="5537" y="597"/>
                </a:lnTo>
                <a:lnTo>
                  <a:pt x="5503" y="551"/>
                </a:lnTo>
                <a:lnTo>
                  <a:pt x="5471" y="511"/>
                </a:lnTo>
                <a:lnTo>
                  <a:pt x="5450" y="487"/>
                </a:lnTo>
                <a:lnTo>
                  <a:pt x="5404" y="437"/>
                </a:lnTo>
                <a:lnTo>
                  <a:pt x="5391" y="423"/>
                </a:lnTo>
                <a:lnTo>
                  <a:pt x="5338" y="373"/>
                </a:lnTo>
                <a:lnTo>
                  <a:pt x="5323" y="359"/>
                </a:lnTo>
                <a:lnTo>
                  <a:pt x="5272" y="317"/>
                </a:lnTo>
                <a:lnTo>
                  <a:pt x="5244" y="295"/>
                </a:lnTo>
                <a:lnTo>
                  <a:pt x="5205" y="268"/>
                </a:lnTo>
                <a:lnTo>
                  <a:pt x="5150" y="232"/>
                </a:lnTo>
                <a:lnTo>
                  <a:pt x="5139" y="225"/>
                </a:lnTo>
                <a:lnTo>
                  <a:pt x="5073" y="187"/>
                </a:lnTo>
                <a:lnTo>
                  <a:pt x="5033" y="167"/>
                </a:lnTo>
                <a:lnTo>
                  <a:pt x="5006" y="154"/>
                </a:lnTo>
                <a:lnTo>
                  <a:pt x="4940" y="126"/>
                </a:lnTo>
                <a:lnTo>
                  <a:pt x="4880" y="103"/>
                </a:lnTo>
                <a:lnTo>
                  <a:pt x="4874" y="101"/>
                </a:lnTo>
                <a:lnTo>
                  <a:pt x="4807" y="79"/>
                </a:lnTo>
                <a:lnTo>
                  <a:pt x="4741" y="61"/>
                </a:lnTo>
                <a:lnTo>
                  <a:pt x="4674" y="45"/>
                </a:lnTo>
                <a:lnTo>
                  <a:pt x="4643" y="39"/>
                </a:lnTo>
                <a:lnTo>
                  <a:pt x="4608" y="32"/>
                </a:lnTo>
                <a:lnTo>
                  <a:pt x="4542" y="22"/>
                </a:lnTo>
                <a:lnTo>
                  <a:pt x="4475" y="13"/>
                </a:lnTo>
                <a:lnTo>
                  <a:pt x="4409" y="7"/>
                </a:lnTo>
                <a:lnTo>
                  <a:pt x="4343" y="3"/>
                </a:lnTo>
                <a:lnTo>
                  <a:pt x="4276" y="1"/>
                </a:lnTo>
                <a:lnTo>
                  <a:pt x="4210" y="0"/>
                </a:lnTo>
                <a:lnTo>
                  <a:pt x="4144" y="2"/>
                </a:lnTo>
                <a:lnTo>
                  <a:pt x="4077" y="5"/>
                </a:lnTo>
                <a:lnTo>
                  <a:pt x="4011" y="10"/>
                </a:lnTo>
                <a:lnTo>
                  <a:pt x="3945" y="17"/>
                </a:lnTo>
                <a:lnTo>
                  <a:pt x="3878" y="26"/>
                </a:lnTo>
                <a:lnTo>
                  <a:pt x="3812" y="36"/>
                </a:lnTo>
                <a:lnTo>
                  <a:pt x="3795" y="39"/>
                </a:lnTo>
                <a:lnTo>
                  <a:pt x="3745" y="48"/>
                </a:lnTo>
                <a:lnTo>
                  <a:pt x="3679" y="62"/>
                </a:lnTo>
                <a:lnTo>
                  <a:pt x="3613" y="78"/>
                </a:lnTo>
                <a:lnTo>
                  <a:pt x="3546" y="96"/>
                </a:lnTo>
                <a:lnTo>
                  <a:pt x="3523" y="103"/>
                </a:lnTo>
                <a:lnTo>
                  <a:pt x="3480" y="116"/>
                </a:lnTo>
                <a:lnTo>
                  <a:pt x="3414" y="138"/>
                </a:lnTo>
                <a:lnTo>
                  <a:pt x="3347" y="162"/>
                </a:lnTo>
                <a:lnTo>
                  <a:pt x="3336" y="167"/>
                </a:lnTo>
                <a:lnTo>
                  <a:pt x="3281" y="189"/>
                </a:lnTo>
                <a:lnTo>
                  <a:pt x="3215" y="219"/>
                </a:lnTo>
                <a:lnTo>
                  <a:pt x="3188" y="232"/>
                </a:lnTo>
                <a:lnTo>
                  <a:pt x="3148" y="251"/>
                </a:lnTo>
                <a:lnTo>
                  <a:pt x="3082" y="286"/>
                </a:lnTo>
                <a:lnTo>
                  <a:pt x="3065" y="295"/>
                </a:lnTo>
                <a:lnTo>
                  <a:pt x="3016" y="325"/>
                </a:lnTo>
                <a:lnTo>
                  <a:pt x="2960" y="359"/>
                </a:lnTo>
                <a:lnTo>
                  <a:pt x="2949" y="367"/>
                </a:lnTo>
                <a:lnTo>
                  <a:pt x="2883" y="414"/>
                </a:lnTo>
                <a:lnTo>
                  <a:pt x="2870" y="423"/>
                </a:lnTo>
                <a:lnTo>
                  <a:pt x="2816" y="467"/>
                </a:lnTo>
                <a:lnTo>
                  <a:pt x="2793" y="487"/>
                </a:lnTo>
                <a:lnTo>
                  <a:pt x="2750" y="528"/>
                </a:lnTo>
                <a:lnTo>
                  <a:pt x="2726" y="551"/>
                </a:lnTo>
                <a:lnTo>
                  <a:pt x="2684" y="598"/>
                </a:lnTo>
                <a:lnTo>
                  <a:pt x="2669" y="615"/>
                </a:lnTo>
                <a:lnTo>
                  <a:pt x="2621" y="679"/>
                </a:lnTo>
                <a:lnTo>
                  <a:pt x="2617" y="685"/>
                </a:lnTo>
                <a:lnTo>
                  <a:pt x="2582" y="743"/>
                </a:lnTo>
                <a:lnTo>
                  <a:pt x="2551" y="806"/>
                </a:lnTo>
                <a:lnTo>
                  <a:pt x="2527" y="870"/>
                </a:lnTo>
                <a:lnTo>
                  <a:pt x="2510" y="934"/>
                </a:lnTo>
                <a:lnTo>
                  <a:pt x="2500" y="998"/>
                </a:lnTo>
                <a:lnTo>
                  <a:pt x="2496" y="1062"/>
                </a:lnTo>
                <a:lnTo>
                  <a:pt x="2496" y="1126"/>
                </a:lnTo>
                <a:lnTo>
                  <a:pt x="2501" y="1190"/>
                </a:lnTo>
                <a:lnTo>
                  <a:pt x="2510" y="1254"/>
                </a:lnTo>
                <a:lnTo>
                  <a:pt x="2522" y="1318"/>
                </a:lnTo>
                <a:lnTo>
                  <a:pt x="2536" y="1381"/>
                </a:lnTo>
                <a:lnTo>
                  <a:pt x="2551" y="1443"/>
                </a:lnTo>
                <a:lnTo>
                  <a:pt x="2552" y="1445"/>
                </a:lnTo>
                <a:lnTo>
                  <a:pt x="2568" y="1509"/>
                </a:lnTo>
                <a:lnTo>
                  <a:pt x="2585" y="1573"/>
                </a:lnTo>
                <a:lnTo>
                  <a:pt x="2601" y="1637"/>
                </a:lnTo>
                <a:lnTo>
                  <a:pt x="2617" y="1701"/>
                </a:lnTo>
                <a:lnTo>
                  <a:pt x="2617" y="1704"/>
                </a:lnTo>
                <a:lnTo>
                  <a:pt x="2631" y="1765"/>
                </a:lnTo>
                <a:lnTo>
                  <a:pt x="2643" y="1829"/>
                </a:lnTo>
                <a:lnTo>
                  <a:pt x="2652" y="1892"/>
                </a:lnTo>
                <a:lnTo>
                  <a:pt x="2659" y="1956"/>
                </a:lnTo>
                <a:lnTo>
                  <a:pt x="2662" y="2020"/>
                </a:lnTo>
                <a:lnTo>
                  <a:pt x="2660" y="2084"/>
                </a:lnTo>
                <a:lnTo>
                  <a:pt x="2655" y="2148"/>
                </a:lnTo>
                <a:lnTo>
                  <a:pt x="2644" y="2212"/>
                </a:lnTo>
                <a:lnTo>
                  <a:pt x="2627" y="2276"/>
                </a:lnTo>
                <a:lnTo>
                  <a:pt x="2617" y="2303"/>
                </a:lnTo>
                <a:lnTo>
                  <a:pt x="2604" y="2340"/>
                </a:lnTo>
                <a:lnTo>
                  <a:pt x="2573" y="2404"/>
                </a:lnTo>
                <a:lnTo>
                  <a:pt x="2551" y="2441"/>
                </a:lnTo>
                <a:lnTo>
                  <a:pt x="2535" y="2467"/>
                </a:lnTo>
                <a:lnTo>
                  <a:pt x="2487" y="2531"/>
                </a:lnTo>
                <a:lnTo>
                  <a:pt x="2485" y="2534"/>
                </a:lnTo>
                <a:lnTo>
                  <a:pt x="2430" y="2595"/>
                </a:lnTo>
                <a:lnTo>
                  <a:pt x="2418" y="2607"/>
                </a:lnTo>
                <a:lnTo>
                  <a:pt x="2364" y="2659"/>
                </a:lnTo>
                <a:lnTo>
                  <a:pt x="2352" y="2669"/>
                </a:lnTo>
                <a:lnTo>
                  <a:pt x="2287" y="2723"/>
                </a:lnTo>
                <a:lnTo>
                  <a:pt x="2286" y="2724"/>
                </a:lnTo>
                <a:lnTo>
                  <a:pt x="2219" y="2774"/>
                </a:lnTo>
                <a:lnTo>
                  <a:pt x="2202" y="2787"/>
                </a:lnTo>
                <a:lnTo>
                  <a:pt x="2153" y="2820"/>
                </a:lnTo>
                <a:lnTo>
                  <a:pt x="2108" y="2851"/>
                </a:lnTo>
                <a:lnTo>
                  <a:pt x="2087" y="2864"/>
                </a:lnTo>
                <a:lnTo>
                  <a:pt x="2020" y="2907"/>
                </a:lnTo>
                <a:lnTo>
                  <a:pt x="2008" y="2915"/>
                </a:lnTo>
                <a:lnTo>
                  <a:pt x="1954" y="2948"/>
                </a:lnTo>
                <a:lnTo>
                  <a:pt x="1905" y="2978"/>
                </a:lnTo>
                <a:lnTo>
                  <a:pt x="1887" y="2989"/>
                </a:lnTo>
                <a:lnTo>
                  <a:pt x="1821" y="3029"/>
                </a:lnTo>
                <a:lnTo>
                  <a:pt x="1800" y="3042"/>
                </a:lnTo>
                <a:lnTo>
                  <a:pt x="1755" y="3069"/>
                </a:lnTo>
                <a:lnTo>
                  <a:pt x="1696" y="3106"/>
                </a:lnTo>
                <a:lnTo>
                  <a:pt x="1688" y="3111"/>
                </a:lnTo>
                <a:lnTo>
                  <a:pt x="1622" y="3152"/>
                </a:lnTo>
                <a:lnTo>
                  <a:pt x="1594" y="3170"/>
                </a:lnTo>
                <a:lnTo>
                  <a:pt x="1556" y="3194"/>
                </a:lnTo>
                <a:lnTo>
                  <a:pt x="1495" y="3234"/>
                </a:lnTo>
                <a:lnTo>
                  <a:pt x="1489" y="3238"/>
                </a:lnTo>
                <a:lnTo>
                  <a:pt x="1423" y="3282"/>
                </a:lnTo>
                <a:lnTo>
                  <a:pt x="1401" y="3298"/>
                </a:lnTo>
                <a:lnTo>
                  <a:pt x="1357" y="3328"/>
                </a:lnTo>
                <a:lnTo>
                  <a:pt x="1310" y="3362"/>
                </a:lnTo>
                <a:lnTo>
                  <a:pt x="1290" y="3376"/>
                </a:lnTo>
                <a:lnTo>
                  <a:pt x="1224" y="3426"/>
                </a:lnTo>
                <a:lnTo>
                  <a:pt x="1158" y="3477"/>
                </a:lnTo>
                <a:lnTo>
                  <a:pt x="1142" y="3490"/>
                </a:lnTo>
                <a:lnTo>
                  <a:pt x="1091" y="3530"/>
                </a:lnTo>
                <a:lnTo>
                  <a:pt x="1064" y="3553"/>
                </a:lnTo>
                <a:lnTo>
                  <a:pt x="1025" y="3586"/>
                </a:lnTo>
                <a:lnTo>
                  <a:pt x="989" y="3617"/>
                </a:lnTo>
                <a:lnTo>
                  <a:pt x="959" y="3644"/>
                </a:lnTo>
                <a:lnTo>
                  <a:pt x="918" y="3681"/>
                </a:lnTo>
                <a:lnTo>
                  <a:pt x="892" y="3706"/>
                </a:lnTo>
                <a:lnTo>
                  <a:pt x="851" y="3745"/>
                </a:lnTo>
                <a:lnTo>
                  <a:pt x="826" y="3770"/>
                </a:lnTo>
                <a:lnTo>
                  <a:pt x="787" y="3809"/>
                </a:lnTo>
                <a:lnTo>
                  <a:pt x="759" y="3837"/>
                </a:lnTo>
                <a:lnTo>
                  <a:pt x="726" y="3873"/>
                </a:lnTo>
                <a:lnTo>
                  <a:pt x="693" y="3908"/>
                </a:lnTo>
                <a:lnTo>
                  <a:pt x="668" y="3937"/>
                </a:lnTo>
                <a:lnTo>
                  <a:pt x="627" y="3984"/>
                </a:lnTo>
                <a:lnTo>
                  <a:pt x="613" y="4001"/>
                </a:lnTo>
                <a:lnTo>
                  <a:pt x="560" y="4064"/>
                </a:lnTo>
                <a:lnTo>
                  <a:pt x="560" y="4065"/>
                </a:lnTo>
                <a:lnTo>
                  <a:pt x="510" y="4128"/>
                </a:lnTo>
                <a:lnTo>
                  <a:pt x="494" y="4150"/>
                </a:lnTo>
                <a:lnTo>
                  <a:pt x="463" y="4192"/>
                </a:lnTo>
                <a:lnTo>
                  <a:pt x="428" y="4242"/>
                </a:lnTo>
                <a:lnTo>
                  <a:pt x="418" y="4256"/>
                </a:lnTo>
                <a:lnTo>
                  <a:pt x="375" y="4320"/>
                </a:lnTo>
                <a:lnTo>
                  <a:pt x="361" y="4342"/>
                </a:lnTo>
                <a:lnTo>
                  <a:pt x="335" y="4384"/>
                </a:lnTo>
                <a:lnTo>
                  <a:pt x="298" y="4448"/>
                </a:lnTo>
                <a:lnTo>
                  <a:pt x="295" y="4452"/>
                </a:lnTo>
                <a:lnTo>
                  <a:pt x="262" y="4512"/>
                </a:lnTo>
                <a:lnTo>
                  <a:pt x="229" y="4576"/>
                </a:lnTo>
                <a:lnTo>
                  <a:pt x="198" y="4639"/>
                </a:lnTo>
                <a:lnTo>
                  <a:pt x="169" y="4703"/>
                </a:lnTo>
                <a:lnTo>
                  <a:pt x="162" y="4720"/>
                </a:lnTo>
                <a:lnTo>
                  <a:pt x="142" y="4767"/>
                </a:lnTo>
                <a:lnTo>
                  <a:pt x="118" y="4831"/>
                </a:lnTo>
                <a:lnTo>
                  <a:pt x="96" y="4895"/>
                </a:lnTo>
                <a:lnTo>
                  <a:pt x="96" y="4896"/>
                </a:lnTo>
                <a:lnTo>
                  <a:pt x="76" y="4959"/>
                </a:lnTo>
                <a:lnTo>
                  <a:pt x="58" y="5023"/>
                </a:lnTo>
                <a:lnTo>
                  <a:pt x="43" y="5087"/>
                </a:lnTo>
                <a:lnTo>
                  <a:pt x="30" y="5151"/>
                </a:lnTo>
                <a:lnTo>
                  <a:pt x="30" y="5154"/>
                </a:lnTo>
                <a:lnTo>
                  <a:pt x="19" y="5214"/>
                </a:lnTo>
                <a:lnTo>
                  <a:pt x="11" y="5278"/>
                </a:lnTo>
                <a:lnTo>
                  <a:pt x="5" y="5342"/>
                </a:lnTo>
                <a:lnTo>
                  <a:pt x="1" y="5406"/>
                </a:lnTo>
                <a:lnTo>
                  <a:pt x="0" y="5470"/>
                </a:lnTo>
                <a:lnTo>
                  <a:pt x="2" y="5534"/>
                </a:lnTo>
                <a:lnTo>
                  <a:pt x="6" y="5598"/>
                </a:lnTo>
                <a:lnTo>
                  <a:pt x="14" y="5662"/>
                </a:lnTo>
                <a:lnTo>
                  <a:pt x="24" y="5725"/>
                </a:lnTo>
                <a:lnTo>
                  <a:pt x="30" y="5753"/>
                </a:lnTo>
                <a:lnTo>
                  <a:pt x="37" y="5789"/>
                </a:lnTo>
                <a:lnTo>
                  <a:pt x="53" y="5853"/>
                </a:lnTo>
                <a:lnTo>
                  <a:pt x="73" y="5917"/>
                </a:lnTo>
                <a:lnTo>
                  <a:pt x="96" y="5979"/>
                </a:lnTo>
                <a:lnTo>
                  <a:pt x="97" y="5981"/>
                </a:lnTo>
                <a:lnTo>
                  <a:pt x="124" y="6045"/>
                </a:lnTo>
                <a:lnTo>
                  <a:pt x="156" y="6109"/>
                </a:lnTo>
                <a:lnTo>
                  <a:pt x="162" y="6121"/>
                </a:lnTo>
                <a:lnTo>
                  <a:pt x="192" y="6173"/>
                </a:lnTo>
                <a:lnTo>
                  <a:pt x="229" y="6230"/>
                </a:lnTo>
                <a:lnTo>
                  <a:pt x="233" y="6237"/>
                </a:lnTo>
                <a:lnTo>
                  <a:pt x="279" y="6300"/>
                </a:lnTo>
                <a:lnTo>
                  <a:pt x="295" y="6320"/>
                </a:lnTo>
                <a:lnTo>
                  <a:pt x="332" y="6364"/>
                </a:lnTo>
                <a:lnTo>
                  <a:pt x="361" y="6397"/>
                </a:lnTo>
                <a:lnTo>
                  <a:pt x="392" y="6428"/>
                </a:lnTo>
                <a:lnTo>
                  <a:pt x="428" y="6463"/>
                </a:lnTo>
                <a:lnTo>
                  <a:pt x="460" y="6492"/>
                </a:lnTo>
                <a:lnTo>
                  <a:pt x="494" y="6522"/>
                </a:lnTo>
                <a:lnTo>
                  <a:pt x="537" y="6556"/>
                </a:lnTo>
                <a:lnTo>
                  <a:pt x="560" y="6574"/>
                </a:lnTo>
                <a:lnTo>
                  <a:pt x="626" y="6620"/>
                </a:lnTo>
                <a:lnTo>
                  <a:pt x="627" y="6621"/>
                </a:lnTo>
                <a:lnTo>
                  <a:pt x="693" y="6662"/>
                </a:lnTo>
                <a:lnTo>
                  <a:pt x="730" y="6684"/>
                </a:lnTo>
                <a:lnTo>
                  <a:pt x="759" y="6700"/>
                </a:lnTo>
                <a:lnTo>
                  <a:pt x="826" y="6735"/>
                </a:lnTo>
                <a:lnTo>
                  <a:pt x="853" y="6748"/>
                </a:lnTo>
                <a:lnTo>
                  <a:pt x="892" y="6765"/>
                </a:lnTo>
                <a:lnTo>
                  <a:pt x="959" y="6793"/>
                </a:lnTo>
                <a:lnTo>
                  <a:pt x="1006" y="6811"/>
                </a:lnTo>
                <a:lnTo>
                  <a:pt x="1025" y="6819"/>
                </a:lnTo>
                <a:lnTo>
                  <a:pt x="1091" y="6841"/>
                </a:lnTo>
                <a:lnTo>
                  <a:pt x="1158" y="6862"/>
                </a:lnTo>
                <a:lnTo>
                  <a:pt x="1207" y="6875"/>
                </a:lnTo>
                <a:lnTo>
                  <a:pt x="1224" y="6880"/>
                </a:lnTo>
                <a:lnTo>
                  <a:pt x="1290" y="6896"/>
                </a:lnTo>
                <a:lnTo>
                  <a:pt x="1357" y="6911"/>
                </a:lnTo>
                <a:lnTo>
                  <a:pt x="1423" y="6923"/>
                </a:lnTo>
                <a:lnTo>
                  <a:pt x="1489" y="6934"/>
                </a:lnTo>
                <a:lnTo>
                  <a:pt x="1527" y="6939"/>
                </a:lnTo>
                <a:lnTo>
                  <a:pt x="1556" y="6943"/>
                </a:lnTo>
                <a:close/>
              </a:path>
            </a:pathLst>
          </a:custGeom>
          <a:noFill/>
          <a:ln w="15120">
            <a:solidFill>
              <a:srgbClr val="c53e1f"/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1992240" y="1571400"/>
            <a:ext cx="1917720" cy="1926720"/>
          </a:xfrm>
          <a:custGeom>
            <a:avLst/>
            <a:gdLst/>
            <a:ahLst/>
            <a:rect l="0" t="0" r="r" b="b"/>
            <a:pathLst>
              <a:path w="5327" h="5352">
                <a:moveTo>
                  <a:pt x="1298" y="5345"/>
                </a:moveTo>
                <a:lnTo>
                  <a:pt x="1364" y="5349"/>
                </a:lnTo>
                <a:lnTo>
                  <a:pt x="1431" y="5351"/>
                </a:lnTo>
                <a:lnTo>
                  <a:pt x="1497" y="5352"/>
                </a:lnTo>
                <a:lnTo>
                  <a:pt x="1564" y="5351"/>
                </a:lnTo>
                <a:lnTo>
                  <a:pt x="1630" y="5349"/>
                </a:lnTo>
                <a:lnTo>
                  <a:pt x="1696" y="5346"/>
                </a:lnTo>
                <a:lnTo>
                  <a:pt x="1729" y="5344"/>
                </a:lnTo>
                <a:lnTo>
                  <a:pt x="1763" y="5342"/>
                </a:lnTo>
                <a:lnTo>
                  <a:pt x="1829" y="5336"/>
                </a:lnTo>
                <a:lnTo>
                  <a:pt x="1895" y="5330"/>
                </a:lnTo>
                <a:lnTo>
                  <a:pt x="1962" y="5322"/>
                </a:lnTo>
                <a:lnTo>
                  <a:pt x="2028" y="5313"/>
                </a:lnTo>
                <a:lnTo>
                  <a:pt x="2094" y="5303"/>
                </a:lnTo>
                <a:lnTo>
                  <a:pt x="2161" y="5292"/>
                </a:lnTo>
                <a:lnTo>
                  <a:pt x="2224" y="5280"/>
                </a:lnTo>
                <a:lnTo>
                  <a:pt x="2227" y="5280"/>
                </a:lnTo>
                <a:lnTo>
                  <a:pt x="2293" y="5266"/>
                </a:lnTo>
                <a:lnTo>
                  <a:pt x="2360" y="5251"/>
                </a:lnTo>
                <a:lnTo>
                  <a:pt x="2426" y="5235"/>
                </a:lnTo>
                <a:lnTo>
                  <a:pt x="2494" y="5217"/>
                </a:lnTo>
                <a:lnTo>
                  <a:pt x="2497" y="5216"/>
                </a:lnTo>
                <a:lnTo>
                  <a:pt x="2560" y="5198"/>
                </a:lnTo>
                <a:lnTo>
                  <a:pt x="2626" y="5177"/>
                </a:lnTo>
                <a:lnTo>
                  <a:pt x="2693" y="5155"/>
                </a:lnTo>
                <a:lnTo>
                  <a:pt x="2700" y="5153"/>
                </a:lnTo>
                <a:lnTo>
                  <a:pt x="2759" y="5131"/>
                </a:lnTo>
                <a:lnTo>
                  <a:pt x="2825" y="5105"/>
                </a:lnTo>
                <a:lnTo>
                  <a:pt x="2865" y="5089"/>
                </a:lnTo>
                <a:lnTo>
                  <a:pt x="2892" y="5077"/>
                </a:lnTo>
                <a:lnTo>
                  <a:pt x="2958" y="5048"/>
                </a:lnTo>
                <a:lnTo>
                  <a:pt x="3006" y="5025"/>
                </a:lnTo>
                <a:lnTo>
                  <a:pt x="3024" y="5016"/>
                </a:lnTo>
                <a:lnTo>
                  <a:pt x="3091" y="4981"/>
                </a:lnTo>
                <a:lnTo>
                  <a:pt x="3129" y="4961"/>
                </a:lnTo>
                <a:lnTo>
                  <a:pt x="3157" y="4945"/>
                </a:lnTo>
                <a:lnTo>
                  <a:pt x="3223" y="4906"/>
                </a:lnTo>
                <a:lnTo>
                  <a:pt x="3238" y="4897"/>
                </a:lnTo>
                <a:lnTo>
                  <a:pt x="3290" y="4864"/>
                </a:lnTo>
                <a:lnTo>
                  <a:pt x="3337" y="4833"/>
                </a:lnTo>
                <a:lnTo>
                  <a:pt x="3356" y="4820"/>
                </a:lnTo>
                <a:lnTo>
                  <a:pt x="3423" y="4772"/>
                </a:lnTo>
                <a:lnTo>
                  <a:pt x="3427" y="4769"/>
                </a:lnTo>
                <a:lnTo>
                  <a:pt x="3489" y="4721"/>
                </a:lnTo>
                <a:lnTo>
                  <a:pt x="3509" y="4705"/>
                </a:lnTo>
                <a:lnTo>
                  <a:pt x="3555" y="4667"/>
                </a:lnTo>
                <a:lnTo>
                  <a:pt x="3586" y="4641"/>
                </a:lnTo>
                <a:lnTo>
                  <a:pt x="3622" y="4610"/>
                </a:lnTo>
                <a:lnTo>
                  <a:pt x="3658" y="4578"/>
                </a:lnTo>
                <a:lnTo>
                  <a:pt x="3688" y="4549"/>
                </a:lnTo>
                <a:lnTo>
                  <a:pt x="3725" y="4514"/>
                </a:lnTo>
                <a:lnTo>
                  <a:pt x="3754" y="4484"/>
                </a:lnTo>
                <a:lnTo>
                  <a:pt x="3788" y="4450"/>
                </a:lnTo>
                <a:lnTo>
                  <a:pt x="3821" y="4415"/>
                </a:lnTo>
                <a:lnTo>
                  <a:pt x="3847" y="4386"/>
                </a:lnTo>
                <a:lnTo>
                  <a:pt x="3887" y="4341"/>
                </a:lnTo>
                <a:lnTo>
                  <a:pt x="3904" y="4322"/>
                </a:lnTo>
                <a:lnTo>
                  <a:pt x="3953" y="4263"/>
                </a:lnTo>
                <a:lnTo>
                  <a:pt x="3958" y="4258"/>
                </a:lnTo>
                <a:lnTo>
                  <a:pt x="4009" y="4194"/>
                </a:lnTo>
                <a:lnTo>
                  <a:pt x="4020" y="4180"/>
                </a:lnTo>
                <a:lnTo>
                  <a:pt x="4058" y="4130"/>
                </a:lnTo>
                <a:lnTo>
                  <a:pt x="4086" y="4092"/>
                </a:lnTo>
                <a:lnTo>
                  <a:pt x="4105" y="4067"/>
                </a:lnTo>
                <a:lnTo>
                  <a:pt x="4151" y="4003"/>
                </a:lnTo>
                <a:lnTo>
                  <a:pt x="4152" y="4001"/>
                </a:lnTo>
                <a:lnTo>
                  <a:pt x="4195" y="3939"/>
                </a:lnTo>
                <a:lnTo>
                  <a:pt x="4219" y="3903"/>
                </a:lnTo>
                <a:lnTo>
                  <a:pt x="4238" y="3875"/>
                </a:lnTo>
                <a:lnTo>
                  <a:pt x="4280" y="3811"/>
                </a:lnTo>
                <a:lnTo>
                  <a:pt x="4285" y="3802"/>
                </a:lnTo>
                <a:lnTo>
                  <a:pt x="4321" y="3747"/>
                </a:lnTo>
                <a:lnTo>
                  <a:pt x="4352" y="3698"/>
                </a:lnTo>
                <a:lnTo>
                  <a:pt x="4361" y="3683"/>
                </a:lnTo>
                <a:lnTo>
                  <a:pt x="4401" y="3618"/>
                </a:lnTo>
                <a:lnTo>
                  <a:pt x="4418" y="3590"/>
                </a:lnTo>
                <a:lnTo>
                  <a:pt x="4440" y="3554"/>
                </a:lnTo>
                <a:lnTo>
                  <a:pt x="4480" y="3491"/>
                </a:lnTo>
                <a:lnTo>
                  <a:pt x="4484" y="3483"/>
                </a:lnTo>
                <a:lnTo>
                  <a:pt x="4519" y="3427"/>
                </a:lnTo>
                <a:lnTo>
                  <a:pt x="4551" y="3376"/>
                </a:lnTo>
                <a:lnTo>
                  <a:pt x="4559" y="3363"/>
                </a:lnTo>
                <a:lnTo>
                  <a:pt x="4599" y="3299"/>
                </a:lnTo>
                <a:lnTo>
                  <a:pt x="4617" y="3270"/>
                </a:lnTo>
                <a:lnTo>
                  <a:pt x="4640" y="3235"/>
                </a:lnTo>
                <a:lnTo>
                  <a:pt x="4682" y="3171"/>
                </a:lnTo>
                <a:lnTo>
                  <a:pt x="4683" y="3169"/>
                </a:lnTo>
                <a:lnTo>
                  <a:pt x="4724" y="3107"/>
                </a:lnTo>
                <a:lnTo>
                  <a:pt x="4750" y="3070"/>
                </a:lnTo>
                <a:lnTo>
                  <a:pt x="4768" y="3043"/>
                </a:lnTo>
                <a:lnTo>
                  <a:pt x="4814" y="2980"/>
                </a:lnTo>
                <a:lnTo>
                  <a:pt x="4816" y="2976"/>
                </a:lnTo>
                <a:lnTo>
                  <a:pt x="4860" y="2916"/>
                </a:lnTo>
                <a:lnTo>
                  <a:pt x="4882" y="2884"/>
                </a:lnTo>
                <a:lnTo>
                  <a:pt x="4907" y="2852"/>
                </a:lnTo>
                <a:lnTo>
                  <a:pt x="4949" y="2797"/>
                </a:lnTo>
                <a:lnTo>
                  <a:pt x="4956" y="2788"/>
                </a:lnTo>
                <a:lnTo>
                  <a:pt x="5005" y="2724"/>
                </a:lnTo>
                <a:lnTo>
                  <a:pt x="5015" y="2711"/>
                </a:lnTo>
                <a:lnTo>
                  <a:pt x="5054" y="2660"/>
                </a:lnTo>
                <a:lnTo>
                  <a:pt x="5081" y="2624"/>
                </a:lnTo>
                <a:lnTo>
                  <a:pt x="5103" y="2596"/>
                </a:lnTo>
                <a:lnTo>
                  <a:pt x="5148" y="2537"/>
                </a:lnTo>
                <a:lnTo>
                  <a:pt x="5151" y="2532"/>
                </a:lnTo>
                <a:lnTo>
                  <a:pt x="5196" y="2468"/>
                </a:lnTo>
                <a:lnTo>
                  <a:pt x="5214" y="2439"/>
                </a:lnTo>
                <a:lnTo>
                  <a:pt x="5237" y="2405"/>
                </a:lnTo>
                <a:lnTo>
                  <a:pt x="5272" y="2341"/>
                </a:lnTo>
                <a:lnTo>
                  <a:pt x="5281" y="2322"/>
                </a:lnTo>
                <a:lnTo>
                  <a:pt x="5300" y="2277"/>
                </a:lnTo>
                <a:lnTo>
                  <a:pt x="5319" y="2213"/>
                </a:lnTo>
                <a:lnTo>
                  <a:pt x="5327" y="2149"/>
                </a:lnTo>
                <a:lnTo>
                  <a:pt x="5320" y="2085"/>
                </a:lnTo>
                <a:lnTo>
                  <a:pt x="5295" y="2021"/>
                </a:lnTo>
                <a:lnTo>
                  <a:pt x="5281" y="2000"/>
                </a:lnTo>
                <a:lnTo>
                  <a:pt x="5246" y="1957"/>
                </a:lnTo>
                <a:lnTo>
                  <a:pt x="5214" y="1930"/>
                </a:lnTo>
                <a:lnTo>
                  <a:pt x="5164" y="1893"/>
                </a:lnTo>
                <a:lnTo>
                  <a:pt x="5148" y="1884"/>
                </a:lnTo>
                <a:lnTo>
                  <a:pt x="5081" y="1850"/>
                </a:lnTo>
                <a:lnTo>
                  <a:pt x="5037" y="1830"/>
                </a:lnTo>
                <a:lnTo>
                  <a:pt x="5015" y="1821"/>
                </a:lnTo>
                <a:lnTo>
                  <a:pt x="4949" y="1796"/>
                </a:lnTo>
                <a:lnTo>
                  <a:pt x="4882" y="1774"/>
                </a:lnTo>
                <a:lnTo>
                  <a:pt x="4854" y="1766"/>
                </a:lnTo>
                <a:lnTo>
                  <a:pt x="4816" y="1754"/>
                </a:lnTo>
                <a:lnTo>
                  <a:pt x="4750" y="1735"/>
                </a:lnTo>
                <a:lnTo>
                  <a:pt x="4683" y="1718"/>
                </a:lnTo>
                <a:lnTo>
                  <a:pt x="4621" y="1702"/>
                </a:lnTo>
                <a:lnTo>
                  <a:pt x="4617" y="1701"/>
                </a:lnTo>
                <a:lnTo>
                  <a:pt x="4551" y="1685"/>
                </a:lnTo>
                <a:lnTo>
                  <a:pt x="4484" y="1670"/>
                </a:lnTo>
                <a:lnTo>
                  <a:pt x="4418" y="1657"/>
                </a:lnTo>
                <a:lnTo>
                  <a:pt x="4352" y="1647"/>
                </a:lnTo>
                <a:lnTo>
                  <a:pt x="4285" y="1641"/>
                </a:lnTo>
                <a:lnTo>
                  <a:pt x="4219" y="1642"/>
                </a:lnTo>
                <a:lnTo>
                  <a:pt x="4152" y="1652"/>
                </a:lnTo>
                <a:lnTo>
                  <a:pt x="4086" y="1671"/>
                </a:lnTo>
                <a:lnTo>
                  <a:pt x="4023" y="1702"/>
                </a:lnTo>
                <a:lnTo>
                  <a:pt x="4020" y="1703"/>
                </a:lnTo>
                <a:lnTo>
                  <a:pt x="3953" y="1741"/>
                </a:lnTo>
                <a:lnTo>
                  <a:pt x="3918" y="1766"/>
                </a:lnTo>
                <a:lnTo>
                  <a:pt x="3887" y="1784"/>
                </a:lnTo>
                <a:lnTo>
                  <a:pt x="3821" y="1830"/>
                </a:lnTo>
                <a:lnTo>
                  <a:pt x="3754" y="1873"/>
                </a:lnTo>
                <a:lnTo>
                  <a:pt x="3725" y="1893"/>
                </a:lnTo>
                <a:lnTo>
                  <a:pt x="3688" y="1915"/>
                </a:lnTo>
                <a:lnTo>
                  <a:pt x="3622" y="1956"/>
                </a:lnTo>
                <a:lnTo>
                  <a:pt x="3620" y="1957"/>
                </a:lnTo>
                <a:lnTo>
                  <a:pt x="3555" y="1993"/>
                </a:lnTo>
                <a:lnTo>
                  <a:pt x="3504" y="2021"/>
                </a:lnTo>
                <a:lnTo>
                  <a:pt x="3489" y="2028"/>
                </a:lnTo>
                <a:lnTo>
                  <a:pt x="3423" y="2060"/>
                </a:lnTo>
                <a:lnTo>
                  <a:pt x="3369" y="2085"/>
                </a:lnTo>
                <a:lnTo>
                  <a:pt x="3356" y="2090"/>
                </a:lnTo>
                <a:lnTo>
                  <a:pt x="3290" y="2117"/>
                </a:lnTo>
                <a:lnTo>
                  <a:pt x="3223" y="2142"/>
                </a:lnTo>
                <a:lnTo>
                  <a:pt x="3205" y="2149"/>
                </a:lnTo>
                <a:lnTo>
                  <a:pt x="3157" y="2165"/>
                </a:lnTo>
                <a:lnTo>
                  <a:pt x="3091" y="2185"/>
                </a:lnTo>
                <a:lnTo>
                  <a:pt x="3024" y="2205"/>
                </a:lnTo>
                <a:lnTo>
                  <a:pt x="2994" y="2213"/>
                </a:lnTo>
                <a:lnTo>
                  <a:pt x="2958" y="2222"/>
                </a:lnTo>
                <a:lnTo>
                  <a:pt x="2892" y="2238"/>
                </a:lnTo>
                <a:lnTo>
                  <a:pt x="2825" y="2252"/>
                </a:lnTo>
                <a:lnTo>
                  <a:pt x="2759" y="2266"/>
                </a:lnTo>
                <a:lnTo>
                  <a:pt x="2701" y="2277"/>
                </a:lnTo>
                <a:lnTo>
                  <a:pt x="2693" y="2278"/>
                </a:lnTo>
                <a:lnTo>
                  <a:pt x="2626" y="2290"/>
                </a:lnTo>
                <a:lnTo>
                  <a:pt x="2560" y="2301"/>
                </a:lnTo>
                <a:lnTo>
                  <a:pt x="2494" y="2311"/>
                </a:lnTo>
                <a:lnTo>
                  <a:pt x="2426" y="2322"/>
                </a:lnTo>
                <a:lnTo>
                  <a:pt x="2360" y="2332"/>
                </a:lnTo>
                <a:lnTo>
                  <a:pt x="2303" y="2341"/>
                </a:lnTo>
                <a:lnTo>
                  <a:pt x="2293" y="2342"/>
                </a:lnTo>
                <a:lnTo>
                  <a:pt x="2227" y="2352"/>
                </a:lnTo>
                <a:lnTo>
                  <a:pt x="2161" y="2363"/>
                </a:lnTo>
                <a:lnTo>
                  <a:pt x="2094" y="2374"/>
                </a:lnTo>
                <a:lnTo>
                  <a:pt x="2028" y="2386"/>
                </a:lnTo>
                <a:lnTo>
                  <a:pt x="1962" y="2399"/>
                </a:lnTo>
                <a:lnTo>
                  <a:pt x="1935" y="2405"/>
                </a:lnTo>
                <a:lnTo>
                  <a:pt x="1895" y="2413"/>
                </a:lnTo>
                <a:lnTo>
                  <a:pt x="1829" y="2427"/>
                </a:lnTo>
                <a:lnTo>
                  <a:pt x="1763" y="2443"/>
                </a:lnTo>
                <a:lnTo>
                  <a:pt x="1696" y="2460"/>
                </a:lnTo>
                <a:lnTo>
                  <a:pt x="1666" y="2468"/>
                </a:lnTo>
                <a:lnTo>
                  <a:pt x="1630" y="2478"/>
                </a:lnTo>
                <a:lnTo>
                  <a:pt x="1564" y="2498"/>
                </a:lnTo>
                <a:lnTo>
                  <a:pt x="1497" y="2520"/>
                </a:lnTo>
                <a:lnTo>
                  <a:pt x="1462" y="2532"/>
                </a:lnTo>
                <a:lnTo>
                  <a:pt x="1431" y="2543"/>
                </a:lnTo>
                <a:lnTo>
                  <a:pt x="1364" y="2568"/>
                </a:lnTo>
                <a:lnTo>
                  <a:pt x="1298" y="2595"/>
                </a:lnTo>
                <a:lnTo>
                  <a:pt x="1296" y="2596"/>
                </a:lnTo>
                <a:lnTo>
                  <a:pt x="1232" y="2624"/>
                </a:lnTo>
                <a:lnTo>
                  <a:pt x="1165" y="2656"/>
                </a:lnTo>
                <a:lnTo>
                  <a:pt x="1157" y="2660"/>
                </a:lnTo>
                <a:lnTo>
                  <a:pt x="1099" y="2690"/>
                </a:lnTo>
                <a:lnTo>
                  <a:pt x="1036" y="2724"/>
                </a:lnTo>
                <a:lnTo>
                  <a:pt x="1033" y="2726"/>
                </a:lnTo>
                <a:lnTo>
                  <a:pt x="966" y="2765"/>
                </a:lnTo>
                <a:lnTo>
                  <a:pt x="930" y="2788"/>
                </a:lnTo>
                <a:lnTo>
                  <a:pt x="900" y="2807"/>
                </a:lnTo>
                <a:lnTo>
                  <a:pt x="834" y="2852"/>
                </a:lnTo>
                <a:lnTo>
                  <a:pt x="767" y="2901"/>
                </a:lnTo>
                <a:lnTo>
                  <a:pt x="748" y="2916"/>
                </a:lnTo>
                <a:lnTo>
                  <a:pt x="701" y="2953"/>
                </a:lnTo>
                <a:lnTo>
                  <a:pt x="669" y="2980"/>
                </a:lnTo>
                <a:lnTo>
                  <a:pt x="635" y="3009"/>
                </a:lnTo>
                <a:lnTo>
                  <a:pt x="597" y="3043"/>
                </a:lnTo>
                <a:lnTo>
                  <a:pt x="568" y="3070"/>
                </a:lnTo>
                <a:lnTo>
                  <a:pt x="531" y="3107"/>
                </a:lnTo>
                <a:lnTo>
                  <a:pt x="502" y="3137"/>
                </a:lnTo>
                <a:lnTo>
                  <a:pt x="470" y="3171"/>
                </a:lnTo>
                <a:lnTo>
                  <a:pt x="436" y="3209"/>
                </a:lnTo>
                <a:lnTo>
                  <a:pt x="413" y="3235"/>
                </a:lnTo>
                <a:lnTo>
                  <a:pt x="369" y="3289"/>
                </a:lnTo>
                <a:lnTo>
                  <a:pt x="361" y="3299"/>
                </a:lnTo>
                <a:lnTo>
                  <a:pt x="313" y="3363"/>
                </a:lnTo>
                <a:lnTo>
                  <a:pt x="303" y="3378"/>
                </a:lnTo>
                <a:lnTo>
                  <a:pt x="269" y="3427"/>
                </a:lnTo>
                <a:lnTo>
                  <a:pt x="236" y="3478"/>
                </a:lnTo>
                <a:lnTo>
                  <a:pt x="229" y="3491"/>
                </a:lnTo>
                <a:lnTo>
                  <a:pt x="192" y="3554"/>
                </a:lnTo>
                <a:lnTo>
                  <a:pt x="170" y="3595"/>
                </a:lnTo>
                <a:lnTo>
                  <a:pt x="158" y="3618"/>
                </a:lnTo>
                <a:lnTo>
                  <a:pt x="128" y="3683"/>
                </a:lnTo>
                <a:lnTo>
                  <a:pt x="104" y="3740"/>
                </a:lnTo>
                <a:lnTo>
                  <a:pt x="101" y="3747"/>
                </a:lnTo>
                <a:lnTo>
                  <a:pt x="77" y="3811"/>
                </a:lnTo>
                <a:lnTo>
                  <a:pt x="56" y="3875"/>
                </a:lnTo>
                <a:lnTo>
                  <a:pt x="39" y="3939"/>
                </a:lnTo>
                <a:lnTo>
                  <a:pt x="37" y="3945"/>
                </a:lnTo>
                <a:lnTo>
                  <a:pt x="24" y="4003"/>
                </a:lnTo>
                <a:lnTo>
                  <a:pt x="13" y="4067"/>
                </a:lnTo>
                <a:lnTo>
                  <a:pt x="6" y="4130"/>
                </a:lnTo>
                <a:lnTo>
                  <a:pt x="1" y="4194"/>
                </a:lnTo>
                <a:lnTo>
                  <a:pt x="0" y="4258"/>
                </a:lnTo>
                <a:lnTo>
                  <a:pt x="3" y="4322"/>
                </a:lnTo>
                <a:lnTo>
                  <a:pt x="9" y="4386"/>
                </a:lnTo>
                <a:lnTo>
                  <a:pt x="20" y="4450"/>
                </a:lnTo>
                <a:lnTo>
                  <a:pt x="35" y="4514"/>
                </a:lnTo>
                <a:lnTo>
                  <a:pt x="37" y="4523"/>
                </a:lnTo>
                <a:lnTo>
                  <a:pt x="54" y="4578"/>
                </a:lnTo>
                <a:lnTo>
                  <a:pt x="78" y="4641"/>
                </a:lnTo>
                <a:lnTo>
                  <a:pt x="104" y="4697"/>
                </a:lnTo>
                <a:lnTo>
                  <a:pt x="108" y="4705"/>
                </a:lnTo>
                <a:lnTo>
                  <a:pt x="144" y="4769"/>
                </a:lnTo>
                <a:lnTo>
                  <a:pt x="170" y="4810"/>
                </a:lnTo>
                <a:lnTo>
                  <a:pt x="186" y="4833"/>
                </a:lnTo>
                <a:lnTo>
                  <a:pt x="236" y="4897"/>
                </a:lnTo>
                <a:lnTo>
                  <a:pt x="237" y="4897"/>
                </a:lnTo>
                <a:lnTo>
                  <a:pt x="297" y="4961"/>
                </a:lnTo>
                <a:lnTo>
                  <a:pt x="303" y="4967"/>
                </a:lnTo>
                <a:lnTo>
                  <a:pt x="368" y="5025"/>
                </a:lnTo>
                <a:lnTo>
                  <a:pt x="369" y="5026"/>
                </a:lnTo>
                <a:lnTo>
                  <a:pt x="436" y="5075"/>
                </a:lnTo>
                <a:lnTo>
                  <a:pt x="455" y="5089"/>
                </a:lnTo>
                <a:lnTo>
                  <a:pt x="502" y="5119"/>
                </a:lnTo>
                <a:lnTo>
                  <a:pt x="561" y="5153"/>
                </a:lnTo>
                <a:lnTo>
                  <a:pt x="568" y="5156"/>
                </a:lnTo>
                <a:lnTo>
                  <a:pt x="635" y="5189"/>
                </a:lnTo>
                <a:lnTo>
                  <a:pt x="698" y="5216"/>
                </a:lnTo>
                <a:lnTo>
                  <a:pt x="701" y="5217"/>
                </a:lnTo>
                <a:lnTo>
                  <a:pt x="767" y="5242"/>
                </a:lnTo>
                <a:lnTo>
                  <a:pt x="834" y="5264"/>
                </a:lnTo>
                <a:lnTo>
                  <a:pt x="893" y="5280"/>
                </a:lnTo>
                <a:lnTo>
                  <a:pt x="900" y="5282"/>
                </a:lnTo>
                <a:lnTo>
                  <a:pt x="966" y="5298"/>
                </a:lnTo>
                <a:lnTo>
                  <a:pt x="1033" y="5311"/>
                </a:lnTo>
                <a:lnTo>
                  <a:pt x="1099" y="5323"/>
                </a:lnTo>
                <a:lnTo>
                  <a:pt x="1165" y="5332"/>
                </a:lnTo>
                <a:lnTo>
                  <a:pt x="1232" y="5339"/>
                </a:lnTo>
                <a:lnTo>
                  <a:pt x="1292" y="5344"/>
                </a:lnTo>
                <a:lnTo>
                  <a:pt x="1298" y="5345"/>
                </a:lnTo>
                <a:moveTo>
                  <a:pt x="3821" y="949"/>
                </a:moveTo>
                <a:lnTo>
                  <a:pt x="3887" y="982"/>
                </a:lnTo>
                <a:lnTo>
                  <a:pt x="3953" y="994"/>
                </a:lnTo>
                <a:lnTo>
                  <a:pt x="4020" y="980"/>
                </a:lnTo>
                <a:lnTo>
                  <a:pt x="4079" y="935"/>
                </a:lnTo>
                <a:lnTo>
                  <a:pt x="4086" y="930"/>
                </a:lnTo>
                <a:lnTo>
                  <a:pt x="4126" y="871"/>
                </a:lnTo>
                <a:lnTo>
                  <a:pt x="4152" y="824"/>
                </a:lnTo>
                <a:lnTo>
                  <a:pt x="4159" y="807"/>
                </a:lnTo>
                <a:lnTo>
                  <a:pt x="4180" y="744"/>
                </a:lnTo>
                <a:lnTo>
                  <a:pt x="4197" y="680"/>
                </a:lnTo>
                <a:lnTo>
                  <a:pt x="4208" y="616"/>
                </a:lnTo>
                <a:lnTo>
                  <a:pt x="4214" y="552"/>
                </a:lnTo>
                <a:lnTo>
                  <a:pt x="4215" y="488"/>
                </a:lnTo>
                <a:lnTo>
                  <a:pt x="4210" y="424"/>
                </a:lnTo>
                <a:lnTo>
                  <a:pt x="4199" y="360"/>
                </a:lnTo>
                <a:lnTo>
                  <a:pt x="4181" y="296"/>
                </a:lnTo>
                <a:lnTo>
                  <a:pt x="4157" y="233"/>
                </a:lnTo>
                <a:lnTo>
                  <a:pt x="4152" y="224"/>
                </a:lnTo>
                <a:lnTo>
                  <a:pt x="4119" y="169"/>
                </a:lnTo>
                <a:lnTo>
                  <a:pt x="4086" y="126"/>
                </a:lnTo>
                <a:lnTo>
                  <a:pt x="4065" y="105"/>
                </a:lnTo>
                <a:lnTo>
                  <a:pt x="4020" y="67"/>
                </a:lnTo>
                <a:lnTo>
                  <a:pt x="3978" y="41"/>
                </a:lnTo>
                <a:lnTo>
                  <a:pt x="3953" y="29"/>
                </a:lnTo>
                <a:lnTo>
                  <a:pt x="3887" y="8"/>
                </a:lnTo>
                <a:lnTo>
                  <a:pt x="3821" y="0"/>
                </a:lnTo>
                <a:lnTo>
                  <a:pt x="3754" y="5"/>
                </a:lnTo>
                <a:lnTo>
                  <a:pt x="3688" y="23"/>
                </a:lnTo>
                <a:lnTo>
                  <a:pt x="3652" y="41"/>
                </a:lnTo>
                <a:lnTo>
                  <a:pt x="3622" y="60"/>
                </a:lnTo>
                <a:lnTo>
                  <a:pt x="3572" y="105"/>
                </a:lnTo>
                <a:lnTo>
                  <a:pt x="3555" y="126"/>
                </a:lnTo>
                <a:lnTo>
                  <a:pt x="3529" y="169"/>
                </a:lnTo>
                <a:lnTo>
                  <a:pt x="3504" y="233"/>
                </a:lnTo>
                <a:lnTo>
                  <a:pt x="3491" y="296"/>
                </a:lnTo>
                <a:lnTo>
                  <a:pt x="3489" y="349"/>
                </a:lnTo>
                <a:lnTo>
                  <a:pt x="3489" y="360"/>
                </a:lnTo>
                <a:lnTo>
                  <a:pt x="3489" y="365"/>
                </a:lnTo>
                <a:lnTo>
                  <a:pt x="3495" y="424"/>
                </a:lnTo>
                <a:lnTo>
                  <a:pt x="3508" y="488"/>
                </a:lnTo>
                <a:lnTo>
                  <a:pt x="3528" y="552"/>
                </a:lnTo>
                <a:lnTo>
                  <a:pt x="3553" y="616"/>
                </a:lnTo>
                <a:lnTo>
                  <a:pt x="3555" y="622"/>
                </a:lnTo>
                <a:lnTo>
                  <a:pt x="3586" y="680"/>
                </a:lnTo>
                <a:lnTo>
                  <a:pt x="3622" y="742"/>
                </a:lnTo>
                <a:lnTo>
                  <a:pt x="3623" y="744"/>
                </a:lnTo>
                <a:lnTo>
                  <a:pt x="3671" y="807"/>
                </a:lnTo>
                <a:lnTo>
                  <a:pt x="3688" y="830"/>
                </a:lnTo>
                <a:lnTo>
                  <a:pt x="3729" y="871"/>
                </a:lnTo>
                <a:lnTo>
                  <a:pt x="3754" y="898"/>
                </a:lnTo>
                <a:lnTo>
                  <a:pt x="3804" y="935"/>
                </a:lnTo>
                <a:lnTo>
                  <a:pt x="3821" y="949"/>
                </a:lnTo>
                <a:close/>
              </a:path>
            </a:pathLst>
          </a:custGeom>
          <a:noFill/>
          <a:ln w="15120">
            <a:solidFill>
              <a:srgbClr val="c53e1f"/>
            </a:solidFill>
            <a:round/>
          </a:ln>
        </p:spPr>
      </p:sp>
      <p:sp>
        <p:nvSpPr>
          <p:cNvPr id="87" name=""/>
          <p:cNvSpPr/>
          <p:nvPr/>
        </p:nvSpPr>
        <p:spPr>
          <a:xfrm flipV="1">
            <a:off x="601200" y="91440"/>
            <a:ext cx="0" cy="45763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/>
          <p:nvPr/>
        </p:nvSpPr>
        <p:spPr>
          <a:xfrm>
            <a:off x="601200" y="4667760"/>
            <a:ext cx="53150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9" name=""/>
          <p:cNvSpPr txBox="1"/>
          <p:nvPr/>
        </p:nvSpPr>
        <p:spPr>
          <a:xfrm rot="16200000">
            <a:off x="-327960" y="2295360"/>
            <a:ext cx="9561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UMAP dim 2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90" name=""/>
          <p:cNvSpPr txBox="1"/>
          <p:nvPr/>
        </p:nvSpPr>
        <p:spPr>
          <a:xfrm>
            <a:off x="3735360" y="222696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1" name=""/>
          <p:cNvSpPr txBox="1"/>
          <p:nvPr/>
        </p:nvSpPr>
        <p:spPr>
          <a:xfrm>
            <a:off x="2965320" y="159840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2" name=""/>
          <p:cNvSpPr txBox="1"/>
          <p:nvPr/>
        </p:nvSpPr>
        <p:spPr>
          <a:xfrm>
            <a:off x="4351320" y="17744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3" name=""/>
          <p:cNvSpPr txBox="1"/>
          <p:nvPr/>
        </p:nvSpPr>
        <p:spPr>
          <a:xfrm>
            <a:off x="3885120" y="157752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>
            <a:off x="3263040" y="134676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2055960" y="161568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3584880" y="279756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3921840" y="268200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S8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3480120" y="186408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2889720" y="124596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4327200" y="22154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>
            <a:off x="3512160" y="16664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2" name=""/>
          <p:cNvSpPr txBox="1"/>
          <p:nvPr/>
        </p:nvSpPr>
        <p:spPr>
          <a:xfrm>
            <a:off x="3204000" y="298080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3" name=""/>
          <p:cNvSpPr txBox="1"/>
          <p:nvPr/>
        </p:nvSpPr>
        <p:spPr>
          <a:xfrm>
            <a:off x="3425040" y="20563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4" name=""/>
          <p:cNvSpPr txBox="1"/>
          <p:nvPr/>
        </p:nvSpPr>
        <p:spPr>
          <a:xfrm>
            <a:off x="2371680" y="26942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5" name=""/>
          <p:cNvSpPr txBox="1"/>
          <p:nvPr/>
        </p:nvSpPr>
        <p:spPr>
          <a:xfrm>
            <a:off x="2142360" y="317376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S16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6" name=""/>
          <p:cNvSpPr txBox="1"/>
          <p:nvPr/>
        </p:nvSpPr>
        <p:spPr>
          <a:xfrm>
            <a:off x="2845440" y="286668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S17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7" name=""/>
          <p:cNvSpPr txBox="1"/>
          <p:nvPr/>
        </p:nvSpPr>
        <p:spPr>
          <a:xfrm>
            <a:off x="2418480" y="302688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S18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>
            <a:off x="2128680" y="293508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S19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>
            <a:off x="3869280" y="240588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>
            <a:off x="3688920" y="13532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3079080" y="24008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3560400" y="255348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3" name=""/>
          <p:cNvSpPr txBox="1"/>
          <p:nvPr/>
        </p:nvSpPr>
        <p:spPr>
          <a:xfrm>
            <a:off x="2255760" y="15566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2972880" y="197388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4276800" y="19940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S26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6" name=""/>
          <p:cNvSpPr txBox="1"/>
          <p:nvPr/>
        </p:nvSpPr>
        <p:spPr>
          <a:xfrm>
            <a:off x="2991240" y="180468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S27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3925800" y="19501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S28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8" name=""/>
          <p:cNvSpPr txBox="1"/>
          <p:nvPr/>
        </p:nvSpPr>
        <p:spPr>
          <a:xfrm>
            <a:off x="4588560" y="20005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S29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9" name=""/>
          <p:cNvSpPr txBox="1"/>
          <p:nvPr/>
        </p:nvSpPr>
        <p:spPr>
          <a:xfrm>
            <a:off x="2619000" y="15433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2727720" y="19994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1" name=""/>
          <p:cNvSpPr txBox="1"/>
          <p:nvPr/>
        </p:nvSpPr>
        <p:spPr>
          <a:xfrm>
            <a:off x="2188800" y="136800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2" name=""/>
          <p:cNvSpPr txBox="1"/>
          <p:nvPr/>
        </p:nvSpPr>
        <p:spPr>
          <a:xfrm>
            <a:off x="2557800" y="24775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3" name=""/>
          <p:cNvSpPr txBox="1"/>
          <p:nvPr/>
        </p:nvSpPr>
        <p:spPr>
          <a:xfrm>
            <a:off x="3082680" y="31651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2826360" y="166896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09" y="419"/>
                </a:moveTo>
                <a:cubicBezTo>
                  <a:pt x="264" y="419"/>
                  <a:pt x="318" y="397"/>
                  <a:pt x="358" y="358"/>
                </a:cubicBezTo>
                <a:cubicBezTo>
                  <a:pt x="397" y="319"/>
                  <a:pt x="419" y="265"/>
                  <a:pt x="419" y="210"/>
                </a:cubicBezTo>
                <a:cubicBezTo>
                  <a:pt x="419" y="154"/>
                  <a:pt x="397" y="101"/>
                  <a:pt x="358" y="62"/>
                </a:cubicBezTo>
                <a:cubicBezTo>
                  <a:pt x="318" y="22"/>
                  <a:pt x="264" y="0"/>
                  <a:pt x="209" y="0"/>
                </a:cubicBezTo>
                <a:cubicBezTo>
                  <a:pt x="154" y="0"/>
                  <a:pt x="101" y="22"/>
                  <a:pt x="61" y="62"/>
                </a:cubicBezTo>
                <a:cubicBezTo>
                  <a:pt x="22" y="101"/>
                  <a:pt x="0" y="154"/>
                  <a:pt x="0" y="210"/>
                </a:cubicBezTo>
                <a:cubicBezTo>
                  <a:pt x="0" y="265"/>
                  <a:pt x="22" y="319"/>
                  <a:pt x="61" y="358"/>
                </a:cubicBezTo>
                <a:cubicBezTo>
                  <a:pt x="101" y="397"/>
                  <a:pt x="154" y="419"/>
                  <a:pt x="209" y="419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25" name=""/>
          <p:cNvSpPr/>
          <p:nvPr/>
        </p:nvSpPr>
        <p:spPr>
          <a:xfrm>
            <a:off x="4212360" y="184500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10" y="419"/>
                </a:moveTo>
                <a:cubicBezTo>
                  <a:pt x="265" y="419"/>
                  <a:pt x="318" y="397"/>
                  <a:pt x="358" y="358"/>
                </a:cubicBezTo>
                <a:cubicBezTo>
                  <a:pt x="397" y="318"/>
                  <a:pt x="419" y="265"/>
                  <a:pt x="419" y="210"/>
                </a:cubicBezTo>
                <a:cubicBezTo>
                  <a:pt x="419" y="155"/>
                  <a:pt x="397" y="102"/>
                  <a:pt x="358" y="61"/>
                </a:cubicBezTo>
                <a:cubicBezTo>
                  <a:pt x="318" y="22"/>
                  <a:pt x="265" y="0"/>
                  <a:pt x="210" y="0"/>
                </a:cubicBezTo>
                <a:cubicBezTo>
                  <a:pt x="154" y="0"/>
                  <a:pt x="101" y="22"/>
                  <a:pt x="61" y="61"/>
                </a:cubicBezTo>
                <a:cubicBezTo>
                  <a:pt x="22" y="102"/>
                  <a:pt x="0" y="155"/>
                  <a:pt x="0" y="210"/>
                </a:cubicBezTo>
                <a:cubicBezTo>
                  <a:pt x="0" y="265"/>
                  <a:pt x="22" y="318"/>
                  <a:pt x="61" y="358"/>
                </a:cubicBezTo>
                <a:cubicBezTo>
                  <a:pt x="101" y="397"/>
                  <a:pt x="154" y="419"/>
                  <a:pt x="210" y="419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3746160" y="1648440"/>
            <a:ext cx="150840" cy="150480"/>
          </a:xfrm>
          <a:custGeom>
            <a:avLst/>
            <a:gdLst/>
            <a:ahLst/>
            <a:rect l="0" t="0" r="r" b="b"/>
            <a:pathLst>
              <a:path w="419" h="418">
                <a:moveTo>
                  <a:pt x="209" y="418"/>
                </a:moveTo>
                <a:cubicBezTo>
                  <a:pt x="265" y="418"/>
                  <a:pt x="318" y="396"/>
                  <a:pt x="358" y="357"/>
                </a:cubicBezTo>
                <a:cubicBezTo>
                  <a:pt x="397" y="318"/>
                  <a:pt x="419" y="265"/>
                  <a:pt x="419" y="208"/>
                </a:cubicBezTo>
                <a:cubicBezTo>
                  <a:pt x="419" y="153"/>
                  <a:pt x="397" y="100"/>
                  <a:pt x="358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4" y="0"/>
                  <a:pt x="101" y="22"/>
                  <a:pt x="61" y="61"/>
                </a:cubicBezTo>
                <a:cubicBezTo>
                  <a:pt x="22" y="100"/>
                  <a:pt x="0" y="153"/>
                  <a:pt x="0" y="208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1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1917360" y="168624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8" y="418"/>
                </a:moveTo>
                <a:cubicBezTo>
                  <a:pt x="264" y="418"/>
                  <a:pt x="318" y="396"/>
                  <a:pt x="357" y="357"/>
                </a:cubicBezTo>
                <a:cubicBezTo>
                  <a:pt x="396" y="318"/>
                  <a:pt x="418" y="265"/>
                  <a:pt x="418" y="210"/>
                </a:cubicBezTo>
                <a:cubicBezTo>
                  <a:pt x="418" y="154"/>
                  <a:pt x="396" y="100"/>
                  <a:pt x="357" y="61"/>
                </a:cubicBezTo>
                <a:cubicBezTo>
                  <a:pt x="318" y="22"/>
                  <a:pt x="264" y="0"/>
                  <a:pt x="208" y="0"/>
                </a:cubicBezTo>
                <a:cubicBezTo>
                  <a:pt x="153" y="0"/>
                  <a:pt x="100" y="22"/>
                  <a:pt x="61" y="61"/>
                </a:cubicBezTo>
                <a:cubicBezTo>
                  <a:pt x="22" y="100"/>
                  <a:pt x="0" y="154"/>
                  <a:pt x="0" y="210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6"/>
                  <a:pt x="153" y="418"/>
                  <a:pt x="208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3782880" y="275256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10" y="419"/>
                </a:moveTo>
                <a:cubicBezTo>
                  <a:pt x="265" y="419"/>
                  <a:pt x="318" y="397"/>
                  <a:pt x="358" y="358"/>
                </a:cubicBezTo>
                <a:cubicBezTo>
                  <a:pt x="397" y="319"/>
                  <a:pt x="419" y="266"/>
                  <a:pt x="419" y="210"/>
                </a:cubicBezTo>
                <a:cubicBezTo>
                  <a:pt x="419" y="155"/>
                  <a:pt x="397" y="102"/>
                  <a:pt x="358" y="62"/>
                </a:cubicBezTo>
                <a:cubicBezTo>
                  <a:pt x="318" y="22"/>
                  <a:pt x="265" y="0"/>
                  <a:pt x="210" y="0"/>
                </a:cubicBezTo>
                <a:cubicBezTo>
                  <a:pt x="155" y="0"/>
                  <a:pt x="100" y="22"/>
                  <a:pt x="61" y="62"/>
                </a:cubicBezTo>
                <a:cubicBezTo>
                  <a:pt x="22" y="102"/>
                  <a:pt x="0" y="155"/>
                  <a:pt x="0" y="210"/>
                </a:cubicBezTo>
                <a:cubicBezTo>
                  <a:pt x="0" y="266"/>
                  <a:pt x="22" y="319"/>
                  <a:pt x="61" y="358"/>
                </a:cubicBezTo>
                <a:cubicBezTo>
                  <a:pt x="100" y="397"/>
                  <a:pt x="155" y="419"/>
                  <a:pt x="210" y="419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29" name=""/>
          <p:cNvSpPr/>
          <p:nvPr/>
        </p:nvSpPr>
        <p:spPr>
          <a:xfrm>
            <a:off x="3341520" y="193464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9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5"/>
                  <a:pt x="418" y="209"/>
                </a:cubicBezTo>
                <a:cubicBezTo>
                  <a:pt x="418" y="153"/>
                  <a:pt x="396" y="100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4" y="0"/>
                  <a:pt x="100" y="22"/>
                  <a:pt x="61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0" name=""/>
          <p:cNvSpPr/>
          <p:nvPr/>
        </p:nvSpPr>
        <p:spPr>
          <a:xfrm>
            <a:off x="3286080" y="212688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09" y="419"/>
                </a:moveTo>
                <a:cubicBezTo>
                  <a:pt x="265" y="419"/>
                  <a:pt x="319" y="397"/>
                  <a:pt x="358" y="358"/>
                </a:cubicBezTo>
                <a:cubicBezTo>
                  <a:pt x="397" y="319"/>
                  <a:pt x="419" y="265"/>
                  <a:pt x="419" y="210"/>
                </a:cubicBezTo>
                <a:cubicBezTo>
                  <a:pt x="419" y="155"/>
                  <a:pt x="397" y="101"/>
                  <a:pt x="358" y="62"/>
                </a:cubicBezTo>
                <a:cubicBezTo>
                  <a:pt x="319" y="22"/>
                  <a:pt x="265" y="0"/>
                  <a:pt x="209" y="0"/>
                </a:cubicBezTo>
                <a:cubicBezTo>
                  <a:pt x="154" y="0"/>
                  <a:pt x="101" y="22"/>
                  <a:pt x="61" y="62"/>
                </a:cubicBezTo>
                <a:cubicBezTo>
                  <a:pt x="22" y="101"/>
                  <a:pt x="0" y="155"/>
                  <a:pt x="0" y="210"/>
                </a:cubicBezTo>
                <a:cubicBezTo>
                  <a:pt x="0" y="265"/>
                  <a:pt x="22" y="319"/>
                  <a:pt x="61" y="358"/>
                </a:cubicBezTo>
                <a:cubicBezTo>
                  <a:pt x="101" y="397"/>
                  <a:pt x="154" y="419"/>
                  <a:pt x="209" y="419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1" name=""/>
          <p:cNvSpPr/>
          <p:nvPr/>
        </p:nvSpPr>
        <p:spPr>
          <a:xfrm>
            <a:off x="2003400" y="324468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10" y="418"/>
                </a:moveTo>
                <a:cubicBezTo>
                  <a:pt x="265" y="418"/>
                  <a:pt x="318" y="396"/>
                  <a:pt x="357" y="356"/>
                </a:cubicBezTo>
                <a:cubicBezTo>
                  <a:pt x="396" y="317"/>
                  <a:pt x="418" y="264"/>
                  <a:pt x="418" y="208"/>
                </a:cubicBezTo>
                <a:cubicBezTo>
                  <a:pt x="418" y="153"/>
                  <a:pt x="396" y="100"/>
                  <a:pt x="357" y="61"/>
                </a:cubicBezTo>
                <a:cubicBezTo>
                  <a:pt x="318" y="22"/>
                  <a:pt x="265" y="0"/>
                  <a:pt x="210" y="0"/>
                </a:cubicBezTo>
                <a:cubicBezTo>
                  <a:pt x="154" y="0"/>
                  <a:pt x="101" y="22"/>
                  <a:pt x="61" y="61"/>
                </a:cubicBezTo>
                <a:cubicBezTo>
                  <a:pt x="22" y="100"/>
                  <a:pt x="0" y="153"/>
                  <a:pt x="0" y="208"/>
                </a:cubicBezTo>
                <a:cubicBezTo>
                  <a:pt x="0" y="264"/>
                  <a:pt x="22" y="317"/>
                  <a:pt x="61" y="356"/>
                </a:cubicBezTo>
                <a:cubicBezTo>
                  <a:pt x="101" y="396"/>
                  <a:pt x="154" y="418"/>
                  <a:pt x="210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2" name=""/>
          <p:cNvSpPr/>
          <p:nvPr/>
        </p:nvSpPr>
        <p:spPr>
          <a:xfrm>
            <a:off x="2706480" y="293724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10" y="419"/>
                </a:moveTo>
                <a:cubicBezTo>
                  <a:pt x="265" y="419"/>
                  <a:pt x="318" y="397"/>
                  <a:pt x="357" y="357"/>
                </a:cubicBezTo>
                <a:cubicBezTo>
                  <a:pt x="397" y="318"/>
                  <a:pt x="419" y="265"/>
                  <a:pt x="419" y="209"/>
                </a:cubicBezTo>
                <a:cubicBezTo>
                  <a:pt x="419" y="154"/>
                  <a:pt x="397" y="101"/>
                  <a:pt x="357" y="62"/>
                </a:cubicBezTo>
                <a:cubicBezTo>
                  <a:pt x="318" y="22"/>
                  <a:pt x="265" y="0"/>
                  <a:pt x="210" y="0"/>
                </a:cubicBezTo>
                <a:cubicBezTo>
                  <a:pt x="153" y="0"/>
                  <a:pt x="100" y="22"/>
                  <a:pt x="61" y="62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7"/>
                  <a:pt x="153" y="419"/>
                  <a:pt x="210" y="419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3" name=""/>
          <p:cNvSpPr/>
          <p:nvPr/>
        </p:nvSpPr>
        <p:spPr>
          <a:xfrm>
            <a:off x="3730680" y="247644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8" y="418"/>
                </a:moveTo>
                <a:cubicBezTo>
                  <a:pt x="264" y="418"/>
                  <a:pt x="318" y="396"/>
                  <a:pt x="357" y="357"/>
                </a:cubicBezTo>
                <a:cubicBezTo>
                  <a:pt x="396" y="318"/>
                  <a:pt x="418" y="265"/>
                  <a:pt x="418" y="210"/>
                </a:cubicBezTo>
                <a:cubicBezTo>
                  <a:pt x="418" y="154"/>
                  <a:pt x="396" y="101"/>
                  <a:pt x="357" y="62"/>
                </a:cubicBezTo>
                <a:cubicBezTo>
                  <a:pt x="318" y="23"/>
                  <a:pt x="264" y="0"/>
                  <a:pt x="208" y="0"/>
                </a:cubicBezTo>
                <a:cubicBezTo>
                  <a:pt x="153" y="0"/>
                  <a:pt x="100" y="23"/>
                  <a:pt x="61" y="62"/>
                </a:cubicBezTo>
                <a:cubicBezTo>
                  <a:pt x="22" y="101"/>
                  <a:pt x="0" y="154"/>
                  <a:pt x="0" y="210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6"/>
                  <a:pt x="153" y="418"/>
                  <a:pt x="208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4" name=""/>
          <p:cNvSpPr/>
          <p:nvPr/>
        </p:nvSpPr>
        <p:spPr>
          <a:xfrm>
            <a:off x="3421440" y="2624400"/>
            <a:ext cx="150840" cy="150480"/>
          </a:xfrm>
          <a:custGeom>
            <a:avLst/>
            <a:gdLst/>
            <a:ahLst/>
            <a:rect l="0" t="0" r="r" b="b"/>
            <a:pathLst>
              <a:path w="419" h="418">
                <a:moveTo>
                  <a:pt x="209" y="418"/>
                </a:moveTo>
                <a:cubicBezTo>
                  <a:pt x="264" y="418"/>
                  <a:pt x="319" y="396"/>
                  <a:pt x="358" y="357"/>
                </a:cubicBezTo>
                <a:cubicBezTo>
                  <a:pt x="397" y="318"/>
                  <a:pt x="419" y="265"/>
                  <a:pt x="419" y="209"/>
                </a:cubicBezTo>
                <a:cubicBezTo>
                  <a:pt x="419" y="154"/>
                  <a:pt x="397" y="101"/>
                  <a:pt x="358" y="62"/>
                </a:cubicBezTo>
                <a:cubicBezTo>
                  <a:pt x="319" y="23"/>
                  <a:pt x="264" y="0"/>
                  <a:pt x="209" y="0"/>
                </a:cubicBezTo>
                <a:cubicBezTo>
                  <a:pt x="154" y="0"/>
                  <a:pt x="101" y="23"/>
                  <a:pt x="61" y="62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1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5" name=""/>
          <p:cNvSpPr/>
          <p:nvPr/>
        </p:nvSpPr>
        <p:spPr>
          <a:xfrm>
            <a:off x="2116800" y="1627200"/>
            <a:ext cx="150480" cy="150840"/>
          </a:xfrm>
          <a:custGeom>
            <a:avLst/>
            <a:gdLst/>
            <a:ahLst/>
            <a:rect l="0" t="0" r="r" b="b"/>
            <a:pathLst>
              <a:path w="418" h="419">
                <a:moveTo>
                  <a:pt x="210" y="419"/>
                </a:moveTo>
                <a:cubicBezTo>
                  <a:pt x="265" y="419"/>
                  <a:pt x="318" y="397"/>
                  <a:pt x="357" y="358"/>
                </a:cubicBezTo>
                <a:cubicBezTo>
                  <a:pt x="396" y="318"/>
                  <a:pt x="418" y="264"/>
                  <a:pt x="418" y="209"/>
                </a:cubicBezTo>
                <a:cubicBezTo>
                  <a:pt x="418" y="154"/>
                  <a:pt x="396" y="101"/>
                  <a:pt x="357" y="61"/>
                </a:cubicBezTo>
                <a:cubicBezTo>
                  <a:pt x="318" y="22"/>
                  <a:pt x="265" y="0"/>
                  <a:pt x="210" y="0"/>
                </a:cubicBezTo>
                <a:cubicBezTo>
                  <a:pt x="153" y="0"/>
                  <a:pt x="100" y="22"/>
                  <a:pt x="61" y="61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4"/>
                  <a:pt x="22" y="318"/>
                  <a:pt x="61" y="358"/>
                </a:cubicBezTo>
                <a:cubicBezTo>
                  <a:pt x="100" y="397"/>
                  <a:pt x="153" y="419"/>
                  <a:pt x="210" y="419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6" name=""/>
          <p:cNvSpPr/>
          <p:nvPr/>
        </p:nvSpPr>
        <p:spPr>
          <a:xfrm>
            <a:off x="2834280" y="204444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8" y="418"/>
                </a:moveTo>
                <a:cubicBezTo>
                  <a:pt x="265" y="418"/>
                  <a:pt x="318" y="396"/>
                  <a:pt x="357" y="356"/>
                </a:cubicBezTo>
                <a:cubicBezTo>
                  <a:pt x="396" y="317"/>
                  <a:pt x="418" y="264"/>
                  <a:pt x="418" y="209"/>
                </a:cubicBezTo>
                <a:cubicBezTo>
                  <a:pt x="418" y="153"/>
                  <a:pt x="396" y="100"/>
                  <a:pt x="357" y="61"/>
                </a:cubicBezTo>
                <a:cubicBezTo>
                  <a:pt x="318" y="22"/>
                  <a:pt x="265" y="0"/>
                  <a:pt x="208" y="0"/>
                </a:cubicBezTo>
                <a:cubicBezTo>
                  <a:pt x="153" y="0"/>
                  <a:pt x="100" y="22"/>
                  <a:pt x="61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4"/>
                  <a:pt x="22" y="317"/>
                  <a:pt x="61" y="356"/>
                </a:cubicBezTo>
                <a:cubicBezTo>
                  <a:pt x="100" y="396"/>
                  <a:pt x="153" y="418"/>
                  <a:pt x="208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7" name=""/>
          <p:cNvSpPr/>
          <p:nvPr/>
        </p:nvSpPr>
        <p:spPr>
          <a:xfrm>
            <a:off x="2852640" y="187560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9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5"/>
                  <a:pt x="418" y="209"/>
                </a:cubicBezTo>
                <a:cubicBezTo>
                  <a:pt x="418" y="154"/>
                  <a:pt x="396" y="101"/>
                  <a:pt x="357" y="62"/>
                </a:cubicBezTo>
                <a:cubicBezTo>
                  <a:pt x="318" y="23"/>
                  <a:pt x="265" y="0"/>
                  <a:pt x="209" y="0"/>
                </a:cubicBezTo>
                <a:cubicBezTo>
                  <a:pt x="153" y="0"/>
                  <a:pt x="100" y="23"/>
                  <a:pt x="61" y="62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6"/>
                  <a:pt x="153" y="418"/>
                  <a:pt x="209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8" name=""/>
          <p:cNvSpPr/>
          <p:nvPr/>
        </p:nvSpPr>
        <p:spPr>
          <a:xfrm>
            <a:off x="3786840" y="2021040"/>
            <a:ext cx="150840" cy="150480"/>
          </a:xfrm>
          <a:custGeom>
            <a:avLst/>
            <a:gdLst/>
            <a:ahLst/>
            <a:rect l="0" t="0" r="r" b="b"/>
            <a:pathLst>
              <a:path w="419" h="418">
                <a:moveTo>
                  <a:pt x="210" y="418"/>
                </a:moveTo>
                <a:cubicBezTo>
                  <a:pt x="265" y="418"/>
                  <a:pt x="319" y="396"/>
                  <a:pt x="358" y="357"/>
                </a:cubicBezTo>
                <a:cubicBezTo>
                  <a:pt x="397" y="318"/>
                  <a:pt x="419" y="265"/>
                  <a:pt x="419" y="209"/>
                </a:cubicBezTo>
                <a:cubicBezTo>
                  <a:pt x="419" y="154"/>
                  <a:pt x="397" y="101"/>
                  <a:pt x="358" y="62"/>
                </a:cubicBezTo>
                <a:cubicBezTo>
                  <a:pt x="319" y="23"/>
                  <a:pt x="265" y="0"/>
                  <a:pt x="210" y="0"/>
                </a:cubicBezTo>
                <a:cubicBezTo>
                  <a:pt x="155" y="0"/>
                  <a:pt x="101" y="23"/>
                  <a:pt x="62" y="62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5"/>
                  <a:pt x="22" y="318"/>
                  <a:pt x="62" y="357"/>
                </a:cubicBezTo>
                <a:cubicBezTo>
                  <a:pt x="101" y="396"/>
                  <a:pt x="155" y="418"/>
                  <a:pt x="210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39" name=""/>
          <p:cNvSpPr/>
          <p:nvPr/>
        </p:nvSpPr>
        <p:spPr>
          <a:xfrm>
            <a:off x="4449960" y="2071080"/>
            <a:ext cx="150480" cy="150840"/>
          </a:xfrm>
          <a:custGeom>
            <a:avLst/>
            <a:gdLst/>
            <a:ahLst/>
            <a:rect l="0" t="0" r="r" b="b"/>
            <a:pathLst>
              <a:path w="418" h="419">
                <a:moveTo>
                  <a:pt x="209" y="419"/>
                </a:moveTo>
                <a:cubicBezTo>
                  <a:pt x="264" y="419"/>
                  <a:pt x="317" y="397"/>
                  <a:pt x="356" y="358"/>
                </a:cubicBezTo>
                <a:cubicBezTo>
                  <a:pt x="396" y="318"/>
                  <a:pt x="418" y="264"/>
                  <a:pt x="418" y="209"/>
                </a:cubicBezTo>
                <a:cubicBezTo>
                  <a:pt x="418" y="154"/>
                  <a:pt x="396" y="101"/>
                  <a:pt x="356" y="61"/>
                </a:cubicBezTo>
                <a:cubicBezTo>
                  <a:pt x="317" y="22"/>
                  <a:pt x="264" y="0"/>
                  <a:pt x="209" y="0"/>
                </a:cubicBezTo>
                <a:cubicBezTo>
                  <a:pt x="153" y="0"/>
                  <a:pt x="100" y="22"/>
                  <a:pt x="61" y="61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4"/>
                  <a:pt x="22" y="318"/>
                  <a:pt x="61" y="358"/>
                </a:cubicBezTo>
                <a:cubicBezTo>
                  <a:pt x="100" y="397"/>
                  <a:pt x="153" y="419"/>
                  <a:pt x="209" y="419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0" name=""/>
          <p:cNvSpPr/>
          <p:nvPr/>
        </p:nvSpPr>
        <p:spPr>
          <a:xfrm>
            <a:off x="2480040" y="1613880"/>
            <a:ext cx="150840" cy="150480"/>
          </a:xfrm>
          <a:custGeom>
            <a:avLst/>
            <a:gdLst/>
            <a:ahLst/>
            <a:rect l="0" t="0" r="r" b="b"/>
            <a:pathLst>
              <a:path w="419" h="418">
                <a:moveTo>
                  <a:pt x="209" y="418"/>
                </a:moveTo>
                <a:cubicBezTo>
                  <a:pt x="264" y="418"/>
                  <a:pt x="317" y="396"/>
                  <a:pt x="357" y="357"/>
                </a:cubicBezTo>
                <a:cubicBezTo>
                  <a:pt x="396" y="318"/>
                  <a:pt x="419" y="264"/>
                  <a:pt x="419" y="209"/>
                </a:cubicBezTo>
                <a:cubicBezTo>
                  <a:pt x="419" y="153"/>
                  <a:pt x="396" y="100"/>
                  <a:pt x="357" y="61"/>
                </a:cubicBezTo>
                <a:cubicBezTo>
                  <a:pt x="317" y="22"/>
                  <a:pt x="264" y="0"/>
                  <a:pt x="209" y="0"/>
                </a:cubicBezTo>
                <a:cubicBezTo>
                  <a:pt x="154" y="0"/>
                  <a:pt x="101" y="22"/>
                  <a:pt x="61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4"/>
                  <a:pt x="22" y="318"/>
                  <a:pt x="61" y="357"/>
                </a:cubicBezTo>
                <a:cubicBezTo>
                  <a:pt x="101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1" name=""/>
          <p:cNvSpPr/>
          <p:nvPr/>
        </p:nvSpPr>
        <p:spPr>
          <a:xfrm>
            <a:off x="2589120" y="2070000"/>
            <a:ext cx="150480" cy="150840"/>
          </a:xfrm>
          <a:custGeom>
            <a:avLst/>
            <a:gdLst/>
            <a:ahLst/>
            <a:rect l="0" t="0" r="r" b="b"/>
            <a:pathLst>
              <a:path w="418" h="419">
                <a:moveTo>
                  <a:pt x="209" y="419"/>
                </a:moveTo>
                <a:cubicBezTo>
                  <a:pt x="265" y="419"/>
                  <a:pt x="318" y="397"/>
                  <a:pt x="357" y="357"/>
                </a:cubicBezTo>
                <a:cubicBezTo>
                  <a:pt x="396" y="318"/>
                  <a:pt x="418" y="264"/>
                  <a:pt x="418" y="209"/>
                </a:cubicBezTo>
                <a:cubicBezTo>
                  <a:pt x="418" y="153"/>
                  <a:pt x="396" y="100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4" y="0"/>
                  <a:pt x="100" y="22"/>
                  <a:pt x="61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4"/>
                  <a:pt x="22" y="318"/>
                  <a:pt x="61" y="357"/>
                </a:cubicBezTo>
                <a:cubicBezTo>
                  <a:pt x="100" y="397"/>
                  <a:pt x="154" y="419"/>
                  <a:pt x="209" y="419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3596760" y="229788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8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5"/>
                  <a:pt x="418" y="209"/>
                </a:cubicBezTo>
                <a:cubicBezTo>
                  <a:pt x="418" y="154"/>
                  <a:pt x="396" y="101"/>
                  <a:pt x="357" y="61"/>
                </a:cubicBezTo>
                <a:cubicBezTo>
                  <a:pt x="318" y="22"/>
                  <a:pt x="265" y="0"/>
                  <a:pt x="208" y="0"/>
                </a:cubicBezTo>
                <a:cubicBezTo>
                  <a:pt x="153" y="0"/>
                  <a:pt x="100" y="22"/>
                  <a:pt x="61" y="61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6"/>
                  <a:pt x="153" y="418"/>
                  <a:pt x="208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3" name=""/>
          <p:cNvSpPr/>
          <p:nvPr/>
        </p:nvSpPr>
        <p:spPr>
          <a:xfrm>
            <a:off x="3124080" y="141732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09" y="419"/>
                </a:moveTo>
                <a:cubicBezTo>
                  <a:pt x="264" y="419"/>
                  <a:pt x="318" y="397"/>
                  <a:pt x="358" y="357"/>
                </a:cubicBezTo>
                <a:cubicBezTo>
                  <a:pt x="397" y="318"/>
                  <a:pt x="419" y="265"/>
                  <a:pt x="419" y="210"/>
                </a:cubicBezTo>
                <a:cubicBezTo>
                  <a:pt x="419" y="155"/>
                  <a:pt x="397" y="101"/>
                  <a:pt x="358" y="62"/>
                </a:cubicBezTo>
                <a:cubicBezTo>
                  <a:pt x="318" y="22"/>
                  <a:pt x="264" y="0"/>
                  <a:pt x="209" y="0"/>
                </a:cubicBezTo>
                <a:cubicBezTo>
                  <a:pt x="154" y="0"/>
                  <a:pt x="101" y="22"/>
                  <a:pt x="61" y="62"/>
                </a:cubicBezTo>
                <a:cubicBezTo>
                  <a:pt x="22" y="101"/>
                  <a:pt x="0" y="155"/>
                  <a:pt x="0" y="210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1" y="397"/>
                  <a:pt x="154" y="419"/>
                  <a:pt x="209" y="419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4" name=""/>
          <p:cNvSpPr/>
          <p:nvPr/>
        </p:nvSpPr>
        <p:spPr>
          <a:xfrm>
            <a:off x="3446280" y="2868120"/>
            <a:ext cx="150480" cy="150840"/>
          </a:xfrm>
          <a:custGeom>
            <a:avLst/>
            <a:gdLst/>
            <a:ahLst/>
            <a:rect l="0" t="0" r="r" b="b"/>
            <a:pathLst>
              <a:path w="418" h="419">
                <a:moveTo>
                  <a:pt x="209" y="419"/>
                </a:moveTo>
                <a:cubicBezTo>
                  <a:pt x="265" y="419"/>
                  <a:pt x="318" y="397"/>
                  <a:pt x="357" y="358"/>
                </a:cubicBezTo>
                <a:cubicBezTo>
                  <a:pt x="396" y="318"/>
                  <a:pt x="418" y="265"/>
                  <a:pt x="418" y="210"/>
                </a:cubicBezTo>
                <a:cubicBezTo>
                  <a:pt x="418" y="154"/>
                  <a:pt x="396" y="101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3" y="0"/>
                  <a:pt x="100" y="22"/>
                  <a:pt x="61" y="61"/>
                </a:cubicBezTo>
                <a:cubicBezTo>
                  <a:pt x="22" y="101"/>
                  <a:pt x="0" y="154"/>
                  <a:pt x="0" y="210"/>
                </a:cubicBezTo>
                <a:cubicBezTo>
                  <a:pt x="0" y="265"/>
                  <a:pt x="22" y="318"/>
                  <a:pt x="61" y="358"/>
                </a:cubicBezTo>
                <a:cubicBezTo>
                  <a:pt x="100" y="397"/>
                  <a:pt x="153" y="419"/>
                  <a:pt x="209" y="419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5" name=""/>
          <p:cNvSpPr/>
          <p:nvPr/>
        </p:nvSpPr>
        <p:spPr>
          <a:xfrm>
            <a:off x="2751120" y="131652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9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4"/>
                  <a:pt x="418" y="209"/>
                </a:cubicBezTo>
                <a:cubicBezTo>
                  <a:pt x="418" y="153"/>
                  <a:pt x="396" y="100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4" y="0"/>
                  <a:pt x="101" y="22"/>
                  <a:pt x="61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4"/>
                  <a:pt x="22" y="318"/>
                  <a:pt x="61" y="357"/>
                </a:cubicBezTo>
                <a:cubicBezTo>
                  <a:pt x="101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6" name=""/>
          <p:cNvSpPr/>
          <p:nvPr/>
        </p:nvSpPr>
        <p:spPr>
          <a:xfrm>
            <a:off x="4188240" y="228600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09" y="419"/>
                </a:moveTo>
                <a:cubicBezTo>
                  <a:pt x="265" y="419"/>
                  <a:pt x="319" y="397"/>
                  <a:pt x="358" y="358"/>
                </a:cubicBezTo>
                <a:cubicBezTo>
                  <a:pt x="397" y="318"/>
                  <a:pt x="419" y="265"/>
                  <a:pt x="419" y="210"/>
                </a:cubicBezTo>
                <a:cubicBezTo>
                  <a:pt x="419" y="155"/>
                  <a:pt x="397" y="101"/>
                  <a:pt x="358" y="61"/>
                </a:cubicBezTo>
                <a:cubicBezTo>
                  <a:pt x="319" y="22"/>
                  <a:pt x="265" y="0"/>
                  <a:pt x="209" y="0"/>
                </a:cubicBezTo>
                <a:cubicBezTo>
                  <a:pt x="154" y="0"/>
                  <a:pt x="101" y="22"/>
                  <a:pt x="62" y="61"/>
                </a:cubicBezTo>
                <a:cubicBezTo>
                  <a:pt x="22" y="101"/>
                  <a:pt x="0" y="155"/>
                  <a:pt x="0" y="210"/>
                </a:cubicBezTo>
                <a:cubicBezTo>
                  <a:pt x="0" y="265"/>
                  <a:pt x="22" y="318"/>
                  <a:pt x="62" y="358"/>
                </a:cubicBezTo>
                <a:cubicBezTo>
                  <a:pt x="101" y="397"/>
                  <a:pt x="154" y="419"/>
                  <a:pt x="209" y="419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7" name=""/>
          <p:cNvSpPr/>
          <p:nvPr/>
        </p:nvSpPr>
        <p:spPr>
          <a:xfrm>
            <a:off x="3373560" y="173736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9" y="418"/>
                </a:moveTo>
                <a:cubicBezTo>
                  <a:pt x="265" y="418"/>
                  <a:pt x="318" y="396"/>
                  <a:pt x="357" y="356"/>
                </a:cubicBezTo>
                <a:cubicBezTo>
                  <a:pt x="396" y="317"/>
                  <a:pt x="418" y="264"/>
                  <a:pt x="418" y="208"/>
                </a:cubicBezTo>
                <a:cubicBezTo>
                  <a:pt x="418" y="153"/>
                  <a:pt x="396" y="100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4" y="0"/>
                  <a:pt x="101" y="22"/>
                  <a:pt x="62" y="61"/>
                </a:cubicBezTo>
                <a:cubicBezTo>
                  <a:pt x="23" y="100"/>
                  <a:pt x="0" y="153"/>
                  <a:pt x="0" y="208"/>
                </a:cubicBezTo>
                <a:cubicBezTo>
                  <a:pt x="0" y="264"/>
                  <a:pt x="23" y="317"/>
                  <a:pt x="62" y="356"/>
                </a:cubicBezTo>
                <a:cubicBezTo>
                  <a:pt x="101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8" name=""/>
          <p:cNvSpPr/>
          <p:nvPr/>
        </p:nvSpPr>
        <p:spPr>
          <a:xfrm>
            <a:off x="3065040" y="305136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10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5"/>
                  <a:pt x="418" y="210"/>
                </a:cubicBezTo>
                <a:cubicBezTo>
                  <a:pt x="418" y="154"/>
                  <a:pt x="396" y="101"/>
                  <a:pt x="357" y="61"/>
                </a:cubicBezTo>
                <a:cubicBezTo>
                  <a:pt x="318" y="22"/>
                  <a:pt x="265" y="0"/>
                  <a:pt x="210" y="0"/>
                </a:cubicBezTo>
                <a:cubicBezTo>
                  <a:pt x="154" y="0"/>
                  <a:pt x="101" y="22"/>
                  <a:pt x="62" y="61"/>
                </a:cubicBezTo>
                <a:cubicBezTo>
                  <a:pt x="22" y="101"/>
                  <a:pt x="0" y="154"/>
                  <a:pt x="0" y="210"/>
                </a:cubicBezTo>
                <a:cubicBezTo>
                  <a:pt x="0" y="265"/>
                  <a:pt x="22" y="318"/>
                  <a:pt x="62" y="357"/>
                </a:cubicBezTo>
                <a:cubicBezTo>
                  <a:pt x="101" y="396"/>
                  <a:pt x="154" y="418"/>
                  <a:pt x="210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49" name=""/>
          <p:cNvSpPr/>
          <p:nvPr/>
        </p:nvSpPr>
        <p:spPr>
          <a:xfrm>
            <a:off x="2232720" y="276516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9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5"/>
                  <a:pt x="418" y="209"/>
                </a:cubicBezTo>
                <a:cubicBezTo>
                  <a:pt x="418" y="154"/>
                  <a:pt x="396" y="101"/>
                  <a:pt x="357" y="62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3" y="0"/>
                  <a:pt x="100" y="22"/>
                  <a:pt x="61" y="62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6"/>
                  <a:pt x="153" y="418"/>
                  <a:pt x="209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0" name=""/>
          <p:cNvSpPr/>
          <p:nvPr/>
        </p:nvSpPr>
        <p:spPr>
          <a:xfrm>
            <a:off x="2279880" y="3097440"/>
            <a:ext cx="150480" cy="150840"/>
          </a:xfrm>
          <a:custGeom>
            <a:avLst/>
            <a:gdLst/>
            <a:ahLst/>
            <a:rect l="0" t="0" r="r" b="b"/>
            <a:pathLst>
              <a:path w="418" h="419">
                <a:moveTo>
                  <a:pt x="209" y="419"/>
                </a:moveTo>
                <a:cubicBezTo>
                  <a:pt x="265" y="419"/>
                  <a:pt x="318" y="397"/>
                  <a:pt x="357" y="357"/>
                </a:cubicBezTo>
                <a:cubicBezTo>
                  <a:pt x="396" y="317"/>
                  <a:pt x="418" y="264"/>
                  <a:pt x="418" y="209"/>
                </a:cubicBezTo>
                <a:cubicBezTo>
                  <a:pt x="418" y="154"/>
                  <a:pt x="396" y="101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4" y="0"/>
                  <a:pt x="100" y="22"/>
                  <a:pt x="61" y="61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4"/>
                  <a:pt x="22" y="317"/>
                  <a:pt x="61" y="357"/>
                </a:cubicBezTo>
                <a:cubicBezTo>
                  <a:pt x="100" y="397"/>
                  <a:pt x="154" y="419"/>
                  <a:pt x="209" y="419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1" name=""/>
          <p:cNvSpPr/>
          <p:nvPr/>
        </p:nvSpPr>
        <p:spPr>
          <a:xfrm>
            <a:off x="1990080" y="300600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9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5"/>
                  <a:pt x="418" y="209"/>
                </a:cubicBezTo>
                <a:cubicBezTo>
                  <a:pt x="418" y="153"/>
                  <a:pt x="396" y="100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4" y="0"/>
                  <a:pt x="100" y="22"/>
                  <a:pt x="61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2" name=""/>
          <p:cNvSpPr/>
          <p:nvPr/>
        </p:nvSpPr>
        <p:spPr>
          <a:xfrm>
            <a:off x="3549960" y="142380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09" y="419"/>
                </a:moveTo>
                <a:cubicBezTo>
                  <a:pt x="265" y="419"/>
                  <a:pt x="318" y="397"/>
                  <a:pt x="358" y="358"/>
                </a:cubicBezTo>
                <a:cubicBezTo>
                  <a:pt x="397" y="318"/>
                  <a:pt x="419" y="265"/>
                  <a:pt x="419" y="210"/>
                </a:cubicBezTo>
                <a:cubicBezTo>
                  <a:pt x="419" y="155"/>
                  <a:pt x="397" y="102"/>
                  <a:pt x="358" y="62"/>
                </a:cubicBezTo>
                <a:cubicBezTo>
                  <a:pt x="318" y="23"/>
                  <a:pt x="265" y="0"/>
                  <a:pt x="209" y="0"/>
                </a:cubicBezTo>
                <a:cubicBezTo>
                  <a:pt x="154" y="0"/>
                  <a:pt x="101" y="23"/>
                  <a:pt x="62" y="62"/>
                </a:cubicBezTo>
                <a:cubicBezTo>
                  <a:pt x="22" y="102"/>
                  <a:pt x="0" y="155"/>
                  <a:pt x="0" y="210"/>
                </a:cubicBezTo>
                <a:cubicBezTo>
                  <a:pt x="0" y="265"/>
                  <a:pt x="22" y="318"/>
                  <a:pt x="62" y="358"/>
                </a:cubicBezTo>
                <a:cubicBezTo>
                  <a:pt x="101" y="397"/>
                  <a:pt x="154" y="419"/>
                  <a:pt x="209" y="419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3" name=""/>
          <p:cNvSpPr/>
          <p:nvPr/>
        </p:nvSpPr>
        <p:spPr>
          <a:xfrm>
            <a:off x="2940120" y="247140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09" y="419"/>
                </a:moveTo>
                <a:cubicBezTo>
                  <a:pt x="264" y="419"/>
                  <a:pt x="318" y="397"/>
                  <a:pt x="357" y="357"/>
                </a:cubicBezTo>
                <a:cubicBezTo>
                  <a:pt x="397" y="318"/>
                  <a:pt x="419" y="265"/>
                  <a:pt x="419" y="210"/>
                </a:cubicBezTo>
                <a:cubicBezTo>
                  <a:pt x="419" y="155"/>
                  <a:pt x="397" y="101"/>
                  <a:pt x="357" y="62"/>
                </a:cubicBezTo>
                <a:cubicBezTo>
                  <a:pt x="318" y="23"/>
                  <a:pt x="264" y="0"/>
                  <a:pt x="209" y="0"/>
                </a:cubicBezTo>
                <a:cubicBezTo>
                  <a:pt x="154" y="0"/>
                  <a:pt x="101" y="23"/>
                  <a:pt x="61" y="62"/>
                </a:cubicBezTo>
                <a:cubicBezTo>
                  <a:pt x="22" y="101"/>
                  <a:pt x="0" y="155"/>
                  <a:pt x="0" y="210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1" y="397"/>
                  <a:pt x="154" y="419"/>
                  <a:pt x="209" y="419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4" name=""/>
          <p:cNvSpPr/>
          <p:nvPr/>
        </p:nvSpPr>
        <p:spPr>
          <a:xfrm>
            <a:off x="4137840" y="2064600"/>
            <a:ext cx="150840" cy="150480"/>
          </a:xfrm>
          <a:custGeom>
            <a:avLst/>
            <a:gdLst/>
            <a:ahLst/>
            <a:rect l="0" t="0" r="r" b="b"/>
            <a:pathLst>
              <a:path w="419" h="418">
                <a:moveTo>
                  <a:pt x="209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7" y="318"/>
                  <a:pt x="419" y="264"/>
                  <a:pt x="419" y="209"/>
                </a:cubicBezTo>
                <a:cubicBezTo>
                  <a:pt x="419" y="153"/>
                  <a:pt x="397" y="100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4" y="0"/>
                  <a:pt x="101" y="22"/>
                  <a:pt x="62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4"/>
                  <a:pt x="22" y="318"/>
                  <a:pt x="62" y="357"/>
                </a:cubicBezTo>
                <a:cubicBezTo>
                  <a:pt x="101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5" name=""/>
          <p:cNvSpPr/>
          <p:nvPr/>
        </p:nvSpPr>
        <p:spPr>
          <a:xfrm>
            <a:off x="2049840" y="1438920"/>
            <a:ext cx="150840" cy="150480"/>
          </a:xfrm>
          <a:custGeom>
            <a:avLst/>
            <a:gdLst/>
            <a:ahLst/>
            <a:rect l="0" t="0" r="r" b="b"/>
            <a:pathLst>
              <a:path w="419" h="418">
                <a:moveTo>
                  <a:pt x="209" y="418"/>
                </a:moveTo>
                <a:cubicBezTo>
                  <a:pt x="264" y="418"/>
                  <a:pt x="317" y="396"/>
                  <a:pt x="358" y="356"/>
                </a:cubicBezTo>
                <a:cubicBezTo>
                  <a:pt x="397" y="317"/>
                  <a:pt x="419" y="264"/>
                  <a:pt x="419" y="208"/>
                </a:cubicBezTo>
                <a:cubicBezTo>
                  <a:pt x="419" y="153"/>
                  <a:pt x="397" y="100"/>
                  <a:pt x="358" y="61"/>
                </a:cubicBezTo>
                <a:cubicBezTo>
                  <a:pt x="317" y="22"/>
                  <a:pt x="264" y="0"/>
                  <a:pt x="209" y="0"/>
                </a:cubicBezTo>
                <a:cubicBezTo>
                  <a:pt x="154" y="0"/>
                  <a:pt x="101" y="22"/>
                  <a:pt x="61" y="61"/>
                </a:cubicBezTo>
                <a:cubicBezTo>
                  <a:pt x="22" y="100"/>
                  <a:pt x="0" y="153"/>
                  <a:pt x="0" y="208"/>
                </a:cubicBezTo>
                <a:cubicBezTo>
                  <a:pt x="0" y="264"/>
                  <a:pt x="22" y="317"/>
                  <a:pt x="61" y="356"/>
                </a:cubicBezTo>
                <a:cubicBezTo>
                  <a:pt x="101" y="396"/>
                  <a:pt x="154" y="418"/>
                  <a:pt x="209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6" name=""/>
          <p:cNvSpPr/>
          <p:nvPr/>
        </p:nvSpPr>
        <p:spPr>
          <a:xfrm>
            <a:off x="2419200" y="254808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9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5"/>
                  <a:pt x="418" y="209"/>
                </a:cubicBezTo>
                <a:cubicBezTo>
                  <a:pt x="418" y="153"/>
                  <a:pt x="396" y="100"/>
                  <a:pt x="357" y="61"/>
                </a:cubicBezTo>
                <a:cubicBezTo>
                  <a:pt x="318" y="22"/>
                  <a:pt x="265" y="0"/>
                  <a:pt x="209" y="0"/>
                </a:cubicBezTo>
                <a:cubicBezTo>
                  <a:pt x="153" y="0"/>
                  <a:pt x="100" y="22"/>
                  <a:pt x="61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0" y="396"/>
                  <a:pt x="153" y="418"/>
                  <a:pt x="209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7" name=""/>
          <p:cNvSpPr/>
          <p:nvPr/>
        </p:nvSpPr>
        <p:spPr>
          <a:xfrm>
            <a:off x="2944080" y="323604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08" y="418"/>
                </a:moveTo>
                <a:cubicBezTo>
                  <a:pt x="264" y="418"/>
                  <a:pt x="317" y="396"/>
                  <a:pt x="356" y="356"/>
                </a:cubicBezTo>
                <a:cubicBezTo>
                  <a:pt x="396" y="317"/>
                  <a:pt x="418" y="264"/>
                  <a:pt x="418" y="209"/>
                </a:cubicBezTo>
                <a:cubicBezTo>
                  <a:pt x="418" y="153"/>
                  <a:pt x="396" y="100"/>
                  <a:pt x="356" y="61"/>
                </a:cubicBezTo>
                <a:cubicBezTo>
                  <a:pt x="317" y="22"/>
                  <a:pt x="264" y="0"/>
                  <a:pt x="208" y="0"/>
                </a:cubicBezTo>
                <a:cubicBezTo>
                  <a:pt x="153" y="0"/>
                  <a:pt x="100" y="22"/>
                  <a:pt x="61" y="61"/>
                </a:cubicBezTo>
                <a:cubicBezTo>
                  <a:pt x="22" y="100"/>
                  <a:pt x="0" y="153"/>
                  <a:pt x="0" y="209"/>
                </a:cubicBezTo>
                <a:cubicBezTo>
                  <a:pt x="0" y="264"/>
                  <a:pt x="22" y="317"/>
                  <a:pt x="61" y="356"/>
                </a:cubicBezTo>
                <a:cubicBezTo>
                  <a:pt x="100" y="396"/>
                  <a:pt x="153" y="418"/>
                  <a:pt x="208" y="41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2439000" y="3292200"/>
            <a:ext cx="150840" cy="150840"/>
          </a:xfrm>
          <a:custGeom>
            <a:avLst/>
            <a:gdLst/>
            <a:ahLst/>
            <a:rect l="0" t="0" r="r" b="b"/>
            <a:pathLst>
              <a:path w="419" h="419">
                <a:moveTo>
                  <a:pt x="210" y="419"/>
                </a:moveTo>
                <a:cubicBezTo>
                  <a:pt x="266" y="419"/>
                  <a:pt x="319" y="397"/>
                  <a:pt x="358" y="358"/>
                </a:cubicBezTo>
                <a:cubicBezTo>
                  <a:pt x="397" y="318"/>
                  <a:pt x="419" y="265"/>
                  <a:pt x="419" y="209"/>
                </a:cubicBezTo>
                <a:cubicBezTo>
                  <a:pt x="419" y="154"/>
                  <a:pt x="397" y="101"/>
                  <a:pt x="358" y="61"/>
                </a:cubicBezTo>
                <a:cubicBezTo>
                  <a:pt x="319" y="22"/>
                  <a:pt x="266" y="0"/>
                  <a:pt x="210" y="0"/>
                </a:cubicBezTo>
                <a:cubicBezTo>
                  <a:pt x="155" y="0"/>
                  <a:pt x="101" y="22"/>
                  <a:pt x="62" y="61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5"/>
                  <a:pt x="22" y="318"/>
                  <a:pt x="62" y="358"/>
                </a:cubicBezTo>
                <a:cubicBezTo>
                  <a:pt x="101" y="397"/>
                  <a:pt x="155" y="419"/>
                  <a:pt x="210" y="419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4590720" y="154800"/>
            <a:ext cx="1262160" cy="411120"/>
          </a:xfrm>
          <a:custGeom>
            <a:avLst/>
            <a:gdLst/>
            <a:ahLst/>
            <a:rect l="0" t="0" r="r" b="b"/>
            <a:pathLst>
              <a:path w="3506" h="1142">
                <a:moveTo>
                  <a:pt x="70" y="1142"/>
                </a:moveTo>
                <a:lnTo>
                  <a:pt x="3436" y="1142"/>
                </a:lnTo>
                <a:cubicBezTo>
                  <a:pt x="3483" y="1142"/>
                  <a:pt x="3506" y="1118"/>
                  <a:pt x="3506" y="1071"/>
                </a:cubicBezTo>
                <a:lnTo>
                  <a:pt x="3506" y="70"/>
                </a:lnTo>
                <a:cubicBezTo>
                  <a:pt x="3506" y="23"/>
                  <a:pt x="3483" y="0"/>
                  <a:pt x="3436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1071"/>
                </a:lnTo>
                <a:cubicBezTo>
                  <a:pt x="0" y="1118"/>
                  <a:pt x="23" y="1142"/>
                  <a:pt x="70" y="1142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 w="12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60" name=""/>
          <p:cNvSpPr/>
          <p:nvPr/>
        </p:nvSpPr>
        <p:spPr>
          <a:xfrm>
            <a:off x="4693320" y="193680"/>
            <a:ext cx="150480" cy="150480"/>
          </a:xfrm>
          <a:custGeom>
            <a:avLst/>
            <a:gdLst/>
            <a:ahLst/>
            <a:rect l="0" t="0" r="r" b="b"/>
            <a:pathLst>
              <a:path w="418" h="418">
                <a:moveTo>
                  <a:pt x="210" y="418"/>
                </a:moveTo>
                <a:cubicBezTo>
                  <a:pt x="265" y="418"/>
                  <a:pt x="318" y="396"/>
                  <a:pt x="357" y="357"/>
                </a:cubicBezTo>
                <a:cubicBezTo>
                  <a:pt x="396" y="318"/>
                  <a:pt x="418" y="265"/>
                  <a:pt x="418" y="209"/>
                </a:cubicBezTo>
                <a:cubicBezTo>
                  <a:pt x="418" y="154"/>
                  <a:pt x="396" y="101"/>
                  <a:pt x="357" y="61"/>
                </a:cubicBezTo>
                <a:cubicBezTo>
                  <a:pt x="318" y="22"/>
                  <a:pt x="265" y="0"/>
                  <a:pt x="210" y="0"/>
                </a:cubicBezTo>
                <a:cubicBezTo>
                  <a:pt x="154" y="0"/>
                  <a:pt x="101" y="22"/>
                  <a:pt x="61" y="61"/>
                </a:cubicBezTo>
                <a:cubicBezTo>
                  <a:pt x="22" y="101"/>
                  <a:pt x="0" y="154"/>
                  <a:pt x="0" y="209"/>
                </a:cubicBezTo>
                <a:cubicBezTo>
                  <a:pt x="0" y="265"/>
                  <a:pt x="22" y="318"/>
                  <a:pt x="61" y="357"/>
                </a:cubicBezTo>
                <a:cubicBezTo>
                  <a:pt x="101" y="396"/>
                  <a:pt x="154" y="418"/>
                  <a:pt x="210" y="41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61" name=""/>
          <p:cNvSpPr txBox="1"/>
          <p:nvPr/>
        </p:nvSpPr>
        <p:spPr>
          <a:xfrm>
            <a:off x="2577960" y="322164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2" name=""/>
          <p:cNvSpPr/>
          <p:nvPr/>
        </p:nvSpPr>
        <p:spPr>
          <a:xfrm>
            <a:off x="4693320" y="379800"/>
            <a:ext cx="150480" cy="150840"/>
          </a:xfrm>
          <a:custGeom>
            <a:avLst/>
            <a:gdLst/>
            <a:ahLst/>
            <a:rect l="0" t="0" r="r" b="b"/>
            <a:pathLst>
              <a:path w="418" h="419">
                <a:moveTo>
                  <a:pt x="210" y="419"/>
                </a:moveTo>
                <a:cubicBezTo>
                  <a:pt x="265" y="419"/>
                  <a:pt x="318" y="396"/>
                  <a:pt x="357" y="356"/>
                </a:cubicBezTo>
                <a:cubicBezTo>
                  <a:pt x="396" y="317"/>
                  <a:pt x="418" y="264"/>
                  <a:pt x="418" y="209"/>
                </a:cubicBezTo>
                <a:cubicBezTo>
                  <a:pt x="418" y="154"/>
                  <a:pt x="396" y="100"/>
                  <a:pt x="357" y="61"/>
                </a:cubicBezTo>
                <a:cubicBezTo>
                  <a:pt x="318" y="22"/>
                  <a:pt x="265" y="0"/>
                  <a:pt x="210" y="0"/>
                </a:cubicBezTo>
                <a:cubicBezTo>
                  <a:pt x="154" y="0"/>
                  <a:pt x="101" y="22"/>
                  <a:pt x="61" y="61"/>
                </a:cubicBezTo>
                <a:cubicBezTo>
                  <a:pt x="22" y="100"/>
                  <a:pt x="0" y="154"/>
                  <a:pt x="0" y="209"/>
                </a:cubicBezTo>
                <a:cubicBezTo>
                  <a:pt x="0" y="264"/>
                  <a:pt x="22" y="317"/>
                  <a:pt x="61" y="356"/>
                </a:cubicBezTo>
                <a:cubicBezTo>
                  <a:pt x="101" y="396"/>
                  <a:pt x="154" y="419"/>
                  <a:pt x="210" y="419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7640">
            <a:solidFill>
              <a:srgbClr val="ffffff">
                <a:alpha val="92000"/>
              </a:srgbClr>
            </a:solidFill>
            <a:round/>
          </a:ln>
        </p:spPr>
      </p:sp>
      <p:sp>
        <p:nvSpPr>
          <p:cNvPr id="163" name=""/>
          <p:cNvSpPr txBox="1"/>
          <p:nvPr/>
        </p:nvSpPr>
        <p:spPr>
          <a:xfrm>
            <a:off x="4997160" y="184320"/>
            <a:ext cx="803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good (n=18)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64" name=""/>
          <p:cNvSpPr txBox="1"/>
          <p:nvPr/>
        </p:nvSpPr>
        <p:spPr>
          <a:xfrm>
            <a:off x="4997160" y="370800"/>
            <a:ext cx="726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bad (n=17)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5D — UMAP of features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1262960" cy="5492160"/>
          </a:xfrm>
          <a:custGeom>
            <a:avLst/>
            <a:gdLst/>
            <a:ahLst/>
            <a:rect l="0" t="0" r="r" b="b"/>
            <a:pathLst>
              <a:path w="31286" h="15256">
                <a:moveTo>
                  <a:pt x="0" y="15256"/>
                </a:moveTo>
                <a:lnTo>
                  <a:pt x="31286" y="15256"/>
                </a:lnTo>
                <a:lnTo>
                  <a:pt x="31286" y="0"/>
                </a:lnTo>
                <a:lnTo>
                  <a:pt x="0" y="0"/>
                </a:lnTo>
                <a:lnTo>
                  <a:pt x="0" y="1525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3484800" y="91440"/>
            <a:ext cx="6378120" cy="4928760"/>
          </a:xfrm>
          <a:custGeom>
            <a:avLst/>
            <a:gdLst/>
            <a:ahLst/>
            <a:rect l="0" t="0" r="r" b="b"/>
            <a:pathLst>
              <a:path w="17717" h="13691">
                <a:moveTo>
                  <a:pt x="0" y="13691"/>
                </a:moveTo>
                <a:lnTo>
                  <a:pt x="17717" y="13691"/>
                </a:lnTo>
                <a:lnTo>
                  <a:pt x="17717" y="0"/>
                </a:lnTo>
                <a:lnTo>
                  <a:pt x="0" y="0"/>
                </a:lnTo>
                <a:lnTo>
                  <a:pt x="0" y="1369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40539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40539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48459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48459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3842280" y="5083560"/>
            <a:ext cx="425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0.075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56379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56379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4634280" y="5083560"/>
            <a:ext cx="425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64299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64299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5426280" y="5083560"/>
            <a:ext cx="425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72219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72219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6266160" y="5083560"/>
            <a:ext cx="32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80139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80139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7058520" y="5083560"/>
            <a:ext cx="32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88059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88059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7850520" y="5083560"/>
            <a:ext cx="32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95979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95979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8642520" y="5083560"/>
            <a:ext cx="32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0.075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9434520" y="5083560"/>
            <a:ext cx="32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3446640" y="4707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3446640" y="4707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4280040" y="5246640"/>
            <a:ext cx="47646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SHAP value (impact on predicted "good responder" probability)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3446640" y="4398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3446640" y="4398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112120" y="4643280"/>
            <a:ext cx="12916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Antigen_presentation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3446640" y="4090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3446640" y="4090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2523600" y="4334040"/>
            <a:ext cx="884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IFNg_Ayers_18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3446640" y="3782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3446640" y="3782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3177720" y="4027320"/>
            <a:ext cx="2246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age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3446640" y="3474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3446640" y="3474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2705760" y="3719160"/>
            <a:ext cx="715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3446640" y="3166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3446640" y="3166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2685240" y="3411000"/>
            <a:ext cx="7138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TLS_Cabrita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3446640" y="2858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3446640" y="2858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2913840" y="3102840"/>
            <a:ext cx="489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Hypoxia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3446640" y="2550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3446640" y="2550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2352960" y="2794680"/>
            <a:ext cx="1049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CD8_proliferation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3446640" y="2242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3446640" y="2242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2367360" y="2486880"/>
            <a:ext cx="1032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G2-M Checkpoint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3446640" y="1934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 flipH="1">
            <a:off x="3446640" y="1934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>
            <a:off x="2841480" y="2178720"/>
            <a:ext cx="5583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frac_amp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3446640" y="1626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 flipH="1">
            <a:off x="3446640" y="1626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>
            <a:off x="1874520" y="1870560"/>
            <a:ext cx="1533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DNA Repair R-HSA-73894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3446640" y="1317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 flipH="1">
            <a:off x="3446640" y="1317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>
            <a:off x="2991960" y="1561320"/>
            <a:ext cx="40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MHC_II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3446640" y="1009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9" name=""/>
          <p:cNvSpPr/>
          <p:nvPr/>
        </p:nvSpPr>
        <p:spPr>
          <a:xfrm flipH="1">
            <a:off x="3446640" y="1009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 txBox="1"/>
          <p:nvPr/>
        </p:nvSpPr>
        <p:spPr>
          <a:xfrm>
            <a:off x="91440" y="1254240"/>
            <a:ext cx="3309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HDR Thru Homologous Recombination (HRR) R-HSA-56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3446640" y="701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" name=""/>
          <p:cNvSpPr/>
          <p:nvPr/>
        </p:nvSpPr>
        <p:spPr>
          <a:xfrm flipH="1">
            <a:off x="3446640" y="701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 txBox="1"/>
          <p:nvPr/>
        </p:nvSpPr>
        <p:spPr>
          <a:xfrm>
            <a:off x="2925360" y="946440"/>
            <a:ext cx="476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frac_del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3446640" y="393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" name=""/>
          <p:cNvSpPr/>
          <p:nvPr/>
        </p:nvSpPr>
        <p:spPr>
          <a:xfrm flipH="1">
            <a:off x="3446640" y="393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 txBox="1"/>
          <p:nvPr/>
        </p:nvSpPr>
        <p:spPr>
          <a:xfrm>
            <a:off x="425880" y="638280"/>
            <a:ext cx="29800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DNA Double-Strand Break Repair R-HSA-5693532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 flipV="1">
            <a:off x="6429960" y="91440"/>
            <a:ext cx="0" cy="4928400"/>
          </a:xfrm>
          <a:prstGeom prst="line">
            <a:avLst/>
          </a:prstGeom>
          <a:ln cap="sq" w="111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/>
          <p:nvPr/>
        </p:nvSpPr>
        <p:spPr>
          <a:xfrm flipV="1">
            <a:off x="3484800" y="91440"/>
            <a:ext cx="0" cy="49284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/>
          <p:nvPr/>
        </p:nvSpPr>
        <p:spPr>
          <a:xfrm>
            <a:off x="3484800" y="5019840"/>
            <a:ext cx="63777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0" name=""/>
          <p:cNvSpPr/>
          <p:nvPr/>
        </p:nvSpPr>
        <p:spPr>
          <a:xfrm>
            <a:off x="6449760" y="4655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8bac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1" name=""/>
          <p:cNvSpPr/>
          <p:nvPr/>
        </p:nvSpPr>
        <p:spPr>
          <a:xfrm>
            <a:off x="6730920" y="46245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9c7d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2" name=""/>
          <p:cNvSpPr/>
          <p:nvPr/>
        </p:nvSpPr>
        <p:spPr>
          <a:xfrm>
            <a:off x="6639480" y="4645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5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39cb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3" name=""/>
          <p:cNvSpPr/>
          <p:nvPr/>
        </p:nvSpPr>
        <p:spPr>
          <a:xfrm>
            <a:off x="5873040" y="46558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6"/>
                  <a:pt x="87" y="238"/>
                  <a:pt x="120" y="238"/>
                </a:cubicBezTo>
                <a:close/>
              </a:path>
            </a:pathLst>
          </a:custGeom>
          <a:solidFill>
            <a:srgbClr val="cb5d8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4" name=""/>
          <p:cNvSpPr/>
          <p:nvPr/>
        </p:nvSpPr>
        <p:spPr>
          <a:xfrm>
            <a:off x="6470640" y="46785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6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7b6c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5" name=""/>
          <p:cNvSpPr/>
          <p:nvPr/>
        </p:nvSpPr>
        <p:spPr>
          <a:xfrm>
            <a:off x="6738120" y="4637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2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8" y="226"/>
                  <a:pt x="88" y="238"/>
                  <a:pt x="120" y="238"/>
                </a:cubicBezTo>
                <a:close/>
              </a:path>
            </a:pathLst>
          </a:custGeom>
          <a:solidFill>
            <a:srgbClr val="c6d8e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6" name=""/>
          <p:cNvSpPr/>
          <p:nvPr/>
        </p:nvSpPr>
        <p:spPr>
          <a:xfrm>
            <a:off x="6347880" y="4675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c4d7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7" name=""/>
          <p:cNvSpPr/>
          <p:nvPr/>
        </p:nvSpPr>
        <p:spPr>
          <a:xfrm>
            <a:off x="6540840" y="45918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5facc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8" name=""/>
          <p:cNvSpPr/>
          <p:nvPr/>
        </p:nvSpPr>
        <p:spPr>
          <a:xfrm>
            <a:off x="6856920" y="4578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acc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19" name=""/>
          <p:cNvSpPr/>
          <p:nvPr/>
        </p:nvSpPr>
        <p:spPr>
          <a:xfrm>
            <a:off x="6129720" y="4685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69b0c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0" name=""/>
          <p:cNvSpPr/>
          <p:nvPr/>
        </p:nvSpPr>
        <p:spPr>
          <a:xfrm>
            <a:off x="6507360" y="4610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9c7d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1" name=""/>
          <p:cNvSpPr/>
          <p:nvPr/>
        </p:nvSpPr>
        <p:spPr>
          <a:xfrm>
            <a:off x="5578200" y="46591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49"/>
                  <a:pt x="237" y="118"/>
                </a:cubicBezTo>
                <a:cubicBezTo>
                  <a:pt x="237" y="86"/>
                  <a:pt x="225" y="56"/>
                  <a:pt x="203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e759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2" name=""/>
          <p:cNvSpPr/>
          <p:nvPr/>
        </p:nvSpPr>
        <p:spPr>
          <a:xfrm>
            <a:off x="6308640" y="46515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3" name=""/>
          <p:cNvSpPr/>
          <p:nvPr/>
        </p:nvSpPr>
        <p:spPr>
          <a:xfrm>
            <a:off x="6686640" y="4585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7b6c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4" name=""/>
          <p:cNvSpPr/>
          <p:nvPr/>
        </p:nvSpPr>
        <p:spPr>
          <a:xfrm>
            <a:off x="6383880" y="47437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49"/>
                  <a:pt x="238" y="118"/>
                </a:cubicBezTo>
                <a:cubicBezTo>
                  <a:pt x="238" y="87"/>
                  <a:pt x="226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80"/>
                  <a:pt x="35" y="203"/>
                </a:cubicBezTo>
                <a:cubicBezTo>
                  <a:pt x="57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5a5b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5" name=""/>
          <p:cNvSpPr/>
          <p:nvPr/>
        </p:nvSpPr>
        <p:spPr>
          <a:xfrm>
            <a:off x="6337800" y="4740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6"/>
                  <a:pt x="202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4296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6757200" y="47530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4" y="181"/>
                  <a:pt x="238" y="150"/>
                  <a:pt x="238" y="118"/>
                </a:cubicBezTo>
                <a:cubicBezTo>
                  <a:pt x="238" y="87"/>
                  <a:pt x="224" y="57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fdce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6423120" y="46029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79" y="225"/>
                  <a:pt x="202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6"/>
                  <a:pt x="202" y="34"/>
                </a:cubicBezTo>
                <a:cubicBezTo>
                  <a:pt x="179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39ab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6205680" y="46130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7cb8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29" name=""/>
          <p:cNvSpPr/>
          <p:nvPr/>
        </p:nvSpPr>
        <p:spPr>
          <a:xfrm>
            <a:off x="6696000" y="4595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9c7d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0" name=""/>
          <p:cNvSpPr/>
          <p:nvPr/>
        </p:nvSpPr>
        <p:spPr>
          <a:xfrm>
            <a:off x="5672880" y="45759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6" y="180"/>
                  <a:pt x="238" y="149"/>
                  <a:pt x="238" y="118"/>
                </a:cubicBezTo>
                <a:cubicBezTo>
                  <a:pt x="238" y="87"/>
                  <a:pt x="226" y="56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84b7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1" name=""/>
          <p:cNvSpPr/>
          <p:nvPr/>
        </p:nvSpPr>
        <p:spPr>
          <a:xfrm>
            <a:off x="5991840" y="46090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4" y="181"/>
                  <a:pt x="238" y="150"/>
                  <a:pt x="238" y="119"/>
                </a:cubicBezTo>
                <a:cubicBezTo>
                  <a:pt x="238" y="88"/>
                  <a:pt x="224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2" name=""/>
          <p:cNvSpPr/>
          <p:nvPr/>
        </p:nvSpPr>
        <p:spPr>
          <a:xfrm>
            <a:off x="6647760" y="4671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4a2b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3" name=""/>
          <p:cNvSpPr/>
          <p:nvPr/>
        </p:nvSpPr>
        <p:spPr>
          <a:xfrm>
            <a:off x="6815520" y="46123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8" y="238"/>
                  <a:pt x="120" y="238"/>
                </a:cubicBezTo>
                <a:close/>
              </a:path>
            </a:pathLst>
          </a:custGeom>
          <a:solidFill>
            <a:srgbClr val="dacc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4" name=""/>
          <p:cNvSpPr/>
          <p:nvPr/>
        </p:nvSpPr>
        <p:spPr>
          <a:xfrm>
            <a:off x="7002720" y="47347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dcdce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5" name=""/>
          <p:cNvSpPr/>
          <p:nvPr/>
        </p:nvSpPr>
        <p:spPr>
          <a:xfrm>
            <a:off x="5535720" y="46386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79"/>
                  <a:pt x="35" y="202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52f6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6" name=""/>
          <p:cNvSpPr/>
          <p:nvPr/>
        </p:nvSpPr>
        <p:spPr>
          <a:xfrm>
            <a:off x="6583320" y="47304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4" y="56"/>
                  <a:pt x="0" y="86"/>
                  <a:pt x="0" y="118"/>
                </a:cubicBezTo>
                <a:cubicBezTo>
                  <a:pt x="0" y="149"/>
                  <a:pt x="14" y="179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395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7" name=""/>
          <p:cNvSpPr/>
          <p:nvPr/>
        </p:nvSpPr>
        <p:spPr>
          <a:xfrm>
            <a:off x="6711480" y="4582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d6b1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8" name=""/>
          <p:cNvSpPr/>
          <p:nvPr/>
        </p:nvSpPr>
        <p:spPr>
          <a:xfrm>
            <a:off x="6873480" y="46602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6" y="225"/>
                  <a:pt x="86" y="238"/>
                  <a:pt x="118" y="238"/>
                </a:cubicBezTo>
                <a:close/>
              </a:path>
            </a:pathLst>
          </a:custGeom>
          <a:solidFill>
            <a:srgbClr val="dcd7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9" name=""/>
          <p:cNvSpPr/>
          <p:nvPr/>
        </p:nvSpPr>
        <p:spPr>
          <a:xfrm>
            <a:off x="6774120" y="46800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b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0" name=""/>
          <p:cNvSpPr/>
          <p:nvPr/>
        </p:nvSpPr>
        <p:spPr>
          <a:xfrm>
            <a:off x="6751800" y="47077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8" y="13"/>
                  <a:pt x="35" y="36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ac9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1" name=""/>
          <p:cNvSpPr/>
          <p:nvPr/>
        </p:nvSpPr>
        <p:spPr>
          <a:xfrm>
            <a:off x="6485400" y="46137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acbd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5802120" y="46724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8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083a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3" name=""/>
          <p:cNvSpPr/>
          <p:nvPr/>
        </p:nvSpPr>
        <p:spPr>
          <a:xfrm>
            <a:off x="6206400" y="46515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77b6c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4" name=""/>
          <p:cNvSpPr/>
          <p:nvPr/>
        </p:nvSpPr>
        <p:spPr>
          <a:xfrm>
            <a:off x="6506280" y="4753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6"/>
                  <a:pt x="202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cdbe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5" name=""/>
          <p:cNvSpPr/>
          <p:nvPr/>
        </p:nvSpPr>
        <p:spPr>
          <a:xfrm>
            <a:off x="5661720" y="4334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2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9ec7d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6" name=""/>
          <p:cNvSpPr/>
          <p:nvPr/>
        </p:nvSpPr>
        <p:spPr>
          <a:xfrm>
            <a:off x="6693480" y="4335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83bb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7" name=""/>
          <p:cNvSpPr/>
          <p:nvPr/>
        </p:nvSpPr>
        <p:spPr>
          <a:xfrm>
            <a:off x="6763320" y="43347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6"/>
                  <a:pt x="225" y="56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6"/>
                  <a:pt x="0" y="86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66afc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8" name=""/>
          <p:cNvSpPr/>
          <p:nvPr/>
        </p:nvSpPr>
        <p:spPr>
          <a:xfrm>
            <a:off x="6147360" y="42742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8"/>
                  <a:pt x="225" y="58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accdd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9" name=""/>
          <p:cNvSpPr/>
          <p:nvPr/>
        </p:nvSpPr>
        <p:spPr>
          <a:xfrm>
            <a:off x="6520680" y="43225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6" y="238"/>
                  <a:pt x="118" y="238"/>
                </a:cubicBezTo>
                <a:close/>
              </a:path>
            </a:pathLst>
          </a:custGeom>
          <a:solidFill>
            <a:srgbClr val="6eb2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0" name=""/>
          <p:cNvSpPr/>
          <p:nvPr/>
        </p:nvSpPr>
        <p:spPr>
          <a:xfrm>
            <a:off x="6761520" y="43822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2" y="202"/>
                </a:cubicBezTo>
                <a:cubicBezTo>
                  <a:pt x="226" y="180"/>
                  <a:pt x="238" y="149"/>
                  <a:pt x="238" y="118"/>
                </a:cubicBezTo>
                <a:cubicBezTo>
                  <a:pt x="238" y="87"/>
                  <a:pt x="226" y="57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49"/>
                  <a:pt x="13" y="180"/>
                  <a:pt x="35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63adc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1" name=""/>
          <p:cNvSpPr/>
          <p:nvPr/>
        </p:nvSpPr>
        <p:spPr>
          <a:xfrm>
            <a:off x="6374520" y="43678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6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51a6c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2" name=""/>
          <p:cNvSpPr/>
          <p:nvPr/>
        </p:nvSpPr>
        <p:spPr>
          <a:xfrm>
            <a:off x="6851520" y="4319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3" name=""/>
          <p:cNvSpPr/>
          <p:nvPr/>
        </p:nvSpPr>
        <p:spPr>
          <a:xfrm>
            <a:off x="6618960" y="44373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3"/>
                  <a:pt x="151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8fc1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4" name=""/>
          <p:cNvSpPr/>
          <p:nvPr/>
        </p:nvSpPr>
        <p:spPr>
          <a:xfrm>
            <a:off x="6370200" y="43254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6" y="0"/>
                  <a:pt x="56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6" y="238"/>
                  <a:pt x="118" y="238"/>
                </a:cubicBezTo>
                <a:close/>
              </a:path>
            </a:pathLst>
          </a:custGeom>
          <a:solidFill>
            <a:srgbClr val="53a6c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5" name=""/>
          <p:cNvSpPr/>
          <p:nvPr/>
        </p:nvSpPr>
        <p:spPr>
          <a:xfrm>
            <a:off x="6685920" y="4324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84bc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6" name=""/>
          <p:cNvSpPr/>
          <p:nvPr/>
        </p:nvSpPr>
        <p:spPr>
          <a:xfrm>
            <a:off x="5613840" y="4409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a1c8d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7" name=""/>
          <p:cNvSpPr/>
          <p:nvPr/>
        </p:nvSpPr>
        <p:spPr>
          <a:xfrm>
            <a:off x="6050880" y="4424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47a1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6855120" y="43902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6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81ba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6544440" y="43815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81ba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0" name=""/>
          <p:cNvSpPr/>
          <p:nvPr/>
        </p:nvSpPr>
        <p:spPr>
          <a:xfrm>
            <a:off x="6700320" y="43434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6"/>
                  <a:pt x="225" y="56"/>
                  <a:pt x="203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6" y="0"/>
                  <a:pt x="56" y="12"/>
                  <a:pt x="34" y="34"/>
                </a:cubicBezTo>
                <a:cubicBezTo>
                  <a:pt x="12" y="56"/>
                  <a:pt x="0" y="86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6" y="237"/>
                  <a:pt x="118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1" name=""/>
          <p:cNvSpPr/>
          <p:nvPr/>
        </p:nvSpPr>
        <p:spPr>
          <a:xfrm>
            <a:off x="6738120" y="4367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6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84bc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2" name=""/>
          <p:cNvSpPr/>
          <p:nvPr/>
        </p:nvSpPr>
        <p:spPr>
          <a:xfrm>
            <a:off x="5994360" y="42660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4d7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3" name=""/>
          <p:cNvSpPr/>
          <p:nvPr/>
        </p:nvSpPr>
        <p:spPr>
          <a:xfrm>
            <a:off x="6377760" y="44298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89bed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4" name=""/>
          <p:cNvSpPr/>
          <p:nvPr/>
        </p:nvSpPr>
        <p:spPr>
          <a:xfrm>
            <a:off x="6780600" y="4410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84bc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5" name=""/>
          <p:cNvSpPr/>
          <p:nvPr/>
        </p:nvSpPr>
        <p:spPr>
          <a:xfrm>
            <a:off x="6369120" y="44190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2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6"/>
                  <a:pt x="226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6"/>
                  <a:pt x="0" y="119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8ec0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6" name=""/>
          <p:cNvSpPr/>
          <p:nvPr/>
        </p:nvSpPr>
        <p:spPr>
          <a:xfrm>
            <a:off x="5874120" y="43279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c6d8e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7" name=""/>
          <p:cNvSpPr/>
          <p:nvPr/>
        </p:nvSpPr>
        <p:spPr>
          <a:xfrm>
            <a:off x="6993360" y="44017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6fb3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8" name=""/>
          <p:cNvSpPr/>
          <p:nvPr/>
        </p:nvSpPr>
        <p:spPr>
          <a:xfrm>
            <a:off x="6784920" y="4362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5baa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9" name=""/>
          <p:cNvSpPr/>
          <p:nvPr/>
        </p:nvSpPr>
        <p:spPr>
          <a:xfrm>
            <a:off x="6875280" y="4403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79b7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0" name=""/>
          <p:cNvSpPr/>
          <p:nvPr/>
        </p:nvSpPr>
        <p:spPr>
          <a:xfrm>
            <a:off x="5626080" y="44193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50"/>
                  <a:pt x="238" y="119"/>
                </a:cubicBezTo>
                <a:cubicBezTo>
                  <a:pt x="238" y="87"/>
                  <a:pt x="226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8" y="237"/>
                  <a:pt x="120" y="237"/>
                </a:cubicBezTo>
                <a:close/>
              </a:path>
            </a:pathLst>
          </a:custGeom>
          <a:solidFill>
            <a:srgbClr val="a4c9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1" name=""/>
          <p:cNvSpPr/>
          <p:nvPr/>
        </p:nvSpPr>
        <p:spPr>
          <a:xfrm>
            <a:off x="6182640" y="44283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6"/>
                  <a:pt x="0" y="87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b7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2" name=""/>
          <p:cNvSpPr/>
          <p:nvPr/>
        </p:nvSpPr>
        <p:spPr>
          <a:xfrm>
            <a:off x="6579720" y="43272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4" y="57"/>
                  <a:pt x="0" y="87"/>
                  <a:pt x="0" y="119"/>
                </a:cubicBezTo>
                <a:cubicBezTo>
                  <a:pt x="0" y="151"/>
                  <a:pt x="14" y="181"/>
                  <a:pt x="36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91c1d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3" name=""/>
          <p:cNvSpPr/>
          <p:nvPr/>
        </p:nvSpPr>
        <p:spPr>
          <a:xfrm>
            <a:off x="6754680" y="44229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6"/>
                  <a:pt x="202" y="203"/>
                </a:cubicBezTo>
                <a:cubicBezTo>
                  <a:pt x="224" y="181"/>
                  <a:pt x="237" y="151"/>
                  <a:pt x="237" y="120"/>
                </a:cubicBezTo>
                <a:cubicBezTo>
                  <a:pt x="237" y="87"/>
                  <a:pt x="224" y="57"/>
                  <a:pt x="202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84bc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4" name=""/>
          <p:cNvSpPr/>
          <p:nvPr/>
        </p:nvSpPr>
        <p:spPr>
          <a:xfrm>
            <a:off x="6375600" y="4412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4ca4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5" name=""/>
          <p:cNvSpPr/>
          <p:nvPr/>
        </p:nvSpPr>
        <p:spPr>
          <a:xfrm>
            <a:off x="6211080" y="4380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9fc7d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6" name=""/>
          <p:cNvSpPr/>
          <p:nvPr/>
        </p:nvSpPr>
        <p:spPr>
          <a:xfrm>
            <a:off x="5677560" y="42969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2"/>
                </a:cubicBezTo>
                <a:cubicBezTo>
                  <a:pt x="225" y="180"/>
                  <a:pt x="238" y="149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0"/>
                  <a:pt x="35" y="202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46a1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7" name=""/>
          <p:cNvSpPr/>
          <p:nvPr/>
        </p:nvSpPr>
        <p:spPr>
          <a:xfrm>
            <a:off x="5590800" y="4430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b7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8" name=""/>
          <p:cNvSpPr/>
          <p:nvPr/>
        </p:nvSpPr>
        <p:spPr>
          <a:xfrm>
            <a:off x="6458400" y="42937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4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4"/>
                  <a:pt x="87" y="238"/>
                  <a:pt x="120" y="238"/>
                </a:cubicBezTo>
                <a:close/>
              </a:path>
            </a:pathLst>
          </a:custGeom>
          <a:solidFill>
            <a:srgbClr val="73b4c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79" name=""/>
          <p:cNvSpPr/>
          <p:nvPr/>
        </p:nvSpPr>
        <p:spPr>
          <a:xfrm>
            <a:off x="6165720" y="44308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5"/>
                  <a:pt x="202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2" y="35"/>
                </a:cubicBezTo>
                <a:cubicBezTo>
                  <a:pt x="179" y="12"/>
                  <a:pt x="149" y="0"/>
                  <a:pt x="118" y="0"/>
                </a:cubicBezTo>
                <a:cubicBezTo>
                  <a:pt x="87" y="0"/>
                  <a:pt x="56" y="12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c669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0" name=""/>
          <p:cNvSpPr/>
          <p:nvPr/>
        </p:nvSpPr>
        <p:spPr>
          <a:xfrm>
            <a:off x="5363640" y="3960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c6397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1" name=""/>
          <p:cNvSpPr/>
          <p:nvPr/>
        </p:nvSpPr>
        <p:spPr>
          <a:xfrm>
            <a:off x="6433920" y="40539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89bed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2" name=""/>
          <p:cNvSpPr/>
          <p:nvPr/>
        </p:nvSpPr>
        <p:spPr>
          <a:xfrm>
            <a:off x="6858360" y="39600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2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397b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3" name=""/>
          <p:cNvSpPr/>
          <p:nvPr/>
        </p:nvSpPr>
        <p:spPr>
          <a:xfrm>
            <a:off x="6678000" y="4028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2" y="36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cd9e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4" name=""/>
          <p:cNvSpPr/>
          <p:nvPr/>
        </p:nvSpPr>
        <p:spPr>
          <a:xfrm>
            <a:off x="5816520" y="40039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4" y="57"/>
                  <a:pt x="0" y="87"/>
                  <a:pt x="0" y="119"/>
                </a:cubicBezTo>
                <a:cubicBezTo>
                  <a:pt x="0" y="151"/>
                  <a:pt x="14" y="181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5" name=""/>
          <p:cNvSpPr/>
          <p:nvPr/>
        </p:nvSpPr>
        <p:spPr>
          <a:xfrm>
            <a:off x="6800400" y="4133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d397b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6526080" y="4088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c1d6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7" name=""/>
          <p:cNvSpPr/>
          <p:nvPr/>
        </p:nvSpPr>
        <p:spPr>
          <a:xfrm>
            <a:off x="6824520" y="41184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8bcc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8" name=""/>
          <p:cNvSpPr/>
          <p:nvPr/>
        </p:nvSpPr>
        <p:spPr>
          <a:xfrm>
            <a:off x="5592960" y="40856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6397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89" name=""/>
          <p:cNvSpPr/>
          <p:nvPr/>
        </p:nvSpPr>
        <p:spPr>
          <a:xfrm>
            <a:off x="6390000" y="41187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6" y="13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8" y="237"/>
                  <a:pt x="119" y="237"/>
                </a:cubicBezTo>
                <a:close/>
              </a:path>
            </a:pathLst>
          </a:custGeom>
          <a:solidFill>
            <a:srgbClr val="a6ca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0" name=""/>
          <p:cNvSpPr/>
          <p:nvPr/>
        </p:nvSpPr>
        <p:spPr>
          <a:xfrm>
            <a:off x="5542200" y="4081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c7437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1" name=""/>
          <p:cNvSpPr/>
          <p:nvPr/>
        </p:nvSpPr>
        <p:spPr>
          <a:xfrm>
            <a:off x="6438960" y="40640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8bcc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2" name=""/>
          <p:cNvSpPr/>
          <p:nvPr/>
        </p:nvSpPr>
        <p:spPr>
          <a:xfrm>
            <a:off x="6366240" y="41288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50" y="237"/>
                  <a:pt x="180" y="225"/>
                  <a:pt x="203" y="202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4" y="202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7fbac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3" name=""/>
          <p:cNvSpPr/>
          <p:nvPr/>
        </p:nvSpPr>
        <p:spPr>
          <a:xfrm>
            <a:off x="6914520" y="40125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2"/>
                  <a:pt x="150" y="0"/>
                  <a:pt x="119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4dee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4" name=""/>
          <p:cNvSpPr/>
          <p:nvPr/>
        </p:nvSpPr>
        <p:spPr>
          <a:xfrm>
            <a:off x="5774400" y="40359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1" y="237"/>
                  <a:pt x="181" y="224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4"/>
                  <a:pt x="87" y="237"/>
                  <a:pt x="118" y="237"/>
                </a:cubicBezTo>
                <a:close/>
              </a:path>
            </a:pathLst>
          </a:custGeom>
          <a:solidFill>
            <a:srgbClr val="cb5e8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5" name=""/>
          <p:cNvSpPr/>
          <p:nvPr/>
        </p:nvSpPr>
        <p:spPr>
          <a:xfrm>
            <a:off x="6881040" y="40914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3"/>
                  <a:pt x="151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4a1b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6881400" y="40438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aeced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7" name=""/>
          <p:cNvSpPr/>
          <p:nvPr/>
        </p:nvSpPr>
        <p:spPr>
          <a:xfrm>
            <a:off x="6511680" y="4123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4"/>
                  <a:pt x="203" y="202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4"/>
                  <a:pt x="87" y="238"/>
                  <a:pt x="118" y="238"/>
                </a:cubicBezTo>
                <a:close/>
              </a:path>
            </a:pathLst>
          </a:custGeom>
          <a:solidFill>
            <a:srgbClr val="d5aa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8" name=""/>
          <p:cNvSpPr/>
          <p:nvPr/>
        </p:nvSpPr>
        <p:spPr>
          <a:xfrm>
            <a:off x="5804640" y="40341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99" name=""/>
          <p:cNvSpPr/>
          <p:nvPr/>
        </p:nvSpPr>
        <p:spPr>
          <a:xfrm>
            <a:off x="6270840" y="3968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84b7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0" name=""/>
          <p:cNvSpPr/>
          <p:nvPr/>
        </p:nvSpPr>
        <p:spPr>
          <a:xfrm>
            <a:off x="6532920" y="4081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5aa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1" name=""/>
          <p:cNvSpPr/>
          <p:nvPr/>
        </p:nvSpPr>
        <p:spPr>
          <a:xfrm>
            <a:off x="6291720" y="40172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6" y="12"/>
                  <a:pt x="34" y="34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7"/>
                  <a:pt x="119" y="237"/>
                </a:cubicBezTo>
                <a:close/>
              </a:path>
            </a:pathLst>
          </a:custGeom>
          <a:solidFill>
            <a:srgbClr val="6eb2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2" name=""/>
          <p:cNvSpPr/>
          <p:nvPr/>
        </p:nvSpPr>
        <p:spPr>
          <a:xfrm>
            <a:off x="6733080" y="41162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7" y="13"/>
                  <a:pt x="34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ce729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3" name=""/>
          <p:cNvSpPr/>
          <p:nvPr/>
        </p:nvSpPr>
        <p:spPr>
          <a:xfrm>
            <a:off x="6795000" y="40082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50"/>
                  <a:pt x="238" y="119"/>
                </a:cubicBezTo>
                <a:cubicBezTo>
                  <a:pt x="238" y="88"/>
                  <a:pt x="226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397b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4" name=""/>
          <p:cNvSpPr/>
          <p:nvPr/>
        </p:nvSpPr>
        <p:spPr>
          <a:xfrm>
            <a:off x="6853320" y="40870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acfd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5" name=""/>
          <p:cNvSpPr/>
          <p:nvPr/>
        </p:nvSpPr>
        <p:spPr>
          <a:xfrm>
            <a:off x="6465240" y="4106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20" y="238"/>
                </a:cubicBezTo>
                <a:close/>
              </a:path>
            </a:pathLst>
          </a:custGeom>
          <a:solidFill>
            <a:srgbClr val="d9c6d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6" name=""/>
          <p:cNvSpPr/>
          <p:nvPr/>
        </p:nvSpPr>
        <p:spPr>
          <a:xfrm>
            <a:off x="6688800" y="4032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0" y="14"/>
                  <a:pt x="150" y="0"/>
                  <a:pt x="118" y="0"/>
                </a:cubicBezTo>
                <a:cubicBezTo>
                  <a:pt x="87" y="0"/>
                  <a:pt x="57" y="14"/>
                  <a:pt x="35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acfd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7" name=""/>
          <p:cNvSpPr/>
          <p:nvPr/>
        </p:nvSpPr>
        <p:spPr>
          <a:xfrm>
            <a:off x="6711480" y="4136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d7b2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8" name=""/>
          <p:cNvSpPr/>
          <p:nvPr/>
        </p:nvSpPr>
        <p:spPr>
          <a:xfrm>
            <a:off x="6642360" y="3987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aeced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9" name=""/>
          <p:cNvSpPr/>
          <p:nvPr/>
        </p:nvSpPr>
        <p:spPr>
          <a:xfrm>
            <a:off x="6593400" y="4139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2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a6ca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0" name=""/>
          <p:cNvSpPr/>
          <p:nvPr/>
        </p:nvSpPr>
        <p:spPr>
          <a:xfrm>
            <a:off x="6828840" y="40150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d18da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1" name=""/>
          <p:cNvSpPr/>
          <p:nvPr/>
        </p:nvSpPr>
        <p:spPr>
          <a:xfrm>
            <a:off x="5346000" y="4090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84b7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2" name=""/>
          <p:cNvSpPr/>
          <p:nvPr/>
        </p:nvSpPr>
        <p:spPr>
          <a:xfrm>
            <a:off x="6463440" y="4004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d7b2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3" name=""/>
          <p:cNvSpPr/>
          <p:nvPr/>
        </p:nvSpPr>
        <p:spPr>
          <a:xfrm>
            <a:off x="6526440" y="3962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6"/>
                  <a:pt x="203" y="202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ce2e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4" name=""/>
          <p:cNvSpPr/>
          <p:nvPr/>
        </p:nvSpPr>
        <p:spPr>
          <a:xfrm>
            <a:off x="5995800" y="40946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b5e8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5" name=""/>
          <p:cNvSpPr/>
          <p:nvPr/>
        </p:nvSpPr>
        <p:spPr>
          <a:xfrm>
            <a:off x="6046200" y="3726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8bac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6" name=""/>
          <p:cNvSpPr/>
          <p:nvPr/>
        </p:nvSpPr>
        <p:spPr>
          <a:xfrm>
            <a:off x="7046640" y="37231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49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49"/>
                  <a:pt x="13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84b7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7" name=""/>
          <p:cNvSpPr/>
          <p:nvPr/>
        </p:nvSpPr>
        <p:spPr>
          <a:xfrm>
            <a:off x="7044120" y="37267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7417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8" name=""/>
          <p:cNvSpPr/>
          <p:nvPr/>
        </p:nvSpPr>
        <p:spPr>
          <a:xfrm>
            <a:off x="6966720" y="3791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8497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9" name=""/>
          <p:cNvSpPr/>
          <p:nvPr/>
        </p:nvSpPr>
        <p:spPr>
          <a:xfrm>
            <a:off x="6147720" y="3656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3" y="56"/>
                  <a:pt x="0" y="86"/>
                  <a:pt x="0" y="119"/>
                </a:cubicBezTo>
                <a:cubicBezTo>
                  <a:pt x="0" y="150"/>
                  <a:pt x="13" y="180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18aa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0" name=""/>
          <p:cNvSpPr/>
          <p:nvPr/>
        </p:nvSpPr>
        <p:spPr>
          <a:xfrm>
            <a:off x="6800400" y="3749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a538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1" name=""/>
          <p:cNvSpPr/>
          <p:nvPr/>
        </p:nvSpPr>
        <p:spPr>
          <a:xfrm>
            <a:off x="6124680" y="36759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cfdce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2" name=""/>
          <p:cNvSpPr/>
          <p:nvPr/>
        </p:nvSpPr>
        <p:spPr>
          <a:xfrm>
            <a:off x="6503400" y="37033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2"/>
                </a:cubicBezTo>
                <a:cubicBezTo>
                  <a:pt x="224" y="179"/>
                  <a:pt x="238" y="149"/>
                  <a:pt x="238" y="118"/>
                </a:cubicBezTo>
                <a:cubicBezTo>
                  <a:pt x="238" y="87"/>
                  <a:pt x="224" y="56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7cb8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3" name=""/>
          <p:cNvSpPr/>
          <p:nvPr/>
        </p:nvSpPr>
        <p:spPr>
          <a:xfrm>
            <a:off x="6498360" y="37774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39ab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4" name=""/>
          <p:cNvSpPr/>
          <p:nvPr/>
        </p:nvSpPr>
        <p:spPr>
          <a:xfrm>
            <a:off x="6099120" y="3682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28fa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5" name=""/>
          <p:cNvSpPr/>
          <p:nvPr/>
        </p:nvSpPr>
        <p:spPr>
          <a:xfrm>
            <a:off x="6323400" y="3759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6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39cb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6" name=""/>
          <p:cNvSpPr/>
          <p:nvPr/>
        </p:nvSpPr>
        <p:spPr>
          <a:xfrm>
            <a:off x="6133680" y="3669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8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395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7" name=""/>
          <p:cNvSpPr/>
          <p:nvPr/>
        </p:nvSpPr>
        <p:spPr>
          <a:xfrm>
            <a:off x="5491440" y="37249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2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8" name=""/>
          <p:cNvSpPr/>
          <p:nvPr/>
        </p:nvSpPr>
        <p:spPr>
          <a:xfrm>
            <a:off x="6451200" y="36694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7b2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9" name=""/>
          <p:cNvSpPr/>
          <p:nvPr/>
        </p:nvSpPr>
        <p:spPr>
          <a:xfrm>
            <a:off x="6100200" y="3704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2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a7cbd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0" name=""/>
          <p:cNvSpPr/>
          <p:nvPr/>
        </p:nvSpPr>
        <p:spPr>
          <a:xfrm>
            <a:off x="6313680" y="3698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4ba3c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1" name=""/>
          <p:cNvSpPr/>
          <p:nvPr/>
        </p:nvSpPr>
        <p:spPr>
          <a:xfrm>
            <a:off x="5824080" y="3739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6"/>
                  <a:pt x="202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7"/>
                  <a:pt x="226" y="57"/>
                  <a:pt x="202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2392b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2" name=""/>
          <p:cNvSpPr/>
          <p:nvPr/>
        </p:nvSpPr>
        <p:spPr>
          <a:xfrm>
            <a:off x="5996520" y="36558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5caa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3" name=""/>
          <p:cNvSpPr/>
          <p:nvPr/>
        </p:nvSpPr>
        <p:spPr>
          <a:xfrm>
            <a:off x="5675040" y="3713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f90b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4" name=""/>
          <p:cNvSpPr/>
          <p:nvPr/>
        </p:nvSpPr>
        <p:spPr>
          <a:xfrm>
            <a:off x="6518520" y="3754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39cb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5" name=""/>
          <p:cNvSpPr/>
          <p:nvPr/>
        </p:nvSpPr>
        <p:spPr>
          <a:xfrm>
            <a:off x="6618240" y="37202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c669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6" name=""/>
          <p:cNvSpPr/>
          <p:nvPr/>
        </p:nvSpPr>
        <p:spPr>
          <a:xfrm>
            <a:off x="5896440" y="38289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2"/>
                  <a:pt x="150" y="0"/>
                  <a:pt x="119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2e96b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7" name=""/>
          <p:cNvSpPr/>
          <p:nvPr/>
        </p:nvSpPr>
        <p:spPr>
          <a:xfrm>
            <a:off x="6458760" y="3776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6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b9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8" name=""/>
          <p:cNvSpPr/>
          <p:nvPr/>
        </p:nvSpPr>
        <p:spPr>
          <a:xfrm>
            <a:off x="6860880" y="37105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80"/>
                  <a:pt x="237" y="149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6" y="0"/>
                  <a:pt x="56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0"/>
                  <a:pt x="34" y="203"/>
                </a:cubicBezTo>
                <a:cubicBezTo>
                  <a:pt x="56" y="225"/>
                  <a:pt x="86" y="237"/>
                  <a:pt x="118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9" name=""/>
          <p:cNvSpPr/>
          <p:nvPr/>
        </p:nvSpPr>
        <p:spPr>
          <a:xfrm>
            <a:off x="6570000" y="37789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8" y="13"/>
                  <a:pt x="34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39cb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0" name=""/>
          <p:cNvSpPr/>
          <p:nvPr/>
        </p:nvSpPr>
        <p:spPr>
          <a:xfrm>
            <a:off x="6160320" y="3718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6"/>
                  <a:pt x="202" y="203"/>
                </a:cubicBezTo>
                <a:cubicBezTo>
                  <a:pt x="224" y="181"/>
                  <a:pt x="238" y="150"/>
                  <a:pt x="238" y="119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292a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1" name=""/>
          <p:cNvSpPr/>
          <p:nvPr/>
        </p:nvSpPr>
        <p:spPr>
          <a:xfrm>
            <a:off x="7054920" y="37533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d6d9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2" name=""/>
          <p:cNvSpPr/>
          <p:nvPr/>
        </p:nvSpPr>
        <p:spPr>
          <a:xfrm>
            <a:off x="6553080" y="38073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5a7b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3" name=""/>
          <p:cNvSpPr/>
          <p:nvPr/>
        </p:nvSpPr>
        <p:spPr>
          <a:xfrm>
            <a:off x="6809760" y="37774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e729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4" name=""/>
          <p:cNvSpPr/>
          <p:nvPr/>
        </p:nvSpPr>
        <p:spPr>
          <a:xfrm>
            <a:off x="6775200" y="37270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2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2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6" y="238"/>
                  <a:pt x="118" y="238"/>
                </a:cubicBezTo>
                <a:close/>
              </a:path>
            </a:pathLst>
          </a:custGeom>
          <a:solidFill>
            <a:srgbClr val="d080a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5" name=""/>
          <p:cNvSpPr/>
          <p:nvPr/>
        </p:nvSpPr>
        <p:spPr>
          <a:xfrm>
            <a:off x="7025040" y="37231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6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6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f7fa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6" name=""/>
          <p:cNvSpPr/>
          <p:nvPr/>
        </p:nvSpPr>
        <p:spPr>
          <a:xfrm>
            <a:off x="6429600" y="37263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84b7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7" name=""/>
          <p:cNvSpPr/>
          <p:nvPr/>
        </p:nvSpPr>
        <p:spPr>
          <a:xfrm>
            <a:off x="6023880" y="37116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8bac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8" name=""/>
          <p:cNvSpPr/>
          <p:nvPr/>
        </p:nvSpPr>
        <p:spPr>
          <a:xfrm>
            <a:off x="5396400" y="37119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4" y="180"/>
                  <a:pt x="238" y="150"/>
                  <a:pt x="238" y="118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48bb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9" name=""/>
          <p:cNvSpPr/>
          <p:nvPr/>
        </p:nvSpPr>
        <p:spPr>
          <a:xfrm>
            <a:off x="5790960" y="3752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3b9cb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0" name=""/>
          <p:cNvSpPr/>
          <p:nvPr/>
        </p:nvSpPr>
        <p:spPr>
          <a:xfrm>
            <a:off x="5997960" y="33588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4"/>
                  <a:pt x="202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4"/>
                  <a:pt x="87" y="237"/>
                  <a:pt x="118" y="237"/>
                </a:cubicBezTo>
                <a:close/>
              </a:path>
            </a:pathLst>
          </a:custGeom>
          <a:solidFill>
            <a:srgbClr val="59a9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1" name=""/>
          <p:cNvSpPr/>
          <p:nvPr/>
        </p:nvSpPr>
        <p:spPr>
          <a:xfrm>
            <a:off x="6469560" y="3456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8cbf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2" name=""/>
          <p:cNvSpPr/>
          <p:nvPr/>
        </p:nvSpPr>
        <p:spPr>
          <a:xfrm>
            <a:off x="6267240" y="3443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4"/>
                  <a:pt x="203" y="202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7" y="224"/>
                  <a:pt x="87" y="238"/>
                  <a:pt x="118" y="238"/>
                </a:cubicBezTo>
                <a:close/>
              </a:path>
            </a:pathLst>
          </a:custGeom>
          <a:solidFill>
            <a:srgbClr val="71b3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3" name=""/>
          <p:cNvSpPr/>
          <p:nvPr/>
        </p:nvSpPr>
        <p:spPr>
          <a:xfrm>
            <a:off x="7170840" y="3359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4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6" y="202"/>
                </a:cubicBezTo>
                <a:cubicBezTo>
                  <a:pt x="58" y="224"/>
                  <a:pt x="88" y="238"/>
                  <a:pt x="119" y="238"/>
                </a:cubicBezTo>
                <a:close/>
              </a:path>
            </a:pathLst>
          </a:custGeom>
          <a:solidFill>
            <a:srgbClr val="c4d7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4" name=""/>
          <p:cNvSpPr/>
          <p:nvPr/>
        </p:nvSpPr>
        <p:spPr>
          <a:xfrm>
            <a:off x="6222960" y="3375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93c2d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5" name=""/>
          <p:cNvSpPr/>
          <p:nvPr/>
        </p:nvSpPr>
        <p:spPr>
          <a:xfrm>
            <a:off x="5927760" y="3394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3b9cb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6" name=""/>
          <p:cNvSpPr/>
          <p:nvPr/>
        </p:nvSpPr>
        <p:spPr>
          <a:xfrm>
            <a:off x="6057000" y="3505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6"/>
                  <a:pt x="88" y="238"/>
                  <a:pt x="120" y="238"/>
                </a:cubicBezTo>
                <a:close/>
              </a:path>
            </a:pathLst>
          </a:custGeom>
          <a:solidFill>
            <a:srgbClr val="89bed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7" name=""/>
          <p:cNvSpPr/>
          <p:nvPr/>
        </p:nvSpPr>
        <p:spPr>
          <a:xfrm>
            <a:off x="6309360" y="33544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4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8" name=""/>
          <p:cNvSpPr/>
          <p:nvPr/>
        </p:nvSpPr>
        <p:spPr>
          <a:xfrm>
            <a:off x="6821640" y="3392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97c4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9" name=""/>
          <p:cNvSpPr/>
          <p:nvPr/>
        </p:nvSpPr>
        <p:spPr>
          <a:xfrm>
            <a:off x="6118200" y="33397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6" y="238"/>
                  <a:pt x="119" y="238"/>
                </a:cubicBezTo>
                <a:close/>
              </a:path>
            </a:pathLst>
          </a:custGeom>
          <a:solidFill>
            <a:srgbClr val="63adc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0" name=""/>
          <p:cNvSpPr/>
          <p:nvPr/>
        </p:nvSpPr>
        <p:spPr>
          <a:xfrm>
            <a:off x="6231600" y="3496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8cbf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1" name=""/>
          <p:cNvSpPr/>
          <p:nvPr/>
        </p:nvSpPr>
        <p:spPr>
          <a:xfrm>
            <a:off x="5717160" y="33638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76b5c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2" name=""/>
          <p:cNvSpPr/>
          <p:nvPr/>
        </p:nvSpPr>
        <p:spPr>
          <a:xfrm>
            <a:off x="6350760" y="3494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6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b3d0d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3" name=""/>
          <p:cNvSpPr/>
          <p:nvPr/>
        </p:nvSpPr>
        <p:spPr>
          <a:xfrm>
            <a:off x="6283440" y="34106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6cb1c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4" name=""/>
          <p:cNvSpPr/>
          <p:nvPr/>
        </p:nvSpPr>
        <p:spPr>
          <a:xfrm>
            <a:off x="6378480" y="35013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6"/>
                  <a:pt x="87" y="238"/>
                  <a:pt x="119" y="238"/>
                </a:cubicBezTo>
                <a:close/>
              </a:path>
            </a:pathLst>
          </a:custGeom>
          <a:solidFill>
            <a:srgbClr val="9bc5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5" name=""/>
          <p:cNvSpPr/>
          <p:nvPr/>
        </p:nvSpPr>
        <p:spPr>
          <a:xfrm>
            <a:off x="7113600" y="33678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6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5346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6" name=""/>
          <p:cNvSpPr/>
          <p:nvPr/>
        </p:nvSpPr>
        <p:spPr>
          <a:xfrm>
            <a:off x="6908400" y="3375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ccdbe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7" name=""/>
          <p:cNvSpPr/>
          <p:nvPr/>
        </p:nvSpPr>
        <p:spPr>
          <a:xfrm>
            <a:off x="6672240" y="34192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4" y="181"/>
                  <a:pt x="238" y="150"/>
                  <a:pt x="238" y="119"/>
                </a:cubicBezTo>
                <a:cubicBezTo>
                  <a:pt x="238" y="88"/>
                  <a:pt x="224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4a1b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8" name=""/>
          <p:cNvSpPr/>
          <p:nvPr/>
        </p:nvSpPr>
        <p:spPr>
          <a:xfrm>
            <a:off x="6604920" y="3449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7b6c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9" name=""/>
          <p:cNvSpPr/>
          <p:nvPr/>
        </p:nvSpPr>
        <p:spPr>
          <a:xfrm>
            <a:off x="6460920" y="35114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8cbf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0" name=""/>
          <p:cNvSpPr/>
          <p:nvPr/>
        </p:nvSpPr>
        <p:spPr>
          <a:xfrm>
            <a:off x="5742720" y="33955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2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2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54a7c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1" name=""/>
          <p:cNvSpPr/>
          <p:nvPr/>
        </p:nvSpPr>
        <p:spPr>
          <a:xfrm>
            <a:off x="5955840" y="3440520"/>
            <a:ext cx="85680" cy="86040"/>
          </a:xfrm>
          <a:custGeom>
            <a:avLst/>
            <a:gdLst/>
            <a:ahLst/>
            <a:rect l="0" t="0" r="r" b="b"/>
            <a:pathLst>
              <a:path w="238" h="239">
                <a:moveTo>
                  <a:pt x="120" y="239"/>
                </a:moveTo>
                <a:cubicBezTo>
                  <a:pt x="151" y="239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6"/>
                </a:cubicBezTo>
                <a:cubicBezTo>
                  <a:pt x="181" y="14"/>
                  <a:pt x="151" y="0"/>
                  <a:pt x="120" y="0"/>
                </a:cubicBezTo>
                <a:cubicBezTo>
                  <a:pt x="87" y="0"/>
                  <a:pt x="57" y="14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9"/>
                  <a:pt x="120" y="239"/>
                </a:cubicBezTo>
                <a:close/>
              </a:path>
            </a:pathLst>
          </a:custGeom>
          <a:solidFill>
            <a:srgbClr val="71b3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2" name=""/>
          <p:cNvSpPr/>
          <p:nvPr/>
        </p:nvSpPr>
        <p:spPr>
          <a:xfrm>
            <a:off x="6621840" y="33908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5caa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3" name=""/>
          <p:cNvSpPr/>
          <p:nvPr/>
        </p:nvSpPr>
        <p:spPr>
          <a:xfrm>
            <a:off x="6418440" y="33642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2"/>
                </a:cubicBezTo>
                <a:cubicBezTo>
                  <a:pt x="224" y="180"/>
                  <a:pt x="238" y="150"/>
                  <a:pt x="238" y="118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63adc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4" name=""/>
          <p:cNvSpPr/>
          <p:nvPr/>
        </p:nvSpPr>
        <p:spPr>
          <a:xfrm>
            <a:off x="7174800" y="33440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6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9e0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5" name=""/>
          <p:cNvSpPr/>
          <p:nvPr/>
        </p:nvSpPr>
        <p:spPr>
          <a:xfrm>
            <a:off x="5736240" y="33663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2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6"/>
                  <a:pt x="225" y="56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6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6fb3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6" name=""/>
          <p:cNvSpPr/>
          <p:nvPr/>
        </p:nvSpPr>
        <p:spPr>
          <a:xfrm>
            <a:off x="7125840" y="35222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4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7b9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7" name=""/>
          <p:cNvSpPr/>
          <p:nvPr/>
        </p:nvSpPr>
        <p:spPr>
          <a:xfrm>
            <a:off x="7022520" y="34578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a7cbd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8" name=""/>
          <p:cNvSpPr/>
          <p:nvPr/>
        </p:nvSpPr>
        <p:spPr>
          <a:xfrm>
            <a:off x="7052040" y="3389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b7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9" name=""/>
          <p:cNvSpPr/>
          <p:nvPr/>
        </p:nvSpPr>
        <p:spPr>
          <a:xfrm>
            <a:off x="6268320" y="34927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6" y="0"/>
                  <a:pt x="56" y="12"/>
                  <a:pt x="34" y="34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6" y="237"/>
                  <a:pt x="118" y="237"/>
                </a:cubicBezTo>
                <a:close/>
              </a:path>
            </a:pathLst>
          </a:custGeom>
          <a:solidFill>
            <a:srgbClr val="5baa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0" name=""/>
          <p:cNvSpPr/>
          <p:nvPr/>
        </p:nvSpPr>
        <p:spPr>
          <a:xfrm>
            <a:off x="7206120" y="34279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397b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1" name=""/>
          <p:cNvSpPr/>
          <p:nvPr/>
        </p:nvSpPr>
        <p:spPr>
          <a:xfrm>
            <a:off x="4817880" y="35143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379b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2" name=""/>
          <p:cNvSpPr/>
          <p:nvPr/>
        </p:nvSpPr>
        <p:spPr>
          <a:xfrm>
            <a:off x="5760000" y="34873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71b3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3" name=""/>
          <p:cNvSpPr/>
          <p:nvPr/>
        </p:nvSpPr>
        <p:spPr>
          <a:xfrm>
            <a:off x="6678720" y="35208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6"/>
                  <a:pt x="202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2" y="36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a558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4" name=""/>
          <p:cNvSpPr/>
          <p:nvPr/>
        </p:nvSpPr>
        <p:spPr>
          <a:xfrm>
            <a:off x="6707520" y="3377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5" name=""/>
          <p:cNvSpPr/>
          <p:nvPr/>
        </p:nvSpPr>
        <p:spPr>
          <a:xfrm>
            <a:off x="6028560" y="31748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4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7cb8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6" name=""/>
          <p:cNvSpPr/>
          <p:nvPr/>
        </p:nvSpPr>
        <p:spPr>
          <a:xfrm>
            <a:off x="6467760" y="3152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b7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7" name=""/>
          <p:cNvSpPr/>
          <p:nvPr/>
        </p:nvSpPr>
        <p:spPr>
          <a:xfrm>
            <a:off x="6538320" y="30448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a6ca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8" name=""/>
          <p:cNvSpPr/>
          <p:nvPr/>
        </p:nvSpPr>
        <p:spPr>
          <a:xfrm>
            <a:off x="6972120" y="30859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419fb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9" name=""/>
          <p:cNvSpPr/>
          <p:nvPr/>
        </p:nvSpPr>
        <p:spPr>
          <a:xfrm>
            <a:off x="5950080" y="32104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d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0" name=""/>
          <p:cNvSpPr/>
          <p:nvPr/>
        </p:nvSpPr>
        <p:spPr>
          <a:xfrm>
            <a:off x="7030080" y="31860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1" y="224"/>
                  <a:pt x="203" y="202"/>
                </a:cubicBezTo>
                <a:cubicBezTo>
                  <a:pt x="226" y="179"/>
                  <a:pt x="238" y="149"/>
                  <a:pt x="238" y="118"/>
                </a:cubicBezTo>
                <a:cubicBezTo>
                  <a:pt x="238" y="87"/>
                  <a:pt x="226" y="56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4"/>
                  <a:pt x="87" y="237"/>
                  <a:pt x="119" y="237"/>
                </a:cubicBezTo>
                <a:close/>
              </a:path>
            </a:pathLst>
          </a:custGeom>
          <a:solidFill>
            <a:srgbClr val="46a1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1" name=""/>
          <p:cNvSpPr/>
          <p:nvPr/>
        </p:nvSpPr>
        <p:spPr>
          <a:xfrm>
            <a:off x="5889600" y="3101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4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8" y="224"/>
                  <a:pt x="88" y="238"/>
                  <a:pt x="120" y="238"/>
                </a:cubicBezTo>
                <a:close/>
              </a:path>
            </a:pathLst>
          </a:custGeom>
          <a:solidFill>
            <a:srgbClr val="d1dde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2" name=""/>
          <p:cNvSpPr/>
          <p:nvPr/>
        </p:nvSpPr>
        <p:spPr>
          <a:xfrm>
            <a:off x="7935840" y="31096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2"/>
                </a:cubicBezTo>
                <a:cubicBezTo>
                  <a:pt x="225" y="180"/>
                  <a:pt x="237" y="149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0"/>
                  <a:pt x="35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3" name=""/>
          <p:cNvSpPr/>
          <p:nvPr/>
        </p:nvSpPr>
        <p:spPr>
          <a:xfrm>
            <a:off x="6387120" y="31723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9cc6d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4" name=""/>
          <p:cNvSpPr/>
          <p:nvPr/>
        </p:nvSpPr>
        <p:spPr>
          <a:xfrm>
            <a:off x="5891040" y="30434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81ba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5" name=""/>
          <p:cNvSpPr/>
          <p:nvPr/>
        </p:nvSpPr>
        <p:spPr>
          <a:xfrm>
            <a:off x="6201720" y="31028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4"/>
                  <a:pt x="203" y="202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4"/>
                  <a:pt x="87" y="238"/>
                  <a:pt x="120" y="238"/>
                </a:cubicBezTo>
                <a:close/>
              </a:path>
            </a:pathLst>
          </a:custGeom>
          <a:solidFill>
            <a:srgbClr val="a6ca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6" name=""/>
          <p:cNvSpPr/>
          <p:nvPr/>
        </p:nvSpPr>
        <p:spPr>
          <a:xfrm>
            <a:off x="5959800" y="31172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a4c9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7" name=""/>
          <p:cNvSpPr/>
          <p:nvPr/>
        </p:nvSpPr>
        <p:spPr>
          <a:xfrm>
            <a:off x="5972400" y="3107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a9ccd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8" name=""/>
          <p:cNvSpPr/>
          <p:nvPr/>
        </p:nvSpPr>
        <p:spPr>
          <a:xfrm>
            <a:off x="8205120" y="30812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6fb3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9" name=""/>
          <p:cNvSpPr/>
          <p:nvPr/>
        </p:nvSpPr>
        <p:spPr>
          <a:xfrm>
            <a:off x="6026400" y="31586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b7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0" name=""/>
          <p:cNvSpPr/>
          <p:nvPr/>
        </p:nvSpPr>
        <p:spPr>
          <a:xfrm>
            <a:off x="6458040" y="31428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1" name=""/>
          <p:cNvSpPr/>
          <p:nvPr/>
        </p:nvSpPr>
        <p:spPr>
          <a:xfrm>
            <a:off x="7754760" y="3177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79b7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2" name=""/>
          <p:cNvSpPr/>
          <p:nvPr/>
        </p:nvSpPr>
        <p:spPr>
          <a:xfrm>
            <a:off x="5754600" y="31820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79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6" y="237"/>
                  <a:pt x="118" y="237"/>
                </a:cubicBezTo>
                <a:close/>
              </a:path>
            </a:pathLst>
          </a:custGeom>
          <a:solidFill>
            <a:srgbClr val="cf789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3" name=""/>
          <p:cNvSpPr/>
          <p:nvPr/>
        </p:nvSpPr>
        <p:spPr>
          <a:xfrm>
            <a:off x="5772240" y="3041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c658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4" name=""/>
          <p:cNvSpPr/>
          <p:nvPr/>
        </p:nvSpPr>
        <p:spPr>
          <a:xfrm>
            <a:off x="6443280" y="30794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6"/>
                  <a:pt x="87" y="238"/>
                  <a:pt x="118" y="238"/>
                </a:cubicBezTo>
                <a:close/>
              </a:path>
            </a:pathLst>
          </a:custGeom>
          <a:solidFill>
            <a:srgbClr val="a6ca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5" name=""/>
          <p:cNvSpPr/>
          <p:nvPr/>
        </p:nvSpPr>
        <p:spPr>
          <a:xfrm>
            <a:off x="5743080" y="3125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83bb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6" name=""/>
          <p:cNvSpPr/>
          <p:nvPr/>
        </p:nvSpPr>
        <p:spPr>
          <a:xfrm>
            <a:off x="6058080" y="3174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7bb8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7" name=""/>
          <p:cNvSpPr/>
          <p:nvPr/>
        </p:nvSpPr>
        <p:spPr>
          <a:xfrm>
            <a:off x="6268320" y="3169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bcd4d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8" name=""/>
          <p:cNvSpPr/>
          <p:nvPr/>
        </p:nvSpPr>
        <p:spPr>
          <a:xfrm>
            <a:off x="6793560" y="32054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3398b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9" name=""/>
          <p:cNvSpPr/>
          <p:nvPr/>
        </p:nvSpPr>
        <p:spPr>
          <a:xfrm>
            <a:off x="6465960" y="31359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a9ccd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0" name=""/>
          <p:cNvSpPr/>
          <p:nvPr/>
        </p:nvSpPr>
        <p:spPr>
          <a:xfrm>
            <a:off x="5805000" y="3158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8cbf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1" name=""/>
          <p:cNvSpPr/>
          <p:nvPr/>
        </p:nvSpPr>
        <p:spPr>
          <a:xfrm>
            <a:off x="6542640" y="30877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7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99c5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2" name=""/>
          <p:cNvSpPr/>
          <p:nvPr/>
        </p:nvSpPr>
        <p:spPr>
          <a:xfrm>
            <a:off x="6473160" y="3146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accd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3" name=""/>
          <p:cNvSpPr/>
          <p:nvPr/>
        </p:nvSpPr>
        <p:spPr>
          <a:xfrm>
            <a:off x="6500880" y="3183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4" y="181"/>
                  <a:pt x="238" y="151"/>
                  <a:pt x="238" y="119"/>
                </a:cubicBezTo>
                <a:cubicBezTo>
                  <a:pt x="238" y="88"/>
                  <a:pt x="224" y="58"/>
                  <a:pt x="202" y="36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7d9e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4" name=""/>
          <p:cNvSpPr/>
          <p:nvPr/>
        </p:nvSpPr>
        <p:spPr>
          <a:xfrm>
            <a:off x="6459840" y="32115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91c1d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5" name=""/>
          <p:cNvSpPr/>
          <p:nvPr/>
        </p:nvSpPr>
        <p:spPr>
          <a:xfrm>
            <a:off x="6319800" y="32040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5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bd1d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6" name=""/>
          <p:cNvSpPr/>
          <p:nvPr/>
        </p:nvSpPr>
        <p:spPr>
          <a:xfrm>
            <a:off x="6410520" y="30906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6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6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379b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7" name=""/>
          <p:cNvSpPr/>
          <p:nvPr/>
        </p:nvSpPr>
        <p:spPr>
          <a:xfrm>
            <a:off x="5932440" y="31323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6" y="238"/>
                  <a:pt x="118" y="238"/>
                </a:cubicBezTo>
                <a:close/>
              </a:path>
            </a:pathLst>
          </a:custGeom>
          <a:solidFill>
            <a:srgbClr val="dac9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8" name=""/>
          <p:cNvSpPr/>
          <p:nvPr/>
        </p:nvSpPr>
        <p:spPr>
          <a:xfrm>
            <a:off x="6011280" y="31172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6" y="12"/>
                  <a:pt x="34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4" y="203"/>
                </a:cubicBezTo>
                <a:cubicBezTo>
                  <a:pt x="56" y="225"/>
                  <a:pt x="87" y="237"/>
                  <a:pt x="118" y="237"/>
                </a:cubicBezTo>
                <a:close/>
              </a:path>
            </a:pathLst>
          </a:custGeom>
          <a:solidFill>
            <a:srgbClr val="b9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9" name=""/>
          <p:cNvSpPr/>
          <p:nvPr/>
        </p:nvSpPr>
        <p:spPr>
          <a:xfrm>
            <a:off x="5827320" y="30506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79" y="225"/>
                  <a:pt x="202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2" y="34"/>
                </a:cubicBezTo>
                <a:cubicBezTo>
                  <a:pt x="179" y="12"/>
                  <a:pt x="149" y="0"/>
                  <a:pt x="118" y="0"/>
                </a:cubicBezTo>
                <a:cubicBezTo>
                  <a:pt x="87" y="0"/>
                  <a:pt x="56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6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a598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0" name=""/>
          <p:cNvSpPr/>
          <p:nvPr/>
        </p:nvSpPr>
        <p:spPr>
          <a:xfrm>
            <a:off x="5631480" y="27252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9c2d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1" name=""/>
          <p:cNvSpPr/>
          <p:nvPr/>
        </p:nvSpPr>
        <p:spPr>
          <a:xfrm>
            <a:off x="7187400" y="2868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6" y="181"/>
                  <a:pt x="238" y="150"/>
                  <a:pt x="238" y="118"/>
                </a:cubicBezTo>
                <a:cubicBezTo>
                  <a:pt x="238" y="87"/>
                  <a:pt x="226" y="57"/>
                  <a:pt x="202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a598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2" name=""/>
          <p:cNvSpPr/>
          <p:nvPr/>
        </p:nvSpPr>
        <p:spPr>
          <a:xfrm>
            <a:off x="7058520" y="27856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e739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3" name=""/>
          <p:cNvSpPr/>
          <p:nvPr/>
        </p:nvSpPr>
        <p:spPr>
          <a:xfrm>
            <a:off x="7112880" y="28594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5"/>
                  <a:pt x="203" y="203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6" y="238"/>
                  <a:pt x="118" y="238"/>
                </a:cubicBezTo>
                <a:close/>
              </a:path>
            </a:pathLst>
          </a:custGeom>
          <a:solidFill>
            <a:srgbClr val="cd6b9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4" name=""/>
          <p:cNvSpPr/>
          <p:nvPr/>
        </p:nvSpPr>
        <p:spPr>
          <a:xfrm>
            <a:off x="6435360" y="29044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7b7c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5" name=""/>
          <p:cNvSpPr/>
          <p:nvPr/>
        </p:nvSpPr>
        <p:spPr>
          <a:xfrm>
            <a:off x="6903360" y="27680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39ab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6" name=""/>
          <p:cNvSpPr/>
          <p:nvPr/>
        </p:nvSpPr>
        <p:spPr>
          <a:xfrm>
            <a:off x="5862960" y="28490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4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4"/>
                  <a:pt x="87" y="238"/>
                  <a:pt x="119" y="238"/>
                </a:cubicBezTo>
                <a:close/>
              </a:path>
            </a:pathLst>
          </a:custGeom>
          <a:solidFill>
            <a:srgbClr val="b4d0d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7" name=""/>
          <p:cNvSpPr/>
          <p:nvPr/>
        </p:nvSpPr>
        <p:spPr>
          <a:xfrm>
            <a:off x="6512400" y="28371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79" y="13"/>
                  <a:pt x="149" y="0"/>
                  <a:pt x="118" y="0"/>
                </a:cubicBezTo>
                <a:cubicBezTo>
                  <a:pt x="87" y="0"/>
                  <a:pt x="56" y="13"/>
                  <a:pt x="34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6"/>
                  <a:pt x="87" y="238"/>
                  <a:pt x="118" y="238"/>
                </a:cubicBezTo>
                <a:close/>
              </a:path>
            </a:pathLst>
          </a:custGeom>
          <a:solidFill>
            <a:srgbClr val="64aec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8" name=""/>
          <p:cNvSpPr/>
          <p:nvPr/>
        </p:nvSpPr>
        <p:spPr>
          <a:xfrm>
            <a:off x="6707880" y="27993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7b9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9" name=""/>
          <p:cNvSpPr/>
          <p:nvPr/>
        </p:nvSpPr>
        <p:spPr>
          <a:xfrm>
            <a:off x="5811840" y="27547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6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cd9e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0" name=""/>
          <p:cNvSpPr/>
          <p:nvPr/>
        </p:nvSpPr>
        <p:spPr>
          <a:xfrm>
            <a:off x="5824440" y="27918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6"/>
                  <a:pt x="202" y="203"/>
                </a:cubicBezTo>
                <a:cubicBezTo>
                  <a:pt x="226" y="181"/>
                  <a:pt x="238" y="150"/>
                  <a:pt x="238" y="119"/>
                </a:cubicBezTo>
                <a:cubicBezTo>
                  <a:pt x="238" y="87"/>
                  <a:pt x="226" y="57"/>
                  <a:pt x="202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d8bfc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1" name=""/>
          <p:cNvSpPr/>
          <p:nvPr/>
        </p:nvSpPr>
        <p:spPr>
          <a:xfrm>
            <a:off x="5811840" y="27468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8bcc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2" name=""/>
          <p:cNvSpPr/>
          <p:nvPr/>
        </p:nvSpPr>
        <p:spPr>
          <a:xfrm>
            <a:off x="5678640" y="2857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2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3" name=""/>
          <p:cNvSpPr/>
          <p:nvPr/>
        </p:nvSpPr>
        <p:spPr>
          <a:xfrm>
            <a:off x="6038640" y="27608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b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4" name=""/>
          <p:cNvSpPr/>
          <p:nvPr/>
        </p:nvSpPr>
        <p:spPr>
          <a:xfrm>
            <a:off x="5782680" y="28738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b3d0d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5" name=""/>
          <p:cNvSpPr/>
          <p:nvPr/>
        </p:nvSpPr>
        <p:spPr>
          <a:xfrm>
            <a:off x="6245280" y="27320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2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7fbac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6" name=""/>
          <p:cNvSpPr/>
          <p:nvPr/>
        </p:nvSpPr>
        <p:spPr>
          <a:xfrm>
            <a:off x="6222600" y="2781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3198b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7" name=""/>
          <p:cNvSpPr/>
          <p:nvPr/>
        </p:nvSpPr>
        <p:spPr>
          <a:xfrm>
            <a:off x="6012360" y="28684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6" y="181"/>
                  <a:pt x="238" y="149"/>
                  <a:pt x="238" y="118"/>
                </a:cubicBezTo>
                <a:cubicBezTo>
                  <a:pt x="238" y="87"/>
                  <a:pt x="226" y="57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49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83bb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8" name=""/>
          <p:cNvSpPr/>
          <p:nvPr/>
        </p:nvSpPr>
        <p:spPr>
          <a:xfrm>
            <a:off x="5850720" y="2733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5eab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9" name=""/>
          <p:cNvSpPr/>
          <p:nvPr/>
        </p:nvSpPr>
        <p:spPr>
          <a:xfrm>
            <a:off x="6150240" y="2773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6" y="202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8bfc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0" name=""/>
          <p:cNvSpPr/>
          <p:nvPr/>
        </p:nvSpPr>
        <p:spPr>
          <a:xfrm>
            <a:off x="6311880" y="2861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6adc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1" name=""/>
          <p:cNvSpPr/>
          <p:nvPr/>
        </p:nvSpPr>
        <p:spPr>
          <a:xfrm>
            <a:off x="5922720" y="28688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51a6c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2" name=""/>
          <p:cNvSpPr/>
          <p:nvPr/>
        </p:nvSpPr>
        <p:spPr>
          <a:xfrm>
            <a:off x="6354000" y="28123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abccd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3" name=""/>
          <p:cNvSpPr/>
          <p:nvPr/>
        </p:nvSpPr>
        <p:spPr>
          <a:xfrm>
            <a:off x="6937920" y="2903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4" name=""/>
          <p:cNvSpPr/>
          <p:nvPr/>
        </p:nvSpPr>
        <p:spPr>
          <a:xfrm>
            <a:off x="6787440" y="28699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7b9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5" name=""/>
          <p:cNvSpPr/>
          <p:nvPr/>
        </p:nvSpPr>
        <p:spPr>
          <a:xfrm>
            <a:off x="6347520" y="28296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6ac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6" name=""/>
          <p:cNvSpPr/>
          <p:nvPr/>
        </p:nvSpPr>
        <p:spPr>
          <a:xfrm>
            <a:off x="7206120" y="28389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6" y="13"/>
                  <a:pt x="34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39cb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7" name=""/>
          <p:cNvSpPr/>
          <p:nvPr/>
        </p:nvSpPr>
        <p:spPr>
          <a:xfrm>
            <a:off x="6764400" y="2822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6"/>
                  <a:pt x="202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7b2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8" name=""/>
          <p:cNvSpPr/>
          <p:nvPr/>
        </p:nvSpPr>
        <p:spPr>
          <a:xfrm>
            <a:off x="6998400" y="28569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6" y="202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9" name=""/>
          <p:cNvSpPr/>
          <p:nvPr/>
        </p:nvSpPr>
        <p:spPr>
          <a:xfrm>
            <a:off x="6710760" y="27997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7b4c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0" name=""/>
          <p:cNvSpPr/>
          <p:nvPr/>
        </p:nvSpPr>
        <p:spPr>
          <a:xfrm>
            <a:off x="6239880" y="27486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8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4" y="58"/>
                  <a:pt x="0" y="88"/>
                  <a:pt x="0" y="119"/>
                </a:cubicBezTo>
                <a:cubicBezTo>
                  <a:pt x="0" y="150"/>
                  <a:pt x="14" y="181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8bfc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1" name=""/>
          <p:cNvSpPr/>
          <p:nvPr/>
        </p:nvSpPr>
        <p:spPr>
          <a:xfrm>
            <a:off x="6594840" y="28864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2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e729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2" name=""/>
          <p:cNvSpPr/>
          <p:nvPr/>
        </p:nvSpPr>
        <p:spPr>
          <a:xfrm>
            <a:off x="5628600" y="28126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acbd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3" name=""/>
          <p:cNvSpPr/>
          <p:nvPr/>
        </p:nvSpPr>
        <p:spPr>
          <a:xfrm>
            <a:off x="5784840" y="28839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6"/>
                  <a:pt x="226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6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2f97b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4" name=""/>
          <p:cNvSpPr/>
          <p:nvPr/>
        </p:nvSpPr>
        <p:spPr>
          <a:xfrm>
            <a:off x="5796360" y="27756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369a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5" name=""/>
          <p:cNvSpPr/>
          <p:nvPr/>
        </p:nvSpPr>
        <p:spPr>
          <a:xfrm>
            <a:off x="5719680" y="25268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8be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6" name=""/>
          <p:cNvSpPr/>
          <p:nvPr/>
        </p:nvSpPr>
        <p:spPr>
          <a:xfrm>
            <a:off x="7320960" y="2495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6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ca538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7" name=""/>
          <p:cNvSpPr/>
          <p:nvPr/>
        </p:nvSpPr>
        <p:spPr>
          <a:xfrm>
            <a:off x="7140960" y="2566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20" y="238"/>
                </a:cubicBezTo>
                <a:close/>
              </a:path>
            </a:pathLst>
          </a:custGeom>
          <a:solidFill>
            <a:srgbClr val="c8497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8" name=""/>
          <p:cNvSpPr/>
          <p:nvPr/>
        </p:nvSpPr>
        <p:spPr>
          <a:xfrm>
            <a:off x="7294680" y="2573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63c7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9" name=""/>
          <p:cNvSpPr/>
          <p:nvPr/>
        </p:nvSpPr>
        <p:spPr>
          <a:xfrm>
            <a:off x="6248160" y="25099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4"/>
                  <a:pt x="202" y="202"/>
                </a:cubicBezTo>
                <a:cubicBezTo>
                  <a:pt x="224" y="180"/>
                  <a:pt x="238" y="150"/>
                  <a:pt x="238" y="118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4"/>
                  <a:pt x="87" y="238"/>
                  <a:pt x="118" y="238"/>
                </a:cubicBezTo>
                <a:close/>
              </a:path>
            </a:pathLst>
          </a:custGeom>
          <a:solidFill>
            <a:srgbClr val="d18ca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0" name=""/>
          <p:cNvSpPr/>
          <p:nvPr/>
        </p:nvSpPr>
        <p:spPr>
          <a:xfrm>
            <a:off x="7191360" y="2534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a598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1" name=""/>
          <p:cNvSpPr/>
          <p:nvPr/>
        </p:nvSpPr>
        <p:spPr>
          <a:xfrm>
            <a:off x="5800320" y="24264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79"/>
                  <a:pt x="35" y="202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d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2" name=""/>
          <p:cNvSpPr/>
          <p:nvPr/>
        </p:nvSpPr>
        <p:spPr>
          <a:xfrm>
            <a:off x="6242400" y="24588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4" y="56"/>
                  <a:pt x="0" y="87"/>
                  <a:pt x="0" y="118"/>
                </a:cubicBezTo>
                <a:cubicBezTo>
                  <a:pt x="0" y="150"/>
                  <a:pt x="14" y="180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8ec0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3" name=""/>
          <p:cNvSpPr/>
          <p:nvPr/>
        </p:nvSpPr>
        <p:spPr>
          <a:xfrm>
            <a:off x="6408000" y="2461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5a5b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4" name=""/>
          <p:cNvSpPr/>
          <p:nvPr/>
        </p:nvSpPr>
        <p:spPr>
          <a:xfrm>
            <a:off x="6207120" y="24332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2" y="202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6"/>
                  <a:pt x="225" y="56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6" y="0"/>
                  <a:pt x="56" y="12"/>
                  <a:pt x="34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79"/>
                  <a:pt x="34" y="202"/>
                </a:cubicBezTo>
                <a:cubicBezTo>
                  <a:pt x="56" y="225"/>
                  <a:pt x="86" y="237"/>
                  <a:pt x="119" y="237"/>
                </a:cubicBezTo>
                <a:close/>
              </a:path>
            </a:pathLst>
          </a:custGeom>
          <a:solidFill>
            <a:srgbClr val="d398b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5" name=""/>
          <p:cNvSpPr/>
          <p:nvPr/>
        </p:nvSpPr>
        <p:spPr>
          <a:xfrm>
            <a:off x="6144480" y="25848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50"/>
                  <a:pt x="238" y="119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6" name=""/>
          <p:cNvSpPr/>
          <p:nvPr/>
        </p:nvSpPr>
        <p:spPr>
          <a:xfrm>
            <a:off x="6105960" y="24980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4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4a2b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7" name=""/>
          <p:cNvSpPr/>
          <p:nvPr/>
        </p:nvSpPr>
        <p:spPr>
          <a:xfrm>
            <a:off x="5708880" y="24919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8" name=""/>
          <p:cNvSpPr/>
          <p:nvPr/>
        </p:nvSpPr>
        <p:spPr>
          <a:xfrm>
            <a:off x="6383520" y="2422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4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4"/>
                  <a:pt x="88" y="237"/>
                  <a:pt x="119" y="237"/>
                </a:cubicBezTo>
                <a:close/>
              </a:path>
            </a:pathLst>
          </a:custGeom>
          <a:solidFill>
            <a:srgbClr val="d5aa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9" name=""/>
          <p:cNvSpPr/>
          <p:nvPr/>
        </p:nvSpPr>
        <p:spPr>
          <a:xfrm>
            <a:off x="5681520" y="25462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6"/>
                  <a:pt x="226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6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93c2d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0" name=""/>
          <p:cNvSpPr/>
          <p:nvPr/>
        </p:nvSpPr>
        <p:spPr>
          <a:xfrm>
            <a:off x="6113880" y="2555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6bb1c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1" name=""/>
          <p:cNvSpPr/>
          <p:nvPr/>
        </p:nvSpPr>
        <p:spPr>
          <a:xfrm>
            <a:off x="5940360" y="25815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2693b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2" name=""/>
          <p:cNvSpPr/>
          <p:nvPr/>
        </p:nvSpPr>
        <p:spPr>
          <a:xfrm>
            <a:off x="5725080" y="25970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71b3c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3" name=""/>
          <p:cNvSpPr/>
          <p:nvPr/>
        </p:nvSpPr>
        <p:spPr>
          <a:xfrm>
            <a:off x="5607360" y="24282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2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3c9db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4" name=""/>
          <p:cNvSpPr/>
          <p:nvPr/>
        </p:nvSpPr>
        <p:spPr>
          <a:xfrm>
            <a:off x="6418080" y="2476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4" y="180"/>
                  <a:pt x="238" y="150"/>
                  <a:pt x="238" y="119"/>
                </a:cubicBezTo>
                <a:cubicBezTo>
                  <a:pt x="238" y="88"/>
                  <a:pt x="224" y="56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5" name=""/>
          <p:cNvSpPr/>
          <p:nvPr/>
        </p:nvSpPr>
        <p:spPr>
          <a:xfrm>
            <a:off x="6858720" y="24548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ce759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6" name=""/>
          <p:cNvSpPr/>
          <p:nvPr/>
        </p:nvSpPr>
        <p:spPr>
          <a:xfrm>
            <a:off x="5723280" y="2548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6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2e96b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7" name=""/>
          <p:cNvSpPr/>
          <p:nvPr/>
        </p:nvSpPr>
        <p:spPr>
          <a:xfrm>
            <a:off x="6296040" y="24915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c1d6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8" name=""/>
          <p:cNvSpPr/>
          <p:nvPr/>
        </p:nvSpPr>
        <p:spPr>
          <a:xfrm>
            <a:off x="7107480" y="25884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79" y="225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6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9" name=""/>
          <p:cNvSpPr/>
          <p:nvPr/>
        </p:nvSpPr>
        <p:spPr>
          <a:xfrm>
            <a:off x="6625440" y="2510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4"/>
                  <a:pt x="203" y="202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4"/>
                  <a:pt x="87" y="238"/>
                  <a:pt x="119" y="238"/>
                </a:cubicBezTo>
                <a:close/>
              </a:path>
            </a:pathLst>
          </a:custGeom>
          <a:solidFill>
            <a:srgbClr val="d397b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0" name=""/>
          <p:cNvSpPr/>
          <p:nvPr/>
        </p:nvSpPr>
        <p:spPr>
          <a:xfrm>
            <a:off x="6234480" y="24195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28fa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1" name=""/>
          <p:cNvSpPr/>
          <p:nvPr/>
        </p:nvSpPr>
        <p:spPr>
          <a:xfrm>
            <a:off x="7468920" y="24382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50" y="237"/>
                  <a:pt x="181" y="225"/>
                  <a:pt x="203" y="202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6"/>
                  <a:pt x="225" y="56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79"/>
                  <a:pt x="34" y="202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d6a9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2" name=""/>
          <p:cNvSpPr/>
          <p:nvPr/>
        </p:nvSpPr>
        <p:spPr>
          <a:xfrm>
            <a:off x="6369480" y="2537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3" name=""/>
          <p:cNvSpPr/>
          <p:nvPr/>
        </p:nvSpPr>
        <p:spPr>
          <a:xfrm>
            <a:off x="7019640" y="24224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50" y="237"/>
                  <a:pt x="180" y="224"/>
                  <a:pt x="202" y="202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7" y="224"/>
                  <a:pt x="87" y="237"/>
                  <a:pt x="118" y="237"/>
                </a:cubicBezTo>
                <a:close/>
              </a:path>
            </a:pathLst>
          </a:custGeom>
          <a:solidFill>
            <a:srgbClr val="cf789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4" name=""/>
          <p:cNvSpPr/>
          <p:nvPr/>
        </p:nvSpPr>
        <p:spPr>
          <a:xfrm>
            <a:off x="7099200" y="25574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79" y="225"/>
                  <a:pt x="202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6"/>
                  <a:pt x="202" y="34"/>
                </a:cubicBezTo>
                <a:cubicBezTo>
                  <a:pt x="179" y="12"/>
                  <a:pt x="149" y="0"/>
                  <a:pt x="118" y="0"/>
                </a:cubicBezTo>
                <a:cubicBezTo>
                  <a:pt x="86" y="0"/>
                  <a:pt x="56" y="12"/>
                  <a:pt x="34" y="34"/>
                </a:cubicBezTo>
                <a:cubicBezTo>
                  <a:pt x="12" y="56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6" y="237"/>
                  <a:pt x="118" y="237"/>
                </a:cubicBezTo>
                <a:close/>
              </a:path>
            </a:pathLst>
          </a:custGeom>
          <a:solidFill>
            <a:srgbClr val="ce779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5" name=""/>
          <p:cNvSpPr/>
          <p:nvPr/>
        </p:nvSpPr>
        <p:spPr>
          <a:xfrm>
            <a:off x="7416000" y="24246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4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8" y="224"/>
                  <a:pt x="88" y="238"/>
                  <a:pt x="119" y="238"/>
                </a:cubicBezTo>
                <a:close/>
              </a:path>
            </a:pathLst>
          </a:custGeom>
          <a:solidFill>
            <a:srgbClr val="cf7da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6" name=""/>
          <p:cNvSpPr/>
          <p:nvPr/>
        </p:nvSpPr>
        <p:spPr>
          <a:xfrm>
            <a:off x="6787800" y="24260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2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94e7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7" name=""/>
          <p:cNvSpPr/>
          <p:nvPr/>
        </p:nvSpPr>
        <p:spPr>
          <a:xfrm>
            <a:off x="5695920" y="24523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d8be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8" name=""/>
          <p:cNvSpPr/>
          <p:nvPr/>
        </p:nvSpPr>
        <p:spPr>
          <a:xfrm>
            <a:off x="5523120" y="24836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2994b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9" name=""/>
          <p:cNvSpPr/>
          <p:nvPr/>
        </p:nvSpPr>
        <p:spPr>
          <a:xfrm>
            <a:off x="5679720" y="24386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4ea4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0" name=""/>
          <p:cNvSpPr/>
          <p:nvPr/>
        </p:nvSpPr>
        <p:spPr>
          <a:xfrm>
            <a:off x="6645240" y="2237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1" name=""/>
          <p:cNvSpPr/>
          <p:nvPr/>
        </p:nvSpPr>
        <p:spPr>
          <a:xfrm>
            <a:off x="6887160" y="21351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6" y="12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2" name=""/>
          <p:cNvSpPr/>
          <p:nvPr/>
        </p:nvSpPr>
        <p:spPr>
          <a:xfrm>
            <a:off x="6641280" y="21780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2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6"/>
                  <a:pt x="225" y="56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6" y="12"/>
                  <a:pt x="34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79"/>
                  <a:pt x="34" y="202"/>
                </a:cubicBezTo>
                <a:cubicBezTo>
                  <a:pt x="56" y="225"/>
                  <a:pt x="88" y="237"/>
                  <a:pt x="119" y="237"/>
                </a:cubicBezTo>
                <a:close/>
              </a:path>
            </a:pathLst>
          </a:custGeom>
          <a:solidFill>
            <a:srgbClr val="83bb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3" name=""/>
          <p:cNvSpPr/>
          <p:nvPr/>
        </p:nvSpPr>
        <p:spPr>
          <a:xfrm>
            <a:off x="6884640" y="22896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4" name=""/>
          <p:cNvSpPr/>
          <p:nvPr/>
        </p:nvSpPr>
        <p:spPr>
          <a:xfrm>
            <a:off x="4572000" y="22276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294b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5" name=""/>
          <p:cNvSpPr/>
          <p:nvPr/>
        </p:nvSpPr>
        <p:spPr>
          <a:xfrm>
            <a:off x="6478920" y="22647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49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8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0"/>
                  <a:pt x="34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83bb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6" name=""/>
          <p:cNvSpPr/>
          <p:nvPr/>
        </p:nvSpPr>
        <p:spPr>
          <a:xfrm>
            <a:off x="6623640" y="21106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7" name=""/>
          <p:cNvSpPr/>
          <p:nvPr/>
        </p:nvSpPr>
        <p:spPr>
          <a:xfrm>
            <a:off x="6705000" y="22035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8" name=""/>
          <p:cNvSpPr/>
          <p:nvPr/>
        </p:nvSpPr>
        <p:spPr>
          <a:xfrm>
            <a:off x="6926040" y="21999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6"/>
                  <a:pt x="202" y="203"/>
                </a:cubicBezTo>
                <a:cubicBezTo>
                  <a:pt x="224" y="181"/>
                  <a:pt x="238" y="151"/>
                  <a:pt x="238" y="119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9" name=""/>
          <p:cNvSpPr/>
          <p:nvPr/>
        </p:nvSpPr>
        <p:spPr>
          <a:xfrm>
            <a:off x="4557960" y="21736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6"/>
                  <a:pt x="203" y="202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6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0" name=""/>
          <p:cNvSpPr/>
          <p:nvPr/>
        </p:nvSpPr>
        <p:spPr>
          <a:xfrm>
            <a:off x="6676560" y="22240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6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1" name=""/>
          <p:cNvSpPr/>
          <p:nvPr/>
        </p:nvSpPr>
        <p:spPr>
          <a:xfrm>
            <a:off x="6067440" y="22665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4fa5c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2" name=""/>
          <p:cNvSpPr/>
          <p:nvPr/>
        </p:nvSpPr>
        <p:spPr>
          <a:xfrm>
            <a:off x="6587280" y="21402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2" y="203"/>
                </a:cubicBezTo>
                <a:cubicBezTo>
                  <a:pt x="224" y="180"/>
                  <a:pt x="237" y="150"/>
                  <a:pt x="237" y="119"/>
                </a:cubicBezTo>
                <a:cubicBezTo>
                  <a:pt x="237" y="88"/>
                  <a:pt x="224" y="56"/>
                  <a:pt x="202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3" name=""/>
          <p:cNvSpPr/>
          <p:nvPr/>
        </p:nvSpPr>
        <p:spPr>
          <a:xfrm>
            <a:off x="6753960" y="2256840"/>
            <a:ext cx="86040" cy="85680"/>
          </a:xfrm>
          <a:custGeom>
            <a:avLst/>
            <a:gdLst/>
            <a:ahLst/>
            <a:rect l="0" t="0" r="r" b="b"/>
            <a:pathLst>
              <a:path w="239" h="238">
                <a:moveTo>
                  <a:pt x="120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9" y="150"/>
                  <a:pt x="239" y="119"/>
                </a:cubicBezTo>
                <a:cubicBezTo>
                  <a:pt x="239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4" y="57"/>
                  <a:pt x="0" y="87"/>
                  <a:pt x="0" y="119"/>
                </a:cubicBezTo>
                <a:cubicBezTo>
                  <a:pt x="0" y="150"/>
                  <a:pt x="14" y="180"/>
                  <a:pt x="36" y="202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4" name=""/>
          <p:cNvSpPr/>
          <p:nvPr/>
        </p:nvSpPr>
        <p:spPr>
          <a:xfrm>
            <a:off x="6221520" y="21974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138b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5" name=""/>
          <p:cNvSpPr/>
          <p:nvPr/>
        </p:nvSpPr>
        <p:spPr>
          <a:xfrm>
            <a:off x="6666480" y="22507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6" name=""/>
          <p:cNvSpPr/>
          <p:nvPr/>
        </p:nvSpPr>
        <p:spPr>
          <a:xfrm>
            <a:off x="6708240" y="22741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49"/>
                  <a:pt x="238" y="118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7" name=""/>
          <p:cNvSpPr/>
          <p:nvPr/>
        </p:nvSpPr>
        <p:spPr>
          <a:xfrm>
            <a:off x="6598800" y="21326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8" name=""/>
          <p:cNvSpPr/>
          <p:nvPr/>
        </p:nvSpPr>
        <p:spPr>
          <a:xfrm>
            <a:off x="6557040" y="21121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6" y="225"/>
                  <a:pt x="88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9" name=""/>
          <p:cNvSpPr/>
          <p:nvPr/>
        </p:nvSpPr>
        <p:spPr>
          <a:xfrm>
            <a:off x="6746040" y="21142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0" name=""/>
          <p:cNvSpPr/>
          <p:nvPr/>
        </p:nvSpPr>
        <p:spPr>
          <a:xfrm>
            <a:off x="4357080" y="21243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a598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1" name=""/>
          <p:cNvSpPr/>
          <p:nvPr/>
        </p:nvSpPr>
        <p:spPr>
          <a:xfrm>
            <a:off x="6601680" y="21488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2" name=""/>
          <p:cNvSpPr/>
          <p:nvPr/>
        </p:nvSpPr>
        <p:spPr>
          <a:xfrm>
            <a:off x="6629040" y="22305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8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83bb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3" name=""/>
          <p:cNvSpPr/>
          <p:nvPr/>
        </p:nvSpPr>
        <p:spPr>
          <a:xfrm>
            <a:off x="6885360" y="2277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4" name=""/>
          <p:cNvSpPr/>
          <p:nvPr/>
        </p:nvSpPr>
        <p:spPr>
          <a:xfrm>
            <a:off x="6756120" y="22168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2" y="203"/>
                </a:cubicBezTo>
                <a:cubicBezTo>
                  <a:pt x="224" y="180"/>
                  <a:pt x="237" y="150"/>
                  <a:pt x="237" y="119"/>
                </a:cubicBezTo>
                <a:cubicBezTo>
                  <a:pt x="237" y="87"/>
                  <a:pt x="224" y="57"/>
                  <a:pt x="202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138b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5" name=""/>
          <p:cNvSpPr/>
          <p:nvPr/>
        </p:nvSpPr>
        <p:spPr>
          <a:xfrm>
            <a:off x="6610320" y="22492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6" name=""/>
          <p:cNvSpPr/>
          <p:nvPr/>
        </p:nvSpPr>
        <p:spPr>
          <a:xfrm>
            <a:off x="6903360" y="22676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49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0"/>
                  <a:pt x="35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7" name=""/>
          <p:cNvSpPr/>
          <p:nvPr/>
        </p:nvSpPr>
        <p:spPr>
          <a:xfrm>
            <a:off x="6860160" y="22820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1" y="226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8" name=""/>
          <p:cNvSpPr/>
          <p:nvPr/>
        </p:nvSpPr>
        <p:spPr>
          <a:xfrm>
            <a:off x="6874920" y="21578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4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9" name=""/>
          <p:cNvSpPr/>
          <p:nvPr/>
        </p:nvSpPr>
        <p:spPr>
          <a:xfrm>
            <a:off x="6908400" y="22899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0" name=""/>
          <p:cNvSpPr/>
          <p:nvPr/>
        </p:nvSpPr>
        <p:spPr>
          <a:xfrm>
            <a:off x="6949080" y="21495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1" name=""/>
          <p:cNvSpPr/>
          <p:nvPr/>
        </p:nvSpPr>
        <p:spPr>
          <a:xfrm>
            <a:off x="3945600" y="2264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6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d395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2" name=""/>
          <p:cNvSpPr/>
          <p:nvPr/>
        </p:nvSpPr>
        <p:spPr>
          <a:xfrm>
            <a:off x="6589080" y="2277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2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3" name=""/>
          <p:cNvSpPr/>
          <p:nvPr/>
        </p:nvSpPr>
        <p:spPr>
          <a:xfrm>
            <a:off x="6571440" y="22755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49"/>
                  <a:pt x="238" y="118"/>
                </a:cubicBezTo>
                <a:cubicBezTo>
                  <a:pt x="238" y="87"/>
                  <a:pt x="226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49"/>
                  <a:pt x="13" y="181"/>
                  <a:pt x="35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4" name=""/>
          <p:cNvSpPr/>
          <p:nvPr/>
        </p:nvSpPr>
        <p:spPr>
          <a:xfrm>
            <a:off x="6574320" y="21679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4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79"/>
                  <a:pt x="36" y="202"/>
                </a:cubicBezTo>
                <a:cubicBezTo>
                  <a:pt x="58" y="224"/>
                  <a:pt x="88" y="237"/>
                  <a:pt x="119" y="23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5" name=""/>
          <p:cNvSpPr/>
          <p:nvPr/>
        </p:nvSpPr>
        <p:spPr>
          <a:xfrm>
            <a:off x="5763600" y="19386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1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2"/>
                  <a:pt x="149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ac9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6" name=""/>
          <p:cNvSpPr/>
          <p:nvPr/>
        </p:nvSpPr>
        <p:spPr>
          <a:xfrm>
            <a:off x="7430760" y="19062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188a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7" name=""/>
          <p:cNvSpPr/>
          <p:nvPr/>
        </p:nvSpPr>
        <p:spPr>
          <a:xfrm>
            <a:off x="7249680" y="18810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8" name=""/>
          <p:cNvSpPr/>
          <p:nvPr/>
        </p:nvSpPr>
        <p:spPr>
          <a:xfrm>
            <a:off x="7191360" y="18248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79" y="14"/>
                  <a:pt x="149" y="0"/>
                  <a:pt x="118" y="0"/>
                </a:cubicBezTo>
                <a:cubicBezTo>
                  <a:pt x="87" y="0"/>
                  <a:pt x="57" y="14"/>
                  <a:pt x="34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083a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29" name=""/>
          <p:cNvSpPr/>
          <p:nvPr/>
        </p:nvSpPr>
        <p:spPr>
          <a:xfrm>
            <a:off x="6105600" y="18496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80"/>
                  <a:pt x="237" y="149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6" y="0"/>
                  <a:pt x="56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0"/>
                  <a:pt x="34" y="203"/>
                </a:cubicBezTo>
                <a:cubicBezTo>
                  <a:pt x="56" y="225"/>
                  <a:pt x="86" y="237"/>
                  <a:pt x="118" y="237"/>
                </a:cubicBezTo>
                <a:close/>
              </a:path>
            </a:pathLst>
          </a:custGeom>
          <a:solidFill>
            <a:srgbClr val="d18da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0" name=""/>
          <p:cNvSpPr/>
          <p:nvPr/>
        </p:nvSpPr>
        <p:spPr>
          <a:xfrm>
            <a:off x="6978600" y="19339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c84b7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1" name=""/>
          <p:cNvSpPr/>
          <p:nvPr/>
        </p:nvSpPr>
        <p:spPr>
          <a:xfrm>
            <a:off x="6030360" y="1959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3d7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2" name=""/>
          <p:cNvSpPr/>
          <p:nvPr/>
        </p:nvSpPr>
        <p:spPr>
          <a:xfrm>
            <a:off x="6563160" y="19738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6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7"/>
                  <a:pt x="120" y="237"/>
                </a:cubicBezTo>
                <a:close/>
              </a:path>
            </a:pathLst>
          </a:custGeom>
          <a:solidFill>
            <a:srgbClr val="97c4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3" name=""/>
          <p:cNvSpPr/>
          <p:nvPr/>
        </p:nvSpPr>
        <p:spPr>
          <a:xfrm>
            <a:off x="7437240" y="19281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4" y="180"/>
                  <a:pt x="237" y="150"/>
                  <a:pt x="237" y="118"/>
                </a:cubicBezTo>
                <a:cubicBezTo>
                  <a:pt x="237" y="87"/>
                  <a:pt x="224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080a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4" name=""/>
          <p:cNvSpPr/>
          <p:nvPr/>
        </p:nvSpPr>
        <p:spPr>
          <a:xfrm>
            <a:off x="6033960" y="19353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d5a9b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5" name=""/>
          <p:cNvSpPr/>
          <p:nvPr/>
        </p:nvSpPr>
        <p:spPr>
          <a:xfrm>
            <a:off x="6024960" y="18997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6ac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6" name=""/>
          <p:cNvSpPr/>
          <p:nvPr/>
        </p:nvSpPr>
        <p:spPr>
          <a:xfrm>
            <a:off x="5839200" y="18576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7b6c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7" name=""/>
          <p:cNvSpPr/>
          <p:nvPr/>
        </p:nvSpPr>
        <p:spPr>
          <a:xfrm>
            <a:off x="5260320" y="1855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49"/>
                  <a:pt x="238" y="118"/>
                </a:cubicBezTo>
                <a:cubicBezTo>
                  <a:pt x="238" y="87"/>
                  <a:pt x="226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49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46a1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8" name=""/>
          <p:cNvSpPr/>
          <p:nvPr/>
        </p:nvSpPr>
        <p:spPr>
          <a:xfrm>
            <a:off x="6395400" y="1931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8" y="226"/>
                  <a:pt x="88" y="238"/>
                  <a:pt x="120" y="238"/>
                </a:cubicBezTo>
                <a:close/>
              </a:path>
            </a:pathLst>
          </a:custGeom>
          <a:solidFill>
            <a:srgbClr val="d6ac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39" name=""/>
          <p:cNvSpPr/>
          <p:nvPr/>
        </p:nvSpPr>
        <p:spPr>
          <a:xfrm>
            <a:off x="5747040" y="1913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4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4"/>
                  <a:pt x="87" y="238"/>
                  <a:pt x="118" y="238"/>
                </a:cubicBezTo>
                <a:close/>
              </a:path>
            </a:pathLst>
          </a:custGeom>
          <a:solidFill>
            <a:srgbClr val="96c3d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0" name=""/>
          <p:cNvSpPr/>
          <p:nvPr/>
        </p:nvSpPr>
        <p:spPr>
          <a:xfrm>
            <a:off x="5985360" y="1950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4" y="57"/>
                  <a:pt x="0" y="87"/>
                  <a:pt x="0" y="118"/>
                </a:cubicBezTo>
                <a:cubicBezTo>
                  <a:pt x="0" y="151"/>
                  <a:pt x="14" y="181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54a7c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1" name=""/>
          <p:cNvSpPr/>
          <p:nvPr/>
        </p:nvSpPr>
        <p:spPr>
          <a:xfrm>
            <a:off x="6169320" y="1838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77b6c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2" name=""/>
          <p:cNvSpPr/>
          <p:nvPr/>
        </p:nvSpPr>
        <p:spPr>
          <a:xfrm>
            <a:off x="5119560" y="1973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3398b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3" name=""/>
          <p:cNvSpPr/>
          <p:nvPr/>
        </p:nvSpPr>
        <p:spPr>
          <a:xfrm>
            <a:off x="5241600" y="18550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4" name=""/>
          <p:cNvSpPr/>
          <p:nvPr/>
        </p:nvSpPr>
        <p:spPr>
          <a:xfrm>
            <a:off x="6379200" y="18399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6ac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5" name=""/>
          <p:cNvSpPr/>
          <p:nvPr/>
        </p:nvSpPr>
        <p:spPr>
          <a:xfrm>
            <a:off x="6988680" y="18403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6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b5e8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6" name=""/>
          <p:cNvSpPr/>
          <p:nvPr/>
        </p:nvSpPr>
        <p:spPr>
          <a:xfrm>
            <a:off x="5927040" y="19360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8" y="149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81ba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7" name=""/>
          <p:cNvSpPr/>
          <p:nvPr/>
        </p:nvSpPr>
        <p:spPr>
          <a:xfrm>
            <a:off x="6329520" y="19148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4"/>
                  <a:pt x="202" y="202"/>
                </a:cubicBezTo>
                <a:cubicBezTo>
                  <a:pt x="224" y="180"/>
                  <a:pt x="237" y="150"/>
                  <a:pt x="237" y="118"/>
                </a:cubicBezTo>
                <a:cubicBezTo>
                  <a:pt x="237" y="87"/>
                  <a:pt x="224" y="57"/>
                  <a:pt x="202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6" y="224"/>
                  <a:pt x="87" y="238"/>
                  <a:pt x="118" y="238"/>
                </a:cubicBezTo>
                <a:close/>
              </a:path>
            </a:pathLst>
          </a:custGeom>
          <a:solidFill>
            <a:srgbClr val="b9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8" name=""/>
          <p:cNvSpPr/>
          <p:nvPr/>
        </p:nvSpPr>
        <p:spPr>
          <a:xfrm>
            <a:off x="7000560" y="18752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6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c5316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49" name=""/>
          <p:cNvSpPr/>
          <p:nvPr/>
        </p:nvSpPr>
        <p:spPr>
          <a:xfrm>
            <a:off x="6075000" y="19335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4" y="181"/>
                  <a:pt x="238" y="150"/>
                  <a:pt x="238" y="118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cdbe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0" name=""/>
          <p:cNvSpPr/>
          <p:nvPr/>
        </p:nvSpPr>
        <p:spPr>
          <a:xfrm>
            <a:off x="6220440" y="19155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4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6"/>
                  <a:pt x="0" y="86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4"/>
                  <a:pt x="88" y="237"/>
                  <a:pt x="120" y="237"/>
                </a:cubicBezTo>
                <a:close/>
              </a:path>
            </a:pathLst>
          </a:custGeom>
          <a:solidFill>
            <a:srgbClr val="d28fa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1" name=""/>
          <p:cNvSpPr/>
          <p:nvPr/>
        </p:nvSpPr>
        <p:spPr>
          <a:xfrm>
            <a:off x="7547400" y="19476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b5e8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2" name=""/>
          <p:cNvSpPr/>
          <p:nvPr/>
        </p:nvSpPr>
        <p:spPr>
          <a:xfrm>
            <a:off x="6566040" y="1899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5" y="36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292a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3" name=""/>
          <p:cNvSpPr/>
          <p:nvPr/>
        </p:nvSpPr>
        <p:spPr>
          <a:xfrm>
            <a:off x="7245000" y="1975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ca538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4" name=""/>
          <p:cNvSpPr/>
          <p:nvPr/>
        </p:nvSpPr>
        <p:spPr>
          <a:xfrm>
            <a:off x="7299360" y="1836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c658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5" name=""/>
          <p:cNvSpPr/>
          <p:nvPr/>
        </p:nvSpPr>
        <p:spPr>
          <a:xfrm>
            <a:off x="7701120" y="19695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d085a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6" name=""/>
          <p:cNvSpPr/>
          <p:nvPr/>
        </p:nvSpPr>
        <p:spPr>
          <a:xfrm>
            <a:off x="6453360" y="18882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6"/>
                  <a:pt x="203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5316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7" name=""/>
          <p:cNvSpPr/>
          <p:nvPr/>
        </p:nvSpPr>
        <p:spPr>
          <a:xfrm>
            <a:off x="5862600" y="1927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6"/>
                  <a:pt x="87" y="238"/>
                  <a:pt x="120" y="238"/>
                </a:cubicBezTo>
                <a:close/>
              </a:path>
            </a:pathLst>
          </a:custGeom>
          <a:solidFill>
            <a:srgbClr val="dd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8" name=""/>
          <p:cNvSpPr/>
          <p:nvPr/>
        </p:nvSpPr>
        <p:spPr>
          <a:xfrm>
            <a:off x="5063400" y="18770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6"/>
                  <a:pt x="202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2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2693b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9" name=""/>
          <p:cNvSpPr/>
          <p:nvPr/>
        </p:nvSpPr>
        <p:spPr>
          <a:xfrm>
            <a:off x="5252760" y="1806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138b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0" name=""/>
          <p:cNvSpPr/>
          <p:nvPr/>
        </p:nvSpPr>
        <p:spPr>
          <a:xfrm>
            <a:off x="6164640" y="15566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8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7e0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1" name=""/>
          <p:cNvSpPr/>
          <p:nvPr/>
        </p:nvSpPr>
        <p:spPr>
          <a:xfrm>
            <a:off x="6518160" y="16693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cdee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2" name=""/>
          <p:cNvSpPr/>
          <p:nvPr/>
        </p:nvSpPr>
        <p:spPr>
          <a:xfrm>
            <a:off x="7256880" y="15962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0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47a1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3" name=""/>
          <p:cNvSpPr/>
          <p:nvPr/>
        </p:nvSpPr>
        <p:spPr>
          <a:xfrm>
            <a:off x="6417720" y="1581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2"/>
                </a:cubicBezTo>
                <a:cubicBezTo>
                  <a:pt x="224" y="180"/>
                  <a:pt x="238" y="150"/>
                  <a:pt x="238" y="119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edbe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4" name=""/>
          <p:cNvSpPr/>
          <p:nvPr/>
        </p:nvSpPr>
        <p:spPr>
          <a:xfrm>
            <a:off x="5669280" y="15768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2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acfd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5" name=""/>
          <p:cNvSpPr/>
          <p:nvPr/>
        </p:nvSpPr>
        <p:spPr>
          <a:xfrm>
            <a:off x="7105320" y="15498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2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79b7c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6" name=""/>
          <p:cNvSpPr/>
          <p:nvPr/>
        </p:nvSpPr>
        <p:spPr>
          <a:xfrm>
            <a:off x="6995880" y="16246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8" y="0"/>
                  <a:pt x="58" y="12"/>
                  <a:pt x="34" y="34"/>
                </a:cubicBezTo>
                <a:cubicBezTo>
                  <a:pt x="12" y="56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9cc6d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7" name=""/>
          <p:cNvSpPr/>
          <p:nvPr/>
        </p:nvSpPr>
        <p:spPr>
          <a:xfrm>
            <a:off x="7691040" y="16520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5"/>
                  <a:pt x="202" y="203"/>
                </a:cubicBezTo>
                <a:cubicBezTo>
                  <a:pt x="224" y="181"/>
                  <a:pt x="237" y="151"/>
                  <a:pt x="237" y="119"/>
                </a:cubicBezTo>
                <a:cubicBezTo>
                  <a:pt x="237" y="88"/>
                  <a:pt x="224" y="58"/>
                  <a:pt x="202" y="36"/>
                </a:cubicBezTo>
                <a:cubicBezTo>
                  <a:pt x="179" y="12"/>
                  <a:pt x="149" y="0"/>
                  <a:pt x="118" y="0"/>
                </a:cubicBezTo>
                <a:cubicBezTo>
                  <a:pt x="87" y="0"/>
                  <a:pt x="56" y="12"/>
                  <a:pt x="34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8" name=""/>
          <p:cNvSpPr/>
          <p:nvPr/>
        </p:nvSpPr>
        <p:spPr>
          <a:xfrm>
            <a:off x="7055640" y="1603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6"/>
                  <a:pt x="226" y="56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6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bed5e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9" name=""/>
          <p:cNvSpPr/>
          <p:nvPr/>
        </p:nvSpPr>
        <p:spPr>
          <a:xfrm>
            <a:off x="6901560" y="14990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8ec0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0" name=""/>
          <p:cNvSpPr/>
          <p:nvPr/>
        </p:nvSpPr>
        <p:spPr>
          <a:xfrm>
            <a:off x="6352920" y="16412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b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1" name=""/>
          <p:cNvSpPr/>
          <p:nvPr/>
        </p:nvSpPr>
        <p:spPr>
          <a:xfrm>
            <a:off x="6441840" y="1508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6" y="181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3d7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2" name=""/>
          <p:cNvSpPr/>
          <p:nvPr/>
        </p:nvSpPr>
        <p:spPr>
          <a:xfrm>
            <a:off x="6519600" y="1575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4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4"/>
                  <a:pt x="87" y="238"/>
                  <a:pt x="118" y="238"/>
                </a:cubicBezTo>
                <a:close/>
              </a:path>
            </a:pathLst>
          </a:custGeom>
          <a:solidFill>
            <a:srgbClr val="c7d9e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3" name=""/>
          <p:cNvSpPr/>
          <p:nvPr/>
        </p:nvSpPr>
        <p:spPr>
          <a:xfrm>
            <a:off x="6647760" y="15915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8" y="0"/>
                  <a:pt x="57" y="12"/>
                  <a:pt x="34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4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b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4" name=""/>
          <p:cNvSpPr/>
          <p:nvPr/>
        </p:nvSpPr>
        <p:spPr>
          <a:xfrm>
            <a:off x="5269680" y="15127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5" name=""/>
          <p:cNvSpPr/>
          <p:nvPr/>
        </p:nvSpPr>
        <p:spPr>
          <a:xfrm>
            <a:off x="6403320" y="15912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49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0"/>
                  <a:pt x="36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6" name=""/>
          <p:cNvSpPr/>
          <p:nvPr/>
        </p:nvSpPr>
        <p:spPr>
          <a:xfrm>
            <a:off x="5902920" y="15418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d8c1d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7" name=""/>
          <p:cNvSpPr/>
          <p:nvPr/>
        </p:nvSpPr>
        <p:spPr>
          <a:xfrm>
            <a:off x="5778000" y="1602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aced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8" name=""/>
          <p:cNvSpPr/>
          <p:nvPr/>
        </p:nvSpPr>
        <p:spPr>
          <a:xfrm>
            <a:off x="5502960" y="1508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c689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9" name=""/>
          <p:cNvSpPr/>
          <p:nvPr/>
        </p:nvSpPr>
        <p:spPr>
          <a:xfrm>
            <a:off x="6702840" y="15483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b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0" name=""/>
          <p:cNvSpPr/>
          <p:nvPr/>
        </p:nvSpPr>
        <p:spPr>
          <a:xfrm>
            <a:off x="5278320" y="15465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6" y="12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e779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1" name=""/>
          <p:cNvSpPr/>
          <p:nvPr/>
        </p:nvSpPr>
        <p:spPr>
          <a:xfrm>
            <a:off x="5414040" y="16153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79" y="12"/>
                  <a:pt x="149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8467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2" name=""/>
          <p:cNvSpPr/>
          <p:nvPr/>
        </p:nvSpPr>
        <p:spPr>
          <a:xfrm>
            <a:off x="7545600" y="15361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0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a1c8d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3" name=""/>
          <p:cNvSpPr/>
          <p:nvPr/>
        </p:nvSpPr>
        <p:spPr>
          <a:xfrm>
            <a:off x="7077240" y="1558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5caa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4" name=""/>
          <p:cNvSpPr/>
          <p:nvPr/>
        </p:nvSpPr>
        <p:spPr>
          <a:xfrm>
            <a:off x="6631200" y="1631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dd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5" name=""/>
          <p:cNvSpPr/>
          <p:nvPr/>
        </p:nvSpPr>
        <p:spPr>
          <a:xfrm>
            <a:off x="5067360" y="16462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79" y="225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79" y="12"/>
                  <a:pt x="149" y="0"/>
                  <a:pt x="118" y="0"/>
                </a:cubicBezTo>
                <a:cubicBezTo>
                  <a:pt x="87" y="0"/>
                  <a:pt x="56" y="12"/>
                  <a:pt x="34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6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5a5b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6" name=""/>
          <p:cNvSpPr/>
          <p:nvPr/>
        </p:nvSpPr>
        <p:spPr>
          <a:xfrm>
            <a:off x="5756400" y="15285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a588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7" name=""/>
          <p:cNvSpPr/>
          <p:nvPr/>
        </p:nvSpPr>
        <p:spPr>
          <a:xfrm>
            <a:off x="7360920" y="14986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2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7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97c4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8" name=""/>
          <p:cNvSpPr/>
          <p:nvPr/>
        </p:nvSpPr>
        <p:spPr>
          <a:xfrm>
            <a:off x="7010640" y="15912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4" y="180"/>
                  <a:pt x="238" y="150"/>
                  <a:pt x="238" y="118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bbd3d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9" name=""/>
          <p:cNvSpPr/>
          <p:nvPr/>
        </p:nvSpPr>
        <p:spPr>
          <a:xfrm>
            <a:off x="7253640" y="15667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50"/>
                  <a:pt x="238" y="119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0"/>
                  <a:pt x="13" y="181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86bcd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0" name=""/>
          <p:cNvSpPr/>
          <p:nvPr/>
        </p:nvSpPr>
        <p:spPr>
          <a:xfrm>
            <a:off x="5702400" y="15174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1"/>
                  <a:pt x="237" y="149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6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1"/>
                  <a:pt x="34" y="203"/>
                </a:cubicBezTo>
                <a:cubicBezTo>
                  <a:pt x="56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f7da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1" name=""/>
          <p:cNvSpPr/>
          <p:nvPr/>
        </p:nvSpPr>
        <p:spPr>
          <a:xfrm>
            <a:off x="6668280" y="15912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4" y="57"/>
                  <a:pt x="0" y="87"/>
                  <a:pt x="0" y="119"/>
                </a:cubicBezTo>
                <a:cubicBezTo>
                  <a:pt x="0" y="150"/>
                  <a:pt x="14" y="180"/>
                  <a:pt x="36" y="203"/>
                </a:cubicBezTo>
                <a:cubicBezTo>
                  <a:pt x="58" y="226"/>
                  <a:pt x="88" y="238"/>
                  <a:pt x="120" y="238"/>
                </a:cubicBezTo>
                <a:close/>
              </a:path>
            </a:pathLst>
          </a:custGeom>
          <a:solidFill>
            <a:srgbClr val="53a6c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2" name=""/>
          <p:cNvSpPr/>
          <p:nvPr/>
        </p:nvSpPr>
        <p:spPr>
          <a:xfrm>
            <a:off x="5305680" y="1499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cb5d8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3" name=""/>
          <p:cNvSpPr/>
          <p:nvPr/>
        </p:nvSpPr>
        <p:spPr>
          <a:xfrm>
            <a:off x="5415840" y="15696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8bcc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4" name=""/>
          <p:cNvSpPr/>
          <p:nvPr/>
        </p:nvSpPr>
        <p:spPr>
          <a:xfrm>
            <a:off x="5773320" y="15242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50"/>
                  <a:pt x="238" y="118"/>
                </a:cubicBezTo>
                <a:cubicBezTo>
                  <a:pt x="238" y="87"/>
                  <a:pt x="226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2195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5" name=""/>
          <p:cNvSpPr/>
          <p:nvPr/>
        </p:nvSpPr>
        <p:spPr>
          <a:xfrm>
            <a:off x="5676120" y="11998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8bac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6" name=""/>
          <p:cNvSpPr/>
          <p:nvPr/>
        </p:nvSpPr>
        <p:spPr>
          <a:xfrm>
            <a:off x="7504560" y="12171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4" y="34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c638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7" name=""/>
          <p:cNvSpPr/>
          <p:nvPr/>
        </p:nvSpPr>
        <p:spPr>
          <a:xfrm>
            <a:off x="7357680" y="13384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79" y="225"/>
                  <a:pt x="202" y="203"/>
                </a:cubicBezTo>
                <a:cubicBezTo>
                  <a:pt x="225" y="180"/>
                  <a:pt x="237" y="149"/>
                  <a:pt x="237" y="118"/>
                </a:cubicBezTo>
                <a:cubicBezTo>
                  <a:pt x="237" y="86"/>
                  <a:pt x="225" y="56"/>
                  <a:pt x="202" y="34"/>
                </a:cubicBezTo>
                <a:cubicBezTo>
                  <a:pt x="179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52f6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8" name=""/>
          <p:cNvSpPr/>
          <p:nvPr/>
        </p:nvSpPr>
        <p:spPr>
          <a:xfrm>
            <a:off x="7213680" y="1251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b5e8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9" name=""/>
          <p:cNvSpPr/>
          <p:nvPr/>
        </p:nvSpPr>
        <p:spPr>
          <a:xfrm>
            <a:off x="5872680" y="12942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7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5a5b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0" name=""/>
          <p:cNvSpPr/>
          <p:nvPr/>
        </p:nvSpPr>
        <p:spPr>
          <a:xfrm>
            <a:off x="7236000" y="13561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8" y="238"/>
                  <a:pt x="119" y="238"/>
                </a:cubicBezTo>
                <a:close/>
              </a:path>
            </a:pathLst>
          </a:custGeom>
          <a:solidFill>
            <a:srgbClr val="c63b7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1" name=""/>
          <p:cNvSpPr/>
          <p:nvPr/>
        </p:nvSpPr>
        <p:spPr>
          <a:xfrm>
            <a:off x="5697000" y="1289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be1e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2" name=""/>
          <p:cNvSpPr/>
          <p:nvPr/>
        </p:nvSpPr>
        <p:spPr>
          <a:xfrm>
            <a:off x="6341040" y="13201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4"/>
                  <a:pt x="202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5" y="202"/>
                </a:cubicBezTo>
                <a:cubicBezTo>
                  <a:pt x="57" y="224"/>
                  <a:pt x="87" y="237"/>
                  <a:pt x="118" y="237"/>
                </a:cubicBezTo>
                <a:close/>
              </a:path>
            </a:pathLst>
          </a:custGeom>
          <a:solidFill>
            <a:srgbClr val="9cc6d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3" name=""/>
          <p:cNvSpPr/>
          <p:nvPr/>
        </p:nvSpPr>
        <p:spPr>
          <a:xfrm>
            <a:off x="7032240" y="12106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4a2b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4" name=""/>
          <p:cNvSpPr/>
          <p:nvPr/>
        </p:nvSpPr>
        <p:spPr>
          <a:xfrm>
            <a:off x="6819840" y="13615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7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080a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5" name=""/>
          <p:cNvSpPr/>
          <p:nvPr/>
        </p:nvSpPr>
        <p:spPr>
          <a:xfrm>
            <a:off x="6368400" y="1190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6" name=""/>
          <p:cNvSpPr/>
          <p:nvPr/>
        </p:nvSpPr>
        <p:spPr>
          <a:xfrm>
            <a:off x="6314040" y="1302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7" name=""/>
          <p:cNvSpPr/>
          <p:nvPr/>
        </p:nvSpPr>
        <p:spPr>
          <a:xfrm>
            <a:off x="5124960" y="1301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8" y="13"/>
                  <a:pt x="34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3499b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8" name=""/>
          <p:cNvSpPr/>
          <p:nvPr/>
        </p:nvSpPr>
        <p:spPr>
          <a:xfrm>
            <a:off x="6241320" y="1364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4" y="57"/>
                  <a:pt x="0" y="87"/>
                  <a:pt x="0" y="119"/>
                </a:cubicBezTo>
                <a:cubicBezTo>
                  <a:pt x="0" y="151"/>
                  <a:pt x="14" y="181"/>
                  <a:pt x="36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5a5b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9" name=""/>
          <p:cNvSpPr/>
          <p:nvPr/>
        </p:nvSpPr>
        <p:spPr>
          <a:xfrm>
            <a:off x="5666760" y="13334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8fc1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0" name=""/>
          <p:cNvSpPr/>
          <p:nvPr/>
        </p:nvSpPr>
        <p:spPr>
          <a:xfrm>
            <a:off x="6115680" y="1293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49a2c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1" name=""/>
          <p:cNvSpPr/>
          <p:nvPr/>
        </p:nvSpPr>
        <p:spPr>
          <a:xfrm>
            <a:off x="6118200" y="11959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5baa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2" name=""/>
          <p:cNvSpPr/>
          <p:nvPr/>
        </p:nvSpPr>
        <p:spPr>
          <a:xfrm>
            <a:off x="4987800" y="1349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3198b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3" name=""/>
          <p:cNvSpPr/>
          <p:nvPr/>
        </p:nvSpPr>
        <p:spPr>
          <a:xfrm>
            <a:off x="5062320" y="11930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2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198db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4" name=""/>
          <p:cNvSpPr/>
          <p:nvPr/>
        </p:nvSpPr>
        <p:spPr>
          <a:xfrm>
            <a:off x="6654240" y="1207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5" name=""/>
          <p:cNvSpPr/>
          <p:nvPr/>
        </p:nvSpPr>
        <p:spPr>
          <a:xfrm>
            <a:off x="6748920" y="1283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6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c9518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6" name=""/>
          <p:cNvSpPr/>
          <p:nvPr/>
        </p:nvSpPr>
        <p:spPr>
          <a:xfrm>
            <a:off x="5818680" y="1307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8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4" y="57"/>
                  <a:pt x="0" y="88"/>
                  <a:pt x="0" y="119"/>
                </a:cubicBezTo>
                <a:cubicBezTo>
                  <a:pt x="0" y="150"/>
                  <a:pt x="14" y="180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5eab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7" name=""/>
          <p:cNvSpPr/>
          <p:nvPr/>
        </p:nvSpPr>
        <p:spPr>
          <a:xfrm>
            <a:off x="6142320" y="13248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3dee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8" name=""/>
          <p:cNvSpPr/>
          <p:nvPr/>
        </p:nvSpPr>
        <p:spPr>
          <a:xfrm>
            <a:off x="7280280" y="12542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19" name=""/>
          <p:cNvSpPr/>
          <p:nvPr/>
        </p:nvSpPr>
        <p:spPr>
          <a:xfrm>
            <a:off x="7398720" y="13615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d39cb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0" name=""/>
          <p:cNvSpPr/>
          <p:nvPr/>
        </p:nvSpPr>
        <p:spPr>
          <a:xfrm>
            <a:off x="6922440" y="1364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cf7b9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1" name=""/>
          <p:cNvSpPr/>
          <p:nvPr/>
        </p:nvSpPr>
        <p:spPr>
          <a:xfrm>
            <a:off x="7309800" y="12884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f7da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2" name=""/>
          <p:cNvSpPr/>
          <p:nvPr/>
        </p:nvSpPr>
        <p:spPr>
          <a:xfrm>
            <a:off x="6973920" y="13550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d5a4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3" name=""/>
          <p:cNvSpPr/>
          <p:nvPr/>
        </p:nvSpPr>
        <p:spPr>
          <a:xfrm>
            <a:off x="7283880" y="13212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d6e9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4" name=""/>
          <p:cNvSpPr/>
          <p:nvPr/>
        </p:nvSpPr>
        <p:spPr>
          <a:xfrm>
            <a:off x="7165800" y="13269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2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8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e759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5" name=""/>
          <p:cNvSpPr/>
          <p:nvPr/>
        </p:nvSpPr>
        <p:spPr>
          <a:xfrm>
            <a:off x="7499160" y="13208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6"/>
                  <a:pt x="203" y="202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8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cf7a9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6" name=""/>
          <p:cNvSpPr/>
          <p:nvPr/>
        </p:nvSpPr>
        <p:spPr>
          <a:xfrm>
            <a:off x="6807240" y="1343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c7407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7" name=""/>
          <p:cNvSpPr/>
          <p:nvPr/>
        </p:nvSpPr>
        <p:spPr>
          <a:xfrm>
            <a:off x="5665680" y="1365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6" y="181"/>
                  <a:pt x="238" y="151"/>
                  <a:pt x="238" y="120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bd1d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8" name=""/>
          <p:cNvSpPr/>
          <p:nvPr/>
        </p:nvSpPr>
        <p:spPr>
          <a:xfrm>
            <a:off x="4910760" y="13464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29" name=""/>
          <p:cNvSpPr/>
          <p:nvPr/>
        </p:nvSpPr>
        <p:spPr>
          <a:xfrm>
            <a:off x="5162400" y="12535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369abc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0" name=""/>
          <p:cNvSpPr/>
          <p:nvPr/>
        </p:nvSpPr>
        <p:spPr>
          <a:xfrm>
            <a:off x="5640840" y="879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6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6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83bb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1" name=""/>
          <p:cNvSpPr/>
          <p:nvPr/>
        </p:nvSpPr>
        <p:spPr>
          <a:xfrm>
            <a:off x="6892200" y="8766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6cb1c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2" name=""/>
          <p:cNvSpPr/>
          <p:nvPr/>
        </p:nvSpPr>
        <p:spPr>
          <a:xfrm>
            <a:off x="5947920" y="9842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2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4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fdce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3" name=""/>
          <p:cNvSpPr/>
          <p:nvPr/>
        </p:nvSpPr>
        <p:spPr>
          <a:xfrm>
            <a:off x="6022800" y="10296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b4d0d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4" name=""/>
          <p:cNvSpPr/>
          <p:nvPr/>
        </p:nvSpPr>
        <p:spPr>
          <a:xfrm>
            <a:off x="5430960" y="9417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6d8e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5" name=""/>
          <p:cNvSpPr/>
          <p:nvPr/>
        </p:nvSpPr>
        <p:spPr>
          <a:xfrm>
            <a:off x="7098120" y="9691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4" y="181"/>
                  <a:pt x="238" y="151"/>
                  <a:pt x="238" y="119"/>
                </a:cubicBezTo>
                <a:cubicBezTo>
                  <a:pt x="238" y="88"/>
                  <a:pt x="224" y="58"/>
                  <a:pt x="202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3198b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6" name=""/>
          <p:cNvSpPr/>
          <p:nvPr/>
        </p:nvSpPr>
        <p:spPr>
          <a:xfrm>
            <a:off x="5771160" y="8769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7"/>
                  <a:pt x="203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6" y="0"/>
                  <a:pt x="56" y="12"/>
                  <a:pt x="34" y="34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6" y="237"/>
                  <a:pt x="118" y="237"/>
                </a:cubicBezTo>
                <a:close/>
              </a:path>
            </a:pathLst>
          </a:custGeom>
          <a:solidFill>
            <a:srgbClr val="84bc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7" name=""/>
          <p:cNvSpPr/>
          <p:nvPr/>
        </p:nvSpPr>
        <p:spPr>
          <a:xfrm>
            <a:off x="6068160" y="10476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7b6c9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8" name=""/>
          <p:cNvSpPr/>
          <p:nvPr/>
        </p:nvSpPr>
        <p:spPr>
          <a:xfrm>
            <a:off x="7427520" y="914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6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1f90b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39" name=""/>
          <p:cNvSpPr/>
          <p:nvPr/>
        </p:nvSpPr>
        <p:spPr>
          <a:xfrm>
            <a:off x="5542560" y="10065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49"/>
                  <a:pt x="237" y="118"/>
                </a:cubicBezTo>
                <a:cubicBezTo>
                  <a:pt x="237" y="86"/>
                  <a:pt x="225" y="56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6" y="12"/>
                  <a:pt x="34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80"/>
                  <a:pt x="34" y="203"/>
                </a:cubicBezTo>
                <a:cubicBezTo>
                  <a:pt x="56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9d9e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0" name=""/>
          <p:cNvSpPr/>
          <p:nvPr/>
        </p:nvSpPr>
        <p:spPr>
          <a:xfrm>
            <a:off x="4844880" y="10152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6afc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1" name=""/>
          <p:cNvSpPr/>
          <p:nvPr/>
        </p:nvSpPr>
        <p:spPr>
          <a:xfrm>
            <a:off x="7151760" y="937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44a0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2" name=""/>
          <p:cNvSpPr/>
          <p:nvPr/>
        </p:nvSpPr>
        <p:spPr>
          <a:xfrm>
            <a:off x="6590160" y="1014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2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5caa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3" name=""/>
          <p:cNvSpPr/>
          <p:nvPr/>
        </p:nvSpPr>
        <p:spPr>
          <a:xfrm>
            <a:off x="7121160" y="9367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5baa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4" name=""/>
          <p:cNvSpPr/>
          <p:nvPr/>
        </p:nvSpPr>
        <p:spPr>
          <a:xfrm>
            <a:off x="6798960" y="964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20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5" name=""/>
          <p:cNvSpPr/>
          <p:nvPr/>
        </p:nvSpPr>
        <p:spPr>
          <a:xfrm>
            <a:off x="7359120" y="9813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2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57a8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6" name=""/>
          <p:cNvSpPr/>
          <p:nvPr/>
        </p:nvSpPr>
        <p:spPr>
          <a:xfrm>
            <a:off x="7376760" y="9572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8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0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57a8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7" name=""/>
          <p:cNvSpPr/>
          <p:nvPr/>
        </p:nvSpPr>
        <p:spPr>
          <a:xfrm>
            <a:off x="6667920" y="10065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59a9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8" name=""/>
          <p:cNvSpPr/>
          <p:nvPr/>
        </p:nvSpPr>
        <p:spPr>
          <a:xfrm>
            <a:off x="6959160" y="9291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1b8eb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9" name=""/>
          <p:cNvSpPr/>
          <p:nvPr/>
        </p:nvSpPr>
        <p:spPr>
          <a:xfrm>
            <a:off x="7869240" y="9831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1b8eb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0" name=""/>
          <p:cNvSpPr/>
          <p:nvPr/>
        </p:nvSpPr>
        <p:spPr>
          <a:xfrm>
            <a:off x="5374440" y="9928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d7b2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1" name=""/>
          <p:cNvSpPr/>
          <p:nvPr/>
        </p:nvSpPr>
        <p:spPr>
          <a:xfrm>
            <a:off x="5865840" y="906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94c3d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2" name=""/>
          <p:cNvSpPr/>
          <p:nvPr/>
        </p:nvSpPr>
        <p:spPr>
          <a:xfrm>
            <a:off x="6780960" y="8888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7eb9c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3" name=""/>
          <p:cNvSpPr/>
          <p:nvPr/>
        </p:nvSpPr>
        <p:spPr>
          <a:xfrm>
            <a:off x="7104240" y="10512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8"/>
                  <a:pt x="202" y="36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57a8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4" name=""/>
          <p:cNvSpPr/>
          <p:nvPr/>
        </p:nvSpPr>
        <p:spPr>
          <a:xfrm>
            <a:off x="7716240" y="10166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1c8fb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5" name=""/>
          <p:cNvSpPr/>
          <p:nvPr/>
        </p:nvSpPr>
        <p:spPr>
          <a:xfrm>
            <a:off x="5026680" y="9954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5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7b2c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6" name=""/>
          <p:cNvSpPr/>
          <p:nvPr/>
        </p:nvSpPr>
        <p:spPr>
          <a:xfrm>
            <a:off x="7256880" y="9090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0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57a8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7" name=""/>
          <p:cNvSpPr/>
          <p:nvPr/>
        </p:nvSpPr>
        <p:spPr>
          <a:xfrm>
            <a:off x="6127920" y="8776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bfd5e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8" name=""/>
          <p:cNvSpPr/>
          <p:nvPr/>
        </p:nvSpPr>
        <p:spPr>
          <a:xfrm>
            <a:off x="5686200" y="8805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6" y="13"/>
                  <a:pt x="34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9" name=""/>
          <p:cNvSpPr/>
          <p:nvPr/>
        </p:nvSpPr>
        <p:spPr>
          <a:xfrm>
            <a:off x="6059880" y="8924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4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8" y="224"/>
                  <a:pt x="88" y="238"/>
                  <a:pt x="120" y="238"/>
                </a:cubicBezTo>
                <a:close/>
              </a:path>
            </a:pathLst>
          </a:custGeom>
          <a:solidFill>
            <a:srgbClr val="b3d0d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0" name=""/>
          <p:cNvSpPr/>
          <p:nvPr/>
        </p:nvSpPr>
        <p:spPr>
          <a:xfrm>
            <a:off x="7408440" y="1004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57a8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1" name=""/>
          <p:cNvSpPr/>
          <p:nvPr/>
        </p:nvSpPr>
        <p:spPr>
          <a:xfrm>
            <a:off x="5764680" y="87624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97c4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2" name=""/>
          <p:cNvSpPr/>
          <p:nvPr/>
        </p:nvSpPr>
        <p:spPr>
          <a:xfrm>
            <a:off x="5718240" y="10137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6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86bcd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3" name=""/>
          <p:cNvSpPr/>
          <p:nvPr/>
        </p:nvSpPr>
        <p:spPr>
          <a:xfrm>
            <a:off x="6607800" y="10400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5baac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4" name=""/>
          <p:cNvSpPr/>
          <p:nvPr/>
        </p:nvSpPr>
        <p:spPr>
          <a:xfrm>
            <a:off x="6980400" y="8838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7" y="13"/>
                  <a:pt x="34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198db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5" name=""/>
          <p:cNvSpPr/>
          <p:nvPr/>
        </p:nvSpPr>
        <p:spPr>
          <a:xfrm>
            <a:off x="5514840" y="7084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5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4" y="35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bdae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6" name=""/>
          <p:cNvSpPr/>
          <p:nvPr/>
        </p:nvSpPr>
        <p:spPr>
          <a:xfrm>
            <a:off x="7665840" y="6242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7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7" y="12"/>
                  <a:pt x="34" y="34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397b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7" name=""/>
          <p:cNvSpPr/>
          <p:nvPr/>
        </p:nvSpPr>
        <p:spPr>
          <a:xfrm>
            <a:off x="8255160" y="7408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8" name=""/>
          <p:cNvSpPr/>
          <p:nvPr/>
        </p:nvSpPr>
        <p:spPr>
          <a:xfrm>
            <a:off x="7455960" y="6166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8"/>
                  <a:pt x="225" y="56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8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085a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9" name=""/>
          <p:cNvSpPr/>
          <p:nvPr/>
        </p:nvSpPr>
        <p:spPr>
          <a:xfrm>
            <a:off x="5898600" y="58860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6afc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0" name=""/>
          <p:cNvSpPr/>
          <p:nvPr/>
        </p:nvSpPr>
        <p:spPr>
          <a:xfrm>
            <a:off x="8154360" y="701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2"/>
                  <a:pt x="151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c689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1" name=""/>
          <p:cNvSpPr/>
          <p:nvPr/>
        </p:nvSpPr>
        <p:spPr>
          <a:xfrm>
            <a:off x="5585400" y="6814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4d7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2" name=""/>
          <p:cNvSpPr/>
          <p:nvPr/>
        </p:nvSpPr>
        <p:spPr>
          <a:xfrm>
            <a:off x="6566760" y="6825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7" y="12"/>
                  <a:pt x="34" y="34"/>
                </a:cubicBezTo>
                <a:cubicBezTo>
                  <a:pt x="12" y="56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9bc5d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3" name=""/>
          <p:cNvSpPr/>
          <p:nvPr/>
        </p:nvSpPr>
        <p:spPr>
          <a:xfrm>
            <a:off x="7689600" y="6130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6"/>
                  <a:pt x="202" y="203"/>
                </a:cubicBezTo>
                <a:cubicBezTo>
                  <a:pt x="224" y="181"/>
                  <a:pt x="237" y="151"/>
                  <a:pt x="237" y="120"/>
                </a:cubicBezTo>
                <a:cubicBezTo>
                  <a:pt x="237" y="88"/>
                  <a:pt x="224" y="57"/>
                  <a:pt x="202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d083a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4" name=""/>
          <p:cNvSpPr/>
          <p:nvPr/>
        </p:nvSpPr>
        <p:spPr>
          <a:xfrm>
            <a:off x="5647680" y="7077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8"/>
                  <a:pt x="226" y="58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4" y="58"/>
                  <a:pt x="0" y="88"/>
                  <a:pt x="0" y="119"/>
                </a:cubicBezTo>
                <a:cubicBezTo>
                  <a:pt x="0" y="150"/>
                  <a:pt x="14" y="180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9c4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5" name=""/>
          <p:cNvSpPr/>
          <p:nvPr/>
        </p:nvSpPr>
        <p:spPr>
          <a:xfrm>
            <a:off x="5631120" y="7200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2" y="57"/>
                  <a:pt x="0" y="88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d9c4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6" name=""/>
          <p:cNvSpPr/>
          <p:nvPr/>
        </p:nvSpPr>
        <p:spPr>
          <a:xfrm>
            <a:off x="5412960" y="668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cdbe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7" name=""/>
          <p:cNvSpPr/>
          <p:nvPr/>
        </p:nvSpPr>
        <p:spPr>
          <a:xfrm>
            <a:off x="3969360" y="6951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419fb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8" name=""/>
          <p:cNvSpPr/>
          <p:nvPr/>
        </p:nvSpPr>
        <p:spPr>
          <a:xfrm>
            <a:off x="7771680" y="596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4" y="57"/>
                  <a:pt x="0" y="87"/>
                  <a:pt x="0" y="119"/>
                </a:cubicBezTo>
                <a:cubicBezTo>
                  <a:pt x="0" y="151"/>
                  <a:pt x="14" y="181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4a2b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9" name=""/>
          <p:cNvSpPr/>
          <p:nvPr/>
        </p:nvSpPr>
        <p:spPr>
          <a:xfrm>
            <a:off x="4417560" y="7077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8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5facc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0" name=""/>
          <p:cNvSpPr/>
          <p:nvPr/>
        </p:nvSpPr>
        <p:spPr>
          <a:xfrm>
            <a:off x="6015600" y="65880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1" y="225"/>
                  <a:pt x="203" y="203"/>
                </a:cubicBezTo>
                <a:cubicBezTo>
                  <a:pt x="225" y="181"/>
                  <a:pt x="237" y="150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1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1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61adc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1" name=""/>
          <p:cNvSpPr/>
          <p:nvPr/>
        </p:nvSpPr>
        <p:spPr>
          <a:xfrm>
            <a:off x="6382800" y="577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86bcd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2" name=""/>
          <p:cNvSpPr/>
          <p:nvPr/>
        </p:nvSpPr>
        <p:spPr>
          <a:xfrm>
            <a:off x="3732120" y="6343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1" y="14"/>
                  <a:pt x="151" y="0"/>
                  <a:pt x="118" y="0"/>
                </a:cubicBezTo>
                <a:cubicBezTo>
                  <a:pt x="87" y="0"/>
                  <a:pt x="57" y="14"/>
                  <a:pt x="34" y="36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439fb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3" name=""/>
          <p:cNvSpPr/>
          <p:nvPr/>
        </p:nvSpPr>
        <p:spPr>
          <a:xfrm>
            <a:off x="4048200" y="591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4" name=""/>
          <p:cNvSpPr/>
          <p:nvPr/>
        </p:nvSpPr>
        <p:spPr>
          <a:xfrm>
            <a:off x="6320160" y="5778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6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6" y="203"/>
                </a:cubicBezTo>
                <a:cubicBezTo>
                  <a:pt x="58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9c4d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5" name=""/>
          <p:cNvSpPr/>
          <p:nvPr/>
        </p:nvSpPr>
        <p:spPr>
          <a:xfrm>
            <a:off x="7123680" y="6127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80" y="225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3" y="35"/>
                </a:cubicBezTo>
                <a:cubicBezTo>
                  <a:pt x="180" y="13"/>
                  <a:pt x="149" y="0"/>
                  <a:pt x="118" y="0"/>
                </a:cubicBezTo>
                <a:cubicBezTo>
                  <a:pt x="87" y="0"/>
                  <a:pt x="56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f7a9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6" name=""/>
          <p:cNvSpPr/>
          <p:nvPr/>
        </p:nvSpPr>
        <p:spPr>
          <a:xfrm>
            <a:off x="4406040" y="62244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8"/>
                  <a:pt x="225" y="57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4ca4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7" name=""/>
          <p:cNvSpPr/>
          <p:nvPr/>
        </p:nvSpPr>
        <p:spPr>
          <a:xfrm>
            <a:off x="6675120" y="5727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5" y="181"/>
                  <a:pt x="238" y="149"/>
                  <a:pt x="238" y="118"/>
                </a:cubicBezTo>
                <a:cubicBezTo>
                  <a:pt x="238" y="87"/>
                  <a:pt x="225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b4d0d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8" name=""/>
          <p:cNvSpPr/>
          <p:nvPr/>
        </p:nvSpPr>
        <p:spPr>
          <a:xfrm>
            <a:off x="8200080" y="5677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4" y="180"/>
                  <a:pt x="238" y="150"/>
                  <a:pt x="238" y="119"/>
                </a:cubicBezTo>
                <a:cubicBezTo>
                  <a:pt x="238" y="87"/>
                  <a:pt x="224" y="57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a538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9" name=""/>
          <p:cNvSpPr/>
          <p:nvPr/>
        </p:nvSpPr>
        <p:spPr>
          <a:xfrm>
            <a:off x="6325920" y="66816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b7d2d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0" name=""/>
          <p:cNvSpPr/>
          <p:nvPr/>
        </p:nvSpPr>
        <p:spPr>
          <a:xfrm>
            <a:off x="7038360" y="7383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d18ca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1" name=""/>
          <p:cNvSpPr/>
          <p:nvPr/>
        </p:nvSpPr>
        <p:spPr>
          <a:xfrm>
            <a:off x="8120880" y="6973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6"/>
                  <a:pt x="202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8"/>
                  <a:pt x="225" y="57"/>
                  <a:pt x="202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7"/>
                  <a:pt x="0" y="88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6"/>
                  <a:pt x="86" y="238"/>
                  <a:pt x="118" y="238"/>
                </a:cubicBezTo>
                <a:close/>
              </a:path>
            </a:pathLst>
          </a:custGeom>
          <a:solidFill>
            <a:srgbClr val="ce729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2" name=""/>
          <p:cNvSpPr/>
          <p:nvPr/>
        </p:nvSpPr>
        <p:spPr>
          <a:xfrm>
            <a:off x="7786080" y="7236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4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5" y="202"/>
                </a:cubicBezTo>
                <a:cubicBezTo>
                  <a:pt x="57" y="224"/>
                  <a:pt x="87" y="237"/>
                  <a:pt x="118" y="237"/>
                </a:cubicBezTo>
                <a:close/>
              </a:path>
            </a:pathLst>
          </a:custGeom>
          <a:solidFill>
            <a:srgbClr val="d28fa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3" name=""/>
          <p:cNvSpPr/>
          <p:nvPr/>
        </p:nvSpPr>
        <p:spPr>
          <a:xfrm>
            <a:off x="8007120" y="674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8" y="238"/>
                  <a:pt x="120" y="238"/>
                </a:cubicBezTo>
                <a:close/>
              </a:path>
            </a:pathLst>
          </a:custGeom>
          <a:solidFill>
            <a:srgbClr val="ca588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4" name=""/>
          <p:cNvSpPr/>
          <p:nvPr/>
        </p:nvSpPr>
        <p:spPr>
          <a:xfrm>
            <a:off x="8414280" y="7272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2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6"/>
                  <a:pt x="87" y="238"/>
                  <a:pt x="120" y="238"/>
                </a:cubicBezTo>
                <a:close/>
              </a:path>
            </a:pathLst>
          </a:custGeom>
          <a:solidFill>
            <a:srgbClr val="cc638e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5" name=""/>
          <p:cNvSpPr/>
          <p:nvPr/>
        </p:nvSpPr>
        <p:spPr>
          <a:xfrm>
            <a:off x="7918200" y="6400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4"/>
                  <a:pt x="203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5" y="202"/>
                </a:cubicBezTo>
                <a:cubicBezTo>
                  <a:pt x="57" y="224"/>
                  <a:pt x="88" y="237"/>
                  <a:pt x="119" y="237"/>
                </a:cubicBezTo>
                <a:close/>
              </a:path>
            </a:pathLst>
          </a:custGeom>
          <a:solidFill>
            <a:srgbClr val="d398b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6" name=""/>
          <p:cNvSpPr/>
          <p:nvPr/>
        </p:nvSpPr>
        <p:spPr>
          <a:xfrm>
            <a:off x="7034400" y="680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f7b9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7" name=""/>
          <p:cNvSpPr/>
          <p:nvPr/>
        </p:nvSpPr>
        <p:spPr>
          <a:xfrm>
            <a:off x="5522040" y="5860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4dee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8" name=""/>
          <p:cNvSpPr/>
          <p:nvPr/>
        </p:nvSpPr>
        <p:spPr>
          <a:xfrm>
            <a:off x="3981960" y="572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0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2994b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9" name=""/>
          <p:cNvSpPr/>
          <p:nvPr/>
        </p:nvSpPr>
        <p:spPr>
          <a:xfrm>
            <a:off x="4083120" y="650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2392b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0" name=""/>
          <p:cNvSpPr/>
          <p:nvPr/>
        </p:nvSpPr>
        <p:spPr>
          <a:xfrm>
            <a:off x="4863600" y="39276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5"/>
                  <a:pt x="203" y="202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6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6" y="225"/>
                  <a:pt x="88" y="238"/>
                  <a:pt x="119" y="238"/>
                </a:cubicBezTo>
                <a:close/>
              </a:path>
            </a:pathLst>
          </a:custGeom>
          <a:solidFill>
            <a:srgbClr val="d395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1" name=""/>
          <p:cNvSpPr/>
          <p:nvPr/>
        </p:nvSpPr>
        <p:spPr>
          <a:xfrm>
            <a:off x="9106560" y="334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6" y="181"/>
                  <a:pt x="238" y="151"/>
                  <a:pt x="238" y="118"/>
                </a:cubicBezTo>
                <a:cubicBezTo>
                  <a:pt x="238" y="87"/>
                  <a:pt x="226" y="57"/>
                  <a:pt x="203" y="35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20" y="238"/>
                </a:cubicBezTo>
                <a:close/>
              </a:path>
            </a:pathLst>
          </a:custGeom>
          <a:solidFill>
            <a:srgbClr val="c63b7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2" name=""/>
          <p:cNvSpPr/>
          <p:nvPr/>
        </p:nvSpPr>
        <p:spPr>
          <a:xfrm>
            <a:off x="9051840" y="2779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4" y="180"/>
                  <a:pt x="238" y="150"/>
                  <a:pt x="238" y="119"/>
                </a:cubicBezTo>
                <a:cubicBezTo>
                  <a:pt x="238" y="87"/>
                  <a:pt x="224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1145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3" name=""/>
          <p:cNvSpPr/>
          <p:nvPr/>
        </p:nvSpPr>
        <p:spPr>
          <a:xfrm>
            <a:off x="8895240" y="368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6" y="181"/>
                  <a:pt x="238" y="151"/>
                  <a:pt x="238" y="119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ce739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4" name=""/>
          <p:cNvSpPr/>
          <p:nvPr/>
        </p:nvSpPr>
        <p:spPr>
          <a:xfrm>
            <a:off x="5084640" y="34164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49" y="237"/>
                  <a:pt x="181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6"/>
                  <a:pt x="225" y="56"/>
                  <a:pt x="203" y="34"/>
                </a:cubicBezTo>
                <a:cubicBezTo>
                  <a:pt x="181" y="12"/>
                  <a:pt x="149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6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d187a7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5" name=""/>
          <p:cNvSpPr/>
          <p:nvPr/>
        </p:nvSpPr>
        <p:spPr>
          <a:xfrm>
            <a:off x="8481960" y="3934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8" y="237"/>
                </a:moveTo>
                <a:cubicBezTo>
                  <a:pt x="150" y="237"/>
                  <a:pt x="181" y="225"/>
                  <a:pt x="203" y="202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6"/>
                  <a:pt x="225" y="56"/>
                  <a:pt x="203" y="34"/>
                </a:cubicBezTo>
                <a:cubicBezTo>
                  <a:pt x="181" y="12"/>
                  <a:pt x="150" y="0"/>
                  <a:pt x="118" y="0"/>
                </a:cubicBezTo>
                <a:cubicBezTo>
                  <a:pt x="87" y="0"/>
                  <a:pt x="57" y="12"/>
                  <a:pt x="34" y="34"/>
                </a:cubicBezTo>
                <a:cubicBezTo>
                  <a:pt x="12" y="56"/>
                  <a:pt x="0" y="86"/>
                  <a:pt x="0" y="118"/>
                </a:cubicBezTo>
                <a:cubicBezTo>
                  <a:pt x="0" y="149"/>
                  <a:pt x="12" y="179"/>
                  <a:pt x="34" y="202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c628d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6" name=""/>
          <p:cNvSpPr/>
          <p:nvPr/>
        </p:nvSpPr>
        <p:spPr>
          <a:xfrm>
            <a:off x="4852800" y="3592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1dde5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7" name=""/>
          <p:cNvSpPr/>
          <p:nvPr/>
        </p:nvSpPr>
        <p:spPr>
          <a:xfrm>
            <a:off x="5812920" y="3693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1"/>
                  <a:pt x="238" y="150"/>
                  <a:pt x="238" y="119"/>
                </a:cubicBezTo>
                <a:cubicBezTo>
                  <a:pt x="238" y="88"/>
                  <a:pt x="225" y="58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0"/>
                  <a:pt x="13" y="181"/>
                  <a:pt x="36" y="203"/>
                </a:cubicBezTo>
                <a:cubicBezTo>
                  <a:pt x="58" y="225"/>
                  <a:pt x="88" y="237"/>
                  <a:pt x="120" y="237"/>
                </a:cubicBezTo>
                <a:close/>
              </a:path>
            </a:pathLst>
          </a:custGeom>
          <a:solidFill>
            <a:srgbClr val="bbd3d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8" name=""/>
          <p:cNvSpPr/>
          <p:nvPr/>
        </p:nvSpPr>
        <p:spPr>
          <a:xfrm>
            <a:off x="9163800" y="3974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6"/>
                  <a:pt x="87" y="238"/>
                  <a:pt x="118" y="238"/>
                </a:cubicBezTo>
                <a:close/>
              </a:path>
            </a:pathLst>
          </a:custGeom>
          <a:solidFill>
            <a:srgbClr val="cd6e9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9" name=""/>
          <p:cNvSpPr/>
          <p:nvPr/>
        </p:nvSpPr>
        <p:spPr>
          <a:xfrm>
            <a:off x="4904640" y="3499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085a6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0" name=""/>
          <p:cNvSpPr/>
          <p:nvPr/>
        </p:nvSpPr>
        <p:spPr>
          <a:xfrm>
            <a:off x="4693680" y="38628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4"/>
                  <a:pt x="203" y="202"/>
                </a:cubicBezTo>
                <a:cubicBezTo>
                  <a:pt x="225" y="179"/>
                  <a:pt x="237" y="149"/>
                  <a:pt x="237" y="118"/>
                </a:cubicBezTo>
                <a:cubicBezTo>
                  <a:pt x="237" y="87"/>
                  <a:pt x="225" y="56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8" y="0"/>
                  <a:pt x="57" y="12"/>
                  <a:pt x="34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79"/>
                  <a:pt x="34" y="202"/>
                </a:cubicBezTo>
                <a:cubicBezTo>
                  <a:pt x="57" y="224"/>
                  <a:pt x="88" y="237"/>
                  <a:pt x="119" y="237"/>
                </a:cubicBezTo>
                <a:close/>
              </a:path>
            </a:pathLst>
          </a:custGeom>
          <a:solidFill>
            <a:srgbClr val="d395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1" name=""/>
          <p:cNvSpPr/>
          <p:nvPr/>
        </p:nvSpPr>
        <p:spPr>
          <a:xfrm>
            <a:off x="4285440" y="37440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3" y="36"/>
                </a:cubicBezTo>
                <a:cubicBezTo>
                  <a:pt x="181" y="13"/>
                  <a:pt x="151" y="0"/>
                  <a:pt x="119" y="0"/>
                </a:cubicBezTo>
                <a:cubicBezTo>
                  <a:pt x="88" y="0"/>
                  <a:pt x="58" y="13"/>
                  <a:pt x="36" y="36"/>
                </a:cubicBezTo>
                <a:cubicBezTo>
                  <a:pt x="13" y="58"/>
                  <a:pt x="0" y="88"/>
                  <a:pt x="0" y="120"/>
                </a:cubicBezTo>
                <a:cubicBezTo>
                  <a:pt x="0" y="151"/>
                  <a:pt x="13" y="181"/>
                  <a:pt x="36" y="203"/>
                </a:cubicBezTo>
                <a:cubicBezTo>
                  <a:pt x="58" y="226"/>
                  <a:pt x="88" y="238"/>
                  <a:pt x="119" y="238"/>
                </a:cubicBezTo>
                <a:close/>
              </a:path>
            </a:pathLst>
          </a:custGeom>
          <a:solidFill>
            <a:srgbClr val="d6ac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2" name=""/>
          <p:cNvSpPr/>
          <p:nvPr/>
        </p:nvSpPr>
        <p:spPr>
          <a:xfrm>
            <a:off x="4954680" y="3463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0" y="226"/>
                  <a:pt x="203" y="203"/>
                </a:cubicBezTo>
                <a:cubicBezTo>
                  <a:pt x="225" y="181"/>
                  <a:pt x="237" y="151"/>
                  <a:pt x="237" y="120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8" y="0"/>
                  <a:pt x="57" y="13"/>
                  <a:pt x="34" y="35"/>
                </a:cubicBezTo>
                <a:cubicBezTo>
                  <a:pt x="12" y="57"/>
                  <a:pt x="0" y="87"/>
                  <a:pt x="0" y="120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8" y="238"/>
                  <a:pt x="119" y="23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3" name=""/>
          <p:cNvSpPr/>
          <p:nvPr/>
        </p:nvSpPr>
        <p:spPr>
          <a:xfrm>
            <a:off x="5320080" y="30492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0" y="225"/>
                  <a:pt x="202" y="202"/>
                </a:cubicBezTo>
                <a:cubicBezTo>
                  <a:pt x="225" y="179"/>
                  <a:pt x="238" y="149"/>
                  <a:pt x="238" y="118"/>
                </a:cubicBezTo>
                <a:cubicBezTo>
                  <a:pt x="238" y="87"/>
                  <a:pt x="225" y="56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49"/>
                  <a:pt x="13" y="179"/>
                  <a:pt x="35" y="202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d398b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4" name=""/>
          <p:cNvSpPr/>
          <p:nvPr/>
        </p:nvSpPr>
        <p:spPr>
          <a:xfrm>
            <a:off x="4600440" y="3819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1"/>
                  <a:pt x="238" y="150"/>
                  <a:pt x="238" y="119"/>
                </a:cubicBezTo>
                <a:cubicBezTo>
                  <a:pt x="238" y="88"/>
                  <a:pt x="226" y="58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7" y="13"/>
                  <a:pt x="35" y="35"/>
                </a:cubicBezTo>
                <a:cubicBezTo>
                  <a:pt x="13" y="58"/>
                  <a:pt x="0" y="88"/>
                  <a:pt x="0" y="119"/>
                </a:cubicBezTo>
                <a:cubicBezTo>
                  <a:pt x="0" y="150"/>
                  <a:pt x="13" y="181"/>
                  <a:pt x="35" y="203"/>
                </a:cubicBezTo>
                <a:cubicBezTo>
                  <a:pt x="57" y="225"/>
                  <a:pt x="88" y="237"/>
                  <a:pt x="120" y="237"/>
                </a:cubicBezTo>
                <a:close/>
              </a:path>
            </a:pathLst>
          </a:custGeom>
          <a:solidFill>
            <a:srgbClr val="d4a2b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5" name=""/>
          <p:cNvSpPr/>
          <p:nvPr/>
        </p:nvSpPr>
        <p:spPr>
          <a:xfrm>
            <a:off x="5355000" y="2725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6cb1c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6" name=""/>
          <p:cNvSpPr/>
          <p:nvPr/>
        </p:nvSpPr>
        <p:spPr>
          <a:xfrm>
            <a:off x="5320800" y="28404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2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8"/>
                  <a:pt x="202" y="35"/>
                </a:cubicBezTo>
                <a:cubicBezTo>
                  <a:pt x="180" y="13"/>
                  <a:pt x="150" y="0"/>
                  <a:pt x="118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2" y="58"/>
                  <a:pt x="0" y="88"/>
                  <a:pt x="0" y="120"/>
                </a:cubicBezTo>
                <a:cubicBezTo>
                  <a:pt x="0" y="151"/>
                  <a:pt x="12" y="181"/>
                  <a:pt x="35" y="203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44a0c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7" name=""/>
          <p:cNvSpPr/>
          <p:nvPr/>
        </p:nvSpPr>
        <p:spPr>
          <a:xfrm>
            <a:off x="4858560" y="4345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4ba3c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8" name=""/>
          <p:cNvSpPr/>
          <p:nvPr/>
        </p:nvSpPr>
        <p:spPr>
          <a:xfrm>
            <a:off x="4794120" y="3967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7" y="149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8" y="0"/>
                  <a:pt x="58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0"/>
                  <a:pt x="35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93c2d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19" name=""/>
          <p:cNvSpPr/>
          <p:nvPr/>
        </p:nvSpPr>
        <p:spPr>
          <a:xfrm>
            <a:off x="5274720" y="361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d395b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0" name=""/>
          <p:cNvSpPr/>
          <p:nvPr/>
        </p:nvSpPr>
        <p:spPr>
          <a:xfrm>
            <a:off x="4969440" y="424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6" y="35"/>
                </a:cubicBezTo>
                <a:cubicBezTo>
                  <a:pt x="14" y="57"/>
                  <a:pt x="0" y="87"/>
                  <a:pt x="0" y="119"/>
                </a:cubicBezTo>
                <a:cubicBezTo>
                  <a:pt x="0" y="151"/>
                  <a:pt x="14" y="181"/>
                  <a:pt x="36" y="203"/>
                </a:cubicBezTo>
                <a:cubicBezTo>
                  <a:pt x="58" y="225"/>
                  <a:pt x="88" y="238"/>
                  <a:pt x="120" y="238"/>
                </a:cubicBezTo>
                <a:close/>
              </a:path>
            </a:pathLst>
          </a:custGeom>
          <a:solidFill>
            <a:srgbClr val="d082a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1" name=""/>
          <p:cNvSpPr/>
          <p:nvPr/>
        </p:nvSpPr>
        <p:spPr>
          <a:xfrm>
            <a:off x="4670640" y="37908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8"/>
                  <a:pt x="225" y="58"/>
                  <a:pt x="203" y="36"/>
                </a:cubicBezTo>
                <a:cubicBezTo>
                  <a:pt x="180" y="14"/>
                  <a:pt x="150" y="0"/>
                  <a:pt x="118" y="0"/>
                </a:cubicBezTo>
                <a:cubicBezTo>
                  <a:pt x="87" y="0"/>
                  <a:pt x="56" y="14"/>
                  <a:pt x="34" y="36"/>
                </a:cubicBezTo>
                <a:cubicBezTo>
                  <a:pt x="12" y="58"/>
                  <a:pt x="0" y="88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6" y="225"/>
                  <a:pt x="87" y="238"/>
                  <a:pt x="118" y="238"/>
                </a:cubicBezTo>
                <a:close/>
              </a:path>
            </a:pathLst>
          </a:custGeom>
          <a:solidFill>
            <a:srgbClr val="d8bfc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2" name=""/>
          <p:cNvSpPr/>
          <p:nvPr/>
        </p:nvSpPr>
        <p:spPr>
          <a:xfrm>
            <a:off x="5494320" y="3067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8" y="238"/>
                </a:moveTo>
                <a:cubicBezTo>
                  <a:pt x="150" y="238"/>
                  <a:pt x="180" y="225"/>
                  <a:pt x="203" y="202"/>
                </a:cubicBezTo>
                <a:cubicBezTo>
                  <a:pt x="225" y="180"/>
                  <a:pt x="238" y="150"/>
                  <a:pt x="238" y="118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5"/>
                </a:cubicBezTo>
                <a:cubicBezTo>
                  <a:pt x="13" y="57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5"/>
                  <a:pt x="87" y="238"/>
                  <a:pt x="118" y="238"/>
                </a:cubicBezTo>
                <a:close/>
              </a:path>
            </a:pathLst>
          </a:custGeom>
          <a:solidFill>
            <a:srgbClr val="c3d7e1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3" name=""/>
          <p:cNvSpPr/>
          <p:nvPr/>
        </p:nvSpPr>
        <p:spPr>
          <a:xfrm>
            <a:off x="8445600" y="3178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5" y="180"/>
                  <a:pt x="238" y="149"/>
                  <a:pt x="238" y="118"/>
                </a:cubicBezTo>
                <a:cubicBezTo>
                  <a:pt x="238" y="87"/>
                  <a:pt x="225" y="56"/>
                  <a:pt x="203" y="34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8" y="12"/>
                  <a:pt x="36" y="34"/>
                </a:cubicBezTo>
                <a:cubicBezTo>
                  <a:pt x="12" y="56"/>
                  <a:pt x="0" y="87"/>
                  <a:pt x="0" y="118"/>
                </a:cubicBezTo>
                <a:cubicBezTo>
                  <a:pt x="0" y="149"/>
                  <a:pt x="12" y="180"/>
                  <a:pt x="36" y="203"/>
                </a:cubicBezTo>
                <a:cubicBezTo>
                  <a:pt x="58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c658f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4" name=""/>
          <p:cNvSpPr/>
          <p:nvPr/>
        </p:nvSpPr>
        <p:spPr>
          <a:xfrm>
            <a:off x="5608440" y="3283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9" y="238"/>
                </a:moveTo>
                <a:cubicBezTo>
                  <a:pt x="150" y="238"/>
                  <a:pt x="181" y="226"/>
                  <a:pt x="203" y="203"/>
                </a:cubicBezTo>
                <a:cubicBezTo>
                  <a:pt x="225" y="181"/>
                  <a:pt x="237" y="151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7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1"/>
                  <a:pt x="12" y="181"/>
                  <a:pt x="34" y="203"/>
                </a:cubicBezTo>
                <a:cubicBezTo>
                  <a:pt x="57" y="226"/>
                  <a:pt x="87" y="238"/>
                  <a:pt x="119" y="238"/>
                </a:cubicBezTo>
                <a:close/>
              </a:path>
            </a:pathLst>
          </a:custGeom>
          <a:solidFill>
            <a:srgbClr val="d18ca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5" name=""/>
          <p:cNvSpPr/>
          <p:nvPr/>
        </p:nvSpPr>
        <p:spPr>
          <a:xfrm>
            <a:off x="4383360" y="312120"/>
            <a:ext cx="85320" cy="85680"/>
          </a:xfrm>
          <a:custGeom>
            <a:avLst/>
            <a:gdLst/>
            <a:ahLst/>
            <a:rect l="0" t="0" r="r" b="b"/>
            <a:pathLst>
              <a:path w="237" h="238">
                <a:moveTo>
                  <a:pt x="118" y="238"/>
                </a:moveTo>
                <a:cubicBezTo>
                  <a:pt x="149" y="238"/>
                  <a:pt x="179" y="225"/>
                  <a:pt x="202" y="203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2" y="35"/>
                </a:cubicBezTo>
                <a:cubicBezTo>
                  <a:pt x="179" y="13"/>
                  <a:pt x="149" y="0"/>
                  <a:pt x="118" y="0"/>
                </a:cubicBezTo>
                <a:cubicBezTo>
                  <a:pt x="86" y="0"/>
                  <a:pt x="56" y="13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6" y="225"/>
                  <a:pt x="86" y="238"/>
                  <a:pt x="118" y="238"/>
                </a:cubicBezTo>
                <a:close/>
              </a:path>
            </a:pathLst>
          </a:custGeom>
          <a:solidFill>
            <a:srgbClr val="d398b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6" name=""/>
          <p:cNvSpPr/>
          <p:nvPr/>
        </p:nvSpPr>
        <p:spPr>
          <a:xfrm>
            <a:off x="9203040" y="4057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3"/>
                </a:cubicBezTo>
                <a:cubicBezTo>
                  <a:pt x="225" y="181"/>
                  <a:pt x="237" y="149"/>
                  <a:pt x="237" y="118"/>
                </a:cubicBezTo>
                <a:cubicBezTo>
                  <a:pt x="237" y="87"/>
                  <a:pt x="225" y="57"/>
                  <a:pt x="203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7" y="12"/>
                  <a:pt x="34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1"/>
                  <a:pt x="34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9508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7" name=""/>
          <p:cNvSpPr/>
          <p:nvPr/>
        </p:nvSpPr>
        <p:spPr>
          <a:xfrm>
            <a:off x="9530280" y="3805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0"/>
                  <a:pt x="237" y="150"/>
                  <a:pt x="237" y="119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1" y="13"/>
                  <a:pt x="150" y="0"/>
                  <a:pt x="119" y="0"/>
                </a:cubicBezTo>
                <a:cubicBezTo>
                  <a:pt x="88" y="0"/>
                  <a:pt x="57" y="13"/>
                  <a:pt x="34" y="35"/>
                </a:cubicBezTo>
                <a:cubicBezTo>
                  <a:pt x="12" y="57"/>
                  <a:pt x="0" y="87"/>
                  <a:pt x="0" y="119"/>
                </a:cubicBezTo>
                <a:cubicBezTo>
                  <a:pt x="0" y="150"/>
                  <a:pt x="12" y="180"/>
                  <a:pt x="34" y="203"/>
                </a:cubicBezTo>
                <a:cubicBezTo>
                  <a:pt x="57" y="225"/>
                  <a:pt x="88" y="237"/>
                  <a:pt x="119" y="237"/>
                </a:cubicBezTo>
                <a:close/>
              </a:path>
            </a:pathLst>
          </a:custGeom>
          <a:solidFill>
            <a:srgbClr val="cb5e8b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8" name=""/>
          <p:cNvSpPr/>
          <p:nvPr/>
        </p:nvSpPr>
        <p:spPr>
          <a:xfrm>
            <a:off x="9056880" y="31860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8" y="237"/>
                </a:moveTo>
                <a:cubicBezTo>
                  <a:pt x="150" y="237"/>
                  <a:pt x="180" y="225"/>
                  <a:pt x="202" y="203"/>
                </a:cubicBezTo>
                <a:cubicBezTo>
                  <a:pt x="225" y="181"/>
                  <a:pt x="238" y="149"/>
                  <a:pt x="238" y="118"/>
                </a:cubicBezTo>
                <a:cubicBezTo>
                  <a:pt x="238" y="87"/>
                  <a:pt x="225" y="57"/>
                  <a:pt x="202" y="34"/>
                </a:cubicBezTo>
                <a:cubicBezTo>
                  <a:pt x="180" y="12"/>
                  <a:pt x="150" y="0"/>
                  <a:pt x="118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49"/>
                  <a:pt x="12" y="181"/>
                  <a:pt x="35" y="203"/>
                </a:cubicBezTo>
                <a:cubicBezTo>
                  <a:pt x="57" y="225"/>
                  <a:pt x="87" y="237"/>
                  <a:pt x="118" y="237"/>
                </a:cubicBezTo>
                <a:close/>
              </a:path>
            </a:pathLst>
          </a:custGeom>
          <a:solidFill>
            <a:srgbClr val="cd6a93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29" name=""/>
          <p:cNvSpPr/>
          <p:nvPr/>
        </p:nvSpPr>
        <p:spPr>
          <a:xfrm>
            <a:off x="9013320" y="28116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20" y="237"/>
                </a:moveTo>
                <a:cubicBezTo>
                  <a:pt x="151" y="237"/>
                  <a:pt x="181" y="225"/>
                  <a:pt x="203" y="203"/>
                </a:cubicBezTo>
                <a:cubicBezTo>
                  <a:pt x="226" y="180"/>
                  <a:pt x="238" y="150"/>
                  <a:pt x="238" y="119"/>
                </a:cubicBezTo>
                <a:cubicBezTo>
                  <a:pt x="238" y="87"/>
                  <a:pt x="226" y="57"/>
                  <a:pt x="203" y="34"/>
                </a:cubicBezTo>
                <a:cubicBezTo>
                  <a:pt x="181" y="12"/>
                  <a:pt x="151" y="0"/>
                  <a:pt x="120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7"/>
                  <a:pt x="120" y="237"/>
                </a:cubicBezTo>
                <a:close/>
              </a:path>
            </a:pathLst>
          </a:custGeom>
          <a:solidFill>
            <a:srgbClr val="ce739a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30" name=""/>
          <p:cNvSpPr/>
          <p:nvPr/>
        </p:nvSpPr>
        <p:spPr>
          <a:xfrm>
            <a:off x="9409320" y="343080"/>
            <a:ext cx="85680" cy="85320"/>
          </a:xfrm>
          <a:custGeom>
            <a:avLst/>
            <a:gdLst/>
            <a:ahLst/>
            <a:rect l="0" t="0" r="r" b="b"/>
            <a:pathLst>
              <a:path w="238" h="237">
                <a:moveTo>
                  <a:pt x="119" y="237"/>
                </a:moveTo>
                <a:cubicBezTo>
                  <a:pt x="150" y="237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7"/>
                  <a:pt x="225" y="57"/>
                  <a:pt x="203" y="34"/>
                </a:cubicBezTo>
                <a:cubicBezTo>
                  <a:pt x="181" y="12"/>
                  <a:pt x="150" y="0"/>
                  <a:pt x="119" y="0"/>
                </a:cubicBezTo>
                <a:cubicBezTo>
                  <a:pt x="87" y="0"/>
                  <a:pt x="57" y="12"/>
                  <a:pt x="35" y="34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e729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31" name=""/>
          <p:cNvSpPr/>
          <p:nvPr/>
        </p:nvSpPr>
        <p:spPr>
          <a:xfrm>
            <a:off x="7398000" y="391320"/>
            <a:ext cx="85320" cy="85320"/>
          </a:xfrm>
          <a:custGeom>
            <a:avLst/>
            <a:gdLst/>
            <a:ahLst/>
            <a:rect l="0" t="0" r="r" b="b"/>
            <a:pathLst>
              <a:path w="237" h="237">
                <a:moveTo>
                  <a:pt x="119" y="237"/>
                </a:moveTo>
                <a:cubicBezTo>
                  <a:pt x="150" y="237"/>
                  <a:pt x="180" y="225"/>
                  <a:pt x="203" y="202"/>
                </a:cubicBezTo>
                <a:cubicBezTo>
                  <a:pt x="225" y="180"/>
                  <a:pt x="237" y="150"/>
                  <a:pt x="237" y="118"/>
                </a:cubicBezTo>
                <a:cubicBezTo>
                  <a:pt x="237" y="87"/>
                  <a:pt x="225" y="57"/>
                  <a:pt x="203" y="35"/>
                </a:cubicBezTo>
                <a:cubicBezTo>
                  <a:pt x="180" y="12"/>
                  <a:pt x="150" y="0"/>
                  <a:pt x="119" y="0"/>
                </a:cubicBezTo>
                <a:cubicBezTo>
                  <a:pt x="87" y="0"/>
                  <a:pt x="56" y="12"/>
                  <a:pt x="34" y="35"/>
                </a:cubicBezTo>
                <a:cubicBezTo>
                  <a:pt x="12" y="57"/>
                  <a:pt x="0" y="87"/>
                  <a:pt x="0" y="118"/>
                </a:cubicBezTo>
                <a:cubicBezTo>
                  <a:pt x="0" y="150"/>
                  <a:pt x="12" y="180"/>
                  <a:pt x="34" y="202"/>
                </a:cubicBezTo>
                <a:cubicBezTo>
                  <a:pt x="56" y="225"/>
                  <a:pt x="87" y="237"/>
                  <a:pt x="119" y="237"/>
                </a:cubicBezTo>
                <a:close/>
              </a:path>
            </a:pathLst>
          </a:custGeom>
          <a:solidFill>
            <a:srgbClr val="c42764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32" name=""/>
          <p:cNvSpPr/>
          <p:nvPr/>
        </p:nvSpPr>
        <p:spPr>
          <a:xfrm>
            <a:off x="4442040" y="43776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20" y="238"/>
                </a:moveTo>
                <a:cubicBezTo>
                  <a:pt x="151" y="238"/>
                  <a:pt x="181" y="226"/>
                  <a:pt x="203" y="203"/>
                </a:cubicBezTo>
                <a:cubicBezTo>
                  <a:pt x="225" y="181"/>
                  <a:pt x="238" y="151"/>
                  <a:pt x="238" y="120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3"/>
                  <a:pt x="151" y="0"/>
                  <a:pt x="120" y="0"/>
                </a:cubicBezTo>
                <a:cubicBezTo>
                  <a:pt x="88" y="0"/>
                  <a:pt x="58" y="13"/>
                  <a:pt x="35" y="35"/>
                </a:cubicBezTo>
                <a:cubicBezTo>
                  <a:pt x="13" y="57"/>
                  <a:pt x="0" y="88"/>
                  <a:pt x="0" y="120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8" y="226"/>
                  <a:pt x="88" y="238"/>
                  <a:pt x="120" y="238"/>
                </a:cubicBezTo>
                <a:close/>
              </a:path>
            </a:pathLst>
          </a:custGeom>
          <a:solidFill>
            <a:srgbClr val="d6acc2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33" name=""/>
          <p:cNvSpPr/>
          <p:nvPr/>
        </p:nvSpPr>
        <p:spPr>
          <a:xfrm>
            <a:off x="4727880" y="31212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0" y="238"/>
                  <a:pt x="180" y="225"/>
                  <a:pt x="203" y="203"/>
                </a:cubicBezTo>
                <a:cubicBezTo>
                  <a:pt x="225" y="180"/>
                  <a:pt x="238" y="150"/>
                  <a:pt x="238" y="119"/>
                </a:cubicBezTo>
                <a:cubicBezTo>
                  <a:pt x="238" y="87"/>
                  <a:pt x="225" y="57"/>
                  <a:pt x="203" y="35"/>
                </a:cubicBezTo>
                <a:cubicBezTo>
                  <a:pt x="180" y="13"/>
                  <a:pt x="150" y="0"/>
                  <a:pt x="119" y="0"/>
                </a:cubicBezTo>
                <a:cubicBezTo>
                  <a:pt x="87" y="0"/>
                  <a:pt x="57" y="13"/>
                  <a:pt x="35" y="35"/>
                </a:cubicBezTo>
                <a:cubicBezTo>
                  <a:pt x="13" y="57"/>
                  <a:pt x="0" y="87"/>
                  <a:pt x="0" y="119"/>
                </a:cubicBezTo>
                <a:cubicBezTo>
                  <a:pt x="0" y="150"/>
                  <a:pt x="13" y="180"/>
                  <a:pt x="35" y="203"/>
                </a:cubicBezTo>
                <a:cubicBezTo>
                  <a:pt x="57" y="225"/>
                  <a:pt x="87" y="238"/>
                  <a:pt x="119" y="238"/>
                </a:cubicBezTo>
                <a:close/>
              </a:path>
            </a:pathLst>
          </a:custGeom>
          <a:solidFill>
            <a:srgbClr val="83bbd0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34" name=""/>
          <p:cNvSpPr/>
          <p:nvPr/>
        </p:nvSpPr>
        <p:spPr>
          <a:xfrm>
            <a:off x="4944960" y="442080"/>
            <a:ext cx="85680" cy="85680"/>
          </a:xfrm>
          <a:custGeom>
            <a:avLst/>
            <a:gdLst/>
            <a:ahLst/>
            <a:rect l="0" t="0" r="r" b="b"/>
            <a:pathLst>
              <a:path w="238" h="238">
                <a:moveTo>
                  <a:pt x="119" y="238"/>
                </a:moveTo>
                <a:cubicBezTo>
                  <a:pt x="151" y="238"/>
                  <a:pt x="181" y="225"/>
                  <a:pt x="203" y="203"/>
                </a:cubicBezTo>
                <a:cubicBezTo>
                  <a:pt x="225" y="181"/>
                  <a:pt x="238" y="151"/>
                  <a:pt x="238" y="119"/>
                </a:cubicBezTo>
                <a:cubicBezTo>
                  <a:pt x="238" y="88"/>
                  <a:pt x="225" y="57"/>
                  <a:pt x="203" y="35"/>
                </a:cubicBezTo>
                <a:cubicBezTo>
                  <a:pt x="181" y="12"/>
                  <a:pt x="151" y="0"/>
                  <a:pt x="119" y="0"/>
                </a:cubicBezTo>
                <a:cubicBezTo>
                  <a:pt x="88" y="0"/>
                  <a:pt x="57" y="12"/>
                  <a:pt x="35" y="35"/>
                </a:cubicBezTo>
                <a:cubicBezTo>
                  <a:pt x="13" y="57"/>
                  <a:pt x="0" y="88"/>
                  <a:pt x="0" y="119"/>
                </a:cubicBezTo>
                <a:cubicBezTo>
                  <a:pt x="0" y="151"/>
                  <a:pt x="13" y="181"/>
                  <a:pt x="35" y="203"/>
                </a:cubicBezTo>
                <a:cubicBezTo>
                  <a:pt x="57" y="225"/>
                  <a:pt x="88" y="238"/>
                  <a:pt x="119" y="238"/>
                </a:cubicBezTo>
                <a:close/>
              </a:path>
            </a:pathLst>
          </a:custGeom>
          <a:solidFill>
            <a:srgbClr val="63adc8">
              <a:alpha val="85000"/>
            </a:srgbClr>
          </a:solidFill>
          <a:ln w="504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35" name=""/>
          <p:cNvSpPr/>
          <p:nvPr/>
        </p:nvSpPr>
        <p:spPr>
          <a:xfrm>
            <a:off x="10438920" y="1243440"/>
            <a:ext cx="99000" cy="2560680"/>
          </a:xfrm>
          <a:custGeom>
            <a:avLst/>
            <a:gdLst/>
            <a:ahLst/>
            <a:rect l="0" t="0" r="r" b="b"/>
            <a:pathLst>
              <a:path w="275" h="7113">
                <a:moveTo>
                  <a:pt x="0" y="7113"/>
                </a:moveTo>
                <a:lnTo>
                  <a:pt x="275" y="7113"/>
                </a:lnTo>
                <a:lnTo>
                  <a:pt x="275" y="0"/>
                </a:lnTo>
                <a:lnTo>
                  <a:pt x="0" y="0"/>
                </a:lnTo>
                <a:lnTo>
                  <a:pt x="0" y="711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636" name=""/>
          <p:cNvSpPr/>
          <p:nvPr/>
        </p:nvSpPr>
        <p:spPr>
          <a:xfrm>
            <a:off x="10537560" y="3803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7" name=""/>
          <p:cNvSpPr/>
          <p:nvPr/>
        </p:nvSpPr>
        <p:spPr>
          <a:xfrm>
            <a:off x="10537560" y="3803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8" name=""/>
          <p:cNvSpPr txBox="1"/>
          <p:nvPr/>
        </p:nvSpPr>
        <p:spPr>
          <a:xfrm>
            <a:off x="2488680" y="330120"/>
            <a:ext cx="932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39" name=""/>
          <p:cNvSpPr/>
          <p:nvPr/>
        </p:nvSpPr>
        <p:spPr>
          <a:xfrm>
            <a:off x="10537560" y="1243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40" name=""/>
          <p:cNvSpPr/>
          <p:nvPr/>
        </p:nvSpPr>
        <p:spPr>
          <a:xfrm>
            <a:off x="10537560" y="1243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1" name=""/>
          <p:cNvSpPr txBox="1"/>
          <p:nvPr/>
        </p:nvSpPr>
        <p:spPr>
          <a:xfrm>
            <a:off x="10620360" y="3747240"/>
            <a:ext cx="185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low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42" name=""/>
          <p:cNvSpPr txBox="1"/>
          <p:nvPr/>
        </p:nvSpPr>
        <p:spPr>
          <a:xfrm>
            <a:off x="10620360" y="1186920"/>
            <a:ext cx="236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high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43" name=""/>
          <p:cNvSpPr txBox="1"/>
          <p:nvPr/>
        </p:nvSpPr>
        <p:spPr>
          <a:xfrm rot="16200000">
            <a:off x="10490400" y="2451240"/>
            <a:ext cx="941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Feature value</a:t>
            </a:r>
            <a:endParaRPr b="0" lang="en-US" sz="950" spc="-1" strike="noStrike">
              <a:latin typeface="Times New Roman"/>
            </a:endParaRPr>
          </a:p>
        </p:txBody>
      </p:sp>
      <p:pic>
        <p:nvPicPr>
          <p:cNvPr id="644" name="" descr=""/>
          <p:cNvPicPr/>
          <p:nvPr/>
        </p:nvPicPr>
        <p:blipFill>
          <a:blip r:embed="rId2"/>
          <a:stretch/>
        </p:blipFill>
        <p:spPr>
          <a:xfrm>
            <a:off x="10439280" y="1240560"/>
            <a:ext cx="97200" cy="2559960"/>
          </a:xfrm>
          <a:prstGeom prst="rect">
            <a:avLst/>
          </a:prstGeom>
          <a:ln w="0">
            <a:noFill/>
          </a:ln>
        </p:spPr>
      </p:pic>
      <p:sp>
        <p:nvSpPr>
          <p:cNvPr id="645" name=""/>
          <p:cNvSpPr/>
          <p:nvPr/>
        </p:nvSpPr>
        <p:spPr>
          <a:xfrm>
            <a:off x="10438920" y="1243440"/>
            <a:ext cx="99000" cy="2560680"/>
          </a:xfrm>
          <a:custGeom>
            <a:avLst/>
            <a:gdLst/>
            <a:ahLst/>
            <a:rect l="0" t="0" r="r" b="b"/>
            <a:pathLst>
              <a:path w="275" h="7113">
                <a:moveTo>
                  <a:pt x="0" y="7113"/>
                </a:moveTo>
                <a:lnTo>
                  <a:pt x="137" y="7113"/>
                </a:lnTo>
                <a:lnTo>
                  <a:pt x="275" y="7113"/>
                </a:lnTo>
                <a:lnTo>
                  <a:pt x="275" y="0"/>
                </a:lnTo>
                <a:lnTo>
                  <a:pt x="137" y="0"/>
                </a:lnTo>
                <a:lnTo>
                  <a:pt x="0" y="0"/>
                </a:lnTo>
                <a:lnTo>
                  <a:pt x="0" y="7113"/>
                </a:lnTo>
                <a:close/>
              </a:path>
            </a:pathLst>
          </a:custGeom>
          <a:noFill/>
          <a:ln cap="sq" w="8640">
            <a:solidFill>
              <a:srgbClr val="0e2a47"/>
            </a:solidFill>
            <a:miter/>
          </a:ln>
        </p:spPr>
      </p:sp>
      <p:sp>
        <p:nvSpPr>
          <p:cNvPr id="646" name=""/>
          <p:cNvSpPr txBox="1"/>
          <p:nvPr/>
        </p:nvSpPr>
        <p:spPr>
          <a:xfrm rot="16200000">
            <a:off x="10830600" y="2453040"/>
            <a:ext cx="5446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(scaled)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47" name="TextBox 646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5E — SHAP beeswarm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10378440" cy="4142880"/>
          </a:xfrm>
          <a:custGeom>
            <a:avLst/>
            <a:gdLst/>
            <a:ahLst/>
            <a:rect l="0" t="0" r="r" b="b"/>
            <a:pathLst>
              <a:path w="28829" h="11508">
                <a:moveTo>
                  <a:pt x="0" y="11508"/>
                </a:moveTo>
                <a:lnTo>
                  <a:pt x="28829" y="11508"/>
                </a:lnTo>
                <a:lnTo>
                  <a:pt x="28829" y="0"/>
                </a:lnTo>
                <a:lnTo>
                  <a:pt x="0" y="0"/>
                </a:lnTo>
                <a:lnTo>
                  <a:pt x="0" y="1150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074240" y="91440"/>
            <a:ext cx="9212760" cy="3520800"/>
          </a:xfrm>
          <a:custGeom>
            <a:avLst/>
            <a:gdLst/>
            <a:ahLst/>
            <a:rect l="0" t="0" r="r" b="b"/>
            <a:pathLst>
              <a:path w="25591" h="9780">
                <a:moveTo>
                  <a:pt x="0" y="9780"/>
                </a:moveTo>
                <a:lnTo>
                  <a:pt x="25591" y="9780"/>
                </a:lnTo>
                <a:lnTo>
                  <a:pt x="25591" y="0"/>
                </a:lnTo>
                <a:lnTo>
                  <a:pt x="0" y="0"/>
                </a:lnTo>
                <a:lnTo>
                  <a:pt x="0" y="978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23120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23120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49292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49292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 rot="16200000">
            <a:off x="114012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75464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75464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 rot="16200000">
            <a:off x="143028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01636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01636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 rot="16200000">
            <a:off x="166356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27808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227808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 rot="16200000">
            <a:off x="192528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S26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53980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253980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 rot="16200000">
            <a:off x="221544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280152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280152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 rot="16200000">
            <a:off x="247716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306324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306324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 rot="16200000">
            <a:off x="271044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S28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332496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>
            <a:off x="332496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 rot="16200000">
            <a:off x="300060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358668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>
            <a:off x="358668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 txBox="1"/>
          <p:nvPr/>
        </p:nvSpPr>
        <p:spPr>
          <a:xfrm rot="16200000">
            <a:off x="323388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S27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384840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>
            <a:off x="384840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 txBox="1"/>
          <p:nvPr/>
        </p:nvSpPr>
        <p:spPr>
          <a:xfrm rot="16200000">
            <a:off x="349560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411012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" name=""/>
          <p:cNvSpPr/>
          <p:nvPr/>
        </p:nvSpPr>
        <p:spPr>
          <a:xfrm>
            <a:off x="411012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 txBox="1"/>
          <p:nvPr/>
        </p:nvSpPr>
        <p:spPr>
          <a:xfrm rot="16200000">
            <a:off x="375732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437184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" name=""/>
          <p:cNvSpPr/>
          <p:nvPr/>
        </p:nvSpPr>
        <p:spPr>
          <a:xfrm>
            <a:off x="437184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 txBox="1"/>
          <p:nvPr/>
        </p:nvSpPr>
        <p:spPr>
          <a:xfrm rot="16200000">
            <a:off x="401904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463356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" name=""/>
          <p:cNvSpPr/>
          <p:nvPr/>
        </p:nvSpPr>
        <p:spPr>
          <a:xfrm>
            <a:off x="463356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 txBox="1"/>
          <p:nvPr/>
        </p:nvSpPr>
        <p:spPr>
          <a:xfrm rot="16200000">
            <a:off x="430920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489528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" name=""/>
          <p:cNvSpPr/>
          <p:nvPr/>
        </p:nvSpPr>
        <p:spPr>
          <a:xfrm>
            <a:off x="489528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 txBox="1"/>
          <p:nvPr/>
        </p:nvSpPr>
        <p:spPr>
          <a:xfrm rot="16200000">
            <a:off x="454248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S29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515700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" name=""/>
          <p:cNvSpPr/>
          <p:nvPr/>
        </p:nvSpPr>
        <p:spPr>
          <a:xfrm>
            <a:off x="515700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 txBox="1"/>
          <p:nvPr/>
        </p:nvSpPr>
        <p:spPr>
          <a:xfrm rot="16200000">
            <a:off x="480420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541872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" name=""/>
          <p:cNvSpPr/>
          <p:nvPr/>
        </p:nvSpPr>
        <p:spPr>
          <a:xfrm>
            <a:off x="541872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 txBox="1"/>
          <p:nvPr/>
        </p:nvSpPr>
        <p:spPr>
          <a:xfrm rot="16200000">
            <a:off x="509436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568044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9" name=""/>
          <p:cNvSpPr/>
          <p:nvPr/>
        </p:nvSpPr>
        <p:spPr>
          <a:xfrm>
            <a:off x="568044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 txBox="1"/>
          <p:nvPr/>
        </p:nvSpPr>
        <p:spPr>
          <a:xfrm rot="16200000">
            <a:off x="532764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594216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2" name=""/>
          <p:cNvSpPr/>
          <p:nvPr/>
        </p:nvSpPr>
        <p:spPr>
          <a:xfrm>
            <a:off x="594216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" name=""/>
          <p:cNvSpPr txBox="1"/>
          <p:nvPr/>
        </p:nvSpPr>
        <p:spPr>
          <a:xfrm rot="16200000">
            <a:off x="561780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620388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5" name=""/>
          <p:cNvSpPr/>
          <p:nvPr/>
        </p:nvSpPr>
        <p:spPr>
          <a:xfrm>
            <a:off x="620388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 txBox="1"/>
          <p:nvPr/>
        </p:nvSpPr>
        <p:spPr>
          <a:xfrm rot="16200000">
            <a:off x="585108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646560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8" name=""/>
          <p:cNvSpPr/>
          <p:nvPr/>
        </p:nvSpPr>
        <p:spPr>
          <a:xfrm>
            <a:off x="646560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 txBox="1"/>
          <p:nvPr/>
        </p:nvSpPr>
        <p:spPr>
          <a:xfrm rot="16200000">
            <a:off x="611280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672732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>
            <a:off x="672732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 rot="16200000">
            <a:off x="637452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698904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>
            <a:off x="698904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 rot="16200000">
            <a:off x="663624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725076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725076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 rot="16200000">
            <a:off x="689796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751248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751248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 rot="16200000">
            <a:off x="715968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S17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777420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777420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 rot="16200000">
            <a:off x="742140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S18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803592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>
            <a:off x="803592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 rot="16200000">
            <a:off x="768312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829764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>
            <a:off x="829764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 rot="16200000">
            <a:off x="797328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855936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>
            <a:off x="855936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 rot="16200000">
            <a:off x="820656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882108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>
            <a:off x="882108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 rot="16200000">
            <a:off x="846828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908280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>
            <a:off x="908280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 rot="16200000">
            <a:off x="873000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S23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934452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>
            <a:off x="934452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 rot="16200000">
            <a:off x="899172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S35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960624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>
            <a:off x="960624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 rot="16200000">
            <a:off x="9281880" y="3698640"/>
            <a:ext cx="113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S8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986796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>
            <a:off x="986796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 rot="16200000">
            <a:off x="951516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S19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10129680" y="36118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>
            <a:off x="10129680" y="36118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 txBox="1"/>
          <p:nvPr/>
        </p:nvSpPr>
        <p:spPr>
          <a:xfrm rot="16200000">
            <a:off x="977688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S16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2" name=""/>
          <p:cNvSpPr txBox="1"/>
          <p:nvPr/>
        </p:nvSpPr>
        <p:spPr>
          <a:xfrm rot="16200000">
            <a:off x="10038600" y="3726720"/>
            <a:ext cx="16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1036080" y="3451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4" name=""/>
          <p:cNvSpPr/>
          <p:nvPr/>
        </p:nvSpPr>
        <p:spPr>
          <a:xfrm flipH="1">
            <a:off x="1036080" y="3451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 txBox="1"/>
          <p:nvPr/>
        </p:nvSpPr>
        <p:spPr>
          <a:xfrm>
            <a:off x="3498120" y="3897000"/>
            <a:ext cx="43470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Subject (ranked by predicted good-responder probability)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46" name=""/>
          <p:cNvSpPr txBox="1"/>
          <p:nvPr/>
        </p:nvSpPr>
        <p:spPr>
          <a:xfrm>
            <a:off x="923040" y="3339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1036080" y="2651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 flipH="1">
            <a:off x="1036080" y="2651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 txBox="1"/>
          <p:nvPr/>
        </p:nvSpPr>
        <p:spPr>
          <a:xfrm>
            <a:off x="115560" y="3467880"/>
            <a:ext cx="881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(predicted poor)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1036080" y="1851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 flipH="1">
            <a:off x="1036080" y="1851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 txBox="1"/>
          <p:nvPr/>
        </p:nvSpPr>
        <p:spPr>
          <a:xfrm>
            <a:off x="751320" y="25948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0.25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820080" y="17395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1036080" y="1051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 flipH="1">
            <a:off x="1036080" y="1051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>
            <a:off x="462600" y="1867680"/>
            <a:ext cx="532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(decision)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1036080" y="251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 flipH="1">
            <a:off x="1036080" y="251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751320" y="9946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0.75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0" name=""/>
          <p:cNvSpPr txBox="1"/>
          <p:nvPr/>
        </p:nvSpPr>
        <p:spPr>
          <a:xfrm>
            <a:off x="820080" y="1393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1.0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1119960" y="781200"/>
            <a:ext cx="222840" cy="1070640"/>
          </a:xfrm>
          <a:custGeom>
            <a:avLst/>
            <a:gdLst/>
            <a:ahLst/>
            <a:rect l="0" t="0" r="r" b="b"/>
            <a:pathLst>
              <a:path w="619" h="2974">
                <a:moveTo>
                  <a:pt x="0" y="2974"/>
                </a:moveTo>
                <a:lnTo>
                  <a:pt x="619" y="2974"/>
                </a:lnTo>
                <a:lnTo>
                  <a:pt x="619" y="0"/>
                </a:lnTo>
                <a:lnTo>
                  <a:pt x="0" y="0"/>
                </a:lnTo>
                <a:lnTo>
                  <a:pt x="0" y="2974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62" name=""/>
          <p:cNvSpPr/>
          <p:nvPr/>
        </p:nvSpPr>
        <p:spPr>
          <a:xfrm>
            <a:off x="1381680" y="844560"/>
            <a:ext cx="222840" cy="1007280"/>
          </a:xfrm>
          <a:custGeom>
            <a:avLst/>
            <a:gdLst/>
            <a:ahLst/>
            <a:rect l="0" t="0" r="r" b="b"/>
            <a:pathLst>
              <a:path w="619" h="2798">
                <a:moveTo>
                  <a:pt x="0" y="2798"/>
                </a:moveTo>
                <a:lnTo>
                  <a:pt x="619" y="2798"/>
                </a:lnTo>
                <a:lnTo>
                  <a:pt x="619" y="0"/>
                </a:lnTo>
                <a:lnTo>
                  <a:pt x="0" y="0"/>
                </a:lnTo>
                <a:lnTo>
                  <a:pt x="0" y="2798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63" name=""/>
          <p:cNvSpPr/>
          <p:nvPr/>
        </p:nvSpPr>
        <p:spPr>
          <a:xfrm>
            <a:off x="1643400" y="875880"/>
            <a:ext cx="222840" cy="975960"/>
          </a:xfrm>
          <a:custGeom>
            <a:avLst/>
            <a:gdLst/>
            <a:ahLst/>
            <a:rect l="0" t="0" r="r" b="b"/>
            <a:pathLst>
              <a:path w="619" h="2711">
                <a:moveTo>
                  <a:pt x="0" y="2711"/>
                </a:moveTo>
                <a:lnTo>
                  <a:pt x="619" y="2711"/>
                </a:lnTo>
                <a:lnTo>
                  <a:pt x="619" y="0"/>
                </a:lnTo>
                <a:lnTo>
                  <a:pt x="0" y="0"/>
                </a:lnTo>
                <a:lnTo>
                  <a:pt x="0" y="2711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64" name=""/>
          <p:cNvSpPr/>
          <p:nvPr/>
        </p:nvSpPr>
        <p:spPr>
          <a:xfrm>
            <a:off x="1905120" y="895680"/>
            <a:ext cx="222840" cy="956160"/>
          </a:xfrm>
          <a:custGeom>
            <a:avLst/>
            <a:gdLst/>
            <a:ahLst/>
            <a:rect l="0" t="0" r="r" b="b"/>
            <a:pathLst>
              <a:path w="619" h="2656">
                <a:moveTo>
                  <a:pt x="0" y="2656"/>
                </a:moveTo>
                <a:lnTo>
                  <a:pt x="619" y="2656"/>
                </a:lnTo>
                <a:lnTo>
                  <a:pt x="619" y="0"/>
                </a:lnTo>
                <a:lnTo>
                  <a:pt x="0" y="0"/>
                </a:lnTo>
                <a:lnTo>
                  <a:pt x="0" y="2656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65" name=""/>
          <p:cNvSpPr/>
          <p:nvPr/>
        </p:nvSpPr>
        <p:spPr>
          <a:xfrm>
            <a:off x="2166840" y="1056240"/>
            <a:ext cx="222840" cy="795600"/>
          </a:xfrm>
          <a:custGeom>
            <a:avLst/>
            <a:gdLst/>
            <a:ahLst/>
            <a:rect l="0" t="0" r="r" b="b"/>
            <a:pathLst>
              <a:path w="619" h="2210">
                <a:moveTo>
                  <a:pt x="0" y="2210"/>
                </a:moveTo>
                <a:lnTo>
                  <a:pt x="619" y="2210"/>
                </a:lnTo>
                <a:lnTo>
                  <a:pt x="619" y="0"/>
                </a:lnTo>
                <a:lnTo>
                  <a:pt x="0" y="0"/>
                </a:lnTo>
                <a:lnTo>
                  <a:pt x="0" y="221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66" name=""/>
          <p:cNvSpPr/>
          <p:nvPr/>
        </p:nvSpPr>
        <p:spPr>
          <a:xfrm>
            <a:off x="2428560" y="1091880"/>
            <a:ext cx="222840" cy="759960"/>
          </a:xfrm>
          <a:custGeom>
            <a:avLst/>
            <a:gdLst/>
            <a:ahLst/>
            <a:rect l="0" t="0" r="r" b="b"/>
            <a:pathLst>
              <a:path w="619" h="2111">
                <a:moveTo>
                  <a:pt x="0" y="2111"/>
                </a:moveTo>
                <a:lnTo>
                  <a:pt x="619" y="2111"/>
                </a:lnTo>
                <a:lnTo>
                  <a:pt x="619" y="0"/>
                </a:lnTo>
                <a:lnTo>
                  <a:pt x="0" y="0"/>
                </a:lnTo>
                <a:lnTo>
                  <a:pt x="0" y="2111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67" name=""/>
          <p:cNvSpPr/>
          <p:nvPr/>
        </p:nvSpPr>
        <p:spPr>
          <a:xfrm>
            <a:off x="2690280" y="1116000"/>
            <a:ext cx="222840" cy="735840"/>
          </a:xfrm>
          <a:custGeom>
            <a:avLst/>
            <a:gdLst/>
            <a:ahLst/>
            <a:rect l="0" t="0" r="r" b="b"/>
            <a:pathLst>
              <a:path w="619" h="2044">
                <a:moveTo>
                  <a:pt x="0" y="2044"/>
                </a:moveTo>
                <a:lnTo>
                  <a:pt x="619" y="2044"/>
                </a:lnTo>
                <a:lnTo>
                  <a:pt x="619" y="0"/>
                </a:lnTo>
                <a:lnTo>
                  <a:pt x="0" y="0"/>
                </a:lnTo>
                <a:lnTo>
                  <a:pt x="0" y="2044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68" name=""/>
          <p:cNvSpPr/>
          <p:nvPr/>
        </p:nvSpPr>
        <p:spPr>
          <a:xfrm>
            <a:off x="2952000" y="1172880"/>
            <a:ext cx="222840" cy="678960"/>
          </a:xfrm>
          <a:custGeom>
            <a:avLst/>
            <a:gdLst/>
            <a:ahLst/>
            <a:rect l="0" t="0" r="r" b="b"/>
            <a:pathLst>
              <a:path w="619" h="1886">
                <a:moveTo>
                  <a:pt x="0" y="1886"/>
                </a:moveTo>
                <a:lnTo>
                  <a:pt x="619" y="1886"/>
                </a:lnTo>
                <a:lnTo>
                  <a:pt x="619" y="0"/>
                </a:lnTo>
                <a:lnTo>
                  <a:pt x="0" y="0"/>
                </a:lnTo>
                <a:lnTo>
                  <a:pt x="0" y="1886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69" name=""/>
          <p:cNvSpPr/>
          <p:nvPr/>
        </p:nvSpPr>
        <p:spPr>
          <a:xfrm>
            <a:off x="3213720" y="1177560"/>
            <a:ext cx="222840" cy="674280"/>
          </a:xfrm>
          <a:custGeom>
            <a:avLst/>
            <a:gdLst/>
            <a:ahLst/>
            <a:rect l="0" t="0" r="r" b="b"/>
            <a:pathLst>
              <a:path w="619" h="1873">
                <a:moveTo>
                  <a:pt x="0" y="1873"/>
                </a:moveTo>
                <a:lnTo>
                  <a:pt x="619" y="1873"/>
                </a:lnTo>
                <a:lnTo>
                  <a:pt x="619" y="0"/>
                </a:lnTo>
                <a:lnTo>
                  <a:pt x="0" y="0"/>
                </a:lnTo>
                <a:lnTo>
                  <a:pt x="0" y="1873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70" name=""/>
          <p:cNvSpPr/>
          <p:nvPr/>
        </p:nvSpPr>
        <p:spPr>
          <a:xfrm>
            <a:off x="3475440" y="1230120"/>
            <a:ext cx="222840" cy="621720"/>
          </a:xfrm>
          <a:custGeom>
            <a:avLst/>
            <a:gdLst/>
            <a:ahLst/>
            <a:rect l="0" t="0" r="r" b="b"/>
            <a:pathLst>
              <a:path w="619" h="1727">
                <a:moveTo>
                  <a:pt x="0" y="1727"/>
                </a:moveTo>
                <a:lnTo>
                  <a:pt x="619" y="1727"/>
                </a:lnTo>
                <a:lnTo>
                  <a:pt x="619" y="0"/>
                </a:lnTo>
                <a:lnTo>
                  <a:pt x="0" y="0"/>
                </a:lnTo>
                <a:lnTo>
                  <a:pt x="0" y="1727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71" name=""/>
          <p:cNvSpPr/>
          <p:nvPr/>
        </p:nvSpPr>
        <p:spPr>
          <a:xfrm>
            <a:off x="3737160" y="1298160"/>
            <a:ext cx="222840" cy="553680"/>
          </a:xfrm>
          <a:custGeom>
            <a:avLst/>
            <a:gdLst/>
            <a:ahLst/>
            <a:rect l="0" t="0" r="r" b="b"/>
            <a:pathLst>
              <a:path w="619" h="1538">
                <a:moveTo>
                  <a:pt x="0" y="1538"/>
                </a:moveTo>
                <a:lnTo>
                  <a:pt x="619" y="1538"/>
                </a:lnTo>
                <a:lnTo>
                  <a:pt x="619" y="0"/>
                </a:lnTo>
                <a:lnTo>
                  <a:pt x="0" y="0"/>
                </a:lnTo>
                <a:lnTo>
                  <a:pt x="0" y="1538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72" name=""/>
          <p:cNvSpPr/>
          <p:nvPr/>
        </p:nvSpPr>
        <p:spPr>
          <a:xfrm>
            <a:off x="3998880" y="1317960"/>
            <a:ext cx="222840" cy="533880"/>
          </a:xfrm>
          <a:custGeom>
            <a:avLst/>
            <a:gdLst/>
            <a:ahLst/>
            <a:rect l="0" t="0" r="r" b="b"/>
            <a:pathLst>
              <a:path w="619" h="1483">
                <a:moveTo>
                  <a:pt x="0" y="1483"/>
                </a:moveTo>
                <a:lnTo>
                  <a:pt x="619" y="1483"/>
                </a:lnTo>
                <a:lnTo>
                  <a:pt x="619" y="0"/>
                </a:lnTo>
                <a:lnTo>
                  <a:pt x="0" y="0"/>
                </a:lnTo>
                <a:lnTo>
                  <a:pt x="0" y="1483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73" name=""/>
          <p:cNvSpPr/>
          <p:nvPr/>
        </p:nvSpPr>
        <p:spPr>
          <a:xfrm>
            <a:off x="4260600" y="1383480"/>
            <a:ext cx="222840" cy="468360"/>
          </a:xfrm>
          <a:custGeom>
            <a:avLst/>
            <a:gdLst/>
            <a:ahLst/>
            <a:rect l="0" t="0" r="r" b="b"/>
            <a:pathLst>
              <a:path w="619" h="1301">
                <a:moveTo>
                  <a:pt x="0" y="1301"/>
                </a:moveTo>
                <a:lnTo>
                  <a:pt x="619" y="1301"/>
                </a:lnTo>
                <a:lnTo>
                  <a:pt x="619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74" name=""/>
          <p:cNvSpPr/>
          <p:nvPr/>
        </p:nvSpPr>
        <p:spPr>
          <a:xfrm>
            <a:off x="4522320" y="1440000"/>
            <a:ext cx="222840" cy="411840"/>
          </a:xfrm>
          <a:custGeom>
            <a:avLst/>
            <a:gdLst/>
            <a:ahLst/>
            <a:rect l="0" t="0" r="r" b="b"/>
            <a:pathLst>
              <a:path w="619" h="1144">
                <a:moveTo>
                  <a:pt x="0" y="1144"/>
                </a:moveTo>
                <a:lnTo>
                  <a:pt x="619" y="1144"/>
                </a:lnTo>
                <a:lnTo>
                  <a:pt x="619" y="0"/>
                </a:lnTo>
                <a:lnTo>
                  <a:pt x="0" y="0"/>
                </a:lnTo>
                <a:lnTo>
                  <a:pt x="0" y="1144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75" name=""/>
          <p:cNvSpPr/>
          <p:nvPr/>
        </p:nvSpPr>
        <p:spPr>
          <a:xfrm>
            <a:off x="4784040" y="1524240"/>
            <a:ext cx="222840" cy="327600"/>
          </a:xfrm>
          <a:custGeom>
            <a:avLst/>
            <a:gdLst/>
            <a:ahLst/>
            <a:rect l="0" t="0" r="r" b="b"/>
            <a:pathLst>
              <a:path w="619" h="910">
                <a:moveTo>
                  <a:pt x="0" y="910"/>
                </a:moveTo>
                <a:lnTo>
                  <a:pt x="619" y="910"/>
                </a:lnTo>
                <a:lnTo>
                  <a:pt x="619" y="0"/>
                </a:lnTo>
                <a:lnTo>
                  <a:pt x="0" y="0"/>
                </a:lnTo>
                <a:lnTo>
                  <a:pt x="0" y="91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76" name=""/>
          <p:cNvSpPr/>
          <p:nvPr/>
        </p:nvSpPr>
        <p:spPr>
          <a:xfrm>
            <a:off x="5045760" y="1556640"/>
            <a:ext cx="222840" cy="295200"/>
          </a:xfrm>
          <a:custGeom>
            <a:avLst/>
            <a:gdLst/>
            <a:ahLst/>
            <a:rect l="0" t="0" r="r" b="b"/>
            <a:pathLst>
              <a:path w="619" h="820">
                <a:moveTo>
                  <a:pt x="0" y="820"/>
                </a:moveTo>
                <a:lnTo>
                  <a:pt x="619" y="820"/>
                </a:lnTo>
                <a:lnTo>
                  <a:pt x="619" y="0"/>
                </a:lnTo>
                <a:lnTo>
                  <a:pt x="0" y="0"/>
                </a:lnTo>
                <a:lnTo>
                  <a:pt x="0" y="82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77" name=""/>
          <p:cNvSpPr/>
          <p:nvPr/>
        </p:nvSpPr>
        <p:spPr>
          <a:xfrm>
            <a:off x="5307480" y="1585800"/>
            <a:ext cx="222840" cy="266040"/>
          </a:xfrm>
          <a:custGeom>
            <a:avLst/>
            <a:gdLst/>
            <a:ahLst/>
            <a:rect l="0" t="0" r="r" b="b"/>
            <a:pathLst>
              <a:path w="619" h="739">
                <a:moveTo>
                  <a:pt x="0" y="739"/>
                </a:moveTo>
                <a:lnTo>
                  <a:pt x="619" y="739"/>
                </a:lnTo>
                <a:lnTo>
                  <a:pt x="619" y="0"/>
                </a:lnTo>
                <a:lnTo>
                  <a:pt x="0" y="0"/>
                </a:lnTo>
                <a:lnTo>
                  <a:pt x="0" y="739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78" name=""/>
          <p:cNvSpPr/>
          <p:nvPr/>
        </p:nvSpPr>
        <p:spPr>
          <a:xfrm>
            <a:off x="5569200" y="1619640"/>
            <a:ext cx="222840" cy="232200"/>
          </a:xfrm>
          <a:custGeom>
            <a:avLst/>
            <a:gdLst/>
            <a:ahLst/>
            <a:rect l="0" t="0" r="r" b="b"/>
            <a:pathLst>
              <a:path w="619" h="645">
                <a:moveTo>
                  <a:pt x="0" y="645"/>
                </a:moveTo>
                <a:lnTo>
                  <a:pt x="619" y="645"/>
                </a:lnTo>
                <a:lnTo>
                  <a:pt x="619" y="0"/>
                </a:lnTo>
                <a:lnTo>
                  <a:pt x="0" y="0"/>
                </a:lnTo>
                <a:lnTo>
                  <a:pt x="0" y="645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79" name=""/>
          <p:cNvSpPr/>
          <p:nvPr/>
        </p:nvSpPr>
        <p:spPr>
          <a:xfrm>
            <a:off x="5830920" y="1663920"/>
            <a:ext cx="222840" cy="187920"/>
          </a:xfrm>
          <a:custGeom>
            <a:avLst/>
            <a:gdLst/>
            <a:ahLst/>
            <a:rect l="0" t="0" r="r" b="b"/>
            <a:pathLst>
              <a:path w="619" h="522">
                <a:moveTo>
                  <a:pt x="0" y="522"/>
                </a:moveTo>
                <a:lnTo>
                  <a:pt x="619" y="522"/>
                </a:lnTo>
                <a:lnTo>
                  <a:pt x="619" y="0"/>
                </a:lnTo>
                <a:lnTo>
                  <a:pt x="0" y="0"/>
                </a:lnTo>
                <a:lnTo>
                  <a:pt x="0" y="522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80" name=""/>
          <p:cNvSpPr/>
          <p:nvPr/>
        </p:nvSpPr>
        <p:spPr>
          <a:xfrm>
            <a:off x="6092640" y="1748520"/>
            <a:ext cx="222840" cy="103320"/>
          </a:xfrm>
          <a:custGeom>
            <a:avLst/>
            <a:gdLst/>
            <a:ahLst/>
            <a:rect l="0" t="0" r="r" b="b"/>
            <a:pathLst>
              <a:path w="619" h="287">
                <a:moveTo>
                  <a:pt x="0" y="287"/>
                </a:moveTo>
                <a:lnTo>
                  <a:pt x="619" y="287"/>
                </a:lnTo>
                <a:lnTo>
                  <a:pt x="619" y="0"/>
                </a:lnTo>
                <a:lnTo>
                  <a:pt x="0" y="0"/>
                </a:lnTo>
                <a:lnTo>
                  <a:pt x="0" y="287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81" name=""/>
          <p:cNvSpPr/>
          <p:nvPr/>
        </p:nvSpPr>
        <p:spPr>
          <a:xfrm>
            <a:off x="6354360" y="1851480"/>
            <a:ext cx="222840" cy="90360"/>
          </a:xfrm>
          <a:custGeom>
            <a:avLst/>
            <a:gdLst/>
            <a:ahLst/>
            <a:rect l="0" t="0" r="r" b="b"/>
            <a:pathLst>
              <a:path w="619" h="251">
                <a:moveTo>
                  <a:pt x="0" y="0"/>
                </a:moveTo>
                <a:lnTo>
                  <a:pt x="619" y="0"/>
                </a:lnTo>
                <a:lnTo>
                  <a:pt x="619" y="251"/>
                </a:lnTo>
                <a:lnTo>
                  <a:pt x="0" y="251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82" name=""/>
          <p:cNvSpPr/>
          <p:nvPr/>
        </p:nvSpPr>
        <p:spPr>
          <a:xfrm>
            <a:off x="6616080" y="1851480"/>
            <a:ext cx="222840" cy="412920"/>
          </a:xfrm>
          <a:custGeom>
            <a:avLst/>
            <a:gdLst/>
            <a:ahLst/>
            <a:rect l="0" t="0" r="r" b="b"/>
            <a:pathLst>
              <a:path w="619" h="1147">
                <a:moveTo>
                  <a:pt x="0" y="0"/>
                </a:moveTo>
                <a:lnTo>
                  <a:pt x="619" y="0"/>
                </a:lnTo>
                <a:lnTo>
                  <a:pt x="619" y="1147"/>
                </a:lnTo>
                <a:lnTo>
                  <a:pt x="0" y="114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83" name=""/>
          <p:cNvSpPr/>
          <p:nvPr/>
        </p:nvSpPr>
        <p:spPr>
          <a:xfrm>
            <a:off x="6877800" y="1851480"/>
            <a:ext cx="222840" cy="465840"/>
          </a:xfrm>
          <a:custGeom>
            <a:avLst/>
            <a:gdLst/>
            <a:ahLst/>
            <a:rect l="0" t="0" r="r" b="b"/>
            <a:pathLst>
              <a:path w="619" h="1294">
                <a:moveTo>
                  <a:pt x="0" y="0"/>
                </a:moveTo>
                <a:lnTo>
                  <a:pt x="619" y="0"/>
                </a:lnTo>
                <a:lnTo>
                  <a:pt x="619" y="1294"/>
                </a:lnTo>
                <a:lnTo>
                  <a:pt x="0" y="12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84" name=""/>
          <p:cNvSpPr/>
          <p:nvPr/>
        </p:nvSpPr>
        <p:spPr>
          <a:xfrm>
            <a:off x="7139520" y="1851480"/>
            <a:ext cx="222840" cy="481680"/>
          </a:xfrm>
          <a:custGeom>
            <a:avLst/>
            <a:gdLst/>
            <a:ahLst/>
            <a:rect l="0" t="0" r="r" b="b"/>
            <a:pathLst>
              <a:path w="619" h="1338">
                <a:moveTo>
                  <a:pt x="0" y="0"/>
                </a:moveTo>
                <a:lnTo>
                  <a:pt x="619" y="0"/>
                </a:lnTo>
                <a:lnTo>
                  <a:pt x="619" y="1338"/>
                </a:lnTo>
                <a:lnTo>
                  <a:pt x="0" y="133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85" name=""/>
          <p:cNvSpPr/>
          <p:nvPr/>
        </p:nvSpPr>
        <p:spPr>
          <a:xfrm>
            <a:off x="7401240" y="1851480"/>
            <a:ext cx="222840" cy="589680"/>
          </a:xfrm>
          <a:custGeom>
            <a:avLst/>
            <a:gdLst/>
            <a:ahLst/>
            <a:rect l="0" t="0" r="r" b="b"/>
            <a:pathLst>
              <a:path w="619" h="1638">
                <a:moveTo>
                  <a:pt x="0" y="0"/>
                </a:moveTo>
                <a:lnTo>
                  <a:pt x="619" y="0"/>
                </a:lnTo>
                <a:lnTo>
                  <a:pt x="619" y="1638"/>
                </a:lnTo>
                <a:lnTo>
                  <a:pt x="0" y="163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86" name=""/>
          <p:cNvSpPr/>
          <p:nvPr/>
        </p:nvSpPr>
        <p:spPr>
          <a:xfrm>
            <a:off x="7662960" y="1851480"/>
            <a:ext cx="223200" cy="604440"/>
          </a:xfrm>
          <a:custGeom>
            <a:avLst/>
            <a:gdLst/>
            <a:ahLst/>
            <a:rect l="0" t="0" r="r" b="b"/>
            <a:pathLst>
              <a:path w="620" h="1679">
                <a:moveTo>
                  <a:pt x="0" y="0"/>
                </a:moveTo>
                <a:lnTo>
                  <a:pt x="620" y="0"/>
                </a:lnTo>
                <a:lnTo>
                  <a:pt x="620" y="1679"/>
                </a:lnTo>
                <a:lnTo>
                  <a:pt x="0" y="167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87" name=""/>
          <p:cNvSpPr/>
          <p:nvPr/>
        </p:nvSpPr>
        <p:spPr>
          <a:xfrm>
            <a:off x="7924680" y="1851480"/>
            <a:ext cx="222840" cy="631440"/>
          </a:xfrm>
          <a:custGeom>
            <a:avLst/>
            <a:gdLst/>
            <a:ahLst/>
            <a:rect l="0" t="0" r="r" b="b"/>
            <a:pathLst>
              <a:path w="619" h="1754">
                <a:moveTo>
                  <a:pt x="0" y="0"/>
                </a:moveTo>
                <a:lnTo>
                  <a:pt x="619" y="0"/>
                </a:lnTo>
                <a:lnTo>
                  <a:pt x="619" y="1754"/>
                </a:lnTo>
                <a:lnTo>
                  <a:pt x="0" y="1754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88" name=""/>
          <p:cNvSpPr/>
          <p:nvPr/>
        </p:nvSpPr>
        <p:spPr>
          <a:xfrm>
            <a:off x="8186400" y="1851480"/>
            <a:ext cx="222840" cy="690480"/>
          </a:xfrm>
          <a:custGeom>
            <a:avLst/>
            <a:gdLst/>
            <a:ahLst/>
            <a:rect l="0" t="0" r="r" b="b"/>
            <a:pathLst>
              <a:path w="619" h="1918">
                <a:moveTo>
                  <a:pt x="0" y="0"/>
                </a:moveTo>
                <a:lnTo>
                  <a:pt x="619" y="0"/>
                </a:lnTo>
                <a:lnTo>
                  <a:pt x="619" y="1918"/>
                </a:lnTo>
                <a:lnTo>
                  <a:pt x="0" y="191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89" name=""/>
          <p:cNvSpPr/>
          <p:nvPr/>
        </p:nvSpPr>
        <p:spPr>
          <a:xfrm>
            <a:off x="8448120" y="1851480"/>
            <a:ext cx="222840" cy="711720"/>
          </a:xfrm>
          <a:custGeom>
            <a:avLst/>
            <a:gdLst/>
            <a:ahLst/>
            <a:rect l="0" t="0" r="r" b="b"/>
            <a:pathLst>
              <a:path w="619" h="1977">
                <a:moveTo>
                  <a:pt x="0" y="0"/>
                </a:moveTo>
                <a:lnTo>
                  <a:pt x="619" y="0"/>
                </a:lnTo>
                <a:lnTo>
                  <a:pt x="619" y="1977"/>
                </a:lnTo>
                <a:lnTo>
                  <a:pt x="0" y="19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90" name=""/>
          <p:cNvSpPr/>
          <p:nvPr/>
        </p:nvSpPr>
        <p:spPr>
          <a:xfrm>
            <a:off x="8709840" y="1851480"/>
            <a:ext cx="222840" cy="783720"/>
          </a:xfrm>
          <a:custGeom>
            <a:avLst/>
            <a:gdLst/>
            <a:ahLst/>
            <a:rect l="0" t="0" r="r" b="b"/>
            <a:pathLst>
              <a:path w="619" h="2177">
                <a:moveTo>
                  <a:pt x="0" y="0"/>
                </a:moveTo>
                <a:lnTo>
                  <a:pt x="619" y="0"/>
                </a:lnTo>
                <a:lnTo>
                  <a:pt x="619" y="2177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91" name=""/>
          <p:cNvSpPr/>
          <p:nvPr/>
        </p:nvSpPr>
        <p:spPr>
          <a:xfrm>
            <a:off x="8971560" y="1851480"/>
            <a:ext cx="222840" cy="810000"/>
          </a:xfrm>
          <a:custGeom>
            <a:avLst/>
            <a:gdLst/>
            <a:ahLst/>
            <a:rect l="0" t="0" r="r" b="b"/>
            <a:pathLst>
              <a:path w="619" h="2250">
                <a:moveTo>
                  <a:pt x="0" y="0"/>
                </a:moveTo>
                <a:lnTo>
                  <a:pt x="619" y="0"/>
                </a:lnTo>
                <a:lnTo>
                  <a:pt x="619" y="2250"/>
                </a:lnTo>
                <a:lnTo>
                  <a:pt x="0" y="2250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92" name=""/>
          <p:cNvSpPr/>
          <p:nvPr/>
        </p:nvSpPr>
        <p:spPr>
          <a:xfrm>
            <a:off x="9233280" y="1851480"/>
            <a:ext cx="222840" cy="921960"/>
          </a:xfrm>
          <a:custGeom>
            <a:avLst/>
            <a:gdLst/>
            <a:ahLst/>
            <a:rect l="0" t="0" r="r" b="b"/>
            <a:pathLst>
              <a:path w="619" h="2561">
                <a:moveTo>
                  <a:pt x="0" y="0"/>
                </a:moveTo>
                <a:lnTo>
                  <a:pt x="619" y="0"/>
                </a:lnTo>
                <a:lnTo>
                  <a:pt x="619" y="2561"/>
                </a:lnTo>
                <a:lnTo>
                  <a:pt x="0" y="2561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93" name=""/>
          <p:cNvSpPr/>
          <p:nvPr/>
        </p:nvSpPr>
        <p:spPr>
          <a:xfrm>
            <a:off x="9495000" y="1851480"/>
            <a:ext cx="222840" cy="957600"/>
          </a:xfrm>
          <a:custGeom>
            <a:avLst/>
            <a:gdLst/>
            <a:ahLst/>
            <a:rect l="0" t="0" r="r" b="b"/>
            <a:pathLst>
              <a:path w="619" h="2660">
                <a:moveTo>
                  <a:pt x="0" y="0"/>
                </a:moveTo>
                <a:lnTo>
                  <a:pt x="619" y="0"/>
                </a:lnTo>
                <a:lnTo>
                  <a:pt x="619" y="2660"/>
                </a:lnTo>
                <a:lnTo>
                  <a:pt x="0" y="2660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94" name=""/>
          <p:cNvSpPr/>
          <p:nvPr/>
        </p:nvSpPr>
        <p:spPr>
          <a:xfrm>
            <a:off x="9756720" y="1851480"/>
            <a:ext cx="222840" cy="1134720"/>
          </a:xfrm>
          <a:custGeom>
            <a:avLst/>
            <a:gdLst/>
            <a:ahLst/>
            <a:rect l="0" t="0" r="r" b="b"/>
            <a:pathLst>
              <a:path w="619" h="3152">
                <a:moveTo>
                  <a:pt x="0" y="0"/>
                </a:moveTo>
                <a:lnTo>
                  <a:pt x="619" y="0"/>
                </a:lnTo>
                <a:lnTo>
                  <a:pt x="619" y="3152"/>
                </a:lnTo>
                <a:lnTo>
                  <a:pt x="0" y="315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95" name=""/>
          <p:cNvSpPr/>
          <p:nvPr/>
        </p:nvSpPr>
        <p:spPr>
          <a:xfrm>
            <a:off x="10018440" y="1851480"/>
            <a:ext cx="222840" cy="1180080"/>
          </a:xfrm>
          <a:custGeom>
            <a:avLst/>
            <a:gdLst/>
            <a:ahLst/>
            <a:rect l="0" t="0" r="r" b="b"/>
            <a:pathLst>
              <a:path w="619" h="3278">
                <a:moveTo>
                  <a:pt x="0" y="0"/>
                </a:moveTo>
                <a:lnTo>
                  <a:pt x="619" y="0"/>
                </a:lnTo>
                <a:lnTo>
                  <a:pt x="619" y="3278"/>
                </a:lnTo>
                <a:lnTo>
                  <a:pt x="0" y="327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196" name=""/>
          <p:cNvSpPr/>
          <p:nvPr/>
        </p:nvSpPr>
        <p:spPr>
          <a:xfrm>
            <a:off x="1074240" y="1851480"/>
            <a:ext cx="9212400" cy="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7" name=""/>
          <p:cNvSpPr/>
          <p:nvPr/>
        </p:nvSpPr>
        <p:spPr>
          <a:xfrm flipV="1">
            <a:off x="1074240" y="91440"/>
            <a:ext cx="0" cy="35204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/>
          <p:nvPr/>
        </p:nvSpPr>
        <p:spPr>
          <a:xfrm>
            <a:off x="1074240" y="3611880"/>
            <a:ext cx="92124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9" name=""/>
          <p:cNvSpPr/>
          <p:nvPr/>
        </p:nvSpPr>
        <p:spPr>
          <a:xfrm>
            <a:off x="1115280" y="181440"/>
            <a:ext cx="2629080" cy="224640"/>
          </a:xfrm>
          <a:custGeom>
            <a:avLst/>
            <a:gdLst/>
            <a:ahLst/>
            <a:rect l="0" t="0" r="r" b="b"/>
            <a:pathLst>
              <a:path w="7303" h="624">
                <a:moveTo>
                  <a:pt x="142" y="624"/>
                </a:moveTo>
                <a:lnTo>
                  <a:pt x="7162" y="624"/>
                </a:lnTo>
                <a:cubicBezTo>
                  <a:pt x="7256" y="624"/>
                  <a:pt x="7303" y="577"/>
                  <a:pt x="7303" y="483"/>
                </a:cubicBezTo>
                <a:lnTo>
                  <a:pt x="7303" y="141"/>
                </a:lnTo>
                <a:cubicBezTo>
                  <a:pt x="7303" y="47"/>
                  <a:pt x="7256" y="0"/>
                  <a:pt x="7162" y="0"/>
                </a:cubicBezTo>
                <a:lnTo>
                  <a:pt x="142" y="0"/>
                </a:lnTo>
                <a:cubicBezTo>
                  <a:pt x="48" y="0"/>
                  <a:pt x="0" y="47"/>
                  <a:pt x="0" y="141"/>
                </a:cubicBezTo>
                <a:lnTo>
                  <a:pt x="0" y="483"/>
                </a:lnTo>
                <a:cubicBezTo>
                  <a:pt x="0" y="577"/>
                  <a:pt x="48" y="624"/>
                  <a:pt x="142" y="624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200" name=""/>
          <p:cNvSpPr txBox="1"/>
          <p:nvPr/>
        </p:nvSpPr>
        <p:spPr>
          <a:xfrm>
            <a:off x="91440" y="267480"/>
            <a:ext cx="906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(predicted good)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1963080" y="714600"/>
            <a:ext cx="106560" cy="106560"/>
          </a:xfrm>
          <a:custGeom>
            <a:avLst/>
            <a:gdLst/>
            <a:ahLst/>
            <a:rect l="0" t="0" r="r" b="b"/>
            <a:pathLst>
              <a:path w="296" h="296">
                <a:moveTo>
                  <a:pt x="0" y="296"/>
                </a:moveTo>
                <a:lnTo>
                  <a:pt x="296" y="0"/>
                </a:lnTo>
                <a:lnTo>
                  <a:pt x="0" y="296"/>
                </a:lnTo>
                <a:moveTo>
                  <a:pt x="0" y="0"/>
                </a:moveTo>
                <a:lnTo>
                  <a:pt x="296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02" name=""/>
          <p:cNvSpPr/>
          <p:nvPr/>
        </p:nvSpPr>
        <p:spPr>
          <a:xfrm>
            <a:off x="1963080" y="714600"/>
            <a:ext cx="106560" cy="106560"/>
          </a:xfrm>
          <a:custGeom>
            <a:avLst/>
            <a:gdLst/>
            <a:ahLst/>
            <a:rect l="0" t="0" r="r" b="b"/>
            <a:pathLst>
              <a:path fill="none" w="296" h="296">
                <a:moveTo>
                  <a:pt x="0" y="296"/>
                </a:moveTo>
                <a:lnTo>
                  <a:pt x="296" y="0"/>
                </a:lnTo>
                <a:moveTo>
                  <a:pt x="0" y="0"/>
                </a:moveTo>
                <a:lnTo>
                  <a:pt x="296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03" name=""/>
          <p:cNvSpPr/>
          <p:nvPr/>
        </p:nvSpPr>
        <p:spPr>
          <a:xfrm>
            <a:off x="3795120" y="1117080"/>
            <a:ext cx="106560" cy="106560"/>
          </a:xfrm>
          <a:custGeom>
            <a:avLst/>
            <a:gdLst/>
            <a:ahLst/>
            <a:rect l="0" t="0" r="r" b="b"/>
            <a:pathLst>
              <a:path w="296" h="296">
                <a:moveTo>
                  <a:pt x="0" y="296"/>
                </a:moveTo>
                <a:lnTo>
                  <a:pt x="296" y="0"/>
                </a:lnTo>
                <a:lnTo>
                  <a:pt x="0" y="296"/>
                </a:lnTo>
                <a:moveTo>
                  <a:pt x="0" y="0"/>
                </a:moveTo>
                <a:lnTo>
                  <a:pt x="296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04" name=""/>
          <p:cNvSpPr/>
          <p:nvPr/>
        </p:nvSpPr>
        <p:spPr>
          <a:xfrm>
            <a:off x="3795120" y="1117080"/>
            <a:ext cx="106560" cy="106560"/>
          </a:xfrm>
          <a:custGeom>
            <a:avLst/>
            <a:gdLst/>
            <a:ahLst/>
            <a:rect l="0" t="0" r="r" b="b"/>
            <a:pathLst>
              <a:path fill="none" w="296" h="296">
                <a:moveTo>
                  <a:pt x="0" y="296"/>
                </a:moveTo>
                <a:lnTo>
                  <a:pt x="296" y="0"/>
                </a:lnTo>
                <a:moveTo>
                  <a:pt x="0" y="0"/>
                </a:moveTo>
                <a:lnTo>
                  <a:pt x="296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05" name=""/>
          <p:cNvSpPr/>
          <p:nvPr/>
        </p:nvSpPr>
        <p:spPr>
          <a:xfrm>
            <a:off x="5103720" y="1375560"/>
            <a:ext cx="106560" cy="106560"/>
          </a:xfrm>
          <a:custGeom>
            <a:avLst/>
            <a:gdLst/>
            <a:ahLst/>
            <a:rect l="0" t="0" r="r" b="b"/>
            <a:pathLst>
              <a:path w="296" h="296">
                <a:moveTo>
                  <a:pt x="0" y="296"/>
                </a:moveTo>
                <a:lnTo>
                  <a:pt x="296" y="0"/>
                </a:lnTo>
                <a:lnTo>
                  <a:pt x="0" y="296"/>
                </a:lnTo>
                <a:moveTo>
                  <a:pt x="0" y="0"/>
                </a:moveTo>
                <a:lnTo>
                  <a:pt x="296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>
            <a:off x="5103720" y="1375560"/>
            <a:ext cx="106560" cy="106560"/>
          </a:xfrm>
          <a:custGeom>
            <a:avLst/>
            <a:gdLst/>
            <a:ahLst/>
            <a:rect l="0" t="0" r="r" b="b"/>
            <a:pathLst>
              <a:path fill="none" w="296" h="296">
                <a:moveTo>
                  <a:pt x="0" y="296"/>
                </a:moveTo>
                <a:lnTo>
                  <a:pt x="296" y="0"/>
                </a:lnTo>
                <a:moveTo>
                  <a:pt x="0" y="0"/>
                </a:moveTo>
                <a:lnTo>
                  <a:pt x="296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07" name=""/>
          <p:cNvSpPr/>
          <p:nvPr/>
        </p:nvSpPr>
        <p:spPr>
          <a:xfrm>
            <a:off x="5365440" y="1404720"/>
            <a:ext cx="106560" cy="106560"/>
          </a:xfrm>
          <a:custGeom>
            <a:avLst/>
            <a:gdLst/>
            <a:ahLst/>
            <a:rect l="0" t="0" r="r" b="b"/>
            <a:pathLst>
              <a:path w="296" h="296">
                <a:moveTo>
                  <a:pt x="0" y="296"/>
                </a:moveTo>
                <a:lnTo>
                  <a:pt x="296" y="0"/>
                </a:lnTo>
                <a:lnTo>
                  <a:pt x="0" y="296"/>
                </a:lnTo>
                <a:moveTo>
                  <a:pt x="0" y="0"/>
                </a:moveTo>
                <a:lnTo>
                  <a:pt x="296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08" name=""/>
          <p:cNvSpPr/>
          <p:nvPr/>
        </p:nvSpPr>
        <p:spPr>
          <a:xfrm>
            <a:off x="5365440" y="1404720"/>
            <a:ext cx="106560" cy="106560"/>
          </a:xfrm>
          <a:custGeom>
            <a:avLst/>
            <a:gdLst/>
            <a:ahLst/>
            <a:rect l="0" t="0" r="r" b="b"/>
            <a:pathLst>
              <a:path fill="none" w="296" h="296">
                <a:moveTo>
                  <a:pt x="0" y="296"/>
                </a:moveTo>
                <a:lnTo>
                  <a:pt x="296" y="0"/>
                </a:lnTo>
                <a:moveTo>
                  <a:pt x="0" y="0"/>
                </a:moveTo>
                <a:lnTo>
                  <a:pt x="296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09" name=""/>
          <p:cNvSpPr/>
          <p:nvPr/>
        </p:nvSpPr>
        <p:spPr>
          <a:xfrm>
            <a:off x="5627160" y="1438200"/>
            <a:ext cx="106560" cy="106920"/>
          </a:xfrm>
          <a:custGeom>
            <a:avLst/>
            <a:gdLst/>
            <a:ahLst/>
            <a:rect l="0" t="0" r="r" b="b"/>
            <a:pathLst>
              <a:path w="296" h="297">
                <a:moveTo>
                  <a:pt x="0" y="297"/>
                </a:moveTo>
                <a:lnTo>
                  <a:pt x="296" y="0"/>
                </a:lnTo>
                <a:lnTo>
                  <a:pt x="0" y="297"/>
                </a:lnTo>
                <a:moveTo>
                  <a:pt x="0" y="0"/>
                </a:moveTo>
                <a:lnTo>
                  <a:pt x="296" y="297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10" name=""/>
          <p:cNvSpPr/>
          <p:nvPr/>
        </p:nvSpPr>
        <p:spPr>
          <a:xfrm>
            <a:off x="5627160" y="1438200"/>
            <a:ext cx="106560" cy="106920"/>
          </a:xfrm>
          <a:custGeom>
            <a:avLst/>
            <a:gdLst/>
            <a:ahLst/>
            <a:rect l="0" t="0" r="r" b="b"/>
            <a:pathLst>
              <a:path fill="none" w="296" h="297">
                <a:moveTo>
                  <a:pt x="0" y="297"/>
                </a:moveTo>
                <a:lnTo>
                  <a:pt x="296" y="0"/>
                </a:lnTo>
                <a:moveTo>
                  <a:pt x="0" y="0"/>
                </a:moveTo>
                <a:lnTo>
                  <a:pt x="296" y="297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11" name=""/>
          <p:cNvSpPr/>
          <p:nvPr/>
        </p:nvSpPr>
        <p:spPr>
          <a:xfrm>
            <a:off x="5888880" y="1482840"/>
            <a:ext cx="106560" cy="106560"/>
          </a:xfrm>
          <a:custGeom>
            <a:avLst/>
            <a:gdLst/>
            <a:ahLst/>
            <a:rect l="0" t="0" r="r" b="b"/>
            <a:pathLst>
              <a:path w="296" h="296">
                <a:moveTo>
                  <a:pt x="0" y="296"/>
                </a:moveTo>
                <a:lnTo>
                  <a:pt x="296" y="0"/>
                </a:lnTo>
                <a:lnTo>
                  <a:pt x="0" y="296"/>
                </a:lnTo>
                <a:moveTo>
                  <a:pt x="0" y="0"/>
                </a:moveTo>
                <a:lnTo>
                  <a:pt x="296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12" name=""/>
          <p:cNvSpPr/>
          <p:nvPr/>
        </p:nvSpPr>
        <p:spPr>
          <a:xfrm>
            <a:off x="5888880" y="1482840"/>
            <a:ext cx="106560" cy="106560"/>
          </a:xfrm>
          <a:custGeom>
            <a:avLst/>
            <a:gdLst/>
            <a:ahLst/>
            <a:rect l="0" t="0" r="r" b="b"/>
            <a:pathLst>
              <a:path fill="none" w="296" h="296">
                <a:moveTo>
                  <a:pt x="0" y="296"/>
                </a:moveTo>
                <a:lnTo>
                  <a:pt x="296" y="0"/>
                </a:lnTo>
                <a:moveTo>
                  <a:pt x="0" y="0"/>
                </a:moveTo>
                <a:lnTo>
                  <a:pt x="296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13" name=""/>
          <p:cNvSpPr/>
          <p:nvPr/>
        </p:nvSpPr>
        <p:spPr>
          <a:xfrm>
            <a:off x="6150600" y="1567440"/>
            <a:ext cx="106920" cy="106560"/>
          </a:xfrm>
          <a:custGeom>
            <a:avLst/>
            <a:gdLst/>
            <a:ahLst/>
            <a:rect l="0" t="0" r="r" b="b"/>
            <a:pathLst>
              <a:path w="297" h="296">
                <a:moveTo>
                  <a:pt x="0" y="296"/>
                </a:moveTo>
                <a:lnTo>
                  <a:pt x="297" y="0"/>
                </a:lnTo>
                <a:lnTo>
                  <a:pt x="0" y="296"/>
                </a:lnTo>
                <a:moveTo>
                  <a:pt x="0" y="0"/>
                </a:moveTo>
                <a:lnTo>
                  <a:pt x="297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14" name=""/>
          <p:cNvSpPr/>
          <p:nvPr/>
        </p:nvSpPr>
        <p:spPr>
          <a:xfrm>
            <a:off x="6150600" y="1567440"/>
            <a:ext cx="106920" cy="106560"/>
          </a:xfrm>
          <a:custGeom>
            <a:avLst/>
            <a:gdLst/>
            <a:ahLst/>
            <a:rect l="0" t="0" r="r" b="b"/>
            <a:pathLst>
              <a:path fill="none" w="297" h="296">
                <a:moveTo>
                  <a:pt x="0" y="296"/>
                </a:moveTo>
                <a:lnTo>
                  <a:pt x="297" y="0"/>
                </a:lnTo>
                <a:moveTo>
                  <a:pt x="0" y="0"/>
                </a:moveTo>
                <a:lnTo>
                  <a:pt x="297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15" name=""/>
          <p:cNvSpPr/>
          <p:nvPr/>
        </p:nvSpPr>
        <p:spPr>
          <a:xfrm>
            <a:off x="6412320" y="2016360"/>
            <a:ext cx="106920" cy="106560"/>
          </a:xfrm>
          <a:custGeom>
            <a:avLst/>
            <a:gdLst/>
            <a:ahLst/>
            <a:rect l="0" t="0" r="r" b="b"/>
            <a:pathLst>
              <a:path w="297" h="296">
                <a:moveTo>
                  <a:pt x="0" y="296"/>
                </a:moveTo>
                <a:lnTo>
                  <a:pt x="297" y="0"/>
                </a:lnTo>
                <a:lnTo>
                  <a:pt x="0" y="296"/>
                </a:lnTo>
                <a:moveTo>
                  <a:pt x="0" y="0"/>
                </a:moveTo>
                <a:lnTo>
                  <a:pt x="297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16" name=""/>
          <p:cNvSpPr/>
          <p:nvPr/>
        </p:nvSpPr>
        <p:spPr>
          <a:xfrm>
            <a:off x="6412320" y="2016360"/>
            <a:ext cx="106920" cy="106560"/>
          </a:xfrm>
          <a:custGeom>
            <a:avLst/>
            <a:gdLst/>
            <a:ahLst/>
            <a:rect l="0" t="0" r="r" b="b"/>
            <a:pathLst>
              <a:path fill="none" w="297" h="296">
                <a:moveTo>
                  <a:pt x="0" y="296"/>
                </a:moveTo>
                <a:lnTo>
                  <a:pt x="297" y="0"/>
                </a:lnTo>
                <a:moveTo>
                  <a:pt x="0" y="0"/>
                </a:moveTo>
                <a:lnTo>
                  <a:pt x="297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17" name=""/>
          <p:cNvSpPr/>
          <p:nvPr/>
        </p:nvSpPr>
        <p:spPr>
          <a:xfrm>
            <a:off x="7197480" y="2407680"/>
            <a:ext cx="106920" cy="106560"/>
          </a:xfrm>
          <a:custGeom>
            <a:avLst/>
            <a:gdLst/>
            <a:ahLst/>
            <a:rect l="0" t="0" r="r" b="b"/>
            <a:pathLst>
              <a:path w="297" h="296">
                <a:moveTo>
                  <a:pt x="0" y="296"/>
                </a:moveTo>
                <a:lnTo>
                  <a:pt x="297" y="0"/>
                </a:lnTo>
                <a:lnTo>
                  <a:pt x="0" y="296"/>
                </a:lnTo>
                <a:moveTo>
                  <a:pt x="0" y="0"/>
                </a:moveTo>
                <a:lnTo>
                  <a:pt x="297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18" name=""/>
          <p:cNvSpPr/>
          <p:nvPr/>
        </p:nvSpPr>
        <p:spPr>
          <a:xfrm>
            <a:off x="7197480" y="2407680"/>
            <a:ext cx="106920" cy="106560"/>
          </a:xfrm>
          <a:custGeom>
            <a:avLst/>
            <a:gdLst/>
            <a:ahLst/>
            <a:rect l="0" t="0" r="r" b="b"/>
            <a:pathLst>
              <a:path fill="none" w="297" h="296">
                <a:moveTo>
                  <a:pt x="0" y="296"/>
                </a:moveTo>
                <a:lnTo>
                  <a:pt x="297" y="0"/>
                </a:lnTo>
                <a:moveTo>
                  <a:pt x="0" y="0"/>
                </a:moveTo>
                <a:lnTo>
                  <a:pt x="297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19" name=""/>
          <p:cNvSpPr/>
          <p:nvPr/>
        </p:nvSpPr>
        <p:spPr>
          <a:xfrm>
            <a:off x="8767800" y="2709720"/>
            <a:ext cx="106920" cy="106560"/>
          </a:xfrm>
          <a:custGeom>
            <a:avLst/>
            <a:gdLst/>
            <a:ahLst/>
            <a:rect l="0" t="0" r="r" b="b"/>
            <a:pathLst>
              <a:path w="297" h="296">
                <a:moveTo>
                  <a:pt x="0" y="296"/>
                </a:moveTo>
                <a:lnTo>
                  <a:pt x="297" y="0"/>
                </a:lnTo>
                <a:lnTo>
                  <a:pt x="0" y="296"/>
                </a:lnTo>
                <a:moveTo>
                  <a:pt x="0" y="0"/>
                </a:moveTo>
                <a:lnTo>
                  <a:pt x="297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20" name=""/>
          <p:cNvSpPr/>
          <p:nvPr/>
        </p:nvSpPr>
        <p:spPr>
          <a:xfrm>
            <a:off x="8767800" y="2709720"/>
            <a:ext cx="106920" cy="106560"/>
          </a:xfrm>
          <a:custGeom>
            <a:avLst/>
            <a:gdLst/>
            <a:ahLst/>
            <a:rect l="0" t="0" r="r" b="b"/>
            <a:pathLst>
              <a:path fill="none" w="297" h="296">
                <a:moveTo>
                  <a:pt x="0" y="296"/>
                </a:moveTo>
                <a:lnTo>
                  <a:pt x="297" y="0"/>
                </a:lnTo>
                <a:moveTo>
                  <a:pt x="0" y="0"/>
                </a:moveTo>
                <a:lnTo>
                  <a:pt x="297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21" name=""/>
          <p:cNvSpPr/>
          <p:nvPr/>
        </p:nvSpPr>
        <p:spPr>
          <a:xfrm>
            <a:off x="9291240" y="2847960"/>
            <a:ext cx="106920" cy="106560"/>
          </a:xfrm>
          <a:custGeom>
            <a:avLst/>
            <a:gdLst/>
            <a:ahLst/>
            <a:rect l="0" t="0" r="r" b="b"/>
            <a:pathLst>
              <a:path w="297" h="296">
                <a:moveTo>
                  <a:pt x="0" y="296"/>
                </a:moveTo>
                <a:lnTo>
                  <a:pt x="297" y="0"/>
                </a:lnTo>
                <a:lnTo>
                  <a:pt x="0" y="296"/>
                </a:lnTo>
                <a:moveTo>
                  <a:pt x="0" y="0"/>
                </a:moveTo>
                <a:lnTo>
                  <a:pt x="297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22" name=""/>
          <p:cNvSpPr/>
          <p:nvPr/>
        </p:nvSpPr>
        <p:spPr>
          <a:xfrm>
            <a:off x="9291240" y="2847960"/>
            <a:ext cx="106920" cy="106560"/>
          </a:xfrm>
          <a:custGeom>
            <a:avLst/>
            <a:gdLst/>
            <a:ahLst/>
            <a:rect l="0" t="0" r="r" b="b"/>
            <a:pathLst>
              <a:path fill="none" w="297" h="296">
                <a:moveTo>
                  <a:pt x="0" y="296"/>
                </a:moveTo>
                <a:lnTo>
                  <a:pt x="297" y="0"/>
                </a:lnTo>
                <a:moveTo>
                  <a:pt x="0" y="0"/>
                </a:moveTo>
                <a:lnTo>
                  <a:pt x="297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23" name=""/>
          <p:cNvSpPr/>
          <p:nvPr/>
        </p:nvSpPr>
        <p:spPr>
          <a:xfrm>
            <a:off x="9814680" y="3060720"/>
            <a:ext cx="106920" cy="106560"/>
          </a:xfrm>
          <a:custGeom>
            <a:avLst/>
            <a:gdLst/>
            <a:ahLst/>
            <a:rect l="0" t="0" r="r" b="b"/>
            <a:pathLst>
              <a:path w="297" h="296">
                <a:moveTo>
                  <a:pt x="0" y="296"/>
                </a:moveTo>
                <a:lnTo>
                  <a:pt x="297" y="0"/>
                </a:lnTo>
                <a:lnTo>
                  <a:pt x="0" y="296"/>
                </a:lnTo>
                <a:moveTo>
                  <a:pt x="0" y="0"/>
                </a:moveTo>
                <a:lnTo>
                  <a:pt x="297" y="296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24" name=""/>
          <p:cNvSpPr/>
          <p:nvPr/>
        </p:nvSpPr>
        <p:spPr>
          <a:xfrm>
            <a:off x="9814680" y="3060720"/>
            <a:ext cx="106920" cy="106560"/>
          </a:xfrm>
          <a:custGeom>
            <a:avLst/>
            <a:gdLst/>
            <a:ahLst/>
            <a:rect l="0" t="0" r="r" b="b"/>
            <a:pathLst>
              <a:path fill="none" w="297" h="296">
                <a:moveTo>
                  <a:pt x="0" y="296"/>
                </a:moveTo>
                <a:lnTo>
                  <a:pt x="297" y="0"/>
                </a:lnTo>
                <a:moveTo>
                  <a:pt x="0" y="0"/>
                </a:moveTo>
                <a:lnTo>
                  <a:pt x="297" y="296"/>
                </a:lnTo>
              </a:path>
            </a:pathLst>
          </a:custGeom>
          <a:ln w="27720">
            <a:solidFill>
              <a:srgbClr val="c01a1a"/>
            </a:solidFill>
            <a:round/>
          </a:ln>
        </p:spPr>
      </p:sp>
      <p:sp>
        <p:nvSpPr>
          <p:cNvPr id="225" name=""/>
          <p:cNvSpPr/>
          <p:nvPr/>
        </p:nvSpPr>
        <p:spPr>
          <a:xfrm>
            <a:off x="8568000" y="151560"/>
            <a:ext cx="1658880" cy="586080"/>
          </a:xfrm>
          <a:custGeom>
            <a:avLst/>
            <a:gdLst/>
            <a:ahLst/>
            <a:rect l="0" t="0" r="r" b="b"/>
            <a:pathLst>
              <a:path w="4608" h="1628">
                <a:moveTo>
                  <a:pt x="67" y="1628"/>
                </a:moveTo>
                <a:lnTo>
                  <a:pt x="4541" y="1628"/>
                </a:lnTo>
                <a:cubicBezTo>
                  <a:pt x="4585" y="1628"/>
                  <a:pt x="4608" y="1606"/>
                  <a:pt x="4608" y="1561"/>
                </a:cubicBezTo>
                <a:lnTo>
                  <a:pt x="4608" y="67"/>
                </a:lnTo>
                <a:cubicBezTo>
                  <a:pt x="4608" y="22"/>
                  <a:pt x="4585" y="0"/>
                  <a:pt x="4541" y="0"/>
                </a:cubicBezTo>
                <a:lnTo>
                  <a:pt x="67" y="0"/>
                </a:lnTo>
                <a:cubicBezTo>
                  <a:pt x="22" y="0"/>
                  <a:pt x="0" y="22"/>
                  <a:pt x="0" y="67"/>
                </a:cubicBezTo>
                <a:lnTo>
                  <a:pt x="0" y="1561"/>
                </a:lnTo>
                <a:cubicBezTo>
                  <a:pt x="0" y="1606"/>
                  <a:pt x="22" y="1628"/>
                  <a:pt x="67" y="1628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2600">
            <a:solidFill>
              <a:srgbClr val="0e2a47">
                <a:alpha val="95000"/>
              </a:srgbClr>
            </a:solidFill>
            <a:miter/>
          </a:ln>
        </p:spPr>
      </p:sp>
      <p:sp>
        <p:nvSpPr>
          <p:cNvPr id="226" name=""/>
          <p:cNvSpPr/>
          <p:nvPr/>
        </p:nvSpPr>
        <p:spPr>
          <a:xfrm>
            <a:off x="8616240" y="211680"/>
            <a:ext cx="241560" cy="84960"/>
          </a:xfrm>
          <a:custGeom>
            <a:avLst/>
            <a:gdLst/>
            <a:ahLst/>
            <a:rect l="0" t="0" r="r" b="b"/>
            <a:pathLst>
              <a:path w="671" h="236">
                <a:moveTo>
                  <a:pt x="0" y="236"/>
                </a:moveTo>
                <a:lnTo>
                  <a:pt x="671" y="236"/>
                </a:lnTo>
                <a:lnTo>
                  <a:pt x="671" y="0"/>
                </a:lnTo>
                <a:lnTo>
                  <a:pt x="0" y="0"/>
                </a:lnTo>
                <a:lnTo>
                  <a:pt x="0" y="236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227" name=""/>
          <p:cNvSpPr txBox="1"/>
          <p:nvPr/>
        </p:nvSpPr>
        <p:spPr>
          <a:xfrm>
            <a:off x="1166400" y="209880"/>
            <a:ext cx="2533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LASSO LR LOOCV accuracy = 65.7%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8616240" y="394920"/>
            <a:ext cx="241560" cy="84960"/>
          </a:xfrm>
          <a:custGeom>
            <a:avLst/>
            <a:gdLst/>
            <a:ahLst/>
            <a:rect l="0" t="0" r="r" b="b"/>
            <a:pathLst>
              <a:path w="671" h="236">
                <a:moveTo>
                  <a:pt x="0" y="236"/>
                </a:moveTo>
                <a:lnTo>
                  <a:pt x="671" y="236"/>
                </a:lnTo>
                <a:lnTo>
                  <a:pt x="671" y="0"/>
                </a:lnTo>
                <a:lnTo>
                  <a:pt x="0" y="0"/>
                </a:lnTo>
                <a:lnTo>
                  <a:pt x="0" y="236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229" name=""/>
          <p:cNvSpPr txBox="1"/>
          <p:nvPr/>
        </p:nvSpPr>
        <p:spPr>
          <a:xfrm>
            <a:off x="8954280" y="184680"/>
            <a:ext cx="10720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True good (n=18)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8673120" y="55692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0" y="354"/>
                </a:moveTo>
                <a:lnTo>
                  <a:pt x="354" y="0"/>
                </a:lnTo>
                <a:lnTo>
                  <a:pt x="0" y="354"/>
                </a:lnTo>
                <a:moveTo>
                  <a:pt x="0" y="0"/>
                </a:moveTo>
                <a:lnTo>
                  <a:pt x="354" y="354"/>
                </a:lnTo>
                <a:lnTo>
                  <a:pt x="0" y="0"/>
                </a:lnTo>
                <a:close/>
              </a:path>
            </a:pathLst>
          </a:custGeom>
          <a:solidFill>
            <a:srgbClr val="c01a1a"/>
          </a:solidFill>
          <a:ln w="0">
            <a:noFill/>
          </a:ln>
        </p:spPr>
      </p:sp>
      <p:sp>
        <p:nvSpPr>
          <p:cNvPr id="231" name=""/>
          <p:cNvSpPr/>
          <p:nvPr/>
        </p:nvSpPr>
        <p:spPr>
          <a:xfrm>
            <a:off x="8673120" y="556920"/>
            <a:ext cx="127440" cy="127440"/>
          </a:xfrm>
          <a:custGeom>
            <a:avLst/>
            <a:gdLst/>
            <a:ahLst/>
            <a:rect l="0" t="0" r="r" b="b"/>
            <a:pathLst>
              <a:path fill="none" w="354" h="354">
                <a:moveTo>
                  <a:pt x="0" y="354"/>
                </a:moveTo>
                <a:lnTo>
                  <a:pt x="354" y="0"/>
                </a:lnTo>
                <a:moveTo>
                  <a:pt x="0" y="0"/>
                </a:moveTo>
                <a:lnTo>
                  <a:pt x="354" y="354"/>
                </a:lnTo>
              </a:path>
            </a:pathLst>
          </a:custGeom>
          <a:ln w="12600">
            <a:solidFill>
              <a:srgbClr val="c01a1a"/>
            </a:solidFill>
            <a:round/>
          </a:ln>
        </p:spPr>
      </p:sp>
      <p:sp>
        <p:nvSpPr>
          <p:cNvPr id="232" name=""/>
          <p:cNvSpPr txBox="1"/>
          <p:nvPr/>
        </p:nvSpPr>
        <p:spPr>
          <a:xfrm>
            <a:off x="8954280" y="367560"/>
            <a:ext cx="10447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True poor (n=17)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33" name=""/>
          <p:cNvSpPr txBox="1"/>
          <p:nvPr/>
        </p:nvSpPr>
        <p:spPr>
          <a:xfrm>
            <a:off x="8954280" y="550800"/>
            <a:ext cx="1220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Misclassified (n=12)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5F — Per-subject predicted probability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2000240" cy="5378400"/>
          </a:xfrm>
          <a:custGeom>
            <a:avLst/>
            <a:gdLst/>
            <a:ahLst/>
            <a:rect l="0" t="0" r="r" b="b"/>
            <a:pathLst>
              <a:path w="33334" h="14940">
                <a:moveTo>
                  <a:pt x="0" y="14940"/>
                </a:moveTo>
                <a:lnTo>
                  <a:pt x="33334" y="14940"/>
                </a:lnTo>
                <a:lnTo>
                  <a:pt x="33334" y="0"/>
                </a:lnTo>
                <a:lnTo>
                  <a:pt x="0" y="0"/>
                </a:lnTo>
                <a:lnTo>
                  <a:pt x="0" y="149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211400" y="429840"/>
            <a:ext cx="3616920" cy="4471920"/>
          </a:xfrm>
          <a:custGeom>
            <a:avLst/>
            <a:gdLst/>
            <a:ahLst/>
            <a:rect l="0" t="0" r="r" b="b"/>
            <a:pathLst>
              <a:path w="10047" h="12422">
                <a:moveTo>
                  <a:pt x="0" y="12422"/>
                </a:moveTo>
                <a:lnTo>
                  <a:pt x="10047" y="12422"/>
                </a:lnTo>
                <a:lnTo>
                  <a:pt x="10047" y="0"/>
                </a:lnTo>
                <a:lnTo>
                  <a:pt x="0" y="0"/>
                </a:lnTo>
                <a:lnTo>
                  <a:pt x="0" y="124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 flipV="1">
            <a:off x="2617920" y="429840"/>
            <a:ext cx="0" cy="4471560"/>
          </a:xfrm>
          <a:prstGeom prst="line">
            <a:avLst/>
          </a:prstGeom>
          <a:ln cap="sq"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9" name=""/>
          <p:cNvSpPr/>
          <p:nvPr/>
        </p:nvSpPr>
        <p:spPr>
          <a:xfrm>
            <a:off x="161316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0" name=""/>
          <p:cNvSpPr/>
          <p:nvPr/>
        </p:nvSpPr>
        <p:spPr>
          <a:xfrm>
            <a:off x="161316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" name=""/>
          <p:cNvSpPr/>
          <p:nvPr/>
        </p:nvSpPr>
        <p:spPr>
          <a:xfrm>
            <a:off x="1472400" y="5041440"/>
            <a:ext cx="79920" cy="11160"/>
          </a:xfrm>
          <a:custGeom>
            <a:avLst/>
            <a:gdLst/>
            <a:ahLst/>
            <a:rect l="0" t="0" r="r" b="b"/>
            <a:pathLst>
              <a:path w="222" h="31">
                <a:moveTo>
                  <a:pt x="0" y="0"/>
                </a:moveTo>
                <a:lnTo>
                  <a:pt x="222" y="0"/>
                </a:lnTo>
                <a:lnTo>
                  <a:pt x="222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211572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3" name=""/>
          <p:cNvSpPr/>
          <p:nvPr/>
        </p:nvSpPr>
        <p:spPr>
          <a:xfrm>
            <a:off x="211572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 txBox="1"/>
          <p:nvPr/>
        </p:nvSpPr>
        <p:spPr>
          <a:xfrm>
            <a:off x="156564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1974960" y="5041440"/>
            <a:ext cx="79920" cy="11160"/>
          </a:xfrm>
          <a:custGeom>
            <a:avLst/>
            <a:gdLst/>
            <a:ahLst/>
            <a:rect l="0" t="0" r="r" b="b"/>
            <a:pathLst>
              <a:path w="222" h="31">
                <a:moveTo>
                  <a:pt x="0" y="0"/>
                </a:moveTo>
                <a:lnTo>
                  <a:pt x="222" y="0"/>
                </a:lnTo>
                <a:lnTo>
                  <a:pt x="222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6" name=""/>
          <p:cNvSpPr/>
          <p:nvPr/>
        </p:nvSpPr>
        <p:spPr>
          <a:xfrm>
            <a:off x="261792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61792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06784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312012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312012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51712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362268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362268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01932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412488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412488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352188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462708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462708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402408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452628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>
            <a:off x="1364040" y="5142600"/>
            <a:ext cx="8816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Standardized 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2329920" y="5142600"/>
            <a:ext cx="979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signature (pre 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2243880" y="5167800"/>
            <a:ext cx="84960" cy="92880"/>
          </a:xfrm>
          <a:custGeom>
            <a:avLst/>
            <a:gdLst/>
            <a:ahLst/>
            <a:rect l="0" t="0" r="r" b="b"/>
            <a:pathLst>
              <a:path w="236" h="258">
                <a:moveTo>
                  <a:pt x="117" y="34"/>
                </a:moveTo>
                <a:lnTo>
                  <a:pt x="47" y="229"/>
                </a:lnTo>
                <a:lnTo>
                  <a:pt x="188" y="229"/>
                </a:lnTo>
                <a:lnTo>
                  <a:pt x="117" y="34"/>
                </a:lnTo>
                <a:moveTo>
                  <a:pt x="0" y="258"/>
                </a:moveTo>
                <a:lnTo>
                  <a:pt x="98" y="0"/>
                </a:lnTo>
                <a:lnTo>
                  <a:pt x="137" y="0"/>
                </a:lnTo>
                <a:lnTo>
                  <a:pt x="236" y="258"/>
                </a:lnTo>
                <a:lnTo>
                  <a:pt x="0" y="258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>
            <a:off x="3313800" y="5193360"/>
            <a:ext cx="93600" cy="54720"/>
          </a:xfrm>
          <a:custGeom>
            <a:avLst/>
            <a:gdLst/>
            <a:ahLst/>
            <a:rect l="0" t="0" r="r" b="b"/>
            <a:pathLst>
              <a:path w="260" h="152">
                <a:moveTo>
                  <a:pt x="260" y="69"/>
                </a:moveTo>
                <a:lnTo>
                  <a:pt x="260" y="84"/>
                </a:lnTo>
                <a:lnTo>
                  <a:pt x="191" y="152"/>
                </a:lnTo>
                <a:lnTo>
                  <a:pt x="170" y="131"/>
                </a:lnTo>
                <a:lnTo>
                  <a:pt x="210" y="91"/>
                </a:lnTo>
                <a:lnTo>
                  <a:pt x="0" y="91"/>
                </a:lnTo>
                <a:lnTo>
                  <a:pt x="0" y="62"/>
                </a:lnTo>
                <a:lnTo>
                  <a:pt x="210" y="62"/>
                </a:lnTo>
                <a:lnTo>
                  <a:pt x="170" y="20"/>
                </a:lnTo>
                <a:lnTo>
                  <a:pt x="191" y="0"/>
                </a:lnTo>
                <a:lnTo>
                  <a:pt x="260" y="69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>
            <a:off x="1167120" y="7207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7" name=""/>
          <p:cNvSpPr/>
          <p:nvPr/>
        </p:nvSpPr>
        <p:spPr>
          <a:xfrm flipH="1">
            <a:off x="1167120" y="7207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 txBox="1"/>
          <p:nvPr/>
        </p:nvSpPr>
        <p:spPr>
          <a:xfrm>
            <a:off x="3413160" y="5142600"/>
            <a:ext cx="12596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post, z per feature)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1167120" y="12070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0" name=""/>
          <p:cNvSpPr/>
          <p:nvPr/>
        </p:nvSpPr>
        <p:spPr>
          <a:xfrm flipH="1">
            <a:off x="1167120" y="12070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 txBox="1"/>
          <p:nvPr/>
        </p:nvSpPr>
        <p:spPr>
          <a:xfrm>
            <a:off x="527760" y="651240"/>
            <a:ext cx="592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missense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2" name=""/>
          <p:cNvSpPr/>
          <p:nvPr/>
        </p:nvSpPr>
        <p:spPr>
          <a:xfrm>
            <a:off x="1167120" y="16930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3" name=""/>
          <p:cNvSpPr/>
          <p:nvPr/>
        </p:nvSpPr>
        <p:spPr>
          <a:xfrm flipH="1">
            <a:off x="1167120" y="16930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 txBox="1"/>
          <p:nvPr/>
        </p:nvSpPr>
        <p:spPr>
          <a:xfrm>
            <a:off x="795240" y="1137600"/>
            <a:ext cx="329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SBS5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1167120" y="217944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6" name=""/>
          <p:cNvSpPr/>
          <p:nvPr/>
        </p:nvSpPr>
        <p:spPr>
          <a:xfrm flipH="1">
            <a:off x="1167120" y="217944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" name=""/>
          <p:cNvSpPr txBox="1"/>
          <p:nvPr/>
        </p:nvSpPr>
        <p:spPr>
          <a:xfrm>
            <a:off x="526680" y="1623600"/>
            <a:ext cx="595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neo_sites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1167120" y="266580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9" name=""/>
          <p:cNvSpPr/>
          <p:nvPr/>
        </p:nvSpPr>
        <p:spPr>
          <a:xfrm flipH="1">
            <a:off x="1167120" y="266580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 txBox="1"/>
          <p:nvPr/>
        </p:nvSpPr>
        <p:spPr>
          <a:xfrm>
            <a:off x="348840" y="2109960"/>
            <a:ext cx="773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neo_binders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1167120" y="315180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82" name=""/>
          <p:cNvSpPr/>
          <p:nvPr/>
        </p:nvSpPr>
        <p:spPr>
          <a:xfrm flipH="1">
            <a:off x="1167120" y="315180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 txBox="1"/>
          <p:nvPr/>
        </p:nvSpPr>
        <p:spPr>
          <a:xfrm>
            <a:off x="690480" y="2595240"/>
            <a:ext cx="4305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MHC_II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1167120" y="36381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85" name=""/>
          <p:cNvSpPr/>
          <p:nvPr/>
        </p:nvSpPr>
        <p:spPr>
          <a:xfrm flipH="1">
            <a:off x="1167120" y="36381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 txBox="1"/>
          <p:nvPr/>
        </p:nvSpPr>
        <p:spPr>
          <a:xfrm>
            <a:off x="856440" y="3082320"/>
            <a:ext cx="288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Treg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1167120" y="41241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88" name=""/>
          <p:cNvSpPr/>
          <p:nvPr/>
        </p:nvSpPr>
        <p:spPr>
          <a:xfrm flipH="1">
            <a:off x="1167120" y="41241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" name=""/>
          <p:cNvSpPr txBox="1"/>
          <p:nvPr/>
        </p:nvSpPr>
        <p:spPr>
          <a:xfrm>
            <a:off x="91440" y="3568680"/>
            <a:ext cx="1032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CD8_exhaustion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1167120" y="46105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1" name=""/>
          <p:cNvSpPr/>
          <p:nvPr/>
        </p:nvSpPr>
        <p:spPr>
          <a:xfrm flipH="1">
            <a:off x="1167120" y="46105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 txBox="1"/>
          <p:nvPr/>
        </p:nvSpPr>
        <p:spPr>
          <a:xfrm>
            <a:off x="262080" y="4055040"/>
            <a:ext cx="861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TRB_shannon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1613160" y="633240"/>
            <a:ext cx="116352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/>
          <p:nvPr/>
        </p:nvSpPr>
        <p:spPr>
          <a:xfrm>
            <a:off x="1613160" y="59508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95" name=""/>
          <p:cNvSpPr/>
          <p:nvPr/>
        </p:nvSpPr>
        <p:spPr>
          <a:xfrm flipV="1">
            <a:off x="1613160" y="59508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/>
          <p:nvPr/>
        </p:nvSpPr>
        <p:spPr>
          <a:xfrm>
            <a:off x="2776680" y="59508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97" name=""/>
          <p:cNvSpPr/>
          <p:nvPr/>
        </p:nvSpPr>
        <p:spPr>
          <a:xfrm flipV="1">
            <a:off x="2776680" y="59508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/>
          <p:nvPr/>
        </p:nvSpPr>
        <p:spPr>
          <a:xfrm>
            <a:off x="2283120" y="808200"/>
            <a:ext cx="34380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/>
          <p:nvPr/>
        </p:nvSpPr>
        <p:spPr>
          <a:xfrm>
            <a:off x="2283120" y="77004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00" name=""/>
          <p:cNvSpPr/>
          <p:nvPr/>
        </p:nvSpPr>
        <p:spPr>
          <a:xfrm flipV="1">
            <a:off x="2283120" y="77004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/>
          <p:nvPr/>
        </p:nvSpPr>
        <p:spPr>
          <a:xfrm>
            <a:off x="2626920" y="77004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02" name=""/>
          <p:cNvSpPr/>
          <p:nvPr/>
        </p:nvSpPr>
        <p:spPr>
          <a:xfrm flipV="1">
            <a:off x="2626920" y="77004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/>
          <p:nvPr/>
        </p:nvSpPr>
        <p:spPr>
          <a:xfrm>
            <a:off x="1613160" y="1119600"/>
            <a:ext cx="56124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/>
          <p:nvPr/>
        </p:nvSpPr>
        <p:spPr>
          <a:xfrm>
            <a:off x="1613160" y="108144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05" name=""/>
          <p:cNvSpPr/>
          <p:nvPr/>
        </p:nvSpPr>
        <p:spPr>
          <a:xfrm flipV="1">
            <a:off x="1613160" y="108144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/>
          <p:nvPr/>
        </p:nvSpPr>
        <p:spPr>
          <a:xfrm>
            <a:off x="2174400" y="108144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 flipV="1">
            <a:off x="2174400" y="108144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/>
          <p:nvPr/>
        </p:nvSpPr>
        <p:spPr>
          <a:xfrm>
            <a:off x="2167560" y="1294560"/>
            <a:ext cx="51264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/>
          <p:nvPr/>
        </p:nvSpPr>
        <p:spPr>
          <a:xfrm>
            <a:off x="2167560" y="125640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 flipV="1">
            <a:off x="2167560" y="125640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/>
          <p:nvPr/>
        </p:nvSpPr>
        <p:spPr>
          <a:xfrm>
            <a:off x="2680200" y="125640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12" name=""/>
          <p:cNvSpPr/>
          <p:nvPr/>
        </p:nvSpPr>
        <p:spPr>
          <a:xfrm flipV="1">
            <a:off x="2680200" y="125640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" name=""/>
          <p:cNvSpPr/>
          <p:nvPr/>
        </p:nvSpPr>
        <p:spPr>
          <a:xfrm>
            <a:off x="1613160" y="1605600"/>
            <a:ext cx="70812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/>
          <p:nvPr/>
        </p:nvSpPr>
        <p:spPr>
          <a:xfrm>
            <a:off x="1613160" y="156744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15" name=""/>
          <p:cNvSpPr/>
          <p:nvPr/>
        </p:nvSpPr>
        <p:spPr>
          <a:xfrm flipV="1">
            <a:off x="1613160" y="156744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/>
          <p:nvPr/>
        </p:nvSpPr>
        <p:spPr>
          <a:xfrm>
            <a:off x="2321280" y="156744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 flipV="1">
            <a:off x="2321280" y="156744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/>
          <p:nvPr/>
        </p:nvSpPr>
        <p:spPr>
          <a:xfrm>
            <a:off x="2104200" y="1780560"/>
            <a:ext cx="44532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" name=""/>
          <p:cNvSpPr/>
          <p:nvPr/>
        </p:nvSpPr>
        <p:spPr>
          <a:xfrm>
            <a:off x="2104200" y="174276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 flipV="1">
            <a:off x="2104200" y="1742760"/>
            <a:ext cx="0" cy="7596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>
            <a:off x="2549520" y="174276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 flipV="1">
            <a:off x="2549520" y="1742760"/>
            <a:ext cx="0" cy="7596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/>
          <p:nvPr/>
        </p:nvSpPr>
        <p:spPr>
          <a:xfrm>
            <a:off x="1613160" y="2091960"/>
            <a:ext cx="80748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>
            <a:off x="1613160" y="205380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 flipV="1">
            <a:off x="1613160" y="205380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>
            <a:off x="2420640" y="205380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27" name=""/>
          <p:cNvSpPr/>
          <p:nvPr/>
        </p:nvSpPr>
        <p:spPr>
          <a:xfrm flipV="1">
            <a:off x="2420640" y="205380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/>
          <p:nvPr/>
        </p:nvSpPr>
        <p:spPr>
          <a:xfrm>
            <a:off x="2159640" y="2266920"/>
            <a:ext cx="37656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>
            <a:off x="2159640" y="22287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30" name=""/>
          <p:cNvSpPr/>
          <p:nvPr/>
        </p:nvSpPr>
        <p:spPr>
          <a:xfrm flipV="1">
            <a:off x="2159640" y="222876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>
            <a:off x="2536200" y="22287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32" name=""/>
          <p:cNvSpPr/>
          <p:nvPr/>
        </p:nvSpPr>
        <p:spPr>
          <a:xfrm flipV="1">
            <a:off x="2536200" y="222876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/>
          <p:nvPr/>
        </p:nvSpPr>
        <p:spPr>
          <a:xfrm>
            <a:off x="2900520" y="2577960"/>
            <a:ext cx="72216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2900520" y="254016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35" name=""/>
          <p:cNvSpPr/>
          <p:nvPr/>
        </p:nvSpPr>
        <p:spPr>
          <a:xfrm flipV="1">
            <a:off x="2900520" y="254016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3622680" y="254016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 flipV="1">
            <a:off x="3622680" y="254016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2068560" y="2753280"/>
            <a:ext cx="108828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>
            <a:off x="2068560" y="27151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 flipV="1">
            <a:off x="2068560" y="271512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/>
          <p:nvPr/>
        </p:nvSpPr>
        <p:spPr>
          <a:xfrm>
            <a:off x="3156840" y="27151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 flipV="1">
            <a:off x="3156840" y="271512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/>
          <p:nvPr/>
        </p:nvSpPr>
        <p:spPr>
          <a:xfrm>
            <a:off x="2811960" y="3064320"/>
            <a:ext cx="81072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/>
          <p:nvPr/>
        </p:nvSpPr>
        <p:spPr>
          <a:xfrm>
            <a:off x="2811960" y="30261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 flipV="1">
            <a:off x="2811960" y="302616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/>
          <p:nvPr/>
        </p:nvSpPr>
        <p:spPr>
          <a:xfrm>
            <a:off x="3622680" y="30261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 flipV="1">
            <a:off x="3622680" y="302616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/>
          <p:nvPr/>
        </p:nvSpPr>
        <p:spPr>
          <a:xfrm>
            <a:off x="2372400" y="3239280"/>
            <a:ext cx="74772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/>
          <p:nvPr/>
        </p:nvSpPr>
        <p:spPr>
          <a:xfrm>
            <a:off x="2372400" y="32011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50" name=""/>
          <p:cNvSpPr/>
          <p:nvPr/>
        </p:nvSpPr>
        <p:spPr>
          <a:xfrm flipV="1">
            <a:off x="2372400" y="320112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/>
          <p:nvPr/>
        </p:nvSpPr>
        <p:spPr>
          <a:xfrm>
            <a:off x="3120120" y="32011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 flipV="1">
            <a:off x="3120120" y="320112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/>
          <p:nvPr/>
        </p:nvSpPr>
        <p:spPr>
          <a:xfrm>
            <a:off x="2760480" y="3550680"/>
            <a:ext cx="86220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4" name=""/>
          <p:cNvSpPr/>
          <p:nvPr/>
        </p:nvSpPr>
        <p:spPr>
          <a:xfrm>
            <a:off x="2760480" y="35125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 flipV="1">
            <a:off x="2760480" y="351252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/>
          <p:nvPr/>
        </p:nvSpPr>
        <p:spPr>
          <a:xfrm>
            <a:off x="3622680" y="35125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57" name=""/>
          <p:cNvSpPr/>
          <p:nvPr/>
        </p:nvSpPr>
        <p:spPr>
          <a:xfrm flipV="1">
            <a:off x="3622680" y="351252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8" name=""/>
          <p:cNvSpPr/>
          <p:nvPr/>
        </p:nvSpPr>
        <p:spPr>
          <a:xfrm>
            <a:off x="2171520" y="3725640"/>
            <a:ext cx="59508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/>
          <p:nvPr/>
        </p:nvSpPr>
        <p:spPr>
          <a:xfrm>
            <a:off x="2171520" y="368748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60" name=""/>
          <p:cNvSpPr/>
          <p:nvPr/>
        </p:nvSpPr>
        <p:spPr>
          <a:xfrm flipV="1">
            <a:off x="2171520" y="368748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1" name=""/>
          <p:cNvSpPr/>
          <p:nvPr/>
        </p:nvSpPr>
        <p:spPr>
          <a:xfrm>
            <a:off x="2766600" y="368748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62" name=""/>
          <p:cNvSpPr/>
          <p:nvPr/>
        </p:nvSpPr>
        <p:spPr>
          <a:xfrm flipV="1">
            <a:off x="2766600" y="368748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3" name=""/>
          <p:cNvSpPr/>
          <p:nvPr/>
        </p:nvSpPr>
        <p:spPr>
          <a:xfrm>
            <a:off x="2048400" y="4036680"/>
            <a:ext cx="157428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4" name=""/>
          <p:cNvSpPr/>
          <p:nvPr/>
        </p:nvSpPr>
        <p:spPr>
          <a:xfrm>
            <a:off x="2048400" y="399888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65" name=""/>
          <p:cNvSpPr/>
          <p:nvPr/>
        </p:nvSpPr>
        <p:spPr>
          <a:xfrm flipV="1">
            <a:off x="2048400" y="399888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/>
          <p:nvPr/>
        </p:nvSpPr>
        <p:spPr>
          <a:xfrm>
            <a:off x="3622680" y="399888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 flipV="1">
            <a:off x="3622680" y="399888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/>
          <p:nvPr/>
        </p:nvSpPr>
        <p:spPr>
          <a:xfrm>
            <a:off x="1665000" y="4212000"/>
            <a:ext cx="148104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9" name=""/>
          <p:cNvSpPr/>
          <p:nvPr/>
        </p:nvSpPr>
        <p:spPr>
          <a:xfrm>
            <a:off x="1665000" y="417384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 flipV="1">
            <a:off x="1665000" y="4173840"/>
            <a:ext cx="0" cy="7596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/>
          <p:nvPr/>
        </p:nvSpPr>
        <p:spPr>
          <a:xfrm>
            <a:off x="3146040" y="417384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72" name=""/>
          <p:cNvSpPr/>
          <p:nvPr/>
        </p:nvSpPr>
        <p:spPr>
          <a:xfrm flipV="1">
            <a:off x="3146040" y="4173840"/>
            <a:ext cx="0" cy="7596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3" name=""/>
          <p:cNvSpPr/>
          <p:nvPr/>
        </p:nvSpPr>
        <p:spPr>
          <a:xfrm>
            <a:off x="2617920" y="4523040"/>
            <a:ext cx="100476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/>
          <p:nvPr/>
        </p:nvSpPr>
        <p:spPr>
          <a:xfrm>
            <a:off x="2617920" y="448488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75" name=""/>
          <p:cNvSpPr/>
          <p:nvPr/>
        </p:nvSpPr>
        <p:spPr>
          <a:xfrm flipV="1">
            <a:off x="2617920" y="448488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6" name=""/>
          <p:cNvSpPr/>
          <p:nvPr/>
        </p:nvSpPr>
        <p:spPr>
          <a:xfrm>
            <a:off x="3622680" y="448488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77" name=""/>
          <p:cNvSpPr/>
          <p:nvPr/>
        </p:nvSpPr>
        <p:spPr>
          <a:xfrm flipV="1">
            <a:off x="3622680" y="448488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/>
          <p:nvPr/>
        </p:nvSpPr>
        <p:spPr>
          <a:xfrm>
            <a:off x="2383920" y="4698000"/>
            <a:ext cx="83016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9" name=""/>
          <p:cNvSpPr/>
          <p:nvPr/>
        </p:nvSpPr>
        <p:spPr>
          <a:xfrm>
            <a:off x="2383920" y="465984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80" name=""/>
          <p:cNvSpPr/>
          <p:nvPr/>
        </p:nvSpPr>
        <p:spPr>
          <a:xfrm flipV="1">
            <a:off x="2383920" y="465984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/>
          <p:nvPr/>
        </p:nvSpPr>
        <p:spPr>
          <a:xfrm>
            <a:off x="3214080" y="465984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182" name=""/>
          <p:cNvSpPr/>
          <p:nvPr/>
        </p:nvSpPr>
        <p:spPr>
          <a:xfrm flipV="1">
            <a:off x="3214080" y="465984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/>
          <p:nvPr/>
        </p:nvSpPr>
        <p:spPr>
          <a:xfrm>
            <a:off x="1842120" y="588960"/>
            <a:ext cx="89280" cy="88920"/>
          </a:xfrm>
          <a:custGeom>
            <a:avLst/>
            <a:gdLst/>
            <a:ahLst/>
            <a:rect l="0" t="0" r="r" b="b"/>
            <a:pathLst>
              <a:path w="248" h="247">
                <a:moveTo>
                  <a:pt x="123" y="247"/>
                </a:moveTo>
                <a:cubicBezTo>
                  <a:pt x="156" y="247"/>
                  <a:pt x="188" y="234"/>
                  <a:pt x="212" y="211"/>
                </a:cubicBezTo>
                <a:cubicBezTo>
                  <a:pt x="235" y="187"/>
                  <a:pt x="248" y="156"/>
                  <a:pt x="248" y="123"/>
                </a:cubicBezTo>
                <a:cubicBezTo>
                  <a:pt x="248" y="90"/>
                  <a:pt x="235" y="59"/>
                  <a:pt x="212" y="36"/>
                </a:cubicBezTo>
                <a:cubicBezTo>
                  <a:pt x="188" y="13"/>
                  <a:pt x="156" y="0"/>
                  <a:pt x="123" y="0"/>
                </a:cubicBezTo>
                <a:cubicBezTo>
                  <a:pt x="90" y="0"/>
                  <a:pt x="59" y="13"/>
                  <a:pt x="36" y="36"/>
                </a:cubicBezTo>
                <a:cubicBezTo>
                  <a:pt x="13" y="59"/>
                  <a:pt x="0" y="90"/>
                  <a:pt x="0" y="123"/>
                </a:cubicBezTo>
                <a:cubicBezTo>
                  <a:pt x="0" y="156"/>
                  <a:pt x="13" y="187"/>
                  <a:pt x="36" y="211"/>
                </a:cubicBezTo>
                <a:cubicBezTo>
                  <a:pt x="59" y="234"/>
                  <a:pt x="90" y="247"/>
                  <a:pt x="123" y="247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84" name=""/>
          <p:cNvSpPr/>
          <p:nvPr/>
        </p:nvSpPr>
        <p:spPr>
          <a:xfrm>
            <a:off x="2571120" y="77004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0" y="213"/>
                </a:moveTo>
                <a:lnTo>
                  <a:pt x="212" y="213"/>
                </a:lnTo>
                <a:lnTo>
                  <a:pt x="212" y="0"/>
                </a:lnTo>
                <a:lnTo>
                  <a:pt x="0" y="0"/>
                </a:lnTo>
                <a:lnTo>
                  <a:pt x="0" y="213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185" name=""/>
          <p:cNvSpPr/>
          <p:nvPr/>
        </p:nvSpPr>
        <p:spPr>
          <a:xfrm>
            <a:off x="2046960" y="107496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124" y="248"/>
                </a:moveTo>
                <a:cubicBezTo>
                  <a:pt x="157" y="248"/>
                  <a:pt x="188" y="235"/>
                  <a:pt x="212" y="212"/>
                </a:cubicBezTo>
                <a:cubicBezTo>
                  <a:pt x="235" y="189"/>
                  <a:pt x="248" y="157"/>
                  <a:pt x="248" y="125"/>
                </a:cubicBezTo>
                <a:cubicBezTo>
                  <a:pt x="248" y="92"/>
                  <a:pt x="235" y="59"/>
                  <a:pt x="212" y="36"/>
                </a:cubicBezTo>
                <a:cubicBezTo>
                  <a:pt x="188" y="13"/>
                  <a:pt x="157" y="0"/>
                  <a:pt x="124" y="0"/>
                </a:cubicBezTo>
                <a:cubicBezTo>
                  <a:pt x="91" y="0"/>
                  <a:pt x="59" y="13"/>
                  <a:pt x="36" y="36"/>
                </a:cubicBezTo>
                <a:cubicBezTo>
                  <a:pt x="13" y="59"/>
                  <a:pt x="0" y="92"/>
                  <a:pt x="0" y="125"/>
                </a:cubicBezTo>
                <a:cubicBezTo>
                  <a:pt x="0" y="157"/>
                  <a:pt x="13" y="189"/>
                  <a:pt x="36" y="212"/>
                </a:cubicBezTo>
                <a:cubicBezTo>
                  <a:pt x="59" y="235"/>
                  <a:pt x="91" y="248"/>
                  <a:pt x="124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2378880" y="125640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0" y="213"/>
                </a:moveTo>
                <a:lnTo>
                  <a:pt x="213" y="213"/>
                </a:lnTo>
                <a:lnTo>
                  <a:pt x="213" y="0"/>
                </a:lnTo>
                <a:lnTo>
                  <a:pt x="0" y="0"/>
                </a:lnTo>
                <a:lnTo>
                  <a:pt x="0" y="213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187" name=""/>
          <p:cNvSpPr/>
          <p:nvPr/>
        </p:nvSpPr>
        <p:spPr>
          <a:xfrm>
            <a:off x="1900080" y="1561320"/>
            <a:ext cx="88920" cy="89280"/>
          </a:xfrm>
          <a:custGeom>
            <a:avLst/>
            <a:gdLst/>
            <a:ahLst/>
            <a:rect l="0" t="0" r="r" b="b"/>
            <a:pathLst>
              <a:path w="247" h="248">
                <a:moveTo>
                  <a:pt x="124" y="248"/>
                </a:moveTo>
                <a:cubicBezTo>
                  <a:pt x="157" y="248"/>
                  <a:pt x="188" y="235"/>
                  <a:pt x="211" y="211"/>
                </a:cubicBezTo>
                <a:cubicBezTo>
                  <a:pt x="234" y="187"/>
                  <a:pt x="247" y="156"/>
                  <a:pt x="247" y="123"/>
                </a:cubicBezTo>
                <a:cubicBezTo>
                  <a:pt x="247" y="90"/>
                  <a:pt x="234" y="59"/>
                  <a:pt x="211" y="36"/>
                </a:cubicBezTo>
                <a:cubicBezTo>
                  <a:pt x="188" y="13"/>
                  <a:pt x="157" y="0"/>
                  <a:pt x="124" y="0"/>
                </a:cubicBezTo>
                <a:cubicBezTo>
                  <a:pt x="91" y="0"/>
                  <a:pt x="60" y="13"/>
                  <a:pt x="37" y="36"/>
                </a:cubicBezTo>
                <a:cubicBezTo>
                  <a:pt x="14" y="59"/>
                  <a:pt x="0" y="90"/>
                  <a:pt x="0" y="123"/>
                </a:cubicBezTo>
                <a:cubicBezTo>
                  <a:pt x="0" y="156"/>
                  <a:pt x="14" y="187"/>
                  <a:pt x="37" y="211"/>
                </a:cubicBezTo>
                <a:cubicBezTo>
                  <a:pt x="60" y="235"/>
                  <a:pt x="91" y="248"/>
                  <a:pt x="124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88" name=""/>
          <p:cNvSpPr/>
          <p:nvPr/>
        </p:nvSpPr>
        <p:spPr>
          <a:xfrm>
            <a:off x="2391480" y="174276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0" y="212"/>
                </a:moveTo>
                <a:lnTo>
                  <a:pt x="213" y="212"/>
                </a:lnTo>
                <a:lnTo>
                  <a:pt x="213" y="0"/>
                </a:ln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189" name=""/>
          <p:cNvSpPr/>
          <p:nvPr/>
        </p:nvSpPr>
        <p:spPr>
          <a:xfrm>
            <a:off x="2072880" y="204732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124" y="248"/>
                </a:moveTo>
                <a:cubicBezTo>
                  <a:pt x="157" y="248"/>
                  <a:pt x="188" y="235"/>
                  <a:pt x="211" y="212"/>
                </a:cubicBezTo>
                <a:cubicBezTo>
                  <a:pt x="235" y="189"/>
                  <a:pt x="248" y="158"/>
                  <a:pt x="248" y="125"/>
                </a:cubicBezTo>
                <a:cubicBezTo>
                  <a:pt x="248" y="91"/>
                  <a:pt x="235" y="60"/>
                  <a:pt x="211" y="37"/>
                </a:cubicBezTo>
                <a:cubicBezTo>
                  <a:pt x="188" y="13"/>
                  <a:pt x="157" y="0"/>
                  <a:pt x="124" y="0"/>
                </a:cubicBezTo>
                <a:cubicBezTo>
                  <a:pt x="91" y="0"/>
                  <a:pt x="60" y="13"/>
                  <a:pt x="37" y="37"/>
                </a:cubicBezTo>
                <a:cubicBezTo>
                  <a:pt x="13" y="60"/>
                  <a:pt x="0" y="91"/>
                  <a:pt x="0" y="125"/>
                </a:cubicBezTo>
                <a:cubicBezTo>
                  <a:pt x="0" y="158"/>
                  <a:pt x="13" y="189"/>
                  <a:pt x="37" y="212"/>
                </a:cubicBezTo>
                <a:cubicBezTo>
                  <a:pt x="60" y="235"/>
                  <a:pt x="91" y="248"/>
                  <a:pt x="124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90" name=""/>
          <p:cNvSpPr/>
          <p:nvPr/>
        </p:nvSpPr>
        <p:spPr>
          <a:xfrm>
            <a:off x="2420280" y="222876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0" y="213"/>
                </a:moveTo>
                <a:lnTo>
                  <a:pt x="212" y="213"/>
                </a:lnTo>
                <a:lnTo>
                  <a:pt x="212" y="0"/>
                </a:lnTo>
                <a:lnTo>
                  <a:pt x="0" y="0"/>
                </a:lnTo>
                <a:lnTo>
                  <a:pt x="0" y="213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191" name=""/>
          <p:cNvSpPr/>
          <p:nvPr/>
        </p:nvSpPr>
        <p:spPr>
          <a:xfrm>
            <a:off x="3215160" y="2533680"/>
            <a:ext cx="88920" cy="89280"/>
          </a:xfrm>
          <a:custGeom>
            <a:avLst/>
            <a:gdLst/>
            <a:ahLst/>
            <a:rect l="0" t="0" r="r" b="b"/>
            <a:pathLst>
              <a:path w="247" h="248">
                <a:moveTo>
                  <a:pt x="124" y="248"/>
                </a:moveTo>
                <a:cubicBezTo>
                  <a:pt x="157" y="248"/>
                  <a:pt x="188" y="235"/>
                  <a:pt x="211" y="211"/>
                </a:cubicBezTo>
                <a:cubicBezTo>
                  <a:pt x="234" y="188"/>
                  <a:pt x="247" y="156"/>
                  <a:pt x="247" y="123"/>
                </a:cubicBezTo>
                <a:cubicBezTo>
                  <a:pt x="247" y="91"/>
                  <a:pt x="234" y="59"/>
                  <a:pt x="211" y="36"/>
                </a:cubicBezTo>
                <a:cubicBezTo>
                  <a:pt x="188" y="13"/>
                  <a:pt x="157" y="0"/>
                  <a:pt x="124" y="0"/>
                </a:cubicBezTo>
                <a:cubicBezTo>
                  <a:pt x="91" y="0"/>
                  <a:pt x="60" y="13"/>
                  <a:pt x="36" y="36"/>
                </a:cubicBezTo>
                <a:cubicBezTo>
                  <a:pt x="13" y="59"/>
                  <a:pt x="0" y="91"/>
                  <a:pt x="0" y="123"/>
                </a:cubicBezTo>
                <a:cubicBezTo>
                  <a:pt x="0" y="156"/>
                  <a:pt x="13" y="188"/>
                  <a:pt x="36" y="211"/>
                </a:cubicBezTo>
                <a:cubicBezTo>
                  <a:pt x="60" y="235"/>
                  <a:pt x="91" y="248"/>
                  <a:pt x="124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92" name=""/>
          <p:cNvSpPr/>
          <p:nvPr/>
        </p:nvSpPr>
        <p:spPr>
          <a:xfrm>
            <a:off x="2769840" y="271512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0" y="213"/>
                </a:moveTo>
                <a:lnTo>
                  <a:pt x="212" y="213"/>
                </a:lnTo>
                <a:lnTo>
                  <a:pt x="212" y="0"/>
                </a:lnTo>
                <a:lnTo>
                  <a:pt x="0" y="0"/>
                </a:lnTo>
                <a:lnTo>
                  <a:pt x="0" y="213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193" name=""/>
          <p:cNvSpPr/>
          <p:nvPr/>
        </p:nvSpPr>
        <p:spPr>
          <a:xfrm>
            <a:off x="3290400" y="302004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125" y="248"/>
                </a:moveTo>
                <a:cubicBezTo>
                  <a:pt x="157" y="248"/>
                  <a:pt x="189" y="235"/>
                  <a:pt x="212" y="211"/>
                </a:cubicBezTo>
                <a:cubicBezTo>
                  <a:pt x="235" y="188"/>
                  <a:pt x="248" y="157"/>
                  <a:pt x="248" y="124"/>
                </a:cubicBezTo>
                <a:cubicBezTo>
                  <a:pt x="248" y="90"/>
                  <a:pt x="235" y="59"/>
                  <a:pt x="212" y="36"/>
                </a:cubicBezTo>
                <a:cubicBezTo>
                  <a:pt x="189" y="13"/>
                  <a:pt x="157" y="0"/>
                  <a:pt x="125" y="0"/>
                </a:cubicBezTo>
                <a:cubicBezTo>
                  <a:pt x="92" y="0"/>
                  <a:pt x="59" y="13"/>
                  <a:pt x="36" y="36"/>
                </a:cubicBezTo>
                <a:cubicBezTo>
                  <a:pt x="13" y="59"/>
                  <a:pt x="0" y="90"/>
                  <a:pt x="0" y="124"/>
                </a:cubicBezTo>
                <a:cubicBezTo>
                  <a:pt x="0" y="157"/>
                  <a:pt x="13" y="188"/>
                  <a:pt x="36" y="211"/>
                </a:cubicBezTo>
                <a:cubicBezTo>
                  <a:pt x="59" y="235"/>
                  <a:pt x="92" y="248"/>
                  <a:pt x="125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94" name=""/>
          <p:cNvSpPr/>
          <p:nvPr/>
        </p:nvSpPr>
        <p:spPr>
          <a:xfrm>
            <a:off x="2595960" y="320112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0" y="213"/>
                </a:moveTo>
                <a:lnTo>
                  <a:pt x="212" y="213"/>
                </a:lnTo>
                <a:lnTo>
                  <a:pt x="212" y="0"/>
                </a:lnTo>
                <a:lnTo>
                  <a:pt x="0" y="0"/>
                </a:lnTo>
                <a:lnTo>
                  <a:pt x="0" y="213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195" name=""/>
          <p:cNvSpPr/>
          <p:nvPr/>
        </p:nvSpPr>
        <p:spPr>
          <a:xfrm>
            <a:off x="3192480" y="350604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124" y="248"/>
                </a:moveTo>
                <a:cubicBezTo>
                  <a:pt x="157" y="248"/>
                  <a:pt x="188" y="235"/>
                  <a:pt x="212" y="211"/>
                </a:cubicBezTo>
                <a:cubicBezTo>
                  <a:pt x="235" y="188"/>
                  <a:pt x="248" y="156"/>
                  <a:pt x="248" y="124"/>
                </a:cubicBezTo>
                <a:cubicBezTo>
                  <a:pt x="248" y="91"/>
                  <a:pt x="235" y="60"/>
                  <a:pt x="212" y="36"/>
                </a:cubicBezTo>
                <a:cubicBezTo>
                  <a:pt x="188" y="13"/>
                  <a:pt x="157" y="0"/>
                  <a:pt x="124" y="0"/>
                </a:cubicBezTo>
                <a:cubicBezTo>
                  <a:pt x="90" y="0"/>
                  <a:pt x="59" y="13"/>
                  <a:pt x="36" y="36"/>
                </a:cubicBezTo>
                <a:cubicBezTo>
                  <a:pt x="13" y="60"/>
                  <a:pt x="0" y="91"/>
                  <a:pt x="0" y="124"/>
                </a:cubicBezTo>
                <a:cubicBezTo>
                  <a:pt x="0" y="156"/>
                  <a:pt x="13" y="188"/>
                  <a:pt x="36" y="211"/>
                </a:cubicBezTo>
                <a:cubicBezTo>
                  <a:pt x="59" y="235"/>
                  <a:pt x="90" y="248"/>
                  <a:pt x="124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2518920" y="368748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0" y="213"/>
                </a:moveTo>
                <a:lnTo>
                  <a:pt x="213" y="213"/>
                </a:lnTo>
                <a:lnTo>
                  <a:pt x="213" y="0"/>
                </a:lnTo>
                <a:lnTo>
                  <a:pt x="0" y="0"/>
                </a:lnTo>
                <a:lnTo>
                  <a:pt x="0" y="213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197" name=""/>
          <p:cNvSpPr/>
          <p:nvPr/>
        </p:nvSpPr>
        <p:spPr>
          <a:xfrm>
            <a:off x="2920320" y="399240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124" y="248"/>
                </a:moveTo>
                <a:cubicBezTo>
                  <a:pt x="158" y="248"/>
                  <a:pt x="189" y="235"/>
                  <a:pt x="212" y="212"/>
                </a:cubicBezTo>
                <a:cubicBezTo>
                  <a:pt x="235" y="188"/>
                  <a:pt x="248" y="157"/>
                  <a:pt x="248" y="124"/>
                </a:cubicBezTo>
                <a:cubicBezTo>
                  <a:pt x="248" y="91"/>
                  <a:pt x="235" y="59"/>
                  <a:pt x="212" y="36"/>
                </a:cubicBezTo>
                <a:cubicBezTo>
                  <a:pt x="189" y="13"/>
                  <a:pt x="158" y="0"/>
                  <a:pt x="124" y="0"/>
                </a:cubicBezTo>
                <a:cubicBezTo>
                  <a:pt x="91" y="0"/>
                  <a:pt x="60" y="13"/>
                  <a:pt x="37" y="36"/>
                </a:cubicBezTo>
                <a:cubicBezTo>
                  <a:pt x="13" y="59"/>
                  <a:pt x="0" y="91"/>
                  <a:pt x="0" y="124"/>
                </a:cubicBezTo>
                <a:cubicBezTo>
                  <a:pt x="0" y="157"/>
                  <a:pt x="13" y="188"/>
                  <a:pt x="37" y="212"/>
                </a:cubicBezTo>
                <a:cubicBezTo>
                  <a:pt x="60" y="235"/>
                  <a:pt x="91" y="248"/>
                  <a:pt x="124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98" name=""/>
          <p:cNvSpPr/>
          <p:nvPr/>
        </p:nvSpPr>
        <p:spPr>
          <a:xfrm>
            <a:off x="2591280" y="417384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0" y="212"/>
                </a:moveTo>
                <a:lnTo>
                  <a:pt x="213" y="212"/>
                </a:lnTo>
                <a:lnTo>
                  <a:pt x="213" y="0"/>
                </a:ln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199" name=""/>
          <p:cNvSpPr/>
          <p:nvPr/>
        </p:nvSpPr>
        <p:spPr>
          <a:xfrm>
            <a:off x="2812320" y="447840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123" y="248"/>
                </a:moveTo>
                <a:cubicBezTo>
                  <a:pt x="156" y="248"/>
                  <a:pt x="189" y="235"/>
                  <a:pt x="212" y="211"/>
                </a:cubicBezTo>
                <a:cubicBezTo>
                  <a:pt x="235" y="188"/>
                  <a:pt x="248" y="157"/>
                  <a:pt x="248" y="124"/>
                </a:cubicBezTo>
                <a:cubicBezTo>
                  <a:pt x="248" y="91"/>
                  <a:pt x="235" y="60"/>
                  <a:pt x="212" y="37"/>
                </a:cubicBezTo>
                <a:cubicBezTo>
                  <a:pt x="189" y="13"/>
                  <a:pt x="156" y="0"/>
                  <a:pt x="123" y="0"/>
                </a:cubicBezTo>
                <a:cubicBezTo>
                  <a:pt x="91" y="0"/>
                  <a:pt x="59" y="13"/>
                  <a:pt x="36" y="37"/>
                </a:cubicBezTo>
                <a:cubicBezTo>
                  <a:pt x="13" y="60"/>
                  <a:pt x="0" y="91"/>
                  <a:pt x="0" y="124"/>
                </a:cubicBezTo>
                <a:cubicBezTo>
                  <a:pt x="0" y="157"/>
                  <a:pt x="13" y="188"/>
                  <a:pt x="36" y="211"/>
                </a:cubicBezTo>
                <a:cubicBezTo>
                  <a:pt x="59" y="235"/>
                  <a:pt x="91" y="248"/>
                  <a:pt x="123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200" name=""/>
          <p:cNvSpPr/>
          <p:nvPr/>
        </p:nvSpPr>
        <p:spPr>
          <a:xfrm>
            <a:off x="2581200" y="465984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0" y="213"/>
                </a:moveTo>
                <a:lnTo>
                  <a:pt x="212" y="213"/>
                </a:lnTo>
                <a:lnTo>
                  <a:pt x="212" y="0"/>
                </a:lnTo>
                <a:lnTo>
                  <a:pt x="0" y="0"/>
                </a:lnTo>
                <a:lnTo>
                  <a:pt x="0" y="213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201" name=""/>
          <p:cNvSpPr/>
          <p:nvPr/>
        </p:nvSpPr>
        <p:spPr>
          <a:xfrm flipV="1">
            <a:off x="1211400" y="429840"/>
            <a:ext cx="0" cy="447156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2" name=""/>
          <p:cNvSpPr/>
          <p:nvPr/>
        </p:nvSpPr>
        <p:spPr>
          <a:xfrm>
            <a:off x="1211400" y="4901400"/>
            <a:ext cx="3616560" cy="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3" name=""/>
          <p:cNvSpPr txBox="1"/>
          <p:nvPr/>
        </p:nvSpPr>
        <p:spPr>
          <a:xfrm>
            <a:off x="747360" y="4539960"/>
            <a:ext cx="374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IGH_n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04" name=""/>
          <p:cNvSpPr txBox="1"/>
          <p:nvPr/>
        </p:nvSpPr>
        <p:spPr>
          <a:xfrm>
            <a:off x="3873960" y="660600"/>
            <a:ext cx="904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-83 vs bad -1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05" name=""/>
          <p:cNvSpPr txBox="1"/>
          <p:nvPr/>
        </p:nvSpPr>
        <p:spPr>
          <a:xfrm>
            <a:off x="3873960" y="1146600"/>
            <a:ext cx="965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-76 vs bad -29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06" name=""/>
          <p:cNvSpPr txBox="1"/>
          <p:nvPr/>
        </p:nvSpPr>
        <p:spPr>
          <a:xfrm>
            <a:off x="3873960" y="1632960"/>
            <a:ext cx="965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-59 vs bad -16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07" name=""/>
          <p:cNvSpPr txBox="1"/>
          <p:nvPr/>
        </p:nvSpPr>
        <p:spPr>
          <a:xfrm>
            <a:off x="3873960" y="2119320"/>
            <a:ext cx="14590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-3.1e+02 vs bad -1e+02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08" name=""/>
          <p:cNvSpPr txBox="1"/>
          <p:nvPr/>
        </p:nvSpPr>
        <p:spPr>
          <a:xfrm>
            <a:off x="3873960" y="2605320"/>
            <a:ext cx="1178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+1.2 vs bad +0.36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09" name=""/>
          <p:cNvSpPr txBox="1"/>
          <p:nvPr/>
        </p:nvSpPr>
        <p:spPr>
          <a:xfrm>
            <a:off x="3873960" y="3091680"/>
            <a:ext cx="1239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+1.3 vs bad +0.028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10" name=""/>
          <p:cNvSpPr txBox="1"/>
          <p:nvPr/>
        </p:nvSpPr>
        <p:spPr>
          <a:xfrm>
            <a:off x="3873960" y="3578040"/>
            <a:ext cx="1102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+1 vs bad -0.098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11" name=""/>
          <p:cNvSpPr txBox="1"/>
          <p:nvPr/>
        </p:nvSpPr>
        <p:spPr>
          <a:xfrm>
            <a:off x="3873960" y="4064040"/>
            <a:ext cx="1300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+0.34 vs bad +0.011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12" name=""/>
          <p:cNvSpPr txBox="1"/>
          <p:nvPr/>
        </p:nvSpPr>
        <p:spPr>
          <a:xfrm>
            <a:off x="3873960" y="4550400"/>
            <a:ext cx="13798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good +1.4e+03 vs bad +7.5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13" name=""/>
          <p:cNvSpPr txBox="1"/>
          <p:nvPr/>
        </p:nvSpPr>
        <p:spPr>
          <a:xfrm>
            <a:off x="1696320" y="73800"/>
            <a:ext cx="13662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Within-group paired 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3064320" y="100080"/>
            <a:ext cx="89280" cy="97560"/>
          </a:xfrm>
          <a:custGeom>
            <a:avLst/>
            <a:gdLst/>
            <a:ahLst/>
            <a:rect l="0" t="0" r="r" b="b"/>
            <a:pathLst>
              <a:path w="248" h="271">
                <a:moveTo>
                  <a:pt x="124" y="36"/>
                </a:moveTo>
                <a:lnTo>
                  <a:pt x="50" y="241"/>
                </a:lnTo>
                <a:lnTo>
                  <a:pt x="198" y="241"/>
                </a:lnTo>
                <a:lnTo>
                  <a:pt x="124" y="36"/>
                </a:lnTo>
                <a:moveTo>
                  <a:pt x="0" y="271"/>
                </a:moveTo>
                <a:lnTo>
                  <a:pt x="103" y="0"/>
                </a:lnTo>
                <a:lnTo>
                  <a:pt x="145" y="0"/>
                </a:lnTo>
                <a:lnTo>
                  <a:pt x="248" y="271"/>
                </a:lnTo>
                <a:lnTo>
                  <a:pt x="0" y="27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5" name=""/>
          <p:cNvSpPr txBox="1"/>
          <p:nvPr/>
        </p:nvSpPr>
        <p:spPr>
          <a:xfrm>
            <a:off x="3154320" y="73800"/>
            <a:ext cx="11865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with BCa 95 % CI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2938680" y="312480"/>
            <a:ext cx="54000" cy="9720"/>
          </a:xfrm>
          <a:custGeom>
            <a:avLst/>
            <a:gdLst/>
            <a:ahLst/>
            <a:rect l="0" t="0" r="r" b="b"/>
            <a:pathLst>
              <a:path w="150" h="27">
                <a:moveTo>
                  <a:pt x="0" y="0"/>
                </a:moveTo>
                <a:lnTo>
                  <a:pt x="150" y="0"/>
                </a:lnTo>
                <a:lnTo>
                  <a:pt x="150" y="27"/>
                </a:lnTo>
                <a:lnTo>
                  <a:pt x="0" y="2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7" name=""/>
          <p:cNvSpPr/>
          <p:nvPr/>
        </p:nvSpPr>
        <p:spPr>
          <a:xfrm>
            <a:off x="4177440" y="4566600"/>
            <a:ext cx="114120" cy="0"/>
          </a:xfrm>
          <a:prstGeom prst="line">
            <a:avLst/>
          </a:prstGeom>
          <a:ln w="1872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8" name=""/>
          <p:cNvSpPr/>
          <p:nvPr/>
        </p:nvSpPr>
        <p:spPr>
          <a:xfrm>
            <a:off x="4177440" y="452880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219" name=""/>
          <p:cNvSpPr/>
          <p:nvPr/>
        </p:nvSpPr>
        <p:spPr>
          <a:xfrm flipV="1">
            <a:off x="4177440" y="452880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0" name=""/>
          <p:cNvSpPr/>
          <p:nvPr/>
        </p:nvSpPr>
        <p:spPr>
          <a:xfrm>
            <a:off x="4291560" y="452880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221" name=""/>
          <p:cNvSpPr/>
          <p:nvPr/>
        </p:nvSpPr>
        <p:spPr>
          <a:xfrm flipV="1">
            <a:off x="4291560" y="452880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2" name=""/>
          <p:cNvSpPr/>
          <p:nvPr/>
        </p:nvSpPr>
        <p:spPr>
          <a:xfrm>
            <a:off x="4190040" y="452232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125" y="248"/>
                </a:moveTo>
                <a:cubicBezTo>
                  <a:pt x="157" y="248"/>
                  <a:pt x="189" y="235"/>
                  <a:pt x="212" y="212"/>
                </a:cubicBezTo>
                <a:cubicBezTo>
                  <a:pt x="235" y="189"/>
                  <a:pt x="248" y="157"/>
                  <a:pt x="248" y="124"/>
                </a:cubicBezTo>
                <a:cubicBezTo>
                  <a:pt x="248" y="91"/>
                  <a:pt x="235" y="59"/>
                  <a:pt x="212" y="36"/>
                </a:cubicBezTo>
                <a:cubicBezTo>
                  <a:pt x="189" y="13"/>
                  <a:pt x="157" y="0"/>
                  <a:pt x="125" y="0"/>
                </a:cubicBezTo>
                <a:cubicBezTo>
                  <a:pt x="92" y="0"/>
                  <a:pt x="61" y="13"/>
                  <a:pt x="36" y="36"/>
                </a:cubicBezTo>
                <a:cubicBezTo>
                  <a:pt x="13" y="59"/>
                  <a:pt x="0" y="91"/>
                  <a:pt x="0" y="124"/>
                </a:cubicBezTo>
                <a:cubicBezTo>
                  <a:pt x="0" y="157"/>
                  <a:pt x="13" y="189"/>
                  <a:pt x="36" y="212"/>
                </a:cubicBezTo>
                <a:cubicBezTo>
                  <a:pt x="61" y="235"/>
                  <a:pt x="92" y="248"/>
                  <a:pt x="125" y="248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223" name=""/>
          <p:cNvSpPr txBox="1"/>
          <p:nvPr/>
        </p:nvSpPr>
        <p:spPr>
          <a:xfrm>
            <a:off x="1821600" y="230400"/>
            <a:ext cx="23630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(n = 6 good vs 6 7 bad per feature)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4177440" y="4734720"/>
            <a:ext cx="114120" cy="0"/>
          </a:xfrm>
          <a:prstGeom prst="line">
            <a:avLst/>
          </a:prstGeom>
          <a:ln w="1872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5" name=""/>
          <p:cNvSpPr/>
          <p:nvPr/>
        </p:nvSpPr>
        <p:spPr>
          <a:xfrm>
            <a:off x="4177440" y="46965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226" name=""/>
          <p:cNvSpPr/>
          <p:nvPr/>
        </p:nvSpPr>
        <p:spPr>
          <a:xfrm flipV="1">
            <a:off x="4177440" y="469656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7" name=""/>
          <p:cNvSpPr/>
          <p:nvPr/>
        </p:nvSpPr>
        <p:spPr>
          <a:xfrm>
            <a:off x="4291560" y="46965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e63946"/>
          </a:solidFill>
          <a:ln w="0">
            <a:noFill/>
          </a:ln>
        </p:spPr>
      </p:sp>
      <p:sp>
        <p:nvSpPr>
          <p:cNvPr id="228" name=""/>
          <p:cNvSpPr/>
          <p:nvPr/>
        </p:nvSpPr>
        <p:spPr>
          <a:xfrm flipV="1">
            <a:off x="4291560" y="4696560"/>
            <a:ext cx="0" cy="76320"/>
          </a:xfrm>
          <a:prstGeom prst="line">
            <a:avLst/>
          </a:prstGeom>
          <a:ln w="12600">
            <a:solidFill>
              <a:srgbClr val="e63946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9" name=""/>
          <p:cNvSpPr/>
          <p:nvPr/>
        </p:nvSpPr>
        <p:spPr>
          <a:xfrm>
            <a:off x="4196520" y="469656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0" y="213"/>
                </a:moveTo>
                <a:lnTo>
                  <a:pt x="213" y="213"/>
                </a:lnTo>
                <a:lnTo>
                  <a:pt x="213" y="0"/>
                </a:lnTo>
                <a:lnTo>
                  <a:pt x="0" y="0"/>
                </a:lnTo>
                <a:lnTo>
                  <a:pt x="0" y="213"/>
                </a:lnTo>
                <a:close/>
              </a:path>
            </a:pathLst>
          </a:custGeom>
          <a:solidFill>
            <a:srgbClr val="e63946"/>
          </a:solidFill>
          <a:ln w="12600">
            <a:solidFill>
              <a:srgbClr val="e63946"/>
            </a:solidFill>
            <a:miter/>
          </a:ln>
        </p:spPr>
      </p:sp>
      <p:sp>
        <p:nvSpPr>
          <p:cNvPr id="230" name=""/>
          <p:cNvSpPr txBox="1"/>
          <p:nvPr/>
        </p:nvSpPr>
        <p:spPr>
          <a:xfrm>
            <a:off x="4440600" y="450072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1" name=""/>
          <p:cNvSpPr/>
          <p:nvPr/>
        </p:nvSpPr>
        <p:spPr>
          <a:xfrm>
            <a:off x="6418080" y="429840"/>
            <a:ext cx="3616920" cy="4471920"/>
          </a:xfrm>
          <a:custGeom>
            <a:avLst/>
            <a:gdLst/>
            <a:ahLst/>
            <a:rect l="0" t="0" r="r" b="b"/>
            <a:pathLst>
              <a:path w="10047" h="12422">
                <a:moveTo>
                  <a:pt x="0" y="12422"/>
                </a:moveTo>
                <a:lnTo>
                  <a:pt x="10047" y="12422"/>
                </a:lnTo>
                <a:lnTo>
                  <a:pt x="10047" y="0"/>
                </a:lnTo>
                <a:lnTo>
                  <a:pt x="0" y="0"/>
                </a:lnTo>
                <a:lnTo>
                  <a:pt x="0" y="124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32" name=""/>
          <p:cNvSpPr/>
          <p:nvPr/>
        </p:nvSpPr>
        <p:spPr>
          <a:xfrm flipV="1">
            <a:off x="7716240" y="429840"/>
            <a:ext cx="0" cy="4471560"/>
          </a:xfrm>
          <a:prstGeom prst="line">
            <a:avLst/>
          </a:prstGeom>
          <a:ln cap="sq"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3" name=""/>
          <p:cNvSpPr/>
          <p:nvPr/>
        </p:nvSpPr>
        <p:spPr>
          <a:xfrm>
            <a:off x="678888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4" name=""/>
          <p:cNvSpPr/>
          <p:nvPr/>
        </p:nvSpPr>
        <p:spPr>
          <a:xfrm>
            <a:off x="678888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5" name=""/>
          <p:cNvSpPr txBox="1"/>
          <p:nvPr/>
        </p:nvSpPr>
        <p:spPr>
          <a:xfrm>
            <a:off x="4440600" y="466884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6648120" y="5041440"/>
            <a:ext cx="79920" cy="11160"/>
          </a:xfrm>
          <a:custGeom>
            <a:avLst/>
            <a:gdLst/>
            <a:ahLst/>
            <a:rect l="0" t="0" r="r" b="b"/>
            <a:pathLst>
              <a:path w="222" h="31">
                <a:moveTo>
                  <a:pt x="0" y="0"/>
                </a:moveTo>
                <a:lnTo>
                  <a:pt x="222" y="0"/>
                </a:lnTo>
                <a:lnTo>
                  <a:pt x="222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7" name=""/>
          <p:cNvSpPr/>
          <p:nvPr/>
        </p:nvSpPr>
        <p:spPr>
          <a:xfrm>
            <a:off x="725256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8" name=""/>
          <p:cNvSpPr/>
          <p:nvPr/>
        </p:nvSpPr>
        <p:spPr>
          <a:xfrm>
            <a:off x="725256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9" name=""/>
          <p:cNvSpPr txBox="1"/>
          <p:nvPr/>
        </p:nvSpPr>
        <p:spPr>
          <a:xfrm>
            <a:off x="674136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7111800" y="5041440"/>
            <a:ext cx="79920" cy="11160"/>
          </a:xfrm>
          <a:custGeom>
            <a:avLst/>
            <a:gdLst/>
            <a:ahLst/>
            <a:rect l="0" t="0" r="r" b="b"/>
            <a:pathLst>
              <a:path w="222" h="31">
                <a:moveTo>
                  <a:pt x="0" y="0"/>
                </a:moveTo>
                <a:lnTo>
                  <a:pt x="222" y="0"/>
                </a:lnTo>
                <a:lnTo>
                  <a:pt x="222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41" name=""/>
          <p:cNvSpPr/>
          <p:nvPr/>
        </p:nvSpPr>
        <p:spPr>
          <a:xfrm>
            <a:off x="771624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42" name=""/>
          <p:cNvSpPr/>
          <p:nvPr/>
        </p:nvSpPr>
        <p:spPr>
          <a:xfrm>
            <a:off x="771624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3" name=""/>
          <p:cNvSpPr txBox="1"/>
          <p:nvPr/>
        </p:nvSpPr>
        <p:spPr>
          <a:xfrm>
            <a:off x="720504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817992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45" name=""/>
          <p:cNvSpPr/>
          <p:nvPr/>
        </p:nvSpPr>
        <p:spPr>
          <a:xfrm>
            <a:off x="817992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6" name=""/>
          <p:cNvSpPr txBox="1"/>
          <p:nvPr/>
        </p:nvSpPr>
        <p:spPr>
          <a:xfrm>
            <a:off x="761544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47" name=""/>
          <p:cNvSpPr/>
          <p:nvPr/>
        </p:nvSpPr>
        <p:spPr>
          <a:xfrm>
            <a:off x="864360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48" name=""/>
          <p:cNvSpPr/>
          <p:nvPr/>
        </p:nvSpPr>
        <p:spPr>
          <a:xfrm>
            <a:off x="864360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9" name=""/>
          <p:cNvSpPr txBox="1"/>
          <p:nvPr/>
        </p:nvSpPr>
        <p:spPr>
          <a:xfrm>
            <a:off x="807912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910728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51" name=""/>
          <p:cNvSpPr/>
          <p:nvPr/>
        </p:nvSpPr>
        <p:spPr>
          <a:xfrm>
            <a:off x="910728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2" name=""/>
          <p:cNvSpPr txBox="1"/>
          <p:nvPr/>
        </p:nvSpPr>
        <p:spPr>
          <a:xfrm>
            <a:off x="854280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957096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54" name=""/>
          <p:cNvSpPr/>
          <p:nvPr/>
        </p:nvSpPr>
        <p:spPr>
          <a:xfrm>
            <a:off x="957096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5" name=""/>
          <p:cNvSpPr txBox="1"/>
          <p:nvPr/>
        </p:nvSpPr>
        <p:spPr>
          <a:xfrm>
            <a:off x="900648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10034640" y="4901400"/>
            <a:ext cx="0" cy="44280"/>
          </a:xfrm>
          <a:custGeom>
            <a:avLst/>
            <a:gdLst/>
            <a:ahLst/>
            <a:rect l="0" t="0" r="r" b="b"/>
            <a:pathLst>
              <a:path w="0" h="123">
                <a:moveTo>
                  <a:pt x="0" y="0"/>
                </a:move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57" name=""/>
          <p:cNvSpPr/>
          <p:nvPr/>
        </p:nvSpPr>
        <p:spPr>
          <a:xfrm>
            <a:off x="10034640" y="4901400"/>
            <a:ext cx="0" cy="4428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8" name=""/>
          <p:cNvSpPr txBox="1"/>
          <p:nvPr/>
        </p:nvSpPr>
        <p:spPr>
          <a:xfrm>
            <a:off x="947016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59" name=""/>
          <p:cNvSpPr txBox="1"/>
          <p:nvPr/>
        </p:nvSpPr>
        <p:spPr>
          <a:xfrm>
            <a:off x="9933840" y="4969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0" name=""/>
          <p:cNvSpPr txBox="1"/>
          <p:nvPr/>
        </p:nvSpPr>
        <p:spPr>
          <a:xfrm>
            <a:off x="6404760" y="5142600"/>
            <a:ext cx="1887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Standardized between-group 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1" name=""/>
          <p:cNvSpPr txBox="1"/>
          <p:nvPr/>
        </p:nvSpPr>
        <p:spPr>
          <a:xfrm>
            <a:off x="8374680" y="5142600"/>
            <a:ext cx="445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(good 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8288640" y="5167800"/>
            <a:ext cx="84960" cy="92880"/>
          </a:xfrm>
          <a:custGeom>
            <a:avLst/>
            <a:gdLst/>
            <a:ahLst/>
            <a:rect l="0" t="0" r="r" b="b"/>
            <a:pathLst>
              <a:path w="236" h="258">
                <a:moveTo>
                  <a:pt x="118" y="34"/>
                </a:moveTo>
                <a:lnTo>
                  <a:pt x="47" y="229"/>
                </a:lnTo>
                <a:lnTo>
                  <a:pt x="189" y="229"/>
                </a:lnTo>
                <a:lnTo>
                  <a:pt x="118" y="34"/>
                </a:lnTo>
                <a:moveTo>
                  <a:pt x="0" y="258"/>
                </a:moveTo>
                <a:lnTo>
                  <a:pt x="98" y="0"/>
                </a:lnTo>
                <a:lnTo>
                  <a:pt x="138" y="0"/>
                </a:lnTo>
                <a:lnTo>
                  <a:pt x="236" y="258"/>
                </a:lnTo>
                <a:lnTo>
                  <a:pt x="0" y="258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3" name=""/>
          <p:cNvSpPr/>
          <p:nvPr/>
        </p:nvSpPr>
        <p:spPr>
          <a:xfrm>
            <a:off x="8834760" y="521532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4" name=""/>
          <p:cNvSpPr/>
          <p:nvPr/>
        </p:nvSpPr>
        <p:spPr>
          <a:xfrm>
            <a:off x="6373440" y="63324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5" name=""/>
          <p:cNvSpPr/>
          <p:nvPr/>
        </p:nvSpPr>
        <p:spPr>
          <a:xfrm flipH="1">
            <a:off x="6373440" y="63324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6" name=""/>
          <p:cNvSpPr txBox="1"/>
          <p:nvPr/>
        </p:nvSpPr>
        <p:spPr>
          <a:xfrm>
            <a:off x="8928000" y="5142600"/>
            <a:ext cx="1117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bad, per feature)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6373440" y="114120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8" name=""/>
          <p:cNvSpPr/>
          <p:nvPr/>
        </p:nvSpPr>
        <p:spPr>
          <a:xfrm flipH="1">
            <a:off x="6373440" y="114120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9" name=""/>
          <p:cNvSpPr txBox="1"/>
          <p:nvPr/>
        </p:nvSpPr>
        <p:spPr>
          <a:xfrm>
            <a:off x="5734440" y="563760"/>
            <a:ext cx="592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missense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6373440" y="164952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1" name=""/>
          <p:cNvSpPr/>
          <p:nvPr/>
        </p:nvSpPr>
        <p:spPr>
          <a:xfrm flipH="1">
            <a:off x="6373440" y="164952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2" name=""/>
          <p:cNvSpPr txBox="1"/>
          <p:nvPr/>
        </p:nvSpPr>
        <p:spPr>
          <a:xfrm>
            <a:off x="6001920" y="1071720"/>
            <a:ext cx="329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SBS5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6373440" y="215748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4" name=""/>
          <p:cNvSpPr/>
          <p:nvPr/>
        </p:nvSpPr>
        <p:spPr>
          <a:xfrm flipH="1">
            <a:off x="6373440" y="215748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5" name=""/>
          <p:cNvSpPr txBox="1"/>
          <p:nvPr/>
        </p:nvSpPr>
        <p:spPr>
          <a:xfrm>
            <a:off x="5733360" y="1580040"/>
            <a:ext cx="595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neo_sites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6" name=""/>
          <p:cNvSpPr/>
          <p:nvPr/>
        </p:nvSpPr>
        <p:spPr>
          <a:xfrm>
            <a:off x="6373440" y="266580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7" name=""/>
          <p:cNvSpPr/>
          <p:nvPr/>
        </p:nvSpPr>
        <p:spPr>
          <a:xfrm flipH="1">
            <a:off x="6373440" y="266580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8" name=""/>
          <p:cNvSpPr txBox="1"/>
          <p:nvPr/>
        </p:nvSpPr>
        <p:spPr>
          <a:xfrm>
            <a:off x="5555520" y="2088000"/>
            <a:ext cx="773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neo_binders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9" name=""/>
          <p:cNvSpPr/>
          <p:nvPr/>
        </p:nvSpPr>
        <p:spPr>
          <a:xfrm>
            <a:off x="6373440" y="317376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0" name=""/>
          <p:cNvSpPr/>
          <p:nvPr/>
        </p:nvSpPr>
        <p:spPr>
          <a:xfrm flipH="1">
            <a:off x="6373440" y="317376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1" name=""/>
          <p:cNvSpPr txBox="1"/>
          <p:nvPr/>
        </p:nvSpPr>
        <p:spPr>
          <a:xfrm>
            <a:off x="5897160" y="2595240"/>
            <a:ext cx="4305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MHC_II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82" name=""/>
          <p:cNvSpPr/>
          <p:nvPr/>
        </p:nvSpPr>
        <p:spPr>
          <a:xfrm>
            <a:off x="6373440" y="368172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3" name=""/>
          <p:cNvSpPr/>
          <p:nvPr/>
        </p:nvSpPr>
        <p:spPr>
          <a:xfrm flipH="1">
            <a:off x="6373440" y="368172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4" name=""/>
          <p:cNvSpPr txBox="1"/>
          <p:nvPr/>
        </p:nvSpPr>
        <p:spPr>
          <a:xfrm>
            <a:off x="6063120" y="3104280"/>
            <a:ext cx="288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Treg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85" name=""/>
          <p:cNvSpPr/>
          <p:nvPr/>
        </p:nvSpPr>
        <p:spPr>
          <a:xfrm>
            <a:off x="6373440" y="419004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6" name=""/>
          <p:cNvSpPr/>
          <p:nvPr/>
        </p:nvSpPr>
        <p:spPr>
          <a:xfrm flipH="1">
            <a:off x="6373440" y="419004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7" name=""/>
          <p:cNvSpPr txBox="1"/>
          <p:nvPr/>
        </p:nvSpPr>
        <p:spPr>
          <a:xfrm>
            <a:off x="5298120" y="3612240"/>
            <a:ext cx="1032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CD8_exhaustion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6373440" y="469800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9" name=""/>
          <p:cNvSpPr/>
          <p:nvPr/>
        </p:nvSpPr>
        <p:spPr>
          <a:xfrm flipH="1">
            <a:off x="6373440" y="469800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0" name=""/>
          <p:cNvSpPr txBox="1"/>
          <p:nvPr/>
        </p:nvSpPr>
        <p:spPr>
          <a:xfrm>
            <a:off x="5468760" y="4120560"/>
            <a:ext cx="861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TRB_shannon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6788880" y="633240"/>
            <a:ext cx="1255680" cy="0"/>
          </a:xfrm>
          <a:prstGeom prst="line">
            <a:avLst/>
          </a:prstGeom>
          <a:ln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2" name=""/>
          <p:cNvSpPr/>
          <p:nvPr/>
        </p:nvSpPr>
        <p:spPr>
          <a:xfrm>
            <a:off x="6788880" y="58248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293" name=""/>
          <p:cNvSpPr/>
          <p:nvPr/>
        </p:nvSpPr>
        <p:spPr>
          <a:xfrm flipV="1">
            <a:off x="6788880" y="58248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4" name=""/>
          <p:cNvSpPr/>
          <p:nvPr/>
        </p:nvSpPr>
        <p:spPr>
          <a:xfrm>
            <a:off x="8044560" y="58248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295" name=""/>
          <p:cNvSpPr/>
          <p:nvPr/>
        </p:nvSpPr>
        <p:spPr>
          <a:xfrm flipV="1">
            <a:off x="8044560" y="58248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6" name=""/>
          <p:cNvSpPr/>
          <p:nvPr/>
        </p:nvSpPr>
        <p:spPr>
          <a:xfrm>
            <a:off x="6788880" y="1141200"/>
            <a:ext cx="933840" cy="0"/>
          </a:xfrm>
          <a:prstGeom prst="line">
            <a:avLst/>
          </a:prstGeom>
          <a:ln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7" name=""/>
          <p:cNvSpPr/>
          <p:nvPr/>
        </p:nvSpPr>
        <p:spPr>
          <a:xfrm>
            <a:off x="6788880" y="109044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298" name=""/>
          <p:cNvSpPr/>
          <p:nvPr/>
        </p:nvSpPr>
        <p:spPr>
          <a:xfrm flipV="1">
            <a:off x="6788880" y="109044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9" name=""/>
          <p:cNvSpPr/>
          <p:nvPr/>
        </p:nvSpPr>
        <p:spPr>
          <a:xfrm>
            <a:off x="7722720" y="109044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00" name=""/>
          <p:cNvSpPr/>
          <p:nvPr/>
        </p:nvSpPr>
        <p:spPr>
          <a:xfrm flipV="1">
            <a:off x="7722720" y="109044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1" name=""/>
          <p:cNvSpPr/>
          <p:nvPr/>
        </p:nvSpPr>
        <p:spPr>
          <a:xfrm>
            <a:off x="6788880" y="1649520"/>
            <a:ext cx="1305720" cy="0"/>
          </a:xfrm>
          <a:prstGeom prst="line">
            <a:avLst/>
          </a:prstGeom>
          <a:ln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2" name=""/>
          <p:cNvSpPr/>
          <p:nvPr/>
        </p:nvSpPr>
        <p:spPr>
          <a:xfrm>
            <a:off x="6788880" y="159876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03" name=""/>
          <p:cNvSpPr/>
          <p:nvPr/>
        </p:nvSpPr>
        <p:spPr>
          <a:xfrm flipV="1">
            <a:off x="6788880" y="159876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4" name=""/>
          <p:cNvSpPr/>
          <p:nvPr/>
        </p:nvSpPr>
        <p:spPr>
          <a:xfrm>
            <a:off x="8094600" y="159876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05" name=""/>
          <p:cNvSpPr/>
          <p:nvPr/>
        </p:nvSpPr>
        <p:spPr>
          <a:xfrm flipV="1">
            <a:off x="8094600" y="159876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6" name=""/>
          <p:cNvSpPr/>
          <p:nvPr/>
        </p:nvSpPr>
        <p:spPr>
          <a:xfrm>
            <a:off x="6788880" y="2157480"/>
            <a:ext cx="1239120" cy="0"/>
          </a:xfrm>
          <a:prstGeom prst="line">
            <a:avLst/>
          </a:prstGeom>
          <a:ln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7" name=""/>
          <p:cNvSpPr/>
          <p:nvPr/>
        </p:nvSpPr>
        <p:spPr>
          <a:xfrm>
            <a:off x="6788880" y="210672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08" name=""/>
          <p:cNvSpPr/>
          <p:nvPr/>
        </p:nvSpPr>
        <p:spPr>
          <a:xfrm flipV="1">
            <a:off x="6788880" y="210672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9" name=""/>
          <p:cNvSpPr/>
          <p:nvPr/>
        </p:nvSpPr>
        <p:spPr>
          <a:xfrm>
            <a:off x="8028000" y="210672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10" name=""/>
          <p:cNvSpPr/>
          <p:nvPr/>
        </p:nvSpPr>
        <p:spPr>
          <a:xfrm flipV="1">
            <a:off x="8028000" y="210672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1" name=""/>
          <p:cNvSpPr/>
          <p:nvPr/>
        </p:nvSpPr>
        <p:spPr>
          <a:xfrm>
            <a:off x="7685640" y="2665800"/>
            <a:ext cx="957960" cy="0"/>
          </a:xfrm>
          <a:prstGeom prst="line">
            <a:avLst/>
          </a:prstGeom>
          <a:ln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2" name=""/>
          <p:cNvSpPr/>
          <p:nvPr/>
        </p:nvSpPr>
        <p:spPr>
          <a:xfrm>
            <a:off x="7685640" y="2614680"/>
            <a:ext cx="0" cy="101880"/>
          </a:xfrm>
          <a:custGeom>
            <a:avLst/>
            <a:gdLst/>
            <a:ahLst/>
            <a:rect l="0" t="0" r="r" b="b"/>
            <a:pathLst>
              <a:path w="0" h="283">
                <a:moveTo>
                  <a:pt x="0" y="283"/>
                </a:moveTo>
                <a:lnTo>
                  <a:pt x="0" y="0"/>
                </a:lnTo>
                <a:lnTo>
                  <a:pt x="0" y="283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13" name=""/>
          <p:cNvSpPr/>
          <p:nvPr/>
        </p:nvSpPr>
        <p:spPr>
          <a:xfrm flipV="1">
            <a:off x="7685640" y="2614680"/>
            <a:ext cx="0" cy="10188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4" name=""/>
          <p:cNvSpPr/>
          <p:nvPr/>
        </p:nvSpPr>
        <p:spPr>
          <a:xfrm>
            <a:off x="8643600" y="2614680"/>
            <a:ext cx="0" cy="101880"/>
          </a:xfrm>
          <a:custGeom>
            <a:avLst/>
            <a:gdLst/>
            <a:ahLst/>
            <a:rect l="0" t="0" r="r" b="b"/>
            <a:pathLst>
              <a:path w="0" h="283">
                <a:moveTo>
                  <a:pt x="0" y="283"/>
                </a:moveTo>
                <a:lnTo>
                  <a:pt x="0" y="0"/>
                </a:lnTo>
                <a:lnTo>
                  <a:pt x="0" y="283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15" name=""/>
          <p:cNvSpPr/>
          <p:nvPr/>
        </p:nvSpPr>
        <p:spPr>
          <a:xfrm flipV="1">
            <a:off x="8643600" y="2614680"/>
            <a:ext cx="0" cy="10188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6" name=""/>
          <p:cNvSpPr/>
          <p:nvPr/>
        </p:nvSpPr>
        <p:spPr>
          <a:xfrm>
            <a:off x="7744680" y="3173760"/>
            <a:ext cx="898920" cy="0"/>
          </a:xfrm>
          <a:prstGeom prst="line">
            <a:avLst/>
          </a:prstGeom>
          <a:ln w="2520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7" name=""/>
          <p:cNvSpPr/>
          <p:nvPr/>
        </p:nvSpPr>
        <p:spPr>
          <a:xfrm>
            <a:off x="7744680" y="312300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2a9d8f"/>
          </a:solidFill>
          <a:ln w="0">
            <a:noFill/>
          </a:ln>
        </p:spPr>
      </p:sp>
      <p:sp>
        <p:nvSpPr>
          <p:cNvPr id="318" name=""/>
          <p:cNvSpPr/>
          <p:nvPr/>
        </p:nvSpPr>
        <p:spPr>
          <a:xfrm flipV="1">
            <a:off x="7744680" y="3123000"/>
            <a:ext cx="0" cy="101520"/>
          </a:xfrm>
          <a:prstGeom prst="line">
            <a:avLst/>
          </a:prstGeom>
          <a:ln w="1260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9" name=""/>
          <p:cNvSpPr/>
          <p:nvPr/>
        </p:nvSpPr>
        <p:spPr>
          <a:xfrm>
            <a:off x="8643600" y="312300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2a9d8f"/>
          </a:solidFill>
          <a:ln w="0">
            <a:noFill/>
          </a:ln>
        </p:spPr>
      </p:sp>
      <p:sp>
        <p:nvSpPr>
          <p:cNvPr id="320" name=""/>
          <p:cNvSpPr/>
          <p:nvPr/>
        </p:nvSpPr>
        <p:spPr>
          <a:xfrm flipV="1">
            <a:off x="8643600" y="3123000"/>
            <a:ext cx="0" cy="101520"/>
          </a:xfrm>
          <a:prstGeom prst="line">
            <a:avLst/>
          </a:prstGeom>
          <a:ln w="1260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1" name=""/>
          <p:cNvSpPr/>
          <p:nvPr/>
        </p:nvSpPr>
        <p:spPr>
          <a:xfrm>
            <a:off x="7497720" y="3681720"/>
            <a:ext cx="1145880" cy="0"/>
          </a:xfrm>
          <a:prstGeom prst="line">
            <a:avLst/>
          </a:prstGeom>
          <a:ln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2" name=""/>
          <p:cNvSpPr/>
          <p:nvPr/>
        </p:nvSpPr>
        <p:spPr>
          <a:xfrm>
            <a:off x="7497720" y="363096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23" name=""/>
          <p:cNvSpPr/>
          <p:nvPr/>
        </p:nvSpPr>
        <p:spPr>
          <a:xfrm flipV="1">
            <a:off x="7497720" y="363096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4" name=""/>
          <p:cNvSpPr/>
          <p:nvPr/>
        </p:nvSpPr>
        <p:spPr>
          <a:xfrm>
            <a:off x="8643600" y="363096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25" name=""/>
          <p:cNvSpPr/>
          <p:nvPr/>
        </p:nvSpPr>
        <p:spPr>
          <a:xfrm flipV="1">
            <a:off x="8643600" y="363096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6" name=""/>
          <p:cNvSpPr/>
          <p:nvPr/>
        </p:nvSpPr>
        <p:spPr>
          <a:xfrm>
            <a:off x="7490880" y="4190040"/>
            <a:ext cx="1152720" cy="0"/>
          </a:xfrm>
          <a:prstGeom prst="line">
            <a:avLst/>
          </a:prstGeom>
          <a:ln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7" name=""/>
          <p:cNvSpPr/>
          <p:nvPr/>
        </p:nvSpPr>
        <p:spPr>
          <a:xfrm>
            <a:off x="7490880" y="413928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28" name=""/>
          <p:cNvSpPr/>
          <p:nvPr/>
        </p:nvSpPr>
        <p:spPr>
          <a:xfrm flipV="1">
            <a:off x="7490880" y="413928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9" name=""/>
          <p:cNvSpPr/>
          <p:nvPr/>
        </p:nvSpPr>
        <p:spPr>
          <a:xfrm>
            <a:off x="8643600" y="413928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30" name=""/>
          <p:cNvSpPr/>
          <p:nvPr/>
        </p:nvSpPr>
        <p:spPr>
          <a:xfrm flipV="1">
            <a:off x="8643600" y="413928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1" name=""/>
          <p:cNvSpPr/>
          <p:nvPr/>
        </p:nvSpPr>
        <p:spPr>
          <a:xfrm>
            <a:off x="7339320" y="4698000"/>
            <a:ext cx="1304280" cy="0"/>
          </a:xfrm>
          <a:prstGeom prst="line">
            <a:avLst/>
          </a:prstGeom>
          <a:ln w="252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2" name=""/>
          <p:cNvSpPr/>
          <p:nvPr/>
        </p:nvSpPr>
        <p:spPr>
          <a:xfrm>
            <a:off x="7339320" y="464724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33" name=""/>
          <p:cNvSpPr/>
          <p:nvPr/>
        </p:nvSpPr>
        <p:spPr>
          <a:xfrm flipV="1">
            <a:off x="7339320" y="464724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4" name=""/>
          <p:cNvSpPr/>
          <p:nvPr/>
        </p:nvSpPr>
        <p:spPr>
          <a:xfrm>
            <a:off x="8643600" y="464724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</p:sp>
      <p:sp>
        <p:nvSpPr>
          <p:cNvPr id="335" name=""/>
          <p:cNvSpPr/>
          <p:nvPr/>
        </p:nvSpPr>
        <p:spPr>
          <a:xfrm flipV="1">
            <a:off x="8643600" y="4647240"/>
            <a:ext cx="0" cy="101520"/>
          </a:xfrm>
          <a:prstGeom prst="line">
            <a:avLst/>
          </a:prstGeom>
          <a:ln w="12600">
            <a:solidFill>
              <a:srgbClr val="b0b0b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6" name=""/>
          <p:cNvSpPr/>
          <p:nvPr/>
        </p:nvSpPr>
        <p:spPr>
          <a:xfrm>
            <a:off x="7003440" y="55224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6" y="450"/>
                </a:moveTo>
                <a:lnTo>
                  <a:pt x="450" y="226"/>
                </a:lnTo>
                <a:lnTo>
                  <a:pt x="226" y="0"/>
                </a:lnTo>
                <a:lnTo>
                  <a:pt x="0" y="226"/>
                </a:lnTo>
                <a:lnTo>
                  <a:pt x="226" y="450"/>
                </a:lnTo>
                <a:close/>
              </a:path>
            </a:pathLst>
          </a:custGeom>
          <a:solidFill>
            <a:srgbClr val="b0b0b0"/>
          </a:solidFill>
          <a:ln w="12600">
            <a:solidFill>
              <a:srgbClr val="b0b0b0"/>
            </a:solidFill>
            <a:miter/>
          </a:ln>
        </p:spPr>
      </p:sp>
      <p:sp>
        <p:nvSpPr>
          <p:cNvPr id="337" name=""/>
          <p:cNvSpPr/>
          <p:nvPr/>
        </p:nvSpPr>
        <p:spPr>
          <a:xfrm>
            <a:off x="7309800" y="106056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5" y="450"/>
                </a:moveTo>
                <a:lnTo>
                  <a:pt x="450" y="224"/>
                </a:lnTo>
                <a:lnTo>
                  <a:pt x="225" y="0"/>
                </a:lnTo>
                <a:lnTo>
                  <a:pt x="0" y="224"/>
                </a:lnTo>
                <a:lnTo>
                  <a:pt x="225" y="450"/>
                </a:lnTo>
                <a:close/>
              </a:path>
            </a:pathLst>
          </a:custGeom>
          <a:solidFill>
            <a:srgbClr val="b0b0b0"/>
          </a:solidFill>
          <a:ln w="12600">
            <a:solidFill>
              <a:srgbClr val="b0b0b0"/>
            </a:solidFill>
            <a:miter/>
          </a:ln>
        </p:spPr>
      </p:sp>
      <p:sp>
        <p:nvSpPr>
          <p:cNvPr id="338" name=""/>
          <p:cNvSpPr/>
          <p:nvPr/>
        </p:nvSpPr>
        <p:spPr>
          <a:xfrm>
            <a:off x="7116840" y="156852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6" y="450"/>
                </a:moveTo>
                <a:lnTo>
                  <a:pt x="450" y="225"/>
                </a:lnTo>
                <a:lnTo>
                  <a:pt x="226" y="0"/>
                </a:lnTo>
                <a:lnTo>
                  <a:pt x="0" y="225"/>
                </a:lnTo>
                <a:lnTo>
                  <a:pt x="226" y="450"/>
                </a:lnTo>
                <a:close/>
              </a:path>
            </a:pathLst>
          </a:custGeom>
          <a:solidFill>
            <a:srgbClr val="b0b0b0"/>
          </a:solidFill>
          <a:ln w="12600">
            <a:solidFill>
              <a:srgbClr val="b0b0b0"/>
            </a:solidFill>
            <a:miter/>
          </a:ln>
        </p:spPr>
      </p:sp>
      <p:sp>
        <p:nvSpPr>
          <p:cNvPr id="339" name=""/>
          <p:cNvSpPr/>
          <p:nvPr/>
        </p:nvSpPr>
        <p:spPr>
          <a:xfrm>
            <a:off x="7261200" y="207684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5" y="450"/>
                </a:moveTo>
                <a:lnTo>
                  <a:pt x="450" y="224"/>
                </a:lnTo>
                <a:lnTo>
                  <a:pt x="225" y="0"/>
                </a:lnTo>
                <a:lnTo>
                  <a:pt x="0" y="224"/>
                </a:lnTo>
                <a:lnTo>
                  <a:pt x="225" y="450"/>
                </a:lnTo>
                <a:close/>
              </a:path>
            </a:pathLst>
          </a:custGeom>
          <a:solidFill>
            <a:srgbClr val="b0b0b0"/>
          </a:solidFill>
          <a:ln w="12600">
            <a:solidFill>
              <a:srgbClr val="b0b0b0"/>
            </a:solidFill>
            <a:miter/>
          </a:ln>
        </p:spPr>
      </p:sp>
      <p:sp>
        <p:nvSpPr>
          <p:cNvPr id="340" name=""/>
          <p:cNvSpPr/>
          <p:nvPr/>
        </p:nvSpPr>
        <p:spPr>
          <a:xfrm>
            <a:off x="7959960" y="258480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6" y="450"/>
                </a:moveTo>
                <a:lnTo>
                  <a:pt x="450" y="225"/>
                </a:lnTo>
                <a:lnTo>
                  <a:pt x="226" y="0"/>
                </a:lnTo>
                <a:lnTo>
                  <a:pt x="0" y="225"/>
                </a:lnTo>
                <a:lnTo>
                  <a:pt x="226" y="450"/>
                </a:lnTo>
                <a:close/>
              </a:path>
            </a:pathLst>
          </a:custGeom>
          <a:solidFill>
            <a:srgbClr val="b0b0b0"/>
          </a:solidFill>
          <a:ln w="12600">
            <a:solidFill>
              <a:srgbClr val="b0b0b0"/>
            </a:solidFill>
            <a:miter/>
          </a:ln>
        </p:spPr>
      </p:sp>
      <p:sp>
        <p:nvSpPr>
          <p:cNvPr id="341" name=""/>
          <p:cNvSpPr/>
          <p:nvPr/>
        </p:nvSpPr>
        <p:spPr>
          <a:xfrm>
            <a:off x="8204760" y="309276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4" y="450"/>
                </a:moveTo>
                <a:lnTo>
                  <a:pt x="450" y="226"/>
                </a:lnTo>
                <a:lnTo>
                  <a:pt x="224" y="0"/>
                </a:lnTo>
                <a:lnTo>
                  <a:pt x="0" y="226"/>
                </a:lnTo>
                <a:lnTo>
                  <a:pt x="224" y="450"/>
                </a:lnTo>
                <a:close/>
              </a:path>
            </a:pathLst>
          </a:custGeom>
          <a:solidFill>
            <a:srgbClr val="2a9d8f"/>
          </a:solidFill>
          <a:ln w="12600">
            <a:solidFill>
              <a:srgbClr val="2a9d8f"/>
            </a:solidFill>
            <a:miter/>
          </a:ln>
        </p:spPr>
      </p:sp>
      <p:sp>
        <p:nvSpPr>
          <p:cNvPr id="342" name=""/>
          <p:cNvSpPr/>
          <p:nvPr/>
        </p:nvSpPr>
        <p:spPr>
          <a:xfrm>
            <a:off x="8139600" y="360108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6" y="450"/>
                </a:moveTo>
                <a:lnTo>
                  <a:pt x="450" y="225"/>
                </a:lnTo>
                <a:lnTo>
                  <a:pt x="226" y="0"/>
                </a:lnTo>
                <a:lnTo>
                  <a:pt x="0" y="225"/>
                </a:lnTo>
                <a:lnTo>
                  <a:pt x="226" y="450"/>
                </a:lnTo>
                <a:close/>
              </a:path>
            </a:pathLst>
          </a:custGeom>
          <a:solidFill>
            <a:srgbClr val="b0b0b0"/>
          </a:solidFill>
          <a:ln w="12600">
            <a:solidFill>
              <a:srgbClr val="b0b0b0"/>
            </a:solidFill>
            <a:miter/>
          </a:ln>
        </p:spPr>
      </p:sp>
      <p:sp>
        <p:nvSpPr>
          <p:cNvPr id="343" name=""/>
          <p:cNvSpPr/>
          <p:nvPr/>
        </p:nvSpPr>
        <p:spPr>
          <a:xfrm>
            <a:off x="7914240" y="410904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5" y="450"/>
                </a:moveTo>
                <a:lnTo>
                  <a:pt x="450" y="226"/>
                </a:lnTo>
                <a:lnTo>
                  <a:pt x="225" y="0"/>
                </a:lnTo>
                <a:lnTo>
                  <a:pt x="0" y="226"/>
                </a:lnTo>
                <a:lnTo>
                  <a:pt x="225" y="450"/>
                </a:lnTo>
                <a:close/>
              </a:path>
            </a:pathLst>
          </a:custGeom>
          <a:solidFill>
            <a:srgbClr val="b0b0b0"/>
          </a:solidFill>
          <a:ln w="12600">
            <a:solidFill>
              <a:srgbClr val="b0b0b0"/>
            </a:solidFill>
            <a:miter/>
          </a:ln>
        </p:spPr>
      </p:sp>
      <p:sp>
        <p:nvSpPr>
          <p:cNvPr id="344" name=""/>
          <p:cNvSpPr/>
          <p:nvPr/>
        </p:nvSpPr>
        <p:spPr>
          <a:xfrm>
            <a:off x="7844040" y="461736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5" y="450"/>
                </a:moveTo>
                <a:lnTo>
                  <a:pt x="450" y="224"/>
                </a:lnTo>
                <a:lnTo>
                  <a:pt x="225" y="0"/>
                </a:lnTo>
                <a:lnTo>
                  <a:pt x="0" y="224"/>
                </a:lnTo>
                <a:lnTo>
                  <a:pt x="225" y="450"/>
                </a:lnTo>
                <a:close/>
              </a:path>
            </a:pathLst>
          </a:custGeom>
          <a:solidFill>
            <a:srgbClr val="b0b0b0"/>
          </a:solidFill>
          <a:ln w="12600">
            <a:solidFill>
              <a:srgbClr val="b0b0b0"/>
            </a:solidFill>
            <a:miter/>
          </a:ln>
        </p:spPr>
      </p:sp>
      <p:sp>
        <p:nvSpPr>
          <p:cNvPr id="345" name=""/>
          <p:cNvSpPr/>
          <p:nvPr/>
        </p:nvSpPr>
        <p:spPr>
          <a:xfrm flipV="1">
            <a:off x="6418080" y="429840"/>
            <a:ext cx="0" cy="447156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46" name=""/>
          <p:cNvSpPr/>
          <p:nvPr/>
        </p:nvSpPr>
        <p:spPr>
          <a:xfrm>
            <a:off x="6418080" y="4901400"/>
            <a:ext cx="3616560" cy="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47" name=""/>
          <p:cNvSpPr txBox="1"/>
          <p:nvPr/>
        </p:nvSpPr>
        <p:spPr>
          <a:xfrm>
            <a:off x="5954040" y="4627440"/>
            <a:ext cx="374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IGH_n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48" name=""/>
          <p:cNvSpPr txBox="1"/>
          <p:nvPr/>
        </p:nvSpPr>
        <p:spPr>
          <a:xfrm>
            <a:off x="8782920" y="573120"/>
            <a:ext cx="2571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diff=-77 [-1.1e+02, +40]   MW P=0.626   exploratory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49" name=""/>
          <p:cNvSpPr txBox="1"/>
          <p:nvPr/>
        </p:nvSpPr>
        <p:spPr>
          <a:xfrm>
            <a:off x="8782920" y="1081080"/>
            <a:ext cx="2510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diff=-52 [-1.5e+02, +1]   MW P=0.041   exploratory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50" name=""/>
          <p:cNvSpPr txBox="1"/>
          <p:nvPr/>
        </p:nvSpPr>
        <p:spPr>
          <a:xfrm>
            <a:off x="8782920" y="1589040"/>
            <a:ext cx="22791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diff=-42 [-76, +31]   MW P=0.247   exploratory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51" name=""/>
          <p:cNvSpPr txBox="1"/>
          <p:nvPr/>
        </p:nvSpPr>
        <p:spPr>
          <a:xfrm>
            <a:off x="8782920" y="2097360"/>
            <a:ext cx="3156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diff=-2.1e+02 [-5.3e+02, +1.8e+02]   MW P=0.429   exploratory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52" name=""/>
          <p:cNvSpPr txBox="1"/>
          <p:nvPr/>
        </p:nvSpPr>
        <p:spPr>
          <a:xfrm>
            <a:off x="8782920" y="2605320"/>
            <a:ext cx="25383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diff=+0.85 [-0.08, +2.4]   MW P=0.065   exploratory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53" name=""/>
          <p:cNvSpPr txBox="1"/>
          <p:nvPr/>
        </p:nvSpPr>
        <p:spPr>
          <a:xfrm>
            <a:off x="8782920" y="3113640"/>
            <a:ext cx="24148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2a9d8f"/>
                </a:solidFill>
                <a:latin typeface="DejaVuSans"/>
              </a:rPr>
              <a:t>diff=+1.2 [+0.06, +2]   MW P=0.026   robust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54" name=""/>
          <p:cNvSpPr txBox="1"/>
          <p:nvPr/>
        </p:nvSpPr>
        <p:spPr>
          <a:xfrm>
            <a:off x="8782920" y="3621600"/>
            <a:ext cx="24771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diff=+1.1 [-0.46, +1.9]   MW P=0.093   exploratory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55" name=""/>
          <p:cNvSpPr txBox="1"/>
          <p:nvPr/>
        </p:nvSpPr>
        <p:spPr>
          <a:xfrm>
            <a:off x="8782920" y="4129560"/>
            <a:ext cx="25383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diff=+0.43 [-0.35, +1.4]   MW P=0.310   exploratory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56" name=""/>
          <p:cNvSpPr txBox="1"/>
          <p:nvPr/>
        </p:nvSpPr>
        <p:spPr>
          <a:xfrm>
            <a:off x="8782920" y="4637880"/>
            <a:ext cx="3111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808080"/>
                </a:solidFill>
                <a:latin typeface="DejaVuSans"/>
              </a:rPr>
              <a:t>diff=+1.6e+03 [-2.8e+03, +7e+03]   MW P=0.240   exploratory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57" name=""/>
          <p:cNvSpPr txBox="1"/>
          <p:nvPr/>
        </p:nvSpPr>
        <p:spPr>
          <a:xfrm>
            <a:off x="7055280" y="73800"/>
            <a:ext cx="10598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Between-group 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358" name=""/>
          <p:cNvSpPr/>
          <p:nvPr/>
        </p:nvSpPr>
        <p:spPr>
          <a:xfrm>
            <a:off x="8117640" y="100080"/>
            <a:ext cx="89640" cy="97560"/>
          </a:xfrm>
          <a:custGeom>
            <a:avLst/>
            <a:gdLst/>
            <a:ahLst/>
            <a:rect l="0" t="0" r="r" b="b"/>
            <a:pathLst>
              <a:path w="249" h="271">
                <a:moveTo>
                  <a:pt x="125" y="36"/>
                </a:moveTo>
                <a:lnTo>
                  <a:pt x="50" y="241"/>
                </a:lnTo>
                <a:lnTo>
                  <a:pt x="199" y="241"/>
                </a:lnTo>
                <a:lnTo>
                  <a:pt x="125" y="36"/>
                </a:lnTo>
                <a:moveTo>
                  <a:pt x="0" y="271"/>
                </a:moveTo>
                <a:lnTo>
                  <a:pt x="104" y="0"/>
                </a:lnTo>
                <a:lnTo>
                  <a:pt x="146" y="0"/>
                </a:lnTo>
                <a:lnTo>
                  <a:pt x="249" y="271"/>
                </a:lnTo>
                <a:lnTo>
                  <a:pt x="0" y="27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359" name=""/>
          <p:cNvSpPr txBox="1"/>
          <p:nvPr/>
        </p:nvSpPr>
        <p:spPr>
          <a:xfrm>
            <a:off x="8208000" y="73800"/>
            <a:ext cx="11865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with BCa 95 % CI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360" name=""/>
          <p:cNvSpPr txBox="1"/>
          <p:nvPr/>
        </p:nvSpPr>
        <p:spPr>
          <a:xfrm>
            <a:off x="6859080" y="230400"/>
            <a:ext cx="27255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CI excluding 0 = robust; else exploratory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361" name="TextBox 360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6A — Cascade BCa forest (v0.7)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14552280" cy="5168160"/>
          </a:xfrm>
          <a:custGeom>
            <a:avLst/>
            <a:gdLst/>
            <a:ahLst/>
            <a:rect l="0" t="0" r="r" b="b"/>
            <a:pathLst>
              <a:path w="40423" h="14356">
                <a:moveTo>
                  <a:pt x="0" y="14356"/>
                </a:moveTo>
                <a:lnTo>
                  <a:pt x="40423" y="14356"/>
                </a:lnTo>
                <a:lnTo>
                  <a:pt x="40423" y="0"/>
                </a:lnTo>
                <a:lnTo>
                  <a:pt x="0" y="0"/>
                </a:lnTo>
                <a:lnTo>
                  <a:pt x="0" y="1435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32720" y="325800"/>
            <a:ext cx="2929680" cy="4520520"/>
          </a:xfrm>
          <a:custGeom>
            <a:avLst/>
            <a:gdLst/>
            <a:ahLst/>
            <a:rect l="0" t="0" r="r" b="b"/>
            <a:pathLst>
              <a:path w="8138" h="12557">
                <a:moveTo>
                  <a:pt x="0" y="12557"/>
                </a:moveTo>
                <a:lnTo>
                  <a:pt x="8138" y="12557"/>
                </a:lnTo>
                <a:lnTo>
                  <a:pt x="8138" y="0"/>
                </a:lnTo>
                <a:lnTo>
                  <a:pt x="0" y="0"/>
                </a:lnTo>
                <a:lnTo>
                  <a:pt x="0" y="1255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035720" y="4845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035720" y="4845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758680" y="4845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758680" y="4845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898200" y="4908960"/>
            <a:ext cx="2764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394560" y="4690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394560" y="4690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578320" y="4908960"/>
            <a:ext cx="36360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394560" y="4154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 flipH="1">
            <a:off x="394560" y="4154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77200" y="46274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394560" y="3618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 flipH="1">
            <a:off x="394560" y="3618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77200" y="40921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394560" y="3083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 flipH="1">
            <a:off x="394560" y="3083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277200" y="35564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394560" y="2547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 flipH="1">
            <a:off x="394560" y="2547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277200" y="30207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394560" y="2012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 flipH="1">
            <a:off x="394560" y="2012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277200" y="24850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394560" y="1476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 flipH="1">
            <a:off x="394560" y="1476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>
            <a:off x="277200" y="19494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394560" y="940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 flipH="1">
            <a:off x="394560" y="940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 txBox="1"/>
          <p:nvPr/>
        </p:nvSpPr>
        <p:spPr>
          <a:xfrm>
            <a:off x="277200" y="14140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394560" y="405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 flipH="1">
            <a:off x="394560" y="405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 txBox="1"/>
          <p:nvPr/>
        </p:nvSpPr>
        <p:spPr>
          <a:xfrm>
            <a:off x="277200" y="8784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>
            <a:off x="277200" y="3427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673920" y="3350880"/>
            <a:ext cx="191160" cy="986040"/>
          </a:xfrm>
          <a:custGeom>
            <a:avLst/>
            <a:gdLst/>
            <a:ahLst/>
            <a:rect l="0" t="0" r="r" b="b"/>
            <a:pathLst>
              <a:path w="531" h="2739">
                <a:moveTo>
                  <a:pt x="531" y="2739"/>
                </a:moveTo>
                <a:lnTo>
                  <a:pt x="343" y="2739"/>
                </a:lnTo>
                <a:lnTo>
                  <a:pt x="339" y="2711"/>
                </a:lnTo>
                <a:lnTo>
                  <a:pt x="335" y="2684"/>
                </a:lnTo>
                <a:lnTo>
                  <a:pt x="331" y="2656"/>
                </a:lnTo>
                <a:lnTo>
                  <a:pt x="327" y="2628"/>
                </a:lnTo>
                <a:lnTo>
                  <a:pt x="323" y="2601"/>
                </a:lnTo>
                <a:lnTo>
                  <a:pt x="319" y="2573"/>
                </a:lnTo>
                <a:lnTo>
                  <a:pt x="315" y="2545"/>
                </a:lnTo>
                <a:lnTo>
                  <a:pt x="311" y="2518"/>
                </a:lnTo>
                <a:lnTo>
                  <a:pt x="307" y="2490"/>
                </a:lnTo>
                <a:lnTo>
                  <a:pt x="303" y="2462"/>
                </a:lnTo>
                <a:lnTo>
                  <a:pt x="299" y="2435"/>
                </a:lnTo>
                <a:lnTo>
                  <a:pt x="295" y="2407"/>
                </a:lnTo>
                <a:lnTo>
                  <a:pt x="290" y="2379"/>
                </a:lnTo>
                <a:lnTo>
                  <a:pt x="286" y="2352"/>
                </a:lnTo>
                <a:lnTo>
                  <a:pt x="282" y="2324"/>
                </a:lnTo>
                <a:lnTo>
                  <a:pt x="277" y="2296"/>
                </a:lnTo>
                <a:lnTo>
                  <a:pt x="273" y="2269"/>
                </a:lnTo>
                <a:lnTo>
                  <a:pt x="268" y="2241"/>
                </a:lnTo>
                <a:lnTo>
                  <a:pt x="263" y="2213"/>
                </a:lnTo>
                <a:lnTo>
                  <a:pt x="259" y="2186"/>
                </a:lnTo>
                <a:lnTo>
                  <a:pt x="254" y="2158"/>
                </a:lnTo>
                <a:lnTo>
                  <a:pt x="249" y="2131"/>
                </a:lnTo>
                <a:lnTo>
                  <a:pt x="244" y="2103"/>
                </a:lnTo>
                <a:lnTo>
                  <a:pt x="239" y="2075"/>
                </a:lnTo>
                <a:lnTo>
                  <a:pt x="233" y="2048"/>
                </a:lnTo>
                <a:lnTo>
                  <a:pt x="228" y="2020"/>
                </a:lnTo>
                <a:lnTo>
                  <a:pt x="223" y="1992"/>
                </a:lnTo>
                <a:lnTo>
                  <a:pt x="217" y="1965"/>
                </a:lnTo>
                <a:lnTo>
                  <a:pt x="211" y="1937"/>
                </a:lnTo>
                <a:lnTo>
                  <a:pt x="206" y="1909"/>
                </a:lnTo>
                <a:lnTo>
                  <a:pt x="200" y="1882"/>
                </a:lnTo>
                <a:lnTo>
                  <a:pt x="194" y="1854"/>
                </a:lnTo>
                <a:lnTo>
                  <a:pt x="188" y="1826"/>
                </a:lnTo>
                <a:lnTo>
                  <a:pt x="182" y="1799"/>
                </a:lnTo>
                <a:lnTo>
                  <a:pt x="176" y="1771"/>
                </a:lnTo>
                <a:lnTo>
                  <a:pt x="170" y="1743"/>
                </a:lnTo>
                <a:lnTo>
                  <a:pt x="164" y="1716"/>
                </a:lnTo>
                <a:lnTo>
                  <a:pt x="157" y="1688"/>
                </a:lnTo>
                <a:lnTo>
                  <a:pt x="151" y="1660"/>
                </a:lnTo>
                <a:lnTo>
                  <a:pt x="145" y="1633"/>
                </a:lnTo>
                <a:lnTo>
                  <a:pt x="139" y="1605"/>
                </a:lnTo>
                <a:lnTo>
                  <a:pt x="132" y="1577"/>
                </a:lnTo>
                <a:lnTo>
                  <a:pt x="126" y="1550"/>
                </a:lnTo>
                <a:lnTo>
                  <a:pt x="120" y="1522"/>
                </a:lnTo>
                <a:lnTo>
                  <a:pt x="114" y="1495"/>
                </a:lnTo>
                <a:lnTo>
                  <a:pt x="107" y="1467"/>
                </a:lnTo>
                <a:lnTo>
                  <a:pt x="101" y="1439"/>
                </a:lnTo>
                <a:lnTo>
                  <a:pt x="95" y="1412"/>
                </a:lnTo>
                <a:lnTo>
                  <a:pt x="89" y="1384"/>
                </a:lnTo>
                <a:lnTo>
                  <a:pt x="84" y="1356"/>
                </a:lnTo>
                <a:lnTo>
                  <a:pt x="78" y="1329"/>
                </a:lnTo>
                <a:lnTo>
                  <a:pt x="72" y="1301"/>
                </a:lnTo>
                <a:lnTo>
                  <a:pt x="67" y="1273"/>
                </a:lnTo>
                <a:lnTo>
                  <a:pt x="61" y="1246"/>
                </a:lnTo>
                <a:lnTo>
                  <a:pt x="56" y="1218"/>
                </a:lnTo>
                <a:lnTo>
                  <a:pt x="51" y="1190"/>
                </a:lnTo>
                <a:lnTo>
                  <a:pt x="46" y="1163"/>
                </a:lnTo>
                <a:lnTo>
                  <a:pt x="41" y="1135"/>
                </a:lnTo>
                <a:lnTo>
                  <a:pt x="37" y="1107"/>
                </a:lnTo>
                <a:lnTo>
                  <a:pt x="33" y="1080"/>
                </a:lnTo>
                <a:lnTo>
                  <a:pt x="28" y="1052"/>
                </a:lnTo>
                <a:lnTo>
                  <a:pt x="25" y="1024"/>
                </a:lnTo>
                <a:lnTo>
                  <a:pt x="21" y="997"/>
                </a:lnTo>
                <a:lnTo>
                  <a:pt x="18" y="969"/>
                </a:lnTo>
                <a:lnTo>
                  <a:pt x="14" y="941"/>
                </a:lnTo>
                <a:lnTo>
                  <a:pt x="12" y="914"/>
                </a:lnTo>
                <a:lnTo>
                  <a:pt x="9" y="886"/>
                </a:lnTo>
                <a:lnTo>
                  <a:pt x="7" y="859"/>
                </a:lnTo>
                <a:lnTo>
                  <a:pt x="5" y="831"/>
                </a:lnTo>
                <a:lnTo>
                  <a:pt x="3" y="803"/>
                </a:lnTo>
                <a:lnTo>
                  <a:pt x="2" y="776"/>
                </a:lnTo>
                <a:lnTo>
                  <a:pt x="1" y="748"/>
                </a:lnTo>
                <a:lnTo>
                  <a:pt x="0" y="720"/>
                </a:lnTo>
                <a:lnTo>
                  <a:pt x="0" y="693"/>
                </a:lnTo>
                <a:lnTo>
                  <a:pt x="0" y="665"/>
                </a:lnTo>
                <a:lnTo>
                  <a:pt x="0" y="637"/>
                </a:lnTo>
                <a:lnTo>
                  <a:pt x="1" y="610"/>
                </a:lnTo>
                <a:lnTo>
                  <a:pt x="2" y="582"/>
                </a:lnTo>
                <a:lnTo>
                  <a:pt x="4" y="554"/>
                </a:lnTo>
                <a:lnTo>
                  <a:pt x="6" y="527"/>
                </a:lnTo>
                <a:lnTo>
                  <a:pt x="8" y="499"/>
                </a:lnTo>
                <a:lnTo>
                  <a:pt x="11" y="471"/>
                </a:lnTo>
                <a:lnTo>
                  <a:pt x="14" y="444"/>
                </a:lnTo>
                <a:lnTo>
                  <a:pt x="17" y="416"/>
                </a:lnTo>
                <a:lnTo>
                  <a:pt x="21" y="388"/>
                </a:lnTo>
                <a:lnTo>
                  <a:pt x="25" y="361"/>
                </a:lnTo>
                <a:lnTo>
                  <a:pt x="30" y="333"/>
                </a:lnTo>
                <a:lnTo>
                  <a:pt x="35" y="305"/>
                </a:lnTo>
                <a:lnTo>
                  <a:pt x="41" y="278"/>
                </a:lnTo>
                <a:lnTo>
                  <a:pt x="46" y="249"/>
                </a:lnTo>
                <a:lnTo>
                  <a:pt x="53" y="222"/>
                </a:lnTo>
                <a:lnTo>
                  <a:pt x="59" y="194"/>
                </a:lnTo>
                <a:lnTo>
                  <a:pt x="66" y="166"/>
                </a:lnTo>
                <a:lnTo>
                  <a:pt x="74" y="139"/>
                </a:lnTo>
                <a:lnTo>
                  <a:pt x="81" y="111"/>
                </a:lnTo>
                <a:lnTo>
                  <a:pt x="89" y="83"/>
                </a:lnTo>
                <a:lnTo>
                  <a:pt x="97" y="56"/>
                </a:lnTo>
                <a:lnTo>
                  <a:pt x="106" y="28"/>
                </a:lnTo>
                <a:lnTo>
                  <a:pt x="115" y="0"/>
                </a:lnTo>
                <a:lnTo>
                  <a:pt x="531" y="0"/>
                </a:lnTo>
                <a:lnTo>
                  <a:pt x="531" y="28"/>
                </a:lnTo>
                <a:lnTo>
                  <a:pt x="531" y="56"/>
                </a:lnTo>
                <a:lnTo>
                  <a:pt x="531" y="83"/>
                </a:lnTo>
                <a:lnTo>
                  <a:pt x="531" y="111"/>
                </a:lnTo>
                <a:lnTo>
                  <a:pt x="531" y="139"/>
                </a:lnTo>
                <a:lnTo>
                  <a:pt x="531" y="166"/>
                </a:lnTo>
                <a:lnTo>
                  <a:pt x="531" y="194"/>
                </a:lnTo>
                <a:lnTo>
                  <a:pt x="531" y="222"/>
                </a:lnTo>
                <a:lnTo>
                  <a:pt x="531" y="249"/>
                </a:lnTo>
                <a:lnTo>
                  <a:pt x="531" y="278"/>
                </a:lnTo>
                <a:lnTo>
                  <a:pt x="531" y="305"/>
                </a:lnTo>
                <a:lnTo>
                  <a:pt x="531" y="333"/>
                </a:lnTo>
                <a:lnTo>
                  <a:pt x="531" y="361"/>
                </a:lnTo>
                <a:lnTo>
                  <a:pt x="531" y="388"/>
                </a:lnTo>
                <a:lnTo>
                  <a:pt x="531" y="416"/>
                </a:lnTo>
                <a:lnTo>
                  <a:pt x="531" y="444"/>
                </a:lnTo>
                <a:lnTo>
                  <a:pt x="531" y="471"/>
                </a:lnTo>
                <a:lnTo>
                  <a:pt x="531" y="499"/>
                </a:lnTo>
                <a:lnTo>
                  <a:pt x="531" y="527"/>
                </a:lnTo>
                <a:lnTo>
                  <a:pt x="531" y="554"/>
                </a:lnTo>
                <a:lnTo>
                  <a:pt x="531" y="582"/>
                </a:lnTo>
                <a:lnTo>
                  <a:pt x="531" y="610"/>
                </a:lnTo>
                <a:lnTo>
                  <a:pt x="531" y="637"/>
                </a:lnTo>
                <a:lnTo>
                  <a:pt x="531" y="665"/>
                </a:lnTo>
                <a:lnTo>
                  <a:pt x="531" y="693"/>
                </a:lnTo>
                <a:lnTo>
                  <a:pt x="531" y="720"/>
                </a:lnTo>
                <a:lnTo>
                  <a:pt x="531" y="748"/>
                </a:lnTo>
                <a:lnTo>
                  <a:pt x="531" y="776"/>
                </a:lnTo>
                <a:lnTo>
                  <a:pt x="531" y="803"/>
                </a:lnTo>
                <a:lnTo>
                  <a:pt x="531" y="831"/>
                </a:lnTo>
                <a:lnTo>
                  <a:pt x="531" y="859"/>
                </a:lnTo>
                <a:lnTo>
                  <a:pt x="531" y="886"/>
                </a:lnTo>
                <a:lnTo>
                  <a:pt x="531" y="914"/>
                </a:lnTo>
                <a:lnTo>
                  <a:pt x="531" y="941"/>
                </a:lnTo>
                <a:lnTo>
                  <a:pt x="531" y="969"/>
                </a:lnTo>
                <a:lnTo>
                  <a:pt x="531" y="997"/>
                </a:lnTo>
                <a:lnTo>
                  <a:pt x="531" y="1024"/>
                </a:lnTo>
                <a:lnTo>
                  <a:pt x="531" y="1052"/>
                </a:lnTo>
                <a:lnTo>
                  <a:pt x="531" y="1080"/>
                </a:lnTo>
                <a:lnTo>
                  <a:pt x="531" y="1107"/>
                </a:lnTo>
                <a:lnTo>
                  <a:pt x="531" y="1135"/>
                </a:lnTo>
                <a:lnTo>
                  <a:pt x="531" y="1163"/>
                </a:lnTo>
                <a:lnTo>
                  <a:pt x="531" y="1190"/>
                </a:lnTo>
                <a:lnTo>
                  <a:pt x="531" y="1218"/>
                </a:lnTo>
                <a:lnTo>
                  <a:pt x="531" y="1246"/>
                </a:lnTo>
                <a:lnTo>
                  <a:pt x="531" y="1273"/>
                </a:lnTo>
                <a:lnTo>
                  <a:pt x="531" y="1301"/>
                </a:lnTo>
                <a:lnTo>
                  <a:pt x="531" y="1329"/>
                </a:lnTo>
                <a:lnTo>
                  <a:pt x="531" y="1356"/>
                </a:lnTo>
                <a:lnTo>
                  <a:pt x="531" y="1384"/>
                </a:lnTo>
                <a:lnTo>
                  <a:pt x="531" y="1412"/>
                </a:lnTo>
                <a:lnTo>
                  <a:pt x="531" y="1439"/>
                </a:lnTo>
                <a:lnTo>
                  <a:pt x="531" y="1467"/>
                </a:lnTo>
                <a:lnTo>
                  <a:pt x="531" y="1495"/>
                </a:lnTo>
                <a:lnTo>
                  <a:pt x="531" y="1522"/>
                </a:lnTo>
                <a:lnTo>
                  <a:pt x="531" y="1550"/>
                </a:lnTo>
                <a:lnTo>
                  <a:pt x="531" y="1577"/>
                </a:lnTo>
                <a:lnTo>
                  <a:pt x="531" y="1605"/>
                </a:lnTo>
                <a:lnTo>
                  <a:pt x="531" y="1633"/>
                </a:lnTo>
                <a:lnTo>
                  <a:pt x="531" y="1660"/>
                </a:lnTo>
                <a:lnTo>
                  <a:pt x="531" y="1688"/>
                </a:lnTo>
                <a:lnTo>
                  <a:pt x="531" y="1716"/>
                </a:lnTo>
                <a:lnTo>
                  <a:pt x="531" y="1743"/>
                </a:lnTo>
                <a:lnTo>
                  <a:pt x="531" y="1771"/>
                </a:lnTo>
                <a:lnTo>
                  <a:pt x="531" y="1799"/>
                </a:lnTo>
                <a:lnTo>
                  <a:pt x="531" y="1826"/>
                </a:lnTo>
                <a:lnTo>
                  <a:pt x="531" y="1854"/>
                </a:lnTo>
                <a:lnTo>
                  <a:pt x="531" y="1882"/>
                </a:lnTo>
                <a:lnTo>
                  <a:pt x="531" y="1909"/>
                </a:lnTo>
                <a:lnTo>
                  <a:pt x="531" y="1937"/>
                </a:lnTo>
                <a:lnTo>
                  <a:pt x="531" y="1965"/>
                </a:lnTo>
                <a:lnTo>
                  <a:pt x="531" y="1992"/>
                </a:lnTo>
                <a:lnTo>
                  <a:pt x="531" y="2020"/>
                </a:lnTo>
                <a:lnTo>
                  <a:pt x="531" y="2048"/>
                </a:lnTo>
                <a:lnTo>
                  <a:pt x="531" y="2075"/>
                </a:lnTo>
                <a:lnTo>
                  <a:pt x="531" y="2103"/>
                </a:lnTo>
                <a:lnTo>
                  <a:pt x="531" y="2131"/>
                </a:lnTo>
                <a:lnTo>
                  <a:pt x="531" y="2158"/>
                </a:lnTo>
                <a:lnTo>
                  <a:pt x="531" y="2186"/>
                </a:lnTo>
                <a:lnTo>
                  <a:pt x="531" y="2213"/>
                </a:lnTo>
                <a:lnTo>
                  <a:pt x="531" y="2241"/>
                </a:lnTo>
                <a:lnTo>
                  <a:pt x="531" y="2269"/>
                </a:lnTo>
                <a:lnTo>
                  <a:pt x="531" y="2296"/>
                </a:lnTo>
                <a:lnTo>
                  <a:pt x="531" y="2324"/>
                </a:lnTo>
                <a:lnTo>
                  <a:pt x="531" y="2352"/>
                </a:lnTo>
                <a:lnTo>
                  <a:pt x="531" y="2379"/>
                </a:lnTo>
                <a:lnTo>
                  <a:pt x="531" y="2407"/>
                </a:lnTo>
                <a:lnTo>
                  <a:pt x="531" y="2435"/>
                </a:lnTo>
                <a:lnTo>
                  <a:pt x="531" y="2462"/>
                </a:lnTo>
                <a:lnTo>
                  <a:pt x="531" y="2490"/>
                </a:lnTo>
                <a:lnTo>
                  <a:pt x="531" y="2518"/>
                </a:lnTo>
                <a:lnTo>
                  <a:pt x="531" y="2545"/>
                </a:lnTo>
                <a:lnTo>
                  <a:pt x="531" y="2573"/>
                </a:lnTo>
                <a:lnTo>
                  <a:pt x="531" y="2601"/>
                </a:lnTo>
                <a:lnTo>
                  <a:pt x="531" y="2628"/>
                </a:lnTo>
                <a:lnTo>
                  <a:pt x="531" y="2656"/>
                </a:lnTo>
                <a:lnTo>
                  <a:pt x="531" y="2684"/>
                </a:lnTo>
                <a:lnTo>
                  <a:pt x="531" y="2711"/>
                </a:lnTo>
                <a:lnTo>
                  <a:pt x="531" y="2739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673920" y="1594080"/>
            <a:ext cx="191160" cy="3010680"/>
          </a:xfrm>
          <a:custGeom>
            <a:avLst/>
            <a:gdLst/>
            <a:ahLst/>
            <a:rect l="0" t="0" r="r" b="b"/>
            <a:pathLst>
              <a:path w="531" h="8363">
                <a:moveTo>
                  <a:pt x="531" y="8363"/>
                </a:moveTo>
                <a:lnTo>
                  <a:pt x="170" y="8363"/>
                </a:lnTo>
                <a:lnTo>
                  <a:pt x="157" y="8278"/>
                </a:lnTo>
                <a:lnTo>
                  <a:pt x="145" y="8194"/>
                </a:lnTo>
                <a:lnTo>
                  <a:pt x="133" y="8108"/>
                </a:lnTo>
                <a:lnTo>
                  <a:pt x="121" y="8024"/>
                </a:lnTo>
                <a:lnTo>
                  <a:pt x="110" y="7939"/>
                </a:lnTo>
                <a:lnTo>
                  <a:pt x="99" y="7855"/>
                </a:lnTo>
                <a:lnTo>
                  <a:pt x="88" y="7771"/>
                </a:lnTo>
                <a:lnTo>
                  <a:pt x="77" y="7686"/>
                </a:lnTo>
                <a:lnTo>
                  <a:pt x="67" y="7602"/>
                </a:lnTo>
                <a:lnTo>
                  <a:pt x="58" y="7517"/>
                </a:lnTo>
                <a:lnTo>
                  <a:pt x="49" y="7433"/>
                </a:lnTo>
                <a:lnTo>
                  <a:pt x="41" y="7348"/>
                </a:lnTo>
                <a:lnTo>
                  <a:pt x="33" y="7264"/>
                </a:lnTo>
                <a:lnTo>
                  <a:pt x="27" y="7179"/>
                </a:lnTo>
                <a:lnTo>
                  <a:pt x="20" y="7095"/>
                </a:lnTo>
                <a:lnTo>
                  <a:pt x="15" y="7010"/>
                </a:lnTo>
                <a:lnTo>
                  <a:pt x="10" y="6926"/>
                </a:lnTo>
                <a:lnTo>
                  <a:pt x="7" y="6841"/>
                </a:lnTo>
                <a:lnTo>
                  <a:pt x="4" y="6757"/>
                </a:lnTo>
                <a:lnTo>
                  <a:pt x="1" y="6673"/>
                </a:lnTo>
                <a:lnTo>
                  <a:pt x="0" y="6588"/>
                </a:lnTo>
                <a:lnTo>
                  <a:pt x="0" y="6504"/>
                </a:lnTo>
                <a:lnTo>
                  <a:pt x="0" y="6419"/>
                </a:lnTo>
                <a:lnTo>
                  <a:pt x="2" y="6335"/>
                </a:lnTo>
                <a:lnTo>
                  <a:pt x="4" y="6250"/>
                </a:lnTo>
                <a:lnTo>
                  <a:pt x="7" y="6166"/>
                </a:lnTo>
                <a:lnTo>
                  <a:pt x="11" y="6081"/>
                </a:lnTo>
                <a:lnTo>
                  <a:pt x="16" y="5997"/>
                </a:lnTo>
                <a:lnTo>
                  <a:pt x="22" y="5912"/>
                </a:lnTo>
                <a:lnTo>
                  <a:pt x="28" y="5828"/>
                </a:lnTo>
                <a:lnTo>
                  <a:pt x="35" y="5744"/>
                </a:lnTo>
                <a:lnTo>
                  <a:pt x="43" y="5659"/>
                </a:lnTo>
                <a:lnTo>
                  <a:pt x="52" y="5575"/>
                </a:lnTo>
                <a:lnTo>
                  <a:pt x="61" y="5490"/>
                </a:lnTo>
                <a:lnTo>
                  <a:pt x="71" y="5406"/>
                </a:lnTo>
                <a:lnTo>
                  <a:pt x="82" y="5321"/>
                </a:lnTo>
                <a:lnTo>
                  <a:pt x="93" y="5237"/>
                </a:lnTo>
                <a:lnTo>
                  <a:pt x="105" y="5152"/>
                </a:lnTo>
                <a:lnTo>
                  <a:pt x="116" y="5068"/>
                </a:lnTo>
                <a:lnTo>
                  <a:pt x="129" y="4983"/>
                </a:lnTo>
                <a:lnTo>
                  <a:pt x="141" y="4899"/>
                </a:lnTo>
                <a:lnTo>
                  <a:pt x="154" y="4814"/>
                </a:lnTo>
                <a:lnTo>
                  <a:pt x="167" y="4730"/>
                </a:lnTo>
                <a:lnTo>
                  <a:pt x="180" y="4646"/>
                </a:lnTo>
                <a:lnTo>
                  <a:pt x="193" y="4561"/>
                </a:lnTo>
                <a:lnTo>
                  <a:pt x="207" y="4477"/>
                </a:lnTo>
                <a:lnTo>
                  <a:pt x="220" y="4392"/>
                </a:lnTo>
                <a:lnTo>
                  <a:pt x="233" y="4308"/>
                </a:lnTo>
                <a:lnTo>
                  <a:pt x="246" y="4223"/>
                </a:lnTo>
                <a:lnTo>
                  <a:pt x="258" y="4139"/>
                </a:lnTo>
                <a:lnTo>
                  <a:pt x="271" y="4054"/>
                </a:lnTo>
                <a:lnTo>
                  <a:pt x="283" y="3970"/>
                </a:lnTo>
                <a:lnTo>
                  <a:pt x="295" y="3885"/>
                </a:lnTo>
                <a:lnTo>
                  <a:pt x="306" y="3801"/>
                </a:lnTo>
                <a:lnTo>
                  <a:pt x="317" y="3717"/>
                </a:lnTo>
                <a:lnTo>
                  <a:pt x="328" y="3632"/>
                </a:lnTo>
                <a:lnTo>
                  <a:pt x="338" y="3548"/>
                </a:lnTo>
                <a:lnTo>
                  <a:pt x="348" y="3463"/>
                </a:lnTo>
                <a:lnTo>
                  <a:pt x="357" y="3379"/>
                </a:lnTo>
                <a:lnTo>
                  <a:pt x="366" y="3294"/>
                </a:lnTo>
                <a:lnTo>
                  <a:pt x="374" y="3210"/>
                </a:lnTo>
                <a:lnTo>
                  <a:pt x="381" y="3125"/>
                </a:lnTo>
                <a:lnTo>
                  <a:pt x="389" y="3041"/>
                </a:lnTo>
                <a:lnTo>
                  <a:pt x="395" y="2956"/>
                </a:lnTo>
                <a:lnTo>
                  <a:pt x="401" y="2872"/>
                </a:lnTo>
                <a:lnTo>
                  <a:pt x="407" y="2787"/>
                </a:lnTo>
                <a:lnTo>
                  <a:pt x="412" y="2703"/>
                </a:lnTo>
                <a:lnTo>
                  <a:pt x="416" y="2619"/>
                </a:lnTo>
                <a:lnTo>
                  <a:pt x="420" y="2534"/>
                </a:lnTo>
                <a:lnTo>
                  <a:pt x="423" y="2450"/>
                </a:lnTo>
                <a:lnTo>
                  <a:pt x="426" y="2365"/>
                </a:lnTo>
                <a:lnTo>
                  <a:pt x="429" y="2281"/>
                </a:lnTo>
                <a:lnTo>
                  <a:pt x="431" y="2196"/>
                </a:lnTo>
                <a:lnTo>
                  <a:pt x="433" y="2112"/>
                </a:lnTo>
                <a:lnTo>
                  <a:pt x="434" y="2027"/>
                </a:lnTo>
                <a:lnTo>
                  <a:pt x="435" y="1943"/>
                </a:lnTo>
                <a:lnTo>
                  <a:pt x="436" y="1858"/>
                </a:lnTo>
                <a:lnTo>
                  <a:pt x="436" y="1774"/>
                </a:lnTo>
                <a:lnTo>
                  <a:pt x="436" y="1690"/>
                </a:lnTo>
                <a:lnTo>
                  <a:pt x="436" y="1605"/>
                </a:lnTo>
                <a:lnTo>
                  <a:pt x="436" y="1521"/>
                </a:lnTo>
                <a:lnTo>
                  <a:pt x="435" y="1436"/>
                </a:lnTo>
                <a:lnTo>
                  <a:pt x="435" y="1352"/>
                </a:lnTo>
                <a:lnTo>
                  <a:pt x="434" y="1267"/>
                </a:lnTo>
                <a:lnTo>
                  <a:pt x="433" y="1183"/>
                </a:lnTo>
                <a:lnTo>
                  <a:pt x="432" y="1098"/>
                </a:lnTo>
                <a:lnTo>
                  <a:pt x="431" y="1014"/>
                </a:lnTo>
                <a:lnTo>
                  <a:pt x="430" y="929"/>
                </a:lnTo>
                <a:lnTo>
                  <a:pt x="429" y="845"/>
                </a:lnTo>
                <a:lnTo>
                  <a:pt x="429" y="760"/>
                </a:lnTo>
                <a:lnTo>
                  <a:pt x="428" y="676"/>
                </a:lnTo>
                <a:lnTo>
                  <a:pt x="427" y="592"/>
                </a:lnTo>
                <a:lnTo>
                  <a:pt x="426" y="507"/>
                </a:lnTo>
                <a:lnTo>
                  <a:pt x="426" y="423"/>
                </a:lnTo>
                <a:lnTo>
                  <a:pt x="425" y="338"/>
                </a:lnTo>
                <a:lnTo>
                  <a:pt x="425" y="254"/>
                </a:lnTo>
                <a:lnTo>
                  <a:pt x="425" y="169"/>
                </a:lnTo>
                <a:lnTo>
                  <a:pt x="425" y="85"/>
                </a:lnTo>
                <a:lnTo>
                  <a:pt x="425" y="0"/>
                </a:lnTo>
                <a:lnTo>
                  <a:pt x="531" y="0"/>
                </a:lnTo>
                <a:lnTo>
                  <a:pt x="531" y="85"/>
                </a:lnTo>
                <a:lnTo>
                  <a:pt x="531" y="169"/>
                </a:lnTo>
                <a:lnTo>
                  <a:pt x="531" y="254"/>
                </a:lnTo>
                <a:lnTo>
                  <a:pt x="531" y="338"/>
                </a:lnTo>
                <a:lnTo>
                  <a:pt x="531" y="423"/>
                </a:lnTo>
                <a:lnTo>
                  <a:pt x="531" y="507"/>
                </a:lnTo>
                <a:lnTo>
                  <a:pt x="531" y="592"/>
                </a:lnTo>
                <a:lnTo>
                  <a:pt x="531" y="676"/>
                </a:lnTo>
                <a:lnTo>
                  <a:pt x="531" y="760"/>
                </a:lnTo>
                <a:lnTo>
                  <a:pt x="531" y="845"/>
                </a:lnTo>
                <a:lnTo>
                  <a:pt x="531" y="929"/>
                </a:lnTo>
                <a:lnTo>
                  <a:pt x="531" y="1014"/>
                </a:lnTo>
                <a:lnTo>
                  <a:pt x="531" y="1098"/>
                </a:lnTo>
                <a:lnTo>
                  <a:pt x="531" y="1183"/>
                </a:lnTo>
                <a:lnTo>
                  <a:pt x="531" y="1267"/>
                </a:lnTo>
                <a:lnTo>
                  <a:pt x="531" y="1352"/>
                </a:lnTo>
                <a:lnTo>
                  <a:pt x="531" y="1436"/>
                </a:lnTo>
                <a:lnTo>
                  <a:pt x="531" y="1521"/>
                </a:lnTo>
                <a:lnTo>
                  <a:pt x="531" y="1605"/>
                </a:lnTo>
                <a:lnTo>
                  <a:pt x="531" y="1690"/>
                </a:lnTo>
                <a:lnTo>
                  <a:pt x="531" y="1774"/>
                </a:lnTo>
                <a:lnTo>
                  <a:pt x="531" y="1858"/>
                </a:lnTo>
                <a:lnTo>
                  <a:pt x="531" y="1943"/>
                </a:lnTo>
                <a:lnTo>
                  <a:pt x="531" y="2027"/>
                </a:lnTo>
                <a:lnTo>
                  <a:pt x="531" y="2112"/>
                </a:lnTo>
                <a:lnTo>
                  <a:pt x="531" y="2196"/>
                </a:lnTo>
                <a:lnTo>
                  <a:pt x="531" y="2281"/>
                </a:lnTo>
                <a:lnTo>
                  <a:pt x="531" y="2365"/>
                </a:lnTo>
                <a:lnTo>
                  <a:pt x="531" y="2450"/>
                </a:lnTo>
                <a:lnTo>
                  <a:pt x="531" y="2534"/>
                </a:lnTo>
                <a:lnTo>
                  <a:pt x="531" y="2619"/>
                </a:lnTo>
                <a:lnTo>
                  <a:pt x="531" y="2703"/>
                </a:lnTo>
                <a:lnTo>
                  <a:pt x="531" y="2787"/>
                </a:lnTo>
                <a:lnTo>
                  <a:pt x="531" y="2872"/>
                </a:lnTo>
                <a:lnTo>
                  <a:pt x="531" y="2956"/>
                </a:lnTo>
                <a:lnTo>
                  <a:pt x="531" y="3041"/>
                </a:lnTo>
                <a:lnTo>
                  <a:pt x="531" y="3125"/>
                </a:lnTo>
                <a:lnTo>
                  <a:pt x="531" y="3210"/>
                </a:lnTo>
                <a:lnTo>
                  <a:pt x="531" y="3294"/>
                </a:lnTo>
                <a:lnTo>
                  <a:pt x="531" y="3379"/>
                </a:lnTo>
                <a:lnTo>
                  <a:pt x="531" y="3463"/>
                </a:lnTo>
                <a:lnTo>
                  <a:pt x="531" y="3548"/>
                </a:lnTo>
                <a:lnTo>
                  <a:pt x="531" y="3632"/>
                </a:lnTo>
                <a:lnTo>
                  <a:pt x="531" y="3717"/>
                </a:lnTo>
                <a:lnTo>
                  <a:pt x="531" y="3801"/>
                </a:lnTo>
                <a:lnTo>
                  <a:pt x="531" y="3885"/>
                </a:lnTo>
                <a:lnTo>
                  <a:pt x="531" y="3970"/>
                </a:lnTo>
                <a:lnTo>
                  <a:pt x="531" y="4054"/>
                </a:lnTo>
                <a:lnTo>
                  <a:pt x="531" y="4139"/>
                </a:lnTo>
                <a:lnTo>
                  <a:pt x="531" y="4223"/>
                </a:lnTo>
                <a:lnTo>
                  <a:pt x="531" y="4308"/>
                </a:lnTo>
                <a:lnTo>
                  <a:pt x="531" y="4392"/>
                </a:lnTo>
                <a:lnTo>
                  <a:pt x="531" y="4477"/>
                </a:lnTo>
                <a:lnTo>
                  <a:pt x="531" y="4561"/>
                </a:lnTo>
                <a:lnTo>
                  <a:pt x="531" y="4646"/>
                </a:lnTo>
                <a:lnTo>
                  <a:pt x="531" y="4730"/>
                </a:lnTo>
                <a:lnTo>
                  <a:pt x="531" y="4814"/>
                </a:lnTo>
                <a:lnTo>
                  <a:pt x="531" y="4899"/>
                </a:lnTo>
                <a:lnTo>
                  <a:pt x="531" y="4983"/>
                </a:lnTo>
                <a:lnTo>
                  <a:pt x="531" y="5068"/>
                </a:lnTo>
                <a:lnTo>
                  <a:pt x="531" y="5152"/>
                </a:lnTo>
                <a:lnTo>
                  <a:pt x="531" y="5237"/>
                </a:lnTo>
                <a:lnTo>
                  <a:pt x="531" y="5321"/>
                </a:lnTo>
                <a:lnTo>
                  <a:pt x="531" y="5406"/>
                </a:lnTo>
                <a:lnTo>
                  <a:pt x="531" y="5490"/>
                </a:lnTo>
                <a:lnTo>
                  <a:pt x="531" y="5575"/>
                </a:lnTo>
                <a:lnTo>
                  <a:pt x="531" y="5659"/>
                </a:lnTo>
                <a:lnTo>
                  <a:pt x="531" y="5744"/>
                </a:lnTo>
                <a:lnTo>
                  <a:pt x="531" y="5828"/>
                </a:lnTo>
                <a:lnTo>
                  <a:pt x="531" y="5912"/>
                </a:lnTo>
                <a:lnTo>
                  <a:pt x="531" y="5997"/>
                </a:lnTo>
                <a:lnTo>
                  <a:pt x="531" y="6081"/>
                </a:lnTo>
                <a:lnTo>
                  <a:pt x="531" y="6166"/>
                </a:lnTo>
                <a:lnTo>
                  <a:pt x="531" y="6250"/>
                </a:lnTo>
                <a:lnTo>
                  <a:pt x="531" y="6335"/>
                </a:lnTo>
                <a:lnTo>
                  <a:pt x="531" y="6419"/>
                </a:lnTo>
                <a:lnTo>
                  <a:pt x="531" y="6504"/>
                </a:lnTo>
                <a:lnTo>
                  <a:pt x="531" y="6588"/>
                </a:lnTo>
                <a:lnTo>
                  <a:pt x="531" y="6673"/>
                </a:lnTo>
                <a:lnTo>
                  <a:pt x="531" y="6757"/>
                </a:lnTo>
                <a:lnTo>
                  <a:pt x="531" y="6841"/>
                </a:lnTo>
                <a:lnTo>
                  <a:pt x="531" y="6926"/>
                </a:lnTo>
                <a:lnTo>
                  <a:pt x="531" y="7010"/>
                </a:lnTo>
                <a:lnTo>
                  <a:pt x="531" y="7095"/>
                </a:lnTo>
                <a:lnTo>
                  <a:pt x="531" y="7179"/>
                </a:lnTo>
                <a:lnTo>
                  <a:pt x="531" y="7264"/>
                </a:lnTo>
                <a:lnTo>
                  <a:pt x="531" y="7348"/>
                </a:lnTo>
                <a:lnTo>
                  <a:pt x="531" y="7433"/>
                </a:lnTo>
                <a:lnTo>
                  <a:pt x="531" y="7517"/>
                </a:lnTo>
                <a:lnTo>
                  <a:pt x="531" y="7602"/>
                </a:lnTo>
                <a:lnTo>
                  <a:pt x="531" y="7686"/>
                </a:lnTo>
                <a:lnTo>
                  <a:pt x="531" y="7771"/>
                </a:lnTo>
                <a:lnTo>
                  <a:pt x="531" y="7855"/>
                </a:lnTo>
                <a:lnTo>
                  <a:pt x="531" y="7939"/>
                </a:lnTo>
                <a:lnTo>
                  <a:pt x="531" y="8024"/>
                </a:lnTo>
                <a:lnTo>
                  <a:pt x="531" y="8108"/>
                </a:lnTo>
                <a:lnTo>
                  <a:pt x="531" y="8194"/>
                </a:lnTo>
                <a:lnTo>
                  <a:pt x="531" y="8278"/>
                </a:lnTo>
                <a:lnTo>
                  <a:pt x="531" y="8363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73" name=""/>
          <p:cNvSpPr/>
          <p:nvPr/>
        </p:nvSpPr>
        <p:spPr>
          <a:xfrm>
            <a:off x="2933280" y="3190320"/>
            <a:ext cx="187920" cy="1500120"/>
          </a:xfrm>
          <a:custGeom>
            <a:avLst/>
            <a:gdLst/>
            <a:ahLst/>
            <a:rect l="0" t="0" r="r" b="b"/>
            <a:pathLst>
              <a:path w="522" h="4167">
                <a:moveTo>
                  <a:pt x="503" y="4167"/>
                </a:moveTo>
                <a:lnTo>
                  <a:pt x="0" y="4167"/>
                </a:lnTo>
                <a:lnTo>
                  <a:pt x="0" y="4125"/>
                </a:lnTo>
                <a:lnTo>
                  <a:pt x="0" y="4083"/>
                </a:lnTo>
                <a:lnTo>
                  <a:pt x="0" y="4041"/>
                </a:lnTo>
                <a:lnTo>
                  <a:pt x="0" y="3998"/>
                </a:lnTo>
                <a:lnTo>
                  <a:pt x="0" y="3956"/>
                </a:lnTo>
                <a:lnTo>
                  <a:pt x="0" y="3914"/>
                </a:lnTo>
                <a:lnTo>
                  <a:pt x="0" y="3872"/>
                </a:lnTo>
                <a:lnTo>
                  <a:pt x="0" y="3830"/>
                </a:lnTo>
                <a:lnTo>
                  <a:pt x="0" y="3788"/>
                </a:lnTo>
                <a:lnTo>
                  <a:pt x="0" y="3746"/>
                </a:lnTo>
                <a:lnTo>
                  <a:pt x="0" y="3704"/>
                </a:lnTo>
                <a:lnTo>
                  <a:pt x="0" y="3662"/>
                </a:lnTo>
                <a:lnTo>
                  <a:pt x="0" y="3620"/>
                </a:lnTo>
                <a:lnTo>
                  <a:pt x="0" y="3578"/>
                </a:lnTo>
                <a:lnTo>
                  <a:pt x="0" y="3536"/>
                </a:lnTo>
                <a:lnTo>
                  <a:pt x="0" y="3494"/>
                </a:lnTo>
                <a:lnTo>
                  <a:pt x="0" y="3451"/>
                </a:lnTo>
                <a:lnTo>
                  <a:pt x="0" y="3409"/>
                </a:lnTo>
                <a:lnTo>
                  <a:pt x="0" y="3367"/>
                </a:lnTo>
                <a:lnTo>
                  <a:pt x="0" y="3325"/>
                </a:lnTo>
                <a:lnTo>
                  <a:pt x="0" y="3283"/>
                </a:lnTo>
                <a:lnTo>
                  <a:pt x="0" y="3241"/>
                </a:lnTo>
                <a:lnTo>
                  <a:pt x="0" y="3199"/>
                </a:lnTo>
                <a:lnTo>
                  <a:pt x="0" y="3157"/>
                </a:lnTo>
                <a:lnTo>
                  <a:pt x="0" y="3115"/>
                </a:lnTo>
                <a:lnTo>
                  <a:pt x="0" y="3073"/>
                </a:lnTo>
                <a:lnTo>
                  <a:pt x="0" y="3031"/>
                </a:lnTo>
                <a:lnTo>
                  <a:pt x="0" y="2989"/>
                </a:lnTo>
                <a:lnTo>
                  <a:pt x="0" y="2946"/>
                </a:lnTo>
                <a:lnTo>
                  <a:pt x="0" y="2904"/>
                </a:lnTo>
                <a:lnTo>
                  <a:pt x="0" y="2862"/>
                </a:lnTo>
                <a:lnTo>
                  <a:pt x="0" y="2820"/>
                </a:lnTo>
                <a:lnTo>
                  <a:pt x="0" y="2778"/>
                </a:lnTo>
                <a:lnTo>
                  <a:pt x="0" y="2736"/>
                </a:lnTo>
                <a:lnTo>
                  <a:pt x="0" y="2694"/>
                </a:lnTo>
                <a:lnTo>
                  <a:pt x="0" y="2652"/>
                </a:lnTo>
                <a:lnTo>
                  <a:pt x="0" y="2610"/>
                </a:lnTo>
                <a:lnTo>
                  <a:pt x="0" y="2568"/>
                </a:lnTo>
                <a:lnTo>
                  <a:pt x="0" y="2526"/>
                </a:lnTo>
                <a:lnTo>
                  <a:pt x="0" y="2484"/>
                </a:lnTo>
                <a:lnTo>
                  <a:pt x="0" y="2442"/>
                </a:lnTo>
                <a:lnTo>
                  <a:pt x="0" y="2399"/>
                </a:lnTo>
                <a:lnTo>
                  <a:pt x="0" y="2357"/>
                </a:lnTo>
                <a:lnTo>
                  <a:pt x="0" y="2315"/>
                </a:lnTo>
                <a:lnTo>
                  <a:pt x="0" y="2273"/>
                </a:lnTo>
                <a:lnTo>
                  <a:pt x="0" y="2231"/>
                </a:lnTo>
                <a:lnTo>
                  <a:pt x="0" y="2189"/>
                </a:lnTo>
                <a:lnTo>
                  <a:pt x="0" y="2147"/>
                </a:lnTo>
                <a:lnTo>
                  <a:pt x="0" y="2105"/>
                </a:lnTo>
                <a:lnTo>
                  <a:pt x="0" y="2063"/>
                </a:lnTo>
                <a:lnTo>
                  <a:pt x="0" y="2021"/>
                </a:lnTo>
                <a:lnTo>
                  <a:pt x="0" y="1979"/>
                </a:lnTo>
                <a:lnTo>
                  <a:pt x="0" y="1937"/>
                </a:lnTo>
                <a:lnTo>
                  <a:pt x="0" y="1895"/>
                </a:lnTo>
                <a:lnTo>
                  <a:pt x="0" y="1852"/>
                </a:lnTo>
                <a:lnTo>
                  <a:pt x="0" y="1810"/>
                </a:lnTo>
                <a:lnTo>
                  <a:pt x="0" y="1768"/>
                </a:lnTo>
                <a:lnTo>
                  <a:pt x="0" y="1726"/>
                </a:lnTo>
                <a:lnTo>
                  <a:pt x="0" y="1684"/>
                </a:lnTo>
                <a:lnTo>
                  <a:pt x="0" y="1642"/>
                </a:lnTo>
                <a:lnTo>
                  <a:pt x="0" y="1600"/>
                </a:lnTo>
                <a:lnTo>
                  <a:pt x="0" y="1558"/>
                </a:lnTo>
                <a:lnTo>
                  <a:pt x="0" y="1515"/>
                </a:lnTo>
                <a:lnTo>
                  <a:pt x="0" y="1473"/>
                </a:lnTo>
                <a:lnTo>
                  <a:pt x="0" y="1431"/>
                </a:lnTo>
                <a:lnTo>
                  <a:pt x="0" y="1389"/>
                </a:lnTo>
                <a:lnTo>
                  <a:pt x="0" y="1347"/>
                </a:lnTo>
                <a:lnTo>
                  <a:pt x="0" y="1304"/>
                </a:lnTo>
                <a:lnTo>
                  <a:pt x="0" y="1262"/>
                </a:lnTo>
                <a:lnTo>
                  <a:pt x="0" y="1220"/>
                </a:lnTo>
                <a:lnTo>
                  <a:pt x="0" y="1178"/>
                </a:lnTo>
                <a:lnTo>
                  <a:pt x="0" y="1136"/>
                </a:lnTo>
                <a:lnTo>
                  <a:pt x="0" y="1094"/>
                </a:lnTo>
                <a:lnTo>
                  <a:pt x="0" y="1052"/>
                </a:lnTo>
                <a:lnTo>
                  <a:pt x="0" y="1010"/>
                </a:lnTo>
                <a:lnTo>
                  <a:pt x="0" y="968"/>
                </a:lnTo>
                <a:lnTo>
                  <a:pt x="0" y="926"/>
                </a:lnTo>
                <a:lnTo>
                  <a:pt x="0" y="884"/>
                </a:lnTo>
                <a:lnTo>
                  <a:pt x="0" y="842"/>
                </a:lnTo>
                <a:lnTo>
                  <a:pt x="0" y="799"/>
                </a:lnTo>
                <a:lnTo>
                  <a:pt x="0" y="757"/>
                </a:lnTo>
                <a:lnTo>
                  <a:pt x="0" y="715"/>
                </a:lnTo>
                <a:lnTo>
                  <a:pt x="0" y="673"/>
                </a:lnTo>
                <a:lnTo>
                  <a:pt x="0" y="631"/>
                </a:lnTo>
                <a:lnTo>
                  <a:pt x="0" y="589"/>
                </a:lnTo>
                <a:lnTo>
                  <a:pt x="0" y="547"/>
                </a:lnTo>
                <a:lnTo>
                  <a:pt x="0" y="505"/>
                </a:lnTo>
                <a:lnTo>
                  <a:pt x="0" y="463"/>
                </a:lnTo>
                <a:lnTo>
                  <a:pt x="0" y="421"/>
                </a:lnTo>
                <a:lnTo>
                  <a:pt x="0" y="379"/>
                </a:lnTo>
                <a:lnTo>
                  <a:pt x="0" y="337"/>
                </a:lnTo>
                <a:lnTo>
                  <a:pt x="0" y="295"/>
                </a:lnTo>
                <a:lnTo>
                  <a:pt x="0" y="252"/>
                </a:lnTo>
                <a:lnTo>
                  <a:pt x="0" y="210"/>
                </a:lnTo>
                <a:lnTo>
                  <a:pt x="0" y="168"/>
                </a:lnTo>
                <a:lnTo>
                  <a:pt x="0" y="126"/>
                </a:lnTo>
                <a:lnTo>
                  <a:pt x="0" y="84"/>
                </a:lnTo>
                <a:lnTo>
                  <a:pt x="0" y="42"/>
                </a:lnTo>
                <a:lnTo>
                  <a:pt x="0" y="0"/>
                </a:lnTo>
                <a:lnTo>
                  <a:pt x="101" y="0"/>
                </a:lnTo>
                <a:lnTo>
                  <a:pt x="102" y="42"/>
                </a:lnTo>
                <a:lnTo>
                  <a:pt x="102" y="84"/>
                </a:lnTo>
                <a:lnTo>
                  <a:pt x="103" y="126"/>
                </a:lnTo>
                <a:lnTo>
                  <a:pt x="103" y="168"/>
                </a:lnTo>
                <a:lnTo>
                  <a:pt x="103" y="210"/>
                </a:lnTo>
                <a:lnTo>
                  <a:pt x="104" y="252"/>
                </a:lnTo>
                <a:lnTo>
                  <a:pt x="104" y="295"/>
                </a:lnTo>
                <a:lnTo>
                  <a:pt x="104" y="337"/>
                </a:lnTo>
                <a:lnTo>
                  <a:pt x="104" y="379"/>
                </a:lnTo>
                <a:lnTo>
                  <a:pt x="104" y="421"/>
                </a:lnTo>
                <a:lnTo>
                  <a:pt x="104" y="463"/>
                </a:lnTo>
                <a:lnTo>
                  <a:pt x="104" y="505"/>
                </a:lnTo>
                <a:lnTo>
                  <a:pt x="103" y="547"/>
                </a:lnTo>
                <a:lnTo>
                  <a:pt x="103" y="589"/>
                </a:lnTo>
                <a:lnTo>
                  <a:pt x="103" y="631"/>
                </a:lnTo>
                <a:lnTo>
                  <a:pt x="103" y="673"/>
                </a:lnTo>
                <a:lnTo>
                  <a:pt x="103" y="715"/>
                </a:lnTo>
                <a:lnTo>
                  <a:pt x="103" y="757"/>
                </a:lnTo>
                <a:lnTo>
                  <a:pt x="103" y="799"/>
                </a:lnTo>
                <a:lnTo>
                  <a:pt x="104" y="842"/>
                </a:lnTo>
                <a:lnTo>
                  <a:pt x="104" y="884"/>
                </a:lnTo>
                <a:lnTo>
                  <a:pt x="105" y="926"/>
                </a:lnTo>
                <a:lnTo>
                  <a:pt x="105" y="968"/>
                </a:lnTo>
                <a:lnTo>
                  <a:pt x="106" y="1010"/>
                </a:lnTo>
                <a:lnTo>
                  <a:pt x="107" y="1052"/>
                </a:lnTo>
                <a:lnTo>
                  <a:pt x="108" y="1094"/>
                </a:lnTo>
                <a:lnTo>
                  <a:pt x="109" y="1136"/>
                </a:lnTo>
                <a:lnTo>
                  <a:pt x="110" y="1178"/>
                </a:lnTo>
                <a:lnTo>
                  <a:pt x="112" y="1220"/>
                </a:lnTo>
                <a:lnTo>
                  <a:pt x="114" y="1262"/>
                </a:lnTo>
                <a:lnTo>
                  <a:pt x="116" y="1304"/>
                </a:lnTo>
                <a:lnTo>
                  <a:pt x="118" y="1347"/>
                </a:lnTo>
                <a:lnTo>
                  <a:pt x="121" y="1389"/>
                </a:lnTo>
                <a:lnTo>
                  <a:pt x="123" y="1431"/>
                </a:lnTo>
                <a:lnTo>
                  <a:pt x="126" y="1473"/>
                </a:lnTo>
                <a:lnTo>
                  <a:pt x="130" y="1515"/>
                </a:lnTo>
                <a:lnTo>
                  <a:pt x="133" y="1558"/>
                </a:lnTo>
                <a:lnTo>
                  <a:pt x="137" y="1600"/>
                </a:lnTo>
                <a:lnTo>
                  <a:pt x="141" y="1642"/>
                </a:lnTo>
                <a:lnTo>
                  <a:pt x="145" y="1684"/>
                </a:lnTo>
                <a:lnTo>
                  <a:pt x="150" y="1726"/>
                </a:lnTo>
                <a:lnTo>
                  <a:pt x="155" y="1768"/>
                </a:lnTo>
                <a:lnTo>
                  <a:pt x="160" y="1810"/>
                </a:lnTo>
                <a:lnTo>
                  <a:pt x="165" y="1852"/>
                </a:lnTo>
                <a:lnTo>
                  <a:pt x="171" y="1895"/>
                </a:lnTo>
                <a:lnTo>
                  <a:pt x="177" y="1937"/>
                </a:lnTo>
                <a:lnTo>
                  <a:pt x="183" y="1979"/>
                </a:lnTo>
                <a:lnTo>
                  <a:pt x="190" y="2021"/>
                </a:lnTo>
                <a:lnTo>
                  <a:pt x="197" y="2063"/>
                </a:lnTo>
                <a:lnTo>
                  <a:pt x="204" y="2105"/>
                </a:lnTo>
                <a:lnTo>
                  <a:pt x="212" y="2147"/>
                </a:lnTo>
                <a:lnTo>
                  <a:pt x="219" y="2189"/>
                </a:lnTo>
                <a:lnTo>
                  <a:pt x="227" y="2231"/>
                </a:lnTo>
                <a:lnTo>
                  <a:pt x="235" y="2273"/>
                </a:lnTo>
                <a:lnTo>
                  <a:pt x="244" y="2315"/>
                </a:lnTo>
                <a:lnTo>
                  <a:pt x="252" y="2357"/>
                </a:lnTo>
                <a:lnTo>
                  <a:pt x="261" y="2399"/>
                </a:lnTo>
                <a:lnTo>
                  <a:pt x="270" y="2442"/>
                </a:lnTo>
                <a:lnTo>
                  <a:pt x="280" y="2484"/>
                </a:lnTo>
                <a:lnTo>
                  <a:pt x="289" y="2526"/>
                </a:lnTo>
                <a:lnTo>
                  <a:pt x="299" y="2568"/>
                </a:lnTo>
                <a:lnTo>
                  <a:pt x="308" y="2610"/>
                </a:lnTo>
                <a:lnTo>
                  <a:pt x="318" y="2652"/>
                </a:lnTo>
                <a:lnTo>
                  <a:pt x="328" y="2694"/>
                </a:lnTo>
                <a:lnTo>
                  <a:pt x="338" y="2736"/>
                </a:lnTo>
                <a:lnTo>
                  <a:pt x="348" y="2778"/>
                </a:lnTo>
                <a:lnTo>
                  <a:pt x="358" y="2820"/>
                </a:lnTo>
                <a:lnTo>
                  <a:pt x="368" y="2862"/>
                </a:lnTo>
                <a:lnTo>
                  <a:pt x="378" y="2904"/>
                </a:lnTo>
                <a:lnTo>
                  <a:pt x="388" y="2946"/>
                </a:lnTo>
                <a:lnTo>
                  <a:pt x="398" y="2989"/>
                </a:lnTo>
                <a:lnTo>
                  <a:pt x="408" y="3031"/>
                </a:lnTo>
                <a:lnTo>
                  <a:pt x="417" y="3073"/>
                </a:lnTo>
                <a:lnTo>
                  <a:pt x="426" y="3115"/>
                </a:lnTo>
                <a:lnTo>
                  <a:pt x="436" y="3157"/>
                </a:lnTo>
                <a:lnTo>
                  <a:pt x="445" y="3199"/>
                </a:lnTo>
                <a:lnTo>
                  <a:pt x="454" y="3241"/>
                </a:lnTo>
                <a:lnTo>
                  <a:pt x="462" y="3283"/>
                </a:lnTo>
                <a:lnTo>
                  <a:pt x="470" y="3325"/>
                </a:lnTo>
                <a:lnTo>
                  <a:pt x="477" y="3367"/>
                </a:lnTo>
                <a:lnTo>
                  <a:pt x="484" y="3409"/>
                </a:lnTo>
                <a:lnTo>
                  <a:pt x="490" y="3451"/>
                </a:lnTo>
                <a:lnTo>
                  <a:pt x="496" y="3494"/>
                </a:lnTo>
                <a:lnTo>
                  <a:pt x="501" y="3536"/>
                </a:lnTo>
                <a:lnTo>
                  <a:pt x="506" y="3578"/>
                </a:lnTo>
                <a:lnTo>
                  <a:pt x="510" y="3620"/>
                </a:lnTo>
                <a:lnTo>
                  <a:pt x="514" y="3662"/>
                </a:lnTo>
                <a:lnTo>
                  <a:pt x="517" y="3704"/>
                </a:lnTo>
                <a:lnTo>
                  <a:pt x="519" y="3746"/>
                </a:lnTo>
                <a:lnTo>
                  <a:pt x="521" y="3788"/>
                </a:lnTo>
                <a:lnTo>
                  <a:pt x="521" y="3830"/>
                </a:lnTo>
                <a:lnTo>
                  <a:pt x="522" y="3872"/>
                </a:lnTo>
                <a:lnTo>
                  <a:pt x="521" y="3914"/>
                </a:lnTo>
                <a:lnTo>
                  <a:pt x="520" y="3956"/>
                </a:lnTo>
                <a:lnTo>
                  <a:pt x="518" y="3998"/>
                </a:lnTo>
                <a:lnTo>
                  <a:pt x="515" y="4041"/>
                </a:lnTo>
                <a:lnTo>
                  <a:pt x="512" y="4083"/>
                </a:lnTo>
                <a:lnTo>
                  <a:pt x="508" y="4125"/>
                </a:lnTo>
                <a:lnTo>
                  <a:pt x="503" y="4167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2932920" y="1572840"/>
            <a:ext cx="188280" cy="3053160"/>
          </a:xfrm>
          <a:custGeom>
            <a:avLst/>
            <a:gdLst/>
            <a:ahLst/>
            <a:rect l="0" t="0" r="r" b="b"/>
            <a:pathLst>
              <a:path w="523" h="8481">
                <a:moveTo>
                  <a:pt x="413" y="8481"/>
                </a:moveTo>
                <a:lnTo>
                  <a:pt x="0" y="8481"/>
                </a:lnTo>
                <a:lnTo>
                  <a:pt x="0" y="8396"/>
                </a:lnTo>
                <a:lnTo>
                  <a:pt x="0" y="8309"/>
                </a:lnTo>
                <a:lnTo>
                  <a:pt x="0" y="8223"/>
                </a:lnTo>
                <a:lnTo>
                  <a:pt x="0" y="8138"/>
                </a:lnTo>
                <a:lnTo>
                  <a:pt x="0" y="8052"/>
                </a:lnTo>
                <a:lnTo>
                  <a:pt x="0" y="7966"/>
                </a:lnTo>
                <a:lnTo>
                  <a:pt x="0" y="7881"/>
                </a:lnTo>
                <a:lnTo>
                  <a:pt x="0" y="7795"/>
                </a:lnTo>
                <a:lnTo>
                  <a:pt x="0" y="7709"/>
                </a:lnTo>
                <a:lnTo>
                  <a:pt x="0" y="7624"/>
                </a:lnTo>
                <a:lnTo>
                  <a:pt x="0" y="7538"/>
                </a:lnTo>
                <a:lnTo>
                  <a:pt x="0" y="7452"/>
                </a:lnTo>
                <a:lnTo>
                  <a:pt x="0" y="7367"/>
                </a:lnTo>
                <a:lnTo>
                  <a:pt x="0" y="7281"/>
                </a:lnTo>
                <a:lnTo>
                  <a:pt x="0" y="7195"/>
                </a:lnTo>
                <a:lnTo>
                  <a:pt x="0" y="7110"/>
                </a:lnTo>
                <a:lnTo>
                  <a:pt x="0" y="7024"/>
                </a:lnTo>
                <a:lnTo>
                  <a:pt x="0" y="6938"/>
                </a:lnTo>
                <a:lnTo>
                  <a:pt x="0" y="6853"/>
                </a:lnTo>
                <a:lnTo>
                  <a:pt x="0" y="6767"/>
                </a:lnTo>
                <a:lnTo>
                  <a:pt x="0" y="6681"/>
                </a:lnTo>
                <a:lnTo>
                  <a:pt x="0" y="6596"/>
                </a:lnTo>
                <a:lnTo>
                  <a:pt x="0" y="6510"/>
                </a:lnTo>
                <a:lnTo>
                  <a:pt x="0" y="6424"/>
                </a:lnTo>
                <a:lnTo>
                  <a:pt x="0" y="6339"/>
                </a:lnTo>
                <a:lnTo>
                  <a:pt x="0" y="6253"/>
                </a:lnTo>
                <a:lnTo>
                  <a:pt x="0" y="6167"/>
                </a:lnTo>
                <a:lnTo>
                  <a:pt x="0" y="6082"/>
                </a:lnTo>
                <a:lnTo>
                  <a:pt x="0" y="5996"/>
                </a:lnTo>
                <a:lnTo>
                  <a:pt x="0" y="5910"/>
                </a:lnTo>
                <a:lnTo>
                  <a:pt x="0" y="5825"/>
                </a:lnTo>
                <a:lnTo>
                  <a:pt x="0" y="5739"/>
                </a:lnTo>
                <a:lnTo>
                  <a:pt x="0" y="5653"/>
                </a:lnTo>
                <a:lnTo>
                  <a:pt x="0" y="5568"/>
                </a:lnTo>
                <a:lnTo>
                  <a:pt x="0" y="5482"/>
                </a:lnTo>
                <a:lnTo>
                  <a:pt x="0" y="5396"/>
                </a:lnTo>
                <a:lnTo>
                  <a:pt x="0" y="5311"/>
                </a:lnTo>
                <a:lnTo>
                  <a:pt x="0" y="5225"/>
                </a:lnTo>
                <a:lnTo>
                  <a:pt x="0" y="5139"/>
                </a:lnTo>
                <a:lnTo>
                  <a:pt x="0" y="5054"/>
                </a:lnTo>
                <a:lnTo>
                  <a:pt x="0" y="4968"/>
                </a:lnTo>
                <a:lnTo>
                  <a:pt x="0" y="4883"/>
                </a:lnTo>
                <a:lnTo>
                  <a:pt x="0" y="4797"/>
                </a:lnTo>
                <a:lnTo>
                  <a:pt x="0" y="4711"/>
                </a:lnTo>
                <a:lnTo>
                  <a:pt x="0" y="4626"/>
                </a:lnTo>
                <a:lnTo>
                  <a:pt x="0" y="4540"/>
                </a:lnTo>
                <a:lnTo>
                  <a:pt x="0" y="4454"/>
                </a:lnTo>
                <a:lnTo>
                  <a:pt x="0" y="4369"/>
                </a:lnTo>
                <a:lnTo>
                  <a:pt x="0" y="4283"/>
                </a:lnTo>
                <a:lnTo>
                  <a:pt x="0" y="4197"/>
                </a:lnTo>
                <a:lnTo>
                  <a:pt x="0" y="4112"/>
                </a:lnTo>
                <a:lnTo>
                  <a:pt x="0" y="4026"/>
                </a:lnTo>
                <a:lnTo>
                  <a:pt x="0" y="3940"/>
                </a:lnTo>
                <a:lnTo>
                  <a:pt x="0" y="3855"/>
                </a:lnTo>
                <a:lnTo>
                  <a:pt x="0" y="3769"/>
                </a:lnTo>
                <a:lnTo>
                  <a:pt x="0" y="3683"/>
                </a:lnTo>
                <a:lnTo>
                  <a:pt x="0" y="3598"/>
                </a:lnTo>
                <a:lnTo>
                  <a:pt x="0" y="3512"/>
                </a:lnTo>
                <a:lnTo>
                  <a:pt x="0" y="3426"/>
                </a:lnTo>
                <a:lnTo>
                  <a:pt x="0" y="3341"/>
                </a:lnTo>
                <a:lnTo>
                  <a:pt x="0" y="3255"/>
                </a:lnTo>
                <a:lnTo>
                  <a:pt x="0" y="3169"/>
                </a:lnTo>
                <a:lnTo>
                  <a:pt x="0" y="3084"/>
                </a:lnTo>
                <a:lnTo>
                  <a:pt x="0" y="2998"/>
                </a:lnTo>
                <a:lnTo>
                  <a:pt x="0" y="2912"/>
                </a:lnTo>
                <a:lnTo>
                  <a:pt x="0" y="2827"/>
                </a:lnTo>
                <a:lnTo>
                  <a:pt x="0" y="2741"/>
                </a:lnTo>
                <a:lnTo>
                  <a:pt x="0" y="2655"/>
                </a:lnTo>
                <a:lnTo>
                  <a:pt x="0" y="2570"/>
                </a:lnTo>
                <a:lnTo>
                  <a:pt x="0" y="2484"/>
                </a:lnTo>
                <a:lnTo>
                  <a:pt x="0" y="2398"/>
                </a:lnTo>
                <a:lnTo>
                  <a:pt x="0" y="2313"/>
                </a:lnTo>
                <a:lnTo>
                  <a:pt x="0" y="2227"/>
                </a:lnTo>
                <a:lnTo>
                  <a:pt x="0" y="2141"/>
                </a:lnTo>
                <a:lnTo>
                  <a:pt x="0" y="2056"/>
                </a:lnTo>
                <a:lnTo>
                  <a:pt x="0" y="1970"/>
                </a:lnTo>
                <a:lnTo>
                  <a:pt x="0" y="1884"/>
                </a:lnTo>
                <a:lnTo>
                  <a:pt x="0" y="1799"/>
                </a:lnTo>
                <a:lnTo>
                  <a:pt x="0" y="1713"/>
                </a:lnTo>
                <a:lnTo>
                  <a:pt x="0" y="1627"/>
                </a:lnTo>
                <a:lnTo>
                  <a:pt x="0" y="1542"/>
                </a:lnTo>
                <a:lnTo>
                  <a:pt x="0" y="1456"/>
                </a:lnTo>
                <a:lnTo>
                  <a:pt x="0" y="1370"/>
                </a:lnTo>
                <a:lnTo>
                  <a:pt x="0" y="1285"/>
                </a:lnTo>
                <a:lnTo>
                  <a:pt x="0" y="1199"/>
                </a:lnTo>
                <a:lnTo>
                  <a:pt x="0" y="1113"/>
                </a:lnTo>
                <a:lnTo>
                  <a:pt x="0" y="1028"/>
                </a:lnTo>
                <a:lnTo>
                  <a:pt x="0" y="942"/>
                </a:lnTo>
                <a:lnTo>
                  <a:pt x="0" y="856"/>
                </a:lnTo>
                <a:lnTo>
                  <a:pt x="0" y="771"/>
                </a:lnTo>
                <a:lnTo>
                  <a:pt x="0" y="685"/>
                </a:lnTo>
                <a:lnTo>
                  <a:pt x="0" y="599"/>
                </a:lnTo>
                <a:lnTo>
                  <a:pt x="0" y="514"/>
                </a:lnTo>
                <a:lnTo>
                  <a:pt x="0" y="428"/>
                </a:lnTo>
                <a:lnTo>
                  <a:pt x="0" y="343"/>
                </a:lnTo>
                <a:lnTo>
                  <a:pt x="0" y="257"/>
                </a:lnTo>
                <a:lnTo>
                  <a:pt x="0" y="171"/>
                </a:lnTo>
                <a:lnTo>
                  <a:pt x="0" y="86"/>
                </a:lnTo>
                <a:lnTo>
                  <a:pt x="0" y="0"/>
                </a:lnTo>
                <a:lnTo>
                  <a:pt x="96" y="0"/>
                </a:lnTo>
                <a:lnTo>
                  <a:pt x="96" y="86"/>
                </a:lnTo>
                <a:lnTo>
                  <a:pt x="96" y="171"/>
                </a:lnTo>
                <a:lnTo>
                  <a:pt x="96" y="257"/>
                </a:lnTo>
                <a:lnTo>
                  <a:pt x="95" y="343"/>
                </a:lnTo>
                <a:lnTo>
                  <a:pt x="95" y="428"/>
                </a:lnTo>
                <a:lnTo>
                  <a:pt x="94" y="514"/>
                </a:lnTo>
                <a:lnTo>
                  <a:pt x="94" y="599"/>
                </a:lnTo>
                <a:lnTo>
                  <a:pt x="93" y="685"/>
                </a:lnTo>
                <a:lnTo>
                  <a:pt x="92" y="771"/>
                </a:lnTo>
                <a:lnTo>
                  <a:pt x="91" y="856"/>
                </a:lnTo>
                <a:lnTo>
                  <a:pt x="90" y="942"/>
                </a:lnTo>
                <a:lnTo>
                  <a:pt x="89" y="1028"/>
                </a:lnTo>
                <a:lnTo>
                  <a:pt x="88" y="1113"/>
                </a:lnTo>
                <a:lnTo>
                  <a:pt x="87" y="1199"/>
                </a:lnTo>
                <a:lnTo>
                  <a:pt x="86" y="1285"/>
                </a:lnTo>
                <a:lnTo>
                  <a:pt x="85" y="1370"/>
                </a:lnTo>
                <a:lnTo>
                  <a:pt x="85" y="1456"/>
                </a:lnTo>
                <a:lnTo>
                  <a:pt x="84" y="1542"/>
                </a:lnTo>
                <a:lnTo>
                  <a:pt x="83" y="1627"/>
                </a:lnTo>
                <a:lnTo>
                  <a:pt x="83" y="1713"/>
                </a:lnTo>
                <a:lnTo>
                  <a:pt x="83" y="1799"/>
                </a:lnTo>
                <a:lnTo>
                  <a:pt x="83" y="1884"/>
                </a:lnTo>
                <a:lnTo>
                  <a:pt x="83" y="1970"/>
                </a:lnTo>
                <a:lnTo>
                  <a:pt x="83" y="2056"/>
                </a:lnTo>
                <a:lnTo>
                  <a:pt x="84" y="2141"/>
                </a:lnTo>
                <a:lnTo>
                  <a:pt x="85" y="2227"/>
                </a:lnTo>
                <a:lnTo>
                  <a:pt x="87" y="2313"/>
                </a:lnTo>
                <a:lnTo>
                  <a:pt x="88" y="2398"/>
                </a:lnTo>
                <a:lnTo>
                  <a:pt x="90" y="2484"/>
                </a:lnTo>
                <a:lnTo>
                  <a:pt x="93" y="2570"/>
                </a:lnTo>
                <a:lnTo>
                  <a:pt x="96" y="2655"/>
                </a:lnTo>
                <a:lnTo>
                  <a:pt x="99" y="2741"/>
                </a:lnTo>
                <a:lnTo>
                  <a:pt x="103" y="2827"/>
                </a:lnTo>
                <a:lnTo>
                  <a:pt x="107" y="2912"/>
                </a:lnTo>
                <a:lnTo>
                  <a:pt x="112" y="2998"/>
                </a:lnTo>
                <a:lnTo>
                  <a:pt x="117" y="3084"/>
                </a:lnTo>
                <a:lnTo>
                  <a:pt x="123" y="3169"/>
                </a:lnTo>
                <a:lnTo>
                  <a:pt x="129" y="3255"/>
                </a:lnTo>
                <a:lnTo>
                  <a:pt x="136" y="3341"/>
                </a:lnTo>
                <a:lnTo>
                  <a:pt x="143" y="3426"/>
                </a:lnTo>
                <a:lnTo>
                  <a:pt x="151" y="3512"/>
                </a:lnTo>
                <a:lnTo>
                  <a:pt x="159" y="3598"/>
                </a:lnTo>
                <a:lnTo>
                  <a:pt x="168" y="3683"/>
                </a:lnTo>
                <a:lnTo>
                  <a:pt x="177" y="3769"/>
                </a:lnTo>
                <a:lnTo>
                  <a:pt x="187" y="3855"/>
                </a:lnTo>
                <a:lnTo>
                  <a:pt x="197" y="3940"/>
                </a:lnTo>
                <a:lnTo>
                  <a:pt x="207" y="4026"/>
                </a:lnTo>
                <a:lnTo>
                  <a:pt x="218" y="4112"/>
                </a:lnTo>
                <a:lnTo>
                  <a:pt x="229" y="4197"/>
                </a:lnTo>
                <a:lnTo>
                  <a:pt x="240" y="4283"/>
                </a:lnTo>
                <a:lnTo>
                  <a:pt x="252" y="4369"/>
                </a:lnTo>
                <a:lnTo>
                  <a:pt x="264" y="4454"/>
                </a:lnTo>
                <a:lnTo>
                  <a:pt x="276" y="4540"/>
                </a:lnTo>
                <a:lnTo>
                  <a:pt x="289" y="4626"/>
                </a:lnTo>
                <a:lnTo>
                  <a:pt x="301" y="4711"/>
                </a:lnTo>
                <a:lnTo>
                  <a:pt x="314" y="4797"/>
                </a:lnTo>
                <a:lnTo>
                  <a:pt x="327" y="4883"/>
                </a:lnTo>
                <a:lnTo>
                  <a:pt x="339" y="4968"/>
                </a:lnTo>
                <a:lnTo>
                  <a:pt x="352" y="5054"/>
                </a:lnTo>
                <a:lnTo>
                  <a:pt x="364" y="5139"/>
                </a:lnTo>
                <a:lnTo>
                  <a:pt x="377" y="5225"/>
                </a:lnTo>
                <a:lnTo>
                  <a:pt x="389" y="5311"/>
                </a:lnTo>
                <a:lnTo>
                  <a:pt x="401" y="5396"/>
                </a:lnTo>
                <a:lnTo>
                  <a:pt x="412" y="5482"/>
                </a:lnTo>
                <a:lnTo>
                  <a:pt x="423" y="5568"/>
                </a:lnTo>
                <a:lnTo>
                  <a:pt x="434" y="5653"/>
                </a:lnTo>
                <a:lnTo>
                  <a:pt x="444" y="5739"/>
                </a:lnTo>
                <a:lnTo>
                  <a:pt x="455" y="5825"/>
                </a:lnTo>
                <a:lnTo>
                  <a:pt x="465" y="5910"/>
                </a:lnTo>
                <a:lnTo>
                  <a:pt x="473" y="5996"/>
                </a:lnTo>
                <a:lnTo>
                  <a:pt x="481" y="6082"/>
                </a:lnTo>
                <a:lnTo>
                  <a:pt x="489" y="6167"/>
                </a:lnTo>
                <a:lnTo>
                  <a:pt x="496" y="6253"/>
                </a:lnTo>
                <a:lnTo>
                  <a:pt x="502" y="6339"/>
                </a:lnTo>
                <a:lnTo>
                  <a:pt x="507" y="6424"/>
                </a:lnTo>
                <a:lnTo>
                  <a:pt x="512" y="6510"/>
                </a:lnTo>
                <a:lnTo>
                  <a:pt x="515" y="6596"/>
                </a:lnTo>
                <a:lnTo>
                  <a:pt x="518" y="6681"/>
                </a:lnTo>
                <a:lnTo>
                  <a:pt x="521" y="6767"/>
                </a:lnTo>
                <a:lnTo>
                  <a:pt x="522" y="6853"/>
                </a:lnTo>
                <a:lnTo>
                  <a:pt x="523" y="6938"/>
                </a:lnTo>
                <a:lnTo>
                  <a:pt x="522" y="7024"/>
                </a:lnTo>
                <a:lnTo>
                  <a:pt x="521" y="7110"/>
                </a:lnTo>
                <a:lnTo>
                  <a:pt x="520" y="7195"/>
                </a:lnTo>
                <a:lnTo>
                  <a:pt x="517" y="7281"/>
                </a:lnTo>
                <a:lnTo>
                  <a:pt x="514" y="7367"/>
                </a:lnTo>
                <a:lnTo>
                  <a:pt x="510" y="7452"/>
                </a:lnTo>
                <a:lnTo>
                  <a:pt x="505" y="7538"/>
                </a:lnTo>
                <a:lnTo>
                  <a:pt x="500" y="7624"/>
                </a:lnTo>
                <a:lnTo>
                  <a:pt x="493" y="7709"/>
                </a:lnTo>
                <a:lnTo>
                  <a:pt x="487" y="7795"/>
                </a:lnTo>
                <a:lnTo>
                  <a:pt x="479" y="7881"/>
                </a:lnTo>
                <a:lnTo>
                  <a:pt x="471" y="7966"/>
                </a:lnTo>
                <a:lnTo>
                  <a:pt x="463" y="8052"/>
                </a:lnTo>
                <a:lnTo>
                  <a:pt x="454" y="8138"/>
                </a:lnTo>
                <a:lnTo>
                  <a:pt x="443" y="8223"/>
                </a:lnTo>
                <a:lnTo>
                  <a:pt x="433" y="8309"/>
                </a:lnTo>
                <a:lnTo>
                  <a:pt x="423" y="8396"/>
                </a:lnTo>
                <a:lnTo>
                  <a:pt x="413" y="8481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1094400" y="3679560"/>
            <a:ext cx="1579320" cy="210240"/>
          </a:xfrm>
          <a:custGeom>
            <a:avLst/>
            <a:gdLst/>
            <a:ahLst/>
            <a:rect l="0" t="0" r="r" b="b"/>
            <a:pathLst>
              <a:path fill="none" w="4387" h="584">
                <a:moveTo>
                  <a:pt x="0" y="0"/>
                </a:moveTo>
                <a:cubicBezTo>
                  <a:pt x="1456" y="423"/>
                  <a:pt x="2918" y="617"/>
                  <a:pt x="4387" y="58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2611800" y="3858840"/>
            <a:ext cx="61920" cy="61560"/>
          </a:xfrm>
          <a:custGeom>
            <a:avLst/>
            <a:gdLst/>
            <a:ahLst/>
            <a:rect l="0" t="0" r="r" b="b"/>
            <a:pathLst>
              <a:path w="172" h="171">
                <a:moveTo>
                  <a:pt x="0" y="0"/>
                </a:moveTo>
                <a:lnTo>
                  <a:pt x="172" y="82"/>
                </a:lnTo>
                <a:lnTo>
                  <a:pt x="4" y="171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1090440" y="3645000"/>
            <a:ext cx="1586160" cy="857160"/>
          </a:xfrm>
          <a:custGeom>
            <a:avLst/>
            <a:gdLst/>
            <a:ahLst/>
            <a:rect l="0" t="0" r="r" b="b"/>
            <a:pathLst>
              <a:path fill="none" w="4406" h="2381">
                <a:moveTo>
                  <a:pt x="0" y="0"/>
                </a:moveTo>
                <a:cubicBezTo>
                  <a:pt x="1366" y="1034"/>
                  <a:pt x="2834" y="1827"/>
                  <a:pt x="4406" y="2381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2608560" y="4452840"/>
            <a:ext cx="68040" cy="57600"/>
          </a:xfrm>
          <a:custGeom>
            <a:avLst/>
            <a:gdLst/>
            <a:ahLst/>
            <a:rect l="0" t="0" r="r" b="b"/>
            <a:pathLst>
              <a:path w="189" h="160">
                <a:moveTo>
                  <a:pt x="57" y="0"/>
                </a:moveTo>
                <a:lnTo>
                  <a:pt x="189" y="137"/>
                </a:lnTo>
                <a:lnTo>
                  <a:pt x="0" y="160"/>
                </a:lnTo>
                <a:lnTo>
                  <a:pt x="57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1095480" y="4074120"/>
            <a:ext cx="1581120" cy="262440"/>
          </a:xfrm>
          <a:custGeom>
            <a:avLst/>
            <a:gdLst/>
            <a:ahLst/>
            <a:rect l="0" t="0" r="r" b="b"/>
            <a:pathLst>
              <a:path fill="none" w="4392" h="729">
                <a:moveTo>
                  <a:pt x="0" y="729"/>
                </a:moveTo>
                <a:cubicBezTo>
                  <a:pt x="1525" y="710"/>
                  <a:pt x="2988" y="466"/>
                  <a:pt x="4392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2608560" y="4064400"/>
            <a:ext cx="68040" cy="58320"/>
          </a:xfrm>
          <a:custGeom>
            <a:avLst/>
            <a:gdLst/>
            <a:ahLst/>
            <a:rect l="0" t="0" r="r" b="b"/>
            <a:pathLst>
              <a:path w="189" h="162">
                <a:moveTo>
                  <a:pt x="0" y="0"/>
                </a:moveTo>
                <a:lnTo>
                  <a:pt x="189" y="27"/>
                </a:lnTo>
                <a:lnTo>
                  <a:pt x="54" y="162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1091520" y="3996360"/>
            <a:ext cx="1584000" cy="681480"/>
          </a:xfrm>
          <a:custGeom>
            <a:avLst/>
            <a:gdLst/>
            <a:ahLst/>
            <a:rect l="0" t="0" r="r" b="b"/>
            <a:pathLst>
              <a:path fill="none" w="4400" h="1893">
                <a:moveTo>
                  <a:pt x="0" y="0"/>
                </a:moveTo>
                <a:cubicBezTo>
                  <a:pt x="1390" y="868"/>
                  <a:pt x="2856" y="1500"/>
                  <a:pt x="4400" y="1893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2608560" y="4632840"/>
            <a:ext cx="66960" cy="59400"/>
          </a:xfrm>
          <a:custGeom>
            <a:avLst/>
            <a:gdLst/>
            <a:ahLst/>
            <a:rect l="0" t="0" r="r" b="b"/>
            <a:pathLst>
              <a:path w="186" h="165">
                <a:moveTo>
                  <a:pt x="42" y="0"/>
                </a:moveTo>
                <a:lnTo>
                  <a:pt x="186" y="125"/>
                </a:lnTo>
                <a:lnTo>
                  <a:pt x="0" y="165"/>
                </a:lnTo>
                <a:lnTo>
                  <a:pt x="42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1095120" y="4601880"/>
            <a:ext cx="1579320" cy="64440"/>
          </a:xfrm>
          <a:custGeom>
            <a:avLst/>
            <a:gdLst/>
            <a:ahLst/>
            <a:rect l="0" t="0" r="r" b="b"/>
            <a:pathLst>
              <a:path fill="none" w="4387" h="179">
                <a:moveTo>
                  <a:pt x="0" y="17"/>
                </a:moveTo>
                <a:cubicBezTo>
                  <a:pt x="1487" y="239"/>
                  <a:pt x="2949" y="233"/>
                  <a:pt x="4387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2608920" y="4581360"/>
            <a:ext cx="65520" cy="60480"/>
          </a:xfrm>
          <a:custGeom>
            <a:avLst/>
            <a:gdLst/>
            <a:ahLst/>
            <a:rect l="0" t="0" r="r" b="b"/>
            <a:pathLst>
              <a:path w="182" h="168">
                <a:moveTo>
                  <a:pt x="0" y="0"/>
                </a:moveTo>
                <a:lnTo>
                  <a:pt x="182" y="58"/>
                </a:lnTo>
                <a:lnTo>
                  <a:pt x="27" y="16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087920" y="3369240"/>
            <a:ext cx="1591560" cy="1179720"/>
          </a:xfrm>
          <a:custGeom>
            <a:avLst/>
            <a:gdLst/>
            <a:ahLst/>
            <a:rect l="0" t="0" r="r" b="b"/>
            <a:pathLst>
              <a:path fill="none" w="4421" h="3277">
                <a:moveTo>
                  <a:pt x="0" y="0"/>
                </a:moveTo>
                <a:cubicBezTo>
                  <a:pt x="1322" y="1336"/>
                  <a:pt x="2796" y="2429"/>
                  <a:pt x="4421" y="3277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2611080" y="4493520"/>
            <a:ext cx="68400" cy="55440"/>
          </a:xfrm>
          <a:custGeom>
            <a:avLst/>
            <a:gdLst/>
            <a:ahLst/>
            <a:rect l="0" t="0" r="r" b="b"/>
            <a:pathLst>
              <a:path w="190" h="154">
                <a:moveTo>
                  <a:pt x="79" y="0"/>
                </a:moveTo>
                <a:lnTo>
                  <a:pt x="190" y="154"/>
                </a:lnTo>
                <a:lnTo>
                  <a:pt x="0" y="151"/>
                </a:lnTo>
                <a:lnTo>
                  <a:pt x="79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093680" y="4228560"/>
            <a:ext cx="1580400" cy="393120"/>
          </a:xfrm>
          <a:custGeom>
            <a:avLst/>
            <a:gdLst/>
            <a:ahLst/>
            <a:rect l="0" t="0" r="r" b="b"/>
            <a:pathLst>
              <a:path fill="none" w="4390" h="1092">
                <a:moveTo>
                  <a:pt x="0" y="0"/>
                </a:moveTo>
                <a:cubicBezTo>
                  <a:pt x="1430" y="597"/>
                  <a:pt x="2893" y="961"/>
                  <a:pt x="4390" y="1092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2610360" y="4585680"/>
            <a:ext cx="63720" cy="61200"/>
          </a:xfrm>
          <a:custGeom>
            <a:avLst/>
            <a:gdLst/>
            <a:ahLst/>
            <a:rect l="0" t="0" r="r" b="b"/>
            <a:pathLst>
              <a:path w="177" h="170">
                <a:moveTo>
                  <a:pt x="14" y="0"/>
                </a:moveTo>
                <a:lnTo>
                  <a:pt x="177" y="99"/>
                </a:lnTo>
                <a:lnTo>
                  <a:pt x="0" y="170"/>
                </a:lnTo>
                <a:lnTo>
                  <a:pt x="14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1090440" y="3837600"/>
            <a:ext cx="1586160" cy="836280"/>
          </a:xfrm>
          <a:custGeom>
            <a:avLst/>
            <a:gdLst/>
            <a:ahLst/>
            <a:rect l="0" t="0" r="r" b="b"/>
            <a:pathLst>
              <a:path fill="none" w="4406" h="2323">
                <a:moveTo>
                  <a:pt x="0" y="0"/>
                </a:moveTo>
                <a:cubicBezTo>
                  <a:pt x="1369" y="1014"/>
                  <a:pt x="2837" y="1788"/>
                  <a:pt x="4406" y="2323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2608560" y="4624920"/>
            <a:ext cx="68040" cy="58320"/>
          </a:xfrm>
          <a:custGeom>
            <a:avLst/>
            <a:gdLst/>
            <a:ahLst/>
            <a:rect l="0" t="0" r="r" b="b"/>
            <a:pathLst>
              <a:path w="189" h="162">
                <a:moveTo>
                  <a:pt x="55" y="0"/>
                </a:moveTo>
                <a:lnTo>
                  <a:pt x="189" y="136"/>
                </a:lnTo>
                <a:lnTo>
                  <a:pt x="0" y="162"/>
                </a:lnTo>
                <a:lnTo>
                  <a:pt x="55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1089360" y="3614040"/>
            <a:ext cx="1588680" cy="1002600"/>
          </a:xfrm>
          <a:custGeom>
            <a:avLst/>
            <a:gdLst/>
            <a:ahLst/>
            <a:rect l="0" t="0" r="r" b="b"/>
            <a:pathLst>
              <a:path fill="none" w="4413" h="2785">
                <a:moveTo>
                  <a:pt x="0" y="0"/>
                </a:moveTo>
                <a:cubicBezTo>
                  <a:pt x="1346" y="1170"/>
                  <a:pt x="2817" y="2098"/>
                  <a:pt x="4413" y="2785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2609640" y="4564080"/>
            <a:ext cx="68400" cy="56520"/>
          </a:xfrm>
          <a:custGeom>
            <a:avLst/>
            <a:gdLst/>
            <a:ahLst/>
            <a:rect l="0" t="0" r="r" b="b"/>
            <a:pathLst>
              <a:path w="190" h="157">
                <a:moveTo>
                  <a:pt x="67" y="0"/>
                </a:moveTo>
                <a:lnTo>
                  <a:pt x="190" y="146"/>
                </a:lnTo>
                <a:lnTo>
                  <a:pt x="0" y="157"/>
                </a:lnTo>
                <a:lnTo>
                  <a:pt x="67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1095120" y="3884040"/>
            <a:ext cx="1579320" cy="64800"/>
          </a:xfrm>
          <a:custGeom>
            <a:avLst/>
            <a:gdLst/>
            <a:ahLst/>
            <a:rect l="0" t="0" r="r" b="b"/>
            <a:pathLst>
              <a:path fill="none" w="4387" h="180">
                <a:moveTo>
                  <a:pt x="0" y="18"/>
                </a:moveTo>
                <a:cubicBezTo>
                  <a:pt x="1487" y="239"/>
                  <a:pt x="2949" y="234"/>
                  <a:pt x="4387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2608920" y="3863880"/>
            <a:ext cx="65520" cy="60480"/>
          </a:xfrm>
          <a:custGeom>
            <a:avLst/>
            <a:gdLst/>
            <a:ahLst/>
            <a:rect l="0" t="0" r="r" b="b"/>
            <a:pathLst>
              <a:path w="182" h="168">
                <a:moveTo>
                  <a:pt x="0" y="0"/>
                </a:moveTo>
                <a:lnTo>
                  <a:pt x="182" y="57"/>
                </a:lnTo>
                <a:lnTo>
                  <a:pt x="27" y="16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1095120" y="3869280"/>
            <a:ext cx="1579320" cy="68760"/>
          </a:xfrm>
          <a:custGeom>
            <a:avLst/>
            <a:gdLst/>
            <a:ahLst/>
            <a:rect l="0" t="0" r="r" b="b"/>
            <a:pathLst>
              <a:path fill="none" w="4387" h="191">
                <a:moveTo>
                  <a:pt x="0" y="0"/>
                </a:moveTo>
                <a:cubicBezTo>
                  <a:pt x="1484" y="241"/>
                  <a:pt x="2946" y="254"/>
                  <a:pt x="4387" y="39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2609280" y="3862080"/>
            <a:ext cx="65160" cy="60840"/>
          </a:xfrm>
          <a:custGeom>
            <a:avLst/>
            <a:gdLst/>
            <a:ahLst/>
            <a:rect l="0" t="0" r="r" b="b"/>
            <a:pathLst>
              <a:path w="181" h="169">
                <a:moveTo>
                  <a:pt x="0" y="0"/>
                </a:moveTo>
                <a:lnTo>
                  <a:pt x="181" y="60"/>
                </a:lnTo>
                <a:lnTo>
                  <a:pt x="26" y="16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1094400" y="3626280"/>
            <a:ext cx="1579320" cy="229680"/>
          </a:xfrm>
          <a:custGeom>
            <a:avLst/>
            <a:gdLst/>
            <a:ahLst/>
            <a:rect l="0" t="0" r="r" b="b"/>
            <a:pathLst>
              <a:path fill="none" w="4387" h="638">
                <a:moveTo>
                  <a:pt x="0" y="0"/>
                </a:moveTo>
                <a:cubicBezTo>
                  <a:pt x="1453" y="443"/>
                  <a:pt x="2915" y="655"/>
                  <a:pt x="4387" y="637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2612160" y="3825360"/>
            <a:ext cx="61560" cy="61560"/>
          </a:xfrm>
          <a:custGeom>
            <a:avLst/>
            <a:gdLst/>
            <a:ahLst/>
            <a:rect l="0" t="0" r="r" b="b"/>
            <a:pathLst>
              <a:path w="171" h="171">
                <a:moveTo>
                  <a:pt x="0" y="0"/>
                </a:moveTo>
                <a:lnTo>
                  <a:pt x="171" y="83"/>
                </a:lnTo>
                <a:lnTo>
                  <a:pt x="2" y="171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1095120" y="1581480"/>
            <a:ext cx="1579320" cy="69840"/>
          </a:xfrm>
          <a:custGeom>
            <a:avLst/>
            <a:gdLst/>
            <a:ahLst/>
            <a:rect l="0" t="0" r="r" b="b"/>
            <a:pathLst>
              <a:path fill="none" w="4387" h="194">
                <a:moveTo>
                  <a:pt x="0" y="45"/>
                </a:moveTo>
                <a:cubicBezTo>
                  <a:pt x="1489" y="258"/>
                  <a:pt x="2951" y="242"/>
                  <a:pt x="4387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2608920" y="1561320"/>
            <a:ext cx="65520" cy="60480"/>
          </a:xfrm>
          <a:custGeom>
            <a:avLst/>
            <a:gdLst/>
            <a:ahLst/>
            <a:rect l="0" t="0" r="r" b="b"/>
            <a:pathLst>
              <a:path w="182" h="168">
                <a:moveTo>
                  <a:pt x="0" y="0"/>
                </a:moveTo>
                <a:lnTo>
                  <a:pt x="182" y="56"/>
                </a:lnTo>
                <a:lnTo>
                  <a:pt x="28" y="16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1095480" y="3204000"/>
            <a:ext cx="1580040" cy="184680"/>
          </a:xfrm>
          <a:custGeom>
            <a:avLst/>
            <a:gdLst/>
            <a:ahLst/>
            <a:rect l="0" t="0" r="r" b="b"/>
            <a:pathLst>
              <a:path fill="none" w="4389" h="513">
                <a:moveTo>
                  <a:pt x="0" y="501"/>
                </a:moveTo>
                <a:cubicBezTo>
                  <a:pt x="1512" y="560"/>
                  <a:pt x="2975" y="392"/>
                  <a:pt x="4389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2608560" y="3190680"/>
            <a:ext cx="66960" cy="59400"/>
          </a:xfrm>
          <a:custGeom>
            <a:avLst/>
            <a:gdLst/>
            <a:ahLst/>
            <a:rect l="0" t="0" r="r" b="b"/>
            <a:pathLst>
              <a:path w="186" h="165">
                <a:moveTo>
                  <a:pt x="0" y="0"/>
                </a:moveTo>
                <a:lnTo>
                  <a:pt x="186" y="38"/>
                </a:lnTo>
                <a:lnTo>
                  <a:pt x="45" y="165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 flipV="1">
            <a:off x="432720" y="325800"/>
            <a:ext cx="0" cy="45201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/>
          <p:nvPr/>
        </p:nvSpPr>
        <p:spPr>
          <a:xfrm>
            <a:off x="432720" y="4845960"/>
            <a:ext cx="29293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/>
          <p:nvPr/>
        </p:nvSpPr>
        <p:spPr>
          <a:xfrm>
            <a:off x="1713240" y="376200"/>
            <a:ext cx="1630440" cy="319320"/>
          </a:xfrm>
          <a:custGeom>
            <a:avLst/>
            <a:gdLst/>
            <a:ahLst/>
            <a:rect l="0" t="0" r="r" b="b"/>
            <a:pathLst>
              <a:path w="4529" h="887">
                <a:moveTo>
                  <a:pt x="111" y="887"/>
                </a:moveTo>
                <a:lnTo>
                  <a:pt x="4418" y="887"/>
                </a:lnTo>
                <a:cubicBezTo>
                  <a:pt x="4492" y="887"/>
                  <a:pt x="4529" y="850"/>
                  <a:pt x="4529" y="776"/>
                </a:cubicBezTo>
                <a:lnTo>
                  <a:pt x="4529" y="111"/>
                </a:lnTo>
                <a:cubicBezTo>
                  <a:pt x="4529" y="37"/>
                  <a:pt x="4492" y="0"/>
                  <a:pt x="4418" y="0"/>
                </a:cubicBezTo>
                <a:lnTo>
                  <a:pt x="111" y="0"/>
                </a:lnTo>
                <a:cubicBezTo>
                  <a:pt x="37" y="0"/>
                  <a:pt x="0" y="37"/>
                  <a:pt x="0" y="111"/>
                </a:cubicBezTo>
                <a:lnTo>
                  <a:pt x="0" y="776"/>
                </a:lnTo>
                <a:cubicBezTo>
                  <a:pt x="0" y="850"/>
                  <a:pt x="37" y="887"/>
                  <a:pt x="111" y="887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2600">
            <a:solidFill>
              <a:srgbClr val="0e2a47">
                <a:alpha val="95000"/>
              </a:srgbClr>
            </a:solidFill>
            <a:miter/>
          </a:ln>
        </p:spPr>
      </p:sp>
      <p:sp>
        <p:nvSpPr>
          <p:cNvPr id="106" name=""/>
          <p:cNvSpPr txBox="1"/>
          <p:nvPr/>
        </p:nvSpPr>
        <p:spPr>
          <a:xfrm rot="16200000">
            <a:off x="-256320" y="2501640"/>
            <a:ext cx="81288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TMB (/Mb)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07" name=""/>
          <p:cNvSpPr txBox="1"/>
          <p:nvPr/>
        </p:nvSpPr>
        <p:spPr>
          <a:xfrm>
            <a:off x="1753560" y="397440"/>
            <a:ext cx="1552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Good (paired) p = 0.078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1023120" y="36252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3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09" name=""/>
          <p:cNvSpPr/>
          <p:nvPr/>
        </p:nvSpPr>
        <p:spPr>
          <a:xfrm>
            <a:off x="2677320" y="38394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3"/>
                  <a:pt x="0" y="96"/>
                  <a:pt x="0" y="131"/>
                </a:cubicBezTo>
                <a:cubicBezTo>
                  <a:pt x="0" y="166"/>
                  <a:pt x="15" y="200"/>
                  <a:pt x="39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0" name=""/>
          <p:cNvSpPr/>
          <p:nvPr/>
        </p:nvSpPr>
        <p:spPr>
          <a:xfrm>
            <a:off x="1023120" y="358236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11" name=""/>
          <p:cNvSpPr/>
          <p:nvPr/>
        </p:nvSpPr>
        <p:spPr>
          <a:xfrm>
            <a:off x="2677320" y="44715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3"/>
                </a:cubicBezTo>
                <a:cubicBezTo>
                  <a:pt x="249" y="199"/>
                  <a:pt x="263" y="165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5" y="63"/>
                  <a:pt x="0" y="96"/>
                  <a:pt x="0" y="131"/>
                </a:cubicBezTo>
                <a:cubicBezTo>
                  <a:pt x="0" y="165"/>
                  <a:pt x="15" y="199"/>
                  <a:pt x="39" y="223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12" name=""/>
          <p:cNvSpPr/>
          <p:nvPr/>
        </p:nvSpPr>
        <p:spPr>
          <a:xfrm>
            <a:off x="1023120" y="42894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13" name=""/>
          <p:cNvSpPr/>
          <p:nvPr/>
        </p:nvSpPr>
        <p:spPr>
          <a:xfrm>
            <a:off x="2677320" y="40107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3"/>
                  <a:pt x="0" y="97"/>
                  <a:pt x="0" y="131"/>
                </a:cubicBezTo>
                <a:cubicBezTo>
                  <a:pt x="0" y="166"/>
                  <a:pt x="15" y="199"/>
                  <a:pt x="39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14" name=""/>
          <p:cNvSpPr/>
          <p:nvPr/>
        </p:nvSpPr>
        <p:spPr>
          <a:xfrm>
            <a:off x="1023120" y="39358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2" y="167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15" name=""/>
          <p:cNvSpPr/>
          <p:nvPr/>
        </p:nvSpPr>
        <p:spPr>
          <a:xfrm>
            <a:off x="2677320" y="46429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4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4"/>
                  <a:pt x="0" y="97"/>
                  <a:pt x="0" y="132"/>
                </a:cubicBezTo>
                <a:cubicBezTo>
                  <a:pt x="0" y="166"/>
                  <a:pt x="15" y="200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16" name=""/>
          <p:cNvSpPr/>
          <p:nvPr/>
        </p:nvSpPr>
        <p:spPr>
          <a:xfrm>
            <a:off x="1023120" y="45572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8"/>
                  <a:pt x="224" y="223"/>
                </a:cubicBezTo>
                <a:cubicBezTo>
                  <a:pt x="249" y="199"/>
                  <a:pt x="262" y="165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8" y="223"/>
                </a:cubicBezTo>
                <a:cubicBezTo>
                  <a:pt x="63" y="248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7" name=""/>
          <p:cNvSpPr/>
          <p:nvPr/>
        </p:nvSpPr>
        <p:spPr>
          <a:xfrm>
            <a:off x="2677320" y="45464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4"/>
                  <a:pt x="0" y="97"/>
                  <a:pt x="0" y="132"/>
                </a:cubicBezTo>
                <a:cubicBezTo>
                  <a:pt x="0" y="167"/>
                  <a:pt x="15" y="200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18" name=""/>
          <p:cNvSpPr/>
          <p:nvPr/>
        </p:nvSpPr>
        <p:spPr>
          <a:xfrm>
            <a:off x="1023120" y="330408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7"/>
                  <a:pt x="249" y="62"/>
                  <a:pt x="224" y="38"/>
                </a:cubicBezTo>
                <a:cubicBezTo>
                  <a:pt x="200" y="13"/>
                  <a:pt x="166" y="0"/>
                  <a:pt x="131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2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19" name=""/>
          <p:cNvSpPr/>
          <p:nvPr/>
        </p:nvSpPr>
        <p:spPr>
          <a:xfrm>
            <a:off x="2677320" y="452520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3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7" y="0"/>
                  <a:pt x="64" y="13"/>
                  <a:pt x="39" y="38"/>
                </a:cubicBezTo>
                <a:cubicBezTo>
                  <a:pt x="15" y="63"/>
                  <a:pt x="0" y="97"/>
                  <a:pt x="0" y="131"/>
                </a:cubicBezTo>
                <a:cubicBezTo>
                  <a:pt x="0" y="166"/>
                  <a:pt x="15" y="199"/>
                  <a:pt x="39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20" name=""/>
          <p:cNvSpPr/>
          <p:nvPr/>
        </p:nvSpPr>
        <p:spPr>
          <a:xfrm>
            <a:off x="1023120" y="417168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199"/>
                  <a:pt x="262" y="166"/>
                  <a:pt x="262" y="132"/>
                </a:cubicBezTo>
                <a:cubicBezTo>
                  <a:pt x="262" y="97"/>
                  <a:pt x="249" y="64"/>
                  <a:pt x="224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1" name=""/>
          <p:cNvSpPr/>
          <p:nvPr/>
        </p:nvSpPr>
        <p:spPr>
          <a:xfrm>
            <a:off x="2677320" y="45784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3"/>
                  <a:pt x="0" y="97"/>
                  <a:pt x="0" y="131"/>
                </a:cubicBezTo>
                <a:cubicBezTo>
                  <a:pt x="0" y="166"/>
                  <a:pt x="15" y="199"/>
                  <a:pt x="39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2" name=""/>
          <p:cNvSpPr/>
          <p:nvPr/>
        </p:nvSpPr>
        <p:spPr>
          <a:xfrm>
            <a:off x="1023120" y="37753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2" y="166"/>
                  <a:pt x="262" y="132"/>
                </a:cubicBezTo>
                <a:cubicBezTo>
                  <a:pt x="262" y="97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23" name=""/>
          <p:cNvSpPr/>
          <p:nvPr/>
        </p:nvSpPr>
        <p:spPr>
          <a:xfrm>
            <a:off x="2677320" y="46429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4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4"/>
                  <a:pt x="0" y="97"/>
                  <a:pt x="0" y="132"/>
                </a:cubicBezTo>
                <a:cubicBezTo>
                  <a:pt x="0" y="166"/>
                  <a:pt x="15" y="200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24" name=""/>
          <p:cNvSpPr/>
          <p:nvPr/>
        </p:nvSpPr>
        <p:spPr>
          <a:xfrm>
            <a:off x="1023120" y="35503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2" y="165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25" name=""/>
          <p:cNvSpPr/>
          <p:nvPr/>
        </p:nvSpPr>
        <p:spPr>
          <a:xfrm>
            <a:off x="2677320" y="45892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3"/>
                  <a:pt x="0" y="96"/>
                  <a:pt x="0" y="131"/>
                </a:cubicBezTo>
                <a:cubicBezTo>
                  <a:pt x="0" y="166"/>
                  <a:pt x="15" y="200"/>
                  <a:pt x="39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1023120" y="38394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6"/>
                  <a:pt x="262" y="131"/>
                </a:cubicBezTo>
                <a:cubicBezTo>
                  <a:pt x="262" y="96"/>
                  <a:pt x="249" y="63"/>
                  <a:pt x="224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2677320" y="38289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3" y="165"/>
                  <a:pt x="263" y="130"/>
                </a:cubicBezTo>
                <a:cubicBezTo>
                  <a:pt x="263" y="96"/>
                  <a:pt x="249" y="62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7" y="0"/>
                  <a:pt x="64" y="13"/>
                  <a:pt x="39" y="38"/>
                </a:cubicBezTo>
                <a:cubicBezTo>
                  <a:pt x="15" y="62"/>
                  <a:pt x="0" y="96"/>
                  <a:pt x="0" y="130"/>
                </a:cubicBezTo>
                <a:cubicBezTo>
                  <a:pt x="0" y="165"/>
                  <a:pt x="15" y="199"/>
                  <a:pt x="39" y="224"/>
                </a:cubicBezTo>
                <a:cubicBezTo>
                  <a:pt x="64" y="248"/>
                  <a:pt x="97" y="262"/>
                  <a:pt x="132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1023120" y="381816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200" y="249"/>
                  <a:pt x="224" y="223"/>
                </a:cubicBezTo>
                <a:cubicBezTo>
                  <a:pt x="249" y="199"/>
                  <a:pt x="262" y="165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8" y="223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29" name=""/>
          <p:cNvSpPr/>
          <p:nvPr/>
        </p:nvSpPr>
        <p:spPr>
          <a:xfrm>
            <a:off x="2677320" y="38289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3" y="165"/>
                  <a:pt x="263" y="130"/>
                </a:cubicBezTo>
                <a:cubicBezTo>
                  <a:pt x="263" y="96"/>
                  <a:pt x="249" y="62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7" y="0"/>
                  <a:pt x="64" y="13"/>
                  <a:pt x="39" y="38"/>
                </a:cubicBezTo>
                <a:cubicBezTo>
                  <a:pt x="15" y="62"/>
                  <a:pt x="0" y="96"/>
                  <a:pt x="0" y="130"/>
                </a:cubicBezTo>
                <a:cubicBezTo>
                  <a:pt x="0" y="165"/>
                  <a:pt x="15" y="199"/>
                  <a:pt x="39" y="224"/>
                </a:cubicBezTo>
                <a:cubicBezTo>
                  <a:pt x="64" y="248"/>
                  <a:pt x="97" y="262"/>
                  <a:pt x="132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0" name=""/>
          <p:cNvSpPr/>
          <p:nvPr/>
        </p:nvSpPr>
        <p:spPr>
          <a:xfrm>
            <a:off x="1023120" y="357156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3"/>
                  <a:pt x="224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1" name=""/>
          <p:cNvSpPr/>
          <p:nvPr/>
        </p:nvSpPr>
        <p:spPr>
          <a:xfrm>
            <a:off x="2677320" y="38073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8"/>
                  <a:pt x="224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5" y="63"/>
                  <a:pt x="0" y="96"/>
                  <a:pt x="0" y="131"/>
                </a:cubicBezTo>
                <a:cubicBezTo>
                  <a:pt x="0" y="166"/>
                  <a:pt x="15" y="199"/>
                  <a:pt x="39" y="223"/>
                </a:cubicBezTo>
                <a:cubicBezTo>
                  <a:pt x="64" y="248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2" name=""/>
          <p:cNvSpPr/>
          <p:nvPr/>
        </p:nvSpPr>
        <p:spPr>
          <a:xfrm>
            <a:off x="1023120" y="154728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7"/>
                  <a:pt x="249" y="63"/>
                  <a:pt x="224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3" name=""/>
          <p:cNvSpPr/>
          <p:nvPr/>
        </p:nvSpPr>
        <p:spPr>
          <a:xfrm>
            <a:off x="2677320" y="15256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5" y="63"/>
                  <a:pt x="0" y="97"/>
                  <a:pt x="0" y="132"/>
                </a:cubicBezTo>
                <a:cubicBezTo>
                  <a:pt x="0" y="167"/>
                  <a:pt x="15" y="200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34" name=""/>
          <p:cNvSpPr/>
          <p:nvPr/>
        </p:nvSpPr>
        <p:spPr>
          <a:xfrm>
            <a:off x="1023120" y="33361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200" y="248"/>
                  <a:pt x="224" y="223"/>
                </a:cubicBezTo>
                <a:cubicBezTo>
                  <a:pt x="249" y="199"/>
                  <a:pt x="262" y="165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8" y="223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35" name=""/>
          <p:cNvSpPr/>
          <p:nvPr/>
        </p:nvSpPr>
        <p:spPr>
          <a:xfrm>
            <a:off x="2677320" y="31431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4" y="39"/>
                </a:cubicBezTo>
                <a:cubicBezTo>
                  <a:pt x="200" y="15"/>
                  <a:pt x="166" y="0"/>
                  <a:pt x="132" y="0"/>
                </a:cubicBezTo>
                <a:cubicBezTo>
                  <a:pt x="97" y="0"/>
                  <a:pt x="64" y="15"/>
                  <a:pt x="39" y="39"/>
                </a:cubicBezTo>
                <a:cubicBezTo>
                  <a:pt x="15" y="64"/>
                  <a:pt x="0" y="97"/>
                  <a:pt x="0" y="132"/>
                </a:cubicBezTo>
                <a:cubicBezTo>
                  <a:pt x="0" y="167"/>
                  <a:pt x="15" y="200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36" name=""/>
          <p:cNvSpPr/>
          <p:nvPr/>
        </p:nvSpPr>
        <p:spPr>
          <a:xfrm>
            <a:off x="759960" y="3629520"/>
            <a:ext cx="551520" cy="0"/>
          </a:xfrm>
          <a:prstGeom prst="line">
            <a:avLst/>
          </a:prstGeom>
          <a:ln cap="rnd" w="442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>
            <a:off x="759960" y="3865320"/>
            <a:ext cx="551520" cy="0"/>
          </a:xfrm>
          <a:prstGeom prst="line">
            <a:avLst/>
          </a:prstGeom>
          <a:ln cap="rnd" w="442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2483280" y="4572000"/>
            <a:ext cx="551160" cy="0"/>
          </a:xfrm>
          <a:prstGeom prst="line">
            <a:avLst/>
          </a:prstGeom>
          <a:ln cap="rnd" w="442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>
            <a:off x="2483280" y="3875760"/>
            <a:ext cx="551160" cy="0"/>
          </a:xfrm>
          <a:prstGeom prst="line">
            <a:avLst/>
          </a:prstGeom>
          <a:ln cap="rnd" w="442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>
            <a:off x="4132080" y="325800"/>
            <a:ext cx="2929680" cy="4520520"/>
          </a:xfrm>
          <a:custGeom>
            <a:avLst/>
            <a:gdLst/>
            <a:ahLst/>
            <a:rect l="0" t="0" r="r" b="b"/>
            <a:pathLst>
              <a:path w="8138" h="12557">
                <a:moveTo>
                  <a:pt x="0" y="12557"/>
                </a:moveTo>
                <a:lnTo>
                  <a:pt x="8138" y="12557"/>
                </a:lnTo>
                <a:lnTo>
                  <a:pt x="8138" y="0"/>
                </a:lnTo>
                <a:lnTo>
                  <a:pt x="0" y="0"/>
                </a:lnTo>
                <a:lnTo>
                  <a:pt x="0" y="1255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>
            <a:off x="4735080" y="4845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>
            <a:off x="4735080" y="4845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 txBox="1"/>
          <p:nvPr/>
        </p:nvSpPr>
        <p:spPr>
          <a:xfrm>
            <a:off x="1868760" y="525600"/>
            <a:ext cx="1436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Poor (paired) p = 0.33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6458400" y="4845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>
            <a:off x="6458400" y="4845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 txBox="1"/>
          <p:nvPr/>
        </p:nvSpPr>
        <p:spPr>
          <a:xfrm>
            <a:off x="4597560" y="4908960"/>
            <a:ext cx="2764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4093920" y="4754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 flipH="1">
            <a:off x="4093920" y="4754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 txBox="1"/>
          <p:nvPr/>
        </p:nvSpPr>
        <p:spPr>
          <a:xfrm>
            <a:off x="6277680" y="4908960"/>
            <a:ext cx="36360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4093920" y="3767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 flipH="1">
            <a:off x="4093920" y="3767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 txBox="1"/>
          <p:nvPr/>
        </p:nvSpPr>
        <p:spPr>
          <a:xfrm>
            <a:off x="3976920" y="4691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4093920" y="2781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4" name=""/>
          <p:cNvSpPr/>
          <p:nvPr/>
        </p:nvSpPr>
        <p:spPr>
          <a:xfrm flipH="1">
            <a:off x="4093920" y="2781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5" name=""/>
          <p:cNvSpPr txBox="1"/>
          <p:nvPr/>
        </p:nvSpPr>
        <p:spPr>
          <a:xfrm>
            <a:off x="3831120" y="37051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4093920" y="1794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7" name=""/>
          <p:cNvSpPr/>
          <p:nvPr/>
        </p:nvSpPr>
        <p:spPr>
          <a:xfrm flipH="1">
            <a:off x="4093920" y="1794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8" name=""/>
          <p:cNvSpPr txBox="1"/>
          <p:nvPr/>
        </p:nvSpPr>
        <p:spPr>
          <a:xfrm>
            <a:off x="3831120" y="27187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4093920" y="808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0" name=""/>
          <p:cNvSpPr/>
          <p:nvPr/>
        </p:nvSpPr>
        <p:spPr>
          <a:xfrm flipH="1">
            <a:off x="4093920" y="808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1" name=""/>
          <p:cNvSpPr txBox="1"/>
          <p:nvPr/>
        </p:nvSpPr>
        <p:spPr>
          <a:xfrm>
            <a:off x="3831120" y="17323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3831120" y="7459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4373280" y="1572840"/>
            <a:ext cx="191880" cy="1529280"/>
          </a:xfrm>
          <a:custGeom>
            <a:avLst/>
            <a:gdLst/>
            <a:ahLst/>
            <a:rect l="0" t="0" r="r" b="b"/>
            <a:pathLst>
              <a:path w="533" h="4248">
                <a:moveTo>
                  <a:pt x="533" y="4248"/>
                </a:moveTo>
                <a:lnTo>
                  <a:pt x="98" y="4248"/>
                </a:lnTo>
                <a:lnTo>
                  <a:pt x="90" y="4205"/>
                </a:lnTo>
                <a:lnTo>
                  <a:pt x="82" y="4162"/>
                </a:lnTo>
                <a:lnTo>
                  <a:pt x="75" y="4119"/>
                </a:lnTo>
                <a:lnTo>
                  <a:pt x="68" y="4077"/>
                </a:lnTo>
                <a:lnTo>
                  <a:pt x="62" y="4034"/>
                </a:lnTo>
                <a:lnTo>
                  <a:pt x="55" y="3991"/>
                </a:lnTo>
                <a:lnTo>
                  <a:pt x="49" y="3948"/>
                </a:lnTo>
                <a:lnTo>
                  <a:pt x="43" y="3905"/>
                </a:lnTo>
                <a:lnTo>
                  <a:pt x="38" y="3862"/>
                </a:lnTo>
                <a:lnTo>
                  <a:pt x="33" y="3819"/>
                </a:lnTo>
                <a:lnTo>
                  <a:pt x="28" y="3776"/>
                </a:lnTo>
                <a:lnTo>
                  <a:pt x="24" y="3733"/>
                </a:lnTo>
                <a:lnTo>
                  <a:pt x="20" y="3690"/>
                </a:lnTo>
                <a:lnTo>
                  <a:pt x="16" y="3647"/>
                </a:lnTo>
                <a:lnTo>
                  <a:pt x="13" y="3605"/>
                </a:lnTo>
                <a:lnTo>
                  <a:pt x="10" y="3562"/>
                </a:lnTo>
                <a:lnTo>
                  <a:pt x="8" y="3519"/>
                </a:lnTo>
                <a:lnTo>
                  <a:pt x="5" y="3476"/>
                </a:lnTo>
                <a:lnTo>
                  <a:pt x="4" y="3433"/>
                </a:lnTo>
                <a:lnTo>
                  <a:pt x="2" y="3390"/>
                </a:lnTo>
                <a:lnTo>
                  <a:pt x="1" y="3347"/>
                </a:lnTo>
                <a:lnTo>
                  <a:pt x="0" y="3304"/>
                </a:lnTo>
                <a:lnTo>
                  <a:pt x="0" y="3261"/>
                </a:lnTo>
                <a:lnTo>
                  <a:pt x="0" y="3218"/>
                </a:lnTo>
                <a:lnTo>
                  <a:pt x="0" y="3176"/>
                </a:lnTo>
                <a:lnTo>
                  <a:pt x="1" y="3133"/>
                </a:lnTo>
                <a:lnTo>
                  <a:pt x="2" y="3090"/>
                </a:lnTo>
                <a:lnTo>
                  <a:pt x="3" y="3047"/>
                </a:lnTo>
                <a:lnTo>
                  <a:pt x="4" y="3004"/>
                </a:lnTo>
                <a:lnTo>
                  <a:pt x="6" y="2961"/>
                </a:lnTo>
                <a:lnTo>
                  <a:pt x="8" y="2918"/>
                </a:lnTo>
                <a:lnTo>
                  <a:pt x="10" y="2875"/>
                </a:lnTo>
                <a:lnTo>
                  <a:pt x="13" y="2832"/>
                </a:lnTo>
                <a:lnTo>
                  <a:pt x="16" y="2789"/>
                </a:lnTo>
                <a:lnTo>
                  <a:pt x="18" y="2747"/>
                </a:lnTo>
                <a:lnTo>
                  <a:pt x="22" y="2704"/>
                </a:lnTo>
                <a:lnTo>
                  <a:pt x="25" y="2661"/>
                </a:lnTo>
                <a:lnTo>
                  <a:pt x="28" y="2618"/>
                </a:lnTo>
                <a:lnTo>
                  <a:pt x="32" y="2575"/>
                </a:lnTo>
                <a:lnTo>
                  <a:pt x="35" y="2532"/>
                </a:lnTo>
                <a:lnTo>
                  <a:pt x="39" y="2489"/>
                </a:lnTo>
                <a:lnTo>
                  <a:pt x="43" y="2446"/>
                </a:lnTo>
                <a:lnTo>
                  <a:pt x="47" y="2403"/>
                </a:lnTo>
                <a:lnTo>
                  <a:pt x="51" y="2360"/>
                </a:lnTo>
                <a:lnTo>
                  <a:pt x="55" y="2318"/>
                </a:lnTo>
                <a:lnTo>
                  <a:pt x="59" y="2275"/>
                </a:lnTo>
                <a:lnTo>
                  <a:pt x="64" y="2232"/>
                </a:lnTo>
                <a:lnTo>
                  <a:pt x="68" y="2189"/>
                </a:lnTo>
                <a:lnTo>
                  <a:pt x="72" y="2146"/>
                </a:lnTo>
                <a:lnTo>
                  <a:pt x="76" y="2103"/>
                </a:lnTo>
                <a:lnTo>
                  <a:pt x="80" y="2060"/>
                </a:lnTo>
                <a:lnTo>
                  <a:pt x="85" y="2017"/>
                </a:lnTo>
                <a:lnTo>
                  <a:pt x="89" y="1973"/>
                </a:lnTo>
                <a:lnTo>
                  <a:pt x="93" y="1930"/>
                </a:lnTo>
                <a:lnTo>
                  <a:pt x="97" y="1888"/>
                </a:lnTo>
                <a:lnTo>
                  <a:pt x="101" y="1845"/>
                </a:lnTo>
                <a:lnTo>
                  <a:pt x="105" y="1802"/>
                </a:lnTo>
                <a:lnTo>
                  <a:pt x="109" y="1759"/>
                </a:lnTo>
                <a:lnTo>
                  <a:pt x="113" y="1716"/>
                </a:lnTo>
                <a:lnTo>
                  <a:pt x="117" y="1673"/>
                </a:lnTo>
                <a:lnTo>
                  <a:pt x="121" y="1630"/>
                </a:lnTo>
                <a:lnTo>
                  <a:pt x="125" y="1587"/>
                </a:lnTo>
                <a:lnTo>
                  <a:pt x="128" y="1544"/>
                </a:lnTo>
                <a:lnTo>
                  <a:pt x="132" y="1501"/>
                </a:lnTo>
                <a:lnTo>
                  <a:pt x="136" y="1459"/>
                </a:lnTo>
                <a:lnTo>
                  <a:pt x="139" y="1416"/>
                </a:lnTo>
                <a:lnTo>
                  <a:pt x="143" y="1373"/>
                </a:lnTo>
                <a:lnTo>
                  <a:pt x="146" y="1330"/>
                </a:lnTo>
                <a:lnTo>
                  <a:pt x="150" y="1287"/>
                </a:lnTo>
                <a:lnTo>
                  <a:pt x="153" y="1244"/>
                </a:lnTo>
                <a:lnTo>
                  <a:pt x="157" y="1201"/>
                </a:lnTo>
                <a:lnTo>
                  <a:pt x="160" y="1158"/>
                </a:lnTo>
                <a:lnTo>
                  <a:pt x="163" y="1115"/>
                </a:lnTo>
                <a:lnTo>
                  <a:pt x="167" y="1072"/>
                </a:lnTo>
                <a:lnTo>
                  <a:pt x="170" y="1030"/>
                </a:lnTo>
                <a:lnTo>
                  <a:pt x="173" y="987"/>
                </a:lnTo>
                <a:lnTo>
                  <a:pt x="177" y="944"/>
                </a:lnTo>
                <a:lnTo>
                  <a:pt x="180" y="901"/>
                </a:lnTo>
                <a:lnTo>
                  <a:pt x="183" y="858"/>
                </a:lnTo>
                <a:lnTo>
                  <a:pt x="187" y="815"/>
                </a:lnTo>
                <a:lnTo>
                  <a:pt x="190" y="772"/>
                </a:lnTo>
                <a:lnTo>
                  <a:pt x="193" y="729"/>
                </a:lnTo>
                <a:lnTo>
                  <a:pt x="197" y="686"/>
                </a:lnTo>
                <a:lnTo>
                  <a:pt x="200" y="643"/>
                </a:lnTo>
                <a:lnTo>
                  <a:pt x="204" y="600"/>
                </a:lnTo>
                <a:lnTo>
                  <a:pt x="207" y="558"/>
                </a:lnTo>
                <a:lnTo>
                  <a:pt x="211" y="515"/>
                </a:lnTo>
                <a:lnTo>
                  <a:pt x="215" y="472"/>
                </a:lnTo>
                <a:lnTo>
                  <a:pt x="219" y="429"/>
                </a:lnTo>
                <a:lnTo>
                  <a:pt x="222" y="386"/>
                </a:lnTo>
                <a:lnTo>
                  <a:pt x="226" y="343"/>
                </a:lnTo>
                <a:lnTo>
                  <a:pt x="230" y="300"/>
                </a:lnTo>
                <a:lnTo>
                  <a:pt x="234" y="257"/>
                </a:lnTo>
                <a:lnTo>
                  <a:pt x="238" y="214"/>
                </a:lnTo>
                <a:lnTo>
                  <a:pt x="243" y="171"/>
                </a:lnTo>
                <a:lnTo>
                  <a:pt x="247" y="129"/>
                </a:lnTo>
                <a:lnTo>
                  <a:pt x="251" y="86"/>
                </a:lnTo>
                <a:lnTo>
                  <a:pt x="256" y="43"/>
                </a:lnTo>
                <a:lnTo>
                  <a:pt x="260" y="0"/>
                </a:lnTo>
                <a:lnTo>
                  <a:pt x="533" y="0"/>
                </a:lnTo>
                <a:lnTo>
                  <a:pt x="533" y="43"/>
                </a:lnTo>
                <a:lnTo>
                  <a:pt x="533" y="86"/>
                </a:lnTo>
                <a:lnTo>
                  <a:pt x="533" y="129"/>
                </a:lnTo>
                <a:lnTo>
                  <a:pt x="533" y="171"/>
                </a:lnTo>
                <a:lnTo>
                  <a:pt x="533" y="214"/>
                </a:lnTo>
                <a:lnTo>
                  <a:pt x="533" y="257"/>
                </a:lnTo>
                <a:lnTo>
                  <a:pt x="533" y="300"/>
                </a:lnTo>
                <a:lnTo>
                  <a:pt x="533" y="343"/>
                </a:lnTo>
                <a:lnTo>
                  <a:pt x="533" y="386"/>
                </a:lnTo>
                <a:lnTo>
                  <a:pt x="533" y="429"/>
                </a:lnTo>
                <a:lnTo>
                  <a:pt x="533" y="472"/>
                </a:lnTo>
                <a:lnTo>
                  <a:pt x="533" y="515"/>
                </a:lnTo>
                <a:lnTo>
                  <a:pt x="533" y="558"/>
                </a:lnTo>
                <a:lnTo>
                  <a:pt x="533" y="600"/>
                </a:lnTo>
                <a:lnTo>
                  <a:pt x="533" y="643"/>
                </a:lnTo>
                <a:lnTo>
                  <a:pt x="533" y="686"/>
                </a:lnTo>
                <a:lnTo>
                  <a:pt x="533" y="729"/>
                </a:lnTo>
                <a:lnTo>
                  <a:pt x="533" y="772"/>
                </a:lnTo>
                <a:lnTo>
                  <a:pt x="533" y="815"/>
                </a:lnTo>
                <a:lnTo>
                  <a:pt x="533" y="858"/>
                </a:lnTo>
                <a:lnTo>
                  <a:pt x="533" y="901"/>
                </a:lnTo>
                <a:lnTo>
                  <a:pt x="533" y="944"/>
                </a:lnTo>
                <a:lnTo>
                  <a:pt x="533" y="987"/>
                </a:lnTo>
                <a:lnTo>
                  <a:pt x="533" y="1030"/>
                </a:lnTo>
                <a:lnTo>
                  <a:pt x="533" y="1072"/>
                </a:lnTo>
                <a:lnTo>
                  <a:pt x="533" y="1115"/>
                </a:lnTo>
                <a:lnTo>
                  <a:pt x="533" y="1158"/>
                </a:lnTo>
                <a:lnTo>
                  <a:pt x="533" y="1201"/>
                </a:lnTo>
                <a:lnTo>
                  <a:pt x="533" y="1244"/>
                </a:lnTo>
                <a:lnTo>
                  <a:pt x="533" y="1287"/>
                </a:lnTo>
                <a:lnTo>
                  <a:pt x="533" y="1330"/>
                </a:lnTo>
                <a:lnTo>
                  <a:pt x="533" y="1373"/>
                </a:lnTo>
                <a:lnTo>
                  <a:pt x="533" y="1416"/>
                </a:lnTo>
                <a:lnTo>
                  <a:pt x="533" y="1459"/>
                </a:lnTo>
                <a:lnTo>
                  <a:pt x="533" y="1501"/>
                </a:lnTo>
                <a:lnTo>
                  <a:pt x="533" y="1544"/>
                </a:lnTo>
                <a:lnTo>
                  <a:pt x="533" y="1587"/>
                </a:lnTo>
                <a:lnTo>
                  <a:pt x="533" y="1630"/>
                </a:lnTo>
                <a:lnTo>
                  <a:pt x="533" y="1673"/>
                </a:lnTo>
                <a:lnTo>
                  <a:pt x="533" y="1716"/>
                </a:lnTo>
                <a:lnTo>
                  <a:pt x="533" y="1759"/>
                </a:lnTo>
                <a:lnTo>
                  <a:pt x="533" y="1802"/>
                </a:lnTo>
                <a:lnTo>
                  <a:pt x="533" y="1845"/>
                </a:lnTo>
                <a:lnTo>
                  <a:pt x="533" y="1888"/>
                </a:lnTo>
                <a:lnTo>
                  <a:pt x="533" y="1930"/>
                </a:lnTo>
                <a:lnTo>
                  <a:pt x="533" y="1973"/>
                </a:lnTo>
                <a:lnTo>
                  <a:pt x="533" y="2017"/>
                </a:lnTo>
                <a:lnTo>
                  <a:pt x="533" y="2060"/>
                </a:lnTo>
                <a:lnTo>
                  <a:pt x="533" y="2103"/>
                </a:lnTo>
                <a:lnTo>
                  <a:pt x="533" y="2146"/>
                </a:lnTo>
                <a:lnTo>
                  <a:pt x="533" y="2189"/>
                </a:lnTo>
                <a:lnTo>
                  <a:pt x="533" y="2232"/>
                </a:lnTo>
                <a:lnTo>
                  <a:pt x="533" y="2275"/>
                </a:lnTo>
                <a:lnTo>
                  <a:pt x="533" y="2318"/>
                </a:lnTo>
                <a:lnTo>
                  <a:pt x="533" y="2360"/>
                </a:lnTo>
                <a:lnTo>
                  <a:pt x="533" y="2403"/>
                </a:lnTo>
                <a:lnTo>
                  <a:pt x="533" y="2446"/>
                </a:lnTo>
                <a:lnTo>
                  <a:pt x="533" y="2489"/>
                </a:lnTo>
                <a:lnTo>
                  <a:pt x="533" y="2532"/>
                </a:lnTo>
                <a:lnTo>
                  <a:pt x="533" y="2575"/>
                </a:lnTo>
                <a:lnTo>
                  <a:pt x="533" y="2618"/>
                </a:lnTo>
                <a:lnTo>
                  <a:pt x="533" y="2661"/>
                </a:lnTo>
                <a:lnTo>
                  <a:pt x="533" y="2704"/>
                </a:lnTo>
                <a:lnTo>
                  <a:pt x="533" y="2747"/>
                </a:lnTo>
                <a:lnTo>
                  <a:pt x="533" y="2789"/>
                </a:lnTo>
                <a:lnTo>
                  <a:pt x="533" y="2832"/>
                </a:lnTo>
                <a:lnTo>
                  <a:pt x="533" y="2875"/>
                </a:lnTo>
                <a:lnTo>
                  <a:pt x="533" y="2918"/>
                </a:lnTo>
                <a:lnTo>
                  <a:pt x="533" y="2961"/>
                </a:lnTo>
                <a:lnTo>
                  <a:pt x="533" y="3004"/>
                </a:lnTo>
                <a:lnTo>
                  <a:pt x="533" y="3047"/>
                </a:lnTo>
                <a:lnTo>
                  <a:pt x="533" y="3090"/>
                </a:lnTo>
                <a:lnTo>
                  <a:pt x="533" y="3133"/>
                </a:lnTo>
                <a:lnTo>
                  <a:pt x="533" y="3176"/>
                </a:lnTo>
                <a:lnTo>
                  <a:pt x="533" y="3218"/>
                </a:lnTo>
                <a:lnTo>
                  <a:pt x="533" y="3261"/>
                </a:lnTo>
                <a:lnTo>
                  <a:pt x="533" y="3304"/>
                </a:lnTo>
                <a:lnTo>
                  <a:pt x="533" y="3347"/>
                </a:lnTo>
                <a:lnTo>
                  <a:pt x="533" y="3390"/>
                </a:lnTo>
                <a:lnTo>
                  <a:pt x="533" y="3433"/>
                </a:lnTo>
                <a:lnTo>
                  <a:pt x="533" y="3476"/>
                </a:lnTo>
                <a:lnTo>
                  <a:pt x="533" y="3519"/>
                </a:lnTo>
                <a:lnTo>
                  <a:pt x="533" y="3562"/>
                </a:lnTo>
                <a:lnTo>
                  <a:pt x="533" y="3605"/>
                </a:lnTo>
                <a:lnTo>
                  <a:pt x="533" y="3647"/>
                </a:lnTo>
                <a:lnTo>
                  <a:pt x="533" y="3690"/>
                </a:lnTo>
                <a:lnTo>
                  <a:pt x="533" y="3733"/>
                </a:lnTo>
                <a:lnTo>
                  <a:pt x="533" y="3776"/>
                </a:lnTo>
                <a:lnTo>
                  <a:pt x="533" y="3819"/>
                </a:lnTo>
                <a:lnTo>
                  <a:pt x="533" y="3862"/>
                </a:lnTo>
                <a:lnTo>
                  <a:pt x="533" y="3905"/>
                </a:lnTo>
                <a:lnTo>
                  <a:pt x="533" y="3948"/>
                </a:lnTo>
                <a:lnTo>
                  <a:pt x="533" y="3991"/>
                </a:lnTo>
                <a:lnTo>
                  <a:pt x="533" y="4034"/>
                </a:lnTo>
                <a:lnTo>
                  <a:pt x="533" y="4077"/>
                </a:lnTo>
                <a:lnTo>
                  <a:pt x="533" y="4119"/>
                </a:lnTo>
                <a:lnTo>
                  <a:pt x="533" y="4162"/>
                </a:lnTo>
                <a:lnTo>
                  <a:pt x="533" y="4205"/>
                </a:lnTo>
                <a:lnTo>
                  <a:pt x="533" y="4248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164" name=""/>
          <p:cNvSpPr/>
          <p:nvPr/>
        </p:nvSpPr>
        <p:spPr>
          <a:xfrm>
            <a:off x="4373280" y="2342160"/>
            <a:ext cx="191520" cy="1016640"/>
          </a:xfrm>
          <a:custGeom>
            <a:avLst/>
            <a:gdLst/>
            <a:ahLst/>
            <a:rect l="0" t="0" r="r" b="b"/>
            <a:pathLst>
              <a:path w="532" h="2824">
                <a:moveTo>
                  <a:pt x="532" y="2824"/>
                </a:moveTo>
                <a:lnTo>
                  <a:pt x="113" y="2824"/>
                </a:lnTo>
                <a:lnTo>
                  <a:pt x="103" y="2795"/>
                </a:lnTo>
                <a:lnTo>
                  <a:pt x="93" y="2767"/>
                </a:lnTo>
                <a:lnTo>
                  <a:pt x="84" y="2738"/>
                </a:lnTo>
                <a:lnTo>
                  <a:pt x="75" y="2710"/>
                </a:lnTo>
                <a:lnTo>
                  <a:pt x="66" y="2681"/>
                </a:lnTo>
                <a:lnTo>
                  <a:pt x="58" y="2653"/>
                </a:lnTo>
                <a:lnTo>
                  <a:pt x="50" y="2624"/>
                </a:lnTo>
                <a:lnTo>
                  <a:pt x="42" y="2595"/>
                </a:lnTo>
                <a:lnTo>
                  <a:pt x="36" y="2567"/>
                </a:lnTo>
                <a:lnTo>
                  <a:pt x="29" y="2538"/>
                </a:lnTo>
                <a:lnTo>
                  <a:pt x="24" y="2510"/>
                </a:lnTo>
                <a:lnTo>
                  <a:pt x="19" y="2481"/>
                </a:lnTo>
                <a:lnTo>
                  <a:pt x="14" y="2453"/>
                </a:lnTo>
                <a:lnTo>
                  <a:pt x="10" y="2424"/>
                </a:lnTo>
                <a:lnTo>
                  <a:pt x="7" y="2396"/>
                </a:lnTo>
                <a:lnTo>
                  <a:pt x="4" y="2367"/>
                </a:lnTo>
                <a:lnTo>
                  <a:pt x="2" y="2339"/>
                </a:lnTo>
                <a:lnTo>
                  <a:pt x="1" y="2310"/>
                </a:lnTo>
                <a:lnTo>
                  <a:pt x="0" y="2282"/>
                </a:lnTo>
                <a:lnTo>
                  <a:pt x="0" y="2253"/>
                </a:lnTo>
                <a:lnTo>
                  <a:pt x="1" y="2225"/>
                </a:lnTo>
                <a:lnTo>
                  <a:pt x="2" y="2196"/>
                </a:lnTo>
                <a:lnTo>
                  <a:pt x="4" y="2168"/>
                </a:lnTo>
                <a:lnTo>
                  <a:pt x="6" y="2139"/>
                </a:lnTo>
                <a:lnTo>
                  <a:pt x="9" y="2111"/>
                </a:lnTo>
                <a:lnTo>
                  <a:pt x="13" y="2082"/>
                </a:lnTo>
                <a:lnTo>
                  <a:pt x="18" y="2054"/>
                </a:lnTo>
                <a:lnTo>
                  <a:pt x="23" y="2025"/>
                </a:lnTo>
                <a:lnTo>
                  <a:pt x="28" y="1997"/>
                </a:lnTo>
                <a:lnTo>
                  <a:pt x="34" y="1968"/>
                </a:lnTo>
                <a:lnTo>
                  <a:pt x="41" y="1940"/>
                </a:lnTo>
                <a:lnTo>
                  <a:pt x="48" y="1911"/>
                </a:lnTo>
                <a:lnTo>
                  <a:pt x="55" y="1883"/>
                </a:lnTo>
                <a:lnTo>
                  <a:pt x="63" y="1854"/>
                </a:lnTo>
                <a:lnTo>
                  <a:pt x="72" y="1826"/>
                </a:lnTo>
                <a:lnTo>
                  <a:pt x="80" y="1797"/>
                </a:lnTo>
                <a:lnTo>
                  <a:pt x="89" y="1769"/>
                </a:lnTo>
                <a:lnTo>
                  <a:pt x="99" y="1740"/>
                </a:lnTo>
                <a:lnTo>
                  <a:pt x="108" y="1712"/>
                </a:lnTo>
                <a:lnTo>
                  <a:pt x="118" y="1683"/>
                </a:lnTo>
                <a:lnTo>
                  <a:pt x="128" y="1655"/>
                </a:lnTo>
                <a:lnTo>
                  <a:pt x="138" y="1626"/>
                </a:lnTo>
                <a:lnTo>
                  <a:pt x="148" y="1598"/>
                </a:lnTo>
                <a:lnTo>
                  <a:pt x="159" y="1569"/>
                </a:lnTo>
                <a:lnTo>
                  <a:pt x="169" y="1541"/>
                </a:lnTo>
                <a:lnTo>
                  <a:pt x="180" y="1512"/>
                </a:lnTo>
                <a:lnTo>
                  <a:pt x="190" y="1484"/>
                </a:lnTo>
                <a:lnTo>
                  <a:pt x="200" y="1455"/>
                </a:lnTo>
                <a:lnTo>
                  <a:pt x="211" y="1427"/>
                </a:lnTo>
                <a:lnTo>
                  <a:pt x="221" y="1398"/>
                </a:lnTo>
                <a:lnTo>
                  <a:pt x="231" y="1370"/>
                </a:lnTo>
                <a:lnTo>
                  <a:pt x="241" y="1341"/>
                </a:lnTo>
                <a:lnTo>
                  <a:pt x="250" y="1313"/>
                </a:lnTo>
                <a:lnTo>
                  <a:pt x="260" y="1284"/>
                </a:lnTo>
                <a:lnTo>
                  <a:pt x="269" y="1256"/>
                </a:lnTo>
                <a:lnTo>
                  <a:pt x="278" y="1227"/>
                </a:lnTo>
                <a:lnTo>
                  <a:pt x="286" y="1199"/>
                </a:lnTo>
                <a:lnTo>
                  <a:pt x="294" y="1170"/>
                </a:lnTo>
                <a:lnTo>
                  <a:pt x="302" y="1142"/>
                </a:lnTo>
                <a:lnTo>
                  <a:pt x="310" y="1113"/>
                </a:lnTo>
                <a:lnTo>
                  <a:pt x="317" y="1085"/>
                </a:lnTo>
                <a:lnTo>
                  <a:pt x="324" y="1056"/>
                </a:lnTo>
                <a:lnTo>
                  <a:pt x="332" y="1028"/>
                </a:lnTo>
                <a:lnTo>
                  <a:pt x="338" y="999"/>
                </a:lnTo>
                <a:lnTo>
                  <a:pt x="344" y="970"/>
                </a:lnTo>
                <a:lnTo>
                  <a:pt x="349" y="942"/>
                </a:lnTo>
                <a:lnTo>
                  <a:pt x="354" y="913"/>
                </a:lnTo>
                <a:lnTo>
                  <a:pt x="359" y="885"/>
                </a:lnTo>
                <a:lnTo>
                  <a:pt x="363" y="856"/>
                </a:lnTo>
                <a:lnTo>
                  <a:pt x="367" y="828"/>
                </a:lnTo>
                <a:lnTo>
                  <a:pt x="371" y="799"/>
                </a:lnTo>
                <a:lnTo>
                  <a:pt x="374" y="771"/>
                </a:lnTo>
                <a:lnTo>
                  <a:pt x="377" y="742"/>
                </a:lnTo>
                <a:lnTo>
                  <a:pt x="380" y="714"/>
                </a:lnTo>
                <a:lnTo>
                  <a:pt x="382" y="685"/>
                </a:lnTo>
                <a:lnTo>
                  <a:pt x="384" y="657"/>
                </a:lnTo>
                <a:lnTo>
                  <a:pt x="386" y="628"/>
                </a:lnTo>
                <a:lnTo>
                  <a:pt x="388" y="600"/>
                </a:lnTo>
                <a:lnTo>
                  <a:pt x="389" y="571"/>
                </a:lnTo>
                <a:lnTo>
                  <a:pt x="390" y="542"/>
                </a:lnTo>
                <a:lnTo>
                  <a:pt x="391" y="513"/>
                </a:lnTo>
                <a:lnTo>
                  <a:pt x="392" y="485"/>
                </a:lnTo>
                <a:lnTo>
                  <a:pt x="393" y="456"/>
                </a:lnTo>
                <a:lnTo>
                  <a:pt x="394" y="428"/>
                </a:lnTo>
                <a:lnTo>
                  <a:pt x="394" y="399"/>
                </a:lnTo>
                <a:lnTo>
                  <a:pt x="394" y="371"/>
                </a:lnTo>
                <a:lnTo>
                  <a:pt x="395" y="342"/>
                </a:lnTo>
                <a:lnTo>
                  <a:pt x="395" y="314"/>
                </a:lnTo>
                <a:lnTo>
                  <a:pt x="395" y="285"/>
                </a:lnTo>
                <a:lnTo>
                  <a:pt x="395" y="257"/>
                </a:lnTo>
                <a:lnTo>
                  <a:pt x="396" y="228"/>
                </a:lnTo>
                <a:lnTo>
                  <a:pt x="396" y="200"/>
                </a:lnTo>
                <a:lnTo>
                  <a:pt x="396" y="171"/>
                </a:lnTo>
                <a:lnTo>
                  <a:pt x="397" y="143"/>
                </a:lnTo>
                <a:lnTo>
                  <a:pt x="397" y="114"/>
                </a:lnTo>
                <a:lnTo>
                  <a:pt x="397" y="86"/>
                </a:lnTo>
                <a:lnTo>
                  <a:pt x="398" y="57"/>
                </a:lnTo>
                <a:lnTo>
                  <a:pt x="399" y="29"/>
                </a:lnTo>
                <a:lnTo>
                  <a:pt x="400" y="0"/>
                </a:lnTo>
                <a:lnTo>
                  <a:pt x="532" y="0"/>
                </a:lnTo>
                <a:lnTo>
                  <a:pt x="532" y="29"/>
                </a:lnTo>
                <a:lnTo>
                  <a:pt x="532" y="57"/>
                </a:lnTo>
                <a:lnTo>
                  <a:pt x="532" y="86"/>
                </a:lnTo>
                <a:lnTo>
                  <a:pt x="532" y="114"/>
                </a:lnTo>
                <a:lnTo>
                  <a:pt x="532" y="143"/>
                </a:lnTo>
                <a:lnTo>
                  <a:pt x="532" y="171"/>
                </a:lnTo>
                <a:lnTo>
                  <a:pt x="532" y="200"/>
                </a:lnTo>
                <a:lnTo>
                  <a:pt x="532" y="228"/>
                </a:lnTo>
                <a:lnTo>
                  <a:pt x="532" y="257"/>
                </a:lnTo>
                <a:lnTo>
                  <a:pt x="532" y="285"/>
                </a:lnTo>
                <a:lnTo>
                  <a:pt x="532" y="314"/>
                </a:lnTo>
                <a:lnTo>
                  <a:pt x="532" y="342"/>
                </a:lnTo>
                <a:lnTo>
                  <a:pt x="532" y="371"/>
                </a:lnTo>
                <a:lnTo>
                  <a:pt x="532" y="399"/>
                </a:lnTo>
                <a:lnTo>
                  <a:pt x="532" y="428"/>
                </a:lnTo>
                <a:lnTo>
                  <a:pt x="532" y="456"/>
                </a:lnTo>
                <a:lnTo>
                  <a:pt x="532" y="485"/>
                </a:lnTo>
                <a:lnTo>
                  <a:pt x="532" y="513"/>
                </a:lnTo>
                <a:lnTo>
                  <a:pt x="532" y="542"/>
                </a:lnTo>
                <a:lnTo>
                  <a:pt x="532" y="571"/>
                </a:lnTo>
                <a:lnTo>
                  <a:pt x="532" y="600"/>
                </a:lnTo>
                <a:lnTo>
                  <a:pt x="532" y="628"/>
                </a:lnTo>
                <a:lnTo>
                  <a:pt x="532" y="657"/>
                </a:lnTo>
                <a:lnTo>
                  <a:pt x="532" y="685"/>
                </a:lnTo>
                <a:lnTo>
                  <a:pt x="532" y="714"/>
                </a:lnTo>
                <a:lnTo>
                  <a:pt x="532" y="742"/>
                </a:lnTo>
                <a:lnTo>
                  <a:pt x="532" y="771"/>
                </a:lnTo>
                <a:lnTo>
                  <a:pt x="532" y="799"/>
                </a:lnTo>
                <a:lnTo>
                  <a:pt x="532" y="828"/>
                </a:lnTo>
                <a:lnTo>
                  <a:pt x="532" y="856"/>
                </a:lnTo>
                <a:lnTo>
                  <a:pt x="532" y="885"/>
                </a:lnTo>
                <a:lnTo>
                  <a:pt x="532" y="913"/>
                </a:lnTo>
                <a:lnTo>
                  <a:pt x="532" y="942"/>
                </a:lnTo>
                <a:lnTo>
                  <a:pt x="532" y="970"/>
                </a:lnTo>
                <a:lnTo>
                  <a:pt x="532" y="999"/>
                </a:lnTo>
                <a:lnTo>
                  <a:pt x="532" y="1028"/>
                </a:lnTo>
                <a:lnTo>
                  <a:pt x="532" y="1056"/>
                </a:lnTo>
                <a:lnTo>
                  <a:pt x="532" y="1085"/>
                </a:lnTo>
                <a:lnTo>
                  <a:pt x="532" y="1113"/>
                </a:lnTo>
                <a:lnTo>
                  <a:pt x="532" y="1142"/>
                </a:lnTo>
                <a:lnTo>
                  <a:pt x="532" y="1170"/>
                </a:lnTo>
                <a:lnTo>
                  <a:pt x="532" y="1199"/>
                </a:lnTo>
                <a:lnTo>
                  <a:pt x="532" y="1227"/>
                </a:lnTo>
                <a:lnTo>
                  <a:pt x="532" y="1256"/>
                </a:lnTo>
                <a:lnTo>
                  <a:pt x="532" y="1284"/>
                </a:lnTo>
                <a:lnTo>
                  <a:pt x="532" y="1313"/>
                </a:lnTo>
                <a:lnTo>
                  <a:pt x="532" y="1341"/>
                </a:lnTo>
                <a:lnTo>
                  <a:pt x="532" y="1370"/>
                </a:lnTo>
                <a:lnTo>
                  <a:pt x="532" y="1398"/>
                </a:lnTo>
                <a:lnTo>
                  <a:pt x="532" y="1427"/>
                </a:lnTo>
                <a:lnTo>
                  <a:pt x="532" y="1455"/>
                </a:lnTo>
                <a:lnTo>
                  <a:pt x="532" y="1484"/>
                </a:lnTo>
                <a:lnTo>
                  <a:pt x="532" y="1512"/>
                </a:lnTo>
                <a:lnTo>
                  <a:pt x="532" y="1541"/>
                </a:lnTo>
                <a:lnTo>
                  <a:pt x="532" y="1569"/>
                </a:lnTo>
                <a:lnTo>
                  <a:pt x="532" y="1598"/>
                </a:lnTo>
                <a:lnTo>
                  <a:pt x="532" y="1626"/>
                </a:lnTo>
                <a:lnTo>
                  <a:pt x="532" y="1655"/>
                </a:lnTo>
                <a:lnTo>
                  <a:pt x="532" y="1683"/>
                </a:lnTo>
                <a:lnTo>
                  <a:pt x="532" y="1712"/>
                </a:lnTo>
                <a:lnTo>
                  <a:pt x="532" y="1740"/>
                </a:lnTo>
                <a:lnTo>
                  <a:pt x="532" y="1769"/>
                </a:lnTo>
                <a:lnTo>
                  <a:pt x="532" y="1797"/>
                </a:lnTo>
                <a:lnTo>
                  <a:pt x="532" y="1826"/>
                </a:lnTo>
                <a:lnTo>
                  <a:pt x="532" y="1854"/>
                </a:lnTo>
                <a:lnTo>
                  <a:pt x="532" y="1883"/>
                </a:lnTo>
                <a:lnTo>
                  <a:pt x="532" y="1911"/>
                </a:lnTo>
                <a:lnTo>
                  <a:pt x="532" y="1940"/>
                </a:lnTo>
                <a:lnTo>
                  <a:pt x="532" y="1968"/>
                </a:lnTo>
                <a:lnTo>
                  <a:pt x="532" y="1997"/>
                </a:lnTo>
                <a:lnTo>
                  <a:pt x="532" y="2025"/>
                </a:lnTo>
                <a:lnTo>
                  <a:pt x="532" y="2054"/>
                </a:lnTo>
                <a:lnTo>
                  <a:pt x="532" y="2082"/>
                </a:lnTo>
                <a:lnTo>
                  <a:pt x="532" y="2111"/>
                </a:lnTo>
                <a:lnTo>
                  <a:pt x="532" y="2139"/>
                </a:lnTo>
                <a:lnTo>
                  <a:pt x="532" y="2168"/>
                </a:lnTo>
                <a:lnTo>
                  <a:pt x="532" y="2196"/>
                </a:lnTo>
                <a:lnTo>
                  <a:pt x="532" y="2225"/>
                </a:lnTo>
                <a:lnTo>
                  <a:pt x="532" y="2253"/>
                </a:lnTo>
                <a:lnTo>
                  <a:pt x="532" y="2282"/>
                </a:lnTo>
                <a:lnTo>
                  <a:pt x="532" y="2310"/>
                </a:lnTo>
                <a:lnTo>
                  <a:pt x="532" y="2339"/>
                </a:lnTo>
                <a:lnTo>
                  <a:pt x="532" y="2367"/>
                </a:lnTo>
                <a:lnTo>
                  <a:pt x="532" y="2396"/>
                </a:lnTo>
                <a:lnTo>
                  <a:pt x="532" y="2424"/>
                </a:lnTo>
                <a:lnTo>
                  <a:pt x="532" y="2453"/>
                </a:lnTo>
                <a:lnTo>
                  <a:pt x="532" y="2481"/>
                </a:lnTo>
                <a:lnTo>
                  <a:pt x="532" y="2510"/>
                </a:lnTo>
                <a:lnTo>
                  <a:pt x="532" y="2538"/>
                </a:lnTo>
                <a:lnTo>
                  <a:pt x="532" y="2567"/>
                </a:lnTo>
                <a:lnTo>
                  <a:pt x="532" y="2595"/>
                </a:lnTo>
                <a:lnTo>
                  <a:pt x="532" y="2624"/>
                </a:lnTo>
                <a:lnTo>
                  <a:pt x="532" y="2653"/>
                </a:lnTo>
                <a:lnTo>
                  <a:pt x="532" y="2681"/>
                </a:lnTo>
                <a:lnTo>
                  <a:pt x="532" y="2710"/>
                </a:lnTo>
                <a:lnTo>
                  <a:pt x="532" y="2738"/>
                </a:lnTo>
                <a:lnTo>
                  <a:pt x="532" y="2767"/>
                </a:lnTo>
                <a:lnTo>
                  <a:pt x="532" y="2795"/>
                </a:lnTo>
                <a:lnTo>
                  <a:pt x="532" y="2824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165" name=""/>
          <p:cNvSpPr/>
          <p:nvPr/>
        </p:nvSpPr>
        <p:spPr>
          <a:xfrm>
            <a:off x="6632640" y="2455560"/>
            <a:ext cx="187920" cy="2205360"/>
          </a:xfrm>
          <a:custGeom>
            <a:avLst/>
            <a:gdLst/>
            <a:ahLst/>
            <a:rect l="0" t="0" r="r" b="b"/>
            <a:pathLst>
              <a:path w="522" h="6126">
                <a:moveTo>
                  <a:pt x="481" y="6126"/>
                </a:moveTo>
                <a:lnTo>
                  <a:pt x="0" y="6126"/>
                </a:lnTo>
                <a:lnTo>
                  <a:pt x="0" y="6064"/>
                </a:lnTo>
                <a:lnTo>
                  <a:pt x="0" y="6002"/>
                </a:lnTo>
                <a:lnTo>
                  <a:pt x="0" y="5940"/>
                </a:lnTo>
                <a:lnTo>
                  <a:pt x="0" y="5878"/>
                </a:lnTo>
                <a:lnTo>
                  <a:pt x="0" y="5816"/>
                </a:lnTo>
                <a:lnTo>
                  <a:pt x="0" y="5754"/>
                </a:lnTo>
                <a:lnTo>
                  <a:pt x="0" y="5693"/>
                </a:lnTo>
                <a:lnTo>
                  <a:pt x="0" y="5631"/>
                </a:lnTo>
                <a:lnTo>
                  <a:pt x="0" y="5569"/>
                </a:lnTo>
                <a:lnTo>
                  <a:pt x="0" y="5507"/>
                </a:lnTo>
                <a:lnTo>
                  <a:pt x="0" y="5445"/>
                </a:lnTo>
                <a:lnTo>
                  <a:pt x="0" y="5383"/>
                </a:lnTo>
                <a:lnTo>
                  <a:pt x="0" y="5321"/>
                </a:lnTo>
                <a:lnTo>
                  <a:pt x="0" y="5260"/>
                </a:lnTo>
                <a:lnTo>
                  <a:pt x="0" y="5198"/>
                </a:lnTo>
                <a:lnTo>
                  <a:pt x="0" y="5136"/>
                </a:lnTo>
                <a:lnTo>
                  <a:pt x="0" y="5074"/>
                </a:lnTo>
                <a:lnTo>
                  <a:pt x="0" y="5012"/>
                </a:lnTo>
                <a:lnTo>
                  <a:pt x="0" y="4950"/>
                </a:lnTo>
                <a:lnTo>
                  <a:pt x="0" y="4888"/>
                </a:lnTo>
                <a:lnTo>
                  <a:pt x="0" y="4826"/>
                </a:lnTo>
                <a:lnTo>
                  <a:pt x="0" y="4765"/>
                </a:lnTo>
                <a:lnTo>
                  <a:pt x="0" y="4703"/>
                </a:lnTo>
                <a:lnTo>
                  <a:pt x="0" y="4641"/>
                </a:lnTo>
                <a:lnTo>
                  <a:pt x="0" y="4579"/>
                </a:lnTo>
                <a:lnTo>
                  <a:pt x="0" y="4517"/>
                </a:lnTo>
                <a:lnTo>
                  <a:pt x="0" y="4455"/>
                </a:lnTo>
                <a:lnTo>
                  <a:pt x="0" y="4393"/>
                </a:lnTo>
                <a:lnTo>
                  <a:pt x="0" y="4332"/>
                </a:lnTo>
                <a:lnTo>
                  <a:pt x="0" y="4270"/>
                </a:lnTo>
                <a:lnTo>
                  <a:pt x="0" y="4208"/>
                </a:lnTo>
                <a:lnTo>
                  <a:pt x="0" y="4146"/>
                </a:lnTo>
                <a:lnTo>
                  <a:pt x="0" y="4084"/>
                </a:lnTo>
                <a:lnTo>
                  <a:pt x="0" y="4022"/>
                </a:lnTo>
                <a:lnTo>
                  <a:pt x="0" y="3960"/>
                </a:lnTo>
                <a:lnTo>
                  <a:pt x="0" y="3899"/>
                </a:lnTo>
                <a:lnTo>
                  <a:pt x="0" y="3837"/>
                </a:lnTo>
                <a:lnTo>
                  <a:pt x="0" y="3775"/>
                </a:lnTo>
                <a:lnTo>
                  <a:pt x="0" y="3713"/>
                </a:lnTo>
                <a:lnTo>
                  <a:pt x="0" y="3651"/>
                </a:lnTo>
                <a:lnTo>
                  <a:pt x="0" y="3589"/>
                </a:lnTo>
                <a:lnTo>
                  <a:pt x="0" y="3527"/>
                </a:lnTo>
                <a:lnTo>
                  <a:pt x="0" y="3466"/>
                </a:lnTo>
                <a:lnTo>
                  <a:pt x="0" y="3404"/>
                </a:lnTo>
                <a:lnTo>
                  <a:pt x="0" y="3342"/>
                </a:lnTo>
                <a:lnTo>
                  <a:pt x="0" y="3280"/>
                </a:lnTo>
                <a:lnTo>
                  <a:pt x="0" y="3218"/>
                </a:lnTo>
                <a:lnTo>
                  <a:pt x="0" y="3156"/>
                </a:lnTo>
                <a:lnTo>
                  <a:pt x="0" y="3094"/>
                </a:lnTo>
                <a:lnTo>
                  <a:pt x="0" y="3033"/>
                </a:lnTo>
                <a:lnTo>
                  <a:pt x="0" y="2971"/>
                </a:lnTo>
                <a:lnTo>
                  <a:pt x="0" y="2909"/>
                </a:lnTo>
                <a:lnTo>
                  <a:pt x="0" y="2847"/>
                </a:lnTo>
                <a:lnTo>
                  <a:pt x="0" y="2785"/>
                </a:lnTo>
                <a:lnTo>
                  <a:pt x="0" y="2723"/>
                </a:lnTo>
                <a:lnTo>
                  <a:pt x="0" y="2661"/>
                </a:lnTo>
                <a:lnTo>
                  <a:pt x="0" y="2599"/>
                </a:lnTo>
                <a:lnTo>
                  <a:pt x="0" y="2538"/>
                </a:lnTo>
                <a:lnTo>
                  <a:pt x="0" y="2476"/>
                </a:lnTo>
                <a:lnTo>
                  <a:pt x="0" y="2414"/>
                </a:lnTo>
                <a:lnTo>
                  <a:pt x="0" y="2351"/>
                </a:lnTo>
                <a:lnTo>
                  <a:pt x="0" y="2289"/>
                </a:lnTo>
                <a:lnTo>
                  <a:pt x="0" y="2227"/>
                </a:lnTo>
                <a:lnTo>
                  <a:pt x="0" y="2165"/>
                </a:lnTo>
                <a:lnTo>
                  <a:pt x="0" y="2104"/>
                </a:lnTo>
                <a:lnTo>
                  <a:pt x="0" y="2042"/>
                </a:lnTo>
                <a:lnTo>
                  <a:pt x="0" y="1980"/>
                </a:lnTo>
                <a:lnTo>
                  <a:pt x="0" y="1918"/>
                </a:lnTo>
                <a:lnTo>
                  <a:pt x="0" y="1856"/>
                </a:lnTo>
                <a:lnTo>
                  <a:pt x="0" y="1794"/>
                </a:lnTo>
                <a:lnTo>
                  <a:pt x="0" y="1732"/>
                </a:lnTo>
                <a:lnTo>
                  <a:pt x="0" y="1671"/>
                </a:lnTo>
                <a:lnTo>
                  <a:pt x="0" y="1609"/>
                </a:lnTo>
                <a:lnTo>
                  <a:pt x="0" y="1547"/>
                </a:lnTo>
                <a:lnTo>
                  <a:pt x="0" y="1485"/>
                </a:lnTo>
                <a:lnTo>
                  <a:pt x="0" y="1423"/>
                </a:lnTo>
                <a:lnTo>
                  <a:pt x="0" y="1361"/>
                </a:lnTo>
                <a:lnTo>
                  <a:pt x="0" y="1299"/>
                </a:lnTo>
                <a:lnTo>
                  <a:pt x="0" y="1238"/>
                </a:lnTo>
                <a:lnTo>
                  <a:pt x="0" y="1176"/>
                </a:lnTo>
                <a:lnTo>
                  <a:pt x="0" y="1114"/>
                </a:lnTo>
                <a:lnTo>
                  <a:pt x="0" y="1052"/>
                </a:lnTo>
                <a:lnTo>
                  <a:pt x="0" y="990"/>
                </a:lnTo>
                <a:lnTo>
                  <a:pt x="0" y="928"/>
                </a:lnTo>
                <a:lnTo>
                  <a:pt x="0" y="866"/>
                </a:lnTo>
                <a:lnTo>
                  <a:pt x="0" y="805"/>
                </a:lnTo>
                <a:lnTo>
                  <a:pt x="0" y="743"/>
                </a:lnTo>
                <a:lnTo>
                  <a:pt x="0" y="681"/>
                </a:lnTo>
                <a:lnTo>
                  <a:pt x="0" y="619"/>
                </a:lnTo>
                <a:lnTo>
                  <a:pt x="0" y="557"/>
                </a:lnTo>
                <a:lnTo>
                  <a:pt x="0" y="495"/>
                </a:lnTo>
                <a:lnTo>
                  <a:pt x="0" y="433"/>
                </a:lnTo>
                <a:lnTo>
                  <a:pt x="0" y="371"/>
                </a:lnTo>
                <a:lnTo>
                  <a:pt x="0" y="310"/>
                </a:lnTo>
                <a:lnTo>
                  <a:pt x="0" y="248"/>
                </a:lnTo>
                <a:lnTo>
                  <a:pt x="0" y="186"/>
                </a:lnTo>
                <a:lnTo>
                  <a:pt x="0" y="124"/>
                </a:lnTo>
                <a:lnTo>
                  <a:pt x="0" y="62"/>
                </a:lnTo>
                <a:lnTo>
                  <a:pt x="0" y="0"/>
                </a:lnTo>
                <a:lnTo>
                  <a:pt x="174" y="0"/>
                </a:lnTo>
                <a:lnTo>
                  <a:pt x="176" y="62"/>
                </a:lnTo>
                <a:lnTo>
                  <a:pt x="178" y="124"/>
                </a:lnTo>
                <a:lnTo>
                  <a:pt x="180" y="186"/>
                </a:lnTo>
                <a:lnTo>
                  <a:pt x="182" y="248"/>
                </a:lnTo>
                <a:lnTo>
                  <a:pt x="183" y="310"/>
                </a:lnTo>
                <a:lnTo>
                  <a:pt x="185" y="371"/>
                </a:lnTo>
                <a:lnTo>
                  <a:pt x="187" y="433"/>
                </a:lnTo>
                <a:lnTo>
                  <a:pt x="188" y="495"/>
                </a:lnTo>
                <a:lnTo>
                  <a:pt x="190" y="557"/>
                </a:lnTo>
                <a:lnTo>
                  <a:pt x="192" y="619"/>
                </a:lnTo>
                <a:lnTo>
                  <a:pt x="193" y="681"/>
                </a:lnTo>
                <a:lnTo>
                  <a:pt x="195" y="743"/>
                </a:lnTo>
                <a:lnTo>
                  <a:pt x="197" y="805"/>
                </a:lnTo>
                <a:lnTo>
                  <a:pt x="199" y="866"/>
                </a:lnTo>
                <a:lnTo>
                  <a:pt x="200" y="928"/>
                </a:lnTo>
                <a:lnTo>
                  <a:pt x="202" y="990"/>
                </a:lnTo>
                <a:lnTo>
                  <a:pt x="204" y="1052"/>
                </a:lnTo>
                <a:lnTo>
                  <a:pt x="206" y="1114"/>
                </a:lnTo>
                <a:lnTo>
                  <a:pt x="208" y="1176"/>
                </a:lnTo>
                <a:lnTo>
                  <a:pt x="210" y="1238"/>
                </a:lnTo>
                <a:lnTo>
                  <a:pt x="212" y="1299"/>
                </a:lnTo>
                <a:lnTo>
                  <a:pt x="215" y="1361"/>
                </a:lnTo>
                <a:lnTo>
                  <a:pt x="217" y="1423"/>
                </a:lnTo>
                <a:lnTo>
                  <a:pt x="219" y="1485"/>
                </a:lnTo>
                <a:lnTo>
                  <a:pt x="222" y="1547"/>
                </a:lnTo>
                <a:lnTo>
                  <a:pt x="225" y="1609"/>
                </a:lnTo>
                <a:lnTo>
                  <a:pt x="228" y="1671"/>
                </a:lnTo>
                <a:lnTo>
                  <a:pt x="231" y="1732"/>
                </a:lnTo>
                <a:lnTo>
                  <a:pt x="234" y="1794"/>
                </a:lnTo>
                <a:lnTo>
                  <a:pt x="238" y="1856"/>
                </a:lnTo>
                <a:lnTo>
                  <a:pt x="241" y="1918"/>
                </a:lnTo>
                <a:lnTo>
                  <a:pt x="245" y="1980"/>
                </a:lnTo>
                <a:lnTo>
                  <a:pt x="249" y="2042"/>
                </a:lnTo>
                <a:lnTo>
                  <a:pt x="253" y="2104"/>
                </a:lnTo>
                <a:lnTo>
                  <a:pt x="258" y="2165"/>
                </a:lnTo>
                <a:lnTo>
                  <a:pt x="262" y="2227"/>
                </a:lnTo>
                <a:lnTo>
                  <a:pt x="267" y="2289"/>
                </a:lnTo>
                <a:lnTo>
                  <a:pt x="272" y="2351"/>
                </a:lnTo>
                <a:lnTo>
                  <a:pt x="277" y="2414"/>
                </a:lnTo>
                <a:lnTo>
                  <a:pt x="282" y="2476"/>
                </a:lnTo>
                <a:lnTo>
                  <a:pt x="287" y="2538"/>
                </a:lnTo>
                <a:lnTo>
                  <a:pt x="293" y="2599"/>
                </a:lnTo>
                <a:lnTo>
                  <a:pt x="299" y="2661"/>
                </a:lnTo>
                <a:lnTo>
                  <a:pt x="304" y="2723"/>
                </a:lnTo>
                <a:lnTo>
                  <a:pt x="310" y="2785"/>
                </a:lnTo>
                <a:lnTo>
                  <a:pt x="317" y="2847"/>
                </a:lnTo>
                <a:lnTo>
                  <a:pt x="323" y="2909"/>
                </a:lnTo>
                <a:lnTo>
                  <a:pt x="329" y="2971"/>
                </a:lnTo>
                <a:lnTo>
                  <a:pt x="336" y="3033"/>
                </a:lnTo>
                <a:lnTo>
                  <a:pt x="343" y="3094"/>
                </a:lnTo>
                <a:lnTo>
                  <a:pt x="349" y="3156"/>
                </a:lnTo>
                <a:lnTo>
                  <a:pt x="356" y="3218"/>
                </a:lnTo>
                <a:lnTo>
                  <a:pt x="363" y="3280"/>
                </a:lnTo>
                <a:lnTo>
                  <a:pt x="370" y="3342"/>
                </a:lnTo>
                <a:lnTo>
                  <a:pt x="377" y="3404"/>
                </a:lnTo>
                <a:lnTo>
                  <a:pt x="384" y="3466"/>
                </a:lnTo>
                <a:lnTo>
                  <a:pt x="391" y="3527"/>
                </a:lnTo>
                <a:lnTo>
                  <a:pt x="398" y="3589"/>
                </a:lnTo>
                <a:lnTo>
                  <a:pt x="405" y="3651"/>
                </a:lnTo>
                <a:lnTo>
                  <a:pt x="412" y="3713"/>
                </a:lnTo>
                <a:lnTo>
                  <a:pt x="419" y="3775"/>
                </a:lnTo>
                <a:lnTo>
                  <a:pt x="426" y="3837"/>
                </a:lnTo>
                <a:lnTo>
                  <a:pt x="433" y="3899"/>
                </a:lnTo>
                <a:lnTo>
                  <a:pt x="440" y="3960"/>
                </a:lnTo>
                <a:lnTo>
                  <a:pt x="446" y="4022"/>
                </a:lnTo>
                <a:lnTo>
                  <a:pt x="452" y="4084"/>
                </a:lnTo>
                <a:lnTo>
                  <a:pt x="459" y="4146"/>
                </a:lnTo>
                <a:lnTo>
                  <a:pt x="465" y="4208"/>
                </a:lnTo>
                <a:lnTo>
                  <a:pt x="470" y="4270"/>
                </a:lnTo>
                <a:lnTo>
                  <a:pt x="476" y="4332"/>
                </a:lnTo>
                <a:lnTo>
                  <a:pt x="481" y="4393"/>
                </a:lnTo>
                <a:lnTo>
                  <a:pt x="486" y="4455"/>
                </a:lnTo>
                <a:lnTo>
                  <a:pt x="491" y="4517"/>
                </a:lnTo>
                <a:lnTo>
                  <a:pt x="496" y="4579"/>
                </a:lnTo>
                <a:lnTo>
                  <a:pt x="500" y="4641"/>
                </a:lnTo>
                <a:lnTo>
                  <a:pt x="504" y="4703"/>
                </a:lnTo>
                <a:lnTo>
                  <a:pt x="507" y="4765"/>
                </a:lnTo>
                <a:lnTo>
                  <a:pt x="511" y="4826"/>
                </a:lnTo>
                <a:lnTo>
                  <a:pt x="513" y="4888"/>
                </a:lnTo>
                <a:lnTo>
                  <a:pt x="516" y="4950"/>
                </a:lnTo>
                <a:lnTo>
                  <a:pt x="518" y="5012"/>
                </a:lnTo>
                <a:lnTo>
                  <a:pt x="520" y="5074"/>
                </a:lnTo>
                <a:lnTo>
                  <a:pt x="521" y="5136"/>
                </a:lnTo>
                <a:lnTo>
                  <a:pt x="522" y="5198"/>
                </a:lnTo>
                <a:lnTo>
                  <a:pt x="522" y="5260"/>
                </a:lnTo>
                <a:lnTo>
                  <a:pt x="522" y="5321"/>
                </a:lnTo>
                <a:lnTo>
                  <a:pt x="521" y="5383"/>
                </a:lnTo>
                <a:lnTo>
                  <a:pt x="520" y="5445"/>
                </a:lnTo>
                <a:lnTo>
                  <a:pt x="519" y="5507"/>
                </a:lnTo>
                <a:lnTo>
                  <a:pt x="517" y="5569"/>
                </a:lnTo>
                <a:lnTo>
                  <a:pt x="515" y="5631"/>
                </a:lnTo>
                <a:lnTo>
                  <a:pt x="512" y="5693"/>
                </a:lnTo>
                <a:lnTo>
                  <a:pt x="509" y="5754"/>
                </a:lnTo>
                <a:lnTo>
                  <a:pt x="505" y="5816"/>
                </a:lnTo>
                <a:lnTo>
                  <a:pt x="501" y="5878"/>
                </a:lnTo>
                <a:lnTo>
                  <a:pt x="497" y="5940"/>
                </a:lnTo>
                <a:lnTo>
                  <a:pt x="492" y="6002"/>
                </a:lnTo>
                <a:lnTo>
                  <a:pt x="487" y="6064"/>
                </a:lnTo>
                <a:lnTo>
                  <a:pt x="481" y="6126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166" name=""/>
          <p:cNvSpPr/>
          <p:nvPr/>
        </p:nvSpPr>
        <p:spPr>
          <a:xfrm>
            <a:off x="6632640" y="2869920"/>
            <a:ext cx="187920" cy="1820520"/>
          </a:xfrm>
          <a:custGeom>
            <a:avLst/>
            <a:gdLst/>
            <a:ahLst/>
            <a:rect l="0" t="0" r="r" b="b"/>
            <a:pathLst>
              <a:path w="522" h="5057">
                <a:moveTo>
                  <a:pt x="319" y="5057"/>
                </a:moveTo>
                <a:lnTo>
                  <a:pt x="0" y="5057"/>
                </a:lnTo>
                <a:lnTo>
                  <a:pt x="0" y="5006"/>
                </a:lnTo>
                <a:lnTo>
                  <a:pt x="0" y="4955"/>
                </a:lnTo>
                <a:lnTo>
                  <a:pt x="0" y="4904"/>
                </a:lnTo>
                <a:lnTo>
                  <a:pt x="0" y="4853"/>
                </a:lnTo>
                <a:lnTo>
                  <a:pt x="0" y="4801"/>
                </a:lnTo>
                <a:lnTo>
                  <a:pt x="0" y="4750"/>
                </a:lnTo>
                <a:lnTo>
                  <a:pt x="0" y="4699"/>
                </a:lnTo>
                <a:lnTo>
                  <a:pt x="0" y="4647"/>
                </a:lnTo>
                <a:lnTo>
                  <a:pt x="0" y="4596"/>
                </a:lnTo>
                <a:lnTo>
                  <a:pt x="0" y="4545"/>
                </a:lnTo>
                <a:lnTo>
                  <a:pt x="0" y="4494"/>
                </a:lnTo>
                <a:lnTo>
                  <a:pt x="0" y="4443"/>
                </a:lnTo>
                <a:lnTo>
                  <a:pt x="0" y="4392"/>
                </a:lnTo>
                <a:lnTo>
                  <a:pt x="0" y="4341"/>
                </a:lnTo>
                <a:lnTo>
                  <a:pt x="0" y="4290"/>
                </a:lnTo>
                <a:lnTo>
                  <a:pt x="0" y="4239"/>
                </a:lnTo>
                <a:lnTo>
                  <a:pt x="0" y="4188"/>
                </a:lnTo>
                <a:lnTo>
                  <a:pt x="0" y="4137"/>
                </a:lnTo>
                <a:lnTo>
                  <a:pt x="0" y="4086"/>
                </a:lnTo>
                <a:lnTo>
                  <a:pt x="0" y="4034"/>
                </a:lnTo>
                <a:lnTo>
                  <a:pt x="0" y="3983"/>
                </a:lnTo>
                <a:lnTo>
                  <a:pt x="0" y="3932"/>
                </a:lnTo>
                <a:lnTo>
                  <a:pt x="0" y="3881"/>
                </a:lnTo>
                <a:lnTo>
                  <a:pt x="0" y="3830"/>
                </a:lnTo>
                <a:lnTo>
                  <a:pt x="0" y="3779"/>
                </a:lnTo>
                <a:lnTo>
                  <a:pt x="0" y="3728"/>
                </a:lnTo>
                <a:lnTo>
                  <a:pt x="0" y="3677"/>
                </a:lnTo>
                <a:lnTo>
                  <a:pt x="0" y="3626"/>
                </a:lnTo>
                <a:lnTo>
                  <a:pt x="0" y="3575"/>
                </a:lnTo>
                <a:lnTo>
                  <a:pt x="0" y="3524"/>
                </a:lnTo>
                <a:lnTo>
                  <a:pt x="0" y="3473"/>
                </a:lnTo>
                <a:lnTo>
                  <a:pt x="0" y="3422"/>
                </a:lnTo>
                <a:lnTo>
                  <a:pt x="0" y="3371"/>
                </a:lnTo>
                <a:lnTo>
                  <a:pt x="0" y="3320"/>
                </a:lnTo>
                <a:lnTo>
                  <a:pt x="0" y="3268"/>
                </a:lnTo>
                <a:lnTo>
                  <a:pt x="0" y="3217"/>
                </a:lnTo>
                <a:lnTo>
                  <a:pt x="0" y="3166"/>
                </a:lnTo>
                <a:lnTo>
                  <a:pt x="0" y="3115"/>
                </a:lnTo>
                <a:lnTo>
                  <a:pt x="0" y="3064"/>
                </a:lnTo>
                <a:lnTo>
                  <a:pt x="0" y="3013"/>
                </a:lnTo>
                <a:lnTo>
                  <a:pt x="0" y="2962"/>
                </a:lnTo>
                <a:lnTo>
                  <a:pt x="0" y="2911"/>
                </a:lnTo>
                <a:lnTo>
                  <a:pt x="0" y="2860"/>
                </a:lnTo>
                <a:lnTo>
                  <a:pt x="0" y="2809"/>
                </a:lnTo>
                <a:lnTo>
                  <a:pt x="0" y="2758"/>
                </a:lnTo>
                <a:lnTo>
                  <a:pt x="0" y="2707"/>
                </a:lnTo>
                <a:lnTo>
                  <a:pt x="0" y="2656"/>
                </a:lnTo>
                <a:lnTo>
                  <a:pt x="0" y="2605"/>
                </a:lnTo>
                <a:lnTo>
                  <a:pt x="0" y="2554"/>
                </a:lnTo>
                <a:lnTo>
                  <a:pt x="0" y="2502"/>
                </a:lnTo>
                <a:lnTo>
                  <a:pt x="0" y="2451"/>
                </a:lnTo>
                <a:lnTo>
                  <a:pt x="0" y="2400"/>
                </a:lnTo>
                <a:lnTo>
                  <a:pt x="0" y="2349"/>
                </a:lnTo>
                <a:lnTo>
                  <a:pt x="0" y="2298"/>
                </a:lnTo>
                <a:lnTo>
                  <a:pt x="0" y="2247"/>
                </a:lnTo>
                <a:lnTo>
                  <a:pt x="0" y="2196"/>
                </a:lnTo>
                <a:lnTo>
                  <a:pt x="0" y="2145"/>
                </a:lnTo>
                <a:lnTo>
                  <a:pt x="0" y="2094"/>
                </a:lnTo>
                <a:lnTo>
                  <a:pt x="0" y="2043"/>
                </a:lnTo>
                <a:lnTo>
                  <a:pt x="0" y="1992"/>
                </a:lnTo>
                <a:lnTo>
                  <a:pt x="0" y="1941"/>
                </a:lnTo>
                <a:lnTo>
                  <a:pt x="0" y="1890"/>
                </a:lnTo>
                <a:lnTo>
                  <a:pt x="0" y="1839"/>
                </a:lnTo>
                <a:lnTo>
                  <a:pt x="0" y="1788"/>
                </a:lnTo>
                <a:lnTo>
                  <a:pt x="0" y="1736"/>
                </a:lnTo>
                <a:lnTo>
                  <a:pt x="0" y="1685"/>
                </a:lnTo>
                <a:lnTo>
                  <a:pt x="0" y="1634"/>
                </a:lnTo>
                <a:lnTo>
                  <a:pt x="0" y="1583"/>
                </a:lnTo>
                <a:lnTo>
                  <a:pt x="0" y="1532"/>
                </a:lnTo>
                <a:lnTo>
                  <a:pt x="0" y="1481"/>
                </a:lnTo>
                <a:lnTo>
                  <a:pt x="0" y="1430"/>
                </a:lnTo>
                <a:lnTo>
                  <a:pt x="0" y="1379"/>
                </a:lnTo>
                <a:lnTo>
                  <a:pt x="0" y="1328"/>
                </a:lnTo>
                <a:lnTo>
                  <a:pt x="0" y="1277"/>
                </a:lnTo>
                <a:lnTo>
                  <a:pt x="0" y="1226"/>
                </a:lnTo>
                <a:lnTo>
                  <a:pt x="0" y="1175"/>
                </a:lnTo>
                <a:lnTo>
                  <a:pt x="0" y="1124"/>
                </a:lnTo>
                <a:lnTo>
                  <a:pt x="0" y="1073"/>
                </a:lnTo>
                <a:lnTo>
                  <a:pt x="0" y="1022"/>
                </a:lnTo>
                <a:lnTo>
                  <a:pt x="0" y="970"/>
                </a:lnTo>
                <a:lnTo>
                  <a:pt x="0" y="919"/>
                </a:lnTo>
                <a:lnTo>
                  <a:pt x="0" y="868"/>
                </a:lnTo>
                <a:lnTo>
                  <a:pt x="0" y="817"/>
                </a:lnTo>
                <a:lnTo>
                  <a:pt x="0" y="766"/>
                </a:lnTo>
                <a:lnTo>
                  <a:pt x="0" y="715"/>
                </a:lnTo>
                <a:lnTo>
                  <a:pt x="0" y="664"/>
                </a:lnTo>
                <a:lnTo>
                  <a:pt x="0" y="613"/>
                </a:lnTo>
                <a:lnTo>
                  <a:pt x="0" y="562"/>
                </a:lnTo>
                <a:lnTo>
                  <a:pt x="0" y="511"/>
                </a:lnTo>
                <a:lnTo>
                  <a:pt x="0" y="460"/>
                </a:lnTo>
                <a:lnTo>
                  <a:pt x="0" y="409"/>
                </a:lnTo>
                <a:lnTo>
                  <a:pt x="0" y="358"/>
                </a:lnTo>
                <a:lnTo>
                  <a:pt x="0" y="307"/>
                </a:lnTo>
                <a:lnTo>
                  <a:pt x="0" y="256"/>
                </a:lnTo>
                <a:lnTo>
                  <a:pt x="0" y="204"/>
                </a:lnTo>
                <a:lnTo>
                  <a:pt x="0" y="153"/>
                </a:lnTo>
                <a:lnTo>
                  <a:pt x="0" y="102"/>
                </a:lnTo>
                <a:lnTo>
                  <a:pt x="0" y="51"/>
                </a:lnTo>
                <a:lnTo>
                  <a:pt x="0" y="0"/>
                </a:lnTo>
                <a:lnTo>
                  <a:pt x="438" y="0"/>
                </a:lnTo>
                <a:lnTo>
                  <a:pt x="446" y="51"/>
                </a:lnTo>
                <a:lnTo>
                  <a:pt x="453" y="102"/>
                </a:lnTo>
                <a:lnTo>
                  <a:pt x="459" y="153"/>
                </a:lnTo>
                <a:lnTo>
                  <a:pt x="465" y="204"/>
                </a:lnTo>
                <a:lnTo>
                  <a:pt x="472" y="256"/>
                </a:lnTo>
                <a:lnTo>
                  <a:pt x="477" y="307"/>
                </a:lnTo>
                <a:lnTo>
                  <a:pt x="483" y="358"/>
                </a:lnTo>
                <a:lnTo>
                  <a:pt x="488" y="409"/>
                </a:lnTo>
                <a:lnTo>
                  <a:pt x="492" y="460"/>
                </a:lnTo>
                <a:lnTo>
                  <a:pt x="497" y="511"/>
                </a:lnTo>
                <a:lnTo>
                  <a:pt x="501" y="562"/>
                </a:lnTo>
                <a:lnTo>
                  <a:pt x="505" y="613"/>
                </a:lnTo>
                <a:lnTo>
                  <a:pt x="508" y="664"/>
                </a:lnTo>
                <a:lnTo>
                  <a:pt x="511" y="715"/>
                </a:lnTo>
                <a:lnTo>
                  <a:pt x="513" y="766"/>
                </a:lnTo>
                <a:lnTo>
                  <a:pt x="516" y="817"/>
                </a:lnTo>
                <a:lnTo>
                  <a:pt x="518" y="868"/>
                </a:lnTo>
                <a:lnTo>
                  <a:pt x="519" y="919"/>
                </a:lnTo>
                <a:lnTo>
                  <a:pt x="520" y="970"/>
                </a:lnTo>
                <a:lnTo>
                  <a:pt x="521" y="1022"/>
                </a:lnTo>
                <a:lnTo>
                  <a:pt x="522" y="1073"/>
                </a:lnTo>
                <a:lnTo>
                  <a:pt x="522" y="1124"/>
                </a:lnTo>
                <a:lnTo>
                  <a:pt x="522" y="1175"/>
                </a:lnTo>
                <a:lnTo>
                  <a:pt x="521" y="1226"/>
                </a:lnTo>
                <a:lnTo>
                  <a:pt x="521" y="1277"/>
                </a:lnTo>
                <a:lnTo>
                  <a:pt x="520" y="1328"/>
                </a:lnTo>
                <a:lnTo>
                  <a:pt x="518" y="1379"/>
                </a:lnTo>
                <a:lnTo>
                  <a:pt x="517" y="1430"/>
                </a:lnTo>
                <a:lnTo>
                  <a:pt x="515" y="1481"/>
                </a:lnTo>
                <a:lnTo>
                  <a:pt x="513" y="1532"/>
                </a:lnTo>
                <a:lnTo>
                  <a:pt x="511" y="1583"/>
                </a:lnTo>
                <a:lnTo>
                  <a:pt x="508" y="1634"/>
                </a:lnTo>
                <a:lnTo>
                  <a:pt x="505" y="1685"/>
                </a:lnTo>
                <a:lnTo>
                  <a:pt x="502" y="1736"/>
                </a:lnTo>
                <a:lnTo>
                  <a:pt x="499" y="1788"/>
                </a:lnTo>
                <a:lnTo>
                  <a:pt x="496" y="1839"/>
                </a:lnTo>
                <a:lnTo>
                  <a:pt x="493" y="1890"/>
                </a:lnTo>
                <a:lnTo>
                  <a:pt x="489" y="1941"/>
                </a:lnTo>
                <a:lnTo>
                  <a:pt x="486" y="1992"/>
                </a:lnTo>
                <a:lnTo>
                  <a:pt x="482" y="2043"/>
                </a:lnTo>
                <a:lnTo>
                  <a:pt x="478" y="2094"/>
                </a:lnTo>
                <a:lnTo>
                  <a:pt x="474" y="2145"/>
                </a:lnTo>
                <a:lnTo>
                  <a:pt x="471" y="2196"/>
                </a:lnTo>
                <a:lnTo>
                  <a:pt x="467" y="2247"/>
                </a:lnTo>
                <a:lnTo>
                  <a:pt x="463" y="2298"/>
                </a:lnTo>
                <a:lnTo>
                  <a:pt x="459" y="2349"/>
                </a:lnTo>
                <a:lnTo>
                  <a:pt x="455" y="2400"/>
                </a:lnTo>
                <a:lnTo>
                  <a:pt x="451" y="2451"/>
                </a:lnTo>
                <a:lnTo>
                  <a:pt x="447" y="2502"/>
                </a:lnTo>
                <a:lnTo>
                  <a:pt x="444" y="2554"/>
                </a:lnTo>
                <a:lnTo>
                  <a:pt x="440" y="2605"/>
                </a:lnTo>
                <a:lnTo>
                  <a:pt x="436" y="2656"/>
                </a:lnTo>
                <a:lnTo>
                  <a:pt x="433" y="2707"/>
                </a:lnTo>
                <a:lnTo>
                  <a:pt x="429" y="2758"/>
                </a:lnTo>
                <a:lnTo>
                  <a:pt x="426" y="2809"/>
                </a:lnTo>
                <a:lnTo>
                  <a:pt x="423" y="2860"/>
                </a:lnTo>
                <a:lnTo>
                  <a:pt x="419" y="2911"/>
                </a:lnTo>
                <a:lnTo>
                  <a:pt x="416" y="2962"/>
                </a:lnTo>
                <a:lnTo>
                  <a:pt x="414" y="3013"/>
                </a:lnTo>
                <a:lnTo>
                  <a:pt x="411" y="3064"/>
                </a:lnTo>
                <a:lnTo>
                  <a:pt x="408" y="3115"/>
                </a:lnTo>
                <a:lnTo>
                  <a:pt x="405" y="3166"/>
                </a:lnTo>
                <a:lnTo>
                  <a:pt x="403" y="3217"/>
                </a:lnTo>
                <a:lnTo>
                  <a:pt x="401" y="3268"/>
                </a:lnTo>
                <a:lnTo>
                  <a:pt x="398" y="3320"/>
                </a:lnTo>
                <a:lnTo>
                  <a:pt x="396" y="3371"/>
                </a:lnTo>
                <a:lnTo>
                  <a:pt x="394" y="3422"/>
                </a:lnTo>
                <a:lnTo>
                  <a:pt x="392" y="3473"/>
                </a:lnTo>
                <a:lnTo>
                  <a:pt x="391" y="3524"/>
                </a:lnTo>
                <a:lnTo>
                  <a:pt x="389" y="3575"/>
                </a:lnTo>
                <a:lnTo>
                  <a:pt x="387" y="3626"/>
                </a:lnTo>
                <a:lnTo>
                  <a:pt x="385" y="3677"/>
                </a:lnTo>
                <a:lnTo>
                  <a:pt x="384" y="3728"/>
                </a:lnTo>
                <a:lnTo>
                  <a:pt x="382" y="3779"/>
                </a:lnTo>
                <a:lnTo>
                  <a:pt x="381" y="3830"/>
                </a:lnTo>
                <a:lnTo>
                  <a:pt x="379" y="3881"/>
                </a:lnTo>
                <a:lnTo>
                  <a:pt x="378" y="3932"/>
                </a:lnTo>
                <a:lnTo>
                  <a:pt x="376" y="3983"/>
                </a:lnTo>
                <a:lnTo>
                  <a:pt x="375" y="4034"/>
                </a:lnTo>
                <a:lnTo>
                  <a:pt x="373" y="4086"/>
                </a:lnTo>
                <a:lnTo>
                  <a:pt x="371" y="4137"/>
                </a:lnTo>
                <a:lnTo>
                  <a:pt x="369" y="4188"/>
                </a:lnTo>
                <a:lnTo>
                  <a:pt x="368" y="4239"/>
                </a:lnTo>
                <a:lnTo>
                  <a:pt x="366" y="4290"/>
                </a:lnTo>
                <a:lnTo>
                  <a:pt x="364" y="4341"/>
                </a:lnTo>
                <a:lnTo>
                  <a:pt x="362" y="4392"/>
                </a:lnTo>
                <a:lnTo>
                  <a:pt x="359" y="4443"/>
                </a:lnTo>
                <a:lnTo>
                  <a:pt x="357" y="4494"/>
                </a:lnTo>
                <a:lnTo>
                  <a:pt x="354" y="4545"/>
                </a:lnTo>
                <a:lnTo>
                  <a:pt x="352" y="4596"/>
                </a:lnTo>
                <a:lnTo>
                  <a:pt x="349" y="4647"/>
                </a:lnTo>
                <a:lnTo>
                  <a:pt x="346" y="4699"/>
                </a:lnTo>
                <a:lnTo>
                  <a:pt x="343" y="4750"/>
                </a:lnTo>
                <a:lnTo>
                  <a:pt x="339" y="4801"/>
                </a:lnTo>
                <a:lnTo>
                  <a:pt x="336" y="4853"/>
                </a:lnTo>
                <a:lnTo>
                  <a:pt x="332" y="4904"/>
                </a:lnTo>
                <a:lnTo>
                  <a:pt x="328" y="4955"/>
                </a:lnTo>
                <a:lnTo>
                  <a:pt x="324" y="5006"/>
                </a:lnTo>
                <a:lnTo>
                  <a:pt x="319" y="5057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167" name=""/>
          <p:cNvSpPr/>
          <p:nvPr/>
        </p:nvSpPr>
        <p:spPr>
          <a:xfrm>
            <a:off x="4793400" y="3366720"/>
            <a:ext cx="1580040" cy="306000"/>
          </a:xfrm>
          <a:custGeom>
            <a:avLst/>
            <a:gdLst/>
            <a:ahLst/>
            <a:rect l="0" t="0" r="r" b="b"/>
            <a:pathLst>
              <a:path fill="none" w="4389" h="850">
                <a:moveTo>
                  <a:pt x="0" y="0"/>
                </a:moveTo>
                <a:cubicBezTo>
                  <a:pt x="1442" y="516"/>
                  <a:pt x="2906" y="798"/>
                  <a:pt x="4389" y="85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68" name=""/>
          <p:cNvSpPr/>
          <p:nvPr/>
        </p:nvSpPr>
        <p:spPr>
          <a:xfrm>
            <a:off x="6310800" y="3639600"/>
            <a:ext cx="62640" cy="61200"/>
          </a:xfrm>
          <a:custGeom>
            <a:avLst/>
            <a:gdLst/>
            <a:ahLst/>
            <a:rect l="0" t="0" r="r" b="b"/>
            <a:pathLst>
              <a:path w="174" h="170">
                <a:moveTo>
                  <a:pt x="6" y="0"/>
                </a:moveTo>
                <a:lnTo>
                  <a:pt x="174" y="91"/>
                </a:lnTo>
                <a:lnTo>
                  <a:pt x="0" y="170"/>
                </a:lnTo>
                <a:lnTo>
                  <a:pt x="6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69" name=""/>
          <p:cNvSpPr/>
          <p:nvPr/>
        </p:nvSpPr>
        <p:spPr>
          <a:xfrm>
            <a:off x="4785120" y="2835720"/>
            <a:ext cx="1596960" cy="1490760"/>
          </a:xfrm>
          <a:custGeom>
            <a:avLst/>
            <a:gdLst/>
            <a:ahLst/>
            <a:rect l="0" t="0" r="r" b="b"/>
            <a:pathLst>
              <a:path fill="none" w="4436" h="4141">
                <a:moveTo>
                  <a:pt x="0" y="0"/>
                </a:moveTo>
                <a:cubicBezTo>
                  <a:pt x="1280" y="1628"/>
                  <a:pt x="2759" y="3009"/>
                  <a:pt x="4436" y="4141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70" name=""/>
          <p:cNvSpPr/>
          <p:nvPr/>
        </p:nvSpPr>
        <p:spPr>
          <a:xfrm>
            <a:off x="6314040" y="4266720"/>
            <a:ext cx="68040" cy="59760"/>
          </a:xfrm>
          <a:custGeom>
            <a:avLst/>
            <a:gdLst/>
            <a:ahLst/>
            <a:rect l="0" t="0" r="r" b="b"/>
            <a:pathLst>
              <a:path w="189" h="166">
                <a:moveTo>
                  <a:pt x="95" y="0"/>
                </a:moveTo>
                <a:lnTo>
                  <a:pt x="189" y="166"/>
                </a:lnTo>
                <a:lnTo>
                  <a:pt x="0" y="141"/>
                </a:lnTo>
                <a:lnTo>
                  <a:pt x="95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71" name=""/>
          <p:cNvSpPr/>
          <p:nvPr/>
        </p:nvSpPr>
        <p:spPr>
          <a:xfrm>
            <a:off x="4791960" y="3114000"/>
            <a:ext cx="1582200" cy="585000"/>
          </a:xfrm>
          <a:custGeom>
            <a:avLst/>
            <a:gdLst/>
            <a:ahLst/>
            <a:rect l="0" t="0" r="r" b="b"/>
            <a:pathLst>
              <a:path fill="none" w="4395" h="1625">
                <a:moveTo>
                  <a:pt x="0" y="0"/>
                </a:moveTo>
                <a:cubicBezTo>
                  <a:pt x="1403" y="779"/>
                  <a:pt x="2869" y="1320"/>
                  <a:pt x="4395" y="1625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72" name=""/>
          <p:cNvSpPr/>
          <p:nvPr/>
        </p:nvSpPr>
        <p:spPr>
          <a:xfrm>
            <a:off x="6308280" y="3656880"/>
            <a:ext cx="65880" cy="60120"/>
          </a:xfrm>
          <a:custGeom>
            <a:avLst/>
            <a:gdLst/>
            <a:ahLst/>
            <a:rect l="0" t="0" r="r" b="b"/>
            <a:pathLst>
              <a:path w="183" h="167">
                <a:moveTo>
                  <a:pt x="33" y="0"/>
                </a:moveTo>
                <a:lnTo>
                  <a:pt x="183" y="117"/>
                </a:lnTo>
                <a:lnTo>
                  <a:pt x="0" y="167"/>
                </a:lnTo>
                <a:lnTo>
                  <a:pt x="33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73" name=""/>
          <p:cNvSpPr/>
          <p:nvPr/>
        </p:nvSpPr>
        <p:spPr>
          <a:xfrm>
            <a:off x="4787280" y="3253320"/>
            <a:ext cx="1591920" cy="1191240"/>
          </a:xfrm>
          <a:custGeom>
            <a:avLst/>
            <a:gdLst/>
            <a:ahLst/>
            <a:rect l="0" t="0" r="r" b="b"/>
            <a:pathLst>
              <a:path fill="none" w="4422" h="3309">
                <a:moveTo>
                  <a:pt x="0" y="0"/>
                </a:moveTo>
                <a:cubicBezTo>
                  <a:pt x="1321" y="1347"/>
                  <a:pt x="2795" y="2450"/>
                  <a:pt x="4422" y="3309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74" name=""/>
          <p:cNvSpPr/>
          <p:nvPr/>
        </p:nvSpPr>
        <p:spPr>
          <a:xfrm>
            <a:off x="6310800" y="4388760"/>
            <a:ext cx="68400" cy="55800"/>
          </a:xfrm>
          <a:custGeom>
            <a:avLst/>
            <a:gdLst/>
            <a:ahLst/>
            <a:rect l="0" t="0" r="r" b="b"/>
            <a:pathLst>
              <a:path w="190" h="155">
                <a:moveTo>
                  <a:pt x="79" y="0"/>
                </a:moveTo>
                <a:lnTo>
                  <a:pt x="190" y="155"/>
                </a:lnTo>
                <a:lnTo>
                  <a:pt x="0" y="151"/>
                </a:lnTo>
                <a:lnTo>
                  <a:pt x="79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75" name=""/>
          <p:cNvSpPr/>
          <p:nvPr/>
        </p:nvSpPr>
        <p:spPr>
          <a:xfrm>
            <a:off x="4780440" y="2128320"/>
            <a:ext cx="1608840" cy="2352240"/>
          </a:xfrm>
          <a:custGeom>
            <a:avLst/>
            <a:gdLst/>
            <a:ahLst/>
            <a:rect l="0" t="0" r="r" b="b"/>
            <a:pathLst>
              <a:path fill="none" w="4469" h="6534">
                <a:moveTo>
                  <a:pt x="0" y="0"/>
                </a:moveTo>
                <a:cubicBezTo>
                  <a:pt x="1161" y="2432"/>
                  <a:pt x="2651" y="4611"/>
                  <a:pt x="4469" y="6534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76" name=""/>
          <p:cNvSpPr/>
          <p:nvPr/>
        </p:nvSpPr>
        <p:spPr>
          <a:xfrm>
            <a:off x="6324840" y="4415040"/>
            <a:ext cx="64440" cy="65520"/>
          </a:xfrm>
          <a:custGeom>
            <a:avLst/>
            <a:gdLst/>
            <a:ahLst/>
            <a:rect l="0" t="0" r="r" b="b"/>
            <a:pathLst>
              <a:path w="179" h="182">
                <a:moveTo>
                  <a:pt x="124" y="0"/>
                </a:moveTo>
                <a:lnTo>
                  <a:pt x="179" y="182"/>
                </a:lnTo>
                <a:lnTo>
                  <a:pt x="0" y="117"/>
                </a:lnTo>
                <a:lnTo>
                  <a:pt x="124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77" name=""/>
          <p:cNvSpPr/>
          <p:nvPr/>
        </p:nvSpPr>
        <p:spPr>
          <a:xfrm>
            <a:off x="4785120" y="3126960"/>
            <a:ext cx="1597320" cy="1534320"/>
          </a:xfrm>
          <a:custGeom>
            <a:avLst/>
            <a:gdLst/>
            <a:ahLst/>
            <a:rect l="0" t="0" r="r" b="b"/>
            <a:pathLst>
              <a:path fill="none" w="4437" h="4262">
                <a:moveTo>
                  <a:pt x="0" y="0"/>
                </a:moveTo>
                <a:cubicBezTo>
                  <a:pt x="1273" y="1668"/>
                  <a:pt x="2753" y="3090"/>
                  <a:pt x="4437" y="4262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78" name=""/>
          <p:cNvSpPr/>
          <p:nvPr/>
        </p:nvSpPr>
        <p:spPr>
          <a:xfrm>
            <a:off x="6314760" y="4601160"/>
            <a:ext cx="67680" cy="60120"/>
          </a:xfrm>
          <a:custGeom>
            <a:avLst/>
            <a:gdLst/>
            <a:ahLst/>
            <a:rect l="0" t="0" r="r" b="b"/>
            <a:pathLst>
              <a:path w="188" h="167">
                <a:moveTo>
                  <a:pt x="96" y="0"/>
                </a:moveTo>
                <a:lnTo>
                  <a:pt x="188" y="167"/>
                </a:lnTo>
                <a:lnTo>
                  <a:pt x="0" y="140"/>
                </a:lnTo>
                <a:lnTo>
                  <a:pt x="96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79" name=""/>
          <p:cNvSpPr/>
          <p:nvPr/>
        </p:nvSpPr>
        <p:spPr>
          <a:xfrm>
            <a:off x="4777920" y="1596600"/>
            <a:ext cx="1615320" cy="3023640"/>
          </a:xfrm>
          <a:custGeom>
            <a:avLst/>
            <a:gdLst/>
            <a:ahLst/>
            <a:rect l="0" t="0" r="r" b="b"/>
            <a:pathLst>
              <a:path fill="none" w="4487" h="8399">
                <a:moveTo>
                  <a:pt x="0" y="0"/>
                </a:moveTo>
                <a:cubicBezTo>
                  <a:pt x="1065" y="3057"/>
                  <a:pt x="2562" y="5856"/>
                  <a:pt x="4487" y="8399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80" name=""/>
          <p:cNvSpPr/>
          <p:nvPr/>
        </p:nvSpPr>
        <p:spPr>
          <a:xfrm>
            <a:off x="6332040" y="4552920"/>
            <a:ext cx="61200" cy="67320"/>
          </a:xfrm>
          <a:custGeom>
            <a:avLst/>
            <a:gdLst/>
            <a:ahLst/>
            <a:rect l="0" t="0" r="r" b="b"/>
            <a:pathLst>
              <a:path w="170" h="187">
                <a:moveTo>
                  <a:pt x="136" y="0"/>
                </a:moveTo>
                <a:lnTo>
                  <a:pt x="170" y="187"/>
                </a:lnTo>
                <a:lnTo>
                  <a:pt x="0" y="103"/>
                </a:lnTo>
                <a:lnTo>
                  <a:pt x="136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81" name=""/>
          <p:cNvSpPr/>
          <p:nvPr/>
        </p:nvSpPr>
        <p:spPr>
          <a:xfrm>
            <a:off x="4793760" y="3143880"/>
            <a:ext cx="1579320" cy="244440"/>
          </a:xfrm>
          <a:custGeom>
            <a:avLst/>
            <a:gdLst/>
            <a:ahLst/>
            <a:rect l="0" t="0" r="r" b="b"/>
            <a:pathLst>
              <a:path fill="none" w="4387" h="679">
                <a:moveTo>
                  <a:pt x="0" y="0"/>
                </a:moveTo>
                <a:cubicBezTo>
                  <a:pt x="1451" y="458"/>
                  <a:pt x="2914" y="684"/>
                  <a:pt x="4387" y="679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82" name=""/>
          <p:cNvSpPr/>
          <p:nvPr/>
        </p:nvSpPr>
        <p:spPr>
          <a:xfrm>
            <a:off x="6311880" y="3357720"/>
            <a:ext cx="61200" cy="61560"/>
          </a:xfrm>
          <a:custGeom>
            <a:avLst/>
            <a:gdLst/>
            <a:ahLst/>
            <a:rect l="0" t="0" r="r" b="b"/>
            <a:pathLst>
              <a:path w="170" h="171">
                <a:moveTo>
                  <a:pt x="0" y="0"/>
                </a:moveTo>
                <a:lnTo>
                  <a:pt x="170" y="85"/>
                </a:lnTo>
                <a:lnTo>
                  <a:pt x="0" y="171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83" name=""/>
          <p:cNvSpPr/>
          <p:nvPr/>
        </p:nvSpPr>
        <p:spPr>
          <a:xfrm>
            <a:off x="4794840" y="2880360"/>
            <a:ext cx="1579680" cy="108720"/>
          </a:xfrm>
          <a:custGeom>
            <a:avLst/>
            <a:gdLst/>
            <a:ahLst/>
            <a:rect l="0" t="0" r="r" b="b"/>
            <a:pathLst>
              <a:path fill="none" w="4388" h="302">
                <a:moveTo>
                  <a:pt x="0" y="226"/>
                </a:moveTo>
                <a:cubicBezTo>
                  <a:pt x="1498" y="377"/>
                  <a:pt x="2961" y="302"/>
                  <a:pt x="4388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84" name=""/>
          <p:cNvSpPr/>
          <p:nvPr/>
        </p:nvSpPr>
        <p:spPr>
          <a:xfrm>
            <a:off x="6308280" y="2863440"/>
            <a:ext cx="66240" cy="59760"/>
          </a:xfrm>
          <a:custGeom>
            <a:avLst/>
            <a:gdLst/>
            <a:ahLst/>
            <a:rect l="0" t="0" r="r" b="b"/>
            <a:pathLst>
              <a:path w="184" h="166">
                <a:moveTo>
                  <a:pt x="0" y="0"/>
                </a:moveTo>
                <a:lnTo>
                  <a:pt x="184" y="47"/>
                </a:lnTo>
                <a:lnTo>
                  <a:pt x="34" y="166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85" name=""/>
          <p:cNvSpPr/>
          <p:nvPr/>
        </p:nvSpPr>
        <p:spPr>
          <a:xfrm>
            <a:off x="4791240" y="2355120"/>
            <a:ext cx="1583280" cy="641880"/>
          </a:xfrm>
          <a:custGeom>
            <a:avLst/>
            <a:gdLst/>
            <a:ahLst/>
            <a:rect l="0" t="0" r="r" b="b"/>
            <a:pathLst>
              <a:path fill="none" w="4398" h="1783">
                <a:moveTo>
                  <a:pt x="0" y="0"/>
                </a:moveTo>
                <a:cubicBezTo>
                  <a:pt x="1396" y="831"/>
                  <a:pt x="2863" y="1425"/>
                  <a:pt x="4398" y="1783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6307920" y="2953080"/>
            <a:ext cx="66600" cy="59760"/>
          </a:xfrm>
          <a:custGeom>
            <a:avLst/>
            <a:gdLst/>
            <a:ahLst/>
            <a:rect l="0" t="0" r="r" b="b"/>
            <a:pathLst>
              <a:path w="185" h="166">
                <a:moveTo>
                  <a:pt x="38" y="0"/>
                </a:moveTo>
                <a:lnTo>
                  <a:pt x="185" y="122"/>
                </a:lnTo>
                <a:lnTo>
                  <a:pt x="0" y="166"/>
                </a:lnTo>
                <a:lnTo>
                  <a:pt x="38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187" name=""/>
          <p:cNvSpPr/>
          <p:nvPr/>
        </p:nvSpPr>
        <p:spPr>
          <a:xfrm>
            <a:off x="4794840" y="2469600"/>
            <a:ext cx="1580400" cy="196560"/>
          </a:xfrm>
          <a:custGeom>
            <a:avLst/>
            <a:gdLst/>
            <a:ahLst/>
            <a:rect l="0" t="0" r="r" b="b"/>
            <a:pathLst>
              <a:path fill="none" w="4390" h="546">
                <a:moveTo>
                  <a:pt x="0" y="540"/>
                </a:moveTo>
                <a:cubicBezTo>
                  <a:pt x="1515" y="584"/>
                  <a:pt x="2979" y="404"/>
                  <a:pt x="4390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88" name=""/>
          <p:cNvSpPr/>
          <p:nvPr/>
        </p:nvSpPr>
        <p:spPr>
          <a:xfrm>
            <a:off x="6307920" y="2457360"/>
            <a:ext cx="67320" cy="58680"/>
          </a:xfrm>
          <a:custGeom>
            <a:avLst/>
            <a:gdLst/>
            <a:ahLst/>
            <a:rect l="0" t="0" r="r" b="b"/>
            <a:pathLst>
              <a:path w="187" h="163">
                <a:moveTo>
                  <a:pt x="0" y="0"/>
                </a:moveTo>
                <a:lnTo>
                  <a:pt x="187" y="34"/>
                </a:lnTo>
                <a:lnTo>
                  <a:pt x="46" y="163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189" name=""/>
          <p:cNvSpPr/>
          <p:nvPr/>
        </p:nvSpPr>
        <p:spPr>
          <a:xfrm flipV="1">
            <a:off x="4132080" y="325800"/>
            <a:ext cx="0" cy="45201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/>
          <p:nvPr/>
        </p:nvSpPr>
        <p:spPr>
          <a:xfrm>
            <a:off x="4132080" y="4845960"/>
            <a:ext cx="29293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1" name=""/>
          <p:cNvSpPr/>
          <p:nvPr/>
        </p:nvSpPr>
        <p:spPr>
          <a:xfrm>
            <a:off x="5448240" y="376200"/>
            <a:ext cx="1594800" cy="319320"/>
          </a:xfrm>
          <a:custGeom>
            <a:avLst/>
            <a:gdLst/>
            <a:ahLst/>
            <a:rect l="0" t="0" r="r" b="b"/>
            <a:pathLst>
              <a:path w="4430" h="887">
                <a:moveTo>
                  <a:pt x="111" y="887"/>
                </a:moveTo>
                <a:lnTo>
                  <a:pt x="4319" y="887"/>
                </a:lnTo>
                <a:cubicBezTo>
                  <a:pt x="4393" y="887"/>
                  <a:pt x="4430" y="850"/>
                  <a:pt x="4430" y="776"/>
                </a:cubicBezTo>
                <a:lnTo>
                  <a:pt x="4430" y="111"/>
                </a:lnTo>
                <a:cubicBezTo>
                  <a:pt x="4430" y="37"/>
                  <a:pt x="4393" y="0"/>
                  <a:pt x="4319" y="0"/>
                </a:cubicBezTo>
                <a:lnTo>
                  <a:pt x="111" y="0"/>
                </a:lnTo>
                <a:cubicBezTo>
                  <a:pt x="37" y="0"/>
                  <a:pt x="0" y="37"/>
                  <a:pt x="0" y="111"/>
                </a:cubicBezTo>
                <a:lnTo>
                  <a:pt x="0" y="776"/>
                </a:lnTo>
                <a:cubicBezTo>
                  <a:pt x="0" y="850"/>
                  <a:pt x="37" y="887"/>
                  <a:pt x="111" y="887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2600">
            <a:solidFill>
              <a:srgbClr val="0e2a47">
                <a:alpha val="95000"/>
              </a:srgbClr>
            </a:solidFill>
            <a:miter/>
          </a:ln>
        </p:spPr>
      </p:sp>
      <p:sp>
        <p:nvSpPr>
          <p:cNvPr id="192" name=""/>
          <p:cNvSpPr txBox="1"/>
          <p:nvPr/>
        </p:nvSpPr>
        <p:spPr>
          <a:xfrm rot="16200000">
            <a:off x="2707920" y="2502000"/>
            <a:ext cx="19911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MHC-I binders (&lt;500 nM)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93" name=""/>
          <p:cNvSpPr txBox="1"/>
          <p:nvPr/>
        </p:nvSpPr>
        <p:spPr>
          <a:xfrm>
            <a:off x="5532480" y="397440"/>
            <a:ext cx="1472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Good (paired) p = 0.12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4722480" y="33112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5" name=""/>
          <p:cNvSpPr/>
          <p:nvPr/>
        </p:nvSpPr>
        <p:spPr>
          <a:xfrm>
            <a:off x="6376680" y="362700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7" y="262"/>
                  <a:pt x="200" y="248"/>
                  <a:pt x="225" y="223"/>
                </a:cubicBezTo>
                <a:cubicBezTo>
                  <a:pt x="249" y="198"/>
                  <a:pt x="263" y="165"/>
                  <a:pt x="263" y="130"/>
                </a:cubicBezTo>
                <a:cubicBezTo>
                  <a:pt x="263" y="96"/>
                  <a:pt x="249" y="62"/>
                  <a:pt x="225" y="38"/>
                </a:cubicBezTo>
                <a:cubicBezTo>
                  <a:pt x="200" y="13"/>
                  <a:pt x="167" y="0"/>
                  <a:pt x="131" y="0"/>
                </a:cubicBezTo>
                <a:cubicBezTo>
                  <a:pt x="96" y="0"/>
                  <a:pt x="63" y="13"/>
                  <a:pt x="39" y="38"/>
                </a:cubicBezTo>
                <a:cubicBezTo>
                  <a:pt x="14" y="62"/>
                  <a:pt x="0" y="96"/>
                  <a:pt x="0" y="130"/>
                </a:cubicBezTo>
                <a:cubicBezTo>
                  <a:pt x="0" y="165"/>
                  <a:pt x="14" y="198"/>
                  <a:pt x="39" y="223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4722480" y="27687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4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9"/>
                </a:cubicBezTo>
                <a:cubicBezTo>
                  <a:pt x="14" y="64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97" name=""/>
          <p:cNvSpPr/>
          <p:nvPr/>
        </p:nvSpPr>
        <p:spPr>
          <a:xfrm>
            <a:off x="6376680" y="43074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5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98" name=""/>
          <p:cNvSpPr/>
          <p:nvPr/>
        </p:nvSpPr>
        <p:spPr>
          <a:xfrm>
            <a:off x="4722480" y="30546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8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4" y="248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199" name=""/>
          <p:cNvSpPr/>
          <p:nvPr/>
        </p:nvSpPr>
        <p:spPr>
          <a:xfrm>
            <a:off x="6376680" y="36615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7" y="262"/>
                  <a:pt x="200" y="248"/>
                  <a:pt x="225" y="224"/>
                </a:cubicBezTo>
                <a:cubicBezTo>
                  <a:pt x="249" y="199"/>
                  <a:pt x="263" y="166"/>
                  <a:pt x="263" y="130"/>
                </a:cubicBezTo>
                <a:cubicBezTo>
                  <a:pt x="263" y="96"/>
                  <a:pt x="249" y="62"/>
                  <a:pt x="225" y="38"/>
                </a:cubicBezTo>
                <a:cubicBezTo>
                  <a:pt x="200" y="13"/>
                  <a:pt x="167" y="0"/>
                  <a:pt x="131" y="0"/>
                </a:cubicBezTo>
                <a:cubicBezTo>
                  <a:pt x="96" y="0"/>
                  <a:pt x="63" y="13"/>
                  <a:pt x="39" y="38"/>
                </a:cubicBezTo>
                <a:cubicBezTo>
                  <a:pt x="14" y="62"/>
                  <a:pt x="0" y="96"/>
                  <a:pt x="0" y="130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00" name=""/>
          <p:cNvSpPr/>
          <p:nvPr/>
        </p:nvSpPr>
        <p:spPr>
          <a:xfrm>
            <a:off x="4722480" y="31878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1" name=""/>
          <p:cNvSpPr/>
          <p:nvPr/>
        </p:nvSpPr>
        <p:spPr>
          <a:xfrm>
            <a:off x="6376680" y="44208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3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2" name=""/>
          <p:cNvSpPr/>
          <p:nvPr/>
        </p:nvSpPr>
        <p:spPr>
          <a:xfrm>
            <a:off x="4722480" y="20584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03" name=""/>
          <p:cNvSpPr/>
          <p:nvPr/>
        </p:nvSpPr>
        <p:spPr>
          <a:xfrm>
            <a:off x="6376680" y="44701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3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04" name=""/>
          <p:cNvSpPr/>
          <p:nvPr/>
        </p:nvSpPr>
        <p:spPr>
          <a:xfrm>
            <a:off x="4722480" y="30596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5" name=""/>
          <p:cNvSpPr/>
          <p:nvPr/>
        </p:nvSpPr>
        <p:spPr>
          <a:xfrm>
            <a:off x="6376680" y="46429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4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6" name=""/>
          <p:cNvSpPr/>
          <p:nvPr/>
        </p:nvSpPr>
        <p:spPr>
          <a:xfrm>
            <a:off x="4722480" y="15256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07" name=""/>
          <p:cNvSpPr/>
          <p:nvPr/>
        </p:nvSpPr>
        <p:spPr>
          <a:xfrm>
            <a:off x="6376680" y="461340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7" y="262"/>
                  <a:pt x="200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08" name=""/>
          <p:cNvSpPr/>
          <p:nvPr/>
        </p:nvSpPr>
        <p:spPr>
          <a:xfrm>
            <a:off x="4722480" y="30891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09" name=""/>
          <p:cNvSpPr/>
          <p:nvPr/>
        </p:nvSpPr>
        <p:spPr>
          <a:xfrm>
            <a:off x="6376680" y="33408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3"/>
                </a:cubicBezTo>
                <a:cubicBezTo>
                  <a:pt x="249" y="199"/>
                  <a:pt x="263" y="165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9" y="223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10" name=""/>
          <p:cNvSpPr/>
          <p:nvPr/>
        </p:nvSpPr>
        <p:spPr>
          <a:xfrm>
            <a:off x="4722480" y="29116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4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11" name=""/>
          <p:cNvSpPr/>
          <p:nvPr/>
        </p:nvSpPr>
        <p:spPr>
          <a:xfrm>
            <a:off x="6376680" y="28227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6"/>
                  <a:pt x="249" y="63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0">
            <a:noFill/>
          </a:ln>
        </p:spPr>
      </p:sp>
      <p:sp>
        <p:nvSpPr>
          <p:cNvPr id="212" name=""/>
          <p:cNvSpPr/>
          <p:nvPr/>
        </p:nvSpPr>
        <p:spPr>
          <a:xfrm>
            <a:off x="6376680" y="28227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6"/>
                  <a:pt x="249" y="63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noFill/>
          <a:ln w="12600">
            <a:solidFill>
              <a:srgbClr val="ffffff"/>
            </a:solidFill>
            <a:round/>
          </a:ln>
        </p:spPr>
      </p:sp>
      <p:sp>
        <p:nvSpPr>
          <p:cNvPr id="213" name=""/>
          <p:cNvSpPr/>
          <p:nvPr/>
        </p:nvSpPr>
        <p:spPr>
          <a:xfrm>
            <a:off x="4722480" y="22950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8"/>
                  <a:pt x="249" y="64"/>
                  <a:pt x="224" y="40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40"/>
                </a:cubicBezTo>
                <a:cubicBezTo>
                  <a:pt x="14" y="64"/>
                  <a:pt x="0" y="98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14" name=""/>
          <p:cNvSpPr/>
          <p:nvPr/>
        </p:nvSpPr>
        <p:spPr>
          <a:xfrm>
            <a:off x="6376680" y="29610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8"/>
                  <a:pt x="225" y="223"/>
                </a:cubicBezTo>
                <a:cubicBezTo>
                  <a:pt x="249" y="199"/>
                  <a:pt x="263" y="165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9" y="223"/>
                </a:cubicBezTo>
                <a:cubicBezTo>
                  <a:pt x="63" y="248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15" name=""/>
          <p:cNvSpPr/>
          <p:nvPr/>
        </p:nvSpPr>
        <p:spPr>
          <a:xfrm>
            <a:off x="4722480" y="26157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4"/>
                </a:cubicBezTo>
                <a:cubicBezTo>
                  <a:pt x="249" y="200"/>
                  <a:pt x="263" y="165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200"/>
                  <a:pt x="38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16" name=""/>
          <p:cNvSpPr/>
          <p:nvPr/>
        </p:nvSpPr>
        <p:spPr>
          <a:xfrm>
            <a:off x="6376680" y="24084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3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17" name=""/>
          <p:cNvSpPr/>
          <p:nvPr/>
        </p:nvSpPr>
        <p:spPr>
          <a:xfrm>
            <a:off x="4459320" y="2662920"/>
            <a:ext cx="551520" cy="0"/>
          </a:xfrm>
          <a:prstGeom prst="line">
            <a:avLst/>
          </a:prstGeom>
          <a:ln cap="rnd" w="442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8" name=""/>
          <p:cNvSpPr/>
          <p:nvPr/>
        </p:nvSpPr>
        <p:spPr>
          <a:xfrm>
            <a:off x="4459320" y="3121560"/>
            <a:ext cx="551520" cy="0"/>
          </a:xfrm>
          <a:prstGeom prst="line">
            <a:avLst/>
          </a:prstGeom>
          <a:ln cap="rnd" w="442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9" name=""/>
          <p:cNvSpPr/>
          <p:nvPr/>
        </p:nvSpPr>
        <p:spPr>
          <a:xfrm>
            <a:off x="6182640" y="4354560"/>
            <a:ext cx="551520" cy="0"/>
          </a:xfrm>
          <a:prstGeom prst="line">
            <a:avLst/>
          </a:prstGeom>
          <a:ln cap="rnd" w="442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0" name=""/>
          <p:cNvSpPr/>
          <p:nvPr/>
        </p:nvSpPr>
        <p:spPr>
          <a:xfrm>
            <a:off x="6182640" y="3530880"/>
            <a:ext cx="551520" cy="0"/>
          </a:xfrm>
          <a:prstGeom prst="line">
            <a:avLst/>
          </a:prstGeom>
          <a:ln cap="rnd" w="442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1" name=""/>
          <p:cNvSpPr/>
          <p:nvPr/>
        </p:nvSpPr>
        <p:spPr>
          <a:xfrm>
            <a:off x="7831440" y="325800"/>
            <a:ext cx="2929680" cy="4520520"/>
          </a:xfrm>
          <a:custGeom>
            <a:avLst/>
            <a:gdLst/>
            <a:ahLst/>
            <a:rect l="0" t="0" r="r" b="b"/>
            <a:pathLst>
              <a:path w="8138" h="12557">
                <a:moveTo>
                  <a:pt x="0" y="12557"/>
                </a:moveTo>
                <a:lnTo>
                  <a:pt x="8138" y="12557"/>
                </a:lnTo>
                <a:lnTo>
                  <a:pt x="8138" y="0"/>
                </a:lnTo>
                <a:lnTo>
                  <a:pt x="0" y="0"/>
                </a:lnTo>
                <a:lnTo>
                  <a:pt x="0" y="1255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22" name=""/>
          <p:cNvSpPr/>
          <p:nvPr/>
        </p:nvSpPr>
        <p:spPr>
          <a:xfrm>
            <a:off x="8434800" y="4845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3" name=""/>
          <p:cNvSpPr/>
          <p:nvPr/>
        </p:nvSpPr>
        <p:spPr>
          <a:xfrm>
            <a:off x="8434800" y="4845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4" name=""/>
          <p:cNvSpPr txBox="1"/>
          <p:nvPr/>
        </p:nvSpPr>
        <p:spPr>
          <a:xfrm>
            <a:off x="5488560" y="525600"/>
            <a:ext cx="1515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Poor (paired) p = 0.062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5" name=""/>
          <p:cNvSpPr/>
          <p:nvPr/>
        </p:nvSpPr>
        <p:spPr>
          <a:xfrm>
            <a:off x="10157760" y="4845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6" name=""/>
          <p:cNvSpPr/>
          <p:nvPr/>
        </p:nvSpPr>
        <p:spPr>
          <a:xfrm>
            <a:off x="10157760" y="4845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7" name=""/>
          <p:cNvSpPr txBox="1"/>
          <p:nvPr/>
        </p:nvSpPr>
        <p:spPr>
          <a:xfrm>
            <a:off x="8296920" y="4908960"/>
            <a:ext cx="2764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7793280" y="4695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9" name=""/>
          <p:cNvSpPr/>
          <p:nvPr/>
        </p:nvSpPr>
        <p:spPr>
          <a:xfrm flipH="1">
            <a:off x="7793280" y="4695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0" name=""/>
          <p:cNvSpPr txBox="1"/>
          <p:nvPr/>
        </p:nvSpPr>
        <p:spPr>
          <a:xfrm>
            <a:off x="9977040" y="4908960"/>
            <a:ext cx="36360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231" name=""/>
          <p:cNvSpPr/>
          <p:nvPr/>
        </p:nvSpPr>
        <p:spPr>
          <a:xfrm>
            <a:off x="7793280" y="3984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2" name=""/>
          <p:cNvSpPr/>
          <p:nvPr/>
        </p:nvSpPr>
        <p:spPr>
          <a:xfrm flipH="1">
            <a:off x="7793280" y="3984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3" name=""/>
          <p:cNvSpPr txBox="1"/>
          <p:nvPr/>
        </p:nvSpPr>
        <p:spPr>
          <a:xfrm>
            <a:off x="7676280" y="46328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4" name=""/>
          <p:cNvSpPr/>
          <p:nvPr/>
        </p:nvSpPr>
        <p:spPr>
          <a:xfrm>
            <a:off x="7793280" y="3273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5" name=""/>
          <p:cNvSpPr/>
          <p:nvPr/>
        </p:nvSpPr>
        <p:spPr>
          <a:xfrm flipH="1">
            <a:off x="7793280" y="3273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6" name=""/>
          <p:cNvSpPr txBox="1"/>
          <p:nvPr/>
        </p:nvSpPr>
        <p:spPr>
          <a:xfrm>
            <a:off x="7457760" y="392220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7" name=""/>
          <p:cNvSpPr/>
          <p:nvPr/>
        </p:nvSpPr>
        <p:spPr>
          <a:xfrm>
            <a:off x="7793280" y="2562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8" name=""/>
          <p:cNvSpPr/>
          <p:nvPr/>
        </p:nvSpPr>
        <p:spPr>
          <a:xfrm flipH="1">
            <a:off x="7793280" y="2562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9" name=""/>
          <p:cNvSpPr txBox="1"/>
          <p:nvPr/>
        </p:nvSpPr>
        <p:spPr>
          <a:xfrm>
            <a:off x="7457760" y="321120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7793280" y="1851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1" name=""/>
          <p:cNvSpPr/>
          <p:nvPr/>
        </p:nvSpPr>
        <p:spPr>
          <a:xfrm flipH="1">
            <a:off x="7793280" y="1851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2" name=""/>
          <p:cNvSpPr txBox="1"/>
          <p:nvPr/>
        </p:nvSpPr>
        <p:spPr>
          <a:xfrm>
            <a:off x="7457760" y="250020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7793280" y="1140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4" name=""/>
          <p:cNvSpPr/>
          <p:nvPr/>
        </p:nvSpPr>
        <p:spPr>
          <a:xfrm flipH="1">
            <a:off x="7793280" y="1140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5" name=""/>
          <p:cNvSpPr txBox="1"/>
          <p:nvPr/>
        </p:nvSpPr>
        <p:spPr>
          <a:xfrm>
            <a:off x="7457760" y="178920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7793280" y="430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7" name=""/>
          <p:cNvSpPr/>
          <p:nvPr/>
        </p:nvSpPr>
        <p:spPr>
          <a:xfrm flipH="1">
            <a:off x="7793280" y="430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8" name=""/>
          <p:cNvSpPr txBox="1"/>
          <p:nvPr/>
        </p:nvSpPr>
        <p:spPr>
          <a:xfrm>
            <a:off x="7385040" y="1078560"/>
            <a:ext cx="366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9" name=""/>
          <p:cNvSpPr txBox="1"/>
          <p:nvPr/>
        </p:nvSpPr>
        <p:spPr>
          <a:xfrm>
            <a:off x="7385040" y="367560"/>
            <a:ext cx="366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12000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8072640" y="3754800"/>
            <a:ext cx="191520" cy="852480"/>
          </a:xfrm>
          <a:custGeom>
            <a:avLst/>
            <a:gdLst/>
            <a:ahLst/>
            <a:rect l="0" t="0" r="r" b="b"/>
            <a:pathLst>
              <a:path w="532" h="2368">
                <a:moveTo>
                  <a:pt x="532" y="2368"/>
                </a:moveTo>
                <a:lnTo>
                  <a:pt x="256" y="2368"/>
                </a:lnTo>
                <a:lnTo>
                  <a:pt x="248" y="2344"/>
                </a:lnTo>
                <a:lnTo>
                  <a:pt x="240" y="2320"/>
                </a:lnTo>
                <a:lnTo>
                  <a:pt x="232" y="2296"/>
                </a:lnTo>
                <a:lnTo>
                  <a:pt x="224" y="2272"/>
                </a:lnTo>
                <a:lnTo>
                  <a:pt x="216" y="2248"/>
                </a:lnTo>
                <a:lnTo>
                  <a:pt x="207" y="2224"/>
                </a:lnTo>
                <a:lnTo>
                  <a:pt x="199" y="2200"/>
                </a:lnTo>
                <a:lnTo>
                  <a:pt x="191" y="2177"/>
                </a:lnTo>
                <a:lnTo>
                  <a:pt x="183" y="2153"/>
                </a:lnTo>
                <a:lnTo>
                  <a:pt x="175" y="2129"/>
                </a:lnTo>
                <a:lnTo>
                  <a:pt x="166" y="2105"/>
                </a:lnTo>
                <a:lnTo>
                  <a:pt x="158" y="2081"/>
                </a:lnTo>
                <a:lnTo>
                  <a:pt x="150" y="2057"/>
                </a:lnTo>
                <a:lnTo>
                  <a:pt x="142" y="2033"/>
                </a:lnTo>
                <a:lnTo>
                  <a:pt x="134" y="2009"/>
                </a:lnTo>
                <a:lnTo>
                  <a:pt x="127" y="1985"/>
                </a:lnTo>
                <a:lnTo>
                  <a:pt x="119" y="1961"/>
                </a:lnTo>
                <a:lnTo>
                  <a:pt x="111" y="1937"/>
                </a:lnTo>
                <a:lnTo>
                  <a:pt x="104" y="1914"/>
                </a:lnTo>
                <a:lnTo>
                  <a:pt x="95" y="1890"/>
                </a:lnTo>
                <a:lnTo>
                  <a:pt x="88" y="1866"/>
                </a:lnTo>
                <a:lnTo>
                  <a:pt x="81" y="1842"/>
                </a:lnTo>
                <a:lnTo>
                  <a:pt x="74" y="1818"/>
                </a:lnTo>
                <a:lnTo>
                  <a:pt x="68" y="1794"/>
                </a:lnTo>
                <a:lnTo>
                  <a:pt x="61" y="1770"/>
                </a:lnTo>
                <a:lnTo>
                  <a:pt x="55" y="1746"/>
                </a:lnTo>
                <a:lnTo>
                  <a:pt x="49" y="1722"/>
                </a:lnTo>
                <a:lnTo>
                  <a:pt x="43" y="1698"/>
                </a:lnTo>
                <a:lnTo>
                  <a:pt x="38" y="1674"/>
                </a:lnTo>
                <a:lnTo>
                  <a:pt x="33" y="1651"/>
                </a:lnTo>
                <a:lnTo>
                  <a:pt x="28" y="1627"/>
                </a:lnTo>
                <a:lnTo>
                  <a:pt x="24" y="1603"/>
                </a:lnTo>
                <a:lnTo>
                  <a:pt x="20" y="1579"/>
                </a:lnTo>
                <a:lnTo>
                  <a:pt x="16" y="1555"/>
                </a:lnTo>
                <a:lnTo>
                  <a:pt x="13" y="1531"/>
                </a:lnTo>
                <a:lnTo>
                  <a:pt x="10" y="1507"/>
                </a:lnTo>
                <a:lnTo>
                  <a:pt x="7" y="1483"/>
                </a:lnTo>
                <a:lnTo>
                  <a:pt x="5" y="1459"/>
                </a:lnTo>
                <a:lnTo>
                  <a:pt x="3" y="1435"/>
                </a:lnTo>
                <a:lnTo>
                  <a:pt x="2" y="1412"/>
                </a:lnTo>
                <a:lnTo>
                  <a:pt x="1" y="1388"/>
                </a:lnTo>
                <a:lnTo>
                  <a:pt x="0" y="1364"/>
                </a:lnTo>
                <a:lnTo>
                  <a:pt x="0" y="1340"/>
                </a:lnTo>
                <a:lnTo>
                  <a:pt x="1" y="1316"/>
                </a:lnTo>
                <a:lnTo>
                  <a:pt x="2" y="1292"/>
                </a:lnTo>
                <a:lnTo>
                  <a:pt x="3" y="1268"/>
                </a:lnTo>
                <a:lnTo>
                  <a:pt x="5" y="1244"/>
                </a:lnTo>
                <a:lnTo>
                  <a:pt x="7" y="1220"/>
                </a:lnTo>
                <a:lnTo>
                  <a:pt x="9" y="1196"/>
                </a:lnTo>
                <a:lnTo>
                  <a:pt x="12" y="1172"/>
                </a:lnTo>
                <a:lnTo>
                  <a:pt x="16" y="1149"/>
                </a:lnTo>
                <a:lnTo>
                  <a:pt x="20" y="1125"/>
                </a:lnTo>
                <a:lnTo>
                  <a:pt x="24" y="1101"/>
                </a:lnTo>
                <a:lnTo>
                  <a:pt x="28" y="1077"/>
                </a:lnTo>
                <a:lnTo>
                  <a:pt x="33" y="1053"/>
                </a:lnTo>
                <a:lnTo>
                  <a:pt x="38" y="1029"/>
                </a:lnTo>
                <a:lnTo>
                  <a:pt x="44" y="1005"/>
                </a:lnTo>
                <a:lnTo>
                  <a:pt x="50" y="981"/>
                </a:lnTo>
                <a:lnTo>
                  <a:pt x="56" y="957"/>
                </a:lnTo>
                <a:lnTo>
                  <a:pt x="62" y="933"/>
                </a:lnTo>
                <a:lnTo>
                  <a:pt x="69" y="910"/>
                </a:lnTo>
                <a:lnTo>
                  <a:pt x="75" y="886"/>
                </a:lnTo>
                <a:lnTo>
                  <a:pt x="82" y="862"/>
                </a:lnTo>
                <a:lnTo>
                  <a:pt x="90" y="838"/>
                </a:lnTo>
                <a:lnTo>
                  <a:pt x="97" y="814"/>
                </a:lnTo>
                <a:lnTo>
                  <a:pt x="105" y="790"/>
                </a:lnTo>
                <a:lnTo>
                  <a:pt x="113" y="766"/>
                </a:lnTo>
                <a:lnTo>
                  <a:pt x="120" y="742"/>
                </a:lnTo>
                <a:lnTo>
                  <a:pt x="128" y="718"/>
                </a:lnTo>
                <a:lnTo>
                  <a:pt x="135" y="694"/>
                </a:lnTo>
                <a:lnTo>
                  <a:pt x="143" y="670"/>
                </a:lnTo>
                <a:lnTo>
                  <a:pt x="151" y="647"/>
                </a:lnTo>
                <a:lnTo>
                  <a:pt x="158" y="623"/>
                </a:lnTo>
                <a:lnTo>
                  <a:pt x="166" y="599"/>
                </a:lnTo>
                <a:lnTo>
                  <a:pt x="173" y="575"/>
                </a:lnTo>
                <a:lnTo>
                  <a:pt x="181" y="551"/>
                </a:lnTo>
                <a:lnTo>
                  <a:pt x="188" y="527"/>
                </a:lnTo>
                <a:lnTo>
                  <a:pt x="195" y="503"/>
                </a:lnTo>
                <a:lnTo>
                  <a:pt x="202" y="479"/>
                </a:lnTo>
                <a:lnTo>
                  <a:pt x="209" y="455"/>
                </a:lnTo>
                <a:lnTo>
                  <a:pt x="216" y="431"/>
                </a:lnTo>
                <a:lnTo>
                  <a:pt x="223" y="408"/>
                </a:lnTo>
                <a:lnTo>
                  <a:pt x="229" y="384"/>
                </a:lnTo>
                <a:lnTo>
                  <a:pt x="236" y="360"/>
                </a:lnTo>
                <a:lnTo>
                  <a:pt x="242" y="336"/>
                </a:lnTo>
                <a:lnTo>
                  <a:pt x="248" y="312"/>
                </a:lnTo>
                <a:lnTo>
                  <a:pt x="255" y="288"/>
                </a:lnTo>
                <a:lnTo>
                  <a:pt x="261" y="264"/>
                </a:lnTo>
                <a:lnTo>
                  <a:pt x="266" y="240"/>
                </a:lnTo>
                <a:lnTo>
                  <a:pt x="272" y="215"/>
                </a:lnTo>
                <a:lnTo>
                  <a:pt x="278" y="191"/>
                </a:lnTo>
                <a:lnTo>
                  <a:pt x="283" y="167"/>
                </a:lnTo>
                <a:lnTo>
                  <a:pt x="289" y="144"/>
                </a:lnTo>
                <a:lnTo>
                  <a:pt x="294" y="120"/>
                </a:lnTo>
                <a:lnTo>
                  <a:pt x="299" y="96"/>
                </a:lnTo>
                <a:lnTo>
                  <a:pt x="305" y="72"/>
                </a:lnTo>
                <a:lnTo>
                  <a:pt x="310" y="48"/>
                </a:lnTo>
                <a:lnTo>
                  <a:pt x="315" y="24"/>
                </a:lnTo>
                <a:lnTo>
                  <a:pt x="320" y="0"/>
                </a:lnTo>
                <a:lnTo>
                  <a:pt x="532" y="0"/>
                </a:lnTo>
                <a:lnTo>
                  <a:pt x="532" y="24"/>
                </a:lnTo>
                <a:lnTo>
                  <a:pt x="532" y="48"/>
                </a:lnTo>
                <a:lnTo>
                  <a:pt x="532" y="72"/>
                </a:lnTo>
                <a:lnTo>
                  <a:pt x="532" y="96"/>
                </a:lnTo>
                <a:lnTo>
                  <a:pt x="532" y="120"/>
                </a:lnTo>
                <a:lnTo>
                  <a:pt x="532" y="144"/>
                </a:lnTo>
                <a:lnTo>
                  <a:pt x="532" y="167"/>
                </a:lnTo>
                <a:lnTo>
                  <a:pt x="532" y="191"/>
                </a:lnTo>
                <a:lnTo>
                  <a:pt x="532" y="215"/>
                </a:lnTo>
                <a:lnTo>
                  <a:pt x="532" y="240"/>
                </a:lnTo>
                <a:lnTo>
                  <a:pt x="532" y="264"/>
                </a:lnTo>
                <a:lnTo>
                  <a:pt x="532" y="288"/>
                </a:lnTo>
                <a:lnTo>
                  <a:pt x="532" y="312"/>
                </a:lnTo>
                <a:lnTo>
                  <a:pt x="532" y="336"/>
                </a:lnTo>
                <a:lnTo>
                  <a:pt x="532" y="360"/>
                </a:lnTo>
                <a:lnTo>
                  <a:pt x="532" y="384"/>
                </a:lnTo>
                <a:lnTo>
                  <a:pt x="532" y="408"/>
                </a:lnTo>
                <a:lnTo>
                  <a:pt x="532" y="431"/>
                </a:lnTo>
                <a:lnTo>
                  <a:pt x="532" y="455"/>
                </a:lnTo>
                <a:lnTo>
                  <a:pt x="532" y="479"/>
                </a:lnTo>
                <a:lnTo>
                  <a:pt x="532" y="503"/>
                </a:lnTo>
                <a:lnTo>
                  <a:pt x="532" y="527"/>
                </a:lnTo>
                <a:lnTo>
                  <a:pt x="532" y="551"/>
                </a:lnTo>
                <a:lnTo>
                  <a:pt x="532" y="575"/>
                </a:lnTo>
                <a:lnTo>
                  <a:pt x="532" y="599"/>
                </a:lnTo>
                <a:lnTo>
                  <a:pt x="532" y="623"/>
                </a:lnTo>
                <a:lnTo>
                  <a:pt x="532" y="647"/>
                </a:lnTo>
                <a:lnTo>
                  <a:pt x="532" y="670"/>
                </a:lnTo>
                <a:lnTo>
                  <a:pt x="532" y="694"/>
                </a:lnTo>
                <a:lnTo>
                  <a:pt x="532" y="718"/>
                </a:lnTo>
                <a:lnTo>
                  <a:pt x="532" y="742"/>
                </a:lnTo>
                <a:lnTo>
                  <a:pt x="532" y="766"/>
                </a:lnTo>
                <a:lnTo>
                  <a:pt x="532" y="790"/>
                </a:lnTo>
                <a:lnTo>
                  <a:pt x="532" y="814"/>
                </a:lnTo>
                <a:lnTo>
                  <a:pt x="532" y="838"/>
                </a:lnTo>
                <a:lnTo>
                  <a:pt x="532" y="862"/>
                </a:lnTo>
                <a:lnTo>
                  <a:pt x="532" y="886"/>
                </a:lnTo>
                <a:lnTo>
                  <a:pt x="532" y="910"/>
                </a:lnTo>
                <a:lnTo>
                  <a:pt x="532" y="933"/>
                </a:lnTo>
                <a:lnTo>
                  <a:pt x="532" y="957"/>
                </a:lnTo>
                <a:lnTo>
                  <a:pt x="532" y="981"/>
                </a:lnTo>
                <a:lnTo>
                  <a:pt x="532" y="1005"/>
                </a:lnTo>
                <a:lnTo>
                  <a:pt x="532" y="1029"/>
                </a:lnTo>
                <a:lnTo>
                  <a:pt x="532" y="1053"/>
                </a:lnTo>
                <a:lnTo>
                  <a:pt x="532" y="1077"/>
                </a:lnTo>
                <a:lnTo>
                  <a:pt x="532" y="1101"/>
                </a:lnTo>
                <a:lnTo>
                  <a:pt x="532" y="1125"/>
                </a:lnTo>
                <a:lnTo>
                  <a:pt x="532" y="1149"/>
                </a:lnTo>
                <a:lnTo>
                  <a:pt x="532" y="1172"/>
                </a:lnTo>
                <a:lnTo>
                  <a:pt x="532" y="1196"/>
                </a:lnTo>
                <a:lnTo>
                  <a:pt x="532" y="1220"/>
                </a:lnTo>
                <a:lnTo>
                  <a:pt x="532" y="1244"/>
                </a:lnTo>
                <a:lnTo>
                  <a:pt x="532" y="1268"/>
                </a:lnTo>
                <a:lnTo>
                  <a:pt x="532" y="1292"/>
                </a:lnTo>
                <a:lnTo>
                  <a:pt x="532" y="1316"/>
                </a:lnTo>
                <a:lnTo>
                  <a:pt x="532" y="1340"/>
                </a:lnTo>
                <a:lnTo>
                  <a:pt x="532" y="1364"/>
                </a:lnTo>
                <a:lnTo>
                  <a:pt x="532" y="1388"/>
                </a:lnTo>
                <a:lnTo>
                  <a:pt x="532" y="1412"/>
                </a:lnTo>
                <a:lnTo>
                  <a:pt x="532" y="1435"/>
                </a:lnTo>
                <a:lnTo>
                  <a:pt x="532" y="1459"/>
                </a:lnTo>
                <a:lnTo>
                  <a:pt x="532" y="1483"/>
                </a:lnTo>
                <a:lnTo>
                  <a:pt x="532" y="1507"/>
                </a:lnTo>
                <a:lnTo>
                  <a:pt x="532" y="1531"/>
                </a:lnTo>
                <a:lnTo>
                  <a:pt x="532" y="1555"/>
                </a:lnTo>
                <a:lnTo>
                  <a:pt x="532" y="1579"/>
                </a:lnTo>
                <a:lnTo>
                  <a:pt x="532" y="1603"/>
                </a:lnTo>
                <a:lnTo>
                  <a:pt x="532" y="1627"/>
                </a:lnTo>
                <a:lnTo>
                  <a:pt x="532" y="1651"/>
                </a:lnTo>
                <a:lnTo>
                  <a:pt x="532" y="1674"/>
                </a:lnTo>
                <a:lnTo>
                  <a:pt x="532" y="1698"/>
                </a:lnTo>
                <a:lnTo>
                  <a:pt x="532" y="1722"/>
                </a:lnTo>
                <a:lnTo>
                  <a:pt x="532" y="1746"/>
                </a:lnTo>
                <a:lnTo>
                  <a:pt x="532" y="1770"/>
                </a:lnTo>
                <a:lnTo>
                  <a:pt x="532" y="1794"/>
                </a:lnTo>
                <a:lnTo>
                  <a:pt x="532" y="1818"/>
                </a:lnTo>
                <a:lnTo>
                  <a:pt x="532" y="1842"/>
                </a:lnTo>
                <a:lnTo>
                  <a:pt x="532" y="1866"/>
                </a:lnTo>
                <a:lnTo>
                  <a:pt x="532" y="1890"/>
                </a:lnTo>
                <a:lnTo>
                  <a:pt x="532" y="1914"/>
                </a:lnTo>
                <a:lnTo>
                  <a:pt x="532" y="1937"/>
                </a:lnTo>
                <a:lnTo>
                  <a:pt x="532" y="1961"/>
                </a:lnTo>
                <a:lnTo>
                  <a:pt x="532" y="1985"/>
                </a:lnTo>
                <a:lnTo>
                  <a:pt x="532" y="2009"/>
                </a:lnTo>
                <a:lnTo>
                  <a:pt x="532" y="2033"/>
                </a:lnTo>
                <a:lnTo>
                  <a:pt x="532" y="2057"/>
                </a:lnTo>
                <a:lnTo>
                  <a:pt x="532" y="2081"/>
                </a:lnTo>
                <a:lnTo>
                  <a:pt x="532" y="2105"/>
                </a:lnTo>
                <a:lnTo>
                  <a:pt x="532" y="2129"/>
                </a:lnTo>
                <a:lnTo>
                  <a:pt x="532" y="2153"/>
                </a:lnTo>
                <a:lnTo>
                  <a:pt x="532" y="2177"/>
                </a:lnTo>
                <a:lnTo>
                  <a:pt x="532" y="2200"/>
                </a:lnTo>
                <a:lnTo>
                  <a:pt x="532" y="2224"/>
                </a:lnTo>
                <a:lnTo>
                  <a:pt x="532" y="2248"/>
                </a:lnTo>
                <a:lnTo>
                  <a:pt x="532" y="2272"/>
                </a:lnTo>
                <a:lnTo>
                  <a:pt x="532" y="2296"/>
                </a:lnTo>
                <a:lnTo>
                  <a:pt x="532" y="2320"/>
                </a:lnTo>
                <a:lnTo>
                  <a:pt x="532" y="2344"/>
                </a:lnTo>
                <a:lnTo>
                  <a:pt x="532" y="2368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251" name=""/>
          <p:cNvSpPr/>
          <p:nvPr/>
        </p:nvSpPr>
        <p:spPr>
          <a:xfrm>
            <a:off x="8072640" y="3241800"/>
            <a:ext cx="191520" cy="1417320"/>
          </a:xfrm>
          <a:custGeom>
            <a:avLst/>
            <a:gdLst/>
            <a:ahLst/>
            <a:rect l="0" t="0" r="r" b="b"/>
            <a:pathLst>
              <a:path w="532" h="3937">
                <a:moveTo>
                  <a:pt x="532" y="3937"/>
                </a:moveTo>
                <a:lnTo>
                  <a:pt x="204" y="3937"/>
                </a:lnTo>
                <a:lnTo>
                  <a:pt x="195" y="3897"/>
                </a:lnTo>
                <a:lnTo>
                  <a:pt x="186" y="3857"/>
                </a:lnTo>
                <a:lnTo>
                  <a:pt x="177" y="3818"/>
                </a:lnTo>
                <a:lnTo>
                  <a:pt x="167" y="3778"/>
                </a:lnTo>
                <a:lnTo>
                  <a:pt x="158" y="3738"/>
                </a:lnTo>
                <a:lnTo>
                  <a:pt x="150" y="3698"/>
                </a:lnTo>
                <a:lnTo>
                  <a:pt x="141" y="3659"/>
                </a:lnTo>
                <a:lnTo>
                  <a:pt x="132" y="3619"/>
                </a:lnTo>
                <a:lnTo>
                  <a:pt x="124" y="3579"/>
                </a:lnTo>
                <a:lnTo>
                  <a:pt x="115" y="3539"/>
                </a:lnTo>
                <a:lnTo>
                  <a:pt x="107" y="3500"/>
                </a:lnTo>
                <a:lnTo>
                  <a:pt x="98" y="3460"/>
                </a:lnTo>
                <a:lnTo>
                  <a:pt x="91" y="3420"/>
                </a:lnTo>
                <a:lnTo>
                  <a:pt x="83" y="3380"/>
                </a:lnTo>
                <a:lnTo>
                  <a:pt x="76" y="3341"/>
                </a:lnTo>
                <a:lnTo>
                  <a:pt x="69" y="3301"/>
                </a:lnTo>
                <a:lnTo>
                  <a:pt x="62" y="3261"/>
                </a:lnTo>
                <a:lnTo>
                  <a:pt x="56" y="3221"/>
                </a:lnTo>
                <a:lnTo>
                  <a:pt x="50" y="3182"/>
                </a:lnTo>
                <a:lnTo>
                  <a:pt x="44" y="3142"/>
                </a:lnTo>
                <a:lnTo>
                  <a:pt x="38" y="3102"/>
                </a:lnTo>
                <a:lnTo>
                  <a:pt x="33" y="3062"/>
                </a:lnTo>
                <a:lnTo>
                  <a:pt x="28" y="3023"/>
                </a:lnTo>
                <a:lnTo>
                  <a:pt x="24" y="2983"/>
                </a:lnTo>
                <a:lnTo>
                  <a:pt x="20" y="2943"/>
                </a:lnTo>
                <a:lnTo>
                  <a:pt x="16" y="2903"/>
                </a:lnTo>
                <a:lnTo>
                  <a:pt x="13" y="2864"/>
                </a:lnTo>
                <a:lnTo>
                  <a:pt x="10" y="2824"/>
                </a:lnTo>
                <a:lnTo>
                  <a:pt x="7" y="2784"/>
                </a:lnTo>
                <a:lnTo>
                  <a:pt x="5" y="2744"/>
                </a:lnTo>
                <a:lnTo>
                  <a:pt x="3" y="2705"/>
                </a:lnTo>
                <a:lnTo>
                  <a:pt x="2" y="2665"/>
                </a:lnTo>
                <a:lnTo>
                  <a:pt x="1" y="2625"/>
                </a:lnTo>
                <a:lnTo>
                  <a:pt x="1" y="2585"/>
                </a:lnTo>
                <a:lnTo>
                  <a:pt x="0" y="2546"/>
                </a:lnTo>
                <a:lnTo>
                  <a:pt x="1" y="2506"/>
                </a:lnTo>
                <a:lnTo>
                  <a:pt x="1" y="2466"/>
                </a:lnTo>
                <a:lnTo>
                  <a:pt x="2" y="2426"/>
                </a:lnTo>
                <a:lnTo>
                  <a:pt x="3" y="2387"/>
                </a:lnTo>
                <a:lnTo>
                  <a:pt x="5" y="2347"/>
                </a:lnTo>
                <a:lnTo>
                  <a:pt x="7" y="2307"/>
                </a:lnTo>
                <a:lnTo>
                  <a:pt x="9" y="2267"/>
                </a:lnTo>
                <a:lnTo>
                  <a:pt x="12" y="2228"/>
                </a:lnTo>
                <a:lnTo>
                  <a:pt x="15" y="2188"/>
                </a:lnTo>
                <a:lnTo>
                  <a:pt x="18" y="2148"/>
                </a:lnTo>
                <a:lnTo>
                  <a:pt x="21" y="2108"/>
                </a:lnTo>
                <a:lnTo>
                  <a:pt x="25" y="2069"/>
                </a:lnTo>
                <a:lnTo>
                  <a:pt x="29" y="2029"/>
                </a:lnTo>
                <a:lnTo>
                  <a:pt x="33" y="1989"/>
                </a:lnTo>
                <a:lnTo>
                  <a:pt x="37" y="1949"/>
                </a:lnTo>
                <a:lnTo>
                  <a:pt x="42" y="1910"/>
                </a:lnTo>
                <a:lnTo>
                  <a:pt x="46" y="1870"/>
                </a:lnTo>
                <a:lnTo>
                  <a:pt x="51" y="1830"/>
                </a:lnTo>
                <a:lnTo>
                  <a:pt x="56" y="1790"/>
                </a:lnTo>
                <a:lnTo>
                  <a:pt x="61" y="1751"/>
                </a:lnTo>
                <a:lnTo>
                  <a:pt x="66" y="1711"/>
                </a:lnTo>
                <a:lnTo>
                  <a:pt x="72" y="1671"/>
                </a:lnTo>
                <a:lnTo>
                  <a:pt x="77" y="1631"/>
                </a:lnTo>
                <a:lnTo>
                  <a:pt x="83" y="1591"/>
                </a:lnTo>
                <a:lnTo>
                  <a:pt x="88" y="1552"/>
                </a:lnTo>
                <a:lnTo>
                  <a:pt x="94" y="1512"/>
                </a:lnTo>
                <a:lnTo>
                  <a:pt x="99" y="1472"/>
                </a:lnTo>
                <a:lnTo>
                  <a:pt x="106" y="1432"/>
                </a:lnTo>
                <a:lnTo>
                  <a:pt x="111" y="1393"/>
                </a:lnTo>
                <a:lnTo>
                  <a:pt x="117" y="1353"/>
                </a:lnTo>
                <a:lnTo>
                  <a:pt x="122" y="1313"/>
                </a:lnTo>
                <a:lnTo>
                  <a:pt x="128" y="1273"/>
                </a:lnTo>
                <a:lnTo>
                  <a:pt x="133" y="1234"/>
                </a:lnTo>
                <a:lnTo>
                  <a:pt x="139" y="1194"/>
                </a:lnTo>
                <a:lnTo>
                  <a:pt x="144" y="1154"/>
                </a:lnTo>
                <a:lnTo>
                  <a:pt x="150" y="1114"/>
                </a:lnTo>
                <a:lnTo>
                  <a:pt x="155" y="1075"/>
                </a:lnTo>
                <a:lnTo>
                  <a:pt x="160" y="1035"/>
                </a:lnTo>
                <a:lnTo>
                  <a:pt x="166" y="995"/>
                </a:lnTo>
                <a:lnTo>
                  <a:pt x="171" y="955"/>
                </a:lnTo>
                <a:lnTo>
                  <a:pt x="176" y="916"/>
                </a:lnTo>
                <a:lnTo>
                  <a:pt x="181" y="876"/>
                </a:lnTo>
                <a:lnTo>
                  <a:pt x="186" y="836"/>
                </a:lnTo>
                <a:lnTo>
                  <a:pt x="191" y="795"/>
                </a:lnTo>
                <a:lnTo>
                  <a:pt x="196" y="756"/>
                </a:lnTo>
                <a:lnTo>
                  <a:pt x="201" y="716"/>
                </a:lnTo>
                <a:lnTo>
                  <a:pt x="206" y="676"/>
                </a:lnTo>
                <a:lnTo>
                  <a:pt x="211" y="636"/>
                </a:lnTo>
                <a:lnTo>
                  <a:pt x="216" y="597"/>
                </a:lnTo>
                <a:lnTo>
                  <a:pt x="221" y="557"/>
                </a:lnTo>
                <a:lnTo>
                  <a:pt x="226" y="517"/>
                </a:lnTo>
                <a:lnTo>
                  <a:pt x="231" y="477"/>
                </a:lnTo>
                <a:lnTo>
                  <a:pt x="236" y="438"/>
                </a:lnTo>
                <a:lnTo>
                  <a:pt x="241" y="398"/>
                </a:lnTo>
                <a:lnTo>
                  <a:pt x="246" y="358"/>
                </a:lnTo>
                <a:lnTo>
                  <a:pt x="251" y="318"/>
                </a:lnTo>
                <a:lnTo>
                  <a:pt x="256" y="279"/>
                </a:lnTo>
                <a:lnTo>
                  <a:pt x="261" y="239"/>
                </a:lnTo>
                <a:lnTo>
                  <a:pt x="266" y="199"/>
                </a:lnTo>
                <a:lnTo>
                  <a:pt x="271" y="159"/>
                </a:lnTo>
                <a:lnTo>
                  <a:pt x="276" y="120"/>
                </a:lnTo>
                <a:lnTo>
                  <a:pt x="282" y="80"/>
                </a:lnTo>
                <a:lnTo>
                  <a:pt x="287" y="40"/>
                </a:lnTo>
                <a:lnTo>
                  <a:pt x="292" y="0"/>
                </a:lnTo>
                <a:lnTo>
                  <a:pt x="532" y="0"/>
                </a:lnTo>
                <a:lnTo>
                  <a:pt x="532" y="40"/>
                </a:lnTo>
                <a:lnTo>
                  <a:pt x="532" y="80"/>
                </a:lnTo>
                <a:lnTo>
                  <a:pt x="532" y="120"/>
                </a:lnTo>
                <a:lnTo>
                  <a:pt x="532" y="159"/>
                </a:lnTo>
                <a:lnTo>
                  <a:pt x="532" y="199"/>
                </a:lnTo>
                <a:lnTo>
                  <a:pt x="532" y="239"/>
                </a:lnTo>
                <a:lnTo>
                  <a:pt x="532" y="279"/>
                </a:lnTo>
                <a:lnTo>
                  <a:pt x="532" y="318"/>
                </a:lnTo>
                <a:lnTo>
                  <a:pt x="532" y="358"/>
                </a:lnTo>
                <a:lnTo>
                  <a:pt x="532" y="398"/>
                </a:lnTo>
                <a:lnTo>
                  <a:pt x="532" y="438"/>
                </a:lnTo>
                <a:lnTo>
                  <a:pt x="532" y="477"/>
                </a:lnTo>
                <a:lnTo>
                  <a:pt x="532" y="517"/>
                </a:lnTo>
                <a:lnTo>
                  <a:pt x="532" y="557"/>
                </a:lnTo>
                <a:lnTo>
                  <a:pt x="532" y="597"/>
                </a:lnTo>
                <a:lnTo>
                  <a:pt x="532" y="636"/>
                </a:lnTo>
                <a:lnTo>
                  <a:pt x="532" y="676"/>
                </a:lnTo>
                <a:lnTo>
                  <a:pt x="532" y="716"/>
                </a:lnTo>
                <a:lnTo>
                  <a:pt x="532" y="756"/>
                </a:lnTo>
                <a:lnTo>
                  <a:pt x="532" y="795"/>
                </a:lnTo>
                <a:lnTo>
                  <a:pt x="532" y="836"/>
                </a:lnTo>
                <a:lnTo>
                  <a:pt x="532" y="876"/>
                </a:lnTo>
                <a:lnTo>
                  <a:pt x="532" y="916"/>
                </a:lnTo>
                <a:lnTo>
                  <a:pt x="532" y="955"/>
                </a:lnTo>
                <a:lnTo>
                  <a:pt x="532" y="995"/>
                </a:lnTo>
                <a:lnTo>
                  <a:pt x="532" y="1035"/>
                </a:lnTo>
                <a:lnTo>
                  <a:pt x="532" y="1075"/>
                </a:lnTo>
                <a:lnTo>
                  <a:pt x="532" y="1114"/>
                </a:lnTo>
                <a:lnTo>
                  <a:pt x="532" y="1154"/>
                </a:lnTo>
                <a:lnTo>
                  <a:pt x="532" y="1194"/>
                </a:lnTo>
                <a:lnTo>
                  <a:pt x="532" y="1234"/>
                </a:lnTo>
                <a:lnTo>
                  <a:pt x="532" y="1273"/>
                </a:lnTo>
                <a:lnTo>
                  <a:pt x="532" y="1313"/>
                </a:lnTo>
                <a:lnTo>
                  <a:pt x="532" y="1353"/>
                </a:lnTo>
                <a:lnTo>
                  <a:pt x="532" y="1393"/>
                </a:lnTo>
                <a:lnTo>
                  <a:pt x="532" y="1432"/>
                </a:lnTo>
                <a:lnTo>
                  <a:pt x="532" y="1472"/>
                </a:lnTo>
                <a:lnTo>
                  <a:pt x="532" y="1512"/>
                </a:lnTo>
                <a:lnTo>
                  <a:pt x="532" y="1552"/>
                </a:lnTo>
                <a:lnTo>
                  <a:pt x="532" y="1591"/>
                </a:lnTo>
                <a:lnTo>
                  <a:pt x="532" y="1631"/>
                </a:lnTo>
                <a:lnTo>
                  <a:pt x="532" y="1671"/>
                </a:lnTo>
                <a:lnTo>
                  <a:pt x="532" y="1711"/>
                </a:lnTo>
                <a:lnTo>
                  <a:pt x="532" y="1751"/>
                </a:lnTo>
                <a:lnTo>
                  <a:pt x="532" y="1790"/>
                </a:lnTo>
                <a:lnTo>
                  <a:pt x="532" y="1830"/>
                </a:lnTo>
                <a:lnTo>
                  <a:pt x="532" y="1870"/>
                </a:lnTo>
                <a:lnTo>
                  <a:pt x="532" y="1910"/>
                </a:lnTo>
                <a:lnTo>
                  <a:pt x="532" y="1949"/>
                </a:lnTo>
                <a:lnTo>
                  <a:pt x="532" y="1989"/>
                </a:lnTo>
                <a:lnTo>
                  <a:pt x="532" y="2029"/>
                </a:lnTo>
                <a:lnTo>
                  <a:pt x="532" y="2069"/>
                </a:lnTo>
                <a:lnTo>
                  <a:pt x="532" y="2108"/>
                </a:lnTo>
                <a:lnTo>
                  <a:pt x="532" y="2148"/>
                </a:lnTo>
                <a:lnTo>
                  <a:pt x="532" y="2188"/>
                </a:lnTo>
                <a:lnTo>
                  <a:pt x="532" y="2228"/>
                </a:lnTo>
                <a:lnTo>
                  <a:pt x="532" y="2267"/>
                </a:lnTo>
                <a:lnTo>
                  <a:pt x="532" y="2307"/>
                </a:lnTo>
                <a:lnTo>
                  <a:pt x="532" y="2347"/>
                </a:lnTo>
                <a:lnTo>
                  <a:pt x="532" y="2387"/>
                </a:lnTo>
                <a:lnTo>
                  <a:pt x="532" y="2426"/>
                </a:lnTo>
                <a:lnTo>
                  <a:pt x="532" y="2466"/>
                </a:lnTo>
                <a:lnTo>
                  <a:pt x="532" y="2506"/>
                </a:lnTo>
                <a:lnTo>
                  <a:pt x="532" y="2546"/>
                </a:lnTo>
                <a:lnTo>
                  <a:pt x="532" y="2585"/>
                </a:lnTo>
                <a:lnTo>
                  <a:pt x="532" y="2625"/>
                </a:lnTo>
                <a:lnTo>
                  <a:pt x="532" y="2665"/>
                </a:lnTo>
                <a:lnTo>
                  <a:pt x="532" y="2705"/>
                </a:lnTo>
                <a:lnTo>
                  <a:pt x="532" y="2744"/>
                </a:lnTo>
                <a:lnTo>
                  <a:pt x="532" y="2784"/>
                </a:lnTo>
                <a:lnTo>
                  <a:pt x="532" y="2824"/>
                </a:lnTo>
                <a:lnTo>
                  <a:pt x="532" y="2864"/>
                </a:lnTo>
                <a:lnTo>
                  <a:pt x="532" y="2903"/>
                </a:lnTo>
                <a:lnTo>
                  <a:pt x="532" y="2943"/>
                </a:lnTo>
                <a:lnTo>
                  <a:pt x="532" y="2983"/>
                </a:lnTo>
                <a:lnTo>
                  <a:pt x="532" y="3023"/>
                </a:lnTo>
                <a:lnTo>
                  <a:pt x="532" y="3062"/>
                </a:lnTo>
                <a:lnTo>
                  <a:pt x="532" y="3102"/>
                </a:lnTo>
                <a:lnTo>
                  <a:pt x="532" y="3142"/>
                </a:lnTo>
                <a:lnTo>
                  <a:pt x="532" y="3182"/>
                </a:lnTo>
                <a:lnTo>
                  <a:pt x="532" y="3221"/>
                </a:lnTo>
                <a:lnTo>
                  <a:pt x="532" y="3261"/>
                </a:lnTo>
                <a:lnTo>
                  <a:pt x="532" y="3301"/>
                </a:lnTo>
                <a:lnTo>
                  <a:pt x="532" y="3341"/>
                </a:lnTo>
                <a:lnTo>
                  <a:pt x="532" y="3380"/>
                </a:lnTo>
                <a:lnTo>
                  <a:pt x="532" y="3420"/>
                </a:lnTo>
                <a:lnTo>
                  <a:pt x="532" y="3460"/>
                </a:lnTo>
                <a:lnTo>
                  <a:pt x="532" y="3500"/>
                </a:lnTo>
                <a:lnTo>
                  <a:pt x="532" y="3539"/>
                </a:lnTo>
                <a:lnTo>
                  <a:pt x="532" y="3579"/>
                </a:lnTo>
                <a:lnTo>
                  <a:pt x="532" y="3619"/>
                </a:lnTo>
                <a:lnTo>
                  <a:pt x="532" y="3659"/>
                </a:lnTo>
                <a:lnTo>
                  <a:pt x="532" y="3698"/>
                </a:lnTo>
                <a:lnTo>
                  <a:pt x="532" y="3738"/>
                </a:lnTo>
                <a:lnTo>
                  <a:pt x="532" y="3778"/>
                </a:lnTo>
                <a:lnTo>
                  <a:pt x="532" y="3818"/>
                </a:lnTo>
                <a:lnTo>
                  <a:pt x="532" y="3857"/>
                </a:lnTo>
                <a:lnTo>
                  <a:pt x="532" y="3897"/>
                </a:lnTo>
                <a:lnTo>
                  <a:pt x="532" y="3937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252" name=""/>
          <p:cNvSpPr/>
          <p:nvPr/>
        </p:nvSpPr>
        <p:spPr>
          <a:xfrm>
            <a:off x="10332000" y="1888560"/>
            <a:ext cx="187920" cy="2718720"/>
          </a:xfrm>
          <a:custGeom>
            <a:avLst/>
            <a:gdLst/>
            <a:ahLst/>
            <a:rect l="0" t="0" r="r" b="b"/>
            <a:pathLst>
              <a:path w="522" h="7552">
                <a:moveTo>
                  <a:pt x="350" y="7552"/>
                </a:moveTo>
                <a:lnTo>
                  <a:pt x="0" y="7552"/>
                </a:lnTo>
                <a:lnTo>
                  <a:pt x="0" y="7475"/>
                </a:lnTo>
                <a:lnTo>
                  <a:pt x="0" y="7399"/>
                </a:lnTo>
                <a:lnTo>
                  <a:pt x="0" y="7323"/>
                </a:lnTo>
                <a:lnTo>
                  <a:pt x="0" y="7247"/>
                </a:lnTo>
                <a:lnTo>
                  <a:pt x="0" y="7170"/>
                </a:lnTo>
                <a:lnTo>
                  <a:pt x="0" y="7094"/>
                </a:lnTo>
                <a:lnTo>
                  <a:pt x="0" y="7018"/>
                </a:lnTo>
                <a:lnTo>
                  <a:pt x="0" y="6942"/>
                </a:lnTo>
                <a:lnTo>
                  <a:pt x="0" y="6865"/>
                </a:lnTo>
                <a:lnTo>
                  <a:pt x="0" y="6789"/>
                </a:lnTo>
                <a:lnTo>
                  <a:pt x="0" y="6713"/>
                </a:lnTo>
                <a:lnTo>
                  <a:pt x="0" y="6636"/>
                </a:lnTo>
                <a:lnTo>
                  <a:pt x="0" y="6560"/>
                </a:lnTo>
                <a:lnTo>
                  <a:pt x="0" y="6484"/>
                </a:lnTo>
                <a:lnTo>
                  <a:pt x="0" y="6408"/>
                </a:lnTo>
                <a:lnTo>
                  <a:pt x="0" y="6331"/>
                </a:lnTo>
                <a:lnTo>
                  <a:pt x="0" y="6255"/>
                </a:lnTo>
                <a:lnTo>
                  <a:pt x="0" y="6179"/>
                </a:lnTo>
                <a:lnTo>
                  <a:pt x="0" y="6103"/>
                </a:lnTo>
                <a:lnTo>
                  <a:pt x="0" y="6025"/>
                </a:lnTo>
                <a:lnTo>
                  <a:pt x="0" y="5949"/>
                </a:lnTo>
                <a:lnTo>
                  <a:pt x="0" y="5873"/>
                </a:lnTo>
                <a:lnTo>
                  <a:pt x="0" y="5796"/>
                </a:lnTo>
                <a:lnTo>
                  <a:pt x="0" y="5720"/>
                </a:lnTo>
                <a:lnTo>
                  <a:pt x="0" y="5644"/>
                </a:lnTo>
                <a:lnTo>
                  <a:pt x="0" y="5568"/>
                </a:lnTo>
                <a:lnTo>
                  <a:pt x="0" y="5491"/>
                </a:lnTo>
                <a:lnTo>
                  <a:pt x="0" y="5415"/>
                </a:lnTo>
                <a:lnTo>
                  <a:pt x="0" y="5339"/>
                </a:lnTo>
                <a:lnTo>
                  <a:pt x="0" y="5263"/>
                </a:lnTo>
                <a:lnTo>
                  <a:pt x="0" y="5186"/>
                </a:lnTo>
                <a:lnTo>
                  <a:pt x="0" y="5110"/>
                </a:lnTo>
                <a:lnTo>
                  <a:pt x="0" y="5034"/>
                </a:lnTo>
                <a:lnTo>
                  <a:pt x="0" y="4957"/>
                </a:lnTo>
                <a:lnTo>
                  <a:pt x="0" y="4881"/>
                </a:lnTo>
                <a:lnTo>
                  <a:pt x="0" y="4805"/>
                </a:lnTo>
                <a:lnTo>
                  <a:pt x="0" y="4729"/>
                </a:lnTo>
                <a:lnTo>
                  <a:pt x="0" y="4652"/>
                </a:lnTo>
                <a:lnTo>
                  <a:pt x="0" y="4576"/>
                </a:lnTo>
                <a:lnTo>
                  <a:pt x="0" y="4500"/>
                </a:lnTo>
                <a:lnTo>
                  <a:pt x="0" y="4424"/>
                </a:lnTo>
                <a:lnTo>
                  <a:pt x="0" y="4347"/>
                </a:lnTo>
                <a:lnTo>
                  <a:pt x="0" y="4271"/>
                </a:lnTo>
                <a:lnTo>
                  <a:pt x="0" y="4195"/>
                </a:lnTo>
                <a:lnTo>
                  <a:pt x="0" y="4118"/>
                </a:lnTo>
                <a:lnTo>
                  <a:pt x="0" y="4042"/>
                </a:lnTo>
                <a:lnTo>
                  <a:pt x="0" y="3966"/>
                </a:lnTo>
                <a:lnTo>
                  <a:pt x="0" y="3890"/>
                </a:lnTo>
                <a:lnTo>
                  <a:pt x="0" y="3813"/>
                </a:lnTo>
                <a:lnTo>
                  <a:pt x="0" y="3737"/>
                </a:lnTo>
                <a:lnTo>
                  <a:pt x="0" y="3661"/>
                </a:lnTo>
                <a:lnTo>
                  <a:pt x="0" y="3584"/>
                </a:lnTo>
                <a:lnTo>
                  <a:pt x="0" y="3508"/>
                </a:lnTo>
                <a:lnTo>
                  <a:pt x="0" y="3432"/>
                </a:lnTo>
                <a:lnTo>
                  <a:pt x="0" y="3356"/>
                </a:lnTo>
                <a:lnTo>
                  <a:pt x="0" y="3279"/>
                </a:lnTo>
                <a:lnTo>
                  <a:pt x="0" y="3203"/>
                </a:lnTo>
                <a:lnTo>
                  <a:pt x="0" y="3127"/>
                </a:lnTo>
                <a:lnTo>
                  <a:pt x="0" y="3051"/>
                </a:lnTo>
                <a:lnTo>
                  <a:pt x="0" y="2974"/>
                </a:lnTo>
                <a:lnTo>
                  <a:pt x="0" y="2898"/>
                </a:lnTo>
                <a:lnTo>
                  <a:pt x="0" y="2822"/>
                </a:lnTo>
                <a:lnTo>
                  <a:pt x="0" y="2745"/>
                </a:lnTo>
                <a:lnTo>
                  <a:pt x="0" y="2669"/>
                </a:lnTo>
                <a:lnTo>
                  <a:pt x="0" y="2593"/>
                </a:lnTo>
                <a:lnTo>
                  <a:pt x="0" y="2517"/>
                </a:lnTo>
                <a:lnTo>
                  <a:pt x="0" y="2440"/>
                </a:lnTo>
                <a:lnTo>
                  <a:pt x="0" y="2364"/>
                </a:lnTo>
                <a:lnTo>
                  <a:pt x="0" y="2288"/>
                </a:lnTo>
                <a:lnTo>
                  <a:pt x="0" y="2212"/>
                </a:lnTo>
                <a:lnTo>
                  <a:pt x="0" y="2135"/>
                </a:lnTo>
                <a:lnTo>
                  <a:pt x="0" y="2059"/>
                </a:lnTo>
                <a:lnTo>
                  <a:pt x="0" y="1983"/>
                </a:lnTo>
                <a:lnTo>
                  <a:pt x="0" y="1906"/>
                </a:lnTo>
                <a:lnTo>
                  <a:pt x="0" y="1830"/>
                </a:lnTo>
                <a:lnTo>
                  <a:pt x="0" y="1754"/>
                </a:lnTo>
                <a:lnTo>
                  <a:pt x="0" y="1678"/>
                </a:lnTo>
                <a:lnTo>
                  <a:pt x="0" y="1601"/>
                </a:lnTo>
                <a:lnTo>
                  <a:pt x="0" y="1525"/>
                </a:lnTo>
                <a:lnTo>
                  <a:pt x="0" y="1449"/>
                </a:lnTo>
                <a:lnTo>
                  <a:pt x="0" y="1373"/>
                </a:lnTo>
                <a:lnTo>
                  <a:pt x="0" y="1296"/>
                </a:lnTo>
                <a:lnTo>
                  <a:pt x="0" y="1220"/>
                </a:lnTo>
                <a:lnTo>
                  <a:pt x="0" y="1144"/>
                </a:lnTo>
                <a:lnTo>
                  <a:pt x="0" y="1067"/>
                </a:lnTo>
                <a:lnTo>
                  <a:pt x="0" y="991"/>
                </a:lnTo>
                <a:lnTo>
                  <a:pt x="0" y="915"/>
                </a:lnTo>
                <a:lnTo>
                  <a:pt x="0" y="839"/>
                </a:lnTo>
                <a:lnTo>
                  <a:pt x="0" y="762"/>
                </a:lnTo>
                <a:lnTo>
                  <a:pt x="0" y="686"/>
                </a:lnTo>
                <a:lnTo>
                  <a:pt x="0" y="610"/>
                </a:lnTo>
                <a:lnTo>
                  <a:pt x="0" y="534"/>
                </a:lnTo>
                <a:lnTo>
                  <a:pt x="0" y="457"/>
                </a:lnTo>
                <a:lnTo>
                  <a:pt x="0" y="381"/>
                </a:lnTo>
                <a:lnTo>
                  <a:pt x="0" y="305"/>
                </a:lnTo>
                <a:lnTo>
                  <a:pt x="0" y="228"/>
                </a:lnTo>
                <a:lnTo>
                  <a:pt x="0" y="152"/>
                </a:lnTo>
                <a:lnTo>
                  <a:pt x="0" y="76"/>
                </a:lnTo>
                <a:lnTo>
                  <a:pt x="0" y="0"/>
                </a:lnTo>
                <a:lnTo>
                  <a:pt x="316" y="0"/>
                </a:lnTo>
                <a:lnTo>
                  <a:pt x="321" y="76"/>
                </a:lnTo>
                <a:lnTo>
                  <a:pt x="325" y="152"/>
                </a:lnTo>
                <a:lnTo>
                  <a:pt x="330" y="228"/>
                </a:lnTo>
                <a:lnTo>
                  <a:pt x="334" y="305"/>
                </a:lnTo>
                <a:lnTo>
                  <a:pt x="338" y="381"/>
                </a:lnTo>
                <a:lnTo>
                  <a:pt x="342" y="457"/>
                </a:lnTo>
                <a:lnTo>
                  <a:pt x="345" y="534"/>
                </a:lnTo>
                <a:lnTo>
                  <a:pt x="349" y="610"/>
                </a:lnTo>
                <a:lnTo>
                  <a:pt x="352" y="686"/>
                </a:lnTo>
                <a:lnTo>
                  <a:pt x="356" y="762"/>
                </a:lnTo>
                <a:lnTo>
                  <a:pt x="359" y="839"/>
                </a:lnTo>
                <a:lnTo>
                  <a:pt x="362" y="915"/>
                </a:lnTo>
                <a:lnTo>
                  <a:pt x="364" y="991"/>
                </a:lnTo>
                <a:lnTo>
                  <a:pt x="367" y="1067"/>
                </a:lnTo>
                <a:lnTo>
                  <a:pt x="370" y="1144"/>
                </a:lnTo>
                <a:lnTo>
                  <a:pt x="372" y="1220"/>
                </a:lnTo>
                <a:lnTo>
                  <a:pt x="375" y="1296"/>
                </a:lnTo>
                <a:lnTo>
                  <a:pt x="377" y="1373"/>
                </a:lnTo>
                <a:lnTo>
                  <a:pt x="379" y="1449"/>
                </a:lnTo>
                <a:lnTo>
                  <a:pt x="382" y="1525"/>
                </a:lnTo>
                <a:lnTo>
                  <a:pt x="384" y="1601"/>
                </a:lnTo>
                <a:lnTo>
                  <a:pt x="387" y="1678"/>
                </a:lnTo>
                <a:lnTo>
                  <a:pt x="389" y="1754"/>
                </a:lnTo>
                <a:lnTo>
                  <a:pt x="392" y="1830"/>
                </a:lnTo>
                <a:lnTo>
                  <a:pt x="394" y="1906"/>
                </a:lnTo>
                <a:lnTo>
                  <a:pt x="397" y="1983"/>
                </a:lnTo>
                <a:lnTo>
                  <a:pt x="399" y="2059"/>
                </a:lnTo>
                <a:lnTo>
                  <a:pt x="402" y="2135"/>
                </a:lnTo>
                <a:lnTo>
                  <a:pt x="405" y="2212"/>
                </a:lnTo>
                <a:lnTo>
                  <a:pt x="408" y="2288"/>
                </a:lnTo>
                <a:lnTo>
                  <a:pt x="411" y="2364"/>
                </a:lnTo>
                <a:lnTo>
                  <a:pt x="414" y="2440"/>
                </a:lnTo>
                <a:lnTo>
                  <a:pt x="417" y="2517"/>
                </a:lnTo>
                <a:lnTo>
                  <a:pt x="421" y="2593"/>
                </a:lnTo>
                <a:lnTo>
                  <a:pt x="424" y="2669"/>
                </a:lnTo>
                <a:lnTo>
                  <a:pt x="428" y="2745"/>
                </a:lnTo>
                <a:lnTo>
                  <a:pt x="432" y="2822"/>
                </a:lnTo>
                <a:lnTo>
                  <a:pt x="435" y="2898"/>
                </a:lnTo>
                <a:lnTo>
                  <a:pt x="439" y="2974"/>
                </a:lnTo>
                <a:lnTo>
                  <a:pt x="443" y="3051"/>
                </a:lnTo>
                <a:lnTo>
                  <a:pt x="447" y="3127"/>
                </a:lnTo>
                <a:lnTo>
                  <a:pt x="451" y="3203"/>
                </a:lnTo>
                <a:lnTo>
                  <a:pt x="455" y="3279"/>
                </a:lnTo>
                <a:lnTo>
                  <a:pt x="460" y="3356"/>
                </a:lnTo>
                <a:lnTo>
                  <a:pt x="464" y="3432"/>
                </a:lnTo>
                <a:lnTo>
                  <a:pt x="468" y="3508"/>
                </a:lnTo>
                <a:lnTo>
                  <a:pt x="472" y="3584"/>
                </a:lnTo>
                <a:lnTo>
                  <a:pt x="476" y="3661"/>
                </a:lnTo>
                <a:lnTo>
                  <a:pt x="480" y="3737"/>
                </a:lnTo>
                <a:lnTo>
                  <a:pt x="484" y="3813"/>
                </a:lnTo>
                <a:lnTo>
                  <a:pt x="488" y="3890"/>
                </a:lnTo>
                <a:lnTo>
                  <a:pt x="492" y="3966"/>
                </a:lnTo>
                <a:lnTo>
                  <a:pt x="496" y="4042"/>
                </a:lnTo>
                <a:lnTo>
                  <a:pt x="499" y="4118"/>
                </a:lnTo>
                <a:lnTo>
                  <a:pt x="502" y="4195"/>
                </a:lnTo>
                <a:lnTo>
                  <a:pt x="505" y="4271"/>
                </a:lnTo>
                <a:lnTo>
                  <a:pt x="508" y="4347"/>
                </a:lnTo>
                <a:lnTo>
                  <a:pt x="511" y="4424"/>
                </a:lnTo>
                <a:lnTo>
                  <a:pt x="513" y="4500"/>
                </a:lnTo>
                <a:lnTo>
                  <a:pt x="516" y="4576"/>
                </a:lnTo>
                <a:lnTo>
                  <a:pt x="517" y="4652"/>
                </a:lnTo>
                <a:lnTo>
                  <a:pt x="519" y="4729"/>
                </a:lnTo>
                <a:lnTo>
                  <a:pt x="520" y="4805"/>
                </a:lnTo>
                <a:lnTo>
                  <a:pt x="521" y="4881"/>
                </a:lnTo>
                <a:lnTo>
                  <a:pt x="522" y="4957"/>
                </a:lnTo>
                <a:lnTo>
                  <a:pt x="522" y="5034"/>
                </a:lnTo>
                <a:lnTo>
                  <a:pt x="522" y="5110"/>
                </a:lnTo>
                <a:lnTo>
                  <a:pt x="522" y="5186"/>
                </a:lnTo>
                <a:lnTo>
                  <a:pt x="521" y="5263"/>
                </a:lnTo>
                <a:lnTo>
                  <a:pt x="520" y="5339"/>
                </a:lnTo>
                <a:lnTo>
                  <a:pt x="518" y="5415"/>
                </a:lnTo>
                <a:lnTo>
                  <a:pt x="517" y="5491"/>
                </a:lnTo>
                <a:lnTo>
                  <a:pt x="514" y="5568"/>
                </a:lnTo>
                <a:lnTo>
                  <a:pt x="512" y="5644"/>
                </a:lnTo>
                <a:lnTo>
                  <a:pt x="509" y="5720"/>
                </a:lnTo>
                <a:lnTo>
                  <a:pt x="505" y="5796"/>
                </a:lnTo>
                <a:lnTo>
                  <a:pt x="502" y="5873"/>
                </a:lnTo>
                <a:lnTo>
                  <a:pt x="498" y="5949"/>
                </a:lnTo>
                <a:lnTo>
                  <a:pt x="493" y="6025"/>
                </a:lnTo>
                <a:lnTo>
                  <a:pt x="488" y="6103"/>
                </a:lnTo>
                <a:lnTo>
                  <a:pt x="483" y="6179"/>
                </a:lnTo>
                <a:lnTo>
                  <a:pt x="478" y="6255"/>
                </a:lnTo>
                <a:lnTo>
                  <a:pt x="472" y="6331"/>
                </a:lnTo>
                <a:lnTo>
                  <a:pt x="466" y="6408"/>
                </a:lnTo>
                <a:lnTo>
                  <a:pt x="460" y="6484"/>
                </a:lnTo>
                <a:lnTo>
                  <a:pt x="454" y="6560"/>
                </a:lnTo>
                <a:lnTo>
                  <a:pt x="447" y="6636"/>
                </a:lnTo>
                <a:lnTo>
                  <a:pt x="440" y="6713"/>
                </a:lnTo>
                <a:lnTo>
                  <a:pt x="432" y="6789"/>
                </a:lnTo>
                <a:lnTo>
                  <a:pt x="425" y="6865"/>
                </a:lnTo>
                <a:lnTo>
                  <a:pt x="417" y="6942"/>
                </a:lnTo>
                <a:lnTo>
                  <a:pt x="409" y="7018"/>
                </a:lnTo>
                <a:lnTo>
                  <a:pt x="401" y="7094"/>
                </a:lnTo>
                <a:lnTo>
                  <a:pt x="393" y="7170"/>
                </a:lnTo>
                <a:lnTo>
                  <a:pt x="384" y="7247"/>
                </a:lnTo>
                <a:lnTo>
                  <a:pt x="376" y="7323"/>
                </a:lnTo>
                <a:lnTo>
                  <a:pt x="367" y="7399"/>
                </a:lnTo>
                <a:lnTo>
                  <a:pt x="358" y="7475"/>
                </a:lnTo>
                <a:lnTo>
                  <a:pt x="350" y="7552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253" name=""/>
          <p:cNvSpPr/>
          <p:nvPr/>
        </p:nvSpPr>
        <p:spPr>
          <a:xfrm>
            <a:off x="10332000" y="1572840"/>
            <a:ext cx="187920" cy="3117600"/>
          </a:xfrm>
          <a:custGeom>
            <a:avLst/>
            <a:gdLst/>
            <a:ahLst/>
            <a:rect l="0" t="0" r="r" b="b"/>
            <a:pathLst>
              <a:path w="522" h="8660">
                <a:moveTo>
                  <a:pt x="470" y="8660"/>
                </a:moveTo>
                <a:lnTo>
                  <a:pt x="0" y="8660"/>
                </a:lnTo>
                <a:lnTo>
                  <a:pt x="0" y="8571"/>
                </a:lnTo>
                <a:lnTo>
                  <a:pt x="0" y="8484"/>
                </a:lnTo>
                <a:lnTo>
                  <a:pt x="0" y="8396"/>
                </a:lnTo>
                <a:lnTo>
                  <a:pt x="0" y="8309"/>
                </a:lnTo>
                <a:lnTo>
                  <a:pt x="0" y="8221"/>
                </a:lnTo>
                <a:lnTo>
                  <a:pt x="0" y="8134"/>
                </a:lnTo>
                <a:lnTo>
                  <a:pt x="0" y="8047"/>
                </a:lnTo>
                <a:lnTo>
                  <a:pt x="0" y="7959"/>
                </a:lnTo>
                <a:lnTo>
                  <a:pt x="0" y="7872"/>
                </a:lnTo>
                <a:lnTo>
                  <a:pt x="0" y="7784"/>
                </a:lnTo>
                <a:lnTo>
                  <a:pt x="0" y="7697"/>
                </a:lnTo>
                <a:lnTo>
                  <a:pt x="0" y="7609"/>
                </a:lnTo>
                <a:lnTo>
                  <a:pt x="0" y="7522"/>
                </a:lnTo>
                <a:lnTo>
                  <a:pt x="0" y="7434"/>
                </a:lnTo>
                <a:lnTo>
                  <a:pt x="0" y="7347"/>
                </a:lnTo>
                <a:lnTo>
                  <a:pt x="0" y="7259"/>
                </a:lnTo>
                <a:lnTo>
                  <a:pt x="0" y="7172"/>
                </a:lnTo>
                <a:lnTo>
                  <a:pt x="0" y="7084"/>
                </a:lnTo>
                <a:lnTo>
                  <a:pt x="0" y="6997"/>
                </a:lnTo>
                <a:lnTo>
                  <a:pt x="0" y="6910"/>
                </a:lnTo>
                <a:lnTo>
                  <a:pt x="0" y="6822"/>
                </a:lnTo>
                <a:lnTo>
                  <a:pt x="0" y="6735"/>
                </a:lnTo>
                <a:lnTo>
                  <a:pt x="0" y="6647"/>
                </a:lnTo>
                <a:lnTo>
                  <a:pt x="0" y="6560"/>
                </a:lnTo>
                <a:lnTo>
                  <a:pt x="0" y="6472"/>
                </a:lnTo>
                <a:lnTo>
                  <a:pt x="0" y="6385"/>
                </a:lnTo>
                <a:lnTo>
                  <a:pt x="0" y="6297"/>
                </a:lnTo>
                <a:lnTo>
                  <a:pt x="0" y="6210"/>
                </a:lnTo>
                <a:lnTo>
                  <a:pt x="0" y="6122"/>
                </a:lnTo>
                <a:lnTo>
                  <a:pt x="0" y="6035"/>
                </a:lnTo>
                <a:lnTo>
                  <a:pt x="0" y="5947"/>
                </a:lnTo>
                <a:lnTo>
                  <a:pt x="0" y="5860"/>
                </a:lnTo>
                <a:lnTo>
                  <a:pt x="0" y="5772"/>
                </a:lnTo>
                <a:lnTo>
                  <a:pt x="0" y="5685"/>
                </a:lnTo>
                <a:lnTo>
                  <a:pt x="0" y="5598"/>
                </a:lnTo>
                <a:lnTo>
                  <a:pt x="0" y="5510"/>
                </a:lnTo>
                <a:lnTo>
                  <a:pt x="0" y="5423"/>
                </a:lnTo>
                <a:lnTo>
                  <a:pt x="0" y="5335"/>
                </a:lnTo>
                <a:lnTo>
                  <a:pt x="0" y="5248"/>
                </a:lnTo>
                <a:lnTo>
                  <a:pt x="0" y="5160"/>
                </a:lnTo>
                <a:lnTo>
                  <a:pt x="0" y="5073"/>
                </a:lnTo>
                <a:lnTo>
                  <a:pt x="0" y="4985"/>
                </a:lnTo>
                <a:lnTo>
                  <a:pt x="0" y="4898"/>
                </a:lnTo>
                <a:lnTo>
                  <a:pt x="0" y="4810"/>
                </a:lnTo>
                <a:lnTo>
                  <a:pt x="0" y="4723"/>
                </a:lnTo>
                <a:lnTo>
                  <a:pt x="0" y="4635"/>
                </a:lnTo>
                <a:lnTo>
                  <a:pt x="0" y="4548"/>
                </a:lnTo>
                <a:lnTo>
                  <a:pt x="0" y="4461"/>
                </a:lnTo>
                <a:lnTo>
                  <a:pt x="0" y="4373"/>
                </a:lnTo>
                <a:lnTo>
                  <a:pt x="0" y="4286"/>
                </a:lnTo>
                <a:lnTo>
                  <a:pt x="0" y="4198"/>
                </a:lnTo>
                <a:lnTo>
                  <a:pt x="0" y="4111"/>
                </a:lnTo>
                <a:lnTo>
                  <a:pt x="0" y="4023"/>
                </a:lnTo>
                <a:lnTo>
                  <a:pt x="0" y="3936"/>
                </a:lnTo>
                <a:lnTo>
                  <a:pt x="0" y="3848"/>
                </a:lnTo>
                <a:lnTo>
                  <a:pt x="0" y="3761"/>
                </a:lnTo>
                <a:lnTo>
                  <a:pt x="0" y="3673"/>
                </a:lnTo>
                <a:lnTo>
                  <a:pt x="0" y="3586"/>
                </a:lnTo>
                <a:lnTo>
                  <a:pt x="0" y="3498"/>
                </a:lnTo>
                <a:lnTo>
                  <a:pt x="0" y="3411"/>
                </a:lnTo>
                <a:lnTo>
                  <a:pt x="0" y="3323"/>
                </a:lnTo>
                <a:lnTo>
                  <a:pt x="0" y="3236"/>
                </a:lnTo>
                <a:lnTo>
                  <a:pt x="0" y="3149"/>
                </a:lnTo>
                <a:lnTo>
                  <a:pt x="0" y="3061"/>
                </a:lnTo>
                <a:lnTo>
                  <a:pt x="0" y="2974"/>
                </a:lnTo>
                <a:lnTo>
                  <a:pt x="0" y="2886"/>
                </a:lnTo>
                <a:lnTo>
                  <a:pt x="0" y="2799"/>
                </a:lnTo>
                <a:lnTo>
                  <a:pt x="0" y="2711"/>
                </a:lnTo>
                <a:lnTo>
                  <a:pt x="0" y="2624"/>
                </a:lnTo>
                <a:lnTo>
                  <a:pt x="0" y="2536"/>
                </a:lnTo>
                <a:lnTo>
                  <a:pt x="0" y="2449"/>
                </a:lnTo>
                <a:lnTo>
                  <a:pt x="0" y="2361"/>
                </a:lnTo>
                <a:lnTo>
                  <a:pt x="0" y="2274"/>
                </a:lnTo>
                <a:lnTo>
                  <a:pt x="0" y="2186"/>
                </a:lnTo>
                <a:lnTo>
                  <a:pt x="0" y="2099"/>
                </a:lnTo>
                <a:lnTo>
                  <a:pt x="0" y="2012"/>
                </a:lnTo>
                <a:lnTo>
                  <a:pt x="0" y="1924"/>
                </a:lnTo>
                <a:lnTo>
                  <a:pt x="0" y="1837"/>
                </a:lnTo>
                <a:lnTo>
                  <a:pt x="0" y="1749"/>
                </a:lnTo>
                <a:lnTo>
                  <a:pt x="0" y="1662"/>
                </a:lnTo>
                <a:lnTo>
                  <a:pt x="0" y="1574"/>
                </a:lnTo>
                <a:lnTo>
                  <a:pt x="0" y="1487"/>
                </a:lnTo>
                <a:lnTo>
                  <a:pt x="0" y="1399"/>
                </a:lnTo>
                <a:lnTo>
                  <a:pt x="0" y="1312"/>
                </a:lnTo>
                <a:lnTo>
                  <a:pt x="0" y="1224"/>
                </a:lnTo>
                <a:lnTo>
                  <a:pt x="0" y="1137"/>
                </a:lnTo>
                <a:lnTo>
                  <a:pt x="0" y="1049"/>
                </a:lnTo>
                <a:lnTo>
                  <a:pt x="0" y="962"/>
                </a:lnTo>
                <a:lnTo>
                  <a:pt x="0" y="875"/>
                </a:lnTo>
                <a:lnTo>
                  <a:pt x="0" y="787"/>
                </a:lnTo>
                <a:lnTo>
                  <a:pt x="0" y="700"/>
                </a:lnTo>
                <a:lnTo>
                  <a:pt x="0" y="612"/>
                </a:lnTo>
                <a:lnTo>
                  <a:pt x="0" y="525"/>
                </a:lnTo>
                <a:lnTo>
                  <a:pt x="0" y="437"/>
                </a:lnTo>
                <a:lnTo>
                  <a:pt x="0" y="350"/>
                </a:lnTo>
                <a:lnTo>
                  <a:pt x="0" y="262"/>
                </a:lnTo>
                <a:lnTo>
                  <a:pt x="0" y="175"/>
                </a:lnTo>
                <a:lnTo>
                  <a:pt x="0" y="87"/>
                </a:lnTo>
                <a:lnTo>
                  <a:pt x="0" y="0"/>
                </a:lnTo>
                <a:lnTo>
                  <a:pt x="155" y="0"/>
                </a:lnTo>
                <a:lnTo>
                  <a:pt x="157" y="87"/>
                </a:lnTo>
                <a:lnTo>
                  <a:pt x="159" y="175"/>
                </a:lnTo>
                <a:lnTo>
                  <a:pt x="162" y="262"/>
                </a:lnTo>
                <a:lnTo>
                  <a:pt x="164" y="350"/>
                </a:lnTo>
                <a:lnTo>
                  <a:pt x="166" y="437"/>
                </a:lnTo>
                <a:lnTo>
                  <a:pt x="167" y="525"/>
                </a:lnTo>
                <a:lnTo>
                  <a:pt x="169" y="612"/>
                </a:lnTo>
                <a:lnTo>
                  <a:pt x="171" y="700"/>
                </a:lnTo>
                <a:lnTo>
                  <a:pt x="173" y="787"/>
                </a:lnTo>
                <a:lnTo>
                  <a:pt x="175" y="875"/>
                </a:lnTo>
                <a:lnTo>
                  <a:pt x="176" y="962"/>
                </a:lnTo>
                <a:lnTo>
                  <a:pt x="178" y="1049"/>
                </a:lnTo>
                <a:lnTo>
                  <a:pt x="180" y="1137"/>
                </a:lnTo>
                <a:lnTo>
                  <a:pt x="182" y="1224"/>
                </a:lnTo>
                <a:lnTo>
                  <a:pt x="183" y="1312"/>
                </a:lnTo>
                <a:lnTo>
                  <a:pt x="185" y="1399"/>
                </a:lnTo>
                <a:lnTo>
                  <a:pt x="187" y="1487"/>
                </a:lnTo>
                <a:lnTo>
                  <a:pt x="189" y="1574"/>
                </a:lnTo>
                <a:lnTo>
                  <a:pt x="190" y="1662"/>
                </a:lnTo>
                <a:lnTo>
                  <a:pt x="192" y="1749"/>
                </a:lnTo>
                <a:lnTo>
                  <a:pt x="194" y="1837"/>
                </a:lnTo>
                <a:lnTo>
                  <a:pt x="196" y="1924"/>
                </a:lnTo>
                <a:lnTo>
                  <a:pt x="199" y="2012"/>
                </a:lnTo>
                <a:lnTo>
                  <a:pt x="201" y="2099"/>
                </a:lnTo>
                <a:lnTo>
                  <a:pt x="203" y="2186"/>
                </a:lnTo>
                <a:lnTo>
                  <a:pt x="206" y="2274"/>
                </a:lnTo>
                <a:lnTo>
                  <a:pt x="208" y="2361"/>
                </a:lnTo>
                <a:lnTo>
                  <a:pt x="211" y="2449"/>
                </a:lnTo>
                <a:lnTo>
                  <a:pt x="214" y="2536"/>
                </a:lnTo>
                <a:lnTo>
                  <a:pt x="218" y="2624"/>
                </a:lnTo>
                <a:lnTo>
                  <a:pt x="221" y="2711"/>
                </a:lnTo>
                <a:lnTo>
                  <a:pt x="224" y="2799"/>
                </a:lnTo>
                <a:lnTo>
                  <a:pt x="227" y="2886"/>
                </a:lnTo>
                <a:lnTo>
                  <a:pt x="231" y="2974"/>
                </a:lnTo>
                <a:lnTo>
                  <a:pt x="235" y="3061"/>
                </a:lnTo>
                <a:lnTo>
                  <a:pt x="239" y="3149"/>
                </a:lnTo>
                <a:lnTo>
                  <a:pt x="243" y="3236"/>
                </a:lnTo>
                <a:lnTo>
                  <a:pt x="247" y="3323"/>
                </a:lnTo>
                <a:lnTo>
                  <a:pt x="252" y="3411"/>
                </a:lnTo>
                <a:lnTo>
                  <a:pt x="257" y="3498"/>
                </a:lnTo>
                <a:lnTo>
                  <a:pt x="262" y="3586"/>
                </a:lnTo>
                <a:lnTo>
                  <a:pt x="267" y="3673"/>
                </a:lnTo>
                <a:lnTo>
                  <a:pt x="272" y="3761"/>
                </a:lnTo>
                <a:lnTo>
                  <a:pt x="278" y="3848"/>
                </a:lnTo>
                <a:lnTo>
                  <a:pt x="283" y="3936"/>
                </a:lnTo>
                <a:lnTo>
                  <a:pt x="289" y="4023"/>
                </a:lnTo>
                <a:lnTo>
                  <a:pt x="295" y="4111"/>
                </a:lnTo>
                <a:lnTo>
                  <a:pt x="302" y="4198"/>
                </a:lnTo>
                <a:lnTo>
                  <a:pt x="308" y="4286"/>
                </a:lnTo>
                <a:lnTo>
                  <a:pt x="315" y="4373"/>
                </a:lnTo>
                <a:lnTo>
                  <a:pt x="322" y="4461"/>
                </a:lnTo>
                <a:lnTo>
                  <a:pt x="329" y="4548"/>
                </a:lnTo>
                <a:lnTo>
                  <a:pt x="336" y="4635"/>
                </a:lnTo>
                <a:lnTo>
                  <a:pt x="343" y="4723"/>
                </a:lnTo>
                <a:lnTo>
                  <a:pt x="351" y="4810"/>
                </a:lnTo>
                <a:lnTo>
                  <a:pt x="358" y="4898"/>
                </a:lnTo>
                <a:lnTo>
                  <a:pt x="366" y="4985"/>
                </a:lnTo>
                <a:lnTo>
                  <a:pt x="373" y="5073"/>
                </a:lnTo>
                <a:lnTo>
                  <a:pt x="381" y="5160"/>
                </a:lnTo>
                <a:lnTo>
                  <a:pt x="389" y="5248"/>
                </a:lnTo>
                <a:lnTo>
                  <a:pt x="397" y="5335"/>
                </a:lnTo>
                <a:lnTo>
                  <a:pt x="405" y="5423"/>
                </a:lnTo>
                <a:lnTo>
                  <a:pt x="412" y="5510"/>
                </a:lnTo>
                <a:lnTo>
                  <a:pt x="420" y="5598"/>
                </a:lnTo>
                <a:lnTo>
                  <a:pt x="428" y="5685"/>
                </a:lnTo>
                <a:lnTo>
                  <a:pt x="435" y="5772"/>
                </a:lnTo>
                <a:lnTo>
                  <a:pt x="443" y="5860"/>
                </a:lnTo>
                <a:lnTo>
                  <a:pt x="450" y="5947"/>
                </a:lnTo>
                <a:lnTo>
                  <a:pt x="457" y="6035"/>
                </a:lnTo>
                <a:lnTo>
                  <a:pt x="464" y="6122"/>
                </a:lnTo>
                <a:lnTo>
                  <a:pt x="470" y="6210"/>
                </a:lnTo>
                <a:lnTo>
                  <a:pt x="477" y="6297"/>
                </a:lnTo>
                <a:lnTo>
                  <a:pt x="483" y="6385"/>
                </a:lnTo>
                <a:lnTo>
                  <a:pt x="488" y="6472"/>
                </a:lnTo>
                <a:lnTo>
                  <a:pt x="494" y="6560"/>
                </a:lnTo>
                <a:lnTo>
                  <a:pt x="498" y="6647"/>
                </a:lnTo>
                <a:lnTo>
                  <a:pt x="503" y="6735"/>
                </a:lnTo>
                <a:lnTo>
                  <a:pt x="507" y="6822"/>
                </a:lnTo>
                <a:lnTo>
                  <a:pt x="511" y="6910"/>
                </a:lnTo>
                <a:lnTo>
                  <a:pt x="514" y="6997"/>
                </a:lnTo>
                <a:lnTo>
                  <a:pt x="517" y="7084"/>
                </a:lnTo>
                <a:lnTo>
                  <a:pt x="519" y="7172"/>
                </a:lnTo>
                <a:lnTo>
                  <a:pt x="521" y="7259"/>
                </a:lnTo>
                <a:lnTo>
                  <a:pt x="522" y="7347"/>
                </a:lnTo>
                <a:lnTo>
                  <a:pt x="522" y="7434"/>
                </a:lnTo>
                <a:lnTo>
                  <a:pt x="522" y="7522"/>
                </a:lnTo>
                <a:lnTo>
                  <a:pt x="522" y="7609"/>
                </a:lnTo>
                <a:lnTo>
                  <a:pt x="521" y="7697"/>
                </a:lnTo>
                <a:lnTo>
                  <a:pt x="519" y="7784"/>
                </a:lnTo>
                <a:lnTo>
                  <a:pt x="516" y="7872"/>
                </a:lnTo>
                <a:lnTo>
                  <a:pt x="514" y="7959"/>
                </a:lnTo>
                <a:lnTo>
                  <a:pt x="510" y="8047"/>
                </a:lnTo>
                <a:lnTo>
                  <a:pt x="506" y="8134"/>
                </a:lnTo>
                <a:lnTo>
                  <a:pt x="501" y="8221"/>
                </a:lnTo>
                <a:lnTo>
                  <a:pt x="496" y="8309"/>
                </a:lnTo>
                <a:lnTo>
                  <a:pt x="490" y="8396"/>
                </a:lnTo>
                <a:lnTo>
                  <a:pt x="484" y="8484"/>
                </a:lnTo>
                <a:lnTo>
                  <a:pt x="477" y="8571"/>
                </a:lnTo>
                <a:lnTo>
                  <a:pt x="470" y="8660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254" name=""/>
          <p:cNvSpPr/>
          <p:nvPr/>
        </p:nvSpPr>
        <p:spPr>
          <a:xfrm>
            <a:off x="8493120" y="4001040"/>
            <a:ext cx="1579680" cy="294840"/>
          </a:xfrm>
          <a:custGeom>
            <a:avLst/>
            <a:gdLst/>
            <a:ahLst/>
            <a:rect l="0" t="0" r="r" b="b"/>
            <a:pathLst>
              <a:path fill="none" w="4388" h="819">
                <a:moveTo>
                  <a:pt x="0" y="0"/>
                </a:moveTo>
                <a:cubicBezTo>
                  <a:pt x="1444" y="504"/>
                  <a:pt x="2907" y="778"/>
                  <a:pt x="4388" y="819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55" name=""/>
          <p:cNvSpPr/>
          <p:nvPr/>
        </p:nvSpPr>
        <p:spPr>
          <a:xfrm>
            <a:off x="10010520" y="4263480"/>
            <a:ext cx="62280" cy="61200"/>
          </a:xfrm>
          <a:custGeom>
            <a:avLst/>
            <a:gdLst/>
            <a:ahLst/>
            <a:rect l="0" t="0" r="r" b="b"/>
            <a:pathLst>
              <a:path w="173" h="170">
                <a:moveTo>
                  <a:pt x="5" y="0"/>
                </a:moveTo>
                <a:lnTo>
                  <a:pt x="173" y="90"/>
                </a:lnTo>
                <a:lnTo>
                  <a:pt x="0" y="170"/>
                </a:lnTo>
                <a:lnTo>
                  <a:pt x="5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56" name=""/>
          <p:cNvSpPr/>
          <p:nvPr/>
        </p:nvSpPr>
        <p:spPr>
          <a:xfrm>
            <a:off x="8487720" y="2265480"/>
            <a:ext cx="1611360" cy="2068200"/>
          </a:xfrm>
          <a:custGeom>
            <a:avLst/>
            <a:gdLst/>
            <a:ahLst/>
            <a:rect l="0" t="0" r="r" b="b"/>
            <a:pathLst>
              <a:path fill="none" w="4476" h="5745">
                <a:moveTo>
                  <a:pt x="0" y="5745"/>
                </a:moveTo>
                <a:cubicBezTo>
                  <a:pt x="1808" y="4045"/>
                  <a:pt x="3300" y="2130"/>
                  <a:pt x="4476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57" name=""/>
          <p:cNvSpPr/>
          <p:nvPr/>
        </p:nvSpPr>
        <p:spPr>
          <a:xfrm>
            <a:off x="10042560" y="2265480"/>
            <a:ext cx="56520" cy="68400"/>
          </a:xfrm>
          <a:custGeom>
            <a:avLst/>
            <a:gdLst/>
            <a:ahLst/>
            <a:rect l="0" t="0" r="r" b="b"/>
            <a:pathLst>
              <a:path w="157" h="190">
                <a:moveTo>
                  <a:pt x="0" y="108"/>
                </a:moveTo>
                <a:lnTo>
                  <a:pt x="157" y="0"/>
                </a:lnTo>
                <a:lnTo>
                  <a:pt x="149" y="190"/>
                </a:lnTo>
                <a:lnTo>
                  <a:pt x="0" y="108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58" name=""/>
          <p:cNvSpPr/>
          <p:nvPr/>
        </p:nvSpPr>
        <p:spPr>
          <a:xfrm>
            <a:off x="8494560" y="3579120"/>
            <a:ext cx="1580040" cy="181440"/>
          </a:xfrm>
          <a:custGeom>
            <a:avLst/>
            <a:gdLst/>
            <a:ahLst/>
            <a:rect l="0" t="0" r="r" b="b"/>
            <a:pathLst>
              <a:path fill="none" w="4389" h="504">
                <a:moveTo>
                  <a:pt x="0" y="492"/>
                </a:moveTo>
                <a:cubicBezTo>
                  <a:pt x="1513" y="553"/>
                  <a:pt x="2975" y="389"/>
                  <a:pt x="4389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59" name=""/>
          <p:cNvSpPr/>
          <p:nvPr/>
        </p:nvSpPr>
        <p:spPr>
          <a:xfrm>
            <a:off x="10007280" y="3566160"/>
            <a:ext cx="67320" cy="59040"/>
          </a:xfrm>
          <a:custGeom>
            <a:avLst/>
            <a:gdLst/>
            <a:ahLst/>
            <a:rect l="0" t="0" r="r" b="b"/>
            <a:pathLst>
              <a:path w="187" h="164">
                <a:moveTo>
                  <a:pt x="0" y="0"/>
                </a:moveTo>
                <a:lnTo>
                  <a:pt x="187" y="36"/>
                </a:lnTo>
                <a:lnTo>
                  <a:pt x="46" y="16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60" name=""/>
          <p:cNvSpPr/>
          <p:nvPr/>
        </p:nvSpPr>
        <p:spPr>
          <a:xfrm>
            <a:off x="8491320" y="2993040"/>
            <a:ext cx="1597320" cy="1215360"/>
          </a:xfrm>
          <a:custGeom>
            <a:avLst/>
            <a:gdLst/>
            <a:ahLst/>
            <a:rect l="0" t="0" r="r" b="b"/>
            <a:pathLst>
              <a:path fill="none" w="4437" h="3376">
                <a:moveTo>
                  <a:pt x="0" y="3376"/>
                </a:moveTo>
                <a:cubicBezTo>
                  <a:pt x="1674" y="2467"/>
                  <a:pt x="3153" y="1342"/>
                  <a:pt x="4437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61" name=""/>
          <p:cNvSpPr/>
          <p:nvPr/>
        </p:nvSpPr>
        <p:spPr>
          <a:xfrm>
            <a:off x="10023840" y="2993040"/>
            <a:ext cx="64800" cy="65520"/>
          </a:xfrm>
          <a:custGeom>
            <a:avLst/>
            <a:gdLst/>
            <a:ahLst/>
            <a:rect l="0" t="0" r="r" b="b"/>
            <a:pathLst>
              <a:path w="180" h="182">
                <a:moveTo>
                  <a:pt x="0" y="65"/>
                </a:moveTo>
                <a:lnTo>
                  <a:pt x="180" y="0"/>
                </a:lnTo>
                <a:lnTo>
                  <a:pt x="124" y="182"/>
                </a:lnTo>
                <a:lnTo>
                  <a:pt x="0" y="65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62" name=""/>
          <p:cNvSpPr/>
          <p:nvPr/>
        </p:nvSpPr>
        <p:spPr>
          <a:xfrm>
            <a:off x="8494560" y="4012560"/>
            <a:ext cx="1581120" cy="302040"/>
          </a:xfrm>
          <a:custGeom>
            <a:avLst/>
            <a:gdLst/>
            <a:ahLst/>
            <a:rect l="0" t="0" r="r" b="b"/>
            <a:pathLst>
              <a:path fill="none" w="4392" h="839">
                <a:moveTo>
                  <a:pt x="0" y="839"/>
                </a:moveTo>
                <a:cubicBezTo>
                  <a:pt x="1531" y="782"/>
                  <a:pt x="2995" y="503"/>
                  <a:pt x="4392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63" name=""/>
          <p:cNvSpPr/>
          <p:nvPr/>
        </p:nvSpPr>
        <p:spPr>
          <a:xfrm>
            <a:off x="10007640" y="4004280"/>
            <a:ext cx="68040" cy="57960"/>
          </a:xfrm>
          <a:custGeom>
            <a:avLst/>
            <a:gdLst/>
            <a:ahLst/>
            <a:rect l="0" t="0" r="r" b="b"/>
            <a:pathLst>
              <a:path w="189" h="161">
                <a:moveTo>
                  <a:pt x="0" y="0"/>
                </a:moveTo>
                <a:lnTo>
                  <a:pt x="189" y="23"/>
                </a:lnTo>
                <a:lnTo>
                  <a:pt x="58" y="161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64" name=""/>
          <p:cNvSpPr/>
          <p:nvPr/>
        </p:nvSpPr>
        <p:spPr>
          <a:xfrm>
            <a:off x="8489520" y="1614240"/>
            <a:ext cx="1604520" cy="1613160"/>
          </a:xfrm>
          <a:custGeom>
            <a:avLst/>
            <a:gdLst/>
            <a:ahLst/>
            <a:rect l="0" t="0" r="r" b="b"/>
            <a:pathLst>
              <a:path fill="none" w="4457" h="4481">
                <a:moveTo>
                  <a:pt x="0" y="4481"/>
                </a:moveTo>
                <a:cubicBezTo>
                  <a:pt x="1737" y="3203"/>
                  <a:pt x="3222" y="1709"/>
                  <a:pt x="4457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65" name=""/>
          <p:cNvSpPr/>
          <p:nvPr/>
        </p:nvSpPr>
        <p:spPr>
          <a:xfrm>
            <a:off x="10033200" y="1614240"/>
            <a:ext cx="60840" cy="67680"/>
          </a:xfrm>
          <a:custGeom>
            <a:avLst/>
            <a:gdLst/>
            <a:ahLst/>
            <a:rect l="0" t="0" r="r" b="b"/>
            <a:pathLst>
              <a:path w="169" h="188">
                <a:moveTo>
                  <a:pt x="0" y="88"/>
                </a:moveTo>
                <a:lnTo>
                  <a:pt x="169" y="0"/>
                </a:lnTo>
                <a:lnTo>
                  <a:pt x="138" y="188"/>
                </a:lnTo>
                <a:lnTo>
                  <a:pt x="0" y="88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66" name=""/>
          <p:cNvSpPr/>
          <p:nvPr/>
        </p:nvSpPr>
        <p:spPr>
          <a:xfrm>
            <a:off x="8494200" y="4610880"/>
            <a:ext cx="1578960" cy="63720"/>
          </a:xfrm>
          <a:custGeom>
            <a:avLst/>
            <a:gdLst/>
            <a:ahLst/>
            <a:rect l="0" t="0" r="r" b="b"/>
            <a:pathLst>
              <a:path fill="none" w="4386" h="177">
                <a:moveTo>
                  <a:pt x="0" y="0"/>
                </a:moveTo>
                <a:cubicBezTo>
                  <a:pt x="1486" y="232"/>
                  <a:pt x="2948" y="236"/>
                  <a:pt x="4386" y="11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67" name=""/>
          <p:cNvSpPr/>
          <p:nvPr/>
        </p:nvSpPr>
        <p:spPr>
          <a:xfrm>
            <a:off x="10008000" y="4593960"/>
            <a:ext cx="65160" cy="60480"/>
          </a:xfrm>
          <a:custGeom>
            <a:avLst/>
            <a:gdLst/>
            <a:ahLst/>
            <a:rect l="0" t="0" r="r" b="b"/>
            <a:pathLst>
              <a:path w="181" h="168">
                <a:moveTo>
                  <a:pt x="0" y="0"/>
                </a:moveTo>
                <a:lnTo>
                  <a:pt x="181" y="59"/>
                </a:lnTo>
                <a:lnTo>
                  <a:pt x="27" y="168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68" name=""/>
          <p:cNvSpPr/>
          <p:nvPr/>
        </p:nvSpPr>
        <p:spPr>
          <a:xfrm>
            <a:off x="8487360" y="1933560"/>
            <a:ext cx="1612800" cy="2175120"/>
          </a:xfrm>
          <a:custGeom>
            <a:avLst/>
            <a:gdLst/>
            <a:ahLst/>
            <a:rect l="0" t="0" r="r" b="b"/>
            <a:pathLst>
              <a:path fill="none" w="4480" h="6042">
                <a:moveTo>
                  <a:pt x="0" y="6042"/>
                </a:moveTo>
                <a:cubicBezTo>
                  <a:pt x="1824" y="4244"/>
                  <a:pt x="3317" y="2229"/>
                  <a:pt x="4480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69" name=""/>
          <p:cNvSpPr/>
          <p:nvPr/>
        </p:nvSpPr>
        <p:spPr>
          <a:xfrm>
            <a:off x="10044720" y="1933560"/>
            <a:ext cx="55440" cy="68760"/>
          </a:xfrm>
          <a:custGeom>
            <a:avLst/>
            <a:gdLst/>
            <a:ahLst/>
            <a:rect l="0" t="0" r="r" b="b"/>
            <a:pathLst>
              <a:path w="154" h="191">
                <a:moveTo>
                  <a:pt x="0" y="112"/>
                </a:moveTo>
                <a:lnTo>
                  <a:pt x="154" y="0"/>
                </a:lnTo>
                <a:lnTo>
                  <a:pt x="151" y="191"/>
                </a:lnTo>
                <a:lnTo>
                  <a:pt x="0" y="112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70" name=""/>
          <p:cNvSpPr/>
          <p:nvPr/>
        </p:nvSpPr>
        <p:spPr>
          <a:xfrm>
            <a:off x="8494560" y="4366080"/>
            <a:ext cx="1581120" cy="292320"/>
          </a:xfrm>
          <a:custGeom>
            <a:avLst/>
            <a:gdLst/>
            <a:ahLst/>
            <a:rect l="0" t="0" r="r" b="b"/>
            <a:pathLst>
              <a:path fill="none" w="4392" h="812">
                <a:moveTo>
                  <a:pt x="0" y="812"/>
                </a:moveTo>
                <a:cubicBezTo>
                  <a:pt x="1530" y="764"/>
                  <a:pt x="2994" y="494"/>
                  <a:pt x="4392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71" name=""/>
          <p:cNvSpPr/>
          <p:nvPr/>
        </p:nvSpPr>
        <p:spPr>
          <a:xfrm>
            <a:off x="10007640" y="4357800"/>
            <a:ext cx="68040" cy="57600"/>
          </a:xfrm>
          <a:custGeom>
            <a:avLst/>
            <a:gdLst/>
            <a:ahLst/>
            <a:rect l="0" t="0" r="r" b="b"/>
            <a:pathLst>
              <a:path w="189" h="160">
                <a:moveTo>
                  <a:pt x="0" y="0"/>
                </a:moveTo>
                <a:lnTo>
                  <a:pt x="189" y="23"/>
                </a:lnTo>
                <a:lnTo>
                  <a:pt x="56" y="16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72" name=""/>
          <p:cNvSpPr/>
          <p:nvPr/>
        </p:nvSpPr>
        <p:spPr>
          <a:xfrm>
            <a:off x="8492040" y="3681000"/>
            <a:ext cx="1581120" cy="478440"/>
          </a:xfrm>
          <a:custGeom>
            <a:avLst/>
            <a:gdLst/>
            <a:ahLst/>
            <a:rect l="0" t="0" r="r" b="b"/>
            <a:pathLst>
              <a:path fill="none" w="4392" h="1329">
                <a:moveTo>
                  <a:pt x="0" y="0"/>
                </a:moveTo>
                <a:cubicBezTo>
                  <a:pt x="1419" y="677"/>
                  <a:pt x="2883" y="1121"/>
                  <a:pt x="4392" y="1329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73" name=""/>
          <p:cNvSpPr/>
          <p:nvPr/>
        </p:nvSpPr>
        <p:spPr>
          <a:xfrm>
            <a:off x="10008360" y="4120560"/>
            <a:ext cx="64800" cy="60840"/>
          </a:xfrm>
          <a:custGeom>
            <a:avLst/>
            <a:gdLst/>
            <a:ahLst/>
            <a:rect l="0" t="0" r="r" b="b"/>
            <a:pathLst>
              <a:path w="180" h="169">
                <a:moveTo>
                  <a:pt x="23" y="0"/>
                </a:moveTo>
                <a:lnTo>
                  <a:pt x="180" y="107"/>
                </a:lnTo>
                <a:lnTo>
                  <a:pt x="0" y="169"/>
                </a:lnTo>
                <a:lnTo>
                  <a:pt x="23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74" name=""/>
          <p:cNvSpPr/>
          <p:nvPr/>
        </p:nvSpPr>
        <p:spPr>
          <a:xfrm>
            <a:off x="8492400" y="4295880"/>
            <a:ext cx="1580400" cy="390240"/>
          </a:xfrm>
          <a:custGeom>
            <a:avLst/>
            <a:gdLst/>
            <a:ahLst/>
            <a:rect l="0" t="0" r="r" b="b"/>
            <a:pathLst>
              <a:path fill="none" w="4390" h="1084">
                <a:moveTo>
                  <a:pt x="0" y="0"/>
                </a:moveTo>
                <a:cubicBezTo>
                  <a:pt x="1432" y="595"/>
                  <a:pt x="2894" y="956"/>
                  <a:pt x="4390" y="1084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75" name=""/>
          <p:cNvSpPr/>
          <p:nvPr/>
        </p:nvSpPr>
        <p:spPr>
          <a:xfrm>
            <a:off x="10009080" y="4650120"/>
            <a:ext cx="63720" cy="61200"/>
          </a:xfrm>
          <a:custGeom>
            <a:avLst/>
            <a:gdLst/>
            <a:ahLst/>
            <a:rect l="0" t="0" r="r" b="b"/>
            <a:pathLst>
              <a:path w="177" h="170">
                <a:moveTo>
                  <a:pt x="15" y="0"/>
                </a:moveTo>
                <a:lnTo>
                  <a:pt x="177" y="99"/>
                </a:lnTo>
                <a:lnTo>
                  <a:pt x="0" y="170"/>
                </a:lnTo>
                <a:lnTo>
                  <a:pt x="15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276" name=""/>
          <p:cNvSpPr/>
          <p:nvPr/>
        </p:nvSpPr>
        <p:spPr>
          <a:xfrm>
            <a:off x="8493840" y="3432600"/>
            <a:ext cx="1586520" cy="660240"/>
          </a:xfrm>
          <a:custGeom>
            <a:avLst/>
            <a:gdLst/>
            <a:ahLst/>
            <a:rect l="0" t="0" r="r" b="b"/>
            <a:pathLst>
              <a:path fill="none" w="4407" h="1834">
                <a:moveTo>
                  <a:pt x="0" y="1834"/>
                </a:moveTo>
                <a:cubicBezTo>
                  <a:pt x="1587" y="1442"/>
                  <a:pt x="3055" y="831"/>
                  <a:pt x="4407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77" name=""/>
          <p:cNvSpPr/>
          <p:nvPr/>
        </p:nvSpPr>
        <p:spPr>
          <a:xfrm>
            <a:off x="10011960" y="3432600"/>
            <a:ext cx="68400" cy="58320"/>
          </a:xfrm>
          <a:custGeom>
            <a:avLst/>
            <a:gdLst/>
            <a:ahLst/>
            <a:rect l="0" t="0" r="r" b="b"/>
            <a:pathLst>
              <a:path w="190" h="162">
                <a:moveTo>
                  <a:pt x="0" y="16"/>
                </a:moveTo>
                <a:lnTo>
                  <a:pt x="190" y="0"/>
                </a:lnTo>
                <a:lnTo>
                  <a:pt x="89" y="162"/>
                </a:lnTo>
                <a:lnTo>
                  <a:pt x="0" y="16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278" name=""/>
          <p:cNvSpPr/>
          <p:nvPr/>
        </p:nvSpPr>
        <p:spPr>
          <a:xfrm flipV="1">
            <a:off x="7831440" y="325800"/>
            <a:ext cx="0" cy="45201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79" name=""/>
          <p:cNvSpPr/>
          <p:nvPr/>
        </p:nvSpPr>
        <p:spPr>
          <a:xfrm>
            <a:off x="7831440" y="4845960"/>
            <a:ext cx="29293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80" name=""/>
          <p:cNvSpPr/>
          <p:nvPr/>
        </p:nvSpPr>
        <p:spPr>
          <a:xfrm>
            <a:off x="9112320" y="376200"/>
            <a:ext cx="1630440" cy="319320"/>
          </a:xfrm>
          <a:custGeom>
            <a:avLst/>
            <a:gdLst/>
            <a:ahLst/>
            <a:rect l="0" t="0" r="r" b="b"/>
            <a:pathLst>
              <a:path w="4529" h="887">
                <a:moveTo>
                  <a:pt x="111" y="887"/>
                </a:moveTo>
                <a:lnTo>
                  <a:pt x="4418" y="887"/>
                </a:lnTo>
                <a:cubicBezTo>
                  <a:pt x="4492" y="887"/>
                  <a:pt x="4529" y="850"/>
                  <a:pt x="4529" y="776"/>
                </a:cubicBezTo>
                <a:lnTo>
                  <a:pt x="4529" y="111"/>
                </a:lnTo>
                <a:cubicBezTo>
                  <a:pt x="4529" y="37"/>
                  <a:pt x="4492" y="0"/>
                  <a:pt x="4418" y="0"/>
                </a:cubicBezTo>
                <a:lnTo>
                  <a:pt x="111" y="0"/>
                </a:lnTo>
                <a:cubicBezTo>
                  <a:pt x="37" y="0"/>
                  <a:pt x="0" y="37"/>
                  <a:pt x="0" y="111"/>
                </a:cubicBezTo>
                <a:lnTo>
                  <a:pt x="0" y="776"/>
                </a:lnTo>
                <a:cubicBezTo>
                  <a:pt x="0" y="850"/>
                  <a:pt x="37" y="887"/>
                  <a:pt x="111" y="887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2600">
            <a:solidFill>
              <a:srgbClr val="0e2a47">
                <a:alpha val="95000"/>
              </a:srgbClr>
            </a:solidFill>
            <a:miter/>
          </a:ln>
        </p:spPr>
      </p:sp>
      <p:sp>
        <p:nvSpPr>
          <p:cNvPr id="281" name=""/>
          <p:cNvSpPr txBox="1"/>
          <p:nvPr/>
        </p:nvSpPr>
        <p:spPr>
          <a:xfrm rot="16200000">
            <a:off x="6099840" y="2500200"/>
            <a:ext cx="23126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BCR (IGH) clonotypes (count)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82" name=""/>
          <p:cNvSpPr txBox="1"/>
          <p:nvPr/>
        </p:nvSpPr>
        <p:spPr>
          <a:xfrm>
            <a:off x="9152640" y="397440"/>
            <a:ext cx="1552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Good (paired) p = 0.062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8421840" y="394560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199" y="249"/>
                  <a:pt x="224" y="224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7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4" name=""/>
          <p:cNvSpPr/>
          <p:nvPr/>
        </p:nvSpPr>
        <p:spPr>
          <a:xfrm>
            <a:off x="10076400" y="42498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6"/>
                  <a:pt x="262" y="132"/>
                </a:cubicBezTo>
                <a:cubicBezTo>
                  <a:pt x="262" y="97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7"/>
                  <a:pt x="0" y="132"/>
                </a:cubicBezTo>
                <a:cubicBezTo>
                  <a:pt x="0" y="166"/>
                  <a:pt x="13" y="200"/>
                  <a:pt x="38" y="224"/>
                </a:cubicBezTo>
                <a:cubicBezTo>
                  <a:pt x="62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85" name=""/>
          <p:cNvSpPr/>
          <p:nvPr/>
        </p:nvSpPr>
        <p:spPr>
          <a:xfrm>
            <a:off x="8421840" y="43034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86" name=""/>
          <p:cNvSpPr/>
          <p:nvPr/>
        </p:nvSpPr>
        <p:spPr>
          <a:xfrm>
            <a:off x="10076400" y="21736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6"/>
                  <a:pt x="262" y="132"/>
                </a:cubicBezTo>
                <a:cubicBezTo>
                  <a:pt x="262" y="97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7"/>
                  <a:pt x="0" y="132"/>
                </a:cubicBezTo>
                <a:cubicBezTo>
                  <a:pt x="0" y="166"/>
                  <a:pt x="13" y="200"/>
                  <a:pt x="38" y="224"/>
                </a:cubicBezTo>
                <a:cubicBezTo>
                  <a:pt x="62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87" name=""/>
          <p:cNvSpPr/>
          <p:nvPr/>
        </p:nvSpPr>
        <p:spPr>
          <a:xfrm>
            <a:off x="8421840" y="37076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4" y="40"/>
                </a:cubicBezTo>
                <a:cubicBezTo>
                  <a:pt x="199" y="15"/>
                  <a:pt x="166" y="0"/>
                  <a:pt x="131" y="0"/>
                </a:cubicBezTo>
                <a:cubicBezTo>
                  <a:pt x="97" y="0"/>
                  <a:pt x="63" y="15"/>
                  <a:pt x="39" y="40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88" name=""/>
          <p:cNvSpPr/>
          <p:nvPr/>
        </p:nvSpPr>
        <p:spPr>
          <a:xfrm>
            <a:off x="10076400" y="35186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7"/>
                  <a:pt x="248" y="64"/>
                  <a:pt x="224" y="39"/>
                </a:cubicBezTo>
                <a:cubicBezTo>
                  <a:pt x="199" y="15"/>
                  <a:pt x="166" y="0"/>
                  <a:pt x="131" y="0"/>
                </a:cubicBezTo>
                <a:cubicBezTo>
                  <a:pt x="97" y="0"/>
                  <a:pt x="62" y="15"/>
                  <a:pt x="38" y="39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2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89" name=""/>
          <p:cNvSpPr/>
          <p:nvPr/>
        </p:nvSpPr>
        <p:spPr>
          <a:xfrm>
            <a:off x="8421840" y="417312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199" y="249"/>
                  <a:pt x="224" y="224"/>
                </a:cubicBezTo>
                <a:cubicBezTo>
                  <a:pt x="249" y="199"/>
                  <a:pt x="263" y="166"/>
                  <a:pt x="263" y="132"/>
                </a:cubicBezTo>
                <a:cubicBezTo>
                  <a:pt x="263" y="97"/>
                  <a:pt x="249" y="64"/>
                  <a:pt x="224" y="39"/>
                </a:cubicBezTo>
                <a:cubicBezTo>
                  <a:pt x="199" y="13"/>
                  <a:pt x="166" y="0"/>
                  <a:pt x="131" y="0"/>
                </a:cubicBezTo>
                <a:cubicBezTo>
                  <a:pt x="97" y="0"/>
                  <a:pt x="63" y="13"/>
                  <a:pt x="39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9"/>
                  <a:pt x="97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0" name=""/>
          <p:cNvSpPr/>
          <p:nvPr/>
        </p:nvSpPr>
        <p:spPr>
          <a:xfrm>
            <a:off x="10076400" y="290916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199" y="249"/>
                  <a:pt x="224" y="224"/>
                </a:cubicBezTo>
                <a:cubicBezTo>
                  <a:pt x="248" y="200"/>
                  <a:pt x="262" y="166"/>
                  <a:pt x="262" y="131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6"/>
                  <a:pt x="13" y="200"/>
                  <a:pt x="38" y="224"/>
                </a:cubicBezTo>
                <a:cubicBezTo>
                  <a:pt x="62" y="249"/>
                  <a:pt x="97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1" name=""/>
          <p:cNvSpPr/>
          <p:nvPr/>
        </p:nvSpPr>
        <p:spPr>
          <a:xfrm>
            <a:off x="8421840" y="42678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4" y="40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40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92" name=""/>
          <p:cNvSpPr/>
          <p:nvPr/>
        </p:nvSpPr>
        <p:spPr>
          <a:xfrm>
            <a:off x="10076400" y="39481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199" y="249"/>
                  <a:pt x="224" y="224"/>
                </a:cubicBezTo>
                <a:cubicBezTo>
                  <a:pt x="248" y="200"/>
                  <a:pt x="262" y="166"/>
                  <a:pt x="262" y="132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6"/>
                  <a:pt x="0" y="132"/>
                </a:cubicBezTo>
                <a:cubicBezTo>
                  <a:pt x="0" y="166"/>
                  <a:pt x="13" y="200"/>
                  <a:pt x="38" y="224"/>
                </a:cubicBezTo>
                <a:cubicBezTo>
                  <a:pt x="62" y="249"/>
                  <a:pt x="97" y="262"/>
                  <a:pt x="131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93" name=""/>
          <p:cNvSpPr/>
          <p:nvPr/>
        </p:nvSpPr>
        <p:spPr>
          <a:xfrm>
            <a:off x="8421840" y="319500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199" y="248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2"/>
                  <a:pt x="224" y="38"/>
                </a:cubicBezTo>
                <a:cubicBezTo>
                  <a:pt x="199" y="13"/>
                  <a:pt x="166" y="0"/>
                  <a:pt x="131" y="0"/>
                </a:cubicBezTo>
                <a:cubicBezTo>
                  <a:pt x="97" y="0"/>
                  <a:pt x="63" y="13"/>
                  <a:pt x="39" y="38"/>
                </a:cubicBezTo>
                <a:cubicBezTo>
                  <a:pt x="14" y="62"/>
                  <a:pt x="0" y="96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8"/>
                  <a:pt x="97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4" name=""/>
          <p:cNvSpPr/>
          <p:nvPr/>
        </p:nvSpPr>
        <p:spPr>
          <a:xfrm>
            <a:off x="10076400" y="15256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7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7"/>
                  <a:pt x="0" y="132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2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295" name=""/>
          <p:cNvSpPr/>
          <p:nvPr/>
        </p:nvSpPr>
        <p:spPr>
          <a:xfrm>
            <a:off x="8421840" y="45597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8"/>
                  <a:pt x="224" y="223"/>
                </a:cubicBezTo>
                <a:cubicBezTo>
                  <a:pt x="249" y="199"/>
                  <a:pt x="263" y="165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9" y="223"/>
                </a:cubicBezTo>
                <a:cubicBezTo>
                  <a:pt x="63" y="248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96" name=""/>
          <p:cNvSpPr/>
          <p:nvPr/>
        </p:nvSpPr>
        <p:spPr>
          <a:xfrm>
            <a:off x="10076400" y="455976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8"/>
                  <a:pt x="224" y="223"/>
                </a:cubicBezTo>
                <a:cubicBezTo>
                  <a:pt x="248" y="199"/>
                  <a:pt x="262" y="165"/>
                  <a:pt x="262" y="131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5"/>
                  <a:pt x="13" y="199"/>
                  <a:pt x="38" y="223"/>
                </a:cubicBezTo>
                <a:cubicBezTo>
                  <a:pt x="62" y="248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97" name=""/>
          <p:cNvSpPr/>
          <p:nvPr/>
        </p:nvSpPr>
        <p:spPr>
          <a:xfrm>
            <a:off x="8421840" y="40791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4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98" name=""/>
          <p:cNvSpPr/>
          <p:nvPr/>
        </p:nvSpPr>
        <p:spPr>
          <a:xfrm>
            <a:off x="10076400" y="184140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199" y="249"/>
                  <a:pt x="224" y="223"/>
                </a:cubicBezTo>
                <a:cubicBezTo>
                  <a:pt x="248" y="199"/>
                  <a:pt x="262" y="165"/>
                  <a:pt x="262" y="131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5"/>
                  <a:pt x="13" y="199"/>
                  <a:pt x="38" y="223"/>
                </a:cubicBezTo>
                <a:cubicBezTo>
                  <a:pt x="62" y="249"/>
                  <a:pt x="97" y="262"/>
                  <a:pt x="131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299" name=""/>
          <p:cNvSpPr/>
          <p:nvPr/>
        </p:nvSpPr>
        <p:spPr>
          <a:xfrm>
            <a:off x="8421840" y="46116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0" name=""/>
          <p:cNvSpPr/>
          <p:nvPr/>
        </p:nvSpPr>
        <p:spPr>
          <a:xfrm>
            <a:off x="10076400" y="43020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6"/>
                  <a:pt x="262" y="131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6"/>
                  <a:pt x="13" y="200"/>
                  <a:pt x="38" y="224"/>
                </a:cubicBezTo>
                <a:cubicBezTo>
                  <a:pt x="62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1" name=""/>
          <p:cNvSpPr/>
          <p:nvPr/>
        </p:nvSpPr>
        <p:spPr>
          <a:xfrm>
            <a:off x="8421840" y="36226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2" name=""/>
          <p:cNvSpPr/>
          <p:nvPr/>
        </p:nvSpPr>
        <p:spPr>
          <a:xfrm>
            <a:off x="10076400" y="41191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199" y="248"/>
                  <a:pt x="224" y="224"/>
                </a:cubicBezTo>
                <a:cubicBezTo>
                  <a:pt x="248" y="199"/>
                  <a:pt x="262" y="165"/>
                  <a:pt x="262" y="130"/>
                </a:cubicBezTo>
                <a:cubicBezTo>
                  <a:pt x="262" y="96"/>
                  <a:pt x="248" y="62"/>
                  <a:pt x="224" y="38"/>
                </a:cubicBezTo>
                <a:cubicBezTo>
                  <a:pt x="199" y="13"/>
                  <a:pt x="166" y="0"/>
                  <a:pt x="131" y="0"/>
                </a:cubicBezTo>
                <a:cubicBezTo>
                  <a:pt x="97" y="0"/>
                  <a:pt x="62" y="13"/>
                  <a:pt x="38" y="38"/>
                </a:cubicBezTo>
                <a:cubicBezTo>
                  <a:pt x="13" y="62"/>
                  <a:pt x="0" y="96"/>
                  <a:pt x="0" y="130"/>
                </a:cubicBezTo>
                <a:cubicBezTo>
                  <a:pt x="0" y="165"/>
                  <a:pt x="13" y="199"/>
                  <a:pt x="38" y="224"/>
                </a:cubicBezTo>
                <a:cubicBezTo>
                  <a:pt x="62" y="248"/>
                  <a:pt x="97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3" name=""/>
          <p:cNvSpPr/>
          <p:nvPr/>
        </p:nvSpPr>
        <p:spPr>
          <a:xfrm>
            <a:off x="8421840" y="42390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9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4" name=""/>
          <p:cNvSpPr/>
          <p:nvPr/>
        </p:nvSpPr>
        <p:spPr>
          <a:xfrm>
            <a:off x="10076400" y="46429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6"/>
                  <a:pt x="262" y="132"/>
                </a:cubicBezTo>
                <a:cubicBezTo>
                  <a:pt x="262" y="97"/>
                  <a:pt x="248" y="64"/>
                  <a:pt x="224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9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6"/>
                  <a:pt x="13" y="200"/>
                  <a:pt x="38" y="224"/>
                </a:cubicBezTo>
                <a:cubicBezTo>
                  <a:pt x="62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05" name=""/>
          <p:cNvSpPr/>
          <p:nvPr/>
        </p:nvSpPr>
        <p:spPr>
          <a:xfrm>
            <a:off x="8421840" y="40514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06" name=""/>
          <p:cNvSpPr/>
          <p:nvPr/>
        </p:nvSpPr>
        <p:spPr>
          <a:xfrm>
            <a:off x="10076400" y="335880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199" y="249"/>
                  <a:pt x="224" y="224"/>
                </a:cubicBezTo>
                <a:cubicBezTo>
                  <a:pt x="248" y="200"/>
                  <a:pt x="262" y="165"/>
                  <a:pt x="262" y="131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5"/>
                  <a:pt x="13" y="200"/>
                  <a:pt x="38" y="224"/>
                </a:cubicBezTo>
                <a:cubicBezTo>
                  <a:pt x="62" y="249"/>
                  <a:pt x="97" y="262"/>
                  <a:pt x="131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07" name=""/>
          <p:cNvSpPr/>
          <p:nvPr/>
        </p:nvSpPr>
        <p:spPr>
          <a:xfrm>
            <a:off x="8159040" y="4220640"/>
            <a:ext cx="551160" cy="0"/>
          </a:xfrm>
          <a:prstGeom prst="line">
            <a:avLst/>
          </a:prstGeom>
          <a:ln cap="rnd" w="442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8" name=""/>
          <p:cNvSpPr/>
          <p:nvPr/>
        </p:nvSpPr>
        <p:spPr>
          <a:xfrm>
            <a:off x="8159040" y="4106520"/>
            <a:ext cx="551160" cy="0"/>
          </a:xfrm>
          <a:prstGeom prst="line">
            <a:avLst/>
          </a:prstGeom>
          <a:ln cap="rnd" w="442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9" name=""/>
          <p:cNvSpPr/>
          <p:nvPr/>
        </p:nvSpPr>
        <p:spPr>
          <a:xfrm>
            <a:off x="9882000" y="3485880"/>
            <a:ext cx="551520" cy="0"/>
          </a:xfrm>
          <a:prstGeom prst="line">
            <a:avLst/>
          </a:prstGeom>
          <a:ln cap="rnd" w="442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0" name=""/>
          <p:cNvSpPr/>
          <p:nvPr/>
        </p:nvSpPr>
        <p:spPr>
          <a:xfrm>
            <a:off x="9882000" y="4231440"/>
            <a:ext cx="551520" cy="0"/>
          </a:xfrm>
          <a:prstGeom prst="line">
            <a:avLst/>
          </a:prstGeom>
          <a:ln cap="rnd" w="442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1" name=""/>
          <p:cNvSpPr/>
          <p:nvPr/>
        </p:nvSpPr>
        <p:spPr>
          <a:xfrm>
            <a:off x="11531160" y="325800"/>
            <a:ext cx="2929680" cy="4520520"/>
          </a:xfrm>
          <a:custGeom>
            <a:avLst/>
            <a:gdLst/>
            <a:ahLst/>
            <a:rect l="0" t="0" r="r" b="b"/>
            <a:pathLst>
              <a:path w="8138" h="12557">
                <a:moveTo>
                  <a:pt x="0" y="12557"/>
                </a:moveTo>
                <a:lnTo>
                  <a:pt x="8138" y="12557"/>
                </a:lnTo>
                <a:lnTo>
                  <a:pt x="8138" y="0"/>
                </a:lnTo>
                <a:lnTo>
                  <a:pt x="0" y="0"/>
                </a:lnTo>
                <a:lnTo>
                  <a:pt x="0" y="1255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12" name=""/>
          <p:cNvSpPr/>
          <p:nvPr/>
        </p:nvSpPr>
        <p:spPr>
          <a:xfrm>
            <a:off x="12134160" y="4845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3" name=""/>
          <p:cNvSpPr/>
          <p:nvPr/>
        </p:nvSpPr>
        <p:spPr>
          <a:xfrm>
            <a:off x="12134160" y="4845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4" name=""/>
          <p:cNvSpPr txBox="1"/>
          <p:nvPr/>
        </p:nvSpPr>
        <p:spPr>
          <a:xfrm>
            <a:off x="9267480" y="525600"/>
            <a:ext cx="1436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Poor (paired) p = 0.69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13857120" y="48459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6" name=""/>
          <p:cNvSpPr/>
          <p:nvPr/>
        </p:nvSpPr>
        <p:spPr>
          <a:xfrm>
            <a:off x="13857120" y="48459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7" name=""/>
          <p:cNvSpPr txBox="1"/>
          <p:nvPr/>
        </p:nvSpPr>
        <p:spPr>
          <a:xfrm>
            <a:off x="11996640" y="4908960"/>
            <a:ext cx="2764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318" name=""/>
          <p:cNvSpPr/>
          <p:nvPr/>
        </p:nvSpPr>
        <p:spPr>
          <a:xfrm>
            <a:off x="11493000" y="4291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9" name=""/>
          <p:cNvSpPr/>
          <p:nvPr/>
        </p:nvSpPr>
        <p:spPr>
          <a:xfrm flipH="1">
            <a:off x="11493000" y="4291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0" name=""/>
          <p:cNvSpPr txBox="1"/>
          <p:nvPr/>
        </p:nvSpPr>
        <p:spPr>
          <a:xfrm>
            <a:off x="13676400" y="4908960"/>
            <a:ext cx="36360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321" name=""/>
          <p:cNvSpPr/>
          <p:nvPr/>
        </p:nvSpPr>
        <p:spPr>
          <a:xfrm>
            <a:off x="11493000" y="3727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2" name=""/>
          <p:cNvSpPr/>
          <p:nvPr/>
        </p:nvSpPr>
        <p:spPr>
          <a:xfrm flipH="1">
            <a:off x="11493000" y="3727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3" name=""/>
          <p:cNvSpPr txBox="1"/>
          <p:nvPr/>
        </p:nvSpPr>
        <p:spPr>
          <a:xfrm>
            <a:off x="11170800" y="422928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11493000" y="3163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5" name=""/>
          <p:cNvSpPr/>
          <p:nvPr/>
        </p:nvSpPr>
        <p:spPr>
          <a:xfrm flipH="1">
            <a:off x="11493000" y="3163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6" name=""/>
          <p:cNvSpPr txBox="1"/>
          <p:nvPr/>
        </p:nvSpPr>
        <p:spPr>
          <a:xfrm>
            <a:off x="11266560" y="36651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11493000" y="2599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8" name=""/>
          <p:cNvSpPr/>
          <p:nvPr/>
        </p:nvSpPr>
        <p:spPr>
          <a:xfrm flipH="1">
            <a:off x="11493000" y="2599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9" name=""/>
          <p:cNvSpPr txBox="1"/>
          <p:nvPr/>
        </p:nvSpPr>
        <p:spPr>
          <a:xfrm>
            <a:off x="11266560" y="31014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0" name=""/>
          <p:cNvSpPr/>
          <p:nvPr/>
        </p:nvSpPr>
        <p:spPr>
          <a:xfrm>
            <a:off x="11493000" y="2035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31" name=""/>
          <p:cNvSpPr/>
          <p:nvPr/>
        </p:nvSpPr>
        <p:spPr>
          <a:xfrm flipH="1">
            <a:off x="11493000" y="2035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2" name=""/>
          <p:cNvSpPr txBox="1"/>
          <p:nvPr/>
        </p:nvSpPr>
        <p:spPr>
          <a:xfrm>
            <a:off x="11266560" y="25372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3" name=""/>
          <p:cNvSpPr/>
          <p:nvPr/>
        </p:nvSpPr>
        <p:spPr>
          <a:xfrm>
            <a:off x="11493000" y="1472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34" name=""/>
          <p:cNvSpPr/>
          <p:nvPr/>
        </p:nvSpPr>
        <p:spPr>
          <a:xfrm flipH="1">
            <a:off x="11493000" y="1472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5" name=""/>
          <p:cNvSpPr txBox="1"/>
          <p:nvPr/>
        </p:nvSpPr>
        <p:spPr>
          <a:xfrm>
            <a:off x="11266560" y="19735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6" name=""/>
          <p:cNvSpPr/>
          <p:nvPr/>
        </p:nvSpPr>
        <p:spPr>
          <a:xfrm>
            <a:off x="11493000" y="907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37" name=""/>
          <p:cNvSpPr/>
          <p:nvPr/>
        </p:nvSpPr>
        <p:spPr>
          <a:xfrm flipH="1">
            <a:off x="11493000" y="907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8" name=""/>
          <p:cNvSpPr txBox="1"/>
          <p:nvPr/>
        </p:nvSpPr>
        <p:spPr>
          <a:xfrm>
            <a:off x="11266560" y="14094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9" name=""/>
          <p:cNvSpPr/>
          <p:nvPr/>
        </p:nvSpPr>
        <p:spPr>
          <a:xfrm>
            <a:off x="11493000" y="344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40" name=""/>
          <p:cNvSpPr/>
          <p:nvPr/>
        </p:nvSpPr>
        <p:spPr>
          <a:xfrm flipH="1">
            <a:off x="11493000" y="344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1" name=""/>
          <p:cNvSpPr txBox="1"/>
          <p:nvPr/>
        </p:nvSpPr>
        <p:spPr>
          <a:xfrm>
            <a:off x="11266560" y="8456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42" name=""/>
          <p:cNvSpPr txBox="1"/>
          <p:nvPr/>
        </p:nvSpPr>
        <p:spPr>
          <a:xfrm>
            <a:off x="11266560" y="2815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43" name=""/>
          <p:cNvSpPr/>
          <p:nvPr/>
        </p:nvSpPr>
        <p:spPr>
          <a:xfrm>
            <a:off x="11772360" y="3204360"/>
            <a:ext cx="191160" cy="1467360"/>
          </a:xfrm>
          <a:custGeom>
            <a:avLst/>
            <a:gdLst/>
            <a:ahLst/>
            <a:rect l="0" t="0" r="r" b="b"/>
            <a:pathLst>
              <a:path w="531" h="4076">
                <a:moveTo>
                  <a:pt x="531" y="4076"/>
                </a:moveTo>
                <a:lnTo>
                  <a:pt x="206" y="4076"/>
                </a:lnTo>
                <a:lnTo>
                  <a:pt x="199" y="4035"/>
                </a:lnTo>
                <a:lnTo>
                  <a:pt x="193" y="3994"/>
                </a:lnTo>
                <a:lnTo>
                  <a:pt x="187" y="3953"/>
                </a:lnTo>
                <a:lnTo>
                  <a:pt x="181" y="3912"/>
                </a:lnTo>
                <a:lnTo>
                  <a:pt x="175" y="3871"/>
                </a:lnTo>
                <a:lnTo>
                  <a:pt x="170" y="3829"/>
                </a:lnTo>
                <a:lnTo>
                  <a:pt x="164" y="3788"/>
                </a:lnTo>
                <a:lnTo>
                  <a:pt x="159" y="3747"/>
                </a:lnTo>
                <a:lnTo>
                  <a:pt x="153" y="3706"/>
                </a:lnTo>
                <a:lnTo>
                  <a:pt x="148" y="3665"/>
                </a:lnTo>
                <a:lnTo>
                  <a:pt x="143" y="3624"/>
                </a:lnTo>
                <a:lnTo>
                  <a:pt x="138" y="3582"/>
                </a:lnTo>
                <a:lnTo>
                  <a:pt x="133" y="3541"/>
                </a:lnTo>
                <a:lnTo>
                  <a:pt x="128" y="3500"/>
                </a:lnTo>
                <a:lnTo>
                  <a:pt x="123" y="3459"/>
                </a:lnTo>
                <a:lnTo>
                  <a:pt x="119" y="3418"/>
                </a:lnTo>
                <a:lnTo>
                  <a:pt x="114" y="3377"/>
                </a:lnTo>
                <a:lnTo>
                  <a:pt x="109" y="3335"/>
                </a:lnTo>
                <a:lnTo>
                  <a:pt x="105" y="3294"/>
                </a:lnTo>
                <a:lnTo>
                  <a:pt x="100" y="3253"/>
                </a:lnTo>
                <a:lnTo>
                  <a:pt x="95" y="3212"/>
                </a:lnTo>
                <a:lnTo>
                  <a:pt x="91" y="3171"/>
                </a:lnTo>
                <a:lnTo>
                  <a:pt x="86" y="3130"/>
                </a:lnTo>
                <a:lnTo>
                  <a:pt x="82" y="3088"/>
                </a:lnTo>
                <a:lnTo>
                  <a:pt x="77" y="3047"/>
                </a:lnTo>
                <a:lnTo>
                  <a:pt x="73" y="3006"/>
                </a:lnTo>
                <a:lnTo>
                  <a:pt x="68" y="2965"/>
                </a:lnTo>
                <a:lnTo>
                  <a:pt x="64" y="2924"/>
                </a:lnTo>
                <a:lnTo>
                  <a:pt x="59" y="2883"/>
                </a:lnTo>
                <a:lnTo>
                  <a:pt x="55" y="2841"/>
                </a:lnTo>
                <a:lnTo>
                  <a:pt x="50" y="2800"/>
                </a:lnTo>
                <a:lnTo>
                  <a:pt x="46" y="2759"/>
                </a:lnTo>
                <a:lnTo>
                  <a:pt x="42" y="2718"/>
                </a:lnTo>
                <a:lnTo>
                  <a:pt x="38" y="2677"/>
                </a:lnTo>
                <a:lnTo>
                  <a:pt x="33" y="2636"/>
                </a:lnTo>
                <a:lnTo>
                  <a:pt x="30" y="2594"/>
                </a:lnTo>
                <a:lnTo>
                  <a:pt x="26" y="2553"/>
                </a:lnTo>
                <a:lnTo>
                  <a:pt x="22" y="2512"/>
                </a:lnTo>
                <a:lnTo>
                  <a:pt x="19" y="2471"/>
                </a:lnTo>
                <a:lnTo>
                  <a:pt x="16" y="2430"/>
                </a:lnTo>
                <a:lnTo>
                  <a:pt x="13" y="2389"/>
                </a:lnTo>
                <a:lnTo>
                  <a:pt x="10" y="2347"/>
                </a:lnTo>
                <a:lnTo>
                  <a:pt x="8" y="2306"/>
                </a:lnTo>
                <a:lnTo>
                  <a:pt x="5" y="2265"/>
                </a:lnTo>
                <a:lnTo>
                  <a:pt x="4" y="2224"/>
                </a:lnTo>
                <a:lnTo>
                  <a:pt x="2" y="2183"/>
                </a:lnTo>
                <a:lnTo>
                  <a:pt x="1" y="2142"/>
                </a:lnTo>
                <a:lnTo>
                  <a:pt x="0" y="2100"/>
                </a:lnTo>
                <a:lnTo>
                  <a:pt x="0" y="2059"/>
                </a:lnTo>
                <a:lnTo>
                  <a:pt x="0" y="2018"/>
                </a:lnTo>
                <a:lnTo>
                  <a:pt x="0" y="1977"/>
                </a:lnTo>
                <a:lnTo>
                  <a:pt x="1" y="1936"/>
                </a:lnTo>
                <a:lnTo>
                  <a:pt x="2" y="1895"/>
                </a:lnTo>
                <a:lnTo>
                  <a:pt x="4" y="1853"/>
                </a:lnTo>
                <a:lnTo>
                  <a:pt x="6" y="1812"/>
                </a:lnTo>
                <a:lnTo>
                  <a:pt x="8" y="1771"/>
                </a:lnTo>
                <a:lnTo>
                  <a:pt x="11" y="1730"/>
                </a:lnTo>
                <a:lnTo>
                  <a:pt x="15" y="1689"/>
                </a:lnTo>
                <a:lnTo>
                  <a:pt x="18" y="1648"/>
                </a:lnTo>
                <a:lnTo>
                  <a:pt x="22" y="1606"/>
                </a:lnTo>
                <a:lnTo>
                  <a:pt x="27" y="1565"/>
                </a:lnTo>
                <a:lnTo>
                  <a:pt x="32" y="1524"/>
                </a:lnTo>
                <a:lnTo>
                  <a:pt x="37" y="1483"/>
                </a:lnTo>
                <a:lnTo>
                  <a:pt x="43" y="1442"/>
                </a:lnTo>
                <a:lnTo>
                  <a:pt x="48" y="1401"/>
                </a:lnTo>
                <a:lnTo>
                  <a:pt x="55" y="1359"/>
                </a:lnTo>
                <a:lnTo>
                  <a:pt x="61" y="1318"/>
                </a:lnTo>
                <a:lnTo>
                  <a:pt x="68" y="1276"/>
                </a:lnTo>
                <a:lnTo>
                  <a:pt x="75" y="1235"/>
                </a:lnTo>
                <a:lnTo>
                  <a:pt x="82" y="1194"/>
                </a:lnTo>
                <a:lnTo>
                  <a:pt x="89" y="1153"/>
                </a:lnTo>
                <a:lnTo>
                  <a:pt x="97" y="1111"/>
                </a:lnTo>
                <a:lnTo>
                  <a:pt x="104" y="1070"/>
                </a:lnTo>
                <a:lnTo>
                  <a:pt x="112" y="1029"/>
                </a:lnTo>
                <a:lnTo>
                  <a:pt x="120" y="988"/>
                </a:lnTo>
                <a:lnTo>
                  <a:pt x="127" y="947"/>
                </a:lnTo>
                <a:lnTo>
                  <a:pt x="135" y="906"/>
                </a:lnTo>
                <a:lnTo>
                  <a:pt x="143" y="864"/>
                </a:lnTo>
                <a:lnTo>
                  <a:pt x="151" y="823"/>
                </a:lnTo>
                <a:lnTo>
                  <a:pt x="159" y="782"/>
                </a:lnTo>
                <a:lnTo>
                  <a:pt x="167" y="741"/>
                </a:lnTo>
                <a:lnTo>
                  <a:pt x="175" y="700"/>
                </a:lnTo>
                <a:lnTo>
                  <a:pt x="183" y="659"/>
                </a:lnTo>
                <a:lnTo>
                  <a:pt x="190" y="617"/>
                </a:lnTo>
                <a:lnTo>
                  <a:pt x="198" y="576"/>
                </a:lnTo>
                <a:lnTo>
                  <a:pt x="205" y="535"/>
                </a:lnTo>
                <a:lnTo>
                  <a:pt x="213" y="494"/>
                </a:lnTo>
                <a:lnTo>
                  <a:pt x="220" y="453"/>
                </a:lnTo>
                <a:lnTo>
                  <a:pt x="227" y="412"/>
                </a:lnTo>
                <a:lnTo>
                  <a:pt x="234" y="370"/>
                </a:lnTo>
                <a:lnTo>
                  <a:pt x="242" y="329"/>
                </a:lnTo>
                <a:lnTo>
                  <a:pt x="248" y="288"/>
                </a:lnTo>
                <a:lnTo>
                  <a:pt x="255" y="247"/>
                </a:lnTo>
                <a:lnTo>
                  <a:pt x="262" y="206"/>
                </a:lnTo>
                <a:lnTo>
                  <a:pt x="269" y="165"/>
                </a:lnTo>
                <a:lnTo>
                  <a:pt x="275" y="123"/>
                </a:lnTo>
                <a:lnTo>
                  <a:pt x="281" y="82"/>
                </a:lnTo>
                <a:lnTo>
                  <a:pt x="288" y="41"/>
                </a:lnTo>
                <a:lnTo>
                  <a:pt x="294" y="0"/>
                </a:lnTo>
                <a:lnTo>
                  <a:pt x="531" y="0"/>
                </a:lnTo>
                <a:lnTo>
                  <a:pt x="531" y="41"/>
                </a:lnTo>
                <a:lnTo>
                  <a:pt x="531" y="82"/>
                </a:lnTo>
                <a:lnTo>
                  <a:pt x="531" y="123"/>
                </a:lnTo>
                <a:lnTo>
                  <a:pt x="531" y="165"/>
                </a:lnTo>
                <a:lnTo>
                  <a:pt x="531" y="206"/>
                </a:lnTo>
                <a:lnTo>
                  <a:pt x="531" y="247"/>
                </a:lnTo>
                <a:lnTo>
                  <a:pt x="531" y="288"/>
                </a:lnTo>
                <a:lnTo>
                  <a:pt x="531" y="329"/>
                </a:lnTo>
                <a:lnTo>
                  <a:pt x="531" y="370"/>
                </a:lnTo>
                <a:lnTo>
                  <a:pt x="531" y="412"/>
                </a:lnTo>
                <a:lnTo>
                  <a:pt x="531" y="453"/>
                </a:lnTo>
                <a:lnTo>
                  <a:pt x="531" y="494"/>
                </a:lnTo>
                <a:lnTo>
                  <a:pt x="531" y="535"/>
                </a:lnTo>
                <a:lnTo>
                  <a:pt x="531" y="576"/>
                </a:lnTo>
                <a:lnTo>
                  <a:pt x="531" y="617"/>
                </a:lnTo>
                <a:lnTo>
                  <a:pt x="531" y="659"/>
                </a:lnTo>
                <a:lnTo>
                  <a:pt x="531" y="700"/>
                </a:lnTo>
                <a:lnTo>
                  <a:pt x="531" y="741"/>
                </a:lnTo>
                <a:lnTo>
                  <a:pt x="531" y="782"/>
                </a:lnTo>
                <a:lnTo>
                  <a:pt x="531" y="823"/>
                </a:lnTo>
                <a:lnTo>
                  <a:pt x="531" y="864"/>
                </a:lnTo>
                <a:lnTo>
                  <a:pt x="531" y="906"/>
                </a:lnTo>
                <a:lnTo>
                  <a:pt x="531" y="947"/>
                </a:lnTo>
                <a:lnTo>
                  <a:pt x="531" y="988"/>
                </a:lnTo>
                <a:lnTo>
                  <a:pt x="531" y="1029"/>
                </a:lnTo>
                <a:lnTo>
                  <a:pt x="531" y="1070"/>
                </a:lnTo>
                <a:lnTo>
                  <a:pt x="531" y="1111"/>
                </a:lnTo>
                <a:lnTo>
                  <a:pt x="531" y="1153"/>
                </a:lnTo>
                <a:lnTo>
                  <a:pt x="531" y="1194"/>
                </a:lnTo>
                <a:lnTo>
                  <a:pt x="531" y="1235"/>
                </a:lnTo>
                <a:lnTo>
                  <a:pt x="531" y="1276"/>
                </a:lnTo>
                <a:lnTo>
                  <a:pt x="531" y="1318"/>
                </a:lnTo>
                <a:lnTo>
                  <a:pt x="531" y="1359"/>
                </a:lnTo>
                <a:lnTo>
                  <a:pt x="531" y="1401"/>
                </a:lnTo>
                <a:lnTo>
                  <a:pt x="531" y="1442"/>
                </a:lnTo>
                <a:lnTo>
                  <a:pt x="531" y="1483"/>
                </a:lnTo>
                <a:lnTo>
                  <a:pt x="531" y="1524"/>
                </a:lnTo>
                <a:lnTo>
                  <a:pt x="531" y="1565"/>
                </a:lnTo>
                <a:lnTo>
                  <a:pt x="531" y="1606"/>
                </a:lnTo>
                <a:lnTo>
                  <a:pt x="531" y="1648"/>
                </a:lnTo>
                <a:lnTo>
                  <a:pt x="531" y="1689"/>
                </a:lnTo>
                <a:lnTo>
                  <a:pt x="531" y="1730"/>
                </a:lnTo>
                <a:lnTo>
                  <a:pt x="531" y="1771"/>
                </a:lnTo>
                <a:lnTo>
                  <a:pt x="531" y="1812"/>
                </a:lnTo>
                <a:lnTo>
                  <a:pt x="531" y="1853"/>
                </a:lnTo>
                <a:lnTo>
                  <a:pt x="531" y="1895"/>
                </a:lnTo>
                <a:lnTo>
                  <a:pt x="531" y="1936"/>
                </a:lnTo>
                <a:lnTo>
                  <a:pt x="531" y="1977"/>
                </a:lnTo>
                <a:lnTo>
                  <a:pt x="531" y="2018"/>
                </a:lnTo>
                <a:lnTo>
                  <a:pt x="531" y="2059"/>
                </a:lnTo>
                <a:lnTo>
                  <a:pt x="531" y="2100"/>
                </a:lnTo>
                <a:lnTo>
                  <a:pt x="531" y="2142"/>
                </a:lnTo>
                <a:lnTo>
                  <a:pt x="531" y="2183"/>
                </a:lnTo>
                <a:lnTo>
                  <a:pt x="531" y="2224"/>
                </a:lnTo>
                <a:lnTo>
                  <a:pt x="531" y="2265"/>
                </a:lnTo>
                <a:lnTo>
                  <a:pt x="531" y="2306"/>
                </a:lnTo>
                <a:lnTo>
                  <a:pt x="531" y="2347"/>
                </a:lnTo>
                <a:lnTo>
                  <a:pt x="531" y="2389"/>
                </a:lnTo>
                <a:lnTo>
                  <a:pt x="531" y="2430"/>
                </a:lnTo>
                <a:lnTo>
                  <a:pt x="531" y="2471"/>
                </a:lnTo>
                <a:lnTo>
                  <a:pt x="531" y="2512"/>
                </a:lnTo>
                <a:lnTo>
                  <a:pt x="531" y="2553"/>
                </a:lnTo>
                <a:lnTo>
                  <a:pt x="531" y="2594"/>
                </a:lnTo>
                <a:lnTo>
                  <a:pt x="531" y="2636"/>
                </a:lnTo>
                <a:lnTo>
                  <a:pt x="531" y="2677"/>
                </a:lnTo>
                <a:lnTo>
                  <a:pt x="531" y="2718"/>
                </a:lnTo>
                <a:lnTo>
                  <a:pt x="531" y="2759"/>
                </a:lnTo>
                <a:lnTo>
                  <a:pt x="531" y="2800"/>
                </a:lnTo>
                <a:lnTo>
                  <a:pt x="531" y="2841"/>
                </a:lnTo>
                <a:lnTo>
                  <a:pt x="531" y="2883"/>
                </a:lnTo>
                <a:lnTo>
                  <a:pt x="531" y="2924"/>
                </a:lnTo>
                <a:lnTo>
                  <a:pt x="531" y="2965"/>
                </a:lnTo>
                <a:lnTo>
                  <a:pt x="531" y="3006"/>
                </a:lnTo>
                <a:lnTo>
                  <a:pt x="531" y="3047"/>
                </a:lnTo>
                <a:lnTo>
                  <a:pt x="531" y="3088"/>
                </a:lnTo>
                <a:lnTo>
                  <a:pt x="531" y="3130"/>
                </a:lnTo>
                <a:lnTo>
                  <a:pt x="531" y="3171"/>
                </a:lnTo>
                <a:lnTo>
                  <a:pt x="531" y="3212"/>
                </a:lnTo>
                <a:lnTo>
                  <a:pt x="531" y="3253"/>
                </a:lnTo>
                <a:lnTo>
                  <a:pt x="531" y="3294"/>
                </a:lnTo>
                <a:lnTo>
                  <a:pt x="531" y="3335"/>
                </a:lnTo>
                <a:lnTo>
                  <a:pt x="531" y="3377"/>
                </a:lnTo>
                <a:lnTo>
                  <a:pt x="531" y="3418"/>
                </a:lnTo>
                <a:lnTo>
                  <a:pt x="531" y="3459"/>
                </a:lnTo>
                <a:lnTo>
                  <a:pt x="531" y="3500"/>
                </a:lnTo>
                <a:lnTo>
                  <a:pt x="531" y="3541"/>
                </a:lnTo>
                <a:lnTo>
                  <a:pt x="531" y="3582"/>
                </a:lnTo>
                <a:lnTo>
                  <a:pt x="531" y="3624"/>
                </a:lnTo>
                <a:lnTo>
                  <a:pt x="531" y="3665"/>
                </a:lnTo>
                <a:lnTo>
                  <a:pt x="531" y="3706"/>
                </a:lnTo>
                <a:lnTo>
                  <a:pt x="531" y="3747"/>
                </a:lnTo>
                <a:lnTo>
                  <a:pt x="531" y="3788"/>
                </a:lnTo>
                <a:lnTo>
                  <a:pt x="531" y="3829"/>
                </a:lnTo>
                <a:lnTo>
                  <a:pt x="531" y="3871"/>
                </a:lnTo>
                <a:lnTo>
                  <a:pt x="531" y="3912"/>
                </a:lnTo>
                <a:lnTo>
                  <a:pt x="531" y="3953"/>
                </a:lnTo>
                <a:lnTo>
                  <a:pt x="531" y="3994"/>
                </a:lnTo>
                <a:lnTo>
                  <a:pt x="531" y="4035"/>
                </a:lnTo>
                <a:lnTo>
                  <a:pt x="531" y="4076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344" name=""/>
          <p:cNvSpPr/>
          <p:nvPr/>
        </p:nvSpPr>
        <p:spPr>
          <a:xfrm>
            <a:off x="11772360" y="3593880"/>
            <a:ext cx="191160" cy="1019880"/>
          </a:xfrm>
          <a:custGeom>
            <a:avLst/>
            <a:gdLst/>
            <a:ahLst/>
            <a:rect l="0" t="0" r="r" b="b"/>
            <a:pathLst>
              <a:path w="531" h="2833">
                <a:moveTo>
                  <a:pt x="531" y="2833"/>
                </a:moveTo>
                <a:lnTo>
                  <a:pt x="371" y="2833"/>
                </a:lnTo>
                <a:lnTo>
                  <a:pt x="369" y="2805"/>
                </a:lnTo>
                <a:lnTo>
                  <a:pt x="367" y="2776"/>
                </a:lnTo>
                <a:lnTo>
                  <a:pt x="365" y="2746"/>
                </a:lnTo>
                <a:lnTo>
                  <a:pt x="363" y="2718"/>
                </a:lnTo>
                <a:lnTo>
                  <a:pt x="361" y="2689"/>
                </a:lnTo>
                <a:lnTo>
                  <a:pt x="360" y="2661"/>
                </a:lnTo>
                <a:lnTo>
                  <a:pt x="358" y="2632"/>
                </a:lnTo>
                <a:lnTo>
                  <a:pt x="356" y="2603"/>
                </a:lnTo>
                <a:lnTo>
                  <a:pt x="354" y="2575"/>
                </a:lnTo>
                <a:lnTo>
                  <a:pt x="352" y="2546"/>
                </a:lnTo>
                <a:lnTo>
                  <a:pt x="350" y="2517"/>
                </a:lnTo>
                <a:lnTo>
                  <a:pt x="349" y="2489"/>
                </a:lnTo>
                <a:lnTo>
                  <a:pt x="347" y="2460"/>
                </a:lnTo>
                <a:lnTo>
                  <a:pt x="344" y="2432"/>
                </a:lnTo>
                <a:lnTo>
                  <a:pt x="342" y="2403"/>
                </a:lnTo>
                <a:lnTo>
                  <a:pt x="340" y="2374"/>
                </a:lnTo>
                <a:lnTo>
                  <a:pt x="338" y="2346"/>
                </a:lnTo>
                <a:lnTo>
                  <a:pt x="335" y="2317"/>
                </a:lnTo>
                <a:lnTo>
                  <a:pt x="332" y="2289"/>
                </a:lnTo>
                <a:lnTo>
                  <a:pt x="330" y="2260"/>
                </a:lnTo>
                <a:lnTo>
                  <a:pt x="327" y="2231"/>
                </a:lnTo>
                <a:lnTo>
                  <a:pt x="323" y="2203"/>
                </a:lnTo>
                <a:lnTo>
                  <a:pt x="320" y="2174"/>
                </a:lnTo>
                <a:lnTo>
                  <a:pt x="316" y="2146"/>
                </a:lnTo>
                <a:lnTo>
                  <a:pt x="313" y="2117"/>
                </a:lnTo>
                <a:lnTo>
                  <a:pt x="309" y="2088"/>
                </a:lnTo>
                <a:lnTo>
                  <a:pt x="305" y="2060"/>
                </a:lnTo>
                <a:lnTo>
                  <a:pt x="300" y="2031"/>
                </a:lnTo>
                <a:lnTo>
                  <a:pt x="295" y="2002"/>
                </a:lnTo>
                <a:lnTo>
                  <a:pt x="291" y="1974"/>
                </a:lnTo>
                <a:lnTo>
                  <a:pt x="285" y="1945"/>
                </a:lnTo>
                <a:lnTo>
                  <a:pt x="280" y="1917"/>
                </a:lnTo>
                <a:lnTo>
                  <a:pt x="275" y="1888"/>
                </a:lnTo>
                <a:lnTo>
                  <a:pt x="269" y="1859"/>
                </a:lnTo>
                <a:lnTo>
                  <a:pt x="263" y="1831"/>
                </a:lnTo>
                <a:lnTo>
                  <a:pt x="257" y="1802"/>
                </a:lnTo>
                <a:lnTo>
                  <a:pt x="250" y="1774"/>
                </a:lnTo>
                <a:lnTo>
                  <a:pt x="243" y="1745"/>
                </a:lnTo>
                <a:lnTo>
                  <a:pt x="237" y="1716"/>
                </a:lnTo>
                <a:lnTo>
                  <a:pt x="230" y="1688"/>
                </a:lnTo>
                <a:lnTo>
                  <a:pt x="222" y="1659"/>
                </a:lnTo>
                <a:lnTo>
                  <a:pt x="215" y="1631"/>
                </a:lnTo>
                <a:lnTo>
                  <a:pt x="208" y="1602"/>
                </a:lnTo>
                <a:lnTo>
                  <a:pt x="200" y="1573"/>
                </a:lnTo>
                <a:lnTo>
                  <a:pt x="192" y="1545"/>
                </a:lnTo>
                <a:lnTo>
                  <a:pt x="185" y="1516"/>
                </a:lnTo>
                <a:lnTo>
                  <a:pt x="177" y="1487"/>
                </a:lnTo>
                <a:lnTo>
                  <a:pt x="169" y="1459"/>
                </a:lnTo>
                <a:lnTo>
                  <a:pt x="161" y="1430"/>
                </a:lnTo>
                <a:lnTo>
                  <a:pt x="153" y="1402"/>
                </a:lnTo>
                <a:lnTo>
                  <a:pt x="145" y="1373"/>
                </a:lnTo>
                <a:lnTo>
                  <a:pt x="137" y="1344"/>
                </a:lnTo>
                <a:lnTo>
                  <a:pt x="129" y="1316"/>
                </a:lnTo>
                <a:lnTo>
                  <a:pt x="121" y="1287"/>
                </a:lnTo>
                <a:lnTo>
                  <a:pt x="113" y="1259"/>
                </a:lnTo>
                <a:lnTo>
                  <a:pt x="105" y="1230"/>
                </a:lnTo>
                <a:lnTo>
                  <a:pt x="98" y="1201"/>
                </a:lnTo>
                <a:lnTo>
                  <a:pt x="90" y="1173"/>
                </a:lnTo>
                <a:lnTo>
                  <a:pt x="83" y="1144"/>
                </a:lnTo>
                <a:lnTo>
                  <a:pt x="76" y="1116"/>
                </a:lnTo>
                <a:lnTo>
                  <a:pt x="69" y="1087"/>
                </a:lnTo>
                <a:lnTo>
                  <a:pt x="62" y="1058"/>
                </a:lnTo>
                <a:lnTo>
                  <a:pt x="56" y="1030"/>
                </a:lnTo>
                <a:lnTo>
                  <a:pt x="50" y="1001"/>
                </a:lnTo>
                <a:lnTo>
                  <a:pt x="44" y="972"/>
                </a:lnTo>
                <a:lnTo>
                  <a:pt x="38" y="944"/>
                </a:lnTo>
                <a:lnTo>
                  <a:pt x="33" y="915"/>
                </a:lnTo>
                <a:lnTo>
                  <a:pt x="28" y="887"/>
                </a:lnTo>
                <a:lnTo>
                  <a:pt x="23" y="858"/>
                </a:lnTo>
                <a:lnTo>
                  <a:pt x="19" y="829"/>
                </a:lnTo>
                <a:lnTo>
                  <a:pt x="15" y="801"/>
                </a:lnTo>
                <a:lnTo>
                  <a:pt x="12" y="772"/>
                </a:lnTo>
                <a:lnTo>
                  <a:pt x="9" y="744"/>
                </a:lnTo>
                <a:lnTo>
                  <a:pt x="6" y="715"/>
                </a:lnTo>
                <a:lnTo>
                  <a:pt x="4" y="686"/>
                </a:lnTo>
                <a:lnTo>
                  <a:pt x="2" y="658"/>
                </a:lnTo>
                <a:lnTo>
                  <a:pt x="1" y="629"/>
                </a:lnTo>
                <a:lnTo>
                  <a:pt x="0" y="601"/>
                </a:lnTo>
                <a:lnTo>
                  <a:pt x="0" y="572"/>
                </a:lnTo>
                <a:lnTo>
                  <a:pt x="0" y="543"/>
                </a:lnTo>
                <a:lnTo>
                  <a:pt x="0" y="515"/>
                </a:lnTo>
                <a:lnTo>
                  <a:pt x="1" y="486"/>
                </a:lnTo>
                <a:lnTo>
                  <a:pt x="3" y="457"/>
                </a:lnTo>
                <a:lnTo>
                  <a:pt x="5" y="429"/>
                </a:lnTo>
                <a:lnTo>
                  <a:pt x="7" y="400"/>
                </a:lnTo>
                <a:lnTo>
                  <a:pt x="10" y="372"/>
                </a:lnTo>
                <a:lnTo>
                  <a:pt x="14" y="343"/>
                </a:lnTo>
                <a:lnTo>
                  <a:pt x="18" y="314"/>
                </a:lnTo>
                <a:lnTo>
                  <a:pt x="22" y="286"/>
                </a:lnTo>
                <a:lnTo>
                  <a:pt x="27" y="257"/>
                </a:lnTo>
                <a:lnTo>
                  <a:pt x="32" y="229"/>
                </a:lnTo>
                <a:lnTo>
                  <a:pt x="38" y="200"/>
                </a:lnTo>
                <a:lnTo>
                  <a:pt x="44" y="171"/>
                </a:lnTo>
                <a:lnTo>
                  <a:pt x="51" y="143"/>
                </a:lnTo>
                <a:lnTo>
                  <a:pt x="58" y="114"/>
                </a:lnTo>
                <a:lnTo>
                  <a:pt x="65" y="86"/>
                </a:lnTo>
                <a:lnTo>
                  <a:pt x="73" y="57"/>
                </a:lnTo>
                <a:lnTo>
                  <a:pt x="81" y="28"/>
                </a:lnTo>
                <a:lnTo>
                  <a:pt x="89" y="0"/>
                </a:lnTo>
                <a:lnTo>
                  <a:pt x="531" y="0"/>
                </a:lnTo>
                <a:lnTo>
                  <a:pt x="531" y="28"/>
                </a:lnTo>
                <a:lnTo>
                  <a:pt x="531" y="57"/>
                </a:lnTo>
                <a:lnTo>
                  <a:pt x="531" y="86"/>
                </a:lnTo>
                <a:lnTo>
                  <a:pt x="531" y="114"/>
                </a:lnTo>
                <a:lnTo>
                  <a:pt x="531" y="143"/>
                </a:lnTo>
                <a:lnTo>
                  <a:pt x="531" y="171"/>
                </a:lnTo>
                <a:lnTo>
                  <a:pt x="531" y="200"/>
                </a:lnTo>
                <a:lnTo>
                  <a:pt x="531" y="229"/>
                </a:lnTo>
                <a:lnTo>
                  <a:pt x="531" y="257"/>
                </a:lnTo>
                <a:lnTo>
                  <a:pt x="531" y="286"/>
                </a:lnTo>
                <a:lnTo>
                  <a:pt x="531" y="314"/>
                </a:lnTo>
                <a:lnTo>
                  <a:pt x="531" y="343"/>
                </a:lnTo>
                <a:lnTo>
                  <a:pt x="531" y="372"/>
                </a:lnTo>
                <a:lnTo>
                  <a:pt x="531" y="400"/>
                </a:lnTo>
                <a:lnTo>
                  <a:pt x="531" y="429"/>
                </a:lnTo>
                <a:lnTo>
                  <a:pt x="531" y="457"/>
                </a:lnTo>
                <a:lnTo>
                  <a:pt x="531" y="486"/>
                </a:lnTo>
                <a:lnTo>
                  <a:pt x="531" y="515"/>
                </a:lnTo>
                <a:lnTo>
                  <a:pt x="531" y="543"/>
                </a:lnTo>
                <a:lnTo>
                  <a:pt x="531" y="572"/>
                </a:lnTo>
                <a:lnTo>
                  <a:pt x="531" y="601"/>
                </a:lnTo>
                <a:lnTo>
                  <a:pt x="531" y="629"/>
                </a:lnTo>
                <a:lnTo>
                  <a:pt x="531" y="658"/>
                </a:lnTo>
                <a:lnTo>
                  <a:pt x="531" y="686"/>
                </a:lnTo>
                <a:lnTo>
                  <a:pt x="531" y="715"/>
                </a:lnTo>
                <a:lnTo>
                  <a:pt x="531" y="744"/>
                </a:lnTo>
                <a:lnTo>
                  <a:pt x="531" y="772"/>
                </a:lnTo>
                <a:lnTo>
                  <a:pt x="531" y="801"/>
                </a:lnTo>
                <a:lnTo>
                  <a:pt x="531" y="829"/>
                </a:lnTo>
                <a:lnTo>
                  <a:pt x="531" y="858"/>
                </a:lnTo>
                <a:lnTo>
                  <a:pt x="531" y="887"/>
                </a:lnTo>
                <a:lnTo>
                  <a:pt x="531" y="915"/>
                </a:lnTo>
                <a:lnTo>
                  <a:pt x="531" y="944"/>
                </a:lnTo>
                <a:lnTo>
                  <a:pt x="531" y="972"/>
                </a:lnTo>
                <a:lnTo>
                  <a:pt x="531" y="1001"/>
                </a:lnTo>
                <a:lnTo>
                  <a:pt x="531" y="1030"/>
                </a:lnTo>
                <a:lnTo>
                  <a:pt x="531" y="1058"/>
                </a:lnTo>
                <a:lnTo>
                  <a:pt x="531" y="1087"/>
                </a:lnTo>
                <a:lnTo>
                  <a:pt x="531" y="1116"/>
                </a:lnTo>
                <a:lnTo>
                  <a:pt x="531" y="1144"/>
                </a:lnTo>
                <a:lnTo>
                  <a:pt x="531" y="1173"/>
                </a:lnTo>
                <a:lnTo>
                  <a:pt x="531" y="1201"/>
                </a:lnTo>
                <a:lnTo>
                  <a:pt x="531" y="1230"/>
                </a:lnTo>
                <a:lnTo>
                  <a:pt x="531" y="1259"/>
                </a:lnTo>
                <a:lnTo>
                  <a:pt x="531" y="1287"/>
                </a:lnTo>
                <a:lnTo>
                  <a:pt x="531" y="1316"/>
                </a:lnTo>
                <a:lnTo>
                  <a:pt x="531" y="1344"/>
                </a:lnTo>
                <a:lnTo>
                  <a:pt x="531" y="1373"/>
                </a:lnTo>
                <a:lnTo>
                  <a:pt x="531" y="1402"/>
                </a:lnTo>
                <a:lnTo>
                  <a:pt x="531" y="1430"/>
                </a:lnTo>
                <a:lnTo>
                  <a:pt x="531" y="1459"/>
                </a:lnTo>
                <a:lnTo>
                  <a:pt x="531" y="1487"/>
                </a:lnTo>
                <a:lnTo>
                  <a:pt x="531" y="1516"/>
                </a:lnTo>
                <a:lnTo>
                  <a:pt x="531" y="1545"/>
                </a:lnTo>
                <a:lnTo>
                  <a:pt x="531" y="1573"/>
                </a:lnTo>
                <a:lnTo>
                  <a:pt x="531" y="1602"/>
                </a:lnTo>
                <a:lnTo>
                  <a:pt x="531" y="1631"/>
                </a:lnTo>
                <a:lnTo>
                  <a:pt x="531" y="1659"/>
                </a:lnTo>
                <a:lnTo>
                  <a:pt x="531" y="1688"/>
                </a:lnTo>
                <a:lnTo>
                  <a:pt x="531" y="1716"/>
                </a:lnTo>
                <a:lnTo>
                  <a:pt x="531" y="1745"/>
                </a:lnTo>
                <a:lnTo>
                  <a:pt x="531" y="1774"/>
                </a:lnTo>
                <a:lnTo>
                  <a:pt x="531" y="1802"/>
                </a:lnTo>
                <a:lnTo>
                  <a:pt x="531" y="1831"/>
                </a:lnTo>
                <a:lnTo>
                  <a:pt x="531" y="1859"/>
                </a:lnTo>
                <a:lnTo>
                  <a:pt x="531" y="1888"/>
                </a:lnTo>
                <a:lnTo>
                  <a:pt x="531" y="1917"/>
                </a:lnTo>
                <a:lnTo>
                  <a:pt x="531" y="1945"/>
                </a:lnTo>
                <a:lnTo>
                  <a:pt x="531" y="1974"/>
                </a:lnTo>
                <a:lnTo>
                  <a:pt x="531" y="2002"/>
                </a:lnTo>
                <a:lnTo>
                  <a:pt x="531" y="2031"/>
                </a:lnTo>
                <a:lnTo>
                  <a:pt x="531" y="2060"/>
                </a:lnTo>
                <a:lnTo>
                  <a:pt x="531" y="2088"/>
                </a:lnTo>
                <a:lnTo>
                  <a:pt x="531" y="2117"/>
                </a:lnTo>
                <a:lnTo>
                  <a:pt x="531" y="2146"/>
                </a:lnTo>
                <a:lnTo>
                  <a:pt x="531" y="2174"/>
                </a:lnTo>
                <a:lnTo>
                  <a:pt x="531" y="2203"/>
                </a:lnTo>
                <a:lnTo>
                  <a:pt x="531" y="2231"/>
                </a:lnTo>
                <a:lnTo>
                  <a:pt x="531" y="2260"/>
                </a:lnTo>
                <a:lnTo>
                  <a:pt x="531" y="2289"/>
                </a:lnTo>
                <a:lnTo>
                  <a:pt x="531" y="2317"/>
                </a:lnTo>
                <a:lnTo>
                  <a:pt x="531" y="2346"/>
                </a:lnTo>
                <a:lnTo>
                  <a:pt x="531" y="2374"/>
                </a:lnTo>
                <a:lnTo>
                  <a:pt x="531" y="2403"/>
                </a:lnTo>
                <a:lnTo>
                  <a:pt x="531" y="2432"/>
                </a:lnTo>
                <a:lnTo>
                  <a:pt x="531" y="2460"/>
                </a:lnTo>
                <a:lnTo>
                  <a:pt x="531" y="2489"/>
                </a:lnTo>
                <a:lnTo>
                  <a:pt x="531" y="2517"/>
                </a:lnTo>
                <a:lnTo>
                  <a:pt x="531" y="2546"/>
                </a:lnTo>
                <a:lnTo>
                  <a:pt x="531" y="2575"/>
                </a:lnTo>
                <a:lnTo>
                  <a:pt x="531" y="2603"/>
                </a:lnTo>
                <a:lnTo>
                  <a:pt x="531" y="2632"/>
                </a:lnTo>
                <a:lnTo>
                  <a:pt x="531" y="2661"/>
                </a:lnTo>
                <a:lnTo>
                  <a:pt x="531" y="2689"/>
                </a:lnTo>
                <a:lnTo>
                  <a:pt x="531" y="2718"/>
                </a:lnTo>
                <a:lnTo>
                  <a:pt x="531" y="2746"/>
                </a:lnTo>
                <a:lnTo>
                  <a:pt x="531" y="2776"/>
                </a:lnTo>
                <a:lnTo>
                  <a:pt x="531" y="2805"/>
                </a:lnTo>
                <a:lnTo>
                  <a:pt x="531" y="2833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345" name=""/>
          <p:cNvSpPr/>
          <p:nvPr/>
        </p:nvSpPr>
        <p:spPr>
          <a:xfrm>
            <a:off x="14031360" y="1572840"/>
            <a:ext cx="188280" cy="2627280"/>
          </a:xfrm>
          <a:custGeom>
            <a:avLst/>
            <a:gdLst/>
            <a:ahLst/>
            <a:rect l="0" t="0" r="r" b="b"/>
            <a:pathLst>
              <a:path w="523" h="7298">
                <a:moveTo>
                  <a:pt x="283" y="7298"/>
                </a:moveTo>
                <a:lnTo>
                  <a:pt x="0" y="7298"/>
                </a:lnTo>
                <a:lnTo>
                  <a:pt x="0" y="7224"/>
                </a:lnTo>
                <a:lnTo>
                  <a:pt x="0" y="7150"/>
                </a:lnTo>
                <a:lnTo>
                  <a:pt x="0" y="7077"/>
                </a:lnTo>
                <a:lnTo>
                  <a:pt x="0" y="7003"/>
                </a:lnTo>
                <a:lnTo>
                  <a:pt x="0" y="6929"/>
                </a:lnTo>
                <a:lnTo>
                  <a:pt x="0" y="6856"/>
                </a:lnTo>
                <a:lnTo>
                  <a:pt x="0" y="6782"/>
                </a:lnTo>
                <a:lnTo>
                  <a:pt x="0" y="6708"/>
                </a:lnTo>
                <a:lnTo>
                  <a:pt x="0" y="6635"/>
                </a:lnTo>
                <a:lnTo>
                  <a:pt x="0" y="6560"/>
                </a:lnTo>
                <a:lnTo>
                  <a:pt x="0" y="6486"/>
                </a:lnTo>
                <a:lnTo>
                  <a:pt x="0" y="6412"/>
                </a:lnTo>
                <a:lnTo>
                  <a:pt x="0" y="6339"/>
                </a:lnTo>
                <a:lnTo>
                  <a:pt x="0" y="6265"/>
                </a:lnTo>
                <a:lnTo>
                  <a:pt x="0" y="6191"/>
                </a:lnTo>
                <a:lnTo>
                  <a:pt x="0" y="6118"/>
                </a:lnTo>
                <a:lnTo>
                  <a:pt x="0" y="6044"/>
                </a:lnTo>
                <a:lnTo>
                  <a:pt x="0" y="5970"/>
                </a:lnTo>
                <a:lnTo>
                  <a:pt x="0" y="5896"/>
                </a:lnTo>
                <a:lnTo>
                  <a:pt x="0" y="5823"/>
                </a:lnTo>
                <a:lnTo>
                  <a:pt x="0" y="5749"/>
                </a:lnTo>
                <a:lnTo>
                  <a:pt x="0" y="5675"/>
                </a:lnTo>
                <a:lnTo>
                  <a:pt x="0" y="5602"/>
                </a:lnTo>
                <a:lnTo>
                  <a:pt x="0" y="5528"/>
                </a:lnTo>
                <a:lnTo>
                  <a:pt x="0" y="5454"/>
                </a:lnTo>
                <a:lnTo>
                  <a:pt x="0" y="5381"/>
                </a:lnTo>
                <a:lnTo>
                  <a:pt x="0" y="5307"/>
                </a:lnTo>
                <a:lnTo>
                  <a:pt x="0" y="5233"/>
                </a:lnTo>
                <a:lnTo>
                  <a:pt x="0" y="5159"/>
                </a:lnTo>
                <a:lnTo>
                  <a:pt x="0" y="5086"/>
                </a:lnTo>
                <a:lnTo>
                  <a:pt x="0" y="5012"/>
                </a:lnTo>
                <a:lnTo>
                  <a:pt x="0" y="4938"/>
                </a:lnTo>
                <a:lnTo>
                  <a:pt x="0" y="4865"/>
                </a:lnTo>
                <a:lnTo>
                  <a:pt x="0" y="4791"/>
                </a:lnTo>
                <a:lnTo>
                  <a:pt x="0" y="4717"/>
                </a:lnTo>
                <a:lnTo>
                  <a:pt x="0" y="4643"/>
                </a:lnTo>
                <a:lnTo>
                  <a:pt x="0" y="4570"/>
                </a:lnTo>
                <a:lnTo>
                  <a:pt x="0" y="4496"/>
                </a:lnTo>
                <a:lnTo>
                  <a:pt x="0" y="4422"/>
                </a:lnTo>
                <a:lnTo>
                  <a:pt x="0" y="4349"/>
                </a:lnTo>
                <a:lnTo>
                  <a:pt x="0" y="4275"/>
                </a:lnTo>
                <a:lnTo>
                  <a:pt x="0" y="4201"/>
                </a:lnTo>
                <a:lnTo>
                  <a:pt x="0" y="4127"/>
                </a:lnTo>
                <a:lnTo>
                  <a:pt x="0" y="4054"/>
                </a:lnTo>
                <a:lnTo>
                  <a:pt x="0" y="3980"/>
                </a:lnTo>
                <a:lnTo>
                  <a:pt x="0" y="3906"/>
                </a:lnTo>
                <a:lnTo>
                  <a:pt x="0" y="3833"/>
                </a:lnTo>
                <a:lnTo>
                  <a:pt x="0" y="3759"/>
                </a:lnTo>
                <a:lnTo>
                  <a:pt x="0" y="3685"/>
                </a:lnTo>
                <a:lnTo>
                  <a:pt x="0" y="3612"/>
                </a:lnTo>
                <a:lnTo>
                  <a:pt x="0" y="3538"/>
                </a:lnTo>
                <a:lnTo>
                  <a:pt x="0" y="3464"/>
                </a:lnTo>
                <a:lnTo>
                  <a:pt x="0" y="3390"/>
                </a:lnTo>
                <a:lnTo>
                  <a:pt x="0" y="3317"/>
                </a:lnTo>
                <a:lnTo>
                  <a:pt x="0" y="3243"/>
                </a:lnTo>
                <a:lnTo>
                  <a:pt x="0" y="3169"/>
                </a:lnTo>
                <a:lnTo>
                  <a:pt x="0" y="3096"/>
                </a:lnTo>
                <a:lnTo>
                  <a:pt x="0" y="3022"/>
                </a:lnTo>
                <a:lnTo>
                  <a:pt x="0" y="2948"/>
                </a:lnTo>
                <a:lnTo>
                  <a:pt x="0" y="2874"/>
                </a:lnTo>
                <a:lnTo>
                  <a:pt x="0" y="2801"/>
                </a:lnTo>
                <a:lnTo>
                  <a:pt x="0" y="2727"/>
                </a:lnTo>
                <a:lnTo>
                  <a:pt x="0" y="2653"/>
                </a:lnTo>
                <a:lnTo>
                  <a:pt x="0" y="2580"/>
                </a:lnTo>
                <a:lnTo>
                  <a:pt x="0" y="2506"/>
                </a:lnTo>
                <a:lnTo>
                  <a:pt x="0" y="2432"/>
                </a:lnTo>
                <a:lnTo>
                  <a:pt x="0" y="2358"/>
                </a:lnTo>
                <a:lnTo>
                  <a:pt x="0" y="2285"/>
                </a:lnTo>
                <a:lnTo>
                  <a:pt x="0" y="2211"/>
                </a:lnTo>
                <a:lnTo>
                  <a:pt x="0" y="2137"/>
                </a:lnTo>
                <a:lnTo>
                  <a:pt x="0" y="2064"/>
                </a:lnTo>
                <a:lnTo>
                  <a:pt x="0" y="1990"/>
                </a:lnTo>
                <a:lnTo>
                  <a:pt x="0" y="1916"/>
                </a:lnTo>
                <a:lnTo>
                  <a:pt x="0" y="1843"/>
                </a:lnTo>
                <a:lnTo>
                  <a:pt x="0" y="1769"/>
                </a:lnTo>
                <a:lnTo>
                  <a:pt x="0" y="1695"/>
                </a:lnTo>
                <a:lnTo>
                  <a:pt x="0" y="1621"/>
                </a:lnTo>
                <a:lnTo>
                  <a:pt x="0" y="1548"/>
                </a:lnTo>
                <a:lnTo>
                  <a:pt x="0" y="1474"/>
                </a:lnTo>
                <a:lnTo>
                  <a:pt x="0" y="1400"/>
                </a:lnTo>
                <a:lnTo>
                  <a:pt x="0" y="1327"/>
                </a:lnTo>
                <a:lnTo>
                  <a:pt x="0" y="1253"/>
                </a:lnTo>
                <a:lnTo>
                  <a:pt x="0" y="1179"/>
                </a:lnTo>
                <a:lnTo>
                  <a:pt x="0" y="1105"/>
                </a:lnTo>
                <a:lnTo>
                  <a:pt x="0" y="1032"/>
                </a:lnTo>
                <a:lnTo>
                  <a:pt x="0" y="958"/>
                </a:lnTo>
                <a:lnTo>
                  <a:pt x="0" y="884"/>
                </a:lnTo>
                <a:lnTo>
                  <a:pt x="0" y="811"/>
                </a:lnTo>
                <a:lnTo>
                  <a:pt x="0" y="737"/>
                </a:lnTo>
                <a:lnTo>
                  <a:pt x="0" y="663"/>
                </a:lnTo>
                <a:lnTo>
                  <a:pt x="0" y="590"/>
                </a:lnTo>
                <a:lnTo>
                  <a:pt x="0" y="516"/>
                </a:lnTo>
                <a:lnTo>
                  <a:pt x="0" y="442"/>
                </a:lnTo>
                <a:lnTo>
                  <a:pt x="0" y="368"/>
                </a:lnTo>
                <a:lnTo>
                  <a:pt x="0" y="295"/>
                </a:lnTo>
                <a:lnTo>
                  <a:pt x="0" y="221"/>
                </a:lnTo>
                <a:lnTo>
                  <a:pt x="0" y="147"/>
                </a:lnTo>
                <a:lnTo>
                  <a:pt x="0" y="74"/>
                </a:lnTo>
                <a:lnTo>
                  <a:pt x="0" y="0"/>
                </a:lnTo>
                <a:lnTo>
                  <a:pt x="444" y="0"/>
                </a:lnTo>
                <a:lnTo>
                  <a:pt x="452" y="74"/>
                </a:lnTo>
                <a:lnTo>
                  <a:pt x="459" y="147"/>
                </a:lnTo>
                <a:lnTo>
                  <a:pt x="466" y="221"/>
                </a:lnTo>
                <a:lnTo>
                  <a:pt x="472" y="295"/>
                </a:lnTo>
                <a:lnTo>
                  <a:pt x="479" y="368"/>
                </a:lnTo>
                <a:lnTo>
                  <a:pt x="484" y="442"/>
                </a:lnTo>
                <a:lnTo>
                  <a:pt x="490" y="516"/>
                </a:lnTo>
                <a:lnTo>
                  <a:pt x="495" y="590"/>
                </a:lnTo>
                <a:lnTo>
                  <a:pt x="499" y="663"/>
                </a:lnTo>
                <a:lnTo>
                  <a:pt x="503" y="737"/>
                </a:lnTo>
                <a:lnTo>
                  <a:pt x="507" y="811"/>
                </a:lnTo>
                <a:lnTo>
                  <a:pt x="511" y="884"/>
                </a:lnTo>
                <a:lnTo>
                  <a:pt x="513" y="958"/>
                </a:lnTo>
                <a:lnTo>
                  <a:pt x="516" y="1032"/>
                </a:lnTo>
                <a:lnTo>
                  <a:pt x="518" y="1105"/>
                </a:lnTo>
                <a:lnTo>
                  <a:pt x="520" y="1179"/>
                </a:lnTo>
                <a:lnTo>
                  <a:pt x="521" y="1253"/>
                </a:lnTo>
                <a:lnTo>
                  <a:pt x="522" y="1327"/>
                </a:lnTo>
                <a:lnTo>
                  <a:pt x="522" y="1400"/>
                </a:lnTo>
                <a:lnTo>
                  <a:pt x="523" y="1474"/>
                </a:lnTo>
                <a:lnTo>
                  <a:pt x="522" y="1548"/>
                </a:lnTo>
                <a:lnTo>
                  <a:pt x="522" y="1621"/>
                </a:lnTo>
                <a:lnTo>
                  <a:pt x="521" y="1695"/>
                </a:lnTo>
                <a:lnTo>
                  <a:pt x="520" y="1769"/>
                </a:lnTo>
                <a:lnTo>
                  <a:pt x="518" y="1843"/>
                </a:lnTo>
                <a:lnTo>
                  <a:pt x="516" y="1916"/>
                </a:lnTo>
                <a:lnTo>
                  <a:pt x="514" y="1990"/>
                </a:lnTo>
                <a:lnTo>
                  <a:pt x="512" y="2064"/>
                </a:lnTo>
                <a:lnTo>
                  <a:pt x="509" y="2137"/>
                </a:lnTo>
                <a:lnTo>
                  <a:pt x="507" y="2211"/>
                </a:lnTo>
                <a:lnTo>
                  <a:pt x="504" y="2285"/>
                </a:lnTo>
                <a:lnTo>
                  <a:pt x="500" y="2358"/>
                </a:lnTo>
                <a:lnTo>
                  <a:pt x="497" y="2432"/>
                </a:lnTo>
                <a:lnTo>
                  <a:pt x="494" y="2506"/>
                </a:lnTo>
                <a:lnTo>
                  <a:pt x="490" y="2580"/>
                </a:lnTo>
                <a:lnTo>
                  <a:pt x="486" y="2653"/>
                </a:lnTo>
                <a:lnTo>
                  <a:pt x="482" y="2727"/>
                </a:lnTo>
                <a:lnTo>
                  <a:pt x="479" y="2801"/>
                </a:lnTo>
                <a:lnTo>
                  <a:pt x="475" y="2874"/>
                </a:lnTo>
                <a:lnTo>
                  <a:pt x="471" y="2948"/>
                </a:lnTo>
                <a:lnTo>
                  <a:pt x="467" y="3022"/>
                </a:lnTo>
                <a:lnTo>
                  <a:pt x="463" y="3096"/>
                </a:lnTo>
                <a:lnTo>
                  <a:pt x="459" y="3169"/>
                </a:lnTo>
                <a:lnTo>
                  <a:pt x="455" y="3243"/>
                </a:lnTo>
                <a:lnTo>
                  <a:pt x="451" y="3317"/>
                </a:lnTo>
                <a:lnTo>
                  <a:pt x="447" y="3390"/>
                </a:lnTo>
                <a:lnTo>
                  <a:pt x="443" y="3464"/>
                </a:lnTo>
                <a:lnTo>
                  <a:pt x="439" y="3538"/>
                </a:lnTo>
                <a:lnTo>
                  <a:pt x="436" y="3612"/>
                </a:lnTo>
                <a:lnTo>
                  <a:pt x="432" y="3685"/>
                </a:lnTo>
                <a:lnTo>
                  <a:pt x="428" y="3759"/>
                </a:lnTo>
                <a:lnTo>
                  <a:pt x="425" y="3833"/>
                </a:lnTo>
                <a:lnTo>
                  <a:pt x="422" y="3906"/>
                </a:lnTo>
                <a:lnTo>
                  <a:pt x="418" y="3980"/>
                </a:lnTo>
                <a:lnTo>
                  <a:pt x="415" y="4054"/>
                </a:lnTo>
                <a:lnTo>
                  <a:pt x="412" y="4127"/>
                </a:lnTo>
                <a:lnTo>
                  <a:pt x="409" y="4201"/>
                </a:lnTo>
                <a:lnTo>
                  <a:pt x="406" y="4275"/>
                </a:lnTo>
                <a:lnTo>
                  <a:pt x="404" y="4349"/>
                </a:lnTo>
                <a:lnTo>
                  <a:pt x="401" y="4422"/>
                </a:lnTo>
                <a:lnTo>
                  <a:pt x="398" y="4496"/>
                </a:lnTo>
                <a:lnTo>
                  <a:pt x="396" y="4570"/>
                </a:lnTo>
                <a:lnTo>
                  <a:pt x="394" y="4643"/>
                </a:lnTo>
                <a:lnTo>
                  <a:pt x="391" y="4717"/>
                </a:lnTo>
                <a:lnTo>
                  <a:pt x="389" y="4791"/>
                </a:lnTo>
                <a:lnTo>
                  <a:pt x="387" y="4865"/>
                </a:lnTo>
                <a:lnTo>
                  <a:pt x="385" y="4938"/>
                </a:lnTo>
                <a:lnTo>
                  <a:pt x="382" y="5012"/>
                </a:lnTo>
                <a:lnTo>
                  <a:pt x="380" y="5086"/>
                </a:lnTo>
                <a:lnTo>
                  <a:pt x="378" y="5159"/>
                </a:lnTo>
                <a:lnTo>
                  <a:pt x="376" y="5233"/>
                </a:lnTo>
                <a:lnTo>
                  <a:pt x="374" y="5307"/>
                </a:lnTo>
                <a:lnTo>
                  <a:pt x="372" y="5381"/>
                </a:lnTo>
                <a:lnTo>
                  <a:pt x="370" y="5454"/>
                </a:lnTo>
                <a:lnTo>
                  <a:pt x="367" y="5528"/>
                </a:lnTo>
                <a:lnTo>
                  <a:pt x="365" y="5602"/>
                </a:lnTo>
                <a:lnTo>
                  <a:pt x="363" y="5675"/>
                </a:lnTo>
                <a:lnTo>
                  <a:pt x="361" y="5749"/>
                </a:lnTo>
                <a:lnTo>
                  <a:pt x="357" y="5823"/>
                </a:lnTo>
                <a:lnTo>
                  <a:pt x="355" y="5896"/>
                </a:lnTo>
                <a:lnTo>
                  <a:pt x="352" y="5970"/>
                </a:lnTo>
                <a:lnTo>
                  <a:pt x="349" y="6044"/>
                </a:lnTo>
                <a:lnTo>
                  <a:pt x="347" y="6118"/>
                </a:lnTo>
                <a:lnTo>
                  <a:pt x="344" y="6191"/>
                </a:lnTo>
                <a:lnTo>
                  <a:pt x="341" y="6265"/>
                </a:lnTo>
                <a:lnTo>
                  <a:pt x="337" y="6339"/>
                </a:lnTo>
                <a:lnTo>
                  <a:pt x="334" y="6412"/>
                </a:lnTo>
                <a:lnTo>
                  <a:pt x="331" y="6486"/>
                </a:lnTo>
                <a:lnTo>
                  <a:pt x="327" y="6560"/>
                </a:lnTo>
                <a:lnTo>
                  <a:pt x="323" y="6635"/>
                </a:lnTo>
                <a:lnTo>
                  <a:pt x="319" y="6708"/>
                </a:lnTo>
                <a:lnTo>
                  <a:pt x="315" y="6782"/>
                </a:lnTo>
                <a:lnTo>
                  <a:pt x="311" y="6856"/>
                </a:lnTo>
                <a:lnTo>
                  <a:pt x="307" y="6929"/>
                </a:lnTo>
                <a:lnTo>
                  <a:pt x="302" y="7003"/>
                </a:lnTo>
                <a:lnTo>
                  <a:pt x="298" y="7077"/>
                </a:lnTo>
                <a:lnTo>
                  <a:pt x="293" y="7150"/>
                </a:lnTo>
                <a:lnTo>
                  <a:pt x="288" y="7224"/>
                </a:lnTo>
                <a:lnTo>
                  <a:pt x="283" y="7298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12600">
            <a:solidFill>
              <a:srgbClr val="0a7d6e">
                <a:alpha val="25000"/>
              </a:srgbClr>
            </a:solidFill>
            <a:round/>
          </a:ln>
        </p:spPr>
      </p:sp>
      <p:sp>
        <p:nvSpPr>
          <p:cNvPr id="346" name=""/>
          <p:cNvSpPr/>
          <p:nvPr/>
        </p:nvSpPr>
        <p:spPr>
          <a:xfrm>
            <a:off x="14031360" y="1866960"/>
            <a:ext cx="188280" cy="2823480"/>
          </a:xfrm>
          <a:custGeom>
            <a:avLst/>
            <a:gdLst/>
            <a:ahLst/>
            <a:rect l="0" t="0" r="r" b="b"/>
            <a:pathLst>
              <a:path w="523" h="7843">
                <a:moveTo>
                  <a:pt x="420" y="7843"/>
                </a:moveTo>
                <a:lnTo>
                  <a:pt x="0" y="7843"/>
                </a:lnTo>
                <a:lnTo>
                  <a:pt x="0" y="7764"/>
                </a:lnTo>
                <a:lnTo>
                  <a:pt x="0" y="7684"/>
                </a:lnTo>
                <a:lnTo>
                  <a:pt x="0" y="7605"/>
                </a:lnTo>
                <a:lnTo>
                  <a:pt x="0" y="7526"/>
                </a:lnTo>
                <a:lnTo>
                  <a:pt x="0" y="7447"/>
                </a:lnTo>
                <a:lnTo>
                  <a:pt x="0" y="7368"/>
                </a:lnTo>
                <a:lnTo>
                  <a:pt x="0" y="7288"/>
                </a:lnTo>
                <a:lnTo>
                  <a:pt x="0" y="7209"/>
                </a:lnTo>
                <a:lnTo>
                  <a:pt x="0" y="7130"/>
                </a:lnTo>
                <a:lnTo>
                  <a:pt x="0" y="7051"/>
                </a:lnTo>
                <a:lnTo>
                  <a:pt x="0" y="6971"/>
                </a:lnTo>
                <a:lnTo>
                  <a:pt x="0" y="6892"/>
                </a:lnTo>
                <a:lnTo>
                  <a:pt x="0" y="6813"/>
                </a:lnTo>
                <a:lnTo>
                  <a:pt x="0" y="6734"/>
                </a:lnTo>
                <a:lnTo>
                  <a:pt x="0" y="6655"/>
                </a:lnTo>
                <a:lnTo>
                  <a:pt x="0" y="6574"/>
                </a:lnTo>
                <a:lnTo>
                  <a:pt x="0" y="6495"/>
                </a:lnTo>
                <a:lnTo>
                  <a:pt x="0" y="6416"/>
                </a:lnTo>
                <a:lnTo>
                  <a:pt x="0" y="6337"/>
                </a:lnTo>
                <a:lnTo>
                  <a:pt x="0" y="6258"/>
                </a:lnTo>
                <a:lnTo>
                  <a:pt x="0" y="6178"/>
                </a:lnTo>
                <a:lnTo>
                  <a:pt x="0" y="6099"/>
                </a:lnTo>
                <a:lnTo>
                  <a:pt x="0" y="6020"/>
                </a:lnTo>
                <a:lnTo>
                  <a:pt x="0" y="5941"/>
                </a:lnTo>
                <a:lnTo>
                  <a:pt x="0" y="5861"/>
                </a:lnTo>
                <a:lnTo>
                  <a:pt x="0" y="5782"/>
                </a:lnTo>
                <a:lnTo>
                  <a:pt x="0" y="5703"/>
                </a:lnTo>
                <a:lnTo>
                  <a:pt x="0" y="5624"/>
                </a:lnTo>
                <a:lnTo>
                  <a:pt x="0" y="5545"/>
                </a:lnTo>
                <a:lnTo>
                  <a:pt x="0" y="5465"/>
                </a:lnTo>
                <a:lnTo>
                  <a:pt x="0" y="5386"/>
                </a:lnTo>
                <a:lnTo>
                  <a:pt x="0" y="5307"/>
                </a:lnTo>
                <a:lnTo>
                  <a:pt x="0" y="5228"/>
                </a:lnTo>
                <a:lnTo>
                  <a:pt x="0" y="5149"/>
                </a:lnTo>
                <a:lnTo>
                  <a:pt x="0" y="5069"/>
                </a:lnTo>
                <a:lnTo>
                  <a:pt x="0" y="4990"/>
                </a:lnTo>
                <a:lnTo>
                  <a:pt x="0" y="4911"/>
                </a:lnTo>
                <a:lnTo>
                  <a:pt x="0" y="4832"/>
                </a:lnTo>
                <a:lnTo>
                  <a:pt x="0" y="4753"/>
                </a:lnTo>
                <a:lnTo>
                  <a:pt x="0" y="4673"/>
                </a:lnTo>
                <a:lnTo>
                  <a:pt x="0" y="4594"/>
                </a:lnTo>
                <a:lnTo>
                  <a:pt x="0" y="4515"/>
                </a:lnTo>
                <a:lnTo>
                  <a:pt x="0" y="4436"/>
                </a:lnTo>
                <a:lnTo>
                  <a:pt x="0" y="4356"/>
                </a:lnTo>
                <a:lnTo>
                  <a:pt x="0" y="4277"/>
                </a:lnTo>
                <a:lnTo>
                  <a:pt x="0" y="4198"/>
                </a:lnTo>
                <a:lnTo>
                  <a:pt x="0" y="4119"/>
                </a:lnTo>
                <a:lnTo>
                  <a:pt x="0" y="4040"/>
                </a:lnTo>
                <a:lnTo>
                  <a:pt x="0" y="3960"/>
                </a:lnTo>
                <a:lnTo>
                  <a:pt x="0" y="3881"/>
                </a:lnTo>
                <a:lnTo>
                  <a:pt x="0" y="3802"/>
                </a:lnTo>
                <a:lnTo>
                  <a:pt x="0" y="3723"/>
                </a:lnTo>
                <a:lnTo>
                  <a:pt x="0" y="3644"/>
                </a:lnTo>
                <a:lnTo>
                  <a:pt x="0" y="3564"/>
                </a:lnTo>
                <a:lnTo>
                  <a:pt x="0" y="3485"/>
                </a:lnTo>
                <a:lnTo>
                  <a:pt x="0" y="3406"/>
                </a:lnTo>
                <a:lnTo>
                  <a:pt x="0" y="3327"/>
                </a:lnTo>
                <a:lnTo>
                  <a:pt x="0" y="3247"/>
                </a:lnTo>
                <a:lnTo>
                  <a:pt x="0" y="3168"/>
                </a:lnTo>
                <a:lnTo>
                  <a:pt x="0" y="3089"/>
                </a:lnTo>
                <a:lnTo>
                  <a:pt x="0" y="3010"/>
                </a:lnTo>
                <a:lnTo>
                  <a:pt x="0" y="2931"/>
                </a:lnTo>
                <a:lnTo>
                  <a:pt x="0" y="2851"/>
                </a:lnTo>
                <a:lnTo>
                  <a:pt x="0" y="2772"/>
                </a:lnTo>
                <a:lnTo>
                  <a:pt x="0" y="2693"/>
                </a:lnTo>
                <a:lnTo>
                  <a:pt x="0" y="2614"/>
                </a:lnTo>
                <a:lnTo>
                  <a:pt x="0" y="2535"/>
                </a:lnTo>
                <a:lnTo>
                  <a:pt x="0" y="2455"/>
                </a:lnTo>
                <a:lnTo>
                  <a:pt x="0" y="2376"/>
                </a:lnTo>
                <a:lnTo>
                  <a:pt x="0" y="2297"/>
                </a:lnTo>
                <a:lnTo>
                  <a:pt x="0" y="2218"/>
                </a:lnTo>
                <a:lnTo>
                  <a:pt x="0" y="2138"/>
                </a:lnTo>
                <a:lnTo>
                  <a:pt x="0" y="2059"/>
                </a:lnTo>
                <a:lnTo>
                  <a:pt x="0" y="1980"/>
                </a:lnTo>
                <a:lnTo>
                  <a:pt x="0" y="1901"/>
                </a:lnTo>
                <a:lnTo>
                  <a:pt x="0" y="1822"/>
                </a:lnTo>
                <a:lnTo>
                  <a:pt x="0" y="1742"/>
                </a:lnTo>
                <a:lnTo>
                  <a:pt x="0" y="1663"/>
                </a:lnTo>
                <a:lnTo>
                  <a:pt x="0" y="1584"/>
                </a:lnTo>
                <a:lnTo>
                  <a:pt x="0" y="1505"/>
                </a:lnTo>
                <a:lnTo>
                  <a:pt x="0" y="1426"/>
                </a:lnTo>
                <a:lnTo>
                  <a:pt x="0" y="1346"/>
                </a:lnTo>
                <a:lnTo>
                  <a:pt x="0" y="1267"/>
                </a:lnTo>
                <a:lnTo>
                  <a:pt x="0" y="1188"/>
                </a:lnTo>
                <a:lnTo>
                  <a:pt x="0" y="1109"/>
                </a:lnTo>
                <a:lnTo>
                  <a:pt x="0" y="1030"/>
                </a:lnTo>
                <a:lnTo>
                  <a:pt x="0" y="950"/>
                </a:lnTo>
                <a:lnTo>
                  <a:pt x="0" y="871"/>
                </a:lnTo>
                <a:lnTo>
                  <a:pt x="0" y="792"/>
                </a:lnTo>
                <a:lnTo>
                  <a:pt x="0" y="713"/>
                </a:lnTo>
                <a:lnTo>
                  <a:pt x="0" y="633"/>
                </a:lnTo>
                <a:lnTo>
                  <a:pt x="0" y="554"/>
                </a:lnTo>
                <a:lnTo>
                  <a:pt x="0" y="475"/>
                </a:lnTo>
                <a:lnTo>
                  <a:pt x="0" y="396"/>
                </a:lnTo>
                <a:lnTo>
                  <a:pt x="0" y="317"/>
                </a:lnTo>
                <a:lnTo>
                  <a:pt x="0" y="237"/>
                </a:lnTo>
                <a:lnTo>
                  <a:pt x="0" y="158"/>
                </a:lnTo>
                <a:lnTo>
                  <a:pt x="0" y="79"/>
                </a:lnTo>
                <a:lnTo>
                  <a:pt x="0" y="0"/>
                </a:lnTo>
                <a:lnTo>
                  <a:pt x="139" y="0"/>
                </a:lnTo>
                <a:lnTo>
                  <a:pt x="140" y="79"/>
                </a:lnTo>
                <a:lnTo>
                  <a:pt x="142" y="158"/>
                </a:lnTo>
                <a:lnTo>
                  <a:pt x="143" y="237"/>
                </a:lnTo>
                <a:lnTo>
                  <a:pt x="144" y="317"/>
                </a:lnTo>
                <a:lnTo>
                  <a:pt x="146" y="396"/>
                </a:lnTo>
                <a:lnTo>
                  <a:pt x="147" y="475"/>
                </a:lnTo>
                <a:lnTo>
                  <a:pt x="148" y="554"/>
                </a:lnTo>
                <a:lnTo>
                  <a:pt x="149" y="633"/>
                </a:lnTo>
                <a:lnTo>
                  <a:pt x="150" y="713"/>
                </a:lnTo>
                <a:lnTo>
                  <a:pt x="152" y="792"/>
                </a:lnTo>
                <a:lnTo>
                  <a:pt x="153" y="871"/>
                </a:lnTo>
                <a:lnTo>
                  <a:pt x="154" y="950"/>
                </a:lnTo>
                <a:lnTo>
                  <a:pt x="156" y="1030"/>
                </a:lnTo>
                <a:lnTo>
                  <a:pt x="157" y="1109"/>
                </a:lnTo>
                <a:lnTo>
                  <a:pt x="159" y="1188"/>
                </a:lnTo>
                <a:lnTo>
                  <a:pt x="161" y="1267"/>
                </a:lnTo>
                <a:lnTo>
                  <a:pt x="163" y="1346"/>
                </a:lnTo>
                <a:lnTo>
                  <a:pt x="165" y="1426"/>
                </a:lnTo>
                <a:lnTo>
                  <a:pt x="168" y="1505"/>
                </a:lnTo>
                <a:lnTo>
                  <a:pt x="170" y="1584"/>
                </a:lnTo>
                <a:lnTo>
                  <a:pt x="173" y="1663"/>
                </a:lnTo>
                <a:lnTo>
                  <a:pt x="176" y="1742"/>
                </a:lnTo>
                <a:lnTo>
                  <a:pt x="179" y="1822"/>
                </a:lnTo>
                <a:lnTo>
                  <a:pt x="183" y="1901"/>
                </a:lnTo>
                <a:lnTo>
                  <a:pt x="187" y="1980"/>
                </a:lnTo>
                <a:lnTo>
                  <a:pt x="191" y="2059"/>
                </a:lnTo>
                <a:lnTo>
                  <a:pt x="195" y="2138"/>
                </a:lnTo>
                <a:lnTo>
                  <a:pt x="200" y="2218"/>
                </a:lnTo>
                <a:lnTo>
                  <a:pt x="205" y="2297"/>
                </a:lnTo>
                <a:lnTo>
                  <a:pt x="210" y="2376"/>
                </a:lnTo>
                <a:lnTo>
                  <a:pt x="216" y="2455"/>
                </a:lnTo>
                <a:lnTo>
                  <a:pt x="222" y="2535"/>
                </a:lnTo>
                <a:lnTo>
                  <a:pt x="228" y="2614"/>
                </a:lnTo>
                <a:lnTo>
                  <a:pt x="235" y="2693"/>
                </a:lnTo>
                <a:lnTo>
                  <a:pt x="241" y="2772"/>
                </a:lnTo>
                <a:lnTo>
                  <a:pt x="248" y="2851"/>
                </a:lnTo>
                <a:lnTo>
                  <a:pt x="256" y="2931"/>
                </a:lnTo>
                <a:lnTo>
                  <a:pt x="263" y="3010"/>
                </a:lnTo>
                <a:lnTo>
                  <a:pt x="271" y="3089"/>
                </a:lnTo>
                <a:lnTo>
                  <a:pt x="279" y="3168"/>
                </a:lnTo>
                <a:lnTo>
                  <a:pt x="288" y="3247"/>
                </a:lnTo>
                <a:lnTo>
                  <a:pt x="296" y="3327"/>
                </a:lnTo>
                <a:lnTo>
                  <a:pt x="305" y="3406"/>
                </a:lnTo>
                <a:lnTo>
                  <a:pt x="314" y="3485"/>
                </a:lnTo>
                <a:lnTo>
                  <a:pt x="322" y="3564"/>
                </a:lnTo>
                <a:lnTo>
                  <a:pt x="331" y="3644"/>
                </a:lnTo>
                <a:lnTo>
                  <a:pt x="341" y="3723"/>
                </a:lnTo>
                <a:lnTo>
                  <a:pt x="350" y="3802"/>
                </a:lnTo>
                <a:lnTo>
                  <a:pt x="359" y="3881"/>
                </a:lnTo>
                <a:lnTo>
                  <a:pt x="369" y="3960"/>
                </a:lnTo>
                <a:lnTo>
                  <a:pt x="378" y="4040"/>
                </a:lnTo>
                <a:lnTo>
                  <a:pt x="387" y="4119"/>
                </a:lnTo>
                <a:lnTo>
                  <a:pt x="396" y="4198"/>
                </a:lnTo>
                <a:lnTo>
                  <a:pt x="405" y="4277"/>
                </a:lnTo>
                <a:lnTo>
                  <a:pt x="414" y="4356"/>
                </a:lnTo>
                <a:lnTo>
                  <a:pt x="422" y="4436"/>
                </a:lnTo>
                <a:lnTo>
                  <a:pt x="430" y="4515"/>
                </a:lnTo>
                <a:lnTo>
                  <a:pt x="438" y="4594"/>
                </a:lnTo>
                <a:lnTo>
                  <a:pt x="446" y="4673"/>
                </a:lnTo>
                <a:lnTo>
                  <a:pt x="454" y="4753"/>
                </a:lnTo>
                <a:lnTo>
                  <a:pt x="461" y="4832"/>
                </a:lnTo>
                <a:lnTo>
                  <a:pt x="468" y="4911"/>
                </a:lnTo>
                <a:lnTo>
                  <a:pt x="475" y="4990"/>
                </a:lnTo>
                <a:lnTo>
                  <a:pt x="481" y="5069"/>
                </a:lnTo>
                <a:lnTo>
                  <a:pt x="487" y="5149"/>
                </a:lnTo>
                <a:lnTo>
                  <a:pt x="492" y="5228"/>
                </a:lnTo>
                <a:lnTo>
                  <a:pt x="497" y="5307"/>
                </a:lnTo>
                <a:lnTo>
                  <a:pt x="502" y="5386"/>
                </a:lnTo>
                <a:lnTo>
                  <a:pt x="506" y="5465"/>
                </a:lnTo>
                <a:lnTo>
                  <a:pt x="510" y="5545"/>
                </a:lnTo>
                <a:lnTo>
                  <a:pt x="513" y="5624"/>
                </a:lnTo>
                <a:lnTo>
                  <a:pt x="516" y="5703"/>
                </a:lnTo>
                <a:lnTo>
                  <a:pt x="518" y="5782"/>
                </a:lnTo>
                <a:lnTo>
                  <a:pt x="520" y="5861"/>
                </a:lnTo>
                <a:lnTo>
                  <a:pt x="521" y="5941"/>
                </a:lnTo>
                <a:lnTo>
                  <a:pt x="522" y="6020"/>
                </a:lnTo>
                <a:lnTo>
                  <a:pt x="523" y="6099"/>
                </a:lnTo>
                <a:lnTo>
                  <a:pt x="522" y="6178"/>
                </a:lnTo>
                <a:lnTo>
                  <a:pt x="522" y="6258"/>
                </a:lnTo>
                <a:lnTo>
                  <a:pt x="521" y="6337"/>
                </a:lnTo>
                <a:lnTo>
                  <a:pt x="519" y="6416"/>
                </a:lnTo>
                <a:lnTo>
                  <a:pt x="517" y="6495"/>
                </a:lnTo>
                <a:lnTo>
                  <a:pt x="515" y="6574"/>
                </a:lnTo>
                <a:lnTo>
                  <a:pt x="512" y="6655"/>
                </a:lnTo>
                <a:lnTo>
                  <a:pt x="509" y="6734"/>
                </a:lnTo>
                <a:lnTo>
                  <a:pt x="505" y="6813"/>
                </a:lnTo>
                <a:lnTo>
                  <a:pt x="501" y="6892"/>
                </a:lnTo>
                <a:lnTo>
                  <a:pt x="496" y="6971"/>
                </a:lnTo>
                <a:lnTo>
                  <a:pt x="491" y="7051"/>
                </a:lnTo>
                <a:lnTo>
                  <a:pt x="485" y="7130"/>
                </a:lnTo>
                <a:lnTo>
                  <a:pt x="479" y="7209"/>
                </a:lnTo>
                <a:lnTo>
                  <a:pt x="473" y="7288"/>
                </a:lnTo>
                <a:lnTo>
                  <a:pt x="466" y="7368"/>
                </a:lnTo>
                <a:lnTo>
                  <a:pt x="460" y="7447"/>
                </a:lnTo>
                <a:lnTo>
                  <a:pt x="452" y="7526"/>
                </a:lnTo>
                <a:lnTo>
                  <a:pt x="445" y="7605"/>
                </a:lnTo>
                <a:lnTo>
                  <a:pt x="437" y="7684"/>
                </a:lnTo>
                <a:lnTo>
                  <a:pt x="428" y="7764"/>
                </a:lnTo>
                <a:lnTo>
                  <a:pt x="420" y="7843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12600">
            <a:solidFill>
              <a:srgbClr val="c53e1f">
                <a:alpha val="25000"/>
              </a:srgbClr>
            </a:solidFill>
            <a:round/>
          </a:ln>
        </p:spPr>
      </p:sp>
      <p:sp>
        <p:nvSpPr>
          <p:cNvPr id="347" name=""/>
          <p:cNvSpPr/>
          <p:nvPr/>
        </p:nvSpPr>
        <p:spPr>
          <a:xfrm>
            <a:off x="12192120" y="3603240"/>
            <a:ext cx="1580040" cy="359280"/>
          </a:xfrm>
          <a:custGeom>
            <a:avLst/>
            <a:gdLst/>
            <a:ahLst/>
            <a:rect l="0" t="0" r="r" b="b"/>
            <a:pathLst>
              <a:path fill="none" w="4389" h="998">
                <a:moveTo>
                  <a:pt x="0" y="0"/>
                </a:moveTo>
                <a:cubicBezTo>
                  <a:pt x="1435" y="566"/>
                  <a:pt x="2897" y="898"/>
                  <a:pt x="4389" y="998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48" name=""/>
          <p:cNvSpPr/>
          <p:nvPr/>
        </p:nvSpPr>
        <p:spPr>
          <a:xfrm>
            <a:off x="13709160" y="3927960"/>
            <a:ext cx="63000" cy="60840"/>
          </a:xfrm>
          <a:custGeom>
            <a:avLst/>
            <a:gdLst/>
            <a:ahLst/>
            <a:rect l="0" t="0" r="r" b="b"/>
            <a:pathLst>
              <a:path w="175" h="169">
                <a:moveTo>
                  <a:pt x="11" y="0"/>
                </a:moveTo>
                <a:lnTo>
                  <a:pt x="175" y="96"/>
                </a:lnTo>
                <a:lnTo>
                  <a:pt x="0" y="169"/>
                </a:lnTo>
                <a:lnTo>
                  <a:pt x="11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49" name=""/>
          <p:cNvSpPr/>
          <p:nvPr/>
        </p:nvSpPr>
        <p:spPr>
          <a:xfrm>
            <a:off x="12187800" y="1937880"/>
            <a:ext cx="1609200" cy="1929240"/>
          </a:xfrm>
          <a:custGeom>
            <a:avLst/>
            <a:gdLst/>
            <a:ahLst/>
            <a:rect l="0" t="0" r="r" b="b"/>
            <a:pathLst>
              <a:path fill="none" w="4470" h="5359">
                <a:moveTo>
                  <a:pt x="0" y="5359"/>
                </a:moveTo>
                <a:cubicBezTo>
                  <a:pt x="1785" y="3788"/>
                  <a:pt x="3275" y="2001"/>
                  <a:pt x="4470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50" name=""/>
          <p:cNvSpPr/>
          <p:nvPr/>
        </p:nvSpPr>
        <p:spPr>
          <a:xfrm>
            <a:off x="13739400" y="1937880"/>
            <a:ext cx="57600" cy="68400"/>
          </a:xfrm>
          <a:custGeom>
            <a:avLst/>
            <a:gdLst/>
            <a:ahLst/>
            <a:rect l="0" t="0" r="r" b="b"/>
            <a:pathLst>
              <a:path w="160" h="190">
                <a:moveTo>
                  <a:pt x="0" y="102"/>
                </a:moveTo>
                <a:lnTo>
                  <a:pt x="160" y="0"/>
                </a:lnTo>
                <a:lnTo>
                  <a:pt x="146" y="190"/>
                </a:lnTo>
                <a:lnTo>
                  <a:pt x="0" y="102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51" name=""/>
          <p:cNvSpPr/>
          <p:nvPr/>
        </p:nvSpPr>
        <p:spPr>
          <a:xfrm>
            <a:off x="12191400" y="2094480"/>
            <a:ext cx="1594800" cy="1099080"/>
          </a:xfrm>
          <a:custGeom>
            <a:avLst/>
            <a:gdLst/>
            <a:ahLst/>
            <a:rect l="0" t="0" r="r" b="b"/>
            <a:pathLst>
              <a:path fill="none" w="4430" h="3053">
                <a:moveTo>
                  <a:pt x="0" y="3053"/>
                </a:moveTo>
                <a:cubicBezTo>
                  <a:pt x="1655" y="2253"/>
                  <a:pt x="3131" y="1234"/>
                  <a:pt x="4430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52" name=""/>
          <p:cNvSpPr/>
          <p:nvPr/>
        </p:nvSpPr>
        <p:spPr>
          <a:xfrm>
            <a:off x="13720680" y="2094480"/>
            <a:ext cx="65520" cy="64440"/>
          </a:xfrm>
          <a:custGeom>
            <a:avLst/>
            <a:gdLst/>
            <a:ahLst/>
            <a:rect l="0" t="0" r="r" b="b"/>
            <a:pathLst>
              <a:path w="182" h="179">
                <a:moveTo>
                  <a:pt x="0" y="56"/>
                </a:moveTo>
                <a:lnTo>
                  <a:pt x="182" y="0"/>
                </a:lnTo>
                <a:lnTo>
                  <a:pt x="117" y="179"/>
                </a:lnTo>
                <a:lnTo>
                  <a:pt x="0" y="56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53" name=""/>
          <p:cNvSpPr/>
          <p:nvPr/>
        </p:nvSpPr>
        <p:spPr>
          <a:xfrm>
            <a:off x="12193920" y="3725280"/>
            <a:ext cx="1580400" cy="192960"/>
          </a:xfrm>
          <a:custGeom>
            <a:avLst/>
            <a:gdLst/>
            <a:ahLst/>
            <a:rect l="0" t="0" r="r" b="b"/>
            <a:pathLst>
              <a:path fill="none" w="4390" h="536">
                <a:moveTo>
                  <a:pt x="0" y="528"/>
                </a:moveTo>
                <a:cubicBezTo>
                  <a:pt x="1514" y="577"/>
                  <a:pt x="2977" y="401"/>
                  <a:pt x="4390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54" name=""/>
          <p:cNvSpPr/>
          <p:nvPr/>
        </p:nvSpPr>
        <p:spPr>
          <a:xfrm>
            <a:off x="13707000" y="3712320"/>
            <a:ext cx="67320" cy="59040"/>
          </a:xfrm>
          <a:custGeom>
            <a:avLst/>
            <a:gdLst/>
            <a:ahLst/>
            <a:rect l="0" t="0" r="r" b="b"/>
            <a:pathLst>
              <a:path w="187" h="164">
                <a:moveTo>
                  <a:pt x="0" y="0"/>
                </a:moveTo>
                <a:lnTo>
                  <a:pt x="187" y="36"/>
                </a:lnTo>
                <a:lnTo>
                  <a:pt x="46" y="16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55" name=""/>
          <p:cNvSpPr/>
          <p:nvPr/>
        </p:nvSpPr>
        <p:spPr>
          <a:xfrm>
            <a:off x="12193560" y="4221000"/>
            <a:ext cx="1583280" cy="447840"/>
          </a:xfrm>
          <a:custGeom>
            <a:avLst/>
            <a:gdLst/>
            <a:ahLst/>
            <a:rect l="0" t="0" r="r" b="b"/>
            <a:pathLst>
              <a:path fill="none" w="4398" h="1244">
                <a:moveTo>
                  <a:pt x="0" y="1244"/>
                </a:moveTo>
                <a:cubicBezTo>
                  <a:pt x="1553" y="1051"/>
                  <a:pt x="3019" y="637"/>
                  <a:pt x="4398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56" name=""/>
          <p:cNvSpPr/>
          <p:nvPr/>
        </p:nvSpPr>
        <p:spPr>
          <a:xfrm>
            <a:off x="13708440" y="4218840"/>
            <a:ext cx="68400" cy="55800"/>
          </a:xfrm>
          <a:custGeom>
            <a:avLst/>
            <a:gdLst/>
            <a:ahLst/>
            <a:rect l="0" t="0" r="r" b="b"/>
            <a:pathLst>
              <a:path w="190" h="155">
                <a:moveTo>
                  <a:pt x="0" y="0"/>
                </a:moveTo>
                <a:lnTo>
                  <a:pt x="190" y="6"/>
                </a:lnTo>
                <a:lnTo>
                  <a:pt x="72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57" name=""/>
          <p:cNvSpPr/>
          <p:nvPr/>
        </p:nvSpPr>
        <p:spPr>
          <a:xfrm>
            <a:off x="12187800" y="1910160"/>
            <a:ext cx="1608840" cy="1880640"/>
          </a:xfrm>
          <a:custGeom>
            <a:avLst/>
            <a:gdLst/>
            <a:ahLst/>
            <a:rect l="0" t="0" r="r" b="b"/>
            <a:pathLst>
              <a:path fill="none" w="4469" h="5224">
                <a:moveTo>
                  <a:pt x="0" y="5224"/>
                </a:moveTo>
                <a:cubicBezTo>
                  <a:pt x="1778" y="3699"/>
                  <a:pt x="3267" y="1957"/>
                  <a:pt x="4469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58" name=""/>
          <p:cNvSpPr/>
          <p:nvPr/>
        </p:nvSpPr>
        <p:spPr>
          <a:xfrm>
            <a:off x="13738320" y="1910160"/>
            <a:ext cx="58320" cy="68400"/>
          </a:xfrm>
          <a:custGeom>
            <a:avLst/>
            <a:gdLst/>
            <a:ahLst/>
            <a:rect l="0" t="0" r="r" b="b"/>
            <a:pathLst>
              <a:path w="162" h="190">
                <a:moveTo>
                  <a:pt x="0" y="101"/>
                </a:moveTo>
                <a:lnTo>
                  <a:pt x="162" y="0"/>
                </a:lnTo>
                <a:lnTo>
                  <a:pt x="144" y="190"/>
                </a:lnTo>
                <a:lnTo>
                  <a:pt x="0" y="101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59" name=""/>
          <p:cNvSpPr/>
          <p:nvPr/>
        </p:nvSpPr>
        <p:spPr>
          <a:xfrm>
            <a:off x="12188880" y="2832120"/>
            <a:ext cx="1604880" cy="1632600"/>
          </a:xfrm>
          <a:custGeom>
            <a:avLst/>
            <a:gdLst/>
            <a:ahLst/>
            <a:rect l="0" t="0" r="r" b="b"/>
            <a:pathLst>
              <a:path fill="none" w="4458" h="4535">
                <a:moveTo>
                  <a:pt x="0" y="4535"/>
                </a:moveTo>
                <a:cubicBezTo>
                  <a:pt x="1739" y="3238"/>
                  <a:pt x="3225" y="1726"/>
                  <a:pt x="4458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60" name=""/>
          <p:cNvSpPr/>
          <p:nvPr/>
        </p:nvSpPr>
        <p:spPr>
          <a:xfrm>
            <a:off x="13732920" y="2832120"/>
            <a:ext cx="60840" cy="67680"/>
          </a:xfrm>
          <a:custGeom>
            <a:avLst/>
            <a:gdLst/>
            <a:ahLst/>
            <a:rect l="0" t="0" r="r" b="b"/>
            <a:pathLst>
              <a:path w="169" h="188">
                <a:moveTo>
                  <a:pt x="0" y="89"/>
                </a:moveTo>
                <a:lnTo>
                  <a:pt x="169" y="0"/>
                </a:lnTo>
                <a:lnTo>
                  <a:pt x="139" y="188"/>
                </a:lnTo>
                <a:lnTo>
                  <a:pt x="0" y="89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61" name=""/>
          <p:cNvSpPr/>
          <p:nvPr/>
        </p:nvSpPr>
        <p:spPr>
          <a:xfrm>
            <a:off x="12186720" y="1618200"/>
            <a:ext cx="1613160" cy="2192760"/>
          </a:xfrm>
          <a:custGeom>
            <a:avLst/>
            <a:gdLst/>
            <a:ahLst/>
            <a:rect l="0" t="0" r="r" b="b"/>
            <a:pathLst>
              <a:path fill="none" w="4481" h="6091">
                <a:moveTo>
                  <a:pt x="0" y="6091"/>
                </a:moveTo>
                <a:cubicBezTo>
                  <a:pt x="1826" y="4276"/>
                  <a:pt x="3320" y="2245"/>
                  <a:pt x="4481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62" name=""/>
          <p:cNvSpPr/>
          <p:nvPr/>
        </p:nvSpPr>
        <p:spPr>
          <a:xfrm>
            <a:off x="13744440" y="1618200"/>
            <a:ext cx="55440" cy="68400"/>
          </a:xfrm>
          <a:custGeom>
            <a:avLst/>
            <a:gdLst/>
            <a:ahLst/>
            <a:rect l="0" t="0" r="r" b="b"/>
            <a:pathLst>
              <a:path w="154" h="190">
                <a:moveTo>
                  <a:pt x="0" y="111"/>
                </a:moveTo>
                <a:lnTo>
                  <a:pt x="154" y="0"/>
                </a:lnTo>
                <a:lnTo>
                  <a:pt x="151" y="190"/>
                </a:lnTo>
                <a:lnTo>
                  <a:pt x="0" y="111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63" name=""/>
          <p:cNvSpPr/>
          <p:nvPr/>
        </p:nvSpPr>
        <p:spPr>
          <a:xfrm>
            <a:off x="12190680" y="4110480"/>
            <a:ext cx="1582560" cy="570240"/>
          </a:xfrm>
          <a:custGeom>
            <a:avLst/>
            <a:gdLst/>
            <a:ahLst/>
            <a:rect l="0" t="0" r="r" b="b"/>
            <a:pathLst>
              <a:path fill="none" w="4396" h="1584">
                <a:moveTo>
                  <a:pt x="0" y="0"/>
                </a:moveTo>
                <a:cubicBezTo>
                  <a:pt x="1406" y="765"/>
                  <a:pt x="2870" y="1292"/>
                  <a:pt x="4396" y="1584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64" name=""/>
          <p:cNvSpPr/>
          <p:nvPr/>
        </p:nvSpPr>
        <p:spPr>
          <a:xfrm>
            <a:off x="13707000" y="4638960"/>
            <a:ext cx="66240" cy="60480"/>
          </a:xfrm>
          <a:custGeom>
            <a:avLst/>
            <a:gdLst/>
            <a:ahLst/>
            <a:rect l="0" t="0" r="r" b="b"/>
            <a:pathLst>
              <a:path w="184" h="168">
                <a:moveTo>
                  <a:pt x="32" y="0"/>
                </a:moveTo>
                <a:lnTo>
                  <a:pt x="184" y="115"/>
                </a:lnTo>
                <a:lnTo>
                  <a:pt x="0" y="168"/>
                </a:lnTo>
                <a:lnTo>
                  <a:pt x="32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65" name=""/>
          <p:cNvSpPr/>
          <p:nvPr/>
        </p:nvSpPr>
        <p:spPr>
          <a:xfrm>
            <a:off x="12193920" y="3569040"/>
            <a:ext cx="1579320" cy="106920"/>
          </a:xfrm>
          <a:custGeom>
            <a:avLst/>
            <a:gdLst/>
            <a:ahLst/>
            <a:rect l="0" t="0" r="r" b="b"/>
            <a:pathLst>
              <a:path fill="none" w="4387" h="297">
                <a:moveTo>
                  <a:pt x="0" y="219"/>
                </a:moveTo>
                <a:cubicBezTo>
                  <a:pt x="1497" y="373"/>
                  <a:pt x="2959" y="300"/>
                  <a:pt x="4387" y="0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66" name=""/>
          <p:cNvSpPr/>
          <p:nvPr/>
        </p:nvSpPr>
        <p:spPr>
          <a:xfrm>
            <a:off x="13707000" y="3551760"/>
            <a:ext cx="66240" cy="60120"/>
          </a:xfrm>
          <a:custGeom>
            <a:avLst/>
            <a:gdLst/>
            <a:ahLst/>
            <a:rect l="0" t="0" r="r" b="b"/>
            <a:pathLst>
              <a:path w="184" h="167">
                <a:moveTo>
                  <a:pt x="0" y="0"/>
                </a:moveTo>
                <a:lnTo>
                  <a:pt x="184" y="48"/>
                </a:lnTo>
                <a:lnTo>
                  <a:pt x="35" y="16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67" name=""/>
          <p:cNvSpPr/>
          <p:nvPr/>
        </p:nvSpPr>
        <p:spPr>
          <a:xfrm>
            <a:off x="12193560" y="4617720"/>
            <a:ext cx="1578960" cy="75240"/>
          </a:xfrm>
          <a:custGeom>
            <a:avLst/>
            <a:gdLst/>
            <a:ahLst/>
            <a:rect l="0" t="0" r="r" b="b"/>
            <a:pathLst>
              <a:path fill="none" w="4386" h="209">
                <a:moveTo>
                  <a:pt x="0" y="0"/>
                </a:moveTo>
                <a:cubicBezTo>
                  <a:pt x="1482" y="252"/>
                  <a:pt x="2944" y="277"/>
                  <a:pt x="4386" y="73"/>
                </a:cubicBezTo>
              </a:path>
            </a:pathLst>
          </a:custGeom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68" name=""/>
          <p:cNvSpPr/>
          <p:nvPr/>
        </p:nvSpPr>
        <p:spPr>
          <a:xfrm>
            <a:off x="13707720" y="4622040"/>
            <a:ext cx="64800" cy="60480"/>
          </a:xfrm>
          <a:custGeom>
            <a:avLst/>
            <a:gdLst/>
            <a:ahLst/>
            <a:rect l="0" t="0" r="r" b="b"/>
            <a:pathLst>
              <a:path w="180" h="168">
                <a:moveTo>
                  <a:pt x="0" y="0"/>
                </a:moveTo>
                <a:lnTo>
                  <a:pt x="180" y="60"/>
                </a:lnTo>
                <a:lnTo>
                  <a:pt x="24" y="16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5000"/>
            </a:srgbClr>
          </a:solidFill>
          <a:ln cap="rnd" w="22680">
            <a:solidFill>
              <a:srgbClr val="c53e1f">
                <a:alpha val="75000"/>
              </a:srgbClr>
            </a:solidFill>
            <a:round/>
          </a:ln>
        </p:spPr>
      </p:sp>
      <p:sp>
        <p:nvSpPr>
          <p:cNvPr id="369" name=""/>
          <p:cNvSpPr/>
          <p:nvPr/>
        </p:nvSpPr>
        <p:spPr>
          <a:xfrm>
            <a:off x="12193920" y="3642120"/>
            <a:ext cx="1581120" cy="273240"/>
          </a:xfrm>
          <a:custGeom>
            <a:avLst/>
            <a:gdLst/>
            <a:ahLst/>
            <a:rect l="0" t="0" r="r" b="b"/>
            <a:pathLst>
              <a:path fill="none" w="4392" h="759">
                <a:moveTo>
                  <a:pt x="0" y="759"/>
                </a:moveTo>
                <a:cubicBezTo>
                  <a:pt x="1526" y="729"/>
                  <a:pt x="2990" y="476"/>
                  <a:pt x="4392" y="0"/>
                </a:cubicBezTo>
              </a:path>
            </a:pathLst>
          </a:custGeom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70" name=""/>
          <p:cNvSpPr/>
          <p:nvPr/>
        </p:nvSpPr>
        <p:spPr>
          <a:xfrm>
            <a:off x="13707000" y="3632760"/>
            <a:ext cx="68040" cy="57960"/>
          </a:xfrm>
          <a:custGeom>
            <a:avLst/>
            <a:gdLst/>
            <a:ahLst/>
            <a:rect l="0" t="0" r="r" b="b"/>
            <a:pathLst>
              <a:path w="189" h="161">
                <a:moveTo>
                  <a:pt x="0" y="0"/>
                </a:moveTo>
                <a:lnTo>
                  <a:pt x="189" y="26"/>
                </a:lnTo>
                <a:lnTo>
                  <a:pt x="55" y="161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5000"/>
            </a:srgbClr>
          </a:solidFill>
          <a:ln cap="rnd" w="22680">
            <a:solidFill>
              <a:srgbClr val="0a7d6e">
                <a:alpha val="75000"/>
              </a:srgbClr>
            </a:solidFill>
            <a:round/>
          </a:ln>
        </p:spPr>
      </p:sp>
      <p:sp>
        <p:nvSpPr>
          <p:cNvPr id="371" name=""/>
          <p:cNvSpPr/>
          <p:nvPr/>
        </p:nvSpPr>
        <p:spPr>
          <a:xfrm flipV="1">
            <a:off x="11531160" y="325800"/>
            <a:ext cx="0" cy="45201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72" name=""/>
          <p:cNvSpPr/>
          <p:nvPr/>
        </p:nvSpPr>
        <p:spPr>
          <a:xfrm>
            <a:off x="11531160" y="4845960"/>
            <a:ext cx="29293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73" name=""/>
          <p:cNvSpPr/>
          <p:nvPr/>
        </p:nvSpPr>
        <p:spPr>
          <a:xfrm>
            <a:off x="12811680" y="376200"/>
            <a:ext cx="1630440" cy="319320"/>
          </a:xfrm>
          <a:custGeom>
            <a:avLst/>
            <a:gdLst/>
            <a:ahLst/>
            <a:rect l="0" t="0" r="r" b="b"/>
            <a:pathLst>
              <a:path w="4529" h="887">
                <a:moveTo>
                  <a:pt x="111" y="887"/>
                </a:moveTo>
                <a:lnTo>
                  <a:pt x="4418" y="887"/>
                </a:lnTo>
                <a:cubicBezTo>
                  <a:pt x="4492" y="887"/>
                  <a:pt x="4529" y="850"/>
                  <a:pt x="4529" y="776"/>
                </a:cubicBezTo>
                <a:lnTo>
                  <a:pt x="4529" y="111"/>
                </a:lnTo>
                <a:cubicBezTo>
                  <a:pt x="4529" y="37"/>
                  <a:pt x="4492" y="0"/>
                  <a:pt x="4418" y="0"/>
                </a:cubicBezTo>
                <a:lnTo>
                  <a:pt x="111" y="0"/>
                </a:lnTo>
                <a:cubicBezTo>
                  <a:pt x="37" y="0"/>
                  <a:pt x="0" y="37"/>
                  <a:pt x="0" y="111"/>
                </a:cubicBezTo>
                <a:lnTo>
                  <a:pt x="0" y="776"/>
                </a:lnTo>
                <a:cubicBezTo>
                  <a:pt x="0" y="850"/>
                  <a:pt x="37" y="887"/>
                  <a:pt x="111" y="887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2600">
            <a:solidFill>
              <a:srgbClr val="0e2a47">
                <a:alpha val="95000"/>
              </a:srgbClr>
            </a:solidFill>
            <a:miter/>
          </a:ln>
        </p:spPr>
      </p:sp>
      <p:sp>
        <p:nvSpPr>
          <p:cNvPr id="374" name=""/>
          <p:cNvSpPr txBox="1"/>
          <p:nvPr/>
        </p:nvSpPr>
        <p:spPr>
          <a:xfrm rot="16200000">
            <a:off x="10087560" y="2493720"/>
            <a:ext cx="19087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Treg signature (z-score)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375" name=""/>
          <p:cNvSpPr txBox="1"/>
          <p:nvPr/>
        </p:nvSpPr>
        <p:spPr>
          <a:xfrm>
            <a:off x="12852000" y="397440"/>
            <a:ext cx="1552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Good (paired) p = 0.031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76" name=""/>
          <p:cNvSpPr/>
          <p:nvPr/>
        </p:nvSpPr>
        <p:spPr>
          <a:xfrm>
            <a:off x="12121560" y="35467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2" y="165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200"/>
                  <a:pt x="38" y="224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7" name=""/>
          <p:cNvSpPr/>
          <p:nvPr/>
        </p:nvSpPr>
        <p:spPr>
          <a:xfrm>
            <a:off x="13775760" y="391860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5" y="262"/>
                  <a:pt x="199" y="249"/>
                  <a:pt x="223" y="224"/>
                </a:cubicBezTo>
                <a:cubicBezTo>
                  <a:pt x="249" y="199"/>
                  <a:pt x="262" y="165"/>
                  <a:pt x="262" y="131"/>
                </a:cubicBezTo>
                <a:cubicBezTo>
                  <a:pt x="262" y="96"/>
                  <a:pt x="249" y="63"/>
                  <a:pt x="223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8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78" name=""/>
          <p:cNvSpPr/>
          <p:nvPr/>
        </p:nvSpPr>
        <p:spPr>
          <a:xfrm>
            <a:off x="12121560" y="383616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6"/>
                  <a:pt x="262" y="131"/>
                </a:cubicBezTo>
                <a:cubicBezTo>
                  <a:pt x="262" y="96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5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79" name=""/>
          <p:cNvSpPr/>
          <p:nvPr/>
        </p:nvSpPr>
        <p:spPr>
          <a:xfrm>
            <a:off x="13775760" y="18468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5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7"/>
                  <a:pt x="249" y="63"/>
                  <a:pt x="223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80" name=""/>
          <p:cNvSpPr/>
          <p:nvPr/>
        </p:nvSpPr>
        <p:spPr>
          <a:xfrm>
            <a:off x="12121560" y="31572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3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81" name=""/>
          <p:cNvSpPr/>
          <p:nvPr/>
        </p:nvSpPr>
        <p:spPr>
          <a:xfrm>
            <a:off x="13775760" y="20124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4"/>
                  <a:pt x="223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82" name=""/>
          <p:cNvSpPr/>
          <p:nvPr/>
        </p:nvSpPr>
        <p:spPr>
          <a:xfrm>
            <a:off x="12121560" y="38671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3" name=""/>
          <p:cNvSpPr/>
          <p:nvPr/>
        </p:nvSpPr>
        <p:spPr>
          <a:xfrm>
            <a:off x="13775760" y="36640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7"/>
                  <a:pt x="262" y="131"/>
                </a:cubicBezTo>
                <a:cubicBezTo>
                  <a:pt x="262" y="96"/>
                  <a:pt x="249" y="63"/>
                  <a:pt x="223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4" name=""/>
          <p:cNvSpPr/>
          <p:nvPr/>
        </p:nvSpPr>
        <p:spPr>
          <a:xfrm>
            <a:off x="12121560" y="462456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7"/>
                  <a:pt x="249" y="63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9"/>
                  <a:pt x="96" y="262"/>
                  <a:pt x="132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85" name=""/>
          <p:cNvSpPr/>
          <p:nvPr/>
        </p:nvSpPr>
        <p:spPr>
          <a:xfrm>
            <a:off x="13775760" y="41526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3"/>
                  <a:pt x="223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86" name=""/>
          <p:cNvSpPr/>
          <p:nvPr/>
        </p:nvSpPr>
        <p:spPr>
          <a:xfrm>
            <a:off x="12121560" y="376020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2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2"/>
                  <a:pt x="0" y="96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2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7" name=""/>
          <p:cNvSpPr/>
          <p:nvPr/>
        </p:nvSpPr>
        <p:spPr>
          <a:xfrm>
            <a:off x="13775760" y="18198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6"/>
                  <a:pt x="262" y="132"/>
                </a:cubicBezTo>
                <a:cubicBezTo>
                  <a:pt x="262" y="97"/>
                  <a:pt x="249" y="64"/>
                  <a:pt x="223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88" name=""/>
          <p:cNvSpPr/>
          <p:nvPr/>
        </p:nvSpPr>
        <p:spPr>
          <a:xfrm>
            <a:off x="12121560" y="44323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2" y="166"/>
                  <a:pt x="262" y="132"/>
                </a:cubicBezTo>
                <a:cubicBezTo>
                  <a:pt x="262" y="97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89" name=""/>
          <p:cNvSpPr/>
          <p:nvPr/>
        </p:nvSpPr>
        <p:spPr>
          <a:xfrm>
            <a:off x="13775760" y="27432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8"/>
                  <a:pt x="249" y="63"/>
                  <a:pt x="223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8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90" name=""/>
          <p:cNvSpPr/>
          <p:nvPr/>
        </p:nvSpPr>
        <p:spPr>
          <a:xfrm>
            <a:off x="12121560" y="37814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91" name=""/>
          <p:cNvSpPr/>
          <p:nvPr/>
        </p:nvSpPr>
        <p:spPr>
          <a:xfrm>
            <a:off x="13775760" y="15256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3"/>
                  <a:pt x="223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92" name=""/>
          <p:cNvSpPr/>
          <p:nvPr/>
        </p:nvSpPr>
        <p:spPr>
          <a:xfrm>
            <a:off x="12121560" y="405144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2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2"/>
                  <a:pt x="0" y="96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2" y="262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3" name=""/>
          <p:cNvSpPr/>
          <p:nvPr/>
        </p:nvSpPr>
        <p:spPr>
          <a:xfrm>
            <a:off x="13775760" y="46429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6"/>
                  <a:pt x="262" y="132"/>
                </a:cubicBezTo>
                <a:cubicBezTo>
                  <a:pt x="262" y="97"/>
                  <a:pt x="249" y="64"/>
                  <a:pt x="223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4" name=""/>
          <p:cNvSpPr/>
          <p:nvPr/>
        </p:nvSpPr>
        <p:spPr>
          <a:xfrm>
            <a:off x="12121560" y="35982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4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5" name=""/>
          <p:cNvSpPr/>
          <p:nvPr/>
        </p:nvSpPr>
        <p:spPr>
          <a:xfrm>
            <a:off x="13775760" y="35114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6"/>
                  <a:pt x="262" y="132"/>
                </a:cubicBezTo>
                <a:cubicBezTo>
                  <a:pt x="262" y="97"/>
                  <a:pt x="249" y="64"/>
                  <a:pt x="223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6" name=""/>
          <p:cNvSpPr/>
          <p:nvPr/>
        </p:nvSpPr>
        <p:spPr>
          <a:xfrm>
            <a:off x="12121560" y="45662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7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7" name=""/>
          <p:cNvSpPr/>
          <p:nvPr/>
        </p:nvSpPr>
        <p:spPr>
          <a:xfrm>
            <a:off x="13775760" y="45892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6"/>
                  <a:pt x="262" y="131"/>
                </a:cubicBezTo>
                <a:cubicBezTo>
                  <a:pt x="262" y="96"/>
                  <a:pt x="249" y="63"/>
                  <a:pt x="223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round/>
          </a:ln>
        </p:spPr>
      </p:sp>
      <p:sp>
        <p:nvSpPr>
          <p:cNvPr id="398" name=""/>
          <p:cNvSpPr/>
          <p:nvPr/>
        </p:nvSpPr>
        <p:spPr>
          <a:xfrm>
            <a:off x="12121560" y="386856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7"/>
                  <a:pt x="249" y="62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2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2" y="262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399" name=""/>
          <p:cNvSpPr/>
          <p:nvPr/>
        </p:nvSpPr>
        <p:spPr>
          <a:xfrm>
            <a:off x="13775760" y="35784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6"/>
                  <a:pt x="249" y="63"/>
                  <a:pt x="223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round/>
          </a:ln>
        </p:spPr>
      </p:sp>
      <p:sp>
        <p:nvSpPr>
          <p:cNvPr id="400" name=""/>
          <p:cNvSpPr/>
          <p:nvPr/>
        </p:nvSpPr>
        <p:spPr>
          <a:xfrm>
            <a:off x="11858400" y="3899520"/>
            <a:ext cx="551520" cy="0"/>
          </a:xfrm>
          <a:prstGeom prst="line">
            <a:avLst/>
          </a:prstGeom>
          <a:ln cap="rnd" w="442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1" name=""/>
          <p:cNvSpPr/>
          <p:nvPr/>
        </p:nvSpPr>
        <p:spPr>
          <a:xfrm>
            <a:off x="11858400" y="3860640"/>
            <a:ext cx="551520" cy="0"/>
          </a:xfrm>
          <a:prstGeom prst="line">
            <a:avLst/>
          </a:prstGeom>
          <a:ln cap="rnd" w="442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2" name=""/>
          <p:cNvSpPr/>
          <p:nvPr/>
        </p:nvSpPr>
        <p:spPr>
          <a:xfrm>
            <a:off x="13581720" y="2424960"/>
            <a:ext cx="551160" cy="0"/>
          </a:xfrm>
          <a:prstGeom prst="line">
            <a:avLst/>
          </a:prstGeom>
          <a:ln cap="rnd" w="442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3" name=""/>
          <p:cNvSpPr/>
          <p:nvPr/>
        </p:nvSpPr>
        <p:spPr>
          <a:xfrm>
            <a:off x="13581720" y="3838320"/>
            <a:ext cx="551160" cy="0"/>
          </a:xfrm>
          <a:prstGeom prst="line">
            <a:avLst/>
          </a:prstGeom>
          <a:ln cap="rnd" w="442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4" name=""/>
          <p:cNvSpPr/>
          <p:nvPr/>
        </p:nvSpPr>
        <p:spPr>
          <a:xfrm>
            <a:off x="4742280" y="155520"/>
            <a:ext cx="279720" cy="98280"/>
          </a:xfrm>
          <a:custGeom>
            <a:avLst/>
            <a:gdLst/>
            <a:ahLst/>
            <a:rect l="0" t="0" r="r" b="b"/>
            <a:pathLst>
              <a:path w="777" h="273">
                <a:moveTo>
                  <a:pt x="0" y="273"/>
                </a:moveTo>
                <a:lnTo>
                  <a:pt x="777" y="273"/>
                </a:lnTo>
                <a:lnTo>
                  <a:pt x="777" y="0"/>
                </a:lnTo>
                <a:lnTo>
                  <a:pt x="0" y="0"/>
                </a:lnTo>
                <a:lnTo>
                  <a:pt x="0" y="273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405" name=""/>
          <p:cNvSpPr txBox="1"/>
          <p:nvPr/>
        </p:nvSpPr>
        <p:spPr>
          <a:xfrm>
            <a:off x="13169520" y="525600"/>
            <a:ext cx="1235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Poor (paired) p = 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06" name=""/>
          <p:cNvSpPr/>
          <p:nvPr/>
        </p:nvSpPr>
        <p:spPr>
          <a:xfrm>
            <a:off x="6606360" y="155520"/>
            <a:ext cx="279720" cy="98280"/>
          </a:xfrm>
          <a:custGeom>
            <a:avLst/>
            <a:gdLst/>
            <a:ahLst/>
            <a:rect l="0" t="0" r="r" b="b"/>
            <a:pathLst>
              <a:path w="777" h="273">
                <a:moveTo>
                  <a:pt x="0" y="273"/>
                </a:moveTo>
                <a:lnTo>
                  <a:pt x="777" y="273"/>
                </a:lnTo>
                <a:lnTo>
                  <a:pt x="777" y="0"/>
                </a:lnTo>
                <a:lnTo>
                  <a:pt x="0" y="0"/>
                </a:lnTo>
                <a:lnTo>
                  <a:pt x="0" y="273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407" name=""/>
          <p:cNvSpPr txBox="1"/>
          <p:nvPr/>
        </p:nvSpPr>
        <p:spPr>
          <a:xfrm>
            <a:off x="5133600" y="123840"/>
            <a:ext cx="11984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00000"/>
                </a:solidFill>
                <a:latin typeface="DejaVuSans"/>
              </a:rPr>
              <a:t>Good responders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08" name=""/>
          <p:cNvSpPr/>
          <p:nvPr/>
        </p:nvSpPr>
        <p:spPr>
          <a:xfrm>
            <a:off x="8410320" y="204480"/>
            <a:ext cx="279360" cy="0"/>
          </a:xfrm>
          <a:custGeom>
            <a:avLst/>
            <a:gdLst/>
            <a:ahLst/>
            <a:rect l="0" t="0" r="r" b="b"/>
            <a:pathLst>
              <a:path fill="none" w="776" h="0">
                <a:moveTo>
                  <a:pt x="0" y="0"/>
                </a:moveTo>
                <a:lnTo>
                  <a:pt x="388" y="0"/>
                </a:lnTo>
                <a:lnTo>
                  <a:pt x="776" y="0"/>
                </a:lnTo>
              </a:path>
            </a:pathLst>
          </a:custGeom>
          <a:ln cap="sq" w="44280">
            <a:solidFill>
              <a:srgbClr val="5a6772"/>
            </a:solidFill>
            <a:round/>
          </a:ln>
        </p:spPr>
      </p:sp>
      <p:sp>
        <p:nvSpPr>
          <p:cNvPr id="409" name=""/>
          <p:cNvSpPr txBox="1"/>
          <p:nvPr/>
        </p:nvSpPr>
        <p:spPr>
          <a:xfrm>
            <a:off x="6997680" y="123840"/>
            <a:ext cx="11437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00000"/>
                </a:solidFill>
                <a:latin typeface="DejaVuSans"/>
              </a:rPr>
              <a:t>Poor responders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10" name=""/>
          <p:cNvSpPr txBox="1"/>
          <p:nvPr/>
        </p:nvSpPr>
        <p:spPr>
          <a:xfrm>
            <a:off x="8801640" y="123840"/>
            <a:ext cx="9990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00000"/>
                </a:solidFill>
                <a:latin typeface="DejaVuSans"/>
              </a:rPr>
              <a:t>Group median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11" name="TextBox 410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6B — Paired pre→post slopes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8136360" cy="5140080"/>
          </a:xfrm>
          <a:custGeom>
            <a:avLst/>
            <a:gdLst/>
            <a:ahLst/>
            <a:rect l="0" t="0" r="r" b="b"/>
            <a:pathLst>
              <a:path w="22601" h="14278">
                <a:moveTo>
                  <a:pt x="0" y="14278"/>
                </a:moveTo>
                <a:lnTo>
                  <a:pt x="22601" y="14278"/>
                </a:lnTo>
                <a:lnTo>
                  <a:pt x="22601" y="0"/>
                </a:lnTo>
                <a:lnTo>
                  <a:pt x="0" y="0"/>
                </a:lnTo>
                <a:lnTo>
                  <a:pt x="0" y="1427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666800" y="91440"/>
            <a:ext cx="6378120" cy="4576680"/>
          </a:xfrm>
          <a:custGeom>
            <a:avLst/>
            <a:gdLst/>
            <a:ahLst/>
            <a:rect l="0" t="0" r="r" b="b"/>
            <a:pathLst>
              <a:path w="17717" h="12713">
                <a:moveTo>
                  <a:pt x="0" y="12713"/>
                </a:moveTo>
                <a:lnTo>
                  <a:pt x="17717" y="12713"/>
                </a:lnTo>
                <a:lnTo>
                  <a:pt x="17717" y="0"/>
                </a:lnTo>
                <a:lnTo>
                  <a:pt x="0" y="0"/>
                </a:lnTo>
                <a:lnTo>
                  <a:pt x="0" y="1271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87272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87272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67192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67192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788840" y="473148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347076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347076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587680" y="473148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426996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426996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3386520" y="473148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506880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506880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423360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586764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586764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503244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666684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666684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583164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7465680" y="4667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7465680" y="4667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663048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7429680" y="47314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1628640" y="4459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1628640" y="4459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3006720" y="4888440"/>
            <a:ext cx="37101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Normalized Δ (good − poor)   95% bootstrap CI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1628640" y="3939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1628640" y="3939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91440" y="4390200"/>
            <a:ext cx="1486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IGH (BCR) clonotypes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1628640" y="3419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1628640" y="3419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448560" y="3870360"/>
            <a:ext cx="1134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CD8 exhaustion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1628640" y="2899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1628640" y="2899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403920" y="3350160"/>
            <a:ext cx="11786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MHC-II signature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1628640" y="2379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1628640" y="2379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551880" y="2830320"/>
            <a:ext cx="10551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Treg signature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1628640" y="1859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1628640" y="1859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429840" y="2310120"/>
            <a:ext cx="1148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HLA LOH events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1628640" y="1339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1628640" y="1339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253800" y="1789920"/>
            <a:ext cx="13266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MHC-I neoantigens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1628640" y="819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1628640" y="819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447120" y="1270080"/>
            <a:ext cx="11376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SBS5 mutations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1628640" y="299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1628640" y="299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1182600" y="749880"/>
            <a:ext cx="401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TMB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4190040" y="91440"/>
            <a:ext cx="160200" cy="4576680"/>
          </a:xfrm>
          <a:custGeom>
            <a:avLst/>
            <a:gdLst/>
            <a:ahLst/>
            <a:rect l="0" t="0" r="r" b="b"/>
            <a:pathLst>
              <a:path w="445" h="12713">
                <a:moveTo>
                  <a:pt x="0" y="12713"/>
                </a:moveTo>
                <a:lnTo>
                  <a:pt x="445" y="12713"/>
                </a:lnTo>
                <a:lnTo>
                  <a:pt x="445" y="0"/>
                </a:lnTo>
                <a:lnTo>
                  <a:pt x="0" y="0"/>
                </a:lnTo>
                <a:lnTo>
                  <a:pt x="0" y="12713"/>
                </a:lnTo>
                <a:close/>
              </a:path>
            </a:pathLst>
          </a:custGeom>
          <a:solidFill>
            <a:srgbClr val="dee2e6">
              <a:alpha val="40000"/>
            </a:srgbClr>
          </a:solidFill>
          <a:ln w="12600">
            <a:solidFill>
              <a:srgbClr val="dee2e6">
                <a:alpha val="40000"/>
              </a:srgbClr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3386160" y="4459680"/>
            <a:ext cx="2980800" cy="0"/>
          </a:xfrm>
          <a:prstGeom prst="line">
            <a:avLst/>
          </a:prstGeom>
          <a:ln cap="rnd" w="302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/>
          <p:nvPr/>
        </p:nvSpPr>
        <p:spPr>
          <a:xfrm>
            <a:off x="3884400" y="3939840"/>
            <a:ext cx="2185200" cy="0"/>
          </a:xfrm>
          <a:prstGeom prst="line">
            <a:avLst/>
          </a:prstGeom>
          <a:ln cap="rnd" w="302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/>
          <p:nvPr/>
        </p:nvSpPr>
        <p:spPr>
          <a:xfrm>
            <a:off x="4159080" y="3419640"/>
            <a:ext cx="1894320" cy="0"/>
          </a:xfrm>
          <a:prstGeom prst="line">
            <a:avLst/>
          </a:prstGeom>
          <a:ln cap="rnd" w="302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" name=""/>
          <p:cNvSpPr/>
          <p:nvPr/>
        </p:nvSpPr>
        <p:spPr>
          <a:xfrm>
            <a:off x="4331160" y="2899440"/>
            <a:ext cx="1788840" cy="0"/>
          </a:xfrm>
          <a:prstGeom prst="line">
            <a:avLst/>
          </a:prstGeom>
          <a:ln cap="rnd" w="302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/>
          <p:nvPr/>
        </p:nvSpPr>
        <p:spPr>
          <a:xfrm>
            <a:off x="2324160" y="2379600"/>
            <a:ext cx="1945800" cy="0"/>
          </a:xfrm>
          <a:prstGeom prst="line">
            <a:avLst/>
          </a:prstGeom>
          <a:ln cap="rnd" w="302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" name=""/>
          <p:cNvSpPr/>
          <p:nvPr/>
        </p:nvSpPr>
        <p:spPr>
          <a:xfrm>
            <a:off x="2165400" y="1859400"/>
            <a:ext cx="2803320" cy="0"/>
          </a:xfrm>
          <a:prstGeom prst="line">
            <a:avLst/>
          </a:prstGeom>
          <a:ln cap="rnd" w="302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/>
          <p:nvPr/>
        </p:nvSpPr>
        <p:spPr>
          <a:xfrm>
            <a:off x="1903320" y="1339560"/>
            <a:ext cx="2382480" cy="0"/>
          </a:xfrm>
          <a:prstGeom prst="line">
            <a:avLst/>
          </a:prstGeom>
          <a:ln cap="rnd" w="302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/>
          <p:nvPr/>
        </p:nvSpPr>
        <p:spPr>
          <a:xfrm>
            <a:off x="2503080" y="819360"/>
            <a:ext cx="2451960" cy="0"/>
          </a:xfrm>
          <a:prstGeom prst="line">
            <a:avLst/>
          </a:prstGeom>
          <a:ln cap="rnd" w="302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/>
          <p:nvPr/>
        </p:nvSpPr>
        <p:spPr>
          <a:xfrm>
            <a:off x="2503080" y="299160"/>
            <a:ext cx="2451960" cy="0"/>
          </a:xfrm>
          <a:prstGeom prst="line">
            <a:avLst/>
          </a:prstGeom>
          <a:ln cap="rnd" w="302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/>
          <p:nvPr/>
        </p:nvSpPr>
        <p:spPr>
          <a:xfrm flipV="1">
            <a:off x="4269960" y="91440"/>
            <a:ext cx="0" cy="457632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/>
          <p:nvPr/>
        </p:nvSpPr>
        <p:spPr>
          <a:xfrm flipV="1">
            <a:off x="1666800" y="91440"/>
            <a:ext cx="0" cy="45763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/>
          <p:nvPr/>
        </p:nvSpPr>
        <p:spPr>
          <a:xfrm>
            <a:off x="1666800" y="4667760"/>
            <a:ext cx="63777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>
            <a:off x="4717080" y="439632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8"/>
                  <a:pt x="354" y="223"/>
                  <a:pt x="354" y="176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5" y="19"/>
                  <a:pt x="52" y="52"/>
                </a:cubicBezTo>
                <a:cubicBezTo>
                  <a:pt x="19" y="85"/>
                  <a:pt x="0" y="130"/>
                  <a:pt x="0" y="176"/>
                </a:cubicBezTo>
                <a:cubicBezTo>
                  <a:pt x="0" y="223"/>
                  <a:pt x="19" y="268"/>
                  <a:pt x="52" y="302"/>
                </a:cubicBezTo>
                <a:cubicBezTo>
                  <a:pt x="85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03" name=""/>
          <p:cNvSpPr txBox="1"/>
          <p:nvPr/>
        </p:nvSpPr>
        <p:spPr>
          <a:xfrm>
            <a:off x="194040" y="229680"/>
            <a:ext cx="1386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Missense mutations Δ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5138280" y="385452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8" y="474"/>
                </a:moveTo>
                <a:cubicBezTo>
                  <a:pt x="301" y="474"/>
                  <a:pt x="361" y="449"/>
                  <a:pt x="405" y="404"/>
                </a:cubicBezTo>
                <a:cubicBezTo>
                  <a:pt x="450" y="360"/>
                  <a:pt x="474" y="299"/>
                  <a:pt x="474" y="237"/>
                </a:cubicBezTo>
                <a:cubicBezTo>
                  <a:pt x="474" y="174"/>
                  <a:pt x="450" y="114"/>
                  <a:pt x="405" y="69"/>
                </a:cubicBezTo>
                <a:cubicBezTo>
                  <a:pt x="361" y="25"/>
                  <a:pt x="301" y="0"/>
                  <a:pt x="238" y="0"/>
                </a:cubicBezTo>
                <a:cubicBezTo>
                  <a:pt x="175" y="0"/>
                  <a:pt x="114" y="25"/>
                  <a:pt x="69" y="69"/>
                </a:cubicBezTo>
                <a:cubicBezTo>
                  <a:pt x="25" y="114"/>
                  <a:pt x="0" y="174"/>
                  <a:pt x="0" y="237"/>
                </a:cubicBezTo>
                <a:cubicBezTo>
                  <a:pt x="0" y="299"/>
                  <a:pt x="25" y="360"/>
                  <a:pt x="69" y="404"/>
                </a:cubicBezTo>
                <a:cubicBezTo>
                  <a:pt x="114" y="449"/>
                  <a:pt x="175" y="474"/>
                  <a:pt x="238" y="47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05" name=""/>
          <p:cNvSpPr txBox="1"/>
          <p:nvPr/>
        </p:nvSpPr>
        <p:spPr>
          <a:xfrm>
            <a:off x="6446880" y="4385520"/>
            <a:ext cx="535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0.24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4809600" y="3334320"/>
            <a:ext cx="170640" cy="171000"/>
          </a:xfrm>
          <a:custGeom>
            <a:avLst/>
            <a:gdLst/>
            <a:ahLst/>
            <a:rect l="0" t="0" r="r" b="b"/>
            <a:pathLst>
              <a:path w="474" h="475">
                <a:moveTo>
                  <a:pt x="238" y="475"/>
                </a:moveTo>
                <a:cubicBezTo>
                  <a:pt x="301" y="475"/>
                  <a:pt x="361" y="450"/>
                  <a:pt x="405" y="404"/>
                </a:cubicBezTo>
                <a:cubicBezTo>
                  <a:pt x="449" y="360"/>
                  <a:pt x="474" y="300"/>
                  <a:pt x="474" y="237"/>
                </a:cubicBezTo>
                <a:cubicBezTo>
                  <a:pt x="474" y="174"/>
                  <a:pt x="449" y="114"/>
                  <a:pt x="405" y="70"/>
                </a:cubicBezTo>
                <a:cubicBezTo>
                  <a:pt x="361" y="25"/>
                  <a:pt x="301" y="0"/>
                  <a:pt x="238" y="0"/>
                </a:cubicBezTo>
                <a:cubicBezTo>
                  <a:pt x="175" y="0"/>
                  <a:pt x="114" y="25"/>
                  <a:pt x="69" y="70"/>
                </a:cubicBezTo>
                <a:cubicBezTo>
                  <a:pt x="25" y="114"/>
                  <a:pt x="0" y="174"/>
                  <a:pt x="0" y="237"/>
                </a:cubicBezTo>
                <a:cubicBezTo>
                  <a:pt x="0" y="300"/>
                  <a:pt x="25" y="360"/>
                  <a:pt x="69" y="404"/>
                </a:cubicBezTo>
                <a:cubicBezTo>
                  <a:pt x="114" y="450"/>
                  <a:pt x="175" y="475"/>
                  <a:pt x="238" y="475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07" name=""/>
          <p:cNvSpPr txBox="1"/>
          <p:nvPr/>
        </p:nvSpPr>
        <p:spPr>
          <a:xfrm>
            <a:off x="6149880" y="386532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0.0931 †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5343480" y="281448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8" y="474"/>
                </a:moveTo>
                <a:cubicBezTo>
                  <a:pt x="300" y="474"/>
                  <a:pt x="361" y="448"/>
                  <a:pt x="405" y="404"/>
                </a:cubicBezTo>
                <a:cubicBezTo>
                  <a:pt x="449" y="359"/>
                  <a:pt x="474" y="299"/>
                  <a:pt x="474" y="236"/>
                </a:cubicBezTo>
                <a:cubicBezTo>
                  <a:pt x="474" y="174"/>
                  <a:pt x="449" y="114"/>
                  <a:pt x="405" y="69"/>
                </a:cubicBezTo>
                <a:cubicBezTo>
                  <a:pt x="361" y="25"/>
                  <a:pt x="300" y="0"/>
                  <a:pt x="238" y="0"/>
                </a:cubicBezTo>
                <a:cubicBezTo>
                  <a:pt x="175" y="0"/>
                  <a:pt x="115" y="25"/>
                  <a:pt x="70" y="69"/>
                </a:cubicBezTo>
                <a:cubicBezTo>
                  <a:pt x="25" y="114"/>
                  <a:pt x="0" y="174"/>
                  <a:pt x="0" y="236"/>
                </a:cubicBezTo>
                <a:cubicBezTo>
                  <a:pt x="0" y="299"/>
                  <a:pt x="25" y="359"/>
                  <a:pt x="70" y="404"/>
                </a:cubicBezTo>
                <a:cubicBezTo>
                  <a:pt x="115" y="448"/>
                  <a:pt x="175" y="474"/>
                  <a:pt x="238" y="47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09" name=""/>
          <p:cNvSpPr txBox="1"/>
          <p:nvPr/>
        </p:nvSpPr>
        <p:spPr>
          <a:xfrm>
            <a:off x="6133320" y="334548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0.0649 †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4206240" y="23158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6"/>
                  <a:pt x="302" y="303"/>
                </a:cubicBezTo>
                <a:cubicBezTo>
                  <a:pt x="335" y="269"/>
                  <a:pt x="354" y="225"/>
                  <a:pt x="354" y="178"/>
                </a:cubicBezTo>
                <a:cubicBezTo>
                  <a:pt x="354" y="131"/>
                  <a:pt x="335" y="86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5" y="19"/>
                  <a:pt x="52" y="52"/>
                </a:cubicBezTo>
                <a:cubicBezTo>
                  <a:pt x="19" y="86"/>
                  <a:pt x="0" y="131"/>
                  <a:pt x="0" y="178"/>
                </a:cubicBezTo>
                <a:cubicBezTo>
                  <a:pt x="0" y="225"/>
                  <a:pt x="19" y="269"/>
                  <a:pt x="52" y="303"/>
                </a:cubicBezTo>
                <a:cubicBezTo>
                  <a:pt x="85" y="336"/>
                  <a:pt x="131" y="354"/>
                  <a:pt x="178" y="354"/>
                </a:cubicBezTo>
                <a:close/>
              </a:path>
            </a:pathLst>
          </a:custGeom>
          <a:solidFill>
            <a:srgbClr val="c53e1f"/>
          </a:solidFill>
          <a:ln w="17640">
            <a:solidFill>
              <a:srgbClr val="ffffff"/>
            </a:solidFill>
            <a:round/>
          </a:ln>
        </p:spPr>
      </p:sp>
      <p:sp>
        <p:nvSpPr>
          <p:cNvPr id="111" name=""/>
          <p:cNvSpPr txBox="1"/>
          <p:nvPr/>
        </p:nvSpPr>
        <p:spPr>
          <a:xfrm>
            <a:off x="6199920" y="2825280"/>
            <a:ext cx="666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0.026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3367440" y="17960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3" y="354"/>
                  <a:pt x="268" y="335"/>
                  <a:pt x="301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0"/>
                  <a:pt x="335" y="85"/>
                  <a:pt x="301" y="51"/>
                </a:cubicBezTo>
                <a:cubicBezTo>
                  <a:pt x="268" y="18"/>
                  <a:pt x="223" y="0"/>
                  <a:pt x="176" y="0"/>
                </a:cubicBezTo>
                <a:cubicBezTo>
                  <a:pt x="129" y="0"/>
                  <a:pt x="85" y="18"/>
                  <a:pt x="51" y="51"/>
                </a:cubicBezTo>
                <a:cubicBezTo>
                  <a:pt x="18" y="85"/>
                  <a:pt x="0" y="130"/>
                  <a:pt x="0" y="177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5" y="335"/>
                  <a:pt x="129" y="354"/>
                  <a:pt x="176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13" name=""/>
          <p:cNvSpPr txBox="1"/>
          <p:nvPr/>
        </p:nvSpPr>
        <p:spPr>
          <a:xfrm>
            <a:off x="4349880" y="230508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0.336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3353040" y="1254240"/>
            <a:ext cx="171000" cy="170640"/>
          </a:xfrm>
          <a:custGeom>
            <a:avLst/>
            <a:gdLst/>
            <a:ahLst/>
            <a:rect l="0" t="0" r="r" b="b"/>
            <a:pathLst>
              <a:path w="475" h="474">
                <a:moveTo>
                  <a:pt x="237" y="474"/>
                </a:moveTo>
                <a:cubicBezTo>
                  <a:pt x="300" y="474"/>
                  <a:pt x="360" y="449"/>
                  <a:pt x="405" y="405"/>
                </a:cubicBezTo>
                <a:cubicBezTo>
                  <a:pt x="450" y="361"/>
                  <a:pt x="475" y="300"/>
                  <a:pt x="475" y="238"/>
                </a:cubicBezTo>
                <a:cubicBezTo>
                  <a:pt x="475" y="175"/>
                  <a:pt x="450" y="115"/>
                  <a:pt x="405" y="70"/>
                </a:cubicBezTo>
                <a:cubicBezTo>
                  <a:pt x="360" y="25"/>
                  <a:pt x="300" y="0"/>
                  <a:pt x="237" y="0"/>
                </a:cubicBezTo>
                <a:cubicBezTo>
                  <a:pt x="174" y="0"/>
                  <a:pt x="114" y="25"/>
                  <a:pt x="70" y="70"/>
                </a:cubicBezTo>
                <a:cubicBezTo>
                  <a:pt x="25" y="115"/>
                  <a:pt x="0" y="175"/>
                  <a:pt x="0" y="238"/>
                </a:cubicBezTo>
                <a:cubicBezTo>
                  <a:pt x="0" y="300"/>
                  <a:pt x="25" y="361"/>
                  <a:pt x="70" y="405"/>
                </a:cubicBezTo>
                <a:cubicBezTo>
                  <a:pt x="114" y="449"/>
                  <a:pt x="174" y="474"/>
                  <a:pt x="237" y="47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15" name=""/>
          <p:cNvSpPr txBox="1"/>
          <p:nvPr/>
        </p:nvSpPr>
        <p:spPr>
          <a:xfrm>
            <a:off x="5048640" y="178524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0.429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2998440" y="75600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6" y="353"/>
                </a:moveTo>
                <a:cubicBezTo>
                  <a:pt x="223" y="353"/>
                  <a:pt x="268" y="335"/>
                  <a:pt x="302" y="302"/>
                </a:cubicBezTo>
                <a:cubicBezTo>
                  <a:pt x="335" y="269"/>
                  <a:pt x="354" y="224"/>
                  <a:pt x="354" y="176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8" y="18"/>
                  <a:pt x="223" y="0"/>
                  <a:pt x="176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29"/>
                  <a:pt x="0" y="176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3"/>
                  <a:pt x="176" y="353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17" name=""/>
          <p:cNvSpPr txBox="1"/>
          <p:nvPr/>
        </p:nvSpPr>
        <p:spPr>
          <a:xfrm>
            <a:off x="4366080" y="1265040"/>
            <a:ext cx="739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0.0407 *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2998440" y="23580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3" y="354"/>
                  <a:pt x="268" y="335"/>
                  <a:pt x="302" y="302"/>
                </a:cubicBezTo>
                <a:cubicBezTo>
                  <a:pt x="335" y="269"/>
                  <a:pt x="354" y="223"/>
                  <a:pt x="354" y="176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8" y="19"/>
                  <a:pt x="223" y="0"/>
                  <a:pt x="176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9" y="85"/>
                  <a:pt x="0" y="130"/>
                  <a:pt x="0" y="176"/>
                </a:cubicBezTo>
                <a:cubicBezTo>
                  <a:pt x="0" y="223"/>
                  <a:pt x="19" y="269"/>
                  <a:pt x="52" y="302"/>
                </a:cubicBezTo>
                <a:cubicBezTo>
                  <a:pt x="85" y="335"/>
                  <a:pt x="130" y="354"/>
                  <a:pt x="176" y="354"/>
                </a:cubicBezTo>
                <a:close/>
              </a:path>
            </a:pathLst>
          </a:custGeom>
          <a:solidFill>
            <a:srgbClr val="0a7d6e"/>
          </a:solidFill>
          <a:ln w="17640">
            <a:solidFill>
              <a:srgbClr val="ffffff"/>
            </a:solidFill>
            <a:round/>
          </a:ln>
        </p:spPr>
      </p:sp>
      <p:sp>
        <p:nvSpPr>
          <p:cNvPr id="119" name=""/>
          <p:cNvSpPr txBox="1"/>
          <p:nvPr/>
        </p:nvSpPr>
        <p:spPr>
          <a:xfrm>
            <a:off x="5034960" y="74484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0.209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0" name=""/>
          <p:cNvSpPr/>
          <p:nvPr/>
        </p:nvSpPr>
        <p:spPr>
          <a:xfrm>
            <a:off x="6175440" y="182160"/>
            <a:ext cx="1787760" cy="332280"/>
          </a:xfrm>
          <a:custGeom>
            <a:avLst/>
            <a:gdLst/>
            <a:ahLst/>
            <a:rect l="0" t="0" r="r" b="b"/>
            <a:pathLst>
              <a:path w="4966" h="923">
                <a:moveTo>
                  <a:pt x="127" y="923"/>
                </a:moveTo>
                <a:lnTo>
                  <a:pt x="4839" y="923"/>
                </a:lnTo>
                <a:cubicBezTo>
                  <a:pt x="4923" y="923"/>
                  <a:pt x="4966" y="880"/>
                  <a:pt x="4966" y="795"/>
                </a:cubicBezTo>
                <a:lnTo>
                  <a:pt x="4966" y="127"/>
                </a:lnTo>
                <a:cubicBezTo>
                  <a:pt x="4966" y="42"/>
                  <a:pt x="4923" y="0"/>
                  <a:pt x="4839" y="0"/>
                </a:cubicBezTo>
                <a:lnTo>
                  <a:pt x="127" y="0"/>
                </a:lnTo>
                <a:cubicBezTo>
                  <a:pt x="42" y="0"/>
                  <a:pt x="0" y="42"/>
                  <a:pt x="0" y="127"/>
                </a:cubicBezTo>
                <a:lnTo>
                  <a:pt x="0" y="795"/>
                </a:lnTo>
                <a:cubicBezTo>
                  <a:pt x="0" y="880"/>
                  <a:pt x="42" y="923"/>
                  <a:pt x="127" y="923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 w="12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1" name=""/>
          <p:cNvSpPr txBox="1"/>
          <p:nvPr/>
        </p:nvSpPr>
        <p:spPr>
          <a:xfrm>
            <a:off x="5034960" y="225000"/>
            <a:ext cx="608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 = 0.201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2" name=""/>
          <p:cNvSpPr txBox="1"/>
          <p:nvPr/>
        </p:nvSpPr>
        <p:spPr>
          <a:xfrm>
            <a:off x="6221520" y="209520"/>
            <a:ext cx="1701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Green = favorable in 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3" name=""/>
          <p:cNvSpPr txBox="1"/>
          <p:nvPr/>
        </p:nvSpPr>
        <p:spPr>
          <a:xfrm>
            <a:off x="6631200" y="338400"/>
            <a:ext cx="1289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Coral = unfavorable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6C — Δ forest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053360" cy="10146240"/>
          </a:xfrm>
          <a:custGeom>
            <a:avLst/>
            <a:gdLst/>
            <a:ahLst/>
            <a:rect l="0" t="0" r="r" b="b"/>
            <a:pathLst>
              <a:path w="27926" h="28184">
                <a:moveTo>
                  <a:pt x="0" y="28184"/>
                </a:moveTo>
                <a:lnTo>
                  <a:pt x="27926" y="28184"/>
                </a:lnTo>
                <a:lnTo>
                  <a:pt x="27926" y="0"/>
                </a:lnTo>
                <a:lnTo>
                  <a:pt x="0" y="0"/>
                </a:lnTo>
                <a:lnTo>
                  <a:pt x="0" y="2818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747000" y="282600"/>
            <a:ext cx="9214920" cy="2161800"/>
          </a:xfrm>
          <a:custGeom>
            <a:avLst/>
            <a:gdLst/>
            <a:ahLst/>
            <a:rect l="0" t="0" r="r" b="b"/>
            <a:pathLst>
              <a:path w="25597" h="6005">
                <a:moveTo>
                  <a:pt x="0" y="6005"/>
                </a:moveTo>
                <a:lnTo>
                  <a:pt x="25597" y="6005"/>
                </a:lnTo>
                <a:lnTo>
                  <a:pt x="25597" y="0"/>
                </a:lnTo>
                <a:lnTo>
                  <a:pt x="0" y="0"/>
                </a:lnTo>
                <a:lnTo>
                  <a:pt x="0" y="60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13616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13616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78524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78524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/>
          <p:nvPr/>
        </p:nvSpPr>
        <p:spPr>
          <a:xfrm>
            <a:off x="243396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" name=""/>
          <p:cNvSpPr/>
          <p:nvPr/>
        </p:nvSpPr>
        <p:spPr>
          <a:xfrm>
            <a:off x="243396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/>
          <p:nvPr/>
        </p:nvSpPr>
        <p:spPr>
          <a:xfrm>
            <a:off x="308304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308304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/>
          <p:nvPr/>
        </p:nvSpPr>
        <p:spPr>
          <a:xfrm>
            <a:off x="373212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373212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/>
          <p:nvPr/>
        </p:nvSpPr>
        <p:spPr>
          <a:xfrm>
            <a:off x="438084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" name=""/>
          <p:cNvSpPr/>
          <p:nvPr/>
        </p:nvSpPr>
        <p:spPr>
          <a:xfrm>
            <a:off x="438084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" name=""/>
          <p:cNvSpPr/>
          <p:nvPr/>
        </p:nvSpPr>
        <p:spPr>
          <a:xfrm>
            <a:off x="502992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>
            <a:off x="502992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/>
          <p:nvPr/>
        </p:nvSpPr>
        <p:spPr>
          <a:xfrm>
            <a:off x="567864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567864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/>
          <p:nvPr/>
        </p:nvSpPr>
        <p:spPr>
          <a:xfrm>
            <a:off x="632772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5" name=""/>
          <p:cNvSpPr/>
          <p:nvPr/>
        </p:nvSpPr>
        <p:spPr>
          <a:xfrm>
            <a:off x="632772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/>
          <p:nvPr/>
        </p:nvSpPr>
        <p:spPr>
          <a:xfrm>
            <a:off x="697644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>
            <a:off x="697644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/>
          <p:nvPr/>
        </p:nvSpPr>
        <p:spPr>
          <a:xfrm>
            <a:off x="762552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762552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/>
          <p:nvPr/>
        </p:nvSpPr>
        <p:spPr>
          <a:xfrm>
            <a:off x="827460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>
            <a:off x="827460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/>
          <p:nvPr/>
        </p:nvSpPr>
        <p:spPr>
          <a:xfrm>
            <a:off x="892332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>
            <a:off x="892332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/>
          <p:nvPr/>
        </p:nvSpPr>
        <p:spPr>
          <a:xfrm>
            <a:off x="9572400" y="2444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>
            <a:off x="9572400" y="2444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/>
          <p:nvPr/>
        </p:nvSpPr>
        <p:spPr>
          <a:xfrm>
            <a:off x="708840" y="2430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7" name=""/>
          <p:cNvSpPr/>
          <p:nvPr/>
        </p:nvSpPr>
        <p:spPr>
          <a:xfrm flipH="1">
            <a:off x="708840" y="2430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/>
          <p:nvPr/>
        </p:nvSpPr>
        <p:spPr>
          <a:xfrm>
            <a:off x="708840" y="2149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708840" y="2149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350280" y="2367360"/>
            <a:ext cx="31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708840" y="1868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708840" y="1868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350280" y="2086920"/>
            <a:ext cx="31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708840" y="1587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708840" y="1587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423000" y="1806120"/>
            <a:ext cx="243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708840" y="1307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708840" y="1307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423000" y="1525320"/>
            <a:ext cx="243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708840" y="1026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708840" y="1026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423000" y="1244880"/>
            <a:ext cx="243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708840" y="745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708840" y="745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423000" y="964080"/>
            <a:ext cx="243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708840" y="465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708840" y="465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591840" y="6832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>
            <a:off x="518760" y="402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870120" y="745920"/>
            <a:ext cx="532440" cy="533520"/>
          </a:xfrm>
          <a:custGeom>
            <a:avLst/>
            <a:gdLst/>
            <a:ahLst/>
            <a:rect l="0" t="0" r="r" b="b"/>
            <a:pathLst>
              <a:path w="1479" h="1482">
                <a:moveTo>
                  <a:pt x="0" y="0"/>
                </a:moveTo>
                <a:lnTo>
                  <a:pt x="1479" y="0"/>
                </a:lnTo>
                <a:lnTo>
                  <a:pt x="1479" y="1482"/>
                </a:lnTo>
                <a:lnTo>
                  <a:pt x="0" y="148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1519200" y="745920"/>
            <a:ext cx="532440" cy="308880"/>
          </a:xfrm>
          <a:custGeom>
            <a:avLst/>
            <a:gdLst/>
            <a:ahLst/>
            <a:rect l="0" t="0" r="r" b="b"/>
            <a:pathLst>
              <a:path w="1479" h="858">
                <a:moveTo>
                  <a:pt x="0" y="0"/>
                </a:moveTo>
                <a:lnTo>
                  <a:pt x="1479" y="0"/>
                </a:lnTo>
                <a:lnTo>
                  <a:pt x="1479" y="858"/>
                </a:lnTo>
                <a:lnTo>
                  <a:pt x="0" y="85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2167920" y="745920"/>
            <a:ext cx="532440" cy="280800"/>
          </a:xfrm>
          <a:custGeom>
            <a:avLst/>
            <a:gdLst/>
            <a:ahLst/>
            <a:rect l="0" t="0" r="r" b="b"/>
            <a:pathLst>
              <a:path w="1479" h="780">
                <a:moveTo>
                  <a:pt x="0" y="0"/>
                </a:moveTo>
                <a:lnTo>
                  <a:pt x="1479" y="0"/>
                </a:lnTo>
                <a:lnTo>
                  <a:pt x="1479" y="780"/>
                </a:lnTo>
                <a:lnTo>
                  <a:pt x="0" y="780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2817000" y="745920"/>
            <a:ext cx="532440" cy="14400"/>
          </a:xfrm>
          <a:custGeom>
            <a:avLst/>
            <a:gdLst/>
            <a:ahLst/>
            <a:rect l="0" t="0" r="r" b="b"/>
            <a:pathLst>
              <a:path w="1479" h="40">
                <a:moveTo>
                  <a:pt x="0" y="0"/>
                </a:moveTo>
                <a:lnTo>
                  <a:pt x="1479" y="0"/>
                </a:lnTo>
                <a:lnTo>
                  <a:pt x="1479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3465720" y="731880"/>
            <a:ext cx="532800" cy="14400"/>
          </a:xfrm>
          <a:custGeom>
            <a:avLst/>
            <a:gdLst/>
            <a:ahLst/>
            <a:rect l="0" t="0" r="r" b="b"/>
            <a:pathLst>
              <a:path w="1480" h="40">
                <a:moveTo>
                  <a:pt x="0" y="40"/>
                </a:moveTo>
                <a:lnTo>
                  <a:pt x="1480" y="40"/>
                </a:lnTo>
                <a:lnTo>
                  <a:pt x="1480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4114800" y="731880"/>
            <a:ext cx="532440" cy="14400"/>
          </a:xfrm>
          <a:custGeom>
            <a:avLst/>
            <a:gdLst/>
            <a:ahLst/>
            <a:rect l="0" t="0" r="r" b="b"/>
            <a:pathLst>
              <a:path w="1479" h="40">
                <a:moveTo>
                  <a:pt x="0" y="40"/>
                </a:moveTo>
                <a:lnTo>
                  <a:pt x="1479" y="40"/>
                </a:lnTo>
                <a:lnTo>
                  <a:pt x="1479" y="0"/>
                </a:lnTo>
                <a:lnTo>
                  <a:pt x="0" y="0"/>
                </a:lnTo>
                <a:lnTo>
                  <a:pt x="0" y="4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4763880" y="717840"/>
            <a:ext cx="532440" cy="28440"/>
          </a:xfrm>
          <a:custGeom>
            <a:avLst/>
            <a:gdLst/>
            <a:ahLst/>
            <a:rect l="0" t="0" r="r" b="b"/>
            <a:pathLst>
              <a:path w="1479" h="79">
                <a:moveTo>
                  <a:pt x="0" y="79"/>
                </a:moveTo>
                <a:lnTo>
                  <a:pt x="1479" y="79"/>
                </a:lnTo>
                <a:lnTo>
                  <a:pt x="1479" y="0"/>
                </a:lnTo>
                <a:lnTo>
                  <a:pt x="0" y="0"/>
                </a:lnTo>
                <a:lnTo>
                  <a:pt x="0" y="79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5412600" y="745920"/>
            <a:ext cx="532440" cy="1600200"/>
          </a:xfrm>
          <a:custGeom>
            <a:avLst/>
            <a:gdLst/>
            <a:ahLst/>
            <a:rect l="0" t="0" r="r" b="b"/>
            <a:pathLst>
              <a:path w="1479" h="4445">
                <a:moveTo>
                  <a:pt x="0" y="0"/>
                </a:moveTo>
                <a:lnTo>
                  <a:pt x="1479" y="0"/>
                </a:lnTo>
                <a:lnTo>
                  <a:pt x="1479" y="4445"/>
                </a:lnTo>
                <a:lnTo>
                  <a:pt x="0" y="444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6061680" y="745920"/>
            <a:ext cx="532440" cy="1361520"/>
          </a:xfrm>
          <a:custGeom>
            <a:avLst/>
            <a:gdLst/>
            <a:ahLst/>
            <a:rect l="0" t="0" r="r" b="b"/>
            <a:pathLst>
              <a:path w="1479" h="3782">
                <a:moveTo>
                  <a:pt x="0" y="0"/>
                </a:moveTo>
                <a:lnTo>
                  <a:pt x="1479" y="0"/>
                </a:lnTo>
                <a:lnTo>
                  <a:pt x="1479" y="3782"/>
                </a:lnTo>
                <a:lnTo>
                  <a:pt x="0" y="378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6710400" y="745920"/>
            <a:ext cx="532440" cy="1164960"/>
          </a:xfrm>
          <a:custGeom>
            <a:avLst/>
            <a:gdLst/>
            <a:ahLst/>
            <a:rect l="0" t="0" r="r" b="b"/>
            <a:pathLst>
              <a:path w="1479" h="3236">
                <a:moveTo>
                  <a:pt x="0" y="0"/>
                </a:moveTo>
                <a:lnTo>
                  <a:pt x="1479" y="0"/>
                </a:lnTo>
                <a:lnTo>
                  <a:pt x="1479" y="3236"/>
                </a:lnTo>
                <a:lnTo>
                  <a:pt x="0" y="3236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7359480" y="745920"/>
            <a:ext cx="532440" cy="1136880"/>
          </a:xfrm>
          <a:custGeom>
            <a:avLst/>
            <a:gdLst/>
            <a:ahLst/>
            <a:rect l="0" t="0" r="r" b="b"/>
            <a:pathLst>
              <a:path w="1479" h="3158">
                <a:moveTo>
                  <a:pt x="0" y="0"/>
                </a:moveTo>
                <a:lnTo>
                  <a:pt x="1479" y="0"/>
                </a:lnTo>
                <a:lnTo>
                  <a:pt x="1479" y="3158"/>
                </a:lnTo>
                <a:lnTo>
                  <a:pt x="0" y="315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8008200" y="745920"/>
            <a:ext cx="532800" cy="926640"/>
          </a:xfrm>
          <a:custGeom>
            <a:avLst/>
            <a:gdLst/>
            <a:ahLst/>
            <a:rect l="0" t="0" r="r" b="b"/>
            <a:pathLst>
              <a:path w="1480" h="2574">
                <a:moveTo>
                  <a:pt x="0" y="0"/>
                </a:moveTo>
                <a:lnTo>
                  <a:pt x="1480" y="0"/>
                </a:lnTo>
                <a:lnTo>
                  <a:pt x="1480" y="2574"/>
                </a:lnTo>
                <a:lnTo>
                  <a:pt x="0" y="2574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8657280" y="493200"/>
            <a:ext cx="532440" cy="253080"/>
          </a:xfrm>
          <a:custGeom>
            <a:avLst/>
            <a:gdLst/>
            <a:ahLst/>
            <a:rect l="0" t="0" r="r" b="b"/>
            <a:pathLst>
              <a:path w="1479" h="703">
                <a:moveTo>
                  <a:pt x="0" y="703"/>
                </a:moveTo>
                <a:lnTo>
                  <a:pt x="1479" y="703"/>
                </a:lnTo>
                <a:lnTo>
                  <a:pt x="1479" y="0"/>
                </a:lnTo>
                <a:lnTo>
                  <a:pt x="0" y="0"/>
                </a:lnTo>
                <a:lnTo>
                  <a:pt x="0" y="703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9306360" y="380880"/>
            <a:ext cx="532440" cy="365400"/>
          </a:xfrm>
          <a:custGeom>
            <a:avLst/>
            <a:gdLst/>
            <a:ahLst/>
            <a:rect l="0" t="0" r="r" b="b"/>
            <a:pathLst>
              <a:path w="1479" h="1015">
                <a:moveTo>
                  <a:pt x="0" y="1015"/>
                </a:moveTo>
                <a:lnTo>
                  <a:pt x="1479" y="1015"/>
                </a:lnTo>
                <a:lnTo>
                  <a:pt x="1479" y="0"/>
                </a:lnTo>
                <a:lnTo>
                  <a:pt x="0" y="0"/>
                </a:lnTo>
                <a:lnTo>
                  <a:pt x="0" y="1015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747000" y="745920"/>
            <a:ext cx="9214560" cy="0"/>
          </a:xfrm>
          <a:prstGeom prst="line">
            <a:avLst/>
          </a:prstGeom>
          <a:ln cap="sq" w="111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/>
          <p:nvPr/>
        </p:nvSpPr>
        <p:spPr>
          <a:xfrm flipV="1">
            <a:off x="747000" y="282600"/>
            <a:ext cx="0" cy="21614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/>
          <p:nvPr/>
        </p:nvSpPr>
        <p:spPr>
          <a:xfrm>
            <a:off x="747000" y="2444040"/>
            <a:ext cx="9214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7" name=""/>
          <p:cNvSpPr/>
          <p:nvPr/>
        </p:nvSpPr>
        <p:spPr>
          <a:xfrm>
            <a:off x="893160" y="352800"/>
            <a:ext cx="2279160" cy="199080"/>
          </a:xfrm>
          <a:custGeom>
            <a:avLst/>
            <a:gdLst/>
            <a:ahLst/>
            <a:rect l="0" t="0" r="r" b="b"/>
            <a:pathLst>
              <a:path w="6331" h="553">
                <a:moveTo>
                  <a:pt x="106" y="553"/>
                </a:moveTo>
                <a:lnTo>
                  <a:pt x="6225" y="553"/>
                </a:lnTo>
                <a:cubicBezTo>
                  <a:pt x="6296" y="553"/>
                  <a:pt x="6331" y="518"/>
                  <a:pt x="6331" y="448"/>
                </a:cubicBezTo>
                <a:lnTo>
                  <a:pt x="6331" y="105"/>
                </a:lnTo>
                <a:cubicBezTo>
                  <a:pt x="6331" y="35"/>
                  <a:pt x="6296" y="0"/>
                  <a:pt x="6225" y="0"/>
                </a:cubicBezTo>
                <a:lnTo>
                  <a:pt x="106" y="0"/>
                </a:lnTo>
                <a:cubicBezTo>
                  <a:pt x="35" y="0"/>
                  <a:pt x="0" y="35"/>
                  <a:pt x="0" y="105"/>
                </a:cubicBezTo>
                <a:lnTo>
                  <a:pt x="0" y="448"/>
                </a:lnTo>
                <a:cubicBezTo>
                  <a:pt x="0" y="518"/>
                  <a:pt x="35" y="553"/>
                  <a:pt x="106" y="553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 w="0">
            <a:noFill/>
          </a:ln>
        </p:spPr>
      </p:sp>
      <p:sp>
        <p:nvSpPr>
          <p:cNvPr id="108" name=""/>
          <p:cNvSpPr txBox="1"/>
          <p:nvPr/>
        </p:nvSpPr>
        <p:spPr>
          <a:xfrm rot="16200000">
            <a:off x="-220320" y="1279800"/>
            <a:ext cx="886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Missense Δ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>
            <a:off x="931320" y="369360"/>
            <a:ext cx="2193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Missense mutations Δ (post − pre)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>
            <a:off x="1044720" y="1274400"/>
            <a:ext cx="186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-38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5551920" y="2362320"/>
            <a:ext cx="258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-114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6235920" y="2118960"/>
            <a:ext cx="186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-97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3" name=""/>
          <p:cNvSpPr txBox="1"/>
          <p:nvPr/>
        </p:nvSpPr>
        <p:spPr>
          <a:xfrm>
            <a:off x="6885000" y="1918440"/>
            <a:ext cx="186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-83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7533720" y="1889640"/>
            <a:ext cx="186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-81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8182800" y="1675080"/>
            <a:ext cx="186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-66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747000" y="2684520"/>
            <a:ext cx="9214920" cy="2161440"/>
          </a:xfrm>
          <a:custGeom>
            <a:avLst/>
            <a:gdLst/>
            <a:ahLst/>
            <a:rect l="0" t="0" r="r" b="b"/>
            <a:pathLst>
              <a:path w="25597" h="6004">
                <a:moveTo>
                  <a:pt x="0" y="6004"/>
                </a:moveTo>
                <a:lnTo>
                  <a:pt x="25597" y="6004"/>
                </a:lnTo>
                <a:lnTo>
                  <a:pt x="25597" y="0"/>
                </a:lnTo>
                <a:lnTo>
                  <a:pt x="0" y="0"/>
                </a:lnTo>
                <a:lnTo>
                  <a:pt x="0" y="600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>
            <a:off x="113616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8" name=""/>
          <p:cNvSpPr/>
          <p:nvPr/>
        </p:nvSpPr>
        <p:spPr>
          <a:xfrm>
            <a:off x="113616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" name=""/>
          <p:cNvSpPr/>
          <p:nvPr/>
        </p:nvSpPr>
        <p:spPr>
          <a:xfrm>
            <a:off x="178524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>
            <a:off x="178524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>
            <a:off x="243396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>
            <a:off x="243396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/>
          <p:nvPr/>
        </p:nvSpPr>
        <p:spPr>
          <a:xfrm>
            <a:off x="308304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4" name=""/>
          <p:cNvSpPr/>
          <p:nvPr/>
        </p:nvSpPr>
        <p:spPr>
          <a:xfrm>
            <a:off x="308304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" name=""/>
          <p:cNvSpPr/>
          <p:nvPr/>
        </p:nvSpPr>
        <p:spPr>
          <a:xfrm>
            <a:off x="373212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" name=""/>
          <p:cNvSpPr/>
          <p:nvPr/>
        </p:nvSpPr>
        <p:spPr>
          <a:xfrm>
            <a:off x="373212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/>
          <p:nvPr/>
        </p:nvSpPr>
        <p:spPr>
          <a:xfrm>
            <a:off x="438084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>
            <a:off x="438084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>
            <a:off x="502992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" name=""/>
          <p:cNvSpPr/>
          <p:nvPr/>
        </p:nvSpPr>
        <p:spPr>
          <a:xfrm>
            <a:off x="502992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>
            <a:off x="567864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2" name=""/>
          <p:cNvSpPr/>
          <p:nvPr/>
        </p:nvSpPr>
        <p:spPr>
          <a:xfrm>
            <a:off x="567864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/>
          <p:nvPr/>
        </p:nvSpPr>
        <p:spPr>
          <a:xfrm>
            <a:off x="632772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>
            <a:off x="632772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/>
          <p:nvPr/>
        </p:nvSpPr>
        <p:spPr>
          <a:xfrm>
            <a:off x="697644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6" name=""/>
          <p:cNvSpPr/>
          <p:nvPr/>
        </p:nvSpPr>
        <p:spPr>
          <a:xfrm>
            <a:off x="697644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>
            <a:off x="762552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8" name=""/>
          <p:cNvSpPr/>
          <p:nvPr/>
        </p:nvSpPr>
        <p:spPr>
          <a:xfrm>
            <a:off x="762552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>
            <a:off x="827460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>
            <a:off x="827460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/>
          <p:nvPr/>
        </p:nvSpPr>
        <p:spPr>
          <a:xfrm>
            <a:off x="892332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>
            <a:off x="892332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/>
          <p:nvPr/>
        </p:nvSpPr>
        <p:spPr>
          <a:xfrm>
            <a:off x="9572400" y="4845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4" name=""/>
          <p:cNvSpPr/>
          <p:nvPr/>
        </p:nvSpPr>
        <p:spPr>
          <a:xfrm>
            <a:off x="9572400" y="4845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/>
          <p:nvPr/>
        </p:nvSpPr>
        <p:spPr>
          <a:xfrm>
            <a:off x="708840" y="4671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6" name=""/>
          <p:cNvSpPr/>
          <p:nvPr/>
        </p:nvSpPr>
        <p:spPr>
          <a:xfrm flipH="1">
            <a:off x="708840" y="4671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 txBox="1"/>
          <p:nvPr/>
        </p:nvSpPr>
        <p:spPr>
          <a:xfrm>
            <a:off x="9459360" y="25812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+26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708840" y="4376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 flipH="1">
            <a:off x="708840" y="4376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 txBox="1"/>
          <p:nvPr/>
        </p:nvSpPr>
        <p:spPr>
          <a:xfrm>
            <a:off x="350280" y="4608720"/>
            <a:ext cx="31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708840" y="4082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 flipH="1">
            <a:off x="708840" y="4082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 txBox="1"/>
          <p:nvPr/>
        </p:nvSpPr>
        <p:spPr>
          <a:xfrm>
            <a:off x="350280" y="4314600"/>
            <a:ext cx="31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708840" y="3788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 flipH="1">
            <a:off x="708840" y="3788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>
            <a:off x="350280" y="4020480"/>
            <a:ext cx="31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708840" y="3494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 flipH="1">
            <a:off x="708840" y="3494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350280" y="3726000"/>
            <a:ext cx="31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708840" y="3200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 flipH="1">
            <a:off x="708840" y="3200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>
            <a:off x="350280" y="3431880"/>
            <a:ext cx="31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708840" y="2906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 flipH="1">
            <a:off x="708840" y="2906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>
            <a:off x="350280" y="3137760"/>
            <a:ext cx="31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591840" y="2843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870120" y="2906280"/>
            <a:ext cx="532440" cy="944280"/>
          </a:xfrm>
          <a:custGeom>
            <a:avLst/>
            <a:gdLst/>
            <a:ahLst/>
            <a:rect l="0" t="0" r="r" b="b"/>
            <a:pathLst>
              <a:path w="1479" h="2623">
                <a:moveTo>
                  <a:pt x="0" y="0"/>
                </a:moveTo>
                <a:lnTo>
                  <a:pt x="1479" y="0"/>
                </a:lnTo>
                <a:lnTo>
                  <a:pt x="1479" y="2623"/>
                </a:lnTo>
                <a:lnTo>
                  <a:pt x="0" y="2623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68" name=""/>
          <p:cNvSpPr/>
          <p:nvPr/>
        </p:nvSpPr>
        <p:spPr>
          <a:xfrm>
            <a:off x="1519200" y="2906280"/>
            <a:ext cx="532440" cy="735480"/>
          </a:xfrm>
          <a:custGeom>
            <a:avLst/>
            <a:gdLst/>
            <a:ahLst/>
            <a:rect l="0" t="0" r="r" b="b"/>
            <a:pathLst>
              <a:path w="1479" h="2043">
                <a:moveTo>
                  <a:pt x="0" y="0"/>
                </a:moveTo>
                <a:lnTo>
                  <a:pt x="1479" y="0"/>
                </a:lnTo>
                <a:lnTo>
                  <a:pt x="1479" y="2043"/>
                </a:lnTo>
                <a:lnTo>
                  <a:pt x="0" y="2043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69" name=""/>
          <p:cNvSpPr/>
          <p:nvPr/>
        </p:nvSpPr>
        <p:spPr>
          <a:xfrm>
            <a:off x="2167920" y="2906280"/>
            <a:ext cx="532440" cy="397440"/>
          </a:xfrm>
          <a:custGeom>
            <a:avLst/>
            <a:gdLst/>
            <a:ahLst/>
            <a:rect l="0" t="0" r="r" b="b"/>
            <a:pathLst>
              <a:path w="1479" h="1104">
                <a:moveTo>
                  <a:pt x="0" y="0"/>
                </a:moveTo>
                <a:lnTo>
                  <a:pt x="1479" y="0"/>
                </a:lnTo>
                <a:lnTo>
                  <a:pt x="1479" y="1104"/>
                </a:lnTo>
                <a:lnTo>
                  <a:pt x="0" y="1104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70" name=""/>
          <p:cNvSpPr/>
          <p:nvPr/>
        </p:nvSpPr>
        <p:spPr>
          <a:xfrm>
            <a:off x="2817000" y="2906280"/>
            <a:ext cx="532440" cy="188640"/>
          </a:xfrm>
          <a:custGeom>
            <a:avLst/>
            <a:gdLst/>
            <a:ahLst/>
            <a:rect l="0" t="0" r="r" b="b"/>
            <a:pathLst>
              <a:path w="1479" h="524">
                <a:moveTo>
                  <a:pt x="0" y="0"/>
                </a:moveTo>
                <a:lnTo>
                  <a:pt x="1479" y="0"/>
                </a:lnTo>
                <a:lnTo>
                  <a:pt x="1479" y="524"/>
                </a:lnTo>
                <a:lnTo>
                  <a:pt x="0" y="524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71" name=""/>
          <p:cNvSpPr/>
          <p:nvPr/>
        </p:nvSpPr>
        <p:spPr>
          <a:xfrm>
            <a:off x="3465720" y="2906280"/>
            <a:ext cx="532800" cy="150120"/>
          </a:xfrm>
          <a:custGeom>
            <a:avLst/>
            <a:gdLst/>
            <a:ahLst/>
            <a:rect l="0" t="0" r="r" b="b"/>
            <a:pathLst>
              <a:path w="1480" h="417">
                <a:moveTo>
                  <a:pt x="0" y="0"/>
                </a:moveTo>
                <a:lnTo>
                  <a:pt x="1480" y="0"/>
                </a:lnTo>
                <a:lnTo>
                  <a:pt x="1480" y="417"/>
                </a:lnTo>
                <a:lnTo>
                  <a:pt x="0" y="41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72" name=""/>
          <p:cNvSpPr/>
          <p:nvPr/>
        </p:nvSpPr>
        <p:spPr>
          <a:xfrm>
            <a:off x="4114800" y="2853360"/>
            <a:ext cx="532440" cy="53280"/>
          </a:xfrm>
          <a:custGeom>
            <a:avLst/>
            <a:gdLst/>
            <a:ahLst/>
            <a:rect l="0" t="0" r="r" b="b"/>
            <a:pathLst>
              <a:path w="1479" h="148">
                <a:moveTo>
                  <a:pt x="0" y="148"/>
                </a:moveTo>
                <a:lnTo>
                  <a:pt x="1479" y="148"/>
                </a:lnTo>
                <a:lnTo>
                  <a:pt x="1479" y="0"/>
                </a:lnTo>
                <a:lnTo>
                  <a:pt x="0" y="0"/>
                </a:lnTo>
                <a:lnTo>
                  <a:pt x="0" y="148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73" name=""/>
          <p:cNvSpPr/>
          <p:nvPr/>
        </p:nvSpPr>
        <p:spPr>
          <a:xfrm>
            <a:off x="0" y="1014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74" name=""/>
          <p:cNvSpPr/>
          <p:nvPr/>
        </p:nvSpPr>
        <p:spPr>
          <a:xfrm>
            <a:off x="5412600" y="2906280"/>
            <a:ext cx="532440" cy="1841400"/>
          </a:xfrm>
          <a:custGeom>
            <a:avLst/>
            <a:gdLst/>
            <a:ahLst/>
            <a:rect l="0" t="0" r="r" b="b"/>
            <a:pathLst>
              <a:path w="1479" h="5115">
                <a:moveTo>
                  <a:pt x="0" y="0"/>
                </a:moveTo>
                <a:lnTo>
                  <a:pt x="1479" y="0"/>
                </a:lnTo>
                <a:lnTo>
                  <a:pt x="1479" y="5115"/>
                </a:lnTo>
                <a:lnTo>
                  <a:pt x="0" y="511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75" name=""/>
          <p:cNvSpPr/>
          <p:nvPr/>
        </p:nvSpPr>
        <p:spPr>
          <a:xfrm>
            <a:off x="6061680" y="2906280"/>
            <a:ext cx="532440" cy="1438560"/>
          </a:xfrm>
          <a:custGeom>
            <a:avLst/>
            <a:gdLst/>
            <a:ahLst/>
            <a:rect l="0" t="0" r="r" b="b"/>
            <a:pathLst>
              <a:path w="1479" h="3996">
                <a:moveTo>
                  <a:pt x="0" y="0"/>
                </a:moveTo>
                <a:lnTo>
                  <a:pt x="1479" y="0"/>
                </a:lnTo>
                <a:lnTo>
                  <a:pt x="1479" y="3996"/>
                </a:lnTo>
                <a:lnTo>
                  <a:pt x="0" y="3996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76" name=""/>
          <p:cNvSpPr/>
          <p:nvPr/>
        </p:nvSpPr>
        <p:spPr>
          <a:xfrm>
            <a:off x="6710400" y="2906280"/>
            <a:ext cx="532440" cy="918000"/>
          </a:xfrm>
          <a:custGeom>
            <a:avLst/>
            <a:gdLst/>
            <a:ahLst/>
            <a:rect l="0" t="0" r="r" b="b"/>
            <a:pathLst>
              <a:path w="1479" h="2550">
                <a:moveTo>
                  <a:pt x="0" y="0"/>
                </a:moveTo>
                <a:lnTo>
                  <a:pt x="1479" y="0"/>
                </a:lnTo>
                <a:lnTo>
                  <a:pt x="1479" y="2550"/>
                </a:lnTo>
                <a:lnTo>
                  <a:pt x="0" y="25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77" name=""/>
          <p:cNvSpPr/>
          <p:nvPr/>
        </p:nvSpPr>
        <p:spPr>
          <a:xfrm>
            <a:off x="7359480" y="2906280"/>
            <a:ext cx="532440" cy="362160"/>
          </a:xfrm>
          <a:custGeom>
            <a:avLst/>
            <a:gdLst/>
            <a:ahLst/>
            <a:rect l="0" t="0" r="r" b="b"/>
            <a:pathLst>
              <a:path w="1479" h="1006">
                <a:moveTo>
                  <a:pt x="0" y="0"/>
                </a:moveTo>
                <a:lnTo>
                  <a:pt x="1479" y="0"/>
                </a:lnTo>
                <a:lnTo>
                  <a:pt x="1479" y="1006"/>
                </a:lnTo>
                <a:lnTo>
                  <a:pt x="0" y="1006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78" name=""/>
          <p:cNvSpPr/>
          <p:nvPr/>
        </p:nvSpPr>
        <p:spPr>
          <a:xfrm>
            <a:off x="8008200" y="2782800"/>
            <a:ext cx="532800" cy="123840"/>
          </a:xfrm>
          <a:custGeom>
            <a:avLst/>
            <a:gdLst/>
            <a:ahLst/>
            <a:rect l="0" t="0" r="r" b="b"/>
            <a:pathLst>
              <a:path w="1480" h="344">
                <a:moveTo>
                  <a:pt x="0" y="344"/>
                </a:moveTo>
                <a:lnTo>
                  <a:pt x="1480" y="344"/>
                </a:lnTo>
                <a:lnTo>
                  <a:pt x="1480" y="0"/>
                </a:lnTo>
                <a:lnTo>
                  <a:pt x="0" y="0"/>
                </a:lnTo>
                <a:lnTo>
                  <a:pt x="0" y="344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79" name=""/>
          <p:cNvSpPr/>
          <p:nvPr/>
        </p:nvSpPr>
        <p:spPr>
          <a:xfrm>
            <a:off x="0" y="1014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80" name=""/>
          <p:cNvSpPr/>
          <p:nvPr/>
        </p:nvSpPr>
        <p:spPr>
          <a:xfrm>
            <a:off x="0" y="1014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81" name=""/>
          <p:cNvSpPr/>
          <p:nvPr/>
        </p:nvSpPr>
        <p:spPr>
          <a:xfrm>
            <a:off x="747000" y="2906280"/>
            <a:ext cx="9214560" cy="0"/>
          </a:xfrm>
          <a:prstGeom prst="line">
            <a:avLst/>
          </a:prstGeom>
          <a:ln cap="sq" w="111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2" name=""/>
          <p:cNvSpPr/>
          <p:nvPr/>
        </p:nvSpPr>
        <p:spPr>
          <a:xfrm flipV="1">
            <a:off x="747000" y="2684520"/>
            <a:ext cx="0" cy="21610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/>
          <p:nvPr/>
        </p:nvSpPr>
        <p:spPr>
          <a:xfrm>
            <a:off x="747000" y="4845600"/>
            <a:ext cx="9214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/>
          <p:nvPr/>
        </p:nvSpPr>
        <p:spPr>
          <a:xfrm>
            <a:off x="893160" y="2754360"/>
            <a:ext cx="2219400" cy="199440"/>
          </a:xfrm>
          <a:custGeom>
            <a:avLst/>
            <a:gdLst/>
            <a:ahLst/>
            <a:rect l="0" t="0" r="r" b="b"/>
            <a:pathLst>
              <a:path w="6165" h="554">
                <a:moveTo>
                  <a:pt x="106" y="554"/>
                </a:moveTo>
                <a:lnTo>
                  <a:pt x="6059" y="554"/>
                </a:lnTo>
                <a:cubicBezTo>
                  <a:pt x="6130" y="554"/>
                  <a:pt x="6165" y="519"/>
                  <a:pt x="6165" y="448"/>
                </a:cubicBezTo>
                <a:lnTo>
                  <a:pt x="6165" y="106"/>
                </a:lnTo>
                <a:cubicBezTo>
                  <a:pt x="6165" y="35"/>
                  <a:pt x="6130" y="0"/>
                  <a:pt x="6059" y="0"/>
                </a:cubicBezTo>
                <a:lnTo>
                  <a:pt x="106" y="0"/>
                </a:lnTo>
                <a:cubicBezTo>
                  <a:pt x="35" y="0"/>
                  <a:pt x="0" y="35"/>
                  <a:pt x="0" y="106"/>
                </a:cubicBezTo>
                <a:lnTo>
                  <a:pt x="0" y="448"/>
                </a:lnTo>
                <a:cubicBezTo>
                  <a:pt x="0" y="519"/>
                  <a:pt x="35" y="554"/>
                  <a:pt x="106" y="554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 w="0">
            <a:noFill/>
          </a:ln>
        </p:spPr>
      </p:sp>
      <p:sp>
        <p:nvSpPr>
          <p:cNvPr id="185" name=""/>
          <p:cNvSpPr txBox="1"/>
          <p:nvPr/>
        </p:nvSpPr>
        <p:spPr>
          <a:xfrm rot="16200000">
            <a:off x="-312840" y="3682440"/>
            <a:ext cx="10692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Neoantigen Δ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86" name=""/>
          <p:cNvSpPr txBox="1"/>
          <p:nvPr/>
        </p:nvSpPr>
        <p:spPr>
          <a:xfrm>
            <a:off x="931320" y="2771280"/>
            <a:ext cx="2134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MHC-I neoantigens Δ (post − pre)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87" name=""/>
          <p:cNvSpPr txBox="1"/>
          <p:nvPr/>
        </p:nvSpPr>
        <p:spPr>
          <a:xfrm>
            <a:off x="1009440" y="3852720"/>
            <a:ext cx="258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-321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8" name=""/>
          <p:cNvSpPr txBox="1"/>
          <p:nvPr/>
        </p:nvSpPr>
        <p:spPr>
          <a:xfrm>
            <a:off x="1658160" y="3639600"/>
            <a:ext cx="258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-250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9" name=""/>
          <p:cNvSpPr txBox="1"/>
          <p:nvPr/>
        </p:nvSpPr>
        <p:spPr>
          <a:xfrm>
            <a:off x="2307240" y="3294720"/>
            <a:ext cx="258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-135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0" name=""/>
          <p:cNvSpPr txBox="1"/>
          <p:nvPr/>
        </p:nvSpPr>
        <p:spPr>
          <a:xfrm>
            <a:off x="5551920" y="4767840"/>
            <a:ext cx="258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-626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1" name=""/>
          <p:cNvSpPr txBox="1"/>
          <p:nvPr/>
        </p:nvSpPr>
        <p:spPr>
          <a:xfrm>
            <a:off x="6200640" y="4356720"/>
            <a:ext cx="258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-489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2" name=""/>
          <p:cNvSpPr/>
          <p:nvPr/>
        </p:nvSpPr>
        <p:spPr>
          <a:xfrm>
            <a:off x="747000" y="5086080"/>
            <a:ext cx="9214920" cy="2161800"/>
          </a:xfrm>
          <a:custGeom>
            <a:avLst/>
            <a:gdLst/>
            <a:ahLst/>
            <a:rect l="0" t="0" r="r" b="b"/>
            <a:pathLst>
              <a:path w="25597" h="6005">
                <a:moveTo>
                  <a:pt x="0" y="6005"/>
                </a:moveTo>
                <a:lnTo>
                  <a:pt x="25597" y="6005"/>
                </a:lnTo>
                <a:lnTo>
                  <a:pt x="25597" y="0"/>
                </a:lnTo>
                <a:lnTo>
                  <a:pt x="0" y="0"/>
                </a:lnTo>
                <a:lnTo>
                  <a:pt x="0" y="60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93" name=""/>
          <p:cNvSpPr/>
          <p:nvPr/>
        </p:nvSpPr>
        <p:spPr>
          <a:xfrm>
            <a:off x="113616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>
            <a:off x="113616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5" name=""/>
          <p:cNvSpPr/>
          <p:nvPr/>
        </p:nvSpPr>
        <p:spPr>
          <a:xfrm>
            <a:off x="178524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6" name=""/>
          <p:cNvSpPr/>
          <p:nvPr/>
        </p:nvSpPr>
        <p:spPr>
          <a:xfrm>
            <a:off x="178524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7" name=""/>
          <p:cNvSpPr/>
          <p:nvPr/>
        </p:nvSpPr>
        <p:spPr>
          <a:xfrm>
            <a:off x="243396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8" name=""/>
          <p:cNvSpPr/>
          <p:nvPr/>
        </p:nvSpPr>
        <p:spPr>
          <a:xfrm>
            <a:off x="243396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9" name=""/>
          <p:cNvSpPr/>
          <p:nvPr/>
        </p:nvSpPr>
        <p:spPr>
          <a:xfrm>
            <a:off x="308304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>
            <a:off x="308304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/>
          <p:nvPr/>
        </p:nvSpPr>
        <p:spPr>
          <a:xfrm>
            <a:off x="373212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2" name=""/>
          <p:cNvSpPr/>
          <p:nvPr/>
        </p:nvSpPr>
        <p:spPr>
          <a:xfrm>
            <a:off x="373212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3" name=""/>
          <p:cNvSpPr/>
          <p:nvPr/>
        </p:nvSpPr>
        <p:spPr>
          <a:xfrm>
            <a:off x="438084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4" name=""/>
          <p:cNvSpPr/>
          <p:nvPr/>
        </p:nvSpPr>
        <p:spPr>
          <a:xfrm>
            <a:off x="438084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5" name=""/>
          <p:cNvSpPr/>
          <p:nvPr/>
        </p:nvSpPr>
        <p:spPr>
          <a:xfrm>
            <a:off x="502992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>
            <a:off x="502992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7" name=""/>
          <p:cNvSpPr/>
          <p:nvPr/>
        </p:nvSpPr>
        <p:spPr>
          <a:xfrm>
            <a:off x="567864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8" name=""/>
          <p:cNvSpPr/>
          <p:nvPr/>
        </p:nvSpPr>
        <p:spPr>
          <a:xfrm>
            <a:off x="567864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9" name=""/>
          <p:cNvSpPr/>
          <p:nvPr/>
        </p:nvSpPr>
        <p:spPr>
          <a:xfrm>
            <a:off x="632772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0" name=""/>
          <p:cNvSpPr/>
          <p:nvPr/>
        </p:nvSpPr>
        <p:spPr>
          <a:xfrm>
            <a:off x="632772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1" name=""/>
          <p:cNvSpPr/>
          <p:nvPr/>
        </p:nvSpPr>
        <p:spPr>
          <a:xfrm>
            <a:off x="697644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2" name=""/>
          <p:cNvSpPr/>
          <p:nvPr/>
        </p:nvSpPr>
        <p:spPr>
          <a:xfrm>
            <a:off x="697644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3" name=""/>
          <p:cNvSpPr/>
          <p:nvPr/>
        </p:nvSpPr>
        <p:spPr>
          <a:xfrm>
            <a:off x="762552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4" name=""/>
          <p:cNvSpPr/>
          <p:nvPr/>
        </p:nvSpPr>
        <p:spPr>
          <a:xfrm>
            <a:off x="762552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5" name=""/>
          <p:cNvSpPr/>
          <p:nvPr/>
        </p:nvSpPr>
        <p:spPr>
          <a:xfrm>
            <a:off x="827460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6" name=""/>
          <p:cNvSpPr/>
          <p:nvPr/>
        </p:nvSpPr>
        <p:spPr>
          <a:xfrm>
            <a:off x="827460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7" name=""/>
          <p:cNvSpPr/>
          <p:nvPr/>
        </p:nvSpPr>
        <p:spPr>
          <a:xfrm>
            <a:off x="892332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8" name=""/>
          <p:cNvSpPr/>
          <p:nvPr/>
        </p:nvSpPr>
        <p:spPr>
          <a:xfrm>
            <a:off x="892332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9" name=""/>
          <p:cNvSpPr/>
          <p:nvPr/>
        </p:nvSpPr>
        <p:spPr>
          <a:xfrm>
            <a:off x="9572400" y="72475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0" name=""/>
          <p:cNvSpPr/>
          <p:nvPr/>
        </p:nvSpPr>
        <p:spPr>
          <a:xfrm>
            <a:off x="9572400" y="72475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1" name=""/>
          <p:cNvSpPr/>
          <p:nvPr/>
        </p:nvSpPr>
        <p:spPr>
          <a:xfrm>
            <a:off x="708840" y="7048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2" name=""/>
          <p:cNvSpPr/>
          <p:nvPr/>
        </p:nvSpPr>
        <p:spPr>
          <a:xfrm flipH="1">
            <a:off x="708840" y="7048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3" name=""/>
          <p:cNvSpPr txBox="1"/>
          <p:nvPr/>
        </p:nvSpPr>
        <p:spPr>
          <a:xfrm>
            <a:off x="6849720" y="3825720"/>
            <a:ext cx="258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-312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708840" y="6792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5" name=""/>
          <p:cNvSpPr/>
          <p:nvPr/>
        </p:nvSpPr>
        <p:spPr>
          <a:xfrm flipH="1">
            <a:off x="708840" y="6792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 txBox="1"/>
          <p:nvPr/>
        </p:nvSpPr>
        <p:spPr>
          <a:xfrm>
            <a:off x="277200" y="6985800"/>
            <a:ext cx="389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708840" y="6537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8" name=""/>
          <p:cNvSpPr/>
          <p:nvPr/>
        </p:nvSpPr>
        <p:spPr>
          <a:xfrm flipH="1">
            <a:off x="708840" y="6537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9" name=""/>
          <p:cNvSpPr txBox="1"/>
          <p:nvPr/>
        </p:nvSpPr>
        <p:spPr>
          <a:xfrm>
            <a:off x="591840" y="67302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708840" y="6281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1" name=""/>
          <p:cNvSpPr/>
          <p:nvPr/>
        </p:nvSpPr>
        <p:spPr>
          <a:xfrm flipH="1">
            <a:off x="708840" y="6281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2" name=""/>
          <p:cNvSpPr txBox="1"/>
          <p:nvPr/>
        </p:nvSpPr>
        <p:spPr>
          <a:xfrm>
            <a:off x="373320" y="647496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708840" y="6026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4" name=""/>
          <p:cNvSpPr/>
          <p:nvPr/>
        </p:nvSpPr>
        <p:spPr>
          <a:xfrm flipH="1">
            <a:off x="708840" y="6026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5" name=""/>
          <p:cNvSpPr txBox="1"/>
          <p:nvPr/>
        </p:nvSpPr>
        <p:spPr>
          <a:xfrm>
            <a:off x="373320" y="621936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708840" y="5770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7" name=""/>
          <p:cNvSpPr/>
          <p:nvPr/>
        </p:nvSpPr>
        <p:spPr>
          <a:xfrm flipH="1">
            <a:off x="708840" y="5770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8" name=""/>
          <p:cNvSpPr txBox="1"/>
          <p:nvPr/>
        </p:nvSpPr>
        <p:spPr>
          <a:xfrm>
            <a:off x="373320" y="596376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708840" y="5515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0" name=""/>
          <p:cNvSpPr/>
          <p:nvPr/>
        </p:nvSpPr>
        <p:spPr>
          <a:xfrm flipH="1">
            <a:off x="708840" y="5515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1" name=""/>
          <p:cNvSpPr txBox="1"/>
          <p:nvPr/>
        </p:nvSpPr>
        <p:spPr>
          <a:xfrm>
            <a:off x="373320" y="570852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2" name=""/>
          <p:cNvSpPr/>
          <p:nvPr/>
        </p:nvSpPr>
        <p:spPr>
          <a:xfrm>
            <a:off x="708840" y="5259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3" name=""/>
          <p:cNvSpPr/>
          <p:nvPr/>
        </p:nvSpPr>
        <p:spPr>
          <a:xfrm flipH="1">
            <a:off x="708840" y="5259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4" name=""/>
          <p:cNvSpPr txBox="1"/>
          <p:nvPr/>
        </p:nvSpPr>
        <p:spPr>
          <a:xfrm>
            <a:off x="373320" y="545292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5" name=""/>
          <p:cNvSpPr txBox="1"/>
          <p:nvPr/>
        </p:nvSpPr>
        <p:spPr>
          <a:xfrm>
            <a:off x="373320" y="5197680"/>
            <a:ext cx="293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870120" y="6792840"/>
            <a:ext cx="532440" cy="356760"/>
          </a:xfrm>
          <a:custGeom>
            <a:avLst/>
            <a:gdLst/>
            <a:ahLst/>
            <a:rect l="0" t="0" r="r" b="b"/>
            <a:pathLst>
              <a:path w="1479" h="991">
                <a:moveTo>
                  <a:pt x="0" y="0"/>
                </a:moveTo>
                <a:lnTo>
                  <a:pt x="1479" y="0"/>
                </a:lnTo>
                <a:lnTo>
                  <a:pt x="1479" y="991"/>
                </a:lnTo>
                <a:lnTo>
                  <a:pt x="0" y="991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247" name=""/>
          <p:cNvSpPr/>
          <p:nvPr/>
        </p:nvSpPr>
        <p:spPr>
          <a:xfrm>
            <a:off x="1519200" y="6792840"/>
            <a:ext cx="532440" cy="290520"/>
          </a:xfrm>
          <a:custGeom>
            <a:avLst/>
            <a:gdLst/>
            <a:ahLst/>
            <a:rect l="0" t="0" r="r" b="b"/>
            <a:pathLst>
              <a:path w="1479" h="807">
                <a:moveTo>
                  <a:pt x="0" y="0"/>
                </a:moveTo>
                <a:lnTo>
                  <a:pt x="1479" y="0"/>
                </a:lnTo>
                <a:lnTo>
                  <a:pt x="1479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248" name=""/>
          <p:cNvSpPr/>
          <p:nvPr/>
        </p:nvSpPr>
        <p:spPr>
          <a:xfrm>
            <a:off x="2167920" y="6792840"/>
            <a:ext cx="532440" cy="218880"/>
          </a:xfrm>
          <a:custGeom>
            <a:avLst/>
            <a:gdLst/>
            <a:ahLst/>
            <a:rect l="0" t="0" r="r" b="b"/>
            <a:pathLst>
              <a:path w="1479" h="608">
                <a:moveTo>
                  <a:pt x="0" y="0"/>
                </a:moveTo>
                <a:lnTo>
                  <a:pt x="1479" y="0"/>
                </a:lnTo>
                <a:lnTo>
                  <a:pt x="1479" y="608"/>
                </a:lnTo>
                <a:lnTo>
                  <a:pt x="0" y="60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249" name=""/>
          <p:cNvSpPr/>
          <p:nvPr/>
        </p:nvSpPr>
        <p:spPr>
          <a:xfrm>
            <a:off x="2817000" y="6570360"/>
            <a:ext cx="532440" cy="222840"/>
          </a:xfrm>
          <a:custGeom>
            <a:avLst/>
            <a:gdLst/>
            <a:ahLst/>
            <a:rect l="0" t="0" r="r" b="b"/>
            <a:pathLst>
              <a:path w="1479" h="619">
                <a:moveTo>
                  <a:pt x="0" y="619"/>
                </a:moveTo>
                <a:lnTo>
                  <a:pt x="1479" y="619"/>
                </a:lnTo>
                <a:lnTo>
                  <a:pt x="1479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250" name=""/>
          <p:cNvSpPr/>
          <p:nvPr/>
        </p:nvSpPr>
        <p:spPr>
          <a:xfrm>
            <a:off x="3465720" y="5884200"/>
            <a:ext cx="532800" cy="909000"/>
          </a:xfrm>
          <a:custGeom>
            <a:avLst/>
            <a:gdLst/>
            <a:ahLst/>
            <a:rect l="0" t="0" r="r" b="b"/>
            <a:pathLst>
              <a:path w="1480" h="2525">
                <a:moveTo>
                  <a:pt x="0" y="2525"/>
                </a:moveTo>
                <a:lnTo>
                  <a:pt x="1480" y="2525"/>
                </a:lnTo>
                <a:lnTo>
                  <a:pt x="1480" y="0"/>
                </a:lnTo>
                <a:lnTo>
                  <a:pt x="0" y="0"/>
                </a:lnTo>
                <a:lnTo>
                  <a:pt x="0" y="2525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251" name=""/>
          <p:cNvSpPr/>
          <p:nvPr/>
        </p:nvSpPr>
        <p:spPr>
          <a:xfrm>
            <a:off x="4114800" y="5593320"/>
            <a:ext cx="532440" cy="1199880"/>
          </a:xfrm>
          <a:custGeom>
            <a:avLst/>
            <a:gdLst/>
            <a:ahLst/>
            <a:rect l="0" t="0" r="r" b="b"/>
            <a:pathLst>
              <a:path w="1479" h="3333">
                <a:moveTo>
                  <a:pt x="0" y="3333"/>
                </a:moveTo>
                <a:lnTo>
                  <a:pt x="1479" y="3333"/>
                </a:lnTo>
                <a:lnTo>
                  <a:pt x="1479" y="0"/>
                </a:lnTo>
                <a:lnTo>
                  <a:pt x="0" y="0"/>
                </a:lnTo>
                <a:lnTo>
                  <a:pt x="0" y="3333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252" name=""/>
          <p:cNvSpPr/>
          <p:nvPr/>
        </p:nvSpPr>
        <p:spPr>
          <a:xfrm>
            <a:off x="0" y="1014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253" name=""/>
          <p:cNvSpPr/>
          <p:nvPr/>
        </p:nvSpPr>
        <p:spPr>
          <a:xfrm>
            <a:off x="5412600" y="6792840"/>
            <a:ext cx="532080" cy="0"/>
          </a:xfrm>
          <a:custGeom>
            <a:avLst/>
            <a:gdLst/>
            <a:ahLst/>
            <a:rect l="0" t="0" r="r" b="b"/>
            <a:pathLst>
              <a:path w="1478" h="0">
                <a:moveTo>
                  <a:pt x="0" y="0"/>
                </a:moveTo>
                <a:lnTo>
                  <a:pt x="1478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254" name=""/>
          <p:cNvSpPr/>
          <p:nvPr/>
        </p:nvSpPr>
        <p:spPr>
          <a:xfrm>
            <a:off x="6061680" y="6656760"/>
            <a:ext cx="532440" cy="136440"/>
          </a:xfrm>
          <a:custGeom>
            <a:avLst/>
            <a:gdLst/>
            <a:ahLst/>
            <a:rect l="0" t="0" r="r" b="b"/>
            <a:pathLst>
              <a:path w="1479" h="379">
                <a:moveTo>
                  <a:pt x="0" y="379"/>
                </a:moveTo>
                <a:lnTo>
                  <a:pt x="1479" y="379"/>
                </a:lnTo>
                <a:lnTo>
                  <a:pt x="1479" y="0"/>
                </a:lnTo>
                <a:lnTo>
                  <a:pt x="0" y="0"/>
                </a:lnTo>
                <a:lnTo>
                  <a:pt x="0" y="379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255" name=""/>
          <p:cNvSpPr/>
          <p:nvPr/>
        </p:nvSpPr>
        <p:spPr>
          <a:xfrm>
            <a:off x="6710400" y="6562800"/>
            <a:ext cx="532440" cy="230400"/>
          </a:xfrm>
          <a:custGeom>
            <a:avLst/>
            <a:gdLst/>
            <a:ahLst/>
            <a:rect l="0" t="0" r="r" b="b"/>
            <a:pathLst>
              <a:path w="1479" h="640">
                <a:moveTo>
                  <a:pt x="0" y="640"/>
                </a:moveTo>
                <a:lnTo>
                  <a:pt x="1479" y="640"/>
                </a:lnTo>
                <a:lnTo>
                  <a:pt x="1479" y="0"/>
                </a:lnTo>
                <a:lnTo>
                  <a:pt x="0" y="0"/>
                </a:lnTo>
                <a:lnTo>
                  <a:pt x="0" y="64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256" name=""/>
          <p:cNvSpPr/>
          <p:nvPr/>
        </p:nvSpPr>
        <p:spPr>
          <a:xfrm>
            <a:off x="7359480" y="6294960"/>
            <a:ext cx="532440" cy="498240"/>
          </a:xfrm>
          <a:custGeom>
            <a:avLst/>
            <a:gdLst/>
            <a:ahLst/>
            <a:rect l="0" t="0" r="r" b="b"/>
            <a:pathLst>
              <a:path w="1479" h="1384">
                <a:moveTo>
                  <a:pt x="0" y="1384"/>
                </a:moveTo>
                <a:lnTo>
                  <a:pt x="1479" y="1384"/>
                </a:lnTo>
                <a:lnTo>
                  <a:pt x="1479" y="0"/>
                </a:lnTo>
                <a:lnTo>
                  <a:pt x="0" y="0"/>
                </a:lnTo>
                <a:lnTo>
                  <a:pt x="0" y="1384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257" name=""/>
          <p:cNvSpPr/>
          <p:nvPr/>
        </p:nvSpPr>
        <p:spPr>
          <a:xfrm>
            <a:off x="8008200" y="5262120"/>
            <a:ext cx="532800" cy="1531080"/>
          </a:xfrm>
          <a:custGeom>
            <a:avLst/>
            <a:gdLst/>
            <a:ahLst/>
            <a:rect l="0" t="0" r="r" b="b"/>
            <a:pathLst>
              <a:path w="1480" h="4253">
                <a:moveTo>
                  <a:pt x="0" y="4253"/>
                </a:moveTo>
                <a:lnTo>
                  <a:pt x="1480" y="4253"/>
                </a:lnTo>
                <a:lnTo>
                  <a:pt x="1480" y="0"/>
                </a:lnTo>
                <a:lnTo>
                  <a:pt x="0" y="0"/>
                </a:lnTo>
                <a:lnTo>
                  <a:pt x="0" y="4253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258" name=""/>
          <p:cNvSpPr/>
          <p:nvPr/>
        </p:nvSpPr>
        <p:spPr>
          <a:xfrm>
            <a:off x="8657280" y="5184360"/>
            <a:ext cx="532440" cy="1608840"/>
          </a:xfrm>
          <a:custGeom>
            <a:avLst/>
            <a:gdLst/>
            <a:ahLst/>
            <a:rect l="0" t="0" r="r" b="b"/>
            <a:pathLst>
              <a:path w="1479" h="4469">
                <a:moveTo>
                  <a:pt x="0" y="4469"/>
                </a:moveTo>
                <a:lnTo>
                  <a:pt x="1479" y="4469"/>
                </a:lnTo>
                <a:lnTo>
                  <a:pt x="1479" y="0"/>
                </a:lnTo>
                <a:lnTo>
                  <a:pt x="0" y="0"/>
                </a:lnTo>
                <a:lnTo>
                  <a:pt x="0" y="4469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259" name=""/>
          <p:cNvSpPr/>
          <p:nvPr/>
        </p:nvSpPr>
        <p:spPr>
          <a:xfrm>
            <a:off x="0" y="1014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260" name=""/>
          <p:cNvSpPr/>
          <p:nvPr/>
        </p:nvSpPr>
        <p:spPr>
          <a:xfrm>
            <a:off x="747000" y="6792840"/>
            <a:ext cx="9214560" cy="0"/>
          </a:xfrm>
          <a:prstGeom prst="line">
            <a:avLst/>
          </a:prstGeom>
          <a:ln cap="sq" w="111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1" name=""/>
          <p:cNvSpPr/>
          <p:nvPr/>
        </p:nvSpPr>
        <p:spPr>
          <a:xfrm flipV="1">
            <a:off x="747000" y="5086080"/>
            <a:ext cx="0" cy="21614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62" name=""/>
          <p:cNvSpPr/>
          <p:nvPr/>
        </p:nvSpPr>
        <p:spPr>
          <a:xfrm>
            <a:off x="747000" y="7247520"/>
            <a:ext cx="9214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63" name=""/>
          <p:cNvSpPr/>
          <p:nvPr/>
        </p:nvSpPr>
        <p:spPr>
          <a:xfrm>
            <a:off x="893160" y="5156280"/>
            <a:ext cx="2383200" cy="199440"/>
          </a:xfrm>
          <a:custGeom>
            <a:avLst/>
            <a:gdLst/>
            <a:ahLst/>
            <a:rect l="0" t="0" r="r" b="b"/>
            <a:pathLst>
              <a:path w="6620" h="554">
                <a:moveTo>
                  <a:pt x="106" y="554"/>
                </a:moveTo>
                <a:lnTo>
                  <a:pt x="6515" y="554"/>
                </a:lnTo>
                <a:cubicBezTo>
                  <a:pt x="6585" y="554"/>
                  <a:pt x="6620" y="518"/>
                  <a:pt x="6620" y="448"/>
                </a:cubicBezTo>
                <a:lnTo>
                  <a:pt x="6620" y="106"/>
                </a:lnTo>
                <a:cubicBezTo>
                  <a:pt x="6620" y="35"/>
                  <a:pt x="6585" y="0"/>
                  <a:pt x="6515" y="0"/>
                </a:cubicBezTo>
                <a:lnTo>
                  <a:pt x="106" y="0"/>
                </a:lnTo>
                <a:cubicBezTo>
                  <a:pt x="35" y="0"/>
                  <a:pt x="0" y="35"/>
                  <a:pt x="0" y="106"/>
                </a:cubicBezTo>
                <a:lnTo>
                  <a:pt x="0" y="448"/>
                </a:lnTo>
                <a:cubicBezTo>
                  <a:pt x="0" y="518"/>
                  <a:pt x="35" y="554"/>
                  <a:pt x="106" y="554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 w="0">
            <a:noFill/>
          </a:ln>
        </p:spPr>
      </p:sp>
      <p:sp>
        <p:nvSpPr>
          <p:cNvPr id="264" name=""/>
          <p:cNvSpPr txBox="1"/>
          <p:nvPr/>
        </p:nvSpPr>
        <p:spPr>
          <a:xfrm rot="16200000">
            <a:off x="-71280" y="6084000"/>
            <a:ext cx="442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IGH Δ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65" name=""/>
          <p:cNvSpPr txBox="1"/>
          <p:nvPr/>
        </p:nvSpPr>
        <p:spPr>
          <a:xfrm>
            <a:off x="931320" y="5173200"/>
            <a:ext cx="2294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BCR (IGH) clonotypes Δ (post − pre)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6" name=""/>
          <p:cNvSpPr txBox="1"/>
          <p:nvPr/>
        </p:nvSpPr>
        <p:spPr>
          <a:xfrm>
            <a:off x="974160" y="7139520"/>
            <a:ext cx="329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-1396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67" name=""/>
          <p:cNvSpPr txBox="1"/>
          <p:nvPr/>
        </p:nvSpPr>
        <p:spPr>
          <a:xfrm>
            <a:off x="3548160" y="5751000"/>
            <a:ext cx="372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+3556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68" name=""/>
          <p:cNvSpPr txBox="1"/>
          <p:nvPr/>
        </p:nvSpPr>
        <p:spPr>
          <a:xfrm>
            <a:off x="4197240" y="5454000"/>
            <a:ext cx="372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+4696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69" name=""/>
          <p:cNvSpPr txBox="1"/>
          <p:nvPr/>
        </p:nvSpPr>
        <p:spPr>
          <a:xfrm>
            <a:off x="7441920" y="6169680"/>
            <a:ext cx="372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+1949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70" name=""/>
          <p:cNvSpPr txBox="1"/>
          <p:nvPr/>
        </p:nvSpPr>
        <p:spPr>
          <a:xfrm>
            <a:off x="8090640" y="5116320"/>
            <a:ext cx="372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+5992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747000" y="7488000"/>
            <a:ext cx="9214920" cy="2161800"/>
          </a:xfrm>
          <a:custGeom>
            <a:avLst/>
            <a:gdLst/>
            <a:ahLst/>
            <a:rect l="0" t="0" r="r" b="b"/>
            <a:pathLst>
              <a:path w="25597" h="6005">
                <a:moveTo>
                  <a:pt x="0" y="6005"/>
                </a:moveTo>
                <a:lnTo>
                  <a:pt x="25597" y="6005"/>
                </a:lnTo>
                <a:lnTo>
                  <a:pt x="25597" y="0"/>
                </a:lnTo>
                <a:lnTo>
                  <a:pt x="0" y="0"/>
                </a:lnTo>
                <a:lnTo>
                  <a:pt x="0" y="60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72" name=""/>
          <p:cNvSpPr/>
          <p:nvPr/>
        </p:nvSpPr>
        <p:spPr>
          <a:xfrm>
            <a:off x="113616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3" name=""/>
          <p:cNvSpPr/>
          <p:nvPr/>
        </p:nvSpPr>
        <p:spPr>
          <a:xfrm>
            <a:off x="113616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4" name=""/>
          <p:cNvSpPr txBox="1"/>
          <p:nvPr/>
        </p:nvSpPr>
        <p:spPr>
          <a:xfrm>
            <a:off x="8739720" y="5037120"/>
            <a:ext cx="372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+6296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75" name=""/>
          <p:cNvSpPr/>
          <p:nvPr/>
        </p:nvSpPr>
        <p:spPr>
          <a:xfrm>
            <a:off x="178524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6" name=""/>
          <p:cNvSpPr/>
          <p:nvPr/>
        </p:nvSpPr>
        <p:spPr>
          <a:xfrm>
            <a:off x="178524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7" name=""/>
          <p:cNvSpPr txBox="1"/>
          <p:nvPr/>
        </p:nvSpPr>
        <p:spPr>
          <a:xfrm>
            <a:off x="105984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78" name=""/>
          <p:cNvSpPr/>
          <p:nvPr/>
        </p:nvSpPr>
        <p:spPr>
          <a:xfrm>
            <a:off x="243396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9" name=""/>
          <p:cNvSpPr/>
          <p:nvPr/>
        </p:nvSpPr>
        <p:spPr>
          <a:xfrm>
            <a:off x="243396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0" name=""/>
          <p:cNvSpPr txBox="1"/>
          <p:nvPr/>
        </p:nvSpPr>
        <p:spPr>
          <a:xfrm>
            <a:off x="1670400" y="97164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81" name=""/>
          <p:cNvSpPr/>
          <p:nvPr/>
        </p:nvSpPr>
        <p:spPr>
          <a:xfrm>
            <a:off x="308304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82" name=""/>
          <p:cNvSpPr/>
          <p:nvPr/>
        </p:nvSpPr>
        <p:spPr>
          <a:xfrm>
            <a:off x="308304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3" name=""/>
          <p:cNvSpPr txBox="1"/>
          <p:nvPr/>
        </p:nvSpPr>
        <p:spPr>
          <a:xfrm>
            <a:off x="235764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84" name=""/>
          <p:cNvSpPr/>
          <p:nvPr/>
        </p:nvSpPr>
        <p:spPr>
          <a:xfrm>
            <a:off x="373212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85" name=""/>
          <p:cNvSpPr/>
          <p:nvPr/>
        </p:nvSpPr>
        <p:spPr>
          <a:xfrm>
            <a:off x="373212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6" name=""/>
          <p:cNvSpPr txBox="1"/>
          <p:nvPr/>
        </p:nvSpPr>
        <p:spPr>
          <a:xfrm>
            <a:off x="2968200" y="97164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87" name=""/>
          <p:cNvSpPr/>
          <p:nvPr/>
        </p:nvSpPr>
        <p:spPr>
          <a:xfrm>
            <a:off x="438084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88" name=""/>
          <p:cNvSpPr/>
          <p:nvPr/>
        </p:nvSpPr>
        <p:spPr>
          <a:xfrm>
            <a:off x="438084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9" name=""/>
          <p:cNvSpPr txBox="1"/>
          <p:nvPr/>
        </p:nvSpPr>
        <p:spPr>
          <a:xfrm>
            <a:off x="365544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90" name=""/>
          <p:cNvSpPr/>
          <p:nvPr/>
        </p:nvSpPr>
        <p:spPr>
          <a:xfrm>
            <a:off x="502992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91" name=""/>
          <p:cNvSpPr/>
          <p:nvPr/>
        </p:nvSpPr>
        <p:spPr>
          <a:xfrm>
            <a:off x="502992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2" name=""/>
          <p:cNvSpPr txBox="1"/>
          <p:nvPr/>
        </p:nvSpPr>
        <p:spPr>
          <a:xfrm>
            <a:off x="4266000" y="97164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93" name=""/>
          <p:cNvSpPr/>
          <p:nvPr/>
        </p:nvSpPr>
        <p:spPr>
          <a:xfrm>
            <a:off x="567864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94" name=""/>
          <p:cNvSpPr/>
          <p:nvPr/>
        </p:nvSpPr>
        <p:spPr>
          <a:xfrm>
            <a:off x="567864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5" name=""/>
          <p:cNvSpPr txBox="1"/>
          <p:nvPr/>
        </p:nvSpPr>
        <p:spPr>
          <a:xfrm>
            <a:off x="4914720" y="97164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S13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96" name=""/>
          <p:cNvSpPr/>
          <p:nvPr/>
        </p:nvSpPr>
        <p:spPr>
          <a:xfrm>
            <a:off x="632772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97" name=""/>
          <p:cNvSpPr/>
          <p:nvPr/>
        </p:nvSpPr>
        <p:spPr>
          <a:xfrm>
            <a:off x="632772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8" name=""/>
          <p:cNvSpPr txBox="1"/>
          <p:nvPr/>
        </p:nvSpPr>
        <p:spPr>
          <a:xfrm>
            <a:off x="560232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99" name=""/>
          <p:cNvSpPr/>
          <p:nvPr/>
        </p:nvSpPr>
        <p:spPr>
          <a:xfrm>
            <a:off x="697644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00" name=""/>
          <p:cNvSpPr/>
          <p:nvPr/>
        </p:nvSpPr>
        <p:spPr>
          <a:xfrm>
            <a:off x="697644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1" name=""/>
          <p:cNvSpPr txBox="1"/>
          <p:nvPr/>
        </p:nvSpPr>
        <p:spPr>
          <a:xfrm>
            <a:off x="625104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302" name=""/>
          <p:cNvSpPr/>
          <p:nvPr/>
        </p:nvSpPr>
        <p:spPr>
          <a:xfrm>
            <a:off x="762552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03" name=""/>
          <p:cNvSpPr/>
          <p:nvPr/>
        </p:nvSpPr>
        <p:spPr>
          <a:xfrm>
            <a:off x="762552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4" name=""/>
          <p:cNvSpPr txBox="1"/>
          <p:nvPr/>
        </p:nvSpPr>
        <p:spPr>
          <a:xfrm>
            <a:off x="690012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305" name=""/>
          <p:cNvSpPr/>
          <p:nvPr/>
        </p:nvSpPr>
        <p:spPr>
          <a:xfrm>
            <a:off x="827460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06" name=""/>
          <p:cNvSpPr/>
          <p:nvPr/>
        </p:nvSpPr>
        <p:spPr>
          <a:xfrm>
            <a:off x="827460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7" name=""/>
          <p:cNvSpPr txBox="1"/>
          <p:nvPr/>
        </p:nvSpPr>
        <p:spPr>
          <a:xfrm>
            <a:off x="754884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S8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892332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09" name=""/>
          <p:cNvSpPr/>
          <p:nvPr/>
        </p:nvSpPr>
        <p:spPr>
          <a:xfrm>
            <a:off x="892332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0" name=""/>
          <p:cNvSpPr txBox="1"/>
          <p:nvPr/>
        </p:nvSpPr>
        <p:spPr>
          <a:xfrm>
            <a:off x="819792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S4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311" name=""/>
          <p:cNvSpPr/>
          <p:nvPr/>
        </p:nvSpPr>
        <p:spPr>
          <a:xfrm>
            <a:off x="9572400" y="96494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2" name=""/>
          <p:cNvSpPr/>
          <p:nvPr/>
        </p:nvSpPr>
        <p:spPr>
          <a:xfrm>
            <a:off x="9572400" y="96494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3" name=""/>
          <p:cNvSpPr txBox="1"/>
          <p:nvPr/>
        </p:nvSpPr>
        <p:spPr>
          <a:xfrm>
            <a:off x="8808480" y="97164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314" name=""/>
          <p:cNvSpPr txBox="1"/>
          <p:nvPr/>
        </p:nvSpPr>
        <p:spPr>
          <a:xfrm>
            <a:off x="9495720" y="9716400"/>
            <a:ext cx="153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708840" y="9532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6" name=""/>
          <p:cNvSpPr/>
          <p:nvPr/>
        </p:nvSpPr>
        <p:spPr>
          <a:xfrm flipH="1">
            <a:off x="708840" y="9532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7" name=""/>
          <p:cNvSpPr txBox="1"/>
          <p:nvPr/>
        </p:nvSpPr>
        <p:spPr>
          <a:xfrm>
            <a:off x="5045040" y="9885960"/>
            <a:ext cx="62100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e2a47"/>
                </a:solidFill>
                <a:latin typeface="DejaVuSans"/>
              </a:rPr>
              <a:t>Subject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318" name=""/>
          <p:cNvSpPr/>
          <p:nvPr/>
        </p:nvSpPr>
        <p:spPr>
          <a:xfrm>
            <a:off x="708840" y="9142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9" name=""/>
          <p:cNvSpPr/>
          <p:nvPr/>
        </p:nvSpPr>
        <p:spPr>
          <a:xfrm flipH="1">
            <a:off x="708840" y="9142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0" name=""/>
          <p:cNvSpPr txBox="1"/>
          <p:nvPr/>
        </p:nvSpPr>
        <p:spPr>
          <a:xfrm>
            <a:off x="386640" y="946944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1" name=""/>
          <p:cNvSpPr/>
          <p:nvPr/>
        </p:nvSpPr>
        <p:spPr>
          <a:xfrm>
            <a:off x="708840" y="8753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2" name=""/>
          <p:cNvSpPr/>
          <p:nvPr/>
        </p:nvSpPr>
        <p:spPr>
          <a:xfrm flipH="1">
            <a:off x="708840" y="8753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3" name=""/>
          <p:cNvSpPr txBox="1"/>
          <p:nvPr/>
        </p:nvSpPr>
        <p:spPr>
          <a:xfrm>
            <a:off x="482400" y="90802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708840" y="8364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5" name=""/>
          <p:cNvSpPr/>
          <p:nvPr/>
        </p:nvSpPr>
        <p:spPr>
          <a:xfrm flipH="1">
            <a:off x="708840" y="8364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6" name=""/>
          <p:cNvSpPr txBox="1"/>
          <p:nvPr/>
        </p:nvSpPr>
        <p:spPr>
          <a:xfrm>
            <a:off x="482400" y="86911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708840" y="7975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8" name=""/>
          <p:cNvSpPr/>
          <p:nvPr/>
        </p:nvSpPr>
        <p:spPr>
          <a:xfrm flipH="1">
            <a:off x="708840" y="7975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9" name=""/>
          <p:cNvSpPr txBox="1"/>
          <p:nvPr/>
        </p:nvSpPr>
        <p:spPr>
          <a:xfrm>
            <a:off x="482400" y="83019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0" name=""/>
          <p:cNvSpPr/>
          <p:nvPr/>
        </p:nvSpPr>
        <p:spPr>
          <a:xfrm>
            <a:off x="708840" y="7586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31" name=""/>
          <p:cNvSpPr/>
          <p:nvPr/>
        </p:nvSpPr>
        <p:spPr>
          <a:xfrm flipH="1">
            <a:off x="708840" y="7586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2" name=""/>
          <p:cNvSpPr txBox="1"/>
          <p:nvPr/>
        </p:nvSpPr>
        <p:spPr>
          <a:xfrm>
            <a:off x="482400" y="79128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3" name=""/>
          <p:cNvSpPr txBox="1"/>
          <p:nvPr/>
        </p:nvSpPr>
        <p:spPr>
          <a:xfrm>
            <a:off x="482400" y="7524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4" name=""/>
          <p:cNvSpPr/>
          <p:nvPr/>
        </p:nvSpPr>
        <p:spPr>
          <a:xfrm>
            <a:off x="870120" y="9142920"/>
            <a:ext cx="532440" cy="408600"/>
          </a:xfrm>
          <a:custGeom>
            <a:avLst/>
            <a:gdLst/>
            <a:ahLst/>
            <a:rect l="0" t="0" r="r" b="b"/>
            <a:pathLst>
              <a:path w="1479" h="1135">
                <a:moveTo>
                  <a:pt x="0" y="0"/>
                </a:moveTo>
                <a:lnTo>
                  <a:pt x="1479" y="0"/>
                </a:lnTo>
                <a:lnTo>
                  <a:pt x="1479" y="1135"/>
                </a:lnTo>
                <a:lnTo>
                  <a:pt x="0" y="113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335" name=""/>
          <p:cNvSpPr/>
          <p:nvPr/>
        </p:nvSpPr>
        <p:spPr>
          <a:xfrm>
            <a:off x="1519200" y="9142920"/>
            <a:ext cx="532440" cy="257040"/>
          </a:xfrm>
          <a:custGeom>
            <a:avLst/>
            <a:gdLst/>
            <a:ahLst/>
            <a:rect l="0" t="0" r="r" b="b"/>
            <a:pathLst>
              <a:path w="1479" h="714">
                <a:moveTo>
                  <a:pt x="0" y="0"/>
                </a:moveTo>
                <a:lnTo>
                  <a:pt x="1479" y="0"/>
                </a:lnTo>
                <a:lnTo>
                  <a:pt x="1479" y="714"/>
                </a:lnTo>
                <a:lnTo>
                  <a:pt x="0" y="714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336" name=""/>
          <p:cNvSpPr/>
          <p:nvPr/>
        </p:nvSpPr>
        <p:spPr>
          <a:xfrm>
            <a:off x="2167920" y="9142920"/>
            <a:ext cx="532440" cy="16200"/>
          </a:xfrm>
          <a:custGeom>
            <a:avLst/>
            <a:gdLst/>
            <a:ahLst/>
            <a:rect l="0" t="0" r="r" b="b"/>
            <a:pathLst>
              <a:path w="1479" h="45">
                <a:moveTo>
                  <a:pt x="0" y="0"/>
                </a:moveTo>
                <a:lnTo>
                  <a:pt x="1479" y="0"/>
                </a:lnTo>
                <a:lnTo>
                  <a:pt x="1479" y="45"/>
                </a:lnTo>
                <a:lnTo>
                  <a:pt x="0" y="4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337" name=""/>
          <p:cNvSpPr/>
          <p:nvPr/>
        </p:nvSpPr>
        <p:spPr>
          <a:xfrm>
            <a:off x="2817000" y="9082800"/>
            <a:ext cx="532440" cy="60480"/>
          </a:xfrm>
          <a:custGeom>
            <a:avLst/>
            <a:gdLst/>
            <a:ahLst/>
            <a:rect l="0" t="0" r="r" b="b"/>
            <a:pathLst>
              <a:path w="1479" h="168">
                <a:moveTo>
                  <a:pt x="0" y="168"/>
                </a:moveTo>
                <a:lnTo>
                  <a:pt x="1479" y="168"/>
                </a:lnTo>
                <a:lnTo>
                  <a:pt x="1479" y="0"/>
                </a:lnTo>
                <a:lnTo>
                  <a:pt x="0" y="0"/>
                </a:lnTo>
                <a:lnTo>
                  <a:pt x="0" y="168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338" name=""/>
          <p:cNvSpPr/>
          <p:nvPr/>
        </p:nvSpPr>
        <p:spPr>
          <a:xfrm>
            <a:off x="3465720" y="9002520"/>
            <a:ext cx="532800" cy="140760"/>
          </a:xfrm>
          <a:custGeom>
            <a:avLst/>
            <a:gdLst/>
            <a:ahLst/>
            <a:rect l="0" t="0" r="r" b="b"/>
            <a:pathLst>
              <a:path w="1480" h="391">
                <a:moveTo>
                  <a:pt x="0" y="391"/>
                </a:moveTo>
                <a:lnTo>
                  <a:pt x="1480" y="391"/>
                </a:lnTo>
                <a:lnTo>
                  <a:pt x="1480" y="0"/>
                </a:lnTo>
                <a:lnTo>
                  <a:pt x="0" y="0"/>
                </a:lnTo>
                <a:lnTo>
                  <a:pt x="0" y="391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339" name=""/>
          <p:cNvSpPr/>
          <p:nvPr/>
        </p:nvSpPr>
        <p:spPr>
          <a:xfrm>
            <a:off x="4114800" y="7804080"/>
            <a:ext cx="532440" cy="1339200"/>
          </a:xfrm>
          <a:custGeom>
            <a:avLst/>
            <a:gdLst/>
            <a:ahLst/>
            <a:rect l="0" t="0" r="r" b="b"/>
            <a:pathLst>
              <a:path w="1479" h="3720">
                <a:moveTo>
                  <a:pt x="0" y="3720"/>
                </a:moveTo>
                <a:lnTo>
                  <a:pt x="1479" y="3720"/>
                </a:lnTo>
                <a:lnTo>
                  <a:pt x="1479" y="0"/>
                </a:lnTo>
                <a:lnTo>
                  <a:pt x="0" y="0"/>
                </a:lnTo>
                <a:lnTo>
                  <a:pt x="0" y="372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340" name=""/>
          <p:cNvSpPr/>
          <p:nvPr/>
        </p:nvSpPr>
        <p:spPr>
          <a:xfrm>
            <a:off x="0" y="1014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341" name=""/>
          <p:cNvSpPr/>
          <p:nvPr/>
        </p:nvSpPr>
        <p:spPr>
          <a:xfrm>
            <a:off x="5412600" y="8942760"/>
            <a:ext cx="532440" cy="200520"/>
          </a:xfrm>
          <a:custGeom>
            <a:avLst/>
            <a:gdLst/>
            <a:ahLst/>
            <a:rect l="0" t="0" r="r" b="b"/>
            <a:pathLst>
              <a:path w="1479" h="557">
                <a:moveTo>
                  <a:pt x="0" y="557"/>
                </a:moveTo>
                <a:lnTo>
                  <a:pt x="1479" y="557"/>
                </a:lnTo>
                <a:lnTo>
                  <a:pt x="1479" y="0"/>
                </a:lnTo>
                <a:lnTo>
                  <a:pt x="0" y="0"/>
                </a:lnTo>
                <a:lnTo>
                  <a:pt x="0" y="557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342" name=""/>
          <p:cNvSpPr/>
          <p:nvPr/>
        </p:nvSpPr>
        <p:spPr>
          <a:xfrm>
            <a:off x="6061680" y="8817120"/>
            <a:ext cx="532440" cy="326160"/>
          </a:xfrm>
          <a:custGeom>
            <a:avLst/>
            <a:gdLst/>
            <a:ahLst/>
            <a:rect l="0" t="0" r="r" b="b"/>
            <a:pathLst>
              <a:path w="1479" h="906">
                <a:moveTo>
                  <a:pt x="0" y="906"/>
                </a:moveTo>
                <a:lnTo>
                  <a:pt x="1479" y="906"/>
                </a:lnTo>
                <a:lnTo>
                  <a:pt x="1479" y="0"/>
                </a:lnTo>
                <a:lnTo>
                  <a:pt x="0" y="0"/>
                </a:lnTo>
                <a:lnTo>
                  <a:pt x="0" y="906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343" name=""/>
          <p:cNvSpPr/>
          <p:nvPr/>
        </p:nvSpPr>
        <p:spPr>
          <a:xfrm>
            <a:off x="6710400" y="8352720"/>
            <a:ext cx="532440" cy="790560"/>
          </a:xfrm>
          <a:custGeom>
            <a:avLst/>
            <a:gdLst/>
            <a:ahLst/>
            <a:rect l="0" t="0" r="r" b="b"/>
            <a:pathLst>
              <a:path w="1479" h="2196">
                <a:moveTo>
                  <a:pt x="0" y="2196"/>
                </a:moveTo>
                <a:lnTo>
                  <a:pt x="1479" y="2196"/>
                </a:lnTo>
                <a:lnTo>
                  <a:pt x="1479" y="0"/>
                </a:lnTo>
                <a:lnTo>
                  <a:pt x="0" y="0"/>
                </a:lnTo>
                <a:lnTo>
                  <a:pt x="0" y="2196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344" name=""/>
          <p:cNvSpPr/>
          <p:nvPr/>
        </p:nvSpPr>
        <p:spPr>
          <a:xfrm>
            <a:off x="7359480" y="7977600"/>
            <a:ext cx="532440" cy="1165680"/>
          </a:xfrm>
          <a:custGeom>
            <a:avLst/>
            <a:gdLst/>
            <a:ahLst/>
            <a:rect l="0" t="0" r="r" b="b"/>
            <a:pathLst>
              <a:path w="1479" h="3238">
                <a:moveTo>
                  <a:pt x="0" y="3238"/>
                </a:moveTo>
                <a:lnTo>
                  <a:pt x="1479" y="3238"/>
                </a:lnTo>
                <a:lnTo>
                  <a:pt x="1479" y="0"/>
                </a:lnTo>
                <a:lnTo>
                  <a:pt x="0" y="0"/>
                </a:lnTo>
                <a:lnTo>
                  <a:pt x="0" y="3238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345" name=""/>
          <p:cNvSpPr/>
          <p:nvPr/>
        </p:nvSpPr>
        <p:spPr>
          <a:xfrm>
            <a:off x="8008200" y="7770240"/>
            <a:ext cx="532800" cy="1373040"/>
          </a:xfrm>
          <a:custGeom>
            <a:avLst/>
            <a:gdLst/>
            <a:ahLst/>
            <a:rect l="0" t="0" r="r" b="b"/>
            <a:pathLst>
              <a:path w="1480" h="3814">
                <a:moveTo>
                  <a:pt x="0" y="3814"/>
                </a:moveTo>
                <a:lnTo>
                  <a:pt x="1480" y="3814"/>
                </a:lnTo>
                <a:lnTo>
                  <a:pt x="1480" y="0"/>
                </a:lnTo>
                <a:lnTo>
                  <a:pt x="0" y="0"/>
                </a:lnTo>
                <a:lnTo>
                  <a:pt x="0" y="3814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346" name=""/>
          <p:cNvSpPr/>
          <p:nvPr/>
        </p:nvSpPr>
        <p:spPr>
          <a:xfrm>
            <a:off x="8657280" y="7586280"/>
            <a:ext cx="532440" cy="1557000"/>
          </a:xfrm>
          <a:custGeom>
            <a:avLst/>
            <a:gdLst/>
            <a:ahLst/>
            <a:rect l="0" t="0" r="r" b="b"/>
            <a:pathLst>
              <a:path w="1479" h="4325">
                <a:moveTo>
                  <a:pt x="0" y="4325"/>
                </a:moveTo>
                <a:lnTo>
                  <a:pt x="1479" y="4325"/>
                </a:lnTo>
                <a:lnTo>
                  <a:pt x="1479" y="0"/>
                </a:lnTo>
                <a:lnTo>
                  <a:pt x="0" y="0"/>
                </a:lnTo>
                <a:lnTo>
                  <a:pt x="0" y="4325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347" name=""/>
          <p:cNvSpPr/>
          <p:nvPr/>
        </p:nvSpPr>
        <p:spPr>
          <a:xfrm>
            <a:off x="0" y="1014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348" name=""/>
          <p:cNvSpPr/>
          <p:nvPr/>
        </p:nvSpPr>
        <p:spPr>
          <a:xfrm>
            <a:off x="747000" y="9142920"/>
            <a:ext cx="9214560" cy="0"/>
          </a:xfrm>
          <a:prstGeom prst="line">
            <a:avLst/>
          </a:prstGeom>
          <a:ln cap="sq" w="1116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9" name=""/>
          <p:cNvSpPr/>
          <p:nvPr/>
        </p:nvSpPr>
        <p:spPr>
          <a:xfrm flipV="1">
            <a:off x="747000" y="7488000"/>
            <a:ext cx="0" cy="21614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50" name=""/>
          <p:cNvSpPr/>
          <p:nvPr/>
        </p:nvSpPr>
        <p:spPr>
          <a:xfrm>
            <a:off x="747000" y="9649440"/>
            <a:ext cx="9214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51" name=""/>
          <p:cNvSpPr/>
          <p:nvPr/>
        </p:nvSpPr>
        <p:spPr>
          <a:xfrm>
            <a:off x="893160" y="7557840"/>
            <a:ext cx="1937160" cy="199440"/>
          </a:xfrm>
          <a:custGeom>
            <a:avLst/>
            <a:gdLst/>
            <a:ahLst/>
            <a:rect l="0" t="0" r="r" b="b"/>
            <a:pathLst>
              <a:path w="5381" h="554">
                <a:moveTo>
                  <a:pt x="106" y="554"/>
                </a:moveTo>
                <a:lnTo>
                  <a:pt x="5275" y="554"/>
                </a:lnTo>
                <a:cubicBezTo>
                  <a:pt x="5345" y="554"/>
                  <a:pt x="5381" y="519"/>
                  <a:pt x="5381" y="448"/>
                </a:cubicBezTo>
                <a:lnTo>
                  <a:pt x="5381" y="106"/>
                </a:lnTo>
                <a:cubicBezTo>
                  <a:pt x="5381" y="36"/>
                  <a:pt x="5345" y="0"/>
                  <a:pt x="5275" y="0"/>
                </a:cubicBezTo>
                <a:lnTo>
                  <a:pt x="106" y="0"/>
                </a:lnTo>
                <a:cubicBezTo>
                  <a:pt x="35" y="0"/>
                  <a:pt x="0" y="36"/>
                  <a:pt x="0" y="106"/>
                </a:cubicBezTo>
                <a:lnTo>
                  <a:pt x="0" y="448"/>
                </a:lnTo>
                <a:cubicBezTo>
                  <a:pt x="0" y="519"/>
                  <a:pt x="35" y="554"/>
                  <a:pt x="106" y="554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 w="0">
            <a:noFill/>
          </a:ln>
        </p:spPr>
      </p:sp>
      <p:sp>
        <p:nvSpPr>
          <p:cNvPr id="352" name=""/>
          <p:cNvSpPr txBox="1"/>
          <p:nvPr/>
        </p:nvSpPr>
        <p:spPr>
          <a:xfrm rot="16200000">
            <a:off x="-720" y="8478360"/>
            <a:ext cx="517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Treg Δ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353" name=""/>
          <p:cNvSpPr txBox="1"/>
          <p:nvPr/>
        </p:nvSpPr>
        <p:spPr>
          <a:xfrm>
            <a:off x="931320" y="7574760"/>
            <a:ext cx="18630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1000" spc="-1" strike="noStrike">
                <a:solidFill>
                  <a:srgbClr val="0e2a47"/>
                </a:solidFill>
                <a:latin typeface="DejaVuSans"/>
              </a:rPr>
              <a:t>Treg signature Δ (post − pre)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54" name=""/>
          <p:cNvSpPr txBox="1"/>
          <p:nvPr/>
        </p:nvSpPr>
        <p:spPr>
          <a:xfrm>
            <a:off x="1025280" y="9620280"/>
            <a:ext cx="2246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-0.5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55" name=""/>
          <p:cNvSpPr txBox="1"/>
          <p:nvPr/>
        </p:nvSpPr>
        <p:spPr>
          <a:xfrm>
            <a:off x="4248360" y="7661880"/>
            <a:ext cx="267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+1.7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56" name=""/>
          <p:cNvSpPr txBox="1"/>
          <p:nvPr/>
        </p:nvSpPr>
        <p:spPr>
          <a:xfrm>
            <a:off x="6195240" y="8695440"/>
            <a:ext cx="267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+0.4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57" name=""/>
          <p:cNvSpPr txBox="1"/>
          <p:nvPr/>
        </p:nvSpPr>
        <p:spPr>
          <a:xfrm>
            <a:off x="6844320" y="8221680"/>
            <a:ext cx="267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+1.0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58" name=""/>
          <p:cNvSpPr txBox="1"/>
          <p:nvPr/>
        </p:nvSpPr>
        <p:spPr>
          <a:xfrm>
            <a:off x="7493040" y="7838640"/>
            <a:ext cx="267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+1.5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59" name=""/>
          <p:cNvSpPr txBox="1"/>
          <p:nvPr/>
        </p:nvSpPr>
        <p:spPr>
          <a:xfrm>
            <a:off x="8142120" y="7627320"/>
            <a:ext cx="267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+1.8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60" name=""/>
          <p:cNvSpPr/>
          <p:nvPr/>
        </p:nvSpPr>
        <p:spPr>
          <a:xfrm>
            <a:off x="3434400" y="155520"/>
            <a:ext cx="279720" cy="98280"/>
          </a:xfrm>
          <a:custGeom>
            <a:avLst/>
            <a:gdLst/>
            <a:ahLst/>
            <a:rect l="0" t="0" r="r" b="b"/>
            <a:pathLst>
              <a:path w="777" h="273">
                <a:moveTo>
                  <a:pt x="0" y="273"/>
                </a:moveTo>
                <a:lnTo>
                  <a:pt x="777" y="273"/>
                </a:lnTo>
                <a:lnTo>
                  <a:pt x="777" y="0"/>
                </a:lnTo>
                <a:lnTo>
                  <a:pt x="0" y="0"/>
                </a:lnTo>
                <a:lnTo>
                  <a:pt x="0" y="273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361" name=""/>
          <p:cNvSpPr txBox="1"/>
          <p:nvPr/>
        </p:nvSpPr>
        <p:spPr>
          <a:xfrm>
            <a:off x="8790840" y="7439760"/>
            <a:ext cx="267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+2.0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62" name=""/>
          <p:cNvSpPr/>
          <p:nvPr/>
        </p:nvSpPr>
        <p:spPr>
          <a:xfrm>
            <a:off x="5225400" y="155520"/>
            <a:ext cx="279720" cy="98280"/>
          </a:xfrm>
          <a:custGeom>
            <a:avLst/>
            <a:gdLst/>
            <a:ahLst/>
            <a:rect l="0" t="0" r="r" b="b"/>
            <a:pathLst>
              <a:path w="777" h="273">
                <a:moveTo>
                  <a:pt x="0" y="273"/>
                </a:moveTo>
                <a:lnTo>
                  <a:pt x="777" y="273"/>
                </a:lnTo>
                <a:lnTo>
                  <a:pt x="777" y="0"/>
                </a:lnTo>
                <a:lnTo>
                  <a:pt x="0" y="0"/>
                </a:lnTo>
                <a:lnTo>
                  <a:pt x="0" y="273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63" name=""/>
          <p:cNvSpPr txBox="1"/>
          <p:nvPr/>
        </p:nvSpPr>
        <p:spPr>
          <a:xfrm>
            <a:off x="3825720" y="123840"/>
            <a:ext cx="11253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00000"/>
                </a:solidFill>
                <a:latin typeface="DejaVuSans"/>
              </a:rPr>
              <a:t>Good responder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364" name=""/>
          <p:cNvSpPr txBox="1"/>
          <p:nvPr/>
        </p:nvSpPr>
        <p:spPr>
          <a:xfrm>
            <a:off x="5616720" y="123840"/>
            <a:ext cx="10706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00000"/>
                </a:solidFill>
                <a:latin typeface="DejaVuSans"/>
              </a:rPr>
              <a:t>Poor responder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365" name="TextBox 36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6D — Per-subject waterfall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4161680" cy="8382240"/>
          </a:xfrm>
          <a:custGeom>
            <a:avLst/>
            <a:gdLst/>
            <a:ahLst/>
            <a:rect l="0" t="0" r="r" b="b"/>
            <a:pathLst>
              <a:path w="39338" h="23284">
                <a:moveTo>
                  <a:pt x="0" y="23284"/>
                </a:moveTo>
                <a:lnTo>
                  <a:pt x="39338" y="23284"/>
                </a:lnTo>
                <a:lnTo>
                  <a:pt x="39338" y="0"/>
                </a:lnTo>
                <a:lnTo>
                  <a:pt x="0" y="0"/>
                </a:lnTo>
                <a:lnTo>
                  <a:pt x="0" y="2328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258120" y="57096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258120" y="279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258120" y="279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3383280" y="279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3383280" y="279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/>
          <p:nvPr/>
        </p:nvSpPr>
        <p:spPr>
          <a:xfrm>
            <a:off x="258120" y="1460880"/>
            <a:ext cx="3125520" cy="1333080"/>
          </a:xfrm>
          <a:custGeom>
            <a:avLst/>
            <a:gdLst/>
            <a:ahLst/>
            <a:rect l="0" t="0" r="r" b="b"/>
            <a:pathLst>
              <a:path w="8682" h="3703">
                <a:moveTo>
                  <a:pt x="0" y="3703"/>
                </a:moveTo>
                <a:cubicBezTo>
                  <a:pt x="4341" y="3703"/>
                  <a:pt x="4341" y="3703"/>
                  <a:pt x="8682" y="3703"/>
                </a:cubicBezTo>
                <a:lnTo>
                  <a:pt x="8682" y="472"/>
                </a:lnTo>
                <a:cubicBezTo>
                  <a:pt x="4341" y="472"/>
                  <a:pt x="4341" y="0"/>
                  <a:pt x="0" y="0"/>
                </a:cubicBezTo>
                <a:lnTo>
                  <a:pt x="0" y="3703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43" name=""/>
          <p:cNvSpPr/>
          <p:nvPr/>
        </p:nvSpPr>
        <p:spPr>
          <a:xfrm>
            <a:off x="258120" y="592920"/>
            <a:ext cx="3125520" cy="1038240"/>
          </a:xfrm>
          <a:custGeom>
            <a:avLst/>
            <a:gdLst/>
            <a:ahLst/>
            <a:rect l="0" t="0" r="r" b="b"/>
            <a:pathLst>
              <a:path w="8682" h="2884">
                <a:moveTo>
                  <a:pt x="0" y="2411"/>
                </a:moveTo>
                <a:cubicBezTo>
                  <a:pt x="4341" y="2411"/>
                  <a:pt x="4341" y="2884"/>
                  <a:pt x="8682" y="2884"/>
                </a:cubicBezTo>
                <a:lnTo>
                  <a:pt x="8682" y="0"/>
                </a:lnTo>
                <a:cubicBezTo>
                  <a:pt x="4341" y="0"/>
                  <a:pt x="4341" y="0"/>
                  <a:pt x="0" y="0"/>
                </a:cubicBezTo>
                <a:lnTo>
                  <a:pt x="0" y="2411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44" name=""/>
          <p:cNvSpPr/>
          <p:nvPr/>
        </p:nvSpPr>
        <p:spPr>
          <a:xfrm>
            <a:off x="258120" y="279360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/>
          <p:nvPr/>
        </p:nvSpPr>
        <p:spPr>
          <a:xfrm>
            <a:off x="295200" y="59004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1" y="732"/>
                </a:moveTo>
                <a:lnTo>
                  <a:pt x="1133" y="732"/>
                </a:lnTo>
                <a:cubicBezTo>
                  <a:pt x="1180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0" y="0"/>
                  <a:pt x="1133" y="0"/>
                </a:cubicBezTo>
                <a:lnTo>
                  <a:pt x="71" y="0"/>
                </a:lnTo>
                <a:cubicBezTo>
                  <a:pt x="24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4" y="732"/>
                  <a:pt x="71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46" name=""/>
          <p:cNvSpPr txBox="1"/>
          <p:nvPr/>
        </p:nvSpPr>
        <p:spPr>
          <a:xfrm>
            <a:off x="1717560" y="270360"/>
            <a:ext cx="2080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c53e1f"/>
                </a:solidFill>
                <a:latin typeface="DejaVuSans"/>
              </a:rPr>
              <a:t>S1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>
            <a:off x="320760" y="59832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3770640" y="57096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49" name=""/>
          <p:cNvSpPr/>
          <p:nvPr/>
        </p:nvSpPr>
        <p:spPr>
          <a:xfrm>
            <a:off x="3770640" y="279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3770640" y="279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/>
          <p:nvPr/>
        </p:nvSpPr>
        <p:spPr>
          <a:xfrm>
            <a:off x="6895800" y="279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" name=""/>
          <p:cNvSpPr/>
          <p:nvPr/>
        </p:nvSpPr>
        <p:spPr>
          <a:xfrm>
            <a:off x="6895800" y="279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" name=""/>
          <p:cNvSpPr/>
          <p:nvPr/>
        </p:nvSpPr>
        <p:spPr>
          <a:xfrm>
            <a:off x="3770640" y="1422000"/>
            <a:ext cx="3125520" cy="1371960"/>
          </a:xfrm>
          <a:custGeom>
            <a:avLst/>
            <a:gdLst/>
            <a:ahLst/>
            <a:rect l="0" t="0" r="r" b="b"/>
            <a:pathLst>
              <a:path w="8682" h="3811">
                <a:moveTo>
                  <a:pt x="0" y="3811"/>
                </a:moveTo>
                <a:cubicBezTo>
                  <a:pt x="4341" y="3811"/>
                  <a:pt x="4341" y="3811"/>
                  <a:pt x="8682" y="3811"/>
                </a:cubicBezTo>
                <a:lnTo>
                  <a:pt x="8682" y="290"/>
                </a:lnTo>
                <a:cubicBezTo>
                  <a:pt x="4341" y="290"/>
                  <a:pt x="4341" y="0"/>
                  <a:pt x="0" y="0"/>
                </a:cubicBezTo>
                <a:lnTo>
                  <a:pt x="0" y="3811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3770640" y="592920"/>
            <a:ext cx="3125520" cy="933840"/>
          </a:xfrm>
          <a:custGeom>
            <a:avLst/>
            <a:gdLst/>
            <a:ahLst/>
            <a:rect l="0" t="0" r="r" b="b"/>
            <a:pathLst>
              <a:path w="8682" h="2594">
                <a:moveTo>
                  <a:pt x="0" y="2304"/>
                </a:moveTo>
                <a:cubicBezTo>
                  <a:pt x="4341" y="2304"/>
                  <a:pt x="4341" y="2594"/>
                  <a:pt x="8682" y="2594"/>
                </a:cubicBezTo>
                <a:lnTo>
                  <a:pt x="8682" y="0"/>
                </a:lnTo>
                <a:cubicBezTo>
                  <a:pt x="4341" y="0"/>
                  <a:pt x="4341" y="0"/>
                  <a:pt x="0" y="0"/>
                </a:cubicBezTo>
                <a:lnTo>
                  <a:pt x="0" y="2304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3770640" y="279360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 txBox="1"/>
          <p:nvPr/>
        </p:nvSpPr>
        <p:spPr>
          <a:xfrm>
            <a:off x="320760" y="71244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1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3807720" y="59004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0" y="732"/>
                </a:moveTo>
                <a:lnTo>
                  <a:pt x="1133" y="732"/>
                </a:lnTo>
                <a:cubicBezTo>
                  <a:pt x="1180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0" y="0"/>
                  <a:pt x="1133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3" y="732"/>
                  <a:pt x="70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58" name=""/>
          <p:cNvSpPr txBox="1"/>
          <p:nvPr/>
        </p:nvSpPr>
        <p:spPr>
          <a:xfrm>
            <a:off x="5230080" y="270360"/>
            <a:ext cx="2080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c53e1f"/>
                </a:solidFill>
                <a:latin typeface="DejaVuSans"/>
              </a:rPr>
              <a:t>S5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3833280" y="59832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7283160" y="570960"/>
            <a:ext cx="3125160" cy="2223000"/>
          </a:xfrm>
          <a:custGeom>
            <a:avLst/>
            <a:gdLst/>
            <a:ahLst/>
            <a:rect l="0" t="0" r="r" b="b"/>
            <a:pathLst>
              <a:path w="8681" h="6175">
                <a:moveTo>
                  <a:pt x="0" y="6175"/>
                </a:moveTo>
                <a:lnTo>
                  <a:pt x="8681" y="6175"/>
                </a:lnTo>
                <a:lnTo>
                  <a:pt x="8681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>
            <a:off x="7283160" y="279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>
            <a:off x="7283160" y="279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/>
          <p:nvPr/>
        </p:nvSpPr>
        <p:spPr>
          <a:xfrm>
            <a:off x="10407960" y="279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4" name=""/>
          <p:cNvSpPr/>
          <p:nvPr/>
        </p:nvSpPr>
        <p:spPr>
          <a:xfrm>
            <a:off x="10407960" y="279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/>
          <p:nvPr/>
        </p:nvSpPr>
        <p:spPr>
          <a:xfrm>
            <a:off x="7283160" y="592920"/>
            <a:ext cx="3125160" cy="2201040"/>
          </a:xfrm>
          <a:custGeom>
            <a:avLst/>
            <a:gdLst/>
            <a:ahLst/>
            <a:rect l="0" t="0" r="r" b="b"/>
            <a:pathLst>
              <a:path w="8681" h="6114">
                <a:moveTo>
                  <a:pt x="0" y="6114"/>
                </a:moveTo>
                <a:cubicBezTo>
                  <a:pt x="4341" y="6114"/>
                  <a:pt x="4341" y="6114"/>
                  <a:pt x="8681" y="6114"/>
                </a:cubicBezTo>
                <a:lnTo>
                  <a:pt x="8681" y="0"/>
                </a:lnTo>
                <a:cubicBezTo>
                  <a:pt x="4341" y="0"/>
                  <a:pt x="4341" y="0"/>
                  <a:pt x="0" y="0"/>
                </a:cubicBezTo>
                <a:lnTo>
                  <a:pt x="0" y="6114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7283160" y="2793600"/>
            <a:ext cx="312480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3833280" y="71244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2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7320240" y="590040"/>
            <a:ext cx="433080" cy="263520"/>
          </a:xfrm>
          <a:custGeom>
            <a:avLst/>
            <a:gdLst/>
            <a:ahLst/>
            <a:rect l="0" t="0" r="r" b="b"/>
            <a:pathLst>
              <a:path w="1203" h="732">
                <a:moveTo>
                  <a:pt x="70" y="732"/>
                </a:moveTo>
                <a:lnTo>
                  <a:pt x="1133" y="732"/>
                </a:lnTo>
                <a:cubicBezTo>
                  <a:pt x="1180" y="732"/>
                  <a:pt x="1203" y="708"/>
                  <a:pt x="1203" y="661"/>
                </a:cubicBezTo>
                <a:lnTo>
                  <a:pt x="1203" y="70"/>
                </a:lnTo>
                <a:cubicBezTo>
                  <a:pt x="1203" y="23"/>
                  <a:pt x="1180" y="0"/>
                  <a:pt x="1133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3" y="732"/>
                  <a:pt x="70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69" name=""/>
          <p:cNvSpPr txBox="1"/>
          <p:nvPr/>
        </p:nvSpPr>
        <p:spPr>
          <a:xfrm>
            <a:off x="8742240" y="270360"/>
            <a:ext cx="2080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c53e1f"/>
                </a:solidFill>
                <a:latin typeface="DejaVuSans"/>
              </a:rPr>
              <a:t>S7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>
            <a:off x="7345800" y="59832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10795320" y="57096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>
            <a:off x="10795320" y="279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" name=""/>
          <p:cNvSpPr/>
          <p:nvPr/>
        </p:nvSpPr>
        <p:spPr>
          <a:xfrm>
            <a:off x="10795320" y="279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>
            <a:off x="13920480" y="279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>
            <a:off x="13920480" y="279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/>
          <p:nvPr/>
        </p:nvSpPr>
        <p:spPr>
          <a:xfrm>
            <a:off x="10795320" y="1388880"/>
            <a:ext cx="3125520" cy="1405080"/>
          </a:xfrm>
          <a:custGeom>
            <a:avLst/>
            <a:gdLst/>
            <a:ahLst/>
            <a:rect l="0" t="0" r="r" b="b"/>
            <a:pathLst>
              <a:path w="8682" h="3903">
                <a:moveTo>
                  <a:pt x="0" y="3903"/>
                </a:moveTo>
                <a:cubicBezTo>
                  <a:pt x="4342" y="3903"/>
                  <a:pt x="4342" y="3903"/>
                  <a:pt x="8682" y="3903"/>
                </a:cubicBezTo>
                <a:lnTo>
                  <a:pt x="8682" y="0"/>
                </a:lnTo>
                <a:cubicBezTo>
                  <a:pt x="4342" y="0"/>
                  <a:pt x="4342" y="230"/>
                  <a:pt x="0" y="230"/>
                </a:cubicBezTo>
                <a:lnTo>
                  <a:pt x="0" y="3903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10795320" y="592920"/>
            <a:ext cx="3125520" cy="879120"/>
          </a:xfrm>
          <a:custGeom>
            <a:avLst/>
            <a:gdLst/>
            <a:ahLst/>
            <a:rect l="0" t="0" r="r" b="b"/>
            <a:pathLst>
              <a:path w="8682" h="2442">
                <a:moveTo>
                  <a:pt x="0" y="2442"/>
                </a:moveTo>
                <a:cubicBezTo>
                  <a:pt x="4342" y="2442"/>
                  <a:pt x="4342" y="2212"/>
                  <a:pt x="8682" y="2212"/>
                </a:cubicBezTo>
                <a:lnTo>
                  <a:pt x="8682" y="0"/>
                </a:lnTo>
                <a:cubicBezTo>
                  <a:pt x="4342" y="0"/>
                  <a:pt x="4342" y="0"/>
                  <a:pt x="0" y="0"/>
                </a:cubicBezTo>
                <a:lnTo>
                  <a:pt x="0" y="2442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10795320" y="279360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7345800" y="71244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0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10832400" y="59004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1" y="732"/>
                </a:moveTo>
                <a:lnTo>
                  <a:pt x="1134" y="732"/>
                </a:lnTo>
                <a:cubicBezTo>
                  <a:pt x="1181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1" y="0"/>
                  <a:pt x="1134" y="0"/>
                </a:cubicBezTo>
                <a:lnTo>
                  <a:pt x="71" y="0"/>
                </a:lnTo>
                <a:cubicBezTo>
                  <a:pt x="24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4" y="732"/>
                  <a:pt x="71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81" name=""/>
          <p:cNvSpPr txBox="1"/>
          <p:nvPr/>
        </p:nvSpPr>
        <p:spPr>
          <a:xfrm>
            <a:off x="12204000" y="270360"/>
            <a:ext cx="30996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c53e1f"/>
                </a:solidFill>
                <a:latin typeface="DejaVuSans"/>
              </a:rPr>
              <a:t>S10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82" name=""/>
          <p:cNvSpPr txBox="1"/>
          <p:nvPr/>
        </p:nvSpPr>
        <p:spPr>
          <a:xfrm>
            <a:off x="10857960" y="59832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258120" y="321660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>
            <a:off x="258120" y="5439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" name=""/>
          <p:cNvSpPr/>
          <p:nvPr/>
        </p:nvSpPr>
        <p:spPr>
          <a:xfrm>
            <a:off x="258120" y="5439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/>
          <p:nvPr/>
        </p:nvSpPr>
        <p:spPr>
          <a:xfrm>
            <a:off x="3383280" y="5439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>
            <a:off x="3383280" y="5439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/>
          <p:nvPr/>
        </p:nvSpPr>
        <p:spPr>
          <a:xfrm>
            <a:off x="258120" y="4178160"/>
            <a:ext cx="3125520" cy="1261440"/>
          </a:xfrm>
          <a:custGeom>
            <a:avLst/>
            <a:gdLst/>
            <a:ahLst/>
            <a:rect l="0" t="0" r="r" b="b"/>
            <a:pathLst>
              <a:path w="8682" h="3504">
                <a:moveTo>
                  <a:pt x="0" y="3504"/>
                </a:moveTo>
                <a:cubicBezTo>
                  <a:pt x="4341" y="3504"/>
                  <a:pt x="4341" y="3504"/>
                  <a:pt x="8682" y="3504"/>
                </a:cubicBezTo>
                <a:lnTo>
                  <a:pt x="8682" y="0"/>
                </a:lnTo>
                <a:cubicBezTo>
                  <a:pt x="4341" y="0"/>
                  <a:pt x="4341" y="231"/>
                  <a:pt x="0" y="231"/>
                </a:cubicBezTo>
                <a:lnTo>
                  <a:pt x="0" y="3504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89" name=""/>
          <p:cNvSpPr/>
          <p:nvPr/>
        </p:nvSpPr>
        <p:spPr>
          <a:xfrm>
            <a:off x="258120" y="3505680"/>
            <a:ext cx="3125520" cy="756000"/>
          </a:xfrm>
          <a:custGeom>
            <a:avLst/>
            <a:gdLst/>
            <a:ahLst/>
            <a:rect l="0" t="0" r="r" b="b"/>
            <a:pathLst>
              <a:path w="8682" h="2100">
                <a:moveTo>
                  <a:pt x="0" y="2100"/>
                </a:moveTo>
                <a:cubicBezTo>
                  <a:pt x="4341" y="2100"/>
                  <a:pt x="4341" y="1869"/>
                  <a:pt x="8682" y="1869"/>
                </a:cubicBezTo>
                <a:lnTo>
                  <a:pt x="8682" y="154"/>
                </a:lnTo>
                <a:cubicBezTo>
                  <a:pt x="4341" y="154"/>
                  <a:pt x="4341" y="0"/>
                  <a:pt x="0" y="0"/>
                </a:cubicBezTo>
                <a:lnTo>
                  <a:pt x="0" y="2100"/>
                </a:lnTo>
                <a:close/>
              </a:path>
            </a:pathLst>
          </a:custGeom>
          <a:solidFill>
            <a:srgbClr val="ffffbe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258120" y="3238560"/>
            <a:ext cx="3125520" cy="322920"/>
          </a:xfrm>
          <a:custGeom>
            <a:avLst/>
            <a:gdLst/>
            <a:ahLst/>
            <a:rect l="0" t="0" r="r" b="b"/>
            <a:pathLst>
              <a:path w="8682" h="897">
                <a:moveTo>
                  <a:pt x="0" y="743"/>
                </a:moveTo>
                <a:cubicBezTo>
                  <a:pt x="4341" y="743"/>
                  <a:pt x="4341" y="897"/>
                  <a:pt x="8682" y="897"/>
                </a:cubicBezTo>
                <a:lnTo>
                  <a:pt x="8682" y="0"/>
                </a:lnTo>
                <a:cubicBezTo>
                  <a:pt x="4341" y="0"/>
                  <a:pt x="4341" y="0"/>
                  <a:pt x="0" y="0"/>
                </a:cubicBezTo>
                <a:lnTo>
                  <a:pt x="0" y="743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258120" y="543924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 txBox="1"/>
          <p:nvPr/>
        </p:nvSpPr>
        <p:spPr>
          <a:xfrm>
            <a:off x="10857960" y="71244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0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295200" y="323568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1" y="732"/>
                </a:moveTo>
                <a:lnTo>
                  <a:pt x="1133" y="732"/>
                </a:lnTo>
                <a:cubicBezTo>
                  <a:pt x="1180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0" y="0"/>
                  <a:pt x="1133" y="0"/>
                </a:cubicBezTo>
                <a:lnTo>
                  <a:pt x="71" y="0"/>
                </a:lnTo>
                <a:cubicBezTo>
                  <a:pt x="24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4" y="732"/>
                  <a:pt x="71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94" name=""/>
          <p:cNvSpPr txBox="1"/>
          <p:nvPr/>
        </p:nvSpPr>
        <p:spPr>
          <a:xfrm>
            <a:off x="1666800" y="2916000"/>
            <a:ext cx="30996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c53e1f"/>
                </a:solidFill>
                <a:latin typeface="DejaVuSans"/>
              </a:rPr>
              <a:t>S11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320760" y="324396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3770640" y="321660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97" name=""/>
          <p:cNvSpPr/>
          <p:nvPr/>
        </p:nvSpPr>
        <p:spPr>
          <a:xfrm>
            <a:off x="3770640" y="5439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8" name=""/>
          <p:cNvSpPr/>
          <p:nvPr/>
        </p:nvSpPr>
        <p:spPr>
          <a:xfrm>
            <a:off x="3770640" y="5439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/>
          <p:nvPr/>
        </p:nvSpPr>
        <p:spPr>
          <a:xfrm>
            <a:off x="6895800" y="5439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0" name=""/>
          <p:cNvSpPr/>
          <p:nvPr/>
        </p:nvSpPr>
        <p:spPr>
          <a:xfrm>
            <a:off x="6895800" y="5439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/>
          <p:nvPr/>
        </p:nvSpPr>
        <p:spPr>
          <a:xfrm>
            <a:off x="3770640" y="4128480"/>
            <a:ext cx="3125520" cy="1311120"/>
          </a:xfrm>
          <a:custGeom>
            <a:avLst/>
            <a:gdLst/>
            <a:ahLst/>
            <a:rect l="0" t="0" r="r" b="b"/>
            <a:pathLst>
              <a:path w="8682" h="3642">
                <a:moveTo>
                  <a:pt x="0" y="3642"/>
                </a:moveTo>
                <a:cubicBezTo>
                  <a:pt x="4341" y="3642"/>
                  <a:pt x="4341" y="3642"/>
                  <a:pt x="8682" y="3642"/>
                </a:cubicBezTo>
                <a:lnTo>
                  <a:pt x="8682" y="0"/>
                </a:lnTo>
                <a:cubicBezTo>
                  <a:pt x="4341" y="0"/>
                  <a:pt x="4341" y="1048"/>
                  <a:pt x="0" y="1048"/>
                </a:cubicBezTo>
                <a:lnTo>
                  <a:pt x="0" y="3642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3770640" y="3580560"/>
            <a:ext cx="3125520" cy="925560"/>
          </a:xfrm>
          <a:custGeom>
            <a:avLst/>
            <a:gdLst/>
            <a:ahLst/>
            <a:rect l="0" t="0" r="r" b="b"/>
            <a:pathLst>
              <a:path w="8682" h="2571">
                <a:moveTo>
                  <a:pt x="0" y="2571"/>
                </a:moveTo>
                <a:cubicBezTo>
                  <a:pt x="4341" y="2571"/>
                  <a:pt x="4341" y="1522"/>
                  <a:pt x="8682" y="1522"/>
                </a:cubicBezTo>
                <a:lnTo>
                  <a:pt x="8682" y="0"/>
                </a:lnTo>
                <a:cubicBezTo>
                  <a:pt x="4341" y="0"/>
                  <a:pt x="4341" y="43"/>
                  <a:pt x="0" y="43"/>
                </a:cubicBezTo>
                <a:lnTo>
                  <a:pt x="0" y="2571"/>
                </a:lnTo>
                <a:close/>
              </a:path>
            </a:pathLst>
          </a:custGeom>
          <a:solidFill>
            <a:srgbClr val="ffffbe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3770640" y="3238560"/>
            <a:ext cx="3125520" cy="357840"/>
          </a:xfrm>
          <a:custGeom>
            <a:avLst/>
            <a:gdLst/>
            <a:ahLst/>
            <a:rect l="0" t="0" r="r" b="b"/>
            <a:pathLst>
              <a:path w="8682" h="994">
                <a:moveTo>
                  <a:pt x="0" y="994"/>
                </a:moveTo>
                <a:cubicBezTo>
                  <a:pt x="4341" y="994"/>
                  <a:pt x="4341" y="951"/>
                  <a:pt x="8682" y="951"/>
                </a:cubicBezTo>
                <a:lnTo>
                  <a:pt x="8682" y="0"/>
                </a:lnTo>
                <a:cubicBezTo>
                  <a:pt x="4341" y="0"/>
                  <a:pt x="4341" y="0"/>
                  <a:pt x="0" y="0"/>
                </a:cubicBezTo>
                <a:lnTo>
                  <a:pt x="0" y="994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3770640" y="543924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>
            <a:off x="320760" y="335808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0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3807720" y="323568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0" y="732"/>
                </a:moveTo>
                <a:lnTo>
                  <a:pt x="1133" y="732"/>
                </a:lnTo>
                <a:cubicBezTo>
                  <a:pt x="1180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0" y="0"/>
                  <a:pt x="1133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3" y="732"/>
                  <a:pt x="70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7" name=""/>
          <p:cNvSpPr txBox="1"/>
          <p:nvPr/>
        </p:nvSpPr>
        <p:spPr>
          <a:xfrm>
            <a:off x="5178960" y="2916000"/>
            <a:ext cx="30996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c53e1f"/>
                </a:solidFill>
                <a:latin typeface="DejaVuSans"/>
              </a:rPr>
              <a:t>S12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>
            <a:off x="3833280" y="324396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7283160" y="3216600"/>
            <a:ext cx="3125160" cy="2223000"/>
          </a:xfrm>
          <a:custGeom>
            <a:avLst/>
            <a:gdLst/>
            <a:ahLst/>
            <a:rect l="0" t="0" r="r" b="b"/>
            <a:pathLst>
              <a:path w="8681" h="6175">
                <a:moveTo>
                  <a:pt x="0" y="6175"/>
                </a:moveTo>
                <a:lnTo>
                  <a:pt x="8681" y="6175"/>
                </a:lnTo>
                <a:lnTo>
                  <a:pt x="8681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7283160" y="5439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>
            <a:off x="7283160" y="5439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/>
          <p:nvPr/>
        </p:nvSpPr>
        <p:spPr>
          <a:xfrm>
            <a:off x="10407960" y="5439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10407960" y="5439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/>
          <p:nvPr/>
        </p:nvSpPr>
        <p:spPr>
          <a:xfrm>
            <a:off x="7283160" y="3925800"/>
            <a:ext cx="3125160" cy="1513800"/>
          </a:xfrm>
          <a:custGeom>
            <a:avLst/>
            <a:gdLst/>
            <a:ahLst/>
            <a:rect l="0" t="0" r="r" b="b"/>
            <a:pathLst>
              <a:path w="8681" h="4205">
                <a:moveTo>
                  <a:pt x="0" y="4205"/>
                </a:moveTo>
                <a:cubicBezTo>
                  <a:pt x="4341" y="4205"/>
                  <a:pt x="4341" y="4205"/>
                  <a:pt x="8681" y="4205"/>
                </a:cubicBezTo>
                <a:lnTo>
                  <a:pt x="8681" y="0"/>
                </a:lnTo>
                <a:cubicBezTo>
                  <a:pt x="4341" y="0"/>
                  <a:pt x="4341" y="220"/>
                  <a:pt x="0" y="220"/>
                </a:cubicBezTo>
                <a:lnTo>
                  <a:pt x="0" y="4205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7283160" y="3238560"/>
            <a:ext cx="3125160" cy="766800"/>
          </a:xfrm>
          <a:custGeom>
            <a:avLst/>
            <a:gdLst/>
            <a:ahLst/>
            <a:rect l="0" t="0" r="r" b="b"/>
            <a:pathLst>
              <a:path w="8681" h="2130">
                <a:moveTo>
                  <a:pt x="0" y="2130"/>
                </a:moveTo>
                <a:cubicBezTo>
                  <a:pt x="4341" y="2130"/>
                  <a:pt x="4341" y="1910"/>
                  <a:pt x="8681" y="1910"/>
                </a:cubicBezTo>
                <a:lnTo>
                  <a:pt x="8681" y="0"/>
                </a:lnTo>
                <a:cubicBezTo>
                  <a:pt x="4341" y="0"/>
                  <a:pt x="4341" y="0"/>
                  <a:pt x="0" y="0"/>
                </a:cubicBezTo>
                <a:lnTo>
                  <a:pt x="0" y="2130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7283160" y="5439240"/>
            <a:ext cx="312480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>
            <a:off x="3833280" y="335808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2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7320240" y="3235680"/>
            <a:ext cx="433080" cy="263520"/>
          </a:xfrm>
          <a:custGeom>
            <a:avLst/>
            <a:gdLst/>
            <a:ahLst/>
            <a:rect l="0" t="0" r="r" b="b"/>
            <a:pathLst>
              <a:path w="1203" h="732">
                <a:moveTo>
                  <a:pt x="70" y="732"/>
                </a:moveTo>
                <a:lnTo>
                  <a:pt x="1133" y="732"/>
                </a:lnTo>
                <a:cubicBezTo>
                  <a:pt x="1180" y="732"/>
                  <a:pt x="1203" y="708"/>
                  <a:pt x="1203" y="661"/>
                </a:cubicBezTo>
                <a:lnTo>
                  <a:pt x="1203" y="70"/>
                </a:lnTo>
                <a:cubicBezTo>
                  <a:pt x="1203" y="23"/>
                  <a:pt x="1180" y="0"/>
                  <a:pt x="1133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3" y="732"/>
                  <a:pt x="70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9" name=""/>
          <p:cNvSpPr txBox="1"/>
          <p:nvPr/>
        </p:nvSpPr>
        <p:spPr>
          <a:xfrm>
            <a:off x="8691480" y="2916000"/>
            <a:ext cx="30996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c53e1f"/>
                </a:solidFill>
                <a:latin typeface="DejaVuSans"/>
              </a:rPr>
              <a:t>S13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7345800" y="324396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10795320" y="321660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>
            <a:off x="10795320" y="5439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>
            <a:off x="10795320" y="5439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>
            <a:off x="13920480" y="5439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>
            <a:off x="13920480" y="5439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>
            <a:off x="10795320" y="3238560"/>
            <a:ext cx="3125520" cy="2201040"/>
          </a:xfrm>
          <a:custGeom>
            <a:avLst/>
            <a:gdLst/>
            <a:ahLst/>
            <a:rect l="0" t="0" r="r" b="b"/>
            <a:pathLst>
              <a:path w="8682" h="6114">
                <a:moveTo>
                  <a:pt x="0" y="6114"/>
                </a:moveTo>
                <a:cubicBezTo>
                  <a:pt x="4342" y="6114"/>
                  <a:pt x="4342" y="6114"/>
                  <a:pt x="8682" y="6114"/>
                </a:cubicBezTo>
                <a:lnTo>
                  <a:pt x="8682" y="0"/>
                </a:lnTo>
                <a:cubicBezTo>
                  <a:pt x="4342" y="0"/>
                  <a:pt x="4342" y="0"/>
                  <a:pt x="0" y="0"/>
                </a:cubicBezTo>
                <a:lnTo>
                  <a:pt x="0" y="6114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10795320" y="543924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 txBox="1"/>
          <p:nvPr/>
        </p:nvSpPr>
        <p:spPr>
          <a:xfrm>
            <a:off x="7345800" y="335808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0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10832400" y="323568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1" y="732"/>
                </a:moveTo>
                <a:lnTo>
                  <a:pt x="1134" y="732"/>
                </a:lnTo>
                <a:cubicBezTo>
                  <a:pt x="1181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1" y="0"/>
                  <a:pt x="1134" y="0"/>
                </a:cubicBezTo>
                <a:lnTo>
                  <a:pt x="71" y="0"/>
                </a:lnTo>
                <a:cubicBezTo>
                  <a:pt x="24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4" y="732"/>
                  <a:pt x="71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30" name=""/>
          <p:cNvSpPr txBox="1"/>
          <p:nvPr/>
        </p:nvSpPr>
        <p:spPr>
          <a:xfrm>
            <a:off x="12254760" y="2916000"/>
            <a:ext cx="2080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a7d6e"/>
                </a:solidFill>
                <a:latin typeface="DejaVuSans"/>
              </a:rPr>
              <a:t>S2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31" name=""/>
          <p:cNvSpPr txBox="1"/>
          <p:nvPr/>
        </p:nvSpPr>
        <p:spPr>
          <a:xfrm>
            <a:off x="10857960" y="324396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258120" y="586224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>
            <a:off x="258120" y="80848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>
            <a:off x="258120" y="80848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>
            <a:off x="10857960" y="335808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0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3383280" y="80848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>
            <a:off x="3383280" y="80848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>
            <a:off x="144360" y="81522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258120" y="6644520"/>
            <a:ext cx="3125520" cy="1440720"/>
          </a:xfrm>
          <a:custGeom>
            <a:avLst/>
            <a:gdLst/>
            <a:ahLst/>
            <a:rect l="0" t="0" r="r" b="b"/>
            <a:pathLst>
              <a:path w="8682" h="4002">
                <a:moveTo>
                  <a:pt x="0" y="4002"/>
                </a:moveTo>
                <a:cubicBezTo>
                  <a:pt x="4341" y="4002"/>
                  <a:pt x="4341" y="4002"/>
                  <a:pt x="8682" y="4002"/>
                </a:cubicBezTo>
                <a:lnTo>
                  <a:pt x="8682" y="0"/>
                </a:lnTo>
                <a:cubicBezTo>
                  <a:pt x="4341" y="0"/>
                  <a:pt x="4341" y="944"/>
                  <a:pt x="0" y="944"/>
                </a:cubicBezTo>
                <a:lnTo>
                  <a:pt x="0" y="4002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40" name=""/>
          <p:cNvSpPr/>
          <p:nvPr/>
        </p:nvSpPr>
        <p:spPr>
          <a:xfrm>
            <a:off x="258120" y="5884200"/>
            <a:ext cx="3125520" cy="1100520"/>
          </a:xfrm>
          <a:custGeom>
            <a:avLst/>
            <a:gdLst/>
            <a:ahLst/>
            <a:rect l="0" t="0" r="r" b="b"/>
            <a:pathLst>
              <a:path w="8682" h="3057">
                <a:moveTo>
                  <a:pt x="0" y="3057"/>
                </a:moveTo>
                <a:cubicBezTo>
                  <a:pt x="4341" y="3057"/>
                  <a:pt x="4341" y="2113"/>
                  <a:pt x="8682" y="2113"/>
                </a:cubicBezTo>
                <a:lnTo>
                  <a:pt x="8682" y="0"/>
                </a:lnTo>
                <a:cubicBezTo>
                  <a:pt x="4341" y="0"/>
                  <a:pt x="4341" y="0"/>
                  <a:pt x="0" y="0"/>
                </a:cubicBezTo>
                <a:lnTo>
                  <a:pt x="0" y="3057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41" name=""/>
          <p:cNvSpPr/>
          <p:nvPr/>
        </p:nvSpPr>
        <p:spPr>
          <a:xfrm>
            <a:off x="258120" y="808488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 txBox="1"/>
          <p:nvPr/>
        </p:nvSpPr>
        <p:spPr>
          <a:xfrm>
            <a:off x="3233880" y="8152200"/>
            <a:ext cx="299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295200" y="588132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1" y="732"/>
                </a:moveTo>
                <a:lnTo>
                  <a:pt x="1133" y="732"/>
                </a:lnTo>
                <a:cubicBezTo>
                  <a:pt x="1180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0" y="0"/>
                  <a:pt x="1133" y="0"/>
                </a:cubicBezTo>
                <a:lnTo>
                  <a:pt x="71" y="0"/>
                </a:lnTo>
                <a:cubicBezTo>
                  <a:pt x="24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4" y="732"/>
                  <a:pt x="71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44" name=""/>
          <p:cNvSpPr txBox="1"/>
          <p:nvPr/>
        </p:nvSpPr>
        <p:spPr>
          <a:xfrm>
            <a:off x="1717560" y="5561640"/>
            <a:ext cx="2080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a7d6e"/>
                </a:solidFill>
                <a:latin typeface="DejaVuSans"/>
              </a:rPr>
              <a:t>S3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45" name=""/>
          <p:cNvSpPr txBox="1"/>
          <p:nvPr/>
        </p:nvSpPr>
        <p:spPr>
          <a:xfrm>
            <a:off x="320760" y="588996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3770640" y="586224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>
            <a:off x="3770640" y="80848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>
            <a:off x="3770640" y="80848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 txBox="1"/>
          <p:nvPr/>
        </p:nvSpPr>
        <p:spPr>
          <a:xfrm>
            <a:off x="320760" y="600372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2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6895800" y="80848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>
            <a:off x="6895800" y="80848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 txBox="1"/>
          <p:nvPr/>
        </p:nvSpPr>
        <p:spPr>
          <a:xfrm>
            <a:off x="3656880" y="81522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3770640" y="6456960"/>
            <a:ext cx="3125520" cy="1628280"/>
          </a:xfrm>
          <a:custGeom>
            <a:avLst/>
            <a:gdLst/>
            <a:ahLst/>
            <a:rect l="0" t="0" r="r" b="b"/>
            <a:pathLst>
              <a:path w="8682" h="4523">
                <a:moveTo>
                  <a:pt x="0" y="4523"/>
                </a:moveTo>
                <a:cubicBezTo>
                  <a:pt x="4341" y="4523"/>
                  <a:pt x="4341" y="4523"/>
                  <a:pt x="8682" y="4523"/>
                </a:cubicBezTo>
                <a:lnTo>
                  <a:pt x="8682" y="0"/>
                </a:lnTo>
                <a:cubicBezTo>
                  <a:pt x="4341" y="0"/>
                  <a:pt x="4341" y="2015"/>
                  <a:pt x="0" y="2015"/>
                </a:cubicBezTo>
                <a:lnTo>
                  <a:pt x="0" y="4523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54" name=""/>
          <p:cNvSpPr/>
          <p:nvPr/>
        </p:nvSpPr>
        <p:spPr>
          <a:xfrm>
            <a:off x="3770640" y="6122160"/>
            <a:ext cx="3125520" cy="1060560"/>
          </a:xfrm>
          <a:custGeom>
            <a:avLst/>
            <a:gdLst/>
            <a:ahLst/>
            <a:rect l="0" t="0" r="r" b="b"/>
            <a:pathLst>
              <a:path w="8682" h="2946">
                <a:moveTo>
                  <a:pt x="0" y="2946"/>
                </a:moveTo>
                <a:cubicBezTo>
                  <a:pt x="4341" y="2946"/>
                  <a:pt x="4341" y="930"/>
                  <a:pt x="8682" y="930"/>
                </a:cubicBezTo>
                <a:lnTo>
                  <a:pt x="8682" y="0"/>
                </a:lnTo>
                <a:cubicBezTo>
                  <a:pt x="4341" y="0"/>
                  <a:pt x="4341" y="495"/>
                  <a:pt x="0" y="495"/>
                </a:cubicBezTo>
                <a:lnTo>
                  <a:pt x="0" y="2946"/>
                </a:lnTo>
                <a:close/>
              </a:path>
            </a:pathLst>
          </a:custGeom>
          <a:solidFill>
            <a:srgbClr val="ffffbe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55" name=""/>
          <p:cNvSpPr/>
          <p:nvPr/>
        </p:nvSpPr>
        <p:spPr>
          <a:xfrm>
            <a:off x="3770640" y="5884200"/>
            <a:ext cx="3125520" cy="416520"/>
          </a:xfrm>
          <a:custGeom>
            <a:avLst/>
            <a:gdLst/>
            <a:ahLst/>
            <a:rect l="0" t="0" r="r" b="b"/>
            <a:pathLst>
              <a:path w="8682" h="1157">
                <a:moveTo>
                  <a:pt x="0" y="1157"/>
                </a:moveTo>
                <a:cubicBezTo>
                  <a:pt x="4341" y="1157"/>
                  <a:pt x="4341" y="662"/>
                  <a:pt x="8682" y="662"/>
                </a:cubicBezTo>
                <a:lnTo>
                  <a:pt x="8682" y="0"/>
                </a:lnTo>
                <a:cubicBezTo>
                  <a:pt x="4341" y="0"/>
                  <a:pt x="4341" y="0"/>
                  <a:pt x="0" y="0"/>
                </a:cubicBezTo>
                <a:lnTo>
                  <a:pt x="0" y="1157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56" name=""/>
          <p:cNvSpPr/>
          <p:nvPr/>
        </p:nvSpPr>
        <p:spPr>
          <a:xfrm>
            <a:off x="3770640" y="808488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57" name=""/>
          <p:cNvSpPr txBox="1"/>
          <p:nvPr/>
        </p:nvSpPr>
        <p:spPr>
          <a:xfrm>
            <a:off x="6746400" y="8152200"/>
            <a:ext cx="299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3807720" y="588132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0" y="732"/>
                </a:moveTo>
                <a:lnTo>
                  <a:pt x="1133" y="732"/>
                </a:lnTo>
                <a:cubicBezTo>
                  <a:pt x="1180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0" y="0"/>
                  <a:pt x="1133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3" y="732"/>
                  <a:pt x="70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59" name=""/>
          <p:cNvSpPr txBox="1"/>
          <p:nvPr/>
        </p:nvSpPr>
        <p:spPr>
          <a:xfrm>
            <a:off x="5230080" y="5561640"/>
            <a:ext cx="2080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a7d6e"/>
                </a:solidFill>
                <a:latin typeface="DejaVuSans"/>
              </a:rPr>
              <a:t>S6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60" name=""/>
          <p:cNvSpPr txBox="1"/>
          <p:nvPr/>
        </p:nvSpPr>
        <p:spPr>
          <a:xfrm>
            <a:off x="3833280" y="588996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7283160" y="5862240"/>
            <a:ext cx="3125160" cy="2223000"/>
          </a:xfrm>
          <a:custGeom>
            <a:avLst/>
            <a:gdLst/>
            <a:ahLst/>
            <a:rect l="0" t="0" r="r" b="b"/>
            <a:pathLst>
              <a:path w="8681" h="6175">
                <a:moveTo>
                  <a:pt x="0" y="6175"/>
                </a:moveTo>
                <a:lnTo>
                  <a:pt x="8681" y="6175"/>
                </a:lnTo>
                <a:lnTo>
                  <a:pt x="8681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62" name=""/>
          <p:cNvSpPr/>
          <p:nvPr/>
        </p:nvSpPr>
        <p:spPr>
          <a:xfrm>
            <a:off x="7283160" y="80848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3" name=""/>
          <p:cNvSpPr/>
          <p:nvPr/>
        </p:nvSpPr>
        <p:spPr>
          <a:xfrm>
            <a:off x="7283160" y="80848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4" name=""/>
          <p:cNvSpPr txBox="1"/>
          <p:nvPr/>
        </p:nvSpPr>
        <p:spPr>
          <a:xfrm>
            <a:off x="3833280" y="600372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2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10407960" y="80848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6" name=""/>
          <p:cNvSpPr/>
          <p:nvPr/>
        </p:nvSpPr>
        <p:spPr>
          <a:xfrm>
            <a:off x="10407960" y="80848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7" name=""/>
          <p:cNvSpPr txBox="1"/>
          <p:nvPr/>
        </p:nvSpPr>
        <p:spPr>
          <a:xfrm>
            <a:off x="7169400" y="81522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7283160" y="6664320"/>
            <a:ext cx="3125160" cy="1420920"/>
          </a:xfrm>
          <a:custGeom>
            <a:avLst/>
            <a:gdLst/>
            <a:ahLst/>
            <a:rect l="0" t="0" r="r" b="b"/>
            <a:pathLst>
              <a:path w="8681" h="3947">
                <a:moveTo>
                  <a:pt x="0" y="3947"/>
                </a:moveTo>
                <a:cubicBezTo>
                  <a:pt x="4341" y="3947"/>
                  <a:pt x="4341" y="3947"/>
                  <a:pt x="8681" y="3947"/>
                </a:cubicBezTo>
                <a:lnTo>
                  <a:pt x="8681" y="2300"/>
                </a:lnTo>
                <a:cubicBezTo>
                  <a:pt x="4341" y="2300"/>
                  <a:pt x="4341" y="0"/>
                  <a:pt x="0" y="0"/>
                </a:cubicBezTo>
                <a:lnTo>
                  <a:pt x="0" y="3947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69" name=""/>
          <p:cNvSpPr/>
          <p:nvPr/>
        </p:nvSpPr>
        <p:spPr>
          <a:xfrm>
            <a:off x="7283160" y="5884200"/>
            <a:ext cx="3125160" cy="1608480"/>
          </a:xfrm>
          <a:custGeom>
            <a:avLst/>
            <a:gdLst/>
            <a:ahLst/>
            <a:rect l="0" t="0" r="r" b="b"/>
            <a:pathLst>
              <a:path w="8681" h="4468">
                <a:moveTo>
                  <a:pt x="0" y="2167"/>
                </a:moveTo>
                <a:cubicBezTo>
                  <a:pt x="4341" y="2167"/>
                  <a:pt x="4341" y="4468"/>
                  <a:pt x="8681" y="4468"/>
                </a:cubicBezTo>
                <a:lnTo>
                  <a:pt x="8681" y="0"/>
                </a:lnTo>
                <a:cubicBezTo>
                  <a:pt x="4341" y="0"/>
                  <a:pt x="4341" y="0"/>
                  <a:pt x="0" y="0"/>
                </a:cubicBezTo>
                <a:lnTo>
                  <a:pt x="0" y="2167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70" name=""/>
          <p:cNvSpPr/>
          <p:nvPr/>
        </p:nvSpPr>
        <p:spPr>
          <a:xfrm>
            <a:off x="7283160" y="8084880"/>
            <a:ext cx="312480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>
            <a:off x="10258920" y="8152200"/>
            <a:ext cx="299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7320240" y="5881320"/>
            <a:ext cx="433080" cy="263520"/>
          </a:xfrm>
          <a:custGeom>
            <a:avLst/>
            <a:gdLst/>
            <a:ahLst/>
            <a:rect l="0" t="0" r="r" b="b"/>
            <a:pathLst>
              <a:path w="1203" h="732">
                <a:moveTo>
                  <a:pt x="70" y="732"/>
                </a:moveTo>
                <a:lnTo>
                  <a:pt x="1133" y="732"/>
                </a:lnTo>
                <a:cubicBezTo>
                  <a:pt x="1180" y="732"/>
                  <a:pt x="1203" y="708"/>
                  <a:pt x="1203" y="661"/>
                </a:cubicBezTo>
                <a:lnTo>
                  <a:pt x="1203" y="70"/>
                </a:lnTo>
                <a:cubicBezTo>
                  <a:pt x="1203" y="23"/>
                  <a:pt x="1180" y="0"/>
                  <a:pt x="1133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3" y="732"/>
                  <a:pt x="70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73" name=""/>
          <p:cNvSpPr txBox="1"/>
          <p:nvPr/>
        </p:nvSpPr>
        <p:spPr>
          <a:xfrm>
            <a:off x="8742240" y="5561640"/>
            <a:ext cx="20808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a7d6e"/>
                </a:solidFill>
                <a:latin typeface="DejaVuSans"/>
              </a:rPr>
              <a:t>S9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74" name=""/>
          <p:cNvSpPr txBox="1"/>
          <p:nvPr/>
        </p:nvSpPr>
        <p:spPr>
          <a:xfrm>
            <a:off x="7345800" y="588996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10795320" y="5862240"/>
            <a:ext cx="3125520" cy="2223000"/>
          </a:xfrm>
          <a:custGeom>
            <a:avLst/>
            <a:gdLst/>
            <a:ahLst/>
            <a:rect l="0" t="0" r="r" b="b"/>
            <a:pathLst>
              <a:path w="8682" h="6175">
                <a:moveTo>
                  <a:pt x="0" y="6175"/>
                </a:moveTo>
                <a:lnTo>
                  <a:pt x="8682" y="6175"/>
                </a:lnTo>
                <a:lnTo>
                  <a:pt x="8682" y="0"/>
                </a:lnTo>
                <a:lnTo>
                  <a:pt x="0" y="0"/>
                </a:lnTo>
                <a:lnTo>
                  <a:pt x="0" y="6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>
            <a:off x="10795320" y="80848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7" name=""/>
          <p:cNvSpPr/>
          <p:nvPr/>
        </p:nvSpPr>
        <p:spPr>
          <a:xfrm>
            <a:off x="10795320" y="80848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 txBox="1"/>
          <p:nvPr/>
        </p:nvSpPr>
        <p:spPr>
          <a:xfrm>
            <a:off x="7345800" y="600372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1  ↑0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13920480" y="80848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0" name=""/>
          <p:cNvSpPr/>
          <p:nvPr/>
        </p:nvSpPr>
        <p:spPr>
          <a:xfrm>
            <a:off x="13920480" y="80848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 txBox="1"/>
          <p:nvPr/>
        </p:nvSpPr>
        <p:spPr>
          <a:xfrm>
            <a:off x="10681920" y="8152200"/>
            <a:ext cx="229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10795320" y="7061760"/>
            <a:ext cx="3125520" cy="1023480"/>
          </a:xfrm>
          <a:custGeom>
            <a:avLst/>
            <a:gdLst/>
            <a:ahLst/>
            <a:rect l="0" t="0" r="r" b="b"/>
            <a:pathLst>
              <a:path w="8682" h="2843">
                <a:moveTo>
                  <a:pt x="0" y="2843"/>
                </a:moveTo>
                <a:cubicBezTo>
                  <a:pt x="4342" y="2843"/>
                  <a:pt x="4342" y="2843"/>
                  <a:pt x="8682" y="2843"/>
                </a:cubicBezTo>
                <a:lnTo>
                  <a:pt x="8682" y="257"/>
                </a:lnTo>
                <a:cubicBezTo>
                  <a:pt x="4342" y="257"/>
                  <a:pt x="4342" y="0"/>
                  <a:pt x="0" y="0"/>
                </a:cubicBezTo>
                <a:lnTo>
                  <a:pt x="0" y="2843"/>
                </a:lnTo>
                <a:close/>
              </a:path>
            </a:pathLst>
          </a:custGeom>
          <a:solidFill>
            <a:srgbClr val="d43d4f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3" name=""/>
          <p:cNvSpPr/>
          <p:nvPr/>
        </p:nvSpPr>
        <p:spPr>
          <a:xfrm>
            <a:off x="10795320" y="6357240"/>
            <a:ext cx="3125520" cy="797400"/>
          </a:xfrm>
          <a:custGeom>
            <a:avLst/>
            <a:gdLst/>
            <a:ahLst/>
            <a:rect l="0" t="0" r="r" b="b"/>
            <a:pathLst>
              <a:path w="8682" h="2215">
                <a:moveTo>
                  <a:pt x="0" y="1958"/>
                </a:moveTo>
                <a:cubicBezTo>
                  <a:pt x="4342" y="1958"/>
                  <a:pt x="4342" y="2215"/>
                  <a:pt x="8682" y="2215"/>
                </a:cubicBezTo>
                <a:lnTo>
                  <a:pt x="8682" y="434"/>
                </a:lnTo>
                <a:cubicBezTo>
                  <a:pt x="4342" y="434"/>
                  <a:pt x="4342" y="0"/>
                  <a:pt x="0" y="0"/>
                </a:cubicBezTo>
                <a:lnTo>
                  <a:pt x="0" y="1958"/>
                </a:lnTo>
                <a:close/>
              </a:path>
            </a:pathLst>
          </a:custGeom>
          <a:solidFill>
            <a:srgbClr val="ffffbe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4" name=""/>
          <p:cNvSpPr/>
          <p:nvPr/>
        </p:nvSpPr>
        <p:spPr>
          <a:xfrm>
            <a:off x="10795320" y="5884200"/>
            <a:ext cx="3125520" cy="629640"/>
          </a:xfrm>
          <a:custGeom>
            <a:avLst/>
            <a:gdLst/>
            <a:ahLst/>
            <a:rect l="0" t="0" r="r" b="b"/>
            <a:pathLst>
              <a:path w="8682" h="1749">
                <a:moveTo>
                  <a:pt x="0" y="1315"/>
                </a:moveTo>
                <a:cubicBezTo>
                  <a:pt x="4342" y="1315"/>
                  <a:pt x="4342" y="1749"/>
                  <a:pt x="8682" y="1749"/>
                </a:cubicBezTo>
                <a:lnTo>
                  <a:pt x="8682" y="0"/>
                </a:lnTo>
                <a:cubicBezTo>
                  <a:pt x="4342" y="0"/>
                  <a:pt x="4342" y="0"/>
                  <a:pt x="0" y="0"/>
                </a:cubicBezTo>
                <a:lnTo>
                  <a:pt x="0" y="1315"/>
                </a:lnTo>
                <a:close/>
              </a:path>
            </a:pathLst>
          </a:custGeom>
          <a:solidFill>
            <a:srgbClr val="3387bc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5" name=""/>
          <p:cNvSpPr/>
          <p:nvPr/>
        </p:nvSpPr>
        <p:spPr>
          <a:xfrm>
            <a:off x="10795320" y="8084880"/>
            <a:ext cx="31251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 txBox="1"/>
          <p:nvPr/>
        </p:nvSpPr>
        <p:spPr>
          <a:xfrm>
            <a:off x="13771440" y="8152200"/>
            <a:ext cx="299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10832400" y="5881320"/>
            <a:ext cx="433440" cy="263520"/>
          </a:xfrm>
          <a:custGeom>
            <a:avLst/>
            <a:gdLst/>
            <a:ahLst/>
            <a:rect l="0" t="0" r="r" b="b"/>
            <a:pathLst>
              <a:path w="1204" h="732">
                <a:moveTo>
                  <a:pt x="71" y="732"/>
                </a:moveTo>
                <a:lnTo>
                  <a:pt x="1134" y="732"/>
                </a:lnTo>
                <a:cubicBezTo>
                  <a:pt x="1181" y="732"/>
                  <a:pt x="1204" y="708"/>
                  <a:pt x="1204" y="661"/>
                </a:cubicBezTo>
                <a:lnTo>
                  <a:pt x="1204" y="70"/>
                </a:lnTo>
                <a:cubicBezTo>
                  <a:pt x="1204" y="23"/>
                  <a:pt x="1181" y="0"/>
                  <a:pt x="1134" y="0"/>
                </a:cubicBezTo>
                <a:lnTo>
                  <a:pt x="71" y="0"/>
                </a:lnTo>
                <a:cubicBezTo>
                  <a:pt x="24" y="0"/>
                  <a:pt x="0" y="23"/>
                  <a:pt x="0" y="70"/>
                </a:cubicBezTo>
                <a:lnTo>
                  <a:pt x="0" y="661"/>
                </a:lnTo>
                <a:cubicBezTo>
                  <a:pt x="0" y="708"/>
                  <a:pt x="24" y="732"/>
                  <a:pt x="71" y="732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1260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88" name=""/>
          <p:cNvSpPr txBox="1"/>
          <p:nvPr/>
        </p:nvSpPr>
        <p:spPr>
          <a:xfrm>
            <a:off x="12204000" y="5561640"/>
            <a:ext cx="309960" cy="1710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50" spc="-1" strike="noStrike">
                <a:solidFill>
                  <a:srgbClr val="0a7d6e"/>
                </a:solidFill>
                <a:latin typeface="DejaVuSans"/>
              </a:rPr>
              <a:t>S14</a:t>
            </a:r>
            <a:endParaRPr b="0" lang="en-US" sz="1150" spc="-1" strike="noStrike">
              <a:latin typeface="Times New Roman"/>
            </a:endParaRPr>
          </a:p>
        </p:txBody>
      </p:sp>
      <p:sp>
        <p:nvSpPr>
          <p:cNvPr id="189" name=""/>
          <p:cNvSpPr txBox="1"/>
          <p:nvPr/>
        </p:nvSpPr>
        <p:spPr>
          <a:xfrm>
            <a:off x="10857960" y="588996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k = 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0" name=""/>
          <p:cNvSpPr txBox="1"/>
          <p:nvPr/>
        </p:nvSpPr>
        <p:spPr>
          <a:xfrm>
            <a:off x="10857960" y="6003720"/>
            <a:ext cx="38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↓</a:t>
            </a:r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0  ↑1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4861800" y="155520"/>
            <a:ext cx="279720" cy="98280"/>
          </a:xfrm>
          <a:custGeom>
            <a:avLst/>
            <a:gdLst/>
            <a:ahLst/>
            <a:rect l="0" t="0" r="r" b="b"/>
            <a:pathLst>
              <a:path w="777" h="273">
                <a:moveTo>
                  <a:pt x="0" y="273"/>
                </a:moveTo>
                <a:lnTo>
                  <a:pt x="777" y="273"/>
                </a:lnTo>
                <a:lnTo>
                  <a:pt x="777" y="0"/>
                </a:lnTo>
                <a:lnTo>
                  <a:pt x="0" y="0"/>
                </a:lnTo>
                <a:lnTo>
                  <a:pt x="0" y="273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92" name=""/>
          <p:cNvSpPr txBox="1"/>
          <p:nvPr/>
        </p:nvSpPr>
        <p:spPr>
          <a:xfrm rot="16200000">
            <a:off x="-1571040" y="4211640"/>
            <a:ext cx="34419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Clonal composition (fraction of tumor cells)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7276680" y="155520"/>
            <a:ext cx="279720" cy="98280"/>
          </a:xfrm>
          <a:custGeom>
            <a:avLst/>
            <a:gdLst/>
            <a:ahLst/>
            <a:rect l="0" t="0" r="r" b="b"/>
            <a:pathLst>
              <a:path w="777" h="273">
                <a:moveTo>
                  <a:pt x="0" y="273"/>
                </a:moveTo>
                <a:lnTo>
                  <a:pt x="777" y="273"/>
                </a:lnTo>
                <a:lnTo>
                  <a:pt x="777" y="0"/>
                </a:lnTo>
                <a:lnTo>
                  <a:pt x="0" y="0"/>
                </a:lnTo>
                <a:lnTo>
                  <a:pt x="0" y="273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94" name=""/>
          <p:cNvSpPr txBox="1"/>
          <p:nvPr/>
        </p:nvSpPr>
        <p:spPr>
          <a:xfrm>
            <a:off x="5253120" y="123840"/>
            <a:ext cx="17517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00000"/>
                </a:solidFill>
                <a:latin typeface="DejaVuSans"/>
              </a:rPr>
              <a:t>Good responder subjects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95" name=""/>
          <p:cNvSpPr txBox="1"/>
          <p:nvPr/>
        </p:nvSpPr>
        <p:spPr>
          <a:xfrm>
            <a:off x="7668000" y="123840"/>
            <a:ext cx="16970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00000"/>
                </a:solidFill>
                <a:latin typeface="DejaVuSans"/>
              </a:rPr>
              <a:t>Poor responder subjects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96" name="TextBox 195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6E — Clonal fishplot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2939120" cy="7927920"/>
          </a:xfrm>
          <a:custGeom>
            <a:avLst/>
            <a:gdLst/>
            <a:ahLst/>
            <a:rect l="0" t="0" r="r" b="b"/>
            <a:pathLst>
              <a:path w="35942" h="22022">
                <a:moveTo>
                  <a:pt x="0" y="22022"/>
                </a:moveTo>
                <a:lnTo>
                  <a:pt x="35942" y="22022"/>
                </a:lnTo>
                <a:lnTo>
                  <a:pt x="35942" y="0"/>
                </a:lnTo>
                <a:lnTo>
                  <a:pt x="0" y="0"/>
                </a:lnTo>
                <a:lnTo>
                  <a:pt x="0" y="220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3535200" y="284760"/>
            <a:ext cx="5868360" cy="697680"/>
          </a:xfrm>
          <a:custGeom>
            <a:avLst/>
            <a:gdLst/>
            <a:ahLst/>
            <a:rect l="0" t="0" r="r" b="b"/>
            <a:pathLst>
              <a:path w="16301" h="1938">
                <a:moveTo>
                  <a:pt x="886" y="1938"/>
                </a:moveTo>
                <a:lnTo>
                  <a:pt x="15415" y="1938"/>
                </a:lnTo>
                <a:cubicBezTo>
                  <a:pt x="16005" y="1938"/>
                  <a:pt x="16301" y="1758"/>
                  <a:pt x="16301" y="1400"/>
                </a:cubicBezTo>
                <a:lnTo>
                  <a:pt x="16301" y="539"/>
                </a:lnTo>
                <a:cubicBezTo>
                  <a:pt x="16301" y="181"/>
                  <a:pt x="16005" y="0"/>
                  <a:pt x="15415" y="0"/>
                </a:cubicBezTo>
                <a:lnTo>
                  <a:pt x="886" y="0"/>
                </a:lnTo>
                <a:cubicBezTo>
                  <a:pt x="296" y="0"/>
                  <a:pt x="0" y="181"/>
                  <a:pt x="0" y="539"/>
                </a:cubicBezTo>
                <a:lnTo>
                  <a:pt x="0" y="1400"/>
                </a:lnTo>
                <a:cubicBezTo>
                  <a:pt x="0" y="1758"/>
                  <a:pt x="296" y="1938"/>
                  <a:pt x="886" y="1938"/>
                </a:cubicBezTo>
                <a:close/>
              </a:path>
            </a:pathLst>
          </a:custGeom>
          <a:solidFill>
            <a:srgbClr val="0e2a47"/>
          </a:solidFill>
          <a:ln w="20160">
            <a:solidFill>
              <a:srgbClr val="0e2a47"/>
            </a:solidFill>
            <a:miter/>
          </a:ln>
        </p:spPr>
      </p:sp>
      <p:sp>
        <p:nvSpPr>
          <p:cNvPr id="38" name=""/>
          <p:cNvSpPr/>
          <p:nvPr/>
        </p:nvSpPr>
        <p:spPr>
          <a:xfrm>
            <a:off x="6469200" y="1046160"/>
            <a:ext cx="0" cy="357120"/>
          </a:xfrm>
          <a:custGeom>
            <a:avLst/>
            <a:gdLst/>
            <a:ahLst/>
            <a:rect l="0" t="0" r="r" b="b"/>
            <a:pathLst>
              <a:path fill="none" w="0" h="992">
                <a:moveTo>
                  <a:pt x="0" y="0"/>
                </a:moveTo>
                <a:cubicBezTo>
                  <a:pt x="0" y="383"/>
                  <a:pt x="0" y="714"/>
                  <a:pt x="0" y="992"/>
                </a:cubicBezTo>
              </a:path>
            </a:pathLst>
          </a:custGeom>
          <a:ln cap="rnd" w="50760">
            <a:solidFill>
              <a:srgbClr val="d4a300">
                <a:alpha val="95000"/>
              </a:srgbClr>
            </a:solidFill>
            <a:round/>
          </a:ln>
        </p:spPr>
      </p:sp>
      <p:sp>
        <p:nvSpPr>
          <p:cNvPr id="39" name=""/>
          <p:cNvSpPr/>
          <p:nvPr/>
        </p:nvSpPr>
        <p:spPr>
          <a:xfrm>
            <a:off x="6408360" y="1281240"/>
            <a:ext cx="122040" cy="122400"/>
          </a:xfrm>
          <a:custGeom>
            <a:avLst/>
            <a:gdLst/>
            <a:ahLst/>
            <a:rect l="0" t="0" r="r" b="b"/>
            <a:pathLst>
              <a:path w="339" h="340">
                <a:moveTo>
                  <a:pt x="339" y="0"/>
                </a:moveTo>
                <a:lnTo>
                  <a:pt x="169" y="340"/>
                </a:lnTo>
                <a:lnTo>
                  <a:pt x="0" y="0"/>
                </a:lnTo>
                <a:lnTo>
                  <a:pt x="339" y="0"/>
                </a:lnTo>
                <a:close/>
              </a:path>
            </a:pathLst>
          </a:custGeom>
          <a:solidFill>
            <a:srgbClr val="d4a300">
              <a:alpha val="95000"/>
            </a:srgbClr>
          </a:solidFill>
          <a:ln cap="rnd" w="50760">
            <a:solidFill>
              <a:srgbClr val="d4a300">
                <a:alpha val="95000"/>
              </a:srgbClr>
            </a:solidFill>
            <a:round/>
          </a:ln>
        </p:spPr>
      </p:sp>
      <p:sp>
        <p:nvSpPr>
          <p:cNvPr id="40" name=""/>
          <p:cNvSpPr/>
          <p:nvPr/>
        </p:nvSpPr>
        <p:spPr>
          <a:xfrm>
            <a:off x="3596040" y="1574280"/>
            <a:ext cx="2468160" cy="403200"/>
          </a:xfrm>
          <a:custGeom>
            <a:avLst/>
            <a:gdLst/>
            <a:ahLst/>
            <a:rect l="0" t="0" r="r" b="b"/>
            <a:pathLst>
              <a:path fill="none" w="6856" h="1120">
                <a:moveTo>
                  <a:pt x="6856" y="0"/>
                </a:moveTo>
                <a:cubicBezTo>
                  <a:pt x="4637" y="1101"/>
                  <a:pt x="2352" y="1390"/>
                  <a:pt x="0" y="867"/>
                </a:cubicBezTo>
              </a:path>
            </a:pathLst>
          </a:custGeom>
          <a:ln cap="rnd" w="3276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41" name=""/>
          <p:cNvSpPr/>
          <p:nvPr/>
        </p:nvSpPr>
        <p:spPr>
          <a:xfrm>
            <a:off x="3596040" y="1861560"/>
            <a:ext cx="99720" cy="89640"/>
          </a:xfrm>
          <a:custGeom>
            <a:avLst/>
            <a:gdLst/>
            <a:ahLst/>
            <a:rect l="0" t="0" r="r" b="b"/>
            <a:pathLst>
              <a:path w="277" h="249">
                <a:moveTo>
                  <a:pt x="222" y="249"/>
                </a:moveTo>
                <a:lnTo>
                  <a:pt x="0" y="68"/>
                </a:lnTo>
                <a:lnTo>
                  <a:pt x="277" y="0"/>
                </a:lnTo>
                <a:lnTo>
                  <a:pt x="222" y="249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cap="rnd" w="3276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42" name=""/>
          <p:cNvSpPr/>
          <p:nvPr/>
        </p:nvSpPr>
        <p:spPr>
          <a:xfrm>
            <a:off x="6874560" y="1574280"/>
            <a:ext cx="2468160" cy="403200"/>
          </a:xfrm>
          <a:custGeom>
            <a:avLst/>
            <a:gdLst/>
            <a:ahLst/>
            <a:rect l="0" t="0" r="r" b="b"/>
            <a:pathLst>
              <a:path fill="none" w="6856" h="1120">
                <a:moveTo>
                  <a:pt x="0" y="0"/>
                </a:moveTo>
                <a:cubicBezTo>
                  <a:pt x="2219" y="1101"/>
                  <a:pt x="4504" y="1390"/>
                  <a:pt x="6856" y="867"/>
                </a:cubicBezTo>
              </a:path>
            </a:pathLst>
          </a:custGeom>
          <a:ln cap="rnd" w="3276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43" name=""/>
          <p:cNvSpPr/>
          <p:nvPr/>
        </p:nvSpPr>
        <p:spPr>
          <a:xfrm>
            <a:off x="9243000" y="1861560"/>
            <a:ext cx="99720" cy="89640"/>
          </a:xfrm>
          <a:custGeom>
            <a:avLst/>
            <a:gdLst/>
            <a:ahLst/>
            <a:rect l="0" t="0" r="r" b="b"/>
            <a:pathLst>
              <a:path w="277" h="249">
                <a:moveTo>
                  <a:pt x="0" y="0"/>
                </a:moveTo>
                <a:lnTo>
                  <a:pt x="277" y="68"/>
                </a:lnTo>
                <a:lnTo>
                  <a:pt x="56" y="24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cap="rnd" w="3276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44" name=""/>
          <p:cNvSpPr/>
          <p:nvPr/>
        </p:nvSpPr>
        <p:spPr>
          <a:xfrm>
            <a:off x="729000" y="2221200"/>
            <a:ext cx="2041200" cy="697320"/>
          </a:xfrm>
          <a:custGeom>
            <a:avLst/>
            <a:gdLst/>
            <a:ahLst/>
            <a:rect l="0" t="0" r="r" b="b"/>
            <a:pathLst>
              <a:path w="5670" h="1937">
                <a:moveTo>
                  <a:pt x="887" y="1937"/>
                </a:moveTo>
                <a:lnTo>
                  <a:pt x="4785" y="1937"/>
                </a:lnTo>
                <a:cubicBezTo>
                  <a:pt x="5375" y="1937"/>
                  <a:pt x="5670" y="1758"/>
                  <a:pt x="5670" y="1399"/>
                </a:cubicBezTo>
                <a:lnTo>
                  <a:pt x="5670" y="538"/>
                </a:lnTo>
                <a:cubicBezTo>
                  <a:pt x="5670" y="179"/>
                  <a:pt x="5375" y="0"/>
                  <a:pt x="4785" y="0"/>
                </a:cubicBezTo>
                <a:lnTo>
                  <a:pt x="887" y="0"/>
                </a:lnTo>
                <a:cubicBezTo>
                  <a:pt x="295" y="0"/>
                  <a:pt x="0" y="179"/>
                  <a:pt x="0" y="538"/>
                </a:cubicBezTo>
                <a:lnTo>
                  <a:pt x="0" y="1399"/>
                </a:lnTo>
                <a:cubicBezTo>
                  <a:pt x="0" y="1758"/>
                  <a:pt x="295" y="1937"/>
                  <a:pt x="887" y="1937"/>
                </a:cubicBezTo>
                <a:close/>
              </a:path>
            </a:pathLst>
          </a:custGeom>
          <a:solidFill>
            <a:srgbClr val="118ab2"/>
          </a:solidFill>
          <a:ln w="20160">
            <a:solidFill>
              <a:srgbClr val="0e2a47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3535200" y="2221200"/>
            <a:ext cx="1786320" cy="697320"/>
          </a:xfrm>
          <a:custGeom>
            <a:avLst/>
            <a:gdLst/>
            <a:ahLst/>
            <a:rect l="0" t="0" r="r" b="b"/>
            <a:pathLst>
              <a:path w="4962" h="1937">
                <a:moveTo>
                  <a:pt x="0" y="1937"/>
                </a:moveTo>
                <a:lnTo>
                  <a:pt x="4962" y="1937"/>
                </a:lnTo>
                <a:lnTo>
                  <a:pt x="4962" y="0"/>
                </a:lnTo>
                <a:lnTo>
                  <a:pt x="0" y="0"/>
                </a:lnTo>
                <a:lnTo>
                  <a:pt x="0" y="1937"/>
                </a:lnTo>
                <a:close/>
              </a:path>
            </a:pathLst>
          </a:custGeom>
          <a:solidFill>
            <a:srgbClr val="ffffff">
              <a:alpha val="95000"/>
            </a:srgbClr>
          </a:solidFill>
          <a:ln w="11160">
            <a:solidFill>
              <a:srgbClr val="5a6772">
                <a:alpha val="95000"/>
              </a:srgbClr>
            </a:solidFill>
            <a:miter/>
          </a:ln>
        </p:spPr>
      </p:sp>
      <p:sp>
        <p:nvSpPr>
          <p:cNvPr id="46" name=""/>
          <p:cNvSpPr/>
          <p:nvPr/>
        </p:nvSpPr>
        <p:spPr>
          <a:xfrm>
            <a:off x="3839040" y="2604600"/>
            <a:ext cx="393120" cy="161280"/>
          </a:xfrm>
          <a:custGeom>
            <a:avLst/>
            <a:gdLst/>
            <a:ahLst/>
            <a:rect l="0" t="0" r="r" b="b"/>
            <a:pathLst>
              <a:path w="1092" h="448">
                <a:moveTo>
                  <a:pt x="0" y="0"/>
                </a:moveTo>
                <a:lnTo>
                  <a:pt x="1092" y="0"/>
                </a:lnTo>
                <a:lnTo>
                  <a:pt x="109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47" name=""/>
          <p:cNvSpPr/>
          <p:nvPr/>
        </p:nvSpPr>
        <p:spPr>
          <a:xfrm>
            <a:off x="4446000" y="2604600"/>
            <a:ext cx="393480" cy="2160"/>
          </a:xfrm>
          <a:custGeom>
            <a:avLst/>
            <a:gdLst/>
            <a:ahLst/>
            <a:rect l="0" t="0" r="r" b="b"/>
            <a:pathLst>
              <a:path w="1093" h="6">
                <a:moveTo>
                  <a:pt x="0" y="0"/>
                </a:moveTo>
                <a:lnTo>
                  <a:pt x="1093" y="0"/>
                </a:lnTo>
                <a:lnTo>
                  <a:pt x="1093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48" name=""/>
          <p:cNvSpPr/>
          <p:nvPr/>
        </p:nvSpPr>
        <p:spPr>
          <a:xfrm>
            <a:off x="729000" y="3228120"/>
            <a:ext cx="2041200" cy="697320"/>
          </a:xfrm>
          <a:custGeom>
            <a:avLst/>
            <a:gdLst/>
            <a:ahLst/>
            <a:rect l="0" t="0" r="r" b="b"/>
            <a:pathLst>
              <a:path w="5670" h="1937">
                <a:moveTo>
                  <a:pt x="887" y="1937"/>
                </a:moveTo>
                <a:lnTo>
                  <a:pt x="4785" y="1937"/>
                </a:lnTo>
                <a:cubicBezTo>
                  <a:pt x="5375" y="1937"/>
                  <a:pt x="5670" y="1758"/>
                  <a:pt x="5670" y="1398"/>
                </a:cubicBezTo>
                <a:lnTo>
                  <a:pt x="5670" y="537"/>
                </a:lnTo>
                <a:cubicBezTo>
                  <a:pt x="5670" y="179"/>
                  <a:pt x="5375" y="0"/>
                  <a:pt x="4785" y="0"/>
                </a:cubicBezTo>
                <a:lnTo>
                  <a:pt x="887" y="0"/>
                </a:lnTo>
                <a:cubicBezTo>
                  <a:pt x="295" y="0"/>
                  <a:pt x="0" y="179"/>
                  <a:pt x="0" y="537"/>
                </a:cubicBezTo>
                <a:lnTo>
                  <a:pt x="0" y="1398"/>
                </a:lnTo>
                <a:cubicBezTo>
                  <a:pt x="0" y="1758"/>
                  <a:pt x="295" y="1937"/>
                  <a:pt x="887" y="1937"/>
                </a:cubicBezTo>
                <a:close/>
              </a:path>
            </a:pathLst>
          </a:custGeom>
          <a:solidFill>
            <a:srgbClr val="06aed5"/>
          </a:solidFill>
          <a:ln w="20160">
            <a:solidFill>
              <a:srgbClr val="0e2a47"/>
            </a:solidFill>
            <a:miter/>
          </a:ln>
        </p:spPr>
      </p:sp>
      <p:sp>
        <p:nvSpPr>
          <p:cNvPr id="49" name=""/>
          <p:cNvSpPr/>
          <p:nvPr/>
        </p:nvSpPr>
        <p:spPr>
          <a:xfrm>
            <a:off x="3535200" y="3228120"/>
            <a:ext cx="1786320" cy="697320"/>
          </a:xfrm>
          <a:custGeom>
            <a:avLst/>
            <a:gdLst/>
            <a:ahLst/>
            <a:rect l="0" t="0" r="r" b="b"/>
            <a:pathLst>
              <a:path w="4962" h="1937">
                <a:moveTo>
                  <a:pt x="0" y="1937"/>
                </a:moveTo>
                <a:lnTo>
                  <a:pt x="4962" y="1937"/>
                </a:lnTo>
                <a:lnTo>
                  <a:pt x="4962" y="0"/>
                </a:lnTo>
                <a:lnTo>
                  <a:pt x="0" y="0"/>
                </a:lnTo>
                <a:lnTo>
                  <a:pt x="0" y="1937"/>
                </a:lnTo>
                <a:close/>
              </a:path>
            </a:pathLst>
          </a:custGeom>
          <a:solidFill>
            <a:srgbClr val="ffffff">
              <a:alpha val="95000"/>
            </a:srgbClr>
          </a:solidFill>
          <a:ln w="11160">
            <a:solidFill>
              <a:srgbClr val="5a6772">
                <a:alpha val="95000"/>
              </a:srgbClr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3839040" y="3611520"/>
            <a:ext cx="393120" cy="160920"/>
          </a:xfrm>
          <a:custGeom>
            <a:avLst/>
            <a:gdLst/>
            <a:ahLst/>
            <a:rect l="0" t="0" r="r" b="b"/>
            <a:pathLst>
              <a:path w="1092" h="447">
                <a:moveTo>
                  <a:pt x="0" y="0"/>
                </a:moveTo>
                <a:lnTo>
                  <a:pt x="1092" y="0"/>
                </a:lnTo>
                <a:lnTo>
                  <a:pt x="1092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4446000" y="3611520"/>
            <a:ext cx="393480" cy="51480"/>
          </a:xfrm>
          <a:custGeom>
            <a:avLst/>
            <a:gdLst/>
            <a:ahLst/>
            <a:rect l="0" t="0" r="r" b="b"/>
            <a:pathLst>
              <a:path w="1093" h="143">
                <a:moveTo>
                  <a:pt x="0" y="0"/>
                </a:moveTo>
                <a:lnTo>
                  <a:pt x="1093" y="0"/>
                </a:lnTo>
                <a:lnTo>
                  <a:pt x="1093" y="143"/>
                </a:lnTo>
                <a:lnTo>
                  <a:pt x="0" y="143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729000" y="4234680"/>
            <a:ext cx="2041200" cy="697680"/>
          </a:xfrm>
          <a:custGeom>
            <a:avLst/>
            <a:gdLst/>
            <a:ahLst/>
            <a:rect l="0" t="0" r="r" b="b"/>
            <a:pathLst>
              <a:path w="5670" h="1938">
                <a:moveTo>
                  <a:pt x="887" y="1938"/>
                </a:moveTo>
                <a:lnTo>
                  <a:pt x="4785" y="1938"/>
                </a:lnTo>
                <a:cubicBezTo>
                  <a:pt x="5375" y="1938"/>
                  <a:pt x="5670" y="1758"/>
                  <a:pt x="5670" y="1400"/>
                </a:cubicBezTo>
                <a:lnTo>
                  <a:pt x="5670" y="538"/>
                </a:lnTo>
                <a:cubicBezTo>
                  <a:pt x="5670" y="180"/>
                  <a:pt x="5375" y="0"/>
                  <a:pt x="4785" y="0"/>
                </a:cubicBezTo>
                <a:lnTo>
                  <a:pt x="887" y="0"/>
                </a:lnTo>
                <a:cubicBezTo>
                  <a:pt x="295" y="0"/>
                  <a:pt x="0" y="180"/>
                  <a:pt x="0" y="538"/>
                </a:cubicBezTo>
                <a:lnTo>
                  <a:pt x="0" y="1400"/>
                </a:lnTo>
                <a:cubicBezTo>
                  <a:pt x="0" y="1758"/>
                  <a:pt x="295" y="1938"/>
                  <a:pt x="887" y="1938"/>
                </a:cubicBezTo>
                <a:close/>
              </a:path>
            </a:pathLst>
          </a:custGeom>
          <a:solidFill>
            <a:srgbClr val="0f8b78"/>
          </a:solidFill>
          <a:ln w="20160">
            <a:solidFill>
              <a:srgbClr val="0e2a47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3535200" y="4234680"/>
            <a:ext cx="1786320" cy="697680"/>
          </a:xfrm>
          <a:custGeom>
            <a:avLst/>
            <a:gdLst/>
            <a:ahLst/>
            <a:rect l="0" t="0" r="r" b="b"/>
            <a:pathLst>
              <a:path w="4962" h="1938">
                <a:moveTo>
                  <a:pt x="0" y="1938"/>
                </a:moveTo>
                <a:lnTo>
                  <a:pt x="4962" y="1938"/>
                </a:lnTo>
                <a:lnTo>
                  <a:pt x="4962" y="0"/>
                </a:lnTo>
                <a:lnTo>
                  <a:pt x="0" y="0"/>
                </a:lnTo>
                <a:lnTo>
                  <a:pt x="0" y="1938"/>
                </a:lnTo>
                <a:close/>
              </a:path>
            </a:pathLst>
          </a:custGeom>
          <a:solidFill>
            <a:srgbClr val="ffffff">
              <a:alpha val="95000"/>
            </a:srgbClr>
          </a:solidFill>
          <a:ln w="11160">
            <a:solidFill>
              <a:srgbClr val="5a6772">
                <a:alpha val="95000"/>
              </a:srgbClr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3839040" y="4618080"/>
            <a:ext cx="393120" cy="161280"/>
          </a:xfrm>
          <a:custGeom>
            <a:avLst/>
            <a:gdLst/>
            <a:ahLst/>
            <a:rect l="0" t="0" r="r" b="b"/>
            <a:pathLst>
              <a:path w="1092" h="448">
                <a:moveTo>
                  <a:pt x="0" y="0"/>
                </a:moveTo>
                <a:lnTo>
                  <a:pt x="1092" y="0"/>
                </a:lnTo>
                <a:lnTo>
                  <a:pt x="109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4446000" y="4618080"/>
            <a:ext cx="393480" cy="61920"/>
          </a:xfrm>
          <a:custGeom>
            <a:avLst/>
            <a:gdLst/>
            <a:ahLst/>
            <a:rect l="0" t="0" r="r" b="b"/>
            <a:pathLst>
              <a:path w="1093" h="172">
                <a:moveTo>
                  <a:pt x="0" y="0"/>
                </a:moveTo>
                <a:lnTo>
                  <a:pt x="1093" y="0"/>
                </a:lnTo>
                <a:lnTo>
                  <a:pt x="1093" y="172"/>
                </a:lnTo>
                <a:lnTo>
                  <a:pt x="0" y="172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729000" y="5241600"/>
            <a:ext cx="2041200" cy="697320"/>
          </a:xfrm>
          <a:custGeom>
            <a:avLst/>
            <a:gdLst/>
            <a:ahLst/>
            <a:rect l="0" t="0" r="r" b="b"/>
            <a:pathLst>
              <a:path w="5670" h="1937">
                <a:moveTo>
                  <a:pt x="887" y="1937"/>
                </a:moveTo>
                <a:lnTo>
                  <a:pt x="4785" y="1937"/>
                </a:lnTo>
                <a:cubicBezTo>
                  <a:pt x="5375" y="1937"/>
                  <a:pt x="5670" y="1757"/>
                  <a:pt x="5670" y="1399"/>
                </a:cubicBezTo>
                <a:lnTo>
                  <a:pt x="5670" y="538"/>
                </a:lnTo>
                <a:cubicBezTo>
                  <a:pt x="5670" y="179"/>
                  <a:pt x="5375" y="0"/>
                  <a:pt x="4785" y="0"/>
                </a:cubicBezTo>
                <a:lnTo>
                  <a:pt x="887" y="0"/>
                </a:lnTo>
                <a:cubicBezTo>
                  <a:pt x="295" y="0"/>
                  <a:pt x="0" y="179"/>
                  <a:pt x="0" y="538"/>
                </a:cubicBezTo>
                <a:lnTo>
                  <a:pt x="0" y="1399"/>
                </a:lnTo>
                <a:cubicBezTo>
                  <a:pt x="0" y="1757"/>
                  <a:pt x="295" y="1937"/>
                  <a:pt x="887" y="1937"/>
                </a:cubicBezTo>
                <a:close/>
              </a:path>
            </a:pathLst>
          </a:custGeom>
          <a:solidFill>
            <a:srgbClr val="c11456"/>
          </a:solidFill>
          <a:ln w="20160">
            <a:solidFill>
              <a:srgbClr val="0e2a47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3535200" y="5241600"/>
            <a:ext cx="1786320" cy="697320"/>
          </a:xfrm>
          <a:custGeom>
            <a:avLst/>
            <a:gdLst/>
            <a:ahLst/>
            <a:rect l="0" t="0" r="r" b="b"/>
            <a:pathLst>
              <a:path w="4962" h="1937">
                <a:moveTo>
                  <a:pt x="0" y="1937"/>
                </a:moveTo>
                <a:lnTo>
                  <a:pt x="4962" y="1937"/>
                </a:lnTo>
                <a:lnTo>
                  <a:pt x="4962" y="0"/>
                </a:lnTo>
                <a:lnTo>
                  <a:pt x="0" y="0"/>
                </a:lnTo>
                <a:lnTo>
                  <a:pt x="0" y="1937"/>
                </a:lnTo>
                <a:close/>
              </a:path>
            </a:pathLst>
          </a:custGeom>
          <a:solidFill>
            <a:srgbClr val="ffffff">
              <a:alpha val="95000"/>
            </a:srgbClr>
          </a:solidFill>
          <a:ln w="11160">
            <a:solidFill>
              <a:srgbClr val="5a6772">
                <a:alpha val="95000"/>
              </a:srgbClr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3839040" y="5464080"/>
            <a:ext cx="393120" cy="161280"/>
          </a:xfrm>
          <a:custGeom>
            <a:avLst/>
            <a:gdLst/>
            <a:ahLst/>
            <a:rect l="0" t="0" r="r" b="b"/>
            <a:pathLst>
              <a:path w="1092" h="448">
                <a:moveTo>
                  <a:pt x="0" y="448"/>
                </a:moveTo>
                <a:lnTo>
                  <a:pt x="1092" y="448"/>
                </a:lnTo>
                <a:lnTo>
                  <a:pt x="1092" y="0"/>
                </a:lnTo>
                <a:lnTo>
                  <a:pt x="0" y="0"/>
                </a:lnTo>
                <a:lnTo>
                  <a:pt x="0" y="448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4446000" y="5621400"/>
            <a:ext cx="393480" cy="3960"/>
          </a:xfrm>
          <a:custGeom>
            <a:avLst/>
            <a:gdLst/>
            <a:ahLst/>
            <a:rect l="0" t="0" r="r" b="b"/>
            <a:pathLst>
              <a:path w="1093" h="11">
                <a:moveTo>
                  <a:pt x="0" y="11"/>
                </a:moveTo>
                <a:lnTo>
                  <a:pt x="1093" y="11"/>
                </a:lnTo>
                <a:lnTo>
                  <a:pt x="1093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60" name=""/>
          <p:cNvSpPr/>
          <p:nvPr/>
        </p:nvSpPr>
        <p:spPr>
          <a:xfrm>
            <a:off x="729000" y="6248520"/>
            <a:ext cx="2041200" cy="697320"/>
          </a:xfrm>
          <a:custGeom>
            <a:avLst/>
            <a:gdLst/>
            <a:ahLst/>
            <a:rect l="0" t="0" r="r" b="b"/>
            <a:pathLst>
              <a:path w="5670" h="1937">
                <a:moveTo>
                  <a:pt x="887" y="1937"/>
                </a:moveTo>
                <a:lnTo>
                  <a:pt x="4785" y="1937"/>
                </a:lnTo>
                <a:cubicBezTo>
                  <a:pt x="5375" y="1937"/>
                  <a:pt x="5670" y="1758"/>
                  <a:pt x="5670" y="1399"/>
                </a:cubicBezTo>
                <a:lnTo>
                  <a:pt x="5670" y="538"/>
                </a:lnTo>
                <a:cubicBezTo>
                  <a:pt x="5670" y="179"/>
                  <a:pt x="5375" y="0"/>
                  <a:pt x="4785" y="0"/>
                </a:cubicBezTo>
                <a:lnTo>
                  <a:pt x="887" y="0"/>
                </a:lnTo>
                <a:cubicBezTo>
                  <a:pt x="295" y="0"/>
                  <a:pt x="0" y="179"/>
                  <a:pt x="0" y="538"/>
                </a:cubicBezTo>
                <a:lnTo>
                  <a:pt x="0" y="1399"/>
                </a:lnTo>
                <a:cubicBezTo>
                  <a:pt x="0" y="1758"/>
                  <a:pt x="295" y="1937"/>
                  <a:pt x="887" y="1937"/>
                </a:cubicBezTo>
                <a:close/>
              </a:path>
            </a:pathLst>
          </a:custGeom>
          <a:solidFill>
            <a:srgbClr val="7a3aad"/>
          </a:solidFill>
          <a:ln w="20160">
            <a:solidFill>
              <a:srgbClr val="0e2a47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3535200" y="6248520"/>
            <a:ext cx="1786320" cy="697320"/>
          </a:xfrm>
          <a:custGeom>
            <a:avLst/>
            <a:gdLst/>
            <a:ahLst/>
            <a:rect l="0" t="0" r="r" b="b"/>
            <a:pathLst>
              <a:path w="4962" h="1937">
                <a:moveTo>
                  <a:pt x="0" y="1937"/>
                </a:moveTo>
                <a:lnTo>
                  <a:pt x="4962" y="1937"/>
                </a:lnTo>
                <a:lnTo>
                  <a:pt x="4962" y="0"/>
                </a:lnTo>
                <a:lnTo>
                  <a:pt x="0" y="0"/>
                </a:lnTo>
                <a:lnTo>
                  <a:pt x="0" y="1937"/>
                </a:lnTo>
                <a:close/>
              </a:path>
            </a:pathLst>
          </a:custGeom>
          <a:solidFill>
            <a:srgbClr val="ffffff">
              <a:alpha val="95000"/>
            </a:srgbClr>
          </a:solidFill>
          <a:ln w="11160">
            <a:solidFill>
              <a:srgbClr val="5a6772">
                <a:alpha val="95000"/>
              </a:srgbClr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3839040" y="6471000"/>
            <a:ext cx="393120" cy="161280"/>
          </a:xfrm>
          <a:custGeom>
            <a:avLst/>
            <a:gdLst/>
            <a:ahLst/>
            <a:rect l="0" t="0" r="r" b="b"/>
            <a:pathLst>
              <a:path w="1092" h="448">
                <a:moveTo>
                  <a:pt x="0" y="448"/>
                </a:moveTo>
                <a:lnTo>
                  <a:pt x="1092" y="448"/>
                </a:lnTo>
                <a:lnTo>
                  <a:pt x="1092" y="0"/>
                </a:lnTo>
                <a:lnTo>
                  <a:pt x="0" y="0"/>
                </a:lnTo>
                <a:lnTo>
                  <a:pt x="0" y="448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4446000" y="6631200"/>
            <a:ext cx="393480" cy="1080"/>
          </a:xfrm>
          <a:custGeom>
            <a:avLst/>
            <a:gdLst/>
            <a:ahLst/>
            <a:rect l="0" t="0" r="r" b="b"/>
            <a:pathLst>
              <a:path w="1093" h="3">
                <a:moveTo>
                  <a:pt x="0" y="3"/>
                </a:moveTo>
                <a:lnTo>
                  <a:pt x="1093" y="3"/>
                </a:lnTo>
                <a:lnTo>
                  <a:pt x="1093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2600">
            <a:solidFill>
              <a:srgbClr val="ffffff">
                <a:alpha val="90000"/>
              </a:srgbClr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1749600" y="2904840"/>
            <a:ext cx="0" cy="308160"/>
          </a:xfrm>
          <a:custGeom>
            <a:avLst/>
            <a:gdLst/>
            <a:ahLst/>
            <a:rect l="0" t="0" r="r" b="b"/>
            <a:pathLst>
              <a:path fill="none" w="0" h="856">
                <a:moveTo>
                  <a:pt x="0" y="0"/>
                </a:moveTo>
                <a:cubicBezTo>
                  <a:pt x="0" y="312"/>
                  <a:pt x="0" y="597"/>
                  <a:pt x="0" y="856"/>
                </a:cubicBezTo>
              </a:path>
            </a:pathLst>
          </a:custGeom>
          <a:ln cap="rnd" w="25200">
            <a:solidFill>
              <a:srgbClr val="06aed5">
                <a:alpha val="95000"/>
              </a:srgbClr>
            </a:solidFill>
            <a:round/>
          </a:ln>
        </p:spPr>
      </p:sp>
      <p:sp>
        <p:nvSpPr>
          <p:cNvPr id="65" name=""/>
          <p:cNvSpPr/>
          <p:nvPr/>
        </p:nvSpPr>
        <p:spPr>
          <a:xfrm>
            <a:off x="1708920" y="3131640"/>
            <a:ext cx="81720" cy="81720"/>
          </a:xfrm>
          <a:custGeom>
            <a:avLst/>
            <a:gdLst/>
            <a:ahLst/>
            <a:rect l="0" t="0" r="r" b="b"/>
            <a:pathLst>
              <a:path w="227" h="227">
                <a:moveTo>
                  <a:pt x="227" y="0"/>
                </a:moveTo>
                <a:lnTo>
                  <a:pt x="114" y="227"/>
                </a:lnTo>
                <a:lnTo>
                  <a:pt x="0" y="0"/>
                </a:lnTo>
                <a:lnTo>
                  <a:pt x="227" y="0"/>
                </a:lnTo>
                <a:close/>
              </a:path>
            </a:pathLst>
          </a:custGeom>
          <a:solidFill>
            <a:srgbClr val="06aed5">
              <a:alpha val="95000"/>
            </a:srgbClr>
          </a:solidFill>
          <a:ln cap="rnd" w="25200">
            <a:solidFill>
              <a:srgbClr val="06aed5">
                <a:alpha val="95000"/>
              </a:srgbClr>
            </a:solidFill>
            <a:round/>
          </a:ln>
        </p:spPr>
      </p:sp>
      <p:sp>
        <p:nvSpPr>
          <p:cNvPr id="66" name=""/>
          <p:cNvSpPr/>
          <p:nvPr/>
        </p:nvSpPr>
        <p:spPr>
          <a:xfrm>
            <a:off x="1749600" y="3911760"/>
            <a:ext cx="0" cy="308160"/>
          </a:xfrm>
          <a:custGeom>
            <a:avLst/>
            <a:gdLst/>
            <a:ahLst/>
            <a:rect l="0" t="0" r="r" b="b"/>
            <a:pathLst>
              <a:path fill="none" w="0" h="856">
                <a:moveTo>
                  <a:pt x="0" y="0"/>
                </a:moveTo>
                <a:cubicBezTo>
                  <a:pt x="0" y="311"/>
                  <a:pt x="0" y="597"/>
                  <a:pt x="0" y="856"/>
                </a:cubicBezTo>
              </a:path>
            </a:pathLst>
          </a:custGeom>
          <a:ln cap="rnd" w="25200">
            <a:solidFill>
              <a:srgbClr val="0f8b78">
                <a:alpha val="95000"/>
              </a:srgbClr>
            </a:solidFill>
            <a:round/>
          </a:ln>
        </p:spPr>
      </p:sp>
      <p:sp>
        <p:nvSpPr>
          <p:cNvPr id="67" name=""/>
          <p:cNvSpPr/>
          <p:nvPr/>
        </p:nvSpPr>
        <p:spPr>
          <a:xfrm>
            <a:off x="1708920" y="4138560"/>
            <a:ext cx="81720" cy="81720"/>
          </a:xfrm>
          <a:custGeom>
            <a:avLst/>
            <a:gdLst/>
            <a:ahLst/>
            <a:rect l="0" t="0" r="r" b="b"/>
            <a:pathLst>
              <a:path w="227" h="227">
                <a:moveTo>
                  <a:pt x="227" y="0"/>
                </a:moveTo>
                <a:lnTo>
                  <a:pt x="114" y="227"/>
                </a:lnTo>
                <a:lnTo>
                  <a:pt x="0" y="0"/>
                </a:lnTo>
                <a:lnTo>
                  <a:pt x="227" y="0"/>
                </a:lnTo>
                <a:close/>
              </a:path>
            </a:pathLst>
          </a:custGeom>
          <a:solidFill>
            <a:srgbClr val="0f8b78">
              <a:alpha val="95000"/>
            </a:srgbClr>
          </a:solidFill>
          <a:ln cap="rnd" w="25200">
            <a:solidFill>
              <a:srgbClr val="0f8b78">
                <a:alpha val="95000"/>
              </a:srgbClr>
            </a:solidFill>
            <a:round/>
          </a:ln>
        </p:spPr>
      </p:sp>
      <p:sp>
        <p:nvSpPr>
          <p:cNvPr id="68" name=""/>
          <p:cNvSpPr/>
          <p:nvPr/>
        </p:nvSpPr>
        <p:spPr>
          <a:xfrm>
            <a:off x="1749600" y="4918680"/>
            <a:ext cx="0" cy="307800"/>
          </a:xfrm>
          <a:custGeom>
            <a:avLst/>
            <a:gdLst/>
            <a:ahLst/>
            <a:rect l="0" t="0" r="r" b="b"/>
            <a:pathLst>
              <a:path fill="none" w="0" h="855">
                <a:moveTo>
                  <a:pt x="0" y="0"/>
                </a:moveTo>
                <a:cubicBezTo>
                  <a:pt x="0" y="311"/>
                  <a:pt x="0" y="596"/>
                  <a:pt x="0" y="855"/>
                </a:cubicBezTo>
              </a:path>
            </a:pathLst>
          </a:custGeom>
          <a:ln cap="rnd" w="25200">
            <a:solidFill>
              <a:srgbClr val="c11456">
                <a:alpha val="95000"/>
              </a:srgbClr>
            </a:solidFill>
            <a:round/>
          </a:ln>
        </p:spPr>
      </p:sp>
      <p:sp>
        <p:nvSpPr>
          <p:cNvPr id="69" name=""/>
          <p:cNvSpPr/>
          <p:nvPr/>
        </p:nvSpPr>
        <p:spPr>
          <a:xfrm>
            <a:off x="1708920" y="5145480"/>
            <a:ext cx="81720" cy="81360"/>
          </a:xfrm>
          <a:custGeom>
            <a:avLst/>
            <a:gdLst/>
            <a:ahLst/>
            <a:rect l="0" t="0" r="r" b="b"/>
            <a:pathLst>
              <a:path w="227" h="226">
                <a:moveTo>
                  <a:pt x="227" y="0"/>
                </a:moveTo>
                <a:lnTo>
                  <a:pt x="114" y="226"/>
                </a:lnTo>
                <a:lnTo>
                  <a:pt x="0" y="0"/>
                </a:lnTo>
                <a:lnTo>
                  <a:pt x="227" y="0"/>
                </a:lnTo>
                <a:close/>
              </a:path>
            </a:pathLst>
          </a:custGeom>
          <a:solidFill>
            <a:srgbClr val="c11456">
              <a:alpha val="95000"/>
            </a:srgbClr>
          </a:solidFill>
          <a:ln cap="rnd" w="25200">
            <a:solidFill>
              <a:srgbClr val="c11456">
                <a:alpha val="95000"/>
              </a:srgbClr>
            </a:solidFill>
            <a:round/>
          </a:ln>
        </p:spPr>
      </p:sp>
      <p:sp>
        <p:nvSpPr>
          <p:cNvPr id="70" name=""/>
          <p:cNvSpPr/>
          <p:nvPr/>
        </p:nvSpPr>
        <p:spPr>
          <a:xfrm>
            <a:off x="1749600" y="5925240"/>
            <a:ext cx="0" cy="308160"/>
          </a:xfrm>
          <a:custGeom>
            <a:avLst/>
            <a:gdLst/>
            <a:ahLst/>
            <a:rect l="0" t="0" r="r" b="b"/>
            <a:pathLst>
              <a:path fill="none" w="0" h="856">
                <a:moveTo>
                  <a:pt x="0" y="0"/>
                </a:moveTo>
                <a:cubicBezTo>
                  <a:pt x="0" y="312"/>
                  <a:pt x="0" y="597"/>
                  <a:pt x="0" y="856"/>
                </a:cubicBezTo>
              </a:path>
            </a:pathLst>
          </a:custGeom>
          <a:ln cap="rnd" w="25200">
            <a:solidFill>
              <a:srgbClr val="7a3aad">
                <a:alpha val="95000"/>
              </a:srgbClr>
            </a:solidFill>
            <a:round/>
          </a:ln>
        </p:spPr>
      </p:sp>
      <p:sp>
        <p:nvSpPr>
          <p:cNvPr id="71" name=""/>
          <p:cNvSpPr/>
          <p:nvPr/>
        </p:nvSpPr>
        <p:spPr>
          <a:xfrm>
            <a:off x="1708920" y="6152040"/>
            <a:ext cx="81720" cy="81720"/>
          </a:xfrm>
          <a:custGeom>
            <a:avLst/>
            <a:gdLst/>
            <a:ahLst/>
            <a:rect l="0" t="0" r="r" b="b"/>
            <a:pathLst>
              <a:path w="227" h="227">
                <a:moveTo>
                  <a:pt x="227" y="0"/>
                </a:moveTo>
                <a:lnTo>
                  <a:pt x="114" y="227"/>
                </a:lnTo>
                <a:lnTo>
                  <a:pt x="0" y="0"/>
                </a:lnTo>
                <a:lnTo>
                  <a:pt x="227" y="0"/>
                </a:lnTo>
                <a:close/>
              </a:path>
            </a:pathLst>
          </a:custGeom>
          <a:solidFill>
            <a:srgbClr val="7a3aad">
              <a:alpha val="95000"/>
            </a:srgbClr>
          </a:solidFill>
          <a:ln cap="rnd" w="25200">
            <a:solidFill>
              <a:srgbClr val="7a3aad">
                <a:alpha val="95000"/>
              </a:srgbClr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1805400" y="2115000"/>
            <a:ext cx="1196640" cy="181800"/>
          </a:xfrm>
          <a:custGeom>
            <a:avLst/>
            <a:gdLst/>
            <a:ahLst/>
            <a:rect l="0" t="0" r="r" b="b"/>
            <a:pathLst>
              <a:path fill="none" w="3324" h="505">
                <a:moveTo>
                  <a:pt x="3324" y="0"/>
                </a:moveTo>
                <a:cubicBezTo>
                  <a:pt x="2227" y="467"/>
                  <a:pt x="1119" y="610"/>
                  <a:pt x="0" y="429"/>
                </a:cubicBezTo>
              </a:path>
            </a:pathLst>
          </a:custGeom>
          <a:ln cap="rnd" w="27720">
            <a:solidFill>
              <a:srgbClr val="118ab2">
                <a:alpha val="95000"/>
              </a:srgbClr>
            </a:solidFill>
            <a:round/>
          </a:ln>
        </p:spPr>
      </p:sp>
      <p:sp>
        <p:nvSpPr>
          <p:cNvPr id="73" name=""/>
          <p:cNvSpPr/>
          <p:nvPr/>
        </p:nvSpPr>
        <p:spPr>
          <a:xfrm>
            <a:off x="1805400" y="2238480"/>
            <a:ext cx="97920" cy="90720"/>
          </a:xfrm>
          <a:custGeom>
            <a:avLst/>
            <a:gdLst/>
            <a:ahLst/>
            <a:rect l="0" t="0" r="r" b="b"/>
            <a:pathLst>
              <a:path w="272" h="252">
                <a:moveTo>
                  <a:pt x="230" y="252"/>
                </a:moveTo>
                <a:lnTo>
                  <a:pt x="0" y="85"/>
                </a:lnTo>
                <a:lnTo>
                  <a:pt x="272" y="0"/>
                </a:lnTo>
                <a:lnTo>
                  <a:pt x="230" y="252"/>
                </a:lnTo>
                <a:close/>
              </a:path>
            </a:pathLst>
          </a:custGeom>
          <a:solidFill>
            <a:srgbClr val="118ab2">
              <a:alpha val="95000"/>
            </a:srgbClr>
          </a:solidFill>
          <a:ln cap="rnd" w="27720">
            <a:solidFill>
              <a:srgbClr val="118ab2">
                <a:alpha val="95000"/>
              </a:srgbClr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1047960" y="7139160"/>
            <a:ext cx="4209840" cy="619920"/>
          </a:xfrm>
          <a:custGeom>
            <a:avLst/>
            <a:gdLst/>
            <a:ahLst/>
            <a:rect l="0" t="0" r="r" b="b"/>
            <a:pathLst>
              <a:path w="11694" h="1722">
                <a:moveTo>
                  <a:pt x="886" y="1722"/>
                </a:moveTo>
                <a:lnTo>
                  <a:pt x="10808" y="1722"/>
                </a:lnTo>
                <a:cubicBezTo>
                  <a:pt x="11399" y="1722"/>
                  <a:pt x="11694" y="1542"/>
                  <a:pt x="11694" y="1183"/>
                </a:cubicBezTo>
                <a:lnTo>
                  <a:pt x="11694" y="538"/>
                </a:lnTo>
                <a:cubicBezTo>
                  <a:pt x="11694" y="179"/>
                  <a:pt x="11399" y="0"/>
                  <a:pt x="10808" y="0"/>
                </a:cubicBezTo>
                <a:lnTo>
                  <a:pt x="886" y="0"/>
                </a:lnTo>
                <a:cubicBezTo>
                  <a:pt x="295" y="0"/>
                  <a:pt x="0" y="179"/>
                  <a:pt x="0" y="538"/>
                </a:cubicBezTo>
                <a:lnTo>
                  <a:pt x="0" y="1183"/>
                </a:lnTo>
                <a:cubicBezTo>
                  <a:pt x="0" y="1542"/>
                  <a:pt x="295" y="1722"/>
                  <a:pt x="886" y="1722"/>
                </a:cubicBezTo>
                <a:close/>
              </a:path>
            </a:pathLst>
          </a:custGeom>
          <a:solidFill>
            <a:srgbClr val="0a7d6e"/>
          </a:solidFill>
          <a:ln w="20160">
            <a:solidFill>
              <a:srgbClr val="0e2a47"/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1773000" y="6916680"/>
            <a:ext cx="1068120" cy="222480"/>
          </a:xfrm>
          <a:custGeom>
            <a:avLst/>
            <a:gdLst/>
            <a:ahLst/>
            <a:rect l="0" t="0" r="r" b="b"/>
            <a:pathLst>
              <a:path fill="none" w="2967" h="618">
                <a:moveTo>
                  <a:pt x="0" y="0"/>
                </a:moveTo>
                <a:cubicBezTo>
                  <a:pt x="978" y="402"/>
                  <a:pt x="1967" y="607"/>
                  <a:pt x="2967" y="618"/>
                </a:cubicBezTo>
              </a:path>
            </a:pathLst>
          </a:custGeom>
          <a:ln cap="rnd" w="2772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2748960" y="7092000"/>
            <a:ext cx="92160" cy="91800"/>
          </a:xfrm>
          <a:custGeom>
            <a:avLst/>
            <a:gdLst/>
            <a:ahLst/>
            <a:rect l="0" t="0" r="r" b="b"/>
            <a:pathLst>
              <a:path w="256" h="255">
                <a:moveTo>
                  <a:pt x="3" y="0"/>
                </a:moveTo>
                <a:lnTo>
                  <a:pt x="256" y="130"/>
                </a:lnTo>
                <a:lnTo>
                  <a:pt x="0" y="255"/>
                </a:lnTo>
                <a:lnTo>
                  <a:pt x="3" y="0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cap="rnd" w="27720">
            <a:solidFill>
              <a:srgbClr val="0a7d6e">
                <a:alpha val="95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8382600" y="2298600"/>
            <a:ext cx="3317040" cy="3330720"/>
          </a:xfrm>
          <a:custGeom>
            <a:avLst/>
            <a:gdLst/>
            <a:ahLst/>
            <a:rect l="0" t="0" r="r" b="b"/>
            <a:pathLst>
              <a:path w="9214" h="9252">
                <a:moveTo>
                  <a:pt x="886" y="9252"/>
                </a:moveTo>
                <a:lnTo>
                  <a:pt x="8327" y="9252"/>
                </a:lnTo>
                <a:cubicBezTo>
                  <a:pt x="8917" y="9252"/>
                  <a:pt x="9214" y="9073"/>
                  <a:pt x="9214" y="8714"/>
                </a:cubicBezTo>
                <a:lnTo>
                  <a:pt x="9214" y="538"/>
                </a:lnTo>
                <a:cubicBezTo>
                  <a:pt x="9214" y="179"/>
                  <a:pt x="8917" y="0"/>
                  <a:pt x="8327" y="0"/>
                </a:cubicBezTo>
                <a:lnTo>
                  <a:pt x="886" y="0"/>
                </a:lnTo>
                <a:cubicBezTo>
                  <a:pt x="295" y="0"/>
                  <a:pt x="0" y="179"/>
                  <a:pt x="0" y="538"/>
                </a:cubicBezTo>
                <a:lnTo>
                  <a:pt x="0" y="8714"/>
                </a:lnTo>
                <a:cubicBezTo>
                  <a:pt x="0" y="9073"/>
                  <a:pt x="295" y="9252"/>
                  <a:pt x="886" y="9252"/>
                </a:cubicBezTo>
                <a:close/>
              </a:path>
            </a:pathLst>
          </a:custGeom>
          <a:solidFill>
            <a:srgbClr val="c53e1f"/>
          </a:solidFill>
          <a:ln w="20160">
            <a:solidFill>
              <a:srgbClr val="0e2a47"/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10040760" y="1975320"/>
            <a:ext cx="0" cy="226440"/>
          </a:xfrm>
          <a:custGeom>
            <a:avLst/>
            <a:gdLst/>
            <a:ahLst/>
            <a:rect l="0" t="0" r="r" b="b"/>
            <a:pathLst>
              <a:path fill="none" w="0" h="629">
                <a:moveTo>
                  <a:pt x="0" y="0"/>
                </a:moveTo>
                <a:cubicBezTo>
                  <a:pt x="0" y="240"/>
                  <a:pt x="0" y="450"/>
                  <a:pt x="0" y="629"/>
                </a:cubicBezTo>
              </a:path>
            </a:pathLst>
          </a:custGeom>
          <a:ln cap="rnd" w="2916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9995040" y="2110320"/>
            <a:ext cx="91800" cy="91800"/>
          </a:xfrm>
          <a:custGeom>
            <a:avLst/>
            <a:gdLst/>
            <a:ahLst/>
            <a:rect l="0" t="0" r="r" b="b"/>
            <a:pathLst>
              <a:path w="255" h="255">
                <a:moveTo>
                  <a:pt x="255" y="0"/>
                </a:moveTo>
                <a:lnTo>
                  <a:pt x="128" y="255"/>
                </a:lnTo>
                <a:lnTo>
                  <a:pt x="0" y="0"/>
                </a:lnTo>
                <a:lnTo>
                  <a:pt x="255" y="0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cap="rnd" w="2916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8063640" y="6442200"/>
            <a:ext cx="3954600" cy="619920"/>
          </a:xfrm>
          <a:custGeom>
            <a:avLst/>
            <a:gdLst/>
            <a:ahLst/>
            <a:rect l="0" t="0" r="r" b="b"/>
            <a:pathLst>
              <a:path w="10985" h="1722">
                <a:moveTo>
                  <a:pt x="886" y="1722"/>
                </a:moveTo>
                <a:lnTo>
                  <a:pt x="10100" y="1722"/>
                </a:lnTo>
                <a:cubicBezTo>
                  <a:pt x="10690" y="1722"/>
                  <a:pt x="10985" y="1543"/>
                  <a:pt x="10985" y="1184"/>
                </a:cubicBezTo>
                <a:lnTo>
                  <a:pt x="10985" y="539"/>
                </a:lnTo>
                <a:cubicBezTo>
                  <a:pt x="10985" y="180"/>
                  <a:pt x="10690" y="0"/>
                  <a:pt x="10100" y="0"/>
                </a:cubicBezTo>
                <a:lnTo>
                  <a:pt x="886" y="0"/>
                </a:lnTo>
                <a:cubicBezTo>
                  <a:pt x="295" y="0"/>
                  <a:pt x="0" y="180"/>
                  <a:pt x="0" y="539"/>
                </a:cubicBezTo>
                <a:lnTo>
                  <a:pt x="0" y="1184"/>
                </a:lnTo>
                <a:cubicBezTo>
                  <a:pt x="0" y="1543"/>
                  <a:pt x="295" y="1722"/>
                  <a:pt x="886" y="1722"/>
                </a:cubicBezTo>
                <a:close/>
              </a:path>
            </a:pathLst>
          </a:custGeom>
          <a:solidFill>
            <a:srgbClr val="c53e1f"/>
          </a:solidFill>
          <a:ln w="20160">
            <a:solidFill>
              <a:srgbClr val="0e2a47"/>
            </a:solidFill>
            <a:miter/>
          </a:ln>
        </p:spPr>
      </p:sp>
      <p:sp>
        <p:nvSpPr>
          <p:cNvPr id="81" name=""/>
          <p:cNvSpPr/>
          <p:nvPr/>
        </p:nvSpPr>
        <p:spPr>
          <a:xfrm>
            <a:off x="10040760" y="5693040"/>
            <a:ext cx="0" cy="691200"/>
          </a:xfrm>
          <a:custGeom>
            <a:avLst/>
            <a:gdLst/>
            <a:ahLst/>
            <a:rect l="0" t="0" r="r" b="b"/>
            <a:pathLst>
              <a:path fill="none" w="0" h="1920">
                <a:moveTo>
                  <a:pt x="0" y="0"/>
                </a:moveTo>
                <a:cubicBezTo>
                  <a:pt x="0" y="670"/>
                  <a:pt x="0" y="1310"/>
                  <a:pt x="0" y="1920"/>
                </a:cubicBezTo>
              </a:path>
            </a:pathLst>
          </a:custGeom>
          <a:ln cap="rnd" w="2916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9995040" y="6292800"/>
            <a:ext cx="91800" cy="91800"/>
          </a:xfrm>
          <a:custGeom>
            <a:avLst/>
            <a:gdLst/>
            <a:ahLst/>
            <a:rect l="0" t="0" r="r" b="b"/>
            <a:pathLst>
              <a:path w="255" h="255">
                <a:moveTo>
                  <a:pt x="255" y="0"/>
                </a:moveTo>
                <a:lnTo>
                  <a:pt x="128" y="255"/>
                </a:lnTo>
                <a:lnTo>
                  <a:pt x="0" y="0"/>
                </a:lnTo>
                <a:lnTo>
                  <a:pt x="255" y="0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cap="rnd" w="29160">
            <a:solidFill>
              <a:srgbClr val="c53e1f">
                <a:alpha val="9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3678120" y="2604600"/>
            <a:ext cx="1500120" cy="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/>
          <p:nvPr/>
        </p:nvSpPr>
        <p:spPr>
          <a:xfrm>
            <a:off x="3678120" y="3611520"/>
            <a:ext cx="1500120" cy="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/>
          <p:nvPr/>
        </p:nvSpPr>
        <p:spPr>
          <a:xfrm>
            <a:off x="3678120" y="4618080"/>
            <a:ext cx="1500120" cy="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/>
          <p:nvPr/>
        </p:nvSpPr>
        <p:spPr>
          <a:xfrm>
            <a:off x="3678120" y="5625000"/>
            <a:ext cx="1500120" cy="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/>
          <p:nvPr/>
        </p:nvSpPr>
        <p:spPr>
          <a:xfrm>
            <a:off x="3678120" y="6631920"/>
            <a:ext cx="1500120" cy="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/>
          <p:nvPr/>
        </p:nvSpPr>
        <p:spPr>
          <a:xfrm flipV="1">
            <a:off x="7107120" y="1795320"/>
            <a:ext cx="0" cy="5886000"/>
          </a:xfrm>
          <a:prstGeom prst="line">
            <a:avLst/>
          </a:prstGeom>
          <a:ln w="10080">
            <a:solidFill>
              <a:srgbClr val="aab3bf"/>
            </a:solidFill>
            <a:custDash>
              <a:ds d="371429" sp="160714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" name=""/>
          <p:cNvSpPr txBox="1"/>
          <p:nvPr/>
        </p:nvSpPr>
        <p:spPr>
          <a:xfrm>
            <a:off x="5465520" y="469800"/>
            <a:ext cx="20001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Pre-treatment LARC tumor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90" name=""/>
          <p:cNvSpPr txBox="1"/>
          <p:nvPr/>
        </p:nvSpPr>
        <p:spPr>
          <a:xfrm>
            <a:off x="3668400" y="626040"/>
            <a:ext cx="557388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(proliferative · DNA-repair-proficient · HLA-LOH± · neoantigen-presenting)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91" name=""/>
          <p:cNvSpPr txBox="1"/>
          <p:nvPr/>
        </p:nvSpPr>
        <p:spPr>
          <a:xfrm>
            <a:off x="6915960" y="1089720"/>
            <a:ext cx="2919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TNT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2555640" y="1766880"/>
            <a:ext cx="1704600" cy="275760"/>
          </a:xfrm>
          <a:custGeom>
            <a:avLst/>
            <a:gdLst/>
            <a:ahLst/>
            <a:rect l="0" t="0" r="r" b="b"/>
            <a:pathLst>
              <a:path w="4735" h="766">
                <a:moveTo>
                  <a:pt x="161" y="766"/>
                </a:moveTo>
                <a:lnTo>
                  <a:pt x="4575" y="766"/>
                </a:lnTo>
                <a:cubicBezTo>
                  <a:pt x="4682" y="766"/>
                  <a:pt x="4735" y="712"/>
                  <a:pt x="4735" y="605"/>
                </a:cubicBezTo>
                <a:lnTo>
                  <a:pt x="4735" y="161"/>
                </a:lnTo>
                <a:cubicBezTo>
                  <a:pt x="4735" y="53"/>
                  <a:pt x="4682" y="0"/>
                  <a:pt x="4575" y="0"/>
                </a:cubicBezTo>
                <a:lnTo>
                  <a:pt x="161" y="0"/>
                </a:lnTo>
                <a:cubicBezTo>
                  <a:pt x="54" y="0"/>
                  <a:pt x="0" y="53"/>
                  <a:pt x="0" y="161"/>
                </a:cubicBezTo>
                <a:lnTo>
                  <a:pt x="0" y="605"/>
                </a:lnTo>
                <a:cubicBezTo>
                  <a:pt x="0" y="712"/>
                  <a:pt x="54" y="766"/>
                  <a:pt x="161" y="766"/>
                </a:cubicBezTo>
                <a:close/>
              </a:path>
            </a:pathLst>
          </a:custGeom>
          <a:solidFill>
            <a:srgbClr val="0a7d6e"/>
          </a:solidFill>
          <a:ln w="20160">
            <a:solidFill>
              <a:srgbClr val="0e2a47"/>
            </a:solidFill>
            <a:miter/>
          </a:ln>
        </p:spPr>
      </p:sp>
      <p:sp>
        <p:nvSpPr>
          <p:cNvPr id="93" name=""/>
          <p:cNvSpPr txBox="1"/>
          <p:nvPr/>
        </p:nvSpPr>
        <p:spPr>
          <a:xfrm>
            <a:off x="6915960" y="1246320"/>
            <a:ext cx="185832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(FOLFOX / CAPOX + CRT)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8704080" y="1766880"/>
            <a:ext cx="1653480" cy="275760"/>
          </a:xfrm>
          <a:custGeom>
            <a:avLst/>
            <a:gdLst/>
            <a:ahLst/>
            <a:rect l="0" t="0" r="r" b="b"/>
            <a:pathLst>
              <a:path w="4593" h="766">
                <a:moveTo>
                  <a:pt x="161" y="766"/>
                </a:moveTo>
                <a:lnTo>
                  <a:pt x="4432" y="766"/>
                </a:lnTo>
                <a:cubicBezTo>
                  <a:pt x="4539" y="766"/>
                  <a:pt x="4593" y="712"/>
                  <a:pt x="4593" y="605"/>
                </a:cubicBezTo>
                <a:lnTo>
                  <a:pt x="4593" y="161"/>
                </a:lnTo>
                <a:cubicBezTo>
                  <a:pt x="4593" y="53"/>
                  <a:pt x="4539" y="0"/>
                  <a:pt x="4432" y="0"/>
                </a:cubicBezTo>
                <a:lnTo>
                  <a:pt x="161" y="0"/>
                </a:lnTo>
                <a:cubicBezTo>
                  <a:pt x="54" y="0"/>
                  <a:pt x="0" y="53"/>
                  <a:pt x="0" y="161"/>
                </a:cubicBezTo>
                <a:lnTo>
                  <a:pt x="0" y="605"/>
                </a:lnTo>
                <a:cubicBezTo>
                  <a:pt x="0" y="712"/>
                  <a:pt x="54" y="766"/>
                  <a:pt x="161" y="766"/>
                </a:cubicBezTo>
                <a:close/>
              </a:path>
            </a:pathLst>
          </a:custGeom>
          <a:solidFill>
            <a:srgbClr val="c53e1f"/>
          </a:solidFill>
          <a:ln w="20160">
            <a:solidFill>
              <a:srgbClr val="0e2a47"/>
            </a:solidFill>
            <a:miter/>
          </a:ln>
        </p:spPr>
      </p:sp>
      <p:sp>
        <p:nvSpPr>
          <p:cNvPr id="95" name=""/>
          <p:cNvSpPr txBox="1"/>
          <p:nvPr/>
        </p:nvSpPr>
        <p:spPr>
          <a:xfrm>
            <a:off x="2613600" y="1797120"/>
            <a:ext cx="1581120" cy="190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300" spc="-1" strike="noStrike">
                <a:solidFill>
                  <a:srgbClr val="ffffff"/>
                </a:solidFill>
                <a:latin typeface="DejaVuSans"/>
              </a:rPr>
              <a:t>Good responders</a:t>
            </a:r>
            <a:endParaRPr b="0" lang="en-US" sz="130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8762040" y="1797120"/>
            <a:ext cx="1529280" cy="190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300" spc="-1" strike="noStrike">
                <a:solidFill>
                  <a:srgbClr val="ffffff"/>
                </a:solidFill>
                <a:latin typeface="DejaVuSans"/>
              </a:rPr>
              <a:t>Poor responders</a:t>
            </a:r>
            <a:endParaRPr b="0" lang="en-US" sz="130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1443240" y="2421720"/>
            <a:ext cx="612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Mutation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1421640" y="2563920"/>
            <a:ext cx="6559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clearance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4084920" y="2204640"/>
            <a:ext cx="6879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Δ missense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3949560" y="2782080"/>
            <a:ext cx="174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0a7d6e"/>
                </a:solidFill>
                <a:latin typeface="DejaVuSans"/>
              </a:rPr>
              <a:t>-81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>
            <a:off x="4590000" y="2623320"/>
            <a:ext cx="1072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c53e1f"/>
                </a:solidFill>
                <a:latin typeface="DejaVuSans"/>
              </a:rPr>
              <a:t>-1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2" name=""/>
          <p:cNvSpPr txBox="1"/>
          <p:nvPr/>
        </p:nvSpPr>
        <p:spPr>
          <a:xfrm>
            <a:off x="3906000" y="259200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a7d6e"/>
                </a:solidFill>
                <a:latin typeface="DejaVuSans"/>
              </a:rPr>
              <a:t>Good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3" name=""/>
          <p:cNvSpPr txBox="1"/>
          <p:nvPr/>
        </p:nvSpPr>
        <p:spPr>
          <a:xfrm>
            <a:off x="4527000" y="2592000"/>
            <a:ext cx="232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c53e1f"/>
                </a:solidFill>
                <a:latin typeface="DejaVuSans"/>
              </a:rPr>
              <a:t>Poor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4" name=""/>
          <p:cNvSpPr txBox="1"/>
          <p:nvPr/>
        </p:nvSpPr>
        <p:spPr>
          <a:xfrm>
            <a:off x="1356840" y="3428280"/>
            <a:ext cx="785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Neoantigen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5" name=""/>
          <p:cNvSpPr txBox="1"/>
          <p:nvPr/>
        </p:nvSpPr>
        <p:spPr>
          <a:xfrm>
            <a:off x="1413000" y="3571200"/>
            <a:ext cx="6728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clone loss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6" name=""/>
          <p:cNvSpPr txBox="1"/>
          <p:nvPr/>
        </p:nvSpPr>
        <p:spPr>
          <a:xfrm>
            <a:off x="3937320" y="3211560"/>
            <a:ext cx="982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Δ MHC-I binders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7" name=""/>
          <p:cNvSpPr txBox="1"/>
          <p:nvPr/>
        </p:nvSpPr>
        <p:spPr>
          <a:xfrm>
            <a:off x="3916440" y="3789000"/>
            <a:ext cx="2415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0a7d6e"/>
                </a:solidFill>
                <a:latin typeface="DejaVuSans"/>
              </a:rPr>
              <a:t>-312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>
            <a:off x="4523400" y="3679560"/>
            <a:ext cx="2415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c53e1f"/>
                </a:solidFill>
                <a:latin typeface="DejaVuSans"/>
              </a:rPr>
              <a:t>-100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>
            <a:off x="3906000" y="359856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a7d6e"/>
                </a:solidFill>
                <a:latin typeface="DejaVuSans"/>
              </a:rPr>
              <a:t>Good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>
            <a:off x="4527000" y="3598560"/>
            <a:ext cx="232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c53e1f"/>
                </a:solidFill>
                <a:latin typeface="DejaVuSans"/>
              </a:rPr>
              <a:t>Poor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1244520" y="4435560"/>
            <a:ext cx="1008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SBS5 mutation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1421640" y="4577760"/>
            <a:ext cx="6559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clearance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3" name=""/>
          <p:cNvSpPr txBox="1"/>
          <p:nvPr/>
        </p:nvSpPr>
        <p:spPr>
          <a:xfrm>
            <a:off x="4211280" y="4218480"/>
            <a:ext cx="435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Δ SBS5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3949560" y="4795920"/>
            <a:ext cx="174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0a7d6e"/>
                </a:solidFill>
                <a:latin typeface="DejaVuSans"/>
              </a:rPr>
              <a:t>-76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4556880" y="4696560"/>
            <a:ext cx="174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c53e1f"/>
                </a:solidFill>
                <a:latin typeface="DejaVuSans"/>
              </a:rPr>
              <a:t>-29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6" name=""/>
          <p:cNvSpPr txBox="1"/>
          <p:nvPr/>
        </p:nvSpPr>
        <p:spPr>
          <a:xfrm>
            <a:off x="3906000" y="460548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a7d6e"/>
                </a:solidFill>
                <a:latin typeface="DejaVuSans"/>
              </a:rPr>
              <a:t>Good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4527000" y="4605480"/>
            <a:ext cx="232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c53e1f"/>
                </a:solidFill>
                <a:latin typeface="DejaVuSans"/>
              </a:rPr>
              <a:t>Poor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8" name=""/>
          <p:cNvSpPr txBox="1"/>
          <p:nvPr/>
        </p:nvSpPr>
        <p:spPr>
          <a:xfrm>
            <a:off x="1310760" y="5441040"/>
            <a:ext cx="8892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Treg / MHC-II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9" name=""/>
          <p:cNvSpPr txBox="1"/>
          <p:nvPr/>
        </p:nvSpPr>
        <p:spPr>
          <a:xfrm>
            <a:off x="1218600" y="5583960"/>
            <a:ext cx="10612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reprogramming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4184640" y="5225400"/>
            <a:ext cx="500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Δ Treg z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1" name=""/>
          <p:cNvSpPr txBox="1"/>
          <p:nvPr/>
        </p:nvSpPr>
        <p:spPr>
          <a:xfrm>
            <a:off x="3911400" y="5340960"/>
            <a:ext cx="2523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0a7d6e"/>
                </a:solidFill>
                <a:latin typeface="DejaVuSans"/>
              </a:rPr>
              <a:t>+1.3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22" name=""/>
          <p:cNvSpPr txBox="1"/>
          <p:nvPr/>
        </p:nvSpPr>
        <p:spPr>
          <a:xfrm>
            <a:off x="4518360" y="5497920"/>
            <a:ext cx="2523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c53e1f"/>
                </a:solidFill>
                <a:latin typeface="DejaVuSans"/>
              </a:rPr>
              <a:t>+0.0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23" name=""/>
          <p:cNvSpPr txBox="1"/>
          <p:nvPr/>
        </p:nvSpPr>
        <p:spPr>
          <a:xfrm>
            <a:off x="3906000" y="561240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a7d6e"/>
                </a:solidFill>
                <a:latin typeface="DejaVuSans"/>
              </a:rPr>
              <a:t>Good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4" name=""/>
          <p:cNvSpPr txBox="1"/>
          <p:nvPr/>
        </p:nvSpPr>
        <p:spPr>
          <a:xfrm>
            <a:off x="4527000" y="5612400"/>
            <a:ext cx="232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c53e1f"/>
                </a:solidFill>
                <a:latin typeface="DejaVuSans"/>
              </a:rPr>
              <a:t>Poor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5" name=""/>
          <p:cNvSpPr txBox="1"/>
          <p:nvPr/>
        </p:nvSpPr>
        <p:spPr>
          <a:xfrm>
            <a:off x="1414440" y="6449040"/>
            <a:ext cx="6696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BCR (IGH)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6" name=""/>
          <p:cNvSpPr txBox="1"/>
          <p:nvPr/>
        </p:nvSpPr>
        <p:spPr>
          <a:xfrm>
            <a:off x="1385280" y="6591240"/>
            <a:ext cx="723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ffffff"/>
                </a:solidFill>
                <a:latin typeface="DejaVuSans"/>
              </a:rPr>
              <a:t>infiltration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27" name=""/>
          <p:cNvSpPr txBox="1"/>
          <p:nvPr/>
        </p:nvSpPr>
        <p:spPr>
          <a:xfrm>
            <a:off x="4068000" y="6232320"/>
            <a:ext cx="7246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Δ IGH count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8" name=""/>
          <p:cNvSpPr txBox="1"/>
          <p:nvPr/>
        </p:nvSpPr>
        <p:spPr>
          <a:xfrm>
            <a:off x="3863160" y="6347520"/>
            <a:ext cx="3495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0a7d6e"/>
                </a:solidFill>
                <a:latin typeface="DejaVuSans"/>
              </a:rPr>
              <a:t>+1424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29" name=""/>
          <p:cNvSpPr txBox="1"/>
          <p:nvPr/>
        </p:nvSpPr>
        <p:spPr>
          <a:xfrm>
            <a:off x="4569840" y="6507720"/>
            <a:ext cx="148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c53e1f"/>
                </a:solidFill>
                <a:latin typeface="DejaVuSans"/>
              </a:rPr>
              <a:t>+8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30" name=""/>
          <p:cNvSpPr txBox="1"/>
          <p:nvPr/>
        </p:nvSpPr>
        <p:spPr>
          <a:xfrm>
            <a:off x="3906000" y="6619320"/>
            <a:ext cx="259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a7d6e"/>
                </a:solidFill>
                <a:latin typeface="DejaVuSans"/>
              </a:rPr>
              <a:t>Good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1" name=""/>
          <p:cNvSpPr txBox="1"/>
          <p:nvPr/>
        </p:nvSpPr>
        <p:spPr>
          <a:xfrm>
            <a:off x="4527000" y="6619320"/>
            <a:ext cx="232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c53e1f"/>
                </a:solidFill>
                <a:latin typeface="DejaVuSans"/>
              </a:rPr>
              <a:t>Poor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2" name=""/>
          <p:cNvSpPr txBox="1"/>
          <p:nvPr/>
        </p:nvSpPr>
        <p:spPr>
          <a:xfrm>
            <a:off x="1344240" y="7358040"/>
            <a:ext cx="36277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Complete / near-complete response (TRG 0–1)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33" name=""/>
          <p:cNvSpPr txBox="1"/>
          <p:nvPr/>
        </p:nvSpPr>
        <p:spPr>
          <a:xfrm>
            <a:off x="9054360" y="3171960"/>
            <a:ext cx="196812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Minimal molecular change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34" name=""/>
          <p:cNvSpPr txBox="1"/>
          <p:nvPr/>
        </p:nvSpPr>
        <p:spPr>
          <a:xfrm>
            <a:off x="9328320" y="3486240"/>
            <a:ext cx="14180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• </a:t>
            </a:r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Δ missense  ≈  -1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35" name=""/>
          <p:cNvSpPr txBox="1"/>
          <p:nvPr/>
        </p:nvSpPr>
        <p:spPr>
          <a:xfrm>
            <a:off x="9118800" y="3642480"/>
            <a:ext cx="18356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• </a:t>
            </a:r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Δ neoantigens  ≈  -100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36" name=""/>
          <p:cNvSpPr txBox="1"/>
          <p:nvPr/>
        </p:nvSpPr>
        <p:spPr>
          <a:xfrm>
            <a:off x="9437760" y="3800160"/>
            <a:ext cx="12002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• </a:t>
            </a:r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Δ SBS5  ≈  -29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37" name=""/>
          <p:cNvSpPr txBox="1"/>
          <p:nvPr/>
        </p:nvSpPr>
        <p:spPr>
          <a:xfrm>
            <a:off x="9351360" y="3956400"/>
            <a:ext cx="13845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• </a:t>
            </a:r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Δ Treg z  ≈  +0.0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38" name=""/>
          <p:cNvSpPr txBox="1"/>
          <p:nvPr/>
        </p:nvSpPr>
        <p:spPr>
          <a:xfrm>
            <a:off x="9514080" y="4114080"/>
            <a:ext cx="10461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• </a:t>
            </a:r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Δ IGH  ≈  +8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39" name=""/>
          <p:cNvSpPr txBox="1"/>
          <p:nvPr/>
        </p:nvSpPr>
        <p:spPr>
          <a:xfrm>
            <a:off x="9262440" y="4426560"/>
            <a:ext cx="15537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→ </a:t>
            </a:r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Primary treatment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40" name=""/>
          <p:cNvSpPr txBox="1"/>
          <p:nvPr/>
        </p:nvSpPr>
        <p:spPr>
          <a:xfrm>
            <a:off x="9510120" y="4584240"/>
            <a:ext cx="10598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   </a:t>
            </a:r>
            <a:r>
              <a:rPr b="1" lang="en-US" sz="1050" spc="-1" strike="noStrike">
                <a:solidFill>
                  <a:srgbClr val="ffffff"/>
                </a:solidFill>
                <a:latin typeface="DejaVuSans"/>
              </a:rPr>
              <a:t>insensitivity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41" name=""/>
          <p:cNvSpPr txBox="1"/>
          <p:nvPr/>
        </p:nvSpPr>
        <p:spPr>
          <a:xfrm>
            <a:off x="8605080" y="6661080"/>
            <a:ext cx="28872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Partial / minimal response (TRG 2–3)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6F — Cascade schematic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14720400" cy="5564160"/>
          </a:xfrm>
          <a:custGeom>
            <a:avLst/>
            <a:gdLst/>
            <a:ahLst/>
            <a:rect l="0" t="0" r="r" b="b"/>
            <a:pathLst>
              <a:path w="40890" h="15456">
                <a:moveTo>
                  <a:pt x="0" y="15456"/>
                </a:moveTo>
                <a:lnTo>
                  <a:pt x="40890" y="15456"/>
                </a:lnTo>
                <a:lnTo>
                  <a:pt x="40890" y="0"/>
                </a:lnTo>
                <a:lnTo>
                  <a:pt x="0" y="0"/>
                </a:lnTo>
                <a:lnTo>
                  <a:pt x="0" y="1545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2379600" y="429840"/>
            <a:ext cx="3589200" cy="4653360"/>
          </a:xfrm>
          <a:custGeom>
            <a:avLst/>
            <a:gdLst/>
            <a:ahLst/>
            <a:rect l="0" t="0" r="r" b="b"/>
            <a:pathLst>
              <a:path w="9970" h="12926">
                <a:moveTo>
                  <a:pt x="0" y="12926"/>
                </a:moveTo>
                <a:lnTo>
                  <a:pt x="9970" y="12926"/>
                </a:lnTo>
                <a:lnTo>
                  <a:pt x="9970" y="0"/>
                </a:lnTo>
                <a:lnTo>
                  <a:pt x="0" y="0"/>
                </a:lnTo>
                <a:lnTo>
                  <a:pt x="0" y="1292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278532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278532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644560" y="5223240"/>
            <a:ext cx="79560" cy="10800"/>
          </a:xfrm>
          <a:custGeom>
            <a:avLst/>
            <a:gdLst/>
            <a:ahLst/>
            <a:rect l="0" t="0" r="r" b="b"/>
            <a:pathLst>
              <a:path w="221" h="30">
                <a:moveTo>
                  <a:pt x="0" y="0"/>
                </a:moveTo>
                <a:lnTo>
                  <a:pt x="221" y="0"/>
                </a:lnTo>
                <a:lnTo>
                  <a:pt x="221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321444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321444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 txBox="1"/>
          <p:nvPr/>
        </p:nvSpPr>
        <p:spPr>
          <a:xfrm>
            <a:off x="273744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3074040" y="5223240"/>
            <a:ext cx="79560" cy="10800"/>
          </a:xfrm>
          <a:custGeom>
            <a:avLst/>
            <a:gdLst/>
            <a:ahLst/>
            <a:rect l="0" t="0" r="r" b="b"/>
            <a:pathLst>
              <a:path w="221" h="30">
                <a:moveTo>
                  <a:pt x="0" y="0"/>
                </a:moveTo>
                <a:lnTo>
                  <a:pt x="221" y="0"/>
                </a:lnTo>
                <a:lnTo>
                  <a:pt x="221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364392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6" name=""/>
          <p:cNvSpPr/>
          <p:nvPr/>
        </p:nvSpPr>
        <p:spPr>
          <a:xfrm>
            <a:off x="364392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 txBox="1"/>
          <p:nvPr/>
        </p:nvSpPr>
        <p:spPr>
          <a:xfrm>
            <a:off x="316692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3503160" y="522324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9" name=""/>
          <p:cNvSpPr/>
          <p:nvPr/>
        </p:nvSpPr>
        <p:spPr>
          <a:xfrm>
            <a:off x="407340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407340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359640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450288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450288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97260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493236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493236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440208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536184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536184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483156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579132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>
            <a:off x="579132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>
            <a:off x="526104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569052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0.8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>
            <a:off x="2800800" y="5324040"/>
            <a:ext cx="2400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CD8-cytotoxic signature score (good 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2714760" y="5349240"/>
            <a:ext cx="85320" cy="92880"/>
          </a:xfrm>
          <a:custGeom>
            <a:avLst/>
            <a:gdLst/>
            <a:ahLst/>
            <a:rect l="0" t="0" r="r" b="b"/>
            <a:pathLst>
              <a:path w="237" h="258">
                <a:moveTo>
                  <a:pt x="119" y="34"/>
                </a:moveTo>
                <a:lnTo>
                  <a:pt x="47" y="229"/>
                </a:lnTo>
                <a:lnTo>
                  <a:pt x="189" y="229"/>
                </a:lnTo>
                <a:lnTo>
                  <a:pt x="119" y="34"/>
                </a:lnTo>
                <a:moveTo>
                  <a:pt x="0" y="258"/>
                </a:moveTo>
                <a:lnTo>
                  <a:pt x="99" y="0"/>
                </a:lnTo>
                <a:lnTo>
                  <a:pt x="138" y="0"/>
                </a:lnTo>
                <a:lnTo>
                  <a:pt x="237" y="258"/>
                </a:lnTo>
                <a:lnTo>
                  <a:pt x="0" y="258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7" name=""/>
          <p:cNvSpPr/>
          <p:nvPr/>
        </p:nvSpPr>
        <p:spPr>
          <a:xfrm>
            <a:off x="5211000" y="539676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>
            <a:off x="2335320" y="43984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2335320" y="43984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5304240" y="5324040"/>
            <a:ext cx="328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bad)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2335320" y="40564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2335320" y="40564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1547280" y="4329360"/>
            <a:ext cx="743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GSE133057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2335320" y="37144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2335320" y="37144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1627920" y="3987000"/>
            <a:ext cx="662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GSE56699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2335320" y="33721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2335320" y="33721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1627920" y="3645000"/>
            <a:ext cx="662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GSE46862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2335320" y="30301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2335320" y="30301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1627920" y="3302640"/>
            <a:ext cx="662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GSE35452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2335320" y="26881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2335320" y="26881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1627920" y="2960640"/>
            <a:ext cx="662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GSE94104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2335320" y="23457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2335320" y="23457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1627920" y="2618640"/>
            <a:ext cx="662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GSE87211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2335320" y="20037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 flipH="1">
            <a:off x="2335320" y="20037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>
            <a:off x="1547280" y="2276280"/>
            <a:ext cx="743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GSE119409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2335320" y="16617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 flipH="1">
            <a:off x="2335320" y="16617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>
            <a:off x="1627920" y="1934280"/>
            <a:ext cx="662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GSE45404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2335320" y="104580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 flipH="1">
            <a:off x="2335320" y="104580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>
            <a:off x="1547280" y="1592280"/>
            <a:ext cx="743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GSE150082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1547280" y="915120"/>
            <a:ext cx="743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6a4c93"/>
                </a:solidFill>
                <a:latin typeface="DejaVuSans"/>
              </a:rPr>
              <a:t>GSE216616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2542680" y="4398480"/>
            <a:ext cx="287244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/>
          <p:nvPr/>
        </p:nvSpPr>
        <p:spPr>
          <a:xfrm>
            <a:off x="3972600" y="4056480"/>
            <a:ext cx="31716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/>
          <p:nvPr/>
        </p:nvSpPr>
        <p:spPr>
          <a:xfrm>
            <a:off x="3860640" y="3714480"/>
            <a:ext cx="64620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>
            <a:off x="3620160" y="3372120"/>
            <a:ext cx="125028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/>
          <p:nvPr/>
        </p:nvSpPr>
        <p:spPr>
          <a:xfrm>
            <a:off x="3391560" y="3030120"/>
            <a:ext cx="184608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/>
          <p:nvPr/>
        </p:nvSpPr>
        <p:spPr>
          <a:xfrm>
            <a:off x="3952440" y="2688120"/>
            <a:ext cx="86760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/>
          <p:nvPr/>
        </p:nvSpPr>
        <p:spPr>
          <a:xfrm>
            <a:off x="3690360" y="2345760"/>
            <a:ext cx="193608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/>
          <p:nvPr/>
        </p:nvSpPr>
        <p:spPr>
          <a:xfrm>
            <a:off x="3978000" y="2003760"/>
            <a:ext cx="173340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" name=""/>
          <p:cNvSpPr/>
          <p:nvPr/>
        </p:nvSpPr>
        <p:spPr>
          <a:xfrm>
            <a:off x="3992400" y="1661760"/>
            <a:ext cx="181296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/>
          <p:nvPr/>
        </p:nvSpPr>
        <p:spPr>
          <a:xfrm>
            <a:off x="2542680" y="436068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09" name=""/>
          <p:cNvSpPr/>
          <p:nvPr/>
        </p:nvSpPr>
        <p:spPr>
          <a:xfrm flipV="1">
            <a:off x="2542680" y="436068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" name=""/>
          <p:cNvSpPr/>
          <p:nvPr/>
        </p:nvSpPr>
        <p:spPr>
          <a:xfrm>
            <a:off x="3972600" y="40183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 flipV="1">
            <a:off x="3972600" y="401832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/>
          <p:nvPr/>
        </p:nvSpPr>
        <p:spPr>
          <a:xfrm>
            <a:off x="3860640" y="36763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 flipV="1">
            <a:off x="3860640" y="367632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/>
          <p:nvPr/>
        </p:nvSpPr>
        <p:spPr>
          <a:xfrm>
            <a:off x="3620160" y="333432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15" name=""/>
          <p:cNvSpPr/>
          <p:nvPr/>
        </p:nvSpPr>
        <p:spPr>
          <a:xfrm flipV="1">
            <a:off x="3620160" y="333432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/>
          <p:nvPr/>
        </p:nvSpPr>
        <p:spPr>
          <a:xfrm>
            <a:off x="3391560" y="29919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 flipV="1">
            <a:off x="3391560" y="299196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/>
          <p:nvPr/>
        </p:nvSpPr>
        <p:spPr>
          <a:xfrm>
            <a:off x="3952440" y="26499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 flipV="1">
            <a:off x="3952440" y="264996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>
            <a:off x="3690360" y="230796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21" name=""/>
          <p:cNvSpPr/>
          <p:nvPr/>
        </p:nvSpPr>
        <p:spPr>
          <a:xfrm flipV="1">
            <a:off x="3690360" y="230796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/>
          <p:nvPr/>
        </p:nvSpPr>
        <p:spPr>
          <a:xfrm>
            <a:off x="3978000" y="196560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 flipV="1">
            <a:off x="3978000" y="196560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>
            <a:off x="3992400" y="162360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 flipV="1">
            <a:off x="3992400" y="162360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>
            <a:off x="5415120" y="436068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27" name=""/>
          <p:cNvSpPr/>
          <p:nvPr/>
        </p:nvSpPr>
        <p:spPr>
          <a:xfrm flipV="1">
            <a:off x="5415120" y="436068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/>
          <p:nvPr/>
        </p:nvSpPr>
        <p:spPr>
          <a:xfrm>
            <a:off x="4289760" y="40183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 flipV="1">
            <a:off x="4289760" y="401832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>
            <a:off x="4506840" y="36763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 flipV="1">
            <a:off x="4506840" y="367632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>
            <a:off x="4870440" y="333432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 flipV="1">
            <a:off x="4870440" y="333432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5237640" y="29919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35" name=""/>
          <p:cNvSpPr/>
          <p:nvPr/>
        </p:nvSpPr>
        <p:spPr>
          <a:xfrm flipV="1">
            <a:off x="5237640" y="299196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4820040" y="264996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 flipV="1">
            <a:off x="4820040" y="264996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5626440" y="2307960"/>
            <a:ext cx="0" cy="75960"/>
          </a:xfrm>
          <a:custGeom>
            <a:avLst/>
            <a:gdLst/>
            <a:ahLst/>
            <a:rect l="0" t="0" r="r" b="b"/>
            <a:pathLst>
              <a:path w="0" h="211">
                <a:moveTo>
                  <a:pt x="0" y="211"/>
                </a:move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39" name=""/>
          <p:cNvSpPr/>
          <p:nvPr/>
        </p:nvSpPr>
        <p:spPr>
          <a:xfrm flipV="1">
            <a:off x="5626440" y="2307960"/>
            <a:ext cx="0" cy="7596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>
            <a:off x="5711400" y="196560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 flipV="1">
            <a:off x="5711400" y="196560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/>
          <p:nvPr/>
        </p:nvSpPr>
        <p:spPr>
          <a:xfrm>
            <a:off x="5805360" y="162360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 flipV="1">
            <a:off x="5805360" y="162360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/>
          <p:nvPr/>
        </p:nvSpPr>
        <p:spPr>
          <a:xfrm>
            <a:off x="4246560" y="1045800"/>
            <a:ext cx="426960" cy="0"/>
          </a:xfrm>
          <a:prstGeom prst="line">
            <a:avLst/>
          </a:prstGeom>
          <a:ln w="22680">
            <a:solidFill>
              <a:srgbClr val="6a4c93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/>
          <p:nvPr/>
        </p:nvSpPr>
        <p:spPr>
          <a:xfrm>
            <a:off x="4246560" y="99504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6a4c93"/>
          </a:solidFill>
          <a:ln w="0">
            <a:noFill/>
          </a:ln>
        </p:spPr>
      </p:sp>
      <p:sp>
        <p:nvSpPr>
          <p:cNvPr id="146" name=""/>
          <p:cNvSpPr/>
          <p:nvPr/>
        </p:nvSpPr>
        <p:spPr>
          <a:xfrm flipV="1">
            <a:off x="4246560" y="995040"/>
            <a:ext cx="0" cy="101520"/>
          </a:xfrm>
          <a:prstGeom prst="line">
            <a:avLst/>
          </a:prstGeom>
          <a:ln w="25200">
            <a:solidFill>
              <a:srgbClr val="6a4c93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/>
          <p:nvPr/>
        </p:nvSpPr>
        <p:spPr>
          <a:xfrm>
            <a:off x="4673520" y="995040"/>
            <a:ext cx="0" cy="101520"/>
          </a:xfrm>
          <a:custGeom>
            <a:avLst/>
            <a:gdLst/>
            <a:ahLst/>
            <a:rect l="0" t="0" r="r" b="b"/>
            <a:pathLst>
              <a:path w="0" h="282">
                <a:moveTo>
                  <a:pt x="0" y="282"/>
                </a:moveTo>
                <a:lnTo>
                  <a:pt x="0" y="0"/>
                </a:lnTo>
                <a:lnTo>
                  <a:pt x="0" y="282"/>
                </a:lnTo>
                <a:close/>
              </a:path>
            </a:pathLst>
          </a:custGeom>
          <a:solidFill>
            <a:srgbClr val="6a4c93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 flipV="1">
            <a:off x="4673520" y="995040"/>
            <a:ext cx="0" cy="101520"/>
          </a:xfrm>
          <a:prstGeom prst="line">
            <a:avLst/>
          </a:prstGeom>
          <a:ln w="25200">
            <a:solidFill>
              <a:srgbClr val="6a4c93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/>
          <p:nvPr/>
        </p:nvSpPr>
        <p:spPr>
          <a:xfrm>
            <a:off x="2559240" y="1216800"/>
            <a:ext cx="3229920" cy="0"/>
          </a:xfrm>
          <a:prstGeom prst="line">
            <a:avLst/>
          </a:prstGeom>
          <a:ln w="10080">
            <a:solidFill>
              <a:srgbClr val="6a4c93"/>
            </a:solidFill>
            <a:custDash>
              <a:ds d="100000" sp="16428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/>
          <p:nvPr/>
        </p:nvSpPr>
        <p:spPr>
          <a:xfrm flipV="1">
            <a:off x="4073400" y="429840"/>
            <a:ext cx="0" cy="4653000"/>
          </a:xfrm>
          <a:prstGeom prst="line">
            <a:avLst/>
          </a:prstGeom>
          <a:ln cap="sq"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/>
          <p:nvPr/>
        </p:nvSpPr>
        <p:spPr>
          <a:xfrm>
            <a:off x="3934440" y="435420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52" name=""/>
          <p:cNvSpPr/>
          <p:nvPr/>
        </p:nvSpPr>
        <p:spPr>
          <a:xfrm>
            <a:off x="4086720" y="401220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53" name=""/>
          <p:cNvSpPr/>
          <p:nvPr/>
        </p:nvSpPr>
        <p:spPr>
          <a:xfrm>
            <a:off x="4139280" y="366984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54" name=""/>
          <p:cNvSpPr/>
          <p:nvPr/>
        </p:nvSpPr>
        <p:spPr>
          <a:xfrm>
            <a:off x="4200840" y="332784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55" name=""/>
          <p:cNvSpPr/>
          <p:nvPr/>
        </p:nvSpPr>
        <p:spPr>
          <a:xfrm>
            <a:off x="4269960" y="298584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56" name=""/>
          <p:cNvSpPr/>
          <p:nvPr/>
        </p:nvSpPr>
        <p:spPr>
          <a:xfrm>
            <a:off x="4341960" y="264348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57" name=""/>
          <p:cNvSpPr/>
          <p:nvPr/>
        </p:nvSpPr>
        <p:spPr>
          <a:xfrm>
            <a:off x="4614120" y="230148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58" name=""/>
          <p:cNvSpPr/>
          <p:nvPr/>
        </p:nvSpPr>
        <p:spPr>
          <a:xfrm>
            <a:off x="4800240" y="195948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59" name=""/>
          <p:cNvSpPr/>
          <p:nvPr/>
        </p:nvSpPr>
        <p:spPr>
          <a:xfrm>
            <a:off x="4854600" y="1617120"/>
            <a:ext cx="88920" cy="89280"/>
          </a:xfrm>
          <a:custGeom>
            <a:avLst/>
            <a:gdLst/>
            <a:ahLst/>
            <a:rect l="0" t="0" r="r" b="b"/>
            <a:pathLst>
              <a:path w="247" h="248">
                <a:moveTo>
                  <a:pt x="0" y="248"/>
                </a:moveTo>
                <a:lnTo>
                  <a:pt x="247" y="248"/>
                </a:lnTo>
                <a:lnTo>
                  <a:pt x="247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60" name=""/>
          <p:cNvSpPr/>
          <p:nvPr/>
        </p:nvSpPr>
        <p:spPr>
          <a:xfrm>
            <a:off x="4379040" y="96516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6" y="450"/>
                </a:moveTo>
                <a:lnTo>
                  <a:pt x="450" y="224"/>
                </a:lnTo>
                <a:lnTo>
                  <a:pt x="226" y="0"/>
                </a:lnTo>
                <a:lnTo>
                  <a:pt x="0" y="224"/>
                </a:lnTo>
                <a:lnTo>
                  <a:pt x="226" y="450"/>
                </a:lnTo>
                <a:close/>
              </a:path>
            </a:pathLst>
          </a:custGeom>
          <a:solidFill>
            <a:srgbClr val="ffffff"/>
          </a:solidFill>
          <a:ln w="25200">
            <a:solidFill>
              <a:srgbClr val="6a4c93"/>
            </a:solidFill>
            <a:miter/>
          </a:ln>
        </p:spPr>
      </p:sp>
      <p:sp>
        <p:nvSpPr>
          <p:cNvPr id="161" name=""/>
          <p:cNvSpPr/>
          <p:nvPr/>
        </p:nvSpPr>
        <p:spPr>
          <a:xfrm flipV="1">
            <a:off x="2379600" y="429840"/>
            <a:ext cx="0" cy="465300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/>
          <p:nvPr/>
        </p:nvSpPr>
        <p:spPr>
          <a:xfrm>
            <a:off x="2379600" y="5082840"/>
            <a:ext cx="3588840" cy="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63" name=""/>
          <p:cNvSpPr txBox="1"/>
          <p:nvPr/>
        </p:nvSpPr>
        <p:spPr>
          <a:xfrm>
            <a:off x="1297080" y="1056960"/>
            <a:ext cx="9896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6a4c93"/>
                </a:solidFill>
                <a:latin typeface="DejaVuSans"/>
              </a:rPr>
              <a:t>(Akiyoshi 2023)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64" name=""/>
          <p:cNvSpPr txBox="1"/>
          <p:nvPr/>
        </p:nvSpPr>
        <p:spPr>
          <a:xfrm>
            <a:off x="3839760" y="4197960"/>
            <a:ext cx="28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n=33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5" name=""/>
          <p:cNvSpPr txBox="1"/>
          <p:nvPr/>
        </p:nvSpPr>
        <p:spPr>
          <a:xfrm>
            <a:off x="3992040" y="3855600"/>
            <a:ext cx="28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n=44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4044240" y="3513600"/>
            <a:ext cx="28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n=69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7" name=""/>
          <p:cNvSpPr txBox="1"/>
          <p:nvPr/>
        </p:nvSpPr>
        <p:spPr>
          <a:xfrm>
            <a:off x="4106160" y="3171240"/>
            <a:ext cx="28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n=46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8" name=""/>
          <p:cNvSpPr txBox="1"/>
          <p:nvPr/>
        </p:nvSpPr>
        <p:spPr>
          <a:xfrm>
            <a:off x="4175280" y="2829240"/>
            <a:ext cx="28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n=80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9" name=""/>
          <p:cNvSpPr txBox="1"/>
          <p:nvPr/>
        </p:nvSpPr>
        <p:spPr>
          <a:xfrm>
            <a:off x="4214520" y="2487240"/>
            <a:ext cx="346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n=353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0" name=""/>
          <p:cNvSpPr txBox="1"/>
          <p:nvPr/>
        </p:nvSpPr>
        <p:spPr>
          <a:xfrm>
            <a:off x="4519080" y="2144880"/>
            <a:ext cx="28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n=56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1" name=""/>
          <p:cNvSpPr txBox="1"/>
          <p:nvPr/>
        </p:nvSpPr>
        <p:spPr>
          <a:xfrm>
            <a:off x="4705200" y="1802880"/>
            <a:ext cx="28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n=42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2" name=""/>
          <p:cNvSpPr txBox="1"/>
          <p:nvPr/>
        </p:nvSpPr>
        <p:spPr>
          <a:xfrm>
            <a:off x="4759560" y="1460880"/>
            <a:ext cx="28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808080"/>
                </a:solidFill>
                <a:latin typeface="DejaVuSans"/>
              </a:rPr>
              <a:t>n=39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3" name=""/>
          <p:cNvSpPr txBox="1"/>
          <p:nvPr/>
        </p:nvSpPr>
        <p:spPr>
          <a:xfrm>
            <a:off x="3659760" y="4695120"/>
            <a:ext cx="1483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e63946"/>
                </a:solidFill>
                <a:latin typeface="DejaVuSans"/>
              </a:rPr>
              <a:t>Meta Stouffer Z=+2.74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4" name=""/>
          <p:cNvSpPr txBox="1"/>
          <p:nvPr/>
        </p:nvSpPr>
        <p:spPr>
          <a:xfrm>
            <a:off x="3503880" y="4822920"/>
            <a:ext cx="1798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e63946"/>
                </a:solidFill>
                <a:latin typeface="DejaVuSans"/>
              </a:rPr>
              <a:t>p=0.006 (9 cohorts, N=721)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5" name=""/>
          <p:cNvSpPr txBox="1"/>
          <p:nvPr/>
        </p:nvSpPr>
        <p:spPr>
          <a:xfrm>
            <a:off x="3710160" y="696960"/>
            <a:ext cx="1509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00" spc="-1" strike="noStrike">
                <a:solidFill>
                  <a:srgbClr val="6a4c93"/>
                </a:solidFill>
                <a:latin typeface="DejaVuSans"/>
              </a:rPr>
              <a:t>n=298, OR=3.81 [1.82, 7.97]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6" name=""/>
          <p:cNvSpPr txBox="1"/>
          <p:nvPr/>
        </p:nvSpPr>
        <p:spPr>
          <a:xfrm>
            <a:off x="3902400" y="810720"/>
            <a:ext cx="11239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00" spc="-1" strike="noStrike">
                <a:solidFill>
                  <a:srgbClr val="6a4c93"/>
                </a:solidFill>
                <a:latin typeface="DejaVuSans"/>
              </a:rPr>
              <a:t>GZMA×PRF1 P=0.005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7" name=""/>
          <p:cNvSpPr txBox="1"/>
          <p:nvPr/>
        </p:nvSpPr>
        <p:spPr>
          <a:xfrm>
            <a:off x="91440" y="495000"/>
            <a:ext cx="4101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333333"/>
                </a:solidFill>
                <a:latin typeface="DejaVuSans"/>
              </a:rPr>
              <a:t>Total independent evidence: &gt;1,000 patients across 10 cohorts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8" name=""/>
          <p:cNvSpPr txBox="1"/>
          <p:nvPr/>
        </p:nvSpPr>
        <p:spPr>
          <a:xfrm>
            <a:off x="1907280" y="73800"/>
            <a:ext cx="45072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CD8-cytotoxic axis: 9-cohort meta + independent convergent study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4297320" y="4604040"/>
            <a:ext cx="214920" cy="205560"/>
          </a:xfrm>
          <a:custGeom>
            <a:avLst/>
            <a:gdLst/>
            <a:ahLst/>
            <a:rect l="0" t="0" r="r" b="b"/>
            <a:pathLst>
              <a:path w="597" h="571">
                <a:moveTo>
                  <a:pt x="0" y="286"/>
                </a:moveTo>
                <a:lnTo>
                  <a:pt x="299" y="0"/>
                </a:lnTo>
                <a:lnTo>
                  <a:pt x="597" y="286"/>
                </a:lnTo>
                <a:lnTo>
                  <a:pt x="299" y="571"/>
                </a:lnTo>
                <a:lnTo>
                  <a:pt x="0" y="286"/>
                </a:lnTo>
                <a:close/>
              </a:path>
            </a:pathLst>
          </a:custGeom>
          <a:solidFill>
            <a:srgbClr val="e63946">
              <a:alpha val="85000"/>
            </a:srgbClr>
          </a:solidFill>
          <a:ln w="12600">
            <a:solidFill>
              <a:srgbClr val="e63946">
                <a:alpha val="85000"/>
              </a:srgbClr>
            </a:solidFill>
            <a:miter/>
          </a:ln>
        </p:spPr>
      </p:sp>
      <p:sp>
        <p:nvSpPr>
          <p:cNvPr id="180" name=""/>
          <p:cNvSpPr/>
          <p:nvPr/>
        </p:nvSpPr>
        <p:spPr>
          <a:xfrm>
            <a:off x="3168360" y="4785480"/>
            <a:ext cx="101520" cy="0"/>
          </a:xfrm>
          <a:prstGeom prst="line">
            <a:avLst/>
          </a:prstGeom>
          <a:ln w="1764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/>
          <p:nvPr/>
        </p:nvSpPr>
        <p:spPr>
          <a:xfrm>
            <a:off x="3168360" y="47473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82" name=""/>
          <p:cNvSpPr/>
          <p:nvPr/>
        </p:nvSpPr>
        <p:spPr>
          <a:xfrm flipV="1">
            <a:off x="3168360" y="474732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/>
          <p:nvPr/>
        </p:nvSpPr>
        <p:spPr>
          <a:xfrm>
            <a:off x="3269880" y="4747320"/>
            <a:ext cx="0" cy="76320"/>
          </a:xfrm>
          <a:custGeom>
            <a:avLst/>
            <a:gdLst/>
            <a:ahLst/>
            <a:rect l="0" t="0" r="r" b="b"/>
            <a:pathLst>
              <a:path w="0" h="212">
                <a:moveTo>
                  <a:pt x="0" y="212"/>
                </a:moveTo>
                <a:lnTo>
                  <a:pt x="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2e86ab"/>
          </a:solidFill>
          <a:ln w="0">
            <a:noFill/>
          </a:ln>
        </p:spPr>
      </p:sp>
      <p:sp>
        <p:nvSpPr>
          <p:cNvPr id="184" name=""/>
          <p:cNvSpPr/>
          <p:nvPr/>
        </p:nvSpPr>
        <p:spPr>
          <a:xfrm flipV="1">
            <a:off x="3269880" y="4747320"/>
            <a:ext cx="0" cy="76320"/>
          </a:xfrm>
          <a:prstGeom prst="line">
            <a:avLst/>
          </a:prstGeom>
          <a:ln w="126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5" name=""/>
          <p:cNvSpPr/>
          <p:nvPr/>
        </p:nvSpPr>
        <p:spPr>
          <a:xfrm>
            <a:off x="3174480" y="474084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0" y="248"/>
                </a:moveTo>
                <a:lnTo>
                  <a:pt x="248" y="248"/>
                </a:lnTo>
                <a:lnTo>
                  <a:pt x="248" y="0"/>
                </a:lnTo>
                <a:lnTo>
                  <a:pt x="0" y="0"/>
                </a:lnTo>
                <a:lnTo>
                  <a:pt x="0" y="248"/>
                </a:ln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miter/>
          </a:ln>
        </p:spPr>
      </p:sp>
      <p:sp>
        <p:nvSpPr>
          <p:cNvPr id="186" name=""/>
          <p:cNvSpPr txBox="1"/>
          <p:nvPr/>
        </p:nvSpPr>
        <p:spPr>
          <a:xfrm>
            <a:off x="2901960" y="230400"/>
            <a:ext cx="25304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(Akiyoshi et al 2023 JAMA Netw Open)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3168360" y="4934520"/>
            <a:ext cx="101520" cy="0"/>
          </a:xfrm>
          <a:prstGeom prst="line">
            <a:avLst/>
          </a:prstGeom>
          <a:ln w="22680">
            <a:solidFill>
              <a:srgbClr val="6a4c93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8" name=""/>
          <p:cNvSpPr/>
          <p:nvPr/>
        </p:nvSpPr>
        <p:spPr>
          <a:xfrm>
            <a:off x="3168360" y="4883760"/>
            <a:ext cx="0" cy="101880"/>
          </a:xfrm>
          <a:custGeom>
            <a:avLst/>
            <a:gdLst/>
            <a:ahLst/>
            <a:rect l="0" t="0" r="r" b="b"/>
            <a:pathLst>
              <a:path w="0" h="283">
                <a:moveTo>
                  <a:pt x="0" y="283"/>
                </a:moveTo>
                <a:lnTo>
                  <a:pt x="0" y="0"/>
                </a:lnTo>
                <a:lnTo>
                  <a:pt x="0" y="283"/>
                </a:lnTo>
                <a:close/>
              </a:path>
            </a:pathLst>
          </a:custGeom>
          <a:solidFill>
            <a:srgbClr val="6a4c93"/>
          </a:solidFill>
          <a:ln w="0">
            <a:noFill/>
          </a:ln>
        </p:spPr>
      </p:sp>
      <p:sp>
        <p:nvSpPr>
          <p:cNvPr id="189" name=""/>
          <p:cNvSpPr/>
          <p:nvPr/>
        </p:nvSpPr>
        <p:spPr>
          <a:xfrm flipV="1">
            <a:off x="3168360" y="4883760"/>
            <a:ext cx="0" cy="101880"/>
          </a:xfrm>
          <a:prstGeom prst="line">
            <a:avLst/>
          </a:prstGeom>
          <a:ln w="25200">
            <a:solidFill>
              <a:srgbClr val="6a4c93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/>
          <p:nvPr/>
        </p:nvSpPr>
        <p:spPr>
          <a:xfrm>
            <a:off x="3269880" y="4883760"/>
            <a:ext cx="0" cy="101880"/>
          </a:xfrm>
          <a:custGeom>
            <a:avLst/>
            <a:gdLst/>
            <a:ahLst/>
            <a:rect l="0" t="0" r="r" b="b"/>
            <a:pathLst>
              <a:path w="0" h="283">
                <a:moveTo>
                  <a:pt x="0" y="283"/>
                </a:moveTo>
                <a:lnTo>
                  <a:pt x="0" y="0"/>
                </a:lnTo>
                <a:lnTo>
                  <a:pt x="0" y="283"/>
                </a:lnTo>
                <a:close/>
              </a:path>
            </a:pathLst>
          </a:custGeom>
          <a:solidFill>
            <a:srgbClr val="6a4c93"/>
          </a:solidFill>
          <a:ln w="0">
            <a:noFill/>
          </a:ln>
        </p:spPr>
      </p:sp>
      <p:sp>
        <p:nvSpPr>
          <p:cNvPr id="191" name=""/>
          <p:cNvSpPr/>
          <p:nvPr/>
        </p:nvSpPr>
        <p:spPr>
          <a:xfrm flipV="1">
            <a:off x="3269880" y="4883760"/>
            <a:ext cx="0" cy="101880"/>
          </a:xfrm>
          <a:prstGeom prst="line">
            <a:avLst/>
          </a:prstGeom>
          <a:ln w="25200">
            <a:solidFill>
              <a:srgbClr val="6a4c93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/>
          <p:nvPr/>
        </p:nvSpPr>
        <p:spPr>
          <a:xfrm>
            <a:off x="3138120" y="4853880"/>
            <a:ext cx="162000" cy="162000"/>
          </a:xfrm>
          <a:custGeom>
            <a:avLst/>
            <a:gdLst/>
            <a:ahLst/>
            <a:rect l="0" t="0" r="r" b="b"/>
            <a:pathLst>
              <a:path w="450" h="450">
                <a:moveTo>
                  <a:pt x="226" y="450"/>
                </a:moveTo>
                <a:lnTo>
                  <a:pt x="450" y="225"/>
                </a:lnTo>
                <a:lnTo>
                  <a:pt x="226" y="0"/>
                </a:lnTo>
                <a:lnTo>
                  <a:pt x="0" y="225"/>
                </a:lnTo>
                <a:lnTo>
                  <a:pt x="226" y="450"/>
                </a:lnTo>
                <a:close/>
              </a:path>
            </a:pathLst>
          </a:custGeom>
          <a:solidFill>
            <a:srgbClr val="ffffff"/>
          </a:solidFill>
          <a:ln w="25200">
            <a:solidFill>
              <a:srgbClr val="6a4c93"/>
            </a:solidFill>
            <a:miter/>
          </a:ln>
        </p:spPr>
      </p:sp>
      <p:sp>
        <p:nvSpPr>
          <p:cNvPr id="193" name=""/>
          <p:cNvSpPr txBox="1"/>
          <p:nvPr/>
        </p:nvSpPr>
        <p:spPr>
          <a:xfrm>
            <a:off x="3402000" y="4726800"/>
            <a:ext cx="1415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Our 9-cohort meta (N=721)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7370640" y="429840"/>
            <a:ext cx="2809080" cy="4653360"/>
          </a:xfrm>
          <a:custGeom>
            <a:avLst/>
            <a:gdLst/>
            <a:ahLst/>
            <a:rect l="0" t="0" r="r" b="b"/>
            <a:pathLst>
              <a:path w="7803" h="12926">
                <a:moveTo>
                  <a:pt x="0" y="12926"/>
                </a:moveTo>
                <a:lnTo>
                  <a:pt x="7803" y="12926"/>
                </a:lnTo>
                <a:lnTo>
                  <a:pt x="7803" y="0"/>
                </a:lnTo>
                <a:lnTo>
                  <a:pt x="0" y="0"/>
                </a:lnTo>
                <a:lnTo>
                  <a:pt x="0" y="1292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95" name=""/>
          <p:cNvSpPr/>
          <p:nvPr/>
        </p:nvSpPr>
        <p:spPr>
          <a:xfrm>
            <a:off x="8563320" y="641520"/>
            <a:ext cx="1488600" cy="497880"/>
          </a:xfrm>
          <a:custGeom>
            <a:avLst/>
            <a:gdLst/>
            <a:ahLst/>
            <a:rect l="0" t="0" r="r" b="b"/>
            <a:pathLst>
              <a:path w="4135" h="1383">
                <a:moveTo>
                  <a:pt x="0" y="0"/>
                </a:moveTo>
                <a:lnTo>
                  <a:pt x="4135" y="0"/>
                </a:lnTo>
                <a:lnTo>
                  <a:pt x="4135" y="1383"/>
                </a:lnTo>
                <a:lnTo>
                  <a:pt x="0" y="1383"/>
                </a:lnTo>
                <a:lnTo>
                  <a:pt x="0" y="0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196" name=""/>
          <p:cNvSpPr/>
          <p:nvPr/>
        </p:nvSpPr>
        <p:spPr>
          <a:xfrm>
            <a:off x="8563320" y="1263600"/>
            <a:ext cx="967680" cy="497880"/>
          </a:xfrm>
          <a:custGeom>
            <a:avLst/>
            <a:gdLst/>
            <a:ahLst/>
            <a:rect l="0" t="0" r="r" b="b"/>
            <a:pathLst>
              <a:path w="2688" h="1383">
                <a:moveTo>
                  <a:pt x="0" y="0"/>
                </a:moveTo>
                <a:lnTo>
                  <a:pt x="2688" y="0"/>
                </a:lnTo>
                <a:lnTo>
                  <a:pt x="2688" y="1383"/>
                </a:lnTo>
                <a:lnTo>
                  <a:pt x="0" y="1383"/>
                </a:lnTo>
                <a:lnTo>
                  <a:pt x="0" y="0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197" name=""/>
          <p:cNvSpPr/>
          <p:nvPr/>
        </p:nvSpPr>
        <p:spPr>
          <a:xfrm>
            <a:off x="8563320" y="1885680"/>
            <a:ext cx="849240" cy="497880"/>
          </a:xfrm>
          <a:custGeom>
            <a:avLst/>
            <a:gdLst/>
            <a:ahLst/>
            <a:rect l="0" t="0" r="r" b="b"/>
            <a:pathLst>
              <a:path w="2359" h="1383">
                <a:moveTo>
                  <a:pt x="0" y="0"/>
                </a:moveTo>
                <a:lnTo>
                  <a:pt x="2359" y="0"/>
                </a:lnTo>
                <a:lnTo>
                  <a:pt x="2359" y="1383"/>
                </a:lnTo>
                <a:lnTo>
                  <a:pt x="0" y="1383"/>
                </a:lnTo>
                <a:lnTo>
                  <a:pt x="0" y="0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198" name=""/>
          <p:cNvSpPr/>
          <p:nvPr/>
        </p:nvSpPr>
        <p:spPr>
          <a:xfrm>
            <a:off x="8563320" y="2507760"/>
            <a:ext cx="711000" cy="497880"/>
          </a:xfrm>
          <a:custGeom>
            <a:avLst/>
            <a:gdLst/>
            <a:ahLst/>
            <a:rect l="0" t="0" r="r" b="b"/>
            <a:pathLst>
              <a:path w="1975" h="1383">
                <a:moveTo>
                  <a:pt x="0" y="0"/>
                </a:moveTo>
                <a:lnTo>
                  <a:pt x="1975" y="0"/>
                </a:lnTo>
                <a:lnTo>
                  <a:pt x="1975" y="1383"/>
                </a:lnTo>
                <a:lnTo>
                  <a:pt x="0" y="1383"/>
                </a:lnTo>
                <a:lnTo>
                  <a:pt x="0" y="0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199" name=""/>
          <p:cNvSpPr/>
          <p:nvPr/>
        </p:nvSpPr>
        <p:spPr>
          <a:xfrm>
            <a:off x="8563320" y="3129840"/>
            <a:ext cx="668520" cy="497880"/>
          </a:xfrm>
          <a:custGeom>
            <a:avLst/>
            <a:gdLst/>
            <a:ahLst/>
            <a:rect l="0" t="0" r="r" b="b"/>
            <a:pathLst>
              <a:path w="1857" h="1383">
                <a:moveTo>
                  <a:pt x="0" y="0"/>
                </a:moveTo>
                <a:lnTo>
                  <a:pt x="1857" y="0"/>
                </a:lnTo>
                <a:lnTo>
                  <a:pt x="1857" y="1383"/>
                </a:lnTo>
                <a:lnTo>
                  <a:pt x="0" y="1383"/>
                </a:lnTo>
                <a:lnTo>
                  <a:pt x="0" y="0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200" name=""/>
          <p:cNvSpPr/>
          <p:nvPr/>
        </p:nvSpPr>
        <p:spPr>
          <a:xfrm>
            <a:off x="8563320" y="3751560"/>
            <a:ext cx="375840" cy="498240"/>
          </a:xfrm>
          <a:custGeom>
            <a:avLst/>
            <a:gdLst/>
            <a:ahLst/>
            <a:rect l="0" t="0" r="r" b="b"/>
            <a:pathLst>
              <a:path w="1044" h="1384">
                <a:moveTo>
                  <a:pt x="0" y="0"/>
                </a:moveTo>
                <a:lnTo>
                  <a:pt x="1044" y="0"/>
                </a:lnTo>
                <a:lnTo>
                  <a:pt x="1044" y="1384"/>
                </a:lnTo>
                <a:lnTo>
                  <a:pt x="0" y="1384"/>
                </a:lnTo>
                <a:lnTo>
                  <a:pt x="0" y="0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201" name=""/>
          <p:cNvSpPr/>
          <p:nvPr/>
        </p:nvSpPr>
        <p:spPr>
          <a:xfrm>
            <a:off x="8003880" y="4373640"/>
            <a:ext cx="559800" cy="498240"/>
          </a:xfrm>
          <a:custGeom>
            <a:avLst/>
            <a:gdLst/>
            <a:ahLst/>
            <a:rect l="0" t="0" r="r" b="b"/>
            <a:pathLst>
              <a:path w="1555" h="1384">
                <a:moveTo>
                  <a:pt x="1555" y="0"/>
                </a:moveTo>
                <a:lnTo>
                  <a:pt x="0" y="0"/>
                </a:lnTo>
                <a:lnTo>
                  <a:pt x="0" y="1384"/>
                </a:lnTo>
                <a:lnTo>
                  <a:pt x="1555" y="1384"/>
                </a:lnTo>
                <a:lnTo>
                  <a:pt x="1555" y="0"/>
                </a:lnTo>
                <a:close/>
              </a:path>
            </a:pathLst>
          </a:custGeom>
          <a:solidFill>
            <a:srgbClr val="e63946"/>
          </a:solidFill>
          <a:ln w="6120">
            <a:solidFill>
              <a:srgbClr val="000000"/>
            </a:solidFill>
            <a:miter/>
          </a:ln>
        </p:spPr>
      </p:sp>
      <p:sp>
        <p:nvSpPr>
          <p:cNvPr id="202" name=""/>
          <p:cNvSpPr/>
          <p:nvPr/>
        </p:nvSpPr>
        <p:spPr>
          <a:xfrm>
            <a:off x="747684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3" name=""/>
          <p:cNvSpPr/>
          <p:nvPr/>
        </p:nvSpPr>
        <p:spPr>
          <a:xfrm>
            <a:off x="747684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 txBox="1"/>
          <p:nvPr/>
        </p:nvSpPr>
        <p:spPr>
          <a:xfrm>
            <a:off x="3402000" y="4876200"/>
            <a:ext cx="25016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Akiyoshi 2023 (GSE216616, N=298, paper-level)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7396560" y="522324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>
            <a:off x="802008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7" name=""/>
          <p:cNvSpPr/>
          <p:nvPr/>
        </p:nvSpPr>
        <p:spPr>
          <a:xfrm>
            <a:off x="802008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8" name=""/>
          <p:cNvSpPr txBox="1"/>
          <p:nvPr/>
        </p:nvSpPr>
        <p:spPr>
          <a:xfrm>
            <a:off x="7489800" y="5150520"/>
            <a:ext cx="126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7939800" y="522324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0" name=""/>
          <p:cNvSpPr/>
          <p:nvPr/>
        </p:nvSpPr>
        <p:spPr>
          <a:xfrm>
            <a:off x="856332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1" name=""/>
          <p:cNvSpPr/>
          <p:nvPr/>
        </p:nvSpPr>
        <p:spPr>
          <a:xfrm>
            <a:off x="856332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2" name=""/>
          <p:cNvSpPr txBox="1"/>
          <p:nvPr/>
        </p:nvSpPr>
        <p:spPr>
          <a:xfrm>
            <a:off x="8033040" y="5150520"/>
            <a:ext cx="126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3" name=""/>
          <p:cNvSpPr/>
          <p:nvPr/>
        </p:nvSpPr>
        <p:spPr>
          <a:xfrm>
            <a:off x="910656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4" name=""/>
          <p:cNvSpPr/>
          <p:nvPr/>
        </p:nvSpPr>
        <p:spPr>
          <a:xfrm>
            <a:off x="910656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5" name=""/>
          <p:cNvSpPr txBox="1"/>
          <p:nvPr/>
        </p:nvSpPr>
        <p:spPr>
          <a:xfrm>
            <a:off x="8523000" y="5150520"/>
            <a:ext cx="126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964980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7" name=""/>
          <p:cNvSpPr/>
          <p:nvPr/>
        </p:nvSpPr>
        <p:spPr>
          <a:xfrm>
            <a:off x="964980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8" name=""/>
          <p:cNvSpPr txBox="1"/>
          <p:nvPr/>
        </p:nvSpPr>
        <p:spPr>
          <a:xfrm>
            <a:off x="9066240" y="5150520"/>
            <a:ext cx="126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19" name=""/>
          <p:cNvSpPr txBox="1"/>
          <p:nvPr/>
        </p:nvSpPr>
        <p:spPr>
          <a:xfrm>
            <a:off x="9609480" y="5150520"/>
            <a:ext cx="126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7326360" y="8902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1" name=""/>
          <p:cNvSpPr/>
          <p:nvPr/>
        </p:nvSpPr>
        <p:spPr>
          <a:xfrm flipH="1">
            <a:off x="7326360" y="8902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2" name=""/>
          <p:cNvSpPr txBox="1"/>
          <p:nvPr/>
        </p:nvSpPr>
        <p:spPr>
          <a:xfrm>
            <a:off x="8272080" y="5324040"/>
            <a:ext cx="1001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Stouffer meta Z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7326360" y="15123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4" name=""/>
          <p:cNvSpPr/>
          <p:nvPr/>
        </p:nvSpPr>
        <p:spPr>
          <a:xfrm flipH="1">
            <a:off x="7326360" y="15123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5" name=""/>
          <p:cNvSpPr txBox="1"/>
          <p:nvPr/>
        </p:nvSpPr>
        <p:spPr>
          <a:xfrm>
            <a:off x="6373800" y="820800"/>
            <a:ext cx="912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CD8_cytotoxic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7326360" y="213444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7" name=""/>
          <p:cNvSpPr/>
          <p:nvPr/>
        </p:nvSpPr>
        <p:spPr>
          <a:xfrm flipH="1">
            <a:off x="7326360" y="213444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8" name=""/>
          <p:cNvSpPr txBox="1"/>
          <p:nvPr/>
        </p:nvSpPr>
        <p:spPr>
          <a:xfrm>
            <a:off x="6289920" y="1442880"/>
            <a:ext cx="1014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Tcell_infiltration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7326360" y="27565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0" name=""/>
          <p:cNvSpPr/>
          <p:nvPr/>
        </p:nvSpPr>
        <p:spPr>
          <a:xfrm flipH="1">
            <a:off x="7326360" y="27565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1" name=""/>
          <p:cNvSpPr txBox="1"/>
          <p:nvPr/>
        </p:nvSpPr>
        <p:spPr>
          <a:xfrm>
            <a:off x="6258240" y="2064960"/>
            <a:ext cx="1023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Bcell_infiltration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7326360" y="337860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3" name=""/>
          <p:cNvSpPr/>
          <p:nvPr/>
        </p:nvSpPr>
        <p:spPr>
          <a:xfrm flipH="1">
            <a:off x="7326360" y="337860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4" name=""/>
          <p:cNvSpPr txBox="1"/>
          <p:nvPr/>
        </p:nvSpPr>
        <p:spPr>
          <a:xfrm>
            <a:off x="6278400" y="2687040"/>
            <a:ext cx="1021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Tumor_cellcycle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7326360" y="40006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6" name=""/>
          <p:cNvSpPr/>
          <p:nvPr/>
        </p:nvSpPr>
        <p:spPr>
          <a:xfrm flipH="1">
            <a:off x="7326360" y="40006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7" name=""/>
          <p:cNvSpPr txBox="1"/>
          <p:nvPr/>
        </p:nvSpPr>
        <p:spPr>
          <a:xfrm>
            <a:off x="6234840" y="3309120"/>
            <a:ext cx="1049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DSB_HDR_repair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7326360" y="46227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9" name=""/>
          <p:cNvSpPr/>
          <p:nvPr/>
        </p:nvSpPr>
        <p:spPr>
          <a:xfrm flipH="1">
            <a:off x="7326360" y="46227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0" name=""/>
          <p:cNvSpPr txBox="1"/>
          <p:nvPr/>
        </p:nvSpPr>
        <p:spPr>
          <a:xfrm>
            <a:off x="6104520" y="3931200"/>
            <a:ext cx="1183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E2F_MYC_cellcycle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 flipV="1">
            <a:off x="8563320" y="429840"/>
            <a:ext cx="0" cy="4653000"/>
          </a:xfrm>
          <a:prstGeom prst="line">
            <a:avLst/>
          </a:prstGeom>
          <a:ln cap="sq"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2" name=""/>
          <p:cNvSpPr/>
          <p:nvPr/>
        </p:nvSpPr>
        <p:spPr>
          <a:xfrm flipV="1">
            <a:off x="9627840" y="429840"/>
            <a:ext cx="0" cy="4653000"/>
          </a:xfrm>
          <a:prstGeom prst="line">
            <a:avLst/>
          </a:prstGeom>
          <a:ln w="6120">
            <a:solidFill>
              <a:srgbClr val="808080"/>
            </a:solidFill>
            <a:custDash>
              <a:ds d="382353" sp="16470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3" name=""/>
          <p:cNvSpPr/>
          <p:nvPr/>
        </p:nvSpPr>
        <p:spPr>
          <a:xfrm flipV="1">
            <a:off x="7498440" y="429840"/>
            <a:ext cx="0" cy="4653000"/>
          </a:xfrm>
          <a:prstGeom prst="line">
            <a:avLst/>
          </a:prstGeom>
          <a:ln w="6120">
            <a:solidFill>
              <a:srgbClr val="808080"/>
            </a:solidFill>
            <a:custDash>
              <a:ds d="382353" sp="16470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4" name=""/>
          <p:cNvSpPr/>
          <p:nvPr/>
        </p:nvSpPr>
        <p:spPr>
          <a:xfrm flipV="1">
            <a:off x="7370640" y="429840"/>
            <a:ext cx="0" cy="465300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45" name=""/>
          <p:cNvSpPr/>
          <p:nvPr/>
        </p:nvSpPr>
        <p:spPr>
          <a:xfrm>
            <a:off x="7370640" y="5082840"/>
            <a:ext cx="2808720" cy="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46" name=""/>
          <p:cNvSpPr txBox="1"/>
          <p:nvPr/>
        </p:nvSpPr>
        <p:spPr>
          <a:xfrm>
            <a:off x="7014600" y="4553280"/>
            <a:ext cx="267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EMT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47" name=""/>
          <p:cNvSpPr txBox="1"/>
          <p:nvPr/>
        </p:nvSpPr>
        <p:spPr>
          <a:xfrm>
            <a:off x="10106280" y="824040"/>
            <a:ext cx="445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p=0.006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48" name=""/>
          <p:cNvSpPr txBox="1"/>
          <p:nvPr/>
        </p:nvSpPr>
        <p:spPr>
          <a:xfrm>
            <a:off x="9585000" y="1446120"/>
            <a:ext cx="445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p=0.075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49" name=""/>
          <p:cNvSpPr txBox="1"/>
          <p:nvPr/>
        </p:nvSpPr>
        <p:spPr>
          <a:xfrm>
            <a:off x="9466560" y="2068200"/>
            <a:ext cx="445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p=0.118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0" name=""/>
          <p:cNvSpPr txBox="1"/>
          <p:nvPr/>
        </p:nvSpPr>
        <p:spPr>
          <a:xfrm>
            <a:off x="9328320" y="2690280"/>
            <a:ext cx="445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p=0.191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1" name=""/>
          <p:cNvSpPr txBox="1"/>
          <p:nvPr/>
        </p:nvSpPr>
        <p:spPr>
          <a:xfrm>
            <a:off x="9286200" y="3312360"/>
            <a:ext cx="445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p=0.219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2" name=""/>
          <p:cNvSpPr txBox="1"/>
          <p:nvPr/>
        </p:nvSpPr>
        <p:spPr>
          <a:xfrm>
            <a:off x="8993160" y="3934440"/>
            <a:ext cx="445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p=0.489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3" name=""/>
          <p:cNvSpPr txBox="1"/>
          <p:nvPr/>
        </p:nvSpPr>
        <p:spPr>
          <a:xfrm>
            <a:off x="7508880" y="4556520"/>
            <a:ext cx="4456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p=0.303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4" name=""/>
          <p:cNvSpPr/>
          <p:nvPr/>
        </p:nvSpPr>
        <p:spPr>
          <a:xfrm>
            <a:off x="11581560" y="429840"/>
            <a:ext cx="2809080" cy="4653360"/>
          </a:xfrm>
          <a:custGeom>
            <a:avLst/>
            <a:gdLst/>
            <a:ahLst/>
            <a:rect l="0" t="0" r="r" b="b"/>
            <a:pathLst>
              <a:path w="7803" h="12926">
                <a:moveTo>
                  <a:pt x="0" y="12926"/>
                </a:moveTo>
                <a:lnTo>
                  <a:pt x="7803" y="12926"/>
                </a:lnTo>
                <a:lnTo>
                  <a:pt x="7803" y="0"/>
                </a:lnTo>
                <a:lnTo>
                  <a:pt x="0" y="0"/>
                </a:lnTo>
                <a:lnTo>
                  <a:pt x="0" y="1292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55" name=""/>
          <p:cNvSpPr/>
          <p:nvPr/>
        </p:nvSpPr>
        <p:spPr>
          <a:xfrm>
            <a:off x="1185228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56" name=""/>
          <p:cNvSpPr/>
          <p:nvPr/>
        </p:nvSpPr>
        <p:spPr>
          <a:xfrm>
            <a:off x="1185228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7" name=""/>
          <p:cNvSpPr txBox="1"/>
          <p:nvPr/>
        </p:nvSpPr>
        <p:spPr>
          <a:xfrm>
            <a:off x="7315200" y="230400"/>
            <a:ext cx="29160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Signature-level meta across 9 nCRT cohorts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11711520" y="522324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59" name=""/>
          <p:cNvSpPr/>
          <p:nvPr/>
        </p:nvSpPr>
        <p:spPr>
          <a:xfrm>
            <a:off x="1230516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0" name=""/>
          <p:cNvSpPr/>
          <p:nvPr/>
        </p:nvSpPr>
        <p:spPr>
          <a:xfrm>
            <a:off x="1230516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1" name=""/>
          <p:cNvSpPr txBox="1"/>
          <p:nvPr/>
        </p:nvSpPr>
        <p:spPr>
          <a:xfrm>
            <a:off x="1180476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12164400" y="522324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3" name=""/>
          <p:cNvSpPr/>
          <p:nvPr/>
        </p:nvSpPr>
        <p:spPr>
          <a:xfrm>
            <a:off x="1275804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4" name=""/>
          <p:cNvSpPr/>
          <p:nvPr/>
        </p:nvSpPr>
        <p:spPr>
          <a:xfrm>
            <a:off x="1275804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5" name=""/>
          <p:cNvSpPr txBox="1"/>
          <p:nvPr/>
        </p:nvSpPr>
        <p:spPr>
          <a:xfrm>
            <a:off x="1225764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6" name=""/>
          <p:cNvSpPr/>
          <p:nvPr/>
        </p:nvSpPr>
        <p:spPr>
          <a:xfrm>
            <a:off x="1321092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67" name=""/>
          <p:cNvSpPr/>
          <p:nvPr/>
        </p:nvSpPr>
        <p:spPr>
          <a:xfrm>
            <a:off x="1321092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8" name=""/>
          <p:cNvSpPr txBox="1"/>
          <p:nvPr/>
        </p:nvSpPr>
        <p:spPr>
          <a:xfrm>
            <a:off x="1265724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1366380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0" name=""/>
          <p:cNvSpPr/>
          <p:nvPr/>
        </p:nvSpPr>
        <p:spPr>
          <a:xfrm>
            <a:off x="1366380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1" name=""/>
          <p:cNvSpPr txBox="1"/>
          <p:nvPr/>
        </p:nvSpPr>
        <p:spPr>
          <a:xfrm>
            <a:off x="1311012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2" name=""/>
          <p:cNvSpPr/>
          <p:nvPr/>
        </p:nvSpPr>
        <p:spPr>
          <a:xfrm>
            <a:off x="14116680" y="508284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3" name=""/>
          <p:cNvSpPr/>
          <p:nvPr/>
        </p:nvSpPr>
        <p:spPr>
          <a:xfrm>
            <a:off x="14116680" y="508284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4" name=""/>
          <p:cNvSpPr txBox="1"/>
          <p:nvPr/>
        </p:nvSpPr>
        <p:spPr>
          <a:xfrm>
            <a:off x="1356300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5" name=""/>
          <p:cNvSpPr txBox="1"/>
          <p:nvPr/>
        </p:nvSpPr>
        <p:spPr>
          <a:xfrm>
            <a:off x="14015520" y="5150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0.6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6" name=""/>
          <p:cNvSpPr txBox="1"/>
          <p:nvPr/>
        </p:nvSpPr>
        <p:spPr>
          <a:xfrm>
            <a:off x="12066120" y="5324040"/>
            <a:ext cx="15062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Tumor_cellcycle (good 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11980080" y="5349240"/>
            <a:ext cx="85320" cy="92880"/>
          </a:xfrm>
          <a:custGeom>
            <a:avLst/>
            <a:gdLst/>
            <a:ahLst/>
            <a:rect l="0" t="0" r="r" b="b"/>
            <a:pathLst>
              <a:path w="237" h="258">
                <a:moveTo>
                  <a:pt x="118" y="34"/>
                </a:moveTo>
                <a:lnTo>
                  <a:pt x="47" y="229"/>
                </a:lnTo>
                <a:lnTo>
                  <a:pt x="189" y="229"/>
                </a:lnTo>
                <a:lnTo>
                  <a:pt x="118" y="34"/>
                </a:lnTo>
                <a:moveTo>
                  <a:pt x="0" y="258"/>
                </a:moveTo>
                <a:lnTo>
                  <a:pt x="98" y="0"/>
                </a:lnTo>
                <a:lnTo>
                  <a:pt x="138" y="0"/>
                </a:lnTo>
                <a:lnTo>
                  <a:pt x="237" y="258"/>
                </a:lnTo>
                <a:lnTo>
                  <a:pt x="0" y="258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8" name=""/>
          <p:cNvSpPr/>
          <p:nvPr/>
        </p:nvSpPr>
        <p:spPr>
          <a:xfrm>
            <a:off x="13569480" y="539676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79" name=""/>
          <p:cNvSpPr/>
          <p:nvPr/>
        </p:nvSpPr>
        <p:spPr>
          <a:xfrm>
            <a:off x="11537280" y="443700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0" name=""/>
          <p:cNvSpPr/>
          <p:nvPr/>
        </p:nvSpPr>
        <p:spPr>
          <a:xfrm flipH="1">
            <a:off x="11537280" y="443700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1" name=""/>
          <p:cNvSpPr txBox="1"/>
          <p:nvPr/>
        </p:nvSpPr>
        <p:spPr>
          <a:xfrm>
            <a:off x="13662720" y="5324040"/>
            <a:ext cx="328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bad)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82" name=""/>
          <p:cNvSpPr/>
          <p:nvPr/>
        </p:nvSpPr>
        <p:spPr>
          <a:xfrm>
            <a:off x="11537280" y="34495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3" name=""/>
          <p:cNvSpPr/>
          <p:nvPr/>
        </p:nvSpPr>
        <p:spPr>
          <a:xfrm flipH="1">
            <a:off x="11537280" y="34495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4" name=""/>
          <p:cNvSpPr txBox="1"/>
          <p:nvPr/>
        </p:nvSpPr>
        <p:spPr>
          <a:xfrm>
            <a:off x="11290680" y="43675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85" name=""/>
          <p:cNvSpPr/>
          <p:nvPr/>
        </p:nvSpPr>
        <p:spPr>
          <a:xfrm>
            <a:off x="11537280" y="246204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6" name=""/>
          <p:cNvSpPr/>
          <p:nvPr/>
        </p:nvSpPr>
        <p:spPr>
          <a:xfrm flipH="1">
            <a:off x="11537280" y="246204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7" name=""/>
          <p:cNvSpPr txBox="1"/>
          <p:nvPr/>
        </p:nvSpPr>
        <p:spPr>
          <a:xfrm>
            <a:off x="11290680" y="33800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11537280" y="14745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89" name=""/>
          <p:cNvSpPr/>
          <p:nvPr/>
        </p:nvSpPr>
        <p:spPr>
          <a:xfrm flipH="1">
            <a:off x="11537280" y="14745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0" name=""/>
          <p:cNvSpPr txBox="1"/>
          <p:nvPr/>
        </p:nvSpPr>
        <p:spPr>
          <a:xfrm>
            <a:off x="11290680" y="23925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11537280" y="4870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92" name=""/>
          <p:cNvSpPr/>
          <p:nvPr/>
        </p:nvSpPr>
        <p:spPr>
          <a:xfrm flipH="1">
            <a:off x="11537280" y="4870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3" name=""/>
          <p:cNvSpPr txBox="1"/>
          <p:nvPr/>
        </p:nvSpPr>
        <p:spPr>
          <a:xfrm>
            <a:off x="11290680" y="14050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0.3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94" name=""/>
          <p:cNvSpPr txBox="1"/>
          <p:nvPr/>
        </p:nvSpPr>
        <p:spPr>
          <a:xfrm>
            <a:off x="11290680" y="41760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95" name=""/>
          <p:cNvSpPr txBox="1"/>
          <p:nvPr/>
        </p:nvSpPr>
        <p:spPr>
          <a:xfrm rot="16200000">
            <a:off x="10468080" y="2856240"/>
            <a:ext cx="1396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CD8_cytotoxic (good 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96" name=""/>
          <p:cNvSpPr/>
          <p:nvPr/>
        </p:nvSpPr>
        <p:spPr>
          <a:xfrm>
            <a:off x="11117160" y="3629880"/>
            <a:ext cx="93240" cy="84960"/>
          </a:xfrm>
          <a:custGeom>
            <a:avLst/>
            <a:gdLst/>
            <a:ahLst/>
            <a:rect l="0" t="0" r="r" b="b"/>
            <a:pathLst>
              <a:path w="259" h="236">
                <a:moveTo>
                  <a:pt x="35" y="117"/>
                </a:moveTo>
                <a:lnTo>
                  <a:pt x="230" y="189"/>
                </a:lnTo>
                <a:lnTo>
                  <a:pt x="230" y="47"/>
                </a:lnTo>
                <a:lnTo>
                  <a:pt x="35" y="117"/>
                </a:lnTo>
                <a:moveTo>
                  <a:pt x="259" y="236"/>
                </a:moveTo>
                <a:lnTo>
                  <a:pt x="0" y="137"/>
                </a:lnTo>
                <a:lnTo>
                  <a:pt x="0" y="98"/>
                </a:lnTo>
                <a:lnTo>
                  <a:pt x="259" y="0"/>
                </a:lnTo>
                <a:lnTo>
                  <a:pt x="259" y="23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97" name=""/>
          <p:cNvSpPr/>
          <p:nvPr/>
        </p:nvSpPr>
        <p:spPr>
          <a:xfrm>
            <a:off x="11164680" y="2141280"/>
            <a:ext cx="11160" cy="79920"/>
          </a:xfrm>
          <a:custGeom>
            <a:avLst/>
            <a:gdLst/>
            <a:ahLst/>
            <a:rect l="0" t="0" r="r" b="b"/>
            <a:pathLst>
              <a:path w="31" h="222">
                <a:moveTo>
                  <a:pt x="0" y="222"/>
                </a:moveTo>
                <a:lnTo>
                  <a:pt x="0" y="0"/>
                </a:lnTo>
                <a:lnTo>
                  <a:pt x="31" y="0"/>
                </a:lnTo>
                <a:lnTo>
                  <a:pt x="31" y="222"/>
                </a:lnTo>
                <a:lnTo>
                  <a:pt x="0" y="222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98" name=""/>
          <p:cNvSpPr/>
          <p:nvPr/>
        </p:nvSpPr>
        <p:spPr>
          <a:xfrm>
            <a:off x="11581560" y="4437000"/>
            <a:ext cx="2808720" cy="0"/>
          </a:xfrm>
          <a:prstGeom prst="line">
            <a:avLst/>
          </a:prstGeom>
          <a:ln cap="sq"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9" name=""/>
          <p:cNvSpPr/>
          <p:nvPr/>
        </p:nvSpPr>
        <p:spPr>
          <a:xfrm flipV="1">
            <a:off x="12758040" y="429840"/>
            <a:ext cx="0" cy="4653000"/>
          </a:xfrm>
          <a:prstGeom prst="line">
            <a:avLst/>
          </a:prstGeom>
          <a:ln cap="sq"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0" name=""/>
          <p:cNvSpPr/>
          <p:nvPr/>
        </p:nvSpPr>
        <p:spPr>
          <a:xfrm flipV="1">
            <a:off x="11581560" y="429840"/>
            <a:ext cx="0" cy="465300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01" name=""/>
          <p:cNvSpPr/>
          <p:nvPr/>
        </p:nvSpPr>
        <p:spPr>
          <a:xfrm>
            <a:off x="11581560" y="5082840"/>
            <a:ext cx="2808720" cy="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02" name=""/>
          <p:cNvSpPr/>
          <p:nvPr/>
        </p:nvSpPr>
        <p:spPr>
          <a:xfrm>
            <a:off x="11652480" y="584640"/>
            <a:ext cx="113760" cy="114120"/>
          </a:xfrm>
          <a:custGeom>
            <a:avLst/>
            <a:gdLst/>
            <a:ahLst/>
            <a:rect l="0" t="0" r="r" b="b"/>
            <a:pathLst>
              <a:path w="316" h="317">
                <a:moveTo>
                  <a:pt x="158" y="317"/>
                </a:moveTo>
                <a:cubicBezTo>
                  <a:pt x="200" y="317"/>
                  <a:pt x="241" y="300"/>
                  <a:pt x="270" y="270"/>
                </a:cubicBezTo>
                <a:cubicBezTo>
                  <a:pt x="300" y="241"/>
                  <a:pt x="316" y="201"/>
                  <a:pt x="316" y="159"/>
                </a:cubicBezTo>
                <a:cubicBezTo>
                  <a:pt x="316" y="117"/>
                  <a:pt x="300" y="76"/>
                  <a:pt x="270" y="46"/>
                </a:cubicBezTo>
                <a:cubicBezTo>
                  <a:pt x="241" y="17"/>
                  <a:pt x="200" y="0"/>
                  <a:pt x="158" y="0"/>
                </a:cubicBezTo>
                <a:cubicBezTo>
                  <a:pt x="116" y="0"/>
                  <a:pt x="76" y="17"/>
                  <a:pt x="46" y="46"/>
                </a:cubicBezTo>
                <a:cubicBezTo>
                  <a:pt x="17" y="76"/>
                  <a:pt x="0" y="117"/>
                  <a:pt x="0" y="159"/>
                </a:cubicBezTo>
                <a:cubicBezTo>
                  <a:pt x="0" y="201"/>
                  <a:pt x="17" y="241"/>
                  <a:pt x="46" y="270"/>
                </a:cubicBezTo>
                <a:cubicBezTo>
                  <a:pt x="76" y="300"/>
                  <a:pt x="116" y="317"/>
                  <a:pt x="158" y="317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03" name=""/>
          <p:cNvSpPr/>
          <p:nvPr/>
        </p:nvSpPr>
        <p:spPr>
          <a:xfrm>
            <a:off x="13381200" y="3589920"/>
            <a:ext cx="113760" cy="114120"/>
          </a:xfrm>
          <a:custGeom>
            <a:avLst/>
            <a:gdLst/>
            <a:ahLst/>
            <a:rect l="0" t="0" r="r" b="b"/>
            <a:pathLst>
              <a:path w="316" h="317">
                <a:moveTo>
                  <a:pt x="157" y="317"/>
                </a:moveTo>
                <a:cubicBezTo>
                  <a:pt x="200" y="317"/>
                  <a:pt x="240" y="300"/>
                  <a:pt x="270" y="271"/>
                </a:cubicBezTo>
                <a:cubicBezTo>
                  <a:pt x="299" y="240"/>
                  <a:pt x="316" y="200"/>
                  <a:pt x="316" y="158"/>
                </a:cubicBezTo>
                <a:cubicBezTo>
                  <a:pt x="316" y="116"/>
                  <a:pt x="299" y="76"/>
                  <a:pt x="270" y="47"/>
                </a:cubicBezTo>
                <a:cubicBezTo>
                  <a:pt x="240" y="17"/>
                  <a:pt x="200" y="0"/>
                  <a:pt x="157" y="0"/>
                </a:cubicBezTo>
                <a:cubicBezTo>
                  <a:pt x="115" y="0"/>
                  <a:pt x="75" y="17"/>
                  <a:pt x="46" y="47"/>
                </a:cubicBezTo>
                <a:cubicBezTo>
                  <a:pt x="16" y="76"/>
                  <a:pt x="0" y="116"/>
                  <a:pt x="0" y="158"/>
                </a:cubicBezTo>
                <a:cubicBezTo>
                  <a:pt x="0" y="200"/>
                  <a:pt x="16" y="240"/>
                  <a:pt x="46" y="271"/>
                </a:cubicBezTo>
                <a:cubicBezTo>
                  <a:pt x="75" y="300"/>
                  <a:pt x="115" y="317"/>
                  <a:pt x="157" y="317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04" name=""/>
          <p:cNvSpPr/>
          <p:nvPr/>
        </p:nvSpPr>
        <p:spPr>
          <a:xfrm>
            <a:off x="12429720" y="1690560"/>
            <a:ext cx="113760" cy="113760"/>
          </a:xfrm>
          <a:custGeom>
            <a:avLst/>
            <a:gdLst/>
            <a:ahLst/>
            <a:rect l="0" t="0" r="r" b="b"/>
            <a:pathLst>
              <a:path w="316" h="316">
                <a:moveTo>
                  <a:pt x="157" y="316"/>
                </a:moveTo>
                <a:cubicBezTo>
                  <a:pt x="199" y="316"/>
                  <a:pt x="239" y="299"/>
                  <a:pt x="269" y="270"/>
                </a:cubicBezTo>
                <a:cubicBezTo>
                  <a:pt x="299" y="240"/>
                  <a:pt x="316" y="200"/>
                  <a:pt x="316" y="157"/>
                </a:cubicBezTo>
                <a:cubicBezTo>
                  <a:pt x="316" y="115"/>
                  <a:pt x="299" y="75"/>
                  <a:pt x="269" y="46"/>
                </a:cubicBezTo>
                <a:cubicBezTo>
                  <a:pt x="239" y="16"/>
                  <a:pt x="199" y="0"/>
                  <a:pt x="157" y="0"/>
                </a:cubicBezTo>
                <a:cubicBezTo>
                  <a:pt x="115" y="0"/>
                  <a:pt x="75" y="16"/>
                  <a:pt x="46" y="46"/>
                </a:cubicBezTo>
                <a:cubicBezTo>
                  <a:pt x="16" y="75"/>
                  <a:pt x="0" y="115"/>
                  <a:pt x="0" y="157"/>
                </a:cubicBezTo>
                <a:cubicBezTo>
                  <a:pt x="0" y="200"/>
                  <a:pt x="16" y="240"/>
                  <a:pt x="46" y="270"/>
                </a:cubicBezTo>
                <a:cubicBezTo>
                  <a:pt x="75" y="299"/>
                  <a:pt x="115" y="316"/>
                  <a:pt x="157" y="316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05" name=""/>
          <p:cNvSpPr/>
          <p:nvPr/>
        </p:nvSpPr>
        <p:spPr>
          <a:xfrm>
            <a:off x="13451760" y="834120"/>
            <a:ext cx="114120" cy="113760"/>
          </a:xfrm>
          <a:custGeom>
            <a:avLst/>
            <a:gdLst/>
            <a:ahLst/>
            <a:rect l="0" t="0" r="r" b="b"/>
            <a:pathLst>
              <a:path w="317" h="316">
                <a:moveTo>
                  <a:pt x="158" y="316"/>
                </a:moveTo>
                <a:cubicBezTo>
                  <a:pt x="200" y="316"/>
                  <a:pt x="240" y="299"/>
                  <a:pt x="270" y="270"/>
                </a:cubicBezTo>
                <a:cubicBezTo>
                  <a:pt x="300" y="240"/>
                  <a:pt x="317" y="200"/>
                  <a:pt x="317" y="158"/>
                </a:cubicBezTo>
                <a:cubicBezTo>
                  <a:pt x="317" y="116"/>
                  <a:pt x="300" y="76"/>
                  <a:pt x="270" y="47"/>
                </a:cubicBezTo>
                <a:cubicBezTo>
                  <a:pt x="240" y="16"/>
                  <a:pt x="200" y="0"/>
                  <a:pt x="158" y="0"/>
                </a:cubicBezTo>
                <a:cubicBezTo>
                  <a:pt x="116" y="0"/>
                  <a:pt x="76" y="16"/>
                  <a:pt x="47" y="47"/>
                </a:cubicBezTo>
                <a:cubicBezTo>
                  <a:pt x="17" y="76"/>
                  <a:pt x="0" y="116"/>
                  <a:pt x="0" y="158"/>
                </a:cubicBezTo>
                <a:cubicBezTo>
                  <a:pt x="0" y="200"/>
                  <a:pt x="17" y="240"/>
                  <a:pt x="47" y="270"/>
                </a:cubicBezTo>
                <a:cubicBezTo>
                  <a:pt x="76" y="299"/>
                  <a:pt x="116" y="316"/>
                  <a:pt x="158" y="316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06" name=""/>
          <p:cNvSpPr/>
          <p:nvPr/>
        </p:nvSpPr>
        <p:spPr>
          <a:xfrm>
            <a:off x="12211920" y="3271680"/>
            <a:ext cx="114120" cy="114120"/>
          </a:xfrm>
          <a:custGeom>
            <a:avLst/>
            <a:gdLst/>
            <a:ahLst/>
            <a:rect l="0" t="0" r="r" b="b"/>
            <a:pathLst>
              <a:path w="317" h="317">
                <a:moveTo>
                  <a:pt x="158" y="317"/>
                </a:moveTo>
                <a:cubicBezTo>
                  <a:pt x="200" y="317"/>
                  <a:pt x="240" y="300"/>
                  <a:pt x="270" y="271"/>
                </a:cubicBezTo>
                <a:cubicBezTo>
                  <a:pt x="300" y="241"/>
                  <a:pt x="317" y="200"/>
                  <a:pt x="317" y="158"/>
                </a:cubicBezTo>
                <a:cubicBezTo>
                  <a:pt x="317" y="116"/>
                  <a:pt x="300" y="76"/>
                  <a:pt x="270" y="47"/>
                </a:cubicBezTo>
                <a:cubicBezTo>
                  <a:pt x="240" y="17"/>
                  <a:pt x="200" y="0"/>
                  <a:pt x="158" y="0"/>
                </a:cubicBezTo>
                <a:cubicBezTo>
                  <a:pt x="116" y="0"/>
                  <a:pt x="76" y="17"/>
                  <a:pt x="46" y="47"/>
                </a:cubicBezTo>
                <a:cubicBezTo>
                  <a:pt x="17" y="76"/>
                  <a:pt x="0" y="116"/>
                  <a:pt x="0" y="158"/>
                </a:cubicBezTo>
                <a:cubicBezTo>
                  <a:pt x="0" y="200"/>
                  <a:pt x="17" y="241"/>
                  <a:pt x="46" y="271"/>
                </a:cubicBezTo>
                <a:cubicBezTo>
                  <a:pt x="76" y="300"/>
                  <a:pt x="116" y="317"/>
                  <a:pt x="158" y="317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07" name=""/>
          <p:cNvSpPr/>
          <p:nvPr/>
        </p:nvSpPr>
        <p:spPr>
          <a:xfrm>
            <a:off x="14205600" y="4114440"/>
            <a:ext cx="114120" cy="114120"/>
          </a:xfrm>
          <a:custGeom>
            <a:avLst/>
            <a:gdLst/>
            <a:ahLst/>
            <a:rect l="0" t="0" r="r" b="b"/>
            <a:pathLst>
              <a:path w="317" h="317">
                <a:moveTo>
                  <a:pt x="159" y="317"/>
                </a:moveTo>
                <a:cubicBezTo>
                  <a:pt x="201" y="317"/>
                  <a:pt x="241" y="300"/>
                  <a:pt x="271" y="270"/>
                </a:cubicBezTo>
                <a:cubicBezTo>
                  <a:pt x="300" y="241"/>
                  <a:pt x="317" y="201"/>
                  <a:pt x="317" y="159"/>
                </a:cubicBezTo>
                <a:cubicBezTo>
                  <a:pt x="317" y="117"/>
                  <a:pt x="300" y="77"/>
                  <a:pt x="271" y="46"/>
                </a:cubicBezTo>
                <a:cubicBezTo>
                  <a:pt x="241" y="17"/>
                  <a:pt x="201" y="0"/>
                  <a:pt x="159" y="0"/>
                </a:cubicBezTo>
                <a:cubicBezTo>
                  <a:pt x="117" y="0"/>
                  <a:pt x="77" y="17"/>
                  <a:pt x="47" y="46"/>
                </a:cubicBezTo>
                <a:cubicBezTo>
                  <a:pt x="17" y="77"/>
                  <a:pt x="0" y="117"/>
                  <a:pt x="0" y="159"/>
                </a:cubicBezTo>
                <a:cubicBezTo>
                  <a:pt x="0" y="201"/>
                  <a:pt x="17" y="241"/>
                  <a:pt x="47" y="270"/>
                </a:cubicBezTo>
                <a:cubicBezTo>
                  <a:pt x="77" y="300"/>
                  <a:pt x="117" y="317"/>
                  <a:pt x="159" y="317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08" name=""/>
          <p:cNvSpPr/>
          <p:nvPr/>
        </p:nvSpPr>
        <p:spPr>
          <a:xfrm>
            <a:off x="12122640" y="3873600"/>
            <a:ext cx="113760" cy="114120"/>
          </a:xfrm>
          <a:custGeom>
            <a:avLst/>
            <a:gdLst/>
            <a:ahLst/>
            <a:rect l="0" t="0" r="r" b="b"/>
            <a:pathLst>
              <a:path w="316" h="317">
                <a:moveTo>
                  <a:pt x="158" y="317"/>
                </a:moveTo>
                <a:cubicBezTo>
                  <a:pt x="201" y="317"/>
                  <a:pt x="241" y="300"/>
                  <a:pt x="270" y="271"/>
                </a:cubicBezTo>
                <a:cubicBezTo>
                  <a:pt x="300" y="241"/>
                  <a:pt x="316" y="201"/>
                  <a:pt x="316" y="159"/>
                </a:cubicBezTo>
                <a:cubicBezTo>
                  <a:pt x="316" y="117"/>
                  <a:pt x="300" y="76"/>
                  <a:pt x="270" y="46"/>
                </a:cubicBezTo>
                <a:cubicBezTo>
                  <a:pt x="241" y="17"/>
                  <a:pt x="201" y="0"/>
                  <a:pt x="158" y="0"/>
                </a:cubicBezTo>
                <a:cubicBezTo>
                  <a:pt x="116" y="0"/>
                  <a:pt x="76" y="17"/>
                  <a:pt x="46" y="46"/>
                </a:cubicBezTo>
                <a:cubicBezTo>
                  <a:pt x="17" y="76"/>
                  <a:pt x="0" y="117"/>
                  <a:pt x="0" y="159"/>
                </a:cubicBezTo>
                <a:cubicBezTo>
                  <a:pt x="0" y="201"/>
                  <a:pt x="17" y="241"/>
                  <a:pt x="46" y="271"/>
                </a:cubicBezTo>
                <a:cubicBezTo>
                  <a:pt x="76" y="300"/>
                  <a:pt x="116" y="317"/>
                  <a:pt x="158" y="317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09" name=""/>
          <p:cNvSpPr/>
          <p:nvPr/>
        </p:nvSpPr>
        <p:spPr>
          <a:xfrm>
            <a:off x="13334760" y="4814640"/>
            <a:ext cx="114120" cy="113760"/>
          </a:xfrm>
          <a:custGeom>
            <a:avLst/>
            <a:gdLst/>
            <a:ahLst/>
            <a:rect l="0" t="0" r="r" b="b"/>
            <a:pathLst>
              <a:path w="317" h="316">
                <a:moveTo>
                  <a:pt x="158" y="316"/>
                </a:moveTo>
                <a:cubicBezTo>
                  <a:pt x="200" y="316"/>
                  <a:pt x="240" y="300"/>
                  <a:pt x="270" y="270"/>
                </a:cubicBezTo>
                <a:cubicBezTo>
                  <a:pt x="300" y="241"/>
                  <a:pt x="317" y="201"/>
                  <a:pt x="317" y="159"/>
                </a:cubicBezTo>
                <a:cubicBezTo>
                  <a:pt x="317" y="117"/>
                  <a:pt x="300" y="77"/>
                  <a:pt x="270" y="47"/>
                </a:cubicBezTo>
                <a:cubicBezTo>
                  <a:pt x="240" y="18"/>
                  <a:pt x="200" y="0"/>
                  <a:pt x="158" y="0"/>
                </a:cubicBezTo>
                <a:cubicBezTo>
                  <a:pt x="116" y="0"/>
                  <a:pt x="76" y="18"/>
                  <a:pt x="47" y="47"/>
                </a:cubicBezTo>
                <a:cubicBezTo>
                  <a:pt x="17" y="77"/>
                  <a:pt x="0" y="117"/>
                  <a:pt x="0" y="159"/>
                </a:cubicBezTo>
                <a:cubicBezTo>
                  <a:pt x="0" y="201"/>
                  <a:pt x="17" y="241"/>
                  <a:pt x="47" y="270"/>
                </a:cubicBezTo>
                <a:cubicBezTo>
                  <a:pt x="76" y="300"/>
                  <a:pt x="116" y="316"/>
                  <a:pt x="158" y="316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10" name=""/>
          <p:cNvSpPr/>
          <p:nvPr/>
        </p:nvSpPr>
        <p:spPr>
          <a:xfrm>
            <a:off x="13089960" y="2941920"/>
            <a:ext cx="114120" cy="113760"/>
          </a:xfrm>
          <a:custGeom>
            <a:avLst/>
            <a:gdLst/>
            <a:ahLst/>
            <a:rect l="0" t="0" r="r" b="b"/>
            <a:pathLst>
              <a:path w="317" h="316">
                <a:moveTo>
                  <a:pt x="159" y="316"/>
                </a:moveTo>
                <a:cubicBezTo>
                  <a:pt x="201" y="316"/>
                  <a:pt x="241" y="300"/>
                  <a:pt x="270" y="270"/>
                </a:cubicBezTo>
                <a:cubicBezTo>
                  <a:pt x="300" y="240"/>
                  <a:pt x="317" y="200"/>
                  <a:pt x="317" y="157"/>
                </a:cubicBezTo>
                <a:cubicBezTo>
                  <a:pt x="317" y="116"/>
                  <a:pt x="300" y="75"/>
                  <a:pt x="270" y="46"/>
                </a:cubicBezTo>
                <a:cubicBezTo>
                  <a:pt x="241" y="16"/>
                  <a:pt x="201" y="0"/>
                  <a:pt x="159" y="0"/>
                </a:cubicBezTo>
                <a:cubicBezTo>
                  <a:pt x="117" y="0"/>
                  <a:pt x="77" y="16"/>
                  <a:pt x="47" y="46"/>
                </a:cubicBezTo>
                <a:cubicBezTo>
                  <a:pt x="17" y="75"/>
                  <a:pt x="0" y="116"/>
                  <a:pt x="0" y="157"/>
                </a:cubicBezTo>
                <a:cubicBezTo>
                  <a:pt x="0" y="200"/>
                  <a:pt x="17" y="240"/>
                  <a:pt x="47" y="270"/>
                </a:cubicBezTo>
                <a:cubicBezTo>
                  <a:pt x="77" y="300"/>
                  <a:pt x="117" y="316"/>
                  <a:pt x="159" y="316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11" name=""/>
          <p:cNvSpPr txBox="1"/>
          <p:nvPr/>
        </p:nvSpPr>
        <p:spPr>
          <a:xfrm rot="16200000">
            <a:off x="11002320" y="1889640"/>
            <a:ext cx="328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bad)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312" name=""/>
          <p:cNvSpPr txBox="1"/>
          <p:nvPr/>
        </p:nvSpPr>
        <p:spPr>
          <a:xfrm>
            <a:off x="11773080" y="48960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150082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13" name=""/>
          <p:cNvSpPr txBox="1"/>
          <p:nvPr/>
        </p:nvSpPr>
        <p:spPr>
          <a:xfrm>
            <a:off x="13501440" y="349524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35452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14" name=""/>
          <p:cNvSpPr txBox="1"/>
          <p:nvPr/>
        </p:nvSpPr>
        <p:spPr>
          <a:xfrm>
            <a:off x="12549960" y="159552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119409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15" name=""/>
          <p:cNvSpPr txBox="1"/>
          <p:nvPr/>
        </p:nvSpPr>
        <p:spPr>
          <a:xfrm>
            <a:off x="13572360" y="73908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45404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16" name=""/>
          <p:cNvSpPr txBox="1"/>
          <p:nvPr/>
        </p:nvSpPr>
        <p:spPr>
          <a:xfrm>
            <a:off x="12332520" y="317700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94104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17" name=""/>
          <p:cNvSpPr txBox="1"/>
          <p:nvPr/>
        </p:nvSpPr>
        <p:spPr>
          <a:xfrm>
            <a:off x="14326200" y="401940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56699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18" name=""/>
          <p:cNvSpPr txBox="1"/>
          <p:nvPr/>
        </p:nvSpPr>
        <p:spPr>
          <a:xfrm>
            <a:off x="12243240" y="377892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46862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19" name=""/>
          <p:cNvSpPr txBox="1"/>
          <p:nvPr/>
        </p:nvSpPr>
        <p:spPr>
          <a:xfrm>
            <a:off x="13455360" y="471960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133057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20" name=""/>
          <p:cNvSpPr txBox="1"/>
          <p:nvPr/>
        </p:nvSpPr>
        <p:spPr>
          <a:xfrm>
            <a:off x="13210560" y="284688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87211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21" name=""/>
          <p:cNvSpPr txBox="1"/>
          <p:nvPr/>
        </p:nvSpPr>
        <p:spPr>
          <a:xfrm>
            <a:off x="12885120" y="2457360"/>
            <a:ext cx="4032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6a4c93"/>
                </a:solidFill>
                <a:latin typeface="DejaVuSans"/>
              </a:rPr>
              <a:t>Akiyoshi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22" name=""/>
          <p:cNvSpPr txBox="1"/>
          <p:nvPr/>
        </p:nvSpPr>
        <p:spPr>
          <a:xfrm>
            <a:off x="12885120" y="2571120"/>
            <a:ext cx="2444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6a4c93"/>
                </a:solidFill>
                <a:latin typeface="DejaVuSans"/>
              </a:rPr>
              <a:t>2023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23" name=""/>
          <p:cNvSpPr txBox="1"/>
          <p:nvPr/>
        </p:nvSpPr>
        <p:spPr>
          <a:xfrm>
            <a:off x="11818080" y="73800"/>
            <a:ext cx="232488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CD8 effector vs tumor proliferation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12668040" y="256968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lnTo>
                  <a:pt x="500" y="251"/>
                </a:lnTo>
                <a:lnTo>
                  <a:pt x="250" y="0"/>
                </a:lnTo>
                <a:lnTo>
                  <a:pt x="0" y="251"/>
                </a:lnTo>
                <a:lnTo>
                  <a:pt x="250" y="500"/>
                </a:lnTo>
                <a:close/>
              </a:path>
            </a:pathLst>
          </a:custGeom>
          <a:solidFill>
            <a:srgbClr val="6a4c93"/>
          </a:solidFill>
          <a:ln w="8640">
            <a:solidFill>
              <a:srgbClr val="000000"/>
            </a:solidFill>
            <a:round/>
          </a:ln>
        </p:spPr>
      </p:sp>
      <p:sp>
        <p:nvSpPr>
          <p:cNvPr id="325" name=""/>
          <p:cNvSpPr/>
          <p:nvPr/>
        </p:nvSpPr>
        <p:spPr>
          <a:xfrm>
            <a:off x="12770640" y="4737600"/>
            <a:ext cx="114120" cy="113760"/>
          </a:xfrm>
          <a:custGeom>
            <a:avLst/>
            <a:gdLst/>
            <a:ahLst/>
            <a:rect l="0" t="0" r="r" b="b"/>
            <a:pathLst>
              <a:path w="317" h="316">
                <a:moveTo>
                  <a:pt x="158" y="316"/>
                </a:moveTo>
                <a:cubicBezTo>
                  <a:pt x="200" y="316"/>
                  <a:pt x="240" y="300"/>
                  <a:pt x="269" y="270"/>
                </a:cubicBezTo>
                <a:cubicBezTo>
                  <a:pt x="300" y="241"/>
                  <a:pt x="317" y="199"/>
                  <a:pt x="317" y="158"/>
                </a:cubicBezTo>
                <a:cubicBezTo>
                  <a:pt x="317" y="116"/>
                  <a:pt x="300" y="76"/>
                  <a:pt x="269" y="46"/>
                </a:cubicBezTo>
                <a:cubicBezTo>
                  <a:pt x="240" y="16"/>
                  <a:pt x="200" y="0"/>
                  <a:pt x="158" y="0"/>
                </a:cubicBezTo>
                <a:cubicBezTo>
                  <a:pt x="116" y="0"/>
                  <a:pt x="76" y="16"/>
                  <a:pt x="46" y="46"/>
                </a:cubicBezTo>
                <a:cubicBezTo>
                  <a:pt x="17" y="76"/>
                  <a:pt x="0" y="116"/>
                  <a:pt x="0" y="158"/>
                </a:cubicBezTo>
                <a:cubicBezTo>
                  <a:pt x="0" y="199"/>
                  <a:pt x="17" y="241"/>
                  <a:pt x="46" y="270"/>
                </a:cubicBezTo>
                <a:cubicBezTo>
                  <a:pt x="76" y="300"/>
                  <a:pt x="116" y="316"/>
                  <a:pt x="158" y="316"/>
                </a:cubicBezTo>
                <a:close/>
              </a:path>
            </a:pathLst>
          </a:custGeom>
          <a:solidFill>
            <a:srgbClr val="2e86ab"/>
          </a:solidFill>
          <a:ln w="8640">
            <a:solidFill>
              <a:srgbClr val="000000"/>
            </a:solidFill>
            <a:round/>
          </a:ln>
        </p:spPr>
      </p:sp>
      <p:sp>
        <p:nvSpPr>
          <p:cNvPr id="326" name=""/>
          <p:cNvSpPr txBox="1"/>
          <p:nvPr/>
        </p:nvSpPr>
        <p:spPr>
          <a:xfrm>
            <a:off x="12175920" y="230400"/>
            <a:ext cx="16131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decouple across cohorts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12737520" y="485388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1" y="500"/>
                </a:moveTo>
                <a:lnTo>
                  <a:pt x="500" y="250"/>
                </a:lnTo>
                <a:lnTo>
                  <a:pt x="251" y="0"/>
                </a:lnTo>
                <a:lnTo>
                  <a:pt x="0" y="250"/>
                </a:lnTo>
                <a:lnTo>
                  <a:pt x="251" y="500"/>
                </a:lnTo>
                <a:close/>
              </a:path>
            </a:pathLst>
          </a:custGeom>
          <a:solidFill>
            <a:srgbClr val="6a4c93"/>
          </a:solidFill>
          <a:ln w="8640">
            <a:solidFill>
              <a:srgbClr val="000000"/>
            </a:solidFill>
            <a:round/>
          </a:ln>
        </p:spPr>
      </p:sp>
      <p:sp>
        <p:nvSpPr>
          <p:cNvPr id="328" name=""/>
          <p:cNvSpPr txBox="1"/>
          <p:nvPr/>
        </p:nvSpPr>
        <p:spPr>
          <a:xfrm>
            <a:off x="13010400" y="4726800"/>
            <a:ext cx="726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9-cohort meta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29" name=""/>
          <p:cNvSpPr txBox="1"/>
          <p:nvPr/>
        </p:nvSpPr>
        <p:spPr>
          <a:xfrm>
            <a:off x="13010400" y="4876200"/>
            <a:ext cx="12992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Akiyoshi 2023 (CD8 only)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30" name="TextBox 329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7A — CD8 meta + Akiyoshi (v0.7)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7978320" cy="4412160"/>
          </a:xfrm>
          <a:custGeom>
            <a:avLst/>
            <a:gdLst/>
            <a:ahLst/>
            <a:rect l="0" t="0" r="r" b="b"/>
            <a:pathLst>
              <a:path w="22162" h="12256">
                <a:moveTo>
                  <a:pt x="0" y="12256"/>
                </a:moveTo>
                <a:lnTo>
                  <a:pt x="22162" y="12256"/>
                </a:lnTo>
                <a:lnTo>
                  <a:pt x="22162" y="0"/>
                </a:lnTo>
                <a:lnTo>
                  <a:pt x="0" y="0"/>
                </a:lnTo>
                <a:lnTo>
                  <a:pt x="0" y="1225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344600" y="134640"/>
            <a:ext cx="5619960" cy="3661560"/>
          </a:xfrm>
          <a:custGeom>
            <a:avLst/>
            <a:gdLst/>
            <a:ahLst/>
            <a:rect l="0" t="0" r="r" b="b"/>
            <a:pathLst>
              <a:path w="15611" h="10171">
                <a:moveTo>
                  <a:pt x="0" y="10171"/>
                </a:moveTo>
                <a:lnTo>
                  <a:pt x="15611" y="10171"/>
                </a:lnTo>
                <a:lnTo>
                  <a:pt x="15611" y="0"/>
                </a:lnTo>
                <a:lnTo>
                  <a:pt x="0" y="0"/>
                </a:lnTo>
                <a:lnTo>
                  <a:pt x="0" y="1017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8" name="" descr=""/>
          <p:cNvPicPr/>
          <p:nvPr/>
        </p:nvPicPr>
        <p:blipFill>
          <a:blip r:embed="rId2"/>
          <a:stretch/>
        </p:blipFill>
        <p:spPr>
          <a:xfrm>
            <a:off x="1344600" y="132480"/>
            <a:ext cx="5620320" cy="366336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 txBox="1"/>
          <p:nvPr/>
        </p:nvSpPr>
        <p:spPr>
          <a:xfrm rot="20520000">
            <a:off x="1046520" y="3971520"/>
            <a:ext cx="1003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DSB/HDR repair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0" name=""/>
          <p:cNvSpPr txBox="1"/>
          <p:nvPr/>
        </p:nvSpPr>
        <p:spPr>
          <a:xfrm rot="20520000">
            <a:off x="2284560" y="3997440"/>
            <a:ext cx="1177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E2F/MYC cell cycle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1" name=""/>
          <p:cNvSpPr txBox="1"/>
          <p:nvPr/>
        </p:nvSpPr>
        <p:spPr>
          <a:xfrm rot="20520000">
            <a:off x="3780000" y="3983760"/>
            <a:ext cx="1082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CD8 proliferation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2" name=""/>
          <p:cNvSpPr txBox="1"/>
          <p:nvPr/>
        </p:nvSpPr>
        <p:spPr>
          <a:xfrm rot="20520000">
            <a:off x="5979600" y="3857760"/>
            <a:ext cx="267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EMT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3" name=""/>
          <p:cNvSpPr txBox="1"/>
          <p:nvPr/>
        </p:nvSpPr>
        <p:spPr>
          <a:xfrm>
            <a:off x="91440" y="332640"/>
            <a:ext cx="1203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GSE119409  (n=56)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4" name=""/>
          <p:cNvSpPr txBox="1"/>
          <p:nvPr/>
        </p:nvSpPr>
        <p:spPr>
          <a:xfrm>
            <a:off x="91440" y="855720"/>
            <a:ext cx="12031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GSE150082  (n=33)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5" name=""/>
          <p:cNvSpPr txBox="1"/>
          <p:nvPr/>
        </p:nvSpPr>
        <p:spPr>
          <a:xfrm>
            <a:off x="168120" y="1378800"/>
            <a:ext cx="1126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GSE35452  (n=46)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6" name=""/>
          <p:cNvSpPr txBox="1"/>
          <p:nvPr/>
        </p:nvSpPr>
        <p:spPr>
          <a:xfrm>
            <a:off x="168120" y="1901880"/>
            <a:ext cx="1126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GSE45404  (n=42)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>
            <a:off x="168120" y="2424960"/>
            <a:ext cx="1126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GSE68204  (n=43)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8" name=""/>
          <p:cNvSpPr txBox="1"/>
          <p:nvPr/>
        </p:nvSpPr>
        <p:spPr>
          <a:xfrm>
            <a:off x="168120" y="2947680"/>
            <a:ext cx="1126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GSE69657  (n=30)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1344600" y="134640"/>
            <a:ext cx="5619600" cy="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" name=""/>
          <p:cNvSpPr/>
          <p:nvPr/>
        </p:nvSpPr>
        <p:spPr>
          <a:xfrm>
            <a:off x="1344600" y="657720"/>
            <a:ext cx="5619600" cy="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/>
          <p:nvPr/>
        </p:nvSpPr>
        <p:spPr>
          <a:xfrm>
            <a:off x="1344600" y="1180800"/>
            <a:ext cx="5619600" cy="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/>
          <p:nvPr/>
        </p:nvSpPr>
        <p:spPr>
          <a:xfrm>
            <a:off x="1344600" y="1703880"/>
            <a:ext cx="5619600" cy="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" name=""/>
          <p:cNvSpPr/>
          <p:nvPr/>
        </p:nvSpPr>
        <p:spPr>
          <a:xfrm>
            <a:off x="1344600" y="2226960"/>
            <a:ext cx="5619600" cy="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/>
          <p:nvPr/>
        </p:nvSpPr>
        <p:spPr>
          <a:xfrm>
            <a:off x="1344600" y="2750040"/>
            <a:ext cx="5619600" cy="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/>
          <p:nvPr/>
        </p:nvSpPr>
        <p:spPr>
          <a:xfrm>
            <a:off x="1344600" y="3272760"/>
            <a:ext cx="5619600" cy="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/>
          <p:nvPr/>
        </p:nvSpPr>
        <p:spPr>
          <a:xfrm>
            <a:off x="1344600" y="3795840"/>
            <a:ext cx="5619600" cy="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/>
          <p:nvPr/>
        </p:nvSpPr>
        <p:spPr>
          <a:xfrm flipV="1">
            <a:off x="1344600" y="134640"/>
            <a:ext cx="0" cy="366120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/>
          <p:nvPr/>
        </p:nvSpPr>
        <p:spPr>
          <a:xfrm flipV="1">
            <a:off x="2749680" y="134640"/>
            <a:ext cx="0" cy="366120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9" name=""/>
          <p:cNvSpPr/>
          <p:nvPr/>
        </p:nvSpPr>
        <p:spPr>
          <a:xfrm flipV="1">
            <a:off x="4154400" y="134640"/>
            <a:ext cx="0" cy="366120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/>
          <p:nvPr/>
        </p:nvSpPr>
        <p:spPr>
          <a:xfrm flipV="1">
            <a:off x="5559480" y="134640"/>
            <a:ext cx="0" cy="366120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/>
          <p:nvPr/>
        </p:nvSpPr>
        <p:spPr>
          <a:xfrm flipV="1">
            <a:off x="6964200" y="134640"/>
            <a:ext cx="0" cy="3661200"/>
          </a:xfrm>
          <a:prstGeom prst="line">
            <a:avLst/>
          </a:prstGeom>
          <a:ln cap="sq" w="1872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 txBox="1"/>
          <p:nvPr/>
        </p:nvSpPr>
        <p:spPr>
          <a:xfrm>
            <a:off x="168120" y="3470760"/>
            <a:ext cx="1126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GSE94104  (n=40)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>
            <a:off x="1882440" y="25920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-0.18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1871280" y="45108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p=0.30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>
            <a:off x="3287520" y="25920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-0.10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3276000" y="45108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p=0.67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4692240" y="25920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-0.12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4681080" y="45108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p=0.55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>
            <a:off x="6073200" y="25920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+0.34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>
            <a:off x="6062040" y="451080"/>
            <a:ext cx="404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p=0.02*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>
            <a:off x="1882440" y="78228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-0.41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>
            <a:off x="1847160" y="974160"/>
            <a:ext cx="404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ffffff"/>
                </a:solidFill>
                <a:latin typeface="DejaVuSans"/>
              </a:rPr>
              <a:t>p=0.02*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73" name=""/>
          <p:cNvSpPr txBox="1"/>
          <p:nvPr/>
        </p:nvSpPr>
        <p:spPr>
          <a:xfrm>
            <a:off x="3287520" y="78228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-0.53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3252240" y="974160"/>
            <a:ext cx="404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ffffff"/>
                </a:solidFill>
                <a:latin typeface="DejaVuSans"/>
              </a:rPr>
              <a:t>p=0.01*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>
            <a:off x="4692240" y="78228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-0.48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>
            <a:off x="4681080" y="97416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ffffff"/>
                </a:solidFill>
                <a:latin typeface="DejaVuSans"/>
              </a:rPr>
              <a:t>p=0.08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77" name=""/>
          <p:cNvSpPr txBox="1"/>
          <p:nvPr/>
        </p:nvSpPr>
        <p:spPr>
          <a:xfrm>
            <a:off x="6073200" y="78228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+0.02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8" name=""/>
          <p:cNvSpPr txBox="1"/>
          <p:nvPr/>
        </p:nvSpPr>
        <p:spPr>
          <a:xfrm>
            <a:off x="6085800" y="97416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p=0.99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79" name=""/>
          <p:cNvSpPr txBox="1"/>
          <p:nvPr/>
        </p:nvSpPr>
        <p:spPr>
          <a:xfrm>
            <a:off x="1858320" y="130536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+0.21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 txBox="1"/>
          <p:nvPr/>
        </p:nvSpPr>
        <p:spPr>
          <a:xfrm>
            <a:off x="1871280" y="149724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p=0.19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1" name=""/>
          <p:cNvSpPr txBox="1"/>
          <p:nvPr/>
        </p:nvSpPr>
        <p:spPr>
          <a:xfrm>
            <a:off x="3263040" y="130536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+0.23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2" name=""/>
          <p:cNvSpPr txBox="1"/>
          <p:nvPr/>
        </p:nvSpPr>
        <p:spPr>
          <a:xfrm>
            <a:off x="3276000" y="149724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p=0.21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3" name=""/>
          <p:cNvSpPr txBox="1"/>
          <p:nvPr/>
        </p:nvSpPr>
        <p:spPr>
          <a:xfrm>
            <a:off x="4668120" y="130536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+0.26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>
            <a:off x="4681080" y="149724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p=0.16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>
            <a:off x="6073200" y="130536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>
            <a:off x="6085800" y="149724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p=0.29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7" name=""/>
          <p:cNvSpPr txBox="1"/>
          <p:nvPr/>
        </p:nvSpPr>
        <p:spPr>
          <a:xfrm>
            <a:off x="1858320" y="182808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+0.34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8" name=""/>
          <p:cNvSpPr txBox="1"/>
          <p:nvPr/>
        </p:nvSpPr>
        <p:spPr>
          <a:xfrm>
            <a:off x="1847160" y="2020320"/>
            <a:ext cx="404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p=0.03*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>
            <a:off x="3263040" y="182808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+0.28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0" name=""/>
          <p:cNvSpPr txBox="1"/>
          <p:nvPr/>
        </p:nvSpPr>
        <p:spPr>
          <a:xfrm>
            <a:off x="3276000" y="202032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p=0.08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1" name=""/>
          <p:cNvSpPr txBox="1"/>
          <p:nvPr/>
        </p:nvSpPr>
        <p:spPr>
          <a:xfrm>
            <a:off x="4668120" y="182808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+0.35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2" name=""/>
          <p:cNvSpPr txBox="1"/>
          <p:nvPr/>
        </p:nvSpPr>
        <p:spPr>
          <a:xfrm>
            <a:off x="4681080" y="202032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p=0.14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3" name=""/>
          <p:cNvSpPr txBox="1"/>
          <p:nvPr/>
        </p:nvSpPr>
        <p:spPr>
          <a:xfrm>
            <a:off x="6073200" y="182808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+0.05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>
            <a:off x="6085800" y="202032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p=0.84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1858320" y="235116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+0.07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1871280" y="254304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p=0.66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3263040" y="235116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+0.06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3276000" y="254304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p=0.60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4668120" y="235116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+0.02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4681080" y="254304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p=0.62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>
            <a:off x="6097320" y="235116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-0.14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2" name=""/>
          <p:cNvSpPr txBox="1"/>
          <p:nvPr/>
        </p:nvSpPr>
        <p:spPr>
          <a:xfrm>
            <a:off x="6085800" y="254304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p=0.49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3" name=""/>
          <p:cNvSpPr txBox="1"/>
          <p:nvPr/>
        </p:nvSpPr>
        <p:spPr>
          <a:xfrm>
            <a:off x="1882440" y="287424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-0.32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4" name=""/>
          <p:cNvSpPr txBox="1"/>
          <p:nvPr/>
        </p:nvSpPr>
        <p:spPr>
          <a:xfrm>
            <a:off x="1871280" y="306612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p=0.21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5" name=""/>
          <p:cNvSpPr txBox="1"/>
          <p:nvPr/>
        </p:nvSpPr>
        <p:spPr>
          <a:xfrm>
            <a:off x="3287520" y="287424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-0.37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" name=""/>
          <p:cNvSpPr txBox="1"/>
          <p:nvPr/>
        </p:nvSpPr>
        <p:spPr>
          <a:xfrm>
            <a:off x="3276000" y="306612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ffffff"/>
                </a:solidFill>
                <a:latin typeface="DejaVuSans"/>
              </a:rPr>
              <a:t>p=0.21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7" name=""/>
          <p:cNvSpPr txBox="1"/>
          <p:nvPr/>
        </p:nvSpPr>
        <p:spPr>
          <a:xfrm>
            <a:off x="4692240" y="287424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-0.37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>
            <a:off x="4681080" y="306612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ffffff"/>
                </a:solidFill>
                <a:latin typeface="DejaVuSans"/>
              </a:rPr>
              <a:t>p=0.24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>
            <a:off x="6073200" y="287424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+0.50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>
            <a:off x="6062040" y="3066120"/>
            <a:ext cx="404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ffffff"/>
                </a:solidFill>
                <a:latin typeface="DejaVuSans"/>
              </a:rPr>
              <a:t>p=0.02*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1882440" y="339732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-0.02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1871280" y="358920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p=0.94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3" name=""/>
          <p:cNvSpPr txBox="1"/>
          <p:nvPr/>
        </p:nvSpPr>
        <p:spPr>
          <a:xfrm>
            <a:off x="3263040" y="3397320"/>
            <a:ext cx="37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+0.04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3276000" y="358920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p=0.51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4692240" y="339732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-0.06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6" name=""/>
          <p:cNvSpPr txBox="1"/>
          <p:nvPr/>
        </p:nvSpPr>
        <p:spPr>
          <a:xfrm>
            <a:off x="4681080" y="358920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p=0.94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6097320" y="3397320"/>
            <a:ext cx="328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-0.07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1372680" y="1191240"/>
            <a:ext cx="1349280" cy="502560"/>
          </a:xfrm>
          <a:custGeom>
            <a:avLst/>
            <a:gdLst/>
            <a:ahLst/>
            <a:rect l="0" t="0" r="r" b="b"/>
            <a:pathLst>
              <a:path w="3748" h="1396">
                <a:moveTo>
                  <a:pt x="0" y="0"/>
                </a:moveTo>
                <a:lnTo>
                  <a:pt x="3748" y="0"/>
                </a:lnTo>
                <a:lnTo>
                  <a:pt x="3748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2777760" y="1191240"/>
            <a:ext cx="1348920" cy="502560"/>
          </a:xfrm>
          <a:custGeom>
            <a:avLst/>
            <a:gdLst/>
            <a:ahLst/>
            <a:rect l="0" t="0" r="r" b="b"/>
            <a:pathLst>
              <a:path w="3747" h="1396">
                <a:moveTo>
                  <a:pt x="0" y="0"/>
                </a:moveTo>
                <a:lnTo>
                  <a:pt x="3747" y="0"/>
                </a:lnTo>
                <a:lnTo>
                  <a:pt x="3747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4182480" y="1191240"/>
            <a:ext cx="1349280" cy="502560"/>
          </a:xfrm>
          <a:custGeom>
            <a:avLst/>
            <a:gdLst/>
            <a:ahLst/>
            <a:rect l="0" t="0" r="r" b="b"/>
            <a:pathLst>
              <a:path w="3748" h="1396">
                <a:moveTo>
                  <a:pt x="0" y="0"/>
                </a:moveTo>
                <a:lnTo>
                  <a:pt x="3748" y="0"/>
                </a:lnTo>
                <a:lnTo>
                  <a:pt x="3748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1372680" y="1714320"/>
            <a:ext cx="1349280" cy="502560"/>
          </a:xfrm>
          <a:custGeom>
            <a:avLst/>
            <a:gdLst/>
            <a:ahLst/>
            <a:rect l="0" t="0" r="r" b="b"/>
            <a:pathLst>
              <a:path w="3748" h="1396">
                <a:moveTo>
                  <a:pt x="0" y="0"/>
                </a:moveTo>
                <a:lnTo>
                  <a:pt x="3748" y="0"/>
                </a:lnTo>
                <a:lnTo>
                  <a:pt x="3748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2777760" y="1714320"/>
            <a:ext cx="1348920" cy="502560"/>
          </a:xfrm>
          <a:custGeom>
            <a:avLst/>
            <a:gdLst/>
            <a:ahLst/>
            <a:rect l="0" t="0" r="r" b="b"/>
            <a:pathLst>
              <a:path w="3747" h="1396">
                <a:moveTo>
                  <a:pt x="0" y="0"/>
                </a:moveTo>
                <a:lnTo>
                  <a:pt x="3747" y="0"/>
                </a:lnTo>
                <a:lnTo>
                  <a:pt x="3747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4182480" y="1714320"/>
            <a:ext cx="1349280" cy="502560"/>
          </a:xfrm>
          <a:custGeom>
            <a:avLst/>
            <a:gdLst/>
            <a:ahLst/>
            <a:rect l="0" t="0" r="r" b="b"/>
            <a:pathLst>
              <a:path w="3748" h="1396">
                <a:moveTo>
                  <a:pt x="0" y="0"/>
                </a:moveTo>
                <a:lnTo>
                  <a:pt x="3748" y="0"/>
                </a:lnTo>
                <a:lnTo>
                  <a:pt x="3748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1372680" y="2237400"/>
            <a:ext cx="1349280" cy="502560"/>
          </a:xfrm>
          <a:custGeom>
            <a:avLst/>
            <a:gdLst/>
            <a:ahLst/>
            <a:rect l="0" t="0" r="r" b="b"/>
            <a:pathLst>
              <a:path w="3748" h="1396">
                <a:moveTo>
                  <a:pt x="0" y="0"/>
                </a:moveTo>
                <a:lnTo>
                  <a:pt x="3748" y="0"/>
                </a:lnTo>
                <a:lnTo>
                  <a:pt x="3748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2777760" y="2237400"/>
            <a:ext cx="1348920" cy="502560"/>
          </a:xfrm>
          <a:custGeom>
            <a:avLst/>
            <a:gdLst/>
            <a:ahLst/>
            <a:rect l="0" t="0" r="r" b="b"/>
            <a:pathLst>
              <a:path w="3747" h="1396">
                <a:moveTo>
                  <a:pt x="0" y="0"/>
                </a:moveTo>
                <a:lnTo>
                  <a:pt x="3747" y="0"/>
                </a:lnTo>
                <a:lnTo>
                  <a:pt x="3747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5587560" y="2237400"/>
            <a:ext cx="1348920" cy="502560"/>
          </a:xfrm>
          <a:custGeom>
            <a:avLst/>
            <a:gdLst/>
            <a:ahLst/>
            <a:rect l="0" t="0" r="r" b="b"/>
            <a:pathLst>
              <a:path w="3747" h="1396">
                <a:moveTo>
                  <a:pt x="0" y="0"/>
                </a:moveTo>
                <a:lnTo>
                  <a:pt x="3747" y="0"/>
                </a:lnTo>
                <a:lnTo>
                  <a:pt x="3747" y="1396"/>
                </a:lnTo>
                <a:lnTo>
                  <a:pt x="0" y="1396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5587560" y="3283560"/>
            <a:ext cx="1348920" cy="502200"/>
          </a:xfrm>
          <a:custGeom>
            <a:avLst/>
            <a:gdLst/>
            <a:ahLst/>
            <a:rect l="0" t="0" r="r" b="b"/>
            <a:pathLst>
              <a:path w="3747" h="1395">
                <a:moveTo>
                  <a:pt x="0" y="0"/>
                </a:moveTo>
                <a:lnTo>
                  <a:pt x="3747" y="0"/>
                </a:lnTo>
                <a:lnTo>
                  <a:pt x="3747" y="1395"/>
                </a:lnTo>
                <a:lnTo>
                  <a:pt x="0" y="1395"/>
                </a:lnTo>
                <a:lnTo>
                  <a:pt x="0" y="0"/>
                </a:lnTo>
                <a:close/>
              </a:path>
            </a:pathLst>
          </a:custGeom>
          <a:noFill/>
          <a:ln w="27720">
            <a:solidFill>
              <a:srgbClr val="0a7d6e"/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7111440" y="134640"/>
            <a:ext cx="257040" cy="3661560"/>
          </a:xfrm>
          <a:custGeom>
            <a:avLst/>
            <a:gdLst/>
            <a:ahLst/>
            <a:rect l="0" t="0" r="r" b="b"/>
            <a:pathLst>
              <a:path w="714" h="10171">
                <a:moveTo>
                  <a:pt x="0" y="10171"/>
                </a:moveTo>
                <a:lnTo>
                  <a:pt x="714" y="10171"/>
                </a:lnTo>
                <a:lnTo>
                  <a:pt x="714" y="0"/>
                </a:lnTo>
                <a:lnTo>
                  <a:pt x="0" y="0"/>
                </a:lnTo>
                <a:lnTo>
                  <a:pt x="0" y="1017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>
            <a:off x="7368120" y="3795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" name=""/>
          <p:cNvSpPr/>
          <p:nvPr/>
        </p:nvSpPr>
        <p:spPr>
          <a:xfrm>
            <a:off x="7368120" y="3795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 txBox="1"/>
          <p:nvPr/>
        </p:nvSpPr>
        <p:spPr>
          <a:xfrm>
            <a:off x="6085800" y="3589200"/>
            <a:ext cx="355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p=0.63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7368120" y="3185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>
            <a:off x="7368120" y="3185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 txBox="1"/>
          <p:nvPr/>
        </p:nvSpPr>
        <p:spPr>
          <a:xfrm>
            <a:off x="7450920" y="373932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7368120" y="2575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6" name=""/>
          <p:cNvSpPr/>
          <p:nvPr/>
        </p:nvSpPr>
        <p:spPr>
          <a:xfrm>
            <a:off x="7368120" y="2575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 txBox="1"/>
          <p:nvPr/>
        </p:nvSpPr>
        <p:spPr>
          <a:xfrm>
            <a:off x="7450920" y="312912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7368120" y="1965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9" name=""/>
          <p:cNvSpPr/>
          <p:nvPr/>
        </p:nvSpPr>
        <p:spPr>
          <a:xfrm>
            <a:off x="7368120" y="1965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 txBox="1"/>
          <p:nvPr/>
        </p:nvSpPr>
        <p:spPr>
          <a:xfrm>
            <a:off x="7450920" y="251892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7368120" y="1355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>
            <a:off x="7368120" y="1355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 txBox="1"/>
          <p:nvPr/>
        </p:nvSpPr>
        <p:spPr>
          <a:xfrm>
            <a:off x="7450920" y="19087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7368120" y="744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>
            <a:off x="7368120" y="744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 txBox="1"/>
          <p:nvPr/>
        </p:nvSpPr>
        <p:spPr>
          <a:xfrm>
            <a:off x="7450920" y="12985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7368120" y="13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>
            <a:off x="7368120" y="13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 txBox="1"/>
          <p:nvPr/>
        </p:nvSpPr>
        <p:spPr>
          <a:xfrm>
            <a:off x="7450920" y="6883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7450920" y="781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850" spc="-1" strike="noStrike">
              <a:latin typeface="Times New Roman"/>
            </a:endParaRPr>
          </a:p>
        </p:txBody>
      </p:sp>
      <p:pic>
        <p:nvPicPr>
          <p:cNvPr id="151" name="" descr=""/>
          <p:cNvPicPr/>
          <p:nvPr/>
        </p:nvPicPr>
        <p:blipFill>
          <a:blip r:embed="rId3"/>
          <a:stretch/>
        </p:blipFill>
        <p:spPr>
          <a:xfrm>
            <a:off x="7111080" y="134280"/>
            <a:ext cx="255600" cy="3660120"/>
          </a:xfrm>
          <a:prstGeom prst="rect">
            <a:avLst/>
          </a:prstGeom>
          <a:ln w="0">
            <a:noFill/>
          </a:ln>
        </p:spPr>
      </p:pic>
      <p:sp>
        <p:nvSpPr>
          <p:cNvPr id="152" name=""/>
          <p:cNvSpPr/>
          <p:nvPr/>
        </p:nvSpPr>
        <p:spPr>
          <a:xfrm>
            <a:off x="7111440" y="134640"/>
            <a:ext cx="257040" cy="3661560"/>
          </a:xfrm>
          <a:custGeom>
            <a:avLst/>
            <a:gdLst/>
            <a:ahLst/>
            <a:rect l="0" t="0" r="r" b="b"/>
            <a:pathLst>
              <a:path w="714" h="10171">
                <a:moveTo>
                  <a:pt x="0" y="10171"/>
                </a:moveTo>
                <a:lnTo>
                  <a:pt x="356" y="10171"/>
                </a:lnTo>
                <a:lnTo>
                  <a:pt x="714" y="10171"/>
                </a:lnTo>
                <a:lnTo>
                  <a:pt x="714" y="0"/>
                </a:lnTo>
                <a:lnTo>
                  <a:pt x="356" y="0"/>
                </a:lnTo>
                <a:lnTo>
                  <a:pt x="0" y="0"/>
                </a:lnTo>
                <a:lnTo>
                  <a:pt x="0" y="10171"/>
                </a:lnTo>
                <a:close/>
              </a:path>
            </a:pathLst>
          </a:custGeom>
          <a:noFill/>
          <a:ln cap="sq" w="11160">
            <a:solidFill>
              <a:srgbClr val="0e2a47"/>
            </a:solidFill>
            <a:miter/>
          </a:ln>
        </p:spPr>
      </p:sp>
      <p:sp>
        <p:nvSpPr>
          <p:cNvPr id="153" name=""/>
          <p:cNvSpPr txBox="1"/>
          <p:nvPr/>
        </p:nvSpPr>
        <p:spPr>
          <a:xfrm rot="16200000">
            <a:off x="7125480" y="1897200"/>
            <a:ext cx="13860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Δ z-score (good − bad)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7B — Signature × cohort heatmap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6521040" cy="3403080"/>
          </a:xfrm>
          <a:custGeom>
            <a:avLst/>
            <a:gdLst/>
            <a:ahLst/>
            <a:rect l="0" t="0" r="r" b="b"/>
            <a:pathLst>
              <a:path w="18114" h="9453">
                <a:moveTo>
                  <a:pt x="0" y="9453"/>
                </a:moveTo>
                <a:lnTo>
                  <a:pt x="18114" y="9453"/>
                </a:lnTo>
                <a:lnTo>
                  <a:pt x="18114" y="0"/>
                </a:lnTo>
                <a:lnTo>
                  <a:pt x="0" y="0"/>
                </a:lnTo>
                <a:lnTo>
                  <a:pt x="0" y="945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229760" y="398520"/>
            <a:ext cx="5199840" cy="2545920"/>
          </a:xfrm>
          <a:custGeom>
            <a:avLst/>
            <a:gdLst/>
            <a:ahLst/>
            <a:rect l="0" t="0" r="r" b="b"/>
            <a:pathLst>
              <a:path w="14444" h="7072">
                <a:moveTo>
                  <a:pt x="0" y="7072"/>
                </a:moveTo>
                <a:lnTo>
                  <a:pt x="14444" y="7072"/>
                </a:lnTo>
                <a:lnTo>
                  <a:pt x="14444" y="0"/>
                </a:lnTo>
                <a:lnTo>
                  <a:pt x="0" y="0"/>
                </a:lnTo>
                <a:lnTo>
                  <a:pt x="0" y="707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901160" y="398520"/>
            <a:ext cx="2123640" cy="2545920"/>
          </a:xfrm>
          <a:custGeom>
            <a:avLst/>
            <a:gdLst/>
            <a:ahLst/>
            <a:rect l="0" t="0" r="r" b="b"/>
            <a:pathLst>
              <a:path w="5899" h="7072">
                <a:moveTo>
                  <a:pt x="0" y="7072"/>
                </a:moveTo>
                <a:lnTo>
                  <a:pt x="5899" y="7072"/>
                </a:lnTo>
                <a:lnTo>
                  <a:pt x="5899" y="0"/>
                </a:lnTo>
                <a:lnTo>
                  <a:pt x="0" y="0"/>
                </a:lnTo>
                <a:lnTo>
                  <a:pt x="0" y="7072"/>
                </a:lnTo>
                <a:close/>
              </a:path>
            </a:pathLst>
          </a:custGeom>
          <a:solidFill>
            <a:srgbClr val="f2f3f5">
              <a:alpha val="65000"/>
            </a:srgbClr>
          </a:solidFill>
          <a:ln w="12600">
            <a:solidFill>
              <a:srgbClr val="f2f3f5">
                <a:alpha val="65000"/>
              </a:srgbClr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1338120" y="2944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" name=""/>
          <p:cNvSpPr/>
          <p:nvPr/>
        </p:nvSpPr>
        <p:spPr>
          <a:xfrm>
            <a:off x="1338120" y="2944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" name=""/>
          <p:cNvSpPr/>
          <p:nvPr/>
        </p:nvSpPr>
        <p:spPr>
          <a:xfrm>
            <a:off x="1901160" y="2944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1901160" y="2944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 txBox="1"/>
          <p:nvPr/>
        </p:nvSpPr>
        <p:spPr>
          <a:xfrm>
            <a:off x="1281240" y="3007800"/>
            <a:ext cx="115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-3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962800" y="2944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2962800" y="2944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 txBox="1"/>
          <p:nvPr/>
        </p:nvSpPr>
        <p:spPr>
          <a:xfrm>
            <a:off x="1753560" y="3007800"/>
            <a:ext cx="29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-1.96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4024440" y="2944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" name=""/>
          <p:cNvSpPr/>
          <p:nvPr/>
        </p:nvSpPr>
        <p:spPr>
          <a:xfrm>
            <a:off x="4024440" y="2944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 txBox="1"/>
          <p:nvPr/>
        </p:nvSpPr>
        <p:spPr>
          <a:xfrm>
            <a:off x="2926800" y="30078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4587840" y="2944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>
            <a:off x="4587840" y="2944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>
            <a:off x="3897360" y="300780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1.96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3" name=""/>
          <p:cNvSpPr txBox="1"/>
          <p:nvPr/>
        </p:nvSpPr>
        <p:spPr>
          <a:xfrm>
            <a:off x="4551480" y="30078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1191600" y="712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5" name=""/>
          <p:cNvSpPr/>
          <p:nvPr/>
        </p:nvSpPr>
        <p:spPr>
          <a:xfrm flipH="1">
            <a:off x="1191600" y="712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 txBox="1"/>
          <p:nvPr/>
        </p:nvSpPr>
        <p:spPr>
          <a:xfrm>
            <a:off x="2177640" y="3166920"/>
            <a:ext cx="32925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Stouffer Z  (positive = supports discovery direction)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1191600" y="1351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8" name=""/>
          <p:cNvSpPr/>
          <p:nvPr/>
        </p:nvSpPr>
        <p:spPr>
          <a:xfrm flipH="1">
            <a:off x="1191600" y="1351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9" name=""/>
          <p:cNvSpPr txBox="1"/>
          <p:nvPr/>
        </p:nvSpPr>
        <p:spPr>
          <a:xfrm>
            <a:off x="244440" y="649800"/>
            <a:ext cx="907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DSB/HDR repair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1191600" y="1990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 flipH="1">
            <a:off x="1191600" y="1990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 txBox="1"/>
          <p:nvPr/>
        </p:nvSpPr>
        <p:spPr>
          <a:xfrm>
            <a:off x="91440" y="1289160"/>
            <a:ext cx="1061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E2F/MYC cell cycle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1191600" y="2630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4" name=""/>
          <p:cNvSpPr/>
          <p:nvPr/>
        </p:nvSpPr>
        <p:spPr>
          <a:xfrm flipH="1">
            <a:off x="1191600" y="2630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 txBox="1"/>
          <p:nvPr/>
        </p:nvSpPr>
        <p:spPr>
          <a:xfrm>
            <a:off x="173880" y="1928520"/>
            <a:ext cx="979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CD8 proliferation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2880000" y="514080"/>
            <a:ext cx="83160" cy="396720"/>
          </a:xfrm>
          <a:custGeom>
            <a:avLst/>
            <a:gdLst/>
            <a:ahLst/>
            <a:rect l="0" t="0" r="r" b="b"/>
            <a:pathLst>
              <a:path w="231" h="1102">
                <a:moveTo>
                  <a:pt x="231" y="0"/>
                </a:moveTo>
                <a:lnTo>
                  <a:pt x="0" y="0"/>
                </a:lnTo>
                <a:lnTo>
                  <a:pt x="0" y="1102"/>
                </a:lnTo>
                <a:lnTo>
                  <a:pt x="231" y="1102"/>
                </a:lnTo>
                <a:lnTo>
                  <a:pt x="231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008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2962800" y="1153440"/>
            <a:ext cx="102240" cy="396720"/>
          </a:xfrm>
          <a:custGeom>
            <a:avLst/>
            <a:gdLst/>
            <a:ahLst/>
            <a:rect l="0" t="0" r="r" b="b"/>
            <a:pathLst>
              <a:path w="284" h="1102">
                <a:moveTo>
                  <a:pt x="0" y="0"/>
                </a:moveTo>
                <a:lnTo>
                  <a:pt x="284" y="0"/>
                </a:lnTo>
                <a:lnTo>
                  <a:pt x="284" y="1102"/>
                </a:lnTo>
                <a:lnTo>
                  <a:pt x="0" y="1102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1008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2962800" y="1792800"/>
            <a:ext cx="33840" cy="396720"/>
          </a:xfrm>
          <a:custGeom>
            <a:avLst/>
            <a:gdLst/>
            <a:ahLst/>
            <a:rect l="0" t="0" r="r" b="b"/>
            <a:pathLst>
              <a:path w="94" h="1102">
                <a:moveTo>
                  <a:pt x="0" y="0"/>
                </a:moveTo>
                <a:lnTo>
                  <a:pt x="94" y="0"/>
                </a:lnTo>
                <a:lnTo>
                  <a:pt x="94" y="1102"/>
                </a:lnTo>
                <a:lnTo>
                  <a:pt x="0" y="1102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1008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69" name=""/>
          <p:cNvSpPr/>
          <p:nvPr/>
        </p:nvSpPr>
        <p:spPr>
          <a:xfrm>
            <a:off x="1973880" y="2431800"/>
            <a:ext cx="989280" cy="397080"/>
          </a:xfrm>
          <a:custGeom>
            <a:avLst/>
            <a:gdLst/>
            <a:ahLst/>
            <a:rect l="0" t="0" r="r" b="b"/>
            <a:pathLst>
              <a:path w="2748" h="1103">
                <a:moveTo>
                  <a:pt x="2748" y="0"/>
                </a:moveTo>
                <a:lnTo>
                  <a:pt x="0" y="0"/>
                </a:lnTo>
                <a:lnTo>
                  <a:pt x="0" y="1103"/>
                </a:lnTo>
                <a:lnTo>
                  <a:pt x="2748" y="1103"/>
                </a:lnTo>
                <a:lnTo>
                  <a:pt x="2748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1008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0" name=""/>
          <p:cNvSpPr/>
          <p:nvPr/>
        </p:nvSpPr>
        <p:spPr>
          <a:xfrm flipV="1">
            <a:off x="2962800" y="398520"/>
            <a:ext cx="0" cy="254556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/>
          <p:nvPr/>
        </p:nvSpPr>
        <p:spPr>
          <a:xfrm flipV="1">
            <a:off x="4024440" y="398520"/>
            <a:ext cx="0" cy="2545560"/>
          </a:xfrm>
          <a:prstGeom prst="line">
            <a:avLst/>
          </a:prstGeom>
          <a:ln w="10080">
            <a:solidFill>
              <a:srgbClr val="5a6772"/>
            </a:solidFill>
            <a:custDash>
              <a:ds d="371429" sp="160714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 flipV="1">
            <a:off x="1901160" y="398520"/>
            <a:ext cx="0" cy="2545560"/>
          </a:xfrm>
          <a:prstGeom prst="line">
            <a:avLst/>
          </a:prstGeom>
          <a:ln w="10080">
            <a:solidFill>
              <a:srgbClr val="5a6772"/>
            </a:solidFill>
            <a:custDash>
              <a:ds d="371429" sp="160714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/>
          <p:nvPr/>
        </p:nvSpPr>
        <p:spPr>
          <a:xfrm>
            <a:off x="2836800" y="712080"/>
            <a:ext cx="1913400" cy="0"/>
          </a:xfrm>
          <a:prstGeom prst="line">
            <a:avLst/>
          </a:prstGeom>
          <a:ln w="7560">
            <a:solidFill>
              <a:srgbClr val="5a6772"/>
            </a:solidFill>
            <a:custDash>
              <a:ds d="100000" sp="161905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>
            <a:off x="3108240" y="1351440"/>
            <a:ext cx="1641960" cy="0"/>
          </a:xfrm>
          <a:prstGeom prst="line">
            <a:avLst/>
          </a:prstGeom>
          <a:ln w="7560">
            <a:solidFill>
              <a:srgbClr val="5a6772"/>
            </a:solidFill>
            <a:custDash>
              <a:ds d="100000" sp="161905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/>
          <p:nvPr/>
        </p:nvSpPr>
        <p:spPr>
          <a:xfrm>
            <a:off x="3039480" y="1990800"/>
            <a:ext cx="1710720" cy="0"/>
          </a:xfrm>
          <a:prstGeom prst="line">
            <a:avLst/>
          </a:prstGeom>
          <a:ln w="7560">
            <a:solidFill>
              <a:srgbClr val="5a6772"/>
            </a:solidFill>
            <a:custDash>
              <a:ds d="100000" sp="161905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/>
          <p:nvPr/>
        </p:nvSpPr>
        <p:spPr>
          <a:xfrm>
            <a:off x="1930680" y="2630160"/>
            <a:ext cx="2819520" cy="0"/>
          </a:xfrm>
          <a:prstGeom prst="line">
            <a:avLst/>
          </a:prstGeom>
          <a:ln w="7560">
            <a:solidFill>
              <a:srgbClr val="5a6772"/>
            </a:solidFill>
            <a:custDash>
              <a:ds d="100000" sp="161905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" name=""/>
          <p:cNvSpPr/>
          <p:nvPr/>
        </p:nvSpPr>
        <p:spPr>
          <a:xfrm flipV="1">
            <a:off x="1229760" y="398520"/>
            <a:ext cx="0" cy="25455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>
            <a:off x="1229760" y="2944080"/>
            <a:ext cx="51994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906480" y="2567880"/>
            <a:ext cx="241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EMT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 txBox="1"/>
          <p:nvPr/>
        </p:nvSpPr>
        <p:spPr>
          <a:xfrm>
            <a:off x="4777560" y="635400"/>
            <a:ext cx="1319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Z = -0.15   p = 0.56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1" name=""/>
          <p:cNvSpPr txBox="1"/>
          <p:nvPr/>
        </p:nvSpPr>
        <p:spPr>
          <a:xfrm>
            <a:off x="4777560" y="1274760"/>
            <a:ext cx="13694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Z = +0.19   p = 0.43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2" name=""/>
          <p:cNvSpPr txBox="1"/>
          <p:nvPr/>
        </p:nvSpPr>
        <p:spPr>
          <a:xfrm>
            <a:off x="4777560" y="1914120"/>
            <a:ext cx="13694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Z = +0.06   p = 0.48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3" name=""/>
          <p:cNvSpPr txBox="1"/>
          <p:nvPr/>
        </p:nvSpPr>
        <p:spPr>
          <a:xfrm>
            <a:off x="4777560" y="2553480"/>
            <a:ext cx="1319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Z = -1.83   p = 0.97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>
            <a:off x="3813840" y="80640"/>
            <a:ext cx="4244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5a6772"/>
                </a:solidFill>
                <a:latin typeface="DejaVuSans"/>
              </a:rPr>
              <a:t>|Z|=1.96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7C — Meta Z-score across signatures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6022440" cy="3507120"/>
          </a:xfrm>
          <a:custGeom>
            <a:avLst/>
            <a:gdLst/>
            <a:ahLst/>
            <a:rect l="0" t="0" r="r" b="b"/>
            <a:pathLst>
              <a:path w="16729" h="9742">
                <a:moveTo>
                  <a:pt x="0" y="9742"/>
                </a:moveTo>
                <a:lnTo>
                  <a:pt x="16729" y="9742"/>
                </a:lnTo>
                <a:lnTo>
                  <a:pt x="16729" y="0"/>
                </a:lnTo>
                <a:lnTo>
                  <a:pt x="0" y="0"/>
                </a:lnTo>
                <a:lnTo>
                  <a:pt x="0" y="974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844200" y="91440"/>
            <a:ext cx="4960800" cy="2957400"/>
          </a:xfrm>
          <a:custGeom>
            <a:avLst/>
            <a:gdLst/>
            <a:ahLst/>
            <a:rect l="0" t="0" r="r" b="b"/>
            <a:pathLst>
              <a:path w="13780" h="8215">
                <a:moveTo>
                  <a:pt x="0" y="8215"/>
                </a:moveTo>
                <a:lnTo>
                  <a:pt x="13780" y="8215"/>
                </a:lnTo>
                <a:lnTo>
                  <a:pt x="13780" y="0"/>
                </a:lnTo>
                <a:lnTo>
                  <a:pt x="0" y="0"/>
                </a:lnTo>
                <a:lnTo>
                  <a:pt x="0" y="821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844200" y="3048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844200" y="3048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922400" y="3048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922400" y="3048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807840" y="31118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3000960" y="3048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3000960" y="3048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850040" y="3111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4079160" y="3048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4079160" y="3048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928240" y="3111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5157720" y="30484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5157720" y="30484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4006800" y="3111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>
            <a:off x="5048640" y="31118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806040" y="2782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 flipH="1">
            <a:off x="806040" y="2782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>
            <a:off x="1911600" y="3271320"/>
            <a:ext cx="28245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Signatures matching discovery direction (%)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806040" y="2378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806040" y="2378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91440" y="2720160"/>
            <a:ext cx="67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GSE119409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806040" y="1974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806040" y="1974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91440" y="2315880"/>
            <a:ext cx="67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GSE150082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806040" y="1569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806040" y="1569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164160" y="191160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GSE69657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806040" y="1165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806040" y="1165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164160" y="150732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GSE94104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806040" y="761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806040" y="761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164160" y="110304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GSE45404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806040" y="357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806040" y="357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164160" y="69876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GSE35452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844200" y="2651400"/>
            <a:ext cx="0" cy="262440"/>
          </a:xfrm>
          <a:custGeom>
            <a:avLst/>
            <a:gdLst/>
            <a:ahLst/>
            <a:rect l="0" t="0" r="r" b="b"/>
            <a:pathLst>
              <a:path w="0" h="729">
                <a:moveTo>
                  <a:pt x="0" y="729"/>
                </a:moveTo>
                <a:lnTo>
                  <a:pt x="0" y="0"/>
                </a:lnTo>
                <a:lnTo>
                  <a:pt x="0" y="729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844200" y="2247120"/>
            <a:ext cx="0" cy="262800"/>
          </a:xfrm>
          <a:custGeom>
            <a:avLst/>
            <a:gdLst/>
            <a:ahLst/>
            <a:rect l="0" t="0" r="r" b="b"/>
            <a:pathLst>
              <a:path w="0" h="730">
                <a:moveTo>
                  <a:pt x="0" y="730"/>
                </a:moveTo>
                <a:lnTo>
                  <a:pt x="0" y="0"/>
                </a:lnTo>
                <a:lnTo>
                  <a:pt x="0" y="730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844200" y="1842840"/>
            <a:ext cx="0" cy="262800"/>
          </a:xfrm>
          <a:custGeom>
            <a:avLst/>
            <a:gdLst/>
            <a:ahLst/>
            <a:rect l="0" t="0" r="r" b="b"/>
            <a:pathLst>
              <a:path w="0" h="730">
                <a:moveTo>
                  <a:pt x="0" y="730"/>
                </a:moveTo>
                <a:lnTo>
                  <a:pt x="0" y="0"/>
                </a:lnTo>
                <a:lnTo>
                  <a:pt x="0" y="730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844200" y="1438560"/>
            <a:ext cx="2157120" cy="263160"/>
          </a:xfrm>
          <a:custGeom>
            <a:avLst/>
            <a:gdLst/>
            <a:ahLst/>
            <a:rect l="0" t="0" r="r" b="b"/>
            <a:pathLst>
              <a:path w="5992" h="731">
                <a:moveTo>
                  <a:pt x="0" y="731"/>
                </a:moveTo>
                <a:lnTo>
                  <a:pt x="5992" y="731"/>
                </a:lnTo>
                <a:lnTo>
                  <a:pt x="5992" y="0"/>
                </a:ln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844200" y="1034280"/>
            <a:ext cx="3235320" cy="263160"/>
          </a:xfrm>
          <a:custGeom>
            <a:avLst/>
            <a:gdLst/>
            <a:ahLst/>
            <a:rect l="0" t="0" r="r" b="b"/>
            <a:pathLst>
              <a:path w="8987" h="731">
                <a:moveTo>
                  <a:pt x="0" y="731"/>
                </a:moveTo>
                <a:lnTo>
                  <a:pt x="8987" y="731"/>
                </a:lnTo>
                <a:lnTo>
                  <a:pt x="8987" y="0"/>
                </a:ln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844200" y="630000"/>
            <a:ext cx="3235320" cy="263160"/>
          </a:xfrm>
          <a:custGeom>
            <a:avLst/>
            <a:gdLst/>
            <a:ahLst/>
            <a:rect l="0" t="0" r="r" b="b"/>
            <a:pathLst>
              <a:path w="8987" h="731">
                <a:moveTo>
                  <a:pt x="0" y="731"/>
                </a:moveTo>
                <a:lnTo>
                  <a:pt x="8987" y="731"/>
                </a:lnTo>
                <a:lnTo>
                  <a:pt x="8987" y="0"/>
                </a:ln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0" name=""/>
          <p:cNvSpPr/>
          <p:nvPr/>
        </p:nvSpPr>
        <p:spPr>
          <a:xfrm>
            <a:off x="844200" y="225720"/>
            <a:ext cx="4313880" cy="263160"/>
          </a:xfrm>
          <a:custGeom>
            <a:avLst/>
            <a:gdLst/>
            <a:ahLst/>
            <a:rect l="0" t="0" r="r" b="b"/>
            <a:pathLst>
              <a:path w="11983" h="731">
                <a:moveTo>
                  <a:pt x="0" y="731"/>
                </a:moveTo>
                <a:lnTo>
                  <a:pt x="11983" y="731"/>
                </a:lnTo>
                <a:lnTo>
                  <a:pt x="11983" y="0"/>
                </a:ln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1" name=""/>
          <p:cNvSpPr/>
          <p:nvPr/>
        </p:nvSpPr>
        <p:spPr>
          <a:xfrm flipV="1">
            <a:off x="3000960" y="91440"/>
            <a:ext cx="0" cy="2957040"/>
          </a:xfrm>
          <a:prstGeom prst="line">
            <a:avLst/>
          </a:prstGeom>
          <a:ln w="10080">
            <a:solidFill>
              <a:srgbClr val="5a6772"/>
            </a:solidFill>
            <a:custDash>
              <a:ds d="371429" sp="160714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/>
          <p:nvPr/>
        </p:nvSpPr>
        <p:spPr>
          <a:xfrm flipV="1">
            <a:off x="844200" y="91440"/>
            <a:ext cx="0" cy="29570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/>
          <p:nvPr/>
        </p:nvSpPr>
        <p:spPr>
          <a:xfrm>
            <a:off x="844200" y="3048480"/>
            <a:ext cx="49604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 txBox="1"/>
          <p:nvPr/>
        </p:nvSpPr>
        <p:spPr>
          <a:xfrm>
            <a:off x="164160" y="29448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GSE68204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>
            <a:off x="896040" y="2708280"/>
            <a:ext cx="71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0/4  (n=56)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>
            <a:off x="896040" y="2304000"/>
            <a:ext cx="71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0/4  (n=33)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7" name=""/>
          <p:cNvSpPr txBox="1"/>
          <p:nvPr/>
        </p:nvSpPr>
        <p:spPr>
          <a:xfrm>
            <a:off x="896040" y="1899720"/>
            <a:ext cx="71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0/4  (n=30)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8" name=""/>
          <p:cNvSpPr txBox="1"/>
          <p:nvPr/>
        </p:nvSpPr>
        <p:spPr>
          <a:xfrm>
            <a:off x="3052800" y="1495440"/>
            <a:ext cx="71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2/4  (n=40)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>
            <a:off x="4131360" y="1091160"/>
            <a:ext cx="71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3/4  (n=42)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0" name=""/>
          <p:cNvSpPr txBox="1"/>
          <p:nvPr/>
        </p:nvSpPr>
        <p:spPr>
          <a:xfrm>
            <a:off x="4131360" y="686880"/>
            <a:ext cx="71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3/4  (n=46)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1" name=""/>
          <p:cNvSpPr txBox="1"/>
          <p:nvPr/>
        </p:nvSpPr>
        <p:spPr>
          <a:xfrm>
            <a:off x="5209560" y="282600"/>
            <a:ext cx="71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4/4  (n=43)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7D — Cohort concordance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8159400" cy="6541200"/>
          </a:xfrm>
          <a:custGeom>
            <a:avLst/>
            <a:gdLst/>
            <a:ahLst/>
            <a:rect l="0" t="0" r="r" b="b"/>
            <a:pathLst>
              <a:path w="22665" h="18170">
                <a:moveTo>
                  <a:pt x="0" y="18170"/>
                </a:moveTo>
                <a:lnTo>
                  <a:pt x="22665" y="18170"/>
                </a:lnTo>
                <a:lnTo>
                  <a:pt x="22665" y="0"/>
                </a:lnTo>
                <a:lnTo>
                  <a:pt x="0" y="0"/>
                </a:lnTo>
                <a:lnTo>
                  <a:pt x="0" y="1817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75640" y="273600"/>
            <a:ext cx="3439080" cy="2430000"/>
          </a:xfrm>
          <a:custGeom>
            <a:avLst/>
            <a:gdLst/>
            <a:ahLst/>
            <a:rect l="0" t="0" r="r" b="b"/>
            <a:pathLst>
              <a:path w="9553" h="6750">
                <a:moveTo>
                  <a:pt x="0" y="6750"/>
                </a:moveTo>
                <a:lnTo>
                  <a:pt x="9553" y="6750"/>
                </a:lnTo>
                <a:lnTo>
                  <a:pt x="9553" y="0"/>
                </a:lnTo>
                <a:lnTo>
                  <a:pt x="0" y="0"/>
                </a:lnTo>
                <a:lnTo>
                  <a:pt x="0" y="675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105200" y="273600"/>
            <a:ext cx="2380320" cy="2430000"/>
          </a:xfrm>
          <a:custGeom>
            <a:avLst/>
            <a:gdLst/>
            <a:ahLst/>
            <a:rect l="0" t="0" r="r" b="b"/>
            <a:pathLst>
              <a:path w="6612" h="6750">
                <a:moveTo>
                  <a:pt x="3306" y="0"/>
                </a:moveTo>
                <a:lnTo>
                  <a:pt x="3239" y="138"/>
                </a:lnTo>
                <a:lnTo>
                  <a:pt x="3171" y="276"/>
                </a:lnTo>
                <a:lnTo>
                  <a:pt x="3104" y="413"/>
                </a:lnTo>
                <a:lnTo>
                  <a:pt x="3036" y="551"/>
                </a:lnTo>
                <a:lnTo>
                  <a:pt x="2969" y="689"/>
                </a:lnTo>
                <a:lnTo>
                  <a:pt x="2901" y="827"/>
                </a:lnTo>
                <a:lnTo>
                  <a:pt x="2834" y="964"/>
                </a:lnTo>
                <a:lnTo>
                  <a:pt x="2767" y="1102"/>
                </a:lnTo>
                <a:lnTo>
                  <a:pt x="2699" y="1240"/>
                </a:lnTo>
                <a:lnTo>
                  <a:pt x="2632" y="1377"/>
                </a:lnTo>
                <a:lnTo>
                  <a:pt x="2564" y="1515"/>
                </a:lnTo>
                <a:lnTo>
                  <a:pt x="2497" y="1653"/>
                </a:lnTo>
                <a:lnTo>
                  <a:pt x="2429" y="1791"/>
                </a:lnTo>
                <a:lnTo>
                  <a:pt x="2362" y="1928"/>
                </a:lnTo>
                <a:lnTo>
                  <a:pt x="2294" y="2066"/>
                </a:lnTo>
                <a:lnTo>
                  <a:pt x="2227" y="2204"/>
                </a:lnTo>
                <a:lnTo>
                  <a:pt x="2159" y="2342"/>
                </a:lnTo>
                <a:lnTo>
                  <a:pt x="2092" y="2479"/>
                </a:lnTo>
                <a:lnTo>
                  <a:pt x="2025" y="2618"/>
                </a:lnTo>
                <a:lnTo>
                  <a:pt x="1957" y="2756"/>
                </a:lnTo>
                <a:lnTo>
                  <a:pt x="1890" y="2894"/>
                </a:lnTo>
                <a:lnTo>
                  <a:pt x="1822" y="3031"/>
                </a:lnTo>
                <a:lnTo>
                  <a:pt x="1755" y="3169"/>
                </a:lnTo>
                <a:lnTo>
                  <a:pt x="1687" y="3307"/>
                </a:lnTo>
                <a:lnTo>
                  <a:pt x="1620" y="3445"/>
                </a:lnTo>
                <a:lnTo>
                  <a:pt x="1552" y="3582"/>
                </a:lnTo>
                <a:lnTo>
                  <a:pt x="1485" y="3720"/>
                </a:lnTo>
                <a:lnTo>
                  <a:pt x="1417" y="3858"/>
                </a:lnTo>
                <a:lnTo>
                  <a:pt x="1350" y="3996"/>
                </a:lnTo>
                <a:lnTo>
                  <a:pt x="1283" y="4133"/>
                </a:lnTo>
                <a:lnTo>
                  <a:pt x="1215" y="4271"/>
                </a:lnTo>
                <a:lnTo>
                  <a:pt x="1148" y="4409"/>
                </a:lnTo>
                <a:lnTo>
                  <a:pt x="1080" y="4546"/>
                </a:lnTo>
                <a:lnTo>
                  <a:pt x="1013" y="4684"/>
                </a:lnTo>
                <a:lnTo>
                  <a:pt x="945" y="4822"/>
                </a:lnTo>
                <a:lnTo>
                  <a:pt x="878" y="4960"/>
                </a:lnTo>
                <a:lnTo>
                  <a:pt x="810" y="5097"/>
                </a:lnTo>
                <a:lnTo>
                  <a:pt x="743" y="5235"/>
                </a:lnTo>
                <a:lnTo>
                  <a:pt x="675" y="5373"/>
                </a:lnTo>
                <a:lnTo>
                  <a:pt x="608" y="5511"/>
                </a:lnTo>
                <a:lnTo>
                  <a:pt x="540" y="5648"/>
                </a:lnTo>
                <a:lnTo>
                  <a:pt x="473" y="5786"/>
                </a:lnTo>
                <a:lnTo>
                  <a:pt x="406" y="5924"/>
                </a:lnTo>
                <a:lnTo>
                  <a:pt x="338" y="6062"/>
                </a:lnTo>
                <a:lnTo>
                  <a:pt x="271" y="6199"/>
                </a:lnTo>
                <a:lnTo>
                  <a:pt x="202" y="6337"/>
                </a:lnTo>
                <a:lnTo>
                  <a:pt x="135" y="6475"/>
                </a:lnTo>
                <a:lnTo>
                  <a:pt x="67" y="6613"/>
                </a:lnTo>
                <a:lnTo>
                  <a:pt x="0" y="6750"/>
                </a:lnTo>
                <a:lnTo>
                  <a:pt x="6612" y="6750"/>
                </a:lnTo>
                <a:lnTo>
                  <a:pt x="6544" y="6613"/>
                </a:lnTo>
                <a:lnTo>
                  <a:pt x="6477" y="6475"/>
                </a:lnTo>
                <a:lnTo>
                  <a:pt x="6409" y="6337"/>
                </a:lnTo>
                <a:lnTo>
                  <a:pt x="6342" y="6199"/>
                </a:lnTo>
                <a:lnTo>
                  <a:pt x="6274" y="6062"/>
                </a:lnTo>
                <a:lnTo>
                  <a:pt x="6207" y="5924"/>
                </a:lnTo>
                <a:lnTo>
                  <a:pt x="6139" y="5786"/>
                </a:lnTo>
                <a:lnTo>
                  <a:pt x="6072" y="5648"/>
                </a:lnTo>
                <a:lnTo>
                  <a:pt x="6004" y="5511"/>
                </a:lnTo>
                <a:lnTo>
                  <a:pt x="5937" y="5373"/>
                </a:lnTo>
                <a:lnTo>
                  <a:pt x="5870" y="5235"/>
                </a:lnTo>
                <a:lnTo>
                  <a:pt x="5802" y="5097"/>
                </a:lnTo>
                <a:lnTo>
                  <a:pt x="5735" y="4960"/>
                </a:lnTo>
                <a:lnTo>
                  <a:pt x="5667" y="4822"/>
                </a:lnTo>
                <a:lnTo>
                  <a:pt x="5600" y="4684"/>
                </a:lnTo>
                <a:lnTo>
                  <a:pt x="5532" y="4546"/>
                </a:lnTo>
                <a:lnTo>
                  <a:pt x="5465" y="4409"/>
                </a:lnTo>
                <a:lnTo>
                  <a:pt x="5397" y="4271"/>
                </a:lnTo>
                <a:lnTo>
                  <a:pt x="5330" y="4133"/>
                </a:lnTo>
                <a:lnTo>
                  <a:pt x="5262" y="3996"/>
                </a:lnTo>
                <a:lnTo>
                  <a:pt x="5195" y="3858"/>
                </a:lnTo>
                <a:lnTo>
                  <a:pt x="5127" y="3720"/>
                </a:lnTo>
                <a:lnTo>
                  <a:pt x="5060" y="3582"/>
                </a:lnTo>
                <a:lnTo>
                  <a:pt x="4993" y="3445"/>
                </a:lnTo>
                <a:lnTo>
                  <a:pt x="4925" y="3307"/>
                </a:lnTo>
                <a:lnTo>
                  <a:pt x="4858" y="3169"/>
                </a:lnTo>
                <a:lnTo>
                  <a:pt x="4790" y="3031"/>
                </a:lnTo>
                <a:lnTo>
                  <a:pt x="4723" y="2894"/>
                </a:lnTo>
                <a:lnTo>
                  <a:pt x="4655" y="2756"/>
                </a:lnTo>
                <a:lnTo>
                  <a:pt x="4588" y="2618"/>
                </a:lnTo>
                <a:lnTo>
                  <a:pt x="4520" y="2479"/>
                </a:lnTo>
                <a:lnTo>
                  <a:pt x="4453" y="2342"/>
                </a:lnTo>
                <a:lnTo>
                  <a:pt x="4385" y="2204"/>
                </a:lnTo>
                <a:lnTo>
                  <a:pt x="4318" y="2066"/>
                </a:lnTo>
                <a:lnTo>
                  <a:pt x="4251" y="1928"/>
                </a:lnTo>
                <a:lnTo>
                  <a:pt x="4183" y="1791"/>
                </a:lnTo>
                <a:lnTo>
                  <a:pt x="4116" y="1653"/>
                </a:lnTo>
                <a:lnTo>
                  <a:pt x="4048" y="1515"/>
                </a:lnTo>
                <a:lnTo>
                  <a:pt x="3981" y="1377"/>
                </a:lnTo>
                <a:lnTo>
                  <a:pt x="3913" y="1240"/>
                </a:lnTo>
                <a:lnTo>
                  <a:pt x="3846" y="1102"/>
                </a:lnTo>
                <a:lnTo>
                  <a:pt x="3778" y="964"/>
                </a:lnTo>
                <a:lnTo>
                  <a:pt x="3711" y="827"/>
                </a:lnTo>
                <a:lnTo>
                  <a:pt x="3643" y="689"/>
                </a:lnTo>
                <a:lnTo>
                  <a:pt x="3576" y="551"/>
                </a:lnTo>
                <a:lnTo>
                  <a:pt x="3509" y="413"/>
                </a:lnTo>
                <a:lnTo>
                  <a:pt x="3441" y="276"/>
                </a:lnTo>
                <a:lnTo>
                  <a:pt x="3374" y="138"/>
                </a:lnTo>
                <a:lnTo>
                  <a:pt x="3306" y="0"/>
                </a:lnTo>
                <a:close/>
              </a:path>
            </a:pathLst>
          </a:custGeom>
          <a:solidFill>
            <a:srgbClr val="5a6772">
              <a:alpha val="10000"/>
            </a:srgbClr>
          </a:solidFill>
          <a:ln w="12600">
            <a:solidFill>
              <a:srgbClr val="5a6772">
                <a:alpha val="10000"/>
              </a:srgbClr>
            </a:solidFill>
            <a:round/>
          </a:ln>
        </p:spPr>
      </p:sp>
      <p:sp>
        <p:nvSpPr>
          <p:cNvPr id="39" name=""/>
          <p:cNvSpPr/>
          <p:nvPr/>
        </p:nvSpPr>
        <p:spPr>
          <a:xfrm>
            <a:off x="86220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" name=""/>
          <p:cNvSpPr/>
          <p:nvPr/>
        </p:nvSpPr>
        <p:spPr>
          <a:xfrm>
            <a:off x="86220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" name=""/>
          <p:cNvSpPr/>
          <p:nvPr/>
        </p:nvSpPr>
        <p:spPr>
          <a:xfrm>
            <a:off x="157860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157860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/>
          <p:nvPr/>
        </p:nvSpPr>
        <p:spPr>
          <a:xfrm>
            <a:off x="229500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229500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/>
          <p:nvPr/>
        </p:nvSpPr>
        <p:spPr>
          <a:xfrm>
            <a:off x="301140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6" name=""/>
          <p:cNvSpPr/>
          <p:nvPr/>
        </p:nvSpPr>
        <p:spPr>
          <a:xfrm>
            <a:off x="301140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/>
          <p:nvPr/>
        </p:nvSpPr>
        <p:spPr>
          <a:xfrm>
            <a:off x="372780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" name=""/>
          <p:cNvSpPr/>
          <p:nvPr/>
        </p:nvSpPr>
        <p:spPr>
          <a:xfrm>
            <a:off x="372780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/>
          <p:nvPr/>
        </p:nvSpPr>
        <p:spPr>
          <a:xfrm>
            <a:off x="537480" y="273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 flipH="1">
            <a:off x="537480" y="273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1636920" y="2773440"/>
            <a:ext cx="1321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Δ z-score (good − bad)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537480" y="560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 flipH="1">
            <a:off x="537480" y="560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253080" y="217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537480" y="847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 flipH="1">
            <a:off x="537480" y="847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253080" y="5036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537480" y="1133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 flipH="1">
            <a:off x="537480" y="1133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253080" y="79056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537480" y="1420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 flipH="1">
            <a:off x="537480" y="1420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>
            <a:off x="253080" y="10771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537480" y="1707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 flipH="1">
            <a:off x="537480" y="1707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 txBox="1"/>
          <p:nvPr/>
        </p:nvSpPr>
        <p:spPr>
          <a:xfrm>
            <a:off x="253080" y="13640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537480" y="1994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 flipH="1">
            <a:off x="537480" y="1994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 txBox="1"/>
          <p:nvPr/>
        </p:nvSpPr>
        <p:spPr>
          <a:xfrm>
            <a:off x="253080" y="165060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537480" y="2280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" name=""/>
          <p:cNvSpPr/>
          <p:nvPr/>
        </p:nvSpPr>
        <p:spPr>
          <a:xfrm flipH="1">
            <a:off x="537480" y="2280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 txBox="1"/>
          <p:nvPr/>
        </p:nvSpPr>
        <p:spPr>
          <a:xfrm>
            <a:off x="253080" y="19375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537480" y="256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" name=""/>
          <p:cNvSpPr/>
          <p:nvPr/>
        </p:nvSpPr>
        <p:spPr>
          <a:xfrm flipH="1">
            <a:off x="537480" y="256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 txBox="1"/>
          <p:nvPr/>
        </p:nvSpPr>
        <p:spPr>
          <a:xfrm>
            <a:off x="253080" y="2224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>
            <a:off x="253080" y="251100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0.40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 flipV="1">
            <a:off x="2295000" y="273600"/>
            <a:ext cx="0" cy="242964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>
            <a:off x="1105200" y="273600"/>
            <a:ext cx="1190160" cy="2430000"/>
          </a:xfrm>
          <a:custGeom>
            <a:avLst/>
            <a:gdLst/>
            <a:ahLst/>
            <a:rect l="0" t="0" r="r" b="b"/>
            <a:pathLst>
              <a:path fill="none" w="3306" h="6750">
                <a:moveTo>
                  <a:pt x="3306" y="0"/>
                </a:moveTo>
                <a:lnTo>
                  <a:pt x="3239" y="138"/>
                </a:lnTo>
                <a:lnTo>
                  <a:pt x="3171" y="276"/>
                </a:lnTo>
                <a:lnTo>
                  <a:pt x="3104" y="413"/>
                </a:lnTo>
                <a:lnTo>
                  <a:pt x="3036" y="551"/>
                </a:lnTo>
                <a:lnTo>
                  <a:pt x="2969" y="689"/>
                </a:lnTo>
                <a:lnTo>
                  <a:pt x="2901" y="827"/>
                </a:lnTo>
                <a:lnTo>
                  <a:pt x="2834" y="964"/>
                </a:lnTo>
                <a:lnTo>
                  <a:pt x="2767" y="1102"/>
                </a:lnTo>
                <a:lnTo>
                  <a:pt x="2699" y="1240"/>
                </a:lnTo>
                <a:lnTo>
                  <a:pt x="2632" y="1377"/>
                </a:lnTo>
                <a:lnTo>
                  <a:pt x="2564" y="1515"/>
                </a:lnTo>
                <a:lnTo>
                  <a:pt x="2497" y="1653"/>
                </a:lnTo>
                <a:lnTo>
                  <a:pt x="2429" y="1791"/>
                </a:lnTo>
                <a:lnTo>
                  <a:pt x="2362" y="1928"/>
                </a:lnTo>
                <a:lnTo>
                  <a:pt x="2294" y="2066"/>
                </a:lnTo>
                <a:lnTo>
                  <a:pt x="2227" y="2204"/>
                </a:lnTo>
                <a:lnTo>
                  <a:pt x="2159" y="2342"/>
                </a:lnTo>
                <a:lnTo>
                  <a:pt x="2092" y="2479"/>
                </a:lnTo>
                <a:lnTo>
                  <a:pt x="2025" y="2618"/>
                </a:lnTo>
                <a:lnTo>
                  <a:pt x="1957" y="2756"/>
                </a:lnTo>
                <a:lnTo>
                  <a:pt x="1890" y="2894"/>
                </a:lnTo>
                <a:lnTo>
                  <a:pt x="1821" y="3031"/>
                </a:lnTo>
                <a:lnTo>
                  <a:pt x="1754" y="3169"/>
                </a:lnTo>
                <a:lnTo>
                  <a:pt x="1686" y="3307"/>
                </a:lnTo>
                <a:lnTo>
                  <a:pt x="1619" y="3445"/>
                </a:lnTo>
                <a:lnTo>
                  <a:pt x="1551" y="3582"/>
                </a:lnTo>
                <a:lnTo>
                  <a:pt x="1484" y="3720"/>
                </a:lnTo>
                <a:lnTo>
                  <a:pt x="1416" y="3858"/>
                </a:lnTo>
                <a:lnTo>
                  <a:pt x="1349" y="3996"/>
                </a:lnTo>
                <a:lnTo>
                  <a:pt x="1282" y="4133"/>
                </a:lnTo>
                <a:lnTo>
                  <a:pt x="1214" y="4271"/>
                </a:lnTo>
                <a:lnTo>
                  <a:pt x="1147" y="4409"/>
                </a:lnTo>
                <a:lnTo>
                  <a:pt x="1079" y="4546"/>
                </a:lnTo>
                <a:lnTo>
                  <a:pt x="1012" y="4684"/>
                </a:lnTo>
                <a:lnTo>
                  <a:pt x="944" y="4822"/>
                </a:lnTo>
                <a:lnTo>
                  <a:pt x="877" y="4960"/>
                </a:lnTo>
                <a:lnTo>
                  <a:pt x="809" y="5097"/>
                </a:lnTo>
                <a:lnTo>
                  <a:pt x="742" y="5235"/>
                </a:lnTo>
                <a:lnTo>
                  <a:pt x="674" y="5373"/>
                </a:lnTo>
                <a:lnTo>
                  <a:pt x="607" y="5511"/>
                </a:lnTo>
                <a:lnTo>
                  <a:pt x="539" y="5648"/>
                </a:lnTo>
                <a:lnTo>
                  <a:pt x="472" y="5786"/>
                </a:lnTo>
                <a:lnTo>
                  <a:pt x="405" y="5924"/>
                </a:lnTo>
                <a:lnTo>
                  <a:pt x="337" y="6062"/>
                </a:lnTo>
                <a:lnTo>
                  <a:pt x="270" y="6199"/>
                </a:lnTo>
                <a:lnTo>
                  <a:pt x="202" y="6337"/>
                </a:lnTo>
                <a:lnTo>
                  <a:pt x="135" y="6475"/>
                </a:lnTo>
                <a:lnTo>
                  <a:pt x="67" y="6613"/>
                </a:lnTo>
                <a:lnTo>
                  <a:pt x="0" y="6750"/>
                </a:lnTo>
              </a:path>
            </a:pathLst>
          </a:custGeom>
          <a:ln w="11160">
            <a:solidFill>
              <a:srgbClr val="5a6772"/>
            </a:solidFill>
            <a:custDash>
              <a:ds d="377419" sp="161290"/>
            </a:custDash>
            <a:round/>
          </a:ln>
        </p:spPr>
      </p:sp>
      <p:sp>
        <p:nvSpPr>
          <p:cNvPr id="79" name=""/>
          <p:cNvSpPr/>
          <p:nvPr/>
        </p:nvSpPr>
        <p:spPr>
          <a:xfrm>
            <a:off x="2295000" y="273600"/>
            <a:ext cx="1190520" cy="2430000"/>
          </a:xfrm>
          <a:custGeom>
            <a:avLst/>
            <a:gdLst/>
            <a:ahLst/>
            <a:rect l="0" t="0" r="r" b="b"/>
            <a:pathLst>
              <a:path fill="none" w="3307" h="6750">
                <a:moveTo>
                  <a:pt x="0" y="0"/>
                </a:moveTo>
                <a:lnTo>
                  <a:pt x="68" y="138"/>
                </a:lnTo>
                <a:lnTo>
                  <a:pt x="135" y="276"/>
                </a:lnTo>
                <a:lnTo>
                  <a:pt x="203" y="413"/>
                </a:lnTo>
                <a:lnTo>
                  <a:pt x="270" y="551"/>
                </a:lnTo>
                <a:lnTo>
                  <a:pt x="337" y="689"/>
                </a:lnTo>
                <a:lnTo>
                  <a:pt x="405" y="827"/>
                </a:lnTo>
                <a:lnTo>
                  <a:pt x="472" y="964"/>
                </a:lnTo>
                <a:lnTo>
                  <a:pt x="540" y="1102"/>
                </a:lnTo>
                <a:lnTo>
                  <a:pt x="607" y="1240"/>
                </a:lnTo>
                <a:lnTo>
                  <a:pt x="675" y="1377"/>
                </a:lnTo>
                <a:lnTo>
                  <a:pt x="742" y="1515"/>
                </a:lnTo>
                <a:lnTo>
                  <a:pt x="810" y="1653"/>
                </a:lnTo>
                <a:lnTo>
                  <a:pt x="877" y="1791"/>
                </a:lnTo>
                <a:lnTo>
                  <a:pt x="945" y="1928"/>
                </a:lnTo>
                <a:lnTo>
                  <a:pt x="1012" y="2066"/>
                </a:lnTo>
                <a:lnTo>
                  <a:pt x="1079" y="2204"/>
                </a:lnTo>
                <a:lnTo>
                  <a:pt x="1147" y="2342"/>
                </a:lnTo>
                <a:lnTo>
                  <a:pt x="1214" y="2479"/>
                </a:lnTo>
                <a:lnTo>
                  <a:pt x="1282" y="2618"/>
                </a:lnTo>
                <a:lnTo>
                  <a:pt x="1349" y="2756"/>
                </a:lnTo>
                <a:lnTo>
                  <a:pt x="1417" y="2894"/>
                </a:lnTo>
                <a:lnTo>
                  <a:pt x="1484" y="3031"/>
                </a:lnTo>
                <a:lnTo>
                  <a:pt x="1552" y="3169"/>
                </a:lnTo>
                <a:lnTo>
                  <a:pt x="1619" y="3307"/>
                </a:lnTo>
                <a:lnTo>
                  <a:pt x="1687" y="3445"/>
                </a:lnTo>
                <a:lnTo>
                  <a:pt x="1754" y="3582"/>
                </a:lnTo>
                <a:lnTo>
                  <a:pt x="1821" y="3720"/>
                </a:lnTo>
                <a:lnTo>
                  <a:pt x="1890" y="3858"/>
                </a:lnTo>
                <a:lnTo>
                  <a:pt x="1957" y="3996"/>
                </a:lnTo>
                <a:lnTo>
                  <a:pt x="2025" y="4133"/>
                </a:lnTo>
                <a:lnTo>
                  <a:pt x="2092" y="4271"/>
                </a:lnTo>
                <a:lnTo>
                  <a:pt x="2160" y="4409"/>
                </a:lnTo>
                <a:lnTo>
                  <a:pt x="2227" y="4546"/>
                </a:lnTo>
                <a:lnTo>
                  <a:pt x="2295" y="4684"/>
                </a:lnTo>
                <a:lnTo>
                  <a:pt x="2362" y="4822"/>
                </a:lnTo>
                <a:lnTo>
                  <a:pt x="2430" y="4960"/>
                </a:lnTo>
                <a:lnTo>
                  <a:pt x="2497" y="5097"/>
                </a:lnTo>
                <a:lnTo>
                  <a:pt x="2565" y="5235"/>
                </a:lnTo>
                <a:lnTo>
                  <a:pt x="2632" y="5373"/>
                </a:lnTo>
                <a:lnTo>
                  <a:pt x="2699" y="5511"/>
                </a:lnTo>
                <a:lnTo>
                  <a:pt x="2767" y="5648"/>
                </a:lnTo>
                <a:lnTo>
                  <a:pt x="2834" y="5786"/>
                </a:lnTo>
                <a:lnTo>
                  <a:pt x="2902" y="5924"/>
                </a:lnTo>
                <a:lnTo>
                  <a:pt x="2969" y="6062"/>
                </a:lnTo>
                <a:lnTo>
                  <a:pt x="3037" y="6199"/>
                </a:lnTo>
                <a:lnTo>
                  <a:pt x="3104" y="6337"/>
                </a:lnTo>
                <a:lnTo>
                  <a:pt x="3172" y="6475"/>
                </a:lnTo>
                <a:lnTo>
                  <a:pt x="3239" y="6613"/>
                </a:lnTo>
                <a:lnTo>
                  <a:pt x="3307" y="6750"/>
                </a:lnTo>
              </a:path>
            </a:pathLst>
          </a:custGeom>
          <a:ln w="11160">
            <a:solidFill>
              <a:srgbClr val="5a6772"/>
            </a:solidFill>
            <a:custDash>
              <a:ds d="377419" sp="161290"/>
            </a:custDash>
            <a:round/>
          </a:ln>
        </p:spPr>
      </p:sp>
      <p:sp>
        <p:nvSpPr>
          <p:cNvPr id="80" name=""/>
          <p:cNvSpPr/>
          <p:nvPr/>
        </p:nvSpPr>
        <p:spPr>
          <a:xfrm flipV="1">
            <a:off x="2269800" y="273600"/>
            <a:ext cx="0" cy="2429640"/>
          </a:xfrm>
          <a:prstGeom prst="line">
            <a:avLst/>
          </a:prstGeom>
          <a:ln w="13680">
            <a:solidFill>
              <a:srgbClr val="0e2a47"/>
            </a:solidFill>
            <a:custDash>
              <a:ds d="100000" sp="168421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/>
          <p:nvPr/>
        </p:nvSpPr>
        <p:spPr>
          <a:xfrm flipV="1">
            <a:off x="575640" y="273600"/>
            <a:ext cx="0" cy="24296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/>
          <p:nvPr/>
        </p:nvSpPr>
        <p:spPr>
          <a:xfrm>
            <a:off x="575640" y="2703240"/>
            <a:ext cx="34387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/>
          <p:nvPr/>
        </p:nvSpPr>
        <p:spPr>
          <a:xfrm>
            <a:off x="1742400" y="2473920"/>
            <a:ext cx="1054800" cy="154080"/>
          </a:xfrm>
          <a:custGeom>
            <a:avLst/>
            <a:gdLst/>
            <a:ahLst/>
            <a:rect l="0" t="0" r="r" b="b"/>
            <a:pathLst>
              <a:path w="2930" h="428">
                <a:moveTo>
                  <a:pt x="60" y="428"/>
                </a:moveTo>
                <a:lnTo>
                  <a:pt x="2870" y="428"/>
                </a:lnTo>
                <a:cubicBezTo>
                  <a:pt x="2910" y="428"/>
                  <a:pt x="2930" y="408"/>
                  <a:pt x="2930" y="368"/>
                </a:cubicBezTo>
                <a:lnTo>
                  <a:pt x="2930" y="60"/>
                </a:lnTo>
                <a:cubicBezTo>
                  <a:pt x="2930" y="20"/>
                  <a:pt x="2910" y="0"/>
                  <a:pt x="2870" y="0"/>
                </a:cubicBezTo>
                <a:lnTo>
                  <a:pt x="60" y="0"/>
                </a:lnTo>
                <a:cubicBezTo>
                  <a:pt x="20" y="0"/>
                  <a:pt x="0" y="20"/>
                  <a:pt x="0" y="60"/>
                </a:cubicBezTo>
                <a:lnTo>
                  <a:pt x="0" y="368"/>
                </a:lnTo>
                <a:cubicBezTo>
                  <a:pt x="0" y="408"/>
                  <a:pt x="20" y="428"/>
                  <a:pt x="60" y="428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84" name=""/>
          <p:cNvSpPr txBox="1"/>
          <p:nvPr/>
        </p:nvSpPr>
        <p:spPr>
          <a:xfrm rot="16200000">
            <a:off x="-281880" y="1416240"/>
            <a:ext cx="843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Standard error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1953360" y="1914840"/>
            <a:ext cx="178920" cy="178920"/>
          </a:xfrm>
          <a:custGeom>
            <a:avLst/>
            <a:gdLst/>
            <a:ahLst/>
            <a:rect l="0" t="0" r="r" b="b"/>
            <a:pathLst>
              <a:path w="497" h="497">
                <a:moveTo>
                  <a:pt x="248" y="497"/>
                </a:moveTo>
                <a:cubicBezTo>
                  <a:pt x="315" y="497"/>
                  <a:pt x="378" y="471"/>
                  <a:pt x="424" y="424"/>
                </a:cubicBezTo>
                <a:cubicBezTo>
                  <a:pt x="471" y="377"/>
                  <a:pt x="497" y="314"/>
                  <a:pt x="497" y="248"/>
                </a:cubicBezTo>
                <a:cubicBezTo>
                  <a:pt x="497" y="182"/>
                  <a:pt x="471" y="119"/>
                  <a:pt x="424" y="72"/>
                </a:cubicBezTo>
                <a:cubicBezTo>
                  <a:pt x="378" y="26"/>
                  <a:pt x="315" y="0"/>
                  <a:pt x="248" y="0"/>
                </a:cubicBezTo>
                <a:cubicBezTo>
                  <a:pt x="182" y="0"/>
                  <a:pt x="119" y="26"/>
                  <a:pt x="72" y="72"/>
                </a:cubicBezTo>
                <a:cubicBezTo>
                  <a:pt x="26" y="119"/>
                  <a:pt x="0" y="182"/>
                  <a:pt x="0" y="248"/>
                </a:cubicBezTo>
                <a:cubicBezTo>
                  <a:pt x="0" y="314"/>
                  <a:pt x="26" y="377"/>
                  <a:pt x="72" y="424"/>
                </a:cubicBezTo>
                <a:cubicBezTo>
                  <a:pt x="119" y="471"/>
                  <a:pt x="182" y="497"/>
                  <a:pt x="248" y="497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86" name=""/>
          <p:cNvSpPr txBox="1"/>
          <p:nvPr/>
        </p:nvSpPr>
        <p:spPr>
          <a:xfrm>
            <a:off x="1764360" y="2482200"/>
            <a:ext cx="10126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pooled Δ = -0.02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1630080" y="2244600"/>
            <a:ext cx="144360" cy="144360"/>
          </a:xfrm>
          <a:custGeom>
            <a:avLst/>
            <a:gdLst/>
            <a:ahLst/>
            <a:rect l="0" t="0" r="r" b="b"/>
            <a:pathLst>
              <a:path w="401" h="401">
                <a:moveTo>
                  <a:pt x="201" y="401"/>
                </a:moveTo>
                <a:cubicBezTo>
                  <a:pt x="254" y="401"/>
                  <a:pt x="305" y="380"/>
                  <a:pt x="343" y="342"/>
                </a:cubicBezTo>
                <a:cubicBezTo>
                  <a:pt x="380" y="304"/>
                  <a:pt x="401" y="253"/>
                  <a:pt x="401" y="200"/>
                </a:cubicBezTo>
                <a:cubicBezTo>
                  <a:pt x="401" y="147"/>
                  <a:pt x="380" y="96"/>
                  <a:pt x="343" y="58"/>
                </a:cubicBezTo>
                <a:cubicBezTo>
                  <a:pt x="305" y="21"/>
                  <a:pt x="254" y="0"/>
                  <a:pt x="201" y="0"/>
                </a:cubicBezTo>
                <a:cubicBezTo>
                  <a:pt x="148" y="0"/>
                  <a:pt x="97" y="21"/>
                  <a:pt x="58" y="58"/>
                </a:cubicBezTo>
                <a:cubicBezTo>
                  <a:pt x="21" y="96"/>
                  <a:pt x="0" y="147"/>
                  <a:pt x="0" y="200"/>
                </a:cubicBezTo>
                <a:cubicBezTo>
                  <a:pt x="0" y="253"/>
                  <a:pt x="21" y="304"/>
                  <a:pt x="58" y="342"/>
                </a:cubicBezTo>
                <a:cubicBezTo>
                  <a:pt x="97" y="380"/>
                  <a:pt x="148" y="401"/>
                  <a:pt x="201" y="401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88" name=""/>
          <p:cNvSpPr txBox="1"/>
          <p:nvPr/>
        </p:nvSpPr>
        <p:spPr>
          <a:xfrm>
            <a:off x="1861200" y="192024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119409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2515320" y="1883880"/>
            <a:ext cx="165240" cy="164880"/>
          </a:xfrm>
          <a:custGeom>
            <a:avLst/>
            <a:gdLst/>
            <a:ahLst/>
            <a:rect l="0" t="0" r="r" b="b"/>
            <a:pathLst>
              <a:path w="459" h="458">
                <a:moveTo>
                  <a:pt x="230" y="458"/>
                </a:moveTo>
                <a:cubicBezTo>
                  <a:pt x="291" y="458"/>
                  <a:pt x="349" y="434"/>
                  <a:pt x="392" y="391"/>
                </a:cubicBezTo>
                <a:cubicBezTo>
                  <a:pt x="434" y="349"/>
                  <a:pt x="459" y="290"/>
                  <a:pt x="459" y="230"/>
                </a:cubicBezTo>
                <a:cubicBezTo>
                  <a:pt x="459" y="169"/>
                  <a:pt x="434" y="111"/>
                  <a:pt x="392" y="68"/>
                </a:cubicBezTo>
                <a:cubicBezTo>
                  <a:pt x="349" y="25"/>
                  <a:pt x="291" y="0"/>
                  <a:pt x="230" y="0"/>
                </a:cubicBezTo>
                <a:cubicBezTo>
                  <a:pt x="169" y="0"/>
                  <a:pt x="111" y="25"/>
                  <a:pt x="67" y="68"/>
                </a:cubicBezTo>
                <a:cubicBezTo>
                  <a:pt x="24" y="111"/>
                  <a:pt x="0" y="169"/>
                  <a:pt x="0" y="230"/>
                </a:cubicBezTo>
                <a:cubicBezTo>
                  <a:pt x="0" y="290"/>
                  <a:pt x="24" y="349"/>
                  <a:pt x="67" y="391"/>
                </a:cubicBezTo>
                <a:cubicBezTo>
                  <a:pt x="111" y="434"/>
                  <a:pt x="169" y="458"/>
                  <a:pt x="230" y="458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90" name=""/>
          <p:cNvSpPr txBox="1"/>
          <p:nvPr/>
        </p:nvSpPr>
        <p:spPr>
          <a:xfrm>
            <a:off x="1520640" y="223272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150082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2705400" y="1972080"/>
            <a:ext cx="159120" cy="159120"/>
          </a:xfrm>
          <a:custGeom>
            <a:avLst/>
            <a:gdLst/>
            <a:ahLst/>
            <a:rect l="0" t="0" r="r" b="b"/>
            <a:pathLst>
              <a:path w="442" h="442">
                <a:moveTo>
                  <a:pt x="222" y="442"/>
                </a:moveTo>
                <a:cubicBezTo>
                  <a:pt x="280" y="442"/>
                  <a:pt x="336" y="418"/>
                  <a:pt x="378" y="377"/>
                </a:cubicBezTo>
                <a:cubicBezTo>
                  <a:pt x="419" y="336"/>
                  <a:pt x="442" y="280"/>
                  <a:pt x="442" y="221"/>
                </a:cubicBezTo>
                <a:cubicBezTo>
                  <a:pt x="442" y="163"/>
                  <a:pt x="419" y="107"/>
                  <a:pt x="378" y="66"/>
                </a:cubicBezTo>
                <a:cubicBezTo>
                  <a:pt x="336" y="24"/>
                  <a:pt x="280" y="0"/>
                  <a:pt x="222" y="0"/>
                </a:cubicBezTo>
                <a:cubicBezTo>
                  <a:pt x="162" y="0"/>
                  <a:pt x="106" y="24"/>
                  <a:pt x="65" y="66"/>
                </a:cubicBezTo>
                <a:cubicBezTo>
                  <a:pt x="24" y="107"/>
                  <a:pt x="0" y="163"/>
                  <a:pt x="0" y="221"/>
                </a:cubicBezTo>
                <a:cubicBezTo>
                  <a:pt x="0" y="280"/>
                  <a:pt x="24" y="336"/>
                  <a:pt x="65" y="377"/>
                </a:cubicBezTo>
                <a:cubicBezTo>
                  <a:pt x="106" y="418"/>
                  <a:pt x="162" y="442"/>
                  <a:pt x="222" y="442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92" name=""/>
          <p:cNvSpPr txBox="1"/>
          <p:nvPr/>
        </p:nvSpPr>
        <p:spPr>
          <a:xfrm>
            <a:off x="2446560" y="188244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35452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2313360" y="2143080"/>
            <a:ext cx="160560" cy="160560"/>
          </a:xfrm>
          <a:custGeom>
            <a:avLst/>
            <a:gdLst/>
            <a:ahLst/>
            <a:rect l="0" t="0" r="r" b="b"/>
            <a:pathLst>
              <a:path w="446" h="446">
                <a:moveTo>
                  <a:pt x="224" y="446"/>
                </a:moveTo>
                <a:cubicBezTo>
                  <a:pt x="283" y="446"/>
                  <a:pt x="339" y="423"/>
                  <a:pt x="381" y="381"/>
                </a:cubicBezTo>
                <a:cubicBezTo>
                  <a:pt x="423" y="339"/>
                  <a:pt x="446" y="283"/>
                  <a:pt x="446" y="224"/>
                </a:cubicBezTo>
                <a:cubicBezTo>
                  <a:pt x="446" y="165"/>
                  <a:pt x="423" y="108"/>
                  <a:pt x="381" y="67"/>
                </a:cubicBezTo>
                <a:cubicBezTo>
                  <a:pt x="339" y="24"/>
                  <a:pt x="283" y="0"/>
                  <a:pt x="224" y="0"/>
                </a:cubicBezTo>
                <a:cubicBezTo>
                  <a:pt x="165" y="0"/>
                  <a:pt x="108" y="24"/>
                  <a:pt x="66" y="67"/>
                </a:cubicBezTo>
                <a:cubicBezTo>
                  <a:pt x="25" y="108"/>
                  <a:pt x="0" y="165"/>
                  <a:pt x="0" y="224"/>
                </a:cubicBezTo>
                <a:cubicBezTo>
                  <a:pt x="0" y="283"/>
                  <a:pt x="25" y="339"/>
                  <a:pt x="66" y="381"/>
                </a:cubicBezTo>
                <a:cubicBezTo>
                  <a:pt x="108" y="423"/>
                  <a:pt x="165" y="446"/>
                  <a:pt x="224" y="446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0">
            <a:noFill/>
          </a:ln>
        </p:spPr>
      </p:sp>
      <p:sp>
        <p:nvSpPr>
          <p:cNvPr id="94" name=""/>
          <p:cNvSpPr/>
          <p:nvPr/>
        </p:nvSpPr>
        <p:spPr>
          <a:xfrm>
            <a:off x="2313360" y="2143080"/>
            <a:ext cx="160560" cy="160560"/>
          </a:xfrm>
          <a:custGeom>
            <a:avLst/>
            <a:gdLst/>
            <a:ahLst/>
            <a:rect l="0" t="0" r="r" b="b"/>
            <a:pathLst>
              <a:path w="446" h="446">
                <a:moveTo>
                  <a:pt x="224" y="446"/>
                </a:moveTo>
                <a:cubicBezTo>
                  <a:pt x="283" y="446"/>
                  <a:pt x="339" y="423"/>
                  <a:pt x="381" y="381"/>
                </a:cubicBezTo>
                <a:cubicBezTo>
                  <a:pt x="423" y="339"/>
                  <a:pt x="446" y="283"/>
                  <a:pt x="446" y="224"/>
                </a:cubicBezTo>
                <a:cubicBezTo>
                  <a:pt x="446" y="165"/>
                  <a:pt x="423" y="108"/>
                  <a:pt x="381" y="67"/>
                </a:cubicBezTo>
                <a:cubicBezTo>
                  <a:pt x="339" y="24"/>
                  <a:pt x="283" y="0"/>
                  <a:pt x="224" y="0"/>
                </a:cubicBezTo>
                <a:cubicBezTo>
                  <a:pt x="165" y="0"/>
                  <a:pt x="108" y="24"/>
                  <a:pt x="66" y="67"/>
                </a:cubicBezTo>
                <a:cubicBezTo>
                  <a:pt x="25" y="108"/>
                  <a:pt x="0" y="165"/>
                  <a:pt x="0" y="224"/>
                </a:cubicBezTo>
                <a:cubicBezTo>
                  <a:pt x="0" y="283"/>
                  <a:pt x="25" y="339"/>
                  <a:pt x="66" y="381"/>
                </a:cubicBezTo>
                <a:cubicBezTo>
                  <a:pt x="108" y="423"/>
                  <a:pt x="165" y="446"/>
                  <a:pt x="224" y="446"/>
                </a:cubicBezTo>
                <a:close/>
              </a:path>
            </a:pathLst>
          </a:custGeom>
          <a:noFill/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95" name=""/>
          <p:cNvSpPr txBox="1"/>
          <p:nvPr/>
        </p:nvSpPr>
        <p:spPr>
          <a:xfrm>
            <a:off x="2633760" y="196740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45404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1773000" y="231696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3" y="387"/>
                </a:moveTo>
                <a:cubicBezTo>
                  <a:pt x="244" y="387"/>
                  <a:pt x="294" y="367"/>
                  <a:pt x="331" y="331"/>
                </a:cubicBezTo>
                <a:cubicBezTo>
                  <a:pt x="367" y="293"/>
                  <a:pt x="387" y="244"/>
                  <a:pt x="387" y="193"/>
                </a:cubicBezTo>
                <a:cubicBezTo>
                  <a:pt x="387" y="142"/>
                  <a:pt x="367" y="93"/>
                  <a:pt x="331" y="56"/>
                </a:cubicBezTo>
                <a:cubicBezTo>
                  <a:pt x="294" y="20"/>
                  <a:pt x="244" y="0"/>
                  <a:pt x="193" y="0"/>
                </a:cubicBezTo>
                <a:cubicBezTo>
                  <a:pt x="142" y="0"/>
                  <a:pt x="93" y="20"/>
                  <a:pt x="56" y="56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4"/>
                  <a:pt x="20" y="293"/>
                  <a:pt x="56" y="331"/>
                </a:cubicBezTo>
                <a:cubicBezTo>
                  <a:pt x="93" y="367"/>
                  <a:pt x="142" y="387"/>
                  <a:pt x="193" y="387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97" name=""/>
          <p:cNvSpPr txBox="1"/>
          <p:nvPr/>
        </p:nvSpPr>
        <p:spPr>
          <a:xfrm>
            <a:off x="2242440" y="213948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68204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181960" y="217440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5" y="433"/>
                  <a:pt x="330" y="410"/>
                  <a:pt x="370" y="370"/>
                </a:cubicBezTo>
                <a:cubicBezTo>
                  <a:pt x="411" y="329"/>
                  <a:pt x="433" y="274"/>
                  <a:pt x="433" y="216"/>
                </a:cubicBezTo>
                <a:cubicBezTo>
                  <a:pt x="433" y="159"/>
                  <a:pt x="411" y="104"/>
                  <a:pt x="370" y="63"/>
                </a:cubicBezTo>
                <a:cubicBezTo>
                  <a:pt x="330" y="23"/>
                  <a:pt x="275" y="0"/>
                  <a:pt x="217" y="0"/>
                </a:cubicBezTo>
                <a:cubicBezTo>
                  <a:pt x="159" y="0"/>
                  <a:pt x="104" y="23"/>
                  <a:pt x="64" y="63"/>
                </a:cubicBezTo>
                <a:cubicBezTo>
                  <a:pt x="23" y="104"/>
                  <a:pt x="0" y="159"/>
                  <a:pt x="0" y="216"/>
                </a:cubicBezTo>
                <a:cubicBezTo>
                  <a:pt x="0" y="274"/>
                  <a:pt x="23" y="329"/>
                  <a:pt x="64" y="370"/>
                </a:cubicBezTo>
                <a:cubicBezTo>
                  <a:pt x="104" y="410"/>
                  <a:pt x="159" y="433"/>
                  <a:pt x="217" y="433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99" name=""/>
          <p:cNvSpPr txBox="1"/>
          <p:nvPr/>
        </p:nvSpPr>
        <p:spPr>
          <a:xfrm>
            <a:off x="1691280" y="230256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69657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2108880" y="216828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94104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4628880" y="273600"/>
            <a:ext cx="3439080" cy="2430000"/>
          </a:xfrm>
          <a:custGeom>
            <a:avLst/>
            <a:gdLst/>
            <a:ahLst/>
            <a:rect l="0" t="0" r="r" b="b"/>
            <a:pathLst>
              <a:path w="9553" h="6750">
                <a:moveTo>
                  <a:pt x="0" y="6750"/>
                </a:moveTo>
                <a:lnTo>
                  <a:pt x="9553" y="6750"/>
                </a:lnTo>
                <a:lnTo>
                  <a:pt x="9553" y="0"/>
                </a:lnTo>
                <a:lnTo>
                  <a:pt x="0" y="0"/>
                </a:lnTo>
                <a:lnTo>
                  <a:pt x="0" y="675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2" name=""/>
          <p:cNvSpPr/>
          <p:nvPr/>
        </p:nvSpPr>
        <p:spPr>
          <a:xfrm>
            <a:off x="5158080" y="273600"/>
            <a:ext cx="2380320" cy="2430000"/>
          </a:xfrm>
          <a:custGeom>
            <a:avLst/>
            <a:gdLst/>
            <a:ahLst/>
            <a:rect l="0" t="0" r="r" b="b"/>
            <a:pathLst>
              <a:path w="6612" h="6750">
                <a:moveTo>
                  <a:pt x="3307" y="0"/>
                </a:moveTo>
                <a:lnTo>
                  <a:pt x="3239" y="138"/>
                </a:lnTo>
                <a:lnTo>
                  <a:pt x="3172" y="276"/>
                </a:lnTo>
                <a:lnTo>
                  <a:pt x="3104" y="413"/>
                </a:lnTo>
                <a:lnTo>
                  <a:pt x="3037" y="551"/>
                </a:lnTo>
                <a:lnTo>
                  <a:pt x="2969" y="689"/>
                </a:lnTo>
                <a:lnTo>
                  <a:pt x="2902" y="827"/>
                </a:lnTo>
                <a:lnTo>
                  <a:pt x="2835" y="964"/>
                </a:lnTo>
                <a:lnTo>
                  <a:pt x="2767" y="1102"/>
                </a:lnTo>
                <a:lnTo>
                  <a:pt x="2700" y="1240"/>
                </a:lnTo>
                <a:lnTo>
                  <a:pt x="2632" y="1377"/>
                </a:lnTo>
                <a:lnTo>
                  <a:pt x="2565" y="1515"/>
                </a:lnTo>
                <a:lnTo>
                  <a:pt x="2497" y="1653"/>
                </a:lnTo>
                <a:lnTo>
                  <a:pt x="2430" y="1791"/>
                </a:lnTo>
                <a:lnTo>
                  <a:pt x="2362" y="1928"/>
                </a:lnTo>
                <a:lnTo>
                  <a:pt x="2295" y="2066"/>
                </a:lnTo>
                <a:lnTo>
                  <a:pt x="2227" y="2204"/>
                </a:lnTo>
                <a:lnTo>
                  <a:pt x="2159" y="2342"/>
                </a:lnTo>
                <a:lnTo>
                  <a:pt x="2092" y="2479"/>
                </a:lnTo>
                <a:lnTo>
                  <a:pt x="2024" y="2618"/>
                </a:lnTo>
                <a:lnTo>
                  <a:pt x="1957" y="2756"/>
                </a:lnTo>
                <a:lnTo>
                  <a:pt x="1889" y="2894"/>
                </a:lnTo>
                <a:lnTo>
                  <a:pt x="1822" y="3031"/>
                </a:lnTo>
                <a:lnTo>
                  <a:pt x="1754" y="3169"/>
                </a:lnTo>
                <a:lnTo>
                  <a:pt x="1687" y="3307"/>
                </a:lnTo>
                <a:lnTo>
                  <a:pt x="1619" y="3445"/>
                </a:lnTo>
                <a:lnTo>
                  <a:pt x="1552" y="3582"/>
                </a:lnTo>
                <a:lnTo>
                  <a:pt x="1484" y="3720"/>
                </a:lnTo>
                <a:lnTo>
                  <a:pt x="1417" y="3858"/>
                </a:lnTo>
                <a:lnTo>
                  <a:pt x="1350" y="3996"/>
                </a:lnTo>
                <a:lnTo>
                  <a:pt x="1282" y="4133"/>
                </a:lnTo>
                <a:lnTo>
                  <a:pt x="1215" y="4271"/>
                </a:lnTo>
                <a:lnTo>
                  <a:pt x="1147" y="4409"/>
                </a:lnTo>
                <a:lnTo>
                  <a:pt x="1080" y="4546"/>
                </a:lnTo>
                <a:lnTo>
                  <a:pt x="1012" y="4684"/>
                </a:lnTo>
                <a:lnTo>
                  <a:pt x="945" y="4822"/>
                </a:lnTo>
                <a:lnTo>
                  <a:pt x="877" y="4960"/>
                </a:lnTo>
                <a:lnTo>
                  <a:pt x="810" y="5097"/>
                </a:lnTo>
                <a:lnTo>
                  <a:pt x="742" y="5235"/>
                </a:lnTo>
                <a:lnTo>
                  <a:pt x="675" y="5373"/>
                </a:lnTo>
                <a:lnTo>
                  <a:pt x="607" y="5511"/>
                </a:lnTo>
                <a:lnTo>
                  <a:pt x="540" y="5648"/>
                </a:lnTo>
                <a:lnTo>
                  <a:pt x="473" y="5786"/>
                </a:lnTo>
                <a:lnTo>
                  <a:pt x="405" y="5924"/>
                </a:lnTo>
                <a:lnTo>
                  <a:pt x="338" y="6062"/>
                </a:lnTo>
                <a:lnTo>
                  <a:pt x="270" y="6199"/>
                </a:lnTo>
                <a:lnTo>
                  <a:pt x="203" y="6337"/>
                </a:lnTo>
                <a:lnTo>
                  <a:pt x="135" y="6475"/>
                </a:lnTo>
                <a:lnTo>
                  <a:pt x="68" y="6613"/>
                </a:lnTo>
                <a:lnTo>
                  <a:pt x="0" y="6750"/>
                </a:lnTo>
                <a:lnTo>
                  <a:pt x="6612" y="6750"/>
                </a:lnTo>
                <a:lnTo>
                  <a:pt x="6545" y="6613"/>
                </a:lnTo>
                <a:lnTo>
                  <a:pt x="6477" y="6475"/>
                </a:lnTo>
                <a:lnTo>
                  <a:pt x="6410" y="6337"/>
                </a:lnTo>
                <a:lnTo>
                  <a:pt x="6342" y="6199"/>
                </a:lnTo>
                <a:lnTo>
                  <a:pt x="6275" y="6062"/>
                </a:lnTo>
                <a:lnTo>
                  <a:pt x="6207" y="5924"/>
                </a:lnTo>
                <a:lnTo>
                  <a:pt x="6140" y="5786"/>
                </a:lnTo>
                <a:lnTo>
                  <a:pt x="6072" y="5648"/>
                </a:lnTo>
                <a:lnTo>
                  <a:pt x="6005" y="5511"/>
                </a:lnTo>
                <a:lnTo>
                  <a:pt x="5938" y="5373"/>
                </a:lnTo>
                <a:lnTo>
                  <a:pt x="5870" y="5235"/>
                </a:lnTo>
                <a:lnTo>
                  <a:pt x="5803" y="5097"/>
                </a:lnTo>
                <a:lnTo>
                  <a:pt x="5735" y="4960"/>
                </a:lnTo>
                <a:lnTo>
                  <a:pt x="5668" y="4822"/>
                </a:lnTo>
                <a:lnTo>
                  <a:pt x="5600" y="4684"/>
                </a:lnTo>
                <a:lnTo>
                  <a:pt x="5533" y="4546"/>
                </a:lnTo>
                <a:lnTo>
                  <a:pt x="5465" y="4409"/>
                </a:lnTo>
                <a:lnTo>
                  <a:pt x="5398" y="4271"/>
                </a:lnTo>
                <a:lnTo>
                  <a:pt x="5330" y="4133"/>
                </a:lnTo>
                <a:lnTo>
                  <a:pt x="5263" y="3996"/>
                </a:lnTo>
                <a:lnTo>
                  <a:pt x="5195" y="3858"/>
                </a:lnTo>
                <a:lnTo>
                  <a:pt x="5128" y="3720"/>
                </a:lnTo>
                <a:lnTo>
                  <a:pt x="5061" y="3582"/>
                </a:lnTo>
                <a:lnTo>
                  <a:pt x="4993" y="3445"/>
                </a:lnTo>
                <a:lnTo>
                  <a:pt x="4926" y="3307"/>
                </a:lnTo>
                <a:lnTo>
                  <a:pt x="4858" y="3169"/>
                </a:lnTo>
                <a:lnTo>
                  <a:pt x="4791" y="3031"/>
                </a:lnTo>
                <a:lnTo>
                  <a:pt x="4723" y="2894"/>
                </a:lnTo>
                <a:lnTo>
                  <a:pt x="4656" y="2756"/>
                </a:lnTo>
                <a:lnTo>
                  <a:pt x="4588" y="2618"/>
                </a:lnTo>
                <a:lnTo>
                  <a:pt x="4521" y="2479"/>
                </a:lnTo>
                <a:lnTo>
                  <a:pt x="4453" y="2342"/>
                </a:lnTo>
                <a:lnTo>
                  <a:pt x="4386" y="2204"/>
                </a:lnTo>
                <a:lnTo>
                  <a:pt x="4319" y="2066"/>
                </a:lnTo>
                <a:lnTo>
                  <a:pt x="4251" y="1928"/>
                </a:lnTo>
                <a:lnTo>
                  <a:pt x="4184" y="1791"/>
                </a:lnTo>
                <a:lnTo>
                  <a:pt x="4116" y="1653"/>
                </a:lnTo>
                <a:lnTo>
                  <a:pt x="4049" y="1515"/>
                </a:lnTo>
                <a:lnTo>
                  <a:pt x="3981" y="1377"/>
                </a:lnTo>
                <a:lnTo>
                  <a:pt x="3914" y="1240"/>
                </a:lnTo>
                <a:lnTo>
                  <a:pt x="3846" y="1102"/>
                </a:lnTo>
                <a:lnTo>
                  <a:pt x="3779" y="964"/>
                </a:lnTo>
                <a:lnTo>
                  <a:pt x="3711" y="827"/>
                </a:lnTo>
                <a:lnTo>
                  <a:pt x="3644" y="689"/>
                </a:lnTo>
                <a:lnTo>
                  <a:pt x="3577" y="551"/>
                </a:lnTo>
                <a:lnTo>
                  <a:pt x="3509" y="413"/>
                </a:lnTo>
                <a:lnTo>
                  <a:pt x="3442" y="276"/>
                </a:lnTo>
                <a:lnTo>
                  <a:pt x="3374" y="138"/>
                </a:lnTo>
                <a:lnTo>
                  <a:pt x="3307" y="0"/>
                </a:lnTo>
                <a:close/>
              </a:path>
            </a:pathLst>
          </a:custGeom>
          <a:solidFill>
            <a:srgbClr val="5a6772">
              <a:alpha val="10000"/>
            </a:srgbClr>
          </a:solidFill>
          <a:ln w="12600">
            <a:solidFill>
              <a:srgbClr val="5a6772">
                <a:alpha val="10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491544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>
            <a:off x="491544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/>
          <p:nvPr/>
        </p:nvSpPr>
        <p:spPr>
          <a:xfrm>
            <a:off x="563184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" name=""/>
          <p:cNvSpPr/>
          <p:nvPr/>
        </p:nvSpPr>
        <p:spPr>
          <a:xfrm>
            <a:off x="563184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" name=""/>
          <p:cNvSpPr/>
          <p:nvPr/>
        </p:nvSpPr>
        <p:spPr>
          <a:xfrm>
            <a:off x="634824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" name=""/>
          <p:cNvSpPr/>
          <p:nvPr/>
        </p:nvSpPr>
        <p:spPr>
          <a:xfrm>
            <a:off x="634824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/>
          <p:nvPr/>
        </p:nvSpPr>
        <p:spPr>
          <a:xfrm>
            <a:off x="706464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706464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/>
          <p:nvPr/>
        </p:nvSpPr>
        <p:spPr>
          <a:xfrm>
            <a:off x="7781040" y="2703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2" name=""/>
          <p:cNvSpPr/>
          <p:nvPr/>
        </p:nvSpPr>
        <p:spPr>
          <a:xfrm>
            <a:off x="7781040" y="2703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" name=""/>
          <p:cNvSpPr txBox="1"/>
          <p:nvPr/>
        </p:nvSpPr>
        <p:spPr>
          <a:xfrm>
            <a:off x="1704240" y="73800"/>
            <a:ext cx="11757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DSB/HDR repair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4590720" y="273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5" name=""/>
          <p:cNvSpPr/>
          <p:nvPr/>
        </p:nvSpPr>
        <p:spPr>
          <a:xfrm flipH="1">
            <a:off x="4590720" y="273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 txBox="1"/>
          <p:nvPr/>
        </p:nvSpPr>
        <p:spPr>
          <a:xfrm>
            <a:off x="5690160" y="2773440"/>
            <a:ext cx="1321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Δ z-score (good − bad)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4590720" y="560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8" name=""/>
          <p:cNvSpPr/>
          <p:nvPr/>
        </p:nvSpPr>
        <p:spPr>
          <a:xfrm flipH="1">
            <a:off x="4590720" y="560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" name=""/>
          <p:cNvSpPr txBox="1"/>
          <p:nvPr/>
        </p:nvSpPr>
        <p:spPr>
          <a:xfrm>
            <a:off x="4305960" y="217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0" name=""/>
          <p:cNvSpPr/>
          <p:nvPr/>
        </p:nvSpPr>
        <p:spPr>
          <a:xfrm>
            <a:off x="4590720" y="847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1" name=""/>
          <p:cNvSpPr/>
          <p:nvPr/>
        </p:nvSpPr>
        <p:spPr>
          <a:xfrm flipH="1">
            <a:off x="4590720" y="847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 txBox="1"/>
          <p:nvPr/>
        </p:nvSpPr>
        <p:spPr>
          <a:xfrm>
            <a:off x="4305960" y="5036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4590720" y="1133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4" name=""/>
          <p:cNvSpPr/>
          <p:nvPr/>
        </p:nvSpPr>
        <p:spPr>
          <a:xfrm flipH="1">
            <a:off x="4590720" y="1133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" name=""/>
          <p:cNvSpPr txBox="1"/>
          <p:nvPr/>
        </p:nvSpPr>
        <p:spPr>
          <a:xfrm>
            <a:off x="4305960" y="79056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6" name=""/>
          <p:cNvSpPr/>
          <p:nvPr/>
        </p:nvSpPr>
        <p:spPr>
          <a:xfrm>
            <a:off x="4590720" y="1420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7" name=""/>
          <p:cNvSpPr/>
          <p:nvPr/>
        </p:nvSpPr>
        <p:spPr>
          <a:xfrm flipH="1">
            <a:off x="4590720" y="1420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 txBox="1"/>
          <p:nvPr/>
        </p:nvSpPr>
        <p:spPr>
          <a:xfrm>
            <a:off x="4305960" y="10771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4590720" y="1707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" name=""/>
          <p:cNvSpPr/>
          <p:nvPr/>
        </p:nvSpPr>
        <p:spPr>
          <a:xfrm flipH="1">
            <a:off x="4590720" y="1707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 txBox="1"/>
          <p:nvPr/>
        </p:nvSpPr>
        <p:spPr>
          <a:xfrm>
            <a:off x="4305960" y="13640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4590720" y="1994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 flipH="1">
            <a:off x="4590720" y="1994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 txBox="1"/>
          <p:nvPr/>
        </p:nvSpPr>
        <p:spPr>
          <a:xfrm>
            <a:off x="4305960" y="165060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4590720" y="2280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6" name=""/>
          <p:cNvSpPr/>
          <p:nvPr/>
        </p:nvSpPr>
        <p:spPr>
          <a:xfrm flipH="1">
            <a:off x="4590720" y="2280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 txBox="1"/>
          <p:nvPr/>
        </p:nvSpPr>
        <p:spPr>
          <a:xfrm>
            <a:off x="4305960" y="19375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4590720" y="256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9" name=""/>
          <p:cNvSpPr/>
          <p:nvPr/>
        </p:nvSpPr>
        <p:spPr>
          <a:xfrm flipH="1">
            <a:off x="4590720" y="256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 txBox="1"/>
          <p:nvPr/>
        </p:nvSpPr>
        <p:spPr>
          <a:xfrm>
            <a:off x="4305960" y="2224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1" name=""/>
          <p:cNvSpPr txBox="1"/>
          <p:nvPr/>
        </p:nvSpPr>
        <p:spPr>
          <a:xfrm>
            <a:off x="4305960" y="251100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0.40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 flipV="1">
            <a:off x="6348240" y="273600"/>
            <a:ext cx="0" cy="242964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/>
          <p:nvPr/>
        </p:nvSpPr>
        <p:spPr>
          <a:xfrm>
            <a:off x="5158080" y="273600"/>
            <a:ext cx="1190520" cy="2430000"/>
          </a:xfrm>
          <a:custGeom>
            <a:avLst/>
            <a:gdLst/>
            <a:ahLst/>
            <a:rect l="0" t="0" r="r" b="b"/>
            <a:pathLst>
              <a:path fill="none" w="3307" h="6750">
                <a:moveTo>
                  <a:pt x="3307" y="0"/>
                </a:moveTo>
                <a:lnTo>
                  <a:pt x="3239" y="138"/>
                </a:lnTo>
                <a:lnTo>
                  <a:pt x="3172" y="276"/>
                </a:lnTo>
                <a:lnTo>
                  <a:pt x="3104" y="413"/>
                </a:lnTo>
                <a:lnTo>
                  <a:pt x="3037" y="551"/>
                </a:lnTo>
                <a:lnTo>
                  <a:pt x="2969" y="689"/>
                </a:lnTo>
                <a:lnTo>
                  <a:pt x="2902" y="827"/>
                </a:lnTo>
                <a:lnTo>
                  <a:pt x="2835" y="964"/>
                </a:lnTo>
                <a:lnTo>
                  <a:pt x="2767" y="1102"/>
                </a:lnTo>
                <a:lnTo>
                  <a:pt x="2700" y="1240"/>
                </a:lnTo>
                <a:lnTo>
                  <a:pt x="2632" y="1377"/>
                </a:lnTo>
                <a:lnTo>
                  <a:pt x="2565" y="1515"/>
                </a:lnTo>
                <a:lnTo>
                  <a:pt x="2497" y="1653"/>
                </a:lnTo>
                <a:lnTo>
                  <a:pt x="2430" y="1791"/>
                </a:lnTo>
                <a:lnTo>
                  <a:pt x="2362" y="1928"/>
                </a:lnTo>
                <a:lnTo>
                  <a:pt x="2295" y="2066"/>
                </a:lnTo>
                <a:lnTo>
                  <a:pt x="2227" y="2204"/>
                </a:lnTo>
                <a:lnTo>
                  <a:pt x="2160" y="2342"/>
                </a:lnTo>
                <a:lnTo>
                  <a:pt x="2093" y="2479"/>
                </a:lnTo>
                <a:lnTo>
                  <a:pt x="2025" y="2618"/>
                </a:lnTo>
                <a:lnTo>
                  <a:pt x="1958" y="2756"/>
                </a:lnTo>
                <a:lnTo>
                  <a:pt x="1890" y="2894"/>
                </a:lnTo>
                <a:lnTo>
                  <a:pt x="1823" y="3031"/>
                </a:lnTo>
                <a:lnTo>
                  <a:pt x="1755" y="3169"/>
                </a:lnTo>
                <a:lnTo>
                  <a:pt x="1688" y="3307"/>
                </a:lnTo>
                <a:lnTo>
                  <a:pt x="1620" y="3445"/>
                </a:lnTo>
                <a:lnTo>
                  <a:pt x="1553" y="3582"/>
                </a:lnTo>
                <a:lnTo>
                  <a:pt x="1485" y="3720"/>
                </a:lnTo>
                <a:lnTo>
                  <a:pt x="1418" y="3858"/>
                </a:lnTo>
                <a:lnTo>
                  <a:pt x="1351" y="3996"/>
                </a:lnTo>
                <a:lnTo>
                  <a:pt x="1283" y="4133"/>
                </a:lnTo>
                <a:lnTo>
                  <a:pt x="1216" y="4271"/>
                </a:lnTo>
                <a:lnTo>
                  <a:pt x="1148" y="4409"/>
                </a:lnTo>
                <a:lnTo>
                  <a:pt x="1081" y="4546"/>
                </a:lnTo>
                <a:lnTo>
                  <a:pt x="1013" y="4684"/>
                </a:lnTo>
                <a:lnTo>
                  <a:pt x="946" y="4822"/>
                </a:lnTo>
                <a:lnTo>
                  <a:pt x="878" y="4960"/>
                </a:lnTo>
                <a:lnTo>
                  <a:pt x="811" y="5097"/>
                </a:lnTo>
                <a:lnTo>
                  <a:pt x="743" y="5235"/>
                </a:lnTo>
                <a:lnTo>
                  <a:pt x="676" y="5373"/>
                </a:lnTo>
                <a:lnTo>
                  <a:pt x="608" y="5511"/>
                </a:lnTo>
                <a:lnTo>
                  <a:pt x="540" y="5648"/>
                </a:lnTo>
                <a:lnTo>
                  <a:pt x="473" y="5786"/>
                </a:lnTo>
                <a:lnTo>
                  <a:pt x="405" y="5924"/>
                </a:lnTo>
                <a:lnTo>
                  <a:pt x="338" y="6062"/>
                </a:lnTo>
                <a:lnTo>
                  <a:pt x="270" y="6199"/>
                </a:lnTo>
                <a:lnTo>
                  <a:pt x="203" y="6337"/>
                </a:lnTo>
                <a:lnTo>
                  <a:pt x="135" y="6475"/>
                </a:lnTo>
                <a:lnTo>
                  <a:pt x="68" y="6613"/>
                </a:lnTo>
                <a:lnTo>
                  <a:pt x="0" y="6750"/>
                </a:lnTo>
              </a:path>
            </a:pathLst>
          </a:custGeom>
          <a:ln w="11160">
            <a:solidFill>
              <a:srgbClr val="5a6772"/>
            </a:solidFill>
            <a:custDash>
              <a:ds d="377419" sp="161290"/>
            </a:custDash>
            <a:round/>
          </a:ln>
        </p:spPr>
      </p:sp>
      <p:sp>
        <p:nvSpPr>
          <p:cNvPr id="144" name=""/>
          <p:cNvSpPr/>
          <p:nvPr/>
        </p:nvSpPr>
        <p:spPr>
          <a:xfrm>
            <a:off x="6348240" y="273600"/>
            <a:ext cx="1190160" cy="2430000"/>
          </a:xfrm>
          <a:custGeom>
            <a:avLst/>
            <a:gdLst/>
            <a:ahLst/>
            <a:rect l="0" t="0" r="r" b="b"/>
            <a:pathLst>
              <a:path fill="none" w="3306" h="6750">
                <a:moveTo>
                  <a:pt x="0" y="0"/>
                </a:moveTo>
                <a:lnTo>
                  <a:pt x="67" y="138"/>
                </a:lnTo>
                <a:lnTo>
                  <a:pt x="135" y="276"/>
                </a:lnTo>
                <a:lnTo>
                  <a:pt x="202" y="413"/>
                </a:lnTo>
                <a:lnTo>
                  <a:pt x="270" y="551"/>
                </a:lnTo>
                <a:lnTo>
                  <a:pt x="337" y="689"/>
                </a:lnTo>
                <a:lnTo>
                  <a:pt x="404" y="827"/>
                </a:lnTo>
                <a:lnTo>
                  <a:pt x="472" y="964"/>
                </a:lnTo>
                <a:lnTo>
                  <a:pt x="539" y="1102"/>
                </a:lnTo>
                <a:lnTo>
                  <a:pt x="608" y="1240"/>
                </a:lnTo>
                <a:lnTo>
                  <a:pt x="675" y="1377"/>
                </a:lnTo>
                <a:lnTo>
                  <a:pt x="743" y="1515"/>
                </a:lnTo>
                <a:lnTo>
                  <a:pt x="810" y="1653"/>
                </a:lnTo>
                <a:lnTo>
                  <a:pt x="878" y="1791"/>
                </a:lnTo>
                <a:lnTo>
                  <a:pt x="945" y="1928"/>
                </a:lnTo>
                <a:lnTo>
                  <a:pt x="1013" y="2066"/>
                </a:lnTo>
                <a:lnTo>
                  <a:pt x="1080" y="2204"/>
                </a:lnTo>
                <a:lnTo>
                  <a:pt x="1147" y="2342"/>
                </a:lnTo>
                <a:lnTo>
                  <a:pt x="1215" y="2479"/>
                </a:lnTo>
                <a:lnTo>
                  <a:pt x="1282" y="2618"/>
                </a:lnTo>
                <a:lnTo>
                  <a:pt x="1350" y="2756"/>
                </a:lnTo>
                <a:lnTo>
                  <a:pt x="1417" y="2894"/>
                </a:lnTo>
                <a:lnTo>
                  <a:pt x="1485" y="3031"/>
                </a:lnTo>
                <a:lnTo>
                  <a:pt x="1552" y="3169"/>
                </a:lnTo>
                <a:lnTo>
                  <a:pt x="1620" y="3307"/>
                </a:lnTo>
                <a:lnTo>
                  <a:pt x="1687" y="3445"/>
                </a:lnTo>
                <a:lnTo>
                  <a:pt x="1755" y="3582"/>
                </a:lnTo>
                <a:lnTo>
                  <a:pt x="1822" y="3720"/>
                </a:lnTo>
                <a:lnTo>
                  <a:pt x="1889" y="3858"/>
                </a:lnTo>
                <a:lnTo>
                  <a:pt x="1957" y="3996"/>
                </a:lnTo>
                <a:lnTo>
                  <a:pt x="2024" y="4133"/>
                </a:lnTo>
                <a:lnTo>
                  <a:pt x="2092" y="4271"/>
                </a:lnTo>
                <a:lnTo>
                  <a:pt x="2159" y="4409"/>
                </a:lnTo>
                <a:lnTo>
                  <a:pt x="2227" y="4546"/>
                </a:lnTo>
                <a:lnTo>
                  <a:pt x="2294" y="4684"/>
                </a:lnTo>
                <a:lnTo>
                  <a:pt x="2362" y="4822"/>
                </a:lnTo>
                <a:lnTo>
                  <a:pt x="2429" y="4960"/>
                </a:lnTo>
                <a:lnTo>
                  <a:pt x="2497" y="5097"/>
                </a:lnTo>
                <a:lnTo>
                  <a:pt x="2564" y="5235"/>
                </a:lnTo>
                <a:lnTo>
                  <a:pt x="2632" y="5373"/>
                </a:lnTo>
                <a:lnTo>
                  <a:pt x="2699" y="5511"/>
                </a:lnTo>
                <a:lnTo>
                  <a:pt x="2766" y="5648"/>
                </a:lnTo>
                <a:lnTo>
                  <a:pt x="2834" y="5786"/>
                </a:lnTo>
                <a:lnTo>
                  <a:pt x="2901" y="5924"/>
                </a:lnTo>
                <a:lnTo>
                  <a:pt x="2969" y="6062"/>
                </a:lnTo>
                <a:lnTo>
                  <a:pt x="3036" y="6199"/>
                </a:lnTo>
                <a:lnTo>
                  <a:pt x="3104" y="6337"/>
                </a:lnTo>
                <a:lnTo>
                  <a:pt x="3171" y="6475"/>
                </a:lnTo>
                <a:lnTo>
                  <a:pt x="3239" y="6613"/>
                </a:lnTo>
                <a:lnTo>
                  <a:pt x="3306" y="6750"/>
                </a:lnTo>
              </a:path>
            </a:pathLst>
          </a:custGeom>
          <a:ln w="11160">
            <a:solidFill>
              <a:srgbClr val="5a6772"/>
            </a:solidFill>
            <a:custDash>
              <a:ds d="377419" sp="161290"/>
            </a:custDash>
            <a:round/>
          </a:ln>
        </p:spPr>
      </p:sp>
      <p:sp>
        <p:nvSpPr>
          <p:cNvPr id="145" name=""/>
          <p:cNvSpPr/>
          <p:nvPr/>
        </p:nvSpPr>
        <p:spPr>
          <a:xfrm flipV="1">
            <a:off x="6310800" y="273600"/>
            <a:ext cx="0" cy="2429640"/>
          </a:xfrm>
          <a:prstGeom prst="line">
            <a:avLst/>
          </a:prstGeom>
          <a:ln w="13680">
            <a:solidFill>
              <a:srgbClr val="0e2a47"/>
            </a:solidFill>
            <a:custDash>
              <a:ds d="100000" sp="168421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/>
          <p:nvPr/>
        </p:nvSpPr>
        <p:spPr>
          <a:xfrm flipV="1">
            <a:off x="4628880" y="273600"/>
            <a:ext cx="0" cy="24296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/>
          <p:nvPr/>
        </p:nvSpPr>
        <p:spPr>
          <a:xfrm>
            <a:off x="4628880" y="2703240"/>
            <a:ext cx="34387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/>
          <p:nvPr/>
        </p:nvSpPr>
        <p:spPr>
          <a:xfrm>
            <a:off x="5783400" y="2473920"/>
            <a:ext cx="1054800" cy="154080"/>
          </a:xfrm>
          <a:custGeom>
            <a:avLst/>
            <a:gdLst/>
            <a:ahLst/>
            <a:rect l="0" t="0" r="r" b="b"/>
            <a:pathLst>
              <a:path w="2930" h="428">
                <a:moveTo>
                  <a:pt x="61" y="428"/>
                </a:moveTo>
                <a:lnTo>
                  <a:pt x="2870" y="428"/>
                </a:lnTo>
                <a:cubicBezTo>
                  <a:pt x="2910" y="428"/>
                  <a:pt x="2930" y="408"/>
                  <a:pt x="2930" y="368"/>
                </a:cubicBezTo>
                <a:lnTo>
                  <a:pt x="2930" y="60"/>
                </a:lnTo>
                <a:cubicBezTo>
                  <a:pt x="2930" y="20"/>
                  <a:pt x="2910" y="0"/>
                  <a:pt x="2870" y="0"/>
                </a:cubicBezTo>
                <a:lnTo>
                  <a:pt x="61" y="0"/>
                </a:lnTo>
                <a:cubicBezTo>
                  <a:pt x="20" y="0"/>
                  <a:pt x="0" y="20"/>
                  <a:pt x="0" y="60"/>
                </a:cubicBezTo>
                <a:lnTo>
                  <a:pt x="0" y="368"/>
                </a:lnTo>
                <a:cubicBezTo>
                  <a:pt x="0" y="408"/>
                  <a:pt x="20" y="428"/>
                  <a:pt x="61" y="428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49" name=""/>
          <p:cNvSpPr txBox="1"/>
          <p:nvPr/>
        </p:nvSpPr>
        <p:spPr>
          <a:xfrm rot="16200000">
            <a:off x="3770640" y="1416240"/>
            <a:ext cx="843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Standard error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6116760" y="1914840"/>
            <a:ext cx="178920" cy="178920"/>
          </a:xfrm>
          <a:custGeom>
            <a:avLst/>
            <a:gdLst/>
            <a:ahLst/>
            <a:rect l="0" t="0" r="r" b="b"/>
            <a:pathLst>
              <a:path w="497" h="497">
                <a:moveTo>
                  <a:pt x="249" y="497"/>
                </a:moveTo>
                <a:cubicBezTo>
                  <a:pt x="315" y="497"/>
                  <a:pt x="378" y="471"/>
                  <a:pt x="425" y="424"/>
                </a:cubicBezTo>
                <a:cubicBezTo>
                  <a:pt x="471" y="377"/>
                  <a:pt x="497" y="314"/>
                  <a:pt x="497" y="248"/>
                </a:cubicBezTo>
                <a:cubicBezTo>
                  <a:pt x="497" y="182"/>
                  <a:pt x="471" y="119"/>
                  <a:pt x="425" y="72"/>
                </a:cubicBezTo>
                <a:cubicBezTo>
                  <a:pt x="378" y="26"/>
                  <a:pt x="315" y="0"/>
                  <a:pt x="249" y="0"/>
                </a:cubicBezTo>
                <a:cubicBezTo>
                  <a:pt x="183" y="0"/>
                  <a:pt x="119" y="26"/>
                  <a:pt x="73" y="72"/>
                </a:cubicBezTo>
                <a:cubicBezTo>
                  <a:pt x="26" y="119"/>
                  <a:pt x="0" y="182"/>
                  <a:pt x="0" y="248"/>
                </a:cubicBezTo>
                <a:cubicBezTo>
                  <a:pt x="0" y="314"/>
                  <a:pt x="26" y="377"/>
                  <a:pt x="73" y="424"/>
                </a:cubicBezTo>
                <a:cubicBezTo>
                  <a:pt x="119" y="471"/>
                  <a:pt x="183" y="497"/>
                  <a:pt x="249" y="497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151" name=""/>
          <p:cNvSpPr txBox="1"/>
          <p:nvPr/>
        </p:nvSpPr>
        <p:spPr>
          <a:xfrm>
            <a:off x="5805360" y="2482200"/>
            <a:ext cx="10126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pooled Δ = -0.03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5512320" y="2244600"/>
            <a:ext cx="144720" cy="144360"/>
          </a:xfrm>
          <a:custGeom>
            <a:avLst/>
            <a:gdLst/>
            <a:ahLst/>
            <a:rect l="0" t="0" r="r" b="b"/>
            <a:pathLst>
              <a:path w="402" h="401">
                <a:moveTo>
                  <a:pt x="201" y="401"/>
                </a:moveTo>
                <a:cubicBezTo>
                  <a:pt x="254" y="401"/>
                  <a:pt x="305" y="380"/>
                  <a:pt x="343" y="342"/>
                </a:cubicBezTo>
                <a:cubicBezTo>
                  <a:pt x="380" y="304"/>
                  <a:pt x="402" y="253"/>
                  <a:pt x="402" y="200"/>
                </a:cubicBezTo>
                <a:cubicBezTo>
                  <a:pt x="402" y="147"/>
                  <a:pt x="380" y="96"/>
                  <a:pt x="343" y="58"/>
                </a:cubicBezTo>
                <a:cubicBezTo>
                  <a:pt x="305" y="21"/>
                  <a:pt x="254" y="0"/>
                  <a:pt x="201" y="0"/>
                </a:cubicBezTo>
                <a:cubicBezTo>
                  <a:pt x="148" y="0"/>
                  <a:pt x="97" y="21"/>
                  <a:pt x="59" y="58"/>
                </a:cubicBezTo>
                <a:cubicBezTo>
                  <a:pt x="21" y="96"/>
                  <a:pt x="0" y="147"/>
                  <a:pt x="0" y="200"/>
                </a:cubicBezTo>
                <a:cubicBezTo>
                  <a:pt x="0" y="253"/>
                  <a:pt x="21" y="304"/>
                  <a:pt x="59" y="342"/>
                </a:cubicBezTo>
                <a:cubicBezTo>
                  <a:pt x="97" y="380"/>
                  <a:pt x="148" y="401"/>
                  <a:pt x="201" y="401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0">
            <a:noFill/>
          </a:ln>
        </p:spPr>
      </p:sp>
      <p:sp>
        <p:nvSpPr>
          <p:cNvPr id="153" name=""/>
          <p:cNvSpPr/>
          <p:nvPr/>
        </p:nvSpPr>
        <p:spPr>
          <a:xfrm>
            <a:off x="5512320" y="2244600"/>
            <a:ext cx="144720" cy="144360"/>
          </a:xfrm>
          <a:custGeom>
            <a:avLst/>
            <a:gdLst/>
            <a:ahLst/>
            <a:rect l="0" t="0" r="r" b="b"/>
            <a:pathLst>
              <a:path w="402" h="401">
                <a:moveTo>
                  <a:pt x="201" y="401"/>
                </a:moveTo>
                <a:cubicBezTo>
                  <a:pt x="254" y="401"/>
                  <a:pt x="305" y="380"/>
                  <a:pt x="343" y="342"/>
                </a:cubicBezTo>
                <a:cubicBezTo>
                  <a:pt x="380" y="304"/>
                  <a:pt x="402" y="253"/>
                  <a:pt x="402" y="200"/>
                </a:cubicBezTo>
                <a:cubicBezTo>
                  <a:pt x="402" y="147"/>
                  <a:pt x="380" y="96"/>
                  <a:pt x="343" y="58"/>
                </a:cubicBezTo>
                <a:cubicBezTo>
                  <a:pt x="305" y="21"/>
                  <a:pt x="254" y="0"/>
                  <a:pt x="201" y="0"/>
                </a:cubicBezTo>
                <a:cubicBezTo>
                  <a:pt x="148" y="0"/>
                  <a:pt x="97" y="21"/>
                  <a:pt x="59" y="58"/>
                </a:cubicBezTo>
                <a:cubicBezTo>
                  <a:pt x="21" y="96"/>
                  <a:pt x="0" y="147"/>
                  <a:pt x="0" y="200"/>
                </a:cubicBezTo>
                <a:cubicBezTo>
                  <a:pt x="0" y="253"/>
                  <a:pt x="21" y="304"/>
                  <a:pt x="59" y="342"/>
                </a:cubicBezTo>
                <a:cubicBezTo>
                  <a:pt x="97" y="380"/>
                  <a:pt x="148" y="401"/>
                  <a:pt x="201" y="401"/>
                </a:cubicBezTo>
                <a:close/>
              </a:path>
            </a:pathLst>
          </a:custGeom>
          <a:noFill/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154" name=""/>
          <p:cNvSpPr txBox="1"/>
          <p:nvPr/>
        </p:nvSpPr>
        <p:spPr>
          <a:xfrm>
            <a:off x="6024600" y="192024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119409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6590160" y="1883880"/>
            <a:ext cx="165240" cy="164880"/>
          </a:xfrm>
          <a:custGeom>
            <a:avLst/>
            <a:gdLst/>
            <a:ahLst/>
            <a:rect l="0" t="0" r="r" b="b"/>
            <a:pathLst>
              <a:path w="459" h="458">
                <a:moveTo>
                  <a:pt x="230" y="458"/>
                </a:moveTo>
                <a:cubicBezTo>
                  <a:pt x="291" y="458"/>
                  <a:pt x="349" y="434"/>
                  <a:pt x="392" y="391"/>
                </a:cubicBezTo>
                <a:cubicBezTo>
                  <a:pt x="435" y="349"/>
                  <a:pt x="459" y="290"/>
                  <a:pt x="459" y="230"/>
                </a:cubicBezTo>
                <a:cubicBezTo>
                  <a:pt x="459" y="169"/>
                  <a:pt x="435" y="111"/>
                  <a:pt x="392" y="68"/>
                </a:cubicBezTo>
                <a:cubicBezTo>
                  <a:pt x="349" y="25"/>
                  <a:pt x="291" y="0"/>
                  <a:pt x="230" y="0"/>
                </a:cubicBezTo>
                <a:cubicBezTo>
                  <a:pt x="168" y="0"/>
                  <a:pt x="110" y="25"/>
                  <a:pt x="67" y="68"/>
                </a:cubicBezTo>
                <a:cubicBezTo>
                  <a:pt x="25" y="111"/>
                  <a:pt x="0" y="169"/>
                  <a:pt x="0" y="230"/>
                </a:cubicBezTo>
                <a:cubicBezTo>
                  <a:pt x="0" y="290"/>
                  <a:pt x="25" y="349"/>
                  <a:pt x="67" y="391"/>
                </a:cubicBezTo>
                <a:cubicBezTo>
                  <a:pt x="110" y="434"/>
                  <a:pt x="168" y="458"/>
                  <a:pt x="230" y="458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156" name=""/>
          <p:cNvSpPr txBox="1"/>
          <p:nvPr/>
        </p:nvSpPr>
        <p:spPr>
          <a:xfrm>
            <a:off x="5402880" y="223272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150082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6667200" y="1972080"/>
            <a:ext cx="158760" cy="159120"/>
          </a:xfrm>
          <a:custGeom>
            <a:avLst/>
            <a:gdLst/>
            <a:ahLst/>
            <a:rect l="0" t="0" r="r" b="b"/>
            <a:pathLst>
              <a:path w="441" h="442">
                <a:moveTo>
                  <a:pt x="221" y="442"/>
                </a:moveTo>
                <a:cubicBezTo>
                  <a:pt x="280" y="442"/>
                  <a:pt x="336" y="418"/>
                  <a:pt x="377" y="377"/>
                </a:cubicBezTo>
                <a:cubicBezTo>
                  <a:pt x="418" y="336"/>
                  <a:pt x="441" y="280"/>
                  <a:pt x="441" y="221"/>
                </a:cubicBezTo>
                <a:cubicBezTo>
                  <a:pt x="441" y="163"/>
                  <a:pt x="418" y="107"/>
                  <a:pt x="377" y="66"/>
                </a:cubicBezTo>
                <a:cubicBezTo>
                  <a:pt x="336" y="24"/>
                  <a:pt x="280" y="0"/>
                  <a:pt x="221" y="0"/>
                </a:cubicBezTo>
                <a:cubicBezTo>
                  <a:pt x="162" y="0"/>
                  <a:pt x="106" y="24"/>
                  <a:pt x="64" y="66"/>
                </a:cubicBezTo>
                <a:cubicBezTo>
                  <a:pt x="23" y="107"/>
                  <a:pt x="0" y="163"/>
                  <a:pt x="0" y="221"/>
                </a:cubicBezTo>
                <a:cubicBezTo>
                  <a:pt x="0" y="280"/>
                  <a:pt x="23" y="336"/>
                  <a:pt x="64" y="377"/>
                </a:cubicBezTo>
                <a:cubicBezTo>
                  <a:pt x="106" y="418"/>
                  <a:pt x="162" y="442"/>
                  <a:pt x="221" y="442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158" name=""/>
          <p:cNvSpPr txBox="1"/>
          <p:nvPr/>
        </p:nvSpPr>
        <p:spPr>
          <a:xfrm>
            <a:off x="6521400" y="188244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35452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6348600" y="2143080"/>
            <a:ext cx="160560" cy="160560"/>
          </a:xfrm>
          <a:custGeom>
            <a:avLst/>
            <a:gdLst/>
            <a:ahLst/>
            <a:rect l="0" t="0" r="r" b="b"/>
            <a:pathLst>
              <a:path w="446" h="446">
                <a:moveTo>
                  <a:pt x="222" y="446"/>
                </a:moveTo>
                <a:cubicBezTo>
                  <a:pt x="281" y="446"/>
                  <a:pt x="338" y="423"/>
                  <a:pt x="380" y="381"/>
                </a:cubicBezTo>
                <a:cubicBezTo>
                  <a:pt x="422" y="339"/>
                  <a:pt x="446" y="283"/>
                  <a:pt x="446" y="224"/>
                </a:cubicBezTo>
                <a:cubicBezTo>
                  <a:pt x="446" y="165"/>
                  <a:pt x="422" y="108"/>
                  <a:pt x="380" y="67"/>
                </a:cubicBezTo>
                <a:cubicBezTo>
                  <a:pt x="338" y="24"/>
                  <a:pt x="281" y="0"/>
                  <a:pt x="222" y="0"/>
                </a:cubicBezTo>
                <a:cubicBezTo>
                  <a:pt x="163" y="0"/>
                  <a:pt x="107" y="24"/>
                  <a:pt x="65" y="67"/>
                </a:cubicBezTo>
                <a:cubicBezTo>
                  <a:pt x="23" y="108"/>
                  <a:pt x="0" y="165"/>
                  <a:pt x="0" y="224"/>
                </a:cubicBezTo>
                <a:cubicBezTo>
                  <a:pt x="0" y="283"/>
                  <a:pt x="23" y="339"/>
                  <a:pt x="65" y="381"/>
                </a:cubicBezTo>
                <a:cubicBezTo>
                  <a:pt x="107" y="423"/>
                  <a:pt x="163" y="446"/>
                  <a:pt x="222" y="446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160" name=""/>
          <p:cNvSpPr txBox="1"/>
          <p:nvPr/>
        </p:nvSpPr>
        <p:spPr>
          <a:xfrm>
            <a:off x="6595200" y="196740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45404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5748120" y="231696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0" y="331"/>
                </a:cubicBezTo>
                <a:cubicBezTo>
                  <a:pt x="367" y="293"/>
                  <a:pt x="387" y="244"/>
                  <a:pt x="387" y="193"/>
                </a:cubicBezTo>
                <a:cubicBezTo>
                  <a:pt x="387" y="142"/>
                  <a:pt x="367" y="93"/>
                  <a:pt x="330" y="56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3" y="20"/>
                  <a:pt x="57" y="56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4"/>
                  <a:pt x="20" y="293"/>
                  <a:pt x="57" y="331"/>
                </a:cubicBezTo>
                <a:cubicBezTo>
                  <a:pt x="93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162" name=""/>
          <p:cNvSpPr txBox="1"/>
          <p:nvPr/>
        </p:nvSpPr>
        <p:spPr>
          <a:xfrm>
            <a:off x="6277320" y="213948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68204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6328080" y="217440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8" y="410"/>
                  <a:pt x="369" y="370"/>
                </a:cubicBezTo>
                <a:cubicBezTo>
                  <a:pt x="410" y="329"/>
                  <a:pt x="433" y="274"/>
                  <a:pt x="433" y="216"/>
                </a:cubicBezTo>
                <a:cubicBezTo>
                  <a:pt x="433" y="159"/>
                  <a:pt x="410" y="104"/>
                  <a:pt x="369" y="63"/>
                </a:cubicBezTo>
                <a:cubicBezTo>
                  <a:pt x="328" y="23"/>
                  <a:pt x="273" y="0"/>
                  <a:pt x="216" y="0"/>
                </a:cubicBezTo>
                <a:cubicBezTo>
                  <a:pt x="158" y="0"/>
                  <a:pt x="103" y="23"/>
                  <a:pt x="63" y="63"/>
                </a:cubicBezTo>
                <a:cubicBezTo>
                  <a:pt x="22" y="104"/>
                  <a:pt x="0" y="159"/>
                  <a:pt x="0" y="216"/>
                </a:cubicBezTo>
                <a:cubicBezTo>
                  <a:pt x="0" y="274"/>
                  <a:pt x="22" y="329"/>
                  <a:pt x="63" y="370"/>
                </a:cubicBezTo>
                <a:cubicBezTo>
                  <a:pt x="103" y="410"/>
                  <a:pt x="158" y="433"/>
                  <a:pt x="216" y="433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164" name=""/>
          <p:cNvSpPr txBox="1"/>
          <p:nvPr/>
        </p:nvSpPr>
        <p:spPr>
          <a:xfrm>
            <a:off x="5666400" y="230256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69657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5" name=""/>
          <p:cNvSpPr txBox="1"/>
          <p:nvPr/>
        </p:nvSpPr>
        <p:spPr>
          <a:xfrm>
            <a:off x="6254640" y="216828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94104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575640" y="3207960"/>
            <a:ext cx="3439080" cy="2430000"/>
          </a:xfrm>
          <a:custGeom>
            <a:avLst/>
            <a:gdLst/>
            <a:ahLst/>
            <a:rect l="0" t="0" r="r" b="b"/>
            <a:pathLst>
              <a:path w="9553" h="6750">
                <a:moveTo>
                  <a:pt x="0" y="6750"/>
                </a:moveTo>
                <a:lnTo>
                  <a:pt x="9553" y="6750"/>
                </a:lnTo>
                <a:lnTo>
                  <a:pt x="9553" y="0"/>
                </a:lnTo>
                <a:lnTo>
                  <a:pt x="0" y="0"/>
                </a:lnTo>
                <a:lnTo>
                  <a:pt x="0" y="675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>
            <a:off x="1105200" y="3207960"/>
            <a:ext cx="2380320" cy="2430000"/>
          </a:xfrm>
          <a:custGeom>
            <a:avLst/>
            <a:gdLst/>
            <a:ahLst/>
            <a:rect l="0" t="0" r="r" b="b"/>
            <a:pathLst>
              <a:path w="6612" h="6750">
                <a:moveTo>
                  <a:pt x="3306" y="0"/>
                </a:moveTo>
                <a:lnTo>
                  <a:pt x="3239" y="138"/>
                </a:lnTo>
                <a:lnTo>
                  <a:pt x="3171" y="276"/>
                </a:lnTo>
                <a:lnTo>
                  <a:pt x="3104" y="413"/>
                </a:lnTo>
                <a:lnTo>
                  <a:pt x="3036" y="551"/>
                </a:lnTo>
                <a:lnTo>
                  <a:pt x="2969" y="689"/>
                </a:lnTo>
                <a:lnTo>
                  <a:pt x="2901" y="827"/>
                </a:lnTo>
                <a:lnTo>
                  <a:pt x="2834" y="964"/>
                </a:lnTo>
                <a:lnTo>
                  <a:pt x="2767" y="1102"/>
                </a:lnTo>
                <a:lnTo>
                  <a:pt x="2699" y="1241"/>
                </a:lnTo>
                <a:lnTo>
                  <a:pt x="2632" y="1379"/>
                </a:lnTo>
                <a:lnTo>
                  <a:pt x="2564" y="1516"/>
                </a:lnTo>
                <a:lnTo>
                  <a:pt x="2497" y="1654"/>
                </a:lnTo>
                <a:lnTo>
                  <a:pt x="2429" y="1792"/>
                </a:lnTo>
                <a:lnTo>
                  <a:pt x="2362" y="1930"/>
                </a:lnTo>
                <a:lnTo>
                  <a:pt x="2294" y="2067"/>
                </a:lnTo>
                <a:lnTo>
                  <a:pt x="2227" y="2205"/>
                </a:lnTo>
                <a:lnTo>
                  <a:pt x="2159" y="2343"/>
                </a:lnTo>
                <a:lnTo>
                  <a:pt x="2092" y="2481"/>
                </a:lnTo>
                <a:lnTo>
                  <a:pt x="2025" y="2618"/>
                </a:lnTo>
                <a:lnTo>
                  <a:pt x="1957" y="2756"/>
                </a:lnTo>
                <a:lnTo>
                  <a:pt x="1890" y="2894"/>
                </a:lnTo>
                <a:lnTo>
                  <a:pt x="1822" y="3031"/>
                </a:lnTo>
                <a:lnTo>
                  <a:pt x="1755" y="3169"/>
                </a:lnTo>
                <a:lnTo>
                  <a:pt x="1687" y="3307"/>
                </a:lnTo>
                <a:lnTo>
                  <a:pt x="1620" y="3445"/>
                </a:lnTo>
                <a:lnTo>
                  <a:pt x="1552" y="3582"/>
                </a:lnTo>
                <a:lnTo>
                  <a:pt x="1485" y="3720"/>
                </a:lnTo>
                <a:lnTo>
                  <a:pt x="1417" y="3858"/>
                </a:lnTo>
                <a:lnTo>
                  <a:pt x="1350" y="3996"/>
                </a:lnTo>
                <a:lnTo>
                  <a:pt x="1283" y="4133"/>
                </a:lnTo>
                <a:lnTo>
                  <a:pt x="1215" y="4271"/>
                </a:lnTo>
                <a:lnTo>
                  <a:pt x="1148" y="4409"/>
                </a:lnTo>
                <a:lnTo>
                  <a:pt x="1080" y="4547"/>
                </a:lnTo>
                <a:lnTo>
                  <a:pt x="1013" y="4684"/>
                </a:lnTo>
                <a:lnTo>
                  <a:pt x="945" y="4822"/>
                </a:lnTo>
                <a:lnTo>
                  <a:pt x="878" y="4960"/>
                </a:lnTo>
                <a:lnTo>
                  <a:pt x="810" y="5098"/>
                </a:lnTo>
                <a:lnTo>
                  <a:pt x="743" y="5235"/>
                </a:lnTo>
                <a:lnTo>
                  <a:pt x="675" y="5373"/>
                </a:lnTo>
                <a:lnTo>
                  <a:pt x="608" y="5511"/>
                </a:lnTo>
                <a:lnTo>
                  <a:pt x="540" y="5649"/>
                </a:lnTo>
                <a:lnTo>
                  <a:pt x="473" y="5786"/>
                </a:lnTo>
                <a:lnTo>
                  <a:pt x="406" y="5924"/>
                </a:lnTo>
                <a:lnTo>
                  <a:pt x="338" y="6062"/>
                </a:lnTo>
                <a:lnTo>
                  <a:pt x="271" y="6199"/>
                </a:lnTo>
                <a:lnTo>
                  <a:pt x="202" y="6337"/>
                </a:lnTo>
                <a:lnTo>
                  <a:pt x="135" y="6475"/>
                </a:lnTo>
                <a:lnTo>
                  <a:pt x="67" y="6613"/>
                </a:lnTo>
                <a:lnTo>
                  <a:pt x="0" y="6750"/>
                </a:lnTo>
                <a:lnTo>
                  <a:pt x="6612" y="6750"/>
                </a:lnTo>
                <a:lnTo>
                  <a:pt x="6544" y="6613"/>
                </a:lnTo>
                <a:lnTo>
                  <a:pt x="6477" y="6475"/>
                </a:lnTo>
                <a:lnTo>
                  <a:pt x="6409" y="6337"/>
                </a:lnTo>
                <a:lnTo>
                  <a:pt x="6342" y="6199"/>
                </a:lnTo>
                <a:lnTo>
                  <a:pt x="6274" y="6062"/>
                </a:lnTo>
                <a:lnTo>
                  <a:pt x="6207" y="5924"/>
                </a:lnTo>
                <a:lnTo>
                  <a:pt x="6139" y="5786"/>
                </a:lnTo>
                <a:lnTo>
                  <a:pt x="6072" y="5649"/>
                </a:lnTo>
                <a:lnTo>
                  <a:pt x="6004" y="5511"/>
                </a:lnTo>
                <a:lnTo>
                  <a:pt x="5937" y="5373"/>
                </a:lnTo>
                <a:lnTo>
                  <a:pt x="5870" y="5235"/>
                </a:lnTo>
                <a:lnTo>
                  <a:pt x="5802" y="5098"/>
                </a:lnTo>
                <a:lnTo>
                  <a:pt x="5735" y="4960"/>
                </a:lnTo>
                <a:lnTo>
                  <a:pt x="5667" y="4822"/>
                </a:lnTo>
                <a:lnTo>
                  <a:pt x="5600" y="4684"/>
                </a:lnTo>
                <a:lnTo>
                  <a:pt x="5532" y="4547"/>
                </a:lnTo>
                <a:lnTo>
                  <a:pt x="5465" y="4409"/>
                </a:lnTo>
                <a:lnTo>
                  <a:pt x="5397" y="4271"/>
                </a:lnTo>
                <a:lnTo>
                  <a:pt x="5330" y="4133"/>
                </a:lnTo>
                <a:lnTo>
                  <a:pt x="5262" y="3996"/>
                </a:lnTo>
                <a:lnTo>
                  <a:pt x="5195" y="3858"/>
                </a:lnTo>
                <a:lnTo>
                  <a:pt x="5127" y="3720"/>
                </a:lnTo>
                <a:lnTo>
                  <a:pt x="5060" y="3582"/>
                </a:lnTo>
                <a:lnTo>
                  <a:pt x="4993" y="3445"/>
                </a:lnTo>
                <a:lnTo>
                  <a:pt x="4925" y="3307"/>
                </a:lnTo>
                <a:lnTo>
                  <a:pt x="4858" y="3169"/>
                </a:lnTo>
                <a:lnTo>
                  <a:pt x="4790" y="3031"/>
                </a:lnTo>
                <a:lnTo>
                  <a:pt x="4723" y="2894"/>
                </a:lnTo>
                <a:lnTo>
                  <a:pt x="4655" y="2756"/>
                </a:lnTo>
                <a:lnTo>
                  <a:pt x="4588" y="2618"/>
                </a:lnTo>
                <a:lnTo>
                  <a:pt x="4520" y="2481"/>
                </a:lnTo>
                <a:lnTo>
                  <a:pt x="4453" y="2343"/>
                </a:lnTo>
                <a:lnTo>
                  <a:pt x="4385" y="2205"/>
                </a:lnTo>
                <a:lnTo>
                  <a:pt x="4318" y="2067"/>
                </a:lnTo>
                <a:lnTo>
                  <a:pt x="4251" y="1930"/>
                </a:lnTo>
                <a:lnTo>
                  <a:pt x="4183" y="1792"/>
                </a:lnTo>
                <a:lnTo>
                  <a:pt x="4116" y="1654"/>
                </a:lnTo>
                <a:lnTo>
                  <a:pt x="4048" y="1516"/>
                </a:lnTo>
                <a:lnTo>
                  <a:pt x="3981" y="1379"/>
                </a:lnTo>
                <a:lnTo>
                  <a:pt x="3913" y="1241"/>
                </a:lnTo>
                <a:lnTo>
                  <a:pt x="3846" y="1102"/>
                </a:lnTo>
                <a:lnTo>
                  <a:pt x="3778" y="964"/>
                </a:lnTo>
                <a:lnTo>
                  <a:pt x="3711" y="827"/>
                </a:lnTo>
                <a:lnTo>
                  <a:pt x="3643" y="689"/>
                </a:lnTo>
                <a:lnTo>
                  <a:pt x="3576" y="551"/>
                </a:lnTo>
                <a:lnTo>
                  <a:pt x="3509" y="413"/>
                </a:lnTo>
                <a:lnTo>
                  <a:pt x="3441" y="276"/>
                </a:lnTo>
                <a:lnTo>
                  <a:pt x="3374" y="138"/>
                </a:lnTo>
                <a:lnTo>
                  <a:pt x="3306" y="0"/>
                </a:lnTo>
                <a:close/>
              </a:path>
            </a:pathLst>
          </a:custGeom>
          <a:solidFill>
            <a:srgbClr val="5a6772">
              <a:alpha val="10000"/>
            </a:srgbClr>
          </a:solidFill>
          <a:ln w="12600">
            <a:solidFill>
              <a:srgbClr val="5a6772">
                <a:alpha val="10000"/>
              </a:srgbClr>
            </a:solidFill>
            <a:round/>
          </a:ln>
        </p:spPr>
      </p:sp>
      <p:sp>
        <p:nvSpPr>
          <p:cNvPr id="168" name=""/>
          <p:cNvSpPr/>
          <p:nvPr/>
        </p:nvSpPr>
        <p:spPr>
          <a:xfrm>
            <a:off x="86220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9" name=""/>
          <p:cNvSpPr/>
          <p:nvPr/>
        </p:nvSpPr>
        <p:spPr>
          <a:xfrm>
            <a:off x="86220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0" name=""/>
          <p:cNvSpPr txBox="1"/>
          <p:nvPr/>
        </p:nvSpPr>
        <p:spPr>
          <a:xfrm>
            <a:off x="5657760" y="73800"/>
            <a:ext cx="138132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E2F/MYC cell cycle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71" name=""/>
          <p:cNvSpPr/>
          <p:nvPr/>
        </p:nvSpPr>
        <p:spPr>
          <a:xfrm>
            <a:off x="157860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2" name=""/>
          <p:cNvSpPr/>
          <p:nvPr/>
        </p:nvSpPr>
        <p:spPr>
          <a:xfrm>
            <a:off x="157860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3" name=""/>
          <p:cNvSpPr txBox="1"/>
          <p:nvPr/>
        </p:nvSpPr>
        <p:spPr>
          <a:xfrm>
            <a:off x="731160" y="570708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229500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5" name=""/>
          <p:cNvSpPr/>
          <p:nvPr/>
        </p:nvSpPr>
        <p:spPr>
          <a:xfrm>
            <a:off x="229500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6" name=""/>
          <p:cNvSpPr txBox="1"/>
          <p:nvPr/>
        </p:nvSpPr>
        <p:spPr>
          <a:xfrm>
            <a:off x="1447920" y="570708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301140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8" name=""/>
          <p:cNvSpPr/>
          <p:nvPr/>
        </p:nvSpPr>
        <p:spPr>
          <a:xfrm>
            <a:off x="301140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9" name=""/>
          <p:cNvSpPr txBox="1"/>
          <p:nvPr/>
        </p:nvSpPr>
        <p:spPr>
          <a:xfrm>
            <a:off x="2209320" y="570708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372780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1" name=""/>
          <p:cNvSpPr/>
          <p:nvPr/>
        </p:nvSpPr>
        <p:spPr>
          <a:xfrm>
            <a:off x="372780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2" name=""/>
          <p:cNvSpPr txBox="1"/>
          <p:nvPr/>
        </p:nvSpPr>
        <p:spPr>
          <a:xfrm>
            <a:off x="2925720" y="570708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83" name=""/>
          <p:cNvSpPr txBox="1"/>
          <p:nvPr/>
        </p:nvSpPr>
        <p:spPr>
          <a:xfrm>
            <a:off x="3642120" y="570708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537480" y="3207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5" name=""/>
          <p:cNvSpPr/>
          <p:nvPr/>
        </p:nvSpPr>
        <p:spPr>
          <a:xfrm flipH="1">
            <a:off x="537480" y="3207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 txBox="1"/>
          <p:nvPr/>
        </p:nvSpPr>
        <p:spPr>
          <a:xfrm>
            <a:off x="1636920" y="5862960"/>
            <a:ext cx="1321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Δ z-score (good − bad)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537480" y="3494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8" name=""/>
          <p:cNvSpPr/>
          <p:nvPr/>
        </p:nvSpPr>
        <p:spPr>
          <a:xfrm flipH="1">
            <a:off x="537480" y="3494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9" name=""/>
          <p:cNvSpPr txBox="1"/>
          <p:nvPr/>
        </p:nvSpPr>
        <p:spPr>
          <a:xfrm>
            <a:off x="253080" y="31514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537480" y="3781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1" name=""/>
          <p:cNvSpPr/>
          <p:nvPr/>
        </p:nvSpPr>
        <p:spPr>
          <a:xfrm flipH="1">
            <a:off x="537480" y="3781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 txBox="1"/>
          <p:nvPr/>
        </p:nvSpPr>
        <p:spPr>
          <a:xfrm>
            <a:off x="253080" y="343836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537480" y="406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 flipH="1">
            <a:off x="537480" y="406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5" name=""/>
          <p:cNvSpPr txBox="1"/>
          <p:nvPr/>
        </p:nvSpPr>
        <p:spPr>
          <a:xfrm>
            <a:off x="253080" y="37249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537480" y="4354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7" name=""/>
          <p:cNvSpPr/>
          <p:nvPr/>
        </p:nvSpPr>
        <p:spPr>
          <a:xfrm flipH="1">
            <a:off x="537480" y="4354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 txBox="1"/>
          <p:nvPr/>
        </p:nvSpPr>
        <p:spPr>
          <a:xfrm>
            <a:off x="253080" y="40118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537480" y="4641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 flipH="1">
            <a:off x="537480" y="4641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 txBox="1"/>
          <p:nvPr/>
        </p:nvSpPr>
        <p:spPr>
          <a:xfrm>
            <a:off x="253080" y="429840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537480" y="4928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3" name=""/>
          <p:cNvSpPr/>
          <p:nvPr/>
        </p:nvSpPr>
        <p:spPr>
          <a:xfrm flipH="1">
            <a:off x="537480" y="4928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 txBox="1"/>
          <p:nvPr/>
        </p:nvSpPr>
        <p:spPr>
          <a:xfrm>
            <a:off x="253080" y="458496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537480" y="5214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 flipH="1">
            <a:off x="537480" y="5214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7" name=""/>
          <p:cNvSpPr txBox="1"/>
          <p:nvPr/>
        </p:nvSpPr>
        <p:spPr>
          <a:xfrm>
            <a:off x="253080" y="48718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537480" y="5501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9" name=""/>
          <p:cNvSpPr/>
          <p:nvPr/>
        </p:nvSpPr>
        <p:spPr>
          <a:xfrm flipH="1">
            <a:off x="537480" y="5501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0" name=""/>
          <p:cNvSpPr txBox="1"/>
          <p:nvPr/>
        </p:nvSpPr>
        <p:spPr>
          <a:xfrm>
            <a:off x="253080" y="51584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1" name=""/>
          <p:cNvSpPr txBox="1"/>
          <p:nvPr/>
        </p:nvSpPr>
        <p:spPr>
          <a:xfrm>
            <a:off x="253080" y="544536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0.40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 flipV="1">
            <a:off x="2295000" y="3207960"/>
            <a:ext cx="0" cy="242964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3" name=""/>
          <p:cNvSpPr/>
          <p:nvPr/>
        </p:nvSpPr>
        <p:spPr>
          <a:xfrm>
            <a:off x="1105200" y="3207960"/>
            <a:ext cx="1190160" cy="2430000"/>
          </a:xfrm>
          <a:custGeom>
            <a:avLst/>
            <a:gdLst/>
            <a:ahLst/>
            <a:rect l="0" t="0" r="r" b="b"/>
            <a:pathLst>
              <a:path fill="none" w="3306" h="6750">
                <a:moveTo>
                  <a:pt x="3306" y="0"/>
                </a:moveTo>
                <a:lnTo>
                  <a:pt x="3239" y="138"/>
                </a:lnTo>
                <a:lnTo>
                  <a:pt x="3171" y="276"/>
                </a:lnTo>
                <a:lnTo>
                  <a:pt x="3104" y="413"/>
                </a:lnTo>
                <a:lnTo>
                  <a:pt x="3036" y="551"/>
                </a:lnTo>
                <a:lnTo>
                  <a:pt x="2969" y="689"/>
                </a:lnTo>
                <a:lnTo>
                  <a:pt x="2901" y="827"/>
                </a:lnTo>
                <a:lnTo>
                  <a:pt x="2834" y="964"/>
                </a:lnTo>
                <a:lnTo>
                  <a:pt x="2767" y="1102"/>
                </a:lnTo>
                <a:lnTo>
                  <a:pt x="2699" y="1241"/>
                </a:lnTo>
                <a:lnTo>
                  <a:pt x="2632" y="1379"/>
                </a:lnTo>
                <a:lnTo>
                  <a:pt x="2564" y="1516"/>
                </a:lnTo>
                <a:lnTo>
                  <a:pt x="2497" y="1654"/>
                </a:lnTo>
                <a:lnTo>
                  <a:pt x="2429" y="1792"/>
                </a:lnTo>
                <a:lnTo>
                  <a:pt x="2362" y="1930"/>
                </a:lnTo>
                <a:lnTo>
                  <a:pt x="2294" y="2067"/>
                </a:lnTo>
                <a:lnTo>
                  <a:pt x="2227" y="2205"/>
                </a:lnTo>
                <a:lnTo>
                  <a:pt x="2159" y="2343"/>
                </a:lnTo>
                <a:lnTo>
                  <a:pt x="2092" y="2481"/>
                </a:lnTo>
                <a:lnTo>
                  <a:pt x="2025" y="2618"/>
                </a:lnTo>
                <a:lnTo>
                  <a:pt x="1957" y="2756"/>
                </a:lnTo>
                <a:lnTo>
                  <a:pt x="1890" y="2894"/>
                </a:lnTo>
                <a:lnTo>
                  <a:pt x="1821" y="3031"/>
                </a:lnTo>
                <a:lnTo>
                  <a:pt x="1754" y="3169"/>
                </a:lnTo>
                <a:lnTo>
                  <a:pt x="1686" y="3307"/>
                </a:lnTo>
                <a:lnTo>
                  <a:pt x="1619" y="3445"/>
                </a:lnTo>
                <a:lnTo>
                  <a:pt x="1551" y="3582"/>
                </a:lnTo>
                <a:lnTo>
                  <a:pt x="1484" y="3720"/>
                </a:lnTo>
                <a:lnTo>
                  <a:pt x="1416" y="3858"/>
                </a:lnTo>
                <a:lnTo>
                  <a:pt x="1349" y="3996"/>
                </a:lnTo>
                <a:lnTo>
                  <a:pt x="1282" y="4133"/>
                </a:lnTo>
                <a:lnTo>
                  <a:pt x="1214" y="4271"/>
                </a:lnTo>
                <a:lnTo>
                  <a:pt x="1147" y="4409"/>
                </a:lnTo>
                <a:lnTo>
                  <a:pt x="1079" y="4547"/>
                </a:lnTo>
                <a:lnTo>
                  <a:pt x="1012" y="4684"/>
                </a:lnTo>
                <a:lnTo>
                  <a:pt x="944" y="4822"/>
                </a:lnTo>
                <a:lnTo>
                  <a:pt x="877" y="4960"/>
                </a:lnTo>
                <a:lnTo>
                  <a:pt x="809" y="5098"/>
                </a:lnTo>
                <a:lnTo>
                  <a:pt x="742" y="5235"/>
                </a:lnTo>
                <a:lnTo>
                  <a:pt x="674" y="5373"/>
                </a:lnTo>
                <a:lnTo>
                  <a:pt x="607" y="5511"/>
                </a:lnTo>
                <a:lnTo>
                  <a:pt x="539" y="5649"/>
                </a:lnTo>
                <a:lnTo>
                  <a:pt x="472" y="5786"/>
                </a:lnTo>
                <a:lnTo>
                  <a:pt x="405" y="5924"/>
                </a:lnTo>
                <a:lnTo>
                  <a:pt x="337" y="6062"/>
                </a:lnTo>
                <a:lnTo>
                  <a:pt x="270" y="6199"/>
                </a:lnTo>
                <a:lnTo>
                  <a:pt x="202" y="6337"/>
                </a:lnTo>
                <a:lnTo>
                  <a:pt x="135" y="6475"/>
                </a:lnTo>
                <a:lnTo>
                  <a:pt x="67" y="6613"/>
                </a:lnTo>
                <a:lnTo>
                  <a:pt x="0" y="6750"/>
                </a:lnTo>
              </a:path>
            </a:pathLst>
          </a:custGeom>
          <a:ln w="11160">
            <a:solidFill>
              <a:srgbClr val="5a6772"/>
            </a:solidFill>
            <a:custDash>
              <a:ds d="377419" sp="161290"/>
            </a:custDash>
            <a:round/>
          </a:ln>
        </p:spPr>
      </p:sp>
      <p:sp>
        <p:nvSpPr>
          <p:cNvPr id="214" name=""/>
          <p:cNvSpPr/>
          <p:nvPr/>
        </p:nvSpPr>
        <p:spPr>
          <a:xfrm>
            <a:off x="2295000" y="3207960"/>
            <a:ext cx="1190520" cy="2430000"/>
          </a:xfrm>
          <a:custGeom>
            <a:avLst/>
            <a:gdLst/>
            <a:ahLst/>
            <a:rect l="0" t="0" r="r" b="b"/>
            <a:pathLst>
              <a:path fill="none" w="3307" h="6750">
                <a:moveTo>
                  <a:pt x="0" y="0"/>
                </a:moveTo>
                <a:lnTo>
                  <a:pt x="68" y="138"/>
                </a:lnTo>
                <a:lnTo>
                  <a:pt x="135" y="276"/>
                </a:lnTo>
                <a:lnTo>
                  <a:pt x="203" y="413"/>
                </a:lnTo>
                <a:lnTo>
                  <a:pt x="270" y="551"/>
                </a:lnTo>
                <a:lnTo>
                  <a:pt x="337" y="689"/>
                </a:lnTo>
                <a:lnTo>
                  <a:pt x="405" y="827"/>
                </a:lnTo>
                <a:lnTo>
                  <a:pt x="472" y="964"/>
                </a:lnTo>
                <a:lnTo>
                  <a:pt x="540" y="1102"/>
                </a:lnTo>
                <a:lnTo>
                  <a:pt x="607" y="1241"/>
                </a:lnTo>
                <a:lnTo>
                  <a:pt x="675" y="1379"/>
                </a:lnTo>
                <a:lnTo>
                  <a:pt x="742" y="1516"/>
                </a:lnTo>
                <a:lnTo>
                  <a:pt x="810" y="1654"/>
                </a:lnTo>
                <a:lnTo>
                  <a:pt x="877" y="1792"/>
                </a:lnTo>
                <a:lnTo>
                  <a:pt x="945" y="1930"/>
                </a:lnTo>
                <a:lnTo>
                  <a:pt x="1012" y="2067"/>
                </a:lnTo>
                <a:lnTo>
                  <a:pt x="1079" y="2205"/>
                </a:lnTo>
                <a:lnTo>
                  <a:pt x="1147" y="2343"/>
                </a:lnTo>
                <a:lnTo>
                  <a:pt x="1214" y="2481"/>
                </a:lnTo>
                <a:lnTo>
                  <a:pt x="1282" y="2618"/>
                </a:lnTo>
                <a:lnTo>
                  <a:pt x="1349" y="2756"/>
                </a:lnTo>
                <a:lnTo>
                  <a:pt x="1417" y="2894"/>
                </a:lnTo>
                <a:lnTo>
                  <a:pt x="1484" y="3031"/>
                </a:lnTo>
                <a:lnTo>
                  <a:pt x="1552" y="3169"/>
                </a:lnTo>
                <a:lnTo>
                  <a:pt x="1619" y="3307"/>
                </a:lnTo>
                <a:lnTo>
                  <a:pt x="1687" y="3445"/>
                </a:lnTo>
                <a:lnTo>
                  <a:pt x="1754" y="3582"/>
                </a:lnTo>
                <a:lnTo>
                  <a:pt x="1821" y="3720"/>
                </a:lnTo>
                <a:lnTo>
                  <a:pt x="1890" y="3858"/>
                </a:lnTo>
                <a:lnTo>
                  <a:pt x="1957" y="3996"/>
                </a:lnTo>
                <a:lnTo>
                  <a:pt x="2025" y="4133"/>
                </a:lnTo>
                <a:lnTo>
                  <a:pt x="2092" y="4271"/>
                </a:lnTo>
                <a:lnTo>
                  <a:pt x="2160" y="4409"/>
                </a:lnTo>
                <a:lnTo>
                  <a:pt x="2227" y="4547"/>
                </a:lnTo>
                <a:lnTo>
                  <a:pt x="2295" y="4684"/>
                </a:lnTo>
                <a:lnTo>
                  <a:pt x="2362" y="4822"/>
                </a:lnTo>
                <a:lnTo>
                  <a:pt x="2430" y="4960"/>
                </a:lnTo>
                <a:lnTo>
                  <a:pt x="2497" y="5098"/>
                </a:lnTo>
                <a:lnTo>
                  <a:pt x="2565" y="5235"/>
                </a:lnTo>
                <a:lnTo>
                  <a:pt x="2632" y="5373"/>
                </a:lnTo>
                <a:lnTo>
                  <a:pt x="2699" y="5511"/>
                </a:lnTo>
                <a:lnTo>
                  <a:pt x="2767" y="5649"/>
                </a:lnTo>
                <a:lnTo>
                  <a:pt x="2834" y="5786"/>
                </a:lnTo>
                <a:lnTo>
                  <a:pt x="2902" y="5924"/>
                </a:lnTo>
                <a:lnTo>
                  <a:pt x="2969" y="6062"/>
                </a:lnTo>
                <a:lnTo>
                  <a:pt x="3037" y="6199"/>
                </a:lnTo>
                <a:lnTo>
                  <a:pt x="3104" y="6337"/>
                </a:lnTo>
                <a:lnTo>
                  <a:pt x="3172" y="6475"/>
                </a:lnTo>
                <a:lnTo>
                  <a:pt x="3239" y="6613"/>
                </a:lnTo>
                <a:lnTo>
                  <a:pt x="3307" y="6750"/>
                </a:lnTo>
              </a:path>
            </a:pathLst>
          </a:custGeom>
          <a:ln w="11160">
            <a:solidFill>
              <a:srgbClr val="5a6772"/>
            </a:solidFill>
            <a:custDash>
              <a:ds d="377419" sp="161290"/>
            </a:custDash>
            <a:round/>
          </a:ln>
        </p:spPr>
      </p:sp>
      <p:sp>
        <p:nvSpPr>
          <p:cNvPr id="215" name=""/>
          <p:cNvSpPr/>
          <p:nvPr/>
        </p:nvSpPr>
        <p:spPr>
          <a:xfrm flipV="1">
            <a:off x="2261520" y="3207960"/>
            <a:ext cx="0" cy="2429640"/>
          </a:xfrm>
          <a:prstGeom prst="line">
            <a:avLst/>
          </a:prstGeom>
          <a:ln w="13680">
            <a:solidFill>
              <a:srgbClr val="0e2a47"/>
            </a:solidFill>
            <a:custDash>
              <a:ds d="100000" sp="168421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6" name=""/>
          <p:cNvSpPr/>
          <p:nvPr/>
        </p:nvSpPr>
        <p:spPr>
          <a:xfrm flipV="1">
            <a:off x="575640" y="3207960"/>
            <a:ext cx="0" cy="24296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17" name=""/>
          <p:cNvSpPr/>
          <p:nvPr/>
        </p:nvSpPr>
        <p:spPr>
          <a:xfrm>
            <a:off x="575640" y="5637600"/>
            <a:ext cx="34387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18" name=""/>
          <p:cNvSpPr/>
          <p:nvPr/>
        </p:nvSpPr>
        <p:spPr>
          <a:xfrm>
            <a:off x="1734480" y="5408280"/>
            <a:ext cx="1054800" cy="154080"/>
          </a:xfrm>
          <a:custGeom>
            <a:avLst/>
            <a:gdLst/>
            <a:ahLst/>
            <a:rect l="0" t="0" r="r" b="b"/>
            <a:pathLst>
              <a:path w="2930" h="428">
                <a:moveTo>
                  <a:pt x="60" y="428"/>
                </a:moveTo>
                <a:lnTo>
                  <a:pt x="2870" y="428"/>
                </a:lnTo>
                <a:cubicBezTo>
                  <a:pt x="2910" y="428"/>
                  <a:pt x="2930" y="408"/>
                  <a:pt x="2930" y="368"/>
                </a:cubicBezTo>
                <a:lnTo>
                  <a:pt x="2930" y="60"/>
                </a:lnTo>
                <a:cubicBezTo>
                  <a:pt x="2930" y="20"/>
                  <a:pt x="2910" y="0"/>
                  <a:pt x="2870" y="0"/>
                </a:cubicBezTo>
                <a:lnTo>
                  <a:pt x="60" y="0"/>
                </a:lnTo>
                <a:cubicBezTo>
                  <a:pt x="20" y="0"/>
                  <a:pt x="0" y="20"/>
                  <a:pt x="0" y="60"/>
                </a:cubicBezTo>
                <a:lnTo>
                  <a:pt x="0" y="368"/>
                </a:lnTo>
                <a:cubicBezTo>
                  <a:pt x="0" y="408"/>
                  <a:pt x="20" y="428"/>
                  <a:pt x="60" y="428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219" name=""/>
          <p:cNvSpPr txBox="1"/>
          <p:nvPr/>
        </p:nvSpPr>
        <p:spPr>
          <a:xfrm rot="16200000">
            <a:off x="-281880" y="4350600"/>
            <a:ext cx="843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Standard error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2030040" y="4849200"/>
            <a:ext cx="179280" cy="178920"/>
          </a:xfrm>
          <a:custGeom>
            <a:avLst/>
            <a:gdLst/>
            <a:ahLst/>
            <a:rect l="0" t="0" r="r" b="b"/>
            <a:pathLst>
              <a:path w="498" h="497">
                <a:moveTo>
                  <a:pt x="250" y="497"/>
                </a:moveTo>
                <a:cubicBezTo>
                  <a:pt x="315" y="497"/>
                  <a:pt x="379" y="471"/>
                  <a:pt x="425" y="424"/>
                </a:cubicBezTo>
                <a:cubicBezTo>
                  <a:pt x="472" y="378"/>
                  <a:pt x="498" y="315"/>
                  <a:pt x="498" y="249"/>
                </a:cubicBezTo>
                <a:cubicBezTo>
                  <a:pt x="498" y="183"/>
                  <a:pt x="472" y="119"/>
                  <a:pt x="425" y="72"/>
                </a:cubicBezTo>
                <a:cubicBezTo>
                  <a:pt x="379" y="26"/>
                  <a:pt x="315" y="0"/>
                  <a:pt x="250" y="0"/>
                </a:cubicBezTo>
                <a:cubicBezTo>
                  <a:pt x="184" y="0"/>
                  <a:pt x="121" y="26"/>
                  <a:pt x="74" y="72"/>
                </a:cubicBezTo>
                <a:cubicBezTo>
                  <a:pt x="27" y="119"/>
                  <a:pt x="0" y="183"/>
                  <a:pt x="0" y="249"/>
                </a:cubicBezTo>
                <a:cubicBezTo>
                  <a:pt x="0" y="315"/>
                  <a:pt x="27" y="378"/>
                  <a:pt x="74" y="424"/>
                </a:cubicBezTo>
                <a:cubicBezTo>
                  <a:pt x="121" y="471"/>
                  <a:pt x="184" y="497"/>
                  <a:pt x="250" y="497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21" name=""/>
          <p:cNvSpPr txBox="1"/>
          <p:nvPr/>
        </p:nvSpPr>
        <p:spPr>
          <a:xfrm>
            <a:off x="1756080" y="5416920"/>
            <a:ext cx="10126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pooled Δ = -0.02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2" name=""/>
          <p:cNvSpPr/>
          <p:nvPr/>
        </p:nvSpPr>
        <p:spPr>
          <a:xfrm>
            <a:off x="1541880" y="5178960"/>
            <a:ext cx="144360" cy="144360"/>
          </a:xfrm>
          <a:custGeom>
            <a:avLst/>
            <a:gdLst/>
            <a:ahLst/>
            <a:rect l="0" t="0" r="r" b="b"/>
            <a:pathLst>
              <a:path w="401" h="401">
                <a:moveTo>
                  <a:pt x="200" y="401"/>
                </a:moveTo>
                <a:cubicBezTo>
                  <a:pt x="253" y="401"/>
                  <a:pt x="304" y="380"/>
                  <a:pt x="343" y="343"/>
                </a:cubicBezTo>
                <a:cubicBezTo>
                  <a:pt x="380" y="305"/>
                  <a:pt x="401" y="254"/>
                  <a:pt x="401" y="200"/>
                </a:cubicBezTo>
                <a:cubicBezTo>
                  <a:pt x="401" y="147"/>
                  <a:pt x="380" y="96"/>
                  <a:pt x="343" y="58"/>
                </a:cubicBezTo>
                <a:cubicBezTo>
                  <a:pt x="304" y="21"/>
                  <a:pt x="253" y="0"/>
                  <a:pt x="200" y="0"/>
                </a:cubicBezTo>
                <a:cubicBezTo>
                  <a:pt x="147" y="0"/>
                  <a:pt x="96" y="21"/>
                  <a:pt x="58" y="58"/>
                </a:cubicBezTo>
                <a:cubicBezTo>
                  <a:pt x="21" y="96"/>
                  <a:pt x="0" y="147"/>
                  <a:pt x="0" y="200"/>
                </a:cubicBezTo>
                <a:cubicBezTo>
                  <a:pt x="0" y="254"/>
                  <a:pt x="21" y="305"/>
                  <a:pt x="58" y="343"/>
                </a:cubicBezTo>
                <a:cubicBezTo>
                  <a:pt x="96" y="380"/>
                  <a:pt x="147" y="401"/>
                  <a:pt x="200" y="401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23" name=""/>
          <p:cNvSpPr txBox="1"/>
          <p:nvPr/>
        </p:nvSpPr>
        <p:spPr>
          <a:xfrm>
            <a:off x="1938240" y="485460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119409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2588400" y="4818240"/>
            <a:ext cx="164880" cy="165240"/>
          </a:xfrm>
          <a:custGeom>
            <a:avLst/>
            <a:gdLst/>
            <a:ahLst/>
            <a:rect l="0" t="0" r="r" b="b"/>
            <a:pathLst>
              <a:path w="458" h="459">
                <a:moveTo>
                  <a:pt x="228" y="459"/>
                </a:moveTo>
                <a:cubicBezTo>
                  <a:pt x="289" y="459"/>
                  <a:pt x="347" y="434"/>
                  <a:pt x="391" y="392"/>
                </a:cubicBezTo>
                <a:cubicBezTo>
                  <a:pt x="434" y="349"/>
                  <a:pt x="458" y="291"/>
                  <a:pt x="458" y="230"/>
                </a:cubicBezTo>
                <a:cubicBezTo>
                  <a:pt x="458" y="169"/>
                  <a:pt x="434" y="111"/>
                  <a:pt x="391" y="67"/>
                </a:cubicBezTo>
                <a:cubicBezTo>
                  <a:pt x="347" y="24"/>
                  <a:pt x="289" y="0"/>
                  <a:pt x="228" y="0"/>
                </a:cubicBezTo>
                <a:cubicBezTo>
                  <a:pt x="168" y="0"/>
                  <a:pt x="109" y="24"/>
                  <a:pt x="66" y="67"/>
                </a:cubicBezTo>
                <a:cubicBezTo>
                  <a:pt x="24" y="111"/>
                  <a:pt x="0" y="169"/>
                  <a:pt x="0" y="230"/>
                </a:cubicBezTo>
                <a:cubicBezTo>
                  <a:pt x="0" y="291"/>
                  <a:pt x="24" y="349"/>
                  <a:pt x="66" y="392"/>
                </a:cubicBezTo>
                <a:cubicBezTo>
                  <a:pt x="109" y="434"/>
                  <a:pt x="168" y="459"/>
                  <a:pt x="228" y="459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25" name=""/>
          <p:cNvSpPr txBox="1"/>
          <p:nvPr/>
        </p:nvSpPr>
        <p:spPr>
          <a:xfrm>
            <a:off x="1432440" y="516708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150082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2712240" y="4906440"/>
            <a:ext cx="158760" cy="159120"/>
          </a:xfrm>
          <a:custGeom>
            <a:avLst/>
            <a:gdLst/>
            <a:ahLst/>
            <a:rect l="0" t="0" r="r" b="b"/>
            <a:pathLst>
              <a:path w="441" h="442">
                <a:moveTo>
                  <a:pt x="221" y="442"/>
                </a:moveTo>
                <a:cubicBezTo>
                  <a:pt x="279" y="442"/>
                  <a:pt x="335" y="419"/>
                  <a:pt x="377" y="377"/>
                </a:cubicBezTo>
                <a:cubicBezTo>
                  <a:pt x="418" y="336"/>
                  <a:pt x="441" y="280"/>
                  <a:pt x="441" y="220"/>
                </a:cubicBezTo>
                <a:cubicBezTo>
                  <a:pt x="441" y="162"/>
                  <a:pt x="418" y="106"/>
                  <a:pt x="377" y="65"/>
                </a:cubicBezTo>
                <a:cubicBezTo>
                  <a:pt x="335" y="23"/>
                  <a:pt x="279" y="0"/>
                  <a:pt x="221" y="0"/>
                </a:cubicBezTo>
                <a:cubicBezTo>
                  <a:pt x="161" y="0"/>
                  <a:pt x="105" y="23"/>
                  <a:pt x="64" y="65"/>
                </a:cubicBezTo>
                <a:cubicBezTo>
                  <a:pt x="23" y="106"/>
                  <a:pt x="0" y="162"/>
                  <a:pt x="0" y="220"/>
                </a:cubicBezTo>
                <a:cubicBezTo>
                  <a:pt x="0" y="280"/>
                  <a:pt x="23" y="336"/>
                  <a:pt x="64" y="377"/>
                </a:cubicBezTo>
                <a:cubicBezTo>
                  <a:pt x="105" y="419"/>
                  <a:pt x="161" y="442"/>
                  <a:pt x="221" y="442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27" name=""/>
          <p:cNvSpPr txBox="1"/>
          <p:nvPr/>
        </p:nvSpPr>
        <p:spPr>
          <a:xfrm>
            <a:off x="2519280" y="481680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35452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2241360" y="5077440"/>
            <a:ext cx="160200" cy="160560"/>
          </a:xfrm>
          <a:custGeom>
            <a:avLst/>
            <a:gdLst/>
            <a:ahLst/>
            <a:rect l="0" t="0" r="r" b="b"/>
            <a:pathLst>
              <a:path w="445" h="446">
                <a:moveTo>
                  <a:pt x="223" y="446"/>
                </a:moveTo>
                <a:cubicBezTo>
                  <a:pt x="282" y="446"/>
                  <a:pt x="339" y="423"/>
                  <a:pt x="380" y="381"/>
                </a:cubicBezTo>
                <a:cubicBezTo>
                  <a:pt x="422" y="339"/>
                  <a:pt x="445" y="282"/>
                  <a:pt x="445" y="223"/>
                </a:cubicBezTo>
                <a:cubicBezTo>
                  <a:pt x="445" y="164"/>
                  <a:pt x="422" y="107"/>
                  <a:pt x="380" y="66"/>
                </a:cubicBezTo>
                <a:cubicBezTo>
                  <a:pt x="339" y="24"/>
                  <a:pt x="282" y="0"/>
                  <a:pt x="223" y="0"/>
                </a:cubicBezTo>
                <a:cubicBezTo>
                  <a:pt x="163" y="0"/>
                  <a:pt x="106" y="24"/>
                  <a:pt x="65" y="66"/>
                </a:cubicBezTo>
                <a:cubicBezTo>
                  <a:pt x="23" y="107"/>
                  <a:pt x="0" y="164"/>
                  <a:pt x="0" y="223"/>
                </a:cubicBezTo>
                <a:cubicBezTo>
                  <a:pt x="0" y="282"/>
                  <a:pt x="23" y="339"/>
                  <a:pt x="65" y="381"/>
                </a:cubicBezTo>
                <a:cubicBezTo>
                  <a:pt x="106" y="423"/>
                  <a:pt x="163" y="446"/>
                  <a:pt x="223" y="446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29" name=""/>
          <p:cNvSpPr txBox="1"/>
          <p:nvPr/>
        </p:nvSpPr>
        <p:spPr>
          <a:xfrm>
            <a:off x="2640240" y="490176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45404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1693800" y="525132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4" y="387"/>
                </a:moveTo>
                <a:cubicBezTo>
                  <a:pt x="246" y="387"/>
                  <a:pt x="295" y="367"/>
                  <a:pt x="331" y="331"/>
                </a:cubicBezTo>
                <a:cubicBezTo>
                  <a:pt x="367" y="294"/>
                  <a:pt x="388" y="244"/>
                  <a:pt x="388" y="193"/>
                </a:cubicBezTo>
                <a:cubicBezTo>
                  <a:pt x="388" y="142"/>
                  <a:pt x="367" y="93"/>
                  <a:pt x="331" y="56"/>
                </a:cubicBezTo>
                <a:cubicBezTo>
                  <a:pt x="295" y="20"/>
                  <a:pt x="246" y="0"/>
                  <a:pt x="194" y="0"/>
                </a:cubicBezTo>
                <a:cubicBezTo>
                  <a:pt x="143" y="0"/>
                  <a:pt x="93" y="20"/>
                  <a:pt x="57" y="56"/>
                </a:cubicBezTo>
                <a:cubicBezTo>
                  <a:pt x="21" y="93"/>
                  <a:pt x="0" y="142"/>
                  <a:pt x="0" y="193"/>
                </a:cubicBezTo>
                <a:cubicBezTo>
                  <a:pt x="0" y="244"/>
                  <a:pt x="21" y="294"/>
                  <a:pt x="57" y="331"/>
                </a:cubicBezTo>
                <a:cubicBezTo>
                  <a:pt x="93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31" name=""/>
          <p:cNvSpPr txBox="1"/>
          <p:nvPr/>
        </p:nvSpPr>
        <p:spPr>
          <a:xfrm>
            <a:off x="2170080" y="507384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68204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2138400" y="510876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9" y="411"/>
                  <a:pt x="369" y="370"/>
                </a:cubicBezTo>
                <a:cubicBezTo>
                  <a:pt x="410" y="330"/>
                  <a:pt x="433" y="274"/>
                  <a:pt x="433" y="216"/>
                </a:cubicBezTo>
                <a:cubicBezTo>
                  <a:pt x="433" y="159"/>
                  <a:pt x="410" y="104"/>
                  <a:pt x="369" y="64"/>
                </a:cubicBezTo>
                <a:cubicBezTo>
                  <a:pt x="329" y="23"/>
                  <a:pt x="273" y="0"/>
                  <a:pt x="216" y="0"/>
                </a:cubicBezTo>
                <a:cubicBezTo>
                  <a:pt x="158" y="0"/>
                  <a:pt x="103" y="23"/>
                  <a:pt x="63" y="64"/>
                </a:cubicBezTo>
                <a:cubicBezTo>
                  <a:pt x="22" y="104"/>
                  <a:pt x="0" y="159"/>
                  <a:pt x="0" y="216"/>
                </a:cubicBezTo>
                <a:cubicBezTo>
                  <a:pt x="0" y="274"/>
                  <a:pt x="22" y="330"/>
                  <a:pt x="63" y="370"/>
                </a:cubicBezTo>
                <a:cubicBezTo>
                  <a:pt x="103" y="411"/>
                  <a:pt x="158" y="433"/>
                  <a:pt x="216" y="433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33" name=""/>
          <p:cNvSpPr txBox="1"/>
          <p:nvPr/>
        </p:nvSpPr>
        <p:spPr>
          <a:xfrm>
            <a:off x="1612440" y="523692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69657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34" name=""/>
          <p:cNvSpPr txBox="1"/>
          <p:nvPr/>
        </p:nvSpPr>
        <p:spPr>
          <a:xfrm>
            <a:off x="2064960" y="510264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94104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4628880" y="3207960"/>
            <a:ext cx="3439080" cy="2430000"/>
          </a:xfrm>
          <a:custGeom>
            <a:avLst/>
            <a:gdLst/>
            <a:ahLst/>
            <a:rect l="0" t="0" r="r" b="b"/>
            <a:pathLst>
              <a:path w="9553" h="6750">
                <a:moveTo>
                  <a:pt x="0" y="6750"/>
                </a:moveTo>
                <a:lnTo>
                  <a:pt x="9553" y="6750"/>
                </a:lnTo>
                <a:lnTo>
                  <a:pt x="9553" y="0"/>
                </a:lnTo>
                <a:lnTo>
                  <a:pt x="0" y="0"/>
                </a:lnTo>
                <a:lnTo>
                  <a:pt x="0" y="675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36" name=""/>
          <p:cNvSpPr/>
          <p:nvPr/>
        </p:nvSpPr>
        <p:spPr>
          <a:xfrm>
            <a:off x="5158080" y="3207960"/>
            <a:ext cx="2380320" cy="2430000"/>
          </a:xfrm>
          <a:custGeom>
            <a:avLst/>
            <a:gdLst/>
            <a:ahLst/>
            <a:rect l="0" t="0" r="r" b="b"/>
            <a:pathLst>
              <a:path w="6612" h="6750">
                <a:moveTo>
                  <a:pt x="3307" y="0"/>
                </a:moveTo>
                <a:lnTo>
                  <a:pt x="3239" y="138"/>
                </a:lnTo>
                <a:lnTo>
                  <a:pt x="3172" y="276"/>
                </a:lnTo>
                <a:lnTo>
                  <a:pt x="3104" y="413"/>
                </a:lnTo>
                <a:lnTo>
                  <a:pt x="3037" y="551"/>
                </a:lnTo>
                <a:lnTo>
                  <a:pt x="2969" y="689"/>
                </a:lnTo>
                <a:lnTo>
                  <a:pt x="2902" y="827"/>
                </a:lnTo>
                <a:lnTo>
                  <a:pt x="2835" y="964"/>
                </a:lnTo>
                <a:lnTo>
                  <a:pt x="2767" y="1102"/>
                </a:lnTo>
                <a:lnTo>
                  <a:pt x="2700" y="1241"/>
                </a:lnTo>
                <a:lnTo>
                  <a:pt x="2632" y="1379"/>
                </a:lnTo>
                <a:lnTo>
                  <a:pt x="2565" y="1516"/>
                </a:lnTo>
                <a:lnTo>
                  <a:pt x="2497" y="1654"/>
                </a:lnTo>
                <a:lnTo>
                  <a:pt x="2430" y="1792"/>
                </a:lnTo>
                <a:lnTo>
                  <a:pt x="2362" y="1930"/>
                </a:lnTo>
                <a:lnTo>
                  <a:pt x="2295" y="2067"/>
                </a:lnTo>
                <a:lnTo>
                  <a:pt x="2227" y="2205"/>
                </a:lnTo>
                <a:lnTo>
                  <a:pt x="2159" y="2343"/>
                </a:lnTo>
                <a:lnTo>
                  <a:pt x="2092" y="2481"/>
                </a:lnTo>
                <a:lnTo>
                  <a:pt x="2024" y="2618"/>
                </a:lnTo>
                <a:lnTo>
                  <a:pt x="1957" y="2756"/>
                </a:lnTo>
                <a:lnTo>
                  <a:pt x="1889" y="2894"/>
                </a:lnTo>
                <a:lnTo>
                  <a:pt x="1822" y="3031"/>
                </a:lnTo>
                <a:lnTo>
                  <a:pt x="1754" y="3169"/>
                </a:lnTo>
                <a:lnTo>
                  <a:pt x="1687" y="3307"/>
                </a:lnTo>
                <a:lnTo>
                  <a:pt x="1619" y="3445"/>
                </a:lnTo>
                <a:lnTo>
                  <a:pt x="1552" y="3582"/>
                </a:lnTo>
                <a:lnTo>
                  <a:pt x="1484" y="3720"/>
                </a:lnTo>
                <a:lnTo>
                  <a:pt x="1417" y="3858"/>
                </a:lnTo>
                <a:lnTo>
                  <a:pt x="1350" y="3996"/>
                </a:lnTo>
                <a:lnTo>
                  <a:pt x="1282" y="4133"/>
                </a:lnTo>
                <a:lnTo>
                  <a:pt x="1215" y="4271"/>
                </a:lnTo>
                <a:lnTo>
                  <a:pt x="1147" y="4409"/>
                </a:lnTo>
                <a:lnTo>
                  <a:pt x="1080" y="4547"/>
                </a:lnTo>
                <a:lnTo>
                  <a:pt x="1012" y="4684"/>
                </a:lnTo>
                <a:lnTo>
                  <a:pt x="945" y="4822"/>
                </a:lnTo>
                <a:lnTo>
                  <a:pt x="877" y="4960"/>
                </a:lnTo>
                <a:lnTo>
                  <a:pt x="810" y="5098"/>
                </a:lnTo>
                <a:lnTo>
                  <a:pt x="742" y="5235"/>
                </a:lnTo>
                <a:lnTo>
                  <a:pt x="675" y="5373"/>
                </a:lnTo>
                <a:lnTo>
                  <a:pt x="607" y="5511"/>
                </a:lnTo>
                <a:lnTo>
                  <a:pt x="540" y="5649"/>
                </a:lnTo>
                <a:lnTo>
                  <a:pt x="473" y="5786"/>
                </a:lnTo>
                <a:lnTo>
                  <a:pt x="405" y="5924"/>
                </a:lnTo>
                <a:lnTo>
                  <a:pt x="338" y="6062"/>
                </a:lnTo>
                <a:lnTo>
                  <a:pt x="270" y="6199"/>
                </a:lnTo>
                <a:lnTo>
                  <a:pt x="203" y="6337"/>
                </a:lnTo>
                <a:lnTo>
                  <a:pt x="135" y="6475"/>
                </a:lnTo>
                <a:lnTo>
                  <a:pt x="68" y="6613"/>
                </a:lnTo>
                <a:lnTo>
                  <a:pt x="0" y="6750"/>
                </a:lnTo>
                <a:lnTo>
                  <a:pt x="6612" y="6750"/>
                </a:lnTo>
                <a:lnTo>
                  <a:pt x="6545" y="6613"/>
                </a:lnTo>
                <a:lnTo>
                  <a:pt x="6477" y="6475"/>
                </a:lnTo>
                <a:lnTo>
                  <a:pt x="6410" y="6337"/>
                </a:lnTo>
                <a:lnTo>
                  <a:pt x="6342" y="6199"/>
                </a:lnTo>
                <a:lnTo>
                  <a:pt x="6275" y="6062"/>
                </a:lnTo>
                <a:lnTo>
                  <a:pt x="6207" y="5924"/>
                </a:lnTo>
                <a:lnTo>
                  <a:pt x="6140" y="5786"/>
                </a:lnTo>
                <a:lnTo>
                  <a:pt x="6072" y="5649"/>
                </a:lnTo>
                <a:lnTo>
                  <a:pt x="6005" y="5511"/>
                </a:lnTo>
                <a:lnTo>
                  <a:pt x="5938" y="5373"/>
                </a:lnTo>
                <a:lnTo>
                  <a:pt x="5870" y="5235"/>
                </a:lnTo>
                <a:lnTo>
                  <a:pt x="5803" y="5098"/>
                </a:lnTo>
                <a:lnTo>
                  <a:pt x="5735" y="4960"/>
                </a:lnTo>
                <a:lnTo>
                  <a:pt x="5668" y="4822"/>
                </a:lnTo>
                <a:lnTo>
                  <a:pt x="5600" y="4684"/>
                </a:lnTo>
                <a:lnTo>
                  <a:pt x="5533" y="4547"/>
                </a:lnTo>
                <a:lnTo>
                  <a:pt x="5465" y="4409"/>
                </a:lnTo>
                <a:lnTo>
                  <a:pt x="5398" y="4271"/>
                </a:lnTo>
                <a:lnTo>
                  <a:pt x="5330" y="4133"/>
                </a:lnTo>
                <a:lnTo>
                  <a:pt x="5263" y="3996"/>
                </a:lnTo>
                <a:lnTo>
                  <a:pt x="5195" y="3858"/>
                </a:lnTo>
                <a:lnTo>
                  <a:pt x="5128" y="3720"/>
                </a:lnTo>
                <a:lnTo>
                  <a:pt x="5061" y="3582"/>
                </a:lnTo>
                <a:lnTo>
                  <a:pt x="4993" y="3445"/>
                </a:lnTo>
                <a:lnTo>
                  <a:pt x="4926" y="3307"/>
                </a:lnTo>
                <a:lnTo>
                  <a:pt x="4858" y="3169"/>
                </a:lnTo>
                <a:lnTo>
                  <a:pt x="4791" y="3031"/>
                </a:lnTo>
                <a:lnTo>
                  <a:pt x="4723" y="2894"/>
                </a:lnTo>
                <a:lnTo>
                  <a:pt x="4656" y="2756"/>
                </a:lnTo>
                <a:lnTo>
                  <a:pt x="4588" y="2618"/>
                </a:lnTo>
                <a:lnTo>
                  <a:pt x="4521" y="2481"/>
                </a:lnTo>
                <a:lnTo>
                  <a:pt x="4453" y="2343"/>
                </a:lnTo>
                <a:lnTo>
                  <a:pt x="4386" y="2205"/>
                </a:lnTo>
                <a:lnTo>
                  <a:pt x="4319" y="2067"/>
                </a:lnTo>
                <a:lnTo>
                  <a:pt x="4251" y="1930"/>
                </a:lnTo>
                <a:lnTo>
                  <a:pt x="4184" y="1792"/>
                </a:lnTo>
                <a:lnTo>
                  <a:pt x="4116" y="1654"/>
                </a:lnTo>
                <a:lnTo>
                  <a:pt x="4049" y="1516"/>
                </a:lnTo>
                <a:lnTo>
                  <a:pt x="3981" y="1379"/>
                </a:lnTo>
                <a:lnTo>
                  <a:pt x="3914" y="1241"/>
                </a:lnTo>
                <a:lnTo>
                  <a:pt x="3846" y="1102"/>
                </a:lnTo>
                <a:lnTo>
                  <a:pt x="3779" y="964"/>
                </a:lnTo>
                <a:lnTo>
                  <a:pt x="3711" y="827"/>
                </a:lnTo>
                <a:lnTo>
                  <a:pt x="3644" y="689"/>
                </a:lnTo>
                <a:lnTo>
                  <a:pt x="3577" y="551"/>
                </a:lnTo>
                <a:lnTo>
                  <a:pt x="3509" y="413"/>
                </a:lnTo>
                <a:lnTo>
                  <a:pt x="3442" y="276"/>
                </a:lnTo>
                <a:lnTo>
                  <a:pt x="3374" y="138"/>
                </a:lnTo>
                <a:lnTo>
                  <a:pt x="3307" y="0"/>
                </a:lnTo>
                <a:close/>
              </a:path>
            </a:pathLst>
          </a:custGeom>
          <a:solidFill>
            <a:srgbClr val="5a6772">
              <a:alpha val="10000"/>
            </a:srgbClr>
          </a:solidFill>
          <a:ln w="12600">
            <a:solidFill>
              <a:srgbClr val="5a6772">
                <a:alpha val="10000"/>
              </a:srgbClr>
            </a:solidFill>
            <a:round/>
          </a:ln>
        </p:spPr>
      </p:sp>
      <p:sp>
        <p:nvSpPr>
          <p:cNvPr id="237" name=""/>
          <p:cNvSpPr/>
          <p:nvPr/>
        </p:nvSpPr>
        <p:spPr>
          <a:xfrm>
            <a:off x="491544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8" name=""/>
          <p:cNvSpPr/>
          <p:nvPr/>
        </p:nvSpPr>
        <p:spPr>
          <a:xfrm>
            <a:off x="491544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9" name=""/>
          <p:cNvSpPr txBox="1"/>
          <p:nvPr/>
        </p:nvSpPr>
        <p:spPr>
          <a:xfrm>
            <a:off x="1649160" y="3008160"/>
            <a:ext cx="12884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CD8 proliferation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563184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1" name=""/>
          <p:cNvSpPr/>
          <p:nvPr/>
        </p:nvSpPr>
        <p:spPr>
          <a:xfrm>
            <a:off x="563184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2" name=""/>
          <p:cNvSpPr txBox="1"/>
          <p:nvPr/>
        </p:nvSpPr>
        <p:spPr>
          <a:xfrm>
            <a:off x="4784400" y="570708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634824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4" name=""/>
          <p:cNvSpPr/>
          <p:nvPr/>
        </p:nvSpPr>
        <p:spPr>
          <a:xfrm>
            <a:off x="634824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5" name=""/>
          <p:cNvSpPr txBox="1"/>
          <p:nvPr/>
        </p:nvSpPr>
        <p:spPr>
          <a:xfrm>
            <a:off x="5500800" y="5707080"/>
            <a:ext cx="26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706464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7" name=""/>
          <p:cNvSpPr/>
          <p:nvPr/>
        </p:nvSpPr>
        <p:spPr>
          <a:xfrm>
            <a:off x="706464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8" name=""/>
          <p:cNvSpPr txBox="1"/>
          <p:nvPr/>
        </p:nvSpPr>
        <p:spPr>
          <a:xfrm>
            <a:off x="6262560" y="570708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7781040" y="5637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0" name=""/>
          <p:cNvSpPr/>
          <p:nvPr/>
        </p:nvSpPr>
        <p:spPr>
          <a:xfrm>
            <a:off x="7781040" y="5637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1" name=""/>
          <p:cNvSpPr txBox="1"/>
          <p:nvPr/>
        </p:nvSpPr>
        <p:spPr>
          <a:xfrm>
            <a:off x="6978960" y="570708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52" name=""/>
          <p:cNvSpPr txBox="1"/>
          <p:nvPr/>
        </p:nvSpPr>
        <p:spPr>
          <a:xfrm>
            <a:off x="7695360" y="570708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4590720" y="3207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4" name=""/>
          <p:cNvSpPr/>
          <p:nvPr/>
        </p:nvSpPr>
        <p:spPr>
          <a:xfrm flipH="1">
            <a:off x="4590720" y="3207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5" name=""/>
          <p:cNvSpPr txBox="1"/>
          <p:nvPr/>
        </p:nvSpPr>
        <p:spPr>
          <a:xfrm>
            <a:off x="5690160" y="5862960"/>
            <a:ext cx="1321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Δ z-score (good − bad)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4590720" y="3494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7" name=""/>
          <p:cNvSpPr/>
          <p:nvPr/>
        </p:nvSpPr>
        <p:spPr>
          <a:xfrm flipH="1">
            <a:off x="4590720" y="3494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8" name=""/>
          <p:cNvSpPr txBox="1"/>
          <p:nvPr/>
        </p:nvSpPr>
        <p:spPr>
          <a:xfrm>
            <a:off x="4305960" y="31514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4590720" y="3781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0" name=""/>
          <p:cNvSpPr/>
          <p:nvPr/>
        </p:nvSpPr>
        <p:spPr>
          <a:xfrm flipH="1">
            <a:off x="4590720" y="3781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1" name=""/>
          <p:cNvSpPr txBox="1"/>
          <p:nvPr/>
        </p:nvSpPr>
        <p:spPr>
          <a:xfrm>
            <a:off x="4305960" y="343836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4590720" y="406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3" name=""/>
          <p:cNvSpPr/>
          <p:nvPr/>
        </p:nvSpPr>
        <p:spPr>
          <a:xfrm flipH="1">
            <a:off x="4590720" y="406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4" name=""/>
          <p:cNvSpPr txBox="1"/>
          <p:nvPr/>
        </p:nvSpPr>
        <p:spPr>
          <a:xfrm>
            <a:off x="4305960" y="37249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65" name=""/>
          <p:cNvSpPr/>
          <p:nvPr/>
        </p:nvSpPr>
        <p:spPr>
          <a:xfrm>
            <a:off x="4590720" y="4354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6" name=""/>
          <p:cNvSpPr/>
          <p:nvPr/>
        </p:nvSpPr>
        <p:spPr>
          <a:xfrm flipH="1">
            <a:off x="4590720" y="4354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7" name=""/>
          <p:cNvSpPr txBox="1"/>
          <p:nvPr/>
        </p:nvSpPr>
        <p:spPr>
          <a:xfrm>
            <a:off x="4305960" y="40118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4590720" y="4641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9" name=""/>
          <p:cNvSpPr/>
          <p:nvPr/>
        </p:nvSpPr>
        <p:spPr>
          <a:xfrm flipH="1">
            <a:off x="4590720" y="4641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0" name=""/>
          <p:cNvSpPr txBox="1"/>
          <p:nvPr/>
        </p:nvSpPr>
        <p:spPr>
          <a:xfrm>
            <a:off x="4305960" y="429840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4590720" y="4928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2" name=""/>
          <p:cNvSpPr/>
          <p:nvPr/>
        </p:nvSpPr>
        <p:spPr>
          <a:xfrm flipH="1">
            <a:off x="4590720" y="4928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3" name=""/>
          <p:cNvSpPr txBox="1"/>
          <p:nvPr/>
        </p:nvSpPr>
        <p:spPr>
          <a:xfrm>
            <a:off x="4305960" y="458496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4590720" y="5214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5" name=""/>
          <p:cNvSpPr/>
          <p:nvPr/>
        </p:nvSpPr>
        <p:spPr>
          <a:xfrm flipH="1">
            <a:off x="4590720" y="5214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6" name=""/>
          <p:cNvSpPr txBox="1"/>
          <p:nvPr/>
        </p:nvSpPr>
        <p:spPr>
          <a:xfrm>
            <a:off x="4305960" y="48718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4590720" y="5501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8" name=""/>
          <p:cNvSpPr/>
          <p:nvPr/>
        </p:nvSpPr>
        <p:spPr>
          <a:xfrm flipH="1">
            <a:off x="4590720" y="5501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9" name=""/>
          <p:cNvSpPr txBox="1"/>
          <p:nvPr/>
        </p:nvSpPr>
        <p:spPr>
          <a:xfrm>
            <a:off x="4305960" y="515844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80" name=""/>
          <p:cNvSpPr txBox="1"/>
          <p:nvPr/>
        </p:nvSpPr>
        <p:spPr>
          <a:xfrm>
            <a:off x="4305960" y="544536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0.40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81" name=""/>
          <p:cNvSpPr/>
          <p:nvPr/>
        </p:nvSpPr>
        <p:spPr>
          <a:xfrm flipV="1">
            <a:off x="6348240" y="3207960"/>
            <a:ext cx="0" cy="242964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2" name=""/>
          <p:cNvSpPr/>
          <p:nvPr/>
        </p:nvSpPr>
        <p:spPr>
          <a:xfrm>
            <a:off x="5158080" y="3207960"/>
            <a:ext cx="1190520" cy="2430000"/>
          </a:xfrm>
          <a:custGeom>
            <a:avLst/>
            <a:gdLst/>
            <a:ahLst/>
            <a:rect l="0" t="0" r="r" b="b"/>
            <a:pathLst>
              <a:path fill="none" w="3307" h="6750">
                <a:moveTo>
                  <a:pt x="3307" y="0"/>
                </a:moveTo>
                <a:lnTo>
                  <a:pt x="3239" y="138"/>
                </a:lnTo>
                <a:lnTo>
                  <a:pt x="3172" y="276"/>
                </a:lnTo>
                <a:lnTo>
                  <a:pt x="3104" y="413"/>
                </a:lnTo>
                <a:lnTo>
                  <a:pt x="3037" y="551"/>
                </a:lnTo>
                <a:lnTo>
                  <a:pt x="2969" y="689"/>
                </a:lnTo>
                <a:lnTo>
                  <a:pt x="2902" y="827"/>
                </a:lnTo>
                <a:lnTo>
                  <a:pt x="2835" y="964"/>
                </a:lnTo>
                <a:lnTo>
                  <a:pt x="2767" y="1102"/>
                </a:lnTo>
                <a:lnTo>
                  <a:pt x="2700" y="1241"/>
                </a:lnTo>
                <a:lnTo>
                  <a:pt x="2632" y="1379"/>
                </a:lnTo>
                <a:lnTo>
                  <a:pt x="2565" y="1516"/>
                </a:lnTo>
                <a:lnTo>
                  <a:pt x="2497" y="1654"/>
                </a:lnTo>
                <a:lnTo>
                  <a:pt x="2430" y="1792"/>
                </a:lnTo>
                <a:lnTo>
                  <a:pt x="2362" y="1930"/>
                </a:lnTo>
                <a:lnTo>
                  <a:pt x="2295" y="2067"/>
                </a:lnTo>
                <a:lnTo>
                  <a:pt x="2227" y="2205"/>
                </a:lnTo>
                <a:lnTo>
                  <a:pt x="2160" y="2343"/>
                </a:lnTo>
                <a:lnTo>
                  <a:pt x="2093" y="2481"/>
                </a:lnTo>
                <a:lnTo>
                  <a:pt x="2025" y="2618"/>
                </a:lnTo>
                <a:lnTo>
                  <a:pt x="1958" y="2756"/>
                </a:lnTo>
                <a:lnTo>
                  <a:pt x="1890" y="2894"/>
                </a:lnTo>
                <a:lnTo>
                  <a:pt x="1823" y="3031"/>
                </a:lnTo>
                <a:lnTo>
                  <a:pt x="1755" y="3169"/>
                </a:lnTo>
                <a:lnTo>
                  <a:pt x="1688" y="3307"/>
                </a:lnTo>
                <a:lnTo>
                  <a:pt x="1620" y="3445"/>
                </a:lnTo>
                <a:lnTo>
                  <a:pt x="1553" y="3582"/>
                </a:lnTo>
                <a:lnTo>
                  <a:pt x="1485" y="3720"/>
                </a:lnTo>
                <a:lnTo>
                  <a:pt x="1418" y="3858"/>
                </a:lnTo>
                <a:lnTo>
                  <a:pt x="1351" y="3996"/>
                </a:lnTo>
                <a:lnTo>
                  <a:pt x="1283" y="4133"/>
                </a:lnTo>
                <a:lnTo>
                  <a:pt x="1216" y="4271"/>
                </a:lnTo>
                <a:lnTo>
                  <a:pt x="1148" y="4409"/>
                </a:lnTo>
                <a:lnTo>
                  <a:pt x="1081" y="4547"/>
                </a:lnTo>
                <a:lnTo>
                  <a:pt x="1013" y="4684"/>
                </a:lnTo>
                <a:lnTo>
                  <a:pt x="946" y="4822"/>
                </a:lnTo>
                <a:lnTo>
                  <a:pt x="878" y="4960"/>
                </a:lnTo>
                <a:lnTo>
                  <a:pt x="811" y="5098"/>
                </a:lnTo>
                <a:lnTo>
                  <a:pt x="743" y="5235"/>
                </a:lnTo>
                <a:lnTo>
                  <a:pt x="676" y="5373"/>
                </a:lnTo>
                <a:lnTo>
                  <a:pt x="608" y="5511"/>
                </a:lnTo>
                <a:lnTo>
                  <a:pt x="540" y="5649"/>
                </a:lnTo>
                <a:lnTo>
                  <a:pt x="473" y="5786"/>
                </a:lnTo>
                <a:lnTo>
                  <a:pt x="405" y="5924"/>
                </a:lnTo>
                <a:lnTo>
                  <a:pt x="338" y="6062"/>
                </a:lnTo>
                <a:lnTo>
                  <a:pt x="270" y="6199"/>
                </a:lnTo>
                <a:lnTo>
                  <a:pt x="203" y="6337"/>
                </a:lnTo>
                <a:lnTo>
                  <a:pt x="135" y="6475"/>
                </a:lnTo>
                <a:lnTo>
                  <a:pt x="68" y="6613"/>
                </a:lnTo>
                <a:lnTo>
                  <a:pt x="0" y="6750"/>
                </a:lnTo>
              </a:path>
            </a:pathLst>
          </a:custGeom>
          <a:ln w="11160">
            <a:solidFill>
              <a:srgbClr val="5a6772"/>
            </a:solidFill>
            <a:custDash>
              <a:ds d="377419" sp="161290"/>
            </a:custDash>
            <a:round/>
          </a:ln>
        </p:spPr>
      </p:sp>
      <p:sp>
        <p:nvSpPr>
          <p:cNvPr id="283" name=""/>
          <p:cNvSpPr/>
          <p:nvPr/>
        </p:nvSpPr>
        <p:spPr>
          <a:xfrm>
            <a:off x="6348240" y="3207960"/>
            <a:ext cx="1190160" cy="2430000"/>
          </a:xfrm>
          <a:custGeom>
            <a:avLst/>
            <a:gdLst/>
            <a:ahLst/>
            <a:rect l="0" t="0" r="r" b="b"/>
            <a:pathLst>
              <a:path fill="none" w="3306" h="6750">
                <a:moveTo>
                  <a:pt x="0" y="0"/>
                </a:moveTo>
                <a:lnTo>
                  <a:pt x="67" y="138"/>
                </a:lnTo>
                <a:lnTo>
                  <a:pt x="135" y="276"/>
                </a:lnTo>
                <a:lnTo>
                  <a:pt x="202" y="413"/>
                </a:lnTo>
                <a:lnTo>
                  <a:pt x="270" y="551"/>
                </a:lnTo>
                <a:lnTo>
                  <a:pt x="337" y="689"/>
                </a:lnTo>
                <a:lnTo>
                  <a:pt x="404" y="827"/>
                </a:lnTo>
                <a:lnTo>
                  <a:pt x="472" y="964"/>
                </a:lnTo>
                <a:lnTo>
                  <a:pt x="539" y="1102"/>
                </a:lnTo>
                <a:lnTo>
                  <a:pt x="608" y="1241"/>
                </a:lnTo>
                <a:lnTo>
                  <a:pt x="675" y="1379"/>
                </a:lnTo>
                <a:lnTo>
                  <a:pt x="743" y="1516"/>
                </a:lnTo>
                <a:lnTo>
                  <a:pt x="810" y="1654"/>
                </a:lnTo>
                <a:lnTo>
                  <a:pt x="878" y="1792"/>
                </a:lnTo>
                <a:lnTo>
                  <a:pt x="945" y="1930"/>
                </a:lnTo>
                <a:lnTo>
                  <a:pt x="1013" y="2067"/>
                </a:lnTo>
                <a:lnTo>
                  <a:pt x="1080" y="2205"/>
                </a:lnTo>
                <a:lnTo>
                  <a:pt x="1147" y="2343"/>
                </a:lnTo>
                <a:lnTo>
                  <a:pt x="1215" y="2481"/>
                </a:lnTo>
                <a:lnTo>
                  <a:pt x="1282" y="2618"/>
                </a:lnTo>
                <a:lnTo>
                  <a:pt x="1350" y="2756"/>
                </a:lnTo>
                <a:lnTo>
                  <a:pt x="1417" y="2894"/>
                </a:lnTo>
                <a:lnTo>
                  <a:pt x="1485" y="3031"/>
                </a:lnTo>
                <a:lnTo>
                  <a:pt x="1552" y="3169"/>
                </a:lnTo>
                <a:lnTo>
                  <a:pt x="1620" y="3307"/>
                </a:lnTo>
                <a:lnTo>
                  <a:pt x="1687" y="3445"/>
                </a:lnTo>
                <a:lnTo>
                  <a:pt x="1755" y="3582"/>
                </a:lnTo>
                <a:lnTo>
                  <a:pt x="1822" y="3720"/>
                </a:lnTo>
                <a:lnTo>
                  <a:pt x="1889" y="3858"/>
                </a:lnTo>
                <a:lnTo>
                  <a:pt x="1957" y="3996"/>
                </a:lnTo>
                <a:lnTo>
                  <a:pt x="2024" y="4133"/>
                </a:lnTo>
                <a:lnTo>
                  <a:pt x="2092" y="4271"/>
                </a:lnTo>
                <a:lnTo>
                  <a:pt x="2159" y="4409"/>
                </a:lnTo>
                <a:lnTo>
                  <a:pt x="2227" y="4547"/>
                </a:lnTo>
                <a:lnTo>
                  <a:pt x="2294" y="4684"/>
                </a:lnTo>
                <a:lnTo>
                  <a:pt x="2362" y="4822"/>
                </a:lnTo>
                <a:lnTo>
                  <a:pt x="2429" y="4960"/>
                </a:lnTo>
                <a:lnTo>
                  <a:pt x="2497" y="5098"/>
                </a:lnTo>
                <a:lnTo>
                  <a:pt x="2564" y="5235"/>
                </a:lnTo>
                <a:lnTo>
                  <a:pt x="2632" y="5373"/>
                </a:lnTo>
                <a:lnTo>
                  <a:pt x="2699" y="5511"/>
                </a:lnTo>
                <a:lnTo>
                  <a:pt x="2766" y="5649"/>
                </a:lnTo>
                <a:lnTo>
                  <a:pt x="2834" y="5786"/>
                </a:lnTo>
                <a:lnTo>
                  <a:pt x="2901" y="5924"/>
                </a:lnTo>
                <a:lnTo>
                  <a:pt x="2969" y="6062"/>
                </a:lnTo>
                <a:lnTo>
                  <a:pt x="3036" y="6199"/>
                </a:lnTo>
                <a:lnTo>
                  <a:pt x="3104" y="6337"/>
                </a:lnTo>
                <a:lnTo>
                  <a:pt x="3171" y="6475"/>
                </a:lnTo>
                <a:lnTo>
                  <a:pt x="3239" y="6613"/>
                </a:lnTo>
                <a:lnTo>
                  <a:pt x="3306" y="6750"/>
                </a:lnTo>
              </a:path>
            </a:pathLst>
          </a:custGeom>
          <a:ln w="11160">
            <a:solidFill>
              <a:srgbClr val="5a6772"/>
            </a:solidFill>
            <a:custDash>
              <a:ds d="377419" sp="161290"/>
            </a:custDash>
            <a:round/>
          </a:ln>
        </p:spPr>
      </p:sp>
      <p:sp>
        <p:nvSpPr>
          <p:cNvPr id="284" name=""/>
          <p:cNvSpPr/>
          <p:nvPr/>
        </p:nvSpPr>
        <p:spPr>
          <a:xfrm flipV="1">
            <a:off x="6522480" y="3207960"/>
            <a:ext cx="0" cy="2429640"/>
          </a:xfrm>
          <a:prstGeom prst="line">
            <a:avLst/>
          </a:prstGeom>
          <a:ln w="13680">
            <a:solidFill>
              <a:srgbClr val="0e2a47"/>
            </a:solidFill>
            <a:custDash>
              <a:ds d="100000" sp="168421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5" name=""/>
          <p:cNvSpPr/>
          <p:nvPr/>
        </p:nvSpPr>
        <p:spPr>
          <a:xfrm flipV="1">
            <a:off x="4628880" y="3207960"/>
            <a:ext cx="0" cy="24296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86" name=""/>
          <p:cNvSpPr/>
          <p:nvPr/>
        </p:nvSpPr>
        <p:spPr>
          <a:xfrm>
            <a:off x="4628880" y="5637600"/>
            <a:ext cx="34387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87" name=""/>
          <p:cNvSpPr/>
          <p:nvPr/>
        </p:nvSpPr>
        <p:spPr>
          <a:xfrm>
            <a:off x="5972400" y="5408280"/>
            <a:ext cx="1100520" cy="154080"/>
          </a:xfrm>
          <a:custGeom>
            <a:avLst/>
            <a:gdLst/>
            <a:ahLst/>
            <a:rect l="0" t="0" r="r" b="b"/>
            <a:pathLst>
              <a:path w="3057" h="428">
                <a:moveTo>
                  <a:pt x="60" y="428"/>
                </a:moveTo>
                <a:lnTo>
                  <a:pt x="2997" y="428"/>
                </a:lnTo>
                <a:cubicBezTo>
                  <a:pt x="3037" y="428"/>
                  <a:pt x="3057" y="408"/>
                  <a:pt x="3057" y="368"/>
                </a:cubicBezTo>
                <a:lnTo>
                  <a:pt x="3057" y="60"/>
                </a:lnTo>
                <a:cubicBezTo>
                  <a:pt x="3057" y="20"/>
                  <a:pt x="3037" y="0"/>
                  <a:pt x="2997" y="0"/>
                </a:cubicBezTo>
                <a:lnTo>
                  <a:pt x="60" y="0"/>
                </a:lnTo>
                <a:cubicBezTo>
                  <a:pt x="20" y="0"/>
                  <a:pt x="0" y="20"/>
                  <a:pt x="0" y="60"/>
                </a:cubicBezTo>
                <a:lnTo>
                  <a:pt x="0" y="368"/>
                </a:lnTo>
                <a:cubicBezTo>
                  <a:pt x="0" y="408"/>
                  <a:pt x="20" y="428"/>
                  <a:pt x="60" y="428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288" name=""/>
          <p:cNvSpPr txBox="1"/>
          <p:nvPr/>
        </p:nvSpPr>
        <p:spPr>
          <a:xfrm rot="16200000">
            <a:off x="3770640" y="4350600"/>
            <a:ext cx="843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Standard error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6743880" y="4849200"/>
            <a:ext cx="178920" cy="178920"/>
          </a:xfrm>
          <a:custGeom>
            <a:avLst/>
            <a:gdLst/>
            <a:ahLst/>
            <a:rect l="0" t="0" r="r" b="b"/>
            <a:pathLst>
              <a:path w="497" h="497">
                <a:moveTo>
                  <a:pt x="248" y="497"/>
                </a:moveTo>
                <a:cubicBezTo>
                  <a:pt x="314" y="497"/>
                  <a:pt x="378" y="471"/>
                  <a:pt x="424" y="424"/>
                </a:cubicBezTo>
                <a:cubicBezTo>
                  <a:pt x="471" y="378"/>
                  <a:pt x="497" y="315"/>
                  <a:pt x="497" y="249"/>
                </a:cubicBezTo>
                <a:cubicBezTo>
                  <a:pt x="497" y="183"/>
                  <a:pt x="471" y="119"/>
                  <a:pt x="424" y="72"/>
                </a:cubicBezTo>
                <a:cubicBezTo>
                  <a:pt x="378" y="26"/>
                  <a:pt x="314" y="0"/>
                  <a:pt x="248" y="0"/>
                </a:cubicBezTo>
                <a:cubicBezTo>
                  <a:pt x="182" y="0"/>
                  <a:pt x="119" y="26"/>
                  <a:pt x="72" y="72"/>
                </a:cubicBezTo>
                <a:cubicBezTo>
                  <a:pt x="26" y="119"/>
                  <a:pt x="0" y="183"/>
                  <a:pt x="0" y="249"/>
                </a:cubicBezTo>
                <a:cubicBezTo>
                  <a:pt x="0" y="315"/>
                  <a:pt x="26" y="378"/>
                  <a:pt x="72" y="424"/>
                </a:cubicBezTo>
                <a:cubicBezTo>
                  <a:pt x="119" y="471"/>
                  <a:pt x="182" y="497"/>
                  <a:pt x="248" y="497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90" name=""/>
          <p:cNvSpPr txBox="1"/>
          <p:nvPr/>
        </p:nvSpPr>
        <p:spPr>
          <a:xfrm>
            <a:off x="5994360" y="5416920"/>
            <a:ext cx="1058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pooled Δ = +0.12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6297840" y="5178960"/>
            <a:ext cx="144720" cy="144360"/>
          </a:xfrm>
          <a:custGeom>
            <a:avLst/>
            <a:gdLst/>
            <a:ahLst/>
            <a:rect l="0" t="0" r="r" b="b"/>
            <a:pathLst>
              <a:path w="402" h="401">
                <a:moveTo>
                  <a:pt x="201" y="401"/>
                </a:moveTo>
                <a:cubicBezTo>
                  <a:pt x="254" y="401"/>
                  <a:pt x="305" y="380"/>
                  <a:pt x="343" y="343"/>
                </a:cubicBezTo>
                <a:cubicBezTo>
                  <a:pt x="381" y="305"/>
                  <a:pt x="402" y="254"/>
                  <a:pt x="402" y="200"/>
                </a:cubicBezTo>
                <a:cubicBezTo>
                  <a:pt x="402" y="147"/>
                  <a:pt x="381" y="96"/>
                  <a:pt x="343" y="58"/>
                </a:cubicBezTo>
                <a:cubicBezTo>
                  <a:pt x="305" y="21"/>
                  <a:pt x="254" y="0"/>
                  <a:pt x="201" y="0"/>
                </a:cubicBezTo>
                <a:cubicBezTo>
                  <a:pt x="147" y="0"/>
                  <a:pt x="97" y="21"/>
                  <a:pt x="59" y="58"/>
                </a:cubicBezTo>
                <a:cubicBezTo>
                  <a:pt x="21" y="96"/>
                  <a:pt x="0" y="147"/>
                  <a:pt x="0" y="200"/>
                </a:cubicBezTo>
                <a:cubicBezTo>
                  <a:pt x="0" y="254"/>
                  <a:pt x="21" y="305"/>
                  <a:pt x="59" y="343"/>
                </a:cubicBezTo>
                <a:cubicBezTo>
                  <a:pt x="97" y="380"/>
                  <a:pt x="147" y="401"/>
                  <a:pt x="201" y="401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92" name=""/>
          <p:cNvSpPr txBox="1"/>
          <p:nvPr/>
        </p:nvSpPr>
        <p:spPr>
          <a:xfrm>
            <a:off x="6651720" y="485460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119409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93" name=""/>
          <p:cNvSpPr/>
          <p:nvPr/>
        </p:nvSpPr>
        <p:spPr>
          <a:xfrm>
            <a:off x="6478560" y="4818240"/>
            <a:ext cx="164880" cy="165240"/>
          </a:xfrm>
          <a:custGeom>
            <a:avLst/>
            <a:gdLst/>
            <a:ahLst/>
            <a:rect l="0" t="0" r="r" b="b"/>
            <a:pathLst>
              <a:path w="458" h="459">
                <a:moveTo>
                  <a:pt x="229" y="459"/>
                </a:moveTo>
                <a:cubicBezTo>
                  <a:pt x="290" y="459"/>
                  <a:pt x="348" y="434"/>
                  <a:pt x="391" y="392"/>
                </a:cubicBezTo>
                <a:cubicBezTo>
                  <a:pt x="434" y="349"/>
                  <a:pt x="458" y="291"/>
                  <a:pt x="458" y="230"/>
                </a:cubicBezTo>
                <a:cubicBezTo>
                  <a:pt x="458" y="169"/>
                  <a:pt x="434" y="111"/>
                  <a:pt x="391" y="67"/>
                </a:cubicBezTo>
                <a:cubicBezTo>
                  <a:pt x="348" y="24"/>
                  <a:pt x="290" y="0"/>
                  <a:pt x="229" y="0"/>
                </a:cubicBezTo>
                <a:cubicBezTo>
                  <a:pt x="169" y="0"/>
                  <a:pt x="110" y="24"/>
                  <a:pt x="68" y="67"/>
                </a:cubicBezTo>
                <a:cubicBezTo>
                  <a:pt x="24" y="111"/>
                  <a:pt x="0" y="169"/>
                  <a:pt x="0" y="230"/>
                </a:cubicBezTo>
                <a:cubicBezTo>
                  <a:pt x="0" y="291"/>
                  <a:pt x="24" y="349"/>
                  <a:pt x="68" y="392"/>
                </a:cubicBezTo>
                <a:cubicBezTo>
                  <a:pt x="110" y="434"/>
                  <a:pt x="169" y="459"/>
                  <a:pt x="229" y="459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94" name=""/>
          <p:cNvSpPr txBox="1"/>
          <p:nvPr/>
        </p:nvSpPr>
        <p:spPr>
          <a:xfrm>
            <a:off x="6188760" y="5167080"/>
            <a:ext cx="366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150082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95" name=""/>
          <p:cNvSpPr/>
          <p:nvPr/>
        </p:nvSpPr>
        <p:spPr>
          <a:xfrm>
            <a:off x="6338160" y="4906440"/>
            <a:ext cx="159120" cy="159120"/>
          </a:xfrm>
          <a:custGeom>
            <a:avLst/>
            <a:gdLst/>
            <a:ahLst/>
            <a:rect l="0" t="0" r="r" b="b"/>
            <a:pathLst>
              <a:path w="442" h="442">
                <a:moveTo>
                  <a:pt x="221" y="442"/>
                </a:moveTo>
                <a:cubicBezTo>
                  <a:pt x="280" y="442"/>
                  <a:pt x="336" y="419"/>
                  <a:pt x="377" y="377"/>
                </a:cubicBezTo>
                <a:cubicBezTo>
                  <a:pt x="418" y="336"/>
                  <a:pt x="442" y="280"/>
                  <a:pt x="442" y="220"/>
                </a:cubicBezTo>
                <a:cubicBezTo>
                  <a:pt x="442" y="162"/>
                  <a:pt x="418" y="106"/>
                  <a:pt x="377" y="65"/>
                </a:cubicBezTo>
                <a:cubicBezTo>
                  <a:pt x="336" y="23"/>
                  <a:pt x="280" y="0"/>
                  <a:pt x="221" y="0"/>
                </a:cubicBezTo>
                <a:cubicBezTo>
                  <a:pt x="162" y="0"/>
                  <a:pt x="106" y="23"/>
                  <a:pt x="65" y="65"/>
                </a:cubicBezTo>
                <a:cubicBezTo>
                  <a:pt x="23" y="106"/>
                  <a:pt x="0" y="162"/>
                  <a:pt x="0" y="220"/>
                </a:cubicBezTo>
                <a:cubicBezTo>
                  <a:pt x="0" y="280"/>
                  <a:pt x="23" y="336"/>
                  <a:pt x="65" y="377"/>
                </a:cubicBezTo>
                <a:cubicBezTo>
                  <a:pt x="106" y="419"/>
                  <a:pt x="162" y="442"/>
                  <a:pt x="221" y="442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96" name=""/>
          <p:cNvSpPr txBox="1"/>
          <p:nvPr/>
        </p:nvSpPr>
        <p:spPr>
          <a:xfrm>
            <a:off x="6409440" y="481680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35452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97" name=""/>
          <p:cNvSpPr/>
          <p:nvPr/>
        </p:nvSpPr>
        <p:spPr>
          <a:xfrm>
            <a:off x="6068520" y="5077440"/>
            <a:ext cx="160200" cy="160560"/>
          </a:xfrm>
          <a:custGeom>
            <a:avLst/>
            <a:gdLst/>
            <a:ahLst/>
            <a:rect l="0" t="0" r="r" b="b"/>
            <a:pathLst>
              <a:path w="445" h="446">
                <a:moveTo>
                  <a:pt x="222" y="446"/>
                </a:moveTo>
                <a:cubicBezTo>
                  <a:pt x="282" y="446"/>
                  <a:pt x="339" y="423"/>
                  <a:pt x="380" y="381"/>
                </a:cubicBezTo>
                <a:cubicBezTo>
                  <a:pt x="422" y="339"/>
                  <a:pt x="445" y="282"/>
                  <a:pt x="445" y="223"/>
                </a:cubicBezTo>
                <a:cubicBezTo>
                  <a:pt x="445" y="164"/>
                  <a:pt x="422" y="107"/>
                  <a:pt x="380" y="66"/>
                </a:cubicBezTo>
                <a:cubicBezTo>
                  <a:pt x="339" y="24"/>
                  <a:pt x="282" y="0"/>
                  <a:pt x="222" y="0"/>
                </a:cubicBezTo>
                <a:cubicBezTo>
                  <a:pt x="163" y="0"/>
                  <a:pt x="106" y="24"/>
                  <a:pt x="65" y="66"/>
                </a:cubicBezTo>
                <a:cubicBezTo>
                  <a:pt x="23" y="107"/>
                  <a:pt x="0" y="164"/>
                  <a:pt x="0" y="223"/>
                </a:cubicBezTo>
                <a:cubicBezTo>
                  <a:pt x="0" y="282"/>
                  <a:pt x="23" y="339"/>
                  <a:pt x="65" y="381"/>
                </a:cubicBezTo>
                <a:cubicBezTo>
                  <a:pt x="106" y="423"/>
                  <a:pt x="163" y="446"/>
                  <a:pt x="222" y="446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298" name=""/>
          <p:cNvSpPr txBox="1"/>
          <p:nvPr/>
        </p:nvSpPr>
        <p:spPr>
          <a:xfrm>
            <a:off x="6266520" y="490176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45404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99" name=""/>
          <p:cNvSpPr/>
          <p:nvPr/>
        </p:nvSpPr>
        <p:spPr>
          <a:xfrm>
            <a:off x="6991920" y="525132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1" y="331"/>
                </a:cubicBezTo>
                <a:cubicBezTo>
                  <a:pt x="367" y="294"/>
                  <a:pt x="387" y="244"/>
                  <a:pt x="387" y="193"/>
                </a:cubicBezTo>
                <a:cubicBezTo>
                  <a:pt x="387" y="142"/>
                  <a:pt x="367" y="93"/>
                  <a:pt x="331" y="56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4" y="20"/>
                  <a:pt x="56" y="56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4"/>
                  <a:pt x="20" y="294"/>
                  <a:pt x="56" y="331"/>
                </a:cubicBezTo>
                <a:cubicBezTo>
                  <a:pt x="94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300" name=""/>
          <p:cNvSpPr txBox="1"/>
          <p:nvPr/>
        </p:nvSpPr>
        <p:spPr>
          <a:xfrm>
            <a:off x="5997240" y="507384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68204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01" name=""/>
          <p:cNvSpPr/>
          <p:nvPr/>
        </p:nvSpPr>
        <p:spPr>
          <a:xfrm>
            <a:off x="6172560" y="510876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8" y="411"/>
                  <a:pt x="370" y="370"/>
                </a:cubicBezTo>
                <a:cubicBezTo>
                  <a:pt x="410" y="330"/>
                  <a:pt x="433" y="274"/>
                  <a:pt x="433" y="216"/>
                </a:cubicBezTo>
                <a:cubicBezTo>
                  <a:pt x="433" y="159"/>
                  <a:pt x="410" y="104"/>
                  <a:pt x="370" y="64"/>
                </a:cubicBezTo>
                <a:cubicBezTo>
                  <a:pt x="328" y="23"/>
                  <a:pt x="273" y="0"/>
                  <a:pt x="216" y="0"/>
                </a:cubicBezTo>
                <a:cubicBezTo>
                  <a:pt x="159" y="0"/>
                  <a:pt x="104" y="23"/>
                  <a:pt x="63" y="64"/>
                </a:cubicBezTo>
                <a:cubicBezTo>
                  <a:pt x="23" y="104"/>
                  <a:pt x="0" y="159"/>
                  <a:pt x="0" y="216"/>
                </a:cubicBezTo>
                <a:cubicBezTo>
                  <a:pt x="0" y="274"/>
                  <a:pt x="23" y="330"/>
                  <a:pt x="63" y="370"/>
                </a:cubicBezTo>
                <a:cubicBezTo>
                  <a:pt x="104" y="411"/>
                  <a:pt x="159" y="433"/>
                  <a:pt x="216" y="433"/>
                </a:cubicBezTo>
                <a:close/>
              </a:path>
            </a:pathLst>
          </a:custGeom>
          <a:solidFill>
            <a:srgbClr val="0a7d6e">
              <a:alpha val="90000"/>
            </a:srgbClr>
          </a:solidFill>
          <a:ln w="111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302" name=""/>
          <p:cNvSpPr txBox="1"/>
          <p:nvPr/>
        </p:nvSpPr>
        <p:spPr>
          <a:xfrm>
            <a:off x="6910200" y="523692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69657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03" name=""/>
          <p:cNvSpPr txBox="1"/>
          <p:nvPr/>
        </p:nvSpPr>
        <p:spPr>
          <a:xfrm>
            <a:off x="6099120" y="5102640"/>
            <a:ext cx="305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94104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515880" y="6306480"/>
            <a:ext cx="216360" cy="75960"/>
          </a:xfrm>
          <a:custGeom>
            <a:avLst/>
            <a:gdLst/>
            <a:ahLst/>
            <a:rect l="0" t="0" r="r" b="b"/>
            <a:pathLst>
              <a:path w="601" h="211">
                <a:moveTo>
                  <a:pt x="0" y="211"/>
                </a:moveTo>
                <a:lnTo>
                  <a:pt x="601" y="211"/>
                </a:lnTo>
                <a:lnTo>
                  <a:pt x="601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305" name=""/>
          <p:cNvSpPr txBox="1"/>
          <p:nvPr/>
        </p:nvSpPr>
        <p:spPr>
          <a:xfrm>
            <a:off x="6190920" y="3008160"/>
            <a:ext cx="31320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EMT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306" name=""/>
          <p:cNvSpPr/>
          <p:nvPr/>
        </p:nvSpPr>
        <p:spPr>
          <a:xfrm>
            <a:off x="2613960" y="6306480"/>
            <a:ext cx="216360" cy="75960"/>
          </a:xfrm>
          <a:custGeom>
            <a:avLst/>
            <a:gdLst/>
            <a:ahLst/>
            <a:rect l="0" t="0" r="r" b="b"/>
            <a:pathLst>
              <a:path w="601" h="211">
                <a:moveTo>
                  <a:pt x="0" y="211"/>
                </a:moveTo>
                <a:lnTo>
                  <a:pt x="601" y="211"/>
                </a:lnTo>
                <a:lnTo>
                  <a:pt x="601" y="0"/>
                </a:lnTo>
                <a:lnTo>
                  <a:pt x="0" y="0"/>
                </a:lnTo>
                <a:lnTo>
                  <a:pt x="0" y="211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307" name=""/>
          <p:cNvSpPr txBox="1"/>
          <p:nvPr/>
        </p:nvSpPr>
        <p:spPr>
          <a:xfrm>
            <a:off x="818280" y="6282000"/>
            <a:ext cx="15886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Cohort agrees with discovery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4050360" y="6344280"/>
            <a:ext cx="216000" cy="0"/>
          </a:xfrm>
          <a:custGeom>
            <a:avLst/>
            <a:gdLst/>
            <a:ahLst/>
            <a:rect l="0" t="0" r="r" b="b"/>
            <a:pathLst>
              <a:path fill="none" w="600" h="0">
                <a:moveTo>
                  <a:pt x="0" y="0"/>
                </a:moveTo>
                <a:lnTo>
                  <a:pt x="300" y="0"/>
                </a:lnTo>
                <a:lnTo>
                  <a:pt x="600" y="0"/>
                </a:lnTo>
              </a:path>
            </a:pathLst>
          </a:custGeom>
          <a:ln w="18720">
            <a:solidFill>
              <a:srgbClr val="5a6772"/>
            </a:solidFill>
            <a:custDash>
              <a:ds d="375000" sp="161538"/>
            </a:custDash>
            <a:round/>
          </a:ln>
        </p:spPr>
      </p:sp>
      <p:sp>
        <p:nvSpPr>
          <p:cNvPr id="309" name=""/>
          <p:cNvSpPr txBox="1"/>
          <p:nvPr/>
        </p:nvSpPr>
        <p:spPr>
          <a:xfrm>
            <a:off x="2916360" y="6282000"/>
            <a:ext cx="924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Cohort disagrees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10" name=""/>
          <p:cNvSpPr/>
          <p:nvPr/>
        </p:nvSpPr>
        <p:spPr>
          <a:xfrm>
            <a:off x="5927760" y="6344280"/>
            <a:ext cx="216000" cy="0"/>
          </a:xfrm>
          <a:custGeom>
            <a:avLst/>
            <a:gdLst/>
            <a:ahLst/>
            <a:rect l="0" t="0" r="r" b="b"/>
            <a:pathLst>
              <a:path fill="none" w="600" h="0">
                <a:moveTo>
                  <a:pt x="0" y="0"/>
                </a:moveTo>
                <a:lnTo>
                  <a:pt x="300" y="0"/>
                </a:lnTo>
                <a:lnTo>
                  <a:pt x="600" y="0"/>
                </a:lnTo>
              </a:path>
            </a:pathLst>
          </a:custGeom>
          <a:ln w="18720">
            <a:solidFill>
              <a:srgbClr val="0e2a47"/>
            </a:solidFill>
            <a:custDash>
              <a:ds d="100000" sp="167308"/>
            </a:custDash>
            <a:round/>
          </a:ln>
        </p:spPr>
      </p:sp>
      <p:sp>
        <p:nvSpPr>
          <p:cNvPr id="311" name=""/>
          <p:cNvSpPr txBox="1"/>
          <p:nvPr/>
        </p:nvSpPr>
        <p:spPr>
          <a:xfrm>
            <a:off x="4352760" y="6282000"/>
            <a:ext cx="1364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95% pseudo-CI (null = 0)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12" name=""/>
          <p:cNvSpPr txBox="1"/>
          <p:nvPr/>
        </p:nvSpPr>
        <p:spPr>
          <a:xfrm>
            <a:off x="6230160" y="6282000"/>
            <a:ext cx="1418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Inverse-variance pooled Δ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13" name="TextBox 312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7E — Funnel plot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158480" cy="4111920"/>
          </a:xfrm>
          <a:custGeom>
            <a:avLst/>
            <a:gdLst/>
            <a:ahLst/>
            <a:rect l="0" t="0" r="r" b="b"/>
            <a:pathLst>
              <a:path w="28218" h="11422">
                <a:moveTo>
                  <a:pt x="0" y="11422"/>
                </a:moveTo>
                <a:lnTo>
                  <a:pt x="28218" y="11422"/>
                </a:lnTo>
                <a:lnTo>
                  <a:pt x="28218" y="0"/>
                </a:lnTo>
                <a:lnTo>
                  <a:pt x="0" y="0"/>
                </a:lnTo>
                <a:lnTo>
                  <a:pt x="0" y="114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229760" y="273600"/>
            <a:ext cx="2788920" cy="3380040"/>
          </a:xfrm>
          <a:custGeom>
            <a:avLst/>
            <a:gdLst/>
            <a:ahLst/>
            <a:rect l="0" t="0" r="r" b="b"/>
            <a:pathLst>
              <a:path w="7747" h="9389">
                <a:moveTo>
                  <a:pt x="0" y="9389"/>
                </a:moveTo>
                <a:lnTo>
                  <a:pt x="7747" y="9389"/>
                </a:lnTo>
                <a:lnTo>
                  <a:pt x="7747" y="0"/>
                </a:lnTo>
                <a:lnTo>
                  <a:pt x="0" y="0"/>
                </a:lnTo>
                <a:lnTo>
                  <a:pt x="0" y="93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229760" y="427320"/>
            <a:ext cx="2788920" cy="814320"/>
          </a:xfrm>
          <a:custGeom>
            <a:avLst/>
            <a:gdLst/>
            <a:ahLst/>
            <a:rect l="0" t="0" r="r" b="b"/>
            <a:pathLst>
              <a:path w="7747" h="2262">
                <a:moveTo>
                  <a:pt x="0" y="0"/>
                </a:moveTo>
                <a:lnTo>
                  <a:pt x="7747" y="0"/>
                </a:lnTo>
                <a:lnTo>
                  <a:pt x="7747" y="2262"/>
                </a:lnTo>
                <a:lnTo>
                  <a:pt x="0" y="2262"/>
                </a:lnTo>
                <a:lnTo>
                  <a:pt x="0" y="0"/>
                </a:lnTo>
                <a:close/>
              </a:path>
            </a:pathLst>
          </a:custGeom>
          <a:solidFill>
            <a:srgbClr val="ecedef">
              <a:alpha val="50000"/>
            </a:srgbClr>
          </a:solidFill>
          <a:ln w="12600">
            <a:solidFill>
              <a:srgbClr val="ecedef">
                <a:alpha val="50000"/>
              </a:srgbClr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1229760" y="2054880"/>
            <a:ext cx="2788920" cy="814320"/>
          </a:xfrm>
          <a:custGeom>
            <a:avLst/>
            <a:gdLst/>
            <a:ahLst/>
            <a:rect l="0" t="0" r="r" b="b"/>
            <a:pathLst>
              <a:path w="7747" h="2262">
                <a:moveTo>
                  <a:pt x="0" y="0"/>
                </a:moveTo>
                <a:lnTo>
                  <a:pt x="7747" y="0"/>
                </a:lnTo>
                <a:lnTo>
                  <a:pt x="7747" y="2262"/>
                </a:lnTo>
                <a:lnTo>
                  <a:pt x="0" y="2262"/>
                </a:lnTo>
                <a:lnTo>
                  <a:pt x="0" y="0"/>
                </a:lnTo>
                <a:close/>
              </a:path>
            </a:pathLst>
          </a:custGeom>
          <a:solidFill>
            <a:srgbClr val="ecedef">
              <a:alpha val="50000"/>
            </a:srgbClr>
          </a:solidFill>
          <a:ln w="12600">
            <a:solidFill>
              <a:srgbClr val="ecedef">
                <a:alpha val="50000"/>
              </a:srgbClr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146196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46196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/>
          <p:nvPr/>
        </p:nvSpPr>
        <p:spPr>
          <a:xfrm>
            <a:off x="204300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" name=""/>
          <p:cNvSpPr/>
          <p:nvPr/>
        </p:nvSpPr>
        <p:spPr>
          <a:xfrm>
            <a:off x="204300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 txBox="1"/>
          <p:nvPr/>
        </p:nvSpPr>
        <p:spPr>
          <a:xfrm>
            <a:off x="1323360" y="371700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262404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6" name=""/>
          <p:cNvSpPr/>
          <p:nvPr/>
        </p:nvSpPr>
        <p:spPr>
          <a:xfrm>
            <a:off x="262404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 txBox="1"/>
          <p:nvPr/>
        </p:nvSpPr>
        <p:spPr>
          <a:xfrm>
            <a:off x="1904400" y="371700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320472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" name=""/>
          <p:cNvSpPr/>
          <p:nvPr/>
        </p:nvSpPr>
        <p:spPr>
          <a:xfrm>
            <a:off x="320472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" name=""/>
          <p:cNvSpPr txBox="1"/>
          <p:nvPr/>
        </p:nvSpPr>
        <p:spPr>
          <a:xfrm>
            <a:off x="2532960" y="3717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378576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" name=""/>
          <p:cNvSpPr/>
          <p:nvPr/>
        </p:nvSpPr>
        <p:spPr>
          <a:xfrm>
            <a:off x="378576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" name=""/>
          <p:cNvSpPr txBox="1"/>
          <p:nvPr/>
        </p:nvSpPr>
        <p:spPr>
          <a:xfrm>
            <a:off x="3114000" y="3717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>
            <a:off x="3695040" y="3717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1191600" y="834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 flipH="1">
            <a:off x="1191600" y="834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1989360" y="3876120"/>
            <a:ext cx="1282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Per-cohort Δ z-score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1191600" y="1648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 flipH="1">
            <a:off x="1191600" y="1648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244440" y="771840"/>
            <a:ext cx="907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DSB/HDR repair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1191600" y="2462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 flipH="1">
            <a:off x="1191600" y="2462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>
            <a:off x="91440" y="1585800"/>
            <a:ext cx="1061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E2F/MYC cell cycle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1191600" y="3275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 flipH="1">
            <a:off x="1191600" y="3275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 txBox="1"/>
          <p:nvPr/>
        </p:nvSpPr>
        <p:spPr>
          <a:xfrm>
            <a:off x="173880" y="2399400"/>
            <a:ext cx="979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CD8 proliferation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 flipV="1">
            <a:off x="2624040" y="273600"/>
            <a:ext cx="0" cy="337968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/>
          <p:nvPr/>
        </p:nvSpPr>
        <p:spPr>
          <a:xfrm flipV="1">
            <a:off x="1229760" y="273600"/>
            <a:ext cx="0" cy="33796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/>
          <p:nvPr/>
        </p:nvSpPr>
        <p:spPr>
          <a:xfrm>
            <a:off x="1229760" y="3653280"/>
            <a:ext cx="2788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>
            <a:off x="2341800" y="667080"/>
            <a:ext cx="155160" cy="154800"/>
          </a:xfrm>
          <a:custGeom>
            <a:avLst/>
            <a:gdLst/>
            <a:ahLst/>
            <a:rect l="0" t="0" r="r" b="b"/>
            <a:pathLst>
              <a:path w="431" h="430">
                <a:moveTo>
                  <a:pt x="216" y="430"/>
                </a:moveTo>
                <a:cubicBezTo>
                  <a:pt x="273" y="430"/>
                  <a:pt x="328" y="407"/>
                  <a:pt x="368" y="367"/>
                </a:cubicBezTo>
                <a:cubicBezTo>
                  <a:pt x="408" y="327"/>
                  <a:pt x="431" y="272"/>
                  <a:pt x="431" y="215"/>
                </a:cubicBezTo>
                <a:cubicBezTo>
                  <a:pt x="431" y="158"/>
                  <a:pt x="408" y="104"/>
                  <a:pt x="368" y="63"/>
                </a:cubicBezTo>
                <a:cubicBezTo>
                  <a:pt x="328" y="22"/>
                  <a:pt x="273" y="0"/>
                  <a:pt x="216" y="0"/>
                </a:cubicBezTo>
                <a:cubicBezTo>
                  <a:pt x="159" y="0"/>
                  <a:pt x="103" y="22"/>
                  <a:pt x="63" y="63"/>
                </a:cubicBezTo>
                <a:cubicBezTo>
                  <a:pt x="23" y="104"/>
                  <a:pt x="0" y="158"/>
                  <a:pt x="0" y="215"/>
                </a:cubicBezTo>
                <a:cubicBezTo>
                  <a:pt x="0" y="272"/>
                  <a:pt x="23" y="327"/>
                  <a:pt x="63" y="367"/>
                </a:cubicBezTo>
                <a:cubicBezTo>
                  <a:pt x="103" y="407"/>
                  <a:pt x="159" y="430"/>
                  <a:pt x="216" y="43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1" name=""/>
          <p:cNvSpPr/>
          <p:nvPr/>
        </p:nvSpPr>
        <p:spPr>
          <a:xfrm>
            <a:off x="2080440" y="864720"/>
            <a:ext cx="125640" cy="126000"/>
          </a:xfrm>
          <a:custGeom>
            <a:avLst/>
            <a:gdLst/>
            <a:ahLst/>
            <a:rect l="0" t="0" r="r" b="b"/>
            <a:pathLst>
              <a:path w="349" h="350">
                <a:moveTo>
                  <a:pt x="174" y="350"/>
                </a:moveTo>
                <a:cubicBezTo>
                  <a:pt x="220" y="350"/>
                  <a:pt x="265" y="331"/>
                  <a:pt x="297" y="299"/>
                </a:cubicBezTo>
                <a:cubicBezTo>
                  <a:pt x="331" y="266"/>
                  <a:pt x="349" y="222"/>
                  <a:pt x="349" y="174"/>
                </a:cubicBezTo>
                <a:cubicBezTo>
                  <a:pt x="349" y="128"/>
                  <a:pt x="331" y="84"/>
                  <a:pt x="297" y="51"/>
                </a:cubicBezTo>
                <a:cubicBezTo>
                  <a:pt x="265" y="18"/>
                  <a:pt x="220" y="0"/>
                  <a:pt x="174" y="0"/>
                </a:cubicBezTo>
                <a:cubicBezTo>
                  <a:pt x="128" y="0"/>
                  <a:pt x="84" y="18"/>
                  <a:pt x="51" y="51"/>
                </a:cubicBezTo>
                <a:cubicBezTo>
                  <a:pt x="18" y="84"/>
                  <a:pt x="0" y="128"/>
                  <a:pt x="0" y="174"/>
                </a:cubicBezTo>
                <a:cubicBezTo>
                  <a:pt x="0" y="222"/>
                  <a:pt x="18" y="266"/>
                  <a:pt x="51" y="299"/>
                </a:cubicBezTo>
                <a:cubicBezTo>
                  <a:pt x="84" y="331"/>
                  <a:pt x="128" y="350"/>
                  <a:pt x="174" y="3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2797920" y="858960"/>
            <a:ext cx="143280" cy="142920"/>
          </a:xfrm>
          <a:custGeom>
            <a:avLst/>
            <a:gdLst/>
            <a:ahLst/>
            <a:rect l="0" t="0" r="r" b="b"/>
            <a:pathLst>
              <a:path w="398" h="397">
                <a:moveTo>
                  <a:pt x="198" y="397"/>
                </a:moveTo>
                <a:cubicBezTo>
                  <a:pt x="251" y="397"/>
                  <a:pt x="301" y="377"/>
                  <a:pt x="338" y="339"/>
                </a:cubicBezTo>
                <a:cubicBezTo>
                  <a:pt x="377" y="302"/>
                  <a:pt x="398" y="252"/>
                  <a:pt x="398" y="199"/>
                </a:cubicBezTo>
                <a:cubicBezTo>
                  <a:pt x="398" y="146"/>
                  <a:pt x="377" y="95"/>
                  <a:pt x="338" y="58"/>
                </a:cubicBezTo>
                <a:cubicBezTo>
                  <a:pt x="301" y="21"/>
                  <a:pt x="251" y="0"/>
                  <a:pt x="198" y="0"/>
                </a:cubicBezTo>
                <a:cubicBezTo>
                  <a:pt x="146" y="0"/>
                  <a:pt x="95" y="21"/>
                  <a:pt x="58" y="58"/>
                </a:cubicBezTo>
                <a:cubicBezTo>
                  <a:pt x="21" y="95"/>
                  <a:pt x="0" y="146"/>
                  <a:pt x="0" y="199"/>
                </a:cubicBezTo>
                <a:cubicBezTo>
                  <a:pt x="0" y="252"/>
                  <a:pt x="21" y="302"/>
                  <a:pt x="58" y="339"/>
                </a:cubicBezTo>
                <a:cubicBezTo>
                  <a:pt x="95" y="377"/>
                  <a:pt x="146" y="397"/>
                  <a:pt x="198" y="397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3" name=""/>
          <p:cNvSpPr/>
          <p:nvPr/>
        </p:nvSpPr>
        <p:spPr>
          <a:xfrm>
            <a:off x="2952360" y="815040"/>
            <a:ext cx="137880" cy="137880"/>
          </a:xfrm>
          <a:custGeom>
            <a:avLst/>
            <a:gdLst/>
            <a:ahLst/>
            <a:rect l="0" t="0" r="r" b="b"/>
            <a:pathLst>
              <a:path w="383" h="383">
                <a:moveTo>
                  <a:pt x="192" y="383"/>
                </a:moveTo>
                <a:cubicBezTo>
                  <a:pt x="243" y="383"/>
                  <a:pt x="291" y="363"/>
                  <a:pt x="327" y="327"/>
                </a:cubicBezTo>
                <a:cubicBezTo>
                  <a:pt x="363" y="291"/>
                  <a:pt x="383" y="242"/>
                  <a:pt x="383" y="191"/>
                </a:cubicBezTo>
                <a:cubicBezTo>
                  <a:pt x="383" y="140"/>
                  <a:pt x="363" y="91"/>
                  <a:pt x="327" y="56"/>
                </a:cubicBezTo>
                <a:cubicBezTo>
                  <a:pt x="291" y="20"/>
                  <a:pt x="243" y="0"/>
                  <a:pt x="192" y="0"/>
                </a:cubicBezTo>
                <a:cubicBezTo>
                  <a:pt x="141" y="0"/>
                  <a:pt x="93" y="20"/>
                  <a:pt x="57" y="56"/>
                </a:cubicBezTo>
                <a:cubicBezTo>
                  <a:pt x="21" y="91"/>
                  <a:pt x="0" y="140"/>
                  <a:pt x="0" y="191"/>
                </a:cubicBezTo>
                <a:cubicBezTo>
                  <a:pt x="0" y="242"/>
                  <a:pt x="21" y="291"/>
                  <a:pt x="57" y="327"/>
                </a:cubicBezTo>
                <a:cubicBezTo>
                  <a:pt x="93" y="363"/>
                  <a:pt x="141" y="383"/>
                  <a:pt x="192" y="383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2634120" y="74268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6" y="387"/>
                  <a:pt x="295" y="367"/>
                  <a:pt x="331" y="330"/>
                </a:cubicBezTo>
                <a:cubicBezTo>
                  <a:pt x="367" y="294"/>
                  <a:pt x="387" y="245"/>
                  <a:pt x="387" y="194"/>
                </a:cubicBezTo>
                <a:cubicBezTo>
                  <a:pt x="387" y="143"/>
                  <a:pt x="367" y="94"/>
                  <a:pt x="331" y="58"/>
                </a:cubicBezTo>
                <a:cubicBezTo>
                  <a:pt x="295" y="20"/>
                  <a:pt x="246" y="0"/>
                  <a:pt x="194" y="0"/>
                </a:cubicBezTo>
                <a:cubicBezTo>
                  <a:pt x="142" y="0"/>
                  <a:pt x="93" y="20"/>
                  <a:pt x="57" y="58"/>
                </a:cubicBezTo>
                <a:cubicBezTo>
                  <a:pt x="21" y="94"/>
                  <a:pt x="0" y="143"/>
                  <a:pt x="0" y="194"/>
                </a:cubicBezTo>
                <a:cubicBezTo>
                  <a:pt x="0" y="245"/>
                  <a:pt x="21" y="294"/>
                  <a:pt x="57" y="330"/>
                </a:cubicBezTo>
                <a:cubicBezTo>
                  <a:pt x="93" y="367"/>
                  <a:pt x="142" y="387"/>
                  <a:pt x="194" y="387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2196360" y="862560"/>
            <a:ext cx="121680" cy="121320"/>
          </a:xfrm>
          <a:custGeom>
            <a:avLst/>
            <a:gdLst/>
            <a:ahLst/>
            <a:rect l="0" t="0" r="r" b="b"/>
            <a:pathLst>
              <a:path w="338" h="337">
                <a:moveTo>
                  <a:pt x="169" y="337"/>
                </a:moveTo>
                <a:cubicBezTo>
                  <a:pt x="214" y="337"/>
                  <a:pt x="257" y="319"/>
                  <a:pt x="288" y="288"/>
                </a:cubicBezTo>
                <a:cubicBezTo>
                  <a:pt x="320" y="256"/>
                  <a:pt x="338" y="213"/>
                  <a:pt x="338" y="169"/>
                </a:cubicBezTo>
                <a:cubicBezTo>
                  <a:pt x="338" y="123"/>
                  <a:pt x="320" y="80"/>
                  <a:pt x="288" y="49"/>
                </a:cubicBezTo>
                <a:cubicBezTo>
                  <a:pt x="257" y="17"/>
                  <a:pt x="214" y="0"/>
                  <a:pt x="169" y="0"/>
                </a:cubicBezTo>
                <a:cubicBezTo>
                  <a:pt x="125" y="0"/>
                  <a:pt x="81" y="17"/>
                  <a:pt x="49" y="49"/>
                </a:cubicBezTo>
                <a:cubicBezTo>
                  <a:pt x="18" y="80"/>
                  <a:pt x="0" y="123"/>
                  <a:pt x="0" y="169"/>
                </a:cubicBezTo>
                <a:cubicBezTo>
                  <a:pt x="0" y="213"/>
                  <a:pt x="18" y="256"/>
                  <a:pt x="49" y="288"/>
                </a:cubicBezTo>
                <a:cubicBezTo>
                  <a:pt x="81" y="319"/>
                  <a:pt x="125" y="337"/>
                  <a:pt x="169" y="337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2527920" y="691920"/>
            <a:ext cx="135360" cy="135360"/>
          </a:xfrm>
          <a:custGeom>
            <a:avLst/>
            <a:gdLst/>
            <a:ahLst/>
            <a:rect l="0" t="0" r="r" b="b"/>
            <a:pathLst>
              <a:path w="376" h="376">
                <a:moveTo>
                  <a:pt x="187" y="376"/>
                </a:moveTo>
                <a:cubicBezTo>
                  <a:pt x="237" y="376"/>
                  <a:pt x="285" y="356"/>
                  <a:pt x="321" y="321"/>
                </a:cubicBezTo>
                <a:cubicBezTo>
                  <a:pt x="356" y="286"/>
                  <a:pt x="376" y="238"/>
                  <a:pt x="376" y="188"/>
                </a:cubicBezTo>
                <a:cubicBezTo>
                  <a:pt x="376" y="138"/>
                  <a:pt x="356" y="90"/>
                  <a:pt x="321" y="55"/>
                </a:cubicBezTo>
                <a:cubicBezTo>
                  <a:pt x="285" y="20"/>
                  <a:pt x="237" y="0"/>
                  <a:pt x="187" y="0"/>
                </a:cubicBezTo>
                <a:cubicBezTo>
                  <a:pt x="138" y="0"/>
                  <a:pt x="90" y="20"/>
                  <a:pt x="55" y="55"/>
                </a:cubicBezTo>
                <a:cubicBezTo>
                  <a:pt x="20" y="90"/>
                  <a:pt x="0" y="138"/>
                  <a:pt x="0" y="188"/>
                </a:cubicBezTo>
                <a:cubicBezTo>
                  <a:pt x="0" y="238"/>
                  <a:pt x="20" y="286"/>
                  <a:pt x="55" y="321"/>
                </a:cubicBezTo>
                <a:cubicBezTo>
                  <a:pt x="90" y="356"/>
                  <a:pt x="138" y="376"/>
                  <a:pt x="187" y="376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2431440" y="1605600"/>
            <a:ext cx="154800" cy="155160"/>
          </a:xfrm>
          <a:custGeom>
            <a:avLst/>
            <a:gdLst/>
            <a:ahLst/>
            <a:rect l="0" t="0" r="r" b="b"/>
            <a:pathLst>
              <a:path w="430" h="431">
                <a:moveTo>
                  <a:pt x="215" y="431"/>
                </a:moveTo>
                <a:cubicBezTo>
                  <a:pt x="272" y="431"/>
                  <a:pt x="327" y="408"/>
                  <a:pt x="367" y="368"/>
                </a:cubicBezTo>
                <a:cubicBezTo>
                  <a:pt x="408" y="328"/>
                  <a:pt x="430" y="273"/>
                  <a:pt x="430" y="216"/>
                </a:cubicBezTo>
                <a:cubicBezTo>
                  <a:pt x="430" y="159"/>
                  <a:pt x="408" y="105"/>
                  <a:pt x="367" y="64"/>
                </a:cubicBezTo>
                <a:cubicBezTo>
                  <a:pt x="327" y="23"/>
                  <a:pt x="272" y="0"/>
                  <a:pt x="215" y="0"/>
                </a:cubicBezTo>
                <a:cubicBezTo>
                  <a:pt x="158" y="0"/>
                  <a:pt x="103" y="23"/>
                  <a:pt x="63" y="64"/>
                </a:cubicBezTo>
                <a:cubicBezTo>
                  <a:pt x="23" y="105"/>
                  <a:pt x="0" y="159"/>
                  <a:pt x="0" y="216"/>
                </a:cubicBezTo>
                <a:cubicBezTo>
                  <a:pt x="0" y="273"/>
                  <a:pt x="23" y="328"/>
                  <a:pt x="63" y="368"/>
                </a:cubicBezTo>
                <a:cubicBezTo>
                  <a:pt x="103" y="408"/>
                  <a:pt x="158" y="431"/>
                  <a:pt x="215" y="43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1941840" y="1591560"/>
            <a:ext cx="126360" cy="125640"/>
          </a:xfrm>
          <a:custGeom>
            <a:avLst/>
            <a:gdLst/>
            <a:ahLst/>
            <a:rect l="0" t="0" r="r" b="b"/>
            <a:pathLst>
              <a:path w="351" h="349">
                <a:moveTo>
                  <a:pt x="175" y="349"/>
                </a:moveTo>
                <a:cubicBezTo>
                  <a:pt x="222" y="349"/>
                  <a:pt x="266" y="331"/>
                  <a:pt x="299" y="298"/>
                </a:cubicBezTo>
                <a:cubicBezTo>
                  <a:pt x="331" y="264"/>
                  <a:pt x="351" y="220"/>
                  <a:pt x="351" y="174"/>
                </a:cubicBezTo>
                <a:cubicBezTo>
                  <a:pt x="351" y="128"/>
                  <a:pt x="331" y="83"/>
                  <a:pt x="299" y="51"/>
                </a:cubicBezTo>
                <a:cubicBezTo>
                  <a:pt x="266" y="18"/>
                  <a:pt x="222" y="0"/>
                  <a:pt x="175" y="0"/>
                </a:cubicBezTo>
                <a:cubicBezTo>
                  <a:pt x="129" y="0"/>
                  <a:pt x="85" y="18"/>
                  <a:pt x="52" y="51"/>
                </a:cubicBezTo>
                <a:cubicBezTo>
                  <a:pt x="19" y="83"/>
                  <a:pt x="0" y="128"/>
                  <a:pt x="0" y="174"/>
                </a:cubicBezTo>
                <a:cubicBezTo>
                  <a:pt x="0" y="220"/>
                  <a:pt x="19" y="264"/>
                  <a:pt x="52" y="298"/>
                </a:cubicBezTo>
                <a:cubicBezTo>
                  <a:pt x="85" y="331"/>
                  <a:pt x="129" y="349"/>
                  <a:pt x="175" y="34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2815560" y="1589400"/>
            <a:ext cx="143280" cy="142920"/>
          </a:xfrm>
          <a:custGeom>
            <a:avLst/>
            <a:gdLst/>
            <a:ahLst/>
            <a:rect l="0" t="0" r="r" b="b"/>
            <a:pathLst>
              <a:path w="398" h="397">
                <a:moveTo>
                  <a:pt x="199" y="397"/>
                </a:moveTo>
                <a:cubicBezTo>
                  <a:pt x="251" y="397"/>
                  <a:pt x="303" y="377"/>
                  <a:pt x="340" y="339"/>
                </a:cubicBezTo>
                <a:cubicBezTo>
                  <a:pt x="377" y="302"/>
                  <a:pt x="398" y="252"/>
                  <a:pt x="398" y="199"/>
                </a:cubicBezTo>
                <a:cubicBezTo>
                  <a:pt x="398" y="147"/>
                  <a:pt x="377" y="95"/>
                  <a:pt x="340" y="58"/>
                </a:cubicBezTo>
                <a:cubicBezTo>
                  <a:pt x="303" y="21"/>
                  <a:pt x="251" y="0"/>
                  <a:pt x="199" y="0"/>
                </a:cubicBezTo>
                <a:cubicBezTo>
                  <a:pt x="146" y="0"/>
                  <a:pt x="96" y="21"/>
                  <a:pt x="58" y="58"/>
                </a:cubicBezTo>
                <a:cubicBezTo>
                  <a:pt x="21" y="95"/>
                  <a:pt x="0" y="147"/>
                  <a:pt x="0" y="199"/>
                </a:cubicBezTo>
                <a:cubicBezTo>
                  <a:pt x="0" y="252"/>
                  <a:pt x="21" y="302"/>
                  <a:pt x="58" y="339"/>
                </a:cubicBezTo>
                <a:cubicBezTo>
                  <a:pt x="96" y="377"/>
                  <a:pt x="146" y="397"/>
                  <a:pt x="199" y="397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2878200" y="1598400"/>
            <a:ext cx="137880" cy="137880"/>
          </a:xfrm>
          <a:custGeom>
            <a:avLst/>
            <a:gdLst/>
            <a:ahLst/>
            <a:rect l="0" t="0" r="r" b="b"/>
            <a:pathLst>
              <a:path w="383" h="383">
                <a:moveTo>
                  <a:pt x="191" y="383"/>
                </a:moveTo>
                <a:cubicBezTo>
                  <a:pt x="243" y="383"/>
                  <a:pt x="291" y="363"/>
                  <a:pt x="327" y="326"/>
                </a:cubicBezTo>
                <a:cubicBezTo>
                  <a:pt x="363" y="290"/>
                  <a:pt x="383" y="241"/>
                  <a:pt x="383" y="191"/>
                </a:cubicBezTo>
                <a:cubicBezTo>
                  <a:pt x="383" y="140"/>
                  <a:pt x="363" y="91"/>
                  <a:pt x="327" y="56"/>
                </a:cubicBezTo>
                <a:cubicBezTo>
                  <a:pt x="291" y="20"/>
                  <a:pt x="243" y="0"/>
                  <a:pt x="191" y="0"/>
                </a:cubicBezTo>
                <a:cubicBezTo>
                  <a:pt x="140" y="0"/>
                  <a:pt x="92" y="20"/>
                  <a:pt x="56" y="56"/>
                </a:cubicBezTo>
                <a:cubicBezTo>
                  <a:pt x="20" y="91"/>
                  <a:pt x="0" y="140"/>
                  <a:pt x="0" y="191"/>
                </a:cubicBezTo>
                <a:cubicBezTo>
                  <a:pt x="0" y="241"/>
                  <a:pt x="20" y="290"/>
                  <a:pt x="56" y="326"/>
                </a:cubicBezTo>
                <a:cubicBezTo>
                  <a:pt x="92" y="363"/>
                  <a:pt x="140" y="383"/>
                  <a:pt x="191" y="383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2619720" y="1532520"/>
            <a:ext cx="139320" cy="138960"/>
          </a:xfrm>
          <a:custGeom>
            <a:avLst/>
            <a:gdLst/>
            <a:ahLst/>
            <a:rect l="0" t="0" r="r" b="b"/>
            <a:pathLst>
              <a:path w="387" h="386">
                <a:moveTo>
                  <a:pt x="193" y="386"/>
                </a:moveTo>
                <a:cubicBezTo>
                  <a:pt x="245" y="386"/>
                  <a:pt x="294" y="366"/>
                  <a:pt x="330" y="330"/>
                </a:cubicBezTo>
                <a:cubicBezTo>
                  <a:pt x="366" y="294"/>
                  <a:pt x="387" y="245"/>
                  <a:pt x="387" y="193"/>
                </a:cubicBezTo>
                <a:cubicBezTo>
                  <a:pt x="387" y="141"/>
                  <a:pt x="366" y="92"/>
                  <a:pt x="330" y="56"/>
                </a:cubicBezTo>
                <a:cubicBezTo>
                  <a:pt x="294" y="20"/>
                  <a:pt x="245" y="0"/>
                  <a:pt x="193" y="0"/>
                </a:cubicBezTo>
                <a:cubicBezTo>
                  <a:pt x="142" y="0"/>
                  <a:pt x="93" y="20"/>
                  <a:pt x="56" y="56"/>
                </a:cubicBezTo>
                <a:cubicBezTo>
                  <a:pt x="20" y="92"/>
                  <a:pt x="0" y="141"/>
                  <a:pt x="0" y="193"/>
                </a:cubicBezTo>
                <a:cubicBezTo>
                  <a:pt x="0" y="245"/>
                  <a:pt x="20" y="294"/>
                  <a:pt x="56" y="330"/>
                </a:cubicBezTo>
                <a:cubicBezTo>
                  <a:pt x="93" y="366"/>
                  <a:pt x="142" y="386"/>
                  <a:pt x="193" y="386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2133000" y="1518840"/>
            <a:ext cx="121680" cy="121320"/>
          </a:xfrm>
          <a:custGeom>
            <a:avLst/>
            <a:gdLst/>
            <a:ahLst/>
            <a:rect l="0" t="0" r="r" b="b"/>
            <a:pathLst>
              <a:path w="338" h="337">
                <a:moveTo>
                  <a:pt x="168" y="337"/>
                </a:moveTo>
                <a:cubicBezTo>
                  <a:pt x="213" y="337"/>
                  <a:pt x="256" y="320"/>
                  <a:pt x="287" y="287"/>
                </a:cubicBezTo>
                <a:cubicBezTo>
                  <a:pt x="320" y="256"/>
                  <a:pt x="338" y="213"/>
                  <a:pt x="338" y="168"/>
                </a:cubicBezTo>
                <a:cubicBezTo>
                  <a:pt x="338" y="124"/>
                  <a:pt x="320" y="81"/>
                  <a:pt x="287" y="49"/>
                </a:cubicBezTo>
                <a:cubicBezTo>
                  <a:pt x="256" y="18"/>
                  <a:pt x="213" y="0"/>
                  <a:pt x="168" y="0"/>
                </a:cubicBezTo>
                <a:cubicBezTo>
                  <a:pt x="124" y="0"/>
                  <a:pt x="81" y="18"/>
                  <a:pt x="49" y="49"/>
                </a:cubicBezTo>
                <a:cubicBezTo>
                  <a:pt x="18" y="81"/>
                  <a:pt x="0" y="124"/>
                  <a:pt x="0" y="168"/>
                </a:cubicBezTo>
                <a:cubicBezTo>
                  <a:pt x="0" y="213"/>
                  <a:pt x="18" y="256"/>
                  <a:pt x="49" y="287"/>
                </a:cubicBezTo>
                <a:cubicBezTo>
                  <a:pt x="81" y="320"/>
                  <a:pt x="124" y="337"/>
                  <a:pt x="168" y="337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2603160" y="1675800"/>
            <a:ext cx="135360" cy="135360"/>
          </a:xfrm>
          <a:custGeom>
            <a:avLst/>
            <a:gdLst/>
            <a:ahLst/>
            <a:rect l="0" t="0" r="r" b="b"/>
            <a:pathLst>
              <a:path w="376" h="376">
                <a:moveTo>
                  <a:pt x="188" y="376"/>
                </a:moveTo>
                <a:cubicBezTo>
                  <a:pt x="238" y="376"/>
                  <a:pt x="286" y="357"/>
                  <a:pt x="321" y="321"/>
                </a:cubicBezTo>
                <a:cubicBezTo>
                  <a:pt x="356" y="286"/>
                  <a:pt x="376" y="239"/>
                  <a:pt x="376" y="189"/>
                </a:cubicBezTo>
                <a:cubicBezTo>
                  <a:pt x="376" y="139"/>
                  <a:pt x="356" y="91"/>
                  <a:pt x="321" y="56"/>
                </a:cubicBezTo>
                <a:cubicBezTo>
                  <a:pt x="286" y="20"/>
                  <a:pt x="238" y="0"/>
                  <a:pt x="188" y="0"/>
                </a:cubicBezTo>
                <a:cubicBezTo>
                  <a:pt x="139" y="0"/>
                  <a:pt x="91" y="20"/>
                  <a:pt x="55" y="56"/>
                </a:cubicBezTo>
                <a:cubicBezTo>
                  <a:pt x="20" y="91"/>
                  <a:pt x="0" y="139"/>
                  <a:pt x="0" y="189"/>
                </a:cubicBezTo>
                <a:cubicBezTo>
                  <a:pt x="0" y="239"/>
                  <a:pt x="20" y="286"/>
                  <a:pt x="55" y="321"/>
                </a:cubicBezTo>
                <a:cubicBezTo>
                  <a:pt x="91" y="357"/>
                  <a:pt x="139" y="376"/>
                  <a:pt x="188" y="376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2404440" y="2315160"/>
            <a:ext cx="154800" cy="154800"/>
          </a:xfrm>
          <a:custGeom>
            <a:avLst/>
            <a:gdLst/>
            <a:ahLst/>
            <a:rect l="0" t="0" r="r" b="b"/>
            <a:pathLst>
              <a:path w="430" h="430">
                <a:moveTo>
                  <a:pt x="214" y="430"/>
                </a:moveTo>
                <a:cubicBezTo>
                  <a:pt x="271" y="430"/>
                  <a:pt x="326" y="407"/>
                  <a:pt x="366" y="367"/>
                </a:cubicBezTo>
                <a:cubicBezTo>
                  <a:pt x="407" y="327"/>
                  <a:pt x="430" y="272"/>
                  <a:pt x="430" y="214"/>
                </a:cubicBezTo>
                <a:cubicBezTo>
                  <a:pt x="430" y="157"/>
                  <a:pt x="407" y="103"/>
                  <a:pt x="366" y="62"/>
                </a:cubicBezTo>
                <a:cubicBezTo>
                  <a:pt x="326" y="22"/>
                  <a:pt x="271" y="0"/>
                  <a:pt x="214" y="0"/>
                </a:cubicBezTo>
                <a:cubicBezTo>
                  <a:pt x="157" y="0"/>
                  <a:pt x="103" y="22"/>
                  <a:pt x="62" y="62"/>
                </a:cubicBezTo>
                <a:cubicBezTo>
                  <a:pt x="22" y="103"/>
                  <a:pt x="0" y="157"/>
                  <a:pt x="0" y="214"/>
                </a:cubicBezTo>
                <a:cubicBezTo>
                  <a:pt x="0" y="272"/>
                  <a:pt x="22" y="327"/>
                  <a:pt x="62" y="367"/>
                </a:cubicBezTo>
                <a:cubicBezTo>
                  <a:pt x="103" y="407"/>
                  <a:pt x="157" y="430"/>
                  <a:pt x="214" y="43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2008800" y="2382840"/>
            <a:ext cx="125640" cy="126000"/>
          </a:xfrm>
          <a:custGeom>
            <a:avLst/>
            <a:gdLst/>
            <a:ahLst/>
            <a:rect l="0" t="0" r="r" b="b"/>
            <a:pathLst>
              <a:path w="349" h="350">
                <a:moveTo>
                  <a:pt x="175" y="350"/>
                </a:moveTo>
                <a:cubicBezTo>
                  <a:pt x="221" y="350"/>
                  <a:pt x="266" y="332"/>
                  <a:pt x="298" y="299"/>
                </a:cubicBezTo>
                <a:cubicBezTo>
                  <a:pt x="331" y="266"/>
                  <a:pt x="349" y="222"/>
                  <a:pt x="349" y="176"/>
                </a:cubicBezTo>
                <a:cubicBezTo>
                  <a:pt x="349" y="129"/>
                  <a:pt x="331" y="84"/>
                  <a:pt x="298" y="52"/>
                </a:cubicBezTo>
                <a:cubicBezTo>
                  <a:pt x="266" y="19"/>
                  <a:pt x="221" y="0"/>
                  <a:pt x="175" y="0"/>
                </a:cubicBezTo>
                <a:cubicBezTo>
                  <a:pt x="128" y="0"/>
                  <a:pt x="84" y="19"/>
                  <a:pt x="51" y="52"/>
                </a:cubicBezTo>
                <a:cubicBezTo>
                  <a:pt x="18" y="84"/>
                  <a:pt x="0" y="129"/>
                  <a:pt x="0" y="176"/>
                </a:cubicBezTo>
                <a:cubicBezTo>
                  <a:pt x="0" y="222"/>
                  <a:pt x="18" y="266"/>
                  <a:pt x="51" y="299"/>
                </a:cubicBezTo>
                <a:cubicBezTo>
                  <a:pt x="84" y="332"/>
                  <a:pt x="128" y="350"/>
                  <a:pt x="175" y="3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2856960" y="2467080"/>
            <a:ext cx="143280" cy="142920"/>
          </a:xfrm>
          <a:custGeom>
            <a:avLst/>
            <a:gdLst/>
            <a:ahLst/>
            <a:rect l="0" t="0" r="r" b="b"/>
            <a:pathLst>
              <a:path w="398" h="397">
                <a:moveTo>
                  <a:pt x="199" y="397"/>
                </a:moveTo>
                <a:cubicBezTo>
                  <a:pt x="252" y="397"/>
                  <a:pt x="302" y="376"/>
                  <a:pt x="339" y="339"/>
                </a:cubicBezTo>
                <a:cubicBezTo>
                  <a:pt x="377" y="302"/>
                  <a:pt x="398" y="252"/>
                  <a:pt x="398" y="199"/>
                </a:cubicBezTo>
                <a:cubicBezTo>
                  <a:pt x="398" y="147"/>
                  <a:pt x="377" y="96"/>
                  <a:pt x="339" y="58"/>
                </a:cubicBezTo>
                <a:cubicBezTo>
                  <a:pt x="302" y="21"/>
                  <a:pt x="252" y="0"/>
                  <a:pt x="199" y="0"/>
                </a:cubicBezTo>
                <a:cubicBezTo>
                  <a:pt x="146" y="0"/>
                  <a:pt x="95" y="21"/>
                  <a:pt x="58" y="58"/>
                </a:cubicBezTo>
                <a:cubicBezTo>
                  <a:pt x="21" y="96"/>
                  <a:pt x="0" y="147"/>
                  <a:pt x="0" y="199"/>
                </a:cubicBezTo>
                <a:cubicBezTo>
                  <a:pt x="0" y="252"/>
                  <a:pt x="21" y="302"/>
                  <a:pt x="58" y="339"/>
                </a:cubicBezTo>
                <a:cubicBezTo>
                  <a:pt x="95" y="376"/>
                  <a:pt x="146" y="397"/>
                  <a:pt x="199" y="397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2957760" y="2441160"/>
            <a:ext cx="137880" cy="137880"/>
          </a:xfrm>
          <a:custGeom>
            <a:avLst/>
            <a:gdLst/>
            <a:ahLst/>
            <a:rect l="0" t="0" r="r" b="b"/>
            <a:pathLst>
              <a:path w="383" h="383">
                <a:moveTo>
                  <a:pt x="191" y="383"/>
                </a:moveTo>
                <a:cubicBezTo>
                  <a:pt x="241" y="383"/>
                  <a:pt x="290" y="363"/>
                  <a:pt x="326" y="327"/>
                </a:cubicBezTo>
                <a:cubicBezTo>
                  <a:pt x="362" y="291"/>
                  <a:pt x="383" y="241"/>
                  <a:pt x="383" y="191"/>
                </a:cubicBezTo>
                <a:cubicBezTo>
                  <a:pt x="383" y="140"/>
                  <a:pt x="362" y="91"/>
                  <a:pt x="326" y="56"/>
                </a:cubicBezTo>
                <a:cubicBezTo>
                  <a:pt x="290" y="20"/>
                  <a:pt x="241" y="0"/>
                  <a:pt x="191" y="0"/>
                </a:cubicBezTo>
                <a:cubicBezTo>
                  <a:pt x="140" y="0"/>
                  <a:pt x="91" y="20"/>
                  <a:pt x="55" y="56"/>
                </a:cubicBezTo>
                <a:cubicBezTo>
                  <a:pt x="20" y="91"/>
                  <a:pt x="0" y="140"/>
                  <a:pt x="0" y="191"/>
                </a:cubicBezTo>
                <a:cubicBezTo>
                  <a:pt x="0" y="241"/>
                  <a:pt x="20" y="291"/>
                  <a:pt x="55" y="327"/>
                </a:cubicBezTo>
                <a:cubicBezTo>
                  <a:pt x="91" y="363"/>
                  <a:pt x="140" y="383"/>
                  <a:pt x="191" y="383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2575800" y="232596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3" y="387"/>
                </a:moveTo>
                <a:cubicBezTo>
                  <a:pt x="244" y="387"/>
                  <a:pt x="293" y="367"/>
                  <a:pt x="329" y="331"/>
                </a:cubicBezTo>
                <a:cubicBezTo>
                  <a:pt x="366" y="295"/>
                  <a:pt x="387" y="244"/>
                  <a:pt x="387" y="193"/>
                </a:cubicBezTo>
                <a:cubicBezTo>
                  <a:pt x="387" y="142"/>
                  <a:pt x="366" y="93"/>
                  <a:pt x="329" y="57"/>
                </a:cubicBezTo>
                <a:cubicBezTo>
                  <a:pt x="293" y="21"/>
                  <a:pt x="244" y="0"/>
                  <a:pt x="193" y="0"/>
                </a:cubicBezTo>
                <a:cubicBezTo>
                  <a:pt x="142" y="0"/>
                  <a:pt x="92" y="21"/>
                  <a:pt x="56" y="57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4"/>
                  <a:pt x="20" y="295"/>
                  <a:pt x="56" y="331"/>
                </a:cubicBezTo>
                <a:cubicBezTo>
                  <a:pt x="92" y="367"/>
                  <a:pt x="142" y="387"/>
                  <a:pt x="193" y="387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2132280" y="2497680"/>
            <a:ext cx="121680" cy="121680"/>
          </a:xfrm>
          <a:custGeom>
            <a:avLst/>
            <a:gdLst/>
            <a:ahLst/>
            <a:rect l="0" t="0" r="r" b="b"/>
            <a:pathLst>
              <a:path w="338" h="338">
                <a:moveTo>
                  <a:pt x="168" y="338"/>
                </a:moveTo>
                <a:cubicBezTo>
                  <a:pt x="213" y="338"/>
                  <a:pt x="256" y="320"/>
                  <a:pt x="287" y="288"/>
                </a:cubicBezTo>
                <a:cubicBezTo>
                  <a:pt x="320" y="256"/>
                  <a:pt x="338" y="213"/>
                  <a:pt x="338" y="168"/>
                </a:cubicBezTo>
                <a:cubicBezTo>
                  <a:pt x="338" y="124"/>
                  <a:pt x="320" y="81"/>
                  <a:pt x="287" y="49"/>
                </a:cubicBezTo>
                <a:cubicBezTo>
                  <a:pt x="256" y="18"/>
                  <a:pt x="213" y="0"/>
                  <a:pt x="168" y="0"/>
                </a:cubicBezTo>
                <a:cubicBezTo>
                  <a:pt x="124" y="0"/>
                  <a:pt x="81" y="18"/>
                  <a:pt x="49" y="49"/>
                </a:cubicBezTo>
                <a:cubicBezTo>
                  <a:pt x="18" y="81"/>
                  <a:pt x="0" y="124"/>
                  <a:pt x="0" y="168"/>
                </a:cubicBezTo>
                <a:cubicBezTo>
                  <a:pt x="0" y="213"/>
                  <a:pt x="18" y="256"/>
                  <a:pt x="49" y="288"/>
                </a:cubicBezTo>
                <a:cubicBezTo>
                  <a:pt x="81" y="320"/>
                  <a:pt x="124" y="338"/>
                  <a:pt x="168" y="33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2492280" y="2382120"/>
            <a:ext cx="135360" cy="135360"/>
          </a:xfrm>
          <a:custGeom>
            <a:avLst/>
            <a:gdLst/>
            <a:ahLst/>
            <a:rect l="0" t="0" r="r" b="b"/>
            <a:pathLst>
              <a:path w="376" h="376">
                <a:moveTo>
                  <a:pt x="189" y="376"/>
                </a:moveTo>
                <a:cubicBezTo>
                  <a:pt x="238" y="376"/>
                  <a:pt x="286" y="356"/>
                  <a:pt x="321" y="320"/>
                </a:cubicBezTo>
                <a:cubicBezTo>
                  <a:pt x="356" y="285"/>
                  <a:pt x="376" y="237"/>
                  <a:pt x="376" y="188"/>
                </a:cubicBezTo>
                <a:cubicBezTo>
                  <a:pt x="376" y="138"/>
                  <a:pt x="356" y="90"/>
                  <a:pt x="321" y="55"/>
                </a:cubicBezTo>
                <a:cubicBezTo>
                  <a:pt x="286" y="20"/>
                  <a:pt x="238" y="0"/>
                  <a:pt x="189" y="0"/>
                </a:cubicBezTo>
                <a:cubicBezTo>
                  <a:pt x="139" y="0"/>
                  <a:pt x="91" y="20"/>
                  <a:pt x="56" y="55"/>
                </a:cubicBezTo>
                <a:cubicBezTo>
                  <a:pt x="21" y="90"/>
                  <a:pt x="0" y="138"/>
                  <a:pt x="0" y="188"/>
                </a:cubicBezTo>
                <a:cubicBezTo>
                  <a:pt x="0" y="237"/>
                  <a:pt x="21" y="285"/>
                  <a:pt x="56" y="320"/>
                </a:cubicBezTo>
                <a:cubicBezTo>
                  <a:pt x="91" y="356"/>
                  <a:pt x="139" y="376"/>
                  <a:pt x="189" y="376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2939760" y="3121920"/>
            <a:ext cx="155160" cy="155160"/>
          </a:xfrm>
          <a:custGeom>
            <a:avLst/>
            <a:gdLst/>
            <a:ahLst/>
            <a:rect l="0" t="0" r="r" b="b"/>
            <a:pathLst>
              <a:path w="431" h="431">
                <a:moveTo>
                  <a:pt x="216" y="431"/>
                </a:moveTo>
                <a:cubicBezTo>
                  <a:pt x="273" y="431"/>
                  <a:pt x="328" y="408"/>
                  <a:pt x="368" y="368"/>
                </a:cubicBezTo>
                <a:cubicBezTo>
                  <a:pt x="408" y="327"/>
                  <a:pt x="431" y="273"/>
                  <a:pt x="431" y="216"/>
                </a:cubicBezTo>
                <a:cubicBezTo>
                  <a:pt x="431" y="159"/>
                  <a:pt x="408" y="103"/>
                  <a:pt x="368" y="63"/>
                </a:cubicBezTo>
                <a:cubicBezTo>
                  <a:pt x="328" y="23"/>
                  <a:pt x="273" y="0"/>
                  <a:pt x="216" y="0"/>
                </a:cubicBezTo>
                <a:cubicBezTo>
                  <a:pt x="158" y="0"/>
                  <a:pt x="103" y="23"/>
                  <a:pt x="63" y="63"/>
                </a:cubicBezTo>
                <a:cubicBezTo>
                  <a:pt x="23" y="103"/>
                  <a:pt x="0" y="159"/>
                  <a:pt x="0" y="216"/>
                </a:cubicBezTo>
                <a:cubicBezTo>
                  <a:pt x="0" y="273"/>
                  <a:pt x="23" y="327"/>
                  <a:pt x="63" y="368"/>
                </a:cubicBezTo>
                <a:cubicBezTo>
                  <a:pt x="103" y="408"/>
                  <a:pt x="158" y="431"/>
                  <a:pt x="216" y="431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2579040" y="3160440"/>
            <a:ext cx="125640" cy="126000"/>
          </a:xfrm>
          <a:custGeom>
            <a:avLst/>
            <a:gdLst/>
            <a:ahLst/>
            <a:rect l="0" t="0" r="r" b="b"/>
            <a:pathLst>
              <a:path w="349" h="350">
                <a:moveTo>
                  <a:pt x="174" y="350"/>
                </a:moveTo>
                <a:cubicBezTo>
                  <a:pt x="220" y="350"/>
                  <a:pt x="265" y="331"/>
                  <a:pt x="297" y="299"/>
                </a:cubicBezTo>
                <a:cubicBezTo>
                  <a:pt x="331" y="266"/>
                  <a:pt x="349" y="222"/>
                  <a:pt x="349" y="175"/>
                </a:cubicBezTo>
                <a:cubicBezTo>
                  <a:pt x="349" y="129"/>
                  <a:pt x="331" y="84"/>
                  <a:pt x="297" y="51"/>
                </a:cubicBezTo>
                <a:cubicBezTo>
                  <a:pt x="265" y="18"/>
                  <a:pt x="220" y="0"/>
                  <a:pt x="174" y="0"/>
                </a:cubicBezTo>
                <a:cubicBezTo>
                  <a:pt x="128" y="0"/>
                  <a:pt x="83" y="18"/>
                  <a:pt x="51" y="51"/>
                </a:cubicBezTo>
                <a:cubicBezTo>
                  <a:pt x="18" y="84"/>
                  <a:pt x="0" y="129"/>
                  <a:pt x="0" y="175"/>
                </a:cubicBezTo>
                <a:cubicBezTo>
                  <a:pt x="0" y="222"/>
                  <a:pt x="18" y="266"/>
                  <a:pt x="51" y="299"/>
                </a:cubicBezTo>
                <a:cubicBezTo>
                  <a:pt x="83" y="331"/>
                  <a:pt x="128" y="350"/>
                  <a:pt x="174" y="350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2724840" y="3152520"/>
            <a:ext cx="143280" cy="142920"/>
          </a:xfrm>
          <a:custGeom>
            <a:avLst/>
            <a:gdLst/>
            <a:ahLst/>
            <a:rect l="0" t="0" r="r" b="b"/>
            <a:pathLst>
              <a:path w="398" h="397">
                <a:moveTo>
                  <a:pt x="200" y="397"/>
                </a:moveTo>
                <a:cubicBezTo>
                  <a:pt x="252" y="397"/>
                  <a:pt x="302" y="376"/>
                  <a:pt x="340" y="339"/>
                </a:cubicBezTo>
                <a:cubicBezTo>
                  <a:pt x="377" y="302"/>
                  <a:pt x="398" y="252"/>
                  <a:pt x="398" y="199"/>
                </a:cubicBezTo>
                <a:cubicBezTo>
                  <a:pt x="398" y="146"/>
                  <a:pt x="377" y="95"/>
                  <a:pt x="340" y="58"/>
                </a:cubicBezTo>
                <a:cubicBezTo>
                  <a:pt x="302" y="21"/>
                  <a:pt x="252" y="0"/>
                  <a:pt x="200" y="0"/>
                </a:cubicBezTo>
                <a:cubicBezTo>
                  <a:pt x="146" y="0"/>
                  <a:pt x="96" y="21"/>
                  <a:pt x="58" y="58"/>
                </a:cubicBezTo>
                <a:cubicBezTo>
                  <a:pt x="21" y="95"/>
                  <a:pt x="0" y="146"/>
                  <a:pt x="0" y="199"/>
                </a:cubicBezTo>
                <a:cubicBezTo>
                  <a:pt x="0" y="252"/>
                  <a:pt x="21" y="302"/>
                  <a:pt x="58" y="339"/>
                </a:cubicBezTo>
                <a:cubicBezTo>
                  <a:pt x="96" y="376"/>
                  <a:pt x="146" y="397"/>
                  <a:pt x="200" y="397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2611440" y="3213720"/>
            <a:ext cx="137880" cy="138240"/>
          </a:xfrm>
          <a:custGeom>
            <a:avLst/>
            <a:gdLst/>
            <a:ahLst/>
            <a:rect l="0" t="0" r="r" b="b"/>
            <a:pathLst>
              <a:path w="383" h="384">
                <a:moveTo>
                  <a:pt x="191" y="384"/>
                </a:moveTo>
                <a:cubicBezTo>
                  <a:pt x="243" y="384"/>
                  <a:pt x="291" y="363"/>
                  <a:pt x="327" y="328"/>
                </a:cubicBezTo>
                <a:cubicBezTo>
                  <a:pt x="363" y="292"/>
                  <a:pt x="383" y="243"/>
                  <a:pt x="383" y="192"/>
                </a:cubicBezTo>
                <a:cubicBezTo>
                  <a:pt x="383" y="142"/>
                  <a:pt x="363" y="93"/>
                  <a:pt x="327" y="57"/>
                </a:cubicBezTo>
                <a:cubicBezTo>
                  <a:pt x="291" y="20"/>
                  <a:pt x="243" y="0"/>
                  <a:pt x="191" y="0"/>
                </a:cubicBezTo>
                <a:cubicBezTo>
                  <a:pt x="140" y="0"/>
                  <a:pt x="92" y="20"/>
                  <a:pt x="56" y="57"/>
                </a:cubicBezTo>
                <a:cubicBezTo>
                  <a:pt x="20" y="93"/>
                  <a:pt x="0" y="142"/>
                  <a:pt x="0" y="192"/>
                </a:cubicBezTo>
                <a:cubicBezTo>
                  <a:pt x="0" y="243"/>
                  <a:pt x="20" y="292"/>
                  <a:pt x="56" y="328"/>
                </a:cubicBezTo>
                <a:cubicBezTo>
                  <a:pt x="92" y="363"/>
                  <a:pt x="140" y="384"/>
                  <a:pt x="191" y="384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2392560" y="328788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0" y="331"/>
                </a:cubicBezTo>
                <a:cubicBezTo>
                  <a:pt x="366" y="294"/>
                  <a:pt x="387" y="244"/>
                  <a:pt x="387" y="193"/>
                </a:cubicBezTo>
                <a:cubicBezTo>
                  <a:pt x="387" y="142"/>
                  <a:pt x="366" y="93"/>
                  <a:pt x="330" y="57"/>
                </a:cubicBezTo>
                <a:cubicBezTo>
                  <a:pt x="294" y="21"/>
                  <a:pt x="245" y="0"/>
                  <a:pt x="194" y="0"/>
                </a:cubicBezTo>
                <a:cubicBezTo>
                  <a:pt x="143" y="0"/>
                  <a:pt x="94" y="21"/>
                  <a:pt x="56" y="57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4"/>
                  <a:pt x="20" y="294"/>
                  <a:pt x="56" y="331"/>
                </a:cubicBezTo>
                <a:cubicBezTo>
                  <a:pt x="94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3141720" y="3263040"/>
            <a:ext cx="121680" cy="121680"/>
          </a:xfrm>
          <a:custGeom>
            <a:avLst/>
            <a:gdLst/>
            <a:ahLst/>
            <a:rect l="0" t="0" r="r" b="b"/>
            <a:pathLst>
              <a:path w="338" h="338">
                <a:moveTo>
                  <a:pt x="168" y="338"/>
                </a:moveTo>
                <a:cubicBezTo>
                  <a:pt x="214" y="338"/>
                  <a:pt x="257" y="320"/>
                  <a:pt x="288" y="288"/>
                </a:cubicBezTo>
                <a:cubicBezTo>
                  <a:pt x="320" y="257"/>
                  <a:pt x="338" y="214"/>
                  <a:pt x="338" y="168"/>
                </a:cubicBezTo>
                <a:cubicBezTo>
                  <a:pt x="338" y="124"/>
                  <a:pt x="320" y="81"/>
                  <a:pt x="288" y="49"/>
                </a:cubicBezTo>
                <a:cubicBezTo>
                  <a:pt x="257" y="18"/>
                  <a:pt x="214" y="0"/>
                  <a:pt x="168" y="0"/>
                </a:cubicBezTo>
                <a:cubicBezTo>
                  <a:pt x="124" y="0"/>
                  <a:pt x="81" y="18"/>
                  <a:pt x="49" y="49"/>
                </a:cubicBezTo>
                <a:cubicBezTo>
                  <a:pt x="18" y="81"/>
                  <a:pt x="0" y="124"/>
                  <a:pt x="0" y="168"/>
                </a:cubicBezTo>
                <a:cubicBezTo>
                  <a:pt x="0" y="214"/>
                  <a:pt x="18" y="257"/>
                  <a:pt x="49" y="288"/>
                </a:cubicBezTo>
                <a:cubicBezTo>
                  <a:pt x="81" y="320"/>
                  <a:pt x="124" y="338"/>
                  <a:pt x="168" y="33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2477160" y="3304800"/>
            <a:ext cx="135360" cy="135360"/>
          </a:xfrm>
          <a:custGeom>
            <a:avLst/>
            <a:gdLst/>
            <a:ahLst/>
            <a:rect l="0" t="0" r="r" b="b"/>
            <a:pathLst>
              <a:path w="376" h="376">
                <a:moveTo>
                  <a:pt x="188" y="376"/>
                </a:moveTo>
                <a:cubicBezTo>
                  <a:pt x="238" y="376"/>
                  <a:pt x="286" y="356"/>
                  <a:pt x="321" y="321"/>
                </a:cubicBezTo>
                <a:cubicBezTo>
                  <a:pt x="356" y="286"/>
                  <a:pt x="376" y="238"/>
                  <a:pt x="376" y="188"/>
                </a:cubicBezTo>
                <a:cubicBezTo>
                  <a:pt x="376" y="139"/>
                  <a:pt x="356" y="91"/>
                  <a:pt x="321" y="56"/>
                </a:cubicBezTo>
                <a:cubicBezTo>
                  <a:pt x="286" y="21"/>
                  <a:pt x="238" y="0"/>
                  <a:pt x="188" y="0"/>
                </a:cubicBezTo>
                <a:cubicBezTo>
                  <a:pt x="139" y="0"/>
                  <a:pt x="91" y="21"/>
                  <a:pt x="55" y="56"/>
                </a:cubicBezTo>
                <a:cubicBezTo>
                  <a:pt x="20" y="91"/>
                  <a:pt x="0" y="139"/>
                  <a:pt x="0" y="188"/>
                </a:cubicBezTo>
                <a:cubicBezTo>
                  <a:pt x="0" y="238"/>
                  <a:pt x="20" y="286"/>
                  <a:pt x="55" y="321"/>
                </a:cubicBezTo>
                <a:cubicBezTo>
                  <a:pt x="91" y="356"/>
                  <a:pt x="139" y="376"/>
                  <a:pt x="188" y="376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756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8" name=""/>
          <p:cNvSpPr txBox="1"/>
          <p:nvPr/>
        </p:nvSpPr>
        <p:spPr>
          <a:xfrm>
            <a:off x="906480" y="3213360"/>
            <a:ext cx="241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EMT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4755600" y="273600"/>
            <a:ext cx="2169000" cy="3380040"/>
          </a:xfrm>
          <a:custGeom>
            <a:avLst/>
            <a:gdLst/>
            <a:ahLst/>
            <a:rect l="0" t="0" r="r" b="b"/>
            <a:pathLst>
              <a:path w="6025" h="9389">
                <a:moveTo>
                  <a:pt x="0" y="9389"/>
                </a:moveTo>
                <a:lnTo>
                  <a:pt x="6025" y="9389"/>
                </a:lnTo>
                <a:lnTo>
                  <a:pt x="6025" y="0"/>
                </a:lnTo>
                <a:lnTo>
                  <a:pt x="0" y="0"/>
                </a:lnTo>
                <a:lnTo>
                  <a:pt x="0" y="93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0" name=""/>
          <p:cNvSpPr/>
          <p:nvPr/>
        </p:nvSpPr>
        <p:spPr>
          <a:xfrm>
            <a:off x="485424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>
            <a:off x="485424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>
            <a:off x="1229760" y="73800"/>
            <a:ext cx="18111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Cohort-level effect sizes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534708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>
            <a:off x="534708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>
            <a:off x="4715280" y="371700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583992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583992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>
            <a:off x="5208120" y="371700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633276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633276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>
            <a:off x="5749200" y="3717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6825600" y="3653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6825600" y="3653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>
            <a:off x="6242040" y="3717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6734880" y="37170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4717440" y="834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 flipH="1">
            <a:off x="4717440" y="834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/>
          <p:nvPr/>
        </p:nvSpPr>
        <p:spPr>
          <a:xfrm>
            <a:off x="4717440" y="1648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 flipH="1">
            <a:off x="4717440" y="1648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>
            <a:off x="4717440" y="2462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1" name=""/>
          <p:cNvSpPr/>
          <p:nvPr/>
        </p:nvSpPr>
        <p:spPr>
          <a:xfrm flipH="1">
            <a:off x="4717440" y="2462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/>
          <p:nvPr/>
        </p:nvSpPr>
        <p:spPr>
          <a:xfrm>
            <a:off x="4717440" y="3275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 flipH="1">
            <a:off x="4717440" y="3275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>
            <a:off x="5822640" y="610200"/>
            <a:ext cx="17640" cy="448200"/>
          </a:xfrm>
          <a:custGeom>
            <a:avLst/>
            <a:gdLst/>
            <a:ahLst/>
            <a:rect l="0" t="0" r="r" b="b"/>
            <a:pathLst>
              <a:path w="49" h="1245">
                <a:moveTo>
                  <a:pt x="49" y="0"/>
                </a:moveTo>
                <a:lnTo>
                  <a:pt x="0" y="0"/>
                </a:lnTo>
                <a:lnTo>
                  <a:pt x="0" y="1245"/>
                </a:lnTo>
                <a:lnTo>
                  <a:pt x="49" y="1245"/>
                </a:lnTo>
                <a:lnTo>
                  <a:pt x="49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008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5814360" y="1424160"/>
            <a:ext cx="25920" cy="448200"/>
          </a:xfrm>
          <a:custGeom>
            <a:avLst/>
            <a:gdLst/>
            <a:ahLst/>
            <a:rect l="0" t="0" r="r" b="b"/>
            <a:pathLst>
              <a:path w="72" h="1245">
                <a:moveTo>
                  <a:pt x="72" y="0"/>
                </a:moveTo>
                <a:lnTo>
                  <a:pt x="0" y="0"/>
                </a:lnTo>
                <a:lnTo>
                  <a:pt x="0" y="1245"/>
                </a:lnTo>
                <a:lnTo>
                  <a:pt x="72" y="1245"/>
                </a:lnTo>
                <a:lnTo>
                  <a:pt x="72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008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5816880" y="2238120"/>
            <a:ext cx="23400" cy="447840"/>
          </a:xfrm>
          <a:custGeom>
            <a:avLst/>
            <a:gdLst/>
            <a:ahLst/>
            <a:rect l="0" t="0" r="r" b="b"/>
            <a:pathLst>
              <a:path w="65" h="1244">
                <a:moveTo>
                  <a:pt x="65" y="0"/>
                </a:moveTo>
                <a:lnTo>
                  <a:pt x="0" y="0"/>
                </a:lnTo>
                <a:lnTo>
                  <a:pt x="0" y="1244"/>
                </a:lnTo>
                <a:lnTo>
                  <a:pt x="65" y="1244"/>
                </a:lnTo>
                <a:lnTo>
                  <a:pt x="65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008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5839920" y="3052080"/>
            <a:ext cx="120240" cy="447840"/>
          </a:xfrm>
          <a:custGeom>
            <a:avLst/>
            <a:gdLst/>
            <a:ahLst/>
            <a:rect l="0" t="0" r="r" b="b"/>
            <a:pathLst>
              <a:path w="334" h="1244">
                <a:moveTo>
                  <a:pt x="0" y="0"/>
                </a:moveTo>
                <a:lnTo>
                  <a:pt x="334" y="0"/>
                </a:lnTo>
                <a:lnTo>
                  <a:pt x="334" y="1244"/>
                </a:lnTo>
                <a:lnTo>
                  <a:pt x="0" y="124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1008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5583240" y="834120"/>
            <a:ext cx="478440" cy="0"/>
          </a:xfrm>
          <a:prstGeom prst="line">
            <a:avLst/>
          </a:prstGeom>
          <a:ln cap="sq" w="162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>
            <a:off x="5574960" y="1648080"/>
            <a:ext cx="478440" cy="0"/>
          </a:xfrm>
          <a:prstGeom prst="line">
            <a:avLst/>
          </a:prstGeom>
          <a:ln cap="sq" w="162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>
            <a:off x="5577480" y="2462040"/>
            <a:ext cx="478800" cy="0"/>
          </a:xfrm>
          <a:prstGeom prst="line">
            <a:avLst/>
          </a:prstGeom>
          <a:ln cap="sq" w="162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>
            <a:off x="5720400" y="3275640"/>
            <a:ext cx="478800" cy="0"/>
          </a:xfrm>
          <a:prstGeom prst="line">
            <a:avLst/>
          </a:prstGeom>
          <a:ln cap="sq" w="162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 flipV="1">
            <a:off x="5839920" y="273600"/>
            <a:ext cx="0" cy="3379680"/>
          </a:xfrm>
          <a:prstGeom prst="line">
            <a:avLst/>
          </a:prstGeom>
          <a:ln cap="sq" w="1260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/>
          <p:nvPr/>
        </p:nvSpPr>
        <p:spPr>
          <a:xfrm flipV="1">
            <a:off x="4755600" y="273600"/>
            <a:ext cx="0" cy="33796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4755600" y="3653280"/>
            <a:ext cx="21686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>
            <a:off x="4968000" y="3876120"/>
            <a:ext cx="1744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Pooled Δ (inverse-variance)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36" name=""/>
          <p:cNvSpPr txBox="1"/>
          <p:nvPr/>
        </p:nvSpPr>
        <p:spPr>
          <a:xfrm>
            <a:off x="4930560" y="759960"/>
            <a:ext cx="592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Δ = -0.02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7" name=""/>
          <p:cNvSpPr txBox="1"/>
          <p:nvPr/>
        </p:nvSpPr>
        <p:spPr>
          <a:xfrm>
            <a:off x="4922280" y="1573560"/>
            <a:ext cx="592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Δ = -0.03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8" name=""/>
          <p:cNvSpPr txBox="1"/>
          <p:nvPr/>
        </p:nvSpPr>
        <p:spPr>
          <a:xfrm>
            <a:off x="4924800" y="2387520"/>
            <a:ext cx="592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Δ = -0.02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9" name=""/>
          <p:cNvSpPr txBox="1"/>
          <p:nvPr/>
        </p:nvSpPr>
        <p:spPr>
          <a:xfrm>
            <a:off x="6258600" y="3201480"/>
            <a:ext cx="640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Δ = +0.12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7661880" y="273600"/>
            <a:ext cx="1363320" cy="3380040"/>
          </a:xfrm>
          <a:custGeom>
            <a:avLst/>
            <a:gdLst/>
            <a:ahLst/>
            <a:rect l="0" t="0" r="r" b="b"/>
            <a:pathLst>
              <a:path w="3787" h="9389">
                <a:moveTo>
                  <a:pt x="0" y="9389"/>
                </a:moveTo>
                <a:lnTo>
                  <a:pt x="3787" y="9389"/>
                </a:lnTo>
                <a:lnTo>
                  <a:pt x="3787" y="0"/>
                </a:lnTo>
                <a:lnTo>
                  <a:pt x="0" y="0"/>
                </a:lnTo>
                <a:lnTo>
                  <a:pt x="0" y="93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>
            <a:off x="7661880" y="650880"/>
            <a:ext cx="487080" cy="366840"/>
          </a:xfrm>
          <a:custGeom>
            <a:avLst/>
            <a:gdLst/>
            <a:ahLst/>
            <a:rect l="0" t="0" r="r" b="b"/>
            <a:pathLst>
              <a:path w="1353" h="1019">
                <a:moveTo>
                  <a:pt x="0" y="0"/>
                </a:moveTo>
                <a:lnTo>
                  <a:pt x="1353" y="0"/>
                </a:lnTo>
                <a:lnTo>
                  <a:pt x="1353" y="1019"/>
                </a:lnTo>
                <a:lnTo>
                  <a:pt x="0" y="1019"/>
                </a:lnTo>
                <a:lnTo>
                  <a:pt x="0" y="0"/>
                </a:lnTo>
                <a:close/>
              </a:path>
            </a:pathLst>
          </a:custGeom>
          <a:solidFill>
            <a:srgbClr val="e9ecef"/>
          </a:solidFill>
          <a:ln w="7560">
            <a:solidFill>
              <a:srgbClr val="0e2a47"/>
            </a:solidFill>
            <a:miter/>
          </a:ln>
        </p:spPr>
      </p:sp>
      <p:sp>
        <p:nvSpPr>
          <p:cNvPr id="142" name=""/>
          <p:cNvSpPr/>
          <p:nvPr/>
        </p:nvSpPr>
        <p:spPr>
          <a:xfrm>
            <a:off x="7661880" y="650880"/>
            <a:ext cx="208800" cy="366840"/>
          </a:xfrm>
          <a:custGeom>
            <a:avLst/>
            <a:gdLst/>
            <a:ahLst/>
            <a:rect l="0" t="0" r="r" b="b"/>
            <a:pathLst>
              <a:path w="580" h="1019">
                <a:moveTo>
                  <a:pt x="0" y="0"/>
                </a:moveTo>
                <a:lnTo>
                  <a:pt x="580" y="0"/>
                </a:lnTo>
                <a:lnTo>
                  <a:pt x="580" y="1019"/>
                </a:lnTo>
                <a:lnTo>
                  <a:pt x="0" y="10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43" name=""/>
          <p:cNvSpPr/>
          <p:nvPr/>
        </p:nvSpPr>
        <p:spPr>
          <a:xfrm>
            <a:off x="7661880" y="1464840"/>
            <a:ext cx="487080" cy="366840"/>
          </a:xfrm>
          <a:custGeom>
            <a:avLst/>
            <a:gdLst/>
            <a:ahLst/>
            <a:rect l="0" t="0" r="r" b="b"/>
            <a:pathLst>
              <a:path w="1353" h="1019">
                <a:moveTo>
                  <a:pt x="0" y="0"/>
                </a:moveTo>
                <a:lnTo>
                  <a:pt x="1353" y="0"/>
                </a:lnTo>
                <a:lnTo>
                  <a:pt x="1353" y="1019"/>
                </a:lnTo>
                <a:lnTo>
                  <a:pt x="0" y="1019"/>
                </a:lnTo>
                <a:lnTo>
                  <a:pt x="0" y="0"/>
                </a:lnTo>
                <a:close/>
              </a:path>
            </a:pathLst>
          </a:custGeom>
          <a:solidFill>
            <a:srgbClr val="e9ecef"/>
          </a:solidFill>
          <a:ln w="7560">
            <a:solidFill>
              <a:srgbClr val="0e2a47"/>
            </a:solidFill>
            <a:miter/>
          </a:ln>
        </p:spPr>
      </p:sp>
      <p:sp>
        <p:nvSpPr>
          <p:cNvPr id="144" name=""/>
          <p:cNvSpPr/>
          <p:nvPr/>
        </p:nvSpPr>
        <p:spPr>
          <a:xfrm>
            <a:off x="7661880" y="1464840"/>
            <a:ext cx="278280" cy="366840"/>
          </a:xfrm>
          <a:custGeom>
            <a:avLst/>
            <a:gdLst/>
            <a:ahLst/>
            <a:rect l="0" t="0" r="r" b="b"/>
            <a:pathLst>
              <a:path w="773" h="1019">
                <a:moveTo>
                  <a:pt x="0" y="0"/>
                </a:moveTo>
                <a:lnTo>
                  <a:pt x="773" y="0"/>
                </a:lnTo>
                <a:lnTo>
                  <a:pt x="773" y="1019"/>
                </a:lnTo>
                <a:lnTo>
                  <a:pt x="0" y="10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45" name=""/>
          <p:cNvSpPr/>
          <p:nvPr/>
        </p:nvSpPr>
        <p:spPr>
          <a:xfrm>
            <a:off x="7661880" y="2278800"/>
            <a:ext cx="487080" cy="366480"/>
          </a:xfrm>
          <a:custGeom>
            <a:avLst/>
            <a:gdLst/>
            <a:ahLst/>
            <a:rect l="0" t="0" r="r" b="b"/>
            <a:pathLst>
              <a:path w="1353" h="1018">
                <a:moveTo>
                  <a:pt x="0" y="0"/>
                </a:moveTo>
                <a:lnTo>
                  <a:pt x="1353" y="0"/>
                </a:lnTo>
                <a:lnTo>
                  <a:pt x="1353" y="1018"/>
                </a:lnTo>
                <a:lnTo>
                  <a:pt x="0" y="1018"/>
                </a:lnTo>
                <a:lnTo>
                  <a:pt x="0" y="0"/>
                </a:lnTo>
                <a:close/>
              </a:path>
            </a:pathLst>
          </a:custGeom>
          <a:solidFill>
            <a:srgbClr val="e9ecef"/>
          </a:solidFill>
          <a:ln w="7560">
            <a:solidFill>
              <a:srgbClr val="0e2a47"/>
            </a:solidFill>
            <a:miter/>
          </a:ln>
        </p:spPr>
      </p:sp>
      <p:sp>
        <p:nvSpPr>
          <p:cNvPr id="146" name=""/>
          <p:cNvSpPr/>
          <p:nvPr/>
        </p:nvSpPr>
        <p:spPr>
          <a:xfrm>
            <a:off x="7661880" y="2278800"/>
            <a:ext cx="208800" cy="366480"/>
          </a:xfrm>
          <a:custGeom>
            <a:avLst/>
            <a:gdLst/>
            <a:ahLst/>
            <a:rect l="0" t="0" r="r" b="b"/>
            <a:pathLst>
              <a:path w="580" h="1018">
                <a:moveTo>
                  <a:pt x="0" y="0"/>
                </a:moveTo>
                <a:lnTo>
                  <a:pt x="580" y="0"/>
                </a:lnTo>
                <a:lnTo>
                  <a:pt x="580" y="1018"/>
                </a:lnTo>
                <a:lnTo>
                  <a:pt x="0" y="10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47" name=""/>
          <p:cNvSpPr/>
          <p:nvPr/>
        </p:nvSpPr>
        <p:spPr>
          <a:xfrm>
            <a:off x="7661880" y="3092760"/>
            <a:ext cx="487080" cy="366480"/>
          </a:xfrm>
          <a:custGeom>
            <a:avLst/>
            <a:gdLst/>
            <a:ahLst/>
            <a:rect l="0" t="0" r="r" b="b"/>
            <a:pathLst>
              <a:path w="1353" h="1018">
                <a:moveTo>
                  <a:pt x="0" y="0"/>
                </a:moveTo>
                <a:lnTo>
                  <a:pt x="1353" y="0"/>
                </a:lnTo>
                <a:lnTo>
                  <a:pt x="1353" y="1018"/>
                </a:lnTo>
                <a:lnTo>
                  <a:pt x="0" y="1018"/>
                </a:lnTo>
                <a:lnTo>
                  <a:pt x="0" y="0"/>
                </a:lnTo>
                <a:close/>
              </a:path>
            </a:pathLst>
          </a:custGeom>
          <a:solidFill>
            <a:srgbClr val="e9ecef"/>
          </a:solidFill>
          <a:ln w="7560">
            <a:solidFill>
              <a:srgbClr val="0e2a47"/>
            </a:solidFill>
            <a:miter/>
          </a:ln>
        </p:spPr>
      </p:sp>
      <p:sp>
        <p:nvSpPr>
          <p:cNvPr id="148" name=""/>
          <p:cNvSpPr/>
          <p:nvPr/>
        </p:nvSpPr>
        <p:spPr>
          <a:xfrm>
            <a:off x="7661880" y="3092760"/>
            <a:ext cx="139320" cy="366480"/>
          </a:xfrm>
          <a:custGeom>
            <a:avLst/>
            <a:gdLst/>
            <a:ahLst/>
            <a:rect l="0" t="0" r="r" b="b"/>
            <a:pathLst>
              <a:path w="387" h="1018">
                <a:moveTo>
                  <a:pt x="0" y="0"/>
                </a:moveTo>
                <a:lnTo>
                  <a:pt x="387" y="0"/>
                </a:lnTo>
                <a:lnTo>
                  <a:pt x="387" y="1018"/>
                </a:lnTo>
                <a:lnTo>
                  <a:pt x="0" y="10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49" name=""/>
          <p:cNvSpPr txBox="1"/>
          <p:nvPr/>
        </p:nvSpPr>
        <p:spPr>
          <a:xfrm>
            <a:off x="4755600" y="73800"/>
            <a:ext cx="205668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Meta-analytic pooled effect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7804800" y="759960"/>
            <a:ext cx="200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3/7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1" name=""/>
          <p:cNvSpPr txBox="1"/>
          <p:nvPr/>
        </p:nvSpPr>
        <p:spPr>
          <a:xfrm>
            <a:off x="8187840" y="718560"/>
            <a:ext cx="177480" cy="20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400" spc="-1" strike="noStrike">
                <a:solidFill>
                  <a:srgbClr val="c53e1f"/>
                </a:solidFill>
                <a:latin typeface="DejaVuSans"/>
              </a:rPr>
              <a:t>✗</a:t>
            </a:r>
            <a:endParaRPr b="0" lang="en-US" sz="1400" spc="-1" strike="noStrike">
              <a:latin typeface="Times New Roman"/>
            </a:endParaRPr>
          </a:p>
        </p:txBody>
      </p:sp>
      <p:sp>
        <p:nvSpPr>
          <p:cNvPr id="152" name=""/>
          <p:cNvSpPr txBox="1"/>
          <p:nvPr/>
        </p:nvSpPr>
        <p:spPr>
          <a:xfrm>
            <a:off x="8367840" y="701640"/>
            <a:ext cx="515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Z = -0.15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8367840" y="829800"/>
            <a:ext cx="470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 = 0.56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7804800" y="1573560"/>
            <a:ext cx="200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4/7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5" name=""/>
          <p:cNvSpPr txBox="1"/>
          <p:nvPr/>
        </p:nvSpPr>
        <p:spPr>
          <a:xfrm>
            <a:off x="8187840" y="1532520"/>
            <a:ext cx="177480" cy="20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400" spc="-1" strike="noStrike">
                <a:solidFill>
                  <a:srgbClr val="0a7d6e"/>
                </a:solidFill>
                <a:latin typeface="DejaVuSans"/>
              </a:rPr>
              <a:t>✓</a:t>
            </a:r>
            <a:endParaRPr b="0" lang="en-US" sz="1400" spc="-1" strike="noStrike">
              <a:latin typeface="Times New Roman"/>
            </a:endParaRPr>
          </a:p>
        </p:txBody>
      </p:sp>
      <p:sp>
        <p:nvSpPr>
          <p:cNvPr id="156" name=""/>
          <p:cNvSpPr txBox="1"/>
          <p:nvPr/>
        </p:nvSpPr>
        <p:spPr>
          <a:xfrm>
            <a:off x="8367840" y="1515600"/>
            <a:ext cx="566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Z = +0.19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8367840" y="1643760"/>
            <a:ext cx="470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 = 0.43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8" name=""/>
          <p:cNvSpPr txBox="1"/>
          <p:nvPr/>
        </p:nvSpPr>
        <p:spPr>
          <a:xfrm>
            <a:off x="7804800" y="2387520"/>
            <a:ext cx="200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3/7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9" name=""/>
          <p:cNvSpPr txBox="1"/>
          <p:nvPr/>
        </p:nvSpPr>
        <p:spPr>
          <a:xfrm>
            <a:off x="8187840" y="2346120"/>
            <a:ext cx="177480" cy="20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400" spc="-1" strike="noStrike">
                <a:solidFill>
                  <a:srgbClr val="0a7d6e"/>
                </a:solidFill>
                <a:latin typeface="DejaVuSans"/>
              </a:rPr>
              <a:t>✓</a:t>
            </a:r>
            <a:endParaRPr b="0" lang="en-US" sz="1400" spc="-1" strike="noStrike">
              <a:latin typeface="Times New Roman"/>
            </a:endParaRPr>
          </a:p>
        </p:txBody>
      </p:sp>
      <p:sp>
        <p:nvSpPr>
          <p:cNvPr id="160" name=""/>
          <p:cNvSpPr txBox="1"/>
          <p:nvPr/>
        </p:nvSpPr>
        <p:spPr>
          <a:xfrm>
            <a:off x="8367840" y="2329560"/>
            <a:ext cx="566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Z = +0.06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1" name=""/>
          <p:cNvSpPr txBox="1"/>
          <p:nvPr/>
        </p:nvSpPr>
        <p:spPr>
          <a:xfrm>
            <a:off x="8367840" y="2457720"/>
            <a:ext cx="470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 = 0.48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7804800" y="3201480"/>
            <a:ext cx="200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2/7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3" name=""/>
          <p:cNvSpPr txBox="1"/>
          <p:nvPr/>
        </p:nvSpPr>
        <p:spPr>
          <a:xfrm>
            <a:off x="8187840" y="3160080"/>
            <a:ext cx="177480" cy="20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400" spc="-1" strike="noStrike">
                <a:solidFill>
                  <a:srgbClr val="0a7d6e"/>
                </a:solidFill>
                <a:latin typeface="DejaVuSans"/>
              </a:rPr>
              <a:t>✓</a:t>
            </a:r>
            <a:endParaRPr b="0" lang="en-US" sz="1400" spc="-1" strike="noStrike">
              <a:latin typeface="Times New Roman"/>
            </a:endParaRPr>
          </a:p>
        </p:txBody>
      </p:sp>
      <p:sp>
        <p:nvSpPr>
          <p:cNvPr id="164" name=""/>
          <p:cNvSpPr txBox="1"/>
          <p:nvPr/>
        </p:nvSpPr>
        <p:spPr>
          <a:xfrm>
            <a:off x="8367840" y="3143160"/>
            <a:ext cx="515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Z = -1.83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5" name=""/>
          <p:cNvSpPr txBox="1"/>
          <p:nvPr/>
        </p:nvSpPr>
        <p:spPr>
          <a:xfrm>
            <a:off x="8367840" y="3271320"/>
            <a:ext cx="470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 = 0.97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7661880" y="73800"/>
            <a:ext cx="239652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50" spc="-1" strike="noStrike">
                <a:solidFill>
                  <a:srgbClr val="0e2a47"/>
                </a:solidFill>
                <a:latin typeface="DejaVuSans"/>
              </a:rPr>
              <a:t>Concordance  (cohorts · pooled)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7F — Discovery vs external effects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2282840" cy="4308480"/>
          </a:xfrm>
          <a:custGeom>
            <a:avLst/>
            <a:gdLst/>
            <a:ahLst/>
            <a:rect l="0" t="0" r="r" b="b"/>
            <a:pathLst>
              <a:path w="34119" h="11968">
                <a:moveTo>
                  <a:pt x="0" y="11968"/>
                </a:moveTo>
                <a:lnTo>
                  <a:pt x="34119" y="11968"/>
                </a:lnTo>
                <a:lnTo>
                  <a:pt x="34119" y="0"/>
                </a:lnTo>
                <a:lnTo>
                  <a:pt x="0" y="0"/>
                </a:lnTo>
                <a:lnTo>
                  <a:pt x="0" y="1196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351080" y="297360"/>
            <a:ext cx="2935080" cy="3549240"/>
          </a:xfrm>
          <a:custGeom>
            <a:avLst/>
            <a:gdLst/>
            <a:ahLst/>
            <a:rect l="0" t="0" r="r" b="b"/>
            <a:pathLst>
              <a:path w="8153" h="9859">
                <a:moveTo>
                  <a:pt x="0" y="9859"/>
                </a:moveTo>
                <a:lnTo>
                  <a:pt x="8153" y="9859"/>
                </a:lnTo>
                <a:lnTo>
                  <a:pt x="8153" y="0"/>
                </a:lnTo>
                <a:lnTo>
                  <a:pt x="0" y="0"/>
                </a:lnTo>
                <a:lnTo>
                  <a:pt x="0" y="985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35108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35108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69632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69632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265400" y="39157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04192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204192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610640" y="39157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38716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38716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1956240" y="39157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5.0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73276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273276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301840" y="39157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7.5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307836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307836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2612880" y="39157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342360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342360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2958120" y="39157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12.5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376920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376920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3303720" y="39157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15.0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411444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>
            <a:off x="411444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>
            <a:off x="3649320" y="39157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17.5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>
            <a:off x="3994560" y="391572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1312920" y="590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1312920" y="590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1955880" y="4074840"/>
            <a:ext cx="1722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Allele count (2 × n_patients)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1312920" y="919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1312920" y="919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482400" y="533880"/>
            <a:ext cx="788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A*24:02:01:01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1312920" y="1248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1312920" y="1248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656280" y="86292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A*33:03:01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1312920" y="1577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1312920" y="1577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482400" y="1192320"/>
            <a:ext cx="788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A*02:01:01:01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1312920" y="1907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1312920" y="1907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656280" y="152136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A*31:01:02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1312920" y="2236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1312920" y="2236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656280" y="185076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A*11:01:01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1312920" y="2565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1312920" y="2565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656280" y="217980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A*02:07:01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1312920" y="2894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1312920" y="2894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656280" y="250920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A*30:04:01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1312920" y="3224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 flipH="1">
            <a:off x="1312920" y="3224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>
            <a:off x="656280" y="283824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A*26:01:01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1312920" y="3553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 flipH="1">
            <a:off x="1312920" y="3553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>
            <a:off x="91440" y="3166560"/>
            <a:ext cx="1174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HLA03199_HLA00005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1351080" y="458640"/>
            <a:ext cx="1934640" cy="263880"/>
          </a:xfrm>
          <a:custGeom>
            <a:avLst/>
            <a:gdLst/>
            <a:ahLst/>
            <a:rect l="0" t="0" r="r" b="b"/>
            <a:pathLst>
              <a:path w="5374" h="733">
                <a:moveTo>
                  <a:pt x="0" y="733"/>
                </a:moveTo>
                <a:lnTo>
                  <a:pt x="5374" y="733"/>
                </a:lnTo>
                <a:lnTo>
                  <a:pt x="5374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1351080" y="788040"/>
            <a:ext cx="1382040" cy="263520"/>
          </a:xfrm>
          <a:custGeom>
            <a:avLst/>
            <a:gdLst/>
            <a:ahLst/>
            <a:rect l="0" t="0" r="r" b="b"/>
            <a:pathLst>
              <a:path w="3839" h="732">
                <a:moveTo>
                  <a:pt x="0" y="732"/>
                </a:moveTo>
                <a:lnTo>
                  <a:pt x="3839" y="732"/>
                </a:lnTo>
                <a:lnTo>
                  <a:pt x="3839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1351080" y="1117080"/>
            <a:ext cx="1105560" cy="263880"/>
          </a:xfrm>
          <a:custGeom>
            <a:avLst/>
            <a:gdLst/>
            <a:ahLst/>
            <a:rect l="0" t="0" r="r" b="b"/>
            <a:pathLst>
              <a:path w="3071" h="733">
                <a:moveTo>
                  <a:pt x="0" y="733"/>
                </a:moveTo>
                <a:lnTo>
                  <a:pt x="3071" y="733"/>
                </a:lnTo>
                <a:lnTo>
                  <a:pt x="3071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1351080" y="1446480"/>
            <a:ext cx="552960" cy="263520"/>
          </a:xfrm>
          <a:custGeom>
            <a:avLst/>
            <a:gdLst/>
            <a:ahLst/>
            <a:rect l="0" t="0" r="r" b="b"/>
            <a:pathLst>
              <a:path w="1536" h="732">
                <a:moveTo>
                  <a:pt x="0" y="732"/>
                </a:moveTo>
                <a:lnTo>
                  <a:pt x="1536" y="732"/>
                </a:lnTo>
                <a:lnTo>
                  <a:pt x="1536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1351080" y="1775520"/>
            <a:ext cx="552960" cy="263880"/>
          </a:xfrm>
          <a:custGeom>
            <a:avLst/>
            <a:gdLst/>
            <a:ahLst/>
            <a:rect l="0" t="0" r="r" b="b"/>
            <a:pathLst>
              <a:path w="1536" h="733">
                <a:moveTo>
                  <a:pt x="0" y="733"/>
                </a:moveTo>
                <a:lnTo>
                  <a:pt x="1536" y="733"/>
                </a:lnTo>
                <a:lnTo>
                  <a:pt x="1536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1351080" y="2104920"/>
            <a:ext cx="276480" cy="263520"/>
          </a:xfrm>
          <a:custGeom>
            <a:avLst/>
            <a:gdLst/>
            <a:ahLst/>
            <a:rect l="0" t="0" r="r" b="b"/>
            <a:pathLst>
              <a:path w="768" h="732">
                <a:moveTo>
                  <a:pt x="0" y="732"/>
                </a:moveTo>
                <a:lnTo>
                  <a:pt x="768" y="732"/>
                </a:lnTo>
                <a:lnTo>
                  <a:pt x="768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1351080" y="2433960"/>
            <a:ext cx="138240" cy="263880"/>
          </a:xfrm>
          <a:custGeom>
            <a:avLst/>
            <a:gdLst/>
            <a:ahLst/>
            <a:rect l="0" t="0" r="r" b="b"/>
            <a:pathLst>
              <a:path w="384" h="733">
                <a:moveTo>
                  <a:pt x="0" y="733"/>
                </a:moveTo>
                <a:lnTo>
                  <a:pt x="384" y="733"/>
                </a:lnTo>
                <a:lnTo>
                  <a:pt x="384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1351080" y="2763000"/>
            <a:ext cx="138240" cy="264240"/>
          </a:xfrm>
          <a:custGeom>
            <a:avLst/>
            <a:gdLst/>
            <a:ahLst/>
            <a:rect l="0" t="0" r="r" b="b"/>
            <a:pathLst>
              <a:path w="384" h="734">
                <a:moveTo>
                  <a:pt x="0" y="734"/>
                </a:moveTo>
                <a:lnTo>
                  <a:pt x="384" y="734"/>
                </a:lnTo>
                <a:lnTo>
                  <a:pt x="384" y="0"/>
                </a:lnTo>
                <a:lnTo>
                  <a:pt x="0" y="0"/>
                </a:lnTo>
                <a:lnTo>
                  <a:pt x="0" y="734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1351080" y="3092400"/>
            <a:ext cx="138240" cy="263880"/>
          </a:xfrm>
          <a:custGeom>
            <a:avLst/>
            <a:gdLst/>
            <a:ahLst/>
            <a:rect l="0" t="0" r="r" b="b"/>
            <a:pathLst>
              <a:path w="384" h="733">
                <a:moveTo>
                  <a:pt x="0" y="733"/>
                </a:moveTo>
                <a:lnTo>
                  <a:pt x="384" y="733"/>
                </a:lnTo>
                <a:lnTo>
                  <a:pt x="384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1351080" y="3421440"/>
            <a:ext cx="138240" cy="263880"/>
          </a:xfrm>
          <a:custGeom>
            <a:avLst/>
            <a:gdLst/>
            <a:ahLst/>
            <a:rect l="0" t="0" r="r" b="b"/>
            <a:pathLst>
              <a:path w="384" h="733">
                <a:moveTo>
                  <a:pt x="0" y="733"/>
                </a:moveTo>
                <a:lnTo>
                  <a:pt x="384" y="733"/>
                </a:lnTo>
                <a:lnTo>
                  <a:pt x="384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3285360" y="458640"/>
            <a:ext cx="553320" cy="263880"/>
          </a:xfrm>
          <a:custGeom>
            <a:avLst/>
            <a:gdLst/>
            <a:ahLst/>
            <a:rect l="0" t="0" r="r" b="b"/>
            <a:pathLst>
              <a:path w="1537" h="733">
                <a:moveTo>
                  <a:pt x="0" y="733"/>
                </a:moveTo>
                <a:lnTo>
                  <a:pt x="1537" y="733"/>
                </a:lnTo>
                <a:lnTo>
                  <a:pt x="1537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2732760" y="788040"/>
            <a:ext cx="276840" cy="263520"/>
          </a:xfrm>
          <a:custGeom>
            <a:avLst/>
            <a:gdLst/>
            <a:ahLst/>
            <a:rect l="0" t="0" r="r" b="b"/>
            <a:pathLst>
              <a:path w="769" h="732">
                <a:moveTo>
                  <a:pt x="0" y="732"/>
                </a:moveTo>
                <a:lnTo>
                  <a:pt x="769" y="732"/>
                </a:lnTo>
                <a:lnTo>
                  <a:pt x="769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2456280" y="1117080"/>
            <a:ext cx="276840" cy="263880"/>
          </a:xfrm>
          <a:custGeom>
            <a:avLst/>
            <a:gdLst/>
            <a:ahLst/>
            <a:rect l="0" t="0" r="r" b="b"/>
            <a:pathLst>
              <a:path w="769" h="733">
                <a:moveTo>
                  <a:pt x="0" y="733"/>
                </a:moveTo>
                <a:lnTo>
                  <a:pt x="769" y="733"/>
                </a:lnTo>
                <a:lnTo>
                  <a:pt x="769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1903680" y="1446480"/>
            <a:ext cx="0" cy="263160"/>
          </a:xfrm>
          <a:custGeom>
            <a:avLst/>
            <a:gdLst/>
            <a:ahLst/>
            <a:rect l="0" t="0" r="r" b="b"/>
            <a:pathLst>
              <a:path w="0" h="731">
                <a:moveTo>
                  <a:pt x="0" y="731"/>
                </a:move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1903680" y="177552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1627200" y="2104920"/>
            <a:ext cx="0" cy="263160"/>
          </a:xfrm>
          <a:custGeom>
            <a:avLst/>
            <a:gdLst/>
            <a:ahLst/>
            <a:rect l="0" t="0" r="r" b="b"/>
            <a:pathLst>
              <a:path w="0" h="731">
                <a:moveTo>
                  <a:pt x="0" y="731"/>
                </a:move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1488960" y="243396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1488960" y="276300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1488960" y="309240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1488960" y="342144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5" name=""/>
          <p:cNvSpPr/>
          <p:nvPr/>
        </p:nvSpPr>
        <p:spPr>
          <a:xfrm flipV="1">
            <a:off x="1351080" y="297360"/>
            <a:ext cx="0" cy="35488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/>
          <p:nvPr/>
        </p:nvSpPr>
        <p:spPr>
          <a:xfrm>
            <a:off x="1351080" y="3846240"/>
            <a:ext cx="29347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>
            <a:off x="829800" y="3496680"/>
            <a:ext cx="441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A*02:10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8" name=""/>
          <p:cNvSpPr txBox="1"/>
          <p:nvPr/>
        </p:nvSpPr>
        <p:spPr>
          <a:xfrm>
            <a:off x="3872880" y="52200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18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9" name=""/>
          <p:cNvSpPr txBox="1"/>
          <p:nvPr/>
        </p:nvSpPr>
        <p:spPr>
          <a:xfrm>
            <a:off x="3043800" y="85104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2767320" y="118044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1" name=""/>
          <p:cNvSpPr txBox="1"/>
          <p:nvPr/>
        </p:nvSpPr>
        <p:spPr>
          <a:xfrm>
            <a:off x="1938240" y="15094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2" name=""/>
          <p:cNvSpPr txBox="1"/>
          <p:nvPr/>
        </p:nvSpPr>
        <p:spPr>
          <a:xfrm>
            <a:off x="1938240" y="18388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3" name=""/>
          <p:cNvSpPr txBox="1"/>
          <p:nvPr/>
        </p:nvSpPr>
        <p:spPr>
          <a:xfrm>
            <a:off x="1662120" y="21679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4" name=""/>
          <p:cNvSpPr txBox="1"/>
          <p:nvPr/>
        </p:nvSpPr>
        <p:spPr>
          <a:xfrm>
            <a:off x="1523880" y="249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5" name=""/>
          <p:cNvSpPr txBox="1"/>
          <p:nvPr/>
        </p:nvSpPr>
        <p:spPr>
          <a:xfrm>
            <a:off x="1523880" y="282636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6" name=""/>
          <p:cNvSpPr txBox="1"/>
          <p:nvPr/>
        </p:nvSpPr>
        <p:spPr>
          <a:xfrm>
            <a:off x="1523880" y="315576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7" name=""/>
          <p:cNvSpPr txBox="1"/>
          <p:nvPr/>
        </p:nvSpPr>
        <p:spPr>
          <a:xfrm>
            <a:off x="1523880" y="34848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5285880" y="297360"/>
            <a:ext cx="2935080" cy="3549240"/>
          </a:xfrm>
          <a:custGeom>
            <a:avLst/>
            <a:gdLst/>
            <a:ahLst/>
            <a:rect l="0" t="0" r="r" b="b"/>
            <a:pathLst>
              <a:path w="8153" h="9859">
                <a:moveTo>
                  <a:pt x="0" y="9859"/>
                </a:moveTo>
                <a:lnTo>
                  <a:pt x="8153" y="9859"/>
                </a:lnTo>
                <a:lnTo>
                  <a:pt x="8153" y="0"/>
                </a:lnTo>
                <a:lnTo>
                  <a:pt x="0" y="0"/>
                </a:lnTo>
                <a:lnTo>
                  <a:pt x="0" y="985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>
            <a:off x="528588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" name=""/>
          <p:cNvSpPr/>
          <p:nvPr/>
        </p:nvSpPr>
        <p:spPr>
          <a:xfrm>
            <a:off x="528588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 txBox="1"/>
          <p:nvPr/>
        </p:nvSpPr>
        <p:spPr>
          <a:xfrm>
            <a:off x="1409760" y="68040"/>
            <a:ext cx="121536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118ab2"/>
                </a:solidFill>
                <a:latin typeface="DejaVuSans"/>
              </a:rPr>
              <a:t>HLA-A  (top 10)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570024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>
            <a:off x="570024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 txBox="1"/>
          <p:nvPr/>
        </p:nvSpPr>
        <p:spPr>
          <a:xfrm>
            <a:off x="525168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611496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6" name=""/>
          <p:cNvSpPr/>
          <p:nvPr/>
        </p:nvSpPr>
        <p:spPr>
          <a:xfrm>
            <a:off x="611496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 txBox="1"/>
          <p:nvPr/>
        </p:nvSpPr>
        <p:spPr>
          <a:xfrm>
            <a:off x="566604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652932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9" name=""/>
          <p:cNvSpPr/>
          <p:nvPr/>
        </p:nvSpPr>
        <p:spPr>
          <a:xfrm>
            <a:off x="652932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 txBox="1"/>
          <p:nvPr/>
        </p:nvSpPr>
        <p:spPr>
          <a:xfrm>
            <a:off x="608076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694404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>
            <a:off x="694404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 txBox="1"/>
          <p:nvPr/>
        </p:nvSpPr>
        <p:spPr>
          <a:xfrm>
            <a:off x="649512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735840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>
            <a:off x="735840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 txBox="1"/>
          <p:nvPr/>
        </p:nvSpPr>
        <p:spPr>
          <a:xfrm>
            <a:off x="690984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777312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>
            <a:off x="777312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 txBox="1"/>
          <p:nvPr/>
        </p:nvSpPr>
        <p:spPr>
          <a:xfrm>
            <a:off x="732420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818748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>
            <a:off x="818748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 txBox="1"/>
          <p:nvPr/>
        </p:nvSpPr>
        <p:spPr>
          <a:xfrm>
            <a:off x="773892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815328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7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5247720" y="590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 flipH="1">
            <a:off x="5247720" y="590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>
            <a:off x="5890320" y="4074840"/>
            <a:ext cx="1722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Allele count (2 × n_patients)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5247720" y="919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 flipH="1">
            <a:off x="5247720" y="919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4590720" y="53388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B*46:01:01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5247720" y="1248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 flipH="1">
            <a:off x="5247720" y="1248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>
            <a:off x="4590720" y="86292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B*51:01:01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5247720" y="1577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 flipH="1">
            <a:off x="5247720" y="1577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>
            <a:off x="4417200" y="1192320"/>
            <a:ext cx="788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B*15:01:01:01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5247720" y="1907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 flipH="1">
            <a:off x="5247720" y="1907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 txBox="1"/>
          <p:nvPr/>
        </p:nvSpPr>
        <p:spPr>
          <a:xfrm>
            <a:off x="4590720" y="152136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B*54:01:01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5247720" y="2236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 flipH="1">
            <a:off x="5247720" y="2236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>
            <a:off x="4590720" y="185076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B*44:03:02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5247720" y="2565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 flipH="1">
            <a:off x="5247720" y="2565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 txBox="1"/>
          <p:nvPr/>
        </p:nvSpPr>
        <p:spPr>
          <a:xfrm>
            <a:off x="4590720" y="217980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B*58:01:01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5247720" y="2894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 flipH="1">
            <a:off x="5247720" y="2894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 txBox="1"/>
          <p:nvPr/>
        </p:nvSpPr>
        <p:spPr>
          <a:xfrm>
            <a:off x="4417200" y="2509200"/>
            <a:ext cx="788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B*40:06:01:01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5247720" y="3224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9" name=""/>
          <p:cNvSpPr/>
          <p:nvPr/>
        </p:nvSpPr>
        <p:spPr>
          <a:xfrm flipH="1">
            <a:off x="5247720" y="3224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 txBox="1"/>
          <p:nvPr/>
        </p:nvSpPr>
        <p:spPr>
          <a:xfrm>
            <a:off x="4590720" y="283824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B*13:01:01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5247720" y="3553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2" name=""/>
          <p:cNvSpPr/>
          <p:nvPr/>
        </p:nvSpPr>
        <p:spPr>
          <a:xfrm flipH="1">
            <a:off x="5247720" y="3553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 txBox="1"/>
          <p:nvPr/>
        </p:nvSpPr>
        <p:spPr>
          <a:xfrm>
            <a:off x="4590720" y="316764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B*56:01:01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5285880" y="458640"/>
            <a:ext cx="2487600" cy="263880"/>
          </a:xfrm>
          <a:custGeom>
            <a:avLst/>
            <a:gdLst/>
            <a:ahLst/>
            <a:rect l="0" t="0" r="r" b="b"/>
            <a:pathLst>
              <a:path w="6910" h="733">
                <a:moveTo>
                  <a:pt x="0" y="733"/>
                </a:moveTo>
                <a:lnTo>
                  <a:pt x="6910" y="733"/>
                </a:lnTo>
                <a:lnTo>
                  <a:pt x="6910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5" name=""/>
          <p:cNvSpPr/>
          <p:nvPr/>
        </p:nvSpPr>
        <p:spPr>
          <a:xfrm>
            <a:off x="5285880" y="788040"/>
            <a:ext cx="2487600" cy="263520"/>
          </a:xfrm>
          <a:custGeom>
            <a:avLst/>
            <a:gdLst/>
            <a:ahLst/>
            <a:rect l="0" t="0" r="r" b="b"/>
            <a:pathLst>
              <a:path w="6910" h="732">
                <a:moveTo>
                  <a:pt x="0" y="732"/>
                </a:moveTo>
                <a:lnTo>
                  <a:pt x="6910" y="732"/>
                </a:lnTo>
                <a:lnTo>
                  <a:pt x="6910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6" name=""/>
          <p:cNvSpPr/>
          <p:nvPr/>
        </p:nvSpPr>
        <p:spPr>
          <a:xfrm>
            <a:off x="5285880" y="1117080"/>
            <a:ext cx="1658520" cy="263880"/>
          </a:xfrm>
          <a:custGeom>
            <a:avLst/>
            <a:gdLst/>
            <a:ahLst/>
            <a:rect l="0" t="0" r="r" b="b"/>
            <a:pathLst>
              <a:path w="4607" h="733">
                <a:moveTo>
                  <a:pt x="0" y="733"/>
                </a:moveTo>
                <a:lnTo>
                  <a:pt x="4607" y="733"/>
                </a:lnTo>
                <a:lnTo>
                  <a:pt x="4607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7" name=""/>
          <p:cNvSpPr/>
          <p:nvPr/>
        </p:nvSpPr>
        <p:spPr>
          <a:xfrm>
            <a:off x="5285880" y="1446480"/>
            <a:ext cx="1658520" cy="263520"/>
          </a:xfrm>
          <a:custGeom>
            <a:avLst/>
            <a:gdLst/>
            <a:ahLst/>
            <a:rect l="0" t="0" r="r" b="b"/>
            <a:pathLst>
              <a:path w="4607" h="732">
                <a:moveTo>
                  <a:pt x="0" y="732"/>
                </a:moveTo>
                <a:lnTo>
                  <a:pt x="4607" y="732"/>
                </a:lnTo>
                <a:lnTo>
                  <a:pt x="4607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8" name=""/>
          <p:cNvSpPr/>
          <p:nvPr/>
        </p:nvSpPr>
        <p:spPr>
          <a:xfrm>
            <a:off x="5285880" y="1775520"/>
            <a:ext cx="1658520" cy="263880"/>
          </a:xfrm>
          <a:custGeom>
            <a:avLst/>
            <a:gdLst/>
            <a:ahLst/>
            <a:rect l="0" t="0" r="r" b="b"/>
            <a:pathLst>
              <a:path w="4607" h="733">
                <a:moveTo>
                  <a:pt x="0" y="733"/>
                </a:moveTo>
                <a:lnTo>
                  <a:pt x="4607" y="733"/>
                </a:lnTo>
                <a:lnTo>
                  <a:pt x="4607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9" name=""/>
          <p:cNvSpPr/>
          <p:nvPr/>
        </p:nvSpPr>
        <p:spPr>
          <a:xfrm>
            <a:off x="5285880" y="2104920"/>
            <a:ext cx="1243800" cy="263520"/>
          </a:xfrm>
          <a:custGeom>
            <a:avLst/>
            <a:gdLst/>
            <a:ahLst/>
            <a:rect l="0" t="0" r="r" b="b"/>
            <a:pathLst>
              <a:path w="3455" h="732">
                <a:moveTo>
                  <a:pt x="0" y="732"/>
                </a:moveTo>
                <a:lnTo>
                  <a:pt x="3455" y="732"/>
                </a:lnTo>
                <a:lnTo>
                  <a:pt x="3455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0" name=""/>
          <p:cNvSpPr/>
          <p:nvPr/>
        </p:nvSpPr>
        <p:spPr>
          <a:xfrm>
            <a:off x="5285880" y="2433960"/>
            <a:ext cx="1243800" cy="263880"/>
          </a:xfrm>
          <a:custGeom>
            <a:avLst/>
            <a:gdLst/>
            <a:ahLst/>
            <a:rect l="0" t="0" r="r" b="b"/>
            <a:pathLst>
              <a:path w="3455" h="733">
                <a:moveTo>
                  <a:pt x="0" y="733"/>
                </a:moveTo>
                <a:lnTo>
                  <a:pt x="3455" y="733"/>
                </a:lnTo>
                <a:lnTo>
                  <a:pt x="3455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1" name=""/>
          <p:cNvSpPr/>
          <p:nvPr/>
        </p:nvSpPr>
        <p:spPr>
          <a:xfrm>
            <a:off x="5285880" y="2763000"/>
            <a:ext cx="1243800" cy="264240"/>
          </a:xfrm>
          <a:custGeom>
            <a:avLst/>
            <a:gdLst/>
            <a:ahLst/>
            <a:rect l="0" t="0" r="r" b="b"/>
            <a:pathLst>
              <a:path w="3455" h="734">
                <a:moveTo>
                  <a:pt x="0" y="734"/>
                </a:moveTo>
                <a:lnTo>
                  <a:pt x="3455" y="734"/>
                </a:lnTo>
                <a:lnTo>
                  <a:pt x="3455" y="0"/>
                </a:lnTo>
                <a:lnTo>
                  <a:pt x="0" y="0"/>
                </a:lnTo>
                <a:lnTo>
                  <a:pt x="0" y="734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2" name=""/>
          <p:cNvSpPr/>
          <p:nvPr/>
        </p:nvSpPr>
        <p:spPr>
          <a:xfrm>
            <a:off x="5285880" y="3092400"/>
            <a:ext cx="829440" cy="263880"/>
          </a:xfrm>
          <a:custGeom>
            <a:avLst/>
            <a:gdLst/>
            <a:ahLst/>
            <a:rect l="0" t="0" r="r" b="b"/>
            <a:pathLst>
              <a:path w="2304" h="733">
                <a:moveTo>
                  <a:pt x="0" y="733"/>
                </a:moveTo>
                <a:lnTo>
                  <a:pt x="2304" y="733"/>
                </a:lnTo>
                <a:lnTo>
                  <a:pt x="2304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3" name=""/>
          <p:cNvSpPr/>
          <p:nvPr/>
        </p:nvSpPr>
        <p:spPr>
          <a:xfrm>
            <a:off x="5285880" y="3421440"/>
            <a:ext cx="829440" cy="263880"/>
          </a:xfrm>
          <a:custGeom>
            <a:avLst/>
            <a:gdLst/>
            <a:ahLst/>
            <a:rect l="0" t="0" r="r" b="b"/>
            <a:pathLst>
              <a:path w="2304" h="733">
                <a:moveTo>
                  <a:pt x="0" y="733"/>
                </a:moveTo>
                <a:lnTo>
                  <a:pt x="2304" y="733"/>
                </a:lnTo>
                <a:lnTo>
                  <a:pt x="2304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4" name=""/>
          <p:cNvSpPr/>
          <p:nvPr/>
        </p:nvSpPr>
        <p:spPr>
          <a:xfrm>
            <a:off x="7773120" y="45864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5" name=""/>
          <p:cNvSpPr/>
          <p:nvPr/>
        </p:nvSpPr>
        <p:spPr>
          <a:xfrm>
            <a:off x="7773120" y="788040"/>
            <a:ext cx="0" cy="263160"/>
          </a:xfrm>
          <a:custGeom>
            <a:avLst/>
            <a:gdLst/>
            <a:ahLst/>
            <a:rect l="0" t="0" r="r" b="b"/>
            <a:pathLst>
              <a:path w="0" h="731">
                <a:moveTo>
                  <a:pt x="0" y="731"/>
                </a:move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6" name=""/>
          <p:cNvSpPr/>
          <p:nvPr/>
        </p:nvSpPr>
        <p:spPr>
          <a:xfrm>
            <a:off x="6944040" y="1117080"/>
            <a:ext cx="829440" cy="263880"/>
          </a:xfrm>
          <a:custGeom>
            <a:avLst/>
            <a:gdLst/>
            <a:ahLst/>
            <a:rect l="0" t="0" r="r" b="b"/>
            <a:pathLst>
              <a:path w="2304" h="733">
                <a:moveTo>
                  <a:pt x="0" y="733"/>
                </a:moveTo>
                <a:lnTo>
                  <a:pt x="2304" y="733"/>
                </a:lnTo>
                <a:lnTo>
                  <a:pt x="2304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7" name=""/>
          <p:cNvSpPr/>
          <p:nvPr/>
        </p:nvSpPr>
        <p:spPr>
          <a:xfrm>
            <a:off x="6944040" y="1446480"/>
            <a:ext cx="0" cy="263160"/>
          </a:xfrm>
          <a:custGeom>
            <a:avLst/>
            <a:gdLst/>
            <a:ahLst/>
            <a:rect l="0" t="0" r="r" b="b"/>
            <a:pathLst>
              <a:path w="0" h="731">
                <a:moveTo>
                  <a:pt x="0" y="731"/>
                </a:move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8" name=""/>
          <p:cNvSpPr/>
          <p:nvPr/>
        </p:nvSpPr>
        <p:spPr>
          <a:xfrm>
            <a:off x="6944040" y="177552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9" name=""/>
          <p:cNvSpPr/>
          <p:nvPr/>
        </p:nvSpPr>
        <p:spPr>
          <a:xfrm>
            <a:off x="6529320" y="2104920"/>
            <a:ext cx="0" cy="263160"/>
          </a:xfrm>
          <a:custGeom>
            <a:avLst/>
            <a:gdLst/>
            <a:ahLst/>
            <a:rect l="0" t="0" r="r" b="b"/>
            <a:pathLst>
              <a:path w="0" h="731">
                <a:moveTo>
                  <a:pt x="0" y="731"/>
                </a:move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00" name=""/>
          <p:cNvSpPr/>
          <p:nvPr/>
        </p:nvSpPr>
        <p:spPr>
          <a:xfrm>
            <a:off x="6529320" y="243396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01" name=""/>
          <p:cNvSpPr/>
          <p:nvPr/>
        </p:nvSpPr>
        <p:spPr>
          <a:xfrm>
            <a:off x="6529320" y="276300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02" name=""/>
          <p:cNvSpPr/>
          <p:nvPr/>
        </p:nvSpPr>
        <p:spPr>
          <a:xfrm>
            <a:off x="6114960" y="309240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03" name=""/>
          <p:cNvSpPr/>
          <p:nvPr/>
        </p:nvSpPr>
        <p:spPr>
          <a:xfrm>
            <a:off x="6114960" y="342144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04" name=""/>
          <p:cNvSpPr/>
          <p:nvPr/>
        </p:nvSpPr>
        <p:spPr>
          <a:xfrm flipV="1">
            <a:off x="5285880" y="297360"/>
            <a:ext cx="0" cy="35488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5" name=""/>
          <p:cNvSpPr/>
          <p:nvPr/>
        </p:nvSpPr>
        <p:spPr>
          <a:xfrm>
            <a:off x="5285880" y="3846240"/>
            <a:ext cx="29347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6" name=""/>
          <p:cNvSpPr txBox="1"/>
          <p:nvPr/>
        </p:nvSpPr>
        <p:spPr>
          <a:xfrm>
            <a:off x="4590720" y="3496680"/>
            <a:ext cx="614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B*44:03:01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7" name=""/>
          <p:cNvSpPr txBox="1"/>
          <p:nvPr/>
        </p:nvSpPr>
        <p:spPr>
          <a:xfrm>
            <a:off x="7876800" y="5220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8" name=""/>
          <p:cNvSpPr txBox="1"/>
          <p:nvPr/>
        </p:nvSpPr>
        <p:spPr>
          <a:xfrm>
            <a:off x="7876800" y="8510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9" name=""/>
          <p:cNvSpPr txBox="1"/>
          <p:nvPr/>
        </p:nvSpPr>
        <p:spPr>
          <a:xfrm>
            <a:off x="7876800" y="11804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0" name=""/>
          <p:cNvSpPr txBox="1"/>
          <p:nvPr/>
        </p:nvSpPr>
        <p:spPr>
          <a:xfrm>
            <a:off x="7047720" y="15094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1" name=""/>
          <p:cNvSpPr txBox="1"/>
          <p:nvPr/>
        </p:nvSpPr>
        <p:spPr>
          <a:xfrm>
            <a:off x="7047720" y="18388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2" name=""/>
          <p:cNvSpPr txBox="1"/>
          <p:nvPr/>
        </p:nvSpPr>
        <p:spPr>
          <a:xfrm>
            <a:off x="6633000" y="21679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3" name=""/>
          <p:cNvSpPr txBox="1"/>
          <p:nvPr/>
        </p:nvSpPr>
        <p:spPr>
          <a:xfrm>
            <a:off x="6633000" y="249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4" name=""/>
          <p:cNvSpPr txBox="1"/>
          <p:nvPr/>
        </p:nvSpPr>
        <p:spPr>
          <a:xfrm>
            <a:off x="6633000" y="282636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5" name=""/>
          <p:cNvSpPr txBox="1"/>
          <p:nvPr/>
        </p:nvSpPr>
        <p:spPr>
          <a:xfrm>
            <a:off x="6218640" y="315576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6" name=""/>
          <p:cNvSpPr txBox="1"/>
          <p:nvPr/>
        </p:nvSpPr>
        <p:spPr>
          <a:xfrm>
            <a:off x="6218640" y="34848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9220320" y="297360"/>
            <a:ext cx="2935440" cy="3549240"/>
          </a:xfrm>
          <a:custGeom>
            <a:avLst/>
            <a:gdLst/>
            <a:ahLst/>
            <a:rect l="0" t="0" r="r" b="b"/>
            <a:pathLst>
              <a:path w="8154" h="9859">
                <a:moveTo>
                  <a:pt x="0" y="9859"/>
                </a:moveTo>
                <a:lnTo>
                  <a:pt x="8154" y="9859"/>
                </a:lnTo>
                <a:lnTo>
                  <a:pt x="8154" y="0"/>
                </a:lnTo>
                <a:lnTo>
                  <a:pt x="0" y="0"/>
                </a:lnTo>
                <a:lnTo>
                  <a:pt x="0" y="985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18" name=""/>
          <p:cNvSpPr/>
          <p:nvPr/>
        </p:nvSpPr>
        <p:spPr>
          <a:xfrm>
            <a:off x="922032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9" name=""/>
          <p:cNvSpPr/>
          <p:nvPr/>
        </p:nvSpPr>
        <p:spPr>
          <a:xfrm>
            <a:off x="922032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0" name=""/>
          <p:cNvSpPr txBox="1"/>
          <p:nvPr/>
        </p:nvSpPr>
        <p:spPr>
          <a:xfrm>
            <a:off x="5344560" y="68040"/>
            <a:ext cx="12139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1d3557"/>
                </a:solidFill>
                <a:latin typeface="DejaVuSans"/>
              </a:rPr>
              <a:t>HLA-B  (top 10)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963504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2" name=""/>
          <p:cNvSpPr/>
          <p:nvPr/>
        </p:nvSpPr>
        <p:spPr>
          <a:xfrm>
            <a:off x="963504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3" name=""/>
          <p:cNvSpPr txBox="1"/>
          <p:nvPr/>
        </p:nvSpPr>
        <p:spPr>
          <a:xfrm>
            <a:off x="918648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1004940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5" name=""/>
          <p:cNvSpPr/>
          <p:nvPr/>
        </p:nvSpPr>
        <p:spPr>
          <a:xfrm>
            <a:off x="1004940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 txBox="1"/>
          <p:nvPr/>
        </p:nvSpPr>
        <p:spPr>
          <a:xfrm>
            <a:off x="960084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1046412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8" name=""/>
          <p:cNvSpPr/>
          <p:nvPr/>
        </p:nvSpPr>
        <p:spPr>
          <a:xfrm>
            <a:off x="1046412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9" name=""/>
          <p:cNvSpPr txBox="1"/>
          <p:nvPr/>
        </p:nvSpPr>
        <p:spPr>
          <a:xfrm>
            <a:off x="1001556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1087848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1" name=""/>
          <p:cNvSpPr/>
          <p:nvPr/>
        </p:nvSpPr>
        <p:spPr>
          <a:xfrm>
            <a:off x="1087848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2" name=""/>
          <p:cNvSpPr txBox="1"/>
          <p:nvPr/>
        </p:nvSpPr>
        <p:spPr>
          <a:xfrm>
            <a:off x="1042992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1129320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4" name=""/>
          <p:cNvSpPr/>
          <p:nvPr/>
        </p:nvSpPr>
        <p:spPr>
          <a:xfrm>
            <a:off x="1129320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5" name=""/>
          <p:cNvSpPr txBox="1"/>
          <p:nvPr/>
        </p:nvSpPr>
        <p:spPr>
          <a:xfrm>
            <a:off x="10844640" y="3915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1170792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7" name=""/>
          <p:cNvSpPr/>
          <p:nvPr/>
        </p:nvSpPr>
        <p:spPr>
          <a:xfrm>
            <a:off x="1170792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8" name=""/>
          <p:cNvSpPr txBox="1"/>
          <p:nvPr/>
        </p:nvSpPr>
        <p:spPr>
          <a:xfrm>
            <a:off x="11224800" y="391572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12122280" y="38462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0" name=""/>
          <p:cNvSpPr/>
          <p:nvPr/>
        </p:nvSpPr>
        <p:spPr>
          <a:xfrm>
            <a:off x="12122280" y="38462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1" name=""/>
          <p:cNvSpPr txBox="1"/>
          <p:nvPr/>
        </p:nvSpPr>
        <p:spPr>
          <a:xfrm>
            <a:off x="11639160" y="391572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2" name=""/>
          <p:cNvSpPr txBox="1"/>
          <p:nvPr/>
        </p:nvSpPr>
        <p:spPr>
          <a:xfrm>
            <a:off x="12053880" y="391572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9182520" y="5904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4" name=""/>
          <p:cNvSpPr/>
          <p:nvPr/>
        </p:nvSpPr>
        <p:spPr>
          <a:xfrm flipH="1">
            <a:off x="9182520" y="5904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5" name=""/>
          <p:cNvSpPr txBox="1"/>
          <p:nvPr/>
        </p:nvSpPr>
        <p:spPr>
          <a:xfrm>
            <a:off x="9825120" y="4074840"/>
            <a:ext cx="1722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Allele count (2 × n_patients)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9182520" y="9194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7" name=""/>
          <p:cNvSpPr/>
          <p:nvPr/>
        </p:nvSpPr>
        <p:spPr>
          <a:xfrm flipH="1">
            <a:off x="9182520" y="9194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8" name=""/>
          <p:cNvSpPr txBox="1"/>
          <p:nvPr/>
        </p:nvSpPr>
        <p:spPr>
          <a:xfrm>
            <a:off x="8524080" y="533880"/>
            <a:ext cx="616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C*01:02:01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9182520" y="12488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0" name=""/>
          <p:cNvSpPr/>
          <p:nvPr/>
        </p:nvSpPr>
        <p:spPr>
          <a:xfrm flipH="1">
            <a:off x="9182520" y="12488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1" name=""/>
          <p:cNvSpPr txBox="1"/>
          <p:nvPr/>
        </p:nvSpPr>
        <p:spPr>
          <a:xfrm>
            <a:off x="8524080" y="862920"/>
            <a:ext cx="616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C*14:02:01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52" name=""/>
          <p:cNvSpPr/>
          <p:nvPr/>
        </p:nvSpPr>
        <p:spPr>
          <a:xfrm>
            <a:off x="9182520" y="15778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3" name=""/>
          <p:cNvSpPr/>
          <p:nvPr/>
        </p:nvSpPr>
        <p:spPr>
          <a:xfrm flipH="1">
            <a:off x="9182520" y="15778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4" name=""/>
          <p:cNvSpPr txBox="1"/>
          <p:nvPr/>
        </p:nvSpPr>
        <p:spPr>
          <a:xfrm>
            <a:off x="8350560" y="1192320"/>
            <a:ext cx="790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C*03:04:01:01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55" name=""/>
          <p:cNvSpPr/>
          <p:nvPr/>
        </p:nvSpPr>
        <p:spPr>
          <a:xfrm>
            <a:off x="9182520" y="19072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6" name=""/>
          <p:cNvSpPr/>
          <p:nvPr/>
        </p:nvSpPr>
        <p:spPr>
          <a:xfrm flipH="1">
            <a:off x="9182520" y="19072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7" name=""/>
          <p:cNvSpPr txBox="1"/>
          <p:nvPr/>
        </p:nvSpPr>
        <p:spPr>
          <a:xfrm>
            <a:off x="8524080" y="1521360"/>
            <a:ext cx="616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C*03:03:01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9182520" y="22363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9" name=""/>
          <p:cNvSpPr/>
          <p:nvPr/>
        </p:nvSpPr>
        <p:spPr>
          <a:xfrm flipH="1">
            <a:off x="9182520" y="22363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0" name=""/>
          <p:cNvSpPr txBox="1"/>
          <p:nvPr/>
        </p:nvSpPr>
        <p:spPr>
          <a:xfrm>
            <a:off x="8350560" y="1850760"/>
            <a:ext cx="790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C*04:01:01:01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9182520" y="25657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2" name=""/>
          <p:cNvSpPr/>
          <p:nvPr/>
        </p:nvSpPr>
        <p:spPr>
          <a:xfrm flipH="1">
            <a:off x="9182520" y="25657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3" name=""/>
          <p:cNvSpPr txBox="1"/>
          <p:nvPr/>
        </p:nvSpPr>
        <p:spPr>
          <a:xfrm>
            <a:off x="8697600" y="2179800"/>
            <a:ext cx="44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C*07:06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9182520" y="28947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5" name=""/>
          <p:cNvSpPr/>
          <p:nvPr/>
        </p:nvSpPr>
        <p:spPr>
          <a:xfrm flipH="1">
            <a:off x="9182520" y="28947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6" name=""/>
          <p:cNvSpPr txBox="1"/>
          <p:nvPr/>
        </p:nvSpPr>
        <p:spPr>
          <a:xfrm>
            <a:off x="8524080" y="2509200"/>
            <a:ext cx="616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C*03:02:01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9182520" y="32241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8" name=""/>
          <p:cNvSpPr/>
          <p:nvPr/>
        </p:nvSpPr>
        <p:spPr>
          <a:xfrm flipH="1">
            <a:off x="9182520" y="32241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9" name=""/>
          <p:cNvSpPr txBox="1"/>
          <p:nvPr/>
        </p:nvSpPr>
        <p:spPr>
          <a:xfrm>
            <a:off x="8524080" y="2838240"/>
            <a:ext cx="616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C*08:01:01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9182520" y="35532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1" name=""/>
          <p:cNvSpPr/>
          <p:nvPr/>
        </p:nvSpPr>
        <p:spPr>
          <a:xfrm flipH="1">
            <a:off x="9182520" y="35532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2" name=""/>
          <p:cNvSpPr txBox="1"/>
          <p:nvPr/>
        </p:nvSpPr>
        <p:spPr>
          <a:xfrm>
            <a:off x="8350560" y="3167640"/>
            <a:ext cx="790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C*07:02:01:01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9220320" y="458640"/>
            <a:ext cx="2487960" cy="263880"/>
          </a:xfrm>
          <a:custGeom>
            <a:avLst/>
            <a:gdLst/>
            <a:ahLst/>
            <a:rect l="0" t="0" r="r" b="b"/>
            <a:pathLst>
              <a:path w="6911" h="733">
                <a:moveTo>
                  <a:pt x="0" y="733"/>
                </a:moveTo>
                <a:lnTo>
                  <a:pt x="6911" y="733"/>
                </a:lnTo>
                <a:lnTo>
                  <a:pt x="6911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74" name=""/>
          <p:cNvSpPr/>
          <p:nvPr/>
        </p:nvSpPr>
        <p:spPr>
          <a:xfrm>
            <a:off x="9220320" y="788040"/>
            <a:ext cx="1244160" cy="263520"/>
          </a:xfrm>
          <a:custGeom>
            <a:avLst/>
            <a:gdLst/>
            <a:ahLst/>
            <a:rect l="0" t="0" r="r" b="b"/>
            <a:pathLst>
              <a:path w="3456" h="732">
                <a:moveTo>
                  <a:pt x="0" y="732"/>
                </a:moveTo>
                <a:lnTo>
                  <a:pt x="3456" y="732"/>
                </a:lnTo>
                <a:lnTo>
                  <a:pt x="3456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75" name=""/>
          <p:cNvSpPr/>
          <p:nvPr/>
        </p:nvSpPr>
        <p:spPr>
          <a:xfrm>
            <a:off x="9220320" y="1117080"/>
            <a:ext cx="1036800" cy="263880"/>
          </a:xfrm>
          <a:custGeom>
            <a:avLst/>
            <a:gdLst/>
            <a:ahLst/>
            <a:rect l="0" t="0" r="r" b="b"/>
            <a:pathLst>
              <a:path w="2880" h="733">
                <a:moveTo>
                  <a:pt x="0" y="733"/>
                </a:moveTo>
                <a:lnTo>
                  <a:pt x="2880" y="733"/>
                </a:lnTo>
                <a:lnTo>
                  <a:pt x="2880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76" name=""/>
          <p:cNvSpPr/>
          <p:nvPr/>
        </p:nvSpPr>
        <p:spPr>
          <a:xfrm>
            <a:off x="9220320" y="1446480"/>
            <a:ext cx="1036800" cy="263520"/>
          </a:xfrm>
          <a:custGeom>
            <a:avLst/>
            <a:gdLst/>
            <a:ahLst/>
            <a:rect l="0" t="0" r="r" b="b"/>
            <a:pathLst>
              <a:path w="2880" h="732">
                <a:moveTo>
                  <a:pt x="0" y="732"/>
                </a:moveTo>
                <a:lnTo>
                  <a:pt x="2880" y="732"/>
                </a:lnTo>
                <a:lnTo>
                  <a:pt x="2880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77" name=""/>
          <p:cNvSpPr/>
          <p:nvPr/>
        </p:nvSpPr>
        <p:spPr>
          <a:xfrm>
            <a:off x="9220320" y="1775520"/>
            <a:ext cx="829440" cy="263880"/>
          </a:xfrm>
          <a:custGeom>
            <a:avLst/>
            <a:gdLst/>
            <a:ahLst/>
            <a:rect l="0" t="0" r="r" b="b"/>
            <a:pathLst>
              <a:path w="2304" h="733">
                <a:moveTo>
                  <a:pt x="0" y="733"/>
                </a:moveTo>
                <a:lnTo>
                  <a:pt x="2304" y="733"/>
                </a:lnTo>
                <a:lnTo>
                  <a:pt x="2304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78" name=""/>
          <p:cNvSpPr/>
          <p:nvPr/>
        </p:nvSpPr>
        <p:spPr>
          <a:xfrm>
            <a:off x="9220320" y="2104920"/>
            <a:ext cx="829440" cy="263520"/>
          </a:xfrm>
          <a:custGeom>
            <a:avLst/>
            <a:gdLst/>
            <a:ahLst/>
            <a:rect l="0" t="0" r="r" b="b"/>
            <a:pathLst>
              <a:path w="2304" h="732">
                <a:moveTo>
                  <a:pt x="0" y="732"/>
                </a:moveTo>
                <a:lnTo>
                  <a:pt x="2304" y="732"/>
                </a:lnTo>
                <a:lnTo>
                  <a:pt x="2304" y="0"/>
                </a:ln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79" name=""/>
          <p:cNvSpPr/>
          <p:nvPr/>
        </p:nvSpPr>
        <p:spPr>
          <a:xfrm>
            <a:off x="9220320" y="2433960"/>
            <a:ext cx="622440" cy="263880"/>
          </a:xfrm>
          <a:custGeom>
            <a:avLst/>
            <a:gdLst/>
            <a:ahLst/>
            <a:rect l="0" t="0" r="r" b="b"/>
            <a:pathLst>
              <a:path w="1729" h="733">
                <a:moveTo>
                  <a:pt x="0" y="733"/>
                </a:moveTo>
                <a:lnTo>
                  <a:pt x="1729" y="733"/>
                </a:lnTo>
                <a:lnTo>
                  <a:pt x="1729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0" name=""/>
          <p:cNvSpPr/>
          <p:nvPr/>
        </p:nvSpPr>
        <p:spPr>
          <a:xfrm>
            <a:off x="9220320" y="2763000"/>
            <a:ext cx="622440" cy="264240"/>
          </a:xfrm>
          <a:custGeom>
            <a:avLst/>
            <a:gdLst/>
            <a:ahLst/>
            <a:rect l="0" t="0" r="r" b="b"/>
            <a:pathLst>
              <a:path w="1729" h="734">
                <a:moveTo>
                  <a:pt x="0" y="734"/>
                </a:moveTo>
                <a:lnTo>
                  <a:pt x="1729" y="734"/>
                </a:lnTo>
                <a:lnTo>
                  <a:pt x="1729" y="0"/>
                </a:lnTo>
                <a:lnTo>
                  <a:pt x="0" y="0"/>
                </a:lnTo>
                <a:lnTo>
                  <a:pt x="0" y="734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1" name=""/>
          <p:cNvSpPr/>
          <p:nvPr/>
        </p:nvSpPr>
        <p:spPr>
          <a:xfrm>
            <a:off x="9220320" y="3092400"/>
            <a:ext cx="622440" cy="263880"/>
          </a:xfrm>
          <a:custGeom>
            <a:avLst/>
            <a:gdLst/>
            <a:ahLst/>
            <a:rect l="0" t="0" r="r" b="b"/>
            <a:pathLst>
              <a:path w="1729" h="733">
                <a:moveTo>
                  <a:pt x="0" y="733"/>
                </a:moveTo>
                <a:lnTo>
                  <a:pt x="1729" y="733"/>
                </a:lnTo>
                <a:lnTo>
                  <a:pt x="1729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2" name=""/>
          <p:cNvSpPr/>
          <p:nvPr/>
        </p:nvSpPr>
        <p:spPr>
          <a:xfrm>
            <a:off x="9220320" y="3421440"/>
            <a:ext cx="415080" cy="263880"/>
          </a:xfrm>
          <a:custGeom>
            <a:avLst/>
            <a:gdLst/>
            <a:ahLst/>
            <a:rect l="0" t="0" r="r" b="b"/>
            <a:pathLst>
              <a:path w="1153" h="733">
                <a:moveTo>
                  <a:pt x="0" y="733"/>
                </a:moveTo>
                <a:lnTo>
                  <a:pt x="1153" y="733"/>
                </a:lnTo>
                <a:lnTo>
                  <a:pt x="1153" y="0"/>
                </a:lnTo>
                <a:lnTo>
                  <a:pt x="0" y="0"/>
                </a:lnTo>
                <a:lnTo>
                  <a:pt x="0" y="733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3" name=""/>
          <p:cNvSpPr/>
          <p:nvPr/>
        </p:nvSpPr>
        <p:spPr>
          <a:xfrm>
            <a:off x="11707920" y="45864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4" name=""/>
          <p:cNvSpPr/>
          <p:nvPr/>
        </p:nvSpPr>
        <p:spPr>
          <a:xfrm>
            <a:off x="10464120" y="788040"/>
            <a:ext cx="0" cy="263160"/>
          </a:xfrm>
          <a:custGeom>
            <a:avLst/>
            <a:gdLst/>
            <a:ahLst/>
            <a:rect l="0" t="0" r="r" b="b"/>
            <a:pathLst>
              <a:path w="0" h="731">
                <a:moveTo>
                  <a:pt x="0" y="731"/>
                </a:move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5" name=""/>
          <p:cNvSpPr/>
          <p:nvPr/>
        </p:nvSpPr>
        <p:spPr>
          <a:xfrm>
            <a:off x="10256760" y="111708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6" name=""/>
          <p:cNvSpPr/>
          <p:nvPr/>
        </p:nvSpPr>
        <p:spPr>
          <a:xfrm>
            <a:off x="10256760" y="1446480"/>
            <a:ext cx="0" cy="263160"/>
          </a:xfrm>
          <a:custGeom>
            <a:avLst/>
            <a:gdLst/>
            <a:ahLst/>
            <a:rect l="0" t="0" r="r" b="b"/>
            <a:pathLst>
              <a:path w="0" h="731">
                <a:moveTo>
                  <a:pt x="0" y="731"/>
                </a:move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7" name=""/>
          <p:cNvSpPr/>
          <p:nvPr/>
        </p:nvSpPr>
        <p:spPr>
          <a:xfrm>
            <a:off x="10049400" y="177552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8" name=""/>
          <p:cNvSpPr/>
          <p:nvPr/>
        </p:nvSpPr>
        <p:spPr>
          <a:xfrm>
            <a:off x="10049400" y="2104920"/>
            <a:ext cx="0" cy="263160"/>
          </a:xfrm>
          <a:custGeom>
            <a:avLst/>
            <a:gdLst/>
            <a:ahLst/>
            <a:rect l="0" t="0" r="r" b="b"/>
            <a:pathLst>
              <a:path w="0" h="731">
                <a:moveTo>
                  <a:pt x="0" y="731"/>
                </a:moveTo>
                <a:lnTo>
                  <a:pt x="0" y="0"/>
                </a:lnTo>
                <a:lnTo>
                  <a:pt x="0" y="731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89" name=""/>
          <p:cNvSpPr/>
          <p:nvPr/>
        </p:nvSpPr>
        <p:spPr>
          <a:xfrm>
            <a:off x="9842400" y="243396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90" name=""/>
          <p:cNvSpPr/>
          <p:nvPr/>
        </p:nvSpPr>
        <p:spPr>
          <a:xfrm>
            <a:off x="9842400" y="276300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91" name=""/>
          <p:cNvSpPr/>
          <p:nvPr/>
        </p:nvSpPr>
        <p:spPr>
          <a:xfrm>
            <a:off x="9842400" y="309240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92" name=""/>
          <p:cNvSpPr/>
          <p:nvPr/>
        </p:nvSpPr>
        <p:spPr>
          <a:xfrm>
            <a:off x="9635040" y="3421440"/>
            <a:ext cx="0" cy="263520"/>
          </a:xfrm>
          <a:custGeom>
            <a:avLst/>
            <a:gdLst/>
            <a:ahLst/>
            <a:rect l="0" t="0" r="r" b="b"/>
            <a:pathLst>
              <a:path w="0" h="732">
                <a:moveTo>
                  <a:pt x="0" y="732"/>
                </a:moveTo>
                <a:lnTo>
                  <a:pt x="0" y="0"/>
                </a:lnTo>
                <a:lnTo>
                  <a:pt x="0" y="732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93" name=""/>
          <p:cNvSpPr/>
          <p:nvPr/>
        </p:nvSpPr>
        <p:spPr>
          <a:xfrm flipV="1">
            <a:off x="9220320" y="297360"/>
            <a:ext cx="0" cy="35488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94" name=""/>
          <p:cNvSpPr/>
          <p:nvPr/>
        </p:nvSpPr>
        <p:spPr>
          <a:xfrm>
            <a:off x="9220320" y="3846240"/>
            <a:ext cx="29350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95" name=""/>
          <p:cNvSpPr txBox="1"/>
          <p:nvPr/>
        </p:nvSpPr>
        <p:spPr>
          <a:xfrm>
            <a:off x="8350560" y="3496680"/>
            <a:ext cx="790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C*06:02:01:01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96" name=""/>
          <p:cNvSpPr txBox="1"/>
          <p:nvPr/>
        </p:nvSpPr>
        <p:spPr>
          <a:xfrm>
            <a:off x="11759760" y="522000"/>
            <a:ext cx="15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97" name=""/>
          <p:cNvSpPr txBox="1"/>
          <p:nvPr/>
        </p:nvSpPr>
        <p:spPr>
          <a:xfrm>
            <a:off x="10515960" y="8510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98" name=""/>
          <p:cNvSpPr txBox="1"/>
          <p:nvPr/>
        </p:nvSpPr>
        <p:spPr>
          <a:xfrm>
            <a:off x="10308960" y="11804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99" name=""/>
          <p:cNvSpPr txBox="1"/>
          <p:nvPr/>
        </p:nvSpPr>
        <p:spPr>
          <a:xfrm>
            <a:off x="10308960" y="15094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00" name=""/>
          <p:cNvSpPr txBox="1"/>
          <p:nvPr/>
        </p:nvSpPr>
        <p:spPr>
          <a:xfrm>
            <a:off x="10101600" y="18388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01" name=""/>
          <p:cNvSpPr txBox="1"/>
          <p:nvPr/>
        </p:nvSpPr>
        <p:spPr>
          <a:xfrm>
            <a:off x="10101600" y="21679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02" name=""/>
          <p:cNvSpPr txBox="1"/>
          <p:nvPr/>
        </p:nvSpPr>
        <p:spPr>
          <a:xfrm>
            <a:off x="9894240" y="24973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03" name=""/>
          <p:cNvSpPr txBox="1"/>
          <p:nvPr/>
        </p:nvSpPr>
        <p:spPr>
          <a:xfrm>
            <a:off x="9894240" y="282636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04" name=""/>
          <p:cNvSpPr txBox="1"/>
          <p:nvPr/>
        </p:nvSpPr>
        <p:spPr>
          <a:xfrm>
            <a:off x="9894240" y="315576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05" name=""/>
          <p:cNvSpPr txBox="1"/>
          <p:nvPr/>
        </p:nvSpPr>
        <p:spPr>
          <a:xfrm>
            <a:off x="9686880" y="34848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06" name=""/>
          <p:cNvSpPr/>
          <p:nvPr/>
        </p:nvSpPr>
        <p:spPr>
          <a:xfrm>
            <a:off x="10351800" y="3513240"/>
            <a:ext cx="203400" cy="71640"/>
          </a:xfrm>
          <a:custGeom>
            <a:avLst/>
            <a:gdLst/>
            <a:ahLst/>
            <a:rect l="0" t="0" r="r" b="b"/>
            <a:pathLst>
              <a:path w="565" h="199">
                <a:moveTo>
                  <a:pt x="0" y="199"/>
                </a:moveTo>
                <a:lnTo>
                  <a:pt x="565" y="199"/>
                </a:lnTo>
                <a:lnTo>
                  <a:pt x="565" y="0"/>
                </a:lnTo>
                <a:lnTo>
                  <a:pt x="0" y="0"/>
                </a:lnTo>
                <a:lnTo>
                  <a:pt x="0" y="199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307" name=""/>
          <p:cNvSpPr txBox="1"/>
          <p:nvPr/>
        </p:nvSpPr>
        <p:spPr>
          <a:xfrm>
            <a:off x="9279360" y="68040"/>
            <a:ext cx="121068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6aed5"/>
                </a:solidFill>
                <a:latin typeface="DejaVuSans"/>
              </a:rPr>
              <a:t>HLA-C  (top 10)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10351800" y="3662640"/>
            <a:ext cx="203400" cy="71280"/>
          </a:xfrm>
          <a:custGeom>
            <a:avLst/>
            <a:gdLst/>
            <a:ahLst/>
            <a:rect l="0" t="0" r="r" b="b"/>
            <a:pathLst>
              <a:path w="565" h="198">
                <a:moveTo>
                  <a:pt x="0" y="198"/>
                </a:moveTo>
                <a:lnTo>
                  <a:pt x="565" y="198"/>
                </a:lnTo>
                <a:lnTo>
                  <a:pt x="565" y="0"/>
                </a:lnTo>
                <a:lnTo>
                  <a:pt x="0" y="0"/>
                </a:lnTo>
                <a:lnTo>
                  <a:pt x="0" y="198"/>
                </a:lnTo>
                <a:close/>
              </a:path>
            </a:pathLst>
          </a:custGeom>
          <a:solidFill>
            <a:srgbClr val="d4a300">
              <a:alpha val="92000"/>
            </a:srgbClr>
          </a:solidFill>
          <a:ln w="126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309" name=""/>
          <p:cNvSpPr txBox="1"/>
          <p:nvPr/>
        </p:nvSpPr>
        <p:spPr>
          <a:xfrm>
            <a:off x="10636560" y="3490200"/>
            <a:ext cx="13190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heterozygous allele count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10" name=""/>
          <p:cNvSpPr txBox="1"/>
          <p:nvPr/>
        </p:nvSpPr>
        <p:spPr>
          <a:xfrm>
            <a:off x="10636560" y="3639600"/>
            <a:ext cx="14364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from homozygous genotype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11" name="TextBox 310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8A — HLA allele frequency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4411800" cy="3635640"/>
          </a:xfrm>
          <a:custGeom>
            <a:avLst/>
            <a:gdLst/>
            <a:ahLst/>
            <a:rect l="0" t="0" r="r" b="b"/>
            <a:pathLst>
              <a:path w="12255" h="10099">
                <a:moveTo>
                  <a:pt x="0" y="10099"/>
                </a:moveTo>
                <a:lnTo>
                  <a:pt x="12255" y="10099"/>
                </a:lnTo>
                <a:lnTo>
                  <a:pt x="12255" y="0"/>
                </a:lnTo>
                <a:lnTo>
                  <a:pt x="0" y="0"/>
                </a:lnTo>
                <a:lnTo>
                  <a:pt x="0" y="1009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93200" y="92160"/>
            <a:ext cx="3827160" cy="3027960"/>
          </a:xfrm>
          <a:custGeom>
            <a:avLst/>
            <a:gdLst/>
            <a:ahLst/>
            <a:rect l="0" t="0" r="r" b="b"/>
            <a:pathLst>
              <a:path w="10631" h="8411">
                <a:moveTo>
                  <a:pt x="0" y="8411"/>
                </a:moveTo>
                <a:lnTo>
                  <a:pt x="10631" y="8411"/>
                </a:lnTo>
                <a:lnTo>
                  <a:pt x="10631" y="0"/>
                </a:lnTo>
                <a:lnTo>
                  <a:pt x="0" y="0"/>
                </a:lnTo>
                <a:lnTo>
                  <a:pt x="0" y="841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039680" y="3119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039680" y="3119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950840" y="3119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950840" y="3119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003680" y="3240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862000" y="3119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2862000" y="3119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914840" y="3240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3773160" y="3119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3773160" y="3119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825640" y="3240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3736800" y="3240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455040" y="3119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 flipH="1">
            <a:off x="455040" y="3119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>
            <a:off x="1432080" y="3399480"/>
            <a:ext cx="1937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homozygous HLA class-I loci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455040" y="2693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 flipH="1">
            <a:off x="455040" y="2693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>
            <a:off x="338040" y="30571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455040" y="2266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455040" y="2266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338040" y="26308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455040" y="1840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455040" y="1840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338040" y="22042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455040" y="1414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455040" y="1414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338040" y="17780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455040" y="987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455040" y="987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338040" y="13514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455040" y="561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455040" y="561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264960" y="9252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455040" y="13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455040" y="13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264960" y="4986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264960" y="723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 flipV="1">
            <a:off x="1324440" y="92160"/>
            <a:ext cx="0" cy="3027600"/>
          </a:xfrm>
          <a:prstGeom prst="line">
            <a:avLst/>
          </a:prstGeom>
          <a:ln w="13680">
            <a:solidFill>
              <a:srgbClr val="0a7d6e"/>
            </a:solidFill>
            <a:custDash>
              <a:ds d="376316" sp="163158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/>
          <p:nvPr/>
        </p:nvSpPr>
        <p:spPr>
          <a:xfrm flipV="1">
            <a:off x="1039680" y="92160"/>
            <a:ext cx="0" cy="3027600"/>
          </a:xfrm>
          <a:prstGeom prst="line">
            <a:avLst/>
          </a:prstGeom>
          <a:ln w="13680">
            <a:solidFill>
              <a:srgbClr val="c53e1f"/>
            </a:solidFill>
            <a:custDash>
              <a:ds d="376316" sp="163158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" name=""/>
          <p:cNvSpPr/>
          <p:nvPr/>
        </p:nvSpPr>
        <p:spPr>
          <a:xfrm flipV="1">
            <a:off x="493200" y="92160"/>
            <a:ext cx="0" cy="30276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>
            <a:off x="493200" y="3119760"/>
            <a:ext cx="38268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/>
          <p:nvPr/>
        </p:nvSpPr>
        <p:spPr>
          <a:xfrm>
            <a:off x="806040" y="294336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4" y="388"/>
                </a:moveTo>
                <a:cubicBezTo>
                  <a:pt x="245" y="388"/>
                  <a:pt x="295" y="367"/>
                  <a:pt x="331" y="331"/>
                </a:cubicBezTo>
                <a:cubicBezTo>
                  <a:pt x="368" y="295"/>
                  <a:pt x="388" y="246"/>
                  <a:pt x="388" y="195"/>
                </a:cubicBezTo>
                <a:cubicBezTo>
                  <a:pt x="388" y="143"/>
                  <a:pt x="368" y="93"/>
                  <a:pt x="331" y="57"/>
                </a:cubicBezTo>
                <a:cubicBezTo>
                  <a:pt x="295" y="21"/>
                  <a:pt x="245" y="0"/>
                  <a:pt x="194" y="0"/>
                </a:cubicBezTo>
                <a:cubicBezTo>
                  <a:pt x="142" y="0"/>
                  <a:pt x="93" y="21"/>
                  <a:pt x="57" y="57"/>
                </a:cubicBezTo>
                <a:cubicBezTo>
                  <a:pt x="21" y="93"/>
                  <a:pt x="0" y="143"/>
                  <a:pt x="0" y="195"/>
                </a:cubicBezTo>
                <a:cubicBezTo>
                  <a:pt x="0" y="246"/>
                  <a:pt x="21" y="295"/>
                  <a:pt x="57" y="331"/>
                </a:cubicBezTo>
                <a:cubicBezTo>
                  <a:pt x="93" y="367"/>
                  <a:pt x="142" y="388"/>
                  <a:pt x="194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806040" y="273024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4" y="388"/>
                </a:moveTo>
                <a:cubicBezTo>
                  <a:pt x="245" y="388"/>
                  <a:pt x="295" y="367"/>
                  <a:pt x="331" y="331"/>
                </a:cubicBezTo>
                <a:cubicBezTo>
                  <a:pt x="368" y="294"/>
                  <a:pt x="388" y="245"/>
                  <a:pt x="388" y="193"/>
                </a:cubicBezTo>
                <a:cubicBezTo>
                  <a:pt x="388" y="142"/>
                  <a:pt x="368" y="93"/>
                  <a:pt x="331" y="57"/>
                </a:cubicBezTo>
                <a:cubicBezTo>
                  <a:pt x="295" y="20"/>
                  <a:pt x="245" y="0"/>
                  <a:pt x="194" y="0"/>
                </a:cubicBezTo>
                <a:cubicBezTo>
                  <a:pt x="142" y="0"/>
                  <a:pt x="93" y="20"/>
                  <a:pt x="57" y="57"/>
                </a:cubicBezTo>
                <a:cubicBezTo>
                  <a:pt x="21" y="93"/>
                  <a:pt x="0" y="142"/>
                  <a:pt x="0" y="193"/>
                </a:cubicBezTo>
                <a:cubicBezTo>
                  <a:pt x="0" y="245"/>
                  <a:pt x="21" y="294"/>
                  <a:pt x="57" y="331"/>
                </a:cubicBezTo>
                <a:cubicBezTo>
                  <a:pt x="93" y="367"/>
                  <a:pt x="142" y="388"/>
                  <a:pt x="194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806040" y="251712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4" y="387"/>
                </a:moveTo>
                <a:cubicBezTo>
                  <a:pt x="245" y="387"/>
                  <a:pt x="295" y="367"/>
                  <a:pt x="331" y="331"/>
                </a:cubicBezTo>
                <a:cubicBezTo>
                  <a:pt x="368" y="294"/>
                  <a:pt x="388" y="245"/>
                  <a:pt x="388" y="194"/>
                </a:cubicBezTo>
                <a:cubicBezTo>
                  <a:pt x="388" y="142"/>
                  <a:pt x="368" y="93"/>
                  <a:pt x="331" y="56"/>
                </a:cubicBezTo>
                <a:cubicBezTo>
                  <a:pt x="295" y="20"/>
                  <a:pt x="245" y="0"/>
                  <a:pt x="194" y="0"/>
                </a:cubicBezTo>
                <a:cubicBezTo>
                  <a:pt x="142" y="0"/>
                  <a:pt x="93" y="20"/>
                  <a:pt x="57" y="56"/>
                </a:cubicBezTo>
                <a:cubicBezTo>
                  <a:pt x="21" y="93"/>
                  <a:pt x="0" y="142"/>
                  <a:pt x="0" y="194"/>
                </a:cubicBezTo>
                <a:cubicBezTo>
                  <a:pt x="0" y="245"/>
                  <a:pt x="21" y="294"/>
                  <a:pt x="57" y="331"/>
                </a:cubicBezTo>
                <a:cubicBezTo>
                  <a:pt x="93" y="367"/>
                  <a:pt x="142" y="387"/>
                  <a:pt x="194" y="387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806040" y="230400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4" y="387"/>
                </a:moveTo>
                <a:cubicBezTo>
                  <a:pt x="245" y="387"/>
                  <a:pt x="295" y="367"/>
                  <a:pt x="331" y="329"/>
                </a:cubicBezTo>
                <a:cubicBezTo>
                  <a:pt x="368" y="293"/>
                  <a:pt x="388" y="244"/>
                  <a:pt x="388" y="193"/>
                </a:cubicBezTo>
                <a:cubicBezTo>
                  <a:pt x="388" y="142"/>
                  <a:pt x="368" y="92"/>
                  <a:pt x="331" y="56"/>
                </a:cubicBezTo>
                <a:cubicBezTo>
                  <a:pt x="295" y="20"/>
                  <a:pt x="245" y="0"/>
                  <a:pt x="194" y="0"/>
                </a:cubicBezTo>
                <a:cubicBezTo>
                  <a:pt x="142" y="0"/>
                  <a:pt x="93" y="20"/>
                  <a:pt x="57" y="56"/>
                </a:cubicBezTo>
                <a:cubicBezTo>
                  <a:pt x="21" y="92"/>
                  <a:pt x="0" y="142"/>
                  <a:pt x="0" y="193"/>
                </a:cubicBezTo>
                <a:cubicBezTo>
                  <a:pt x="0" y="244"/>
                  <a:pt x="21" y="293"/>
                  <a:pt x="57" y="329"/>
                </a:cubicBezTo>
                <a:cubicBezTo>
                  <a:pt x="93" y="367"/>
                  <a:pt x="142" y="387"/>
                  <a:pt x="194" y="387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806040" y="209052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4" y="388"/>
                </a:moveTo>
                <a:cubicBezTo>
                  <a:pt x="245" y="388"/>
                  <a:pt x="295" y="367"/>
                  <a:pt x="331" y="331"/>
                </a:cubicBezTo>
                <a:cubicBezTo>
                  <a:pt x="368" y="295"/>
                  <a:pt x="388" y="246"/>
                  <a:pt x="388" y="195"/>
                </a:cubicBezTo>
                <a:cubicBezTo>
                  <a:pt x="388" y="142"/>
                  <a:pt x="368" y="93"/>
                  <a:pt x="331" y="57"/>
                </a:cubicBezTo>
                <a:cubicBezTo>
                  <a:pt x="295" y="21"/>
                  <a:pt x="245" y="0"/>
                  <a:pt x="194" y="0"/>
                </a:cubicBezTo>
                <a:cubicBezTo>
                  <a:pt x="142" y="0"/>
                  <a:pt x="93" y="21"/>
                  <a:pt x="57" y="57"/>
                </a:cubicBezTo>
                <a:cubicBezTo>
                  <a:pt x="21" y="93"/>
                  <a:pt x="0" y="142"/>
                  <a:pt x="0" y="195"/>
                </a:cubicBezTo>
                <a:cubicBezTo>
                  <a:pt x="0" y="246"/>
                  <a:pt x="21" y="295"/>
                  <a:pt x="57" y="331"/>
                </a:cubicBezTo>
                <a:cubicBezTo>
                  <a:pt x="93" y="367"/>
                  <a:pt x="142" y="388"/>
                  <a:pt x="194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806040" y="187740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4" y="388"/>
                </a:moveTo>
                <a:cubicBezTo>
                  <a:pt x="245" y="388"/>
                  <a:pt x="295" y="366"/>
                  <a:pt x="331" y="330"/>
                </a:cubicBezTo>
                <a:cubicBezTo>
                  <a:pt x="368" y="294"/>
                  <a:pt x="388" y="245"/>
                  <a:pt x="388" y="193"/>
                </a:cubicBezTo>
                <a:cubicBezTo>
                  <a:pt x="388" y="142"/>
                  <a:pt x="368" y="93"/>
                  <a:pt x="331" y="57"/>
                </a:cubicBezTo>
                <a:cubicBezTo>
                  <a:pt x="295" y="20"/>
                  <a:pt x="245" y="0"/>
                  <a:pt x="194" y="0"/>
                </a:cubicBezTo>
                <a:cubicBezTo>
                  <a:pt x="142" y="0"/>
                  <a:pt x="93" y="20"/>
                  <a:pt x="57" y="57"/>
                </a:cubicBezTo>
                <a:cubicBezTo>
                  <a:pt x="21" y="93"/>
                  <a:pt x="0" y="142"/>
                  <a:pt x="0" y="193"/>
                </a:cubicBezTo>
                <a:cubicBezTo>
                  <a:pt x="0" y="245"/>
                  <a:pt x="21" y="294"/>
                  <a:pt x="57" y="330"/>
                </a:cubicBezTo>
                <a:cubicBezTo>
                  <a:pt x="93" y="366"/>
                  <a:pt x="142" y="388"/>
                  <a:pt x="194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806040" y="166428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4" y="387"/>
                </a:moveTo>
                <a:cubicBezTo>
                  <a:pt x="245" y="387"/>
                  <a:pt x="295" y="367"/>
                  <a:pt x="331" y="331"/>
                </a:cubicBezTo>
                <a:cubicBezTo>
                  <a:pt x="368" y="294"/>
                  <a:pt x="388" y="245"/>
                  <a:pt x="388" y="193"/>
                </a:cubicBezTo>
                <a:cubicBezTo>
                  <a:pt x="388" y="142"/>
                  <a:pt x="368" y="93"/>
                  <a:pt x="331" y="56"/>
                </a:cubicBezTo>
                <a:cubicBezTo>
                  <a:pt x="295" y="20"/>
                  <a:pt x="245" y="0"/>
                  <a:pt x="194" y="0"/>
                </a:cubicBezTo>
                <a:cubicBezTo>
                  <a:pt x="142" y="0"/>
                  <a:pt x="93" y="20"/>
                  <a:pt x="57" y="56"/>
                </a:cubicBezTo>
                <a:cubicBezTo>
                  <a:pt x="21" y="93"/>
                  <a:pt x="0" y="142"/>
                  <a:pt x="0" y="193"/>
                </a:cubicBezTo>
                <a:cubicBezTo>
                  <a:pt x="0" y="245"/>
                  <a:pt x="21" y="294"/>
                  <a:pt x="57" y="331"/>
                </a:cubicBezTo>
                <a:cubicBezTo>
                  <a:pt x="93" y="367"/>
                  <a:pt x="142" y="387"/>
                  <a:pt x="194" y="387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806040" y="145116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4" y="387"/>
                </a:moveTo>
                <a:cubicBezTo>
                  <a:pt x="245" y="387"/>
                  <a:pt x="295" y="367"/>
                  <a:pt x="331" y="330"/>
                </a:cubicBezTo>
                <a:cubicBezTo>
                  <a:pt x="368" y="294"/>
                  <a:pt x="388" y="245"/>
                  <a:pt x="388" y="194"/>
                </a:cubicBezTo>
                <a:cubicBezTo>
                  <a:pt x="388" y="143"/>
                  <a:pt x="368" y="93"/>
                  <a:pt x="331" y="57"/>
                </a:cubicBezTo>
                <a:cubicBezTo>
                  <a:pt x="295" y="20"/>
                  <a:pt x="245" y="0"/>
                  <a:pt x="194" y="0"/>
                </a:cubicBezTo>
                <a:cubicBezTo>
                  <a:pt x="142" y="0"/>
                  <a:pt x="93" y="20"/>
                  <a:pt x="57" y="57"/>
                </a:cubicBezTo>
                <a:cubicBezTo>
                  <a:pt x="21" y="93"/>
                  <a:pt x="0" y="143"/>
                  <a:pt x="0" y="194"/>
                </a:cubicBezTo>
                <a:cubicBezTo>
                  <a:pt x="0" y="245"/>
                  <a:pt x="21" y="294"/>
                  <a:pt x="57" y="330"/>
                </a:cubicBezTo>
                <a:cubicBezTo>
                  <a:pt x="93" y="367"/>
                  <a:pt x="142" y="387"/>
                  <a:pt x="194" y="387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806040" y="123768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4" y="388"/>
                </a:moveTo>
                <a:cubicBezTo>
                  <a:pt x="245" y="388"/>
                  <a:pt x="295" y="367"/>
                  <a:pt x="331" y="331"/>
                </a:cubicBezTo>
                <a:cubicBezTo>
                  <a:pt x="368" y="295"/>
                  <a:pt x="388" y="246"/>
                  <a:pt x="388" y="194"/>
                </a:cubicBezTo>
                <a:cubicBezTo>
                  <a:pt x="388" y="142"/>
                  <a:pt x="368" y="93"/>
                  <a:pt x="331" y="57"/>
                </a:cubicBezTo>
                <a:cubicBezTo>
                  <a:pt x="295" y="21"/>
                  <a:pt x="245" y="0"/>
                  <a:pt x="194" y="0"/>
                </a:cubicBezTo>
                <a:cubicBezTo>
                  <a:pt x="142" y="0"/>
                  <a:pt x="93" y="21"/>
                  <a:pt x="57" y="57"/>
                </a:cubicBezTo>
                <a:cubicBezTo>
                  <a:pt x="21" y="93"/>
                  <a:pt x="0" y="142"/>
                  <a:pt x="0" y="194"/>
                </a:cubicBezTo>
                <a:cubicBezTo>
                  <a:pt x="0" y="246"/>
                  <a:pt x="21" y="295"/>
                  <a:pt x="57" y="331"/>
                </a:cubicBezTo>
                <a:cubicBezTo>
                  <a:pt x="93" y="367"/>
                  <a:pt x="142" y="388"/>
                  <a:pt x="194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806040" y="102456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4" y="388"/>
                </a:moveTo>
                <a:cubicBezTo>
                  <a:pt x="245" y="388"/>
                  <a:pt x="295" y="367"/>
                  <a:pt x="331" y="331"/>
                </a:cubicBezTo>
                <a:cubicBezTo>
                  <a:pt x="368" y="295"/>
                  <a:pt x="388" y="246"/>
                  <a:pt x="388" y="194"/>
                </a:cubicBezTo>
                <a:cubicBezTo>
                  <a:pt x="388" y="143"/>
                  <a:pt x="368" y="94"/>
                  <a:pt x="331" y="58"/>
                </a:cubicBezTo>
                <a:cubicBezTo>
                  <a:pt x="295" y="20"/>
                  <a:pt x="245" y="0"/>
                  <a:pt x="194" y="0"/>
                </a:cubicBezTo>
                <a:cubicBezTo>
                  <a:pt x="142" y="0"/>
                  <a:pt x="93" y="20"/>
                  <a:pt x="57" y="58"/>
                </a:cubicBezTo>
                <a:cubicBezTo>
                  <a:pt x="21" y="94"/>
                  <a:pt x="0" y="143"/>
                  <a:pt x="0" y="194"/>
                </a:cubicBezTo>
                <a:cubicBezTo>
                  <a:pt x="0" y="246"/>
                  <a:pt x="21" y="295"/>
                  <a:pt x="57" y="331"/>
                </a:cubicBezTo>
                <a:cubicBezTo>
                  <a:pt x="93" y="367"/>
                  <a:pt x="142" y="388"/>
                  <a:pt x="194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806040" y="81144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4" y="387"/>
                </a:moveTo>
                <a:cubicBezTo>
                  <a:pt x="245" y="387"/>
                  <a:pt x="295" y="367"/>
                  <a:pt x="331" y="331"/>
                </a:cubicBezTo>
                <a:cubicBezTo>
                  <a:pt x="368" y="294"/>
                  <a:pt x="388" y="244"/>
                  <a:pt x="388" y="193"/>
                </a:cubicBezTo>
                <a:cubicBezTo>
                  <a:pt x="388" y="142"/>
                  <a:pt x="368" y="93"/>
                  <a:pt x="331" y="56"/>
                </a:cubicBezTo>
                <a:cubicBezTo>
                  <a:pt x="295" y="20"/>
                  <a:pt x="245" y="0"/>
                  <a:pt x="194" y="0"/>
                </a:cubicBezTo>
                <a:cubicBezTo>
                  <a:pt x="142" y="0"/>
                  <a:pt x="93" y="20"/>
                  <a:pt x="57" y="56"/>
                </a:cubicBezTo>
                <a:cubicBezTo>
                  <a:pt x="21" y="93"/>
                  <a:pt x="0" y="142"/>
                  <a:pt x="0" y="193"/>
                </a:cubicBezTo>
                <a:cubicBezTo>
                  <a:pt x="0" y="244"/>
                  <a:pt x="21" y="294"/>
                  <a:pt x="57" y="331"/>
                </a:cubicBezTo>
                <a:cubicBezTo>
                  <a:pt x="93" y="367"/>
                  <a:pt x="142" y="387"/>
                  <a:pt x="194" y="387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90" name=""/>
          <p:cNvSpPr txBox="1"/>
          <p:nvPr/>
        </p:nvSpPr>
        <p:spPr>
          <a:xfrm rot="16200000">
            <a:off x="-469800" y="1533240"/>
            <a:ext cx="1229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Number of patients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1717200" y="294336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5" y="388"/>
                </a:moveTo>
                <a:cubicBezTo>
                  <a:pt x="246" y="388"/>
                  <a:pt x="295" y="367"/>
                  <a:pt x="331" y="331"/>
                </a:cubicBezTo>
                <a:cubicBezTo>
                  <a:pt x="367" y="295"/>
                  <a:pt x="388" y="246"/>
                  <a:pt x="388" y="195"/>
                </a:cubicBezTo>
                <a:cubicBezTo>
                  <a:pt x="388" y="143"/>
                  <a:pt x="367" y="93"/>
                  <a:pt x="331" y="57"/>
                </a:cubicBezTo>
                <a:cubicBezTo>
                  <a:pt x="295" y="21"/>
                  <a:pt x="246" y="0"/>
                  <a:pt x="195" y="0"/>
                </a:cubicBezTo>
                <a:cubicBezTo>
                  <a:pt x="143" y="0"/>
                  <a:pt x="94" y="21"/>
                  <a:pt x="58" y="57"/>
                </a:cubicBezTo>
                <a:cubicBezTo>
                  <a:pt x="21" y="93"/>
                  <a:pt x="0" y="143"/>
                  <a:pt x="0" y="195"/>
                </a:cubicBezTo>
                <a:cubicBezTo>
                  <a:pt x="0" y="246"/>
                  <a:pt x="21" y="295"/>
                  <a:pt x="58" y="331"/>
                </a:cubicBezTo>
                <a:cubicBezTo>
                  <a:pt x="94" y="367"/>
                  <a:pt x="143" y="388"/>
                  <a:pt x="195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1717200" y="273024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5" y="388"/>
                </a:moveTo>
                <a:cubicBezTo>
                  <a:pt x="246" y="388"/>
                  <a:pt x="295" y="367"/>
                  <a:pt x="331" y="331"/>
                </a:cubicBezTo>
                <a:cubicBezTo>
                  <a:pt x="367" y="294"/>
                  <a:pt x="388" y="245"/>
                  <a:pt x="388" y="193"/>
                </a:cubicBezTo>
                <a:cubicBezTo>
                  <a:pt x="388" y="142"/>
                  <a:pt x="367" y="93"/>
                  <a:pt x="331" y="57"/>
                </a:cubicBezTo>
                <a:cubicBezTo>
                  <a:pt x="295" y="20"/>
                  <a:pt x="246" y="0"/>
                  <a:pt x="195" y="0"/>
                </a:cubicBezTo>
                <a:cubicBezTo>
                  <a:pt x="143" y="0"/>
                  <a:pt x="94" y="20"/>
                  <a:pt x="58" y="57"/>
                </a:cubicBezTo>
                <a:cubicBezTo>
                  <a:pt x="21" y="93"/>
                  <a:pt x="0" y="142"/>
                  <a:pt x="0" y="193"/>
                </a:cubicBezTo>
                <a:cubicBezTo>
                  <a:pt x="0" y="245"/>
                  <a:pt x="21" y="294"/>
                  <a:pt x="58" y="331"/>
                </a:cubicBezTo>
                <a:cubicBezTo>
                  <a:pt x="94" y="367"/>
                  <a:pt x="143" y="388"/>
                  <a:pt x="195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1717200" y="251712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5" y="387"/>
                </a:moveTo>
                <a:cubicBezTo>
                  <a:pt x="246" y="387"/>
                  <a:pt x="295" y="367"/>
                  <a:pt x="331" y="331"/>
                </a:cubicBezTo>
                <a:cubicBezTo>
                  <a:pt x="367" y="294"/>
                  <a:pt x="388" y="245"/>
                  <a:pt x="388" y="194"/>
                </a:cubicBezTo>
                <a:cubicBezTo>
                  <a:pt x="388" y="142"/>
                  <a:pt x="367" y="93"/>
                  <a:pt x="331" y="56"/>
                </a:cubicBezTo>
                <a:cubicBezTo>
                  <a:pt x="295" y="20"/>
                  <a:pt x="246" y="0"/>
                  <a:pt x="195" y="0"/>
                </a:cubicBezTo>
                <a:cubicBezTo>
                  <a:pt x="143" y="0"/>
                  <a:pt x="94" y="20"/>
                  <a:pt x="58" y="56"/>
                </a:cubicBezTo>
                <a:cubicBezTo>
                  <a:pt x="21" y="93"/>
                  <a:pt x="0" y="142"/>
                  <a:pt x="0" y="194"/>
                </a:cubicBezTo>
                <a:cubicBezTo>
                  <a:pt x="0" y="245"/>
                  <a:pt x="21" y="294"/>
                  <a:pt x="58" y="331"/>
                </a:cubicBezTo>
                <a:cubicBezTo>
                  <a:pt x="94" y="367"/>
                  <a:pt x="143" y="387"/>
                  <a:pt x="195" y="387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1717200" y="2304000"/>
            <a:ext cx="139680" cy="139320"/>
          </a:xfrm>
          <a:custGeom>
            <a:avLst/>
            <a:gdLst/>
            <a:ahLst/>
            <a:rect l="0" t="0" r="r" b="b"/>
            <a:pathLst>
              <a:path w="388" h="387">
                <a:moveTo>
                  <a:pt x="195" y="387"/>
                </a:moveTo>
                <a:cubicBezTo>
                  <a:pt x="246" y="387"/>
                  <a:pt x="295" y="367"/>
                  <a:pt x="331" y="329"/>
                </a:cubicBezTo>
                <a:cubicBezTo>
                  <a:pt x="367" y="293"/>
                  <a:pt x="388" y="244"/>
                  <a:pt x="388" y="193"/>
                </a:cubicBezTo>
                <a:cubicBezTo>
                  <a:pt x="388" y="142"/>
                  <a:pt x="367" y="92"/>
                  <a:pt x="331" y="56"/>
                </a:cubicBezTo>
                <a:cubicBezTo>
                  <a:pt x="295" y="20"/>
                  <a:pt x="246" y="0"/>
                  <a:pt x="195" y="0"/>
                </a:cubicBezTo>
                <a:cubicBezTo>
                  <a:pt x="143" y="0"/>
                  <a:pt x="94" y="20"/>
                  <a:pt x="58" y="56"/>
                </a:cubicBezTo>
                <a:cubicBezTo>
                  <a:pt x="21" y="92"/>
                  <a:pt x="0" y="142"/>
                  <a:pt x="0" y="193"/>
                </a:cubicBezTo>
                <a:cubicBezTo>
                  <a:pt x="0" y="244"/>
                  <a:pt x="21" y="293"/>
                  <a:pt x="58" y="329"/>
                </a:cubicBezTo>
                <a:cubicBezTo>
                  <a:pt x="94" y="367"/>
                  <a:pt x="143" y="387"/>
                  <a:pt x="195" y="387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1717200" y="2090520"/>
            <a:ext cx="139680" cy="139680"/>
          </a:xfrm>
          <a:custGeom>
            <a:avLst/>
            <a:gdLst/>
            <a:ahLst/>
            <a:rect l="0" t="0" r="r" b="b"/>
            <a:pathLst>
              <a:path w="388" h="388">
                <a:moveTo>
                  <a:pt x="195" y="388"/>
                </a:moveTo>
                <a:cubicBezTo>
                  <a:pt x="246" y="388"/>
                  <a:pt x="295" y="367"/>
                  <a:pt x="331" y="331"/>
                </a:cubicBezTo>
                <a:cubicBezTo>
                  <a:pt x="367" y="295"/>
                  <a:pt x="388" y="246"/>
                  <a:pt x="388" y="195"/>
                </a:cubicBezTo>
                <a:cubicBezTo>
                  <a:pt x="388" y="142"/>
                  <a:pt x="367" y="93"/>
                  <a:pt x="331" y="57"/>
                </a:cubicBezTo>
                <a:cubicBezTo>
                  <a:pt x="295" y="21"/>
                  <a:pt x="246" y="0"/>
                  <a:pt x="195" y="0"/>
                </a:cubicBezTo>
                <a:cubicBezTo>
                  <a:pt x="143" y="0"/>
                  <a:pt x="94" y="21"/>
                  <a:pt x="58" y="57"/>
                </a:cubicBezTo>
                <a:cubicBezTo>
                  <a:pt x="21" y="93"/>
                  <a:pt x="0" y="142"/>
                  <a:pt x="0" y="195"/>
                </a:cubicBezTo>
                <a:cubicBezTo>
                  <a:pt x="0" y="246"/>
                  <a:pt x="21" y="295"/>
                  <a:pt x="58" y="331"/>
                </a:cubicBezTo>
                <a:cubicBezTo>
                  <a:pt x="94" y="367"/>
                  <a:pt x="143" y="388"/>
                  <a:pt x="195" y="388"/>
                </a:cubicBezTo>
                <a:close/>
              </a:path>
            </a:pathLst>
          </a:custGeom>
          <a:solidFill>
            <a:srgbClr val="0a7d6e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96" name=""/>
          <p:cNvSpPr txBox="1"/>
          <p:nvPr/>
        </p:nvSpPr>
        <p:spPr>
          <a:xfrm>
            <a:off x="796320" y="572400"/>
            <a:ext cx="159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11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1134360" y="2943360"/>
            <a:ext cx="139320" cy="139680"/>
          </a:xfrm>
          <a:custGeom>
            <a:avLst/>
            <a:gdLst/>
            <a:ahLst/>
            <a:rect l="0" t="0" r="r" b="b"/>
            <a:pathLst>
              <a:path w="387" h="388">
                <a:moveTo>
                  <a:pt x="194" y="388"/>
                </a:moveTo>
                <a:cubicBezTo>
                  <a:pt x="245" y="388"/>
                  <a:pt x="294" y="367"/>
                  <a:pt x="330" y="331"/>
                </a:cubicBezTo>
                <a:cubicBezTo>
                  <a:pt x="367" y="295"/>
                  <a:pt x="387" y="246"/>
                  <a:pt x="387" y="195"/>
                </a:cubicBezTo>
                <a:cubicBezTo>
                  <a:pt x="387" y="143"/>
                  <a:pt x="367" y="93"/>
                  <a:pt x="330" y="57"/>
                </a:cubicBezTo>
                <a:cubicBezTo>
                  <a:pt x="294" y="21"/>
                  <a:pt x="245" y="0"/>
                  <a:pt x="194" y="0"/>
                </a:cubicBezTo>
                <a:cubicBezTo>
                  <a:pt x="143" y="0"/>
                  <a:pt x="92" y="21"/>
                  <a:pt x="56" y="57"/>
                </a:cubicBezTo>
                <a:cubicBezTo>
                  <a:pt x="20" y="93"/>
                  <a:pt x="0" y="143"/>
                  <a:pt x="0" y="195"/>
                </a:cubicBezTo>
                <a:cubicBezTo>
                  <a:pt x="0" y="246"/>
                  <a:pt x="20" y="295"/>
                  <a:pt x="56" y="331"/>
                </a:cubicBezTo>
                <a:cubicBezTo>
                  <a:pt x="92" y="367"/>
                  <a:pt x="143" y="388"/>
                  <a:pt x="194" y="38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1134360" y="2730240"/>
            <a:ext cx="139320" cy="139680"/>
          </a:xfrm>
          <a:custGeom>
            <a:avLst/>
            <a:gdLst/>
            <a:ahLst/>
            <a:rect l="0" t="0" r="r" b="b"/>
            <a:pathLst>
              <a:path w="387" h="388">
                <a:moveTo>
                  <a:pt x="194" y="388"/>
                </a:moveTo>
                <a:cubicBezTo>
                  <a:pt x="245" y="388"/>
                  <a:pt x="294" y="367"/>
                  <a:pt x="330" y="331"/>
                </a:cubicBezTo>
                <a:cubicBezTo>
                  <a:pt x="367" y="294"/>
                  <a:pt x="387" y="245"/>
                  <a:pt x="387" y="193"/>
                </a:cubicBezTo>
                <a:cubicBezTo>
                  <a:pt x="387" y="142"/>
                  <a:pt x="367" y="93"/>
                  <a:pt x="330" y="57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7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5"/>
                  <a:pt x="20" y="294"/>
                  <a:pt x="56" y="331"/>
                </a:cubicBezTo>
                <a:cubicBezTo>
                  <a:pt x="92" y="367"/>
                  <a:pt x="143" y="388"/>
                  <a:pt x="194" y="38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1134360" y="251712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0" y="331"/>
                </a:cubicBezTo>
                <a:cubicBezTo>
                  <a:pt x="367" y="294"/>
                  <a:pt x="387" y="245"/>
                  <a:pt x="387" y="194"/>
                </a:cubicBezTo>
                <a:cubicBezTo>
                  <a:pt x="387" y="142"/>
                  <a:pt x="367" y="93"/>
                  <a:pt x="330" y="56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6"/>
                </a:cubicBezTo>
                <a:cubicBezTo>
                  <a:pt x="20" y="93"/>
                  <a:pt x="0" y="142"/>
                  <a:pt x="0" y="194"/>
                </a:cubicBezTo>
                <a:cubicBezTo>
                  <a:pt x="0" y="245"/>
                  <a:pt x="20" y="294"/>
                  <a:pt x="56" y="331"/>
                </a:cubicBezTo>
                <a:cubicBezTo>
                  <a:pt x="92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1134360" y="230400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0" y="329"/>
                </a:cubicBezTo>
                <a:cubicBezTo>
                  <a:pt x="367" y="293"/>
                  <a:pt x="387" y="244"/>
                  <a:pt x="387" y="193"/>
                </a:cubicBezTo>
                <a:cubicBezTo>
                  <a:pt x="387" y="142"/>
                  <a:pt x="367" y="92"/>
                  <a:pt x="330" y="56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6"/>
                </a:cubicBezTo>
                <a:cubicBezTo>
                  <a:pt x="20" y="92"/>
                  <a:pt x="0" y="142"/>
                  <a:pt x="0" y="193"/>
                </a:cubicBezTo>
                <a:cubicBezTo>
                  <a:pt x="0" y="244"/>
                  <a:pt x="20" y="293"/>
                  <a:pt x="56" y="329"/>
                </a:cubicBezTo>
                <a:cubicBezTo>
                  <a:pt x="92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1" name=""/>
          <p:cNvSpPr/>
          <p:nvPr/>
        </p:nvSpPr>
        <p:spPr>
          <a:xfrm>
            <a:off x="1134360" y="2090520"/>
            <a:ext cx="139320" cy="139680"/>
          </a:xfrm>
          <a:custGeom>
            <a:avLst/>
            <a:gdLst/>
            <a:ahLst/>
            <a:rect l="0" t="0" r="r" b="b"/>
            <a:pathLst>
              <a:path w="387" h="388">
                <a:moveTo>
                  <a:pt x="194" y="388"/>
                </a:moveTo>
                <a:cubicBezTo>
                  <a:pt x="245" y="388"/>
                  <a:pt x="294" y="367"/>
                  <a:pt x="330" y="331"/>
                </a:cubicBezTo>
                <a:cubicBezTo>
                  <a:pt x="367" y="295"/>
                  <a:pt x="387" y="246"/>
                  <a:pt x="387" y="195"/>
                </a:cubicBezTo>
                <a:cubicBezTo>
                  <a:pt x="387" y="142"/>
                  <a:pt x="367" y="93"/>
                  <a:pt x="330" y="57"/>
                </a:cubicBezTo>
                <a:cubicBezTo>
                  <a:pt x="294" y="21"/>
                  <a:pt x="245" y="0"/>
                  <a:pt x="194" y="0"/>
                </a:cubicBezTo>
                <a:cubicBezTo>
                  <a:pt x="143" y="0"/>
                  <a:pt x="92" y="21"/>
                  <a:pt x="56" y="57"/>
                </a:cubicBezTo>
                <a:cubicBezTo>
                  <a:pt x="20" y="93"/>
                  <a:pt x="0" y="142"/>
                  <a:pt x="0" y="195"/>
                </a:cubicBezTo>
                <a:cubicBezTo>
                  <a:pt x="0" y="246"/>
                  <a:pt x="20" y="295"/>
                  <a:pt x="56" y="331"/>
                </a:cubicBezTo>
                <a:cubicBezTo>
                  <a:pt x="92" y="367"/>
                  <a:pt x="143" y="388"/>
                  <a:pt x="194" y="38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2" name=""/>
          <p:cNvSpPr/>
          <p:nvPr/>
        </p:nvSpPr>
        <p:spPr>
          <a:xfrm>
            <a:off x="1134360" y="1877400"/>
            <a:ext cx="139320" cy="139680"/>
          </a:xfrm>
          <a:custGeom>
            <a:avLst/>
            <a:gdLst/>
            <a:ahLst/>
            <a:rect l="0" t="0" r="r" b="b"/>
            <a:pathLst>
              <a:path w="387" h="388">
                <a:moveTo>
                  <a:pt x="194" y="388"/>
                </a:moveTo>
                <a:cubicBezTo>
                  <a:pt x="245" y="388"/>
                  <a:pt x="294" y="366"/>
                  <a:pt x="330" y="330"/>
                </a:cubicBezTo>
                <a:cubicBezTo>
                  <a:pt x="367" y="294"/>
                  <a:pt x="387" y="245"/>
                  <a:pt x="387" y="193"/>
                </a:cubicBezTo>
                <a:cubicBezTo>
                  <a:pt x="387" y="142"/>
                  <a:pt x="367" y="93"/>
                  <a:pt x="330" y="57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7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5"/>
                  <a:pt x="20" y="294"/>
                  <a:pt x="56" y="330"/>
                </a:cubicBezTo>
                <a:cubicBezTo>
                  <a:pt x="92" y="366"/>
                  <a:pt x="143" y="388"/>
                  <a:pt x="194" y="38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1134360" y="166428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0" y="331"/>
                </a:cubicBezTo>
                <a:cubicBezTo>
                  <a:pt x="367" y="294"/>
                  <a:pt x="387" y="245"/>
                  <a:pt x="387" y="193"/>
                </a:cubicBezTo>
                <a:cubicBezTo>
                  <a:pt x="387" y="142"/>
                  <a:pt x="367" y="93"/>
                  <a:pt x="330" y="56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6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5"/>
                  <a:pt x="20" y="294"/>
                  <a:pt x="56" y="331"/>
                </a:cubicBezTo>
                <a:cubicBezTo>
                  <a:pt x="92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4" name=""/>
          <p:cNvSpPr/>
          <p:nvPr/>
        </p:nvSpPr>
        <p:spPr>
          <a:xfrm>
            <a:off x="1134360" y="145116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0" y="330"/>
                </a:cubicBezTo>
                <a:cubicBezTo>
                  <a:pt x="367" y="294"/>
                  <a:pt x="387" y="245"/>
                  <a:pt x="387" y="194"/>
                </a:cubicBezTo>
                <a:cubicBezTo>
                  <a:pt x="387" y="143"/>
                  <a:pt x="367" y="93"/>
                  <a:pt x="330" y="57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7"/>
                </a:cubicBezTo>
                <a:cubicBezTo>
                  <a:pt x="20" y="93"/>
                  <a:pt x="0" y="143"/>
                  <a:pt x="0" y="194"/>
                </a:cubicBezTo>
                <a:cubicBezTo>
                  <a:pt x="0" y="245"/>
                  <a:pt x="20" y="294"/>
                  <a:pt x="56" y="330"/>
                </a:cubicBezTo>
                <a:cubicBezTo>
                  <a:pt x="92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5" name=""/>
          <p:cNvSpPr/>
          <p:nvPr/>
        </p:nvSpPr>
        <p:spPr>
          <a:xfrm>
            <a:off x="1134360" y="1237680"/>
            <a:ext cx="139320" cy="139680"/>
          </a:xfrm>
          <a:custGeom>
            <a:avLst/>
            <a:gdLst/>
            <a:ahLst/>
            <a:rect l="0" t="0" r="r" b="b"/>
            <a:pathLst>
              <a:path w="387" h="388">
                <a:moveTo>
                  <a:pt x="194" y="388"/>
                </a:moveTo>
                <a:cubicBezTo>
                  <a:pt x="245" y="388"/>
                  <a:pt x="294" y="367"/>
                  <a:pt x="330" y="331"/>
                </a:cubicBezTo>
                <a:cubicBezTo>
                  <a:pt x="367" y="295"/>
                  <a:pt x="387" y="246"/>
                  <a:pt x="387" y="194"/>
                </a:cubicBezTo>
                <a:cubicBezTo>
                  <a:pt x="387" y="142"/>
                  <a:pt x="367" y="93"/>
                  <a:pt x="330" y="57"/>
                </a:cubicBezTo>
                <a:cubicBezTo>
                  <a:pt x="294" y="21"/>
                  <a:pt x="245" y="0"/>
                  <a:pt x="194" y="0"/>
                </a:cubicBezTo>
                <a:cubicBezTo>
                  <a:pt x="143" y="0"/>
                  <a:pt x="92" y="21"/>
                  <a:pt x="56" y="57"/>
                </a:cubicBezTo>
                <a:cubicBezTo>
                  <a:pt x="20" y="93"/>
                  <a:pt x="0" y="142"/>
                  <a:pt x="0" y="194"/>
                </a:cubicBezTo>
                <a:cubicBezTo>
                  <a:pt x="0" y="246"/>
                  <a:pt x="20" y="295"/>
                  <a:pt x="56" y="331"/>
                </a:cubicBezTo>
                <a:cubicBezTo>
                  <a:pt x="92" y="367"/>
                  <a:pt x="143" y="388"/>
                  <a:pt x="194" y="38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1134360" y="1024560"/>
            <a:ext cx="139320" cy="139680"/>
          </a:xfrm>
          <a:custGeom>
            <a:avLst/>
            <a:gdLst/>
            <a:ahLst/>
            <a:rect l="0" t="0" r="r" b="b"/>
            <a:pathLst>
              <a:path w="387" h="388">
                <a:moveTo>
                  <a:pt x="194" y="388"/>
                </a:moveTo>
                <a:cubicBezTo>
                  <a:pt x="245" y="388"/>
                  <a:pt x="294" y="367"/>
                  <a:pt x="330" y="331"/>
                </a:cubicBezTo>
                <a:cubicBezTo>
                  <a:pt x="367" y="295"/>
                  <a:pt x="387" y="246"/>
                  <a:pt x="387" y="194"/>
                </a:cubicBezTo>
                <a:cubicBezTo>
                  <a:pt x="387" y="143"/>
                  <a:pt x="367" y="94"/>
                  <a:pt x="330" y="58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8"/>
                </a:cubicBezTo>
                <a:cubicBezTo>
                  <a:pt x="20" y="94"/>
                  <a:pt x="0" y="143"/>
                  <a:pt x="0" y="194"/>
                </a:cubicBezTo>
                <a:cubicBezTo>
                  <a:pt x="0" y="246"/>
                  <a:pt x="20" y="295"/>
                  <a:pt x="56" y="331"/>
                </a:cubicBezTo>
                <a:cubicBezTo>
                  <a:pt x="92" y="367"/>
                  <a:pt x="143" y="388"/>
                  <a:pt x="194" y="388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7" name=""/>
          <p:cNvSpPr/>
          <p:nvPr/>
        </p:nvSpPr>
        <p:spPr>
          <a:xfrm>
            <a:off x="1134360" y="81144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0" y="331"/>
                </a:cubicBezTo>
                <a:cubicBezTo>
                  <a:pt x="367" y="294"/>
                  <a:pt x="387" y="244"/>
                  <a:pt x="387" y="193"/>
                </a:cubicBezTo>
                <a:cubicBezTo>
                  <a:pt x="387" y="142"/>
                  <a:pt x="367" y="93"/>
                  <a:pt x="330" y="56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6"/>
                </a:cubicBezTo>
                <a:cubicBezTo>
                  <a:pt x="20" y="93"/>
                  <a:pt x="0" y="142"/>
                  <a:pt x="0" y="193"/>
                </a:cubicBezTo>
                <a:cubicBezTo>
                  <a:pt x="0" y="244"/>
                  <a:pt x="20" y="294"/>
                  <a:pt x="56" y="331"/>
                </a:cubicBezTo>
                <a:cubicBezTo>
                  <a:pt x="92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8" name=""/>
          <p:cNvSpPr/>
          <p:nvPr/>
        </p:nvSpPr>
        <p:spPr>
          <a:xfrm>
            <a:off x="1134360" y="598320"/>
            <a:ext cx="139320" cy="139320"/>
          </a:xfrm>
          <a:custGeom>
            <a:avLst/>
            <a:gdLst/>
            <a:ahLst/>
            <a:rect l="0" t="0" r="r" b="b"/>
            <a:pathLst>
              <a:path w="387" h="387">
                <a:moveTo>
                  <a:pt x="194" y="387"/>
                </a:moveTo>
                <a:cubicBezTo>
                  <a:pt x="245" y="387"/>
                  <a:pt x="294" y="367"/>
                  <a:pt x="330" y="330"/>
                </a:cubicBezTo>
                <a:cubicBezTo>
                  <a:pt x="367" y="294"/>
                  <a:pt x="387" y="245"/>
                  <a:pt x="387" y="194"/>
                </a:cubicBezTo>
                <a:cubicBezTo>
                  <a:pt x="387" y="143"/>
                  <a:pt x="367" y="93"/>
                  <a:pt x="330" y="56"/>
                </a:cubicBezTo>
                <a:cubicBezTo>
                  <a:pt x="294" y="20"/>
                  <a:pt x="245" y="0"/>
                  <a:pt x="194" y="0"/>
                </a:cubicBezTo>
                <a:cubicBezTo>
                  <a:pt x="143" y="0"/>
                  <a:pt x="92" y="20"/>
                  <a:pt x="56" y="56"/>
                </a:cubicBezTo>
                <a:cubicBezTo>
                  <a:pt x="20" y="93"/>
                  <a:pt x="0" y="143"/>
                  <a:pt x="0" y="194"/>
                </a:cubicBezTo>
                <a:cubicBezTo>
                  <a:pt x="0" y="245"/>
                  <a:pt x="20" y="294"/>
                  <a:pt x="56" y="330"/>
                </a:cubicBezTo>
                <a:cubicBezTo>
                  <a:pt x="92" y="367"/>
                  <a:pt x="143" y="387"/>
                  <a:pt x="194" y="387"/>
                </a:cubicBezTo>
                <a:close/>
              </a:path>
            </a:pathLst>
          </a:custGeom>
          <a:solidFill>
            <a:srgbClr val="c53e1f">
              <a:alpha val="92000"/>
            </a:srgbClr>
          </a:solidFill>
          <a:ln w="10080">
            <a:solidFill>
              <a:srgbClr val="0e2a47">
                <a:alpha val="92000"/>
              </a:srgbClr>
            </a:solidFill>
            <a:round/>
          </a:ln>
        </p:spPr>
      </p:sp>
      <p:sp>
        <p:nvSpPr>
          <p:cNvPr id="109" name=""/>
          <p:cNvSpPr txBox="1"/>
          <p:nvPr/>
        </p:nvSpPr>
        <p:spPr>
          <a:xfrm>
            <a:off x="1747440" y="18518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1913760" y="118440"/>
            <a:ext cx="2364120" cy="309240"/>
          </a:xfrm>
          <a:custGeom>
            <a:avLst/>
            <a:gdLst/>
            <a:ahLst/>
            <a:rect l="0" t="0" r="r" b="b"/>
            <a:pathLst>
              <a:path w="6567" h="859">
                <a:moveTo>
                  <a:pt x="95" y="859"/>
                </a:moveTo>
                <a:lnTo>
                  <a:pt x="6472" y="859"/>
                </a:lnTo>
                <a:cubicBezTo>
                  <a:pt x="6536" y="859"/>
                  <a:pt x="6567" y="827"/>
                  <a:pt x="6567" y="764"/>
                </a:cubicBezTo>
                <a:lnTo>
                  <a:pt x="6567" y="95"/>
                </a:lnTo>
                <a:cubicBezTo>
                  <a:pt x="6567" y="31"/>
                  <a:pt x="6536" y="0"/>
                  <a:pt x="6472" y="0"/>
                </a:cubicBezTo>
                <a:lnTo>
                  <a:pt x="95" y="0"/>
                </a:lnTo>
                <a:cubicBezTo>
                  <a:pt x="32" y="0"/>
                  <a:pt x="0" y="31"/>
                  <a:pt x="0" y="95"/>
                </a:cubicBezTo>
                <a:lnTo>
                  <a:pt x="0" y="764"/>
                </a:lnTo>
                <a:cubicBezTo>
                  <a:pt x="0" y="827"/>
                  <a:pt x="32" y="859"/>
                  <a:pt x="95" y="859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" name=""/>
          <p:cNvSpPr txBox="1"/>
          <p:nvPr/>
        </p:nvSpPr>
        <p:spPr>
          <a:xfrm>
            <a:off x="1124280" y="359280"/>
            <a:ext cx="159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2718360" y="133560"/>
            <a:ext cx="1524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Mann–Whitney p = 0.04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3096000" y="104940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114" name=""/>
          <p:cNvSpPr txBox="1"/>
          <p:nvPr/>
        </p:nvSpPr>
        <p:spPr>
          <a:xfrm>
            <a:off x="1948320" y="262440"/>
            <a:ext cx="2294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(good mean=0.31, bad mean=0.00)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3096000" y="121752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16" name=""/>
          <p:cNvSpPr txBox="1"/>
          <p:nvPr/>
        </p:nvSpPr>
        <p:spPr>
          <a:xfrm>
            <a:off x="3416040" y="1023840"/>
            <a:ext cx="727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 (n=16)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3416040" y="1191600"/>
            <a:ext cx="694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  (n=12)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8B — HLA homozygosity by response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8115480" cy="3323880"/>
          </a:xfrm>
          <a:custGeom>
            <a:avLst/>
            <a:gdLst/>
            <a:ahLst/>
            <a:rect l="0" t="0" r="r" b="b"/>
            <a:pathLst>
              <a:path w="22543" h="9233">
                <a:moveTo>
                  <a:pt x="0" y="9233"/>
                </a:moveTo>
                <a:lnTo>
                  <a:pt x="22543" y="9233"/>
                </a:lnTo>
                <a:lnTo>
                  <a:pt x="22543" y="0"/>
                </a:lnTo>
                <a:lnTo>
                  <a:pt x="0" y="0"/>
                </a:lnTo>
                <a:lnTo>
                  <a:pt x="0" y="923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247760" y="263880"/>
            <a:ext cx="4439160" cy="2535120"/>
          </a:xfrm>
          <a:custGeom>
            <a:avLst/>
            <a:gdLst/>
            <a:ahLst/>
            <a:rect l="0" t="0" r="r" b="b"/>
            <a:pathLst>
              <a:path w="12331" h="7042">
                <a:moveTo>
                  <a:pt x="0" y="7042"/>
                </a:moveTo>
                <a:lnTo>
                  <a:pt x="12331" y="7042"/>
                </a:lnTo>
                <a:lnTo>
                  <a:pt x="12331" y="0"/>
                </a:lnTo>
                <a:lnTo>
                  <a:pt x="0" y="0"/>
                </a:lnTo>
                <a:lnTo>
                  <a:pt x="0" y="704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 txBox="1"/>
          <p:nvPr/>
        </p:nvSpPr>
        <p:spPr>
          <a:xfrm>
            <a:off x="1248840" y="2829960"/>
            <a:ext cx="5354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S22S32S1 S5 S7S10S11S12S21S26S34S35S3 S4 S9S30S2 S6 S8S14S20S23S24S25S27S28S29S31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39" name=""/>
          <p:cNvSpPr txBox="1"/>
          <p:nvPr/>
        </p:nvSpPr>
        <p:spPr>
          <a:xfrm>
            <a:off x="820800" y="1172880"/>
            <a:ext cx="384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HLA-A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0" name=""/>
          <p:cNvSpPr txBox="1"/>
          <p:nvPr/>
        </p:nvSpPr>
        <p:spPr>
          <a:xfrm>
            <a:off x="822240" y="1762560"/>
            <a:ext cx="384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HLA-B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1279440" y="971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143604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43" name=""/>
          <p:cNvSpPr/>
          <p:nvPr/>
        </p:nvSpPr>
        <p:spPr>
          <a:xfrm>
            <a:off x="159300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44" name=""/>
          <p:cNvSpPr/>
          <p:nvPr/>
        </p:nvSpPr>
        <p:spPr>
          <a:xfrm>
            <a:off x="174996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190656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46" name=""/>
          <p:cNvSpPr/>
          <p:nvPr/>
        </p:nvSpPr>
        <p:spPr>
          <a:xfrm>
            <a:off x="206352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47" name=""/>
          <p:cNvSpPr/>
          <p:nvPr/>
        </p:nvSpPr>
        <p:spPr>
          <a:xfrm>
            <a:off x="222048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48" name=""/>
          <p:cNvSpPr/>
          <p:nvPr/>
        </p:nvSpPr>
        <p:spPr>
          <a:xfrm>
            <a:off x="237708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49" name=""/>
          <p:cNvSpPr/>
          <p:nvPr/>
        </p:nvSpPr>
        <p:spPr>
          <a:xfrm>
            <a:off x="253404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269100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2847960" y="971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300456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316152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3318480" y="971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347508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363204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3789000" y="971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394560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410256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0" name=""/>
          <p:cNvSpPr/>
          <p:nvPr/>
        </p:nvSpPr>
        <p:spPr>
          <a:xfrm>
            <a:off x="425952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441612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457308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473004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488664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504360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520056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5357520" y="971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5514120" y="971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69" name=""/>
          <p:cNvSpPr/>
          <p:nvPr/>
        </p:nvSpPr>
        <p:spPr>
          <a:xfrm>
            <a:off x="1279440" y="1560600"/>
            <a:ext cx="144360" cy="542880"/>
          </a:xfrm>
          <a:custGeom>
            <a:avLst/>
            <a:gdLst/>
            <a:ahLst/>
            <a:rect l="0" t="0" r="r" b="b"/>
            <a:pathLst>
              <a:path w="401" h="1508">
                <a:moveTo>
                  <a:pt x="0" y="0"/>
                </a:moveTo>
                <a:lnTo>
                  <a:pt x="401" y="0"/>
                </a:lnTo>
                <a:lnTo>
                  <a:pt x="401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0" name=""/>
          <p:cNvSpPr/>
          <p:nvPr/>
        </p:nvSpPr>
        <p:spPr>
          <a:xfrm>
            <a:off x="143604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71" name=""/>
          <p:cNvSpPr/>
          <p:nvPr/>
        </p:nvSpPr>
        <p:spPr>
          <a:xfrm>
            <a:off x="159300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2" name=""/>
          <p:cNvSpPr/>
          <p:nvPr/>
        </p:nvSpPr>
        <p:spPr>
          <a:xfrm>
            <a:off x="174996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3" name=""/>
          <p:cNvSpPr/>
          <p:nvPr/>
        </p:nvSpPr>
        <p:spPr>
          <a:xfrm>
            <a:off x="190656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4" name=""/>
          <p:cNvSpPr/>
          <p:nvPr/>
        </p:nvSpPr>
        <p:spPr>
          <a:xfrm>
            <a:off x="206352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222048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237708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253404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269100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2847960" y="1560600"/>
            <a:ext cx="144360" cy="542880"/>
          </a:xfrm>
          <a:custGeom>
            <a:avLst/>
            <a:gdLst/>
            <a:ahLst/>
            <a:rect l="0" t="0" r="r" b="b"/>
            <a:pathLst>
              <a:path w="401" h="1508">
                <a:moveTo>
                  <a:pt x="0" y="0"/>
                </a:moveTo>
                <a:lnTo>
                  <a:pt x="401" y="0"/>
                </a:lnTo>
                <a:lnTo>
                  <a:pt x="401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80" name=""/>
          <p:cNvSpPr/>
          <p:nvPr/>
        </p:nvSpPr>
        <p:spPr>
          <a:xfrm>
            <a:off x="300456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81" name=""/>
          <p:cNvSpPr/>
          <p:nvPr/>
        </p:nvSpPr>
        <p:spPr>
          <a:xfrm>
            <a:off x="316152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82" name=""/>
          <p:cNvSpPr/>
          <p:nvPr/>
        </p:nvSpPr>
        <p:spPr>
          <a:xfrm>
            <a:off x="3318480" y="1560600"/>
            <a:ext cx="144360" cy="542880"/>
          </a:xfrm>
          <a:custGeom>
            <a:avLst/>
            <a:gdLst/>
            <a:ahLst/>
            <a:rect l="0" t="0" r="r" b="b"/>
            <a:pathLst>
              <a:path w="401" h="1508">
                <a:moveTo>
                  <a:pt x="0" y="0"/>
                </a:moveTo>
                <a:lnTo>
                  <a:pt x="401" y="0"/>
                </a:lnTo>
                <a:lnTo>
                  <a:pt x="401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83" name=""/>
          <p:cNvSpPr/>
          <p:nvPr/>
        </p:nvSpPr>
        <p:spPr>
          <a:xfrm>
            <a:off x="347508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84" name=""/>
          <p:cNvSpPr/>
          <p:nvPr/>
        </p:nvSpPr>
        <p:spPr>
          <a:xfrm>
            <a:off x="363204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85" name=""/>
          <p:cNvSpPr/>
          <p:nvPr/>
        </p:nvSpPr>
        <p:spPr>
          <a:xfrm>
            <a:off x="3789000" y="1560600"/>
            <a:ext cx="144360" cy="542880"/>
          </a:xfrm>
          <a:custGeom>
            <a:avLst/>
            <a:gdLst/>
            <a:ahLst/>
            <a:rect l="0" t="0" r="r" b="b"/>
            <a:pathLst>
              <a:path w="401" h="1508">
                <a:moveTo>
                  <a:pt x="0" y="0"/>
                </a:moveTo>
                <a:lnTo>
                  <a:pt x="401" y="0"/>
                </a:lnTo>
                <a:lnTo>
                  <a:pt x="401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86" name=""/>
          <p:cNvSpPr/>
          <p:nvPr/>
        </p:nvSpPr>
        <p:spPr>
          <a:xfrm>
            <a:off x="394560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87" name=""/>
          <p:cNvSpPr/>
          <p:nvPr/>
        </p:nvSpPr>
        <p:spPr>
          <a:xfrm>
            <a:off x="410256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88" name=""/>
          <p:cNvSpPr/>
          <p:nvPr/>
        </p:nvSpPr>
        <p:spPr>
          <a:xfrm>
            <a:off x="425952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89" name=""/>
          <p:cNvSpPr/>
          <p:nvPr/>
        </p:nvSpPr>
        <p:spPr>
          <a:xfrm>
            <a:off x="441612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457308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473004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488664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504360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520056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5357520" y="1560600"/>
            <a:ext cx="144360" cy="542880"/>
          </a:xfrm>
          <a:custGeom>
            <a:avLst/>
            <a:gdLst/>
            <a:ahLst/>
            <a:rect l="0" t="0" r="r" b="b"/>
            <a:pathLst>
              <a:path w="401" h="1508">
                <a:moveTo>
                  <a:pt x="0" y="0"/>
                </a:moveTo>
                <a:lnTo>
                  <a:pt x="401" y="0"/>
                </a:lnTo>
                <a:lnTo>
                  <a:pt x="401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5514120" y="1560600"/>
            <a:ext cx="144720" cy="542880"/>
          </a:xfrm>
          <a:custGeom>
            <a:avLst/>
            <a:gdLst/>
            <a:ahLst/>
            <a:rect l="0" t="0" r="r" b="b"/>
            <a:pathLst>
              <a:path w="402" h="1508">
                <a:moveTo>
                  <a:pt x="0" y="0"/>
                </a:moveTo>
                <a:lnTo>
                  <a:pt x="402" y="0"/>
                </a:lnTo>
                <a:lnTo>
                  <a:pt x="402" y="1508"/>
                </a:lnTo>
                <a:lnTo>
                  <a:pt x="0" y="1508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1279440" y="2150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143604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159300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174996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190656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206352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222048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237708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253404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269100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2847960" y="2150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300456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316152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3318480" y="2150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347508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363204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3789000" y="2150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394560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410256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425952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17" name=""/>
          <p:cNvSpPr/>
          <p:nvPr/>
        </p:nvSpPr>
        <p:spPr>
          <a:xfrm>
            <a:off x="441612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18" name=""/>
          <p:cNvSpPr/>
          <p:nvPr/>
        </p:nvSpPr>
        <p:spPr>
          <a:xfrm>
            <a:off x="457308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473004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488664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504360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520056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5357520" y="2150280"/>
            <a:ext cx="144360" cy="542520"/>
          </a:xfrm>
          <a:custGeom>
            <a:avLst/>
            <a:gdLst/>
            <a:ahLst/>
            <a:rect l="0" t="0" r="r" b="b"/>
            <a:pathLst>
              <a:path w="401" h="1507">
                <a:moveTo>
                  <a:pt x="0" y="0"/>
                </a:moveTo>
                <a:lnTo>
                  <a:pt x="401" y="0"/>
                </a:lnTo>
                <a:lnTo>
                  <a:pt x="401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5514120" y="2150280"/>
            <a:ext cx="144720" cy="542520"/>
          </a:xfrm>
          <a:custGeom>
            <a:avLst/>
            <a:gdLst/>
            <a:ahLst/>
            <a:rect l="0" t="0" r="r" b="b"/>
            <a:pathLst>
              <a:path w="402" h="1507">
                <a:moveTo>
                  <a:pt x="0" y="0"/>
                </a:moveTo>
                <a:lnTo>
                  <a:pt x="402" y="0"/>
                </a:lnTo>
                <a:lnTo>
                  <a:pt x="402" y="1507"/>
                </a:lnTo>
                <a:lnTo>
                  <a:pt x="0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ffffff"/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1279440" y="411120"/>
            <a:ext cx="144360" cy="413280"/>
          </a:xfrm>
          <a:custGeom>
            <a:avLst/>
            <a:gdLst/>
            <a:ahLst/>
            <a:rect l="0" t="0" r="r" b="b"/>
            <a:pathLst>
              <a:path w="401" h="1148">
                <a:moveTo>
                  <a:pt x="0" y="0"/>
                </a:moveTo>
                <a:lnTo>
                  <a:pt x="401" y="0"/>
                </a:lnTo>
                <a:lnTo>
                  <a:pt x="401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143604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159300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174996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29" name=""/>
          <p:cNvSpPr/>
          <p:nvPr/>
        </p:nvSpPr>
        <p:spPr>
          <a:xfrm>
            <a:off x="190656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206352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222048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237708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253404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269100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35" name=""/>
          <p:cNvSpPr/>
          <p:nvPr/>
        </p:nvSpPr>
        <p:spPr>
          <a:xfrm>
            <a:off x="2847960" y="411120"/>
            <a:ext cx="144360" cy="413280"/>
          </a:xfrm>
          <a:custGeom>
            <a:avLst/>
            <a:gdLst/>
            <a:ahLst/>
            <a:rect l="0" t="0" r="r" b="b"/>
            <a:pathLst>
              <a:path w="401" h="1148">
                <a:moveTo>
                  <a:pt x="0" y="0"/>
                </a:moveTo>
                <a:lnTo>
                  <a:pt x="401" y="0"/>
                </a:lnTo>
                <a:lnTo>
                  <a:pt x="401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36" name=""/>
          <p:cNvSpPr/>
          <p:nvPr/>
        </p:nvSpPr>
        <p:spPr>
          <a:xfrm>
            <a:off x="300456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ffffff"/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316152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38" name=""/>
          <p:cNvSpPr/>
          <p:nvPr/>
        </p:nvSpPr>
        <p:spPr>
          <a:xfrm>
            <a:off x="3318480" y="411120"/>
            <a:ext cx="144360" cy="413280"/>
          </a:xfrm>
          <a:custGeom>
            <a:avLst/>
            <a:gdLst/>
            <a:ahLst/>
            <a:rect l="0" t="0" r="r" b="b"/>
            <a:pathLst>
              <a:path w="401" h="1148">
                <a:moveTo>
                  <a:pt x="0" y="0"/>
                </a:moveTo>
                <a:lnTo>
                  <a:pt x="401" y="0"/>
                </a:lnTo>
                <a:lnTo>
                  <a:pt x="401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347508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0" name=""/>
          <p:cNvSpPr/>
          <p:nvPr/>
        </p:nvSpPr>
        <p:spPr>
          <a:xfrm>
            <a:off x="363204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1" name=""/>
          <p:cNvSpPr/>
          <p:nvPr/>
        </p:nvSpPr>
        <p:spPr>
          <a:xfrm>
            <a:off x="3789000" y="411120"/>
            <a:ext cx="144360" cy="413280"/>
          </a:xfrm>
          <a:custGeom>
            <a:avLst/>
            <a:gdLst/>
            <a:ahLst/>
            <a:rect l="0" t="0" r="r" b="b"/>
            <a:pathLst>
              <a:path w="401" h="1148">
                <a:moveTo>
                  <a:pt x="0" y="0"/>
                </a:moveTo>
                <a:lnTo>
                  <a:pt x="401" y="0"/>
                </a:lnTo>
                <a:lnTo>
                  <a:pt x="401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2" name=""/>
          <p:cNvSpPr/>
          <p:nvPr/>
        </p:nvSpPr>
        <p:spPr>
          <a:xfrm>
            <a:off x="394560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3" name=""/>
          <p:cNvSpPr/>
          <p:nvPr/>
        </p:nvSpPr>
        <p:spPr>
          <a:xfrm>
            <a:off x="410256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4" name=""/>
          <p:cNvSpPr/>
          <p:nvPr/>
        </p:nvSpPr>
        <p:spPr>
          <a:xfrm>
            <a:off x="425952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5" name=""/>
          <p:cNvSpPr/>
          <p:nvPr/>
        </p:nvSpPr>
        <p:spPr>
          <a:xfrm>
            <a:off x="441612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6" name=""/>
          <p:cNvSpPr/>
          <p:nvPr/>
        </p:nvSpPr>
        <p:spPr>
          <a:xfrm>
            <a:off x="457308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7" name=""/>
          <p:cNvSpPr/>
          <p:nvPr/>
        </p:nvSpPr>
        <p:spPr>
          <a:xfrm>
            <a:off x="473004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8" name=""/>
          <p:cNvSpPr/>
          <p:nvPr/>
        </p:nvSpPr>
        <p:spPr>
          <a:xfrm>
            <a:off x="488664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49" name=""/>
          <p:cNvSpPr/>
          <p:nvPr/>
        </p:nvSpPr>
        <p:spPr>
          <a:xfrm>
            <a:off x="504360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50" name=""/>
          <p:cNvSpPr/>
          <p:nvPr/>
        </p:nvSpPr>
        <p:spPr>
          <a:xfrm>
            <a:off x="520056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51" name=""/>
          <p:cNvSpPr/>
          <p:nvPr/>
        </p:nvSpPr>
        <p:spPr>
          <a:xfrm>
            <a:off x="5357520" y="411120"/>
            <a:ext cx="144360" cy="413280"/>
          </a:xfrm>
          <a:custGeom>
            <a:avLst/>
            <a:gdLst/>
            <a:ahLst/>
            <a:rect l="0" t="0" r="r" b="b"/>
            <a:pathLst>
              <a:path w="401" h="1148">
                <a:moveTo>
                  <a:pt x="0" y="0"/>
                </a:moveTo>
                <a:lnTo>
                  <a:pt x="401" y="0"/>
                </a:lnTo>
                <a:lnTo>
                  <a:pt x="401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52" name=""/>
          <p:cNvSpPr/>
          <p:nvPr/>
        </p:nvSpPr>
        <p:spPr>
          <a:xfrm>
            <a:off x="5514120" y="411120"/>
            <a:ext cx="144720" cy="413280"/>
          </a:xfrm>
          <a:custGeom>
            <a:avLst/>
            <a:gdLst/>
            <a:ahLst/>
            <a:rect l="0" t="0" r="r" b="b"/>
            <a:pathLst>
              <a:path w="402" h="1148">
                <a:moveTo>
                  <a:pt x="0" y="0"/>
                </a:moveTo>
                <a:lnTo>
                  <a:pt x="402" y="0"/>
                </a:lnTo>
                <a:lnTo>
                  <a:pt x="402" y="1148"/>
                </a:lnTo>
                <a:lnTo>
                  <a:pt x="0" y="11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ffffff"/>
            </a:solidFill>
            <a:miter/>
          </a:ln>
        </p:spPr>
      </p:sp>
      <p:sp>
        <p:nvSpPr>
          <p:cNvPr id="153" name=""/>
          <p:cNvSpPr txBox="1"/>
          <p:nvPr/>
        </p:nvSpPr>
        <p:spPr>
          <a:xfrm>
            <a:off x="815760" y="2351880"/>
            <a:ext cx="386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HLA-C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3168000" y="115164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■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5" name=""/>
          <p:cNvSpPr txBox="1"/>
          <p:nvPr/>
        </p:nvSpPr>
        <p:spPr>
          <a:xfrm>
            <a:off x="3481560" y="115164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■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6" name=""/>
          <p:cNvSpPr txBox="1"/>
          <p:nvPr/>
        </p:nvSpPr>
        <p:spPr>
          <a:xfrm>
            <a:off x="1442520" y="174096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■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3168000" y="1740960"/>
            <a:ext cx="2660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■■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8" name=""/>
          <p:cNvSpPr txBox="1"/>
          <p:nvPr/>
        </p:nvSpPr>
        <p:spPr>
          <a:xfrm>
            <a:off x="1285560" y="233064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■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59" name=""/>
          <p:cNvSpPr txBox="1"/>
          <p:nvPr/>
        </p:nvSpPr>
        <p:spPr>
          <a:xfrm>
            <a:off x="3168000" y="2330640"/>
            <a:ext cx="2660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■■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60" name=""/>
          <p:cNvSpPr txBox="1"/>
          <p:nvPr/>
        </p:nvSpPr>
        <p:spPr>
          <a:xfrm>
            <a:off x="3638520" y="233064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ffffff"/>
                </a:solidFill>
                <a:latin typeface="DejaVuSans"/>
              </a:rPr>
              <a:t>■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3703680" y="3098880"/>
            <a:ext cx="203400" cy="71640"/>
          </a:xfrm>
          <a:custGeom>
            <a:avLst/>
            <a:gdLst/>
            <a:ahLst/>
            <a:rect l="0" t="0" r="r" b="b"/>
            <a:pathLst>
              <a:path w="565" h="199">
                <a:moveTo>
                  <a:pt x="0" y="199"/>
                </a:moveTo>
                <a:lnTo>
                  <a:pt x="565" y="199"/>
                </a:lnTo>
                <a:lnTo>
                  <a:pt x="565" y="0"/>
                </a:lnTo>
                <a:lnTo>
                  <a:pt x="0" y="0"/>
                </a:lnTo>
                <a:lnTo>
                  <a:pt x="0" y="199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162" name=""/>
          <p:cNvSpPr txBox="1"/>
          <p:nvPr/>
        </p:nvSpPr>
        <p:spPr>
          <a:xfrm>
            <a:off x="658800" y="543240"/>
            <a:ext cx="592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4401000" y="3098880"/>
            <a:ext cx="203400" cy="71640"/>
          </a:xfrm>
          <a:custGeom>
            <a:avLst/>
            <a:gdLst/>
            <a:ahLst/>
            <a:rect l="0" t="0" r="r" b="b"/>
            <a:pathLst>
              <a:path w="565" h="199">
                <a:moveTo>
                  <a:pt x="0" y="199"/>
                </a:moveTo>
                <a:lnTo>
                  <a:pt x="565" y="199"/>
                </a:lnTo>
                <a:lnTo>
                  <a:pt x="565" y="0"/>
                </a:lnTo>
                <a:lnTo>
                  <a:pt x="0" y="0"/>
                </a:lnTo>
                <a:lnTo>
                  <a:pt x="0" y="199"/>
                </a:lnTo>
                <a:close/>
              </a:path>
            </a:pathLst>
          </a:custGeom>
          <a:solidFill>
            <a:srgbClr val="f1f3f5"/>
          </a:solidFill>
          <a:ln w="12600">
            <a:solidFill>
              <a:srgbClr val="5a6772"/>
            </a:solidFill>
            <a:miter/>
          </a:ln>
        </p:spPr>
      </p:sp>
      <p:sp>
        <p:nvSpPr>
          <p:cNvPr id="164" name=""/>
          <p:cNvSpPr txBox="1"/>
          <p:nvPr/>
        </p:nvSpPr>
        <p:spPr>
          <a:xfrm>
            <a:off x="3988080" y="3075840"/>
            <a:ext cx="2142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LOH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6732360" y="263880"/>
            <a:ext cx="1154520" cy="2535120"/>
          </a:xfrm>
          <a:custGeom>
            <a:avLst/>
            <a:gdLst/>
            <a:ahLst/>
            <a:rect l="0" t="0" r="r" b="b"/>
            <a:pathLst>
              <a:path w="3207" h="7042">
                <a:moveTo>
                  <a:pt x="0" y="7042"/>
                </a:moveTo>
                <a:lnTo>
                  <a:pt x="3207" y="7042"/>
                </a:lnTo>
                <a:lnTo>
                  <a:pt x="3207" y="0"/>
                </a:lnTo>
                <a:lnTo>
                  <a:pt x="0" y="0"/>
                </a:lnTo>
                <a:lnTo>
                  <a:pt x="0" y="704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66" name=""/>
          <p:cNvSpPr/>
          <p:nvPr/>
        </p:nvSpPr>
        <p:spPr>
          <a:xfrm>
            <a:off x="6732360" y="279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>
            <a:off x="6732360" y="279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 txBox="1"/>
          <p:nvPr/>
        </p:nvSpPr>
        <p:spPr>
          <a:xfrm>
            <a:off x="4685760" y="3075840"/>
            <a:ext cx="919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retained / biallelic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7372800" y="279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>
            <a:off x="7372800" y="279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>
            <a:off x="6696360" y="2862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2" name=""/>
          <p:cNvSpPr txBox="1"/>
          <p:nvPr/>
        </p:nvSpPr>
        <p:spPr>
          <a:xfrm>
            <a:off x="7300080" y="28623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6694200" y="788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4" name=""/>
          <p:cNvSpPr/>
          <p:nvPr/>
        </p:nvSpPr>
        <p:spPr>
          <a:xfrm flipH="1">
            <a:off x="6694200" y="788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5" name=""/>
          <p:cNvSpPr txBox="1"/>
          <p:nvPr/>
        </p:nvSpPr>
        <p:spPr>
          <a:xfrm>
            <a:off x="6839280" y="3027240"/>
            <a:ext cx="942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% loci with LOH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6694200" y="2274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7" name=""/>
          <p:cNvSpPr/>
          <p:nvPr/>
        </p:nvSpPr>
        <p:spPr>
          <a:xfrm flipH="1">
            <a:off x="6694200" y="2274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 txBox="1"/>
          <p:nvPr/>
        </p:nvSpPr>
        <p:spPr>
          <a:xfrm>
            <a:off x="6434640" y="72540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6732360" y="379080"/>
            <a:ext cx="178200" cy="817920"/>
          </a:xfrm>
          <a:custGeom>
            <a:avLst/>
            <a:gdLst/>
            <a:ahLst/>
            <a:rect l="0" t="0" r="r" b="b"/>
            <a:pathLst>
              <a:path w="495" h="2272">
                <a:moveTo>
                  <a:pt x="0" y="0"/>
                </a:moveTo>
                <a:lnTo>
                  <a:pt x="495" y="0"/>
                </a:lnTo>
                <a:lnTo>
                  <a:pt x="495" y="2272"/>
                </a:lnTo>
                <a:lnTo>
                  <a:pt x="0" y="2272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80" name=""/>
          <p:cNvSpPr/>
          <p:nvPr/>
        </p:nvSpPr>
        <p:spPr>
          <a:xfrm>
            <a:off x="6732360" y="1865880"/>
            <a:ext cx="521640" cy="817920"/>
          </a:xfrm>
          <a:custGeom>
            <a:avLst/>
            <a:gdLst/>
            <a:ahLst/>
            <a:rect l="0" t="0" r="r" b="b"/>
            <a:pathLst>
              <a:path w="1449" h="2272">
                <a:moveTo>
                  <a:pt x="0" y="0"/>
                </a:moveTo>
                <a:lnTo>
                  <a:pt x="1449" y="0"/>
                </a:lnTo>
                <a:lnTo>
                  <a:pt x="1449" y="2272"/>
                </a:lnTo>
                <a:lnTo>
                  <a:pt x="0" y="2272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86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81" name=""/>
          <p:cNvSpPr/>
          <p:nvPr/>
        </p:nvSpPr>
        <p:spPr>
          <a:xfrm flipV="1">
            <a:off x="6732360" y="263880"/>
            <a:ext cx="0" cy="25347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82" name=""/>
          <p:cNvSpPr/>
          <p:nvPr/>
        </p:nvSpPr>
        <p:spPr>
          <a:xfrm>
            <a:off x="6732360" y="2798640"/>
            <a:ext cx="11541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 txBox="1"/>
          <p:nvPr/>
        </p:nvSpPr>
        <p:spPr>
          <a:xfrm>
            <a:off x="6365160" y="221220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4" name=""/>
          <p:cNvSpPr txBox="1"/>
          <p:nvPr/>
        </p:nvSpPr>
        <p:spPr>
          <a:xfrm>
            <a:off x="6942600" y="713520"/>
            <a:ext cx="655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2/36  (6%)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5" name=""/>
          <p:cNvSpPr txBox="1"/>
          <p:nvPr/>
        </p:nvSpPr>
        <p:spPr>
          <a:xfrm>
            <a:off x="7285680" y="2200320"/>
            <a:ext cx="735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7/43  (16%)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6" name=""/>
          <p:cNvSpPr txBox="1"/>
          <p:nvPr/>
        </p:nvSpPr>
        <p:spPr>
          <a:xfrm>
            <a:off x="6732720" y="70200"/>
            <a:ext cx="1085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Fisher p = 0.17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8C — HLA LOH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907280" cy="3761640"/>
          </a:xfrm>
          <a:custGeom>
            <a:avLst/>
            <a:gdLst/>
            <a:ahLst/>
            <a:rect l="0" t="0" r="r" b="b"/>
            <a:pathLst>
              <a:path w="30298" h="10449">
                <a:moveTo>
                  <a:pt x="0" y="10449"/>
                </a:moveTo>
                <a:lnTo>
                  <a:pt x="30298" y="10449"/>
                </a:lnTo>
                <a:lnTo>
                  <a:pt x="30298" y="0"/>
                </a:lnTo>
                <a:lnTo>
                  <a:pt x="0" y="0"/>
                </a:lnTo>
                <a:lnTo>
                  <a:pt x="0" y="1044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65920" y="91440"/>
            <a:ext cx="3017160" cy="3303000"/>
          </a:xfrm>
          <a:custGeom>
            <a:avLst/>
            <a:gdLst/>
            <a:ahLst/>
            <a:rect l="0" t="0" r="r" b="b"/>
            <a:pathLst>
              <a:path w="8381" h="9175">
                <a:moveTo>
                  <a:pt x="0" y="9175"/>
                </a:moveTo>
                <a:lnTo>
                  <a:pt x="8381" y="9175"/>
                </a:lnTo>
                <a:lnTo>
                  <a:pt x="8381" y="0"/>
                </a:lnTo>
                <a:lnTo>
                  <a:pt x="0" y="0"/>
                </a:lnTo>
                <a:lnTo>
                  <a:pt x="0" y="9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356120" y="33940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356120" y="33940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792520" y="33940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792520" y="33940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213560" y="353988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527760" y="3257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527760" y="3257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685240" y="353988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527760" y="2567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 flipH="1">
            <a:off x="527760" y="2567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410760" y="31950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527760" y="1878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 flipH="1">
            <a:off x="527760" y="1878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338040" y="25056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527760" y="1188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 flipH="1">
            <a:off x="527760" y="1188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264960" y="18158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527760" y="498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 flipH="1">
            <a:off x="527760" y="498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264960" y="112608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264960" y="4363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838800" y="581760"/>
            <a:ext cx="517680" cy="2662560"/>
          </a:xfrm>
          <a:custGeom>
            <a:avLst/>
            <a:gdLst/>
            <a:ahLst/>
            <a:rect l="0" t="0" r="r" b="b"/>
            <a:pathLst>
              <a:path w="1438" h="7396">
                <a:moveTo>
                  <a:pt x="1074" y="7396"/>
                </a:moveTo>
                <a:lnTo>
                  <a:pt x="1438" y="7396"/>
                </a:lnTo>
                <a:lnTo>
                  <a:pt x="1438" y="7333"/>
                </a:lnTo>
                <a:lnTo>
                  <a:pt x="1438" y="7271"/>
                </a:lnTo>
                <a:lnTo>
                  <a:pt x="1438" y="7209"/>
                </a:lnTo>
                <a:lnTo>
                  <a:pt x="1438" y="7147"/>
                </a:lnTo>
                <a:lnTo>
                  <a:pt x="1438" y="7085"/>
                </a:lnTo>
                <a:lnTo>
                  <a:pt x="1438" y="7023"/>
                </a:lnTo>
                <a:lnTo>
                  <a:pt x="1438" y="6961"/>
                </a:lnTo>
                <a:lnTo>
                  <a:pt x="1438" y="6898"/>
                </a:lnTo>
                <a:lnTo>
                  <a:pt x="1438" y="6836"/>
                </a:lnTo>
                <a:lnTo>
                  <a:pt x="1438" y="6774"/>
                </a:lnTo>
                <a:lnTo>
                  <a:pt x="1438" y="6712"/>
                </a:lnTo>
                <a:lnTo>
                  <a:pt x="1438" y="6650"/>
                </a:lnTo>
                <a:lnTo>
                  <a:pt x="1438" y="6588"/>
                </a:lnTo>
                <a:lnTo>
                  <a:pt x="1438" y="6526"/>
                </a:lnTo>
                <a:lnTo>
                  <a:pt x="1438" y="6463"/>
                </a:lnTo>
                <a:lnTo>
                  <a:pt x="1438" y="6401"/>
                </a:lnTo>
                <a:lnTo>
                  <a:pt x="1438" y="6339"/>
                </a:lnTo>
                <a:lnTo>
                  <a:pt x="1438" y="6277"/>
                </a:lnTo>
                <a:lnTo>
                  <a:pt x="1438" y="6215"/>
                </a:lnTo>
                <a:lnTo>
                  <a:pt x="1438" y="6153"/>
                </a:lnTo>
                <a:lnTo>
                  <a:pt x="1438" y="6091"/>
                </a:lnTo>
                <a:lnTo>
                  <a:pt x="1438" y="6028"/>
                </a:lnTo>
                <a:lnTo>
                  <a:pt x="1438" y="5966"/>
                </a:lnTo>
                <a:lnTo>
                  <a:pt x="1438" y="5904"/>
                </a:lnTo>
                <a:lnTo>
                  <a:pt x="1438" y="5842"/>
                </a:lnTo>
                <a:lnTo>
                  <a:pt x="1438" y="5780"/>
                </a:lnTo>
                <a:lnTo>
                  <a:pt x="1438" y="5718"/>
                </a:lnTo>
                <a:lnTo>
                  <a:pt x="1438" y="5656"/>
                </a:lnTo>
                <a:lnTo>
                  <a:pt x="1438" y="5593"/>
                </a:lnTo>
                <a:lnTo>
                  <a:pt x="1438" y="5531"/>
                </a:lnTo>
                <a:lnTo>
                  <a:pt x="1438" y="5469"/>
                </a:lnTo>
                <a:lnTo>
                  <a:pt x="1438" y="5407"/>
                </a:lnTo>
                <a:lnTo>
                  <a:pt x="1438" y="5345"/>
                </a:lnTo>
                <a:lnTo>
                  <a:pt x="1438" y="5283"/>
                </a:lnTo>
                <a:lnTo>
                  <a:pt x="1438" y="5221"/>
                </a:lnTo>
                <a:lnTo>
                  <a:pt x="1438" y="5158"/>
                </a:lnTo>
                <a:lnTo>
                  <a:pt x="1438" y="5096"/>
                </a:lnTo>
                <a:lnTo>
                  <a:pt x="1438" y="5034"/>
                </a:lnTo>
                <a:lnTo>
                  <a:pt x="1438" y="4972"/>
                </a:lnTo>
                <a:lnTo>
                  <a:pt x="1438" y="4910"/>
                </a:lnTo>
                <a:lnTo>
                  <a:pt x="1438" y="4848"/>
                </a:lnTo>
                <a:lnTo>
                  <a:pt x="1438" y="4786"/>
                </a:lnTo>
                <a:lnTo>
                  <a:pt x="1438" y="4723"/>
                </a:lnTo>
                <a:lnTo>
                  <a:pt x="1438" y="4661"/>
                </a:lnTo>
                <a:lnTo>
                  <a:pt x="1438" y="4599"/>
                </a:lnTo>
                <a:lnTo>
                  <a:pt x="1438" y="4537"/>
                </a:lnTo>
                <a:lnTo>
                  <a:pt x="1438" y="4475"/>
                </a:lnTo>
                <a:lnTo>
                  <a:pt x="1438" y="4413"/>
                </a:lnTo>
                <a:lnTo>
                  <a:pt x="1438" y="4351"/>
                </a:lnTo>
                <a:lnTo>
                  <a:pt x="1438" y="4288"/>
                </a:lnTo>
                <a:lnTo>
                  <a:pt x="1438" y="4226"/>
                </a:lnTo>
                <a:lnTo>
                  <a:pt x="1438" y="4164"/>
                </a:lnTo>
                <a:lnTo>
                  <a:pt x="1438" y="4102"/>
                </a:lnTo>
                <a:lnTo>
                  <a:pt x="1438" y="4040"/>
                </a:lnTo>
                <a:lnTo>
                  <a:pt x="1438" y="3978"/>
                </a:lnTo>
                <a:lnTo>
                  <a:pt x="1438" y="3916"/>
                </a:lnTo>
                <a:lnTo>
                  <a:pt x="1438" y="3853"/>
                </a:lnTo>
                <a:lnTo>
                  <a:pt x="1438" y="3791"/>
                </a:lnTo>
                <a:lnTo>
                  <a:pt x="1438" y="3729"/>
                </a:lnTo>
                <a:lnTo>
                  <a:pt x="1438" y="3667"/>
                </a:lnTo>
                <a:lnTo>
                  <a:pt x="1438" y="3605"/>
                </a:lnTo>
                <a:lnTo>
                  <a:pt x="1438" y="3543"/>
                </a:lnTo>
                <a:lnTo>
                  <a:pt x="1438" y="3481"/>
                </a:lnTo>
                <a:lnTo>
                  <a:pt x="1438" y="3418"/>
                </a:lnTo>
                <a:lnTo>
                  <a:pt x="1438" y="3356"/>
                </a:lnTo>
                <a:lnTo>
                  <a:pt x="1438" y="3294"/>
                </a:lnTo>
                <a:lnTo>
                  <a:pt x="1438" y="3232"/>
                </a:lnTo>
                <a:lnTo>
                  <a:pt x="1438" y="3170"/>
                </a:lnTo>
                <a:lnTo>
                  <a:pt x="1438" y="3108"/>
                </a:lnTo>
                <a:lnTo>
                  <a:pt x="1438" y="3046"/>
                </a:lnTo>
                <a:lnTo>
                  <a:pt x="1438" y="2983"/>
                </a:lnTo>
                <a:lnTo>
                  <a:pt x="1438" y="2921"/>
                </a:lnTo>
                <a:lnTo>
                  <a:pt x="1438" y="2859"/>
                </a:lnTo>
                <a:lnTo>
                  <a:pt x="1438" y="2797"/>
                </a:lnTo>
                <a:lnTo>
                  <a:pt x="1438" y="2735"/>
                </a:lnTo>
                <a:lnTo>
                  <a:pt x="1438" y="2673"/>
                </a:lnTo>
                <a:lnTo>
                  <a:pt x="1438" y="2611"/>
                </a:lnTo>
                <a:lnTo>
                  <a:pt x="1438" y="2548"/>
                </a:lnTo>
                <a:lnTo>
                  <a:pt x="1438" y="2486"/>
                </a:lnTo>
                <a:lnTo>
                  <a:pt x="1438" y="2424"/>
                </a:lnTo>
                <a:lnTo>
                  <a:pt x="1438" y="2362"/>
                </a:lnTo>
                <a:lnTo>
                  <a:pt x="1438" y="2300"/>
                </a:lnTo>
                <a:lnTo>
                  <a:pt x="1438" y="2238"/>
                </a:lnTo>
                <a:lnTo>
                  <a:pt x="1438" y="2176"/>
                </a:lnTo>
                <a:lnTo>
                  <a:pt x="1438" y="2114"/>
                </a:lnTo>
                <a:lnTo>
                  <a:pt x="1438" y="2050"/>
                </a:lnTo>
                <a:lnTo>
                  <a:pt x="1438" y="1988"/>
                </a:lnTo>
                <a:lnTo>
                  <a:pt x="1438" y="1926"/>
                </a:lnTo>
                <a:lnTo>
                  <a:pt x="1438" y="1864"/>
                </a:lnTo>
                <a:lnTo>
                  <a:pt x="1438" y="1802"/>
                </a:lnTo>
                <a:lnTo>
                  <a:pt x="1438" y="1740"/>
                </a:lnTo>
                <a:lnTo>
                  <a:pt x="1438" y="1678"/>
                </a:lnTo>
                <a:lnTo>
                  <a:pt x="1438" y="1615"/>
                </a:lnTo>
                <a:lnTo>
                  <a:pt x="1438" y="1553"/>
                </a:lnTo>
                <a:lnTo>
                  <a:pt x="1438" y="1491"/>
                </a:lnTo>
                <a:lnTo>
                  <a:pt x="1438" y="1429"/>
                </a:lnTo>
                <a:lnTo>
                  <a:pt x="1438" y="1367"/>
                </a:lnTo>
                <a:lnTo>
                  <a:pt x="1438" y="1305"/>
                </a:lnTo>
                <a:lnTo>
                  <a:pt x="1438" y="1243"/>
                </a:lnTo>
                <a:lnTo>
                  <a:pt x="1438" y="1180"/>
                </a:lnTo>
                <a:lnTo>
                  <a:pt x="1438" y="1118"/>
                </a:lnTo>
                <a:lnTo>
                  <a:pt x="1438" y="1056"/>
                </a:lnTo>
                <a:lnTo>
                  <a:pt x="1438" y="994"/>
                </a:lnTo>
                <a:lnTo>
                  <a:pt x="1438" y="932"/>
                </a:lnTo>
                <a:lnTo>
                  <a:pt x="1438" y="870"/>
                </a:lnTo>
                <a:lnTo>
                  <a:pt x="1438" y="808"/>
                </a:lnTo>
                <a:lnTo>
                  <a:pt x="1438" y="745"/>
                </a:lnTo>
                <a:lnTo>
                  <a:pt x="1438" y="683"/>
                </a:lnTo>
                <a:lnTo>
                  <a:pt x="1438" y="621"/>
                </a:lnTo>
                <a:lnTo>
                  <a:pt x="1438" y="559"/>
                </a:lnTo>
                <a:lnTo>
                  <a:pt x="1438" y="497"/>
                </a:lnTo>
                <a:lnTo>
                  <a:pt x="1438" y="435"/>
                </a:lnTo>
                <a:lnTo>
                  <a:pt x="1438" y="373"/>
                </a:lnTo>
                <a:lnTo>
                  <a:pt x="1438" y="310"/>
                </a:lnTo>
                <a:lnTo>
                  <a:pt x="1438" y="248"/>
                </a:lnTo>
                <a:lnTo>
                  <a:pt x="1438" y="186"/>
                </a:lnTo>
                <a:lnTo>
                  <a:pt x="1438" y="124"/>
                </a:lnTo>
                <a:lnTo>
                  <a:pt x="1438" y="62"/>
                </a:lnTo>
                <a:lnTo>
                  <a:pt x="1438" y="0"/>
                </a:lnTo>
                <a:lnTo>
                  <a:pt x="1298" y="0"/>
                </a:lnTo>
                <a:lnTo>
                  <a:pt x="1297" y="62"/>
                </a:lnTo>
                <a:lnTo>
                  <a:pt x="1297" y="124"/>
                </a:lnTo>
                <a:lnTo>
                  <a:pt x="1298" y="186"/>
                </a:lnTo>
                <a:lnTo>
                  <a:pt x="1300" y="248"/>
                </a:lnTo>
                <a:lnTo>
                  <a:pt x="1301" y="310"/>
                </a:lnTo>
                <a:lnTo>
                  <a:pt x="1304" y="373"/>
                </a:lnTo>
                <a:lnTo>
                  <a:pt x="1306" y="435"/>
                </a:lnTo>
                <a:lnTo>
                  <a:pt x="1309" y="497"/>
                </a:lnTo>
                <a:lnTo>
                  <a:pt x="1312" y="559"/>
                </a:lnTo>
                <a:lnTo>
                  <a:pt x="1316" y="621"/>
                </a:lnTo>
                <a:lnTo>
                  <a:pt x="1319" y="683"/>
                </a:lnTo>
                <a:lnTo>
                  <a:pt x="1323" y="745"/>
                </a:lnTo>
                <a:lnTo>
                  <a:pt x="1326" y="808"/>
                </a:lnTo>
                <a:lnTo>
                  <a:pt x="1330" y="870"/>
                </a:lnTo>
                <a:lnTo>
                  <a:pt x="1333" y="932"/>
                </a:lnTo>
                <a:lnTo>
                  <a:pt x="1335" y="994"/>
                </a:lnTo>
                <a:lnTo>
                  <a:pt x="1338" y="1056"/>
                </a:lnTo>
                <a:lnTo>
                  <a:pt x="1340" y="1118"/>
                </a:lnTo>
                <a:lnTo>
                  <a:pt x="1341" y="1180"/>
                </a:lnTo>
                <a:lnTo>
                  <a:pt x="1342" y="1243"/>
                </a:lnTo>
                <a:lnTo>
                  <a:pt x="1342" y="1305"/>
                </a:lnTo>
                <a:lnTo>
                  <a:pt x="1341" y="1367"/>
                </a:lnTo>
                <a:lnTo>
                  <a:pt x="1339" y="1429"/>
                </a:lnTo>
                <a:lnTo>
                  <a:pt x="1336" y="1491"/>
                </a:lnTo>
                <a:lnTo>
                  <a:pt x="1332" y="1553"/>
                </a:lnTo>
                <a:lnTo>
                  <a:pt x="1327" y="1615"/>
                </a:lnTo>
                <a:lnTo>
                  <a:pt x="1321" y="1678"/>
                </a:lnTo>
                <a:lnTo>
                  <a:pt x="1314" y="1740"/>
                </a:lnTo>
                <a:lnTo>
                  <a:pt x="1305" y="1802"/>
                </a:lnTo>
                <a:lnTo>
                  <a:pt x="1296" y="1864"/>
                </a:lnTo>
                <a:lnTo>
                  <a:pt x="1284" y="1926"/>
                </a:lnTo>
                <a:lnTo>
                  <a:pt x="1272" y="1988"/>
                </a:lnTo>
                <a:lnTo>
                  <a:pt x="1257" y="2050"/>
                </a:lnTo>
                <a:lnTo>
                  <a:pt x="1241" y="2114"/>
                </a:lnTo>
                <a:lnTo>
                  <a:pt x="1224" y="2176"/>
                </a:lnTo>
                <a:lnTo>
                  <a:pt x="1205" y="2238"/>
                </a:lnTo>
                <a:lnTo>
                  <a:pt x="1184" y="2300"/>
                </a:lnTo>
                <a:lnTo>
                  <a:pt x="1162" y="2362"/>
                </a:lnTo>
                <a:lnTo>
                  <a:pt x="1138" y="2424"/>
                </a:lnTo>
                <a:lnTo>
                  <a:pt x="1113" y="2486"/>
                </a:lnTo>
                <a:lnTo>
                  <a:pt x="1085" y="2548"/>
                </a:lnTo>
                <a:lnTo>
                  <a:pt x="1056" y="2611"/>
                </a:lnTo>
                <a:lnTo>
                  <a:pt x="1025" y="2673"/>
                </a:lnTo>
                <a:lnTo>
                  <a:pt x="993" y="2735"/>
                </a:lnTo>
                <a:lnTo>
                  <a:pt x="958" y="2797"/>
                </a:lnTo>
                <a:lnTo>
                  <a:pt x="922" y="2859"/>
                </a:lnTo>
                <a:lnTo>
                  <a:pt x="885" y="2921"/>
                </a:lnTo>
                <a:lnTo>
                  <a:pt x="845" y="2983"/>
                </a:lnTo>
                <a:lnTo>
                  <a:pt x="805" y="3046"/>
                </a:lnTo>
                <a:lnTo>
                  <a:pt x="763" y="3108"/>
                </a:lnTo>
                <a:lnTo>
                  <a:pt x="719" y="3170"/>
                </a:lnTo>
                <a:lnTo>
                  <a:pt x="675" y="3232"/>
                </a:lnTo>
                <a:lnTo>
                  <a:pt x="630" y="3294"/>
                </a:lnTo>
                <a:lnTo>
                  <a:pt x="584" y="3356"/>
                </a:lnTo>
                <a:lnTo>
                  <a:pt x="539" y="3418"/>
                </a:lnTo>
                <a:lnTo>
                  <a:pt x="493" y="3481"/>
                </a:lnTo>
                <a:lnTo>
                  <a:pt x="447" y="3543"/>
                </a:lnTo>
                <a:lnTo>
                  <a:pt x="402" y="3605"/>
                </a:lnTo>
                <a:lnTo>
                  <a:pt x="357" y="3667"/>
                </a:lnTo>
                <a:lnTo>
                  <a:pt x="314" y="3729"/>
                </a:lnTo>
                <a:lnTo>
                  <a:pt x="272" y="3791"/>
                </a:lnTo>
                <a:lnTo>
                  <a:pt x="232" y="3853"/>
                </a:lnTo>
                <a:lnTo>
                  <a:pt x="195" y="3916"/>
                </a:lnTo>
                <a:lnTo>
                  <a:pt x="160" y="3978"/>
                </a:lnTo>
                <a:lnTo>
                  <a:pt x="127" y="4040"/>
                </a:lnTo>
                <a:lnTo>
                  <a:pt x="98" y="4102"/>
                </a:lnTo>
                <a:lnTo>
                  <a:pt x="73" y="4164"/>
                </a:lnTo>
                <a:lnTo>
                  <a:pt x="50" y="4226"/>
                </a:lnTo>
                <a:lnTo>
                  <a:pt x="32" y="4288"/>
                </a:lnTo>
                <a:lnTo>
                  <a:pt x="18" y="4351"/>
                </a:lnTo>
                <a:lnTo>
                  <a:pt x="8" y="4413"/>
                </a:lnTo>
                <a:lnTo>
                  <a:pt x="2" y="4475"/>
                </a:lnTo>
                <a:lnTo>
                  <a:pt x="0" y="4537"/>
                </a:lnTo>
                <a:lnTo>
                  <a:pt x="3" y="4599"/>
                </a:lnTo>
                <a:lnTo>
                  <a:pt x="9" y="4661"/>
                </a:lnTo>
                <a:lnTo>
                  <a:pt x="20" y="4723"/>
                </a:lnTo>
                <a:lnTo>
                  <a:pt x="35" y="4786"/>
                </a:lnTo>
                <a:lnTo>
                  <a:pt x="53" y="4848"/>
                </a:lnTo>
                <a:lnTo>
                  <a:pt x="75" y="4910"/>
                </a:lnTo>
                <a:lnTo>
                  <a:pt x="100" y="4972"/>
                </a:lnTo>
                <a:lnTo>
                  <a:pt x="128" y="5034"/>
                </a:lnTo>
                <a:lnTo>
                  <a:pt x="158" y="5096"/>
                </a:lnTo>
                <a:lnTo>
                  <a:pt x="191" y="5158"/>
                </a:lnTo>
                <a:lnTo>
                  <a:pt x="225" y="5221"/>
                </a:lnTo>
                <a:lnTo>
                  <a:pt x="262" y="5283"/>
                </a:lnTo>
                <a:lnTo>
                  <a:pt x="299" y="5345"/>
                </a:lnTo>
                <a:lnTo>
                  <a:pt x="337" y="5407"/>
                </a:lnTo>
                <a:lnTo>
                  <a:pt x="376" y="5469"/>
                </a:lnTo>
                <a:lnTo>
                  <a:pt x="415" y="5531"/>
                </a:lnTo>
                <a:lnTo>
                  <a:pt x="453" y="5593"/>
                </a:lnTo>
                <a:lnTo>
                  <a:pt x="492" y="5656"/>
                </a:lnTo>
                <a:lnTo>
                  <a:pt x="529" y="5718"/>
                </a:lnTo>
                <a:lnTo>
                  <a:pt x="566" y="5780"/>
                </a:lnTo>
                <a:lnTo>
                  <a:pt x="601" y="5842"/>
                </a:lnTo>
                <a:lnTo>
                  <a:pt x="636" y="5904"/>
                </a:lnTo>
                <a:lnTo>
                  <a:pt x="668" y="5966"/>
                </a:lnTo>
                <a:lnTo>
                  <a:pt x="700" y="6028"/>
                </a:lnTo>
                <a:lnTo>
                  <a:pt x="729" y="6091"/>
                </a:lnTo>
                <a:lnTo>
                  <a:pt x="757" y="6153"/>
                </a:lnTo>
                <a:lnTo>
                  <a:pt x="783" y="6215"/>
                </a:lnTo>
                <a:lnTo>
                  <a:pt x="808" y="6277"/>
                </a:lnTo>
                <a:lnTo>
                  <a:pt x="831" y="6339"/>
                </a:lnTo>
                <a:lnTo>
                  <a:pt x="852" y="6401"/>
                </a:lnTo>
                <a:lnTo>
                  <a:pt x="872" y="6463"/>
                </a:lnTo>
                <a:lnTo>
                  <a:pt x="890" y="6526"/>
                </a:lnTo>
                <a:lnTo>
                  <a:pt x="908" y="6588"/>
                </a:lnTo>
                <a:lnTo>
                  <a:pt x="924" y="6650"/>
                </a:lnTo>
                <a:lnTo>
                  <a:pt x="939" y="6712"/>
                </a:lnTo>
                <a:lnTo>
                  <a:pt x="953" y="6774"/>
                </a:lnTo>
                <a:lnTo>
                  <a:pt x="966" y="6836"/>
                </a:lnTo>
                <a:lnTo>
                  <a:pt x="979" y="6898"/>
                </a:lnTo>
                <a:lnTo>
                  <a:pt x="991" y="6961"/>
                </a:lnTo>
                <a:lnTo>
                  <a:pt x="1003" y="7023"/>
                </a:lnTo>
                <a:lnTo>
                  <a:pt x="1015" y="7085"/>
                </a:lnTo>
                <a:lnTo>
                  <a:pt x="1026" y="7147"/>
                </a:lnTo>
                <a:lnTo>
                  <a:pt x="1038" y="7209"/>
                </a:lnTo>
                <a:lnTo>
                  <a:pt x="1050" y="7271"/>
                </a:lnTo>
                <a:lnTo>
                  <a:pt x="1061" y="7333"/>
                </a:lnTo>
                <a:lnTo>
                  <a:pt x="1074" y="7396"/>
                </a:lnTo>
                <a:close/>
              </a:path>
            </a:pathLst>
          </a:custGeom>
          <a:solidFill>
            <a:srgbClr val="0a7d6e">
              <a:alpha val="30000"/>
            </a:srgbClr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>
            <a:off x="1427760" y="2067840"/>
            <a:ext cx="201600" cy="358920"/>
          </a:xfrm>
          <a:custGeom>
            <a:avLst/>
            <a:gdLst/>
            <a:ahLst/>
            <a:rect l="0" t="0" r="r" b="b"/>
            <a:pathLst>
              <a:path w="560" h="997">
                <a:moveTo>
                  <a:pt x="0" y="997"/>
                </a:moveTo>
                <a:lnTo>
                  <a:pt x="560" y="997"/>
                </a:lnTo>
                <a:lnTo>
                  <a:pt x="560" y="0"/>
                </a:lnTo>
                <a:lnTo>
                  <a:pt x="0" y="0"/>
                </a:lnTo>
                <a:lnTo>
                  <a:pt x="0" y="997"/>
                </a:lnTo>
                <a:close/>
              </a:path>
            </a:pathLst>
          </a:custGeom>
          <a:solidFill>
            <a:srgbClr val="ffffff"/>
          </a:solidFill>
          <a:ln w="16200">
            <a:solidFill>
              <a:srgbClr val="0a7d6e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2275560" y="2195640"/>
            <a:ext cx="517320" cy="1020960"/>
          </a:xfrm>
          <a:custGeom>
            <a:avLst/>
            <a:gdLst/>
            <a:ahLst/>
            <a:rect l="0" t="0" r="r" b="b"/>
            <a:pathLst>
              <a:path w="1437" h="2836">
                <a:moveTo>
                  <a:pt x="1165" y="2836"/>
                </a:moveTo>
                <a:lnTo>
                  <a:pt x="1437" y="2836"/>
                </a:lnTo>
                <a:lnTo>
                  <a:pt x="1437" y="2812"/>
                </a:lnTo>
                <a:lnTo>
                  <a:pt x="1437" y="2788"/>
                </a:lnTo>
                <a:lnTo>
                  <a:pt x="1437" y="2764"/>
                </a:lnTo>
                <a:lnTo>
                  <a:pt x="1437" y="2741"/>
                </a:lnTo>
                <a:lnTo>
                  <a:pt x="1437" y="2717"/>
                </a:lnTo>
                <a:lnTo>
                  <a:pt x="1437" y="2693"/>
                </a:lnTo>
                <a:lnTo>
                  <a:pt x="1437" y="2669"/>
                </a:lnTo>
                <a:lnTo>
                  <a:pt x="1437" y="2645"/>
                </a:lnTo>
                <a:lnTo>
                  <a:pt x="1437" y="2621"/>
                </a:lnTo>
                <a:lnTo>
                  <a:pt x="1437" y="2598"/>
                </a:lnTo>
                <a:lnTo>
                  <a:pt x="1437" y="2574"/>
                </a:lnTo>
                <a:lnTo>
                  <a:pt x="1437" y="2550"/>
                </a:lnTo>
                <a:lnTo>
                  <a:pt x="1437" y="2526"/>
                </a:lnTo>
                <a:lnTo>
                  <a:pt x="1437" y="2502"/>
                </a:lnTo>
                <a:lnTo>
                  <a:pt x="1437" y="2479"/>
                </a:lnTo>
                <a:lnTo>
                  <a:pt x="1437" y="2455"/>
                </a:lnTo>
                <a:lnTo>
                  <a:pt x="1437" y="2431"/>
                </a:lnTo>
                <a:lnTo>
                  <a:pt x="1437" y="2407"/>
                </a:lnTo>
                <a:lnTo>
                  <a:pt x="1437" y="2383"/>
                </a:lnTo>
                <a:lnTo>
                  <a:pt x="1437" y="2359"/>
                </a:lnTo>
                <a:lnTo>
                  <a:pt x="1437" y="2336"/>
                </a:lnTo>
                <a:lnTo>
                  <a:pt x="1437" y="2312"/>
                </a:lnTo>
                <a:lnTo>
                  <a:pt x="1437" y="2288"/>
                </a:lnTo>
                <a:lnTo>
                  <a:pt x="1437" y="2264"/>
                </a:lnTo>
                <a:lnTo>
                  <a:pt x="1437" y="2240"/>
                </a:lnTo>
                <a:lnTo>
                  <a:pt x="1437" y="2216"/>
                </a:lnTo>
                <a:lnTo>
                  <a:pt x="1437" y="2193"/>
                </a:lnTo>
                <a:lnTo>
                  <a:pt x="1437" y="2169"/>
                </a:lnTo>
                <a:lnTo>
                  <a:pt x="1437" y="2145"/>
                </a:lnTo>
                <a:lnTo>
                  <a:pt x="1437" y="2121"/>
                </a:lnTo>
                <a:lnTo>
                  <a:pt x="1437" y="2097"/>
                </a:lnTo>
                <a:lnTo>
                  <a:pt x="1437" y="2073"/>
                </a:lnTo>
                <a:lnTo>
                  <a:pt x="1437" y="2050"/>
                </a:lnTo>
                <a:lnTo>
                  <a:pt x="1437" y="2026"/>
                </a:lnTo>
                <a:lnTo>
                  <a:pt x="1437" y="2002"/>
                </a:lnTo>
                <a:lnTo>
                  <a:pt x="1437" y="1978"/>
                </a:lnTo>
                <a:lnTo>
                  <a:pt x="1437" y="1954"/>
                </a:lnTo>
                <a:lnTo>
                  <a:pt x="1437" y="1930"/>
                </a:lnTo>
                <a:lnTo>
                  <a:pt x="1437" y="1907"/>
                </a:lnTo>
                <a:lnTo>
                  <a:pt x="1437" y="1883"/>
                </a:lnTo>
                <a:lnTo>
                  <a:pt x="1437" y="1859"/>
                </a:lnTo>
                <a:lnTo>
                  <a:pt x="1437" y="1835"/>
                </a:lnTo>
                <a:lnTo>
                  <a:pt x="1437" y="1811"/>
                </a:lnTo>
                <a:lnTo>
                  <a:pt x="1437" y="1788"/>
                </a:lnTo>
                <a:lnTo>
                  <a:pt x="1437" y="1764"/>
                </a:lnTo>
                <a:lnTo>
                  <a:pt x="1437" y="1740"/>
                </a:lnTo>
                <a:lnTo>
                  <a:pt x="1437" y="1716"/>
                </a:lnTo>
                <a:lnTo>
                  <a:pt x="1437" y="1692"/>
                </a:lnTo>
                <a:lnTo>
                  <a:pt x="1437" y="1668"/>
                </a:lnTo>
                <a:lnTo>
                  <a:pt x="1437" y="1645"/>
                </a:lnTo>
                <a:lnTo>
                  <a:pt x="1437" y="1621"/>
                </a:lnTo>
                <a:lnTo>
                  <a:pt x="1437" y="1597"/>
                </a:lnTo>
                <a:lnTo>
                  <a:pt x="1437" y="1573"/>
                </a:lnTo>
                <a:lnTo>
                  <a:pt x="1437" y="1549"/>
                </a:lnTo>
                <a:lnTo>
                  <a:pt x="1437" y="1525"/>
                </a:lnTo>
                <a:lnTo>
                  <a:pt x="1437" y="1502"/>
                </a:lnTo>
                <a:lnTo>
                  <a:pt x="1437" y="1478"/>
                </a:lnTo>
                <a:lnTo>
                  <a:pt x="1437" y="1454"/>
                </a:lnTo>
                <a:lnTo>
                  <a:pt x="1437" y="1430"/>
                </a:lnTo>
                <a:lnTo>
                  <a:pt x="1437" y="1406"/>
                </a:lnTo>
                <a:lnTo>
                  <a:pt x="1437" y="1382"/>
                </a:lnTo>
                <a:lnTo>
                  <a:pt x="1437" y="1359"/>
                </a:lnTo>
                <a:lnTo>
                  <a:pt x="1437" y="1335"/>
                </a:lnTo>
                <a:lnTo>
                  <a:pt x="1437" y="1311"/>
                </a:lnTo>
                <a:lnTo>
                  <a:pt x="1437" y="1287"/>
                </a:lnTo>
                <a:lnTo>
                  <a:pt x="1437" y="1263"/>
                </a:lnTo>
                <a:lnTo>
                  <a:pt x="1437" y="1240"/>
                </a:lnTo>
                <a:lnTo>
                  <a:pt x="1437" y="1216"/>
                </a:lnTo>
                <a:lnTo>
                  <a:pt x="1437" y="1192"/>
                </a:lnTo>
                <a:lnTo>
                  <a:pt x="1437" y="1168"/>
                </a:lnTo>
                <a:lnTo>
                  <a:pt x="1437" y="1144"/>
                </a:lnTo>
                <a:lnTo>
                  <a:pt x="1437" y="1120"/>
                </a:lnTo>
                <a:lnTo>
                  <a:pt x="1437" y="1097"/>
                </a:lnTo>
                <a:lnTo>
                  <a:pt x="1437" y="1073"/>
                </a:lnTo>
                <a:lnTo>
                  <a:pt x="1437" y="1049"/>
                </a:lnTo>
                <a:lnTo>
                  <a:pt x="1437" y="1025"/>
                </a:lnTo>
                <a:lnTo>
                  <a:pt x="1437" y="1001"/>
                </a:lnTo>
                <a:lnTo>
                  <a:pt x="1437" y="976"/>
                </a:lnTo>
                <a:lnTo>
                  <a:pt x="1437" y="953"/>
                </a:lnTo>
                <a:lnTo>
                  <a:pt x="1437" y="929"/>
                </a:lnTo>
                <a:lnTo>
                  <a:pt x="1437" y="905"/>
                </a:lnTo>
                <a:lnTo>
                  <a:pt x="1437" y="881"/>
                </a:lnTo>
                <a:lnTo>
                  <a:pt x="1437" y="857"/>
                </a:lnTo>
                <a:lnTo>
                  <a:pt x="1437" y="833"/>
                </a:lnTo>
                <a:lnTo>
                  <a:pt x="1437" y="810"/>
                </a:lnTo>
                <a:lnTo>
                  <a:pt x="1437" y="786"/>
                </a:lnTo>
                <a:lnTo>
                  <a:pt x="1437" y="762"/>
                </a:lnTo>
                <a:lnTo>
                  <a:pt x="1437" y="738"/>
                </a:lnTo>
                <a:lnTo>
                  <a:pt x="1437" y="714"/>
                </a:lnTo>
                <a:lnTo>
                  <a:pt x="1437" y="691"/>
                </a:lnTo>
                <a:lnTo>
                  <a:pt x="1437" y="667"/>
                </a:lnTo>
                <a:lnTo>
                  <a:pt x="1437" y="643"/>
                </a:lnTo>
                <a:lnTo>
                  <a:pt x="1437" y="619"/>
                </a:lnTo>
                <a:lnTo>
                  <a:pt x="1437" y="595"/>
                </a:lnTo>
                <a:lnTo>
                  <a:pt x="1437" y="571"/>
                </a:lnTo>
                <a:lnTo>
                  <a:pt x="1437" y="548"/>
                </a:lnTo>
                <a:lnTo>
                  <a:pt x="1437" y="524"/>
                </a:lnTo>
                <a:lnTo>
                  <a:pt x="1437" y="500"/>
                </a:lnTo>
                <a:lnTo>
                  <a:pt x="1437" y="476"/>
                </a:lnTo>
                <a:lnTo>
                  <a:pt x="1437" y="452"/>
                </a:lnTo>
                <a:lnTo>
                  <a:pt x="1437" y="428"/>
                </a:lnTo>
                <a:lnTo>
                  <a:pt x="1437" y="405"/>
                </a:lnTo>
                <a:lnTo>
                  <a:pt x="1437" y="381"/>
                </a:lnTo>
                <a:lnTo>
                  <a:pt x="1437" y="357"/>
                </a:lnTo>
                <a:lnTo>
                  <a:pt x="1437" y="333"/>
                </a:lnTo>
                <a:lnTo>
                  <a:pt x="1437" y="309"/>
                </a:lnTo>
                <a:lnTo>
                  <a:pt x="1437" y="285"/>
                </a:lnTo>
                <a:lnTo>
                  <a:pt x="1437" y="262"/>
                </a:lnTo>
                <a:lnTo>
                  <a:pt x="1437" y="238"/>
                </a:lnTo>
                <a:lnTo>
                  <a:pt x="1437" y="214"/>
                </a:lnTo>
                <a:lnTo>
                  <a:pt x="1437" y="190"/>
                </a:lnTo>
                <a:lnTo>
                  <a:pt x="1437" y="166"/>
                </a:lnTo>
                <a:lnTo>
                  <a:pt x="1437" y="143"/>
                </a:lnTo>
                <a:lnTo>
                  <a:pt x="1437" y="119"/>
                </a:lnTo>
                <a:lnTo>
                  <a:pt x="1437" y="95"/>
                </a:lnTo>
                <a:lnTo>
                  <a:pt x="1437" y="71"/>
                </a:lnTo>
                <a:lnTo>
                  <a:pt x="1437" y="47"/>
                </a:lnTo>
                <a:lnTo>
                  <a:pt x="1437" y="23"/>
                </a:lnTo>
                <a:lnTo>
                  <a:pt x="1437" y="0"/>
                </a:lnTo>
                <a:lnTo>
                  <a:pt x="182" y="0"/>
                </a:lnTo>
                <a:lnTo>
                  <a:pt x="154" y="23"/>
                </a:lnTo>
                <a:lnTo>
                  <a:pt x="127" y="47"/>
                </a:lnTo>
                <a:lnTo>
                  <a:pt x="104" y="71"/>
                </a:lnTo>
                <a:lnTo>
                  <a:pt x="82" y="95"/>
                </a:lnTo>
                <a:lnTo>
                  <a:pt x="63" y="119"/>
                </a:lnTo>
                <a:lnTo>
                  <a:pt x="47" y="143"/>
                </a:lnTo>
                <a:lnTo>
                  <a:pt x="33" y="166"/>
                </a:lnTo>
                <a:lnTo>
                  <a:pt x="21" y="190"/>
                </a:lnTo>
                <a:lnTo>
                  <a:pt x="12" y="214"/>
                </a:lnTo>
                <a:lnTo>
                  <a:pt x="5" y="238"/>
                </a:lnTo>
                <a:lnTo>
                  <a:pt x="1" y="262"/>
                </a:lnTo>
                <a:lnTo>
                  <a:pt x="0" y="285"/>
                </a:lnTo>
                <a:lnTo>
                  <a:pt x="0" y="309"/>
                </a:lnTo>
                <a:lnTo>
                  <a:pt x="4" y="333"/>
                </a:lnTo>
                <a:lnTo>
                  <a:pt x="9" y="357"/>
                </a:lnTo>
                <a:lnTo>
                  <a:pt x="17" y="381"/>
                </a:lnTo>
                <a:lnTo>
                  <a:pt x="27" y="405"/>
                </a:lnTo>
                <a:lnTo>
                  <a:pt x="38" y="428"/>
                </a:lnTo>
                <a:lnTo>
                  <a:pt x="52" y="452"/>
                </a:lnTo>
                <a:lnTo>
                  <a:pt x="67" y="476"/>
                </a:lnTo>
                <a:lnTo>
                  <a:pt x="84" y="500"/>
                </a:lnTo>
                <a:lnTo>
                  <a:pt x="102" y="524"/>
                </a:lnTo>
                <a:lnTo>
                  <a:pt x="122" y="548"/>
                </a:lnTo>
                <a:lnTo>
                  <a:pt x="143" y="571"/>
                </a:lnTo>
                <a:lnTo>
                  <a:pt x="164" y="595"/>
                </a:lnTo>
                <a:lnTo>
                  <a:pt x="186" y="619"/>
                </a:lnTo>
                <a:lnTo>
                  <a:pt x="209" y="643"/>
                </a:lnTo>
                <a:lnTo>
                  <a:pt x="231" y="667"/>
                </a:lnTo>
                <a:lnTo>
                  <a:pt x="254" y="691"/>
                </a:lnTo>
                <a:lnTo>
                  <a:pt x="277" y="714"/>
                </a:lnTo>
                <a:lnTo>
                  <a:pt x="300" y="738"/>
                </a:lnTo>
                <a:lnTo>
                  <a:pt x="322" y="762"/>
                </a:lnTo>
                <a:lnTo>
                  <a:pt x="345" y="786"/>
                </a:lnTo>
                <a:lnTo>
                  <a:pt x="366" y="810"/>
                </a:lnTo>
                <a:lnTo>
                  <a:pt x="387" y="833"/>
                </a:lnTo>
                <a:lnTo>
                  <a:pt x="407" y="857"/>
                </a:lnTo>
                <a:lnTo>
                  <a:pt x="427" y="881"/>
                </a:lnTo>
                <a:lnTo>
                  <a:pt x="446" y="905"/>
                </a:lnTo>
                <a:lnTo>
                  <a:pt x="463" y="929"/>
                </a:lnTo>
                <a:lnTo>
                  <a:pt x="480" y="953"/>
                </a:lnTo>
                <a:lnTo>
                  <a:pt x="496" y="976"/>
                </a:lnTo>
                <a:lnTo>
                  <a:pt x="511" y="1001"/>
                </a:lnTo>
                <a:lnTo>
                  <a:pt x="525" y="1025"/>
                </a:lnTo>
                <a:lnTo>
                  <a:pt x="538" y="1049"/>
                </a:lnTo>
                <a:lnTo>
                  <a:pt x="550" y="1073"/>
                </a:lnTo>
                <a:lnTo>
                  <a:pt x="561" y="1097"/>
                </a:lnTo>
                <a:lnTo>
                  <a:pt x="571" y="1120"/>
                </a:lnTo>
                <a:lnTo>
                  <a:pt x="580" y="1144"/>
                </a:lnTo>
                <a:lnTo>
                  <a:pt x="589" y="1168"/>
                </a:lnTo>
                <a:lnTo>
                  <a:pt x="597" y="1192"/>
                </a:lnTo>
                <a:lnTo>
                  <a:pt x="605" y="1216"/>
                </a:lnTo>
                <a:lnTo>
                  <a:pt x="612" y="1240"/>
                </a:lnTo>
                <a:lnTo>
                  <a:pt x="618" y="1263"/>
                </a:lnTo>
                <a:lnTo>
                  <a:pt x="624" y="1287"/>
                </a:lnTo>
                <a:lnTo>
                  <a:pt x="630" y="1311"/>
                </a:lnTo>
                <a:lnTo>
                  <a:pt x="635" y="1335"/>
                </a:lnTo>
                <a:lnTo>
                  <a:pt x="641" y="1359"/>
                </a:lnTo>
                <a:lnTo>
                  <a:pt x="646" y="1382"/>
                </a:lnTo>
                <a:lnTo>
                  <a:pt x="652" y="1406"/>
                </a:lnTo>
                <a:lnTo>
                  <a:pt x="657" y="1430"/>
                </a:lnTo>
                <a:lnTo>
                  <a:pt x="663" y="1454"/>
                </a:lnTo>
                <a:lnTo>
                  <a:pt x="668" y="1478"/>
                </a:lnTo>
                <a:lnTo>
                  <a:pt x="674" y="1502"/>
                </a:lnTo>
                <a:lnTo>
                  <a:pt x="680" y="1525"/>
                </a:lnTo>
                <a:lnTo>
                  <a:pt x="687" y="1549"/>
                </a:lnTo>
                <a:lnTo>
                  <a:pt x="694" y="1573"/>
                </a:lnTo>
                <a:lnTo>
                  <a:pt x="701" y="1597"/>
                </a:lnTo>
                <a:lnTo>
                  <a:pt x="708" y="1621"/>
                </a:lnTo>
                <a:lnTo>
                  <a:pt x="716" y="1645"/>
                </a:lnTo>
                <a:lnTo>
                  <a:pt x="725" y="1668"/>
                </a:lnTo>
                <a:lnTo>
                  <a:pt x="733" y="1692"/>
                </a:lnTo>
                <a:lnTo>
                  <a:pt x="743" y="1716"/>
                </a:lnTo>
                <a:lnTo>
                  <a:pt x="752" y="1740"/>
                </a:lnTo>
                <a:lnTo>
                  <a:pt x="762" y="1764"/>
                </a:lnTo>
                <a:lnTo>
                  <a:pt x="772" y="1788"/>
                </a:lnTo>
                <a:lnTo>
                  <a:pt x="782" y="1811"/>
                </a:lnTo>
                <a:lnTo>
                  <a:pt x="793" y="1835"/>
                </a:lnTo>
                <a:lnTo>
                  <a:pt x="804" y="1859"/>
                </a:lnTo>
                <a:lnTo>
                  <a:pt x="815" y="1883"/>
                </a:lnTo>
                <a:lnTo>
                  <a:pt x="826" y="1907"/>
                </a:lnTo>
                <a:lnTo>
                  <a:pt x="838" y="1930"/>
                </a:lnTo>
                <a:lnTo>
                  <a:pt x="849" y="1954"/>
                </a:lnTo>
                <a:lnTo>
                  <a:pt x="861" y="1978"/>
                </a:lnTo>
                <a:lnTo>
                  <a:pt x="872" y="2002"/>
                </a:lnTo>
                <a:lnTo>
                  <a:pt x="884" y="2026"/>
                </a:lnTo>
                <a:lnTo>
                  <a:pt x="895" y="2050"/>
                </a:lnTo>
                <a:lnTo>
                  <a:pt x="907" y="2073"/>
                </a:lnTo>
                <a:lnTo>
                  <a:pt x="918" y="2097"/>
                </a:lnTo>
                <a:lnTo>
                  <a:pt x="929" y="2121"/>
                </a:lnTo>
                <a:lnTo>
                  <a:pt x="940" y="2145"/>
                </a:lnTo>
                <a:lnTo>
                  <a:pt x="951" y="2169"/>
                </a:lnTo>
                <a:lnTo>
                  <a:pt x="961" y="2193"/>
                </a:lnTo>
                <a:lnTo>
                  <a:pt x="972" y="2216"/>
                </a:lnTo>
                <a:lnTo>
                  <a:pt x="982" y="2240"/>
                </a:lnTo>
                <a:lnTo>
                  <a:pt x="991" y="2264"/>
                </a:lnTo>
                <a:lnTo>
                  <a:pt x="1001" y="2288"/>
                </a:lnTo>
                <a:lnTo>
                  <a:pt x="1010" y="2312"/>
                </a:lnTo>
                <a:lnTo>
                  <a:pt x="1019" y="2336"/>
                </a:lnTo>
                <a:lnTo>
                  <a:pt x="1027" y="2359"/>
                </a:lnTo>
                <a:lnTo>
                  <a:pt x="1036" y="2383"/>
                </a:lnTo>
                <a:lnTo>
                  <a:pt x="1044" y="2407"/>
                </a:lnTo>
                <a:lnTo>
                  <a:pt x="1052" y="2431"/>
                </a:lnTo>
                <a:lnTo>
                  <a:pt x="1059" y="2455"/>
                </a:lnTo>
                <a:lnTo>
                  <a:pt x="1067" y="2479"/>
                </a:lnTo>
                <a:lnTo>
                  <a:pt x="1074" y="2502"/>
                </a:lnTo>
                <a:lnTo>
                  <a:pt x="1081" y="2526"/>
                </a:lnTo>
                <a:lnTo>
                  <a:pt x="1088" y="2550"/>
                </a:lnTo>
                <a:lnTo>
                  <a:pt x="1094" y="2574"/>
                </a:lnTo>
                <a:lnTo>
                  <a:pt x="1101" y="2598"/>
                </a:lnTo>
                <a:lnTo>
                  <a:pt x="1107" y="2621"/>
                </a:lnTo>
                <a:lnTo>
                  <a:pt x="1114" y="2645"/>
                </a:lnTo>
                <a:lnTo>
                  <a:pt x="1120" y="2669"/>
                </a:lnTo>
                <a:lnTo>
                  <a:pt x="1127" y="2693"/>
                </a:lnTo>
                <a:lnTo>
                  <a:pt x="1133" y="2717"/>
                </a:lnTo>
                <a:lnTo>
                  <a:pt x="1139" y="2741"/>
                </a:lnTo>
                <a:lnTo>
                  <a:pt x="1146" y="2764"/>
                </a:lnTo>
                <a:lnTo>
                  <a:pt x="1152" y="2788"/>
                </a:lnTo>
                <a:lnTo>
                  <a:pt x="1159" y="2812"/>
                </a:lnTo>
                <a:lnTo>
                  <a:pt x="1165" y="2836"/>
                </a:lnTo>
                <a:close/>
              </a:path>
            </a:pathLst>
          </a:custGeom>
          <a:solidFill>
            <a:srgbClr val="c53e1f">
              <a:alpha val="30000"/>
            </a:srgbClr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>
            <a:off x="2864520" y="2274840"/>
            <a:ext cx="201240" cy="462240"/>
          </a:xfrm>
          <a:custGeom>
            <a:avLst/>
            <a:gdLst/>
            <a:ahLst/>
            <a:rect l="0" t="0" r="r" b="b"/>
            <a:pathLst>
              <a:path w="559" h="1284">
                <a:moveTo>
                  <a:pt x="0" y="1284"/>
                </a:moveTo>
                <a:lnTo>
                  <a:pt x="559" y="1284"/>
                </a:lnTo>
                <a:lnTo>
                  <a:pt x="559" y="0"/>
                </a:lnTo>
                <a:lnTo>
                  <a:pt x="0" y="0"/>
                </a:lnTo>
                <a:lnTo>
                  <a:pt x="0" y="1284"/>
                </a:lnTo>
                <a:close/>
              </a:path>
            </a:pathLst>
          </a:custGeom>
          <a:solidFill>
            <a:srgbClr val="ffffff"/>
          </a:solidFill>
          <a:ln w="16200">
            <a:solidFill>
              <a:srgbClr val="c53e1f"/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838800" y="581760"/>
            <a:ext cx="483120" cy="2662560"/>
          </a:xfrm>
          <a:custGeom>
            <a:avLst/>
            <a:gdLst/>
            <a:ahLst/>
            <a:rect l="0" t="0" r="r" b="b"/>
            <a:pathLst>
              <a:path fill="none" w="1342" h="7396">
                <a:moveTo>
                  <a:pt x="1075" y="7396"/>
                </a:moveTo>
                <a:lnTo>
                  <a:pt x="1062" y="7333"/>
                </a:lnTo>
                <a:lnTo>
                  <a:pt x="1051" y="7271"/>
                </a:lnTo>
                <a:lnTo>
                  <a:pt x="1039" y="7209"/>
                </a:lnTo>
                <a:lnTo>
                  <a:pt x="1027" y="7147"/>
                </a:lnTo>
                <a:lnTo>
                  <a:pt x="1015" y="7085"/>
                </a:lnTo>
                <a:lnTo>
                  <a:pt x="1003" y="7023"/>
                </a:lnTo>
                <a:lnTo>
                  <a:pt x="991" y="6961"/>
                </a:lnTo>
                <a:lnTo>
                  <a:pt x="979" y="6898"/>
                </a:lnTo>
                <a:lnTo>
                  <a:pt x="966" y="6836"/>
                </a:lnTo>
                <a:lnTo>
                  <a:pt x="953" y="6774"/>
                </a:lnTo>
                <a:lnTo>
                  <a:pt x="939" y="6712"/>
                </a:lnTo>
                <a:lnTo>
                  <a:pt x="924" y="6650"/>
                </a:lnTo>
                <a:lnTo>
                  <a:pt x="908" y="6588"/>
                </a:lnTo>
                <a:lnTo>
                  <a:pt x="890" y="6526"/>
                </a:lnTo>
                <a:lnTo>
                  <a:pt x="872" y="6463"/>
                </a:lnTo>
                <a:lnTo>
                  <a:pt x="852" y="6401"/>
                </a:lnTo>
                <a:lnTo>
                  <a:pt x="831" y="6339"/>
                </a:lnTo>
                <a:lnTo>
                  <a:pt x="808" y="6277"/>
                </a:lnTo>
                <a:lnTo>
                  <a:pt x="783" y="6215"/>
                </a:lnTo>
                <a:lnTo>
                  <a:pt x="757" y="6153"/>
                </a:lnTo>
                <a:lnTo>
                  <a:pt x="729" y="6091"/>
                </a:lnTo>
                <a:lnTo>
                  <a:pt x="700" y="6028"/>
                </a:lnTo>
                <a:lnTo>
                  <a:pt x="668" y="5966"/>
                </a:lnTo>
                <a:lnTo>
                  <a:pt x="636" y="5904"/>
                </a:lnTo>
                <a:lnTo>
                  <a:pt x="601" y="5842"/>
                </a:lnTo>
                <a:lnTo>
                  <a:pt x="566" y="5780"/>
                </a:lnTo>
                <a:lnTo>
                  <a:pt x="529" y="5718"/>
                </a:lnTo>
                <a:lnTo>
                  <a:pt x="492" y="5656"/>
                </a:lnTo>
                <a:lnTo>
                  <a:pt x="453" y="5593"/>
                </a:lnTo>
                <a:lnTo>
                  <a:pt x="415" y="5531"/>
                </a:lnTo>
                <a:lnTo>
                  <a:pt x="376" y="5469"/>
                </a:lnTo>
                <a:lnTo>
                  <a:pt x="337" y="5407"/>
                </a:lnTo>
                <a:lnTo>
                  <a:pt x="299" y="5345"/>
                </a:lnTo>
                <a:lnTo>
                  <a:pt x="262" y="5283"/>
                </a:lnTo>
                <a:lnTo>
                  <a:pt x="225" y="5221"/>
                </a:lnTo>
                <a:lnTo>
                  <a:pt x="191" y="5158"/>
                </a:lnTo>
                <a:lnTo>
                  <a:pt x="158" y="5096"/>
                </a:lnTo>
                <a:lnTo>
                  <a:pt x="128" y="5034"/>
                </a:lnTo>
                <a:lnTo>
                  <a:pt x="100" y="4972"/>
                </a:lnTo>
                <a:lnTo>
                  <a:pt x="75" y="4910"/>
                </a:lnTo>
                <a:lnTo>
                  <a:pt x="53" y="4848"/>
                </a:lnTo>
                <a:lnTo>
                  <a:pt x="35" y="4786"/>
                </a:lnTo>
                <a:lnTo>
                  <a:pt x="20" y="4723"/>
                </a:lnTo>
                <a:lnTo>
                  <a:pt x="9" y="4661"/>
                </a:lnTo>
                <a:lnTo>
                  <a:pt x="3" y="4599"/>
                </a:lnTo>
                <a:lnTo>
                  <a:pt x="0" y="4537"/>
                </a:lnTo>
                <a:lnTo>
                  <a:pt x="2" y="4475"/>
                </a:lnTo>
                <a:lnTo>
                  <a:pt x="8" y="4413"/>
                </a:lnTo>
                <a:lnTo>
                  <a:pt x="18" y="4351"/>
                </a:lnTo>
                <a:lnTo>
                  <a:pt x="32" y="4288"/>
                </a:lnTo>
                <a:lnTo>
                  <a:pt x="50" y="4226"/>
                </a:lnTo>
                <a:lnTo>
                  <a:pt x="73" y="4164"/>
                </a:lnTo>
                <a:lnTo>
                  <a:pt x="98" y="4102"/>
                </a:lnTo>
                <a:lnTo>
                  <a:pt x="127" y="4040"/>
                </a:lnTo>
                <a:lnTo>
                  <a:pt x="160" y="3978"/>
                </a:lnTo>
                <a:lnTo>
                  <a:pt x="195" y="3916"/>
                </a:lnTo>
                <a:lnTo>
                  <a:pt x="232" y="3853"/>
                </a:lnTo>
                <a:lnTo>
                  <a:pt x="272" y="3791"/>
                </a:lnTo>
                <a:lnTo>
                  <a:pt x="314" y="3729"/>
                </a:lnTo>
                <a:lnTo>
                  <a:pt x="357" y="3667"/>
                </a:lnTo>
                <a:lnTo>
                  <a:pt x="402" y="3605"/>
                </a:lnTo>
                <a:lnTo>
                  <a:pt x="447" y="3543"/>
                </a:lnTo>
                <a:lnTo>
                  <a:pt x="493" y="3481"/>
                </a:lnTo>
                <a:lnTo>
                  <a:pt x="539" y="3418"/>
                </a:lnTo>
                <a:lnTo>
                  <a:pt x="584" y="3356"/>
                </a:lnTo>
                <a:lnTo>
                  <a:pt x="630" y="3294"/>
                </a:lnTo>
                <a:lnTo>
                  <a:pt x="675" y="3232"/>
                </a:lnTo>
                <a:lnTo>
                  <a:pt x="719" y="3170"/>
                </a:lnTo>
                <a:lnTo>
                  <a:pt x="763" y="3108"/>
                </a:lnTo>
                <a:lnTo>
                  <a:pt x="805" y="3046"/>
                </a:lnTo>
                <a:lnTo>
                  <a:pt x="845" y="2983"/>
                </a:lnTo>
                <a:lnTo>
                  <a:pt x="885" y="2921"/>
                </a:lnTo>
                <a:lnTo>
                  <a:pt x="922" y="2859"/>
                </a:lnTo>
                <a:lnTo>
                  <a:pt x="958" y="2797"/>
                </a:lnTo>
                <a:lnTo>
                  <a:pt x="993" y="2735"/>
                </a:lnTo>
                <a:lnTo>
                  <a:pt x="1026" y="2673"/>
                </a:lnTo>
                <a:lnTo>
                  <a:pt x="1057" y="2611"/>
                </a:lnTo>
                <a:lnTo>
                  <a:pt x="1086" y="2548"/>
                </a:lnTo>
                <a:lnTo>
                  <a:pt x="1114" y="2486"/>
                </a:lnTo>
                <a:lnTo>
                  <a:pt x="1139" y="2424"/>
                </a:lnTo>
                <a:lnTo>
                  <a:pt x="1163" y="2362"/>
                </a:lnTo>
                <a:lnTo>
                  <a:pt x="1185" y="2300"/>
                </a:lnTo>
                <a:lnTo>
                  <a:pt x="1206" y="2238"/>
                </a:lnTo>
                <a:lnTo>
                  <a:pt x="1225" y="2176"/>
                </a:lnTo>
                <a:lnTo>
                  <a:pt x="1242" y="2114"/>
                </a:lnTo>
                <a:lnTo>
                  <a:pt x="1258" y="2050"/>
                </a:lnTo>
                <a:lnTo>
                  <a:pt x="1272" y="1988"/>
                </a:lnTo>
                <a:lnTo>
                  <a:pt x="1284" y="1926"/>
                </a:lnTo>
                <a:lnTo>
                  <a:pt x="1296" y="1864"/>
                </a:lnTo>
                <a:lnTo>
                  <a:pt x="1305" y="1802"/>
                </a:lnTo>
                <a:lnTo>
                  <a:pt x="1314" y="1740"/>
                </a:lnTo>
                <a:lnTo>
                  <a:pt x="1321" y="1678"/>
                </a:lnTo>
                <a:lnTo>
                  <a:pt x="1327" y="1615"/>
                </a:lnTo>
                <a:lnTo>
                  <a:pt x="1332" y="1553"/>
                </a:lnTo>
                <a:lnTo>
                  <a:pt x="1336" y="1491"/>
                </a:lnTo>
                <a:lnTo>
                  <a:pt x="1339" y="1429"/>
                </a:lnTo>
                <a:lnTo>
                  <a:pt x="1341" y="1367"/>
                </a:lnTo>
                <a:lnTo>
                  <a:pt x="1342" y="1305"/>
                </a:lnTo>
                <a:lnTo>
                  <a:pt x="1342" y="1243"/>
                </a:lnTo>
                <a:lnTo>
                  <a:pt x="1341" y="1180"/>
                </a:lnTo>
                <a:lnTo>
                  <a:pt x="1340" y="1118"/>
                </a:lnTo>
                <a:lnTo>
                  <a:pt x="1338" y="1056"/>
                </a:lnTo>
                <a:lnTo>
                  <a:pt x="1335" y="994"/>
                </a:lnTo>
                <a:lnTo>
                  <a:pt x="1333" y="932"/>
                </a:lnTo>
                <a:lnTo>
                  <a:pt x="1330" y="870"/>
                </a:lnTo>
                <a:lnTo>
                  <a:pt x="1326" y="808"/>
                </a:lnTo>
                <a:lnTo>
                  <a:pt x="1323" y="745"/>
                </a:lnTo>
                <a:lnTo>
                  <a:pt x="1319" y="683"/>
                </a:lnTo>
                <a:lnTo>
                  <a:pt x="1316" y="621"/>
                </a:lnTo>
                <a:lnTo>
                  <a:pt x="1312" y="559"/>
                </a:lnTo>
                <a:lnTo>
                  <a:pt x="1309" y="497"/>
                </a:lnTo>
                <a:lnTo>
                  <a:pt x="1306" y="435"/>
                </a:lnTo>
                <a:lnTo>
                  <a:pt x="1304" y="373"/>
                </a:lnTo>
                <a:lnTo>
                  <a:pt x="1301" y="310"/>
                </a:lnTo>
                <a:lnTo>
                  <a:pt x="1300" y="248"/>
                </a:lnTo>
                <a:lnTo>
                  <a:pt x="1298" y="186"/>
                </a:lnTo>
                <a:lnTo>
                  <a:pt x="1297" y="124"/>
                </a:lnTo>
                <a:lnTo>
                  <a:pt x="1297" y="62"/>
                </a:lnTo>
                <a:lnTo>
                  <a:pt x="1298" y="0"/>
                </a:lnTo>
              </a:path>
            </a:pathLst>
          </a:custGeom>
          <a:ln cap="sq" w="13680">
            <a:solidFill>
              <a:srgbClr val="0a7d6e"/>
            </a:solidFill>
            <a:round/>
          </a:ln>
        </p:spPr>
      </p:sp>
      <p:sp>
        <p:nvSpPr>
          <p:cNvPr id="64" name=""/>
          <p:cNvSpPr/>
          <p:nvPr/>
        </p:nvSpPr>
        <p:spPr>
          <a:xfrm>
            <a:off x="1427760" y="2243880"/>
            <a:ext cx="201240" cy="0"/>
          </a:xfrm>
          <a:prstGeom prst="line">
            <a:avLst/>
          </a:prstGeom>
          <a:ln cap="sq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/>
          <p:nvPr/>
        </p:nvSpPr>
        <p:spPr>
          <a:xfrm>
            <a:off x="2275560" y="2195640"/>
            <a:ext cx="419400" cy="1020960"/>
          </a:xfrm>
          <a:custGeom>
            <a:avLst/>
            <a:gdLst/>
            <a:ahLst/>
            <a:rect l="0" t="0" r="r" b="b"/>
            <a:pathLst>
              <a:path fill="none" w="1165" h="2836">
                <a:moveTo>
                  <a:pt x="1165" y="2836"/>
                </a:moveTo>
                <a:lnTo>
                  <a:pt x="1159" y="2812"/>
                </a:lnTo>
                <a:lnTo>
                  <a:pt x="1152" y="2788"/>
                </a:lnTo>
                <a:lnTo>
                  <a:pt x="1146" y="2764"/>
                </a:lnTo>
                <a:lnTo>
                  <a:pt x="1139" y="2741"/>
                </a:lnTo>
                <a:lnTo>
                  <a:pt x="1133" y="2717"/>
                </a:lnTo>
                <a:lnTo>
                  <a:pt x="1127" y="2693"/>
                </a:lnTo>
                <a:lnTo>
                  <a:pt x="1120" y="2669"/>
                </a:lnTo>
                <a:lnTo>
                  <a:pt x="1114" y="2645"/>
                </a:lnTo>
                <a:lnTo>
                  <a:pt x="1107" y="2621"/>
                </a:lnTo>
                <a:lnTo>
                  <a:pt x="1101" y="2598"/>
                </a:lnTo>
                <a:lnTo>
                  <a:pt x="1094" y="2574"/>
                </a:lnTo>
                <a:lnTo>
                  <a:pt x="1088" y="2550"/>
                </a:lnTo>
                <a:lnTo>
                  <a:pt x="1081" y="2526"/>
                </a:lnTo>
                <a:lnTo>
                  <a:pt x="1074" y="2502"/>
                </a:lnTo>
                <a:lnTo>
                  <a:pt x="1067" y="2479"/>
                </a:lnTo>
                <a:lnTo>
                  <a:pt x="1059" y="2455"/>
                </a:lnTo>
                <a:lnTo>
                  <a:pt x="1052" y="2431"/>
                </a:lnTo>
                <a:lnTo>
                  <a:pt x="1044" y="2407"/>
                </a:lnTo>
                <a:lnTo>
                  <a:pt x="1036" y="2383"/>
                </a:lnTo>
                <a:lnTo>
                  <a:pt x="1027" y="2359"/>
                </a:lnTo>
                <a:lnTo>
                  <a:pt x="1019" y="2336"/>
                </a:lnTo>
                <a:lnTo>
                  <a:pt x="1010" y="2312"/>
                </a:lnTo>
                <a:lnTo>
                  <a:pt x="1001" y="2288"/>
                </a:lnTo>
                <a:lnTo>
                  <a:pt x="991" y="2264"/>
                </a:lnTo>
                <a:lnTo>
                  <a:pt x="982" y="2240"/>
                </a:lnTo>
                <a:lnTo>
                  <a:pt x="972" y="2216"/>
                </a:lnTo>
                <a:lnTo>
                  <a:pt x="961" y="2193"/>
                </a:lnTo>
                <a:lnTo>
                  <a:pt x="951" y="2169"/>
                </a:lnTo>
                <a:lnTo>
                  <a:pt x="940" y="2145"/>
                </a:lnTo>
                <a:lnTo>
                  <a:pt x="929" y="2121"/>
                </a:lnTo>
                <a:lnTo>
                  <a:pt x="918" y="2097"/>
                </a:lnTo>
                <a:lnTo>
                  <a:pt x="907" y="2073"/>
                </a:lnTo>
                <a:lnTo>
                  <a:pt x="895" y="2050"/>
                </a:lnTo>
                <a:lnTo>
                  <a:pt x="884" y="2026"/>
                </a:lnTo>
                <a:lnTo>
                  <a:pt x="872" y="2002"/>
                </a:lnTo>
                <a:lnTo>
                  <a:pt x="861" y="1978"/>
                </a:lnTo>
                <a:lnTo>
                  <a:pt x="849" y="1954"/>
                </a:lnTo>
                <a:lnTo>
                  <a:pt x="838" y="1930"/>
                </a:lnTo>
                <a:lnTo>
                  <a:pt x="826" y="1907"/>
                </a:lnTo>
                <a:lnTo>
                  <a:pt x="815" y="1883"/>
                </a:lnTo>
                <a:lnTo>
                  <a:pt x="804" y="1859"/>
                </a:lnTo>
                <a:lnTo>
                  <a:pt x="793" y="1835"/>
                </a:lnTo>
                <a:lnTo>
                  <a:pt x="782" y="1811"/>
                </a:lnTo>
                <a:lnTo>
                  <a:pt x="772" y="1788"/>
                </a:lnTo>
                <a:lnTo>
                  <a:pt x="762" y="1764"/>
                </a:lnTo>
                <a:lnTo>
                  <a:pt x="752" y="1740"/>
                </a:lnTo>
                <a:lnTo>
                  <a:pt x="743" y="1716"/>
                </a:lnTo>
                <a:lnTo>
                  <a:pt x="733" y="1692"/>
                </a:lnTo>
                <a:lnTo>
                  <a:pt x="725" y="1668"/>
                </a:lnTo>
                <a:lnTo>
                  <a:pt x="716" y="1645"/>
                </a:lnTo>
                <a:lnTo>
                  <a:pt x="708" y="1621"/>
                </a:lnTo>
                <a:lnTo>
                  <a:pt x="701" y="1597"/>
                </a:lnTo>
                <a:lnTo>
                  <a:pt x="694" y="1573"/>
                </a:lnTo>
                <a:lnTo>
                  <a:pt x="687" y="1549"/>
                </a:lnTo>
                <a:lnTo>
                  <a:pt x="680" y="1525"/>
                </a:lnTo>
                <a:lnTo>
                  <a:pt x="674" y="1502"/>
                </a:lnTo>
                <a:lnTo>
                  <a:pt x="668" y="1478"/>
                </a:lnTo>
                <a:lnTo>
                  <a:pt x="663" y="1454"/>
                </a:lnTo>
                <a:lnTo>
                  <a:pt x="657" y="1430"/>
                </a:lnTo>
                <a:lnTo>
                  <a:pt x="652" y="1406"/>
                </a:lnTo>
                <a:lnTo>
                  <a:pt x="646" y="1382"/>
                </a:lnTo>
                <a:lnTo>
                  <a:pt x="641" y="1359"/>
                </a:lnTo>
                <a:lnTo>
                  <a:pt x="635" y="1335"/>
                </a:lnTo>
                <a:lnTo>
                  <a:pt x="630" y="1311"/>
                </a:lnTo>
                <a:lnTo>
                  <a:pt x="624" y="1287"/>
                </a:lnTo>
                <a:lnTo>
                  <a:pt x="618" y="1263"/>
                </a:lnTo>
                <a:lnTo>
                  <a:pt x="612" y="1240"/>
                </a:lnTo>
                <a:lnTo>
                  <a:pt x="605" y="1216"/>
                </a:lnTo>
                <a:lnTo>
                  <a:pt x="597" y="1192"/>
                </a:lnTo>
                <a:lnTo>
                  <a:pt x="589" y="1168"/>
                </a:lnTo>
                <a:lnTo>
                  <a:pt x="580" y="1144"/>
                </a:lnTo>
                <a:lnTo>
                  <a:pt x="571" y="1120"/>
                </a:lnTo>
                <a:lnTo>
                  <a:pt x="561" y="1097"/>
                </a:lnTo>
                <a:lnTo>
                  <a:pt x="550" y="1073"/>
                </a:lnTo>
                <a:lnTo>
                  <a:pt x="538" y="1049"/>
                </a:lnTo>
                <a:lnTo>
                  <a:pt x="525" y="1025"/>
                </a:lnTo>
                <a:lnTo>
                  <a:pt x="511" y="1001"/>
                </a:lnTo>
                <a:lnTo>
                  <a:pt x="496" y="976"/>
                </a:lnTo>
                <a:lnTo>
                  <a:pt x="480" y="953"/>
                </a:lnTo>
                <a:lnTo>
                  <a:pt x="463" y="929"/>
                </a:lnTo>
                <a:lnTo>
                  <a:pt x="446" y="905"/>
                </a:lnTo>
                <a:lnTo>
                  <a:pt x="427" y="881"/>
                </a:lnTo>
                <a:lnTo>
                  <a:pt x="407" y="857"/>
                </a:lnTo>
                <a:lnTo>
                  <a:pt x="387" y="833"/>
                </a:lnTo>
                <a:lnTo>
                  <a:pt x="366" y="810"/>
                </a:lnTo>
                <a:lnTo>
                  <a:pt x="345" y="786"/>
                </a:lnTo>
                <a:lnTo>
                  <a:pt x="322" y="762"/>
                </a:lnTo>
                <a:lnTo>
                  <a:pt x="300" y="738"/>
                </a:lnTo>
                <a:lnTo>
                  <a:pt x="277" y="714"/>
                </a:lnTo>
                <a:lnTo>
                  <a:pt x="254" y="691"/>
                </a:lnTo>
                <a:lnTo>
                  <a:pt x="231" y="667"/>
                </a:lnTo>
                <a:lnTo>
                  <a:pt x="209" y="643"/>
                </a:lnTo>
                <a:lnTo>
                  <a:pt x="186" y="619"/>
                </a:lnTo>
                <a:lnTo>
                  <a:pt x="164" y="595"/>
                </a:lnTo>
                <a:lnTo>
                  <a:pt x="143" y="571"/>
                </a:lnTo>
                <a:lnTo>
                  <a:pt x="123" y="548"/>
                </a:lnTo>
                <a:lnTo>
                  <a:pt x="103" y="524"/>
                </a:lnTo>
                <a:lnTo>
                  <a:pt x="85" y="500"/>
                </a:lnTo>
                <a:lnTo>
                  <a:pt x="67" y="476"/>
                </a:lnTo>
                <a:lnTo>
                  <a:pt x="52" y="452"/>
                </a:lnTo>
                <a:lnTo>
                  <a:pt x="38" y="428"/>
                </a:lnTo>
                <a:lnTo>
                  <a:pt x="27" y="405"/>
                </a:lnTo>
                <a:lnTo>
                  <a:pt x="17" y="381"/>
                </a:lnTo>
                <a:lnTo>
                  <a:pt x="9" y="357"/>
                </a:lnTo>
                <a:lnTo>
                  <a:pt x="4" y="333"/>
                </a:lnTo>
                <a:lnTo>
                  <a:pt x="0" y="309"/>
                </a:lnTo>
                <a:lnTo>
                  <a:pt x="0" y="285"/>
                </a:lnTo>
                <a:lnTo>
                  <a:pt x="1" y="262"/>
                </a:lnTo>
                <a:lnTo>
                  <a:pt x="5" y="238"/>
                </a:lnTo>
                <a:lnTo>
                  <a:pt x="12" y="214"/>
                </a:lnTo>
                <a:lnTo>
                  <a:pt x="21" y="190"/>
                </a:lnTo>
                <a:lnTo>
                  <a:pt x="33" y="166"/>
                </a:lnTo>
                <a:lnTo>
                  <a:pt x="47" y="143"/>
                </a:lnTo>
                <a:lnTo>
                  <a:pt x="63" y="119"/>
                </a:lnTo>
                <a:lnTo>
                  <a:pt x="83" y="95"/>
                </a:lnTo>
                <a:lnTo>
                  <a:pt x="105" y="71"/>
                </a:lnTo>
                <a:lnTo>
                  <a:pt x="128" y="47"/>
                </a:lnTo>
                <a:lnTo>
                  <a:pt x="154" y="23"/>
                </a:lnTo>
                <a:lnTo>
                  <a:pt x="182" y="0"/>
                </a:lnTo>
              </a:path>
            </a:pathLst>
          </a:custGeom>
          <a:ln cap="sq" w="13680">
            <a:solidFill>
              <a:srgbClr val="c53e1f"/>
            </a:solidFill>
            <a:round/>
          </a:ln>
        </p:spPr>
      </p:sp>
      <p:sp>
        <p:nvSpPr>
          <p:cNvPr id="66" name=""/>
          <p:cNvSpPr/>
          <p:nvPr/>
        </p:nvSpPr>
        <p:spPr>
          <a:xfrm>
            <a:off x="2864520" y="2347200"/>
            <a:ext cx="200880" cy="0"/>
          </a:xfrm>
          <a:prstGeom prst="line">
            <a:avLst/>
          </a:prstGeom>
          <a:ln cap="sq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/>
          <p:nvPr/>
        </p:nvSpPr>
        <p:spPr>
          <a:xfrm>
            <a:off x="1356120" y="241560"/>
            <a:ext cx="1436760" cy="88200"/>
          </a:xfrm>
          <a:custGeom>
            <a:avLst/>
            <a:gdLst/>
            <a:ahLst/>
            <a:rect l="0" t="0" r="r" b="b"/>
            <a:pathLst>
              <a:path fill="none" w="3991" h="245">
                <a:moveTo>
                  <a:pt x="0" y="245"/>
                </a:moveTo>
                <a:lnTo>
                  <a:pt x="0" y="0"/>
                </a:lnTo>
                <a:lnTo>
                  <a:pt x="3991" y="0"/>
                </a:lnTo>
                <a:lnTo>
                  <a:pt x="3991" y="245"/>
                </a:lnTo>
              </a:path>
            </a:pathLst>
          </a:custGeom>
          <a:ln cap="sq" w="12600">
            <a:solidFill>
              <a:srgbClr val="0e2a47"/>
            </a:solidFill>
            <a:round/>
          </a:ln>
        </p:spPr>
      </p:sp>
      <p:sp>
        <p:nvSpPr>
          <p:cNvPr id="68" name=""/>
          <p:cNvSpPr/>
          <p:nvPr/>
        </p:nvSpPr>
        <p:spPr>
          <a:xfrm flipV="1">
            <a:off x="565920" y="91440"/>
            <a:ext cx="0" cy="33026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/>
          <p:nvPr/>
        </p:nvSpPr>
        <p:spPr>
          <a:xfrm>
            <a:off x="565920" y="3394080"/>
            <a:ext cx="30168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>
            <a:off x="1852200" y="19771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8" y="218"/>
                </a:moveTo>
                <a:cubicBezTo>
                  <a:pt x="137" y="218"/>
                  <a:pt x="165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5" y="11"/>
                  <a:pt x="137" y="0"/>
                  <a:pt x="108" y="0"/>
                </a:cubicBezTo>
                <a:cubicBezTo>
                  <a:pt x="79" y="0"/>
                  <a:pt x="52" y="11"/>
                  <a:pt x="31" y="32"/>
                </a:cubicBezTo>
                <a:cubicBezTo>
                  <a:pt x="11" y="53"/>
                  <a:pt x="0" y="81"/>
                  <a:pt x="0" y="109"/>
                </a:cubicBezTo>
                <a:cubicBezTo>
                  <a:pt x="0" y="138"/>
                  <a:pt x="11" y="166"/>
                  <a:pt x="31" y="186"/>
                </a:cubicBezTo>
                <a:cubicBezTo>
                  <a:pt x="52" y="207"/>
                  <a:pt x="79" y="218"/>
                  <a:pt x="108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1" name=""/>
          <p:cNvSpPr/>
          <p:nvPr/>
        </p:nvSpPr>
        <p:spPr>
          <a:xfrm>
            <a:off x="1873440" y="21978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7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2"/>
                  <a:pt x="187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1"/>
                  <a:pt x="0" y="110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1817280" y="319068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8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7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3" name=""/>
          <p:cNvSpPr/>
          <p:nvPr/>
        </p:nvSpPr>
        <p:spPr>
          <a:xfrm>
            <a:off x="1775880" y="221148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8" y="219"/>
                </a:moveTo>
                <a:cubicBezTo>
                  <a:pt x="137" y="219"/>
                  <a:pt x="165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5" y="12"/>
                  <a:pt x="137" y="0"/>
                  <a:pt x="108" y="0"/>
                </a:cubicBezTo>
                <a:cubicBezTo>
                  <a:pt x="80" y="0"/>
                  <a:pt x="52" y="12"/>
                  <a:pt x="31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1" y="187"/>
                </a:cubicBezTo>
                <a:cubicBezTo>
                  <a:pt x="52" y="207"/>
                  <a:pt x="80" y="219"/>
                  <a:pt x="108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1704960" y="5562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8" y="219"/>
                </a:moveTo>
                <a:cubicBezTo>
                  <a:pt x="137" y="219"/>
                  <a:pt x="166" y="207"/>
                  <a:pt x="186" y="187"/>
                </a:cubicBezTo>
                <a:cubicBezTo>
                  <a:pt x="207" y="167"/>
                  <a:pt x="218" y="139"/>
                  <a:pt x="218" y="110"/>
                </a:cubicBezTo>
                <a:cubicBezTo>
                  <a:pt x="218" y="80"/>
                  <a:pt x="207" y="53"/>
                  <a:pt x="186" y="32"/>
                </a:cubicBezTo>
                <a:cubicBezTo>
                  <a:pt x="166" y="12"/>
                  <a:pt x="137" y="0"/>
                  <a:pt x="108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0"/>
                  <a:pt x="0" y="110"/>
                </a:cubicBezTo>
                <a:cubicBezTo>
                  <a:pt x="0" y="139"/>
                  <a:pt x="11" y="167"/>
                  <a:pt x="32" y="187"/>
                </a:cubicBezTo>
                <a:cubicBezTo>
                  <a:pt x="52" y="207"/>
                  <a:pt x="80" y="219"/>
                  <a:pt x="108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1801440" y="21427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1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1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1788840" y="31496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7" y="31"/>
                </a:cubicBezTo>
                <a:cubicBezTo>
                  <a:pt x="166" y="11"/>
                  <a:pt x="139" y="0"/>
                  <a:pt x="109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1789560" y="225288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2"/>
                  <a:pt x="187" y="32"/>
                </a:cubicBezTo>
                <a:cubicBezTo>
                  <a:pt x="166" y="12"/>
                  <a:pt x="139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1808280" y="21013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08"/>
                </a:cubicBezTo>
                <a:cubicBezTo>
                  <a:pt x="219" y="79"/>
                  <a:pt x="207" y="52"/>
                  <a:pt x="187" y="31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2" y="11"/>
                  <a:pt x="32" y="31"/>
                </a:cubicBezTo>
                <a:cubicBezTo>
                  <a:pt x="12" y="52"/>
                  <a:pt x="0" y="79"/>
                  <a:pt x="0" y="108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2" y="207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1828440" y="22392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5"/>
                  <a:pt x="218" y="137"/>
                  <a:pt x="218" y="108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1" y="0"/>
                  <a:pt x="53" y="11"/>
                  <a:pt x="33" y="32"/>
                </a:cubicBezTo>
                <a:cubicBezTo>
                  <a:pt x="11" y="52"/>
                  <a:pt x="0" y="80"/>
                  <a:pt x="0" y="108"/>
                </a:cubicBezTo>
                <a:cubicBezTo>
                  <a:pt x="0" y="137"/>
                  <a:pt x="11" y="165"/>
                  <a:pt x="33" y="186"/>
                </a:cubicBezTo>
                <a:cubicBezTo>
                  <a:pt x="53" y="207"/>
                  <a:pt x="81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1887120" y="254268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6"/>
                  <a:pt x="187" y="185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3" y="11"/>
                  <a:pt x="32" y="32"/>
                </a:cubicBezTo>
                <a:cubicBezTo>
                  <a:pt x="12" y="52"/>
                  <a:pt x="0" y="80"/>
                  <a:pt x="0" y="108"/>
                </a:cubicBezTo>
                <a:cubicBezTo>
                  <a:pt x="0" y="137"/>
                  <a:pt x="12" y="165"/>
                  <a:pt x="32" y="185"/>
                </a:cubicBezTo>
                <a:cubicBezTo>
                  <a:pt x="53" y="206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1874520" y="273564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9" y="139"/>
                  <a:pt x="219" y="110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2"/>
                  <a:pt x="139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2"/>
                  <a:pt x="0" y="80"/>
                  <a:pt x="0" y="110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1814760" y="15908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6" y="11"/>
                  <a:pt x="138" y="0"/>
                  <a:pt x="109" y="0"/>
                </a:cubicBezTo>
                <a:cubicBezTo>
                  <a:pt x="81" y="0"/>
                  <a:pt x="52" y="11"/>
                  <a:pt x="31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1" y="187"/>
                </a:cubicBezTo>
                <a:cubicBezTo>
                  <a:pt x="52" y="207"/>
                  <a:pt x="81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1860840" y="18943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7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2"/>
                  <a:pt x="187" y="32"/>
                </a:cubicBezTo>
                <a:cubicBezTo>
                  <a:pt x="167" y="11"/>
                  <a:pt x="138" y="0"/>
                  <a:pt x="109" y="0"/>
                </a:cubicBezTo>
                <a:cubicBezTo>
                  <a:pt x="80" y="0"/>
                  <a:pt x="53" y="11"/>
                  <a:pt x="32" y="32"/>
                </a:cubicBezTo>
                <a:cubicBezTo>
                  <a:pt x="12" y="52"/>
                  <a:pt x="0" y="81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1735200" y="233568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6"/>
                  <a:pt x="218" y="139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1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1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919160" y="204588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5" y="207"/>
                  <a:pt x="186" y="187"/>
                </a:cubicBezTo>
                <a:cubicBezTo>
                  <a:pt x="207" y="167"/>
                  <a:pt x="219" y="139"/>
                  <a:pt x="219" y="110"/>
                </a:cubicBezTo>
                <a:cubicBezTo>
                  <a:pt x="219" y="81"/>
                  <a:pt x="207" y="53"/>
                  <a:pt x="186" y="32"/>
                </a:cubicBezTo>
                <a:cubicBezTo>
                  <a:pt x="165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3303360" y="222516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7"/>
                  <a:pt x="218" y="139"/>
                  <a:pt x="218" y="110"/>
                </a:cubicBezTo>
                <a:cubicBezTo>
                  <a:pt x="218" y="81"/>
                  <a:pt x="207" y="54"/>
                  <a:pt x="186" y="33"/>
                </a:cubicBezTo>
                <a:cubicBezTo>
                  <a:pt x="166" y="13"/>
                  <a:pt x="138" y="0"/>
                  <a:pt x="109" y="0"/>
                </a:cubicBezTo>
                <a:cubicBezTo>
                  <a:pt x="81" y="0"/>
                  <a:pt x="53" y="13"/>
                  <a:pt x="32" y="33"/>
                </a:cubicBezTo>
                <a:cubicBezTo>
                  <a:pt x="11" y="54"/>
                  <a:pt x="0" y="81"/>
                  <a:pt x="0" y="110"/>
                </a:cubicBezTo>
                <a:cubicBezTo>
                  <a:pt x="0" y="139"/>
                  <a:pt x="11" y="167"/>
                  <a:pt x="32" y="187"/>
                </a:cubicBezTo>
                <a:cubicBezTo>
                  <a:pt x="53" y="207"/>
                  <a:pt x="81" y="219"/>
                  <a:pt x="109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3371040" y="226656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7" y="207"/>
                  <a:pt x="187" y="187"/>
                </a:cubicBezTo>
                <a:cubicBezTo>
                  <a:pt x="207" y="167"/>
                  <a:pt x="219" y="139"/>
                  <a:pt x="219" y="110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7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3"/>
                  <a:pt x="0" y="80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3211920" y="233568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9" y="218"/>
                  <a:pt x="166" y="207"/>
                  <a:pt x="187" y="187"/>
                </a:cubicBezTo>
                <a:cubicBezTo>
                  <a:pt x="207" y="166"/>
                  <a:pt x="218" y="139"/>
                  <a:pt x="218" y="109"/>
                </a:cubicBezTo>
                <a:cubicBezTo>
                  <a:pt x="218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3197520" y="217008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2"/>
                  <a:pt x="139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3286800" y="25700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8" y="139"/>
                  <a:pt x="218" y="109"/>
                </a:cubicBezTo>
                <a:cubicBezTo>
                  <a:pt x="218" y="80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9"/>
                  <a:pt x="11" y="167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3169080" y="269424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9" y="139"/>
                  <a:pt x="219" y="110"/>
                </a:cubicBezTo>
                <a:cubicBezTo>
                  <a:pt x="219" y="81"/>
                  <a:pt x="207" y="53"/>
                  <a:pt x="186" y="33"/>
                </a:cubicBezTo>
                <a:cubicBezTo>
                  <a:pt x="166" y="13"/>
                  <a:pt x="138" y="0"/>
                  <a:pt x="109" y="0"/>
                </a:cubicBezTo>
                <a:cubicBezTo>
                  <a:pt x="80" y="0"/>
                  <a:pt x="53" y="13"/>
                  <a:pt x="32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3" y="207"/>
                  <a:pt x="80" y="219"/>
                  <a:pt x="109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3142440" y="22392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5"/>
                  <a:pt x="218" y="137"/>
                  <a:pt x="218" y="108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10" y="0"/>
                </a:cubicBezTo>
                <a:cubicBezTo>
                  <a:pt x="81" y="0"/>
                  <a:pt x="52" y="11"/>
                  <a:pt x="32" y="32"/>
                </a:cubicBezTo>
                <a:cubicBezTo>
                  <a:pt x="11" y="52"/>
                  <a:pt x="0" y="80"/>
                  <a:pt x="0" y="108"/>
                </a:cubicBezTo>
                <a:cubicBezTo>
                  <a:pt x="0" y="137"/>
                  <a:pt x="11" y="165"/>
                  <a:pt x="32" y="186"/>
                </a:cubicBezTo>
                <a:cubicBezTo>
                  <a:pt x="52" y="207"/>
                  <a:pt x="81" y="218"/>
                  <a:pt x="110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3219480" y="218376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7"/>
                  <a:pt x="218" y="139"/>
                  <a:pt x="218" y="109"/>
                </a:cubicBezTo>
                <a:cubicBezTo>
                  <a:pt x="218" y="80"/>
                  <a:pt x="207" y="53"/>
                  <a:pt x="186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1" y="0"/>
                  <a:pt x="52" y="12"/>
                  <a:pt x="32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9"/>
                  <a:pt x="11" y="167"/>
                  <a:pt x="32" y="187"/>
                </a:cubicBezTo>
                <a:cubicBezTo>
                  <a:pt x="52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3271680" y="31633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3"/>
                  <a:pt x="187" y="33"/>
                </a:cubicBezTo>
                <a:cubicBezTo>
                  <a:pt x="166" y="12"/>
                  <a:pt x="139" y="0"/>
                  <a:pt x="109" y="0"/>
                </a:cubicBezTo>
                <a:cubicBezTo>
                  <a:pt x="80" y="0"/>
                  <a:pt x="52" y="12"/>
                  <a:pt x="32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3196080" y="288756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9" y="218"/>
                  <a:pt x="167" y="207"/>
                  <a:pt x="187" y="186"/>
                </a:cubicBezTo>
                <a:cubicBezTo>
                  <a:pt x="207" y="166"/>
                  <a:pt x="219" y="138"/>
                  <a:pt x="219" y="108"/>
                </a:cubicBezTo>
                <a:cubicBezTo>
                  <a:pt x="219" y="79"/>
                  <a:pt x="207" y="52"/>
                  <a:pt x="187" y="31"/>
                </a:cubicBezTo>
                <a:cubicBezTo>
                  <a:pt x="167" y="11"/>
                  <a:pt x="139" y="0"/>
                  <a:pt x="109" y="0"/>
                </a:cubicBezTo>
                <a:cubicBezTo>
                  <a:pt x="80" y="0"/>
                  <a:pt x="53" y="11"/>
                  <a:pt x="32" y="31"/>
                </a:cubicBezTo>
                <a:cubicBezTo>
                  <a:pt x="12" y="52"/>
                  <a:pt x="0" y="79"/>
                  <a:pt x="0" y="108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3330000" y="228060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1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3" y="11"/>
                  <a:pt x="32" y="32"/>
                </a:cubicBezTo>
                <a:cubicBezTo>
                  <a:pt x="12" y="52"/>
                  <a:pt x="0" y="81"/>
                  <a:pt x="0" y="109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3269160" y="27079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7" y="207"/>
                  <a:pt x="187" y="187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7" y="12"/>
                  <a:pt x="138" y="0"/>
                  <a:pt x="109" y="0"/>
                </a:cubicBezTo>
                <a:cubicBezTo>
                  <a:pt x="80" y="0"/>
                  <a:pt x="53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3" y="207"/>
                  <a:pt x="80" y="219"/>
                  <a:pt x="109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8" name=""/>
          <p:cNvSpPr txBox="1"/>
          <p:nvPr/>
        </p:nvSpPr>
        <p:spPr>
          <a:xfrm rot="16200000">
            <a:off x="-1250640" y="1677240"/>
            <a:ext cx="27943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# mutation sites with MHC-I binder (&lt;500 nM)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4182480" y="91440"/>
            <a:ext cx="3017160" cy="3303000"/>
          </a:xfrm>
          <a:custGeom>
            <a:avLst/>
            <a:gdLst/>
            <a:ahLst/>
            <a:rect l="0" t="0" r="r" b="b"/>
            <a:pathLst>
              <a:path w="8381" h="9175">
                <a:moveTo>
                  <a:pt x="0" y="9175"/>
                </a:moveTo>
                <a:lnTo>
                  <a:pt x="8381" y="9175"/>
                </a:lnTo>
                <a:lnTo>
                  <a:pt x="8381" y="0"/>
                </a:lnTo>
                <a:lnTo>
                  <a:pt x="0" y="0"/>
                </a:lnTo>
                <a:lnTo>
                  <a:pt x="0" y="9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0" name=""/>
          <p:cNvSpPr/>
          <p:nvPr/>
        </p:nvSpPr>
        <p:spPr>
          <a:xfrm>
            <a:off x="4972320" y="33940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>
            <a:off x="4972320" y="33940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>
            <a:off x="1804680" y="77040"/>
            <a:ext cx="53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 = 0.08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6409080" y="33940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>
            <a:off x="6409080" y="33940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>
            <a:off x="4830120" y="353988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4144320" y="3243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 flipH="1">
            <a:off x="4144320" y="3243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>
            <a:off x="6301440" y="353988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4144320" y="2770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 flipH="1">
            <a:off x="4144320" y="2770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>
            <a:off x="4027320" y="31813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4144320" y="229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 flipH="1">
            <a:off x="4144320" y="229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>
            <a:off x="3954240" y="27082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4144320" y="1824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 flipH="1">
            <a:off x="4144320" y="1824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>
            <a:off x="3954240" y="22348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4144320" y="1351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 flipH="1">
            <a:off x="4144320" y="1351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>
            <a:off x="3954240" y="1761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4144320" y="877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 flipH="1">
            <a:off x="4144320" y="877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>
            <a:off x="3954240" y="12884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4144320" y="40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 flipH="1">
            <a:off x="4144320" y="40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>
            <a:off x="3881520" y="81540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7" name=""/>
          <p:cNvSpPr txBox="1"/>
          <p:nvPr/>
        </p:nvSpPr>
        <p:spPr>
          <a:xfrm>
            <a:off x="3881520" y="34200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4455360" y="570240"/>
            <a:ext cx="517320" cy="2674080"/>
          </a:xfrm>
          <a:custGeom>
            <a:avLst/>
            <a:gdLst/>
            <a:ahLst/>
            <a:rect l="0" t="0" r="r" b="b"/>
            <a:pathLst>
              <a:path w="1437" h="7428">
                <a:moveTo>
                  <a:pt x="802" y="7428"/>
                </a:moveTo>
                <a:lnTo>
                  <a:pt x="1437" y="7428"/>
                </a:lnTo>
                <a:lnTo>
                  <a:pt x="1437" y="7365"/>
                </a:lnTo>
                <a:lnTo>
                  <a:pt x="1437" y="7303"/>
                </a:lnTo>
                <a:lnTo>
                  <a:pt x="1437" y="7240"/>
                </a:lnTo>
                <a:lnTo>
                  <a:pt x="1437" y="7178"/>
                </a:lnTo>
                <a:lnTo>
                  <a:pt x="1437" y="7115"/>
                </a:lnTo>
                <a:lnTo>
                  <a:pt x="1437" y="7053"/>
                </a:lnTo>
                <a:lnTo>
                  <a:pt x="1437" y="6991"/>
                </a:lnTo>
                <a:lnTo>
                  <a:pt x="1437" y="6928"/>
                </a:lnTo>
                <a:lnTo>
                  <a:pt x="1437" y="6866"/>
                </a:lnTo>
                <a:lnTo>
                  <a:pt x="1437" y="6803"/>
                </a:lnTo>
                <a:lnTo>
                  <a:pt x="1437" y="6741"/>
                </a:lnTo>
                <a:lnTo>
                  <a:pt x="1437" y="6679"/>
                </a:lnTo>
                <a:lnTo>
                  <a:pt x="1437" y="6616"/>
                </a:lnTo>
                <a:lnTo>
                  <a:pt x="1437" y="6554"/>
                </a:lnTo>
                <a:lnTo>
                  <a:pt x="1437" y="6491"/>
                </a:lnTo>
                <a:lnTo>
                  <a:pt x="1437" y="6429"/>
                </a:lnTo>
                <a:lnTo>
                  <a:pt x="1437" y="6367"/>
                </a:lnTo>
                <a:lnTo>
                  <a:pt x="1437" y="6304"/>
                </a:lnTo>
                <a:lnTo>
                  <a:pt x="1437" y="6242"/>
                </a:lnTo>
                <a:lnTo>
                  <a:pt x="1437" y="6179"/>
                </a:lnTo>
                <a:lnTo>
                  <a:pt x="1437" y="6117"/>
                </a:lnTo>
                <a:lnTo>
                  <a:pt x="1437" y="6055"/>
                </a:lnTo>
                <a:lnTo>
                  <a:pt x="1437" y="5992"/>
                </a:lnTo>
                <a:lnTo>
                  <a:pt x="1437" y="5930"/>
                </a:lnTo>
                <a:lnTo>
                  <a:pt x="1437" y="5867"/>
                </a:lnTo>
                <a:lnTo>
                  <a:pt x="1437" y="5805"/>
                </a:lnTo>
                <a:lnTo>
                  <a:pt x="1437" y="5742"/>
                </a:lnTo>
                <a:lnTo>
                  <a:pt x="1437" y="5680"/>
                </a:lnTo>
                <a:lnTo>
                  <a:pt x="1437" y="5618"/>
                </a:lnTo>
                <a:lnTo>
                  <a:pt x="1437" y="5555"/>
                </a:lnTo>
                <a:lnTo>
                  <a:pt x="1437" y="5493"/>
                </a:lnTo>
                <a:lnTo>
                  <a:pt x="1437" y="5430"/>
                </a:lnTo>
                <a:lnTo>
                  <a:pt x="1437" y="5368"/>
                </a:lnTo>
                <a:lnTo>
                  <a:pt x="1437" y="5306"/>
                </a:lnTo>
                <a:lnTo>
                  <a:pt x="1437" y="5243"/>
                </a:lnTo>
                <a:lnTo>
                  <a:pt x="1437" y="5181"/>
                </a:lnTo>
                <a:lnTo>
                  <a:pt x="1437" y="5118"/>
                </a:lnTo>
                <a:lnTo>
                  <a:pt x="1437" y="5056"/>
                </a:lnTo>
                <a:lnTo>
                  <a:pt x="1437" y="4994"/>
                </a:lnTo>
                <a:lnTo>
                  <a:pt x="1437" y="4931"/>
                </a:lnTo>
                <a:lnTo>
                  <a:pt x="1437" y="4869"/>
                </a:lnTo>
                <a:lnTo>
                  <a:pt x="1437" y="4806"/>
                </a:lnTo>
                <a:lnTo>
                  <a:pt x="1437" y="4744"/>
                </a:lnTo>
                <a:lnTo>
                  <a:pt x="1437" y="4682"/>
                </a:lnTo>
                <a:lnTo>
                  <a:pt x="1437" y="4619"/>
                </a:lnTo>
                <a:lnTo>
                  <a:pt x="1437" y="4557"/>
                </a:lnTo>
                <a:lnTo>
                  <a:pt x="1437" y="4494"/>
                </a:lnTo>
                <a:lnTo>
                  <a:pt x="1437" y="4432"/>
                </a:lnTo>
                <a:lnTo>
                  <a:pt x="1437" y="4369"/>
                </a:lnTo>
                <a:lnTo>
                  <a:pt x="1437" y="4307"/>
                </a:lnTo>
                <a:lnTo>
                  <a:pt x="1437" y="4245"/>
                </a:lnTo>
                <a:lnTo>
                  <a:pt x="1437" y="4182"/>
                </a:lnTo>
                <a:lnTo>
                  <a:pt x="1437" y="4120"/>
                </a:lnTo>
                <a:lnTo>
                  <a:pt x="1437" y="4057"/>
                </a:lnTo>
                <a:lnTo>
                  <a:pt x="1437" y="3995"/>
                </a:lnTo>
                <a:lnTo>
                  <a:pt x="1437" y="3933"/>
                </a:lnTo>
                <a:lnTo>
                  <a:pt x="1437" y="3870"/>
                </a:lnTo>
                <a:lnTo>
                  <a:pt x="1437" y="3808"/>
                </a:lnTo>
                <a:lnTo>
                  <a:pt x="1437" y="3745"/>
                </a:lnTo>
                <a:lnTo>
                  <a:pt x="1437" y="3683"/>
                </a:lnTo>
                <a:lnTo>
                  <a:pt x="1437" y="3621"/>
                </a:lnTo>
                <a:lnTo>
                  <a:pt x="1437" y="3558"/>
                </a:lnTo>
                <a:lnTo>
                  <a:pt x="1437" y="3496"/>
                </a:lnTo>
                <a:lnTo>
                  <a:pt x="1437" y="3433"/>
                </a:lnTo>
                <a:lnTo>
                  <a:pt x="1437" y="3371"/>
                </a:lnTo>
                <a:lnTo>
                  <a:pt x="1437" y="3308"/>
                </a:lnTo>
                <a:lnTo>
                  <a:pt x="1437" y="3246"/>
                </a:lnTo>
                <a:lnTo>
                  <a:pt x="1437" y="3184"/>
                </a:lnTo>
                <a:lnTo>
                  <a:pt x="1437" y="3121"/>
                </a:lnTo>
                <a:lnTo>
                  <a:pt x="1437" y="3059"/>
                </a:lnTo>
                <a:lnTo>
                  <a:pt x="1437" y="2996"/>
                </a:lnTo>
                <a:lnTo>
                  <a:pt x="1437" y="2934"/>
                </a:lnTo>
                <a:lnTo>
                  <a:pt x="1437" y="2872"/>
                </a:lnTo>
                <a:lnTo>
                  <a:pt x="1437" y="2809"/>
                </a:lnTo>
                <a:lnTo>
                  <a:pt x="1437" y="2747"/>
                </a:lnTo>
                <a:lnTo>
                  <a:pt x="1437" y="2684"/>
                </a:lnTo>
                <a:lnTo>
                  <a:pt x="1437" y="2622"/>
                </a:lnTo>
                <a:lnTo>
                  <a:pt x="1437" y="2560"/>
                </a:lnTo>
                <a:lnTo>
                  <a:pt x="1437" y="2497"/>
                </a:lnTo>
                <a:lnTo>
                  <a:pt x="1437" y="2435"/>
                </a:lnTo>
                <a:lnTo>
                  <a:pt x="1437" y="2372"/>
                </a:lnTo>
                <a:lnTo>
                  <a:pt x="1437" y="2310"/>
                </a:lnTo>
                <a:lnTo>
                  <a:pt x="1437" y="2248"/>
                </a:lnTo>
                <a:lnTo>
                  <a:pt x="1437" y="2185"/>
                </a:lnTo>
                <a:lnTo>
                  <a:pt x="1437" y="2122"/>
                </a:lnTo>
                <a:lnTo>
                  <a:pt x="1437" y="2059"/>
                </a:lnTo>
                <a:lnTo>
                  <a:pt x="1437" y="1997"/>
                </a:lnTo>
                <a:lnTo>
                  <a:pt x="1437" y="1934"/>
                </a:lnTo>
                <a:lnTo>
                  <a:pt x="1437" y="1872"/>
                </a:lnTo>
                <a:lnTo>
                  <a:pt x="1437" y="1810"/>
                </a:lnTo>
                <a:lnTo>
                  <a:pt x="1437" y="1747"/>
                </a:lnTo>
                <a:lnTo>
                  <a:pt x="1437" y="1685"/>
                </a:lnTo>
                <a:lnTo>
                  <a:pt x="1437" y="1622"/>
                </a:lnTo>
                <a:lnTo>
                  <a:pt x="1437" y="1560"/>
                </a:lnTo>
                <a:lnTo>
                  <a:pt x="1437" y="1498"/>
                </a:lnTo>
                <a:lnTo>
                  <a:pt x="1437" y="1435"/>
                </a:lnTo>
                <a:lnTo>
                  <a:pt x="1437" y="1373"/>
                </a:lnTo>
                <a:lnTo>
                  <a:pt x="1437" y="1310"/>
                </a:lnTo>
                <a:lnTo>
                  <a:pt x="1437" y="1248"/>
                </a:lnTo>
                <a:lnTo>
                  <a:pt x="1437" y="1186"/>
                </a:lnTo>
                <a:lnTo>
                  <a:pt x="1437" y="1123"/>
                </a:lnTo>
                <a:lnTo>
                  <a:pt x="1437" y="1061"/>
                </a:lnTo>
                <a:lnTo>
                  <a:pt x="1437" y="998"/>
                </a:lnTo>
                <a:lnTo>
                  <a:pt x="1437" y="936"/>
                </a:lnTo>
                <a:lnTo>
                  <a:pt x="1437" y="874"/>
                </a:lnTo>
                <a:lnTo>
                  <a:pt x="1437" y="811"/>
                </a:lnTo>
                <a:lnTo>
                  <a:pt x="1437" y="749"/>
                </a:lnTo>
                <a:lnTo>
                  <a:pt x="1437" y="686"/>
                </a:lnTo>
                <a:lnTo>
                  <a:pt x="1437" y="624"/>
                </a:lnTo>
                <a:lnTo>
                  <a:pt x="1437" y="561"/>
                </a:lnTo>
                <a:lnTo>
                  <a:pt x="1437" y="499"/>
                </a:lnTo>
                <a:lnTo>
                  <a:pt x="1437" y="437"/>
                </a:lnTo>
                <a:lnTo>
                  <a:pt x="1437" y="374"/>
                </a:lnTo>
                <a:lnTo>
                  <a:pt x="1437" y="312"/>
                </a:lnTo>
                <a:lnTo>
                  <a:pt x="1437" y="249"/>
                </a:lnTo>
                <a:lnTo>
                  <a:pt x="1437" y="187"/>
                </a:lnTo>
                <a:lnTo>
                  <a:pt x="1437" y="125"/>
                </a:lnTo>
                <a:lnTo>
                  <a:pt x="1437" y="62"/>
                </a:lnTo>
                <a:lnTo>
                  <a:pt x="1437" y="0"/>
                </a:lnTo>
                <a:lnTo>
                  <a:pt x="1280" y="0"/>
                </a:lnTo>
                <a:lnTo>
                  <a:pt x="1279" y="62"/>
                </a:lnTo>
                <a:lnTo>
                  <a:pt x="1280" y="125"/>
                </a:lnTo>
                <a:lnTo>
                  <a:pt x="1281" y="187"/>
                </a:lnTo>
                <a:lnTo>
                  <a:pt x="1282" y="249"/>
                </a:lnTo>
                <a:lnTo>
                  <a:pt x="1284" y="312"/>
                </a:lnTo>
                <a:lnTo>
                  <a:pt x="1287" y="374"/>
                </a:lnTo>
                <a:lnTo>
                  <a:pt x="1290" y="437"/>
                </a:lnTo>
                <a:lnTo>
                  <a:pt x="1294" y="499"/>
                </a:lnTo>
                <a:lnTo>
                  <a:pt x="1298" y="561"/>
                </a:lnTo>
                <a:lnTo>
                  <a:pt x="1302" y="624"/>
                </a:lnTo>
                <a:lnTo>
                  <a:pt x="1307" y="686"/>
                </a:lnTo>
                <a:lnTo>
                  <a:pt x="1312" y="749"/>
                </a:lnTo>
                <a:lnTo>
                  <a:pt x="1317" y="811"/>
                </a:lnTo>
                <a:lnTo>
                  <a:pt x="1322" y="874"/>
                </a:lnTo>
                <a:lnTo>
                  <a:pt x="1328" y="936"/>
                </a:lnTo>
                <a:lnTo>
                  <a:pt x="1333" y="998"/>
                </a:lnTo>
                <a:lnTo>
                  <a:pt x="1338" y="1061"/>
                </a:lnTo>
                <a:lnTo>
                  <a:pt x="1342" y="1123"/>
                </a:lnTo>
                <a:lnTo>
                  <a:pt x="1346" y="1186"/>
                </a:lnTo>
                <a:lnTo>
                  <a:pt x="1350" y="1248"/>
                </a:lnTo>
                <a:lnTo>
                  <a:pt x="1353" y="1310"/>
                </a:lnTo>
                <a:lnTo>
                  <a:pt x="1356" y="1373"/>
                </a:lnTo>
                <a:lnTo>
                  <a:pt x="1357" y="1435"/>
                </a:lnTo>
                <a:lnTo>
                  <a:pt x="1358" y="1498"/>
                </a:lnTo>
                <a:lnTo>
                  <a:pt x="1359" y="1560"/>
                </a:lnTo>
                <a:lnTo>
                  <a:pt x="1358" y="1622"/>
                </a:lnTo>
                <a:lnTo>
                  <a:pt x="1356" y="1685"/>
                </a:lnTo>
                <a:lnTo>
                  <a:pt x="1353" y="1747"/>
                </a:lnTo>
                <a:lnTo>
                  <a:pt x="1348" y="1810"/>
                </a:lnTo>
                <a:lnTo>
                  <a:pt x="1343" y="1872"/>
                </a:lnTo>
                <a:lnTo>
                  <a:pt x="1336" y="1934"/>
                </a:lnTo>
                <a:lnTo>
                  <a:pt x="1327" y="1997"/>
                </a:lnTo>
                <a:lnTo>
                  <a:pt x="1317" y="2059"/>
                </a:lnTo>
                <a:lnTo>
                  <a:pt x="1306" y="2122"/>
                </a:lnTo>
                <a:lnTo>
                  <a:pt x="1292" y="2185"/>
                </a:lnTo>
                <a:lnTo>
                  <a:pt x="1277" y="2248"/>
                </a:lnTo>
                <a:lnTo>
                  <a:pt x="1260" y="2310"/>
                </a:lnTo>
                <a:lnTo>
                  <a:pt x="1241" y="2372"/>
                </a:lnTo>
                <a:lnTo>
                  <a:pt x="1221" y="2435"/>
                </a:lnTo>
                <a:lnTo>
                  <a:pt x="1199" y="2497"/>
                </a:lnTo>
                <a:lnTo>
                  <a:pt x="1176" y="2560"/>
                </a:lnTo>
                <a:lnTo>
                  <a:pt x="1150" y="2622"/>
                </a:lnTo>
                <a:lnTo>
                  <a:pt x="1123" y="2684"/>
                </a:lnTo>
                <a:lnTo>
                  <a:pt x="1095" y="2747"/>
                </a:lnTo>
                <a:lnTo>
                  <a:pt x="1064" y="2809"/>
                </a:lnTo>
                <a:lnTo>
                  <a:pt x="1033" y="2872"/>
                </a:lnTo>
                <a:lnTo>
                  <a:pt x="999" y="2934"/>
                </a:lnTo>
                <a:lnTo>
                  <a:pt x="965" y="2996"/>
                </a:lnTo>
                <a:lnTo>
                  <a:pt x="930" y="3059"/>
                </a:lnTo>
                <a:lnTo>
                  <a:pt x="893" y="3121"/>
                </a:lnTo>
                <a:lnTo>
                  <a:pt x="856" y="3184"/>
                </a:lnTo>
                <a:lnTo>
                  <a:pt x="818" y="3246"/>
                </a:lnTo>
                <a:lnTo>
                  <a:pt x="779" y="3308"/>
                </a:lnTo>
                <a:lnTo>
                  <a:pt x="741" y="3371"/>
                </a:lnTo>
                <a:lnTo>
                  <a:pt x="702" y="3433"/>
                </a:lnTo>
                <a:lnTo>
                  <a:pt x="663" y="3496"/>
                </a:lnTo>
                <a:lnTo>
                  <a:pt x="624" y="3558"/>
                </a:lnTo>
                <a:lnTo>
                  <a:pt x="586" y="3621"/>
                </a:lnTo>
                <a:lnTo>
                  <a:pt x="548" y="3683"/>
                </a:lnTo>
                <a:lnTo>
                  <a:pt x="511" y="3745"/>
                </a:lnTo>
                <a:lnTo>
                  <a:pt x="475" y="3808"/>
                </a:lnTo>
                <a:lnTo>
                  <a:pt x="439" y="3870"/>
                </a:lnTo>
                <a:lnTo>
                  <a:pt x="405" y="3933"/>
                </a:lnTo>
                <a:lnTo>
                  <a:pt x="372" y="3995"/>
                </a:lnTo>
                <a:lnTo>
                  <a:pt x="340" y="4057"/>
                </a:lnTo>
                <a:lnTo>
                  <a:pt x="310" y="4120"/>
                </a:lnTo>
                <a:lnTo>
                  <a:pt x="280" y="4182"/>
                </a:lnTo>
                <a:lnTo>
                  <a:pt x="252" y="4245"/>
                </a:lnTo>
                <a:lnTo>
                  <a:pt x="226" y="4307"/>
                </a:lnTo>
                <a:lnTo>
                  <a:pt x="201" y="4369"/>
                </a:lnTo>
                <a:lnTo>
                  <a:pt x="177" y="4432"/>
                </a:lnTo>
                <a:lnTo>
                  <a:pt x="155" y="4494"/>
                </a:lnTo>
                <a:lnTo>
                  <a:pt x="134" y="4557"/>
                </a:lnTo>
                <a:lnTo>
                  <a:pt x="115" y="4619"/>
                </a:lnTo>
                <a:lnTo>
                  <a:pt x="97" y="4682"/>
                </a:lnTo>
                <a:lnTo>
                  <a:pt x="80" y="4744"/>
                </a:lnTo>
                <a:lnTo>
                  <a:pt x="65" y="4806"/>
                </a:lnTo>
                <a:lnTo>
                  <a:pt x="52" y="4869"/>
                </a:lnTo>
                <a:lnTo>
                  <a:pt x="40" y="4931"/>
                </a:lnTo>
                <a:lnTo>
                  <a:pt x="29" y="4994"/>
                </a:lnTo>
                <a:lnTo>
                  <a:pt x="20" y="5056"/>
                </a:lnTo>
                <a:lnTo>
                  <a:pt x="13" y="5118"/>
                </a:lnTo>
                <a:lnTo>
                  <a:pt x="7" y="5181"/>
                </a:lnTo>
                <a:lnTo>
                  <a:pt x="3" y="5243"/>
                </a:lnTo>
                <a:lnTo>
                  <a:pt x="1" y="5306"/>
                </a:lnTo>
                <a:lnTo>
                  <a:pt x="0" y="5368"/>
                </a:lnTo>
                <a:lnTo>
                  <a:pt x="1" y="5430"/>
                </a:lnTo>
                <a:lnTo>
                  <a:pt x="4" y="5493"/>
                </a:lnTo>
                <a:lnTo>
                  <a:pt x="9" y="5555"/>
                </a:lnTo>
                <a:lnTo>
                  <a:pt x="16" y="5618"/>
                </a:lnTo>
                <a:lnTo>
                  <a:pt x="25" y="5680"/>
                </a:lnTo>
                <a:lnTo>
                  <a:pt x="35" y="5742"/>
                </a:lnTo>
                <a:lnTo>
                  <a:pt x="48" y="5805"/>
                </a:lnTo>
                <a:lnTo>
                  <a:pt x="63" y="5867"/>
                </a:lnTo>
                <a:lnTo>
                  <a:pt x="79" y="5930"/>
                </a:lnTo>
                <a:lnTo>
                  <a:pt x="97" y="5992"/>
                </a:lnTo>
                <a:lnTo>
                  <a:pt x="117" y="6055"/>
                </a:lnTo>
                <a:lnTo>
                  <a:pt x="139" y="6117"/>
                </a:lnTo>
                <a:lnTo>
                  <a:pt x="163" y="6179"/>
                </a:lnTo>
                <a:lnTo>
                  <a:pt x="188" y="6242"/>
                </a:lnTo>
                <a:lnTo>
                  <a:pt x="214" y="6304"/>
                </a:lnTo>
                <a:lnTo>
                  <a:pt x="242" y="6367"/>
                </a:lnTo>
                <a:lnTo>
                  <a:pt x="271" y="6429"/>
                </a:lnTo>
                <a:lnTo>
                  <a:pt x="301" y="6491"/>
                </a:lnTo>
                <a:lnTo>
                  <a:pt x="332" y="6554"/>
                </a:lnTo>
                <a:lnTo>
                  <a:pt x="364" y="6616"/>
                </a:lnTo>
                <a:lnTo>
                  <a:pt x="396" y="6679"/>
                </a:lnTo>
                <a:lnTo>
                  <a:pt x="429" y="6741"/>
                </a:lnTo>
                <a:lnTo>
                  <a:pt x="463" y="6803"/>
                </a:lnTo>
                <a:lnTo>
                  <a:pt x="497" y="6866"/>
                </a:lnTo>
                <a:lnTo>
                  <a:pt x="531" y="6928"/>
                </a:lnTo>
                <a:lnTo>
                  <a:pt x="565" y="6991"/>
                </a:lnTo>
                <a:lnTo>
                  <a:pt x="600" y="7053"/>
                </a:lnTo>
                <a:lnTo>
                  <a:pt x="634" y="7115"/>
                </a:lnTo>
                <a:lnTo>
                  <a:pt x="668" y="7178"/>
                </a:lnTo>
                <a:lnTo>
                  <a:pt x="702" y="7240"/>
                </a:lnTo>
                <a:lnTo>
                  <a:pt x="736" y="7303"/>
                </a:lnTo>
                <a:lnTo>
                  <a:pt x="770" y="7365"/>
                </a:lnTo>
                <a:lnTo>
                  <a:pt x="802" y="7428"/>
                </a:lnTo>
                <a:close/>
              </a:path>
            </a:pathLst>
          </a:custGeom>
          <a:solidFill>
            <a:srgbClr val="0a7d6e">
              <a:alpha val="30000"/>
            </a:srgbClr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>
            <a:off x="5044320" y="2066760"/>
            <a:ext cx="201600" cy="668520"/>
          </a:xfrm>
          <a:custGeom>
            <a:avLst/>
            <a:gdLst/>
            <a:ahLst/>
            <a:rect l="0" t="0" r="r" b="b"/>
            <a:pathLst>
              <a:path w="560" h="1857">
                <a:moveTo>
                  <a:pt x="0" y="1857"/>
                </a:moveTo>
                <a:lnTo>
                  <a:pt x="560" y="1857"/>
                </a:lnTo>
                <a:lnTo>
                  <a:pt x="560" y="0"/>
                </a:lnTo>
                <a:lnTo>
                  <a:pt x="0" y="0"/>
                </a:lnTo>
                <a:lnTo>
                  <a:pt x="0" y="1857"/>
                </a:lnTo>
                <a:close/>
              </a:path>
            </a:pathLst>
          </a:custGeom>
          <a:solidFill>
            <a:srgbClr val="ffffff"/>
          </a:solidFill>
          <a:ln w="16200">
            <a:solidFill>
              <a:srgbClr val="0a7d6e"/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5891760" y="1327320"/>
            <a:ext cx="517680" cy="1893240"/>
          </a:xfrm>
          <a:custGeom>
            <a:avLst/>
            <a:gdLst/>
            <a:ahLst/>
            <a:rect l="0" t="0" r="r" b="b"/>
            <a:pathLst>
              <a:path w="1438" h="5259">
                <a:moveTo>
                  <a:pt x="1057" y="5259"/>
                </a:moveTo>
                <a:lnTo>
                  <a:pt x="1438" y="5259"/>
                </a:lnTo>
                <a:lnTo>
                  <a:pt x="1438" y="5215"/>
                </a:lnTo>
                <a:lnTo>
                  <a:pt x="1438" y="5170"/>
                </a:lnTo>
                <a:lnTo>
                  <a:pt x="1438" y="5126"/>
                </a:lnTo>
                <a:lnTo>
                  <a:pt x="1438" y="5082"/>
                </a:lnTo>
                <a:lnTo>
                  <a:pt x="1438" y="5038"/>
                </a:lnTo>
                <a:lnTo>
                  <a:pt x="1438" y="4994"/>
                </a:lnTo>
                <a:lnTo>
                  <a:pt x="1438" y="4950"/>
                </a:lnTo>
                <a:lnTo>
                  <a:pt x="1438" y="4905"/>
                </a:lnTo>
                <a:lnTo>
                  <a:pt x="1438" y="4861"/>
                </a:lnTo>
                <a:lnTo>
                  <a:pt x="1438" y="4817"/>
                </a:lnTo>
                <a:lnTo>
                  <a:pt x="1438" y="4773"/>
                </a:lnTo>
                <a:lnTo>
                  <a:pt x="1438" y="4729"/>
                </a:lnTo>
                <a:lnTo>
                  <a:pt x="1438" y="4684"/>
                </a:lnTo>
                <a:lnTo>
                  <a:pt x="1438" y="4640"/>
                </a:lnTo>
                <a:lnTo>
                  <a:pt x="1438" y="4596"/>
                </a:lnTo>
                <a:lnTo>
                  <a:pt x="1438" y="4552"/>
                </a:lnTo>
                <a:lnTo>
                  <a:pt x="1438" y="4508"/>
                </a:lnTo>
                <a:lnTo>
                  <a:pt x="1438" y="4463"/>
                </a:lnTo>
                <a:lnTo>
                  <a:pt x="1438" y="4419"/>
                </a:lnTo>
                <a:lnTo>
                  <a:pt x="1438" y="4375"/>
                </a:lnTo>
                <a:lnTo>
                  <a:pt x="1438" y="4331"/>
                </a:lnTo>
                <a:lnTo>
                  <a:pt x="1438" y="4287"/>
                </a:lnTo>
                <a:lnTo>
                  <a:pt x="1438" y="4243"/>
                </a:lnTo>
                <a:lnTo>
                  <a:pt x="1438" y="4197"/>
                </a:lnTo>
                <a:lnTo>
                  <a:pt x="1438" y="4153"/>
                </a:lnTo>
                <a:lnTo>
                  <a:pt x="1438" y="4109"/>
                </a:lnTo>
                <a:lnTo>
                  <a:pt x="1438" y="4065"/>
                </a:lnTo>
                <a:lnTo>
                  <a:pt x="1438" y="4021"/>
                </a:lnTo>
                <a:lnTo>
                  <a:pt x="1438" y="3976"/>
                </a:lnTo>
                <a:lnTo>
                  <a:pt x="1438" y="3932"/>
                </a:lnTo>
                <a:lnTo>
                  <a:pt x="1438" y="3888"/>
                </a:lnTo>
                <a:lnTo>
                  <a:pt x="1438" y="3844"/>
                </a:lnTo>
                <a:lnTo>
                  <a:pt x="1438" y="3800"/>
                </a:lnTo>
                <a:lnTo>
                  <a:pt x="1438" y="3756"/>
                </a:lnTo>
                <a:lnTo>
                  <a:pt x="1438" y="3711"/>
                </a:lnTo>
                <a:lnTo>
                  <a:pt x="1438" y="3667"/>
                </a:lnTo>
                <a:lnTo>
                  <a:pt x="1438" y="3623"/>
                </a:lnTo>
                <a:lnTo>
                  <a:pt x="1438" y="3579"/>
                </a:lnTo>
                <a:lnTo>
                  <a:pt x="1438" y="3535"/>
                </a:lnTo>
                <a:lnTo>
                  <a:pt x="1438" y="3490"/>
                </a:lnTo>
                <a:lnTo>
                  <a:pt x="1438" y="3446"/>
                </a:lnTo>
                <a:lnTo>
                  <a:pt x="1438" y="3402"/>
                </a:lnTo>
                <a:lnTo>
                  <a:pt x="1438" y="3358"/>
                </a:lnTo>
                <a:lnTo>
                  <a:pt x="1438" y="3314"/>
                </a:lnTo>
                <a:lnTo>
                  <a:pt x="1438" y="3270"/>
                </a:lnTo>
                <a:lnTo>
                  <a:pt x="1438" y="3225"/>
                </a:lnTo>
                <a:lnTo>
                  <a:pt x="1438" y="3181"/>
                </a:lnTo>
                <a:lnTo>
                  <a:pt x="1438" y="3137"/>
                </a:lnTo>
                <a:lnTo>
                  <a:pt x="1438" y="3093"/>
                </a:lnTo>
                <a:lnTo>
                  <a:pt x="1438" y="3049"/>
                </a:lnTo>
                <a:lnTo>
                  <a:pt x="1438" y="3004"/>
                </a:lnTo>
                <a:lnTo>
                  <a:pt x="1438" y="2960"/>
                </a:lnTo>
                <a:lnTo>
                  <a:pt x="1438" y="2916"/>
                </a:lnTo>
                <a:lnTo>
                  <a:pt x="1438" y="2872"/>
                </a:lnTo>
                <a:lnTo>
                  <a:pt x="1438" y="2828"/>
                </a:lnTo>
                <a:lnTo>
                  <a:pt x="1438" y="2784"/>
                </a:lnTo>
                <a:lnTo>
                  <a:pt x="1438" y="2739"/>
                </a:lnTo>
                <a:lnTo>
                  <a:pt x="1438" y="2695"/>
                </a:lnTo>
                <a:lnTo>
                  <a:pt x="1438" y="2651"/>
                </a:lnTo>
                <a:lnTo>
                  <a:pt x="1438" y="2607"/>
                </a:lnTo>
                <a:lnTo>
                  <a:pt x="1438" y="2563"/>
                </a:lnTo>
                <a:lnTo>
                  <a:pt x="1438" y="2518"/>
                </a:lnTo>
                <a:lnTo>
                  <a:pt x="1438" y="2474"/>
                </a:lnTo>
                <a:lnTo>
                  <a:pt x="1438" y="2430"/>
                </a:lnTo>
                <a:lnTo>
                  <a:pt x="1438" y="2386"/>
                </a:lnTo>
                <a:lnTo>
                  <a:pt x="1438" y="2342"/>
                </a:lnTo>
                <a:lnTo>
                  <a:pt x="1438" y="2297"/>
                </a:lnTo>
                <a:lnTo>
                  <a:pt x="1438" y="2253"/>
                </a:lnTo>
                <a:lnTo>
                  <a:pt x="1438" y="2209"/>
                </a:lnTo>
                <a:lnTo>
                  <a:pt x="1438" y="2165"/>
                </a:lnTo>
                <a:lnTo>
                  <a:pt x="1438" y="2121"/>
                </a:lnTo>
                <a:lnTo>
                  <a:pt x="1438" y="2077"/>
                </a:lnTo>
                <a:lnTo>
                  <a:pt x="1438" y="2032"/>
                </a:lnTo>
                <a:lnTo>
                  <a:pt x="1438" y="1988"/>
                </a:lnTo>
                <a:lnTo>
                  <a:pt x="1438" y="1944"/>
                </a:lnTo>
                <a:lnTo>
                  <a:pt x="1438" y="1900"/>
                </a:lnTo>
                <a:lnTo>
                  <a:pt x="1438" y="1856"/>
                </a:lnTo>
                <a:lnTo>
                  <a:pt x="1438" y="1811"/>
                </a:lnTo>
                <a:lnTo>
                  <a:pt x="1438" y="1767"/>
                </a:lnTo>
                <a:lnTo>
                  <a:pt x="1438" y="1723"/>
                </a:lnTo>
                <a:lnTo>
                  <a:pt x="1438" y="1679"/>
                </a:lnTo>
                <a:lnTo>
                  <a:pt x="1438" y="1635"/>
                </a:lnTo>
                <a:lnTo>
                  <a:pt x="1438" y="1591"/>
                </a:lnTo>
                <a:lnTo>
                  <a:pt x="1438" y="1546"/>
                </a:lnTo>
                <a:lnTo>
                  <a:pt x="1438" y="1502"/>
                </a:lnTo>
                <a:lnTo>
                  <a:pt x="1438" y="1458"/>
                </a:lnTo>
                <a:lnTo>
                  <a:pt x="1438" y="1414"/>
                </a:lnTo>
                <a:lnTo>
                  <a:pt x="1438" y="1370"/>
                </a:lnTo>
                <a:lnTo>
                  <a:pt x="1438" y="1325"/>
                </a:lnTo>
                <a:lnTo>
                  <a:pt x="1438" y="1281"/>
                </a:lnTo>
                <a:lnTo>
                  <a:pt x="1438" y="1237"/>
                </a:lnTo>
                <a:lnTo>
                  <a:pt x="1438" y="1193"/>
                </a:lnTo>
                <a:lnTo>
                  <a:pt x="1438" y="1149"/>
                </a:lnTo>
                <a:lnTo>
                  <a:pt x="1438" y="1105"/>
                </a:lnTo>
                <a:lnTo>
                  <a:pt x="1438" y="1060"/>
                </a:lnTo>
                <a:lnTo>
                  <a:pt x="1438" y="1016"/>
                </a:lnTo>
                <a:lnTo>
                  <a:pt x="1438" y="972"/>
                </a:lnTo>
                <a:lnTo>
                  <a:pt x="1438" y="928"/>
                </a:lnTo>
                <a:lnTo>
                  <a:pt x="1438" y="884"/>
                </a:lnTo>
                <a:lnTo>
                  <a:pt x="1438" y="839"/>
                </a:lnTo>
                <a:lnTo>
                  <a:pt x="1438" y="795"/>
                </a:lnTo>
                <a:lnTo>
                  <a:pt x="1438" y="751"/>
                </a:lnTo>
                <a:lnTo>
                  <a:pt x="1438" y="707"/>
                </a:lnTo>
                <a:lnTo>
                  <a:pt x="1438" y="663"/>
                </a:lnTo>
                <a:lnTo>
                  <a:pt x="1438" y="619"/>
                </a:lnTo>
                <a:lnTo>
                  <a:pt x="1438" y="574"/>
                </a:lnTo>
                <a:lnTo>
                  <a:pt x="1438" y="530"/>
                </a:lnTo>
                <a:lnTo>
                  <a:pt x="1438" y="486"/>
                </a:lnTo>
                <a:lnTo>
                  <a:pt x="1438" y="442"/>
                </a:lnTo>
                <a:lnTo>
                  <a:pt x="1438" y="398"/>
                </a:lnTo>
                <a:lnTo>
                  <a:pt x="1438" y="353"/>
                </a:lnTo>
                <a:lnTo>
                  <a:pt x="1438" y="309"/>
                </a:lnTo>
                <a:lnTo>
                  <a:pt x="1438" y="265"/>
                </a:lnTo>
                <a:lnTo>
                  <a:pt x="1438" y="221"/>
                </a:lnTo>
                <a:lnTo>
                  <a:pt x="1438" y="177"/>
                </a:lnTo>
                <a:lnTo>
                  <a:pt x="1438" y="132"/>
                </a:lnTo>
                <a:lnTo>
                  <a:pt x="1438" y="88"/>
                </a:lnTo>
                <a:lnTo>
                  <a:pt x="1438" y="44"/>
                </a:lnTo>
                <a:lnTo>
                  <a:pt x="1438" y="0"/>
                </a:lnTo>
                <a:lnTo>
                  <a:pt x="1207" y="0"/>
                </a:lnTo>
                <a:lnTo>
                  <a:pt x="1202" y="44"/>
                </a:lnTo>
                <a:lnTo>
                  <a:pt x="1197" y="88"/>
                </a:lnTo>
                <a:lnTo>
                  <a:pt x="1193" y="132"/>
                </a:lnTo>
                <a:lnTo>
                  <a:pt x="1189" y="177"/>
                </a:lnTo>
                <a:lnTo>
                  <a:pt x="1185" y="221"/>
                </a:lnTo>
                <a:lnTo>
                  <a:pt x="1182" y="265"/>
                </a:lnTo>
                <a:lnTo>
                  <a:pt x="1179" y="309"/>
                </a:lnTo>
                <a:lnTo>
                  <a:pt x="1176" y="353"/>
                </a:lnTo>
                <a:lnTo>
                  <a:pt x="1173" y="398"/>
                </a:lnTo>
                <a:lnTo>
                  <a:pt x="1171" y="442"/>
                </a:lnTo>
                <a:lnTo>
                  <a:pt x="1169" y="486"/>
                </a:lnTo>
                <a:lnTo>
                  <a:pt x="1167" y="530"/>
                </a:lnTo>
                <a:lnTo>
                  <a:pt x="1165" y="574"/>
                </a:lnTo>
                <a:lnTo>
                  <a:pt x="1164" y="619"/>
                </a:lnTo>
                <a:lnTo>
                  <a:pt x="1162" y="663"/>
                </a:lnTo>
                <a:lnTo>
                  <a:pt x="1161" y="707"/>
                </a:lnTo>
                <a:lnTo>
                  <a:pt x="1160" y="751"/>
                </a:lnTo>
                <a:lnTo>
                  <a:pt x="1158" y="795"/>
                </a:lnTo>
                <a:lnTo>
                  <a:pt x="1157" y="839"/>
                </a:lnTo>
                <a:lnTo>
                  <a:pt x="1155" y="884"/>
                </a:lnTo>
                <a:lnTo>
                  <a:pt x="1154" y="928"/>
                </a:lnTo>
                <a:lnTo>
                  <a:pt x="1152" y="972"/>
                </a:lnTo>
                <a:lnTo>
                  <a:pt x="1150" y="1016"/>
                </a:lnTo>
                <a:lnTo>
                  <a:pt x="1148" y="1060"/>
                </a:lnTo>
                <a:lnTo>
                  <a:pt x="1146" y="1105"/>
                </a:lnTo>
                <a:lnTo>
                  <a:pt x="1144" y="1149"/>
                </a:lnTo>
                <a:lnTo>
                  <a:pt x="1141" y="1193"/>
                </a:lnTo>
                <a:lnTo>
                  <a:pt x="1137" y="1237"/>
                </a:lnTo>
                <a:lnTo>
                  <a:pt x="1133" y="1281"/>
                </a:lnTo>
                <a:lnTo>
                  <a:pt x="1129" y="1325"/>
                </a:lnTo>
                <a:lnTo>
                  <a:pt x="1124" y="1370"/>
                </a:lnTo>
                <a:lnTo>
                  <a:pt x="1118" y="1414"/>
                </a:lnTo>
                <a:lnTo>
                  <a:pt x="1111" y="1458"/>
                </a:lnTo>
                <a:lnTo>
                  <a:pt x="1103" y="1502"/>
                </a:lnTo>
                <a:lnTo>
                  <a:pt x="1095" y="1546"/>
                </a:lnTo>
                <a:lnTo>
                  <a:pt x="1085" y="1591"/>
                </a:lnTo>
                <a:lnTo>
                  <a:pt x="1074" y="1635"/>
                </a:lnTo>
                <a:lnTo>
                  <a:pt x="1062" y="1679"/>
                </a:lnTo>
                <a:lnTo>
                  <a:pt x="1049" y="1723"/>
                </a:lnTo>
                <a:lnTo>
                  <a:pt x="1034" y="1767"/>
                </a:lnTo>
                <a:lnTo>
                  <a:pt x="1017" y="1811"/>
                </a:lnTo>
                <a:lnTo>
                  <a:pt x="999" y="1856"/>
                </a:lnTo>
                <a:lnTo>
                  <a:pt x="980" y="1900"/>
                </a:lnTo>
                <a:lnTo>
                  <a:pt x="958" y="1944"/>
                </a:lnTo>
                <a:lnTo>
                  <a:pt x="935" y="1988"/>
                </a:lnTo>
                <a:lnTo>
                  <a:pt x="911" y="2032"/>
                </a:lnTo>
                <a:lnTo>
                  <a:pt x="884" y="2077"/>
                </a:lnTo>
                <a:lnTo>
                  <a:pt x="856" y="2121"/>
                </a:lnTo>
                <a:lnTo>
                  <a:pt x="827" y="2165"/>
                </a:lnTo>
                <a:lnTo>
                  <a:pt x="796" y="2209"/>
                </a:lnTo>
                <a:lnTo>
                  <a:pt x="763" y="2253"/>
                </a:lnTo>
                <a:lnTo>
                  <a:pt x="729" y="2297"/>
                </a:lnTo>
                <a:lnTo>
                  <a:pt x="694" y="2342"/>
                </a:lnTo>
                <a:lnTo>
                  <a:pt x="658" y="2386"/>
                </a:lnTo>
                <a:lnTo>
                  <a:pt x="621" y="2430"/>
                </a:lnTo>
                <a:lnTo>
                  <a:pt x="583" y="2474"/>
                </a:lnTo>
                <a:lnTo>
                  <a:pt x="544" y="2518"/>
                </a:lnTo>
                <a:lnTo>
                  <a:pt x="506" y="2563"/>
                </a:lnTo>
                <a:lnTo>
                  <a:pt x="467" y="2607"/>
                </a:lnTo>
                <a:lnTo>
                  <a:pt x="428" y="2651"/>
                </a:lnTo>
                <a:lnTo>
                  <a:pt x="390" y="2695"/>
                </a:lnTo>
                <a:lnTo>
                  <a:pt x="352" y="2739"/>
                </a:lnTo>
                <a:lnTo>
                  <a:pt x="315" y="2784"/>
                </a:lnTo>
                <a:lnTo>
                  <a:pt x="279" y="2828"/>
                </a:lnTo>
                <a:lnTo>
                  <a:pt x="245" y="2872"/>
                </a:lnTo>
                <a:lnTo>
                  <a:pt x="212" y="2916"/>
                </a:lnTo>
                <a:lnTo>
                  <a:pt x="181" y="2960"/>
                </a:lnTo>
                <a:lnTo>
                  <a:pt x="151" y="3004"/>
                </a:lnTo>
                <a:lnTo>
                  <a:pt x="123" y="3049"/>
                </a:lnTo>
                <a:lnTo>
                  <a:pt x="99" y="3093"/>
                </a:lnTo>
                <a:lnTo>
                  <a:pt x="76" y="3137"/>
                </a:lnTo>
                <a:lnTo>
                  <a:pt x="57" y="3181"/>
                </a:lnTo>
                <a:lnTo>
                  <a:pt x="40" y="3225"/>
                </a:lnTo>
                <a:lnTo>
                  <a:pt x="26" y="3270"/>
                </a:lnTo>
                <a:lnTo>
                  <a:pt x="15" y="3314"/>
                </a:lnTo>
                <a:lnTo>
                  <a:pt x="7" y="3358"/>
                </a:lnTo>
                <a:lnTo>
                  <a:pt x="2" y="3402"/>
                </a:lnTo>
                <a:lnTo>
                  <a:pt x="0" y="3446"/>
                </a:lnTo>
                <a:lnTo>
                  <a:pt x="1" y="3490"/>
                </a:lnTo>
                <a:lnTo>
                  <a:pt x="5" y="3535"/>
                </a:lnTo>
                <a:lnTo>
                  <a:pt x="12" y="3579"/>
                </a:lnTo>
                <a:lnTo>
                  <a:pt x="22" y="3623"/>
                </a:lnTo>
                <a:lnTo>
                  <a:pt x="35" y="3667"/>
                </a:lnTo>
                <a:lnTo>
                  <a:pt x="50" y="3711"/>
                </a:lnTo>
                <a:lnTo>
                  <a:pt x="68" y="3756"/>
                </a:lnTo>
                <a:lnTo>
                  <a:pt x="88" y="3800"/>
                </a:lnTo>
                <a:lnTo>
                  <a:pt x="110" y="3844"/>
                </a:lnTo>
                <a:lnTo>
                  <a:pt x="134" y="3888"/>
                </a:lnTo>
                <a:lnTo>
                  <a:pt x="161" y="3932"/>
                </a:lnTo>
                <a:lnTo>
                  <a:pt x="189" y="3976"/>
                </a:lnTo>
                <a:lnTo>
                  <a:pt x="218" y="4021"/>
                </a:lnTo>
                <a:lnTo>
                  <a:pt x="249" y="4065"/>
                </a:lnTo>
                <a:lnTo>
                  <a:pt x="281" y="4109"/>
                </a:lnTo>
                <a:lnTo>
                  <a:pt x="314" y="4153"/>
                </a:lnTo>
                <a:lnTo>
                  <a:pt x="347" y="4197"/>
                </a:lnTo>
                <a:lnTo>
                  <a:pt x="381" y="4243"/>
                </a:lnTo>
                <a:lnTo>
                  <a:pt x="416" y="4287"/>
                </a:lnTo>
                <a:lnTo>
                  <a:pt x="450" y="4331"/>
                </a:lnTo>
                <a:lnTo>
                  <a:pt x="485" y="4375"/>
                </a:lnTo>
                <a:lnTo>
                  <a:pt x="520" y="4419"/>
                </a:lnTo>
                <a:lnTo>
                  <a:pt x="554" y="4463"/>
                </a:lnTo>
                <a:lnTo>
                  <a:pt x="589" y="4508"/>
                </a:lnTo>
                <a:lnTo>
                  <a:pt x="622" y="4552"/>
                </a:lnTo>
                <a:lnTo>
                  <a:pt x="656" y="4596"/>
                </a:lnTo>
                <a:lnTo>
                  <a:pt x="688" y="4640"/>
                </a:lnTo>
                <a:lnTo>
                  <a:pt x="720" y="4684"/>
                </a:lnTo>
                <a:lnTo>
                  <a:pt x="751" y="4729"/>
                </a:lnTo>
                <a:lnTo>
                  <a:pt x="781" y="4773"/>
                </a:lnTo>
                <a:lnTo>
                  <a:pt x="811" y="4817"/>
                </a:lnTo>
                <a:lnTo>
                  <a:pt x="840" y="4861"/>
                </a:lnTo>
                <a:lnTo>
                  <a:pt x="867" y="4905"/>
                </a:lnTo>
                <a:lnTo>
                  <a:pt x="894" y="4950"/>
                </a:lnTo>
                <a:lnTo>
                  <a:pt x="920" y="4994"/>
                </a:lnTo>
                <a:lnTo>
                  <a:pt x="945" y="5038"/>
                </a:lnTo>
                <a:lnTo>
                  <a:pt x="969" y="5082"/>
                </a:lnTo>
                <a:lnTo>
                  <a:pt x="992" y="5126"/>
                </a:lnTo>
                <a:lnTo>
                  <a:pt x="1015" y="5170"/>
                </a:lnTo>
                <a:lnTo>
                  <a:pt x="1036" y="5215"/>
                </a:lnTo>
                <a:lnTo>
                  <a:pt x="1057" y="5259"/>
                </a:lnTo>
                <a:close/>
              </a:path>
            </a:pathLst>
          </a:custGeom>
          <a:solidFill>
            <a:srgbClr val="c53e1f">
              <a:alpha val="30000"/>
            </a:srgbClr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>
            <a:off x="6480720" y="2356560"/>
            <a:ext cx="201600" cy="390600"/>
          </a:xfrm>
          <a:custGeom>
            <a:avLst/>
            <a:gdLst/>
            <a:ahLst/>
            <a:rect l="0" t="0" r="r" b="b"/>
            <a:pathLst>
              <a:path w="560" h="1085">
                <a:moveTo>
                  <a:pt x="0" y="1085"/>
                </a:moveTo>
                <a:lnTo>
                  <a:pt x="560" y="1085"/>
                </a:lnTo>
                <a:lnTo>
                  <a:pt x="560" y="0"/>
                </a:lnTo>
                <a:lnTo>
                  <a:pt x="0" y="0"/>
                </a:lnTo>
                <a:lnTo>
                  <a:pt x="0" y="1085"/>
                </a:lnTo>
                <a:close/>
              </a:path>
            </a:pathLst>
          </a:custGeom>
          <a:solidFill>
            <a:srgbClr val="ffffff"/>
          </a:solidFill>
          <a:ln w="16200">
            <a:solidFill>
              <a:srgbClr val="c53e1f"/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4455360" y="570240"/>
            <a:ext cx="489240" cy="2674080"/>
          </a:xfrm>
          <a:custGeom>
            <a:avLst/>
            <a:gdLst/>
            <a:ahLst/>
            <a:rect l="0" t="0" r="r" b="b"/>
            <a:pathLst>
              <a:path fill="none" w="1359" h="7428">
                <a:moveTo>
                  <a:pt x="803" y="7428"/>
                </a:moveTo>
                <a:lnTo>
                  <a:pt x="771" y="7365"/>
                </a:lnTo>
                <a:lnTo>
                  <a:pt x="737" y="7303"/>
                </a:lnTo>
                <a:lnTo>
                  <a:pt x="703" y="7240"/>
                </a:lnTo>
                <a:lnTo>
                  <a:pt x="669" y="7178"/>
                </a:lnTo>
                <a:lnTo>
                  <a:pt x="635" y="7115"/>
                </a:lnTo>
                <a:lnTo>
                  <a:pt x="601" y="7053"/>
                </a:lnTo>
                <a:lnTo>
                  <a:pt x="566" y="6991"/>
                </a:lnTo>
                <a:lnTo>
                  <a:pt x="532" y="6928"/>
                </a:lnTo>
                <a:lnTo>
                  <a:pt x="497" y="6866"/>
                </a:lnTo>
                <a:lnTo>
                  <a:pt x="463" y="6803"/>
                </a:lnTo>
                <a:lnTo>
                  <a:pt x="429" y="6741"/>
                </a:lnTo>
                <a:lnTo>
                  <a:pt x="396" y="6679"/>
                </a:lnTo>
                <a:lnTo>
                  <a:pt x="364" y="6616"/>
                </a:lnTo>
                <a:lnTo>
                  <a:pt x="332" y="6554"/>
                </a:lnTo>
                <a:lnTo>
                  <a:pt x="301" y="6491"/>
                </a:lnTo>
                <a:lnTo>
                  <a:pt x="271" y="6429"/>
                </a:lnTo>
                <a:lnTo>
                  <a:pt x="242" y="6367"/>
                </a:lnTo>
                <a:lnTo>
                  <a:pt x="214" y="6304"/>
                </a:lnTo>
                <a:lnTo>
                  <a:pt x="188" y="6242"/>
                </a:lnTo>
                <a:lnTo>
                  <a:pt x="163" y="6179"/>
                </a:lnTo>
                <a:lnTo>
                  <a:pt x="139" y="6117"/>
                </a:lnTo>
                <a:lnTo>
                  <a:pt x="117" y="6055"/>
                </a:lnTo>
                <a:lnTo>
                  <a:pt x="97" y="5992"/>
                </a:lnTo>
                <a:lnTo>
                  <a:pt x="79" y="5930"/>
                </a:lnTo>
                <a:lnTo>
                  <a:pt x="63" y="5867"/>
                </a:lnTo>
                <a:lnTo>
                  <a:pt x="48" y="5805"/>
                </a:lnTo>
                <a:lnTo>
                  <a:pt x="35" y="5742"/>
                </a:lnTo>
                <a:lnTo>
                  <a:pt x="25" y="5680"/>
                </a:lnTo>
                <a:lnTo>
                  <a:pt x="16" y="5618"/>
                </a:lnTo>
                <a:lnTo>
                  <a:pt x="9" y="5555"/>
                </a:lnTo>
                <a:lnTo>
                  <a:pt x="4" y="5493"/>
                </a:lnTo>
                <a:lnTo>
                  <a:pt x="1" y="5430"/>
                </a:lnTo>
                <a:lnTo>
                  <a:pt x="0" y="5368"/>
                </a:lnTo>
                <a:lnTo>
                  <a:pt x="1" y="5306"/>
                </a:lnTo>
                <a:lnTo>
                  <a:pt x="3" y="5243"/>
                </a:lnTo>
                <a:lnTo>
                  <a:pt x="7" y="5181"/>
                </a:lnTo>
                <a:lnTo>
                  <a:pt x="13" y="5118"/>
                </a:lnTo>
                <a:lnTo>
                  <a:pt x="20" y="5056"/>
                </a:lnTo>
                <a:lnTo>
                  <a:pt x="29" y="4994"/>
                </a:lnTo>
                <a:lnTo>
                  <a:pt x="40" y="4931"/>
                </a:lnTo>
                <a:lnTo>
                  <a:pt x="52" y="4869"/>
                </a:lnTo>
                <a:lnTo>
                  <a:pt x="65" y="4806"/>
                </a:lnTo>
                <a:lnTo>
                  <a:pt x="80" y="4744"/>
                </a:lnTo>
                <a:lnTo>
                  <a:pt x="97" y="4682"/>
                </a:lnTo>
                <a:lnTo>
                  <a:pt x="115" y="4619"/>
                </a:lnTo>
                <a:lnTo>
                  <a:pt x="134" y="4557"/>
                </a:lnTo>
                <a:lnTo>
                  <a:pt x="155" y="4494"/>
                </a:lnTo>
                <a:lnTo>
                  <a:pt x="177" y="4432"/>
                </a:lnTo>
                <a:lnTo>
                  <a:pt x="201" y="4369"/>
                </a:lnTo>
                <a:lnTo>
                  <a:pt x="226" y="4307"/>
                </a:lnTo>
                <a:lnTo>
                  <a:pt x="252" y="4245"/>
                </a:lnTo>
                <a:lnTo>
                  <a:pt x="280" y="4182"/>
                </a:lnTo>
                <a:lnTo>
                  <a:pt x="310" y="4120"/>
                </a:lnTo>
                <a:lnTo>
                  <a:pt x="340" y="4057"/>
                </a:lnTo>
                <a:lnTo>
                  <a:pt x="372" y="3995"/>
                </a:lnTo>
                <a:lnTo>
                  <a:pt x="405" y="3933"/>
                </a:lnTo>
                <a:lnTo>
                  <a:pt x="439" y="3870"/>
                </a:lnTo>
                <a:lnTo>
                  <a:pt x="475" y="3808"/>
                </a:lnTo>
                <a:lnTo>
                  <a:pt x="511" y="3745"/>
                </a:lnTo>
                <a:lnTo>
                  <a:pt x="549" y="3683"/>
                </a:lnTo>
                <a:lnTo>
                  <a:pt x="587" y="3621"/>
                </a:lnTo>
                <a:lnTo>
                  <a:pt x="625" y="3558"/>
                </a:lnTo>
                <a:lnTo>
                  <a:pt x="664" y="3496"/>
                </a:lnTo>
                <a:lnTo>
                  <a:pt x="703" y="3433"/>
                </a:lnTo>
                <a:lnTo>
                  <a:pt x="742" y="3371"/>
                </a:lnTo>
                <a:lnTo>
                  <a:pt x="780" y="3308"/>
                </a:lnTo>
                <a:lnTo>
                  <a:pt x="819" y="3246"/>
                </a:lnTo>
                <a:lnTo>
                  <a:pt x="857" y="3184"/>
                </a:lnTo>
                <a:lnTo>
                  <a:pt x="894" y="3121"/>
                </a:lnTo>
                <a:lnTo>
                  <a:pt x="931" y="3059"/>
                </a:lnTo>
                <a:lnTo>
                  <a:pt x="966" y="2996"/>
                </a:lnTo>
                <a:lnTo>
                  <a:pt x="1000" y="2934"/>
                </a:lnTo>
                <a:lnTo>
                  <a:pt x="1034" y="2872"/>
                </a:lnTo>
                <a:lnTo>
                  <a:pt x="1065" y="2809"/>
                </a:lnTo>
                <a:lnTo>
                  <a:pt x="1096" y="2747"/>
                </a:lnTo>
                <a:lnTo>
                  <a:pt x="1124" y="2684"/>
                </a:lnTo>
                <a:lnTo>
                  <a:pt x="1151" y="2622"/>
                </a:lnTo>
                <a:lnTo>
                  <a:pt x="1177" y="2560"/>
                </a:lnTo>
                <a:lnTo>
                  <a:pt x="1200" y="2497"/>
                </a:lnTo>
                <a:lnTo>
                  <a:pt x="1222" y="2435"/>
                </a:lnTo>
                <a:lnTo>
                  <a:pt x="1242" y="2372"/>
                </a:lnTo>
                <a:lnTo>
                  <a:pt x="1261" y="2310"/>
                </a:lnTo>
                <a:lnTo>
                  <a:pt x="1277" y="2248"/>
                </a:lnTo>
                <a:lnTo>
                  <a:pt x="1292" y="2185"/>
                </a:lnTo>
                <a:lnTo>
                  <a:pt x="1306" y="2122"/>
                </a:lnTo>
                <a:lnTo>
                  <a:pt x="1317" y="2059"/>
                </a:lnTo>
                <a:lnTo>
                  <a:pt x="1327" y="1997"/>
                </a:lnTo>
                <a:lnTo>
                  <a:pt x="1336" y="1934"/>
                </a:lnTo>
                <a:lnTo>
                  <a:pt x="1343" y="1872"/>
                </a:lnTo>
                <a:lnTo>
                  <a:pt x="1348" y="1810"/>
                </a:lnTo>
                <a:lnTo>
                  <a:pt x="1353" y="1747"/>
                </a:lnTo>
                <a:lnTo>
                  <a:pt x="1356" y="1685"/>
                </a:lnTo>
                <a:lnTo>
                  <a:pt x="1358" y="1622"/>
                </a:lnTo>
                <a:lnTo>
                  <a:pt x="1359" y="1560"/>
                </a:lnTo>
                <a:lnTo>
                  <a:pt x="1358" y="1498"/>
                </a:lnTo>
                <a:lnTo>
                  <a:pt x="1357" y="1435"/>
                </a:lnTo>
                <a:lnTo>
                  <a:pt x="1356" y="1373"/>
                </a:lnTo>
                <a:lnTo>
                  <a:pt x="1353" y="1310"/>
                </a:lnTo>
                <a:lnTo>
                  <a:pt x="1350" y="1248"/>
                </a:lnTo>
                <a:lnTo>
                  <a:pt x="1346" y="1186"/>
                </a:lnTo>
                <a:lnTo>
                  <a:pt x="1342" y="1123"/>
                </a:lnTo>
                <a:lnTo>
                  <a:pt x="1338" y="1061"/>
                </a:lnTo>
                <a:lnTo>
                  <a:pt x="1333" y="998"/>
                </a:lnTo>
                <a:lnTo>
                  <a:pt x="1328" y="936"/>
                </a:lnTo>
                <a:lnTo>
                  <a:pt x="1322" y="874"/>
                </a:lnTo>
                <a:lnTo>
                  <a:pt x="1317" y="811"/>
                </a:lnTo>
                <a:lnTo>
                  <a:pt x="1312" y="749"/>
                </a:lnTo>
                <a:lnTo>
                  <a:pt x="1307" y="686"/>
                </a:lnTo>
                <a:lnTo>
                  <a:pt x="1302" y="624"/>
                </a:lnTo>
                <a:lnTo>
                  <a:pt x="1298" y="561"/>
                </a:lnTo>
                <a:lnTo>
                  <a:pt x="1294" y="499"/>
                </a:lnTo>
                <a:lnTo>
                  <a:pt x="1290" y="437"/>
                </a:lnTo>
                <a:lnTo>
                  <a:pt x="1287" y="374"/>
                </a:lnTo>
                <a:lnTo>
                  <a:pt x="1284" y="312"/>
                </a:lnTo>
                <a:lnTo>
                  <a:pt x="1282" y="249"/>
                </a:lnTo>
                <a:lnTo>
                  <a:pt x="1281" y="187"/>
                </a:lnTo>
                <a:lnTo>
                  <a:pt x="1280" y="125"/>
                </a:lnTo>
                <a:lnTo>
                  <a:pt x="1279" y="62"/>
                </a:lnTo>
                <a:lnTo>
                  <a:pt x="1280" y="0"/>
                </a:lnTo>
              </a:path>
            </a:pathLst>
          </a:custGeom>
          <a:ln cap="sq" w="13680">
            <a:solidFill>
              <a:srgbClr val="0a7d6e"/>
            </a:solidFill>
            <a:round/>
          </a:ln>
        </p:spPr>
      </p:sp>
      <p:sp>
        <p:nvSpPr>
          <p:cNvPr id="133" name=""/>
          <p:cNvSpPr/>
          <p:nvPr/>
        </p:nvSpPr>
        <p:spPr>
          <a:xfrm>
            <a:off x="5044320" y="2486520"/>
            <a:ext cx="201240" cy="0"/>
          </a:xfrm>
          <a:prstGeom prst="line">
            <a:avLst/>
          </a:prstGeom>
          <a:ln cap="sq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5891760" y="1327320"/>
            <a:ext cx="434520" cy="1893240"/>
          </a:xfrm>
          <a:custGeom>
            <a:avLst/>
            <a:gdLst/>
            <a:ahLst/>
            <a:rect l="0" t="0" r="r" b="b"/>
            <a:pathLst>
              <a:path fill="none" w="1207" h="5259">
                <a:moveTo>
                  <a:pt x="1056" y="5259"/>
                </a:moveTo>
                <a:lnTo>
                  <a:pt x="1035" y="5215"/>
                </a:lnTo>
                <a:lnTo>
                  <a:pt x="1014" y="5170"/>
                </a:lnTo>
                <a:lnTo>
                  <a:pt x="991" y="5126"/>
                </a:lnTo>
                <a:lnTo>
                  <a:pt x="968" y="5082"/>
                </a:lnTo>
                <a:lnTo>
                  <a:pt x="944" y="5038"/>
                </a:lnTo>
                <a:lnTo>
                  <a:pt x="919" y="4994"/>
                </a:lnTo>
                <a:lnTo>
                  <a:pt x="893" y="4950"/>
                </a:lnTo>
                <a:lnTo>
                  <a:pt x="866" y="4905"/>
                </a:lnTo>
                <a:lnTo>
                  <a:pt x="839" y="4861"/>
                </a:lnTo>
                <a:lnTo>
                  <a:pt x="810" y="4817"/>
                </a:lnTo>
                <a:lnTo>
                  <a:pt x="780" y="4773"/>
                </a:lnTo>
                <a:lnTo>
                  <a:pt x="750" y="4729"/>
                </a:lnTo>
                <a:lnTo>
                  <a:pt x="719" y="4684"/>
                </a:lnTo>
                <a:lnTo>
                  <a:pt x="687" y="4640"/>
                </a:lnTo>
                <a:lnTo>
                  <a:pt x="655" y="4596"/>
                </a:lnTo>
                <a:lnTo>
                  <a:pt x="621" y="4552"/>
                </a:lnTo>
                <a:lnTo>
                  <a:pt x="588" y="4508"/>
                </a:lnTo>
                <a:lnTo>
                  <a:pt x="553" y="4463"/>
                </a:lnTo>
                <a:lnTo>
                  <a:pt x="519" y="4419"/>
                </a:lnTo>
                <a:lnTo>
                  <a:pt x="484" y="4375"/>
                </a:lnTo>
                <a:lnTo>
                  <a:pt x="449" y="4331"/>
                </a:lnTo>
                <a:lnTo>
                  <a:pt x="415" y="4287"/>
                </a:lnTo>
                <a:lnTo>
                  <a:pt x="380" y="4243"/>
                </a:lnTo>
                <a:lnTo>
                  <a:pt x="346" y="4197"/>
                </a:lnTo>
                <a:lnTo>
                  <a:pt x="313" y="4153"/>
                </a:lnTo>
                <a:lnTo>
                  <a:pt x="280" y="4109"/>
                </a:lnTo>
                <a:lnTo>
                  <a:pt x="248" y="4065"/>
                </a:lnTo>
                <a:lnTo>
                  <a:pt x="217" y="4021"/>
                </a:lnTo>
                <a:lnTo>
                  <a:pt x="188" y="3976"/>
                </a:lnTo>
                <a:lnTo>
                  <a:pt x="160" y="3932"/>
                </a:lnTo>
                <a:lnTo>
                  <a:pt x="134" y="3888"/>
                </a:lnTo>
                <a:lnTo>
                  <a:pt x="110" y="3844"/>
                </a:lnTo>
                <a:lnTo>
                  <a:pt x="88" y="3800"/>
                </a:lnTo>
                <a:lnTo>
                  <a:pt x="68" y="3756"/>
                </a:lnTo>
                <a:lnTo>
                  <a:pt x="50" y="3711"/>
                </a:lnTo>
                <a:lnTo>
                  <a:pt x="35" y="3667"/>
                </a:lnTo>
                <a:lnTo>
                  <a:pt x="22" y="3623"/>
                </a:lnTo>
                <a:lnTo>
                  <a:pt x="12" y="3579"/>
                </a:lnTo>
                <a:lnTo>
                  <a:pt x="5" y="3535"/>
                </a:lnTo>
                <a:lnTo>
                  <a:pt x="1" y="3490"/>
                </a:lnTo>
                <a:lnTo>
                  <a:pt x="0" y="3446"/>
                </a:lnTo>
                <a:lnTo>
                  <a:pt x="2" y="3402"/>
                </a:lnTo>
                <a:lnTo>
                  <a:pt x="7" y="3358"/>
                </a:lnTo>
                <a:lnTo>
                  <a:pt x="15" y="3314"/>
                </a:lnTo>
                <a:lnTo>
                  <a:pt x="26" y="3270"/>
                </a:lnTo>
                <a:lnTo>
                  <a:pt x="40" y="3225"/>
                </a:lnTo>
                <a:lnTo>
                  <a:pt x="57" y="3181"/>
                </a:lnTo>
                <a:lnTo>
                  <a:pt x="76" y="3137"/>
                </a:lnTo>
                <a:lnTo>
                  <a:pt x="99" y="3093"/>
                </a:lnTo>
                <a:lnTo>
                  <a:pt x="123" y="3049"/>
                </a:lnTo>
                <a:lnTo>
                  <a:pt x="150" y="3004"/>
                </a:lnTo>
                <a:lnTo>
                  <a:pt x="180" y="2960"/>
                </a:lnTo>
                <a:lnTo>
                  <a:pt x="211" y="2916"/>
                </a:lnTo>
                <a:lnTo>
                  <a:pt x="244" y="2872"/>
                </a:lnTo>
                <a:lnTo>
                  <a:pt x="278" y="2828"/>
                </a:lnTo>
                <a:lnTo>
                  <a:pt x="314" y="2784"/>
                </a:lnTo>
                <a:lnTo>
                  <a:pt x="351" y="2739"/>
                </a:lnTo>
                <a:lnTo>
                  <a:pt x="389" y="2695"/>
                </a:lnTo>
                <a:lnTo>
                  <a:pt x="427" y="2651"/>
                </a:lnTo>
                <a:lnTo>
                  <a:pt x="466" y="2607"/>
                </a:lnTo>
                <a:lnTo>
                  <a:pt x="505" y="2563"/>
                </a:lnTo>
                <a:lnTo>
                  <a:pt x="543" y="2518"/>
                </a:lnTo>
                <a:lnTo>
                  <a:pt x="582" y="2474"/>
                </a:lnTo>
                <a:lnTo>
                  <a:pt x="620" y="2430"/>
                </a:lnTo>
                <a:lnTo>
                  <a:pt x="657" y="2386"/>
                </a:lnTo>
                <a:lnTo>
                  <a:pt x="693" y="2342"/>
                </a:lnTo>
                <a:lnTo>
                  <a:pt x="728" y="2297"/>
                </a:lnTo>
                <a:lnTo>
                  <a:pt x="762" y="2253"/>
                </a:lnTo>
                <a:lnTo>
                  <a:pt x="795" y="2209"/>
                </a:lnTo>
                <a:lnTo>
                  <a:pt x="826" y="2165"/>
                </a:lnTo>
                <a:lnTo>
                  <a:pt x="855" y="2121"/>
                </a:lnTo>
                <a:lnTo>
                  <a:pt x="883" y="2077"/>
                </a:lnTo>
                <a:lnTo>
                  <a:pt x="910" y="2032"/>
                </a:lnTo>
                <a:lnTo>
                  <a:pt x="934" y="1988"/>
                </a:lnTo>
                <a:lnTo>
                  <a:pt x="957" y="1944"/>
                </a:lnTo>
                <a:lnTo>
                  <a:pt x="979" y="1900"/>
                </a:lnTo>
                <a:lnTo>
                  <a:pt x="998" y="1856"/>
                </a:lnTo>
                <a:lnTo>
                  <a:pt x="1016" y="1811"/>
                </a:lnTo>
                <a:lnTo>
                  <a:pt x="1033" y="1767"/>
                </a:lnTo>
                <a:lnTo>
                  <a:pt x="1048" y="1723"/>
                </a:lnTo>
                <a:lnTo>
                  <a:pt x="1061" y="1679"/>
                </a:lnTo>
                <a:lnTo>
                  <a:pt x="1073" y="1635"/>
                </a:lnTo>
                <a:lnTo>
                  <a:pt x="1084" y="1591"/>
                </a:lnTo>
                <a:lnTo>
                  <a:pt x="1094" y="1546"/>
                </a:lnTo>
                <a:lnTo>
                  <a:pt x="1102" y="1502"/>
                </a:lnTo>
                <a:lnTo>
                  <a:pt x="1111" y="1458"/>
                </a:lnTo>
                <a:lnTo>
                  <a:pt x="1118" y="1414"/>
                </a:lnTo>
                <a:lnTo>
                  <a:pt x="1124" y="1370"/>
                </a:lnTo>
                <a:lnTo>
                  <a:pt x="1129" y="1325"/>
                </a:lnTo>
                <a:lnTo>
                  <a:pt x="1133" y="1281"/>
                </a:lnTo>
                <a:lnTo>
                  <a:pt x="1137" y="1237"/>
                </a:lnTo>
                <a:lnTo>
                  <a:pt x="1141" y="1193"/>
                </a:lnTo>
                <a:lnTo>
                  <a:pt x="1144" y="1149"/>
                </a:lnTo>
                <a:lnTo>
                  <a:pt x="1146" y="1105"/>
                </a:lnTo>
                <a:lnTo>
                  <a:pt x="1148" y="1060"/>
                </a:lnTo>
                <a:lnTo>
                  <a:pt x="1150" y="1016"/>
                </a:lnTo>
                <a:lnTo>
                  <a:pt x="1152" y="972"/>
                </a:lnTo>
                <a:lnTo>
                  <a:pt x="1154" y="928"/>
                </a:lnTo>
                <a:lnTo>
                  <a:pt x="1155" y="884"/>
                </a:lnTo>
                <a:lnTo>
                  <a:pt x="1157" y="839"/>
                </a:lnTo>
                <a:lnTo>
                  <a:pt x="1158" y="795"/>
                </a:lnTo>
                <a:lnTo>
                  <a:pt x="1160" y="751"/>
                </a:lnTo>
                <a:lnTo>
                  <a:pt x="1161" y="707"/>
                </a:lnTo>
                <a:lnTo>
                  <a:pt x="1162" y="663"/>
                </a:lnTo>
                <a:lnTo>
                  <a:pt x="1164" y="619"/>
                </a:lnTo>
                <a:lnTo>
                  <a:pt x="1165" y="574"/>
                </a:lnTo>
                <a:lnTo>
                  <a:pt x="1167" y="530"/>
                </a:lnTo>
                <a:lnTo>
                  <a:pt x="1169" y="486"/>
                </a:lnTo>
                <a:lnTo>
                  <a:pt x="1171" y="442"/>
                </a:lnTo>
                <a:lnTo>
                  <a:pt x="1173" y="398"/>
                </a:lnTo>
                <a:lnTo>
                  <a:pt x="1176" y="353"/>
                </a:lnTo>
                <a:lnTo>
                  <a:pt x="1179" y="309"/>
                </a:lnTo>
                <a:lnTo>
                  <a:pt x="1182" y="265"/>
                </a:lnTo>
                <a:lnTo>
                  <a:pt x="1185" y="221"/>
                </a:lnTo>
                <a:lnTo>
                  <a:pt x="1189" y="177"/>
                </a:lnTo>
                <a:lnTo>
                  <a:pt x="1193" y="132"/>
                </a:lnTo>
                <a:lnTo>
                  <a:pt x="1197" y="88"/>
                </a:lnTo>
                <a:lnTo>
                  <a:pt x="1202" y="44"/>
                </a:lnTo>
                <a:lnTo>
                  <a:pt x="1207" y="0"/>
                </a:lnTo>
              </a:path>
            </a:pathLst>
          </a:custGeom>
          <a:ln cap="sq" w="13680">
            <a:solidFill>
              <a:srgbClr val="c53e1f"/>
            </a:solidFill>
            <a:round/>
          </a:ln>
        </p:spPr>
      </p:sp>
      <p:sp>
        <p:nvSpPr>
          <p:cNvPr id="135" name=""/>
          <p:cNvSpPr/>
          <p:nvPr/>
        </p:nvSpPr>
        <p:spPr>
          <a:xfrm>
            <a:off x="6480720" y="2522160"/>
            <a:ext cx="201240" cy="0"/>
          </a:xfrm>
          <a:prstGeom prst="line">
            <a:avLst/>
          </a:prstGeom>
          <a:ln cap="sq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4972320" y="241560"/>
            <a:ext cx="1437120" cy="87480"/>
          </a:xfrm>
          <a:custGeom>
            <a:avLst/>
            <a:gdLst/>
            <a:ahLst/>
            <a:rect l="0" t="0" r="r" b="b"/>
            <a:pathLst>
              <a:path fill="none" w="3992" h="243">
                <a:moveTo>
                  <a:pt x="0" y="243"/>
                </a:moveTo>
                <a:lnTo>
                  <a:pt x="0" y="0"/>
                </a:lnTo>
                <a:lnTo>
                  <a:pt x="3992" y="0"/>
                </a:lnTo>
                <a:lnTo>
                  <a:pt x="3992" y="243"/>
                </a:lnTo>
              </a:path>
            </a:pathLst>
          </a:custGeom>
          <a:ln cap="sq" w="12600">
            <a:solidFill>
              <a:srgbClr val="0e2a47"/>
            </a:solidFill>
            <a:round/>
          </a:ln>
        </p:spPr>
      </p:sp>
      <p:sp>
        <p:nvSpPr>
          <p:cNvPr id="137" name=""/>
          <p:cNvSpPr/>
          <p:nvPr/>
        </p:nvSpPr>
        <p:spPr>
          <a:xfrm flipV="1">
            <a:off x="4182480" y="91440"/>
            <a:ext cx="0" cy="33026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4182480" y="3394080"/>
            <a:ext cx="30168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>
            <a:off x="5401080" y="242388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1" y="32"/>
                </a:cubicBezTo>
                <a:cubicBezTo>
                  <a:pt x="11" y="52"/>
                  <a:pt x="0" y="80"/>
                  <a:pt x="0" y="110"/>
                </a:cubicBezTo>
                <a:cubicBezTo>
                  <a:pt x="0" y="138"/>
                  <a:pt x="11" y="166"/>
                  <a:pt x="31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0" name=""/>
          <p:cNvSpPr/>
          <p:nvPr/>
        </p:nvSpPr>
        <p:spPr>
          <a:xfrm>
            <a:off x="5481000" y="25423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6"/>
                  <a:pt x="187" y="185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79"/>
                  <a:pt x="207" y="52"/>
                  <a:pt x="187" y="31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2" y="11"/>
                  <a:pt x="32" y="31"/>
                </a:cubicBezTo>
                <a:cubicBezTo>
                  <a:pt x="12" y="52"/>
                  <a:pt x="0" y="79"/>
                  <a:pt x="0" y="108"/>
                </a:cubicBezTo>
                <a:cubicBezTo>
                  <a:pt x="0" y="137"/>
                  <a:pt x="12" y="165"/>
                  <a:pt x="32" y="185"/>
                </a:cubicBezTo>
                <a:cubicBezTo>
                  <a:pt x="52" y="206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1" name=""/>
          <p:cNvSpPr/>
          <p:nvPr/>
        </p:nvSpPr>
        <p:spPr>
          <a:xfrm>
            <a:off x="5511240" y="315720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6" y="167"/>
                  <a:pt x="219" y="139"/>
                  <a:pt x="219" y="110"/>
                </a:cubicBezTo>
                <a:cubicBezTo>
                  <a:pt x="219" y="81"/>
                  <a:pt x="206" y="54"/>
                  <a:pt x="186" y="33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3" y="12"/>
                  <a:pt x="32" y="33"/>
                </a:cubicBezTo>
                <a:cubicBezTo>
                  <a:pt x="12" y="54"/>
                  <a:pt x="0" y="81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5392080" y="21398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6" y="12"/>
                  <a:pt x="138" y="0"/>
                  <a:pt x="109" y="0"/>
                </a:cubicBezTo>
                <a:cubicBezTo>
                  <a:pt x="79" y="0"/>
                  <a:pt x="52" y="12"/>
                  <a:pt x="31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1" y="187"/>
                </a:cubicBezTo>
                <a:cubicBezTo>
                  <a:pt x="52" y="207"/>
                  <a:pt x="79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3" name=""/>
          <p:cNvSpPr/>
          <p:nvPr/>
        </p:nvSpPr>
        <p:spPr>
          <a:xfrm>
            <a:off x="5322600" y="55476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2" y="11"/>
                  <a:pt x="32" y="32"/>
                </a:cubicBezTo>
                <a:cubicBezTo>
                  <a:pt x="12" y="52"/>
                  <a:pt x="0" y="80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2" y="207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4" name=""/>
          <p:cNvSpPr/>
          <p:nvPr/>
        </p:nvSpPr>
        <p:spPr>
          <a:xfrm>
            <a:off x="5527080" y="19742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7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2"/>
                  <a:pt x="137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5" name=""/>
          <p:cNvSpPr/>
          <p:nvPr/>
        </p:nvSpPr>
        <p:spPr>
          <a:xfrm>
            <a:off x="5403600" y="318096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5"/>
                  <a:pt x="219" y="138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2" y="12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8"/>
                  <a:pt x="12" y="165"/>
                  <a:pt x="32" y="187"/>
                </a:cubicBezTo>
                <a:cubicBezTo>
                  <a:pt x="52" y="207"/>
                  <a:pt x="81" y="219"/>
                  <a:pt x="110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6" name=""/>
          <p:cNvSpPr/>
          <p:nvPr/>
        </p:nvSpPr>
        <p:spPr>
          <a:xfrm>
            <a:off x="5454000" y="27313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7" y="207"/>
                  <a:pt x="187" y="187"/>
                </a:cubicBezTo>
                <a:cubicBezTo>
                  <a:pt x="207" y="167"/>
                  <a:pt x="219" y="139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7" y="12"/>
                  <a:pt x="138" y="0"/>
                  <a:pt x="109" y="0"/>
                </a:cubicBezTo>
                <a:cubicBezTo>
                  <a:pt x="80" y="0"/>
                  <a:pt x="53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7" name=""/>
          <p:cNvSpPr/>
          <p:nvPr/>
        </p:nvSpPr>
        <p:spPr>
          <a:xfrm>
            <a:off x="5403960" y="235296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1" y="0"/>
                  <a:pt x="52" y="11"/>
                  <a:pt x="31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6"/>
                  <a:pt x="31" y="186"/>
                </a:cubicBezTo>
                <a:cubicBezTo>
                  <a:pt x="52" y="207"/>
                  <a:pt x="81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8" name=""/>
          <p:cNvSpPr/>
          <p:nvPr/>
        </p:nvSpPr>
        <p:spPr>
          <a:xfrm>
            <a:off x="5520240" y="268416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6" y="207"/>
                  <a:pt x="187" y="187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3"/>
                  <a:pt x="187" y="33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3" y="11"/>
                  <a:pt x="32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9" name=""/>
          <p:cNvSpPr/>
          <p:nvPr/>
        </p:nvSpPr>
        <p:spPr>
          <a:xfrm>
            <a:off x="5538960" y="24710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8" y="219"/>
                </a:moveTo>
                <a:cubicBezTo>
                  <a:pt x="138" y="219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6" y="32"/>
                </a:cubicBezTo>
                <a:cubicBezTo>
                  <a:pt x="166" y="12"/>
                  <a:pt x="138" y="0"/>
                  <a:pt x="108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9"/>
                  <a:pt x="108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0" name=""/>
          <p:cNvSpPr/>
          <p:nvPr/>
        </p:nvSpPr>
        <p:spPr>
          <a:xfrm>
            <a:off x="5364000" y="284976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8" y="218"/>
                </a:moveTo>
                <a:cubicBezTo>
                  <a:pt x="137" y="218"/>
                  <a:pt x="165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5" y="12"/>
                  <a:pt x="137" y="0"/>
                  <a:pt x="108" y="0"/>
                </a:cubicBezTo>
                <a:cubicBezTo>
                  <a:pt x="80" y="0"/>
                  <a:pt x="52" y="12"/>
                  <a:pt x="31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1" y="187"/>
                </a:cubicBezTo>
                <a:cubicBezTo>
                  <a:pt x="52" y="207"/>
                  <a:pt x="80" y="218"/>
                  <a:pt x="108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1" name=""/>
          <p:cNvSpPr/>
          <p:nvPr/>
        </p:nvSpPr>
        <p:spPr>
          <a:xfrm>
            <a:off x="5414760" y="187956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7"/>
                  <a:pt x="218" y="139"/>
                  <a:pt x="218" y="110"/>
                </a:cubicBezTo>
                <a:cubicBezTo>
                  <a:pt x="218" y="80"/>
                  <a:pt x="207" y="53"/>
                  <a:pt x="186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3" y="12"/>
                  <a:pt x="31" y="32"/>
                </a:cubicBezTo>
                <a:cubicBezTo>
                  <a:pt x="11" y="53"/>
                  <a:pt x="0" y="80"/>
                  <a:pt x="0" y="110"/>
                </a:cubicBezTo>
                <a:cubicBezTo>
                  <a:pt x="0" y="139"/>
                  <a:pt x="11" y="167"/>
                  <a:pt x="31" y="187"/>
                </a:cubicBezTo>
                <a:cubicBezTo>
                  <a:pt x="53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2" name=""/>
          <p:cNvSpPr/>
          <p:nvPr/>
        </p:nvSpPr>
        <p:spPr>
          <a:xfrm>
            <a:off x="5367240" y="192708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6" y="207"/>
                  <a:pt x="187" y="186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3" y="11"/>
                  <a:pt x="32" y="32"/>
                </a:cubicBezTo>
                <a:cubicBezTo>
                  <a:pt x="12" y="52"/>
                  <a:pt x="0" y="80"/>
                  <a:pt x="0" y="108"/>
                </a:cubicBezTo>
                <a:cubicBezTo>
                  <a:pt x="0" y="137"/>
                  <a:pt x="12" y="165"/>
                  <a:pt x="32" y="186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3" name=""/>
          <p:cNvSpPr/>
          <p:nvPr/>
        </p:nvSpPr>
        <p:spPr>
          <a:xfrm>
            <a:off x="5489640" y="268416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6" y="11"/>
                  <a:pt x="138" y="0"/>
                  <a:pt x="110" y="0"/>
                </a:cubicBezTo>
                <a:cubicBezTo>
                  <a:pt x="81" y="0"/>
                  <a:pt x="53" y="11"/>
                  <a:pt x="32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4" name=""/>
          <p:cNvSpPr/>
          <p:nvPr/>
        </p:nvSpPr>
        <p:spPr>
          <a:xfrm>
            <a:off x="5555160" y="204516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9"/>
                  <a:pt x="219" y="110"/>
                </a:cubicBezTo>
                <a:cubicBezTo>
                  <a:pt x="219" y="81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5" name=""/>
          <p:cNvSpPr/>
          <p:nvPr/>
        </p:nvSpPr>
        <p:spPr>
          <a:xfrm>
            <a:off x="6807240" y="24710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6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1" y="0"/>
                  <a:pt x="52" y="12"/>
                  <a:pt x="32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6" name=""/>
          <p:cNvSpPr/>
          <p:nvPr/>
        </p:nvSpPr>
        <p:spPr>
          <a:xfrm>
            <a:off x="6949440" y="27079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7" y="186"/>
                </a:cubicBezTo>
                <a:cubicBezTo>
                  <a:pt x="207" y="165"/>
                  <a:pt x="218" y="137"/>
                  <a:pt x="218" y="108"/>
                </a:cubicBezTo>
                <a:cubicBezTo>
                  <a:pt x="218" y="80"/>
                  <a:pt x="207" y="52"/>
                  <a:pt x="187" y="31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2"/>
                  <a:pt x="0" y="80"/>
                  <a:pt x="0" y="108"/>
                </a:cubicBezTo>
                <a:cubicBezTo>
                  <a:pt x="0" y="137"/>
                  <a:pt x="11" y="165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7" name=""/>
          <p:cNvSpPr/>
          <p:nvPr/>
        </p:nvSpPr>
        <p:spPr>
          <a:xfrm>
            <a:off x="6947640" y="27079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9" y="218"/>
                  <a:pt x="167" y="207"/>
                  <a:pt x="187" y="186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80"/>
                  <a:pt x="207" y="52"/>
                  <a:pt x="187" y="31"/>
                </a:cubicBezTo>
                <a:cubicBezTo>
                  <a:pt x="167" y="11"/>
                  <a:pt x="139" y="0"/>
                  <a:pt x="109" y="0"/>
                </a:cubicBezTo>
                <a:cubicBezTo>
                  <a:pt x="80" y="0"/>
                  <a:pt x="53" y="11"/>
                  <a:pt x="32" y="31"/>
                </a:cubicBezTo>
                <a:cubicBezTo>
                  <a:pt x="12" y="52"/>
                  <a:pt x="0" y="80"/>
                  <a:pt x="0" y="108"/>
                </a:cubicBezTo>
                <a:cubicBezTo>
                  <a:pt x="0" y="137"/>
                  <a:pt x="12" y="165"/>
                  <a:pt x="32" y="186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6919920" y="176148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5" y="206"/>
                  <a:pt x="186" y="185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80"/>
                  <a:pt x="207" y="52"/>
                  <a:pt x="186" y="32"/>
                </a:cubicBezTo>
                <a:cubicBezTo>
                  <a:pt x="165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08"/>
                </a:cubicBezTo>
                <a:cubicBezTo>
                  <a:pt x="0" y="137"/>
                  <a:pt x="12" y="165"/>
                  <a:pt x="32" y="185"/>
                </a:cubicBezTo>
                <a:cubicBezTo>
                  <a:pt x="52" y="206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6946920" y="24948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8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2"/>
                  <a:pt x="138" y="0"/>
                  <a:pt x="108" y="0"/>
                </a:cubicBezTo>
                <a:cubicBezTo>
                  <a:pt x="79" y="0"/>
                  <a:pt x="52" y="12"/>
                  <a:pt x="31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9"/>
                  <a:pt x="11" y="166"/>
                  <a:pt x="31" y="187"/>
                </a:cubicBezTo>
                <a:cubicBezTo>
                  <a:pt x="52" y="207"/>
                  <a:pt x="79" y="219"/>
                  <a:pt x="108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0" name=""/>
          <p:cNvSpPr/>
          <p:nvPr/>
        </p:nvSpPr>
        <p:spPr>
          <a:xfrm>
            <a:off x="6944760" y="25657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1" name=""/>
          <p:cNvSpPr/>
          <p:nvPr/>
        </p:nvSpPr>
        <p:spPr>
          <a:xfrm>
            <a:off x="6843960" y="23292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8" y="218"/>
                </a:moveTo>
                <a:cubicBezTo>
                  <a:pt x="137" y="218"/>
                  <a:pt x="165" y="207"/>
                  <a:pt x="185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2"/>
                  <a:pt x="185" y="32"/>
                </a:cubicBezTo>
                <a:cubicBezTo>
                  <a:pt x="165" y="11"/>
                  <a:pt x="137" y="0"/>
                  <a:pt x="108" y="0"/>
                </a:cubicBezTo>
                <a:cubicBezTo>
                  <a:pt x="79" y="0"/>
                  <a:pt x="52" y="11"/>
                  <a:pt x="31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6"/>
                  <a:pt x="31" y="187"/>
                </a:cubicBezTo>
                <a:cubicBezTo>
                  <a:pt x="52" y="207"/>
                  <a:pt x="79" y="218"/>
                  <a:pt x="108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2" name=""/>
          <p:cNvSpPr/>
          <p:nvPr/>
        </p:nvSpPr>
        <p:spPr>
          <a:xfrm>
            <a:off x="6916680" y="13118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5" y="207"/>
                  <a:pt x="186" y="187"/>
                </a:cubicBezTo>
                <a:cubicBezTo>
                  <a:pt x="206" y="166"/>
                  <a:pt x="219" y="137"/>
                  <a:pt x="219" y="109"/>
                </a:cubicBezTo>
                <a:cubicBezTo>
                  <a:pt x="219" y="80"/>
                  <a:pt x="206" y="52"/>
                  <a:pt x="186" y="32"/>
                </a:cubicBezTo>
                <a:cubicBezTo>
                  <a:pt x="165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7"/>
                  <a:pt x="12" y="166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3" name=""/>
          <p:cNvSpPr/>
          <p:nvPr/>
        </p:nvSpPr>
        <p:spPr>
          <a:xfrm>
            <a:off x="6783120" y="31572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8" y="219"/>
                </a:moveTo>
                <a:cubicBezTo>
                  <a:pt x="137" y="219"/>
                  <a:pt x="166" y="207"/>
                  <a:pt x="186" y="187"/>
                </a:cubicBezTo>
                <a:cubicBezTo>
                  <a:pt x="207" y="167"/>
                  <a:pt x="218" y="139"/>
                  <a:pt x="218" y="110"/>
                </a:cubicBezTo>
                <a:cubicBezTo>
                  <a:pt x="218" y="81"/>
                  <a:pt x="207" y="54"/>
                  <a:pt x="186" y="33"/>
                </a:cubicBezTo>
                <a:cubicBezTo>
                  <a:pt x="166" y="12"/>
                  <a:pt x="137" y="0"/>
                  <a:pt x="108" y="0"/>
                </a:cubicBezTo>
                <a:cubicBezTo>
                  <a:pt x="80" y="0"/>
                  <a:pt x="52" y="12"/>
                  <a:pt x="31" y="33"/>
                </a:cubicBezTo>
                <a:cubicBezTo>
                  <a:pt x="11" y="54"/>
                  <a:pt x="0" y="81"/>
                  <a:pt x="0" y="110"/>
                </a:cubicBezTo>
                <a:cubicBezTo>
                  <a:pt x="0" y="139"/>
                  <a:pt x="11" y="167"/>
                  <a:pt x="31" y="187"/>
                </a:cubicBezTo>
                <a:cubicBezTo>
                  <a:pt x="52" y="207"/>
                  <a:pt x="80" y="219"/>
                  <a:pt x="108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4" name=""/>
          <p:cNvSpPr/>
          <p:nvPr/>
        </p:nvSpPr>
        <p:spPr>
          <a:xfrm>
            <a:off x="6829560" y="28260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2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3" y="32"/>
                </a:cubicBezTo>
                <a:cubicBezTo>
                  <a:pt x="11" y="52"/>
                  <a:pt x="0" y="81"/>
                  <a:pt x="0" y="110"/>
                </a:cubicBezTo>
                <a:cubicBezTo>
                  <a:pt x="0" y="139"/>
                  <a:pt x="11" y="166"/>
                  <a:pt x="33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5" name=""/>
          <p:cNvSpPr/>
          <p:nvPr/>
        </p:nvSpPr>
        <p:spPr>
          <a:xfrm>
            <a:off x="6894000" y="242388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7"/>
                  <a:pt x="187" y="187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3" y="11"/>
                  <a:pt x="32" y="32"/>
                </a:cubicBezTo>
                <a:cubicBezTo>
                  <a:pt x="12" y="52"/>
                  <a:pt x="0" y="80"/>
                  <a:pt x="0" y="110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6" name=""/>
          <p:cNvSpPr/>
          <p:nvPr/>
        </p:nvSpPr>
        <p:spPr>
          <a:xfrm>
            <a:off x="6905880" y="22820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2"/>
                  <a:pt x="187" y="31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3" y="11"/>
                  <a:pt x="33" y="31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8"/>
                  <a:pt x="12" y="166"/>
                  <a:pt x="33" y="186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7" name=""/>
          <p:cNvSpPr txBox="1"/>
          <p:nvPr/>
        </p:nvSpPr>
        <p:spPr>
          <a:xfrm rot="16200000">
            <a:off x="2758680" y="1675440"/>
            <a:ext cx="20077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# strong MHC-I binders (&lt;50 nM)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7798680" y="91440"/>
            <a:ext cx="3017160" cy="3303000"/>
          </a:xfrm>
          <a:custGeom>
            <a:avLst/>
            <a:gdLst/>
            <a:ahLst/>
            <a:rect l="0" t="0" r="r" b="b"/>
            <a:pathLst>
              <a:path w="8381" h="9175">
                <a:moveTo>
                  <a:pt x="0" y="9175"/>
                </a:moveTo>
                <a:lnTo>
                  <a:pt x="8381" y="9175"/>
                </a:lnTo>
                <a:lnTo>
                  <a:pt x="8381" y="0"/>
                </a:lnTo>
                <a:lnTo>
                  <a:pt x="0" y="0"/>
                </a:lnTo>
                <a:lnTo>
                  <a:pt x="0" y="917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69" name=""/>
          <p:cNvSpPr/>
          <p:nvPr/>
        </p:nvSpPr>
        <p:spPr>
          <a:xfrm>
            <a:off x="8588880" y="33940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>
            <a:off x="8588880" y="33940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>
            <a:off x="5421240" y="77040"/>
            <a:ext cx="53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 = 0.85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10025640" y="33940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>
            <a:off x="10025640" y="33940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 txBox="1"/>
          <p:nvPr/>
        </p:nvSpPr>
        <p:spPr>
          <a:xfrm>
            <a:off x="8446680" y="353988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7760880" y="32576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 flipH="1">
            <a:off x="7760880" y="32576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 txBox="1"/>
          <p:nvPr/>
        </p:nvSpPr>
        <p:spPr>
          <a:xfrm>
            <a:off x="9918000" y="353988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7760880" y="25678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9" name=""/>
          <p:cNvSpPr/>
          <p:nvPr/>
        </p:nvSpPr>
        <p:spPr>
          <a:xfrm flipH="1">
            <a:off x="7760880" y="25678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 txBox="1"/>
          <p:nvPr/>
        </p:nvSpPr>
        <p:spPr>
          <a:xfrm>
            <a:off x="7643520" y="31950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7760880" y="18781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2" name=""/>
          <p:cNvSpPr/>
          <p:nvPr/>
        </p:nvSpPr>
        <p:spPr>
          <a:xfrm flipH="1">
            <a:off x="7760880" y="18781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 txBox="1"/>
          <p:nvPr/>
        </p:nvSpPr>
        <p:spPr>
          <a:xfrm>
            <a:off x="7570800" y="25056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7760880" y="11887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5" name=""/>
          <p:cNvSpPr/>
          <p:nvPr/>
        </p:nvSpPr>
        <p:spPr>
          <a:xfrm flipH="1">
            <a:off x="7760880" y="11887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 txBox="1"/>
          <p:nvPr/>
        </p:nvSpPr>
        <p:spPr>
          <a:xfrm>
            <a:off x="7498080" y="18158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7760880" y="4989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8" name=""/>
          <p:cNvSpPr/>
          <p:nvPr/>
        </p:nvSpPr>
        <p:spPr>
          <a:xfrm flipH="1">
            <a:off x="7760880" y="4989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9" name=""/>
          <p:cNvSpPr txBox="1"/>
          <p:nvPr/>
        </p:nvSpPr>
        <p:spPr>
          <a:xfrm>
            <a:off x="7498080" y="112608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0" name=""/>
          <p:cNvSpPr txBox="1"/>
          <p:nvPr/>
        </p:nvSpPr>
        <p:spPr>
          <a:xfrm>
            <a:off x="7498080" y="4363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8071920" y="581760"/>
            <a:ext cx="517320" cy="2662560"/>
          </a:xfrm>
          <a:custGeom>
            <a:avLst/>
            <a:gdLst/>
            <a:ahLst/>
            <a:rect l="0" t="0" r="r" b="b"/>
            <a:pathLst>
              <a:path w="1437" h="7396">
                <a:moveTo>
                  <a:pt x="1003" y="7396"/>
                </a:moveTo>
                <a:lnTo>
                  <a:pt x="1437" y="7396"/>
                </a:lnTo>
                <a:lnTo>
                  <a:pt x="1437" y="7333"/>
                </a:lnTo>
                <a:lnTo>
                  <a:pt x="1437" y="7271"/>
                </a:lnTo>
                <a:lnTo>
                  <a:pt x="1437" y="7209"/>
                </a:lnTo>
                <a:lnTo>
                  <a:pt x="1437" y="7147"/>
                </a:lnTo>
                <a:lnTo>
                  <a:pt x="1437" y="7085"/>
                </a:lnTo>
                <a:lnTo>
                  <a:pt x="1437" y="7023"/>
                </a:lnTo>
                <a:lnTo>
                  <a:pt x="1437" y="6961"/>
                </a:lnTo>
                <a:lnTo>
                  <a:pt x="1437" y="6898"/>
                </a:lnTo>
                <a:lnTo>
                  <a:pt x="1437" y="6836"/>
                </a:lnTo>
                <a:lnTo>
                  <a:pt x="1437" y="6774"/>
                </a:lnTo>
                <a:lnTo>
                  <a:pt x="1437" y="6712"/>
                </a:lnTo>
                <a:lnTo>
                  <a:pt x="1437" y="6650"/>
                </a:lnTo>
                <a:lnTo>
                  <a:pt x="1437" y="6588"/>
                </a:lnTo>
                <a:lnTo>
                  <a:pt x="1437" y="6526"/>
                </a:lnTo>
                <a:lnTo>
                  <a:pt x="1437" y="6463"/>
                </a:lnTo>
                <a:lnTo>
                  <a:pt x="1437" y="6401"/>
                </a:lnTo>
                <a:lnTo>
                  <a:pt x="1437" y="6339"/>
                </a:lnTo>
                <a:lnTo>
                  <a:pt x="1437" y="6277"/>
                </a:lnTo>
                <a:lnTo>
                  <a:pt x="1437" y="6215"/>
                </a:lnTo>
                <a:lnTo>
                  <a:pt x="1437" y="6153"/>
                </a:lnTo>
                <a:lnTo>
                  <a:pt x="1437" y="6091"/>
                </a:lnTo>
                <a:lnTo>
                  <a:pt x="1437" y="6028"/>
                </a:lnTo>
                <a:lnTo>
                  <a:pt x="1437" y="5966"/>
                </a:lnTo>
                <a:lnTo>
                  <a:pt x="1437" y="5904"/>
                </a:lnTo>
                <a:lnTo>
                  <a:pt x="1437" y="5842"/>
                </a:lnTo>
                <a:lnTo>
                  <a:pt x="1437" y="5780"/>
                </a:lnTo>
                <a:lnTo>
                  <a:pt x="1437" y="5718"/>
                </a:lnTo>
                <a:lnTo>
                  <a:pt x="1437" y="5656"/>
                </a:lnTo>
                <a:lnTo>
                  <a:pt x="1437" y="5593"/>
                </a:lnTo>
                <a:lnTo>
                  <a:pt x="1437" y="5531"/>
                </a:lnTo>
                <a:lnTo>
                  <a:pt x="1437" y="5469"/>
                </a:lnTo>
                <a:lnTo>
                  <a:pt x="1437" y="5407"/>
                </a:lnTo>
                <a:lnTo>
                  <a:pt x="1437" y="5345"/>
                </a:lnTo>
                <a:lnTo>
                  <a:pt x="1437" y="5283"/>
                </a:lnTo>
                <a:lnTo>
                  <a:pt x="1437" y="5221"/>
                </a:lnTo>
                <a:lnTo>
                  <a:pt x="1437" y="5158"/>
                </a:lnTo>
                <a:lnTo>
                  <a:pt x="1437" y="5096"/>
                </a:lnTo>
                <a:lnTo>
                  <a:pt x="1437" y="5034"/>
                </a:lnTo>
                <a:lnTo>
                  <a:pt x="1437" y="4972"/>
                </a:lnTo>
                <a:lnTo>
                  <a:pt x="1437" y="4910"/>
                </a:lnTo>
                <a:lnTo>
                  <a:pt x="1437" y="4848"/>
                </a:lnTo>
                <a:lnTo>
                  <a:pt x="1437" y="4786"/>
                </a:lnTo>
                <a:lnTo>
                  <a:pt x="1437" y="4723"/>
                </a:lnTo>
                <a:lnTo>
                  <a:pt x="1437" y="4661"/>
                </a:lnTo>
                <a:lnTo>
                  <a:pt x="1437" y="4599"/>
                </a:lnTo>
                <a:lnTo>
                  <a:pt x="1437" y="4537"/>
                </a:lnTo>
                <a:lnTo>
                  <a:pt x="1437" y="4475"/>
                </a:lnTo>
                <a:lnTo>
                  <a:pt x="1437" y="4413"/>
                </a:lnTo>
                <a:lnTo>
                  <a:pt x="1437" y="4351"/>
                </a:lnTo>
                <a:lnTo>
                  <a:pt x="1437" y="4288"/>
                </a:lnTo>
                <a:lnTo>
                  <a:pt x="1437" y="4226"/>
                </a:lnTo>
                <a:lnTo>
                  <a:pt x="1437" y="4164"/>
                </a:lnTo>
                <a:lnTo>
                  <a:pt x="1437" y="4102"/>
                </a:lnTo>
                <a:lnTo>
                  <a:pt x="1437" y="4040"/>
                </a:lnTo>
                <a:lnTo>
                  <a:pt x="1437" y="3978"/>
                </a:lnTo>
                <a:lnTo>
                  <a:pt x="1437" y="3916"/>
                </a:lnTo>
                <a:lnTo>
                  <a:pt x="1437" y="3853"/>
                </a:lnTo>
                <a:lnTo>
                  <a:pt x="1437" y="3791"/>
                </a:lnTo>
                <a:lnTo>
                  <a:pt x="1437" y="3729"/>
                </a:lnTo>
                <a:lnTo>
                  <a:pt x="1437" y="3667"/>
                </a:lnTo>
                <a:lnTo>
                  <a:pt x="1437" y="3605"/>
                </a:lnTo>
                <a:lnTo>
                  <a:pt x="1437" y="3543"/>
                </a:lnTo>
                <a:lnTo>
                  <a:pt x="1437" y="3481"/>
                </a:lnTo>
                <a:lnTo>
                  <a:pt x="1437" y="3418"/>
                </a:lnTo>
                <a:lnTo>
                  <a:pt x="1437" y="3356"/>
                </a:lnTo>
                <a:lnTo>
                  <a:pt x="1437" y="3294"/>
                </a:lnTo>
                <a:lnTo>
                  <a:pt x="1437" y="3232"/>
                </a:lnTo>
                <a:lnTo>
                  <a:pt x="1437" y="3170"/>
                </a:lnTo>
                <a:lnTo>
                  <a:pt x="1437" y="3108"/>
                </a:lnTo>
                <a:lnTo>
                  <a:pt x="1437" y="3046"/>
                </a:lnTo>
                <a:lnTo>
                  <a:pt x="1437" y="2983"/>
                </a:lnTo>
                <a:lnTo>
                  <a:pt x="1437" y="2921"/>
                </a:lnTo>
                <a:lnTo>
                  <a:pt x="1437" y="2859"/>
                </a:lnTo>
                <a:lnTo>
                  <a:pt x="1437" y="2797"/>
                </a:lnTo>
                <a:lnTo>
                  <a:pt x="1437" y="2735"/>
                </a:lnTo>
                <a:lnTo>
                  <a:pt x="1437" y="2673"/>
                </a:lnTo>
                <a:lnTo>
                  <a:pt x="1437" y="2611"/>
                </a:lnTo>
                <a:lnTo>
                  <a:pt x="1437" y="2548"/>
                </a:lnTo>
                <a:lnTo>
                  <a:pt x="1437" y="2486"/>
                </a:lnTo>
                <a:lnTo>
                  <a:pt x="1437" y="2424"/>
                </a:lnTo>
                <a:lnTo>
                  <a:pt x="1437" y="2362"/>
                </a:lnTo>
                <a:lnTo>
                  <a:pt x="1437" y="2300"/>
                </a:lnTo>
                <a:lnTo>
                  <a:pt x="1437" y="2238"/>
                </a:lnTo>
                <a:lnTo>
                  <a:pt x="1437" y="2176"/>
                </a:lnTo>
                <a:lnTo>
                  <a:pt x="1437" y="2114"/>
                </a:lnTo>
                <a:lnTo>
                  <a:pt x="1437" y="2050"/>
                </a:lnTo>
                <a:lnTo>
                  <a:pt x="1437" y="1988"/>
                </a:lnTo>
                <a:lnTo>
                  <a:pt x="1437" y="1926"/>
                </a:lnTo>
                <a:lnTo>
                  <a:pt x="1437" y="1864"/>
                </a:lnTo>
                <a:lnTo>
                  <a:pt x="1437" y="1802"/>
                </a:lnTo>
                <a:lnTo>
                  <a:pt x="1437" y="1740"/>
                </a:lnTo>
                <a:lnTo>
                  <a:pt x="1437" y="1678"/>
                </a:lnTo>
                <a:lnTo>
                  <a:pt x="1437" y="1615"/>
                </a:lnTo>
                <a:lnTo>
                  <a:pt x="1437" y="1553"/>
                </a:lnTo>
                <a:lnTo>
                  <a:pt x="1437" y="1491"/>
                </a:lnTo>
                <a:lnTo>
                  <a:pt x="1437" y="1429"/>
                </a:lnTo>
                <a:lnTo>
                  <a:pt x="1437" y="1367"/>
                </a:lnTo>
                <a:lnTo>
                  <a:pt x="1437" y="1305"/>
                </a:lnTo>
                <a:lnTo>
                  <a:pt x="1437" y="1243"/>
                </a:lnTo>
                <a:lnTo>
                  <a:pt x="1437" y="1180"/>
                </a:lnTo>
                <a:lnTo>
                  <a:pt x="1437" y="1118"/>
                </a:lnTo>
                <a:lnTo>
                  <a:pt x="1437" y="1056"/>
                </a:lnTo>
                <a:lnTo>
                  <a:pt x="1437" y="994"/>
                </a:lnTo>
                <a:lnTo>
                  <a:pt x="1437" y="932"/>
                </a:lnTo>
                <a:lnTo>
                  <a:pt x="1437" y="870"/>
                </a:lnTo>
                <a:lnTo>
                  <a:pt x="1437" y="808"/>
                </a:lnTo>
                <a:lnTo>
                  <a:pt x="1437" y="745"/>
                </a:lnTo>
                <a:lnTo>
                  <a:pt x="1437" y="683"/>
                </a:lnTo>
                <a:lnTo>
                  <a:pt x="1437" y="621"/>
                </a:lnTo>
                <a:lnTo>
                  <a:pt x="1437" y="559"/>
                </a:lnTo>
                <a:lnTo>
                  <a:pt x="1437" y="497"/>
                </a:lnTo>
                <a:lnTo>
                  <a:pt x="1437" y="435"/>
                </a:lnTo>
                <a:lnTo>
                  <a:pt x="1437" y="373"/>
                </a:lnTo>
                <a:lnTo>
                  <a:pt x="1437" y="310"/>
                </a:lnTo>
                <a:lnTo>
                  <a:pt x="1437" y="248"/>
                </a:lnTo>
                <a:lnTo>
                  <a:pt x="1437" y="186"/>
                </a:lnTo>
                <a:lnTo>
                  <a:pt x="1437" y="124"/>
                </a:lnTo>
                <a:lnTo>
                  <a:pt x="1437" y="62"/>
                </a:lnTo>
                <a:lnTo>
                  <a:pt x="1437" y="0"/>
                </a:lnTo>
                <a:lnTo>
                  <a:pt x="1296" y="0"/>
                </a:lnTo>
                <a:lnTo>
                  <a:pt x="1296" y="62"/>
                </a:lnTo>
                <a:lnTo>
                  <a:pt x="1297" y="124"/>
                </a:lnTo>
                <a:lnTo>
                  <a:pt x="1298" y="186"/>
                </a:lnTo>
                <a:lnTo>
                  <a:pt x="1300" y="248"/>
                </a:lnTo>
                <a:lnTo>
                  <a:pt x="1302" y="310"/>
                </a:lnTo>
                <a:lnTo>
                  <a:pt x="1305" y="373"/>
                </a:lnTo>
                <a:lnTo>
                  <a:pt x="1308" y="435"/>
                </a:lnTo>
                <a:lnTo>
                  <a:pt x="1312" y="497"/>
                </a:lnTo>
                <a:lnTo>
                  <a:pt x="1316" y="559"/>
                </a:lnTo>
                <a:lnTo>
                  <a:pt x="1321" y="621"/>
                </a:lnTo>
                <a:lnTo>
                  <a:pt x="1326" y="683"/>
                </a:lnTo>
                <a:lnTo>
                  <a:pt x="1331" y="745"/>
                </a:lnTo>
                <a:lnTo>
                  <a:pt x="1336" y="808"/>
                </a:lnTo>
                <a:lnTo>
                  <a:pt x="1342" y="870"/>
                </a:lnTo>
                <a:lnTo>
                  <a:pt x="1347" y="932"/>
                </a:lnTo>
                <a:lnTo>
                  <a:pt x="1352" y="994"/>
                </a:lnTo>
                <a:lnTo>
                  <a:pt x="1357" y="1056"/>
                </a:lnTo>
                <a:lnTo>
                  <a:pt x="1362" y="1118"/>
                </a:lnTo>
                <a:lnTo>
                  <a:pt x="1367" y="1180"/>
                </a:lnTo>
                <a:lnTo>
                  <a:pt x="1371" y="1243"/>
                </a:lnTo>
                <a:lnTo>
                  <a:pt x="1374" y="1305"/>
                </a:lnTo>
                <a:lnTo>
                  <a:pt x="1378" y="1367"/>
                </a:lnTo>
                <a:lnTo>
                  <a:pt x="1380" y="1429"/>
                </a:lnTo>
                <a:lnTo>
                  <a:pt x="1382" y="1491"/>
                </a:lnTo>
                <a:lnTo>
                  <a:pt x="1383" y="1553"/>
                </a:lnTo>
                <a:lnTo>
                  <a:pt x="1384" y="1615"/>
                </a:lnTo>
                <a:lnTo>
                  <a:pt x="1383" y="1678"/>
                </a:lnTo>
                <a:lnTo>
                  <a:pt x="1382" y="1740"/>
                </a:lnTo>
                <a:lnTo>
                  <a:pt x="1380" y="1802"/>
                </a:lnTo>
                <a:lnTo>
                  <a:pt x="1376" y="1864"/>
                </a:lnTo>
                <a:lnTo>
                  <a:pt x="1371" y="1926"/>
                </a:lnTo>
                <a:lnTo>
                  <a:pt x="1365" y="1988"/>
                </a:lnTo>
                <a:lnTo>
                  <a:pt x="1358" y="2050"/>
                </a:lnTo>
                <a:lnTo>
                  <a:pt x="1349" y="2114"/>
                </a:lnTo>
                <a:lnTo>
                  <a:pt x="1339" y="2176"/>
                </a:lnTo>
                <a:lnTo>
                  <a:pt x="1327" y="2238"/>
                </a:lnTo>
                <a:lnTo>
                  <a:pt x="1313" y="2300"/>
                </a:lnTo>
                <a:lnTo>
                  <a:pt x="1297" y="2362"/>
                </a:lnTo>
                <a:lnTo>
                  <a:pt x="1280" y="2424"/>
                </a:lnTo>
                <a:lnTo>
                  <a:pt x="1259" y="2486"/>
                </a:lnTo>
                <a:lnTo>
                  <a:pt x="1238" y="2548"/>
                </a:lnTo>
                <a:lnTo>
                  <a:pt x="1214" y="2611"/>
                </a:lnTo>
                <a:lnTo>
                  <a:pt x="1188" y="2673"/>
                </a:lnTo>
                <a:lnTo>
                  <a:pt x="1160" y="2735"/>
                </a:lnTo>
                <a:lnTo>
                  <a:pt x="1129" y="2797"/>
                </a:lnTo>
                <a:lnTo>
                  <a:pt x="1096" y="2859"/>
                </a:lnTo>
                <a:lnTo>
                  <a:pt x="1061" y="2921"/>
                </a:lnTo>
                <a:lnTo>
                  <a:pt x="1024" y="2983"/>
                </a:lnTo>
                <a:lnTo>
                  <a:pt x="985" y="3046"/>
                </a:lnTo>
                <a:lnTo>
                  <a:pt x="943" y="3108"/>
                </a:lnTo>
                <a:lnTo>
                  <a:pt x="900" y="3170"/>
                </a:lnTo>
                <a:lnTo>
                  <a:pt x="855" y="3232"/>
                </a:lnTo>
                <a:lnTo>
                  <a:pt x="809" y="3294"/>
                </a:lnTo>
                <a:lnTo>
                  <a:pt x="761" y="3356"/>
                </a:lnTo>
                <a:lnTo>
                  <a:pt x="712" y="3418"/>
                </a:lnTo>
                <a:lnTo>
                  <a:pt x="663" y="3481"/>
                </a:lnTo>
                <a:lnTo>
                  <a:pt x="613" y="3543"/>
                </a:lnTo>
                <a:lnTo>
                  <a:pt x="562" y="3605"/>
                </a:lnTo>
                <a:lnTo>
                  <a:pt x="512" y="3667"/>
                </a:lnTo>
                <a:lnTo>
                  <a:pt x="463" y="3729"/>
                </a:lnTo>
                <a:lnTo>
                  <a:pt x="414" y="3791"/>
                </a:lnTo>
                <a:lnTo>
                  <a:pt x="367" y="3853"/>
                </a:lnTo>
                <a:lnTo>
                  <a:pt x="321" y="3916"/>
                </a:lnTo>
                <a:lnTo>
                  <a:pt x="277" y="3978"/>
                </a:lnTo>
                <a:lnTo>
                  <a:pt x="236" y="4040"/>
                </a:lnTo>
                <a:lnTo>
                  <a:pt x="197" y="4102"/>
                </a:lnTo>
                <a:lnTo>
                  <a:pt x="161" y="4164"/>
                </a:lnTo>
                <a:lnTo>
                  <a:pt x="128" y="4226"/>
                </a:lnTo>
                <a:lnTo>
                  <a:pt x="98" y="4288"/>
                </a:lnTo>
                <a:lnTo>
                  <a:pt x="73" y="4351"/>
                </a:lnTo>
                <a:lnTo>
                  <a:pt x="50" y="4413"/>
                </a:lnTo>
                <a:lnTo>
                  <a:pt x="32" y="4475"/>
                </a:lnTo>
                <a:lnTo>
                  <a:pt x="18" y="4537"/>
                </a:lnTo>
                <a:lnTo>
                  <a:pt x="8" y="4599"/>
                </a:lnTo>
                <a:lnTo>
                  <a:pt x="2" y="4661"/>
                </a:lnTo>
                <a:lnTo>
                  <a:pt x="0" y="4723"/>
                </a:lnTo>
                <a:lnTo>
                  <a:pt x="1" y="4786"/>
                </a:lnTo>
                <a:lnTo>
                  <a:pt x="7" y="4848"/>
                </a:lnTo>
                <a:lnTo>
                  <a:pt x="15" y="4910"/>
                </a:lnTo>
                <a:lnTo>
                  <a:pt x="28" y="4972"/>
                </a:lnTo>
                <a:lnTo>
                  <a:pt x="43" y="5034"/>
                </a:lnTo>
                <a:lnTo>
                  <a:pt x="61" y="5096"/>
                </a:lnTo>
                <a:lnTo>
                  <a:pt x="82" y="5158"/>
                </a:lnTo>
                <a:lnTo>
                  <a:pt x="106" y="5221"/>
                </a:lnTo>
                <a:lnTo>
                  <a:pt x="131" y="5283"/>
                </a:lnTo>
                <a:lnTo>
                  <a:pt x="158" y="5345"/>
                </a:lnTo>
                <a:lnTo>
                  <a:pt x="187" y="5407"/>
                </a:lnTo>
                <a:lnTo>
                  <a:pt x="217" y="5469"/>
                </a:lnTo>
                <a:lnTo>
                  <a:pt x="248" y="5531"/>
                </a:lnTo>
                <a:lnTo>
                  <a:pt x="279" y="5593"/>
                </a:lnTo>
                <a:lnTo>
                  <a:pt x="311" y="5656"/>
                </a:lnTo>
                <a:lnTo>
                  <a:pt x="344" y="5718"/>
                </a:lnTo>
                <a:lnTo>
                  <a:pt x="376" y="5780"/>
                </a:lnTo>
                <a:lnTo>
                  <a:pt x="408" y="5842"/>
                </a:lnTo>
                <a:lnTo>
                  <a:pt x="440" y="5904"/>
                </a:lnTo>
                <a:lnTo>
                  <a:pt x="471" y="5966"/>
                </a:lnTo>
                <a:lnTo>
                  <a:pt x="502" y="6028"/>
                </a:lnTo>
                <a:lnTo>
                  <a:pt x="532" y="6091"/>
                </a:lnTo>
                <a:lnTo>
                  <a:pt x="561" y="6153"/>
                </a:lnTo>
                <a:lnTo>
                  <a:pt x="589" y="6215"/>
                </a:lnTo>
                <a:lnTo>
                  <a:pt x="617" y="6277"/>
                </a:lnTo>
                <a:lnTo>
                  <a:pt x="643" y="6339"/>
                </a:lnTo>
                <a:lnTo>
                  <a:pt x="669" y="6401"/>
                </a:lnTo>
                <a:lnTo>
                  <a:pt x="694" y="6463"/>
                </a:lnTo>
                <a:lnTo>
                  <a:pt x="718" y="6526"/>
                </a:lnTo>
                <a:lnTo>
                  <a:pt x="742" y="6588"/>
                </a:lnTo>
                <a:lnTo>
                  <a:pt x="765" y="6650"/>
                </a:lnTo>
                <a:lnTo>
                  <a:pt x="787" y="6712"/>
                </a:lnTo>
                <a:lnTo>
                  <a:pt x="808" y="6774"/>
                </a:lnTo>
                <a:lnTo>
                  <a:pt x="829" y="6836"/>
                </a:lnTo>
                <a:lnTo>
                  <a:pt x="849" y="6898"/>
                </a:lnTo>
                <a:lnTo>
                  <a:pt x="869" y="6961"/>
                </a:lnTo>
                <a:lnTo>
                  <a:pt x="889" y="7023"/>
                </a:lnTo>
                <a:lnTo>
                  <a:pt x="908" y="7085"/>
                </a:lnTo>
                <a:lnTo>
                  <a:pt x="928" y="7147"/>
                </a:lnTo>
                <a:lnTo>
                  <a:pt x="947" y="7209"/>
                </a:lnTo>
                <a:lnTo>
                  <a:pt x="966" y="7271"/>
                </a:lnTo>
                <a:lnTo>
                  <a:pt x="985" y="7333"/>
                </a:lnTo>
                <a:lnTo>
                  <a:pt x="1003" y="7396"/>
                </a:lnTo>
                <a:close/>
              </a:path>
            </a:pathLst>
          </a:custGeom>
          <a:solidFill>
            <a:srgbClr val="0a7d6e">
              <a:alpha val="30000"/>
            </a:srgbClr>
          </a:solidFill>
          <a:ln w="0">
            <a:noFill/>
          </a:ln>
        </p:spPr>
      </p:sp>
      <p:sp>
        <p:nvSpPr>
          <p:cNvPr id="192" name=""/>
          <p:cNvSpPr/>
          <p:nvPr/>
        </p:nvSpPr>
        <p:spPr>
          <a:xfrm>
            <a:off x="8660880" y="2160360"/>
            <a:ext cx="201240" cy="484920"/>
          </a:xfrm>
          <a:custGeom>
            <a:avLst/>
            <a:gdLst/>
            <a:ahLst/>
            <a:rect l="0" t="0" r="r" b="b"/>
            <a:pathLst>
              <a:path w="559" h="1347">
                <a:moveTo>
                  <a:pt x="0" y="1347"/>
                </a:moveTo>
                <a:lnTo>
                  <a:pt x="559" y="1347"/>
                </a:lnTo>
                <a:lnTo>
                  <a:pt x="559" y="0"/>
                </a:lnTo>
                <a:lnTo>
                  <a:pt x="0" y="0"/>
                </a:lnTo>
                <a:lnTo>
                  <a:pt x="0" y="1347"/>
                </a:lnTo>
                <a:close/>
              </a:path>
            </a:pathLst>
          </a:custGeom>
          <a:solidFill>
            <a:srgbClr val="ffffff"/>
          </a:solidFill>
          <a:ln w="16200">
            <a:solidFill>
              <a:srgbClr val="0a7d6e"/>
            </a:solidFill>
            <a:miter/>
          </a:ln>
        </p:spPr>
      </p:sp>
      <p:sp>
        <p:nvSpPr>
          <p:cNvPr id="193" name=""/>
          <p:cNvSpPr/>
          <p:nvPr/>
        </p:nvSpPr>
        <p:spPr>
          <a:xfrm>
            <a:off x="9508320" y="2195640"/>
            <a:ext cx="517680" cy="1020960"/>
          </a:xfrm>
          <a:custGeom>
            <a:avLst/>
            <a:gdLst/>
            <a:ahLst/>
            <a:rect l="0" t="0" r="r" b="b"/>
            <a:pathLst>
              <a:path w="1438" h="2836">
                <a:moveTo>
                  <a:pt x="1099" y="2836"/>
                </a:moveTo>
                <a:lnTo>
                  <a:pt x="1438" y="2836"/>
                </a:lnTo>
                <a:lnTo>
                  <a:pt x="1438" y="2812"/>
                </a:lnTo>
                <a:lnTo>
                  <a:pt x="1438" y="2788"/>
                </a:lnTo>
                <a:lnTo>
                  <a:pt x="1438" y="2764"/>
                </a:lnTo>
                <a:lnTo>
                  <a:pt x="1438" y="2741"/>
                </a:lnTo>
                <a:lnTo>
                  <a:pt x="1438" y="2717"/>
                </a:lnTo>
                <a:lnTo>
                  <a:pt x="1438" y="2693"/>
                </a:lnTo>
                <a:lnTo>
                  <a:pt x="1438" y="2669"/>
                </a:lnTo>
                <a:lnTo>
                  <a:pt x="1438" y="2645"/>
                </a:lnTo>
                <a:lnTo>
                  <a:pt x="1438" y="2621"/>
                </a:lnTo>
                <a:lnTo>
                  <a:pt x="1438" y="2598"/>
                </a:lnTo>
                <a:lnTo>
                  <a:pt x="1438" y="2574"/>
                </a:lnTo>
                <a:lnTo>
                  <a:pt x="1438" y="2550"/>
                </a:lnTo>
                <a:lnTo>
                  <a:pt x="1438" y="2526"/>
                </a:lnTo>
                <a:lnTo>
                  <a:pt x="1438" y="2502"/>
                </a:lnTo>
                <a:lnTo>
                  <a:pt x="1438" y="2479"/>
                </a:lnTo>
                <a:lnTo>
                  <a:pt x="1438" y="2455"/>
                </a:lnTo>
                <a:lnTo>
                  <a:pt x="1438" y="2431"/>
                </a:lnTo>
                <a:lnTo>
                  <a:pt x="1438" y="2407"/>
                </a:lnTo>
                <a:lnTo>
                  <a:pt x="1438" y="2383"/>
                </a:lnTo>
                <a:lnTo>
                  <a:pt x="1438" y="2359"/>
                </a:lnTo>
                <a:lnTo>
                  <a:pt x="1438" y="2336"/>
                </a:lnTo>
                <a:lnTo>
                  <a:pt x="1438" y="2312"/>
                </a:lnTo>
                <a:lnTo>
                  <a:pt x="1438" y="2288"/>
                </a:lnTo>
                <a:lnTo>
                  <a:pt x="1438" y="2264"/>
                </a:lnTo>
                <a:lnTo>
                  <a:pt x="1438" y="2240"/>
                </a:lnTo>
                <a:lnTo>
                  <a:pt x="1438" y="2216"/>
                </a:lnTo>
                <a:lnTo>
                  <a:pt x="1438" y="2193"/>
                </a:lnTo>
                <a:lnTo>
                  <a:pt x="1438" y="2169"/>
                </a:lnTo>
                <a:lnTo>
                  <a:pt x="1438" y="2145"/>
                </a:lnTo>
                <a:lnTo>
                  <a:pt x="1438" y="2121"/>
                </a:lnTo>
                <a:lnTo>
                  <a:pt x="1438" y="2097"/>
                </a:lnTo>
                <a:lnTo>
                  <a:pt x="1438" y="2073"/>
                </a:lnTo>
                <a:lnTo>
                  <a:pt x="1438" y="2050"/>
                </a:lnTo>
                <a:lnTo>
                  <a:pt x="1438" y="2026"/>
                </a:lnTo>
                <a:lnTo>
                  <a:pt x="1438" y="2002"/>
                </a:lnTo>
                <a:lnTo>
                  <a:pt x="1438" y="1978"/>
                </a:lnTo>
                <a:lnTo>
                  <a:pt x="1438" y="1954"/>
                </a:lnTo>
                <a:lnTo>
                  <a:pt x="1438" y="1930"/>
                </a:lnTo>
                <a:lnTo>
                  <a:pt x="1438" y="1907"/>
                </a:lnTo>
                <a:lnTo>
                  <a:pt x="1438" y="1883"/>
                </a:lnTo>
                <a:lnTo>
                  <a:pt x="1438" y="1859"/>
                </a:lnTo>
                <a:lnTo>
                  <a:pt x="1438" y="1835"/>
                </a:lnTo>
                <a:lnTo>
                  <a:pt x="1438" y="1811"/>
                </a:lnTo>
                <a:lnTo>
                  <a:pt x="1438" y="1788"/>
                </a:lnTo>
                <a:lnTo>
                  <a:pt x="1438" y="1764"/>
                </a:lnTo>
                <a:lnTo>
                  <a:pt x="1438" y="1740"/>
                </a:lnTo>
                <a:lnTo>
                  <a:pt x="1438" y="1716"/>
                </a:lnTo>
                <a:lnTo>
                  <a:pt x="1438" y="1692"/>
                </a:lnTo>
                <a:lnTo>
                  <a:pt x="1438" y="1668"/>
                </a:lnTo>
                <a:lnTo>
                  <a:pt x="1438" y="1645"/>
                </a:lnTo>
                <a:lnTo>
                  <a:pt x="1438" y="1621"/>
                </a:lnTo>
                <a:lnTo>
                  <a:pt x="1438" y="1597"/>
                </a:lnTo>
                <a:lnTo>
                  <a:pt x="1438" y="1573"/>
                </a:lnTo>
                <a:lnTo>
                  <a:pt x="1438" y="1549"/>
                </a:lnTo>
                <a:lnTo>
                  <a:pt x="1438" y="1525"/>
                </a:lnTo>
                <a:lnTo>
                  <a:pt x="1438" y="1502"/>
                </a:lnTo>
                <a:lnTo>
                  <a:pt x="1438" y="1478"/>
                </a:lnTo>
                <a:lnTo>
                  <a:pt x="1438" y="1454"/>
                </a:lnTo>
                <a:lnTo>
                  <a:pt x="1438" y="1430"/>
                </a:lnTo>
                <a:lnTo>
                  <a:pt x="1438" y="1406"/>
                </a:lnTo>
                <a:lnTo>
                  <a:pt x="1438" y="1382"/>
                </a:lnTo>
                <a:lnTo>
                  <a:pt x="1438" y="1359"/>
                </a:lnTo>
                <a:lnTo>
                  <a:pt x="1438" y="1335"/>
                </a:lnTo>
                <a:lnTo>
                  <a:pt x="1438" y="1311"/>
                </a:lnTo>
                <a:lnTo>
                  <a:pt x="1438" y="1287"/>
                </a:lnTo>
                <a:lnTo>
                  <a:pt x="1438" y="1263"/>
                </a:lnTo>
                <a:lnTo>
                  <a:pt x="1438" y="1240"/>
                </a:lnTo>
                <a:lnTo>
                  <a:pt x="1438" y="1216"/>
                </a:lnTo>
                <a:lnTo>
                  <a:pt x="1438" y="1192"/>
                </a:lnTo>
                <a:lnTo>
                  <a:pt x="1438" y="1168"/>
                </a:lnTo>
                <a:lnTo>
                  <a:pt x="1438" y="1144"/>
                </a:lnTo>
                <a:lnTo>
                  <a:pt x="1438" y="1120"/>
                </a:lnTo>
                <a:lnTo>
                  <a:pt x="1438" y="1097"/>
                </a:lnTo>
                <a:lnTo>
                  <a:pt x="1438" y="1073"/>
                </a:lnTo>
                <a:lnTo>
                  <a:pt x="1438" y="1049"/>
                </a:lnTo>
                <a:lnTo>
                  <a:pt x="1438" y="1025"/>
                </a:lnTo>
                <a:lnTo>
                  <a:pt x="1438" y="1001"/>
                </a:lnTo>
                <a:lnTo>
                  <a:pt x="1438" y="976"/>
                </a:lnTo>
                <a:lnTo>
                  <a:pt x="1438" y="953"/>
                </a:lnTo>
                <a:lnTo>
                  <a:pt x="1438" y="929"/>
                </a:lnTo>
                <a:lnTo>
                  <a:pt x="1438" y="905"/>
                </a:lnTo>
                <a:lnTo>
                  <a:pt x="1438" y="881"/>
                </a:lnTo>
                <a:lnTo>
                  <a:pt x="1438" y="857"/>
                </a:lnTo>
                <a:lnTo>
                  <a:pt x="1438" y="833"/>
                </a:lnTo>
                <a:lnTo>
                  <a:pt x="1438" y="810"/>
                </a:lnTo>
                <a:lnTo>
                  <a:pt x="1438" y="786"/>
                </a:lnTo>
                <a:lnTo>
                  <a:pt x="1438" y="762"/>
                </a:lnTo>
                <a:lnTo>
                  <a:pt x="1438" y="738"/>
                </a:lnTo>
                <a:lnTo>
                  <a:pt x="1438" y="714"/>
                </a:lnTo>
                <a:lnTo>
                  <a:pt x="1438" y="691"/>
                </a:lnTo>
                <a:lnTo>
                  <a:pt x="1438" y="667"/>
                </a:lnTo>
                <a:lnTo>
                  <a:pt x="1438" y="643"/>
                </a:lnTo>
                <a:lnTo>
                  <a:pt x="1438" y="619"/>
                </a:lnTo>
                <a:lnTo>
                  <a:pt x="1438" y="595"/>
                </a:lnTo>
                <a:lnTo>
                  <a:pt x="1438" y="571"/>
                </a:lnTo>
                <a:lnTo>
                  <a:pt x="1438" y="548"/>
                </a:lnTo>
                <a:lnTo>
                  <a:pt x="1438" y="524"/>
                </a:lnTo>
                <a:lnTo>
                  <a:pt x="1438" y="500"/>
                </a:lnTo>
                <a:lnTo>
                  <a:pt x="1438" y="476"/>
                </a:lnTo>
                <a:lnTo>
                  <a:pt x="1438" y="452"/>
                </a:lnTo>
                <a:lnTo>
                  <a:pt x="1438" y="428"/>
                </a:lnTo>
                <a:lnTo>
                  <a:pt x="1438" y="405"/>
                </a:lnTo>
                <a:lnTo>
                  <a:pt x="1438" y="381"/>
                </a:lnTo>
                <a:lnTo>
                  <a:pt x="1438" y="357"/>
                </a:lnTo>
                <a:lnTo>
                  <a:pt x="1438" y="333"/>
                </a:lnTo>
                <a:lnTo>
                  <a:pt x="1438" y="309"/>
                </a:lnTo>
                <a:lnTo>
                  <a:pt x="1438" y="285"/>
                </a:lnTo>
                <a:lnTo>
                  <a:pt x="1438" y="262"/>
                </a:lnTo>
                <a:lnTo>
                  <a:pt x="1438" y="238"/>
                </a:lnTo>
                <a:lnTo>
                  <a:pt x="1438" y="214"/>
                </a:lnTo>
                <a:lnTo>
                  <a:pt x="1438" y="190"/>
                </a:lnTo>
                <a:lnTo>
                  <a:pt x="1438" y="166"/>
                </a:lnTo>
                <a:lnTo>
                  <a:pt x="1438" y="143"/>
                </a:lnTo>
                <a:lnTo>
                  <a:pt x="1438" y="119"/>
                </a:lnTo>
                <a:lnTo>
                  <a:pt x="1438" y="95"/>
                </a:lnTo>
                <a:lnTo>
                  <a:pt x="1438" y="71"/>
                </a:lnTo>
                <a:lnTo>
                  <a:pt x="1438" y="47"/>
                </a:lnTo>
                <a:lnTo>
                  <a:pt x="1438" y="23"/>
                </a:lnTo>
                <a:lnTo>
                  <a:pt x="1438" y="0"/>
                </a:lnTo>
                <a:lnTo>
                  <a:pt x="270" y="0"/>
                </a:lnTo>
                <a:lnTo>
                  <a:pt x="239" y="23"/>
                </a:lnTo>
                <a:lnTo>
                  <a:pt x="210" y="47"/>
                </a:lnTo>
                <a:lnTo>
                  <a:pt x="182" y="71"/>
                </a:lnTo>
                <a:lnTo>
                  <a:pt x="156" y="95"/>
                </a:lnTo>
                <a:lnTo>
                  <a:pt x="130" y="119"/>
                </a:lnTo>
                <a:lnTo>
                  <a:pt x="108" y="143"/>
                </a:lnTo>
                <a:lnTo>
                  <a:pt x="88" y="166"/>
                </a:lnTo>
                <a:lnTo>
                  <a:pt x="69" y="190"/>
                </a:lnTo>
                <a:lnTo>
                  <a:pt x="53" y="214"/>
                </a:lnTo>
                <a:lnTo>
                  <a:pt x="39" y="238"/>
                </a:lnTo>
                <a:lnTo>
                  <a:pt x="27" y="262"/>
                </a:lnTo>
                <a:lnTo>
                  <a:pt x="17" y="285"/>
                </a:lnTo>
                <a:lnTo>
                  <a:pt x="10" y="309"/>
                </a:lnTo>
                <a:lnTo>
                  <a:pt x="5" y="333"/>
                </a:lnTo>
                <a:lnTo>
                  <a:pt x="1" y="357"/>
                </a:lnTo>
                <a:lnTo>
                  <a:pt x="0" y="381"/>
                </a:lnTo>
                <a:lnTo>
                  <a:pt x="1" y="405"/>
                </a:lnTo>
                <a:lnTo>
                  <a:pt x="3" y="428"/>
                </a:lnTo>
                <a:lnTo>
                  <a:pt x="8" y="452"/>
                </a:lnTo>
                <a:lnTo>
                  <a:pt x="14" y="476"/>
                </a:lnTo>
                <a:lnTo>
                  <a:pt x="22" y="500"/>
                </a:lnTo>
                <a:lnTo>
                  <a:pt x="31" y="524"/>
                </a:lnTo>
                <a:lnTo>
                  <a:pt x="42" y="548"/>
                </a:lnTo>
                <a:lnTo>
                  <a:pt x="54" y="571"/>
                </a:lnTo>
                <a:lnTo>
                  <a:pt x="67" y="595"/>
                </a:lnTo>
                <a:lnTo>
                  <a:pt x="82" y="619"/>
                </a:lnTo>
                <a:lnTo>
                  <a:pt x="97" y="643"/>
                </a:lnTo>
                <a:lnTo>
                  <a:pt x="112" y="667"/>
                </a:lnTo>
                <a:lnTo>
                  <a:pt x="129" y="691"/>
                </a:lnTo>
                <a:lnTo>
                  <a:pt x="146" y="714"/>
                </a:lnTo>
                <a:lnTo>
                  <a:pt x="164" y="738"/>
                </a:lnTo>
                <a:lnTo>
                  <a:pt x="181" y="762"/>
                </a:lnTo>
                <a:lnTo>
                  <a:pt x="199" y="786"/>
                </a:lnTo>
                <a:lnTo>
                  <a:pt x="217" y="810"/>
                </a:lnTo>
                <a:lnTo>
                  <a:pt x="235" y="833"/>
                </a:lnTo>
                <a:lnTo>
                  <a:pt x="252" y="857"/>
                </a:lnTo>
                <a:lnTo>
                  <a:pt x="269" y="881"/>
                </a:lnTo>
                <a:lnTo>
                  <a:pt x="287" y="905"/>
                </a:lnTo>
                <a:lnTo>
                  <a:pt x="303" y="929"/>
                </a:lnTo>
                <a:lnTo>
                  <a:pt x="319" y="953"/>
                </a:lnTo>
                <a:lnTo>
                  <a:pt x="335" y="976"/>
                </a:lnTo>
                <a:lnTo>
                  <a:pt x="351" y="1001"/>
                </a:lnTo>
                <a:lnTo>
                  <a:pt x="365" y="1025"/>
                </a:lnTo>
                <a:lnTo>
                  <a:pt x="380" y="1049"/>
                </a:lnTo>
                <a:lnTo>
                  <a:pt x="393" y="1073"/>
                </a:lnTo>
                <a:lnTo>
                  <a:pt x="406" y="1097"/>
                </a:lnTo>
                <a:lnTo>
                  <a:pt x="419" y="1120"/>
                </a:lnTo>
                <a:lnTo>
                  <a:pt x="431" y="1144"/>
                </a:lnTo>
                <a:lnTo>
                  <a:pt x="442" y="1168"/>
                </a:lnTo>
                <a:lnTo>
                  <a:pt x="453" y="1192"/>
                </a:lnTo>
                <a:lnTo>
                  <a:pt x="463" y="1216"/>
                </a:lnTo>
                <a:lnTo>
                  <a:pt x="473" y="1240"/>
                </a:lnTo>
                <a:lnTo>
                  <a:pt x="482" y="1263"/>
                </a:lnTo>
                <a:lnTo>
                  <a:pt x="491" y="1287"/>
                </a:lnTo>
                <a:lnTo>
                  <a:pt x="499" y="1311"/>
                </a:lnTo>
                <a:lnTo>
                  <a:pt x="507" y="1335"/>
                </a:lnTo>
                <a:lnTo>
                  <a:pt x="515" y="1359"/>
                </a:lnTo>
                <a:lnTo>
                  <a:pt x="522" y="1382"/>
                </a:lnTo>
                <a:lnTo>
                  <a:pt x="529" y="1406"/>
                </a:lnTo>
                <a:lnTo>
                  <a:pt x="535" y="1430"/>
                </a:lnTo>
                <a:lnTo>
                  <a:pt x="542" y="1454"/>
                </a:lnTo>
                <a:lnTo>
                  <a:pt x="548" y="1478"/>
                </a:lnTo>
                <a:lnTo>
                  <a:pt x="554" y="1502"/>
                </a:lnTo>
                <a:lnTo>
                  <a:pt x="560" y="1525"/>
                </a:lnTo>
                <a:lnTo>
                  <a:pt x="566" y="1549"/>
                </a:lnTo>
                <a:lnTo>
                  <a:pt x="571" y="1573"/>
                </a:lnTo>
                <a:lnTo>
                  <a:pt x="577" y="1597"/>
                </a:lnTo>
                <a:lnTo>
                  <a:pt x="583" y="1621"/>
                </a:lnTo>
                <a:lnTo>
                  <a:pt x="589" y="1645"/>
                </a:lnTo>
                <a:lnTo>
                  <a:pt x="595" y="1668"/>
                </a:lnTo>
                <a:lnTo>
                  <a:pt x="601" y="1692"/>
                </a:lnTo>
                <a:lnTo>
                  <a:pt x="607" y="1716"/>
                </a:lnTo>
                <a:lnTo>
                  <a:pt x="613" y="1740"/>
                </a:lnTo>
                <a:lnTo>
                  <a:pt x="620" y="1764"/>
                </a:lnTo>
                <a:lnTo>
                  <a:pt x="627" y="1788"/>
                </a:lnTo>
                <a:lnTo>
                  <a:pt x="634" y="1811"/>
                </a:lnTo>
                <a:lnTo>
                  <a:pt x="641" y="1835"/>
                </a:lnTo>
                <a:lnTo>
                  <a:pt x="649" y="1859"/>
                </a:lnTo>
                <a:lnTo>
                  <a:pt x="657" y="1883"/>
                </a:lnTo>
                <a:lnTo>
                  <a:pt x="665" y="1907"/>
                </a:lnTo>
                <a:lnTo>
                  <a:pt x="674" y="1930"/>
                </a:lnTo>
                <a:lnTo>
                  <a:pt x="683" y="1954"/>
                </a:lnTo>
                <a:lnTo>
                  <a:pt x="692" y="1978"/>
                </a:lnTo>
                <a:lnTo>
                  <a:pt x="701" y="2002"/>
                </a:lnTo>
                <a:lnTo>
                  <a:pt x="711" y="2026"/>
                </a:lnTo>
                <a:lnTo>
                  <a:pt x="721" y="2050"/>
                </a:lnTo>
                <a:lnTo>
                  <a:pt x="731" y="2073"/>
                </a:lnTo>
                <a:lnTo>
                  <a:pt x="742" y="2097"/>
                </a:lnTo>
                <a:lnTo>
                  <a:pt x="753" y="2121"/>
                </a:lnTo>
                <a:lnTo>
                  <a:pt x="764" y="2145"/>
                </a:lnTo>
                <a:lnTo>
                  <a:pt x="775" y="2169"/>
                </a:lnTo>
                <a:lnTo>
                  <a:pt x="787" y="2193"/>
                </a:lnTo>
                <a:lnTo>
                  <a:pt x="798" y="2216"/>
                </a:lnTo>
                <a:lnTo>
                  <a:pt x="810" y="2240"/>
                </a:lnTo>
                <a:lnTo>
                  <a:pt x="822" y="2264"/>
                </a:lnTo>
                <a:lnTo>
                  <a:pt x="834" y="2288"/>
                </a:lnTo>
                <a:lnTo>
                  <a:pt x="846" y="2312"/>
                </a:lnTo>
                <a:lnTo>
                  <a:pt x="858" y="2336"/>
                </a:lnTo>
                <a:lnTo>
                  <a:pt x="870" y="2359"/>
                </a:lnTo>
                <a:lnTo>
                  <a:pt x="882" y="2383"/>
                </a:lnTo>
                <a:lnTo>
                  <a:pt x="894" y="2407"/>
                </a:lnTo>
                <a:lnTo>
                  <a:pt x="906" y="2431"/>
                </a:lnTo>
                <a:lnTo>
                  <a:pt x="918" y="2455"/>
                </a:lnTo>
                <a:lnTo>
                  <a:pt x="930" y="2479"/>
                </a:lnTo>
                <a:lnTo>
                  <a:pt x="942" y="2502"/>
                </a:lnTo>
                <a:lnTo>
                  <a:pt x="953" y="2526"/>
                </a:lnTo>
                <a:lnTo>
                  <a:pt x="965" y="2550"/>
                </a:lnTo>
                <a:lnTo>
                  <a:pt x="977" y="2574"/>
                </a:lnTo>
                <a:lnTo>
                  <a:pt x="988" y="2598"/>
                </a:lnTo>
                <a:lnTo>
                  <a:pt x="1000" y="2621"/>
                </a:lnTo>
                <a:lnTo>
                  <a:pt x="1011" y="2645"/>
                </a:lnTo>
                <a:lnTo>
                  <a:pt x="1022" y="2669"/>
                </a:lnTo>
                <a:lnTo>
                  <a:pt x="1033" y="2693"/>
                </a:lnTo>
                <a:lnTo>
                  <a:pt x="1044" y="2717"/>
                </a:lnTo>
                <a:lnTo>
                  <a:pt x="1055" y="2741"/>
                </a:lnTo>
                <a:lnTo>
                  <a:pt x="1066" y="2764"/>
                </a:lnTo>
                <a:lnTo>
                  <a:pt x="1077" y="2788"/>
                </a:lnTo>
                <a:lnTo>
                  <a:pt x="1088" y="2812"/>
                </a:lnTo>
                <a:lnTo>
                  <a:pt x="1099" y="2836"/>
                </a:lnTo>
                <a:close/>
              </a:path>
            </a:pathLst>
          </a:custGeom>
          <a:solidFill>
            <a:srgbClr val="c53e1f">
              <a:alpha val="30000"/>
            </a:srgbClr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>
            <a:off x="10097280" y="2298960"/>
            <a:ext cx="201600" cy="488520"/>
          </a:xfrm>
          <a:custGeom>
            <a:avLst/>
            <a:gdLst/>
            <a:ahLst/>
            <a:rect l="0" t="0" r="r" b="b"/>
            <a:pathLst>
              <a:path w="560" h="1357">
                <a:moveTo>
                  <a:pt x="0" y="1357"/>
                </a:moveTo>
                <a:lnTo>
                  <a:pt x="560" y="1357"/>
                </a:lnTo>
                <a:lnTo>
                  <a:pt x="560" y="0"/>
                </a:lnTo>
                <a:lnTo>
                  <a:pt x="0" y="0"/>
                </a:lnTo>
                <a:lnTo>
                  <a:pt x="0" y="1357"/>
                </a:lnTo>
                <a:close/>
              </a:path>
            </a:pathLst>
          </a:custGeom>
          <a:solidFill>
            <a:srgbClr val="ffffff"/>
          </a:solidFill>
          <a:ln w="16200">
            <a:solidFill>
              <a:srgbClr val="c53e1f"/>
            </a:solidFill>
            <a:miter/>
          </a:ln>
        </p:spPr>
      </p:sp>
      <p:sp>
        <p:nvSpPr>
          <p:cNvPr id="195" name=""/>
          <p:cNvSpPr/>
          <p:nvPr/>
        </p:nvSpPr>
        <p:spPr>
          <a:xfrm>
            <a:off x="8071920" y="581760"/>
            <a:ext cx="498240" cy="2662560"/>
          </a:xfrm>
          <a:custGeom>
            <a:avLst/>
            <a:gdLst/>
            <a:ahLst/>
            <a:rect l="0" t="0" r="r" b="b"/>
            <a:pathLst>
              <a:path fill="none" w="1384" h="7396">
                <a:moveTo>
                  <a:pt x="1004" y="7396"/>
                </a:moveTo>
                <a:lnTo>
                  <a:pt x="986" y="7333"/>
                </a:lnTo>
                <a:lnTo>
                  <a:pt x="967" y="7271"/>
                </a:lnTo>
                <a:lnTo>
                  <a:pt x="948" y="7209"/>
                </a:lnTo>
                <a:lnTo>
                  <a:pt x="929" y="7147"/>
                </a:lnTo>
                <a:lnTo>
                  <a:pt x="909" y="7085"/>
                </a:lnTo>
                <a:lnTo>
                  <a:pt x="890" y="7023"/>
                </a:lnTo>
                <a:lnTo>
                  <a:pt x="870" y="6961"/>
                </a:lnTo>
                <a:lnTo>
                  <a:pt x="850" y="6898"/>
                </a:lnTo>
                <a:lnTo>
                  <a:pt x="830" y="6836"/>
                </a:lnTo>
                <a:lnTo>
                  <a:pt x="809" y="6774"/>
                </a:lnTo>
                <a:lnTo>
                  <a:pt x="788" y="6712"/>
                </a:lnTo>
                <a:lnTo>
                  <a:pt x="766" y="6650"/>
                </a:lnTo>
                <a:lnTo>
                  <a:pt x="743" y="6588"/>
                </a:lnTo>
                <a:lnTo>
                  <a:pt x="719" y="6526"/>
                </a:lnTo>
                <a:lnTo>
                  <a:pt x="695" y="6463"/>
                </a:lnTo>
                <a:lnTo>
                  <a:pt x="670" y="6401"/>
                </a:lnTo>
                <a:lnTo>
                  <a:pt x="644" y="6339"/>
                </a:lnTo>
                <a:lnTo>
                  <a:pt x="618" y="6277"/>
                </a:lnTo>
                <a:lnTo>
                  <a:pt x="590" y="6215"/>
                </a:lnTo>
                <a:lnTo>
                  <a:pt x="562" y="6153"/>
                </a:lnTo>
                <a:lnTo>
                  <a:pt x="533" y="6091"/>
                </a:lnTo>
                <a:lnTo>
                  <a:pt x="503" y="6028"/>
                </a:lnTo>
                <a:lnTo>
                  <a:pt x="472" y="5966"/>
                </a:lnTo>
                <a:lnTo>
                  <a:pt x="441" y="5904"/>
                </a:lnTo>
                <a:lnTo>
                  <a:pt x="409" y="5842"/>
                </a:lnTo>
                <a:lnTo>
                  <a:pt x="376" y="5780"/>
                </a:lnTo>
                <a:lnTo>
                  <a:pt x="344" y="5718"/>
                </a:lnTo>
                <a:lnTo>
                  <a:pt x="311" y="5656"/>
                </a:lnTo>
                <a:lnTo>
                  <a:pt x="279" y="5593"/>
                </a:lnTo>
                <a:lnTo>
                  <a:pt x="248" y="5531"/>
                </a:lnTo>
                <a:lnTo>
                  <a:pt x="217" y="5469"/>
                </a:lnTo>
                <a:lnTo>
                  <a:pt x="187" y="5407"/>
                </a:lnTo>
                <a:lnTo>
                  <a:pt x="158" y="5345"/>
                </a:lnTo>
                <a:lnTo>
                  <a:pt x="131" y="5283"/>
                </a:lnTo>
                <a:lnTo>
                  <a:pt x="106" y="5221"/>
                </a:lnTo>
                <a:lnTo>
                  <a:pt x="82" y="5158"/>
                </a:lnTo>
                <a:lnTo>
                  <a:pt x="61" y="5096"/>
                </a:lnTo>
                <a:lnTo>
                  <a:pt x="43" y="5034"/>
                </a:lnTo>
                <a:lnTo>
                  <a:pt x="28" y="4972"/>
                </a:lnTo>
                <a:lnTo>
                  <a:pt x="15" y="4910"/>
                </a:lnTo>
                <a:lnTo>
                  <a:pt x="7" y="4848"/>
                </a:lnTo>
                <a:lnTo>
                  <a:pt x="1" y="4786"/>
                </a:lnTo>
                <a:lnTo>
                  <a:pt x="0" y="4723"/>
                </a:lnTo>
                <a:lnTo>
                  <a:pt x="2" y="4661"/>
                </a:lnTo>
                <a:lnTo>
                  <a:pt x="8" y="4599"/>
                </a:lnTo>
                <a:lnTo>
                  <a:pt x="18" y="4537"/>
                </a:lnTo>
                <a:lnTo>
                  <a:pt x="32" y="4475"/>
                </a:lnTo>
                <a:lnTo>
                  <a:pt x="50" y="4413"/>
                </a:lnTo>
                <a:lnTo>
                  <a:pt x="73" y="4351"/>
                </a:lnTo>
                <a:lnTo>
                  <a:pt x="98" y="4288"/>
                </a:lnTo>
                <a:lnTo>
                  <a:pt x="128" y="4226"/>
                </a:lnTo>
                <a:lnTo>
                  <a:pt x="161" y="4164"/>
                </a:lnTo>
                <a:lnTo>
                  <a:pt x="197" y="4102"/>
                </a:lnTo>
                <a:lnTo>
                  <a:pt x="236" y="4040"/>
                </a:lnTo>
                <a:lnTo>
                  <a:pt x="277" y="3978"/>
                </a:lnTo>
                <a:lnTo>
                  <a:pt x="321" y="3916"/>
                </a:lnTo>
                <a:lnTo>
                  <a:pt x="367" y="3853"/>
                </a:lnTo>
                <a:lnTo>
                  <a:pt x="415" y="3791"/>
                </a:lnTo>
                <a:lnTo>
                  <a:pt x="464" y="3729"/>
                </a:lnTo>
                <a:lnTo>
                  <a:pt x="513" y="3667"/>
                </a:lnTo>
                <a:lnTo>
                  <a:pt x="563" y="3605"/>
                </a:lnTo>
                <a:lnTo>
                  <a:pt x="614" y="3543"/>
                </a:lnTo>
                <a:lnTo>
                  <a:pt x="664" y="3481"/>
                </a:lnTo>
                <a:lnTo>
                  <a:pt x="713" y="3418"/>
                </a:lnTo>
                <a:lnTo>
                  <a:pt x="762" y="3356"/>
                </a:lnTo>
                <a:lnTo>
                  <a:pt x="810" y="3294"/>
                </a:lnTo>
                <a:lnTo>
                  <a:pt x="856" y="3232"/>
                </a:lnTo>
                <a:lnTo>
                  <a:pt x="901" y="3170"/>
                </a:lnTo>
                <a:lnTo>
                  <a:pt x="944" y="3108"/>
                </a:lnTo>
                <a:lnTo>
                  <a:pt x="986" y="3046"/>
                </a:lnTo>
                <a:lnTo>
                  <a:pt x="1025" y="2983"/>
                </a:lnTo>
                <a:lnTo>
                  <a:pt x="1062" y="2921"/>
                </a:lnTo>
                <a:lnTo>
                  <a:pt x="1097" y="2859"/>
                </a:lnTo>
                <a:lnTo>
                  <a:pt x="1130" y="2797"/>
                </a:lnTo>
                <a:lnTo>
                  <a:pt x="1161" y="2735"/>
                </a:lnTo>
                <a:lnTo>
                  <a:pt x="1189" y="2673"/>
                </a:lnTo>
                <a:lnTo>
                  <a:pt x="1215" y="2611"/>
                </a:lnTo>
                <a:lnTo>
                  <a:pt x="1239" y="2548"/>
                </a:lnTo>
                <a:lnTo>
                  <a:pt x="1260" y="2486"/>
                </a:lnTo>
                <a:lnTo>
                  <a:pt x="1280" y="2424"/>
                </a:lnTo>
                <a:lnTo>
                  <a:pt x="1297" y="2362"/>
                </a:lnTo>
                <a:lnTo>
                  <a:pt x="1313" y="2300"/>
                </a:lnTo>
                <a:lnTo>
                  <a:pt x="1327" y="2238"/>
                </a:lnTo>
                <a:lnTo>
                  <a:pt x="1339" y="2176"/>
                </a:lnTo>
                <a:lnTo>
                  <a:pt x="1349" y="2114"/>
                </a:lnTo>
                <a:lnTo>
                  <a:pt x="1358" y="2050"/>
                </a:lnTo>
                <a:lnTo>
                  <a:pt x="1365" y="1988"/>
                </a:lnTo>
                <a:lnTo>
                  <a:pt x="1371" y="1926"/>
                </a:lnTo>
                <a:lnTo>
                  <a:pt x="1376" y="1864"/>
                </a:lnTo>
                <a:lnTo>
                  <a:pt x="1380" y="1802"/>
                </a:lnTo>
                <a:lnTo>
                  <a:pt x="1382" y="1740"/>
                </a:lnTo>
                <a:lnTo>
                  <a:pt x="1383" y="1678"/>
                </a:lnTo>
                <a:lnTo>
                  <a:pt x="1384" y="1615"/>
                </a:lnTo>
                <a:lnTo>
                  <a:pt x="1383" y="1553"/>
                </a:lnTo>
                <a:lnTo>
                  <a:pt x="1382" y="1491"/>
                </a:lnTo>
                <a:lnTo>
                  <a:pt x="1380" y="1429"/>
                </a:lnTo>
                <a:lnTo>
                  <a:pt x="1378" y="1367"/>
                </a:lnTo>
                <a:lnTo>
                  <a:pt x="1374" y="1305"/>
                </a:lnTo>
                <a:lnTo>
                  <a:pt x="1371" y="1243"/>
                </a:lnTo>
                <a:lnTo>
                  <a:pt x="1367" y="1180"/>
                </a:lnTo>
                <a:lnTo>
                  <a:pt x="1362" y="1118"/>
                </a:lnTo>
                <a:lnTo>
                  <a:pt x="1357" y="1056"/>
                </a:lnTo>
                <a:lnTo>
                  <a:pt x="1352" y="994"/>
                </a:lnTo>
                <a:lnTo>
                  <a:pt x="1347" y="932"/>
                </a:lnTo>
                <a:lnTo>
                  <a:pt x="1342" y="870"/>
                </a:lnTo>
                <a:lnTo>
                  <a:pt x="1336" y="808"/>
                </a:lnTo>
                <a:lnTo>
                  <a:pt x="1331" y="745"/>
                </a:lnTo>
                <a:lnTo>
                  <a:pt x="1326" y="683"/>
                </a:lnTo>
                <a:lnTo>
                  <a:pt x="1321" y="621"/>
                </a:lnTo>
                <a:lnTo>
                  <a:pt x="1316" y="559"/>
                </a:lnTo>
                <a:lnTo>
                  <a:pt x="1312" y="497"/>
                </a:lnTo>
                <a:lnTo>
                  <a:pt x="1308" y="435"/>
                </a:lnTo>
                <a:lnTo>
                  <a:pt x="1305" y="373"/>
                </a:lnTo>
                <a:lnTo>
                  <a:pt x="1302" y="310"/>
                </a:lnTo>
                <a:lnTo>
                  <a:pt x="1300" y="248"/>
                </a:lnTo>
                <a:lnTo>
                  <a:pt x="1298" y="186"/>
                </a:lnTo>
                <a:lnTo>
                  <a:pt x="1297" y="124"/>
                </a:lnTo>
                <a:lnTo>
                  <a:pt x="1296" y="62"/>
                </a:lnTo>
                <a:lnTo>
                  <a:pt x="1296" y="0"/>
                </a:lnTo>
              </a:path>
            </a:pathLst>
          </a:custGeom>
          <a:ln cap="sq" w="13680">
            <a:solidFill>
              <a:srgbClr val="0a7d6e"/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8660880" y="2271240"/>
            <a:ext cx="200880" cy="0"/>
          </a:xfrm>
          <a:prstGeom prst="line">
            <a:avLst/>
          </a:prstGeom>
          <a:ln cap="sq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7" name=""/>
          <p:cNvSpPr/>
          <p:nvPr/>
        </p:nvSpPr>
        <p:spPr>
          <a:xfrm>
            <a:off x="9508320" y="2195640"/>
            <a:ext cx="395640" cy="1020960"/>
          </a:xfrm>
          <a:custGeom>
            <a:avLst/>
            <a:gdLst/>
            <a:ahLst/>
            <a:rect l="0" t="0" r="r" b="b"/>
            <a:pathLst>
              <a:path fill="none" w="1099" h="2836">
                <a:moveTo>
                  <a:pt x="1099" y="2836"/>
                </a:moveTo>
                <a:lnTo>
                  <a:pt x="1088" y="2812"/>
                </a:lnTo>
                <a:lnTo>
                  <a:pt x="1077" y="2788"/>
                </a:lnTo>
                <a:lnTo>
                  <a:pt x="1066" y="2764"/>
                </a:lnTo>
                <a:lnTo>
                  <a:pt x="1055" y="2741"/>
                </a:lnTo>
                <a:lnTo>
                  <a:pt x="1044" y="2717"/>
                </a:lnTo>
                <a:lnTo>
                  <a:pt x="1033" y="2693"/>
                </a:lnTo>
                <a:lnTo>
                  <a:pt x="1022" y="2669"/>
                </a:lnTo>
                <a:lnTo>
                  <a:pt x="1011" y="2645"/>
                </a:lnTo>
                <a:lnTo>
                  <a:pt x="1000" y="2621"/>
                </a:lnTo>
                <a:lnTo>
                  <a:pt x="988" y="2598"/>
                </a:lnTo>
                <a:lnTo>
                  <a:pt x="977" y="2574"/>
                </a:lnTo>
                <a:lnTo>
                  <a:pt x="965" y="2550"/>
                </a:lnTo>
                <a:lnTo>
                  <a:pt x="953" y="2526"/>
                </a:lnTo>
                <a:lnTo>
                  <a:pt x="942" y="2502"/>
                </a:lnTo>
                <a:lnTo>
                  <a:pt x="930" y="2479"/>
                </a:lnTo>
                <a:lnTo>
                  <a:pt x="918" y="2455"/>
                </a:lnTo>
                <a:lnTo>
                  <a:pt x="906" y="2431"/>
                </a:lnTo>
                <a:lnTo>
                  <a:pt x="894" y="2407"/>
                </a:lnTo>
                <a:lnTo>
                  <a:pt x="882" y="2383"/>
                </a:lnTo>
                <a:lnTo>
                  <a:pt x="870" y="2359"/>
                </a:lnTo>
                <a:lnTo>
                  <a:pt x="858" y="2336"/>
                </a:lnTo>
                <a:lnTo>
                  <a:pt x="846" y="2312"/>
                </a:lnTo>
                <a:lnTo>
                  <a:pt x="834" y="2288"/>
                </a:lnTo>
                <a:lnTo>
                  <a:pt x="822" y="2264"/>
                </a:lnTo>
                <a:lnTo>
                  <a:pt x="810" y="2240"/>
                </a:lnTo>
                <a:lnTo>
                  <a:pt x="798" y="2216"/>
                </a:lnTo>
                <a:lnTo>
                  <a:pt x="787" y="2193"/>
                </a:lnTo>
                <a:lnTo>
                  <a:pt x="775" y="2169"/>
                </a:lnTo>
                <a:lnTo>
                  <a:pt x="764" y="2145"/>
                </a:lnTo>
                <a:lnTo>
                  <a:pt x="753" y="2121"/>
                </a:lnTo>
                <a:lnTo>
                  <a:pt x="742" y="2097"/>
                </a:lnTo>
                <a:lnTo>
                  <a:pt x="731" y="2073"/>
                </a:lnTo>
                <a:lnTo>
                  <a:pt x="721" y="2050"/>
                </a:lnTo>
                <a:lnTo>
                  <a:pt x="711" y="2026"/>
                </a:lnTo>
                <a:lnTo>
                  <a:pt x="701" y="2002"/>
                </a:lnTo>
                <a:lnTo>
                  <a:pt x="692" y="1978"/>
                </a:lnTo>
                <a:lnTo>
                  <a:pt x="683" y="1954"/>
                </a:lnTo>
                <a:lnTo>
                  <a:pt x="674" y="1930"/>
                </a:lnTo>
                <a:lnTo>
                  <a:pt x="665" y="1907"/>
                </a:lnTo>
                <a:lnTo>
                  <a:pt x="657" y="1883"/>
                </a:lnTo>
                <a:lnTo>
                  <a:pt x="649" y="1859"/>
                </a:lnTo>
                <a:lnTo>
                  <a:pt x="641" y="1835"/>
                </a:lnTo>
                <a:lnTo>
                  <a:pt x="634" y="1811"/>
                </a:lnTo>
                <a:lnTo>
                  <a:pt x="627" y="1788"/>
                </a:lnTo>
                <a:lnTo>
                  <a:pt x="620" y="1764"/>
                </a:lnTo>
                <a:lnTo>
                  <a:pt x="613" y="1740"/>
                </a:lnTo>
                <a:lnTo>
                  <a:pt x="607" y="1716"/>
                </a:lnTo>
                <a:lnTo>
                  <a:pt x="601" y="1692"/>
                </a:lnTo>
                <a:lnTo>
                  <a:pt x="595" y="1668"/>
                </a:lnTo>
                <a:lnTo>
                  <a:pt x="589" y="1645"/>
                </a:lnTo>
                <a:lnTo>
                  <a:pt x="583" y="1621"/>
                </a:lnTo>
                <a:lnTo>
                  <a:pt x="577" y="1597"/>
                </a:lnTo>
                <a:lnTo>
                  <a:pt x="571" y="1573"/>
                </a:lnTo>
                <a:lnTo>
                  <a:pt x="566" y="1549"/>
                </a:lnTo>
                <a:lnTo>
                  <a:pt x="560" y="1525"/>
                </a:lnTo>
                <a:lnTo>
                  <a:pt x="554" y="1502"/>
                </a:lnTo>
                <a:lnTo>
                  <a:pt x="548" y="1478"/>
                </a:lnTo>
                <a:lnTo>
                  <a:pt x="542" y="1454"/>
                </a:lnTo>
                <a:lnTo>
                  <a:pt x="535" y="1430"/>
                </a:lnTo>
                <a:lnTo>
                  <a:pt x="529" y="1406"/>
                </a:lnTo>
                <a:lnTo>
                  <a:pt x="522" y="1382"/>
                </a:lnTo>
                <a:lnTo>
                  <a:pt x="515" y="1359"/>
                </a:lnTo>
                <a:lnTo>
                  <a:pt x="507" y="1335"/>
                </a:lnTo>
                <a:lnTo>
                  <a:pt x="499" y="1311"/>
                </a:lnTo>
                <a:lnTo>
                  <a:pt x="491" y="1287"/>
                </a:lnTo>
                <a:lnTo>
                  <a:pt x="482" y="1263"/>
                </a:lnTo>
                <a:lnTo>
                  <a:pt x="473" y="1240"/>
                </a:lnTo>
                <a:lnTo>
                  <a:pt x="462" y="1216"/>
                </a:lnTo>
                <a:lnTo>
                  <a:pt x="452" y="1192"/>
                </a:lnTo>
                <a:lnTo>
                  <a:pt x="441" y="1168"/>
                </a:lnTo>
                <a:lnTo>
                  <a:pt x="430" y="1144"/>
                </a:lnTo>
                <a:lnTo>
                  <a:pt x="418" y="1120"/>
                </a:lnTo>
                <a:lnTo>
                  <a:pt x="405" y="1097"/>
                </a:lnTo>
                <a:lnTo>
                  <a:pt x="392" y="1073"/>
                </a:lnTo>
                <a:lnTo>
                  <a:pt x="379" y="1049"/>
                </a:lnTo>
                <a:lnTo>
                  <a:pt x="364" y="1025"/>
                </a:lnTo>
                <a:lnTo>
                  <a:pt x="350" y="1001"/>
                </a:lnTo>
                <a:lnTo>
                  <a:pt x="334" y="976"/>
                </a:lnTo>
                <a:lnTo>
                  <a:pt x="318" y="953"/>
                </a:lnTo>
                <a:lnTo>
                  <a:pt x="302" y="929"/>
                </a:lnTo>
                <a:lnTo>
                  <a:pt x="286" y="905"/>
                </a:lnTo>
                <a:lnTo>
                  <a:pt x="268" y="881"/>
                </a:lnTo>
                <a:lnTo>
                  <a:pt x="251" y="857"/>
                </a:lnTo>
                <a:lnTo>
                  <a:pt x="234" y="833"/>
                </a:lnTo>
                <a:lnTo>
                  <a:pt x="216" y="810"/>
                </a:lnTo>
                <a:lnTo>
                  <a:pt x="198" y="786"/>
                </a:lnTo>
                <a:lnTo>
                  <a:pt x="180" y="762"/>
                </a:lnTo>
                <a:lnTo>
                  <a:pt x="163" y="738"/>
                </a:lnTo>
                <a:lnTo>
                  <a:pt x="146" y="714"/>
                </a:lnTo>
                <a:lnTo>
                  <a:pt x="129" y="691"/>
                </a:lnTo>
                <a:lnTo>
                  <a:pt x="112" y="667"/>
                </a:lnTo>
                <a:lnTo>
                  <a:pt x="97" y="643"/>
                </a:lnTo>
                <a:lnTo>
                  <a:pt x="82" y="619"/>
                </a:lnTo>
                <a:lnTo>
                  <a:pt x="67" y="595"/>
                </a:lnTo>
                <a:lnTo>
                  <a:pt x="54" y="571"/>
                </a:lnTo>
                <a:lnTo>
                  <a:pt x="42" y="548"/>
                </a:lnTo>
                <a:lnTo>
                  <a:pt x="31" y="524"/>
                </a:lnTo>
                <a:lnTo>
                  <a:pt x="22" y="500"/>
                </a:lnTo>
                <a:lnTo>
                  <a:pt x="14" y="476"/>
                </a:lnTo>
                <a:lnTo>
                  <a:pt x="8" y="452"/>
                </a:lnTo>
                <a:lnTo>
                  <a:pt x="3" y="428"/>
                </a:lnTo>
                <a:lnTo>
                  <a:pt x="1" y="405"/>
                </a:lnTo>
                <a:lnTo>
                  <a:pt x="0" y="381"/>
                </a:lnTo>
                <a:lnTo>
                  <a:pt x="1" y="357"/>
                </a:lnTo>
                <a:lnTo>
                  <a:pt x="5" y="333"/>
                </a:lnTo>
                <a:lnTo>
                  <a:pt x="10" y="309"/>
                </a:lnTo>
                <a:lnTo>
                  <a:pt x="17" y="285"/>
                </a:lnTo>
                <a:lnTo>
                  <a:pt x="27" y="262"/>
                </a:lnTo>
                <a:lnTo>
                  <a:pt x="39" y="238"/>
                </a:lnTo>
                <a:lnTo>
                  <a:pt x="53" y="214"/>
                </a:lnTo>
                <a:lnTo>
                  <a:pt x="69" y="190"/>
                </a:lnTo>
                <a:lnTo>
                  <a:pt x="88" y="166"/>
                </a:lnTo>
                <a:lnTo>
                  <a:pt x="108" y="143"/>
                </a:lnTo>
                <a:lnTo>
                  <a:pt x="130" y="119"/>
                </a:lnTo>
                <a:lnTo>
                  <a:pt x="155" y="95"/>
                </a:lnTo>
                <a:lnTo>
                  <a:pt x="181" y="71"/>
                </a:lnTo>
                <a:lnTo>
                  <a:pt x="209" y="47"/>
                </a:lnTo>
                <a:lnTo>
                  <a:pt x="238" y="23"/>
                </a:lnTo>
                <a:lnTo>
                  <a:pt x="269" y="0"/>
                </a:lnTo>
              </a:path>
            </a:pathLst>
          </a:custGeom>
          <a:ln cap="sq" w="13680">
            <a:solidFill>
              <a:srgbClr val="c53e1f"/>
            </a:solidFill>
            <a:round/>
          </a:ln>
        </p:spPr>
      </p:sp>
      <p:sp>
        <p:nvSpPr>
          <p:cNvPr id="198" name=""/>
          <p:cNvSpPr/>
          <p:nvPr/>
        </p:nvSpPr>
        <p:spPr>
          <a:xfrm>
            <a:off x="10097280" y="2469600"/>
            <a:ext cx="201240" cy="0"/>
          </a:xfrm>
          <a:prstGeom prst="line">
            <a:avLst/>
          </a:prstGeom>
          <a:ln cap="sq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9" name=""/>
          <p:cNvSpPr/>
          <p:nvPr/>
        </p:nvSpPr>
        <p:spPr>
          <a:xfrm>
            <a:off x="8588880" y="241560"/>
            <a:ext cx="1437120" cy="88200"/>
          </a:xfrm>
          <a:custGeom>
            <a:avLst/>
            <a:gdLst/>
            <a:ahLst/>
            <a:rect l="0" t="0" r="r" b="b"/>
            <a:pathLst>
              <a:path fill="none" w="3992" h="245">
                <a:moveTo>
                  <a:pt x="0" y="245"/>
                </a:moveTo>
                <a:lnTo>
                  <a:pt x="0" y="0"/>
                </a:lnTo>
                <a:lnTo>
                  <a:pt x="3992" y="0"/>
                </a:lnTo>
                <a:lnTo>
                  <a:pt x="3992" y="245"/>
                </a:lnTo>
              </a:path>
            </a:pathLst>
          </a:custGeom>
          <a:ln cap="sq" w="12600">
            <a:solidFill>
              <a:srgbClr val="0e2a47"/>
            </a:solidFill>
            <a:round/>
          </a:ln>
        </p:spPr>
      </p:sp>
      <p:sp>
        <p:nvSpPr>
          <p:cNvPr id="200" name=""/>
          <p:cNvSpPr/>
          <p:nvPr/>
        </p:nvSpPr>
        <p:spPr>
          <a:xfrm flipV="1">
            <a:off x="7798680" y="91440"/>
            <a:ext cx="0" cy="33026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/>
          <p:nvPr/>
        </p:nvSpPr>
        <p:spPr>
          <a:xfrm>
            <a:off x="7798680" y="3394080"/>
            <a:ext cx="30168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2" name=""/>
          <p:cNvSpPr/>
          <p:nvPr/>
        </p:nvSpPr>
        <p:spPr>
          <a:xfrm>
            <a:off x="9174240" y="19771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7"/>
                  <a:pt x="187" y="186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1"/>
                  <a:pt x="207" y="53"/>
                  <a:pt x="187" y="32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4" y="11"/>
                  <a:pt x="33" y="32"/>
                </a:cubicBezTo>
                <a:cubicBezTo>
                  <a:pt x="12" y="53"/>
                  <a:pt x="0" y="81"/>
                  <a:pt x="0" y="109"/>
                </a:cubicBezTo>
                <a:cubicBezTo>
                  <a:pt x="0" y="138"/>
                  <a:pt x="12" y="166"/>
                  <a:pt x="33" y="186"/>
                </a:cubicBezTo>
                <a:cubicBezTo>
                  <a:pt x="54" y="207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3" name=""/>
          <p:cNvSpPr/>
          <p:nvPr/>
        </p:nvSpPr>
        <p:spPr>
          <a:xfrm>
            <a:off x="9133920" y="21978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1"/>
                  <a:pt x="0" y="110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4" name=""/>
          <p:cNvSpPr/>
          <p:nvPr/>
        </p:nvSpPr>
        <p:spPr>
          <a:xfrm>
            <a:off x="9138960" y="319068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8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5" name=""/>
          <p:cNvSpPr/>
          <p:nvPr/>
        </p:nvSpPr>
        <p:spPr>
          <a:xfrm>
            <a:off x="8941680" y="221148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1" y="0"/>
                  <a:pt x="53" y="12"/>
                  <a:pt x="33" y="32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9"/>
                  <a:pt x="12" y="166"/>
                  <a:pt x="33" y="187"/>
                </a:cubicBezTo>
                <a:cubicBezTo>
                  <a:pt x="53" y="207"/>
                  <a:pt x="81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6" name=""/>
          <p:cNvSpPr/>
          <p:nvPr/>
        </p:nvSpPr>
        <p:spPr>
          <a:xfrm>
            <a:off x="9102960" y="55620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5" y="207"/>
                  <a:pt x="186" y="187"/>
                </a:cubicBezTo>
                <a:cubicBezTo>
                  <a:pt x="206" y="167"/>
                  <a:pt x="219" y="139"/>
                  <a:pt x="219" y="110"/>
                </a:cubicBezTo>
                <a:cubicBezTo>
                  <a:pt x="219" y="80"/>
                  <a:pt x="206" y="53"/>
                  <a:pt x="186" y="32"/>
                </a:cubicBezTo>
                <a:cubicBezTo>
                  <a:pt x="165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3"/>
                  <a:pt x="0" y="80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7" name=""/>
          <p:cNvSpPr/>
          <p:nvPr/>
        </p:nvSpPr>
        <p:spPr>
          <a:xfrm>
            <a:off x="9057960" y="21427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9" y="218"/>
                  <a:pt x="167" y="207"/>
                  <a:pt x="187" y="186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7" y="11"/>
                  <a:pt x="139" y="0"/>
                  <a:pt x="109" y="0"/>
                </a:cubicBezTo>
                <a:cubicBezTo>
                  <a:pt x="80" y="0"/>
                  <a:pt x="53" y="11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8" name=""/>
          <p:cNvSpPr/>
          <p:nvPr/>
        </p:nvSpPr>
        <p:spPr>
          <a:xfrm>
            <a:off x="8958600" y="31496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5" y="207"/>
                  <a:pt x="187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7" y="31"/>
                </a:cubicBezTo>
                <a:cubicBezTo>
                  <a:pt x="165" y="11"/>
                  <a:pt x="138" y="0"/>
                  <a:pt x="109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09" name=""/>
          <p:cNvSpPr/>
          <p:nvPr/>
        </p:nvSpPr>
        <p:spPr>
          <a:xfrm>
            <a:off x="9122760" y="225288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8" y="219"/>
                </a:moveTo>
                <a:cubicBezTo>
                  <a:pt x="137" y="219"/>
                  <a:pt x="166" y="207"/>
                  <a:pt x="186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2"/>
                  <a:pt x="137" y="0"/>
                  <a:pt x="108" y="0"/>
                </a:cubicBezTo>
                <a:cubicBezTo>
                  <a:pt x="79" y="0"/>
                  <a:pt x="52" y="12"/>
                  <a:pt x="31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6"/>
                  <a:pt x="31" y="187"/>
                </a:cubicBezTo>
                <a:cubicBezTo>
                  <a:pt x="52" y="207"/>
                  <a:pt x="79" y="219"/>
                  <a:pt x="108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0" name=""/>
          <p:cNvSpPr/>
          <p:nvPr/>
        </p:nvSpPr>
        <p:spPr>
          <a:xfrm>
            <a:off x="9022320" y="21013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8"/>
                </a:cubicBezTo>
                <a:cubicBezTo>
                  <a:pt x="218" y="79"/>
                  <a:pt x="207" y="52"/>
                  <a:pt x="186" y="31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3" y="11"/>
                  <a:pt x="32" y="31"/>
                </a:cubicBezTo>
                <a:cubicBezTo>
                  <a:pt x="12" y="52"/>
                  <a:pt x="0" y="79"/>
                  <a:pt x="0" y="108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1" name=""/>
          <p:cNvSpPr/>
          <p:nvPr/>
        </p:nvSpPr>
        <p:spPr>
          <a:xfrm>
            <a:off x="9111960" y="25621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7"/>
                  <a:pt x="219" y="138"/>
                  <a:pt x="219" y="109"/>
                </a:cubicBezTo>
                <a:cubicBezTo>
                  <a:pt x="219" y="80"/>
                  <a:pt x="207" y="53"/>
                  <a:pt x="186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3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7"/>
                  <a:pt x="32" y="187"/>
                </a:cubicBezTo>
                <a:cubicBezTo>
                  <a:pt x="53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2" name=""/>
          <p:cNvSpPr/>
          <p:nvPr/>
        </p:nvSpPr>
        <p:spPr>
          <a:xfrm>
            <a:off x="9172080" y="276552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6" y="12"/>
                  <a:pt x="138" y="0"/>
                  <a:pt x="109" y="0"/>
                </a:cubicBezTo>
                <a:cubicBezTo>
                  <a:pt x="81" y="0"/>
                  <a:pt x="53" y="12"/>
                  <a:pt x="32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3" y="207"/>
                  <a:pt x="81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3" name=""/>
          <p:cNvSpPr/>
          <p:nvPr/>
        </p:nvSpPr>
        <p:spPr>
          <a:xfrm>
            <a:off x="8963640" y="27356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7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0"/>
                  <a:pt x="207" y="52"/>
                  <a:pt x="187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0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4" name=""/>
          <p:cNvSpPr/>
          <p:nvPr/>
        </p:nvSpPr>
        <p:spPr>
          <a:xfrm>
            <a:off x="8957160" y="212796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6" y="207"/>
                  <a:pt x="187" y="187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2"/>
                  <a:pt x="187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3" y="11"/>
                  <a:pt x="32" y="32"/>
                </a:cubicBezTo>
                <a:cubicBezTo>
                  <a:pt x="12" y="52"/>
                  <a:pt x="0" y="81"/>
                  <a:pt x="0" y="110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5" name=""/>
          <p:cNvSpPr/>
          <p:nvPr/>
        </p:nvSpPr>
        <p:spPr>
          <a:xfrm>
            <a:off x="9115200" y="18943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2"/>
                  <a:pt x="187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3" y="11"/>
                  <a:pt x="32" y="32"/>
                </a:cubicBezTo>
                <a:cubicBezTo>
                  <a:pt x="12" y="52"/>
                  <a:pt x="0" y="81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6" name=""/>
          <p:cNvSpPr/>
          <p:nvPr/>
        </p:nvSpPr>
        <p:spPr>
          <a:xfrm>
            <a:off x="9059400" y="233568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6"/>
                  <a:pt x="218" y="139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7" name=""/>
          <p:cNvSpPr/>
          <p:nvPr/>
        </p:nvSpPr>
        <p:spPr>
          <a:xfrm>
            <a:off x="9118800" y="243288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5" y="207"/>
                  <a:pt x="187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2"/>
                  <a:pt x="187" y="32"/>
                </a:cubicBezTo>
                <a:cubicBezTo>
                  <a:pt x="165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1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8" name=""/>
          <p:cNvSpPr/>
          <p:nvPr/>
        </p:nvSpPr>
        <p:spPr>
          <a:xfrm>
            <a:off x="10602000" y="222516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09" y="219"/>
                </a:moveTo>
                <a:cubicBezTo>
                  <a:pt x="138" y="219"/>
                  <a:pt x="166" y="207"/>
                  <a:pt x="187" y="187"/>
                </a:cubicBezTo>
                <a:cubicBezTo>
                  <a:pt x="207" y="167"/>
                  <a:pt x="219" y="139"/>
                  <a:pt x="219" y="110"/>
                </a:cubicBezTo>
                <a:cubicBezTo>
                  <a:pt x="219" y="81"/>
                  <a:pt x="207" y="54"/>
                  <a:pt x="187" y="33"/>
                </a:cubicBezTo>
                <a:cubicBezTo>
                  <a:pt x="166" y="13"/>
                  <a:pt x="138" y="0"/>
                  <a:pt x="109" y="0"/>
                </a:cubicBezTo>
                <a:cubicBezTo>
                  <a:pt x="80" y="0"/>
                  <a:pt x="53" y="13"/>
                  <a:pt x="32" y="33"/>
                </a:cubicBezTo>
                <a:cubicBezTo>
                  <a:pt x="12" y="54"/>
                  <a:pt x="0" y="81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0" y="219"/>
                  <a:pt x="109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19" name=""/>
          <p:cNvSpPr/>
          <p:nvPr/>
        </p:nvSpPr>
        <p:spPr>
          <a:xfrm>
            <a:off x="10375200" y="226656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8" y="219"/>
                  <a:pt x="166" y="207"/>
                  <a:pt x="187" y="187"/>
                </a:cubicBezTo>
                <a:cubicBezTo>
                  <a:pt x="207" y="167"/>
                  <a:pt x="218" y="139"/>
                  <a:pt x="218" y="110"/>
                </a:cubicBezTo>
                <a:cubicBezTo>
                  <a:pt x="218" y="80"/>
                  <a:pt x="207" y="53"/>
                  <a:pt x="187" y="32"/>
                </a:cubicBezTo>
                <a:cubicBezTo>
                  <a:pt x="166" y="12"/>
                  <a:pt x="138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0"/>
                  <a:pt x="0" y="110"/>
                </a:cubicBezTo>
                <a:cubicBezTo>
                  <a:pt x="0" y="139"/>
                  <a:pt x="11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0" name=""/>
          <p:cNvSpPr/>
          <p:nvPr/>
        </p:nvSpPr>
        <p:spPr>
          <a:xfrm>
            <a:off x="10535400" y="233568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7"/>
                </a:cubicBezTo>
                <a:cubicBezTo>
                  <a:pt x="207" y="166"/>
                  <a:pt x="218" y="139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1" name=""/>
          <p:cNvSpPr/>
          <p:nvPr/>
        </p:nvSpPr>
        <p:spPr>
          <a:xfrm>
            <a:off x="10546920" y="217008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2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2" name=""/>
          <p:cNvSpPr/>
          <p:nvPr/>
        </p:nvSpPr>
        <p:spPr>
          <a:xfrm>
            <a:off x="10567800" y="257004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9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3" name=""/>
          <p:cNvSpPr/>
          <p:nvPr/>
        </p:nvSpPr>
        <p:spPr>
          <a:xfrm>
            <a:off x="10502640" y="28674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5"/>
                  <a:pt x="218" y="137"/>
                  <a:pt x="218" y="108"/>
                </a:cubicBezTo>
                <a:cubicBezTo>
                  <a:pt x="218" y="80"/>
                  <a:pt x="207" y="52"/>
                  <a:pt x="186" y="31"/>
                </a:cubicBezTo>
                <a:cubicBezTo>
                  <a:pt x="166" y="11"/>
                  <a:pt x="138" y="0"/>
                  <a:pt x="110" y="0"/>
                </a:cubicBezTo>
                <a:cubicBezTo>
                  <a:pt x="81" y="0"/>
                  <a:pt x="53" y="11"/>
                  <a:pt x="33" y="31"/>
                </a:cubicBezTo>
                <a:cubicBezTo>
                  <a:pt x="11" y="52"/>
                  <a:pt x="0" y="80"/>
                  <a:pt x="0" y="108"/>
                </a:cubicBezTo>
                <a:cubicBezTo>
                  <a:pt x="0" y="137"/>
                  <a:pt x="11" y="165"/>
                  <a:pt x="33" y="186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4" name=""/>
          <p:cNvSpPr/>
          <p:nvPr/>
        </p:nvSpPr>
        <p:spPr>
          <a:xfrm>
            <a:off x="10379160" y="223920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09" y="218"/>
                </a:moveTo>
                <a:cubicBezTo>
                  <a:pt x="138" y="218"/>
                  <a:pt x="166" y="207"/>
                  <a:pt x="187" y="186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08"/>
                </a:cubicBezTo>
                <a:cubicBezTo>
                  <a:pt x="0" y="137"/>
                  <a:pt x="12" y="165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5" name=""/>
          <p:cNvSpPr/>
          <p:nvPr/>
        </p:nvSpPr>
        <p:spPr>
          <a:xfrm>
            <a:off x="10406160" y="25254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1"/>
                  <a:pt x="138" y="0"/>
                  <a:pt x="109" y="0"/>
                </a:cubicBezTo>
                <a:cubicBezTo>
                  <a:pt x="81" y="0"/>
                  <a:pt x="52" y="11"/>
                  <a:pt x="32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1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6" name=""/>
          <p:cNvSpPr/>
          <p:nvPr/>
        </p:nvSpPr>
        <p:spPr>
          <a:xfrm>
            <a:off x="10446480" y="31633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5" y="207"/>
                  <a:pt x="186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5" y="12"/>
                  <a:pt x="137" y="0"/>
                  <a:pt x="109" y="0"/>
                </a:cubicBezTo>
                <a:cubicBezTo>
                  <a:pt x="80" y="0"/>
                  <a:pt x="52" y="12"/>
                  <a:pt x="32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7" name=""/>
          <p:cNvSpPr/>
          <p:nvPr/>
        </p:nvSpPr>
        <p:spPr>
          <a:xfrm>
            <a:off x="10553040" y="288756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8" y="138"/>
                  <a:pt x="218" y="108"/>
                </a:cubicBezTo>
                <a:cubicBezTo>
                  <a:pt x="218" y="79"/>
                  <a:pt x="207" y="52"/>
                  <a:pt x="187" y="31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2"/>
                  <a:pt x="0" y="79"/>
                  <a:pt x="0" y="108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8" name=""/>
          <p:cNvSpPr/>
          <p:nvPr/>
        </p:nvSpPr>
        <p:spPr>
          <a:xfrm>
            <a:off x="10413720" y="228060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7" y="207"/>
                  <a:pt x="187" y="186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1"/>
                  <a:pt x="207" y="52"/>
                  <a:pt x="187" y="32"/>
                </a:cubicBezTo>
                <a:cubicBezTo>
                  <a:pt x="167" y="11"/>
                  <a:pt x="139" y="0"/>
                  <a:pt x="110" y="0"/>
                </a:cubicBezTo>
                <a:cubicBezTo>
                  <a:pt x="81" y="0"/>
                  <a:pt x="54" y="11"/>
                  <a:pt x="32" y="32"/>
                </a:cubicBezTo>
                <a:cubicBezTo>
                  <a:pt x="12" y="52"/>
                  <a:pt x="0" y="81"/>
                  <a:pt x="0" y="109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4" y="207"/>
                  <a:pt x="81" y="218"/>
                  <a:pt x="110" y="218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29" name=""/>
          <p:cNvSpPr/>
          <p:nvPr/>
        </p:nvSpPr>
        <p:spPr>
          <a:xfrm>
            <a:off x="10501560" y="270792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7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7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1" y="0"/>
                  <a:pt x="53" y="12"/>
                  <a:pt x="33" y="32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3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30" name=""/>
          <p:cNvSpPr txBox="1"/>
          <p:nvPr/>
        </p:nvSpPr>
        <p:spPr>
          <a:xfrm rot="16200000">
            <a:off x="6441840" y="1671480"/>
            <a:ext cx="1873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PCN score  (HLA-LOH adjusted)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31" name=""/>
          <p:cNvSpPr txBox="1"/>
          <p:nvPr/>
        </p:nvSpPr>
        <p:spPr>
          <a:xfrm>
            <a:off x="9037440" y="77040"/>
            <a:ext cx="53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 = 0.15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2" name="TextBox 23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8D — Pre-CRT neoantigen burden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8094600" cy="4137120"/>
          </a:xfrm>
          <a:custGeom>
            <a:avLst/>
            <a:gdLst/>
            <a:ahLst/>
            <a:rect l="0" t="0" r="r" b="b"/>
            <a:pathLst>
              <a:path w="22485" h="11492">
                <a:moveTo>
                  <a:pt x="0" y="11492"/>
                </a:moveTo>
                <a:lnTo>
                  <a:pt x="22485" y="11492"/>
                </a:lnTo>
                <a:lnTo>
                  <a:pt x="22485" y="0"/>
                </a:lnTo>
                <a:lnTo>
                  <a:pt x="0" y="0"/>
                </a:lnTo>
                <a:lnTo>
                  <a:pt x="0" y="1149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65920" y="91080"/>
            <a:ext cx="3223080" cy="3678480"/>
          </a:xfrm>
          <a:custGeom>
            <a:avLst/>
            <a:gdLst/>
            <a:ahLst/>
            <a:rect l="0" t="0" r="r" b="b"/>
            <a:pathLst>
              <a:path w="8953" h="10218">
                <a:moveTo>
                  <a:pt x="0" y="10218"/>
                </a:moveTo>
                <a:lnTo>
                  <a:pt x="8953" y="10218"/>
                </a:lnTo>
                <a:lnTo>
                  <a:pt x="8953" y="0"/>
                </a:lnTo>
                <a:lnTo>
                  <a:pt x="0" y="0"/>
                </a:lnTo>
                <a:lnTo>
                  <a:pt x="0" y="1021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040040" y="37692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040040" y="37692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935800" y="37692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935800" y="37692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932040" y="391536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527760" y="3601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527760" y="3601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794320" y="3915360"/>
            <a:ext cx="285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527760" y="2946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 flipH="1">
            <a:off x="527760" y="2946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410760" y="3539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527760" y="2290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 flipH="1">
            <a:off x="527760" y="2290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338040" y="28839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527760" y="1635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 flipH="1">
            <a:off x="527760" y="1635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38040" y="22284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527760" y="979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 flipH="1">
            <a:off x="527760" y="979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338040" y="1572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527760" y="324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 flipH="1">
            <a:off x="527760" y="324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338040" y="9172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264960" y="2617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1040040" y="1176120"/>
            <a:ext cx="1896120" cy="193464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/>
          <p:nvPr/>
        </p:nvSpPr>
        <p:spPr>
          <a:xfrm>
            <a:off x="1040040" y="1274760"/>
            <a:ext cx="1896120" cy="85248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/>
          <p:nvPr/>
        </p:nvSpPr>
        <p:spPr>
          <a:xfrm>
            <a:off x="1040040" y="455040"/>
            <a:ext cx="1896120" cy="288504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/>
          <p:nvPr/>
        </p:nvSpPr>
        <p:spPr>
          <a:xfrm>
            <a:off x="1040040" y="815760"/>
            <a:ext cx="1896120" cy="268812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/>
          <p:nvPr/>
        </p:nvSpPr>
        <p:spPr>
          <a:xfrm flipV="1">
            <a:off x="1040040" y="258480"/>
            <a:ext cx="1896120" cy="39384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/>
          <p:nvPr/>
        </p:nvSpPr>
        <p:spPr>
          <a:xfrm>
            <a:off x="1040040" y="1242000"/>
            <a:ext cx="1896120" cy="45900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/>
          <p:nvPr/>
        </p:nvSpPr>
        <p:spPr>
          <a:xfrm>
            <a:off x="1040040" y="1373040"/>
            <a:ext cx="1896120" cy="183600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/>
          <p:nvPr/>
        </p:nvSpPr>
        <p:spPr>
          <a:xfrm>
            <a:off x="1040040" y="2388960"/>
            <a:ext cx="1896120" cy="111492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>
            <a:off x="1040040" y="1340280"/>
            <a:ext cx="1896120" cy="19692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/>
          <p:nvPr/>
        </p:nvSpPr>
        <p:spPr>
          <a:xfrm>
            <a:off x="1040040" y="1504080"/>
            <a:ext cx="1896120" cy="3312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>
            <a:off x="1040040" y="1110600"/>
            <a:ext cx="1896120" cy="62316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/>
          <p:nvPr/>
        </p:nvSpPr>
        <p:spPr>
          <a:xfrm flipV="1">
            <a:off x="565920" y="91080"/>
            <a:ext cx="0" cy="36781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>
            <a:off x="565920" y="3769200"/>
            <a:ext cx="32227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/>
          <p:nvPr/>
        </p:nvSpPr>
        <p:spPr>
          <a:xfrm>
            <a:off x="1000800" y="11372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5"/>
                </a:cubicBezTo>
                <a:cubicBezTo>
                  <a:pt x="207" y="165"/>
                  <a:pt x="218" y="137"/>
                  <a:pt x="218" y="108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8"/>
                </a:cubicBezTo>
                <a:cubicBezTo>
                  <a:pt x="0" y="137"/>
                  <a:pt x="11" y="165"/>
                  <a:pt x="32" y="185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2896560" y="307116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8" y="218"/>
                  <a:pt x="166" y="207"/>
                  <a:pt x="186" y="187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1"/>
                  <a:pt x="138" y="0"/>
                  <a:pt x="110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7" name=""/>
          <p:cNvSpPr txBox="1"/>
          <p:nvPr/>
        </p:nvSpPr>
        <p:spPr>
          <a:xfrm rot="16200000">
            <a:off x="-661320" y="1859400"/>
            <a:ext cx="1611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sites with MHC-I binder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1000800" y="12355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6"/>
                </a:cubicBezTo>
                <a:cubicBezTo>
                  <a:pt x="207" y="166"/>
                  <a:pt x="218" y="137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7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2896560" y="20876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5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5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0" name=""/>
          <p:cNvSpPr txBox="1"/>
          <p:nvPr/>
        </p:nvSpPr>
        <p:spPr>
          <a:xfrm>
            <a:off x="843120" y="111600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1000800" y="4158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7" y="219"/>
                  <a:pt x="166" y="207"/>
                  <a:pt x="186" y="187"/>
                </a:cubicBezTo>
                <a:cubicBezTo>
                  <a:pt x="207" y="167"/>
                  <a:pt x="218" y="139"/>
                  <a:pt x="218" y="110"/>
                </a:cubicBezTo>
                <a:cubicBezTo>
                  <a:pt x="218" y="81"/>
                  <a:pt x="207" y="54"/>
                  <a:pt x="186" y="32"/>
                </a:cubicBezTo>
                <a:cubicBezTo>
                  <a:pt x="166" y="12"/>
                  <a:pt x="137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4"/>
                  <a:pt x="0" y="81"/>
                  <a:pt x="0" y="110"/>
                </a:cubicBezTo>
                <a:cubicBezTo>
                  <a:pt x="0" y="139"/>
                  <a:pt x="11" y="167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2896560" y="330048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3" name=""/>
          <p:cNvSpPr txBox="1"/>
          <p:nvPr/>
        </p:nvSpPr>
        <p:spPr>
          <a:xfrm>
            <a:off x="843120" y="121428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1000800" y="77652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7" y="219"/>
                  <a:pt x="166" y="207"/>
                  <a:pt x="186" y="187"/>
                </a:cubicBezTo>
                <a:cubicBezTo>
                  <a:pt x="207" y="166"/>
                  <a:pt x="218" y="139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2"/>
                  <a:pt x="137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2896560" y="34646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6" y="31"/>
                </a:cubicBezTo>
                <a:cubicBezTo>
                  <a:pt x="166" y="11"/>
                  <a:pt x="138" y="0"/>
                  <a:pt x="110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6" name=""/>
          <p:cNvSpPr txBox="1"/>
          <p:nvPr/>
        </p:nvSpPr>
        <p:spPr>
          <a:xfrm>
            <a:off x="843120" y="39492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1000800" y="6127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6"/>
                </a:cubicBezTo>
                <a:cubicBezTo>
                  <a:pt x="207" y="166"/>
                  <a:pt x="218" y="137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7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2896560" y="2192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89" name=""/>
          <p:cNvSpPr txBox="1"/>
          <p:nvPr/>
        </p:nvSpPr>
        <p:spPr>
          <a:xfrm>
            <a:off x="843120" y="75528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2943360" y="495720"/>
            <a:ext cx="606960" cy="1948320"/>
          </a:xfrm>
          <a:custGeom>
            <a:avLst/>
            <a:gdLst/>
            <a:ahLst/>
            <a:rect l="0" t="0" r="r" b="b"/>
            <a:pathLst>
              <a:path fill="none" w="1686" h="5412">
                <a:moveTo>
                  <a:pt x="1686" y="0"/>
                </a:moveTo>
                <a:cubicBezTo>
                  <a:pt x="1124" y="1805"/>
                  <a:pt x="561" y="3608"/>
                  <a:pt x="0" y="5412"/>
                </a:cubicBezTo>
              </a:path>
            </a:pathLst>
          </a:custGeom>
          <a:ln cap="rnd" w="10080">
            <a:solidFill>
              <a:srgbClr val="0a7d6e">
                <a:alpha val="50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3062160" y="304560"/>
            <a:ext cx="1044720" cy="162360"/>
          </a:xfrm>
          <a:custGeom>
            <a:avLst/>
            <a:gdLst/>
            <a:ahLst/>
            <a:rect l="0" t="0" r="r" b="b"/>
            <a:pathLst>
              <a:path w="2902" h="451">
                <a:moveTo>
                  <a:pt x="70" y="451"/>
                </a:moveTo>
                <a:lnTo>
                  <a:pt x="2832" y="451"/>
                </a:lnTo>
                <a:cubicBezTo>
                  <a:pt x="2879" y="451"/>
                  <a:pt x="2902" y="427"/>
                  <a:pt x="2902" y="381"/>
                </a:cubicBezTo>
                <a:lnTo>
                  <a:pt x="2902" y="70"/>
                </a:lnTo>
                <a:cubicBezTo>
                  <a:pt x="2902" y="23"/>
                  <a:pt x="2879" y="0"/>
                  <a:pt x="2832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381"/>
                </a:lnTo>
                <a:cubicBezTo>
                  <a:pt x="0" y="427"/>
                  <a:pt x="23" y="451"/>
                  <a:pt x="70" y="451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0080">
            <a:solidFill>
              <a:srgbClr val="0a7d6e">
                <a:alpha val="95000"/>
              </a:srgbClr>
            </a:solidFill>
            <a:miter/>
          </a:ln>
        </p:spPr>
      </p:sp>
      <p:sp>
        <p:nvSpPr>
          <p:cNvPr id="92" name=""/>
          <p:cNvSpPr txBox="1"/>
          <p:nvPr/>
        </p:nvSpPr>
        <p:spPr>
          <a:xfrm>
            <a:off x="782640" y="59148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S14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1000800" y="120276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6"/>
                </a:cubicBezTo>
                <a:cubicBezTo>
                  <a:pt x="207" y="166"/>
                  <a:pt x="218" y="138"/>
                  <a:pt x="218" y="110"/>
                </a:cubicBezTo>
                <a:cubicBezTo>
                  <a:pt x="218" y="81"/>
                  <a:pt x="207" y="53"/>
                  <a:pt x="186" y="33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3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2896560" y="166176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6" y="31"/>
                </a:cubicBezTo>
                <a:cubicBezTo>
                  <a:pt x="166" y="11"/>
                  <a:pt x="138" y="0"/>
                  <a:pt x="110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5" name=""/>
          <p:cNvSpPr txBox="1"/>
          <p:nvPr/>
        </p:nvSpPr>
        <p:spPr>
          <a:xfrm>
            <a:off x="3087360" y="310680"/>
            <a:ext cx="994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good  Δ̄ = -48.6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1000800" y="133380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7" name=""/>
          <p:cNvSpPr/>
          <p:nvPr/>
        </p:nvSpPr>
        <p:spPr>
          <a:xfrm>
            <a:off x="2896560" y="31694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6" y="186"/>
                </a:cubicBezTo>
                <a:cubicBezTo>
                  <a:pt x="207" y="165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5"/>
                  <a:pt x="32" y="186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98" name=""/>
          <p:cNvSpPr txBox="1"/>
          <p:nvPr/>
        </p:nvSpPr>
        <p:spPr>
          <a:xfrm>
            <a:off x="843120" y="118152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1000800" y="235008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00" name=""/>
          <p:cNvSpPr/>
          <p:nvPr/>
        </p:nvSpPr>
        <p:spPr>
          <a:xfrm>
            <a:off x="2896560" y="34646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3"/>
                  <a:pt x="186" y="31"/>
                </a:cubicBezTo>
                <a:cubicBezTo>
                  <a:pt x="166" y="11"/>
                  <a:pt x="138" y="0"/>
                  <a:pt x="110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3"/>
                  <a:pt x="0" y="80"/>
                  <a:pt x="0" y="109"/>
                </a:cubicBezTo>
                <a:cubicBezTo>
                  <a:pt x="0" y="138"/>
                  <a:pt x="11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01" name=""/>
          <p:cNvSpPr txBox="1"/>
          <p:nvPr/>
        </p:nvSpPr>
        <p:spPr>
          <a:xfrm>
            <a:off x="843120" y="13125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1000800" y="130104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7"/>
                </a:cubicBezTo>
                <a:cubicBezTo>
                  <a:pt x="207" y="165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5"/>
                  <a:pt x="32" y="187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03" name=""/>
          <p:cNvSpPr/>
          <p:nvPr/>
        </p:nvSpPr>
        <p:spPr>
          <a:xfrm>
            <a:off x="2896560" y="14976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04" name=""/>
          <p:cNvSpPr txBox="1"/>
          <p:nvPr/>
        </p:nvSpPr>
        <p:spPr>
          <a:xfrm>
            <a:off x="843120" y="232884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1000800" y="146484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09" y="219"/>
                </a:moveTo>
                <a:cubicBezTo>
                  <a:pt x="137" y="219"/>
                  <a:pt x="166" y="207"/>
                  <a:pt x="186" y="187"/>
                </a:cubicBezTo>
                <a:cubicBezTo>
                  <a:pt x="207" y="166"/>
                  <a:pt x="218" y="138"/>
                  <a:pt x="218" y="109"/>
                </a:cubicBezTo>
                <a:cubicBezTo>
                  <a:pt x="218" y="80"/>
                  <a:pt x="207" y="52"/>
                  <a:pt x="186" y="32"/>
                </a:cubicBezTo>
                <a:cubicBezTo>
                  <a:pt x="166" y="12"/>
                  <a:pt x="137" y="0"/>
                  <a:pt x="109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2"/>
                  <a:pt x="0" y="80"/>
                  <a:pt x="0" y="109"/>
                </a:cubicBezTo>
                <a:cubicBezTo>
                  <a:pt x="0" y="138"/>
                  <a:pt x="11" y="166"/>
                  <a:pt x="32" y="187"/>
                </a:cubicBezTo>
                <a:cubicBezTo>
                  <a:pt x="52" y="207"/>
                  <a:pt x="80" y="219"/>
                  <a:pt x="109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06" name=""/>
          <p:cNvSpPr/>
          <p:nvPr/>
        </p:nvSpPr>
        <p:spPr>
          <a:xfrm>
            <a:off x="2896560" y="1497600"/>
            <a:ext cx="78480" cy="78840"/>
          </a:xfrm>
          <a:custGeom>
            <a:avLst/>
            <a:gdLst/>
            <a:ahLst/>
            <a:rect l="0" t="0" r="r" b="b"/>
            <a:pathLst>
              <a:path w="218" h="219">
                <a:moveTo>
                  <a:pt x="110" y="219"/>
                </a:moveTo>
                <a:cubicBezTo>
                  <a:pt x="138" y="219"/>
                  <a:pt x="166" y="207"/>
                  <a:pt x="186" y="187"/>
                </a:cubicBezTo>
                <a:cubicBezTo>
                  <a:pt x="207" y="166"/>
                  <a:pt x="218" y="139"/>
                  <a:pt x="218" y="110"/>
                </a:cubicBezTo>
                <a:cubicBezTo>
                  <a:pt x="218" y="81"/>
                  <a:pt x="207" y="53"/>
                  <a:pt x="186" y="32"/>
                </a:cubicBezTo>
                <a:cubicBezTo>
                  <a:pt x="166" y="12"/>
                  <a:pt x="138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1" y="53"/>
                  <a:pt x="0" y="81"/>
                  <a:pt x="0" y="110"/>
                </a:cubicBezTo>
                <a:cubicBezTo>
                  <a:pt x="0" y="139"/>
                  <a:pt x="11" y="166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07" name=""/>
          <p:cNvSpPr txBox="1"/>
          <p:nvPr/>
        </p:nvSpPr>
        <p:spPr>
          <a:xfrm>
            <a:off x="782640" y="127980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S10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1000800" y="10717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09" y="218"/>
                </a:moveTo>
                <a:cubicBezTo>
                  <a:pt x="137" y="218"/>
                  <a:pt x="166" y="207"/>
                  <a:pt x="186" y="186"/>
                </a:cubicBezTo>
                <a:cubicBezTo>
                  <a:pt x="207" y="165"/>
                  <a:pt x="218" y="137"/>
                  <a:pt x="218" y="108"/>
                </a:cubicBezTo>
                <a:cubicBezTo>
                  <a:pt x="218" y="79"/>
                  <a:pt x="207" y="52"/>
                  <a:pt x="186" y="31"/>
                </a:cubicBezTo>
                <a:cubicBezTo>
                  <a:pt x="166" y="11"/>
                  <a:pt x="137" y="0"/>
                  <a:pt x="109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2"/>
                  <a:pt x="0" y="79"/>
                  <a:pt x="0" y="108"/>
                </a:cubicBezTo>
                <a:cubicBezTo>
                  <a:pt x="0" y="137"/>
                  <a:pt x="11" y="165"/>
                  <a:pt x="32" y="186"/>
                </a:cubicBezTo>
                <a:cubicBezTo>
                  <a:pt x="52" y="207"/>
                  <a:pt x="80" y="218"/>
                  <a:pt x="109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09" name=""/>
          <p:cNvSpPr/>
          <p:nvPr/>
        </p:nvSpPr>
        <p:spPr>
          <a:xfrm>
            <a:off x="2896560" y="1694520"/>
            <a:ext cx="78480" cy="78480"/>
          </a:xfrm>
          <a:custGeom>
            <a:avLst/>
            <a:gdLst/>
            <a:ahLst/>
            <a:rect l="0" t="0" r="r" b="b"/>
            <a:pathLst>
              <a:path w="218" h="218">
                <a:moveTo>
                  <a:pt x="110" y="218"/>
                </a:moveTo>
                <a:cubicBezTo>
                  <a:pt x="138" y="218"/>
                  <a:pt x="166" y="207"/>
                  <a:pt x="186" y="186"/>
                </a:cubicBezTo>
                <a:cubicBezTo>
                  <a:pt x="207" y="165"/>
                  <a:pt x="218" y="137"/>
                  <a:pt x="218" y="108"/>
                </a:cubicBezTo>
                <a:cubicBezTo>
                  <a:pt x="218" y="79"/>
                  <a:pt x="207" y="52"/>
                  <a:pt x="186" y="31"/>
                </a:cubicBezTo>
                <a:cubicBezTo>
                  <a:pt x="166" y="11"/>
                  <a:pt x="138" y="0"/>
                  <a:pt x="110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1" y="52"/>
                  <a:pt x="0" y="79"/>
                  <a:pt x="0" y="108"/>
                </a:cubicBezTo>
                <a:cubicBezTo>
                  <a:pt x="0" y="137"/>
                  <a:pt x="11" y="165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10" name=""/>
          <p:cNvSpPr txBox="1"/>
          <p:nvPr/>
        </p:nvSpPr>
        <p:spPr>
          <a:xfrm>
            <a:off x="782640" y="144396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S11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2945520" y="862200"/>
            <a:ext cx="553320" cy="1317960"/>
          </a:xfrm>
          <a:custGeom>
            <a:avLst/>
            <a:gdLst/>
            <a:ahLst/>
            <a:rect l="0" t="0" r="r" b="b"/>
            <a:pathLst>
              <a:path fill="none" w="1537" h="3661">
                <a:moveTo>
                  <a:pt x="1537" y="0"/>
                </a:moveTo>
                <a:cubicBezTo>
                  <a:pt x="1025" y="1220"/>
                  <a:pt x="513" y="2440"/>
                  <a:pt x="0" y="3661"/>
                </a:cubicBezTo>
              </a:path>
            </a:pathLst>
          </a:custGeom>
          <a:ln cap="rnd" w="10080">
            <a:solidFill>
              <a:srgbClr val="c53e1f">
                <a:alpha val="50000"/>
              </a:srgbClr>
            </a:solidFill>
            <a:round/>
          </a:ln>
        </p:spPr>
      </p:sp>
      <p:sp>
        <p:nvSpPr>
          <p:cNvPr id="112" name=""/>
          <p:cNvSpPr/>
          <p:nvPr/>
        </p:nvSpPr>
        <p:spPr>
          <a:xfrm>
            <a:off x="3062160" y="672840"/>
            <a:ext cx="964800" cy="161280"/>
          </a:xfrm>
          <a:custGeom>
            <a:avLst/>
            <a:gdLst/>
            <a:ahLst/>
            <a:rect l="0" t="0" r="r" b="b"/>
            <a:pathLst>
              <a:path w="2680" h="448">
                <a:moveTo>
                  <a:pt x="70" y="448"/>
                </a:moveTo>
                <a:lnTo>
                  <a:pt x="2610" y="448"/>
                </a:lnTo>
                <a:cubicBezTo>
                  <a:pt x="2657" y="448"/>
                  <a:pt x="2680" y="425"/>
                  <a:pt x="2680" y="378"/>
                </a:cubicBezTo>
                <a:lnTo>
                  <a:pt x="2680" y="70"/>
                </a:lnTo>
                <a:cubicBezTo>
                  <a:pt x="2680" y="23"/>
                  <a:pt x="2657" y="0"/>
                  <a:pt x="2610" y="0"/>
                </a:cubicBezTo>
                <a:lnTo>
                  <a:pt x="70" y="0"/>
                </a:lnTo>
                <a:cubicBezTo>
                  <a:pt x="23" y="0"/>
                  <a:pt x="0" y="23"/>
                  <a:pt x="0" y="70"/>
                </a:cubicBezTo>
                <a:lnTo>
                  <a:pt x="0" y="378"/>
                </a:lnTo>
                <a:cubicBezTo>
                  <a:pt x="0" y="425"/>
                  <a:pt x="23" y="448"/>
                  <a:pt x="70" y="448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0080">
            <a:solidFill>
              <a:srgbClr val="c53e1f">
                <a:alpha val="95000"/>
              </a:srgbClr>
            </a:solidFill>
            <a:miter/>
          </a:ln>
        </p:spPr>
      </p:sp>
      <p:sp>
        <p:nvSpPr>
          <p:cNvPr id="113" name=""/>
          <p:cNvSpPr txBox="1"/>
          <p:nvPr/>
        </p:nvSpPr>
        <p:spPr>
          <a:xfrm>
            <a:off x="782640" y="105048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S12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597960" y="131760"/>
            <a:ext cx="1411920" cy="305280"/>
          </a:xfrm>
          <a:custGeom>
            <a:avLst/>
            <a:gdLst/>
            <a:ahLst/>
            <a:rect l="0" t="0" r="r" b="b"/>
            <a:pathLst>
              <a:path w="3922" h="848">
                <a:moveTo>
                  <a:pt x="90" y="848"/>
                </a:moveTo>
                <a:lnTo>
                  <a:pt x="3832" y="848"/>
                </a:lnTo>
                <a:cubicBezTo>
                  <a:pt x="3892" y="848"/>
                  <a:pt x="3922" y="818"/>
                  <a:pt x="3922" y="758"/>
                </a:cubicBezTo>
                <a:lnTo>
                  <a:pt x="3922" y="91"/>
                </a:lnTo>
                <a:cubicBezTo>
                  <a:pt x="3922" y="30"/>
                  <a:pt x="3892" y="0"/>
                  <a:pt x="3832" y="0"/>
                </a:cubicBezTo>
                <a:lnTo>
                  <a:pt x="90" y="0"/>
                </a:lnTo>
                <a:cubicBezTo>
                  <a:pt x="30" y="0"/>
                  <a:pt x="0" y="30"/>
                  <a:pt x="0" y="91"/>
                </a:cubicBezTo>
                <a:lnTo>
                  <a:pt x="0" y="758"/>
                </a:lnTo>
                <a:cubicBezTo>
                  <a:pt x="0" y="818"/>
                  <a:pt x="30" y="848"/>
                  <a:pt x="90" y="848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5" name=""/>
          <p:cNvSpPr txBox="1"/>
          <p:nvPr/>
        </p:nvSpPr>
        <p:spPr>
          <a:xfrm>
            <a:off x="3087360" y="678960"/>
            <a:ext cx="913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bad  Δ̄ = -21.7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6" name=""/>
          <p:cNvSpPr txBox="1"/>
          <p:nvPr/>
        </p:nvSpPr>
        <p:spPr>
          <a:xfrm>
            <a:off x="630720" y="151560"/>
            <a:ext cx="1349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good  (n=5):  p = 0.12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1040040" y="719640"/>
            <a:ext cx="1896120" cy="2350440"/>
          </a:xfrm>
          <a:custGeom>
            <a:avLst/>
            <a:gdLst/>
            <a:ahLst/>
            <a:rect l="0" t="0" r="r" b="b"/>
            <a:pathLst>
              <a:path w="5267" h="6529">
                <a:moveTo>
                  <a:pt x="0" y="0"/>
                </a:moveTo>
                <a:lnTo>
                  <a:pt x="0" y="861"/>
                </a:lnTo>
                <a:lnTo>
                  <a:pt x="181" y="1056"/>
                </a:lnTo>
                <a:lnTo>
                  <a:pt x="363" y="1252"/>
                </a:lnTo>
                <a:lnTo>
                  <a:pt x="544" y="1448"/>
                </a:lnTo>
                <a:lnTo>
                  <a:pt x="726" y="1644"/>
                </a:lnTo>
                <a:lnTo>
                  <a:pt x="907" y="1839"/>
                </a:lnTo>
                <a:lnTo>
                  <a:pt x="1089" y="2034"/>
                </a:lnTo>
                <a:lnTo>
                  <a:pt x="1271" y="2230"/>
                </a:lnTo>
                <a:lnTo>
                  <a:pt x="1452" y="2425"/>
                </a:lnTo>
                <a:lnTo>
                  <a:pt x="1634" y="2621"/>
                </a:lnTo>
                <a:lnTo>
                  <a:pt x="1815" y="2816"/>
                </a:lnTo>
                <a:lnTo>
                  <a:pt x="1997" y="3011"/>
                </a:lnTo>
                <a:lnTo>
                  <a:pt x="2179" y="3207"/>
                </a:lnTo>
                <a:lnTo>
                  <a:pt x="2360" y="3402"/>
                </a:lnTo>
                <a:lnTo>
                  <a:pt x="2542" y="3598"/>
                </a:lnTo>
                <a:lnTo>
                  <a:pt x="2723" y="3793"/>
                </a:lnTo>
                <a:lnTo>
                  <a:pt x="2905" y="3988"/>
                </a:lnTo>
                <a:lnTo>
                  <a:pt x="3087" y="4184"/>
                </a:lnTo>
                <a:lnTo>
                  <a:pt x="3268" y="4379"/>
                </a:lnTo>
                <a:lnTo>
                  <a:pt x="3450" y="4575"/>
                </a:lnTo>
                <a:lnTo>
                  <a:pt x="3631" y="4770"/>
                </a:lnTo>
                <a:lnTo>
                  <a:pt x="3813" y="4965"/>
                </a:lnTo>
                <a:lnTo>
                  <a:pt x="3994" y="5161"/>
                </a:lnTo>
                <a:lnTo>
                  <a:pt x="4176" y="5356"/>
                </a:lnTo>
                <a:lnTo>
                  <a:pt x="4358" y="5552"/>
                </a:lnTo>
                <a:lnTo>
                  <a:pt x="4539" y="5747"/>
                </a:lnTo>
                <a:lnTo>
                  <a:pt x="4721" y="5942"/>
                </a:lnTo>
                <a:lnTo>
                  <a:pt x="4902" y="6138"/>
                </a:lnTo>
                <a:lnTo>
                  <a:pt x="5085" y="6333"/>
                </a:lnTo>
                <a:lnTo>
                  <a:pt x="5267" y="6529"/>
                </a:lnTo>
                <a:lnTo>
                  <a:pt x="5267" y="3185"/>
                </a:lnTo>
                <a:lnTo>
                  <a:pt x="5085" y="3075"/>
                </a:lnTo>
                <a:lnTo>
                  <a:pt x="4902" y="2966"/>
                </a:lnTo>
                <a:lnTo>
                  <a:pt x="4721" y="2856"/>
                </a:lnTo>
                <a:lnTo>
                  <a:pt x="4539" y="2746"/>
                </a:lnTo>
                <a:lnTo>
                  <a:pt x="4358" y="2636"/>
                </a:lnTo>
                <a:lnTo>
                  <a:pt x="4176" y="2527"/>
                </a:lnTo>
                <a:lnTo>
                  <a:pt x="3994" y="2417"/>
                </a:lnTo>
                <a:lnTo>
                  <a:pt x="3813" y="2307"/>
                </a:lnTo>
                <a:lnTo>
                  <a:pt x="3631" y="2197"/>
                </a:lnTo>
                <a:lnTo>
                  <a:pt x="3450" y="2087"/>
                </a:lnTo>
                <a:lnTo>
                  <a:pt x="3268" y="1978"/>
                </a:lnTo>
                <a:lnTo>
                  <a:pt x="3087" y="1868"/>
                </a:lnTo>
                <a:lnTo>
                  <a:pt x="2905" y="1758"/>
                </a:lnTo>
                <a:lnTo>
                  <a:pt x="2723" y="1648"/>
                </a:lnTo>
                <a:lnTo>
                  <a:pt x="2542" y="1538"/>
                </a:lnTo>
                <a:lnTo>
                  <a:pt x="2360" y="1429"/>
                </a:lnTo>
                <a:lnTo>
                  <a:pt x="2179" y="1319"/>
                </a:lnTo>
                <a:lnTo>
                  <a:pt x="1997" y="1208"/>
                </a:lnTo>
                <a:lnTo>
                  <a:pt x="1815" y="1098"/>
                </a:lnTo>
                <a:lnTo>
                  <a:pt x="1634" y="988"/>
                </a:lnTo>
                <a:lnTo>
                  <a:pt x="1452" y="879"/>
                </a:lnTo>
                <a:lnTo>
                  <a:pt x="1271" y="769"/>
                </a:lnTo>
                <a:lnTo>
                  <a:pt x="1089" y="659"/>
                </a:lnTo>
                <a:lnTo>
                  <a:pt x="907" y="549"/>
                </a:lnTo>
                <a:lnTo>
                  <a:pt x="726" y="439"/>
                </a:lnTo>
                <a:lnTo>
                  <a:pt x="544" y="330"/>
                </a:lnTo>
                <a:lnTo>
                  <a:pt x="363" y="220"/>
                </a:lnTo>
                <a:lnTo>
                  <a:pt x="181" y="11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18000"/>
            </a:srgbClr>
          </a:solidFill>
          <a:ln w="12600">
            <a:solidFill>
              <a:srgbClr val="0a7d6e">
                <a:alpha val="18000"/>
              </a:srgbClr>
            </a:solidFill>
            <a:round/>
          </a:ln>
        </p:spPr>
      </p:sp>
      <p:sp>
        <p:nvSpPr>
          <p:cNvPr id="118" name=""/>
          <p:cNvSpPr/>
          <p:nvPr/>
        </p:nvSpPr>
        <p:spPr>
          <a:xfrm>
            <a:off x="1040040" y="1306080"/>
            <a:ext cx="1896120" cy="1265760"/>
          </a:xfrm>
          <a:custGeom>
            <a:avLst/>
            <a:gdLst/>
            <a:ahLst/>
            <a:rect l="0" t="0" r="r" b="b"/>
            <a:pathLst>
              <a:path w="5267" h="3516">
                <a:moveTo>
                  <a:pt x="0" y="0"/>
                </a:moveTo>
                <a:lnTo>
                  <a:pt x="0" y="1039"/>
                </a:lnTo>
                <a:lnTo>
                  <a:pt x="181" y="1125"/>
                </a:lnTo>
                <a:lnTo>
                  <a:pt x="363" y="1210"/>
                </a:lnTo>
                <a:lnTo>
                  <a:pt x="544" y="1295"/>
                </a:lnTo>
                <a:lnTo>
                  <a:pt x="726" y="1381"/>
                </a:lnTo>
                <a:lnTo>
                  <a:pt x="907" y="1466"/>
                </a:lnTo>
                <a:lnTo>
                  <a:pt x="1089" y="1551"/>
                </a:lnTo>
                <a:lnTo>
                  <a:pt x="1271" y="1637"/>
                </a:lnTo>
                <a:lnTo>
                  <a:pt x="1452" y="1723"/>
                </a:lnTo>
                <a:lnTo>
                  <a:pt x="1634" y="1809"/>
                </a:lnTo>
                <a:lnTo>
                  <a:pt x="1815" y="1894"/>
                </a:lnTo>
                <a:lnTo>
                  <a:pt x="1997" y="1979"/>
                </a:lnTo>
                <a:lnTo>
                  <a:pt x="2179" y="2065"/>
                </a:lnTo>
                <a:lnTo>
                  <a:pt x="2360" y="2150"/>
                </a:lnTo>
                <a:lnTo>
                  <a:pt x="2542" y="2235"/>
                </a:lnTo>
                <a:lnTo>
                  <a:pt x="2723" y="2321"/>
                </a:lnTo>
                <a:lnTo>
                  <a:pt x="2905" y="2406"/>
                </a:lnTo>
                <a:lnTo>
                  <a:pt x="3087" y="2491"/>
                </a:lnTo>
                <a:lnTo>
                  <a:pt x="3268" y="2577"/>
                </a:lnTo>
                <a:lnTo>
                  <a:pt x="3450" y="2662"/>
                </a:lnTo>
                <a:lnTo>
                  <a:pt x="3631" y="2747"/>
                </a:lnTo>
                <a:lnTo>
                  <a:pt x="3813" y="2833"/>
                </a:lnTo>
                <a:lnTo>
                  <a:pt x="3994" y="2918"/>
                </a:lnTo>
                <a:lnTo>
                  <a:pt x="4176" y="3004"/>
                </a:lnTo>
                <a:lnTo>
                  <a:pt x="4358" y="3089"/>
                </a:lnTo>
                <a:lnTo>
                  <a:pt x="4539" y="3174"/>
                </a:lnTo>
                <a:lnTo>
                  <a:pt x="4721" y="3260"/>
                </a:lnTo>
                <a:lnTo>
                  <a:pt x="4902" y="3345"/>
                </a:lnTo>
                <a:lnTo>
                  <a:pt x="5085" y="3430"/>
                </a:lnTo>
                <a:lnTo>
                  <a:pt x="5267" y="3516"/>
                </a:lnTo>
                <a:lnTo>
                  <a:pt x="5267" y="1470"/>
                </a:lnTo>
                <a:lnTo>
                  <a:pt x="5085" y="1419"/>
                </a:lnTo>
                <a:lnTo>
                  <a:pt x="4902" y="1369"/>
                </a:lnTo>
                <a:lnTo>
                  <a:pt x="4721" y="1318"/>
                </a:lnTo>
                <a:lnTo>
                  <a:pt x="4539" y="1267"/>
                </a:lnTo>
                <a:lnTo>
                  <a:pt x="4358" y="1217"/>
                </a:lnTo>
                <a:lnTo>
                  <a:pt x="4176" y="1166"/>
                </a:lnTo>
                <a:lnTo>
                  <a:pt x="3994" y="1115"/>
                </a:lnTo>
                <a:lnTo>
                  <a:pt x="3813" y="1065"/>
                </a:lnTo>
                <a:lnTo>
                  <a:pt x="3631" y="1014"/>
                </a:lnTo>
                <a:lnTo>
                  <a:pt x="3450" y="963"/>
                </a:lnTo>
                <a:lnTo>
                  <a:pt x="3268" y="912"/>
                </a:lnTo>
                <a:lnTo>
                  <a:pt x="3087" y="862"/>
                </a:lnTo>
                <a:lnTo>
                  <a:pt x="2905" y="811"/>
                </a:lnTo>
                <a:lnTo>
                  <a:pt x="2723" y="760"/>
                </a:lnTo>
                <a:lnTo>
                  <a:pt x="2542" y="710"/>
                </a:lnTo>
                <a:lnTo>
                  <a:pt x="2360" y="659"/>
                </a:lnTo>
                <a:lnTo>
                  <a:pt x="2179" y="608"/>
                </a:lnTo>
                <a:lnTo>
                  <a:pt x="1997" y="558"/>
                </a:lnTo>
                <a:lnTo>
                  <a:pt x="1815" y="507"/>
                </a:lnTo>
                <a:lnTo>
                  <a:pt x="1634" y="456"/>
                </a:lnTo>
                <a:lnTo>
                  <a:pt x="1452" y="405"/>
                </a:lnTo>
                <a:lnTo>
                  <a:pt x="1271" y="355"/>
                </a:lnTo>
                <a:lnTo>
                  <a:pt x="1089" y="304"/>
                </a:lnTo>
                <a:lnTo>
                  <a:pt x="907" y="253"/>
                </a:lnTo>
                <a:lnTo>
                  <a:pt x="726" y="203"/>
                </a:lnTo>
                <a:lnTo>
                  <a:pt x="544" y="152"/>
                </a:lnTo>
                <a:lnTo>
                  <a:pt x="363" y="101"/>
                </a:lnTo>
                <a:lnTo>
                  <a:pt x="181" y="51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18000"/>
            </a:srgbClr>
          </a:solidFill>
          <a:ln w="12600">
            <a:solidFill>
              <a:srgbClr val="c53e1f">
                <a:alpha val="18000"/>
              </a:srgbClr>
            </a:solidFill>
            <a:round/>
          </a:ln>
        </p:spPr>
      </p:sp>
      <p:sp>
        <p:nvSpPr>
          <p:cNvPr id="119" name=""/>
          <p:cNvSpPr/>
          <p:nvPr/>
        </p:nvSpPr>
        <p:spPr>
          <a:xfrm>
            <a:off x="1040040" y="874800"/>
            <a:ext cx="1896120" cy="1593360"/>
          </a:xfrm>
          <a:prstGeom prst="line">
            <a:avLst/>
          </a:prstGeom>
          <a:ln cap="rnd" w="403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>
            <a:off x="1040040" y="1493280"/>
            <a:ext cx="1896120" cy="710280"/>
          </a:xfrm>
          <a:prstGeom prst="line">
            <a:avLst/>
          </a:prstGeom>
          <a:ln cap="rnd" w="403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>
            <a:off x="954720" y="78948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7" y="474"/>
                </a:moveTo>
                <a:cubicBezTo>
                  <a:pt x="299" y="474"/>
                  <a:pt x="359" y="449"/>
                  <a:pt x="404" y="404"/>
                </a:cubicBezTo>
                <a:cubicBezTo>
                  <a:pt x="449" y="360"/>
                  <a:pt x="474" y="299"/>
                  <a:pt x="474" y="237"/>
                </a:cubicBezTo>
                <a:cubicBezTo>
                  <a:pt x="474" y="174"/>
                  <a:pt x="449" y="114"/>
                  <a:pt x="404" y="69"/>
                </a:cubicBezTo>
                <a:cubicBezTo>
                  <a:pt x="359" y="25"/>
                  <a:pt x="299" y="0"/>
                  <a:pt x="237" y="0"/>
                </a:cubicBezTo>
                <a:cubicBezTo>
                  <a:pt x="174" y="0"/>
                  <a:pt x="114" y="25"/>
                  <a:pt x="69" y="69"/>
                </a:cubicBezTo>
                <a:cubicBezTo>
                  <a:pt x="25" y="114"/>
                  <a:pt x="0" y="174"/>
                  <a:pt x="0" y="237"/>
                </a:cubicBezTo>
                <a:cubicBezTo>
                  <a:pt x="0" y="299"/>
                  <a:pt x="25" y="360"/>
                  <a:pt x="69" y="404"/>
                </a:cubicBezTo>
                <a:cubicBezTo>
                  <a:pt x="114" y="449"/>
                  <a:pt x="174" y="474"/>
                  <a:pt x="237" y="474"/>
                </a:cubicBezTo>
                <a:close/>
              </a:path>
            </a:pathLst>
          </a:custGeom>
          <a:solidFill>
            <a:srgbClr val="0a7d6e"/>
          </a:solidFill>
          <a:ln w="16200">
            <a:solidFill>
              <a:srgbClr val="0e2a47"/>
            </a:solidFill>
            <a:round/>
          </a:ln>
        </p:spPr>
      </p:sp>
      <p:sp>
        <p:nvSpPr>
          <p:cNvPr id="122" name=""/>
          <p:cNvSpPr/>
          <p:nvPr/>
        </p:nvSpPr>
        <p:spPr>
          <a:xfrm>
            <a:off x="2850480" y="2382480"/>
            <a:ext cx="170640" cy="171000"/>
          </a:xfrm>
          <a:custGeom>
            <a:avLst/>
            <a:gdLst/>
            <a:ahLst/>
            <a:rect l="0" t="0" r="r" b="b"/>
            <a:pathLst>
              <a:path w="474" h="475">
                <a:moveTo>
                  <a:pt x="237" y="475"/>
                </a:moveTo>
                <a:cubicBezTo>
                  <a:pt x="299" y="475"/>
                  <a:pt x="361" y="450"/>
                  <a:pt x="405" y="405"/>
                </a:cubicBezTo>
                <a:cubicBezTo>
                  <a:pt x="449" y="361"/>
                  <a:pt x="474" y="301"/>
                  <a:pt x="474" y="237"/>
                </a:cubicBezTo>
                <a:cubicBezTo>
                  <a:pt x="474" y="174"/>
                  <a:pt x="449" y="114"/>
                  <a:pt x="405" y="70"/>
                </a:cubicBezTo>
                <a:cubicBezTo>
                  <a:pt x="361" y="25"/>
                  <a:pt x="299" y="0"/>
                  <a:pt x="237" y="0"/>
                </a:cubicBezTo>
                <a:cubicBezTo>
                  <a:pt x="174" y="0"/>
                  <a:pt x="114" y="25"/>
                  <a:pt x="69" y="70"/>
                </a:cubicBezTo>
                <a:cubicBezTo>
                  <a:pt x="25" y="114"/>
                  <a:pt x="0" y="174"/>
                  <a:pt x="0" y="237"/>
                </a:cubicBezTo>
                <a:cubicBezTo>
                  <a:pt x="0" y="301"/>
                  <a:pt x="25" y="361"/>
                  <a:pt x="69" y="405"/>
                </a:cubicBezTo>
                <a:cubicBezTo>
                  <a:pt x="114" y="450"/>
                  <a:pt x="174" y="475"/>
                  <a:pt x="237" y="475"/>
                </a:cubicBezTo>
                <a:close/>
              </a:path>
            </a:pathLst>
          </a:custGeom>
          <a:solidFill>
            <a:srgbClr val="0a7d6e"/>
          </a:solidFill>
          <a:ln w="16200">
            <a:solidFill>
              <a:srgbClr val="0e2a47"/>
            </a:solidFill>
            <a:round/>
          </a:ln>
        </p:spPr>
      </p:sp>
      <p:sp>
        <p:nvSpPr>
          <p:cNvPr id="123" name=""/>
          <p:cNvSpPr/>
          <p:nvPr/>
        </p:nvSpPr>
        <p:spPr>
          <a:xfrm>
            <a:off x="954720" y="140796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7" y="474"/>
                </a:moveTo>
                <a:cubicBezTo>
                  <a:pt x="299" y="474"/>
                  <a:pt x="359" y="449"/>
                  <a:pt x="404" y="405"/>
                </a:cubicBezTo>
                <a:cubicBezTo>
                  <a:pt x="449" y="361"/>
                  <a:pt x="474" y="300"/>
                  <a:pt x="474" y="238"/>
                </a:cubicBezTo>
                <a:cubicBezTo>
                  <a:pt x="474" y="175"/>
                  <a:pt x="449" y="115"/>
                  <a:pt x="404" y="69"/>
                </a:cubicBezTo>
                <a:cubicBezTo>
                  <a:pt x="359" y="25"/>
                  <a:pt x="299" y="0"/>
                  <a:pt x="237" y="0"/>
                </a:cubicBezTo>
                <a:cubicBezTo>
                  <a:pt x="174" y="0"/>
                  <a:pt x="114" y="25"/>
                  <a:pt x="69" y="69"/>
                </a:cubicBezTo>
                <a:cubicBezTo>
                  <a:pt x="25" y="115"/>
                  <a:pt x="0" y="175"/>
                  <a:pt x="0" y="238"/>
                </a:cubicBezTo>
                <a:cubicBezTo>
                  <a:pt x="0" y="300"/>
                  <a:pt x="25" y="361"/>
                  <a:pt x="69" y="405"/>
                </a:cubicBezTo>
                <a:cubicBezTo>
                  <a:pt x="114" y="449"/>
                  <a:pt x="174" y="474"/>
                  <a:pt x="237" y="474"/>
                </a:cubicBezTo>
                <a:close/>
              </a:path>
            </a:pathLst>
          </a:custGeom>
          <a:solidFill>
            <a:srgbClr val="c53e1f"/>
          </a:solidFill>
          <a:ln w="16200">
            <a:solidFill>
              <a:srgbClr val="0e2a47"/>
            </a:solidFill>
            <a:round/>
          </a:ln>
        </p:spPr>
      </p:sp>
      <p:sp>
        <p:nvSpPr>
          <p:cNvPr id="124" name=""/>
          <p:cNvSpPr/>
          <p:nvPr/>
        </p:nvSpPr>
        <p:spPr>
          <a:xfrm>
            <a:off x="2850480" y="211824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7" y="474"/>
                </a:moveTo>
                <a:cubicBezTo>
                  <a:pt x="299" y="474"/>
                  <a:pt x="361" y="449"/>
                  <a:pt x="405" y="405"/>
                </a:cubicBezTo>
                <a:cubicBezTo>
                  <a:pt x="449" y="360"/>
                  <a:pt x="474" y="300"/>
                  <a:pt x="474" y="237"/>
                </a:cubicBezTo>
                <a:cubicBezTo>
                  <a:pt x="474" y="175"/>
                  <a:pt x="449" y="114"/>
                  <a:pt x="405" y="70"/>
                </a:cubicBezTo>
                <a:cubicBezTo>
                  <a:pt x="361" y="25"/>
                  <a:pt x="299" y="0"/>
                  <a:pt x="237" y="0"/>
                </a:cubicBezTo>
                <a:cubicBezTo>
                  <a:pt x="174" y="0"/>
                  <a:pt x="114" y="25"/>
                  <a:pt x="69" y="70"/>
                </a:cubicBezTo>
                <a:cubicBezTo>
                  <a:pt x="25" y="114"/>
                  <a:pt x="0" y="175"/>
                  <a:pt x="0" y="237"/>
                </a:cubicBezTo>
                <a:cubicBezTo>
                  <a:pt x="0" y="300"/>
                  <a:pt x="25" y="360"/>
                  <a:pt x="69" y="405"/>
                </a:cubicBezTo>
                <a:cubicBezTo>
                  <a:pt x="114" y="449"/>
                  <a:pt x="174" y="474"/>
                  <a:pt x="237" y="474"/>
                </a:cubicBezTo>
                <a:close/>
              </a:path>
            </a:pathLst>
          </a:custGeom>
          <a:solidFill>
            <a:srgbClr val="c53e1f"/>
          </a:solidFill>
          <a:ln w="16200">
            <a:solidFill>
              <a:srgbClr val="0e2a47"/>
            </a:solidFill>
            <a:round/>
          </a:ln>
        </p:spPr>
      </p:sp>
      <p:sp>
        <p:nvSpPr>
          <p:cNvPr id="125" name=""/>
          <p:cNvSpPr/>
          <p:nvPr/>
        </p:nvSpPr>
        <p:spPr>
          <a:xfrm>
            <a:off x="4487040" y="91080"/>
            <a:ext cx="3223440" cy="3678480"/>
          </a:xfrm>
          <a:custGeom>
            <a:avLst/>
            <a:gdLst/>
            <a:ahLst/>
            <a:rect l="0" t="0" r="r" b="b"/>
            <a:pathLst>
              <a:path w="8954" h="10218">
                <a:moveTo>
                  <a:pt x="0" y="10218"/>
                </a:moveTo>
                <a:lnTo>
                  <a:pt x="8954" y="10218"/>
                </a:lnTo>
                <a:lnTo>
                  <a:pt x="8954" y="0"/>
                </a:lnTo>
                <a:lnTo>
                  <a:pt x="0" y="0"/>
                </a:lnTo>
                <a:lnTo>
                  <a:pt x="0" y="1021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26" name=""/>
          <p:cNvSpPr/>
          <p:nvPr/>
        </p:nvSpPr>
        <p:spPr>
          <a:xfrm>
            <a:off x="4961160" y="37692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7" name=""/>
          <p:cNvSpPr/>
          <p:nvPr/>
        </p:nvSpPr>
        <p:spPr>
          <a:xfrm>
            <a:off x="4961160" y="37692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 txBox="1"/>
          <p:nvPr/>
        </p:nvSpPr>
        <p:spPr>
          <a:xfrm>
            <a:off x="630720" y="280800"/>
            <a:ext cx="1273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bad  (n=6):  p = 0.03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6856920" y="37692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" name=""/>
          <p:cNvSpPr/>
          <p:nvPr/>
        </p:nvSpPr>
        <p:spPr>
          <a:xfrm>
            <a:off x="6856920" y="37692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 txBox="1"/>
          <p:nvPr/>
        </p:nvSpPr>
        <p:spPr>
          <a:xfrm>
            <a:off x="4853520" y="391536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4448880" y="3601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 flipH="1">
            <a:off x="4448880" y="3601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4448880" y="2946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5" name=""/>
          <p:cNvSpPr/>
          <p:nvPr/>
        </p:nvSpPr>
        <p:spPr>
          <a:xfrm flipH="1">
            <a:off x="4448880" y="2946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4448880" y="2290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 flipH="1">
            <a:off x="4448880" y="2290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4448880" y="1635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9" name=""/>
          <p:cNvSpPr/>
          <p:nvPr/>
        </p:nvSpPr>
        <p:spPr>
          <a:xfrm flipH="1">
            <a:off x="4448880" y="1635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/>
          <p:nvPr/>
        </p:nvSpPr>
        <p:spPr>
          <a:xfrm>
            <a:off x="4448880" y="979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 flipH="1">
            <a:off x="4448880" y="979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/>
          <p:nvPr/>
        </p:nvSpPr>
        <p:spPr>
          <a:xfrm>
            <a:off x="4448880" y="324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 flipH="1">
            <a:off x="4448880" y="324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 txBox="1"/>
          <p:nvPr/>
        </p:nvSpPr>
        <p:spPr>
          <a:xfrm>
            <a:off x="6715440" y="3915360"/>
            <a:ext cx="285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4961160" y="2684160"/>
            <a:ext cx="1896120" cy="55764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/>
          <p:nvPr/>
        </p:nvSpPr>
        <p:spPr>
          <a:xfrm>
            <a:off x="4961160" y="2880720"/>
            <a:ext cx="1896120" cy="16452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/>
          <p:nvPr/>
        </p:nvSpPr>
        <p:spPr>
          <a:xfrm>
            <a:off x="4961160" y="1831680"/>
            <a:ext cx="1896120" cy="163944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/>
          <p:nvPr/>
        </p:nvSpPr>
        <p:spPr>
          <a:xfrm>
            <a:off x="4961160" y="1995840"/>
            <a:ext cx="1896120" cy="160632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/>
          <p:nvPr/>
        </p:nvSpPr>
        <p:spPr>
          <a:xfrm flipV="1">
            <a:off x="4961160" y="2421720"/>
            <a:ext cx="1896120" cy="99000"/>
          </a:xfrm>
          <a:prstGeom prst="line">
            <a:avLst/>
          </a:prstGeom>
          <a:ln cap="sq" w="13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/>
          <p:nvPr/>
        </p:nvSpPr>
        <p:spPr>
          <a:xfrm>
            <a:off x="4961160" y="2585880"/>
            <a:ext cx="1896120" cy="26244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/>
          <p:nvPr/>
        </p:nvSpPr>
        <p:spPr>
          <a:xfrm>
            <a:off x="4961160" y="2520360"/>
            <a:ext cx="1896120" cy="81972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/>
          <p:nvPr/>
        </p:nvSpPr>
        <p:spPr>
          <a:xfrm>
            <a:off x="4961160" y="2323440"/>
            <a:ext cx="1896120" cy="114768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/>
          <p:nvPr/>
        </p:nvSpPr>
        <p:spPr>
          <a:xfrm>
            <a:off x="4961160" y="2913480"/>
            <a:ext cx="1896120" cy="13176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4" name=""/>
          <p:cNvSpPr/>
          <p:nvPr/>
        </p:nvSpPr>
        <p:spPr>
          <a:xfrm flipV="1">
            <a:off x="4961160" y="2782440"/>
            <a:ext cx="1896120" cy="13140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5" name=""/>
          <p:cNvSpPr/>
          <p:nvPr/>
        </p:nvSpPr>
        <p:spPr>
          <a:xfrm>
            <a:off x="4961160" y="1602360"/>
            <a:ext cx="1896120" cy="262800"/>
          </a:xfrm>
          <a:prstGeom prst="line">
            <a:avLst/>
          </a:prstGeom>
          <a:ln cap="sq" w="13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/>
          <p:nvPr/>
        </p:nvSpPr>
        <p:spPr>
          <a:xfrm flipV="1">
            <a:off x="4487040" y="91080"/>
            <a:ext cx="0" cy="36781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57" name=""/>
          <p:cNvSpPr/>
          <p:nvPr/>
        </p:nvSpPr>
        <p:spPr>
          <a:xfrm>
            <a:off x="4487040" y="3769200"/>
            <a:ext cx="32230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58" name=""/>
          <p:cNvSpPr/>
          <p:nvPr/>
        </p:nvSpPr>
        <p:spPr>
          <a:xfrm>
            <a:off x="4921920" y="26449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8"/>
                  <a:pt x="12" y="166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6817680" y="320220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9" y="139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60" name=""/>
          <p:cNvSpPr txBox="1"/>
          <p:nvPr/>
        </p:nvSpPr>
        <p:spPr>
          <a:xfrm rot="16200000">
            <a:off x="3477600" y="1857240"/>
            <a:ext cx="1701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strong binders (&lt;50 nM)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4921920" y="28418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62" name=""/>
          <p:cNvSpPr/>
          <p:nvPr/>
        </p:nvSpPr>
        <p:spPr>
          <a:xfrm>
            <a:off x="6817680" y="30056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3"/>
                  <a:pt x="187" y="33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63" name=""/>
          <p:cNvSpPr txBox="1"/>
          <p:nvPr/>
        </p:nvSpPr>
        <p:spPr>
          <a:xfrm>
            <a:off x="4764240" y="262404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4921920" y="179280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08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08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65" name=""/>
          <p:cNvSpPr/>
          <p:nvPr/>
        </p:nvSpPr>
        <p:spPr>
          <a:xfrm>
            <a:off x="6817680" y="34315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9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66" name=""/>
          <p:cNvSpPr txBox="1"/>
          <p:nvPr/>
        </p:nvSpPr>
        <p:spPr>
          <a:xfrm>
            <a:off x="4764240" y="282060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4921920" y="195660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9" y="139"/>
                  <a:pt x="219" y="110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10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68" name=""/>
          <p:cNvSpPr/>
          <p:nvPr/>
        </p:nvSpPr>
        <p:spPr>
          <a:xfrm>
            <a:off x="6817680" y="35629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5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3" y="11"/>
                  <a:pt x="32" y="32"/>
                </a:cubicBezTo>
                <a:cubicBezTo>
                  <a:pt x="12" y="52"/>
                  <a:pt x="0" y="80"/>
                  <a:pt x="0" y="108"/>
                </a:cubicBezTo>
                <a:cubicBezTo>
                  <a:pt x="0" y="137"/>
                  <a:pt x="12" y="165"/>
                  <a:pt x="32" y="185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69" name=""/>
          <p:cNvSpPr txBox="1"/>
          <p:nvPr/>
        </p:nvSpPr>
        <p:spPr>
          <a:xfrm>
            <a:off x="4764240" y="17715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4921920" y="24811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7"/>
                </a:cubicBezTo>
                <a:cubicBezTo>
                  <a:pt x="207" y="166"/>
                  <a:pt x="219" y="137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7"/>
                  <a:pt x="12" y="166"/>
                  <a:pt x="32" y="187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71" name=""/>
          <p:cNvSpPr/>
          <p:nvPr/>
        </p:nvSpPr>
        <p:spPr>
          <a:xfrm>
            <a:off x="6817680" y="23828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6"/>
                  <a:pt x="187" y="185"/>
                </a:cubicBezTo>
                <a:cubicBezTo>
                  <a:pt x="207" y="165"/>
                  <a:pt x="219" y="137"/>
                  <a:pt x="219" y="108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3" y="11"/>
                  <a:pt x="32" y="32"/>
                </a:cubicBezTo>
                <a:cubicBezTo>
                  <a:pt x="12" y="52"/>
                  <a:pt x="0" y="80"/>
                  <a:pt x="0" y="108"/>
                </a:cubicBezTo>
                <a:cubicBezTo>
                  <a:pt x="0" y="137"/>
                  <a:pt x="12" y="165"/>
                  <a:pt x="32" y="185"/>
                </a:cubicBezTo>
                <a:cubicBezTo>
                  <a:pt x="53" y="206"/>
                  <a:pt x="81" y="218"/>
                  <a:pt x="110" y="218"/>
                </a:cubicBezTo>
                <a:close/>
              </a:path>
            </a:pathLst>
          </a:custGeom>
          <a:solidFill>
            <a:srgbClr val="0a7d6e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72" name=""/>
          <p:cNvSpPr txBox="1"/>
          <p:nvPr/>
        </p:nvSpPr>
        <p:spPr>
          <a:xfrm>
            <a:off x="4764240" y="19353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6862680" y="496080"/>
            <a:ext cx="617400" cy="2635560"/>
          </a:xfrm>
          <a:custGeom>
            <a:avLst/>
            <a:gdLst/>
            <a:ahLst/>
            <a:rect l="0" t="0" r="r" b="b"/>
            <a:pathLst>
              <a:path fill="none" w="1715" h="7321">
                <a:moveTo>
                  <a:pt x="1715" y="0"/>
                </a:moveTo>
                <a:cubicBezTo>
                  <a:pt x="1144" y="2441"/>
                  <a:pt x="571" y="4881"/>
                  <a:pt x="0" y="7321"/>
                </a:cubicBezTo>
              </a:path>
            </a:pathLst>
          </a:custGeom>
          <a:ln cap="rnd" w="10080">
            <a:solidFill>
              <a:srgbClr val="0a7d6e">
                <a:alpha val="50000"/>
              </a:srgbClr>
            </a:solidFill>
            <a:round/>
          </a:ln>
        </p:spPr>
      </p:sp>
      <p:sp>
        <p:nvSpPr>
          <p:cNvPr id="174" name=""/>
          <p:cNvSpPr/>
          <p:nvPr/>
        </p:nvSpPr>
        <p:spPr>
          <a:xfrm>
            <a:off x="6983280" y="304560"/>
            <a:ext cx="1045080" cy="162360"/>
          </a:xfrm>
          <a:custGeom>
            <a:avLst/>
            <a:gdLst/>
            <a:ahLst/>
            <a:rect l="0" t="0" r="r" b="b"/>
            <a:pathLst>
              <a:path w="2903" h="451">
                <a:moveTo>
                  <a:pt x="70" y="451"/>
                </a:moveTo>
                <a:lnTo>
                  <a:pt x="2833" y="451"/>
                </a:lnTo>
                <a:cubicBezTo>
                  <a:pt x="2879" y="451"/>
                  <a:pt x="2903" y="427"/>
                  <a:pt x="2903" y="381"/>
                </a:cubicBezTo>
                <a:lnTo>
                  <a:pt x="2903" y="70"/>
                </a:lnTo>
                <a:cubicBezTo>
                  <a:pt x="2903" y="23"/>
                  <a:pt x="2879" y="0"/>
                  <a:pt x="2833" y="0"/>
                </a:cubicBezTo>
                <a:lnTo>
                  <a:pt x="70" y="0"/>
                </a:lnTo>
                <a:cubicBezTo>
                  <a:pt x="24" y="0"/>
                  <a:pt x="0" y="23"/>
                  <a:pt x="0" y="70"/>
                </a:cubicBezTo>
                <a:lnTo>
                  <a:pt x="0" y="381"/>
                </a:lnTo>
                <a:cubicBezTo>
                  <a:pt x="0" y="427"/>
                  <a:pt x="24" y="451"/>
                  <a:pt x="70" y="451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0080">
            <a:solidFill>
              <a:srgbClr val="0a7d6e">
                <a:alpha val="95000"/>
              </a:srgbClr>
            </a:solidFill>
            <a:miter/>
          </a:ln>
        </p:spPr>
      </p:sp>
      <p:sp>
        <p:nvSpPr>
          <p:cNvPr id="175" name=""/>
          <p:cNvSpPr txBox="1"/>
          <p:nvPr/>
        </p:nvSpPr>
        <p:spPr>
          <a:xfrm>
            <a:off x="4703760" y="245988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a7d6e"/>
                </a:solidFill>
                <a:latin typeface="DejaVuSans"/>
              </a:rPr>
              <a:t>S14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4921920" y="25466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5"/>
                  <a:pt x="219" y="138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8"/>
                  <a:pt x="12" y="165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77" name=""/>
          <p:cNvSpPr/>
          <p:nvPr/>
        </p:nvSpPr>
        <p:spPr>
          <a:xfrm>
            <a:off x="6817680" y="28087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9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78" name=""/>
          <p:cNvSpPr txBox="1"/>
          <p:nvPr/>
        </p:nvSpPr>
        <p:spPr>
          <a:xfrm>
            <a:off x="7008840" y="310680"/>
            <a:ext cx="994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good  Δ̄ = -23.6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4921920" y="248112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7"/>
                </a:cubicBezTo>
                <a:cubicBezTo>
                  <a:pt x="207" y="166"/>
                  <a:pt x="219" y="137"/>
                  <a:pt x="219" y="109"/>
                </a:cubicBezTo>
                <a:cubicBezTo>
                  <a:pt x="219" y="80"/>
                  <a:pt x="207" y="52"/>
                  <a:pt x="187" y="32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2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7"/>
                  <a:pt x="12" y="166"/>
                  <a:pt x="32" y="187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80" name=""/>
          <p:cNvSpPr/>
          <p:nvPr/>
        </p:nvSpPr>
        <p:spPr>
          <a:xfrm>
            <a:off x="6817680" y="330048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6"/>
                  <a:pt x="219" y="139"/>
                  <a:pt x="219" y="110"/>
                </a:cubicBezTo>
                <a:cubicBezTo>
                  <a:pt x="219" y="81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9"/>
                  <a:pt x="12" y="166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81" name=""/>
          <p:cNvSpPr txBox="1"/>
          <p:nvPr/>
        </p:nvSpPr>
        <p:spPr>
          <a:xfrm>
            <a:off x="4764240" y="252540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4921920" y="228456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09"/>
                </a:cubicBezTo>
                <a:cubicBezTo>
                  <a:pt x="219" y="80"/>
                  <a:pt x="207" y="52"/>
                  <a:pt x="187" y="31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2" y="52"/>
                  <a:pt x="0" y="80"/>
                  <a:pt x="0" y="109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83" name=""/>
          <p:cNvSpPr/>
          <p:nvPr/>
        </p:nvSpPr>
        <p:spPr>
          <a:xfrm>
            <a:off x="6817680" y="34315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9"/>
                  <a:pt x="219" y="109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3"/>
                  <a:pt x="0" y="80"/>
                  <a:pt x="0" y="109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84" name=""/>
          <p:cNvSpPr txBox="1"/>
          <p:nvPr/>
        </p:nvSpPr>
        <p:spPr>
          <a:xfrm>
            <a:off x="4764240" y="245988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4921920" y="287460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7"/>
                  <a:pt x="219" y="108"/>
                </a:cubicBezTo>
                <a:cubicBezTo>
                  <a:pt x="219" y="79"/>
                  <a:pt x="207" y="52"/>
                  <a:pt x="187" y="31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2" y="52"/>
                  <a:pt x="0" y="79"/>
                  <a:pt x="0" y="108"/>
                </a:cubicBezTo>
                <a:cubicBezTo>
                  <a:pt x="0" y="137"/>
                  <a:pt x="12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6817680" y="300564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3"/>
                  <a:pt x="187" y="33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87" name=""/>
          <p:cNvSpPr txBox="1"/>
          <p:nvPr/>
        </p:nvSpPr>
        <p:spPr>
          <a:xfrm>
            <a:off x="4764240" y="226332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4921920" y="287460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7"/>
                  <a:pt x="219" y="108"/>
                </a:cubicBezTo>
                <a:cubicBezTo>
                  <a:pt x="219" y="79"/>
                  <a:pt x="207" y="52"/>
                  <a:pt x="187" y="31"/>
                </a:cubicBezTo>
                <a:cubicBezTo>
                  <a:pt x="166" y="11"/>
                  <a:pt x="139" y="0"/>
                  <a:pt x="110" y="0"/>
                </a:cubicBezTo>
                <a:cubicBezTo>
                  <a:pt x="80" y="0"/>
                  <a:pt x="52" y="11"/>
                  <a:pt x="32" y="31"/>
                </a:cubicBezTo>
                <a:cubicBezTo>
                  <a:pt x="12" y="52"/>
                  <a:pt x="0" y="79"/>
                  <a:pt x="0" y="108"/>
                </a:cubicBezTo>
                <a:cubicBezTo>
                  <a:pt x="0" y="137"/>
                  <a:pt x="12" y="166"/>
                  <a:pt x="32" y="186"/>
                </a:cubicBezTo>
                <a:cubicBezTo>
                  <a:pt x="52" y="207"/>
                  <a:pt x="80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89" name=""/>
          <p:cNvSpPr/>
          <p:nvPr/>
        </p:nvSpPr>
        <p:spPr>
          <a:xfrm>
            <a:off x="6817680" y="274320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9"/>
                  <a:pt x="219" y="110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1" y="0"/>
                  <a:pt x="53" y="12"/>
                  <a:pt x="32" y="32"/>
                </a:cubicBezTo>
                <a:cubicBezTo>
                  <a:pt x="12" y="53"/>
                  <a:pt x="0" y="80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3" y="207"/>
                  <a:pt x="81" y="219"/>
                  <a:pt x="110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90" name=""/>
          <p:cNvSpPr txBox="1"/>
          <p:nvPr/>
        </p:nvSpPr>
        <p:spPr>
          <a:xfrm>
            <a:off x="4703760" y="285336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S10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4921920" y="1563120"/>
            <a:ext cx="78840" cy="78840"/>
          </a:xfrm>
          <a:custGeom>
            <a:avLst/>
            <a:gdLst/>
            <a:ahLst/>
            <a:rect l="0" t="0" r="r" b="b"/>
            <a:pathLst>
              <a:path w="219" h="219">
                <a:moveTo>
                  <a:pt x="110" y="219"/>
                </a:moveTo>
                <a:cubicBezTo>
                  <a:pt x="139" y="219"/>
                  <a:pt x="166" y="207"/>
                  <a:pt x="187" y="187"/>
                </a:cubicBezTo>
                <a:cubicBezTo>
                  <a:pt x="207" y="167"/>
                  <a:pt x="219" y="139"/>
                  <a:pt x="219" y="110"/>
                </a:cubicBezTo>
                <a:cubicBezTo>
                  <a:pt x="219" y="80"/>
                  <a:pt x="207" y="53"/>
                  <a:pt x="187" y="32"/>
                </a:cubicBezTo>
                <a:cubicBezTo>
                  <a:pt x="166" y="12"/>
                  <a:pt x="139" y="0"/>
                  <a:pt x="110" y="0"/>
                </a:cubicBezTo>
                <a:cubicBezTo>
                  <a:pt x="80" y="0"/>
                  <a:pt x="52" y="12"/>
                  <a:pt x="32" y="32"/>
                </a:cubicBezTo>
                <a:cubicBezTo>
                  <a:pt x="12" y="53"/>
                  <a:pt x="0" y="80"/>
                  <a:pt x="0" y="110"/>
                </a:cubicBezTo>
                <a:cubicBezTo>
                  <a:pt x="0" y="139"/>
                  <a:pt x="12" y="167"/>
                  <a:pt x="32" y="187"/>
                </a:cubicBezTo>
                <a:cubicBezTo>
                  <a:pt x="52" y="207"/>
                  <a:pt x="80" y="219"/>
                  <a:pt x="110" y="219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92" name=""/>
          <p:cNvSpPr/>
          <p:nvPr/>
        </p:nvSpPr>
        <p:spPr>
          <a:xfrm>
            <a:off x="6817680" y="1825560"/>
            <a:ext cx="78840" cy="78480"/>
          </a:xfrm>
          <a:custGeom>
            <a:avLst/>
            <a:gdLst/>
            <a:ahLst/>
            <a:rect l="0" t="0" r="r" b="b"/>
            <a:pathLst>
              <a:path w="219" h="218">
                <a:moveTo>
                  <a:pt x="110" y="218"/>
                </a:moveTo>
                <a:cubicBezTo>
                  <a:pt x="139" y="218"/>
                  <a:pt x="166" y="207"/>
                  <a:pt x="187" y="186"/>
                </a:cubicBezTo>
                <a:cubicBezTo>
                  <a:pt x="207" y="166"/>
                  <a:pt x="219" y="138"/>
                  <a:pt x="219" y="110"/>
                </a:cubicBezTo>
                <a:cubicBezTo>
                  <a:pt x="219" y="81"/>
                  <a:pt x="207" y="53"/>
                  <a:pt x="187" y="33"/>
                </a:cubicBezTo>
                <a:cubicBezTo>
                  <a:pt x="166" y="11"/>
                  <a:pt x="139" y="0"/>
                  <a:pt x="110" y="0"/>
                </a:cubicBezTo>
                <a:cubicBezTo>
                  <a:pt x="81" y="0"/>
                  <a:pt x="53" y="11"/>
                  <a:pt x="32" y="33"/>
                </a:cubicBezTo>
                <a:cubicBezTo>
                  <a:pt x="12" y="53"/>
                  <a:pt x="0" y="81"/>
                  <a:pt x="0" y="110"/>
                </a:cubicBezTo>
                <a:cubicBezTo>
                  <a:pt x="0" y="138"/>
                  <a:pt x="12" y="166"/>
                  <a:pt x="32" y="186"/>
                </a:cubicBezTo>
                <a:cubicBezTo>
                  <a:pt x="53" y="207"/>
                  <a:pt x="81" y="218"/>
                  <a:pt x="110" y="218"/>
                </a:cubicBezTo>
                <a:close/>
              </a:path>
            </a:pathLst>
          </a:custGeom>
          <a:solidFill>
            <a:srgbClr val="c53e1f">
              <a:alpha val="75000"/>
            </a:srgbClr>
          </a:solidFill>
          <a:ln w="6120">
            <a:solidFill>
              <a:srgbClr val="0e2a47">
                <a:alpha val="75000"/>
              </a:srgbClr>
            </a:solidFill>
            <a:round/>
          </a:ln>
        </p:spPr>
      </p:sp>
      <p:sp>
        <p:nvSpPr>
          <p:cNvPr id="193" name=""/>
          <p:cNvSpPr txBox="1"/>
          <p:nvPr/>
        </p:nvSpPr>
        <p:spPr>
          <a:xfrm>
            <a:off x="4703760" y="285336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S11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6863760" y="863280"/>
            <a:ext cx="570960" cy="2004480"/>
          </a:xfrm>
          <a:custGeom>
            <a:avLst/>
            <a:gdLst/>
            <a:ahLst/>
            <a:rect l="0" t="0" r="r" b="b"/>
            <a:pathLst>
              <a:path fill="none" w="1586" h="5568">
                <a:moveTo>
                  <a:pt x="1586" y="0"/>
                </a:moveTo>
                <a:cubicBezTo>
                  <a:pt x="1058" y="1857"/>
                  <a:pt x="528" y="3712"/>
                  <a:pt x="0" y="5568"/>
                </a:cubicBezTo>
              </a:path>
            </a:pathLst>
          </a:custGeom>
          <a:ln cap="rnd" w="10080">
            <a:solidFill>
              <a:srgbClr val="c53e1f">
                <a:alpha val="50000"/>
              </a:srgbClr>
            </a:solidFill>
            <a:round/>
          </a:ln>
        </p:spPr>
      </p:sp>
      <p:sp>
        <p:nvSpPr>
          <p:cNvPr id="195" name=""/>
          <p:cNvSpPr/>
          <p:nvPr/>
        </p:nvSpPr>
        <p:spPr>
          <a:xfrm>
            <a:off x="6983280" y="672840"/>
            <a:ext cx="964800" cy="161280"/>
          </a:xfrm>
          <a:custGeom>
            <a:avLst/>
            <a:gdLst/>
            <a:ahLst/>
            <a:rect l="0" t="0" r="r" b="b"/>
            <a:pathLst>
              <a:path w="2680" h="448">
                <a:moveTo>
                  <a:pt x="70" y="448"/>
                </a:moveTo>
                <a:lnTo>
                  <a:pt x="2611" y="448"/>
                </a:lnTo>
                <a:cubicBezTo>
                  <a:pt x="2657" y="448"/>
                  <a:pt x="2680" y="425"/>
                  <a:pt x="2680" y="378"/>
                </a:cubicBezTo>
                <a:lnTo>
                  <a:pt x="2680" y="70"/>
                </a:lnTo>
                <a:cubicBezTo>
                  <a:pt x="2680" y="23"/>
                  <a:pt x="2657" y="0"/>
                  <a:pt x="2611" y="0"/>
                </a:cubicBezTo>
                <a:lnTo>
                  <a:pt x="70" y="0"/>
                </a:lnTo>
                <a:cubicBezTo>
                  <a:pt x="24" y="0"/>
                  <a:pt x="0" y="23"/>
                  <a:pt x="0" y="70"/>
                </a:cubicBezTo>
                <a:lnTo>
                  <a:pt x="0" y="378"/>
                </a:lnTo>
                <a:cubicBezTo>
                  <a:pt x="0" y="425"/>
                  <a:pt x="24" y="448"/>
                  <a:pt x="70" y="448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0080">
            <a:solidFill>
              <a:srgbClr val="c53e1f">
                <a:alpha val="95000"/>
              </a:srgbClr>
            </a:solidFill>
            <a:miter/>
          </a:ln>
        </p:spPr>
      </p:sp>
      <p:sp>
        <p:nvSpPr>
          <p:cNvPr id="196" name=""/>
          <p:cNvSpPr txBox="1"/>
          <p:nvPr/>
        </p:nvSpPr>
        <p:spPr>
          <a:xfrm>
            <a:off x="4703760" y="15422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c53e1f"/>
                </a:solidFill>
                <a:latin typeface="DejaVuSans"/>
              </a:rPr>
              <a:t>S12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4519080" y="131760"/>
            <a:ext cx="1411920" cy="305280"/>
          </a:xfrm>
          <a:custGeom>
            <a:avLst/>
            <a:gdLst/>
            <a:ahLst/>
            <a:rect l="0" t="0" r="r" b="b"/>
            <a:pathLst>
              <a:path w="3922" h="848">
                <a:moveTo>
                  <a:pt x="90" y="848"/>
                </a:moveTo>
                <a:lnTo>
                  <a:pt x="3832" y="848"/>
                </a:lnTo>
                <a:cubicBezTo>
                  <a:pt x="3892" y="848"/>
                  <a:pt x="3922" y="818"/>
                  <a:pt x="3922" y="758"/>
                </a:cubicBezTo>
                <a:lnTo>
                  <a:pt x="3922" y="91"/>
                </a:lnTo>
                <a:cubicBezTo>
                  <a:pt x="3922" y="30"/>
                  <a:pt x="3892" y="0"/>
                  <a:pt x="3832" y="0"/>
                </a:cubicBezTo>
                <a:lnTo>
                  <a:pt x="90" y="0"/>
                </a:lnTo>
                <a:cubicBezTo>
                  <a:pt x="30" y="0"/>
                  <a:pt x="0" y="30"/>
                  <a:pt x="0" y="91"/>
                </a:cubicBezTo>
                <a:lnTo>
                  <a:pt x="0" y="758"/>
                </a:lnTo>
                <a:cubicBezTo>
                  <a:pt x="0" y="818"/>
                  <a:pt x="30" y="848"/>
                  <a:pt x="90" y="848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98" name=""/>
          <p:cNvSpPr txBox="1"/>
          <p:nvPr/>
        </p:nvSpPr>
        <p:spPr>
          <a:xfrm>
            <a:off x="7008840" y="678960"/>
            <a:ext cx="913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bad  Δ̄ = -12.7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9" name=""/>
          <p:cNvSpPr txBox="1"/>
          <p:nvPr/>
        </p:nvSpPr>
        <p:spPr>
          <a:xfrm>
            <a:off x="4551840" y="151560"/>
            <a:ext cx="1349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good  (n=5):  p = 0.12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4961160" y="2181240"/>
            <a:ext cx="1896120" cy="1182240"/>
          </a:xfrm>
          <a:custGeom>
            <a:avLst/>
            <a:gdLst/>
            <a:ahLst/>
            <a:rect l="0" t="0" r="r" b="b"/>
            <a:pathLst>
              <a:path w="5267" h="3284">
                <a:moveTo>
                  <a:pt x="0" y="0"/>
                </a:moveTo>
                <a:lnTo>
                  <a:pt x="0" y="1119"/>
                </a:lnTo>
                <a:lnTo>
                  <a:pt x="181" y="1193"/>
                </a:lnTo>
                <a:lnTo>
                  <a:pt x="363" y="1268"/>
                </a:lnTo>
                <a:lnTo>
                  <a:pt x="545" y="1342"/>
                </a:lnTo>
                <a:lnTo>
                  <a:pt x="726" y="1417"/>
                </a:lnTo>
                <a:lnTo>
                  <a:pt x="908" y="1492"/>
                </a:lnTo>
                <a:lnTo>
                  <a:pt x="1089" y="1566"/>
                </a:lnTo>
                <a:lnTo>
                  <a:pt x="1271" y="1641"/>
                </a:lnTo>
                <a:lnTo>
                  <a:pt x="1453" y="1716"/>
                </a:lnTo>
                <a:lnTo>
                  <a:pt x="1634" y="1790"/>
                </a:lnTo>
                <a:lnTo>
                  <a:pt x="1816" y="1865"/>
                </a:lnTo>
                <a:lnTo>
                  <a:pt x="1997" y="1940"/>
                </a:lnTo>
                <a:lnTo>
                  <a:pt x="2179" y="2014"/>
                </a:lnTo>
                <a:lnTo>
                  <a:pt x="2360" y="2089"/>
                </a:lnTo>
                <a:lnTo>
                  <a:pt x="2542" y="2164"/>
                </a:lnTo>
                <a:lnTo>
                  <a:pt x="2724" y="2239"/>
                </a:lnTo>
                <a:lnTo>
                  <a:pt x="2905" y="2314"/>
                </a:lnTo>
                <a:lnTo>
                  <a:pt x="3087" y="2388"/>
                </a:lnTo>
                <a:lnTo>
                  <a:pt x="3268" y="2463"/>
                </a:lnTo>
                <a:lnTo>
                  <a:pt x="3450" y="2538"/>
                </a:lnTo>
                <a:lnTo>
                  <a:pt x="3632" y="2612"/>
                </a:lnTo>
                <a:lnTo>
                  <a:pt x="3813" y="2687"/>
                </a:lnTo>
                <a:lnTo>
                  <a:pt x="3995" y="2762"/>
                </a:lnTo>
                <a:lnTo>
                  <a:pt x="4176" y="2836"/>
                </a:lnTo>
                <a:lnTo>
                  <a:pt x="4358" y="2911"/>
                </a:lnTo>
                <a:lnTo>
                  <a:pt x="4540" y="2985"/>
                </a:lnTo>
                <a:lnTo>
                  <a:pt x="4722" y="3060"/>
                </a:lnTo>
                <a:lnTo>
                  <a:pt x="4904" y="3135"/>
                </a:lnTo>
                <a:lnTo>
                  <a:pt x="5085" y="3209"/>
                </a:lnTo>
                <a:lnTo>
                  <a:pt x="5267" y="3284"/>
                </a:lnTo>
                <a:lnTo>
                  <a:pt x="5267" y="2133"/>
                </a:lnTo>
                <a:lnTo>
                  <a:pt x="5085" y="2060"/>
                </a:lnTo>
                <a:lnTo>
                  <a:pt x="4904" y="1986"/>
                </a:lnTo>
                <a:lnTo>
                  <a:pt x="4722" y="1913"/>
                </a:lnTo>
                <a:lnTo>
                  <a:pt x="4540" y="1839"/>
                </a:lnTo>
                <a:lnTo>
                  <a:pt x="4358" y="1765"/>
                </a:lnTo>
                <a:lnTo>
                  <a:pt x="4176" y="1692"/>
                </a:lnTo>
                <a:lnTo>
                  <a:pt x="3995" y="1618"/>
                </a:lnTo>
                <a:lnTo>
                  <a:pt x="3813" y="1545"/>
                </a:lnTo>
                <a:lnTo>
                  <a:pt x="3632" y="1471"/>
                </a:lnTo>
                <a:lnTo>
                  <a:pt x="3450" y="1398"/>
                </a:lnTo>
                <a:lnTo>
                  <a:pt x="3268" y="1324"/>
                </a:lnTo>
                <a:lnTo>
                  <a:pt x="3087" y="1250"/>
                </a:lnTo>
                <a:lnTo>
                  <a:pt x="2905" y="1177"/>
                </a:lnTo>
                <a:lnTo>
                  <a:pt x="2724" y="1103"/>
                </a:lnTo>
                <a:lnTo>
                  <a:pt x="2542" y="1030"/>
                </a:lnTo>
                <a:lnTo>
                  <a:pt x="2360" y="956"/>
                </a:lnTo>
                <a:lnTo>
                  <a:pt x="2179" y="883"/>
                </a:lnTo>
                <a:lnTo>
                  <a:pt x="1997" y="809"/>
                </a:lnTo>
                <a:lnTo>
                  <a:pt x="1816" y="735"/>
                </a:lnTo>
                <a:lnTo>
                  <a:pt x="1634" y="662"/>
                </a:lnTo>
                <a:lnTo>
                  <a:pt x="1453" y="588"/>
                </a:lnTo>
                <a:lnTo>
                  <a:pt x="1271" y="515"/>
                </a:lnTo>
                <a:lnTo>
                  <a:pt x="1089" y="441"/>
                </a:lnTo>
                <a:lnTo>
                  <a:pt x="908" y="368"/>
                </a:lnTo>
                <a:lnTo>
                  <a:pt x="726" y="294"/>
                </a:lnTo>
                <a:lnTo>
                  <a:pt x="545" y="221"/>
                </a:lnTo>
                <a:lnTo>
                  <a:pt x="363" y="147"/>
                </a:lnTo>
                <a:lnTo>
                  <a:pt x="181" y="73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18000"/>
            </a:srgbClr>
          </a:solidFill>
          <a:ln w="12600">
            <a:solidFill>
              <a:srgbClr val="0a7d6e">
                <a:alpha val="18000"/>
              </a:srgbClr>
            </a:solidFill>
            <a:round/>
          </a:ln>
        </p:spPr>
      </p:sp>
      <p:sp>
        <p:nvSpPr>
          <p:cNvPr id="201" name=""/>
          <p:cNvSpPr/>
          <p:nvPr/>
        </p:nvSpPr>
        <p:spPr>
          <a:xfrm>
            <a:off x="4961160" y="2278080"/>
            <a:ext cx="1896120" cy="847080"/>
          </a:xfrm>
          <a:custGeom>
            <a:avLst/>
            <a:gdLst/>
            <a:ahLst/>
            <a:rect l="0" t="0" r="r" b="b"/>
            <a:pathLst>
              <a:path w="5267" h="2353">
                <a:moveTo>
                  <a:pt x="0" y="0"/>
                </a:moveTo>
                <a:lnTo>
                  <a:pt x="0" y="1103"/>
                </a:lnTo>
                <a:lnTo>
                  <a:pt x="181" y="1146"/>
                </a:lnTo>
                <a:lnTo>
                  <a:pt x="363" y="1189"/>
                </a:lnTo>
                <a:lnTo>
                  <a:pt x="545" y="1232"/>
                </a:lnTo>
                <a:lnTo>
                  <a:pt x="726" y="1275"/>
                </a:lnTo>
                <a:lnTo>
                  <a:pt x="908" y="1318"/>
                </a:lnTo>
                <a:lnTo>
                  <a:pt x="1089" y="1361"/>
                </a:lnTo>
                <a:lnTo>
                  <a:pt x="1271" y="1404"/>
                </a:lnTo>
                <a:lnTo>
                  <a:pt x="1453" y="1447"/>
                </a:lnTo>
                <a:lnTo>
                  <a:pt x="1634" y="1490"/>
                </a:lnTo>
                <a:lnTo>
                  <a:pt x="1816" y="1534"/>
                </a:lnTo>
                <a:lnTo>
                  <a:pt x="1997" y="1577"/>
                </a:lnTo>
                <a:lnTo>
                  <a:pt x="2179" y="1620"/>
                </a:lnTo>
                <a:lnTo>
                  <a:pt x="2360" y="1663"/>
                </a:lnTo>
                <a:lnTo>
                  <a:pt x="2542" y="1706"/>
                </a:lnTo>
                <a:lnTo>
                  <a:pt x="2724" y="1749"/>
                </a:lnTo>
                <a:lnTo>
                  <a:pt x="2905" y="1792"/>
                </a:lnTo>
                <a:lnTo>
                  <a:pt x="3087" y="1835"/>
                </a:lnTo>
                <a:lnTo>
                  <a:pt x="3268" y="1878"/>
                </a:lnTo>
                <a:lnTo>
                  <a:pt x="3450" y="1922"/>
                </a:lnTo>
                <a:lnTo>
                  <a:pt x="3632" y="1965"/>
                </a:lnTo>
                <a:lnTo>
                  <a:pt x="3813" y="2008"/>
                </a:lnTo>
                <a:lnTo>
                  <a:pt x="3995" y="2051"/>
                </a:lnTo>
                <a:lnTo>
                  <a:pt x="4176" y="2094"/>
                </a:lnTo>
                <a:lnTo>
                  <a:pt x="4358" y="2137"/>
                </a:lnTo>
                <a:lnTo>
                  <a:pt x="4540" y="2180"/>
                </a:lnTo>
                <a:lnTo>
                  <a:pt x="4722" y="2224"/>
                </a:lnTo>
                <a:lnTo>
                  <a:pt x="4904" y="2267"/>
                </a:lnTo>
                <a:lnTo>
                  <a:pt x="5085" y="2310"/>
                </a:lnTo>
                <a:lnTo>
                  <a:pt x="5267" y="2353"/>
                </a:lnTo>
                <a:lnTo>
                  <a:pt x="5267" y="1057"/>
                </a:lnTo>
                <a:lnTo>
                  <a:pt x="5085" y="1021"/>
                </a:lnTo>
                <a:lnTo>
                  <a:pt x="4904" y="984"/>
                </a:lnTo>
                <a:lnTo>
                  <a:pt x="4722" y="948"/>
                </a:lnTo>
                <a:lnTo>
                  <a:pt x="4540" y="912"/>
                </a:lnTo>
                <a:lnTo>
                  <a:pt x="4358" y="875"/>
                </a:lnTo>
                <a:lnTo>
                  <a:pt x="4176" y="839"/>
                </a:lnTo>
                <a:lnTo>
                  <a:pt x="3995" y="802"/>
                </a:lnTo>
                <a:lnTo>
                  <a:pt x="3813" y="766"/>
                </a:lnTo>
                <a:lnTo>
                  <a:pt x="3632" y="729"/>
                </a:lnTo>
                <a:lnTo>
                  <a:pt x="3450" y="693"/>
                </a:lnTo>
                <a:lnTo>
                  <a:pt x="3268" y="656"/>
                </a:lnTo>
                <a:lnTo>
                  <a:pt x="3087" y="620"/>
                </a:lnTo>
                <a:lnTo>
                  <a:pt x="2905" y="583"/>
                </a:lnTo>
                <a:lnTo>
                  <a:pt x="2724" y="547"/>
                </a:lnTo>
                <a:lnTo>
                  <a:pt x="2542" y="510"/>
                </a:lnTo>
                <a:lnTo>
                  <a:pt x="2360" y="474"/>
                </a:lnTo>
                <a:lnTo>
                  <a:pt x="2179" y="437"/>
                </a:lnTo>
                <a:lnTo>
                  <a:pt x="1997" y="401"/>
                </a:lnTo>
                <a:lnTo>
                  <a:pt x="1816" y="364"/>
                </a:lnTo>
                <a:lnTo>
                  <a:pt x="1634" y="328"/>
                </a:lnTo>
                <a:lnTo>
                  <a:pt x="1453" y="291"/>
                </a:lnTo>
                <a:lnTo>
                  <a:pt x="1271" y="255"/>
                </a:lnTo>
                <a:lnTo>
                  <a:pt x="1089" y="218"/>
                </a:lnTo>
                <a:lnTo>
                  <a:pt x="908" y="182"/>
                </a:lnTo>
                <a:lnTo>
                  <a:pt x="726" y="145"/>
                </a:lnTo>
                <a:lnTo>
                  <a:pt x="545" y="109"/>
                </a:lnTo>
                <a:lnTo>
                  <a:pt x="363" y="72"/>
                </a:lnTo>
                <a:lnTo>
                  <a:pt x="181" y="36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18000"/>
            </a:srgbClr>
          </a:solidFill>
          <a:ln w="12600">
            <a:solidFill>
              <a:srgbClr val="c53e1f">
                <a:alpha val="18000"/>
              </a:srgbClr>
            </a:solidFill>
            <a:round/>
          </a:ln>
        </p:spPr>
      </p:sp>
      <p:sp>
        <p:nvSpPr>
          <p:cNvPr id="202" name=""/>
          <p:cNvSpPr/>
          <p:nvPr/>
        </p:nvSpPr>
        <p:spPr>
          <a:xfrm>
            <a:off x="4961160" y="2382480"/>
            <a:ext cx="1896120" cy="774000"/>
          </a:xfrm>
          <a:prstGeom prst="line">
            <a:avLst/>
          </a:prstGeom>
          <a:ln cap="rnd" w="403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3" name=""/>
          <p:cNvSpPr/>
          <p:nvPr/>
        </p:nvSpPr>
        <p:spPr>
          <a:xfrm>
            <a:off x="4961160" y="2476440"/>
            <a:ext cx="1896120" cy="415800"/>
          </a:xfrm>
          <a:prstGeom prst="line">
            <a:avLst/>
          </a:prstGeom>
          <a:ln cap="rnd" w="403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/>
          <p:nvPr/>
        </p:nvSpPr>
        <p:spPr>
          <a:xfrm>
            <a:off x="4875840" y="229752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7" y="474"/>
                </a:moveTo>
                <a:cubicBezTo>
                  <a:pt x="300" y="474"/>
                  <a:pt x="360" y="449"/>
                  <a:pt x="404" y="405"/>
                </a:cubicBezTo>
                <a:cubicBezTo>
                  <a:pt x="450" y="360"/>
                  <a:pt x="474" y="300"/>
                  <a:pt x="474" y="237"/>
                </a:cubicBezTo>
                <a:cubicBezTo>
                  <a:pt x="474" y="174"/>
                  <a:pt x="450" y="114"/>
                  <a:pt x="404" y="70"/>
                </a:cubicBezTo>
                <a:cubicBezTo>
                  <a:pt x="360" y="25"/>
                  <a:pt x="300" y="0"/>
                  <a:pt x="237" y="0"/>
                </a:cubicBezTo>
                <a:cubicBezTo>
                  <a:pt x="174" y="0"/>
                  <a:pt x="114" y="25"/>
                  <a:pt x="69" y="70"/>
                </a:cubicBezTo>
                <a:cubicBezTo>
                  <a:pt x="25" y="114"/>
                  <a:pt x="0" y="174"/>
                  <a:pt x="0" y="237"/>
                </a:cubicBezTo>
                <a:cubicBezTo>
                  <a:pt x="0" y="300"/>
                  <a:pt x="25" y="360"/>
                  <a:pt x="69" y="405"/>
                </a:cubicBezTo>
                <a:cubicBezTo>
                  <a:pt x="114" y="449"/>
                  <a:pt x="174" y="474"/>
                  <a:pt x="237" y="474"/>
                </a:cubicBezTo>
                <a:close/>
              </a:path>
            </a:pathLst>
          </a:custGeom>
          <a:solidFill>
            <a:srgbClr val="0a7d6e"/>
          </a:solidFill>
          <a:ln w="16200">
            <a:solidFill>
              <a:srgbClr val="0e2a47"/>
            </a:solidFill>
            <a:round/>
          </a:ln>
        </p:spPr>
      </p:sp>
      <p:sp>
        <p:nvSpPr>
          <p:cNvPr id="205" name=""/>
          <p:cNvSpPr/>
          <p:nvPr/>
        </p:nvSpPr>
        <p:spPr>
          <a:xfrm>
            <a:off x="6771600" y="3070800"/>
            <a:ext cx="171000" cy="171000"/>
          </a:xfrm>
          <a:custGeom>
            <a:avLst/>
            <a:gdLst/>
            <a:ahLst/>
            <a:rect l="0" t="0" r="r" b="b"/>
            <a:pathLst>
              <a:path w="475" h="475">
                <a:moveTo>
                  <a:pt x="237" y="475"/>
                </a:moveTo>
                <a:cubicBezTo>
                  <a:pt x="300" y="475"/>
                  <a:pt x="361" y="450"/>
                  <a:pt x="405" y="405"/>
                </a:cubicBezTo>
                <a:cubicBezTo>
                  <a:pt x="450" y="361"/>
                  <a:pt x="475" y="301"/>
                  <a:pt x="475" y="238"/>
                </a:cubicBezTo>
                <a:cubicBezTo>
                  <a:pt x="475" y="174"/>
                  <a:pt x="450" y="114"/>
                  <a:pt x="405" y="70"/>
                </a:cubicBezTo>
                <a:cubicBezTo>
                  <a:pt x="361" y="25"/>
                  <a:pt x="300" y="0"/>
                  <a:pt x="237" y="0"/>
                </a:cubicBezTo>
                <a:cubicBezTo>
                  <a:pt x="174" y="0"/>
                  <a:pt x="114" y="25"/>
                  <a:pt x="70" y="70"/>
                </a:cubicBezTo>
                <a:cubicBezTo>
                  <a:pt x="25" y="114"/>
                  <a:pt x="0" y="174"/>
                  <a:pt x="0" y="238"/>
                </a:cubicBezTo>
                <a:cubicBezTo>
                  <a:pt x="0" y="301"/>
                  <a:pt x="25" y="361"/>
                  <a:pt x="70" y="405"/>
                </a:cubicBezTo>
                <a:cubicBezTo>
                  <a:pt x="114" y="450"/>
                  <a:pt x="174" y="475"/>
                  <a:pt x="237" y="475"/>
                </a:cubicBezTo>
                <a:close/>
              </a:path>
            </a:pathLst>
          </a:custGeom>
          <a:solidFill>
            <a:srgbClr val="0a7d6e"/>
          </a:solidFill>
          <a:ln w="16200">
            <a:solidFill>
              <a:srgbClr val="0e2a47"/>
            </a:solidFill>
            <a:round/>
          </a:ln>
        </p:spPr>
      </p:sp>
      <p:sp>
        <p:nvSpPr>
          <p:cNvPr id="206" name=""/>
          <p:cNvSpPr/>
          <p:nvPr/>
        </p:nvSpPr>
        <p:spPr>
          <a:xfrm>
            <a:off x="4875840" y="2391480"/>
            <a:ext cx="170640" cy="170640"/>
          </a:xfrm>
          <a:custGeom>
            <a:avLst/>
            <a:gdLst/>
            <a:ahLst/>
            <a:rect l="0" t="0" r="r" b="b"/>
            <a:pathLst>
              <a:path w="474" h="474">
                <a:moveTo>
                  <a:pt x="237" y="474"/>
                </a:moveTo>
                <a:cubicBezTo>
                  <a:pt x="300" y="474"/>
                  <a:pt x="360" y="449"/>
                  <a:pt x="404" y="405"/>
                </a:cubicBezTo>
                <a:cubicBezTo>
                  <a:pt x="450" y="360"/>
                  <a:pt x="474" y="300"/>
                  <a:pt x="474" y="237"/>
                </a:cubicBezTo>
                <a:cubicBezTo>
                  <a:pt x="474" y="173"/>
                  <a:pt x="450" y="113"/>
                  <a:pt x="404" y="69"/>
                </a:cubicBezTo>
                <a:cubicBezTo>
                  <a:pt x="360" y="25"/>
                  <a:pt x="300" y="0"/>
                  <a:pt x="237" y="0"/>
                </a:cubicBezTo>
                <a:cubicBezTo>
                  <a:pt x="174" y="0"/>
                  <a:pt x="114" y="25"/>
                  <a:pt x="69" y="69"/>
                </a:cubicBezTo>
                <a:cubicBezTo>
                  <a:pt x="25" y="113"/>
                  <a:pt x="0" y="173"/>
                  <a:pt x="0" y="237"/>
                </a:cubicBezTo>
                <a:cubicBezTo>
                  <a:pt x="0" y="300"/>
                  <a:pt x="25" y="360"/>
                  <a:pt x="69" y="405"/>
                </a:cubicBezTo>
                <a:cubicBezTo>
                  <a:pt x="114" y="449"/>
                  <a:pt x="174" y="474"/>
                  <a:pt x="237" y="474"/>
                </a:cubicBezTo>
                <a:close/>
              </a:path>
            </a:pathLst>
          </a:custGeom>
          <a:solidFill>
            <a:srgbClr val="c53e1f"/>
          </a:solidFill>
          <a:ln w="16200">
            <a:solidFill>
              <a:srgbClr val="0e2a47"/>
            </a:solidFill>
            <a:round/>
          </a:ln>
        </p:spPr>
      </p:sp>
      <p:sp>
        <p:nvSpPr>
          <p:cNvPr id="207" name=""/>
          <p:cNvSpPr/>
          <p:nvPr/>
        </p:nvSpPr>
        <p:spPr>
          <a:xfrm>
            <a:off x="6771600" y="2806560"/>
            <a:ext cx="171000" cy="170640"/>
          </a:xfrm>
          <a:custGeom>
            <a:avLst/>
            <a:gdLst/>
            <a:ahLst/>
            <a:rect l="0" t="0" r="r" b="b"/>
            <a:pathLst>
              <a:path w="475" h="474">
                <a:moveTo>
                  <a:pt x="237" y="474"/>
                </a:moveTo>
                <a:cubicBezTo>
                  <a:pt x="300" y="474"/>
                  <a:pt x="361" y="449"/>
                  <a:pt x="405" y="405"/>
                </a:cubicBezTo>
                <a:cubicBezTo>
                  <a:pt x="450" y="361"/>
                  <a:pt x="475" y="300"/>
                  <a:pt x="475" y="238"/>
                </a:cubicBezTo>
                <a:cubicBezTo>
                  <a:pt x="475" y="175"/>
                  <a:pt x="450" y="115"/>
                  <a:pt x="405" y="70"/>
                </a:cubicBezTo>
                <a:cubicBezTo>
                  <a:pt x="361" y="26"/>
                  <a:pt x="300" y="0"/>
                  <a:pt x="237" y="0"/>
                </a:cubicBezTo>
                <a:cubicBezTo>
                  <a:pt x="174" y="0"/>
                  <a:pt x="114" y="26"/>
                  <a:pt x="70" y="70"/>
                </a:cubicBezTo>
                <a:cubicBezTo>
                  <a:pt x="25" y="115"/>
                  <a:pt x="0" y="175"/>
                  <a:pt x="0" y="238"/>
                </a:cubicBezTo>
                <a:cubicBezTo>
                  <a:pt x="0" y="300"/>
                  <a:pt x="25" y="361"/>
                  <a:pt x="70" y="405"/>
                </a:cubicBezTo>
                <a:cubicBezTo>
                  <a:pt x="114" y="449"/>
                  <a:pt x="174" y="474"/>
                  <a:pt x="237" y="474"/>
                </a:cubicBezTo>
                <a:close/>
              </a:path>
            </a:pathLst>
          </a:custGeom>
          <a:solidFill>
            <a:srgbClr val="c53e1f"/>
          </a:solidFill>
          <a:ln w="16200">
            <a:solidFill>
              <a:srgbClr val="0e2a47"/>
            </a:solidFill>
            <a:round/>
          </a:ln>
        </p:spPr>
      </p:sp>
      <p:sp>
        <p:nvSpPr>
          <p:cNvPr id="208" name=""/>
          <p:cNvSpPr txBox="1"/>
          <p:nvPr/>
        </p:nvSpPr>
        <p:spPr>
          <a:xfrm>
            <a:off x="4551840" y="280800"/>
            <a:ext cx="1273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0e2a47"/>
                </a:solidFill>
                <a:latin typeface="DejaVuSans"/>
              </a:rPr>
              <a:t>bad  (n=6):  p = 0.09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8E — Paired Δ neoantigen binders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492840" cy="5378040"/>
          </a:xfrm>
          <a:custGeom>
            <a:avLst/>
            <a:gdLst/>
            <a:ahLst/>
            <a:rect l="0" t="0" r="r" b="b"/>
            <a:pathLst>
              <a:path w="26369" h="14939">
                <a:moveTo>
                  <a:pt x="0" y="14939"/>
                </a:moveTo>
                <a:lnTo>
                  <a:pt x="26369" y="14939"/>
                </a:lnTo>
                <a:lnTo>
                  <a:pt x="26369" y="0"/>
                </a:lnTo>
                <a:lnTo>
                  <a:pt x="0" y="0"/>
                </a:lnTo>
                <a:lnTo>
                  <a:pt x="0" y="149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240120" y="342720"/>
            <a:ext cx="1674720" cy="4577040"/>
          </a:xfrm>
          <a:custGeom>
            <a:avLst/>
            <a:gdLst/>
            <a:ahLst/>
            <a:rect l="0" t="0" r="r" b="b"/>
            <a:pathLst>
              <a:path w="4652" h="12714">
                <a:moveTo>
                  <a:pt x="0" y="12714"/>
                </a:moveTo>
                <a:lnTo>
                  <a:pt x="4652" y="12714"/>
                </a:lnTo>
                <a:lnTo>
                  <a:pt x="4652" y="0"/>
                </a:lnTo>
                <a:lnTo>
                  <a:pt x="0" y="0"/>
                </a:lnTo>
                <a:lnTo>
                  <a:pt x="0" y="1271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224280" y="3672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610560" y="3672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964800" y="3672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1319040" y="3672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224280" y="5306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43" name=""/>
          <p:cNvSpPr/>
          <p:nvPr/>
        </p:nvSpPr>
        <p:spPr>
          <a:xfrm>
            <a:off x="610560" y="5306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44" name=""/>
          <p:cNvSpPr/>
          <p:nvPr/>
        </p:nvSpPr>
        <p:spPr>
          <a:xfrm>
            <a:off x="964800" y="5306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1319040" y="5306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46" name=""/>
          <p:cNvSpPr/>
          <p:nvPr/>
        </p:nvSpPr>
        <p:spPr>
          <a:xfrm>
            <a:off x="224280" y="6940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47" name=""/>
          <p:cNvSpPr/>
          <p:nvPr/>
        </p:nvSpPr>
        <p:spPr>
          <a:xfrm>
            <a:off x="610560" y="6940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48" name=""/>
          <p:cNvSpPr/>
          <p:nvPr/>
        </p:nvSpPr>
        <p:spPr>
          <a:xfrm>
            <a:off x="964800" y="6940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49" name=""/>
          <p:cNvSpPr/>
          <p:nvPr/>
        </p:nvSpPr>
        <p:spPr>
          <a:xfrm>
            <a:off x="1319040" y="6940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224280" y="8575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610560" y="8575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964800" y="8575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1319040" y="8575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224280" y="10209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610560" y="10209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964800" y="10209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1319040" y="10209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224280" y="11844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610560" y="11844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60" name=""/>
          <p:cNvSpPr/>
          <p:nvPr/>
        </p:nvSpPr>
        <p:spPr>
          <a:xfrm>
            <a:off x="964800" y="11844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1319040" y="11844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224280" y="13478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610560" y="13478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964800" y="13478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1319040" y="13478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224280" y="15112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610560" y="15112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964800" y="15112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69" name=""/>
          <p:cNvSpPr/>
          <p:nvPr/>
        </p:nvSpPr>
        <p:spPr>
          <a:xfrm>
            <a:off x="1319040" y="15112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70" name=""/>
          <p:cNvSpPr/>
          <p:nvPr/>
        </p:nvSpPr>
        <p:spPr>
          <a:xfrm>
            <a:off x="224280" y="16747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71" name=""/>
          <p:cNvSpPr/>
          <p:nvPr/>
        </p:nvSpPr>
        <p:spPr>
          <a:xfrm>
            <a:off x="610560" y="16747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72" name=""/>
          <p:cNvSpPr/>
          <p:nvPr/>
        </p:nvSpPr>
        <p:spPr>
          <a:xfrm>
            <a:off x="964800" y="16747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73" name=""/>
          <p:cNvSpPr/>
          <p:nvPr/>
        </p:nvSpPr>
        <p:spPr>
          <a:xfrm>
            <a:off x="1319040" y="16747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74" name=""/>
          <p:cNvSpPr/>
          <p:nvPr/>
        </p:nvSpPr>
        <p:spPr>
          <a:xfrm>
            <a:off x="224280" y="18381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610560" y="18381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964800" y="18381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1319040" y="18381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224280" y="20016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610560" y="20016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80" name=""/>
          <p:cNvSpPr/>
          <p:nvPr/>
        </p:nvSpPr>
        <p:spPr>
          <a:xfrm>
            <a:off x="964800" y="20016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81" name=""/>
          <p:cNvSpPr/>
          <p:nvPr/>
        </p:nvSpPr>
        <p:spPr>
          <a:xfrm>
            <a:off x="1319040" y="20016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82" name=""/>
          <p:cNvSpPr/>
          <p:nvPr/>
        </p:nvSpPr>
        <p:spPr>
          <a:xfrm>
            <a:off x="224280" y="21650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10080">
            <a:solidFill>
              <a:srgbClr val="ffffff"/>
            </a:solidFill>
            <a:miter/>
          </a:ln>
        </p:spPr>
      </p:sp>
      <p:sp>
        <p:nvSpPr>
          <p:cNvPr id="83" name=""/>
          <p:cNvSpPr/>
          <p:nvPr/>
        </p:nvSpPr>
        <p:spPr>
          <a:xfrm>
            <a:off x="610560" y="21650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84" name=""/>
          <p:cNvSpPr/>
          <p:nvPr/>
        </p:nvSpPr>
        <p:spPr>
          <a:xfrm>
            <a:off x="964800" y="21650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85" name=""/>
          <p:cNvSpPr/>
          <p:nvPr/>
        </p:nvSpPr>
        <p:spPr>
          <a:xfrm>
            <a:off x="1319040" y="21650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86" name=""/>
          <p:cNvSpPr/>
          <p:nvPr/>
        </p:nvSpPr>
        <p:spPr>
          <a:xfrm>
            <a:off x="224280" y="232884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87" name=""/>
          <p:cNvSpPr/>
          <p:nvPr/>
        </p:nvSpPr>
        <p:spPr>
          <a:xfrm>
            <a:off x="610560" y="232884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10080">
            <a:solidFill>
              <a:srgbClr val="ffffff"/>
            </a:solidFill>
            <a:miter/>
          </a:ln>
        </p:spPr>
      </p:sp>
      <p:sp>
        <p:nvSpPr>
          <p:cNvPr id="88" name=""/>
          <p:cNvSpPr/>
          <p:nvPr/>
        </p:nvSpPr>
        <p:spPr>
          <a:xfrm>
            <a:off x="964800" y="232884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89" name=""/>
          <p:cNvSpPr/>
          <p:nvPr/>
        </p:nvSpPr>
        <p:spPr>
          <a:xfrm>
            <a:off x="1319040" y="232884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224280" y="249228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610560" y="249228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10080">
            <a:solidFill>
              <a:srgbClr val="ffffff"/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964800" y="249228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1319040" y="249228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224280" y="265572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610560" y="265572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964800" y="265572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1319040" y="265572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224280" y="281916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610560" y="281916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964800" y="281916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1319040" y="281916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224280" y="298260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610560" y="298260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964800" y="298260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10080">
            <a:solidFill>
              <a:srgbClr val="ffffff"/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1319040" y="298260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224280" y="314604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610560" y="314604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964800" y="314604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1319040" y="314604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224280" y="330948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610560" y="330948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964800" y="330948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1319040" y="3309480"/>
            <a:ext cx="225720" cy="114480"/>
          </a:xfrm>
          <a:custGeom>
            <a:avLst/>
            <a:gdLst/>
            <a:ahLst/>
            <a:rect l="0" t="0" r="r" b="b"/>
            <a:pathLst>
              <a:path w="627" h="318">
                <a:moveTo>
                  <a:pt x="0" y="0"/>
                </a:moveTo>
                <a:lnTo>
                  <a:pt x="627" y="0"/>
                </a:lnTo>
                <a:lnTo>
                  <a:pt x="627" y="318"/>
                </a:lnTo>
                <a:lnTo>
                  <a:pt x="0" y="318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224280" y="34729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610560" y="34729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10080">
            <a:solidFill>
              <a:srgbClr val="ffffff"/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964800" y="34729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17" name=""/>
          <p:cNvSpPr/>
          <p:nvPr/>
        </p:nvSpPr>
        <p:spPr>
          <a:xfrm>
            <a:off x="1319040" y="34729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18" name=""/>
          <p:cNvSpPr/>
          <p:nvPr/>
        </p:nvSpPr>
        <p:spPr>
          <a:xfrm>
            <a:off x="224280" y="36363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610560" y="36363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964800" y="36363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1319040" y="36363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224280" y="37998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610560" y="37998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964800" y="37998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1319040" y="37998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224280" y="39632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610560" y="39632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964800" y="39632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29" name=""/>
          <p:cNvSpPr/>
          <p:nvPr/>
        </p:nvSpPr>
        <p:spPr>
          <a:xfrm>
            <a:off x="1319040" y="39632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224280" y="41266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610560" y="41266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964800" y="41266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1319040" y="412668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224280" y="42901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35" name=""/>
          <p:cNvSpPr/>
          <p:nvPr/>
        </p:nvSpPr>
        <p:spPr>
          <a:xfrm>
            <a:off x="610560" y="42901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10080">
            <a:solidFill>
              <a:srgbClr val="ffffff"/>
            </a:solidFill>
            <a:miter/>
          </a:ln>
        </p:spPr>
      </p:sp>
      <p:sp>
        <p:nvSpPr>
          <p:cNvPr id="136" name=""/>
          <p:cNvSpPr/>
          <p:nvPr/>
        </p:nvSpPr>
        <p:spPr>
          <a:xfrm>
            <a:off x="964800" y="42901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1319040" y="429012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38" name=""/>
          <p:cNvSpPr/>
          <p:nvPr/>
        </p:nvSpPr>
        <p:spPr>
          <a:xfrm>
            <a:off x="224280" y="44535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610560" y="44535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40" name=""/>
          <p:cNvSpPr/>
          <p:nvPr/>
        </p:nvSpPr>
        <p:spPr>
          <a:xfrm>
            <a:off x="964800" y="44535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41" name=""/>
          <p:cNvSpPr/>
          <p:nvPr/>
        </p:nvSpPr>
        <p:spPr>
          <a:xfrm>
            <a:off x="1319040" y="445356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42" name=""/>
          <p:cNvSpPr/>
          <p:nvPr/>
        </p:nvSpPr>
        <p:spPr>
          <a:xfrm>
            <a:off x="224280" y="46170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43" name=""/>
          <p:cNvSpPr/>
          <p:nvPr/>
        </p:nvSpPr>
        <p:spPr>
          <a:xfrm>
            <a:off x="610560" y="46170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44" name=""/>
          <p:cNvSpPr/>
          <p:nvPr/>
        </p:nvSpPr>
        <p:spPr>
          <a:xfrm>
            <a:off x="964800" y="46170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45" name=""/>
          <p:cNvSpPr/>
          <p:nvPr/>
        </p:nvSpPr>
        <p:spPr>
          <a:xfrm>
            <a:off x="1319040" y="461700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46" name=""/>
          <p:cNvSpPr/>
          <p:nvPr/>
        </p:nvSpPr>
        <p:spPr>
          <a:xfrm>
            <a:off x="224280" y="47804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10080">
            <a:solidFill>
              <a:srgbClr val="ffffff"/>
            </a:solidFill>
            <a:miter/>
          </a:ln>
        </p:spPr>
      </p:sp>
      <p:sp>
        <p:nvSpPr>
          <p:cNvPr id="147" name=""/>
          <p:cNvSpPr/>
          <p:nvPr/>
        </p:nvSpPr>
        <p:spPr>
          <a:xfrm>
            <a:off x="610560" y="47804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fc8d8"/>
          </a:solidFill>
          <a:ln w="10080">
            <a:solidFill>
              <a:srgbClr val="ffffff"/>
            </a:solidFill>
            <a:miter/>
          </a:ln>
        </p:spPr>
      </p:sp>
      <p:sp>
        <p:nvSpPr>
          <p:cNvPr id="148" name=""/>
          <p:cNvSpPr/>
          <p:nvPr/>
        </p:nvSpPr>
        <p:spPr>
          <a:xfrm>
            <a:off x="964800" y="47804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7d8ba8"/>
          </a:solidFill>
          <a:ln w="10080">
            <a:solidFill>
              <a:srgbClr val="ffffff"/>
            </a:solidFill>
            <a:miter/>
          </a:ln>
        </p:spPr>
      </p:sp>
      <p:sp>
        <p:nvSpPr>
          <p:cNvPr id="149" name=""/>
          <p:cNvSpPr/>
          <p:nvPr/>
        </p:nvSpPr>
        <p:spPr>
          <a:xfrm>
            <a:off x="1319040" y="4780440"/>
            <a:ext cx="225720" cy="114840"/>
          </a:xfrm>
          <a:custGeom>
            <a:avLst/>
            <a:gdLst/>
            <a:ahLst/>
            <a:rect l="0" t="0" r="r" b="b"/>
            <a:pathLst>
              <a:path w="627" h="319">
                <a:moveTo>
                  <a:pt x="0" y="0"/>
                </a:moveTo>
                <a:lnTo>
                  <a:pt x="627" y="0"/>
                </a:lnTo>
                <a:lnTo>
                  <a:pt x="627" y="319"/>
                </a:lnTo>
                <a:lnTo>
                  <a:pt x="0" y="319"/>
                </a:lnTo>
                <a:lnTo>
                  <a:pt x="0" y="0"/>
                </a:lnTo>
                <a:close/>
              </a:path>
            </a:pathLst>
          </a:custGeom>
          <a:solidFill>
            <a:srgbClr val="9cd6e2"/>
          </a:solidFill>
          <a:ln w="10080">
            <a:solidFill>
              <a:srgbClr val="ffffff"/>
            </a:solidFill>
            <a:miter/>
          </a:ln>
        </p:spPr>
      </p:sp>
      <p:sp>
        <p:nvSpPr>
          <p:cNvPr id="150" name=""/>
          <p:cNvSpPr txBox="1"/>
          <p:nvPr/>
        </p:nvSpPr>
        <p:spPr>
          <a:xfrm>
            <a:off x="187200" y="184320"/>
            <a:ext cx="3009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resp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1" name=""/>
          <p:cNvSpPr txBox="1"/>
          <p:nvPr/>
        </p:nvSpPr>
        <p:spPr>
          <a:xfrm>
            <a:off x="676800" y="184320"/>
            <a:ext cx="120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A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2" name=""/>
          <p:cNvSpPr txBox="1"/>
          <p:nvPr/>
        </p:nvSpPr>
        <p:spPr>
          <a:xfrm>
            <a:off x="1031760" y="184320"/>
            <a:ext cx="120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B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1387440" y="184320"/>
            <a:ext cx="120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C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91440" y="78120"/>
            <a:ext cx="494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5" name=""/>
          <p:cNvSpPr txBox="1"/>
          <p:nvPr/>
        </p:nvSpPr>
        <p:spPr>
          <a:xfrm>
            <a:off x="729000" y="78120"/>
            <a:ext cx="700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50" spc="-1" strike="noStrike">
                <a:solidFill>
                  <a:srgbClr val="0e2a47"/>
                </a:solidFill>
                <a:latin typeface="DejaVuSans"/>
              </a:rPr>
              <a:t>HLA zygosity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6" name=""/>
          <p:cNvSpPr txBox="1"/>
          <p:nvPr/>
        </p:nvSpPr>
        <p:spPr>
          <a:xfrm>
            <a:off x="650520" y="3668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1004400" y="3668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8" name=""/>
          <p:cNvSpPr txBox="1"/>
          <p:nvPr/>
        </p:nvSpPr>
        <p:spPr>
          <a:xfrm>
            <a:off x="1358640" y="3668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9" name=""/>
          <p:cNvSpPr txBox="1"/>
          <p:nvPr/>
        </p:nvSpPr>
        <p:spPr>
          <a:xfrm>
            <a:off x="650520" y="5302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0" name=""/>
          <p:cNvSpPr txBox="1"/>
          <p:nvPr/>
        </p:nvSpPr>
        <p:spPr>
          <a:xfrm>
            <a:off x="1004400" y="5302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1" name=""/>
          <p:cNvSpPr txBox="1"/>
          <p:nvPr/>
        </p:nvSpPr>
        <p:spPr>
          <a:xfrm>
            <a:off x="1358640" y="5302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650520" y="6937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3" name=""/>
          <p:cNvSpPr txBox="1"/>
          <p:nvPr/>
        </p:nvSpPr>
        <p:spPr>
          <a:xfrm>
            <a:off x="1004400" y="6937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4" name=""/>
          <p:cNvSpPr txBox="1"/>
          <p:nvPr/>
        </p:nvSpPr>
        <p:spPr>
          <a:xfrm>
            <a:off x="1358640" y="6937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5" name=""/>
          <p:cNvSpPr txBox="1"/>
          <p:nvPr/>
        </p:nvSpPr>
        <p:spPr>
          <a:xfrm>
            <a:off x="650520" y="8571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1004400" y="8571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7" name=""/>
          <p:cNvSpPr txBox="1"/>
          <p:nvPr/>
        </p:nvSpPr>
        <p:spPr>
          <a:xfrm>
            <a:off x="1358640" y="8571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8" name=""/>
          <p:cNvSpPr txBox="1"/>
          <p:nvPr/>
        </p:nvSpPr>
        <p:spPr>
          <a:xfrm>
            <a:off x="650520" y="10206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9" name=""/>
          <p:cNvSpPr txBox="1"/>
          <p:nvPr/>
        </p:nvSpPr>
        <p:spPr>
          <a:xfrm>
            <a:off x="1004400" y="10206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0" name=""/>
          <p:cNvSpPr txBox="1"/>
          <p:nvPr/>
        </p:nvSpPr>
        <p:spPr>
          <a:xfrm>
            <a:off x="1358640" y="10206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1" name=""/>
          <p:cNvSpPr txBox="1"/>
          <p:nvPr/>
        </p:nvSpPr>
        <p:spPr>
          <a:xfrm>
            <a:off x="650520" y="11840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2" name=""/>
          <p:cNvSpPr txBox="1"/>
          <p:nvPr/>
        </p:nvSpPr>
        <p:spPr>
          <a:xfrm>
            <a:off x="1004400" y="11840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3" name=""/>
          <p:cNvSpPr txBox="1"/>
          <p:nvPr/>
        </p:nvSpPr>
        <p:spPr>
          <a:xfrm>
            <a:off x="1358640" y="11840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4" name=""/>
          <p:cNvSpPr txBox="1"/>
          <p:nvPr/>
        </p:nvSpPr>
        <p:spPr>
          <a:xfrm>
            <a:off x="650520" y="13474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5" name=""/>
          <p:cNvSpPr txBox="1"/>
          <p:nvPr/>
        </p:nvSpPr>
        <p:spPr>
          <a:xfrm>
            <a:off x="1004400" y="13474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6" name=""/>
          <p:cNvSpPr txBox="1"/>
          <p:nvPr/>
        </p:nvSpPr>
        <p:spPr>
          <a:xfrm>
            <a:off x="1358640" y="13474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7" name=""/>
          <p:cNvSpPr txBox="1"/>
          <p:nvPr/>
        </p:nvSpPr>
        <p:spPr>
          <a:xfrm>
            <a:off x="650520" y="15109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8" name=""/>
          <p:cNvSpPr txBox="1"/>
          <p:nvPr/>
        </p:nvSpPr>
        <p:spPr>
          <a:xfrm>
            <a:off x="1004400" y="15109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79" name=""/>
          <p:cNvSpPr txBox="1"/>
          <p:nvPr/>
        </p:nvSpPr>
        <p:spPr>
          <a:xfrm>
            <a:off x="1358640" y="15109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0" name=""/>
          <p:cNvSpPr txBox="1"/>
          <p:nvPr/>
        </p:nvSpPr>
        <p:spPr>
          <a:xfrm>
            <a:off x="650520" y="16743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1" name=""/>
          <p:cNvSpPr txBox="1"/>
          <p:nvPr/>
        </p:nvSpPr>
        <p:spPr>
          <a:xfrm>
            <a:off x="1004400" y="16743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2" name=""/>
          <p:cNvSpPr txBox="1"/>
          <p:nvPr/>
        </p:nvSpPr>
        <p:spPr>
          <a:xfrm>
            <a:off x="1358640" y="16743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3" name=""/>
          <p:cNvSpPr txBox="1"/>
          <p:nvPr/>
        </p:nvSpPr>
        <p:spPr>
          <a:xfrm>
            <a:off x="650520" y="18378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4" name=""/>
          <p:cNvSpPr txBox="1"/>
          <p:nvPr/>
        </p:nvSpPr>
        <p:spPr>
          <a:xfrm>
            <a:off x="1004400" y="18378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5" name=""/>
          <p:cNvSpPr txBox="1"/>
          <p:nvPr/>
        </p:nvSpPr>
        <p:spPr>
          <a:xfrm>
            <a:off x="1358640" y="18378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6" name=""/>
          <p:cNvSpPr txBox="1"/>
          <p:nvPr/>
        </p:nvSpPr>
        <p:spPr>
          <a:xfrm>
            <a:off x="650520" y="20012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7" name=""/>
          <p:cNvSpPr txBox="1"/>
          <p:nvPr/>
        </p:nvSpPr>
        <p:spPr>
          <a:xfrm>
            <a:off x="1004400" y="20012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8" name=""/>
          <p:cNvSpPr txBox="1"/>
          <p:nvPr/>
        </p:nvSpPr>
        <p:spPr>
          <a:xfrm>
            <a:off x="1358640" y="20012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89" name=""/>
          <p:cNvSpPr txBox="1"/>
          <p:nvPr/>
        </p:nvSpPr>
        <p:spPr>
          <a:xfrm>
            <a:off x="650520" y="21646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0" name=""/>
          <p:cNvSpPr txBox="1"/>
          <p:nvPr/>
        </p:nvSpPr>
        <p:spPr>
          <a:xfrm>
            <a:off x="1004400" y="21646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1" name=""/>
          <p:cNvSpPr txBox="1"/>
          <p:nvPr/>
        </p:nvSpPr>
        <p:spPr>
          <a:xfrm>
            <a:off x="1358640" y="21646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2" name=""/>
          <p:cNvSpPr txBox="1"/>
          <p:nvPr/>
        </p:nvSpPr>
        <p:spPr>
          <a:xfrm>
            <a:off x="614880" y="2328120"/>
            <a:ext cx="2156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e2a47"/>
                </a:solidFill>
                <a:latin typeface="DejaVuSans"/>
              </a:rPr>
              <a:t>hom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3" name=""/>
          <p:cNvSpPr txBox="1"/>
          <p:nvPr/>
        </p:nvSpPr>
        <p:spPr>
          <a:xfrm>
            <a:off x="1004400" y="23281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4" name=""/>
          <p:cNvSpPr txBox="1"/>
          <p:nvPr/>
        </p:nvSpPr>
        <p:spPr>
          <a:xfrm>
            <a:off x="1358640" y="23281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5" name=""/>
          <p:cNvSpPr txBox="1"/>
          <p:nvPr/>
        </p:nvSpPr>
        <p:spPr>
          <a:xfrm>
            <a:off x="614880" y="2491560"/>
            <a:ext cx="2156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e2a47"/>
                </a:solidFill>
                <a:latin typeface="DejaVuSans"/>
              </a:rPr>
              <a:t>hom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6" name=""/>
          <p:cNvSpPr txBox="1"/>
          <p:nvPr/>
        </p:nvSpPr>
        <p:spPr>
          <a:xfrm>
            <a:off x="1004400" y="24915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7" name=""/>
          <p:cNvSpPr txBox="1"/>
          <p:nvPr/>
        </p:nvSpPr>
        <p:spPr>
          <a:xfrm>
            <a:off x="1358640" y="24915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8" name=""/>
          <p:cNvSpPr txBox="1"/>
          <p:nvPr/>
        </p:nvSpPr>
        <p:spPr>
          <a:xfrm>
            <a:off x="650520" y="26550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99" name=""/>
          <p:cNvSpPr txBox="1"/>
          <p:nvPr/>
        </p:nvSpPr>
        <p:spPr>
          <a:xfrm>
            <a:off x="1004400" y="26550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0" name=""/>
          <p:cNvSpPr txBox="1"/>
          <p:nvPr/>
        </p:nvSpPr>
        <p:spPr>
          <a:xfrm>
            <a:off x="1358640" y="26550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1" name=""/>
          <p:cNvSpPr txBox="1"/>
          <p:nvPr/>
        </p:nvSpPr>
        <p:spPr>
          <a:xfrm>
            <a:off x="650520" y="28184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2" name=""/>
          <p:cNvSpPr txBox="1"/>
          <p:nvPr/>
        </p:nvSpPr>
        <p:spPr>
          <a:xfrm>
            <a:off x="1004400" y="28184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3" name=""/>
          <p:cNvSpPr txBox="1"/>
          <p:nvPr/>
        </p:nvSpPr>
        <p:spPr>
          <a:xfrm>
            <a:off x="1358640" y="28184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4" name=""/>
          <p:cNvSpPr txBox="1"/>
          <p:nvPr/>
        </p:nvSpPr>
        <p:spPr>
          <a:xfrm>
            <a:off x="650520" y="29818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5" name=""/>
          <p:cNvSpPr txBox="1"/>
          <p:nvPr/>
        </p:nvSpPr>
        <p:spPr>
          <a:xfrm>
            <a:off x="969120" y="2981880"/>
            <a:ext cx="2156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e2a47"/>
                </a:solidFill>
                <a:latin typeface="DejaVuSans"/>
              </a:rPr>
              <a:t>hom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6" name=""/>
          <p:cNvSpPr txBox="1"/>
          <p:nvPr/>
        </p:nvSpPr>
        <p:spPr>
          <a:xfrm>
            <a:off x="1358640" y="29818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7" name=""/>
          <p:cNvSpPr txBox="1"/>
          <p:nvPr/>
        </p:nvSpPr>
        <p:spPr>
          <a:xfrm>
            <a:off x="650520" y="31453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8" name=""/>
          <p:cNvSpPr txBox="1"/>
          <p:nvPr/>
        </p:nvSpPr>
        <p:spPr>
          <a:xfrm>
            <a:off x="1004400" y="31453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9" name=""/>
          <p:cNvSpPr txBox="1"/>
          <p:nvPr/>
        </p:nvSpPr>
        <p:spPr>
          <a:xfrm>
            <a:off x="1358640" y="31453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0" name=""/>
          <p:cNvSpPr txBox="1"/>
          <p:nvPr/>
        </p:nvSpPr>
        <p:spPr>
          <a:xfrm>
            <a:off x="650520" y="33087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1" name=""/>
          <p:cNvSpPr txBox="1"/>
          <p:nvPr/>
        </p:nvSpPr>
        <p:spPr>
          <a:xfrm>
            <a:off x="1004400" y="33087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2" name=""/>
          <p:cNvSpPr txBox="1"/>
          <p:nvPr/>
        </p:nvSpPr>
        <p:spPr>
          <a:xfrm>
            <a:off x="1358640" y="33087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3" name=""/>
          <p:cNvSpPr txBox="1"/>
          <p:nvPr/>
        </p:nvSpPr>
        <p:spPr>
          <a:xfrm>
            <a:off x="614880" y="3472200"/>
            <a:ext cx="2156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e2a47"/>
                </a:solidFill>
                <a:latin typeface="DejaVuSans"/>
              </a:rPr>
              <a:t>hom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4" name=""/>
          <p:cNvSpPr txBox="1"/>
          <p:nvPr/>
        </p:nvSpPr>
        <p:spPr>
          <a:xfrm>
            <a:off x="1004400" y="34722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5" name=""/>
          <p:cNvSpPr txBox="1"/>
          <p:nvPr/>
        </p:nvSpPr>
        <p:spPr>
          <a:xfrm>
            <a:off x="1358640" y="34722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6" name=""/>
          <p:cNvSpPr txBox="1"/>
          <p:nvPr/>
        </p:nvSpPr>
        <p:spPr>
          <a:xfrm>
            <a:off x="650520" y="36356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7" name=""/>
          <p:cNvSpPr txBox="1"/>
          <p:nvPr/>
        </p:nvSpPr>
        <p:spPr>
          <a:xfrm>
            <a:off x="1004400" y="36356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8" name=""/>
          <p:cNvSpPr txBox="1"/>
          <p:nvPr/>
        </p:nvSpPr>
        <p:spPr>
          <a:xfrm>
            <a:off x="1358640" y="36356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9" name=""/>
          <p:cNvSpPr txBox="1"/>
          <p:nvPr/>
        </p:nvSpPr>
        <p:spPr>
          <a:xfrm>
            <a:off x="650520" y="37990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0" name=""/>
          <p:cNvSpPr txBox="1"/>
          <p:nvPr/>
        </p:nvSpPr>
        <p:spPr>
          <a:xfrm>
            <a:off x="1004400" y="37990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1" name=""/>
          <p:cNvSpPr txBox="1"/>
          <p:nvPr/>
        </p:nvSpPr>
        <p:spPr>
          <a:xfrm>
            <a:off x="1358640" y="37990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2" name=""/>
          <p:cNvSpPr txBox="1"/>
          <p:nvPr/>
        </p:nvSpPr>
        <p:spPr>
          <a:xfrm>
            <a:off x="650520" y="39625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3" name=""/>
          <p:cNvSpPr txBox="1"/>
          <p:nvPr/>
        </p:nvSpPr>
        <p:spPr>
          <a:xfrm>
            <a:off x="1004400" y="39625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4" name=""/>
          <p:cNvSpPr txBox="1"/>
          <p:nvPr/>
        </p:nvSpPr>
        <p:spPr>
          <a:xfrm>
            <a:off x="1358640" y="39625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5" name=""/>
          <p:cNvSpPr txBox="1"/>
          <p:nvPr/>
        </p:nvSpPr>
        <p:spPr>
          <a:xfrm>
            <a:off x="650520" y="41259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6" name=""/>
          <p:cNvSpPr txBox="1"/>
          <p:nvPr/>
        </p:nvSpPr>
        <p:spPr>
          <a:xfrm>
            <a:off x="1004400" y="41259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7" name=""/>
          <p:cNvSpPr txBox="1"/>
          <p:nvPr/>
        </p:nvSpPr>
        <p:spPr>
          <a:xfrm>
            <a:off x="1358640" y="412596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8" name=""/>
          <p:cNvSpPr txBox="1"/>
          <p:nvPr/>
        </p:nvSpPr>
        <p:spPr>
          <a:xfrm>
            <a:off x="614880" y="4289400"/>
            <a:ext cx="2156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00" spc="-1" strike="noStrike">
                <a:solidFill>
                  <a:srgbClr val="0e2a47"/>
                </a:solidFill>
                <a:latin typeface="DejaVuSans"/>
              </a:rPr>
              <a:t>hom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29" name=""/>
          <p:cNvSpPr txBox="1"/>
          <p:nvPr/>
        </p:nvSpPr>
        <p:spPr>
          <a:xfrm>
            <a:off x="1004400" y="42894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0" name=""/>
          <p:cNvSpPr txBox="1"/>
          <p:nvPr/>
        </p:nvSpPr>
        <p:spPr>
          <a:xfrm>
            <a:off x="1358640" y="428940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1" name=""/>
          <p:cNvSpPr txBox="1"/>
          <p:nvPr/>
        </p:nvSpPr>
        <p:spPr>
          <a:xfrm>
            <a:off x="650520" y="44528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2" name=""/>
          <p:cNvSpPr txBox="1"/>
          <p:nvPr/>
        </p:nvSpPr>
        <p:spPr>
          <a:xfrm>
            <a:off x="1004400" y="44528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3" name=""/>
          <p:cNvSpPr txBox="1"/>
          <p:nvPr/>
        </p:nvSpPr>
        <p:spPr>
          <a:xfrm>
            <a:off x="1358640" y="445284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4" name=""/>
          <p:cNvSpPr txBox="1"/>
          <p:nvPr/>
        </p:nvSpPr>
        <p:spPr>
          <a:xfrm>
            <a:off x="650520" y="46162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5" name=""/>
          <p:cNvSpPr txBox="1"/>
          <p:nvPr/>
        </p:nvSpPr>
        <p:spPr>
          <a:xfrm>
            <a:off x="1004400" y="46162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6" name=""/>
          <p:cNvSpPr txBox="1"/>
          <p:nvPr/>
        </p:nvSpPr>
        <p:spPr>
          <a:xfrm>
            <a:off x="1358640" y="461628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7" name=""/>
          <p:cNvSpPr txBox="1"/>
          <p:nvPr/>
        </p:nvSpPr>
        <p:spPr>
          <a:xfrm>
            <a:off x="650520" y="47797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8" name=""/>
          <p:cNvSpPr txBox="1"/>
          <p:nvPr/>
        </p:nvSpPr>
        <p:spPr>
          <a:xfrm>
            <a:off x="1004400" y="47797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1988280" y="342720"/>
            <a:ext cx="5693400" cy="4577040"/>
          </a:xfrm>
          <a:custGeom>
            <a:avLst/>
            <a:gdLst/>
            <a:ahLst/>
            <a:rect l="0" t="0" r="r" b="b"/>
            <a:pathLst>
              <a:path w="15815" h="12714">
                <a:moveTo>
                  <a:pt x="0" y="12714"/>
                </a:moveTo>
                <a:lnTo>
                  <a:pt x="15815" y="12714"/>
                </a:lnTo>
                <a:lnTo>
                  <a:pt x="15815" y="0"/>
                </a:lnTo>
                <a:lnTo>
                  <a:pt x="0" y="0"/>
                </a:lnTo>
                <a:lnTo>
                  <a:pt x="0" y="1271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40" name=""/>
          <p:cNvSpPr/>
          <p:nvPr/>
        </p:nvSpPr>
        <p:spPr>
          <a:xfrm>
            <a:off x="203904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1" name=""/>
          <p:cNvSpPr/>
          <p:nvPr/>
        </p:nvSpPr>
        <p:spPr>
          <a:xfrm>
            <a:off x="203904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2" name=""/>
          <p:cNvSpPr txBox="1"/>
          <p:nvPr/>
        </p:nvSpPr>
        <p:spPr>
          <a:xfrm>
            <a:off x="1358640" y="4779720"/>
            <a:ext cx="146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het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267480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4" name=""/>
          <p:cNvSpPr/>
          <p:nvPr/>
        </p:nvSpPr>
        <p:spPr>
          <a:xfrm>
            <a:off x="267480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5" name=""/>
          <p:cNvSpPr txBox="1"/>
          <p:nvPr/>
        </p:nvSpPr>
        <p:spPr>
          <a:xfrm>
            <a:off x="2003040" y="49827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331020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7" name=""/>
          <p:cNvSpPr/>
          <p:nvPr/>
        </p:nvSpPr>
        <p:spPr>
          <a:xfrm>
            <a:off x="331020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8" name=""/>
          <p:cNvSpPr txBox="1"/>
          <p:nvPr/>
        </p:nvSpPr>
        <p:spPr>
          <a:xfrm>
            <a:off x="2602080" y="49827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394560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0" name=""/>
          <p:cNvSpPr/>
          <p:nvPr/>
        </p:nvSpPr>
        <p:spPr>
          <a:xfrm>
            <a:off x="394560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1" name=""/>
          <p:cNvSpPr txBox="1"/>
          <p:nvPr/>
        </p:nvSpPr>
        <p:spPr>
          <a:xfrm>
            <a:off x="3237480" y="49827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2" name=""/>
          <p:cNvSpPr/>
          <p:nvPr/>
        </p:nvSpPr>
        <p:spPr>
          <a:xfrm>
            <a:off x="458100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3" name=""/>
          <p:cNvSpPr/>
          <p:nvPr/>
        </p:nvSpPr>
        <p:spPr>
          <a:xfrm>
            <a:off x="458100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4" name=""/>
          <p:cNvSpPr txBox="1"/>
          <p:nvPr/>
        </p:nvSpPr>
        <p:spPr>
          <a:xfrm>
            <a:off x="3872880" y="49827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5" name=""/>
          <p:cNvSpPr/>
          <p:nvPr/>
        </p:nvSpPr>
        <p:spPr>
          <a:xfrm>
            <a:off x="521676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6" name=""/>
          <p:cNvSpPr/>
          <p:nvPr/>
        </p:nvSpPr>
        <p:spPr>
          <a:xfrm>
            <a:off x="521676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7" name=""/>
          <p:cNvSpPr txBox="1"/>
          <p:nvPr/>
        </p:nvSpPr>
        <p:spPr>
          <a:xfrm>
            <a:off x="4471920" y="49827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585216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9" name=""/>
          <p:cNvSpPr/>
          <p:nvPr/>
        </p:nvSpPr>
        <p:spPr>
          <a:xfrm>
            <a:off x="585216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0" name=""/>
          <p:cNvSpPr txBox="1"/>
          <p:nvPr/>
        </p:nvSpPr>
        <p:spPr>
          <a:xfrm>
            <a:off x="5107680" y="49827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648756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2" name=""/>
          <p:cNvSpPr/>
          <p:nvPr/>
        </p:nvSpPr>
        <p:spPr>
          <a:xfrm>
            <a:off x="648756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3" name=""/>
          <p:cNvSpPr txBox="1"/>
          <p:nvPr/>
        </p:nvSpPr>
        <p:spPr>
          <a:xfrm>
            <a:off x="5743080" y="49827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7123320" y="49194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5" name=""/>
          <p:cNvSpPr/>
          <p:nvPr/>
        </p:nvSpPr>
        <p:spPr>
          <a:xfrm>
            <a:off x="7123320" y="49194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6" name=""/>
          <p:cNvSpPr txBox="1"/>
          <p:nvPr/>
        </p:nvSpPr>
        <p:spPr>
          <a:xfrm>
            <a:off x="6378480" y="49827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175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7" name=""/>
          <p:cNvSpPr txBox="1"/>
          <p:nvPr/>
        </p:nvSpPr>
        <p:spPr>
          <a:xfrm>
            <a:off x="7014240" y="49827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1950120" y="424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9" name=""/>
          <p:cNvSpPr/>
          <p:nvPr/>
        </p:nvSpPr>
        <p:spPr>
          <a:xfrm flipH="1">
            <a:off x="1950120" y="424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0" name=""/>
          <p:cNvSpPr txBox="1"/>
          <p:nvPr/>
        </p:nvSpPr>
        <p:spPr>
          <a:xfrm>
            <a:off x="3523680" y="5142240"/>
            <a:ext cx="2614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mutation sites with MHC-I binder  (pre)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1950120" y="587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2" name=""/>
          <p:cNvSpPr/>
          <p:nvPr/>
        </p:nvSpPr>
        <p:spPr>
          <a:xfrm flipH="1">
            <a:off x="1950120" y="587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3" name=""/>
          <p:cNvSpPr txBox="1"/>
          <p:nvPr/>
        </p:nvSpPr>
        <p:spPr>
          <a:xfrm>
            <a:off x="1687680" y="3621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S34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1950120" y="751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5" name=""/>
          <p:cNvSpPr/>
          <p:nvPr/>
        </p:nvSpPr>
        <p:spPr>
          <a:xfrm flipH="1">
            <a:off x="1950120" y="751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6" name=""/>
          <p:cNvSpPr txBox="1"/>
          <p:nvPr/>
        </p:nvSpPr>
        <p:spPr>
          <a:xfrm>
            <a:off x="1687680" y="52560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S35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1950120" y="914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8" name=""/>
          <p:cNvSpPr/>
          <p:nvPr/>
        </p:nvSpPr>
        <p:spPr>
          <a:xfrm flipH="1">
            <a:off x="1950120" y="914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9" name=""/>
          <p:cNvSpPr txBox="1"/>
          <p:nvPr/>
        </p:nvSpPr>
        <p:spPr>
          <a:xfrm>
            <a:off x="1760400" y="6890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1950120" y="1078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81" name=""/>
          <p:cNvSpPr/>
          <p:nvPr/>
        </p:nvSpPr>
        <p:spPr>
          <a:xfrm flipH="1">
            <a:off x="1950120" y="1078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2" name=""/>
          <p:cNvSpPr txBox="1"/>
          <p:nvPr/>
        </p:nvSpPr>
        <p:spPr>
          <a:xfrm>
            <a:off x="1687680" y="85248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1950120" y="1241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84" name=""/>
          <p:cNvSpPr/>
          <p:nvPr/>
        </p:nvSpPr>
        <p:spPr>
          <a:xfrm flipH="1">
            <a:off x="1950120" y="1241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5" name=""/>
          <p:cNvSpPr txBox="1"/>
          <p:nvPr/>
        </p:nvSpPr>
        <p:spPr>
          <a:xfrm>
            <a:off x="1687680" y="10159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6" name=""/>
          <p:cNvSpPr/>
          <p:nvPr/>
        </p:nvSpPr>
        <p:spPr>
          <a:xfrm>
            <a:off x="1950120" y="1405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87" name=""/>
          <p:cNvSpPr/>
          <p:nvPr/>
        </p:nvSpPr>
        <p:spPr>
          <a:xfrm flipH="1">
            <a:off x="1950120" y="1405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8" name=""/>
          <p:cNvSpPr txBox="1"/>
          <p:nvPr/>
        </p:nvSpPr>
        <p:spPr>
          <a:xfrm>
            <a:off x="1687680" y="11793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1950120" y="1568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90" name=""/>
          <p:cNvSpPr/>
          <p:nvPr/>
        </p:nvSpPr>
        <p:spPr>
          <a:xfrm flipH="1">
            <a:off x="1950120" y="1568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1" name=""/>
          <p:cNvSpPr txBox="1"/>
          <p:nvPr/>
        </p:nvSpPr>
        <p:spPr>
          <a:xfrm>
            <a:off x="1760400" y="13428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92" name=""/>
          <p:cNvSpPr/>
          <p:nvPr/>
        </p:nvSpPr>
        <p:spPr>
          <a:xfrm>
            <a:off x="1950120" y="1731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93" name=""/>
          <p:cNvSpPr/>
          <p:nvPr/>
        </p:nvSpPr>
        <p:spPr>
          <a:xfrm flipH="1">
            <a:off x="1950120" y="1731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4" name=""/>
          <p:cNvSpPr txBox="1"/>
          <p:nvPr/>
        </p:nvSpPr>
        <p:spPr>
          <a:xfrm>
            <a:off x="1687680" y="15062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95" name=""/>
          <p:cNvSpPr/>
          <p:nvPr/>
        </p:nvSpPr>
        <p:spPr>
          <a:xfrm>
            <a:off x="1950120" y="1895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96" name=""/>
          <p:cNvSpPr/>
          <p:nvPr/>
        </p:nvSpPr>
        <p:spPr>
          <a:xfrm flipH="1">
            <a:off x="1950120" y="1895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97" name=""/>
          <p:cNvSpPr txBox="1"/>
          <p:nvPr/>
        </p:nvSpPr>
        <p:spPr>
          <a:xfrm>
            <a:off x="1687680" y="166968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98" name=""/>
          <p:cNvSpPr/>
          <p:nvPr/>
        </p:nvSpPr>
        <p:spPr>
          <a:xfrm>
            <a:off x="1950120" y="2058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99" name=""/>
          <p:cNvSpPr/>
          <p:nvPr/>
        </p:nvSpPr>
        <p:spPr>
          <a:xfrm flipH="1">
            <a:off x="1950120" y="2058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0" name=""/>
          <p:cNvSpPr txBox="1"/>
          <p:nvPr/>
        </p:nvSpPr>
        <p:spPr>
          <a:xfrm>
            <a:off x="1760400" y="18331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01" name=""/>
          <p:cNvSpPr/>
          <p:nvPr/>
        </p:nvSpPr>
        <p:spPr>
          <a:xfrm>
            <a:off x="1950120" y="2222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02" name=""/>
          <p:cNvSpPr/>
          <p:nvPr/>
        </p:nvSpPr>
        <p:spPr>
          <a:xfrm flipH="1">
            <a:off x="1950120" y="2222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3" name=""/>
          <p:cNvSpPr txBox="1"/>
          <p:nvPr/>
        </p:nvSpPr>
        <p:spPr>
          <a:xfrm>
            <a:off x="1687680" y="19965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S32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1950120" y="2385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05" name=""/>
          <p:cNvSpPr/>
          <p:nvPr/>
        </p:nvSpPr>
        <p:spPr>
          <a:xfrm flipH="1">
            <a:off x="1950120" y="2385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6" name=""/>
          <p:cNvSpPr txBox="1"/>
          <p:nvPr/>
        </p:nvSpPr>
        <p:spPr>
          <a:xfrm>
            <a:off x="1687680" y="216000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07" name=""/>
          <p:cNvSpPr/>
          <p:nvPr/>
        </p:nvSpPr>
        <p:spPr>
          <a:xfrm>
            <a:off x="1950120" y="2549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08" name=""/>
          <p:cNvSpPr/>
          <p:nvPr/>
        </p:nvSpPr>
        <p:spPr>
          <a:xfrm flipH="1">
            <a:off x="1950120" y="2549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09" name=""/>
          <p:cNvSpPr txBox="1"/>
          <p:nvPr/>
        </p:nvSpPr>
        <p:spPr>
          <a:xfrm>
            <a:off x="1687680" y="23234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10" name=""/>
          <p:cNvSpPr/>
          <p:nvPr/>
        </p:nvSpPr>
        <p:spPr>
          <a:xfrm>
            <a:off x="1950120" y="2712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1" name=""/>
          <p:cNvSpPr/>
          <p:nvPr/>
        </p:nvSpPr>
        <p:spPr>
          <a:xfrm flipH="1">
            <a:off x="1950120" y="2712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2" name=""/>
          <p:cNvSpPr txBox="1"/>
          <p:nvPr/>
        </p:nvSpPr>
        <p:spPr>
          <a:xfrm>
            <a:off x="1687680" y="248688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13" name=""/>
          <p:cNvSpPr/>
          <p:nvPr/>
        </p:nvSpPr>
        <p:spPr>
          <a:xfrm>
            <a:off x="1950120" y="2876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4" name=""/>
          <p:cNvSpPr/>
          <p:nvPr/>
        </p:nvSpPr>
        <p:spPr>
          <a:xfrm flipH="1">
            <a:off x="1950120" y="2876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5" name=""/>
          <p:cNvSpPr txBox="1"/>
          <p:nvPr/>
        </p:nvSpPr>
        <p:spPr>
          <a:xfrm>
            <a:off x="1687680" y="26503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S31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1950120" y="3039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17" name=""/>
          <p:cNvSpPr/>
          <p:nvPr/>
        </p:nvSpPr>
        <p:spPr>
          <a:xfrm flipH="1">
            <a:off x="1950120" y="3039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18" name=""/>
          <p:cNvSpPr txBox="1"/>
          <p:nvPr/>
        </p:nvSpPr>
        <p:spPr>
          <a:xfrm>
            <a:off x="1687680" y="28137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19" name=""/>
          <p:cNvSpPr/>
          <p:nvPr/>
        </p:nvSpPr>
        <p:spPr>
          <a:xfrm>
            <a:off x="1950120" y="3203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0" name=""/>
          <p:cNvSpPr/>
          <p:nvPr/>
        </p:nvSpPr>
        <p:spPr>
          <a:xfrm flipH="1">
            <a:off x="1950120" y="3203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1" name=""/>
          <p:cNvSpPr txBox="1"/>
          <p:nvPr/>
        </p:nvSpPr>
        <p:spPr>
          <a:xfrm>
            <a:off x="1760400" y="29772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2" name=""/>
          <p:cNvSpPr/>
          <p:nvPr/>
        </p:nvSpPr>
        <p:spPr>
          <a:xfrm>
            <a:off x="1950120" y="3366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3" name=""/>
          <p:cNvSpPr/>
          <p:nvPr/>
        </p:nvSpPr>
        <p:spPr>
          <a:xfrm flipH="1">
            <a:off x="1950120" y="3366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4" name=""/>
          <p:cNvSpPr txBox="1"/>
          <p:nvPr/>
        </p:nvSpPr>
        <p:spPr>
          <a:xfrm>
            <a:off x="1687680" y="31406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5" name=""/>
          <p:cNvSpPr/>
          <p:nvPr/>
        </p:nvSpPr>
        <p:spPr>
          <a:xfrm>
            <a:off x="1950120" y="3530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6" name=""/>
          <p:cNvSpPr/>
          <p:nvPr/>
        </p:nvSpPr>
        <p:spPr>
          <a:xfrm flipH="1">
            <a:off x="1950120" y="3530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27" name=""/>
          <p:cNvSpPr txBox="1"/>
          <p:nvPr/>
        </p:nvSpPr>
        <p:spPr>
          <a:xfrm>
            <a:off x="1760400" y="33040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28" name=""/>
          <p:cNvSpPr/>
          <p:nvPr/>
        </p:nvSpPr>
        <p:spPr>
          <a:xfrm>
            <a:off x="1950120" y="3693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29" name=""/>
          <p:cNvSpPr/>
          <p:nvPr/>
        </p:nvSpPr>
        <p:spPr>
          <a:xfrm flipH="1">
            <a:off x="1950120" y="3693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0" name=""/>
          <p:cNvSpPr txBox="1"/>
          <p:nvPr/>
        </p:nvSpPr>
        <p:spPr>
          <a:xfrm>
            <a:off x="1687680" y="34675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1" name=""/>
          <p:cNvSpPr/>
          <p:nvPr/>
        </p:nvSpPr>
        <p:spPr>
          <a:xfrm>
            <a:off x="1950120" y="3857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32" name=""/>
          <p:cNvSpPr/>
          <p:nvPr/>
        </p:nvSpPr>
        <p:spPr>
          <a:xfrm flipH="1">
            <a:off x="1950120" y="3857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3" name=""/>
          <p:cNvSpPr txBox="1"/>
          <p:nvPr/>
        </p:nvSpPr>
        <p:spPr>
          <a:xfrm>
            <a:off x="1760400" y="36309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4" name=""/>
          <p:cNvSpPr/>
          <p:nvPr/>
        </p:nvSpPr>
        <p:spPr>
          <a:xfrm>
            <a:off x="1950120" y="4020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35" name=""/>
          <p:cNvSpPr/>
          <p:nvPr/>
        </p:nvSpPr>
        <p:spPr>
          <a:xfrm flipH="1">
            <a:off x="1950120" y="4020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6" name=""/>
          <p:cNvSpPr txBox="1"/>
          <p:nvPr/>
        </p:nvSpPr>
        <p:spPr>
          <a:xfrm>
            <a:off x="1687680" y="379440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37" name=""/>
          <p:cNvSpPr/>
          <p:nvPr/>
        </p:nvSpPr>
        <p:spPr>
          <a:xfrm>
            <a:off x="1950120" y="4183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38" name=""/>
          <p:cNvSpPr/>
          <p:nvPr/>
        </p:nvSpPr>
        <p:spPr>
          <a:xfrm flipH="1">
            <a:off x="1950120" y="4183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39" name=""/>
          <p:cNvSpPr txBox="1"/>
          <p:nvPr/>
        </p:nvSpPr>
        <p:spPr>
          <a:xfrm>
            <a:off x="1687680" y="39578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40" name=""/>
          <p:cNvSpPr/>
          <p:nvPr/>
        </p:nvSpPr>
        <p:spPr>
          <a:xfrm>
            <a:off x="1950120" y="4347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41" name=""/>
          <p:cNvSpPr/>
          <p:nvPr/>
        </p:nvSpPr>
        <p:spPr>
          <a:xfrm flipH="1">
            <a:off x="1950120" y="4347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2" name=""/>
          <p:cNvSpPr txBox="1"/>
          <p:nvPr/>
        </p:nvSpPr>
        <p:spPr>
          <a:xfrm>
            <a:off x="1760400" y="41212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43" name=""/>
          <p:cNvSpPr/>
          <p:nvPr/>
        </p:nvSpPr>
        <p:spPr>
          <a:xfrm>
            <a:off x="1950120" y="4510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44" name=""/>
          <p:cNvSpPr/>
          <p:nvPr/>
        </p:nvSpPr>
        <p:spPr>
          <a:xfrm flipH="1">
            <a:off x="1950120" y="4510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5" name=""/>
          <p:cNvSpPr txBox="1"/>
          <p:nvPr/>
        </p:nvSpPr>
        <p:spPr>
          <a:xfrm>
            <a:off x="1687680" y="42847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46" name=""/>
          <p:cNvSpPr/>
          <p:nvPr/>
        </p:nvSpPr>
        <p:spPr>
          <a:xfrm>
            <a:off x="1950120" y="4674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47" name=""/>
          <p:cNvSpPr/>
          <p:nvPr/>
        </p:nvSpPr>
        <p:spPr>
          <a:xfrm flipH="1">
            <a:off x="1950120" y="4674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48" name=""/>
          <p:cNvSpPr txBox="1"/>
          <p:nvPr/>
        </p:nvSpPr>
        <p:spPr>
          <a:xfrm>
            <a:off x="1760400" y="44481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49" name=""/>
          <p:cNvSpPr/>
          <p:nvPr/>
        </p:nvSpPr>
        <p:spPr>
          <a:xfrm>
            <a:off x="1950120" y="4837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50" name=""/>
          <p:cNvSpPr/>
          <p:nvPr/>
        </p:nvSpPr>
        <p:spPr>
          <a:xfrm flipH="1">
            <a:off x="1950120" y="4837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1" name=""/>
          <p:cNvSpPr txBox="1"/>
          <p:nvPr/>
        </p:nvSpPr>
        <p:spPr>
          <a:xfrm>
            <a:off x="1760400" y="46116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52" name=""/>
          <p:cNvSpPr/>
          <p:nvPr/>
        </p:nvSpPr>
        <p:spPr>
          <a:xfrm>
            <a:off x="2039040" y="424440"/>
            <a:ext cx="10188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3" name=""/>
          <p:cNvSpPr/>
          <p:nvPr/>
        </p:nvSpPr>
        <p:spPr>
          <a:xfrm>
            <a:off x="2039040" y="587880"/>
            <a:ext cx="61020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4" name=""/>
          <p:cNvSpPr/>
          <p:nvPr/>
        </p:nvSpPr>
        <p:spPr>
          <a:xfrm>
            <a:off x="2039040" y="751320"/>
            <a:ext cx="94068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5" name=""/>
          <p:cNvSpPr/>
          <p:nvPr/>
        </p:nvSpPr>
        <p:spPr>
          <a:xfrm>
            <a:off x="2039040" y="914760"/>
            <a:ext cx="96588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6" name=""/>
          <p:cNvSpPr/>
          <p:nvPr/>
        </p:nvSpPr>
        <p:spPr>
          <a:xfrm>
            <a:off x="2039040" y="1078200"/>
            <a:ext cx="119484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7" name=""/>
          <p:cNvSpPr/>
          <p:nvPr/>
        </p:nvSpPr>
        <p:spPr>
          <a:xfrm>
            <a:off x="2039040" y="1241640"/>
            <a:ext cx="162684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8" name=""/>
          <p:cNvSpPr/>
          <p:nvPr/>
        </p:nvSpPr>
        <p:spPr>
          <a:xfrm>
            <a:off x="2039040" y="1405080"/>
            <a:ext cx="172872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59" name=""/>
          <p:cNvSpPr/>
          <p:nvPr/>
        </p:nvSpPr>
        <p:spPr>
          <a:xfrm>
            <a:off x="2039040" y="1568520"/>
            <a:ext cx="175392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0" name=""/>
          <p:cNvSpPr/>
          <p:nvPr/>
        </p:nvSpPr>
        <p:spPr>
          <a:xfrm>
            <a:off x="2039040" y="1731960"/>
            <a:ext cx="180504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1" name=""/>
          <p:cNvSpPr/>
          <p:nvPr/>
        </p:nvSpPr>
        <p:spPr>
          <a:xfrm>
            <a:off x="2039040" y="1895400"/>
            <a:ext cx="183024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2" name=""/>
          <p:cNvSpPr/>
          <p:nvPr/>
        </p:nvSpPr>
        <p:spPr>
          <a:xfrm>
            <a:off x="2039040" y="2058840"/>
            <a:ext cx="190656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3" name=""/>
          <p:cNvSpPr/>
          <p:nvPr/>
        </p:nvSpPr>
        <p:spPr>
          <a:xfrm>
            <a:off x="2039040" y="2222280"/>
            <a:ext cx="1932120" cy="0"/>
          </a:xfrm>
          <a:prstGeom prst="line">
            <a:avLst/>
          </a:prstGeom>
          <a:ln cap="sq" w="1764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4" name=""/>
          <p:cNvSpPr/>
          <p:nvPr/>
        </p:nvSpPr>
        <p:spPr>
          <a:xfrm>
            <a:off x="2039040" y="2385720"/>
            <a:ext cx="5076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5" name=""/>
          <p:cNvSpPr/>
          <p:nvPr/>
        </p:nvSpPr>
        <p:spPr>
          <a:xfrm>
            <a:off x="2039040" y="2549160"/>
            <a:ext cx="12708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6" name=""/>
          <p:cNvSpPr/>
          <p:nvPr/>
        </p:nvSpPr>
        <p:spPr>
          <a:xfrm>
            <a:off x="2039040" y="2712600"/>
            <a:ext cx="88992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7" name=""/>
          <p:cNvSpPr/>
          <p:nvPr/>
        </p:nvSpPr>
        <p:spPr>
          <a:xfrm>
            <a:off x="2039040" y="2876400"/>
            <a:ext cx="124560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8" name=""/>
          <p:cNvSpPr/>
          <p:nvPr/>
        </p:nvSpPr>
        <p:spPr>
          <a:xfrm>
            <a:off x="2039040" y="3039840"/>
            <a:ext cx="162684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69" name=""/>
          <p:cNvSpPr/>
          <p:nvPr/>
        </p:nvSpPr>
        <p:spPr>
          <a:xfrm>
            <a:off x="2039040" y="3203280"/>
            <a:ext cx="177948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0" name=""/>
          <p:cNvSpPr/>
          <p:nvPr/>
        </p:nvSpPr>
        <p:spPr>
          <a:xfrm>
            <a:off x="2039040" y="3366720"/>
            <a:ext cx="180504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1" name=""/>
          <p:cNvSpPr/>
          <p:nvPr/>
        </p:nvSpPr>
        <p:spPr>
          <a:xfrm>
            <a:off x="2039040" y="3530160"/>
            <a:ext cx="185580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2" name=""/>
          <p:cNvSpPr/>
          <p:nvPr/>
        </p:nvSpPr>
        <p:spPr>
          <a:xfrm>
            <a:off x="2039040" y="3693600"/>
            <a:ext cx="188136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3" name=""/>
          <p:cNvSpPr/>
          <p:nvPr/>
        </p:nvSpPr>
        <p:spPr>
          <a:xfrm>
            <a:off x="2039040" y="3857040"/>
            <a:ext cx="198288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4" name=""/>
          <p:cNvSpPr/>
          <p:nvPr/>
        </p:nvSpPr>
        <p:spPr>
          <a:xfrm>
            <a:off x="2039040" y="4020480"/>
            <a:ext cx="205920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5" name=""/>
          <p:cNvSpPr/>
          <p:nvPr/>
        </p:nvSpPr>
        <p:spPr>
          <a:xfrm>
            <a:off x="2039040" y="4183920"/>
            <a:ext cx="216072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6" name=""/>
          <p:cNvSpPr/>
          <p:nvPr/>
        </p:nvSpPr>
        <p:spPr>
          <a:xfrm>
            <a:off x="2039040" y="4347360"/>
            <a:ext cx="228780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7" name=""/>
          <p:cNvSpPr/>
          <p:nvPr/>
        </p:nvSpPr>
        <p:spPr>
          <a:xfrm>
            <a:off x="2039040" y="4510800"/>
            <a:ext cx="244044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8" name=""/>
          <p:cNvSpPr/>
          <p:nvPr/>
        </p:nvSpPr>
        <p:spPr>
          <a:xfrm>
            <a:off x="2039040" y="4674240"/>
            <a:ext cx="299952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79" name=""/>
          <p:cNvSpPr/>
          <p:nvPr/>
        </p:nvSpPr>
        <p:spPr>
          <a:xfrm>
            <a:off x="2039040" y="4837680"/>
            <a:ext cx="4906080" cy="0"/>
          </a:xfrm>
          <a:prstGeom prst="line">
            <a:avLst/>
          </a:prstGeom>
          <a:ln cap="sq" w="1764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380" name=""/>
          <p:cNvSpPr/>
          <p:nvPr/>
        </p:nvSpPr>
        <p:spPr>
          <a:xfrm flipV="1">
            <a:off x="1988280" y="342720"/>
            <a:ext cx="0" cy="45766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81" name=""/>
          <p:cNvSpPr/>
          <p:nvPr/>
        </p:nvSpPr>
        <p:spPr>
          <a:xfrm>
            <a:off x="1988280" y="4919400"/>
            <a:ext cx="56930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382" name=""/>
          <p:cNvSpPr/>
          <p:nvPr/>
        </p:nvSpPr>
        <p:spPr>
          <a:xfrm>
            <a:off x="2063160" y="34668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4" y="433"/>
                  <a:pt x="329" y="410"/>
                  <a:pt x="369" y="370"/>
                </a:cubicBezTo>
                <a:cubicBezTo>
                  <a:pt x="410" y="329"/>
                  <a:pt x="433" y="274"/>
                  <a:pt x="433" y="217"/>
                </a:cubicBezTo>
                <a:cubicBezTo>
                  <a:pt x="433" y="160"/>
                  <a:pt x="410" y="104"/>
                  <a:pt x="369" y="63"/>
                </a:cubicBezTo>
                <a:cubicBezTo>
                  <a:pt x="329" y="23"/>
                  <a:pt x="274" y="0"/>
                  <a:pt x="217" y="0"/>
                </a:cubicBezTo>
                <a:cubicBezTo>
                  <a:pt x="159" y="0"/>
                  <a:pt x="104" y="23"/>
                  <a:pt x="63" y="63"/>
                </a:cubicBezTo>
                <a:cubicBezTo>
                  <a:pt x="22" y="104"/>
                  <a:pt x="0" y="160"/>
                  <a:pt x="0" y="217"/>
                </a:cubicBezTo>
                <a:cubicBezTo>
                  <a:pt x="0" y="274"/>
                  <a:pt x="22" y="329"/>
                  <a:pt x="63" y="370"/>
                </a:cubicBezTo>
                <a:cubicBezTo>
                  <a:pt x="104" y="410"/>
                  <a:pt x="159" y="433"/>
                  <a:pt x="217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83" name=""/>
          <p:cNvSpPr txBox="1"/>
          <p:nvPr/>
        </p:nvSpPr>
        <p:spPr>
          <a:xfrm>
            <a:off x="1687680" y="47750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384" name=""/>
          <p:cNvSpPr/>
          <p:nvPr/>
        </p:nvSpPr>
        <p:spPr>
          <a:xfrm>
            <a:off x="2571480" y="51012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8" y="410"/>
                  <a:pt x="369" y="370"/>
                </a:cubicBezTo>
                <a:cubicBezTo>
                  <a:pt x="409" y="329"/>
                  <a:pt x="433" y="274"/>
                  <a:pt x="433" y="217"/>
                </a:cubicBezTo>
                <a:cubicBezTo>
                  <a:pt x="433" y="160"/>
                  <a:pt x="409" y="105"/>
                  <a:pt x="369" y="63"/>
                </a:cubicBezTo>
                <a:cubicBezTo>
                  <a:pt x="328" y="23"/>
                  <a:pt x="273" y="0"/>
                  <a:pt x="216" y="0"/>
                </a:cubicBezTo>
                <a:cubicBezTo>
                  <a:pt x="159" y="0"/>
                  <a:pt x="104" y="23"/>
                  <a:pt x="63" y="63"/>
                </a:cubicBezTo>
                <a:cubicBezTo>
                  <a:pt x="23" y="105"/>
                  <a:pt x="0" y="160"/>
                  <a:pt x="0" y="217"/>
                </a:cubicBezTo>
                <a:cubicBezTo>
                  <a:pt x="0" y="274"/>
                  <a:pt x="23" y="329"/>
                  <a:pt x="63" y="370"/>
                </a:cubicBezTo>
                <a:cubicBezTo>
                  <a:pt x="104" y="410"/>
                  <a:pt x="159" y="433"/>
                  <a:pt x="216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85" name=""/>
          <p:cNvSpPr txBox="1"/>
          <p:nvPr/>
        </p:nvSpPr>
        <p:spPr>
          <a:xfrm>
            <a:off x="2179080" y="35820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86" name=""/>
          <p:cNvSpPr/>
          <p:nvPr/>
        </p:nvSpPr>
        <p:spPr>
          <a:xfrm>
            <a:off x="2901960" y="67356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8" y="410"/>
                  <a:pt x="370" y="370"/>
                </a:cubicBezTo>
                <a:cubicBezTo>
                  <a:pt x="410" y="329"/>
                  <a:pt x="433" y="274"/>
                  <a:pt x="433" y="217"/>
                </a:cubicBezTo>
                <a:cubicBezTo>
                  <a:pt x="433" y="160"/>
                  <a:pt x="410" y="105"/>
                  <a:pt x="370" y="63"/>
                </a:cubicBezTo>
                <a:cubicBezTo>
                  <a:pt x="328" y="23"/>
                  <a:pt x="273" y="0"/>
                  <a:pt x="216" y="0"/>
                </a:cubicBezTo>
                <a:cubicBezTo>
                  <a:pt x="159" y="0"/>
                  <a:pt x="104" y="23"/>
                  <a:pt x="63" y="63"/>
                </a:cubicBezTo>
                <a:cubicBezTo>
                  <a:pt x="23" y="105"/>
                  <a:pt x="0" y="160"/>
                  <a:pt x="0" y="217"/>
                </a:cubicBezTo>
                <a:cubicBezTo>
                  <a:pt x="0" y="274"/>
                  <a:pt x="23" y="329"/>
                  <a:pt x="63" y="370"/>
                </a:cubicBezTo>
                <a:cubicBezTo>
                  <a:pt x="104" y="410"/>
                  <a:pt x="159" y="433"/>
                  <a:pt x="216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87" name=""/>
          <p:cNvSpPr txBox="1"/>
          <p:nvPr/>
        </p:nvSpPr>
        <p:spPr>
          <a:xfrm>
            <a:off x="2687400" y="52164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24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88" name=""/>
          <p:cNvSpPr/>
          <p:nvPr/>
        </p:nvSpPr>
        <p:spPr>
          <a:xfrm>
            <a:off x="2927160" y="837000"/>
            <a:ext cx="156240" cy="155880"/>
          </a:xfrm>
          <a:custGeom>
            <a:avLst/>
            <a:gdLst/>
            <a:ahLst/>
            <a:rect l="0" t="0" r="r" b="b"/>
            <a:pathLst>
              <a:path w="434" h="433">
                <a:moveTo>
                  <a:pt x="108" y="433"/>
                </a:moveTo>
                <a:lnTo>
                  <a:pt x="216" y="325"/>
                </a:lnTo>
                <a:lnTo>
                  <a:pt x="325" y="433"/>
                </a:lnTo>
                <a:lnTo>
                  <a:pt x="434" y="325"/>
                </a:lnTo>
                <a:lnTo>
                  <a:pt x="325" y="217"/>
                </a:lnTo>
                <a:lnTo>
                  <a:pt x="434" y="109"/>
                </a:lnTo>
                <a:lnTo>
                  <a:pt x="325" y="0"/>
                </a:lnTo>
                <a:lnTo>
                  <a:pt x="216" y="109"/>
                </a:lnTo>
                <a:lnTo>
                  <a:pt x="108" y="0"/>
                </a:lnTo>
                <a:lnTo>
                  <a:pt x="0" y="109"/>
                </a:lnTo>
                <a:lnTo>
                  <a:pt x="108" y="217"/>
                </a:lnTo>
                <a:lnTo>
                  <a:pt x="0" y="325"/>
                </a:lnTo>
                <a:lnTo>
                  <a:pt x="108" y="433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89" name=""/>
          <p:cNvSpPr txBox="1"/>
          <p:nvPr/>
        </p:nvSpPr>
        <p:spPr>
          <a:xfrm>
            <a:off x="3017880" y="68544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37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90" name=""/>
          <p:cNvSpPr/>
          <p:nvPr/>
        </p:nvSpPr>
        <p:spPr>
          <a:xfrm>
            <a:off x="3156120" y="100044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4" y="433"/>
                  <a:pt x="329" y="411"/>
                  <a:pt x="370" y="370"/>
                </a:cubicBezTo>
                <a:cubicBezTo>
                  <a:pt x="410" y="329"/>
                  <a:pt x="433" y="275"/>
                  <a:pt x="433" y="217"/>
                </a:cubicBezTo>
                <a:cubicBezTo>
                  <a:pt x="433" y="160"/>
                  <a:pt x="410" y="105"/>
                  <a:pt x="370" y="64"/>
                </a:cubicBezTo>
                <a:cubicBezTo>
                  <a:pt x="329" y="23"/>
                  <a:pt x="274" y="0"/>
                  <a:pt x="217" y="0"/>
                </a:cubicBezTo>
                <a:cubicBezTo>
                  <a:pt x="160" y="0"/>
                  <a:pt x="105" y="23"/>
                  <a:pt x="63" y="64"/>
                </a:cubicBezTo>
                <a:cubicBezTo>
                  <a:pt x="23" y="105"/>
                  <a:pt x="0" y="160"/>
                  <a:pt x="0" y="217"/>
                </a:cubicBezTo>
                <a:cubicBezTo>
                  <a:pt x="0" y="275"/>
                  <a:pt x="23" y="329"/>
                  <a:pt x="63" y="370"/>
                </a:cubicBezTo>
                <a:cubicBezTo>
                  <a:pt x="105" y="411"/>
                  <a:pt x="160" y="433"/>
                  <a:pt x="217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91" name=""/>
          <p:cNvSpPr txBox="1"/>
          <p:nvPr/>
        </p:nvSpPr>
        <p:spPr>
          <a:xfrm>
            <a:off x="3043440" y="84888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38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92" name=""/>
          <p:cNvSpPr/>
          <p:nvPr/>
        </p:nvSpPr>
        <p:spPr>
          <a:xfrm>
            <a:off x="3588120" y="116388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5" y="433"/>
                  <a:pt x="330" y="411"/>
                  <a:pt x="370" y="370"/>
                </a:cubicBezTo>
                <a:cubicBezTo>
                  <a:pt x="411" y="330"/>
                  <a:pt x="433" y="275"/>
                  <a:pt x="433" y="217"/>
                </a:cubicBezTo>
                <a:cubicBezTo>
                  <a:pt x="433" y="160"/>
                  <a:pt x="411" y="105"/>
                  <a:pt x="370" y="64"/>
                </a:cubicBezTo>
                <a:cubicBezTo>
                  <a:pt x="330" y="24"/>
                  <a:pt x="275" y="0"/>
                  <a:pt x="217" y="0"/>
                </a:cubicBezTo>
                <a:cubicBezTo>
                  <a:pt x="159" y="0"/>
                  <a:pt x="104" y="24"/>
                  <a:pt x="64" y="64"/>
                </a:cubicBezTo>
                <a:cubicBezTo>
                  <a:pt x="23" y="105"/>
                  <a:pt x="0" y="160"/>
                  <a:pt x="0" y="217"/>
                </a:cubicBezTo>
                <a:cubicBezTo>
                  <a:pt x="0" y="275"/>
                  <a:pt x="23" y="330"/>
                  <a:pt x="64" y="370"/>
                </a:cubicBezTo>
                <a:cubicBezTo>
                  <a:pt x="104" y="411"/>
                  <a:pt x="159" y="433"/>
                  <a:pt x="217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93" name=""/>
          <p:cNvSpPr txBox="1"/>
          <p:nvPr/>
        </p:nvSpPr>
        <p:spPr>
          <a:xfrm>
            <a:off x="3272040" y="101232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47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94" name=""/>
          <p:cNvSpPr/>
          <p:nvPr/>
        </p:nvSpPr>
        <p:spPr>
          <a:xfrm>
            <a:off x="3690000" y="132732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8" y="410"/>
                  <a:pt x="370" y="369"/>
                </a:cubicBezTo>
                <a:cubicBezTo>
                  <a:pt x="410" y="329"/>
                  <a:pt x="433" y="274"/>
                  <a:pt x="433" y="216"/>
                </a:cubicBezTo>
                <a:cubicBezTo>
                  <a:pt x="433" y="159"/>
                  <a:pt x="410" y="104"/>
                  <a:pt x="370" y="64"/>
                </a:cubicBezTo>
                <a:cubicBezTo>
                  <a:pt x="328" y="23"/>
                  <a:pt x="273" y="0"/>
                  <a:pt x="216" y="0"/>
                </a:cubicBezTo>
                <a:cubicBezTo>
                  <a:pt x="159" y="0"/>
                  <a:pt x="104" y="23"/>
                  <a:pt x="63" y="64"/>
                </a:cubicBezTo>
                <a:cubicBezTo>
                  <a:pt x="23" y="104"/>
                  <a:pt x="0" y="159"/>
                  <a:pt x="0" y="216"/>
                </a:cubicBezTo>
                <a:cubicBezTo>
                  <a:pt x="0" y="274"/>
                  <a:pt x="23" y="329"/>
                  <a:pt x="63" y="369"/>
                </a:cubicBezTo>
                <a:cubicBezTo>
                  <a:pt x="104" y="410"/>
                  <a:pt x="159" y="433"/>
                  <a:pt x="216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95" name=""/>
          <p:cNvSpPr txBox="1"/>
          <p:nvPr/>
        </p:nvSpPr>
        <p:spPr>
          <a:xfrm>
            <a:off x="3704400" y="117576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64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96" name=""/>
          <p:cNvSpPr/>
          <p:nvPr/>
        </p:nvSpPr>
        <p:spPr>
          <a:xfrm>
            <a:off x="3715200" y="149076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5" y="433"/>
                  <a:pt x="330" y="411"/>
                  <a:pt x="370" y="369"/>
                </a:cubicBezTo>
                <a:cubicBezTo>
                  <a:pt x="411" y="329"/>
                  <a:pt x="433" y="274"/>
                  <a:pt x="433" y="216"/>
                </a:cubicBezTo>
                <a:cubicBezTo>
                  <a:pt x="433" y="159"/>
                  <a:pt x="411" y="104"/>
                  <a:pt x="370" y="64"/>
                </a:cubicBezTo>
                <a:cubicBezTo>
                  <a:pt x="330" y="23"/>
                  <a:pt x="275" y="0"/>
                  <a:pt x="216" y="0"/>
                </a:cubicBezTo>
                <a:cubicBezTo>
                  <a:pt x="159" y="0"/>
                  <a:pt x="104" y="23"/>
                  <a:pt x="64" y="64"/>
                </a:cubicBezTo>
                <a:cubicBezTo>
                  <a:pt x="23" y="104"/>
                  <a:pt x="0" y="159"/>
                  <a:pt x="0" y="216"/>
                </a:cubicBezTo>
                <a:cubicBezTo>
                  <a:pt x="0" y="274"/>
                  <a:pt x="23" y="329"/>
                  <a:pt x="64" y="369"/>
                </a:cubicBezTo>
                <a:cubicBezTo>
                  <a:pt x="104" y="411"/>
                  <a:pt x="159" y="433"/>
                  <a:pt x="216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97" name=""/>
          <p:cNvSpPr txBox="1"/>
          <p:nvPr/>
        </p:nvSpPr>
        <p:spPr>
          <a:xfrm>
            <a:off x="3805920" y="133920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68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398" name=""/>
          <p:cNvSpPr/>
          <p:nvPr/>
        </p:nvSpPr>
        <p:spPr>
          <a:xfrm>
            <a:off x="3766320" y="165420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4" y="433"/>
                  <a:pt x="329" y="411"/>
                  <a:pt x="369" y="369"/>
                </a:cubicBezTo>
                <a:cubicBezTo>
                  <a:pt x="410" y="329"/>
                  <a:pt x="433" y="274"/>
                  <a:pt x="433" y="216"/>
                </a:cubicBezTo>
                <a:cubicBezTo>
                  <a:pt x="433" y="159"/>
                  <a:pt x="410" y="104"/>
                  <a:pt x="369" y="64"/>
                </a:cubicBezTo>
                <a:cubicBezTo>
                  <a:pt x="329" y="23"/>
                  <a:pt x="274" y="0"/>
                  <a:pt x="217" y="0"/>
                </a:cubicBezTo>
                <a:cubicBezTo>
                  <a:pt x="159" y="0"/>
                  <a:pt x="103" y="23"/>
                  <a:pt x="63" y="64"/>
                </a:cubicBezTo>
                <a:cubicBezTo>
                  <a:pt x="22" y="104"/>
                  <a:pt x="0" y="159"/>
                  <a:pt x="0" y="216"/>
                </a:cubicBezTo>
                <a:cubicBezTo>
                  <a:pt x="0" y="274"/>
                  <a:pt x="22" y="329"/>
                  <a:pt x="63" y="369"/>
                </a:cubicBezTo>
                <a:cubicBezTo>
                  <a:pt x="103" y="411"/>
                  <a:pt x="159" y="433"/>
                  <a:pt x="217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399" name=""/>
          <p:cNvSpPr txBox="1"/>
          <p:nvPr/>
        </p:nvSpPr>
        <p:spPr>
          <a:xfrm>
            <a:off x="3831480" y="150264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69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00" name=""/>
          <p:cNvSpPr/>
          <p:nvPr/>
        </p:nvSpPr>
        <p:spPr>
          <a:xfrm>
            <a:off x="3791520" y="181764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5" y="433"/>
                  <a:pt x="330" y="411"/>
                  <a:pt x="370" y="370"/>
                </a:cubicBezTo>
                <a:cubicBezTo>
                  <a:pt x="411" y="329"/>
                  <a:pt x="433" y="274"/>
                  <a:pt x="433" y="216"/>
                </a:cubicBezTo>
                <a:cubicBezTo>
                  <a:pt x="433" y="159"/>
                  <a:pt x="411" y="104"/>
                  <a:pt x="370" y="64"/>
                </a:cubicBezTo>
                <a:cubicBezTo>
                  <a:pt x="330" y="23"/>
                  <a:pt x="275" y="0"/>
                  <a:pt x="217" y="0"/>
                </a:cubicBezTo>
                <a:cubicBezTo>
                  <a:pt x="160" y="0"/>
                  <a:pt x="105" y="23"/>
                  <a:pt x="65" y="64"/>
                </a:cubicBezTo>
                <a:cubicBezTo>
                  <a:pt x="23" y="104"/>
                  <a:pt x="0" y="159"/>
                  <a:pt x="0" y="216"/>
                </a:cubicBezTo>
                <a:cubicBezTo>
                  <a:pt x="0" y="274"/>
                  <a:pt x="23" y="329"/>
                  <a:pt x="65" y="370"/>
                </a:cubicBezTo>
                <a:cubicBezTo>
                  <a:pt x="105" y="411"/>
                  <a:pt x="160" y="433"/>
                  <a:pt x="217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01" name=""/>
          <p:cNvSpPr txBox="1"/>
          <p:nvPr/>
        </p:nvSpPr>
        <p:spPr>
          <a:xfrm>
            <a:off x="3882240" y="166608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02" name=""/>
          <p:cNvSpPr/>
          <p:nvPr/>
        </p:nvSpPr>
        <p:spPr>
          <a:xfrm>
            <a:off x="3867840" y="198108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108" y="433"/>
                </a:moveTo>
                <a:lnTo>
                  <a:pt x="216" y="324"/>
                </a:lnTo>
                <a:lnTo>
                  <a:pt x="325" y="433"/>
                </a:lnTo>
                <a:lnTo>
                  <a:pt x="433" y="324"/>
                </a:lnTo>
                <a:lnTo>
                  <a:pt x="325" y="216"/>
                </a:lnTo>
                <a:lnTo>
                  <a:pt x="433" y="108"/>
                </a:lnTo>
                <a:lnTo>
                  <a:pt x="325" y="0"/>
                </a:lnTo>
                <a:lnTo>
                  <a:pt x="216" y="108"/>
                </a:lnTo>
                <a:lnTo>
                  <a:pt x="108" y="0"/>
                </a:lnTo>
                <a:lnTo>
                  <a:pt x="0" y="108"/>
                </a:lnTo>
                <a:lnTo>
                  <a:pt x="108" y="216"/>
                </a:lnTo>
                <a:lnTo>
                  <a:pt x="0" y="324"/>
                </a:lnTo>
                <a:lnTo>
                  <a:pt x="108" y="433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03" name=""/>
          <p:cNvSpPr txBox="1"/>
          <p:nvPr/>
        </p:nvSpPr>
        <p:spPr>
          <a:xfrm>
            <a:off x="3907800" y="182952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04" name=""/>
          <p:cNvSpPr/>
          <p:nvPr/>
        </p:nvSpPr>
        <p:spPr>
          <a:xfrm>
            <a:off x="3893400" y="214452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4" y="433"/>
                  <a:pt x="329" y="411"/>
                  <a:pt x="369" y="370"/>
                </a:cubicBezTo>
                <a:cubicBezTo>
                  <a:pt x="410" y="330"/>
                  <a:pt x="433" y="274"/>
                  <a:pt x="433" y="216"/>
                </a:cubicBezTo>
                <a:cubicBezTo>
                  <a:pt x="433" y="159"/>
                  <a:pt x="410" y="104"/>
                  <a:pt x="369" y="64"/>
                </a:cubicBezTo>
                <a:cubicBezTo>
                  <a:pt x="329" y="23"/>
                  <a:pt x="274" y="0"/>
                  <a:pt x="217" y="0"/>
                </a:cubicBezTo>
                <a:cubicBezTo>
                  <a:pt x="158" y="0"/>
                  <a:pt x="103" y="23"/>
                  <a:pt x="63" y="64"/>
                </a:cubicBezTo>
                <a:cubicBezTo>
                  <a:pt x="22" y="104"/>
                  <a:pt x="0" y="159"/>
                  <a:pt x="0" y="216"/>
                </a:cubicBezTo>
                <a:cubicBezTo>
                  <a:pt x="0" y="274"/>
                  <a:pt x="22" y="330"/>
                  <a:pt x="63" y="370"/>
                </a:cubicBezTo>
                <a:cubicBezTo>
                  <a:pt x="103" y="411"/>
                  <a:pt x="158" y="433"/>
                  <a:pt x="217" y="433"/>
                </a:cubicBezTo>
                <a:close/>
              </a:path>
            </a:pathLst>
          </a:custGeom>
          <a:solidFill>
            <a:srgbClr val="c53e1f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05" name=""/>
          <p:cNvSpPr txBox="1"/>
          <p:nvPr/>
        </p:nvSpPr>
        <p:spPr>
          <a:xfrm>
            <a:off x="3984120" y="199296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06" name=""/>
          <p:cNvSpPr/>
          <p:nvPr/>
        </p:nvSpPr>
        <p:spPr>
          <a:xfrm>
            <a:off x="2012040" y="230796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5" y="433"/>
                  <a:pt x="330" y="411"/>
                  <a:pt x="370" y="370"/>
                </a:cubicBezTo>
                <a:cubicBezTo>
                  <a:pt x="411" y="330"/>
                  <a:pt x="433" y="274"/>
                  <a:pt x="433" y="216"/>
                </a:cubicBezTo>
                <a:cubicBezTo>
                  <a:pt x="433" y="159"/>
                  <a:pt x="411" y="104"/>
                  <a:pt x="370" y="64"/>
                </a:cubicBezTo>
                <a:cubicBezTo>
                  <a:pt x="330" y="23"/>
                  <a:pt x="275" y="0"/>
                  <a:pt x="216" y="0"/>
                </a:cubicBezTo>
                <a:cubicBezTo>
                  <a:pt x="159" y="0"/>
                  <a:pt x="104" y="23"/>
                  <a:pt x="64" y="64"/>
                </a:cubicBezTo>
                <a:cubicBezTo>
                  <a:pt x="23" y="104"/>
                  <a:pt x="0" y="159"/>
                  <a:pt x="0" y="216"/>
                </a:cubicBezTo>
                <a:cubicBezTo>
                  <a:pt x="0" y="274"/>
                  <a:pt x="23" y="330"/>
                  <a:pt x="64" y="370"/>
                </a:cubicBezTo>
                <a:cubicBezTo>
                  <a:pt x="104" y="411"/>
                  <a:pt x="159" y="433"/>
                  <a:pt x="216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07" name=""/>
          <p:cNvSpPr txBox="1"/>
          <p:nvPr/>
        </p:nvSpPr>
        <p:spPr>
          <a:xfrm>
            <a:off x="4009320" y="215640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08" name=""/>
          <p:cNvSpPr/>
          <p:nvPr/>
        </p:nvSpPr>
        <p:spPr>
          <a:xfrm>
            <a:off x="2088360" y="247140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5" y="433"/>
                  <a:pt x="330" y="411"/>
                  <a:pt x="370" y="370"/>
                </a:cubicBezTo>
                <a:cubicBezTo>
                  <a:pt x="411" y="330"/>
                  <a:pt x="433" y="275"/>
                  <a:pt x="433" y="216"/>
                </a:cubicBezTo>
                <a:cubicBezTo>
                  <a:pt x="433" y="159"/>
                  <a:pt x="411" y="104"/>
                  <a:pt x="370" y="64"/>
                </a:cubicBezTo>
                <a:cubicBezTo>
                  <a:pt x="330" y="23"/>
                  <a:pt x="275" y="0"/>
                  <a:pt x="217" y="0"/>
                </a:cubicBezTo>
                <a:cubicBezTo>
                  <a:pt x="160" y="0"/>
                  <a:pt x="105" y="23"/>
                  <a:pt x="65" y="64"/>
                </a:cubicBezTo>
                <a:cubicBezTo>
                  <a:pt x="23" y="104"/>
                  <a:pt x="0" y="159"/>
                  <a:pt x="0" y="216"/>
                </a:cubicBezTo>
                <a:cubicBezTo>
                  <a:pt x="0" y="275"/>
                  <a:pt x="23" y="330"/>
                  <a:pt x="65" y="370"/>
                </a:cubicBezTo>
                <a:cubicBezTo>
                  <a:pt x="105" y="411"/>
                  <a:pt x="160" y="433"/>
                  <a:pt x="217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09" name=""/>
          <p:cNvSpPr txBox="1"/>
          <p:nvPr/>
        </p:nvSpPr>
        <p:spPr>
          <a:xfrm>
            <a:off x="2128320" y="231984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10" name=""/>
          <p:cNvSpPr/>
          <p:nvPr/>
        </p:nvSpPr>
        <p:spPr>
          <a:xfrm>
            <a:off x="2851200" y="2634840"/>
            <a:ext cx="155880" cy="156240"/>
          </a:xfrm>
          <a:custGeom>
            <a:avLst/>
            <a:gdLst/>
            <a:ahLst/>
            <a:rect l="0" t="0" r="r" b="b"/>
            <a:pathLst>
              <a:path w="433" h="434">
                <a:moveTo>
                  <a:pt x="217" y="434"/>
                </a:moveTo>
                <a:cubicBezTo>
                  <a:pt x="274" y="434"/>
                  <a:pt x="329" y="411"/>
                  <a:pt x="369" y="370"/>
                </a:cubicBezTo>
                <a:cubicBezTo>
                  <a:pt x="410" y="330"/>
                  <a:pt x="433" y="275"/>
                  <a:pt x="433" y="216"/>
                </a:cubicBezTo>
                <a:cubicBezTo>
                  <a:pt x="433" y="159"/>
                  <a:pt x="410" y="104"/>
                  <a:pt x="369" y="64"/>
                </a:cubicBezTo>
                <a:cubicBezTo>
                  <a:pt x="329" y="23"/>
                  <a:pt x="274" y="0"/>
                  <a:pt x="217" y="0"/>
                </a:cubicBezTo>
                <a:cubicBezTo>
                  <a:pt x="159" y="0"/>
                  <a:pt x="104" y="23"/>
                  <a:pt x="63" y="64"/>
                </a:cubicBezTo>
                <a:cubicBezTo>
                  <a:pt x="22" y="104"/>
                  <a:pt x="0" y="159"/>
                  <a:pt x="0" y="216"/>
                </a:cubicBezTo>
                <a:cubicBezTo>
                  <a:pt x="0" y="275"/>
                  <a:pt x="22" y="330"/>
                  <a:pt x="63" y="370"/>
                </a:cubicBezTo>
                <a:cubicBezTo>
                  <a:pt x="104" y="411"/>
                  <a:pt x="159" y="434"/>
                  <a:pt x="217" y="434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11" name=""/>
          <p:cNvSpPr txBox="1"/>
          <p:nvPr/>
        </p:nvSpPr>
        <p:spPr>
          <a:xfrm>
            <a:off x="2204640" y="248328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12" name=""/>
          <p:cNvSpPr/>
          <p:nvPr/>
        </p:nvSpPr>
        <p:spPr>
          <a:xfrm>
            <a:off x="3206880" y="2798280"/>
            <a:ext cx="155880" cy="156240"/>
          </a:xfrm>
          <a:custGeom>
            <a:avLst/>
            <a:gdLst/>
            <a:ahLst/>
            <a:rect l="0" t="0" r="r" b="b"/>
            <a:pathLst>
              <a:path w="433" h="434">
                <a:moveTo>
                  <a:pt x="108" y="434"/>
                </a:moveTo>
                <a:lnTo>
                  <a:pt x="216" y="326"/>
                </a:lnTo>
                <a:lnTo>
                  <a:pt x="324" y="434"/>
                </a:lnTo>
                <a:lnTo>
                  <a:pt x="433" y="326"/>
                </a:lnTo>
                <a:lnTo>
                  <a:pt x="324" y="217"/>
                </a:lnTo>
                <a:lnTo>
                  <a:pt x="433" y="108"/>
                </a:lnTo>
                <a:lnTo>
                  <a:pt x="324" y="0"/>
                </a:lnTo>
                <a:lnTo>
                  <a:pt x="216" y="108"/>
                </a:lnTo>
                <a:lnTo>
                  <a:pt x="108" y="0"/>
                </a:lnTo>
                <a:lnTo>
                  <a:pt x="0" y="108"/>
                </a:lnTo>
                <a:lnTo>
                  <a:pt x="108" y="217"/>
                </a:lnTo>
                <a:lnTo>
                  <a:pt x="0" y="326"/>
                </a:lnTo>
                <a:lnTo>
                  <a:pt x="108" y="434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13" name=""/>
          <p:cNvSpPr txBox="1"/>
          <p:nvPr/>
        </p:nvSpPr>
        <p:spPr>
          <a:xfrm>
            <a:off x="2967120" y="264672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35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14" name=""/>
          <p:cNvSpPr/>
          <p:nvPr/>
        </p:nvSpPr>
        <p:spPr>
          <a:xfrm>
            <a:off x="3588120" y="296208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5" y="433"/>
                  <a:pt x="330" y="410"/>
                  <a:pt x="370" y="369"/>
                </a:cubicBezTo>
                <a:cubicBezTo>
                  <a:pt x="411" y="329"/>
                  <a:pt x="433" y="274"/>
                  <a:pt x="433" y="217"/>
                </a:cubicBezTo>
                <a:cubicBezTo>
                  <a:pt x="433" y="158"/>
                  <a:pt x="411" y="103"/>
                  <a:pt x="370" y="63"/>
                </a:cubicBezTo>
                <a:cubicBezTo>
                  <a:pt x="330" y="22"/>
                  <a:pt x="275" y="0"/>
                  <a:pt x="217" y="0"/>
                </a:cubicBezTo>
                <a:cubicBezTo>
                  <a:pt x="159" y="0"/>
                  <a:pt x="104" y="22"/>
                  <a:pt x="64" y="63"/>
                </a:cubicBezTo>
                <a:cubicBezTo>
                  <a:pt x="23" y="103"/>
                  <a:pt x="0" y="158"/>
                  <a:pt x="0" y="217"/>
                </a:cubicBezTo>
                <a:cubicBezTo>
                  <a:pt x="0" y="274"/>
                  <a:pt x="23" y="329"/>
                  <a:pt x="64" y="369"/>
                </a:cubicBezTo>
                <a:cubicBezTo>
                  <a:pt x="104" y="410"/>
                  <a:pt x="159" y="433"/>
                  <a:pt x="217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15" name=""/>
          <p:cNvSpPr txBox="1"/>
          <p:nvPr/>
        </p:nvSpPr>
        <p:spPr>
          <a:xfrm>
            <a:off x="3323160" y="281016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49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16" name=""/>
          <p:cNvSpPr/>
          <p:nvPr/>
        </p:nvSpPr>
        <p:spPr>
          <a:xfrm>
            <a:off x="3740760" y="312552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4" y="433"/>
                  <a:pt x="329" y="410"/>
                  <a:pt x="370" y="369"/>
                </a:cubicBezTo>
                <a:cubicBezTo>
                  <a:pt x="410" y="329"/>
                  <a:pt x="433" y="274"/>
                  <a:pt x="433" y="217"/>
                </a:cubicBezTo>
                <a:cubicBezTo>
                  <a:pt x="433" y="158"/>
                  <a:pt x="410" y="103"/>
                  <a:pt x="370" y="63"/>
                </a:cubicBezTo>
                <a:cubicBezTo>
                  <a:pt x="329" y="22"/>
                  <a:pt x="274" y="0"/>
                  <a:pt x="217" y="0"/>
                </a:cubicBezTo>
                <a:cubicBezTo>
                  <a:pt x="159" y="0"/>
                  <a:pt x="104" y="22"/>
                  <a:pt x="63" y="63"/>
                </a:cubicBezTo>
                <a:cubicBezTo>
                  <a:pt x="23" y="103"/>
                  <a:pt x="0" y="158"/>
                  <a:pt x="0" y="217"/>
                </a:cubicBezTo>
                <a:cubicBezTo>
                  <a:pt x="0" y="274"/>
                  <a:pt x="23" y="329"/>
                  <a:pt x="63" y="369"/>
                </a:cubicBezTo>
                <a:cubicBezTo>
                  <a:pt x="104" y="410"/>
                  <a:pt x="159" y="433"/>
                  <a:pt x="217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17" name=""/>
          <p:cNvSpPr txBox="1"/>
          <p:nvPr/>
        </p:nvSpPr>
        <p:spPr>
          <a:xfrm>
            <a:off x="3704400" y="297360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64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18" name=""/>
          <p:cNvSpPr/>
          <p:nvPr/>
        </p:nvSpPr>
        <p:spPr>
          <a:xfrm>
            <a:off x="3766320" y="328896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108" y="433"/>
                </a:moveTo>
                <a:lnTo>
                  <a:pt x="217" y="325"/>
                </a:lnTo>
                <a:lnTo>
                  <a:pt x="325" y="433"/>
                </a:lnTo>
                <a:lnTo>
                  <a:pt x="433" y="325"/>
                </a:lnTo>
                <a:lnTo>
                  <a:pt x="325" y="217"/>
                </a:lnTo>
                <a:lnTo>
                  <a:pt x="433" y="108"/>
                </a:lnTo>
                <a:lnTo>
                  <a:pt x="325" y="0"/>
                </a:lnTo>
                <a:lnTo>
                  <a:pt x="217" y="108"/>
                </a:lnTo>
                <a:lnTo>
                  <a:pt x="108" y="0"/>
                </a:lnTo>
                <a:lnTo>
                  <a:pt x="0" y="108"/>
                </a:lnTo>
                <a:lnTo>
                  <a:pt x="108" y="217"/>
                </a:lnTo>
                <a:lnTo>
                  <a:pt x="0" y="325"/>
                </a:lnTo>
                <a:lnTo>
                  <a:pt x="108" y="433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19" name=""/>
          <p:cNvSpPr txBox="1"/>
          <p:nvPr/>
        </p:nvSpPr>
        <p:spPr>
          <a:xfrm>
            <a:off x="3856680" y="313704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20" name=""/>
          <p:cNvSpPr/>
          <p:nvPr/>
        </p:nvSpPr>
        <p:spPr>
          <a:xfrm>
            <a:off x="3817080" y="345240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8" y="410"/>
                  <a:pt x="369" y="369"/>
                </a:cubicBezTo>
                <a:cubicBezTo>
                  <a:pt x="409" y="329"/>
                  <a:pt x="433" y="274"/>
                  <a:pt x="433" y="217"/>
                </a:cubicBezTo>
                <a:cubicBezTo>
                  <a:pt x="433" y="159"/>
                  <a:pt x="409" y="103"/>
                  <a:pt x="369" y="63"/>
                </a:cubicBezTo>
                <a:cubicBezTo>
                  <a:pt x="328" y="22"/>
                  <a:pt x="273" y="0"/>
                  <a:pt x="216" y="0"/>
                </a:cubicBezTo>
                <a:cubicBezTo>
                  <a:pt x="159" y="0"/>
                  <a:pt x="104" y="22"/>
                  <a:pt x="63" y="63"/>
                </a:cubicBezTo>
                <a:cubicBezTo>
                  <a:pt x="23" y="103"/>
                  <a:pt x="0" y="159"/>
                  <a:pt x="0" y="217"/>
                </a:cubicBezTo>
                <a:cubicBezTo>
                  <a:pt x="0" y="274"/>
                  <a:pt x="23" y="329"/>
                  <a:pt x="63" y="369"/>
                </a:cubicBezTo>
                <a:cubicBezTo>
                  <a:pt x="104" y="410"/>
                  <a:pt x="159" y="433"/>
                  <a:pt x="216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21" name=""/>
          <p:cNvSpPr txBox="1"/>
          <p:nvPr/>
        </p:nvSpPr>
        <p:spPr>
          <a:xfrm>
            <a:off x="3882240" y="330048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22" name=""/>
          <p:cNvSpPr/>
          <p:nvPr/>
        </p:nvSpPr>
        <p:spPr>
          <a:xfrm>
            <a:off x="3842280" y="3615840"/>
            <a:ext cx="156240" cy="155880"/>
          </a:xfrm>
          <a:custGeom>
            <a:avLst/>
            <a:gdLst/>
            <a:ahLst/>
            <a:rect l="0" t="0" r="r" b="b"/>
            <a:pathLst>
              <a:path w="434" h="433">
                <a:moveTo>
                  <a:pt x="217" y="433"/>
                </a:moveTo>
                <a:cubicBezTo>
                  <a:pt x="274" y="433"/>
                  <a:pt x="329" y="410"/>
                  <a:pt x="370" y="369"/>
                </a:cubicBezTo>
                <a:cubicBezTo>
                  <a:pt x="411" y="329"/>
                  <a:pt x="434" y="274"/>
                  <a:pt x="434" y="217"/>
                </a:cubicBezTo>
                <a:cubicBezTo>
                  <a:pt x="434" y="159"/>
                  <a:pt x="411" y="103"/>
                  <a:pt x="370" y="63"/>
                </a:cubicBezTo>
                <a:cubicBezTo>
                  <a:pt x="329" y="22"/>
                  <a:pt x="274" y="0"/>
                  <a:pt x="217" y="0"/>
                </a:cubicBezTo>
                <a:cubicBezTo>
                  <a:pt x="159" y="0"/>
                  <a:pt x="104" y="22"/>
                  <a:pt x="64" y="63"/>
                </a:cubicBezTo>
                <a:cubicBezTo>
                  <a:pt x="23" y="103"/>
                  <a:pt x="0" y="159"/>
                  <a:pt x="0" y="217"/>
                </a:cubicBezTo>
                <a:cubicBezTo>
                  <a:pt x="0" y="274"/>
                  <a:pt x="23" y="329"/>
                  <a:pt x="64" y="369"/>
                </a:cubicBezTo>
                <a:cubicBezTo>
                  <a:pt x="104" y="410"/>
                  <a:pt x="159" y="433"/>
                  <a:pt x="217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23" name=""/>
          <p:cNvSpPr txBox="1"/>
          <p:nvPr/>
        </p:nvSpPr>
        <p:spPr>
          <a:xfrm>
            <a:off x="3933000" y="346392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24" name=""/>
          <p:cNvSpPr/>
          <p:nvPr/>
        </p:nvSpPr>
        <p:spPr>
          <a:xfrm>
            <a:off x="3944160" y="377928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4" y="433"/>
                  <a:pt x="329" y="410"/>
                  <a:pt x="370" y="369"/>
                </a:cubicBezTo>
                <a:cubicBezTo>
                  <a:pt x="410" y="329"/>
                  <a:pt x="433" y="274"/>
                  <a:pt x="433" y="217"/>
                </a:cubicBezTo>
                <a:cubicBezTo>
                  <a:pt x="433" y="159"/>
                  <a:pt x="410" y="104"/>
                  <a:pt x="370" y="63"/>
                </a:cubicBezTo>
                <a:cubicBezTo>
                  <a:pt x="329" y="22"/>
                  <a:pt x="274" y="0"/>
                  <a:pt x="217" y="0"/>
                </a:cubicBezTo>
                <a:cubicBezTo>
                  <a:pt x="160" y="0"/>
                  <a:pt x="105" y="22"/>
                  <a:pt x="64" y="63"/>
                </a:cubicBezTo>
                <a:cubicBezTo>
                  <a:pt x="23" y="104"/>
                  <a:pt x="0" y="159"/>
                  <a:pt x="0" y="217"/>
                </a:cubicBezTo>
                <a:cubicBezTo>
                  <a:pt x="0" y="274"/>
                  <a:pt x="23" y="329"/>
                  <a:pt x="64" y="369"/>
                </a:cubicBezTo>
                <a:cubicBezTo>
                  <a:pt x="105" y="410"/>
                  <a:pt x="160" y="433"/>
                  <a:pt x="217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25" name=""/>
          <p:cNvSpPr txBox="1"/>
          <p:nvPr/>
        </p:nvSpPr>
        <p:spPr>
          <a:xfrm>
            <a:off x="3958560" y="362736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26" name=""/>
          <p:cNvSpPr/>
          <p:nvPr/>
        </p:nvSpPr>
        <p:spPr>
          <a:xfrm>
            <a:off x="4020480" y="394272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6" y="433"/>
                </a:moveTo>
                <a:cubicBezTo>
                  <a:pt x="273" y="433"/>
                  <a:pt x="329" y="410"/>
                  <a:pt x="370" y="369"/>
                </a:cubicBezTo>
                <a:cubicBezTo>
                  <a:pt x="410" y="329"/>
                  <a:pt x="433" y="274"/>
                  <a:pt x="433" y="217"/>
                </a:cubicBezTo>
                <a:cubicBezTo>
                  <a:pt x="433" y="159"/>
                  <a:pt x="410" y="104"/>
                  <a:pt x="370" y="63"/>
                </a:cubicBezTo>
                <a:cubicBezTo>
                  <a:pt x="329" y="22"/>
                  <a:pt x="273" y="0"/>
                  <a:pt x="216" y="0"/>
                </a:cubicBezTo>
                <a:cubicBezTo>
                  <a:pt x="158" y="0"/>
                  <a:pt x="104" y="22"/>
                  <a:pt x="63" y="63"/>
                </a:cubicBezTo>
                <a:cubicBezTo>
                  <a:pt x="23" y="104"/>
                  <a:pt x="0" y="159"/>
                  <a:pt x="0" y="217"/>
                </a:cubicBezTo>
                <a:cubicBezTo>
                  <a:pt x="0" y="274"/>
                  <a:pt x="23" y="329"/>
                  <a:pt x="63" y="369"/>
                </a:cubicBezTo>
                <a:cubicBezTo>
                  <a:pt x="104" y="410"/>
                  <a:pt x="158" y="433"/>
                  <a:pt x="216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27" name=""/>
          <p:cNvSpPr txBox="1"/>
          <p:nvPr/>
        </p:nvSpPr>
        <p:spPr>
          <a:xfrm>
            <a:off x="4060080" y="379080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78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28" name=""/>
          <p:cNvSpPr/>
          <p:nvPr/>
        </p:nvSpPr>
        <p:spPr>
          <a:xfrm>
            <a:off x="4122000" y="410616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108" y="433"/>
                </a:moveTo>
                <a:lnTo>
                  <a:pt x="216" y="325"/>
                </a:lnTo>
                <a:lnTo>
                  <a:pt x="324" y="433"/>
                </a:lnTo>
                <a:lnTo>
                  <a:pt x="433" y="325"/>
                </a:lnTo>
                <a:lnTo>
                  <a:pt x="324" y="217"/>
                </a:lnTo>
                <a:lnTo>
                  <a:pt x="433" y="109"/>
                </a:lnTo>
                <a:lnTo>
                  <a:pt x="324" y="0"/>
                </a:lnTo>
                <a:lnTo>
                  <a:pt x="216" y="109"/>
                </a:lnTo>
                <a:lnTo>
                  <a:pt x="108" y="0"/>
                </a:lnTo>
                <a:lnTo>
                  <a:pt x="0" y="109"/>
                </a:lnTo>
                <a:lnTo>
                  <a:pt x="108" y="217"/>
                </a:lnTo>
                <a:lnTo>
                  <a:pt x="0" y="325"/>
                </a:lnTo>
                <a:lnTo>
                  <a:pt x="108" y="433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29" name=""/>
          <p:cNvSpPr txBox="1"/>
          <p:nvPr/>
        </p:nvSpPr>
        <p:spPr>
          <a:xfrm>
            <a:off x="4136400" y="395424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81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0" name=""/>
          <p:cNvSpPr/>
          <p:nvPr/>
        </p:nvSpPr>
        <p:spPr>
          <a:xfrm>
            <a:off x="4249080" y="426960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5" y="433"/>
                  <a:pt x="330" y="410"/>
                  <a:pt x="370" y="369"/>
                </a:cubicBezTo>
                <a:cubicBezTo>
                  <a:pt x="411" y="329"/>
                  <a:pt x="433" y="274"/>
                  <a:pt x="433" y="217"/>
                </a:cubicBezTo>
                <a:cubicBezTo>
                  <a:pt x="433" y="159"/>
                  <a:pt x="411" y="104"/>
                  <a:pt x="370" y="64"/>
                </a:cubicBezTo>
                <a:cubicBezTo>
                  <a:pt x="330" y="23"/>
                  <a:pt x="275" y="0"/>
                  <a:pt x="217" y="0"/>
                </a:cubicBezTo>
                <a:cubicBezTo>
                  <a:pt x="160" y="0"/>
                  <a:pt x="105" y="23"/>
                  <a:pt x="64" y="64"/>
                </a:cubicBezTo>
                <a:cubicBezTo>
                  <a:pt x="23" y="104"/>
                  <a:pt x="0" y="159"/>
                  <a:pt x="0" y="217"/>
                </a:cubicBezTo>
                <a:cubicBezTo>
                  <a:pt x="0" y="274"/>
                  <a:pt x="23" y="329"/>
                  <a:pt x="64" y="369"/>
                </a:cubicBezTo>
                <a:cubicBezTo>
                  <a:pt x="105" y="410"/>
                  <a:pt x="160" y="433"/>
                  <a:pt x="217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31" name=""/>
          <p:cNvSpPr txBox="1"/>
          <p:nvPr/>
        </p:nvSpPr>
        <p:spPr>
          <a:xfrm>
            <a:off x="4238280" y="411768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85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2" name=""/>
          <p:cNvSpPr/>
          <p:nvPr/>
        </p:nvSpPr>
        <p:spPr>
          <a:xfrm>
            <a:off x="4401720" y="443304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4" y="433"/>
                  <a:pt x="329" y="409"/>
                  <a:pt x="370" y="369"/>
                </a:cubicBezTo>
                <a:cubicBezTo>
                  <a:pt x="410" y="328"/>
                  <a:pt x="433" y="273"/>
                  <a:pt x="433" y="216"/>
                </a:cubicBezTo>
                <a:cubicBezTo>
                  <a:pt x="433" y="158"/>
                  <a:pt x="410" y="104"/>
                  <a:pt x="370" y="63"/>
                </a:cubicBezTo>
                <a:cubicBezTo>
                  <a:pt x="329" y="22"/>
                  <a:pt x="274" y="0"/>
                  <a:pt x="217" y="0"/>
                </a:cubicBezTo>
                <a:cubicBezTo>
                  <a:pt x="160" y="0"/>
                  <a:pt x="105" y="22"/>
                  <a:pt x="63" y="63"/>
                </a:cubicBezTo>
                <a:cubicBezTo>
                  <a:pt x="23" y="104"/>
                  <a:pt x="0" y="158"/>
                  <a:pt x="0" y="216"/>
                </a:cubicBezTo>
                <a:cubicBezTo>
                  <a:pt x="0" y="273"/>
                  <a:pt x="23" y="328"/>
                  <a:pt x="63" y="369"/>
                </a:cubicBezTo>
                <a:cubicBezTo>
                  <a:pt x="105" y="409"/>
                  <a:pt x="160" y="433"/>
                  <a:pt x="217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33" name=""/>
          <p:cNvSpPr txBox="1"/>
          <p:nvPr/>
        </p:nvSpPr>
        <p:spPr>
          <a:xfrm>
            <a:off x="4365360" y="428112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90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4" name=""/>
          <p:cNvSpPr/>
          <p:nvPr/>
        </p:nvSpPr>
        <p:spPr>
          <a:xfrm>
            <a:off x="4960800" y="459648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108" y="433"/>
                </a:moveTo>
                <a:lnTo>
                  <a:pt x="216" y="324"/>
                </a:lnTo>
                <a:lnTo>
                  <a:pt x="325" y="433"/>
                </a:lnTo>
                <a:lnTo>
                  <a:pt x="433" y="324"/>
                </a:lnTo>
                <a:lnTo>
                  <a:pt x="325" y="216"/>
                </a:lnTo>
                <a:lnTo>
                  <a:pt x="433" y="108"/>
                </a:lnTo>
                <a:lnTo>
                  <a:pt x="325" y="0"/>
                </a:lnTo>
                <a:lnTo>
                  <a:pt x="216" y="108"/>
                </a:lnTo>
                <a:lnTo>
                  <a:pt x="108" y="0"/>
                </a:lnTo>
                <a:lnTo>
                  <a:pt x="0" y="108"/>
                </a:lnTo>
                <a:lnTo>
                  <a:pt x="108" y="216"/>
                </a:lnTo>
                <a:lnTo>
                  <a:pt x="0" y="324"/>
                </a:lnTo>
                <a:lnTo>
                  <a:pt x="108" y="433"/>
                </a:ln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35" name=""/>
          <p:cNvSpPr txBox="1"/>
          <p:nvPr/>
        </p:nvSpPr>
        <p:spPr>
          <a:xfrm>
            <a:off x="4517640" y="4444560"/>
            <a:ext cx="14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96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6" name=""/>
          <p:cNvSpPr/>
          <p:nvPr/>
        </p:nvSpPr>
        <p:spPr>
          <a:xfrm>
            <a:off x="6867360" y="4759920"/>
            <a:ext cx="155880" cy="155880"/>
          </a:xfrm>
          <a:custGeom>
            <a:avLst/>
            <a:gdLst/>
            <a:ahLst/>
            <a:rect l="0" t="0" r="r" b="b"/>
            <a:pathLst>
              <a:path w="433" h="433">
                <a:moveTo>
                  <a:pt x="217" y="433"/>
                </a:moveTo>
                <a:cubicBezTo>
                  <a:pt x="275" y="433"/>
                  <a:pt x="330" y="410"/>
                  <a:pt x="370" y="369"/>
                </a:cubicBezTo>
                <a:cubicBezTo>
                  <a:pt x="411" y="328"/>
                  <a:pt x="433" y="273"/>
                  <a:pt x="433" y="216"/>
                </a:cubicBezTo>
                <a:cubicBezTo>
                  <a:pt x="433" y="159"/>
                  <a:pt x="411" y="104"/>
                  <a:pt x="370" y="63"/>
                </a:cubicBezTo>
                <a:cubicBezTo>
                  <a:pt x="330" y="23"/>
                  <a:pt x="275" y="0"/>
                  <a:pt x="217" y="0"/>
                </a:cubicBezTo>
                <a:cubicBezTo>
                  <a:pt x="160" y="0"/>
                  <a:pt x="104" y="23"/>
                  <a:pt x="64" y="63"/>
                </a:cubicBezTo>
                <a:cubicBezTo>
                  <a:pt x="23" y="104"/>
                  <a:pt x="0" y="159"/>
                  <a:pt x="0" y="216"/>
                </a:cubicBezTo>
                <a:cubicBezTo>
                  <a:pt x="0" y="273"/>
                  <a:pt x="23" y="328"/>
                  <a:pt x="64" y="369"/>
                </a:cubicBezTo>
                <a:cubicBezTo>
                  <a:pt x="104" y="410"/>
                  <a:pt x="160" y="433"/>
                  <a:pt x="217" y="433"/>
                </a:cubicBezTo>
                <a:close/>
              </a:path>
            </a:pathLst>
          </a:custGeom>
          <a:solidFill>
            <a:srgbClr val="0a7d6e">
              <a:alpha val="95000"/>
            </a:srgbClr>
          </a:solidFill>
          <a:ln w="11160">
            <a:solidFill>
              <a:srgbClr val="0e2a47">
                <a:alpha val="95000"/>
              </a:srgbClr>
            </a:solidFill>
            <a:round/>
          </a:ln>
        </p:spPr>
      </p:sp>
      <p:sp>
        <p:nvSpPr>
          <p:cNvPr id="437" name=""/>
          <p:cNvSpPr txBox="1"/>
          <p:nvPr/>
        </p:nvSpPr>
        <p:spPr>
          <a:xfrm>
            <a:off x="5077080" y="4608000"/>
            <a:ext cx="2156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118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8" name=""/>
          <p:cNvSpPr/>
          <p:nvPr/>
        </p:nvSpPr>
        <p:spPr>
          <a:xfrm>
            <a:off x="2052000" y="38628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106" y="213"/>
                </a:moveTo>
                <a:cubicBezTo>
                  <a:pt x="135" y="213"/>
                  <a:pt x="161" y="202"/>
                  <a:pt x="181" y="182"/>
                </a:cubicBezTo>
                <a:cubicBezTo>
                  <a:pt x="201" y="162"/>
                  <a:pt x="212" y="135"/>
                  <a:pt x="212" y="107"/>
                </a:cubicBezTo>
                <a:cubicBezTo>
                  <a:pt x="212" y="78"/>
                  <a:pt x="201" y="51"/>
                  <a:pt x="181" y="31"/>
                </a:cubicBezTo>
                <a:cubicBezTo>
                  <a:pt x="161" y="11"/>
                  <a:pt x="135" y="0"/>
                  <a:pt x="106" y="0"/>
                </a:cubicBezTo>
                <a:cubicBezTo>
                  <a:pt x="77" y="0"/>
                  <a:pt x="50" y="11"/>
                  <a:pt x="31" y="31"/>
                </a:cubicBezTo>
                <a:cubicBezTo>
                  <a:pt x="11" y="51"/>
                  <a:pt x="0" y="78"/>
                  <a:pt x="0" y="107"/>
                </a:cubicBezTo>
                <a:cubicBezTo>
                  <a:pt x="0" y="135"/>
                  <a:pt x="11" y="162"/>
                  <a:pt x="31" y="182"/>
                </a:cubicBezTo>
                <a:cubicBezTo>
                  <a:pt x="50" y="202"/>
                  <a:pt x="77" y="213"/>
                  <a:pt x="106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39" name=""/>
          <p:cNvSpPr/>
          <p:nvPr/>
        </p:nvSpPr>
        <p:spPr>
          <a:xfrm>
            <a:off x="2407680" y="54972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6" y="213"/>
                </a:moveTo>
                <a:cubicBezTo>
                  <a:pt x="134" y="213"/>
                  <a:pt x="161" y="202"/>
                  <a:pt x="182" y="182"/>
                </a:cubicBezTo>
                <a:cubicBezTo>
                  <a:pt x="202" y="162"/>
                  <a:pt x="213" y="135"/>
                  <a:pt x="213" y="107"/>
                </a:cubicBezTo>
                <a:cubicBezTo>
                  <a:pt x="213" y="79"/>
                  <a:pt x="202" y="51"/>
                  <a:pt x="182" y="31"/>
                </a:cubicBezTo>
                <a:cubicBezTo>
                  <a:pt x="161" y="11"/>
                  <a:pt x="134" y="0"/>
                  <a:pt x="106" y="0"/>
                </a:cubicBezTo>
                <a:cubicBezTo>
                  <a:pt x="78" y="0"/>
                  <a:pt x="51" y="11"/>
                  <a:pt x="31" y="31"/>
                </a:cubicBezTo>
                <a:cubicBezTo>
                  <a:pt x="11" y="51"/>
                  <a:pt x="0" y="79"/>
                  <a:pt x="0" y="107"/>
                </a:cubicBezTo>
                <a:cubicBezTo>
                  <a:pt x="0" y="135"/>
                  <a:pt x="11" y="162"/>
                  <a:pt x="31" y="182"/>
                </a:cubicBezTo>
                <a:cubicBezTo>
                  <a:pt x="51" y="202"/>
                  <a:pt x="78" y="213"/>
                  <a:pt x="106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0" name=""/>
          <p:cNvSpPr/>
          <p:nvPr/>
        </p:nvSpPr>
        <p:spPr>
          <a:xfrm>
            <a:off x="2992320" y="71316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7" y="213"/>
                </a:moveTo>
                <a:cubicBezTo>
                  <a:pt x="135" y="213"/>
                  <a:pt x="162" y="202"/>
                  <a:pt x="182" y="182"/>
                </a:cubicBezTo>
                <a:cubicBezTo>
                  <a:pt x="202" y="162"/>
                  <a:pt x="213" y="135"/>
                  <a:pt x="213" y="107"/>
                </a:cubicBezTo>
                <a:cubicBezTo>
                  <a:pt x="213" y="79"/>
                  <a:pt x="202" y="52"/>
                  <a:pt x="182" y="32"/>
                </a:cubicBezTo>
                <a:cubicBezTo>
                  <a:pt x="162" y="11"/>
                  <a:pt x="135" y="0"/>
                  <a:pt x="107" y="0"/>
                </a:cubicBezTo>
                <a:cubicBezTo>
                  <a:pt x="79" y="0"/>
                  <a:pt x="52" y="11"/>
                  <a:pt x="32" y="32"/>
                </a:cubicBezTo>
                <a:cubicBezTo>
                  <a:pt x="11" y="52"/>
                  <a:pt x="0" y="79"/>
                  <a:pt x="0" y="107"/>
                </a:cubicBezTo>
                <a:cubicBezTo>
                  <a:pt x="0" y="135"/>
                  <a:pt x="11" y="162"/>
                  <a:pt x="32" y="182"/>
                </a:cubicBezTo>
                <a:cubicBezTo>
                  <a:pt x="52" y="202"/>
                  <a:pt x="79" y="213"/>
                  <a:pt x="107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1" name=""/>
          <p:cNvSpPr/>
          <p:nvPr/>
        </p:nvSpPr>
        <p:spPr>
          <a:xfrm>
            <a:off x="2687400" y="87660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7" y="213"/>
                </a:moveTo>
                <a:cubicBezTo>
                  <a:pt x="135" y="213"/>
                  <a:pt x="162" y="201"/>
                  <a:pt x="182" y="181"/>
                </a:cubicBezTo>
                <a:cubicBezTo>
                  <a:pt x="201" y="161"/>
                  <a:pt x="213" y="134"/>
                  <a:pt x="213" y="106"/>
                </a:cubicBezTo>
                <a:cubicBezTo>
                  <a:pt x="213" y="78"/>
                  <a:pt x="201" y="51"/>
                  <a:pt x="182" y="31"/>
                </a:cubicBezTo>
                <a:cubicBezTo>
                  <a:pt x="162" y="12"/>
                  <a:pt x="135" y="0"/>
                  <a:pt x="107" y="0"/>
                </a:cubicBezTo>
                <a:cubicBezTo>
                  <a:pt x="79" y="0"/>
                  <a:pt x="52" y="12"/>
                  <a:pt x="32" y="31"/>
                </a:cubicBezTo>
                <a:cubicBezTo>
                  <a:pt x="11" y="51"/>
                  <a:pt x="0" y="78"/>
                  <a:pt x="0" y="106"/>
                </a:cubicBezTo>
                <a:cubicBezTo>
                  <a:pt x="0" y="134"/>
                  <a:pt x="11" y="161"/>
                  <a:pt x="32" y="181"/>
                </a:cubicBezTo>
                <a:cubicBezTo>
                  <a:pt x="52" y="201"/>
                  <a:pt x="79" y="213"/>
                  <a:pt x="107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2" name=""/>
          <p:cNvSpPr/>
          <p:nvPr/>
        </p:nvSpPr>
        <p:spPr>
          <a:xfrm>
            <a:off x="2763720" y="104004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107" y="213"/>
                </a:moveTo>
                <a:cubicBezTo>
                  <a:pt x="135" y="213"/>
                  <a:pt x="162" y="202"/>
                  <a:pt x="181" y="182"/>
                </a:cubicBezTo>
                <a:cubicBezTo>
                  <a:pt x="201" y="161"/>
                  <a:pt x="212" y="134"/>
                  <a:pt x="212" y="106"/>
                </a:cubicBezTo>
                <a:cubicBezTo>
                  <a:pt x="212" y="78"/>
                  <a:pt x="201" y="51"/>
                  <a:pt x="181" y="31"/>
                </a:cubicBezTo>
                <a:cubicBezTo>
                  <a:pt x="162" y="12"/>
                  <a:pt x="135" y="0"/>
                  <a:pt x="107" y="0"/>
                </a:cubicBezTo>
                <a:cubicBezTo>
                  <a:pt x="79" y="0"/>
                  <a:pt x="52" y="12"/>
                  <a:pt x="32" y="31"/>
                </a:cubicBezTo>
                <a:cubicBezTo>
                  <a:pt x="11" y="51"/>
                  <a:pt x="0" y="78"/>
                  <a:pt x="0" y="106"/>
                </a:cubicBezTo>
                <a:cubicBezTo>
                  <a:pt x="0" y="134"/>
                  <a:pt x="11" y="161"/>
                  <a:pt x="32" y="182"/>
                </a:cubicBezTo>
                <a:cubicBezTo>
                  <a:pt x="52" y="202"/>
                  <a:pt x="79" y="213"/>
                  <a:pt x="107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3" name=""/>
          <p:cNvSpPr/>
          <p:nvPr/>
        </p:nvSpPr>
        <p:spPr>
          <a:xfrm>
            <a:off x="2534760" y="120348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7" y="213"/>
                </a:moveTo>
                <a:cubicBezTo>
                  <a:pt x="135" y="213"/>
                  <a:pt x="162" y="202"/>
                  <a:pt x="182" y="182"/>
                </a:cubicBezTo>
                <a:cubicBezTo>
                  <a:pt x="202" y="162"/>
                  <a:pt x="213" y="134"/>
                  <a:pt x="213" y="106"/>
                </a:cubicBezTo>
                <a:cubicBezTo>
                  <a:pt x="213" y="78"/>
                  <a:pt x="202" y="51"/>
                  <a:pt x="182" y="31"/>
                </a:cubicBezTo>
                <a:cubicBezTo>
                  <a:pt x="162" y="12"/>
                  <a:pt x="135" y="0"/>
                  <a:pt x="107" y="0"/>
                </a:cubicBezTo>
                <a:cubicBezTo>
                  <a:pt x="79" y="0"/>
                  <a:pt x="52" y="12"/>
                  <a:pt x="32" y="31"/>
                </a:cubicBezTo>
                <a:cubicBezTo>
                  <a:pt x="11" y="51"/>
                  <a:pt x="0" y="78"/>
                  <a:pt x="0" y="106"/>
                </a:cubicBezTo>
                <a:cubicBezTo>
                  <a:pt x="0" y="134"/>
                  <a:pt x="11" y="162"/>
                  <a:pt x="32" y="182"/>
                </a:cubicBezTo>
                <a:cubicBezTo>
                  <a:pt x="52" y="202"/>
                  <a:pt x="79" y="213"/>
                  <a:pt x="107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4" name=""/>
          <p:cNvSpPr/>
          <p:nvPr/>
        </p:nvSpPr>
        <p:spPr>
          <a:xfrm>
            <a:off x="2840040" y="136692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106" y="213"/>
                </a:moveTo>
                <a:cubicBezTo>
                  <a:pt x="134" y="213"/>
                  <a:pt x="161" y="202"/>
                  <a:pt x="181" y="182"/>
                </a:cubicBezTo>
                <a:cubicBezTo>
                  <a:pt x="201" y="162"/>
                  <a:pt x="212" y="135"/>
                  <a:pt x="212" y="106"/>
                </a:cubicBezTo>
                <a:cubicBezTo>
                  <a:pt x="212" y="78"/>
                  <a:pt x="201" y="51"/>
                  <a:pt x="181" y="31"/>
                </a:cubicBezTo>
                <a:cubicBezTo>
                  <a:pt x="161" y="12"/>
                  <a:pt x="134" y="0"/>
                  <a:pt x="106" y="0"/>
                </a:cubicBezTo>
                <a:cubicBezTo>
                  <a:pt x="78" y="0"/>
                  <a:pt x="51" y="12"/>
                  <a:pt x="32" y="31"/>
                </a:cubicBezTo>
                <a:cubicBezTo>
                  <a:pt x="11" y="51"/>
                  <a:pt x="0" y="78"/>
                  <a:pt x="0" y="106"/>
                </a:cubicBezTo>
                <a:cubicBezTo>
                  <a:pt x="0" y="135"/>
                  <a:pt x="11" y="162"/>
                  <a:pt x="32" y="182"/>
                </a:cubicBezTo>
                <a:cubicBezTo>
                  <a:pt x="51" y="202"/>
                  <a:pt x="78" y="213"/>
                  <a:pt x="106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5" name=""/>
          <p:cNvSpPr/>
          <p:nvPr/>
        </p:nvSpPr>
        <p:spPr>
          <a:xfrm>
            <a:off x="2534760" y="153036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7" y="213"/>
                </a:moveTo>
                <a:cubicBezTo>
                  <a:pt x="135" y="213"/>
                  <a:pt x="162" y="202"/>
                  <a:pt x="182" y="182"/>
                </a:cubicBezTo>
                <a:cubicBezTo>
                  <a:pt x="202" y="162"/>
                  <a:pt x="213" y="135"/>
                  <a:pt x="213" y="107"/>
                </a:cubicBezTo>
                <a:cubicBezTo>
                  <a:pt x="213" y="79"/>
                  <a:pt x="202" y="51"/>
                  <a:pt x="182" y="31"/>
                </a:cubicBezTo>
                <a:cubicBezTo>
                  <a:pt x="162" y="12"/>
                  <a:pt x="135" y="0"/>
                  <a:pt x="107" y="0"/>
                </a:cubicBezTo>
                <a:cubicBezTo>
                  <a:pt x="79" y="0"/>
                  <a:pt x="52" y="12"/>
                  <a:pt x="32" y="31"/>
                </a:cubicBezTo>
                <a:cubicBezTo>
                  <a:pt x="11" y="51"/>
                  <a:pt x="0" y="79"/>
                  <a:pt x="0" y="107"/>
                </a:cubicBezTo>
                <a:cubicBezTo>
                  <a:pt x="0" y="135"/>
                  <a:pt x="11" y="162"/>
                  <a:pt x="32" y="182"/>
                </a:cubicBezTo>
                <a:cubicBezTo>
                  <a:pt x="52" y="202"/>
                  <a:pt x="79" y="213"/>
                  <a:pt x="107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6" name=""/>
          <p:cNvSpPr/>
          <p:nvPr/>
        </p:nvSpPr>
        <p:spPr>
          <a:xfrm>
            <a:off x="2941560" y="169380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6" y="213"/>
                </a:moveTo>
                <a:cubicBezTo>
                  <a:pt x="134" y="213"/>
                  <a:pt x="161" y="202"/>
                  <a:pt x="182" y="182"/>
                </a:cubicBezTo>
                <a:cubicBezTo>
                  <a:pt x="202" y="162"/>
                  <a:pt x="213" y="135"/>
                  <a:pt x="213" y="107"/>
                </a:cubicBezTo>
                <a:cubicBezTo>
                  <a:pt x="213" y="79"/>
                  <a:pt x="202" y="52"/>
                  <a:pt x="182" y="31"/>
                </a:cubicBezTo>
                <a:cubicBezTo>
                  <a:pt x="161" y="12"/>
                  <a:pt x="134" y="0"/>
                  <a:pt x="106" y="0"/>
                </a:cubicBezTo>
                <a:cubicBezTo>
                  <a:pt x="78" y="0"/>
                  <a:pt x="51" y="12"/>
                  <a:pt x="31" y="31"/>
                </a:cubicBezTo>
                <a:cubicBezTo>
                  <a:pt x="11" y="52"/>
                  <a:pt x="0" y="79"/>
                  <a:pt x="0" y="107"/>
                </a:cubicBezTo>
                <a:cubicBezTo>
                  <a:pt x="0" y="135"/>
                  <a:pt x="11" y="162"/>
                  <a:pt x="31" y="182"/>
                </a:cubicBezTo>
                <a:cubicBezTo>
                  <a:pt x="51" y="202"/>
                  <a:pt x="78" y="213"/>
                  <a:pt x="106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7" name=""/>
          <p:cNvSpPr/>
          <p:nvPr/>
        </p:nvSpPr>
        <p:spPr>
          <a:xfrm>
            <a:off x="2788920" y="185760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106" y="212"/>
                </a:moveTo>
                <a:cubicBezTo>
                  <a:pt x="134" y="212"/>
                  <a:pt x="161" y="201"/>
                  <a:pt x="182" y="181"/>
                </a:cubicBezTo>
                <a:cubicBezTo>
                  <a:pt x="202" y="161"/>
                  <a:pt x="213" y="134"/>
                  <a:pt x="213" y="106"/>
                </a:cubicBezTo>
                <a:cubicBezTo>
                  <a:pt x="213" y="78"/>
                  <a:pt x="202" y="51"/>
                  <a:pt x="182" y="32"/>
                </a:cubicBezTo>
                <a:cubicBezTo>
                  <a:pt x="161" y="12"/>
                  <a:pt x="134" y="0"/>
                  <a:pt x="106" y="0"/>
                </a:cubicBezTo>
                <a:cubicBezTo>
                  <a:pt x="78" y="0"/>
                  <a:pt x="51" y="12"/>
                  <a:pt x="31" y="32"/>
                </a:cubicBezTo>
                <a:cubicBezTo>
                  <a:pt x="12" y="51"/>
                  <a:pt x="0" y="78"/>
                  <a:pt x="0" y="106"/>
                </a:cubicBezTo>
                <a:cubicBezTo>
                  <a:pt x="0" y="134"/>
                  <a:pt x="12" y="161"/>
                  <a:pt x="31" y="181"/>
                </a:cubicBezTo>
                <a:cubicBezTo>
                  <a:pt x="51" y="201"/>
                  <a:pt x="78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8" name=""/>
          <p:cNvSpPr/>
          <p:nvPr/>
        </p:nvSpPr>
        <p:spPr>
          <a:xfrm>
            <a:off x="4034520" y="202104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107" y="212"/>
                </a:moveTo>
                <a:cubicBezTo>
                  <a:pt x="135" y="212"/>
                  <a:pt x="162" y="201"/>
                  <a:pt x="182" y="180"/>
                </a:cubicBezTo>
                <a:cubicBezTo>
                  <a:pt x="202" y="160"/>
                  <a:pt x="213" y="133"/>
                  <a:pt x="213" y="105"/>
                </a:cubicBezTo>
                <a:cubicBezTo>
                  <a:pt x="213" y="77"/>
                  <a:pt x="202" y="50"/>
                  <a:pt x="182" y="31"/>
                </a:cubicBezTo>
                <a:cubicBezTo>
                  <a:pt x="162" y="11"/>
                  <a:pt x="135" y="0"/>
                  <a:pt x="107" y="0"/>
                </a:cubicBezTo>
                <a:cubicBezTo>
                  <a:pt x="78" y="0"/>
                  <a:pt x="51" y="11"/>
                  <a:pt x="31" y="31"/>
                </a:cubicBezTo>
                <a:cubicBezTo>
                  <a:pt x="11" y="50"/>
                  <a:pt x="0" y="77"/>
                  <a:pt x="0" y="105"/>
                </a:cubicBezTo>
                <a:cubicBezTo>
                  <a:pt x="0" y="133"/>
                  <a:pt x="11" y="160"/>
                  <a:pt x="31" y="180"/>
                </a:cubicBezTo>
                <a:cubicBezTo>
                  <a:pt x="51" y="201"/>
                  <a:pt x="78" y="212"/>
                  <a:pt x="107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49" name=""/>
          <p:cNvSpPr/>
          <p:nvPr/>
        </p:nvSpPr>
        <p:spPr>
          <a:xfrm>
            <a:off x="3551760" y="2184480"/>
            <a:ext cx="76320" cy="76320"/>
          </a:xfrm>
          <a:custGeom>
            <a:avLst/>
            <a:gdLst/>
            <a:ahLst/>
            <a:rect l="0" t="0" r="r" b="b"/>
            <a:pathLst>
              <a:path w="212" h="212">
                <a:moveTo>
                  <a:pt x="106" y="212"/>
                </a:moveTo>
                <a:cubicBezTo>
                  <a:pt x="134" y="212"/>
                  <a:pt x="162" y="201"/>
                  <a:pt x="181" y="181"/>
                </a:cubicBezTo>
                <a:cubicBezTo>
                  <a:pt x="201" y="161"/>
                  <a:pt x="212" y="133"/>
                  <a:pt x="212" y="105"/>
                </a:cubicBezTo>
                <a:cubicBezTo>
                  <a:pt x="212" y="77"/>
                  <a:pt x="201" y="50"/>
                  <a:pt x="181" y="31"/>
                </a:cubicBezTo>
                <a:cubicBezTo>
                  <a:pt x="162" y="11"/>
                  <a:pt x="134" y="0"/>
                  <a:pt x="106" y="0"/>
                </a:cubicBezTo>
                <a:cubicBezTo>
                  <a:pt x="77" y="0"/>
                  <a:pt x="51" y="11"/>
                  <a:pt x="31" y="31"/>
                </a:cubicBezTo>
                <a:cubicBezTo>
                  <a:pt x="11" y="50"/>
                  <a:pt x="0" y="77"/>
                  <a:pt x="0" y="105"/>
                </a:cubicBezTo>
                <a:cubicBezTo>
                  <a:pt x="0" y="133"/>
                  <a:pt x="11" y="161"/>
                  <a:pt x="31" y="181"/>
                </a:cubicBezTo>
                <a:cubicBezTo>
                  <a:pt x="51" y="201"/>
                  <a:pt x="77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0" name=""/>
          <p:cNvSpPr/>
          <p:nvPr/>
        </p:nvSpPr>
        <p:spPr>
          <a:xfrm>
            <a:off x="2052000" y="2347920"/>
            <a:ext cx="76320" cy="76320"/>
          </a:xfrm>
          <a:custGeom>
            <a:avLst/>
            <a:gdLst/>
            <a:ahLst/>
            <a:rect l="0" t="0" r="r" b="b"/>
            <a:pathLst>
              <a:path w="212" h="212">
                <a:moveTo>
                  <a:pt x="106" y="212"/>
                </a:moveTo>
                <a:cubicBezTo>
                  <a:pt x="135" y="212"/>
                  <a:pt x="161" y="201"/>
                  <a:pt x="181" y="181"/>
                </a:cubicBezTo>
                <a:cubicBezTo>
                  <a:pt x="201" y="161"/>
                  <a:pt x="212" y="134"/>
                  <a:pt x="212" y="105"/>
                </a:cubicBezTo>
                <a:cubicBezTo>
                  <a:pt x="212" y="77"/>
                  <a:pt x="201" y="50"/>
                  <a:pt x="181" y="31"/>
                </a:cubicBezTo>
                <a:cubicBezTo>
                  <a:pt x="161" y="11"/>
                  <a:pt x="135" y="0"/>
                  <a:pt x="106" y="0"/>
                </a:cubicBezTo>
                <a:cubicBezTo>
                  <a:pt x="77" y="0"/>
                  <a:pt x="50" y="11"/>
                  <a:pt x="31" y="31"/>
                </a:cubicBezTo>
                <a:cubicBezTo>
                  <a:pt x="11" y="50"/>
                  <a:pt x="0" y="77"/>
                  <a:pt x="0" y="105"/>
                </a:cubicBezTo>
                <a:cubicBezTo>
                  <a:pt x="0" y="134"/>
                  <a:pt x="11" y="161"/>
                  <a:pt x="31" y="181"/>
                </a:cubicBezTo>
                <a:cubicBezTo>
                  <a:pt x="50" y="201"/>
                  <a:pt x="77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1" name=""/>
          <p:cNvSpPr/>
          <p:nvPr/>
        </p:nvSpPr>
        <p:spPr>
          <a:xfrm>
            <a:off x="2026440" y="251136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106" y="212"/>
                </a:moveTo>
                <a:cubicBezTo>
                  <a:pt x="134" y="212"/>
                  <a:pt x="161" y="201"/>
                  <a:pt x="182" y="181"/>
                </a:cubicBezTo>
                <a:cubicBezTo>
                  <a:pt x="202" y="161"/>
                  <a:pt x="213" y="135"/>
                  <a:pt x="213" y="106"/>
                </a:cubicBezTo>
                <a:cubicBezTo>
                  <a:pt x="213" y="77"/>
                  <a:pt x="202" y="50"/>
                  <a:pt x="182" y="31"/>
                </a:cubicBezTo>
                <a:cubicBezTo>
                  <a:pt x="161" y="11"/>
                  <a:pt x="134" y="0"/>
                  <a:pt x="106" y="0"/>
                </a:cubicBezTo>
                <a:cubicBezTo>
                  <a:pt x="78" y="0"/>
                  <a:pt x="51" y="11"/>
                  <a:pt x="31" y="31"/>
                </a:cubicBezTo>
                <a:cubicBezTo>
                  <a:pt x="11" y="50"/>
                  <a:pt x="0" y="77"/>
                  <a:pt x="0" y="106"/>
                </a:cubicBezTo>
                <a:cubicBezTo>
                  <a:pt x="0" y="135"/>
                  <a:pt x="11" y="161"/>
                  <a:pt x="31" y="181"/>
                </a:cubicBezTo>
                <a:cubicBezTo>
                  <a:pt x="51" y="201"/>
                  <a:pt x="78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2" name=""/>
          <p:cNvSpPr/>
          <p:nvPr/>
        </p:nvSpPr>
        <p:spPr>
          <a:xfrm>
            <a:off x="2382480" y="2674800"/>
            <a:ext cx="76320" cy="76320"/>
          </a:xfrm>
          <a:custGeom>
            <a:avLst/>
            <a:gdLst/>
            <a:ahLst/>
            <a:rect l="0" t="0" r="r" b="b"/>
            <a:pathLst>
              <a:path w="212" h="212">
                <a:moveTo>
                  <a:pt x="106" y="212"/>
                </a:moveTo>
                <a:cubicBezTo>
                  <a:pt x="134" y="212"/>
                  <a:pt x="161" y="201"/>
                  <a:pt x="181" y="181"/>
                </a:cubicBezTo>
                <a:cubicBezTo>
                  <a:pt x="201" y="161"/>
                  <a:pt x="212" y="135"/>
                  <a:pt x="212" y="106"/>
                </a:cubicBezTo>
                <a:cubicBezTo>
                  <a:pt x="212" y="78"/>
                  <a:pt x="201" y="50"/>
                  <a:pt x="181" y="31"/>
                </a:cubicBezTo>
                <a:cubicBezTo>
                  <a:pt x="161" y="11"/>
                  <a:pt x="134" y="0"/>
                  <a:pt x="106" y="0"/>
                </a:cubicBezTo>
                <a:cubicBezTo>
                  <a:pt x="78" y="0"/>
                  <a:pt x="51" y="11"/>
                  <a:pt x="32" y="31"/>
                </a:cubicBezTo>
                <a:cubicBezTo>
                  <a:pt x="11" y="50"/>
                  <a:pt x="0" y="78"/>
                  <a:pt x="0" y="106"/>
                </a:cubicBezTo>
                <a:cubicBezTo>
                  <a:pt x="0" y="135"/>
                  <a:pt x="11" y="161"/>
                  <a:pt x="32" y="181"/>
                </a:cubicBezTo>
                <a:cubicBezTo>
                  <a:pt x="51" y="201"/>
                  <a:pt x="78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3" name=""/>
          <p:cNvSpPr/>
          <p:nvPr/>
        </p:nvSpPr>
        <p:spPr>
          <a:xfrm>
            <a:off x="2788920" y="283824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106" y="212"/>
                </a:moveTo>
                <a:cubicBezTo>
                  <a:pt x="134" y="212"/>
                  <a:pt x="161" y="201"/>
                  <a:pt x="182" y="181"/>
                </a:cubicBezTo>
                <a:cubicBezTo>
                  <a:pt x="202" y="161"/>
                  <a:pt x="213" y="135"/>
                  <a:pt x="213" y="107"/>
                </a:cubicBezTo>
                <a:cubicBezTo>
                  <a:pt x="213" y="78"/>
                  <a:pt x="202" y="52"/>
                  <a:pt x="182" y="32"/>
                </a:cubicBezTo>
                <a:cubicBezTo>
                  <a:pt x="161" y="11"/>
                  <a:pt x="134" y="0"/>
                  <a:pt x="106" y="0"/>
                </a:cubicBezTo>
                <a:cubicBezTo>
                  <a:pt x="78" y="0"/>
                  <a:pt x="51" y="11"/>
                  <a:pt x="31" y="32"/>
                </a:cubicBezTo>
                <a:cubicBezTo>
                  <a:pt x="12" y="52"/>
                  <a:pt x="0" y="78"/>
                  <a:pt x="0" y="107"/>
                </a:cubicBezTo>
                <a:cubicBezTo>
                  <a:pt x="0" y="135"/>
                  <a:pt x="12" y="161"/>
                  <a:pt x="31" y="181"/>
                </a:cubicBezTo>
                <a:cubicBezTo>
                  <a:pt x="51" y="201"/>
                  <a:pt x="78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4" name=""/>
          <p:cNvSpPr/>
          <p:nvPr/>
        </p:nvSpPr>
        <p:spPr>
          <a:xfrm>
            <a:off x="2560320" y="300168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106" y="212"/>
                </a:moveTo>
                <a:cubicBezTo>
                  <a:pt x="134" y="212"/>
                  <a:pt x="161" y="200"/>
                  <a:pt x="182" y="180"/>
                </a:cubicBezTo>
                <a:cubicBezTo>
                  <a:pt x="201" y="161"/>
                  <a:pt x="213" y="134"/>
                  <a:pt x="213" y="106"/>
                </a:cubicBezTo>
                <a:cubicBezTo>
                  <a:pt x="213" y="77"/>
                  <a:pt x="201" y="51"/>
                  <a:pt x="182" y="31"/>
                </a:cubicBezTo>
                <a:cubicBezTo>
                  <a:pt x="161" y="11"/>
                  <a:pt x="134" y="0"/>
                  <a:pt x="106" y="0"/>
                </a:cubicBezTo>
                <a:cubicBezTo>
                  <a:pt x="78" y="0"/>
                  <a:pt x="51" y="11"/>
                  <a:pt x="31" y="31"/>
                </a:cubicBezTo>
                <a:cubicBezTo>
                  <a:pt x="11" y="51"/>
                  <a:pt x="0" y="77"/>
                  <a:pt x="0" y="106"/>
                </a:cubicBezTo>
                <a:cubicBezTo>
                  <a:pt x="0" y="134"/>
                  <a:pt x="11" y="161"/>
                  <a:pt x="31" y="180"/>
                </a:cubicBezTo>
                <a:cubicBezTo>
                  <a:pt x="51" y="200"/>
                  <a:pt x="78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5" name=""/>
          <p:cNvSpPr/>
          <p:nvPr/>
        </p:nvSpPr>
        <p:spPr>
          <a:xfrm>
            <a:off x="2509560" y="3165120"/>
            <a:ext cx="76320" cy="76320"/>
          </a:xfrm>
          <a:custGeom>
            <a:avLst/>
            <a:gdLst/>
            <a:ahLst/>
            <a:rect l="0" t="0" r="r" b="b"/>
            <a:pathLst>
              <a:path w="212" h="212">
                <a:moveTo>
                  <a:pt x="106" y="212"/>
                </a:moveTo>
                <a:cubicBezTo>
                  <a:pt x="135" y="212"/>
                  <a:pt x="161" y="201"/>
                  <a:pt x="181" y="181"/>
                </a:cubicBezTo>
                <a:cubicBezTo>
                  <a:pt x="201" y="161"/>
                  <a:pt x="212" y="134"/>
                  <a:pt x="212" y="106"/>
                </a:cubicBezTo>
                <a:cubicBezTo>
                  <a:pt x="212" y="77"/>
                  <a:pt x="201" y="51"/>
                  <a:pt x="181" y="31"/>
                </a:cubicBezTo>
                <a:cubicBezTo>
                  <a:pt x="161" y="11"/>
                  <a:pt x="135" y="0"/>
                  <a:pt x="106" y="0"/>
                </a:cubicBezTo>
                <a:cubicBezTo>
                  <a:pt x="77" y="0"/>
                  <a:pt x="50" y="11"/>
                  <a:pt x="31" y="31"/>
                </a:cubicBezTo>
                <a:cubicBezTo>
                  <a:pt x="11" y="51"/>
                  <a:pt x="0" y="77"/>
                  <a:pt x="0" y="106"/>
                </a:cubicBezTo>
                <a:cubicBezTo>
                  <a:pt x="0" y="134"/>
                  <a:pt x="11" y="161"/>
                  <a:pt x="31" y="181"/>
                </a:cubicBezTo>
                <a:cubicBezTo>
                  <a:pt x="50" y="201"/>
                  <a:pt x="77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6" name=""/>
          <p:cNvSpPr/>
          <p:nvPr/>
        </p:nvSpPr>
        <p:spPr>
          <a:xfrm>
            <a:off x="2560320" y="332856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106" y="212"/>
                </a:moveTo>
                <a:cubicBezTo>
                  <a:pt x="134" y="212"/>
                  <a:pt x="161" y="201"/>
                  <a:pt x="182" y="181"/>
                </a:cubicBezTo>
                <a:cubicBezTo>
                  <a:pt x="201" y="162"/>
                  <a:pt x="213" y="134"/>
                  <a:pt x="213" y="106"/>
                </a:cubicBezTo>
                <a:cubicBezTo>
                  <a:pt x="213" y="78"/>
                  <a:pt x="201" y="51"/>
                  <a:pt x="182" y="31"/>
                </a:cubicBezTo>
                <a:cubicBezTo>
                  <a:pt x="161" y="11"/>
                  <a:pt x="134" y="0"/>
                  <a:pt x="106" y="0"/>
                </a:cubicBezTo>
                <a:cubicBezTo>
                  <a:pt x="78" y="0"/>
                  <a:pt x="51" y="11"/>
                  <a:pt x="31" y="31"/>
                </a:cubicBezTo>
                <a:cubicBezTo>
                  <a:pt x="11" y="51"/>
                  <a:pt x="0" y="78"/>
                  <a:pt x="0" y="106"/>
                </a:cubicBezTo>
                <a:cubicBezTo>
                  <a:pt x="0" y="134"/>
                  <a:pt x="11" y="162"/>
                  <a:pt x="31" y="181"/>
                </a:cubicBezTo>
                <a:cubicBezTo>
                  <a:pt x="51" y="201"/>
                  <a:pt x="78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7" name=""/>
          <p:cNvSpPr/>
          <p:nvPr/>
        </p:nvSpPr>
        <p:spPr>
          <a:xfrm>
            <a:off x="3144960" y="349200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107" y="212"/>
                </a:moveTo>
                <a:cubicBezTo>
                  <a:pt x="135" y="212"/>
                  <a:pt x="162" y="201"/>
                  <a:pt x="182" y="181"/>
                </a:cubicBezTo>
                <a:cubicBezTo>
                  <a:pt x="201" y="162"/>
                  <a:pt x="213" y="135"/>
                  <a:pt x="213" y="106"/>
                </a:cubicBezTo>
                <a:cubicBezTo>
                  <a:pt x="213" y="78"/>
                  <a:pt x="201" y="51"/>
                  <a:pt x="182" y="31"/>
                </a:cubicBezTo>
                <a:cubicBezTo>
                  <a:pt x="162" y="11"/>
                  <a:pt x="135" y="0"/>
                  <a:pt x="107" y="0"/>
                </a:cubicBezTo>
                <a:cubicBezTo>
                  <a:pt x="79" y="0"/>
                  <a:pt x="52" y="11"/>
                  <a:pt x="32" y="31"/>
                </a:cubicBezTo>
                <a:cubicBezTo>
                  <a:pt x="11" y="51"/>
                  <a:pt x="0" y="78"/>
                  <a:pt x="0" y="106"/>
                </a:cubicBezTo>
                <a:cubicBezTo>
                  <a:pt x="0" y="135"/>
                  <a:pt x="11" y="162"/>
                  <a:pt x="32" y="181"/>
                </a:cubicBezTo>
                <a:cubicBezTo>
                  <a:pt x="52" y="201"/>
                  <a:pt x="79" y="212"/>
                  <a:pt x="107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8" name=""/>
          <p:cNvSpPr/>
          <p:nvPr/>
        </p:nvSpPr>
        <p:spPr>
          <a:xfrm>
            <a:off x="2712960" y="3655440"/>
            <a:ext cx="76320" cy="76320"/>
          </a:xfrm>
          <a:custGeom>
            <a:avLst/>
            <a:gdLst/>
            <a:ahLst/>
            <a:rect l="0" t="0" r="r" b="b"/>
            <a:pathLst>
              <a:path w="212" h="212">
                <a:moveTo>
                  <a:pt x="105" y="212"/>
                </a:moveTo>
                <a:cubicBezTo>
                  <a:pt x="133" y="212"/>
                  <a:pt x="160" y="201"/>
                  <a:pt x="181" y="181"/>
                </a:cubicBezTo>
                <a:cubicBezTo>
                  <a:pt x="201" y="162"/>
                  <a:pt x="212" y="135"/>
                  <a:pt x="212" y="107"/>
                </a:cubicBezTo>
                <a:cubicBezTo>
                  <a:pt x="212" y="78"/>
                  <a:pt x="201" y="51"/>
                  <a:pt x="181" y="31"/>
                </a:cubicBezTo>
                <a:cubicBezTo>
                  <a:pt x="160" y="11"/>
                  <a:pt x="133" y="0"/>
                  <a:pt x="105" y="0"/>
                </a:cubicBezTo>
                <a:cubicBezTo>
                  <a:pt x="77" y="0"/>
                  <a:pt x="50" y="11"/>
                  <a:pt x="31" y="31"/>
                </a:cubicBezTo>
                <a:cubicBezTo>
                  <a:pt x="11" y="51"/>
                  <a:pt x="0" y="78"/>
                  <a:pt x="0" y="107"/>
                </a:cubicBezTo>
                <a:cubicBezTo>
                  <a:pt x="0" y="135"/>
                  <a:pt x="11" y="162"/>
                  <a:pt x="31" y="181"/>
                </a:cubicBezTo>
                <a:cubicBezTo>
                  <a:pt x="50" y="201"/>
                  <a:pt x="77" y="212"/>
                  <a:pt x="105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59" name=""/>
          <p:cNvSpPr/>
          <p:nvPr/>
        </p:nvSpPr>
        <p:spPr>
          <a:xfrm>
            <a:off x="3322800" y="3818880"/>
            <a:ext cx="76680" cy="76320"/>
          </a:xfrm>
          <a:custGeom>
            <a:avLst/>
            <a:gdLst/>
            <a:ahLst/>
            <a:rect l="0" t="0" r="r" b="b"/>
            <a:pathLst>
              <a:path w="213" h="212">
                <a:moveTo>
                  <a:pt x="106" y="212"/>
                </a:moveTo>
                <a:cubicBezTo>
                  <a:pt x="134" y="212"/>
                  <a:pt x="162" y="201"/>
                  <a:pt x="182" y="181"/>
                </a:cubicBezTo>
                <a:cubicBezTo>
                  <a:pt x="202" y="162"/>
                  <a:pt x="213" y="135"/>
                  <a:pt x="213" y="107"/>
                </a:cubicBezTo>
                <a:cubicBezTo>
                  <a:pt x="213" y="79"/>
                  <a:pt x="202" y="52"/>
                  <a:pt x="182" y="31"/>
                </a:cubicBezTo>
                <a:cubicBezTo>
                  <a:pt x="162" y="11"/>
                  <a:pt x="134" y="0"/>
                  <a:pt x="106" y="0"/>
                </a:cubicBezTo>
                <a:cubicBezTo>
                  <a:pt x="78" y="0"/>
                  <a:pt x="51" y="11"/>
                  <a:pt x="31" y="31"/>
                </a:cubicBezTo>
                <a:cubicBezTo>
                  <a:pt x="11" y="52"/>
                  <a:pt x="0" y="79"/>
                  <a:pt x="0" y="107"/>
                </a:cubicBezTo>
                <a:cubicBezTo>
                  <a:pt x="0" y="135"/>
                  <a:pt x="11" y="162"/>
                  <a:pt x="31" y="181"/>
                </a:cubicBezTo>
                <a:cubicBezTo>
                  <a:pt x="51" y="201"/>
                  <a:pt x="78" y="212"/>
                  <a:pt x="106" y="212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60" name=""/>
          <p:cNvSpPr/>
          <p:nvPr/>
        </p:nvSpPr>
        <p:spPr>
          <a:xfrm>
            <a:off x="2916000" y="398232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7" y="213"/>
                </a:moveTo>
                <a:cubicBezTo>
                  <a:pt x="135" y="213"/>
                  <a:pt x="162" y="201"/>
                  <a:pt x="182" y="182"/>
                </a:cubicBezTo>
                <a:cubicBezTo>
                  <a:pt x="202" y="162"/>
                  <a:pt x="213" y="135"/>
                  <a:pt x="213" y="107"/>
                </a:cubicBezTo>
                <a:cubicBezTo>
                  <a:pt x="213" y="79"/>
                  <a:pt x="202" y="52"/>
                  <a:pt x="182" y="32"/>
                </a:cubicBezTo>
                <a:cubicBezTo>
                  <a:pt x="162" y="11"/>
                  <a:pt x="135" y="0"/>
                  <a:pt x="107" y="0"/>
                </a:cubicBezTo>
                <a:cubicBezTo>
                  <a:pt x="79" y="0"/>
                  <a:pt x="52" y="11"/>
                  <a:pt x="32" y="32"/>
                </a:cubicBezTo>
                <a:cubicBezTo>
                  <a:pt x="12" y="52"/>
                  <a:pt x="0" y="79"/>
                  <a:pt x="0" y="107"/>
                </a:cubicBezTo>
                <a:cubicBezTo>
                  <a:pt x="0" y="135"/>
                  <a:pt x="12" y="162"/>
                  <a:pt x="32" y="182"/>
                </a:cubicBezTo>
                <a:cubicBezTo>
                  <a:pt x="52" y="201"/>
                  <a:pt x="79" y="213"/>
                  <a:pt x="107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61" name=""/>
          <p:cNvSpPr/>
          <p:nvPr/>
        </p:nvSpPr>
        <p:spPr>
          <a:xfrm>
            <a:off x="3246480" y="414576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6" y="213"/>
                </a:moveTo>
                <a:cubicBezTo>
                  <a:pt x="134" y="213"/>
                  <a:pt x="162" y="201"/>
                  <a:pt x="182" y="181"/>
                </a:cubicBezTo>
                <a:cubicBezTo>
                  <a:pt x="202" y="161"/>
                  <a:pt x="213" y="134"/>
                  <a:pt x="213" y="106"/>
                </a:cubicBezTo>
                <a:cubicBezTo>
                  <a:pt x="213" y="78"/>
                  <a:pt x="202" y="51"/>
                  <a:pt x="182" y="31"/>
                </a:cubicBezTo>
                <a:cubicBezTo>
                  <a:pt x="162" y="11"/>
                  <a:pt x="134" y="0"/>
                  <a:pt x="106" y="0"/>
                </a:cubicBezTo>
                <a:cubicBezTo>
                  <a:pt x="78" y="0"/>
                  <a:pt x="51" y="11"/>
                  <a:pt x="31" y="31"/>
                </a:cubicBezTo>
                <a:cubicBezTo>
                  <a:pt x="12" y="51"/>
                  <a:pt x="0" y="78"/>
                  <a:pt x="0" y="106"/>
                </a:cubicBezTo>
                <a:cubicBezTo>
                  <a:pt x="0" y="134"/>
                  <a:pt x="12" y="161"/>
                  <a:pt x="31" y="181"/>
                </a:cubicBezTo>
                <a:cubicBezTo>
                  <a:pt x="51" y="201"/>
                  <a:pt x="78" y="213"/>
                  <a:pt x="106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62" name=""/>
          <p:cNvSpPr/>
          <p:nvPr/>
        </p:nvSpPr>
        <p:spPr>
          <a:xfrm>
            <a:off x="2840040" y="430920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106" y="213"/>
                </a:moveTo>
                <a:cubicBezTo>
                  <a:pt x="134" y="213"/>
                  <a:pt x="161" y="201"/>
                  <a:pt x="181" y="182"/>
                </a:cubicBezTo>
                <a:cubicBezTo>
                  <a:pt x="201" y="161"/>
                  <a:pt x="212" y="134"/>
                  <a:pt x="212" y="106"/>
                </a:cubicBezTo>
                <a:cubicBezTo>
                  <a:pt x="212" y="78"/>
                  <a:pt x="201" y="51"/>
                  <a:pt x="181" y="31"/>
                </a:cubicBezTo>
                <a:cubicBezTo>
                  <a:pt x="161" y="11"/>
                  <a:pt x="134" y="0"/>
                  <a:pt x="106" y="0"/>
                </a:cubicBezTo>
                <a:cubicBezTo>
                  <a:pt x="78" y="0"/>
                  <a:pt x="51" y="11"/>
                  <a:pt x="32" y="31"/>
                </a:cubicBezTo>
                <a:cubicBezTo>
                  <a:pt x="11" y="51"/>
                  <a:pt x="0" y="78"/>
                  <a:pt x="0" y="106"/>
                </a:cubicBezTo>
                <a:cubicBezTo>
                  <a:pt x="0" y="134"/>
                  <a:pt x="11" y="161"/>
                  <a:pt x="32" y="182"/>
                </a:cubicBezTo>
                <a:cubicBezTo>
                  <a:pt x="51" y="201"/>
                  <a:pt x="78" y="213"/>
                  <a:pt x="106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63" name=""/>
          <p:cNvSpPr/>
          <p:nvPr/>
        </p:nvSpPr>
        <p:spPr>
          <a:xfrm>
            <a:off x="3373560" y="447264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7" y="213"/>
                </a:moveTo>
                <a:cubicBezTo>
                  <a:pt x="135" y="213"/>
                  <a:pt x="162" y="201"/>
                  <a:pt x="182" y="182"/>
                </a:cubicBezTo>
                <a:cubicBezTo>
                  <a:pt x="202" y="162"/>
                  <a:pt x="213" y="135"/>
                  <a:pt x="213" y="106"/>
                </a:cubicBezTo>
                <a:cubicBezTo>
                  <a:pt x="213" y="78"/>
                  <a:pt x="202" y="51"/>
                  <a:pt x="182" y="31"/>
                </a:cubicBezTo>
                <a:cubicBezTo>
                  <a:pt x="162" y="11"/>
                  <a:pt x="135" y="0"/>
                  <a:pt x="107" y="0"/>
                </a:cubicBezTo>
                <a:cubicBezTo>
                  <a:pt x="79" y="0"/>
                  <a:pt x="52" y="11"/>
                  <a:pt x="32" y="31"/>
                </a:cubicBezTo>
                <a:cubicBezTo>
                  <a:pt x="12" y="51"/>
                  <a:pt x="0" y="78"/>
                  <a:pt x="0" y="106"/>
                </a:cubicBezTo>
                <a:cubicBezTo>
                  <a:pt x="0" y="135"/>
                  <a:pt x="12" y="162"/>
                  <a:pt x="32" y="182"/>
                </a:cubicBezTo>
                <a:cubicBezTo>
                  <a:pt x="52" y="201"/>
                  <a:pt x="79" y="213"/>
                  <a:pt x="107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64" name=""/>
          <p:cNvSpPr/>
          <p:nvPr/>
        </p:nvSpPr>
        <p:spPr>
          <a:xfrm>
            <a:off x="3424680" y="4636080"/>
            <a:ext cx="76320" cy="76680"/>
          </a:xfrm>
          <a:custGeom>
            <a:avLst/>
            <a:gdLst/>
            <a:ahLst/>
            <a:rect l="0" t="0" r="r" b="b"/>
            <a:pathLst>
              <a:path w="212" h="213">
                <a:moveTo>
                  <a:pt x="106" y="213"/>
                </a:moveTo>
                <a:cubicBezTo>
                  <a:pt x="135" y="213"/>
                  <a:pt x="161" y="201"/>
                  <a:pt x="181" y="182"/>
                </a:cubicBezTo>
                <a:cubicBezTo>
                  <a:pt x="201" y="162"/>
                  <a:pt x="212" y="135"/>
                  <a:pt x="212" y="107"/>
                </a:cubicBezTo>
                <a:cubicBezTo>
                  <a:pt x="212" y="78"/>
                  <a:pt x="201" y="51"/>
                  <a:pt x="181" y="31"/>
                </a:cubicBezTo>
                <a:cubicBezTo>
                  <a:pt x="161" y="11"/>
                  <a:pt x="135" y="0"/>
                  <a:pt x="106" y="0"/>
                </a:cubicBezTo>
                <a:cubicBezTo>
                  <a:pt x="77" y="0"/>
                  <a:pt x="50" y="11"/>
                  <a:pt x="31" y="31"/>
                </a:cubicBezTo>
                <a:cubicBezTo>
                  <a:pt x="11" y="51"/>
                  <a:pt x="0" y="78"/>
                  <a:pt x="0" y="107"/>
                </a:cubicBezTo>
                <a:cubicBezTo>
                  <a:pt x="0" y="135"/>
                  <a:pt x="11" y="162"/>
                  <a:pt x="31" y="182"/>
                </a:cubicBezTo>
                <a:cubicBezTo>
                  <a:pt x="50" y="201"/>
                  <a:pt x="77" y="213"/>
                  <a:pt x="106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65" name=""/>
          <p:cNvSpPr/>
          <p:nvPr/>
        </p:nvSpPr>
        <p:spPr>
          <a:xfrm>
            <a:off x="4848120" y="4799520"/>
            <a:ext cx="76680" cy="76680"/>
          </a:xfrm>
          <a:custGeom>
            <a:avLst/>
            <a:gdLst/>
            <a:ahLst/>
            <a:rect l="0" t="0" r="r" b="b"/>
            <a:pathLst>
              <a:path w="213" h="213">
                <a:moveTo>
                  <a:pt x="106" y="213"/>
                </a:moveTo>
                <a:cubicBezTo>
                  <a:pt x="134" y="213"/>
                  <a:pt x="162" y="201"/>
                  <a:pt x="182" y="182"/>
                </a:cubicBezTo>
                <a:cubicBezTo>
                  <a:pt x="201" y="162"/>
                  <a:pt x="213" y="135"/>
                  <a:pt x="213" y="107"/>
                </a:cubicBezTo>
                <a:cubicBezTo>
                  <a:pt x="213" y="79"/>
                  <a:pt x="201" y="51"/>
                  <a:pt x="182" y="31"/>
                </a:cubicBezTo>
                <a:cubicBezTo>
                  <a:pt x="162" y="11"/>
                  <a:pt x="134" y="0"/>
                  <a:pt x="106" y="0"/>
                </a:cubicBezTo>
                <a:cubicBezTo>
                  <a:pt x="78" y="0"/>
                  <a:pt x="51" y="11"/>
                  <a:pt x="31" y="31"/>
                </a:cubicBezTo>
                <a:cubicBezTo>
                  <a:pt x="11" y="51"/>
                  <a:pt x="0" y="79"/>
                  <a:pt x="0" y="107"/>
                </a:cubicBezTo>
                <a:cubicBezTo>
                  <a:pt x="0" y="135"/>
                  <a:pt x="11" y="162"/>
                  <a:pt x="31" y="182"/>
                </a:cubicBezTo>
                <a:cubicBezTo>
                  <a:pt x="51" y="201"/>
                  <a:pt x="78" y="213"/>
                  <a:pt x="106" y="213"/>
                </a:cubicBezTo>
                <a:close/>
              </a:path>
            </a:pathLst>
          </a:custGeom>
          <a:solidFill>
            <a:srgbClr val="d4a300">
              <a:alpha val="90000"/>
            </a:srgbClr>
          </a:solidFill>
          <a:ln w="7560">
            <a:solidFill>
              <a:srgbClr val="0e2a47">
                <a:alpha val="90000"/>
              </a:srgbClr>
            </a:solidFill>
            <a:round/>
          </a:ln>
        </p:spPr>
      </p:sp>
      <p:sp>
        <p:nvSpPr>
          <p:cNvPr id="466" name=""/>
          <p:cNvSpPr/>
          <p:nvPr/>
        </p:nvSpPr>
        <p:spPr>
          <a:xfrm>
            <a:off x="7829640" y="2399760"/>
            <a:ext cx="203040" cy="0"/>
          </a:xfrm>
          <a:custGeom>
            <a:avLst/>
            <a:gdLst/>
            <a:ahLst/>
            <a:rect l="0" t="0" r="r" b="b"/>
            <a:pathLst>
              <a:path fill="none" w="564" h="0">
                <a:moveTo>
                  <a:pt x="0" y="0"/>
                </a:moveTo>
                <a:lnTo>
                  <a:pt x="282" y="0"/>
                </a:lnTo>
                <a:lnTo>
                  <a:pt x="564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467" name=""/>
          <p:cNvSpPr/>
          <p:nvPr/>
        </p:nvSpPr>
        <p:spPr>
          <a:xfrm>
            <a:off x="7867800" y="233604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8"/>
                </a:cubicBezTo>
                <a:cubicBezTo>
                  <a:pt x="353" y="131"/>
                  <a:pt x="335" y="86"/>
                  <a:pt x="302" y="53"/>
                </a:cubicBezTo>
                <a:cubicBezTo>
                  <a:pt x="269" y="19"/>
                  <a:pt x="224" y="0"/>
                  <a:pt x="177" y="0"/>
                </a:cubicBezTo>
                <a:cubicBezTo>
                  <a:pt x="129" y="0"/>
                  <a:pt x="84" y="19"/>
                  <a:pt x="51" y="53"/>
                </a:cubicBezTo>
                <a:cubicBezTo>
                  <a:pt x="18" y="86"/>
                  <a:pt x="0" y="131"/>
                  <a:pt x="0" y="178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29" y="354"/>
                  <a:pt x="177" y="354"/>
                </a:cubicBezTo>
                <a:close/>
              </a:path>
            </a:pathLst>
          </a:custGeom>
          <a:solidFill>
            <a:srgbClr val="5a6772"/>
          </a:solidFill>
          <a:ln w="12600">
            <a:solidFill>
              <a:srgbClr val="0e2a47"/>
            </a:solidFill>
            <a:round/>
          </a:ln>
        </p:spPr>
      </p:sp>
      <p:sp>
        <p:nvSpPr>
          <p:cNvPr id="468" name=""/>
          <p:cNvSpPr txBox="1"/>
          <p:nvPr/>
        </p:nvSpPr>
        <p:spPr>
          <a:xfrm>
            <a:off x="6983640" y="4771440"/>
            <a:ext cx="2156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193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69" name=""/>
          <p:cNvSpPr/>
          <p:nvPr/>
        </p:nvSpPr>
        <p:spPr>
          <a:xfrm>
            <a:off x="7829640" y="2548800"/>
            <a:ext cx="203040" cy="0"/>
          </a:xfrm>
          <a:custGeom>
            <a:avLst/>
            <a:gdLst/>
            <a:ahLst/>
            <a:rect l="0" t="0" r="r" b="b"/>
            <a:pathLst>
              <a:path fill="none" w="564" h="0">
                <a:moveTo>
                  <a:pt x="0" y="0"/>
                </a:moveTo>
                <a:lnTo>
                  <a:pt x="282" y="0"/>
                </a:lnTo>
                <a:lnTo>
                  <a:pt x="564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470" name=""/>
          <p:cNvSpPr/>
          <p:nvPr/>
        </p:nvSpPr>
        <p:spPr>
          <a:xfrm>
            <a:off x="7867800" y="248544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88" y="354"/>
                </a:moveTo>
                <a:lnTo>
                  <a:pt x="177" y="264"/>
                </a:lnTo>
                <a:lnTo>
                  <a:pt x="265" y="354"/>
                </a:lnTo>
                <a:lnTo>
                  <a:pt x="353" y="264"/>
                </a:lnTo>
                <a:lnTo>
                  <a:pt x="265" y="176"/>
                </a:lnTo>
                <a:lnTo>
                  <a:pt x="353" y="88"/>
                </a:lnTo>
                <a:lnTo>
                  <a:pt x="265" y="0"/>
                </a:lnTo>
                <a:lnTo>
                  <a:pt x="177" y="88"/>
                </a:lnTo>
                <a:lnTo>
                  <a:pt x="88" y="0"/>
                </a:lnTo>
                <a:lnTo>
                  <a:pt x="0" y="88"/>
                </a:lnTo>
                <a:lnTo>
                  <a:pt x="88" y="176"/>
                </a:lnTo>
                <a:lnTo>
                  <a:pt x="0" y="264"/>
                </a:lnTo>
                <a:lnTo>
                  <a:pt x="88" y="354"/>
                </a:lnTo>
                <a:close/>
              </a:path>
            </a:pathLst>
          </a:custGeom>
          <a:solidFill>
            <a:srgbClr val="5a6772"/>
          </a:solidFill>
          <a:ln w="12600">
            <a:solidFill>
              <a:srgbClr val="0e2a47"/>
            </a:solidFill>
            <a:miter/>
          </a:ln>
        </p:spPr>
      </p:sp>
      <p:sp>
        <p:nvSpPr>
          <p:cNvPr id="471" name=""/>
          <p:cNvSpPr txBox="1"/>
          <p:nvPr/>
        </p:nvSpPr>
        <p:spPr>
          <a:xfrm>
            <a:off x="8114040" y="2341080"/>
            <a:ext cx="663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HLA retained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72" name=""/>
          <p:cNvSpPr/>
          <p:nvPr/>
        </p:nvSpPr>
        <p:spPr>
          <a:xfrm>
            <a:off x="7829640" y="2698200"/>
            <a:ext cx="203040" cy="0"/>
          </a:xfrm>
          <a:custGeom>
            <a:avLst/>
            <a:gdLst/>
            <a:ahLst/>
            <a:rect l="0" t="0" r="r" b="b"/>
            <a:pathLst>
              <a:path fill="none" w="564" h="0">
                <a:moveTo>
                  <a:pt x="0" y="0"/>
                </a:moveTo>
                <a:lnTo>
                  <a:pt x="282" y="0"/>
                </a:lnTo>
                <a:lnTo>
                  <a:pt x="564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473" name=""/>
          <p:cNvSpPr/>
          <p:nvPr/>
        </p:nvSpPr>
        <p:spPr>
          <a:xfrm>
            <a:off x="7886520" y="2653560"/>
            <a:ext cx="89280" cy="89280"/>
          </a:xfrm>
          <a:custGeom>
            <a:avLst/>
            <a:gdLst/>
            <a:ahLst/>
            <a:rect l="0" t="0" r="r" b="b"/>
            <a:pathLst>
              <a:path w="248" h="248">
                <a:moveTo>
                  <a:pt x="125" y="248"/>
                </a:moveTo>
                <a:cubicBezTo>
                  <a:pt x="158" y="248"/>
                  <a:pt x="189" y="235"/>
                  <a:pt x="212" y="212"/>
                </a:cubicBezTo>
                <a:cubicBezTo>
                  <a:pt x="235" y="189"/>
                  <a:pt x="248" y="157"/>
                  <a:pt x="248" y="124"/>
                </a:cubicBezTo>
                <a:cubicBezTo>
                  <a:pt x="248" y="91"/>
                  <a:pt x="235" y="60"/>
                  <a:pt x="212" y="36"/>
                </a:cubicBezTo>
                <a:cubicBezTo>
                  <a:pt x="189" y="13"/>
                  <a:pt x="158" y="0"/>
                  <a:pt x="125" y="0"/>
                </a:cubicBezTo>
                <a:cubicBezTo>
                  <a:pt x="91" y="0"/>
                  <a:pt x="60" y="13"/>
                  <a:pt x="37" y="36"/>
                </a:cubicBezTo>
                <a:cubicBezTo>
                  <a:pt x="13" y="60"/>
                  <a:pt x="0" y="91"/>
                  <a:pt x="0" y="124"/>
                </a:cubicBezTo>
                <a:cubicBezTo>
                  <a:pt x="0" y="157"/>
                  <a:pt x="13" y="189"/>
                  <a:pt x="37" y="212"/>
                </a:cubicBezTo>
                <a:cubicBezTo>
                  <a:pt x="60" y="235"/>
                  <a:pt x="91" y="248"/>
                  <a:pt x="125" y="248"/>
                </a:cubicBezTo>
                <a:close/>
              </a:path>
            </a:pathLst>
          </a:custGeom>
          <a:solidFill>
            <a:srgbClr val="d4a300"/>
          </a:solidFill>
          <a:ln w="12600">
            <a:solidFill>
              <a:srgbClr val="0e2a47"/>
            </a:solidFill>
            <a:round/>
          </a:ln>
        </p:spPr>
      </p:sp>
      <p:sp>
        <p:nvSpPr>
          <p:cNvPr id="474" name=""/>
          <p:cNvSpPr txBox="1"/>
          <p:nvPr/>
        </p:nvSpPr>
        <p:spPr>
          <a:xfrm>
            <a:off x="8114040" y="2490480"/>
            <a:ext cx="4489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HLA LOH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75" name=""/>
          <p:cNvSpPr/>
          <p:nvPr/>
        </p:nvSpPr>
        <p:spPr>
          <a:xfrm>
            <a:off x="7829640" y="2811600"/>
            <a:ext cx="203400" cy="71640"/>
          </a:xfrm>
          <a:custGeom>
            <a:avLst/>
            <a:gdLst/>
            <a:ahLst/>
            <a:rect l="0" t="0" r="r" b="b"/>
            <a:pathLst>
              <a:path w="565" h="199">
                <a:moveTo>
                  <a:pt x="0" y="199"/>
                </a:moveTo>
                <a:lnTo>
                  <a:pt x="565" y="199"/>
                </a:lnTo>
                <a:lnTo>
                  <a:pt x="565" y="0"/>
                </a:lnTo>
                <a:lnTo>
                  <a:pt x="0" y="0"/>
                </a:lnTo>
                <a:lnTo>
                  <a:pt x="0" y="199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d4a300"/>
            </a:solidFill>
            <a:miter/>
          </a:ln>
        </p:spPr>
      </p:sp>
      <p:sp>
        <p:nvSpPr>
          <p:cNvPr id="476" name=""/>
          <p:cNvSpPr txBox="1"/>
          <p:nvPr/>
        </p:nvSpPr>
        <p:spPr>
          <a:xfrm>
            <a:off x="8114040" y="2639520"/>
            <a:ext cx="1254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strong binders (&lt;50 nM)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77" name=""/>
          <p:cNvSpPr txBox="1"/>
          <p:nvPr/>
        </p:nvSpPr>
        <p:spPr>
          <a:xfrm>
            <a:off x="8114040" y="2788920"/>
            <a:ext cx="9457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homozygous locus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78" name="TextBox 477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8F — Per-subject neoantigen lollipop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2737880" cy="7205400"/>
          </a:xfrm>
          <a:custGeom>
            <a:avLst/>
            <a:gdLst/>
            <a:ahLst/>
            <a:rect l="0" t="0" r="r" b="b"/>
            <a:pathLst>
              <a:path w="35383" h="20015">
                <a:moveTo>
                  <a:pt x="0" y="20015"/>
                </a:moveTo>
                <a:lnTo>
                  <a:pt x="35383" y="20015"/>
                </a:lnTo>
                <a:lnTo>
                  <a:pt x="35383" y="0"/>
                </a:lnTo>
                <a:lnTo>
                  <a:pt x="0" y="0"/>
                </a:lnTo>
                <a:lnTo>
                  <a:pt x="0" y="2001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91440" y="266760"/>
            <a:ext cx="3046320" cy="1754280"/>
          </a:xfrm>
          <a:custGeom>
            <a:avLst/>
            <a:gdLst/>
            <a:ahLst/>
            <a:rect l="0" t="0" r="r" b="b"/>
            <a:pathLst>
              <a:path w="8462" h="4873">
                <a:moveTo>
                  <a:pt x="0" y="4873"/>
                </a:moveTo>
                <a:lnTo>
                  <a:pt x="8462" y="4873"/>
                </a:lnTo>
                <a:lnTo>
                  <a:pt x="8462" y="0"/>
                </a:lnTo>
                <a:lnTo>
                  <a:pt x="0" y="0"/>
                </a:lnTo>
                <a:lnTo>
                  <a:pt x="0" y="48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221400" y="2020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221400" y="2020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824920" y="2020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824920" y="2020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32840" y="209016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 flipV="1">
            <a:off x="221400" y="26676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/>
          <p:nvPr/>
        </p:nvSpPr>
        <p:spPr>
          <a:xfrm flipV="1">
            <a:off x="2824920" y="26676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/>
          <p:nvPr/>
        </p:nvSpPr>
        <p:spPr>
          <a:xfrm>
            <a:off x="91440" y="202068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/>
          <p:nvPr/>
        </p:nvSpPr>
        <p:spPr>
          <a:xfrm>
            <a:off x="221400" y="883080"/>
            <a:ext cx="2603880" cy="1636920"/>
          </a:xfrm>
          <a:custGeom>
            <a:avLst/>
            <a:gdLst/>
            <a:ahLst/>
            <a:rect l="0" t="0" r="r" b="b"/>
            <a:pathLst>
              <a:path w="7233" h="4547">
                <a:moveTo>
                  <a:pt x="0" y="0"/>
                </a:moveTo>
                <a:cubicBezTo>
                  <a:pt x="3617" y="0"/>
                  <a:pt x="3617" y="665"/>
                  <a:pt x="7233" y="665"/>
                </a:cubicBezTo>
                <a:lnTo>
                  <a:pt x="7233" y="3026"/>
                </a:lnTo>
                <a:cubicBezTo>
                  <a:pt x="3617" y="3026"/>
                  <a:pt x="3617" y="4547"/>
                  <a:pt x="0" y="4547"/>
                </a:cubicBezTo>
                <a:lnTo>
                  <a:pt x="0" y="0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47" name=""/>
          <p:cNvSpPr/>
          <p:nvPr/>
        </p:nvSpPr>
        <p:spPr>
          <a:xfrm>
            <a:off x="221400" y="-182880"/>
            <a:ext cx="2603880" cy="1305720"/>
          </a:xfrm>
          <a:custGeom>
            <a:avLst/>
            <a:gdLst/>
            <a:ahLst/>
            <a:rect l="0" t="0" r="r" b="b"/>
            <a:pathLst>
              <a:path w="7233" h="3627">
                <a:moveTo>
                  <a:pt x="0" y="0"/>
                </a:moveTo>
                <a:cubicBezTo>
                  <a:pt x="3617" y="0"/>
                  <a:pt x="3617" y="1519"/>
                  <a:pt x="7233" y="1519"/>
                </a:cubicBezTo>
                <a:lnTo>
                  <a:pt x="7233" y="3627"/>
                </a:lnTo>
                <a:cubicBezTo>
                  <a:pt x="3617" y="3627"/>
                  <a:pt x="3617" y="2962"/>
                  <a:pt x="0" y="2962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48" name=""/>
          <p:cNvSpPr txBox="1"/>
          <p:nvPr/>
        </p:nvSpPr>
        <p:spPr>
          <a:xfrm>
            <a:off x="2708640" y="209016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867040" y="151164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1" y="200"/>
                </a:moveTo>
                <a:cubicBezTo>
                  <a:pt x="127" y="200"/>
                  <a:pt x="153" y="190"/>
                  <a:pt x="172" y="171"/>
                </a:cubicBezTo>
                <a:cubicBezTo>
                  <a:pt x="190" y="153"/>
                  <a:pt x="201" y="127"/>
                  <a:pt x="201" y="101"/>
                </a:cubicBezTo>
                <a:cubicBezTo>
                  <a:pt x="201" y="73"/>
                  <a:pt x="190" y="48"/>
                  <a:pt x="172" y="29"/>
                </a:cubicBezTo>
                <a:cubicBezTo>
                  <a:pt x="153" y="10"/>
                  <a:pt x="127" y="0"/>
                  <a:pt x="101" y="0"/>
                </a:cubicBezTo>
                <a:cubicBezTo>
                  <a:pt x="74" y="0"/>
                  <a:pt x="48" y="10"/>
                  <a:pt x="29" y="29"/>
                </a:cubicBezTo>
                <a:cubicBezTo>
                  <a:pt x="11" y="48"/>
                  <a:pt x="0" y="73"/>
                  <a:pt x="0" y="101"/>
                </a:cubicBezTo>
                <a:cubicBezTo>
                  <a:pt x="0" y="127"/>
                  <a:pt x="11" y="153"/>
                  <a:pt x="29" y="171"/>
                </a:cubicBezTo>
                <a:cubicBezTo>
                  <a:pt x="48" y="190"/>
                  <a:pt x="74" y="200"/>
                  <a:pt x="101" y="200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50" name=""/>
          <p:cNvSpPr/>
          <p:nvPr/>
        </p:nvSpPr>
        <p:spPr>
          <a:xfrm>
            <a:off x="2867040" y="70740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1" y="201"/>
                </a:moveTo>
                <a:cubicBezTo>
                  <a:pt x="127" y="201"/>
                  <a:pt x="153" y="190"/>
                  <a:pt x="172" y="171"/>
                </a:cubicBezTo>
                <a:cubicBezTo>
                  <a:pt x="190" y="153"/>
                  <a:pt x="201" y="127"/>
                  <a:pt x="201" y="100"/>
                </a:cubicBezTo>
                <a:cubicBezTo>
                  <a:pt x="201" y="73"/>
                  <a:pt x="190" y="48"/>
                  <a:pt x="172" y="29"/>
                </a:cubicBezTo>
                <a:cubicBezTo>
                  <a:pt x="153" y="11"/>
                  <a:pt x="127" y="0"/>
                  <a:pt x="101" y="0"/>
                </a:cubicBezTo>
                <a:cubicBezTo>
                  <a:pt x="74" y="0"/>
                  <a:pt x="48" y="11"/>
                  <a:pt x="29" y="29"/>
                </a:cubicBezTo>
                <a:cubicBezTo>
                  <a:pt x="11" y="48"/>
                  <a:pt x="0" y="73"/>
                  <a:pt x="0" y="100"/>
                </a:cubicBezTo>
                <a:cubicBezTo>
                  <a:pt x="0" y="127"/>
                  <a:pt x="11" y="153"/>
                  <a:pt x="29" y="171"/>
                </a:cubicBezTo>
                <a:cubicBezTo>
                  <a:pt x="48" y="190"/>
                  <a:pt x="74" y="201"/>
                  <a:pt x="101" y="201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51" name=""/>
          <p:cNvSpPr/>
          <p:nvPr/>
        </p:nvSpPr>
        <p:spPr>
          <a:xfrm>
            <a:off x="3260880" y="266760"/>
            <a:ext cx="3046320" cy="1754280"/>
          </a:xfrm>
          <a:custGeom>
            <a:avLst/>
            <a:gdLst/>
            <a:ahLst/>
            <a:rect l="0" t="0" r="r" b="b"/>
            <a:pathLst>
              <a:path w="8462" h="4873">
                <a:moveTo>
                  <a:pt x="0" y="4873"/>
                </a:moveTo>
                <a:lnTo>
                  <a:pt x="8462" y="4873"/>
                </a:lnTo>
                <a:lnTo>
                  <a:pt x="8462" y="0"/>
                </a:lnTo>
                <a:lnTo>
                  <a:pt x="0" y="0"/>
                </a:lnTo>
                <a:lnTo>
                  <a:pt x="0" y="48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52" name=""/>
          <p:cNvSpPr/>
          <p:nvPr/>
        </p:nvSpPr>
        <p:spPr>
          <a:xfrm>
            <a:off x="3390840" y="2020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3390840" y="2020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1055160" y="75960"/>
            <a:ext cx="11239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c53e1f"/>
                </a:solidFill>
                <a:latin typeface="DejaVuSans"/>
              </a:rPr>
              <a:t>S1  ·  bad  ·  k=2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5994360" y="2020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5994360" y="2020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3302280" y="209016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 flipV="1">
            <a:off x="3390840" y="26676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9" name=""/>
          <p:cNvSpPr/>
          <p:nvPr/>
        </p:nvSpPr>
        <p:spPr>
          <a:xfrm flipV="1">
            <a:off x="5994360" y="26676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/>
          <p:nvPr/>
        </p:nvSpPr>
        <p:spPr>
          <a:xfrm>
            <a:off x="3260880" y="202068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/>
          <p:nvPr/>
        </p:nvSpPr>
        <p:spPr>
          <a:xfrm>
            <a:off x="3390840" y="844560"/>
            <a:ext cx="2603880" cy="1636560"/>
          </a:xfrm>
          <a:custGeom>
            <a:avLst/>
            <a:gdLst/>
            <a:ahLst/>
            <a:rect l="0" t="0" r="r" b="b"/>
            <a:pathLst>
              <a:path w="7233" h="4546">
                <a:moveTo>
                  <a:pt x="0" y="0"/>
                </a:moveTo>
                <a:cubicBezTo>
                  <a:pt x="3617" y="0"/>
                  <a:pt x="3617" y="755"/>
                  <a:pt x="7233" y="755"/>
                </a:cubicBezTo>
                <a:lnTo>
                  <a:pt x="7233" y="1852"/>
                </a:lnTo>
                <a:cubicBezTo>
                  <a:pt x="3617" y="1852"/>
                  <a:pt x="3617" y="4546"/>
                  <a:pt x="0" y="4546"/>
                </a:cubicBezTo>
                <a:lnTo>
                  <a:pt x="0" y="0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3390840" y="-144000"/>
            <a:ext cx="2603880" cy="1260720"/>
          </a:xfrm>
          <a:custGeom>
            <a:avLst/>
            <a:gdLst/>
            <a:ahLst/>
            <a:rect l="0" t="0" r="r" b="b"/>
            <a:pathLst>
              <a:path w="7233" h="3502">
                <a:moveTo>
                  <a:pt x="0" y="0"/>
                </a:moveTo>
                <a:cubicBezTo>
                  <a:pt x="3617" y="0"/>
                  <a:pt x="3617" y="2694"/>
                  <a:pt x="7233" y="2694"/>
                </a:cubicBezTo>
                <a:lnTo>
                  <a:pt x="7233" y="3502"/>
                </a:lnTo>
                <a:cubicBezTo>
                  <a:pt x="3617" y="3502"/>
                  <a:pt x="3617" y="2747"/>
                  <a:pt x="0" y="2747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3" name=""/>
          <p:cNvSpPr txBox="1"/>
          <p:nvPr/>
        </p:nvSpPr>
        <p:spPr>
          <a:xfrm>
            <a:off x="5878080" y="209016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6036480" y="127800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1" y="200"/>
                </a:moveTo>
                <a:cubicBezTo>
                  <a:pt x="128" y="200"/>
                  <a:pt x="153" y="190"/>
                  <a:pt x="172" y="171"/>
                </a:cubicBezTo>
                <a:cubicBezTo>
                  <a:pt x="191" y="152"/>
                  <a:pt x="201" y="126"/>
                  <a:pt x="201" y="99"/>
                </a:cubicBezTo>
                <a:cubicBezTo>
                  <a:pt x="201" y="73"/>
                  <a:pt x="191" y="48"/>
                  <a:pt x="172" y="29"/>
                </a:cubicBezTo>
                <a:cubicBezTo>
                  <a:pt x="153" y="10"/>
                  <a:pt x="128" y="0"/>
                  <a:pt x="101" y="0"/>
                </a:cubicBezTo>
                <a:cubicBezTo>
                  <a:pt x="75" y="0"/>
                  <a:pt x="49" y="10"/>
                  <a:pt x="30" y="29"/>
                </a:cubicBezTo>
                <a:cubicBezTo>
                  <a:pt x="11" y="48"/>
                  <a:pt x="0" y="73"/>
                  <a:pt x="0" y="99"/>
                </a:cubicBezTo>
                <a:cubicBezTo>
                  <a:pt x="0" y="126"/>
                  <a:pt x="11" y="152"/>
                  <a:pt x="30" y="171"/>
                </a:cubicBezTo>
                <a:cubicBezTo>
                  <a:pt x="49" y="190"/>
                  <a:pt x="75" y="200"/>
                  <a:pt x="101" y="200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65" name=""/>
          <p:cNvSpPr/>
          <p:nvPr/>
        </p:nvSpPr>
        <p:spPr>
          <a:xfrm>
            <a:off x="6036480" y="93492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1" y="201"/>
                </a:moveTo>
                <a:cubicBezTo>
                  <a:pt x="128" y="201"/>
                  <a:pt x="153" y="190"/>
                  <a:pt x="172" y="171"/>
                </a:cubicBezTo>
                <a:cubicBezTo>
                  <a:pt x="191" y="153"/>
                  <a:pt x="201" y="127"/>
                  <a:pt x="201" y="101"/>
                </a:cubicBezTo>
                <a:cubicBezTo>
                  <a:pt x="201" y="73"/>
                  <a:pt x="191" y="48"/>
                  <a:pt x="172" y="29"/>
                </a:cubicBezTo>
                <a:cubicBezTo>
                  <a:pt x="153" y="11"/>
                  <a:pt x="128" y="0"/>
                  <a:pt x="101" y="0"/>
                </a:cubicBezTo>
                <a:cubicBezTo>
                  <a:pt x="75" y="0"/>
                  <a:pt x="49" y="11"/>
                  <a:pt x="30" y="29"/>
                </a:cubicBezTo>
                <a:cubicBezTo>
                  <a:pt x="11" y="48"/>
                  <a:pt x="0" y="73"/>
                  <a:pt x="0" y="101"/>
                </a:cubicBezTo>
                <a:cubicBezTo>
                  <a:pt x="0" y="127"/>
                  <a:pt x="11" y="153"/>
                  <a:pt x="30" y="171"/>
                </a:cubicBezTo>
                <a:cubicBezTo>
                  <a:pt x="49" y="190"/>
                  <a:pt x="75" y="201"/>
                  <a:pt x="101" y="201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66" name=""/>
          <p:cNvSpPr/>
          <p:nvPr/>
        </p:nvSpPr>
        <p:spPr>
          <a:xfrm>
            <a:off x="6430320" y="266760"/>
            <a:ext cx="3046320" cy="1754280"/>
          </a:xfrm>
          <a:custGeom>
            <a:avLst/>
            <a:gdLst/>
            <a:ahLst/>
            <a:rect l="0" t="0" r="r" b="b"/>
            <a:pathLst>
              <a:path w="8462" h="4873">
                <a:moveTo>
                  <a:pt x="0" y="4873"/>
                </a:moveTo>
                <a:lnTo>
                  <a:pt x="8462" y="4873"/>
                </a:lnTo>
                <a:lnTo>
                  <a:pt x="8462" y="0"/>
                </a:lnTo>
                <a:lnTo>
                  <a:pt x="0" y="0"/>
                </a:lnTo>
                <a:lnTo>
                  <a:pt x="0" y="48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67" name=""/>
          <p:cNvSpPr/>
          <p:nvPr/>
        </p:nvSpPr>
        <p:spPr>
          <a:xfrm>
            <a:off x="6560640" y="2020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>
            <a:off x="6560640" y="2020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 txBox="1"/>
          <p:nvPr/>
        </p:nvSpPr>
        <p:spPr>
          <a:xfrm>
            <a:off x="4224960" y="75960"/>
            <a:ext cx="11239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c53e1f"/>
                </a:solidFill>
                <a:latin typeface="DejaVuSans"/>
              </a:rPr>
              <a:t>S5  ·  bad  ·  k=2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9164160" y="2020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" name=""/>
          <p:cNvSpPr/>
          <p:nvPr/>
        </p:nvSpPr>
        <p:spPr>
          <a:xfrm>
            <a:off x="9164160" y="2020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 txBox="1"/>
          <p:nvPr/>
        </p:nvSpPr>
        <p:spPr>
          <a:xfrm>
            <a:off x="6471720" y="209016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 flipV="1">
            <a:off x="6560640" y="26676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 flipV="1">
            <a:off x="9164160" y="26676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/>
          <p:nvPr/>
        </p:nvSpPr>
        <p:spPr>
          <a:xfrm>
            <a:off x="6430320" y="202068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/>
          <p:nvPr/>
        </p:nvSpPr>
        <p:spPr>
          <a:xfrm>
            <a:off x="6560640" y="743400"/>
            <a:ext cx="2603880" cy="850320"/>
          </a:xfrm>
          <a:custGeom>
            <a:avLst/>
            <a:gdLst/>
            <a:ahLst/>
            <a:rect l="0" t="0" r="r" b="b"/>
            <a:pathLst>
              <a:path w="7233" h="2362">
                <a:moveTo>
                  <a:pt x="0" y="0"/>
                </a:moveTo>
                <a:cubicBezTo>
                  <a:pt x="3616" y="0"/>
                  <a:pt x="3616" y="107"/>
                  <a:pt x="7233" y="107"/>
                </a:cubicBezTo>
                <a:lnTo>
                  <a:pt x="7233" y="2255"/>
                </a:lnTo>
                <a:cubicBezTo>
                  <a:pt x="3616" y="2255"/>
                  <a:pt x="3616" y="2362"/>
                  <a:pt x="0" y="2362"/>
                </a:cubicBezTo>
                <a:lnTo>
                  <a:pt x="0" y="0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77" name=""/>
          <p:cNvSpPr txBox="1"/>
          <p:nvPr/>
        </p:nvSpPr>
        <p:spPr>
          <a:xfrm>
            <a:off x="9047880" y="209016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9206280" y="1132200"/>
            <a:ext cx="72000" cy="72360"/>
          </a:xfrm>
          <a:custGeom>
            <a:avLst/>
            <a:gdLst/>
            <a:ahLst/>
            <a:rect l="0" t="0" r="r" b="b"/>
            <a:pathLst>
              <a:path w="200" h="201">
                <a:moveTo>
                  <a:pt x="100" y="201"/>
                </a:moveTo>
                <a:cubicBezTo>
                  <a:pt x="126" y="201"/>
                  <a:pt x="151" y="191"/>
                  <a:pt x="170" y="172"/>
                </a:cubicBezTo>
                <a:cubicBezTo>
                  <a:pt x="189" y="153"/>
                  <a:pt x="200" y="127"/>
                  <a:pt x="200" y="100"/>
                </a:cubicBezTo>
                <a:cubicBezTo>
                  <a:pt x="200" y="74"/>
                  <a:pt x="189" y="48"/>
                  <a:pt x="170" y="30"/>
                </a:cubicBezTo>
                <a:cubicBezTo>
                  <a:pt x="151" y="11"/>
                  <a:pt x="126" y="0"/>
                  <a:pt x="100" y="0"/>
                </a:cubicBezTo>
                <a:cubicBezTo>
                  <a:pt x="73" y="0"/>
                  <a:pt x="48" y="11"/>
                  <a:pt x="29" y="30"/>
                </a:cubicBezTo>
                <a:cubicBezTo>
                  <a:pt x="10" y="48"/>
                  <a:pt x="0" y="74"/>
                  <a:pt x="0" y="100"/>
                </a:cubicBezTo>
                <a:cubicBezTo>
                  <a:pt x="0" y="127"/>
                  <a:pt x="10" y="153"/>
                  <a:pt x="29" y="172"/>
                </a:cubicBezTo>
                <a:cubicBezTo>
                  <a:pt x="48" y="191"/>
                  <a:pt x="73" y="201"/>
                  <a:pt x="100" y="201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9599760" y="266760"/>
            <a:ext cx="3046680" cy="1754280"/>
          </a:xfrm>
          <a:custGeom>
            <a:avLst/>
            <a:gdLst/>
            <a:ahLst/>
            <a:rect l="0" t="0" r="r" b="b"/>
            <a:pathLst>
              <a:path w="8463" h="4873">
                <a:moveTo>
                  <a:pt x="0" y="4873"/>
                </a:moveTo>
                <a:lnTo>
                  <a:pt x="8463" y="4873"/>
                </a:lnTo>
                <a:lnTo>
                  <a:pt x="8463" y="0"/>
                </a:lnTo>
                <a:lnTo>
                  <a:pt x="0" y="0"/>
                </a:lnTo>
                <a:lnTo>
                  <a:pt x="0" y="48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80" name=""/>
          <p:cNvSpPr/>
          <p:nvPr/>
        </p:nvSpPr>
        <p:spPr>
          <a:xfrm>
            <a:off x="9730080" y="2020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>
            <a:off x="9730080" y="2020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7394400" y="75960"/>
            <a:ext cx="11239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c53e1f"/>
                </a:solidFill>
                <a:latin typeface="DejaVuSans"/>
              </a:rPr>
              <a:t>S7  ·  bad  ·  k=1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12333600" y="2020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>
            <a:off x="12333600" y="2020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9641160" y="209016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 flipV="1">
            <a:off x="9730080" y="26676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/>
          <p:nvPr/>
        </p:nvSpPr>
        <p:spPr>
          <a:xfrm flipV="1">
            <a:off x="12333600" y="26676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/>
          <p:nvPr/>
        </p:nvSpPr>
        <p:spPr>
          <a:xfrm>
            <a:off x="9599760" y="2020680"/>
            <a:ext cx="304632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9" name=""/>
          <p:cNvSpPr/>
          <p:nvPr/>
        </p:nvSpPr>
        <p:spPr>
          <a:xfrm>
            <a:off x="9730080" y="813960"/>
            <a:ext cx="2603880" cy="1719000"/>
          </a:xfrm>
          <a:custGeom>
            <a:avLst/>
            <a:gdLst/>
            <a:ahLst/>
            <a:rect l="0" t="0" r="r" b="b"/>
            <a:pathLst>
              <a:path w="7233" h="4775">
                <a:moveTo>
                  <a:pt x="0" y="223"/>
                </a:moveTo>
                <a:cubicBezTo>
                  <a:pt x="3616" y="223"/>
                  <a:pt x="3616" y="0"/>
                  <a:pt x="7233" y="0"/>
                </a:cubicBezTo>
                <a:lnTo>
                  <a:pt x="7233" y="4544"/>
                </a:lnTo>
                <a:cubicBezTo>
                  <a:pt x="3616" y="4544"/>
                  <a:pt x="3616" y="4775"/>
                  <a:pt x="0" y="4775"/>
                </a:cubicBezTo>
                <a:lnTo>
                  <a:pt x="0" y="223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9730080" y="-196200"/>
            <a:ext cx="2603880" cy="1090440"/>
          </a:xfrm>
          <a:custGeom>
            <a:avLst/>
            <a:gdLst/>
            <a:ahLst/>
            <a:rect l="0" t="0" r="r" b="b"/>
            <a:pathLst>
              <a:path w="7233" h="3029">
                <a:moveTo>
                  <a:pt x="0" y="0"/>
                </a:moveTo>
                <a:cubicBezTo>
                  <a:pt x="3616" y="0"/>
                  <a:pt x="3616" y="232"/>
                  <a:pt x="7233" y="232"/>
                </a:cubicBezTo>
                <a:lnTo>
                  <a:pt x="7233" y="2807"/>
                </a:lnTo>
                <a:cubicBezTo>
                  <a:pt x="3616" y="2807"/>
                  <a:pt x="3616" y="3029"/>
                  <a:pt x="0" y="3029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1" name=""/>
          <p:cNvSpPr txBox="1"/>
          <p:nvPr/>
        </p:nvSpPr>
        <p:spPr>
          <a:xfrm>
            <a:off x="12217320" y="209016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12375720" y="159588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0" y="200"/>
                </a:moveTo>
                <a:cubicBezTo>
                  <a:pt x="126" y="200"/>
                  <a:pt x="153" y="190"/>
                  <a:pt x="171" y="171"/>
                </a:cubicBezTo>
                <a:cubicBezTo>
                  <a:pt x="190" y="152"/>
                  <a:pt x="201" y="127"/>
                  <a:pt x="201" y="101"/>
                </a:cubicBezTo>
                <a:cubicBezTo>
                  <a:pt x="201" y="74"/>
                  <a:pt x="190" y="49"/>
                  <a:pt x="171" y="29"/>
                </a:cubicBezTo>
                <a:cubicBezTo>
                  <a:pt x="153" y="10"/>
                  <a:pt x="126" y="0"/>
                  <a:pt x="100" y="0"/>
                </a:cubicBezTo>
                <a:cubicBezTo>
                  <a:pt x="73" y="0"/>
                  <a:pt x="48" y="10"/>
                  <a:pt x="29" y="29"/>
                </a:cubicBezTo>
                <a:cubicBezTo>
                  <a:pt x="11" y="49"/>
                  <a:pt x="0" y="74"/>
                  <a:pt x="0" y="101"/>
                </a:cubicBezTo>
                <a:cubicBezTo>
                  <a:pt x="0" y="127"/>
                  <a:pt x="11" y="152"/>
                  <a:pt x="29" y="171"/>
                </a:cubicBezTo>
                <a:cubicBezTo>
                  <a:pt x="48" y="190"/>
                  <a:pt x="73" y="200"/>
                  <a:pt x="100" y="200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12375720" y="31464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0" y="201"/>
                </a:moveTo>
                <a:cubicBezTo>
                  <a:pt x="126" y="201"/>
                  <a:pt x="153" y="190"/>
                  <a:pt x="171" y="172"/>
                </a:cubicBezTo>
                <a:cubicBezTo>
                  <a:pt x="190" y="153"/>
                  <a:pt x="201" y="128"/>
                  <a:pt x="201" y="101"/>
                </a:cubicBezTo>
                <a:cubicBezTo>
                  <a:pt x="201" y="75"/>
                  <a:pt x="190" y="49"/>
                  <a:pt x="171" y="31"/>
                </a:cubicBezTo>
                <a:cubicBezTo>
                  <a:pt x="153" y="11"/>
                  <a:pt x="126" y="0"/>
                  <a:pt x="100" y="0"/>
                </a:cubicBezTo>
                <a:cubicBezTo>
                  <a:pt x="73" y="0"/>
                  <a:pt x="48" y="11"/>
                  <a:pt x="29" y="31"/>
                </a:cubicBezTo>
                <a:cubicBezTo>
                  <a:pt x="11" y="49"/>
                  <a:pt x="0" y="75"/>
                  <a:pt x="0" y="101"/>
                </a:cubicBezTo>
                <a:cubicBezTo>
                  <a:pt x="0" y="128"/>
                  <a:pt x="11" y="153"/>
                  <a:pt x="29" y="172"/>
                </a:cubicBezTo>
                <a:cubicBezTo>
                  <a:pt x="48" y="190"/>
                  <a:pt x="73" y="201"/>
                  <a:pt x="100" y="201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94" name=""/>
          <p:cNvSpPr/>
          <p:nvPr/>
        </p:nvSpPr>
        <p:spPr>
          <a:xfrm>
            <a:off x="91440" y="2507760"/>
            <a:ext cx="3046320" cy="1754640"/>
          </a:xfrm>
          <a:custGeom>
            <a:avLst/>
            <a:gdLst/>
            <a:ahLst/>
            <a:rect l="0" t="0" r="r" b="b"/>
            <a:pathLst>
              <a:path w="8462" h="4874">
                <a:moveTo>
                  <a:pt x="0" y="4874"/>
                </a:moveTo>
                <a:lnTo>
                  <a:pt x="8462" y="4874"/>
                </a:lnTo>
                <a:lnTo>
                  <a:pt x="8462" y="0"/>
                </a:lnTo>
                <a:lnTo>
                  <a:pt x="0" y="0"/>
                </a:lnTo>
                <a:lnTo>
                  <a:pt x="0" y="487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95" name=""/>
          <p:cNvSpPr/>
          <p:nvPr/>
        </p:nvSpPr>
        <p:spPr>
          <a:xfrm>
            <a:off x="221400" y="42620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>
            <a:off x="221400" y="42620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>
            <a:off x="10522080" y="75960"/>
            <a:ext cx="1207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c53e1f"/>
                </a:solidFill>
                <a:latin typeface="DejaVuSans"/>
              </a:rPr>
              <a:t>S10  ·  bad  ·  k=2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824920" y="42620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9" name=""/>
          <p:cNvSpPr/>
          <p:nvPr/>
        </p:nvSpPr>
        <p:spPr>
          <a:xfrm>
            <a:off x="2824920" y="42620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 txBox="1"/>
          <p:nvPr/>
        </p:nvSpPr>
        <p:spPr>
          <a:xfrm>
            <a:off x="132840" y="433152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 flipV="1">
            <a:off x="221400" y="2507760"/>
            <a:ext cx="0" cy="17542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 flipV="1">
            <a:off x="2824920" y="2507760"/>
            <a:ext cx="0" cy="17542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/>
          <p:nvPr/>
        </p:nvSpPr>
        <p:spPr>
          <a:xfrm>
            <a:off x="91440" y="426204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/>
          <p:nvPr/>
        </p:nvSpPr>
        <p:spPr>
          <a:xfrm>
            <a:off x="221400" y="3201480"/>
            <a:ext cx="2603880" cy="1739160"/>
          </a:xfrm>
          <a:custGeom>
            <a:avLst/>
            <a:gdLst/>
            <a:ahLst/>
            <a:rect l="0" t="0" r="r" b="b"/>
            <a:pathLst>
              <a:path w="7233" h="4831">
                <a:moveTo>
                  <a:pt x="0" y="278"/>
                </a:moveTo>
                <a:cubicBezTo>
                  <a:pt x="3617" y="278"/>
                  <a:pt x="3617" y="0"/>
                  <a:pt x="7233" y="0"/>
                </a:cubicBezTo>
                <a:lnTo>
                  <a:pt x="7233" y="4532"/>
                </a:lnTo>
                <a:cubicBezTo>
                  <a:pt x="3617" y="4532"/>
                  <a:pt x="3617" y="4831"/>
                  <a:pt x="0" y="4831"/>
                </a:cubicBezTo>
                <a:lnTo>
                  <a:pt x="0" y="278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221400" y="2250720"/>
            <a:ext cx="2603880" cy="1051200"/>
          </a:xfrm>
          <a:custGeom>
            <a:avLst/>
            <a:gdLst/>
            <a:ahLst/>
            <a:rect l="0" t="0" r="r" b="b"/>
            <a:pathLst>
              <a:path w="7233" h="2920">
                <a:moveTo>
                  <a:pt x="0" y="0"/>
                </a:moveTo>
                <a:cubicBezTo>
                  <a:pt x="3617" y="0"/>
                  <a:pt x="3617" y="424"/>
                  <a:pt x="7233" y="424"/>
                </a:cubicBezTo>
                <a:lnTo>
                  <a:pt x="7233" y="2642"/>
                </a:lnTo>
                <a:cubicBezTo>
                  <a:pt x="3617" y="2642"/>
                  <a:pt x="3617" y="2920"/>
                  <a:pt x="0" y="2920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221400" y="1878840"/>
            <a:ext cx="2603880" cy="524880"/>
          </a:xfrm>
          <a:custGeom>
            <a:avLst/>
            <a:gdLst/>
            <a:ahLst/>
            <a:rect l="0" t="0" r="r" b="b"/>
            <a:pathLst>
              <a:path w="7233" h="1458">
                <a:moveTo>
                  <a:pt x="0" y="0"/>
                </a:moveTo>
                <a:cubicBezTo>
                  <a:pt x="3617" y="0"/>
                  <a:pt x="3617" y="298"/>
                  <a:pt x="7233" y="298"/>
                </a:cubicBezTo>
                <a:lnTo>
                  <a:pt x="7233" y="1458"/>
                </a:lnTo>
                <a:cubicBezTo>
                  <a:pt x="3617" y="1458"/>
                  <a:pt x="3617" y="1033"/>
                  <a:pt x="0" y="1033"/>
                </a:cubicBezTo>
                <a:lnTo>
                  <a:pt x="0" y="0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7" name=""/>
          <p:cNvSpPr txBox="1"/>
          <p:nvPr/>
        </p:nvSpPr>
        <p:spPr>
          <a:xfrm>
            <a:off x="2708640" y="433152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2867040" y="398124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1" y="200"/>
                </a:moveTo>
                <a:cubicBezTo>
                  <a:pt x="127" y="200"/>
                  <a:pt x="153" y="190"/>
                  <a:pt x="172" y="170"/>
                </a:cubicBezTo>
                <a:cubicBezTo>
                  <a:pt x="190" y="151"/>
                  <a:pt x="201" y="126"/>
                  <a:pt x="201" y="100"/>
                </a:cubicBezTo>
                <a:cubicBezTo>
                  <a:pt x="201" y="73"/>
                  <a:pt x="190" y="48"/>
                  <a:pt x="172" y="29"/>
                </a:cubicBezTo>
                <a:cubicBezTo>
                  <a:pt x="153" y="10"/>
                  <a:pt x="127" y="0"/>
                  <a:pt x="101" y="0"/>
                </a:cubicBezTo>
                <a:cubicBezTo>
                  <a:pt x="74" y="0"/>
                  <a:pt x="48" y="10"/>
                  <a:pt x="29" y="29"/>
                </a:cubicBezTo>
                <a:cubicBezTo>
                  <a:pt x="11" y="48"/>
                  <a:pt x="0" y="73"/>
                  <a:pt x="0" y="100"/>
                </a:cubicBezTo>
                <a:cubicBezTo>
                  <a:pt x="0" y="126"/>
                  <a:pt x="11" y="151"/>
                  <a:pt x="29" y="170"/>
                </a:cubicBezTo>
                <a:cubicBezTo>
                  <a:pt x="48" y="190"/>
                  <a:pt x="74" y="200"/>
                  <a:pt x="101" y="200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109" name=""/>
          <p:cNvSpPr/>
          <p:nvPr/>
        </p:nvSpPr>
        <p:spPr>
          <a:xfrm>
            <a:off x="2867040" y="276660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1" y="200"/>
                </a:moveTo>
                <a:cubicBezTo>
                  <a:pt x="127" y="200"/>
                  <a:pt x="153" y="190"/>
                  <a:pt x="172" y="170"/>
                </a:cubicBezTo>
                <a:cubicBezTo>
                  <a:pt x="190" y="151"/>
                  <a:pt x="201" y="126"/>
                  <a:pt x="201" y="99"/>
                </a:cubicBezTo>
                <a:cubicBezTo>
                  <a:pt x="201" y="73"/>
                  <a:pt x="190" y="48"/>
                  <a:pt x="172" y="29"/>
                </a:cubicBezTo>
                <a:cubicBezTo>
                  <a:pt x="153" y="10"/>
                  <a:pt x="127" y="0"/>
                  <a:pt x="101" y="0"/>
                </a:cubicBezTo>
                <a:cubicBezTo>
                  <a:pt x="74" y="0"/>
                  <a:pt x="48" y="10"/>
                  <a:pt x="29" y="29"/>
                </a:cubicBezTo>
                <a:cubicBezTo>
                  <a:pt x="11" y="48"/>
                  <a:pt x="0" y="73"/>
                  <a:pt x="0" y="99"/>
                </a:cubicBezTo>
                <a:cubicBezTo>
                  <a:pt x="0" y="126"/>
                  <a:pt x="11" y="151"/>
                  <a:pt x="29" y="170"/>
                </a:cubicBezTo>
                <a:cubicBezTo>
                  <a:pt x="48" y="190"/>
                  <a:pt x="74" y="200"/>
                  <a:pt x="101" y="200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110" name=""/>
          <p:cNvSpPr/>
          <p:nvPr/>
        </p:nvSpPr>
        <p:spPr>
          <a:xfrm>
            <a:off x="2867040" y="215892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1" y="200"/>
                </a:moveTo>
                <a:cubicBezTo>
                  <a:pt x="127" y="200"/>
                  <a:pt x="153" y="190"/>
                  <a:pt x="172" y="171"/>
                </a:cubicBezTo>
                <a:cubicBezTo>
                  <a:pt x="190" y="153"/>
                  <a:pt x="201" y="127"/>
                  <a:pt x="201" y="101"/>
                </a:cubicBezTo>
                <a:cubicBezTo>
                  <a:pt x="201" y="74"/>
                  <a:pt x="190" y="48"/>
                  <a:pt x="172" y="29"/>
                </a:cubicBezTo>
                <a:cubicBezTo>
                  <a:pt x="153" y="10"/>
                  <a:pt x="127" y="0"/>
                  <a:pt x="101" y="0"/>
                </a:cubicBezTo>
                <a:cubicBezTo>
                  <a:pt x="74" y="0"/>
                  <a:pt x="48" y="10"/>
                  <a:pt x="29" y="29"/>
                </a:cubicBezTo>
                <a:cubicBezTo>
                  <a:pt x="11" y="48"/>
                  <a:pt x="0" y="74"/>
                  <a:pt x="0" y="101"/>
                </a:cubicBezTo>
                <a:cubicBezTo>
                  <a:pt x="0" y="127"/>
                  <a:pt x="11" y="153"/>
                  <a:pt x="29" y="171"/>
                </a:cubicBezTo>
                <a:cubicBezTo>
                  <a:pt x="48" y="190"/>
                  <a:pt x="74" y="200"/>
                  <a:pt x="101" y="200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111" name=""/>
          <p:cNvSpPr/>
          <p:nvPr/>
        </p:nvSpPr>
        <p:spPr>
          <a:xfrm>
            <a:off x="3260880" y="2507760"/>
            <a:ext cx="3046320" cy="1754640"/>
          </a:xfrm>
          <a:custGeom>
            <a:avLst/>
            <a:gdLst/>
            <a:ahLst/>
            <a:rect l="0" t="0" r="r" b="b"/>
            <a:pathLst>
              <a:path w="8462" h="4874">
                <a:moveTo>
                  <a:pt x="0" y="4874"/>
                </a:moveTo>
                <a:lnTo>
                  <a:pt x="8462" y="4874"/>
                </a:lnTo>
                <a:lnTo>
                  <a:pt x="8462" y="0"/>
                </a:lnTo>
                <a:lnTo>
                  <a:pt x="0" y="0"/>
                </a:lnTo>
                <a:lnTo>
                  <a:pt x="0" y="487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12" name=""/>
          <p:cNvSpPr/>
          <p:nvPr/>
        </p:nvSpPr>
        <p:spPr>
          <a:xfrm>
            <a:off x="3390840" y="42620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3390840" y="42620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>
            <a:off x="1013400" y="2316960"/>
            <a:ext cx="1207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c53e1f"/>
                </a:solidFill>
                <a:latin typeface="DejaVuSans"/>
              </a:rPr>
              <a:t>S11  ·  bad  ·  k=3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5994360" y="42620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>
            <a:off x="5994360" y="42620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>
            <a:off x="3302280" y="433152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 flipV="1">
            <a:off x="3390840" y="2507760"/>
            <a:ext cx="0" cy="17542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" name=""/>
          <p:cNvSpPr/>
          <p:nvPr/>
        </p:nvSpPr>
        <p:spPr>
          <a:xfrm flipV="1">
            <a:off x="5994360" y="2507760"/>
            <a:ext cx="0" cy="17542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>
            <a:off x="3260880" y="426204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>
            <a:off x="3390840" y="3213000"/>
            <a:ext cx="2603880" cy="2108880"/>
          </a:xfrm>
          <a:custGeom>
            <a:avLst/>
            <a:gdLst/>
            <a:ahLst/>
            <a:rect l="0" t="0" r="r" b="b"/>
            <a:pathLst>
              <a:path w="7233" h="5858">
                <a:moveTo>
                  <a:pt x="0" y="1352"/>
                </a:moveTo>
                <a:cubicBezTo>
                  <a:pt x="3617" y="1352"/>
                  <a:pt x="3617" y="0"/>
                  <a:pt x="7233" y="0"/>
                </a:cubicBezTo>
                <a:lnTo>
                  <a:pt x="7233" y="3399"/>
                </a:lnTo>
                <a:cubicBezTo>
                  <a:pt x="3617" y="3399"/>
                  <a:pt x="3617" y="5858"/>
                  <a:pt x="0" y="5858"/>
                </a:cubicBezTo>
                <a:lnTo>
                  <a:pt x="0" y="1352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3390840" y="2118960"/>
            <a:ext cx="2603880" cy="1581120"/>
          </a:xfrm>
          <a:custGeom>
            <a:avLst/>
            <a:gdLst/>
            <a:ahLst/>
            <a:rect l="0" t="0" r="r" b="b"/>
            <a:pathLst>
              <a:path w="7233" h="4392">
                <a:moveTo>
                  <a:pt x="0" y="0"/>
                </a:moveTo>
                <a:cubicBezTo>
                  <a:pt x="3617" y="0"/>
                  <a:pt x="3617" y="1620"/>
                  <a:pt x="7233" y="1620"/>
                </a:cubicBezTo>
                <a:lnTo>
                  <a:pt x="7233" y="3040"/>
                </a:lnTo>
                <a:cubicBezTo>
                  <a:pt x="3617" y="3040"/>
                  <a:pt x="3617" y="4392"/>
                  <a:pt x="0" y="4392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3390840" y="1497600"/>
            <a:ext cx="2603880" cy="1204560"/>
          </a:xfrm>
          <a:custGeom>
            <a:avLst/>
            <a:gdLst/>
            <a:ahLst/>
            <a:rect l="0" t="0" r="r" b="b"/>
            <a:pathLst>
              <a:path w="7233" h="3346">
                <a:moveTo>
                  <a:pt x="0" y="0"/>
                </a:moveTo>
                <a:cubicBezTo>
                  <a:pt x="3617" y="0"/>
                  <a:pt x="3617" y="2459"/>
                  <a:pt x="7233" y="2459"/>
                </a:cubicBezTo>
                <a:lnTo>
                  <a:pt x="7233" y="3346"/>
                </a:lnTo>
                <a:cubicBezTo>
                  <a:pt x="3617" y="3346"/>
                  <a:pt x="3617" y="1727"/>
                  <a:pt x="0" y="1727"/>
                </a:cubicBezTo>
                <a:lnTo>
                  <a:pt x="0" y="0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4" name=""/>
          <p:cNvSpPr txBox="1"/>
          <p:nvPr/>
        </p:nvSpPr>
        <p:spPr>
          <a:xfrm>
            <a:off x="5878080" y="433152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6036480" y="378900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1" y="200"/>
                </a:moveTo>
                <a:cubicBezTo>
                  <a:pt x="128" y="200"/>
                  <a:pt x="153" y="190"/>
                  <a:pt x="172" y="171"/>
                </a:cubicBezTo>
                <a:cubicBezTo>
                  <a:pt x="191" y="152"/>
                  <a:pt x="201" y="127"/>
                  <a:pt x="201" y="99"/>
                </a:cubicBezTo>
                <a:cubicBezTo>
                  <a:pt x="201" y="73"/>
                  <a:pt x="191" y="48"/>
                  <a:pt x="172" y="29"/>
                </a:cubicBezTo>
                <a:cubicBezTo>
                  <a:pt x="153" y="10"/>
                  <a:pt x="128" y="0"/>
                  <a:pt x="101" y="0"/>
                </a:cubicBezTo>
                <a:cubicBezTo>
                  <a:pt x="75" y="0"/>
                  <a:pt x="49" y="10"/>
                  <a:pt x="30" y="29"/>
                </a:cubicBezTo>
                <a:cubicBezTo>
                  <a:pt x="11" y="48"/>
                  <a:pt x="0" y="73"/>
                  <a:pt x="0" y="99"/>
                </a:cubicBezTo>
                <a:cubicBezTo>
                  <a:pt x="0" y="127"/>
                  <a:pt x="11" y="152"/>
                  <a:pt x="30" y="171"/>
                </a:cubicBezTo>
                <a:cubicBezTo>
                  <a:pt x="49" y="190"/>
                  <a:pt x="75" y="200"/>
                  <a:pt x="101" y="200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126" name=""/>
          <p:cNvSpPr/>
          <p:nvPr/>
        </p:nvSpPr>
        <p:spPr>
          <a:xfrm>
            <a:off x="6036480" y="292140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1" y="201"/>
                </a:moveTo>
                <a:cubicBezTo>
                  <a:pt x="128" y="201"/>
                  <a:pt x="153" y="190"/>
                  <a:pt x="172" y="172"/>
                </a:cubicBezTo>
                <a:cubicBezTo>
                  <a:pt x="191" y="153"/>
                  <a:pt x="201" y="126"/>
                  <a:pt x="201" y="100"/>
                </a:cubicBezTo>
                <a:cubicBezTo>
                  <a:pt x="201" y="73"/>
                  <a:pt x="191" y="48"/>
                  <a:pt x="172" y="29"/>
                </a:cubicBezTo>
                <a:cubicBezTo>
                  <a:pt x="153" y="11"/>
                  <a:pt x="128" y="0"/>
                  <a:pt x="101" y="0"/>
                </a:cubicBezTo>
                <a:cubicBezTo>
                  <a:pt x="75" y="0"/>
                  <a:pt x="49" y="11"/>
                  <a:pt x="30" y="29"/>
                </a:cubicBezTo>
                <a:cubicBezTo>
                  <a:pt x="11" y="48"/>
                  <a:pt x="0" y="73"/>
                  <a:pt x="0" y="100"/>
                </a:cubicBezTo>
                <a:cubicBezTo>
                  <a:pt x="0" y="126"/>
                  <a:pt x="11" y="153"/>
                  <a:pt x="30" y="172"/>
                </a:cubicBezTo>
                <a:cubicBezTo>
                  <a:pt x="49" y="190"/>
                  <a:pt x="75" y="201"/>
                  <a:pt x="101" y="201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127" name=""/>
          <p:cNvSpPr/>
          <p:nvPr/>
        </p:nvSpPr>
        <p:spPr>
          <a:xfrm>
            <a:off x="6036480" y="250632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1" y="200"/>
                </a:moveTo>
                <a:cubicBezTo>
                  <a:pt x="128" y="200"/>
                  <a:pt x="153" y="190"/>
                  <a:pt x="172" y="171"/>
                </a:cubicBezTo>
                <a:cubicBezTo>
                  <a:pt x="191" y="152"/>
                  <a:pt x="201" y="127"/>
                  <a:pt x="201" y="99"/>
                </a:cubicBezTo>
                <a:cubicBezTo>
                  <a:pt x="201" y="73"/>
                  <a:pt x="191" y="48"/>
                  <a:pt x="172" y="29"/>
                </a:cubicBezTo>
                <a:cubicBezTo>
                  <a:pt x="153" y="10"/>
                  <a:pt x="128" y="0"/>
                  <a:pt x="101" y="0"/>
                </a:cubicBezTo>
                <a:cubicBezTo>
                  <a:pt x="75" y="0"/>
                  <a:pt x="49" y="10"/>
                  <a:pt x="30" y="29"/>
                </a:cubicBezTo>
                <a:cubicBezTo>
                  <a:pt x="11" y="48"/>
                  <a:pt x="0" y="73"/>
                  <a:pt x="0" y="99"/>
                </a:cubicBezTo>
                <a:cubicBezTo>
                  <a:pt x="0" y="127"/>
                  <a:pt x="11" y="152"/>
                  <a:pt x="30" y="171"/>
                </a:cubicBezTo>
                <a:cubicBezTo>
                  <a:pt x="49" y="190"/>
                  <a:pt x="75" y="200"/>
                  <a:pt x="101" y="200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128" name=""/>
          <p:cNvSpPr/>
          <p:nvPr/>
        </p:nvSpPr>
        <p:spPr>
          <a:xfrm>
            <a:off x="6430320" y="2507760"/>
            <a:ext cx="3046320" cy="1754640"/>
          </a:xfrm>
          <a:custGeom>
            <a:avLst/>
            <a:gdLst/>
            <a:ahLst/>
            <a:rect l="0" t="0" r="r" b="b"/>
            <a:pathLst>
              <a:path w="8462" h="4874">
                <a:moveTo>
                  <a:pt x="0" y="4874"/>
                </a:moveTo>
                <a:lnTo>
                  <a:pt x="8462" y="4874"/>
                </a:lnTo>
                <a:lnTo>
                  <a:pt x="8462" y="0"/>
                </a:lnTo>
                <a:lnTo>
                  <a:pt x="0" y="0"/>
                </a:lnTo>
                <a:lnTo>
                  <a:pt x="0" y="487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>
            <a:off x="6560640" y="42620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0" name=""/>
          <p:cNvSpPr/>
          <p:nvPr/>
        </p:nvSpPr>
        <p:spPr>
          <a:xfrm>
            <a:off x="6560640" y="42620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 txBox="1"/>
          <p:nvPr/>
        </p:nvSpPr>
        <p:spPr>
          <a:xfrm>
            <a:off x="4182840" y="2316960"/>
            <a:ext cx="1207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c53e1f"/>
                </a:solidFill>
                <a:latin typeface="DejaVuSans"/>
              </a:rPr>
              <a:t>S12  ·  bad  ·  k=3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9164160" y="42620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>
            <a:off x="9164160" y="42620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 txBox="1"/>
          <p:nvPr/>
        </p:nvSpPr>
        <p:spPr>
          <a:xfrm>
            <a:off x="6471720" y="433152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 flipV="1">
            <a:off x="6560640" y="2507760"/>
            <a:ext cx="0" cy="17542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 flipV="1">
            <a:off x="9164160" y="2507760"/>
            <a:ext cx="0" cy="17542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>
            <a:off x="6430320" y="426204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6560640" y="2962080"/>
            <a:ext cx="2603880" cy="1705320"/>
          </a:xfrm>
          <a:custGeom>
            <a:avLst/>
            <a:gdLst/>
            <a:ahLst/>
            <a:rect l="0" t="0" r="r" b="b"/>
            <a:pathLst>
              <a:path w="7233" h="4737">
                <a:moveTo>
                  <a:pt x="0" y="183"/>
                </a:moveTo>
                <a:cubicBezTo>
                  <a:pt x="3616" y="183"/>
                  <a:pt x="3616" y="0"/>
                  <a:pt x="7233" y="0"/>
                </a:cubicBezTo>
                <a:lnTo>
                  <a:pt x="7233" y="4554"/>
                </a:lnTo>
                <a:cubicBezTo>
                  <a:pt x="3616" y="4554"/>
                  <a:pt x="3616" y="4737"/>
                  <a:pt x="0" y="4737"/>
                </a:cubicBezTo>
                <a:lnTo>
                  <a:pt x="0" y="183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6560640" y="2151720"/>
            <a:ext cx="2603880" cy="876600"/>
          </a:xfrm>
          <a:custGeom>
            <a:avLst/>
            <a:gdLst/>
            <a:ahLst/>
            <a:rect l="0" t="0" r="r" b="b"/>
            <a:pathLst>
              <a:path w="7233" h="2435">
                <a:moveTo>
                  <a:pt x="0" y="0"/>
                </a:moveTo>
                <a:cubicBezTo>
                  <a:pt x="3616" y="0"/>
                  <a:pt x="3616" y="184"/>
                  <a:pt x="7233" y="184"/>
                </a:cubicBezTo>
                <a:lnTo>
                  <a:pt x="7233" y="2252"/>
                </a:lnTo>
                <a:cubicBezTo>
                  <a:pt x="3616" y="2252"/>
                  <a:pt x="3616" y="2435"/>
                  <a:pt x="0" y="2435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40" name=""/>
          <p:cNvSpPr txBox="1"/>
          <p:nvPr/>
        </p:nvSpPr>
        <p:spPr>
          <a:xfrm>
            <a:off x="9047880" y="433152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9206280" y="3745800"/>
            <a:ext cx="72000" cy="72000"/>
          </a:xfrm>
          <a:custGeom>
            <a:avLst/>
            <a:gdLst/>
            <a:ahLst/>
            <a:rect l="0" t="0" r="r" b="b"/>
            <a:pathLst>
              <a:path w="200" h="200">
                <a:moveTo>
                  <a:pt x="100" y="200"/>
                </a:moveTo>
                <a:cubicBezTo>
                  <a:pt x="126" y="200"/>
                  <a:pt x="151" y="190"/>
                  <a:pt x="170" y="171"/>
                </a:cubicBezTo>
                <a:cubicBezTo>
                  <a:pt x="189" y="152"/>
                  <a:pt x="200" y="127"/>
                  <a:pt x="200" y="100"/>
                </a:cubicBezTo>
                <a:cubicBezTo>
                  <a:pt x="200" y="74"/>
                  <a:pt x="189" y="49"/>
                  <a:pt x="170" y="29"/>
                </a:cubicBezTo>
                <a:cubicBezTo>
                  <a:pt x="151" y="10"/>
                  <a:pt x="126" y="0"/>
                  <a:pt x="100" y="0"/>
                </a:cubicBezTo>
                <a:cubicBezTo>
                  <a:pt x="73" y="0"/>
                  <a:pt x="48" y="10"/>
                  <a:pt x="29" y="29"/>
                </a:cubicBezTo>
                <a:cubicBezTo>
                  <a:pt x="10" y="49"/>
                  <a:pt x="0" y="74"/>
                  <a:pt x="0" y="100"/>
                </a:cubicBezTo>
                <a:cubicBezTo>
                  <a:pt x="0" y="127"/>
                  <a:pt x="10" y="152"/>
                  <a:pt x="29" y="171"/>
                </a:cubicBezTo>
                <a:cubicBezTo>
                  <a:pt x="48" y="190"/>
                  <a:pt x="73" y="200"/>
                  <a:pt x="100" y="200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9206280" y="2553840"/>
            <a:ext cx="72000" cy="72360"/>
          </a:xfrm>
          <a:custGeom>
            <a:avLst/>
            <a:gdLst/>
            <a:ahLst/>
            <a:rect l="0" t="0" r="r" b="b"/>
            <a:pathLst>
              <a:path w="200" h="201">
                <a:moveTo>
                  <a:pt x="100" y="201"/>
                </a:moveTo>
                <a:cubicBezTo>
                  <a:pt x="126" y="201"/>
                  <a:pt x="151" y="190"/>
                  <a:pt x="170" y="172"/>
                </a:cubicBezTo>
                <a:cubicBezTo>
                  <a:pt x="189" y="152"/>
                  <a:pt x="200" y="127"/>
                  <a:pt x="200" y="100"/>
                </a:cubicBezTo>
                <a:cubicBezTo>
                  <a:pt x="200" y="74"/>
                  <a:pt x="189" y="48"/>
                  <a:pt x="170" y="30"/>
                </a:cubicBezTo>
                <a:cubicBezTo>
                  <a:pt x="151" y="11"/>
                  <a:pt x="126" y="0"/>
                  <a:pt x="100" y="0"/>
                </a:cubicBezTo>
                <a:cubicBezTo>
                  <a:pt x="73" y="0"/>
                  <a:pt x="48" y="11"/>
                  <a:pt x="29" y="30"/>
                </a:cubicBezTo>
                <a:cubicBezTo>
                  <a:pt x="10" y="48"/>
                  <a:pt x="0" y="74"/>
                  <a:pt x="0" y="100"/>
                </a:cubicBezTo>
                <a:cubicBezTo>
                  <a:pt x="0" y="127"/>
                  <a:pt x="10" y="152"/>
                  <a:pt x="29" y="172"/>
                </a:cubicBezTo>
                <a:cubicBezTo>
                  <a:pt x="48" y="190"/>
                  <a:pt x="73" y="201"/>
                  <a:pt x="100" y="201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143" name=""/>
          <p:cNvSpPr/>
          <p:nvPr/>
        </p:nvSpPr>
        <p:spPr>
          <a:xfrm>
            <a:off x="9599760" y="2507760"/>
            <a:ext cx="3046680" cy="1754640"/>
          </a:xfrm>
          <a:custGeom>
            <a:avLst/>
            <a:gdLst/>
            <a:ahLst/>
            <a:rect l="0" t="0" r="r" b="b"/>
            <a:pathLst>
              <a:path w="8463" h="4874">
                <a:moveTo>
                  <a:pt x="0" y="4874"/>
                </a:moveTo>
                <a:lnTo>
                  <a:pt x="8463" y="4874"/>
                </a:lnTo>
                <a:lnTo>
                  <a:pt x="8463" y="0"/>
                </a:lnTo>
                <a:lnTo>
                  <a:pt x="0" y="0"/>
                </a:lnTo>
                <a:lnTo>
                  <a:pt x="0" y="487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44" name=""/>
          <p:cNvSpPr/>
          <p:nvPr/>
        </p:nvSpPr>
        <p:spPr>
          <a:xfrm>
            <a:off x="9730080" y="42620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>
            <a:off x="9730080" y="42620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 txBox="1"/>
          <p:nvPr/>
        </p:nvSpPr>
        <p:spPr>
          <a:xfrm>
            <a:off x="7352280" y="2316960"/>
            <a:ext cx="1207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c53e1f"/>
                </a:solidFill>
                <a:latin typeface="DejaVuSans"/>
              </a:rPr>
              <a:t>S13  ·  bad  ·  k=2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12333600" y="426204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>
            <a:off x="12333600" y="426204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 txBox="1"/>
          <p:nvPr/>
        </p:nvSpPr>
        <p:spPr>
          <a:xfrm>
            <a:off x="9641160" y="433152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 flipV="1">
            <a:off x="9730080" y="2507760"/>
            <a:ext cx="0" cy="17542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/>
          <p:nvPr/>
        </p:nvSpPr>
        <p:spPr>
          <a:xfrm flipV="1">
            <a:off x="12333600" y="2507760"/>
            <a:ext cx="0" cy="17542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/>
          <p:nvPr/>
        </p:nvSpPr>
        <p:spPr>
          <a:xfrm>
            <a:off x="9599760" y="4262040"/>
            <a:ext cx="304632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/>
          <p:nvPr/>
        </p:nvSpPr>
        <p:spPr>
          <a:xfrm>
            <a:off x="9730080" y="3105000"/>
            <a:ext cx="2603880" cy="609120"/>
          </a:xfrm>
          <a:custGeom>
            <a:avLst/>
            <a:gdLst/>
            <a:ahLst/>
            <a:rect l="0" t="0" r="r" b="b"/>
            <a:pathLst>
              <a:path w="7233" h="1692">
                <a:moveTo>
                  <a:pt x="0" y="0"/>
                </a:moveTo>
                <a:cubicBezTo>
                  <a:pt x="3616" y="0"/>
                  <a:pt x="3616" y="430"/>
                  <a:pt x="7233" y="430"/>
                </a:cubicBezTo>
                <a:lnTo>
                  <a:pt x="7233" y="1263"/>
                </a:lnTo>
                <a:cubicBezTo>
                  <a:pt x="3616" y="1263"/>
                  <a:pt x="3616" y="1692"/>
                  <a:pt x="0" y="1692"/>
                </a:cubicBezTo>
                <a:lnTo>
                  <a:pt x="0" y="0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54" name=""/>
          <p:cNvSpPr txBox="1"/>
          <p:nvPr/>
        </p:nvSpPr>
        <p:spPr>
          <a:xfrm>
            <a:off x="12217320" y="433152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12375720" y="337356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0" y="201"/>
                </a:moveTo>
                <a:cubicBezTo>
                  <a:pt x="126" y="201"/>
                  <a:pt x="153" y="190"/>
                  <a:pt x="171" y="171"/>
                </a:cubicBezTo>
                <a:cubicBezTo>
                  <a:pt x="190" y="153"/>
                  <a:pt x="201" y="127"/>
                  <a:pt x="201" y="101"/>
                </a:cubicBezTo>
                <a:cubicBezTo>
                  <a:pt x="201" y="73"/>
                  <a:pt x="190" y="48"/>
                  <a:pt x="171" y="29"/>
                </a:cubicBezTo>
                <a:cubicBezTo>
                  <a:pt x="153" y="11"/>
                  <a:pt x="126" y="0"/>
                  <a:pt x="100" y="0"/>
                </a:cubicBezTo>
                <a:cubicBezTo>
                  <a:pt x="73" y="0"/>
                  <a:pt x="48" y="11"/>
                  <a:pt x="29" y="29"/>
                </a:cubicBezTo>
                <a:cubicBezTo>
                  <a:pt x="11" y="48"/>
                  <a:pt x="0" y="73"/>
                  <a:pt x="0" y="101"/>
                </a:cubicBezTo>
                <a:cubicBezTo>
                  <a:pt x="0" y="127"/>
                  <a:pt x="11" y="153"/>
                  <a:pt x="29" y="171"/>
                </a:cubicBezTo>
                <a:cubicBezTo>
                  <a:pt x="48" y="190"/>
                  <a:pt x="73" y="201"/>
                  <a:pt x="100" y="201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156" name=""/>
          <p:cNvSpPr/>
          <p:nvPr/>
        </p:nvSpPr>
        <p:spPr>
          <a:xfrm>
            <a:off x="91440" y="4749120"/>
            <a:ext cx="3046320" cy="1754280"/>
          </a:xfrm>
          <a:custGeom>
            <a:avLst/>
            <a:gdLst/>
            <a:ahLst/>
            <a:rect l="0" t="0" r="r" b="b"/>
            <a:pathLst>
              <a:path w="8462" h="4873">
                <a:moveTo>
                  <a:pt x="0" y="4873"/>
                </a:moveTo>
                <a:lnTo>
                  <a:pt x="8462" y="4873"/>
                </a:lnTo>
                <a:lnTo>
                  <a:pt x="8462" y="0"/>
                </a:lnTo>
                <a:lnTo>
                  <a:pt x="0" y="0"/>
                </a:lnTo>
                <a:lnTo>
                  <a:pt x="0" y="48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57" name=""/>
          <p:cNvSpPr/>
          <p:nvPr/>
        </p:nvSpPr>
        <p:spPr>
          <a:xfrm>
            <a:off x="221400" y="6503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>
            <a:off x="221400" y="6503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10521720" y="2316240"/>
            <a:ext cx="1207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a7d6e"/>
                </a:solidFill>
                <a:latin typeface="DejaVuSans"/>
              </a:rPr>
              <a:t>S2  ·  good  ·  k=1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2824920" y="6503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>
            <a:off x="2824920" y="6503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>
            <a:off x="132840" y="657252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 flipV="1">
            <a:off x="221400" y="474912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4" name=""/>
          <p:cNvSpPr/>
          <p:nvPr/>
        </p:nvSpPr>
        <p:spPr>
          <a:xfrm flipV="1">
            <a:off x="2824920" y="474912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/>
          <p:nvPr/>
        </p:nvSpPr>
        <p:spPr>
          <a:xfrm>
            <a:off x="91440" y="650304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/>
          <p:nvPr/>
        </p:nvSpPr>
        <p:spPr>
          <a:xfrm>
            <a:off x="221400" y="5411520"/>
            <a:ext cx="2603880" cy="1878840"/>
          </a:xfrm>
          <a:custGeom>
            <a:avLst/>
            <a:gdLst/>
            <a:ahLst/>
            <a:rect l="0" t="0" r="r" b="b"/>
            <a:pathLst>
              <a:path w="7233" h="5219">
                <a:moveTo>
                  <a:pt x="0" y="664"/>
                </a:moveTo>
                <a:cubicBezTo>
                  <a:pt x="3617" y="664"/>
                  <a:pt x="3617" y="0"/>
                  <a:pt x="7233" y="0"/>
                </a:cubicBezTo>
                <a:lnTo>
                  <a:pt x="7233" y="2814"/>
                </a:lnTo>
                <a:cubicBezTo>
                  <a:pt x="3617" y="2814"/>
                  <a:pt x="3617" y="5219"/>
                  <a:pt x="0" y="5219"/>
                </a:cubicBezTo>
                <a:lnTo>
                  <a:pt x="0" y="664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67" name=""/>
          <p:cNvSpPr/>
          <p:nvPr/>
        </p:nvSpPr>
        <p:spPr>
          <a:xfrm>
            <a:off x="221400" y="4011480"/>
            <a:ext cx="2603880" cy="1639440"/>
          </a:xfrm>
          <a:custGeom>
            <a:avLst/>
            <a:gdLst/>
            <a:ahLst/>
            <a:rect l="0" t="0" r="r" b="b"/>
            <a:pathLst>
              <a:path w="7233" h="4554">
                <a:moveTo>
                  <a:pt x="0" y="0"/>
                </a:moveTo>
                <a:cubicBezTo>
                  <a:pt x="3617" y="0"/>
                  <a:pt x="3617" y="2405"/>
                  <a:pt x="7233" y="2405"/>
                </a:cubicBezTo>
                <a:lnTo>
                  <a:pt x="7233" y="3890"/>
                </a:lnTo>
                <a:cubicBezTo>
                  <a:pt x="3617" y="3890"/>
                  <a:pt x="3617" y="4554"/>
                  <a:pt x="0" y="4554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68" name=""/>
          <p:cNvSpPr txBox="1"/>
          <p:nvPr/>
        </p:nvSpPr>
        <p:spPr>
          <a:xfrm>
            <a:off x="2708640" y="657252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2867040" y="588204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1" y="201"/>
                </a:moveTo>
                <a:cubicBezTo>
                  <a:pt x="127" y="201"/>
                  <a:pt x="153" y="190"/>
                  <a:pt x="172" y="172"/>
                </a:cubicBezTo>
                <a:cubicBezTo>
                  <a:pt x="190" y="153"/>
                  <a:pt x="201" y="127"/>
                  <a:pt x="201" y="101"/>
                </a:cubicBezTo>
                <a:cubicBezTo>
                  <a:pt x="201" y="74"/>
                  <a:pt x="190" y="48"/>
                  <a:pt x="172" y="29"/>
                </a:cubicBezTo>
                <a:cubicBezTo>
                  <a:pt x="153" y="11"/>
                  <a:pt x="127" y="0"/>
                  <a:pt x="101" y="0"/>
                </a:cubicBezTo>
                <a:cubicBezTo>
                  <a:pt x="74" y="0"/>
                  <a:pt x="48" y="11"/>
                  <a:pt x="29" y="29"/>
                </a:cubicBezTo>
                <a:cubicBezTo>
                  <a:pt x="11" y="48"/>
                  <a:pt x="0" y="74"/>
                  <a:pt x="0" y="101"/>
                </a:cubicBezTo>
                <a:cubicBezTo>
                  <a:pt x="0" y="127"/>
                  <a:pt x="11" y="153"/>
                  <a:pt x="29" y="172"/>
                </a:cubicBezTo>
                <a:cubicBezTo>
                  <a:pt x="48" y="190"/>
                  <a:pt x="74" y="201"/>
                  <a:pt x="101" y="201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170" name=""/>
          <p:cNvSpPr/>
          <p:nvPr/>
        </p:nvSpPr>
        <p:spPr>
          <a:xfrm>
            <a:off x="2867040" y="510840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1" y="201"/>
                </a:moveTo>
                <a:cubicBezTo>
                  <a:pt x="127" y="201"/>
                  <a:pt x="153" y="190"/>
                  <a:pt x="172" y="171"/>
                </a:cubicBezTo>
                <a:cubicBezTo>
                  <a:pt x="190" y="153"/>
                  <a:pt x="201" y="127"/>
                  <a:pt x="201" y="101"/>
                </a:cubicBezTo>
                <a:cubicBezTo>
                  <a:pt x="201" y="74"/>
                  <a:pt x="190" y="49"/>
                  <a:pt x="172" y="29"/>
                </a:cubicBezTo>
                <a:cubicBezTo>
                  <a:pt x="153" y="11"/>
                  <a:pt x="127" y="0"/>
                  <a:pt x="101" y="0"/>
                </a:cubicBezTo>
                <a:cubicBezTo>
                  <a:pt x="74" y="0"/>
                  <a:pt x="48" y="11"/>
                  <a:pt x="29" y="29"/>
                </a:cubicBezTo>
                <a:cubicBezTo>
                  <a:pt x="11" y="49"/>
                  <a:pt x="0" y="74"/>
                  <a:pt x="0" y="101"/>
                </a:cubicBezTo>
                <a:cubicBezTo>
                  <a:pt x="0" y="127"/>
                  <a:pt x="11" y="153"/>
                  <a:pt x="29" y="171"/>
                </a:cubicBezTo>
                <a:cubicBezTo>
                  <a:pt x="48" y="190"/>
                  <a:pt x="74" y="201"/>
                  <a:pt x="101" y="201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171" name=""/>
          <p:cNvSpPr/>
          <p:nvPr/>
        </p:nvSpPr>
        <p:spPr>
          <a:xfrm>
            <a:off x="3260880" y="4749120"/>
            <a:ext cx="3046320" cy="1754280"/>
          </a:xfrm>
          <a:custGeom>
            <a:avLst/>
            <a:gdLst/>
            <a:ahLst/>
            <a:rect l="0" t="0" r="r" b="b"/>
            <a:pathLst>
              <a:path w="8462" h="4873">
                <a:moveTo>
                  <a:pt x="0" y="4873"/>
                </a:moveTo>
                <a:lnTo>
                  <a:pt x="8462" y="4873"/>
                </a:lnTo>
                <a:lnTo>
                  <a:pt x="8462" y="0"/>
                </a:lnTo>
                <a:lnTo>
                  <a:pt x="0" y="0"/>
                </a:lnTo>
                <a:lnTo>
                  <a:pt x="0" y="48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72" name=""/>
          <p:cNvSpPr/>
          <p:nvPr/>
        </p:nvSpPr>
        <p:spPr>
          <a:xfrm>
            <a:off x="3390840" y="6503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>
            <a:off x="3390840" y="6503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 txBox="1"/>
          <p:nvPr/>
        </p:nvSpPr>
        <p:spPr>
          <a:xfrm>
            <a:off x="1013040" y="4557240"/>
            <a:ext cx="1207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a7d6e"/>
                </a:solidFill>
                <a:latin typeface="DejaVuSans"/>
              </a:rPr>
              <a:t>S3  ·  good  ·  k=2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5994360" y="6503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>
            <a:off x="5994360" y="6503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 txBox="1"/>
          <p:nvPr/>
        </p:nvSpPr>
        <p:spPr>
          <a:xfrm>
            <a:off x="3302280" y="657252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 flipV="1">
            <a:off x="3390840" y="474912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9" name=""/>
          <p:cNvSpPr/>
          <p:nvPr/>
        </p:nvSpPr>
        <p:spPr>
          <a:xfrm flipV="1">
            <a:off x="5994360" y="474912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/>
          <p:nvPr/>
        </p:nvSpPr>
        <p:spPr>
          <a:xfrm>
            <a:off x="3260880" y="650304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/>
          <p:nvPr/>
        </p:nvSpPr>
        <p:spPr>
          <a:xfrm>
            <a:off x="3390840" y="5129280"/>
            <a:ext cx="2603880" cy="2512440"/>
          </a:xfrm>
          <a:custGeom>
            <a:avLst/>
            <a:gdLst/>
            <a:ahLst/>
            <a:rect l="0" t="0" r="r" b="b"/>
            <a:pathLst>
              <a:path w="7233" h="6979">
                <a:moveTo>
                  <a:pt x="0" y="2442"/>
                </a:moveTo>
                <a:cubicBezTo>
                  <a:pt x="3617" y="2442"/>
                  <a:pt x="3617" y="0"/>
                  <a:pt x="7233" y="0"/>
                </a:cubicBezTo>
                <a:lnTo>
                  <a:pt x="7233" y="4470"/>
                </a:lnTo>
                <a:cubicBezTo>
                  <a:pt x="3617" y="4470"/>
                  <a:pt x="3617" y="6979"/>
                  <a:pt x="0" y="6979"/>
                </a:cubicBezTo>
                <a:lnTo>
                  <a:pt x="0" y="2442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2" name=""/>
          <p:cNvSpPr/>
          <p:nvPr/>
        </p:nvSpPr>
        <p:spPr>
          <a:xfrm>
            <a:off x="3390840" y="4412520"/>
            <a:ext cx="2603880" cy="1596240"/>
          </a:xfrm>
          <a:custGeom>
            <a:avLst/>
            <a:gdLst/>
            <a:ahLst/>
            <a:rect l="0" t="0" r="r" b="b"/>
            <a:pathLst>
              <a:path w="7233" h="4434">
                <a:moveTo>
                  <a:pt x="0" y="0"/>
                </a:moveTo>
                <a:cubicBezTo>
                  <a:pt x="3617" y="0"/>
                  <a:pt x="3617" y="1072"/>
                  <a:pt x="7233" y="1072"/>
                </a:cubicBezTo>
                <a:lnTo>
                  <a:pt x="7233" y="1991"/>
                </a:lnTo>
                <a:cubicBezTo>
                  <a:pt x="3617" y="1991"/>
                  <a:pt x="3617" y="4434"/>
                  <a:pt x="0" y="4434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3" name=""/>
          <p:cNvSpPr/>
          <p:nvPr/>
        </p:nvSpPr>
        <p:spPr>
          <a:xfrm>
            <a:off x="3390840" y="3660120"/>
            <a:ext cx="2603880" cy="1138680"/>
          </a:xfrm>
          <a:custGeom>
            <a:avLst/>
            <a:gdLst/>
            <a:ahLst/>
            <a:rect l="0" t="0" r="r" b="b"/>
            <a:pathLst>
              <a:path w="7233" h="3163">
                <a:moveTo>
                  <a:pt x="0" y="0"/>
                </a:moveTo>
                <a:cubicBezTo>
                  <a:pt x="3617" y="0"/>
                  <a:pt x="3617" y="2510"/>
                  <a:pt x="7233" y="2510"/>
                </a:cubicBezTo>
                <a:lnTo>
                  <a:pt x="7233" y="3163"/>
                </a:lnTo>
                <a:cubicBezTo>
                  <a:pt x="3617" y="3163"/>
                  <a:pt x="3617" y="2091"/>
                  <a:pt x="0" y="2091"/>
                </a:cubicBezTo>
                <a:lnTo>
                  <a:pt x="0" y="0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84" name=""/>
          <p:cNvSpPr txBox="1"/>
          <p:nvPr/>
        </p:nvSpPr>
        <p:spPr>
          <a:xfrm>
            <a:off x="5878080" y="657252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6036480" y="589788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1" y="200"/>
                </a:moveTo>
                <a:cubicBezTo>
                  <a:pt x="128" y="200"/>
                  <a:pt x="153" y="190"/>
                  <a:pt x="172" y="171"/>
                </a:cubicBezTo>
                <a:cubicBezTo>
                  <a:pt x="191" y="152"/>
                  <a:pt x="201" y="127"/>
                  <a:pt x="201" y="100"/>
                </a:cubicBezTo>
                <a:cubicBezTo>
                  <a:pt x="201" y="74"/>
                  <a:pt x="191" y="49"/>
                  <a:pt x="172" y="29"/>
                </a:cubicBezTo>
                <a:cubicBezTo>
                  <a:pt x="153" y="10"/>
                  <a:pt x="128" y="0"/>
                  <a:pt x="101" y="0"/>
                </a:cubicBezTo>
                <a:cubicBezTo>
                  <a:pt x="75" y="0"/>
                  <a:pt x="49" y="10"/>
                  <a:pt x="30" y="29"/>
                </a:cubicBezTo>
                <a:cubicBezTo>
                  <a:pt x="11" y="49"/>
                  <a:pt x="0" y="74"/>
                  <a:pt x="0" y="100"/>
                </a:cubicBezTo>
                <a:cubicBezTo>
                  <a:pt x="0" y="127"/>
                  <a:pt x="11" y="152"/>
                  <a:pt x="30" y="171"/>
                </a:cubicBezTo>
                <a:cubicBezTo>
                  <a:pt x="49" y="190"/>
                  <a:pt x="75" y="200"/>
                  <a:pt x="101" y="200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186" name=""/>
          <p:cNvSpPr/>
          <p:nvPr/>
        </p:nvSpPr>
        <p:spPr>
          <a:xfrm>
            <a:off x="6036480" y="492804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1" y="201"/>
                </a:moveTo>
                <a:cubicBezTo>
                  <a:pt x="128" y="201"/>
                  <a:pt x="153" y="190"/>
                  <a:pt x="172" y="171"/>
                </a:cubicBezTo>
                <a:cubicBezTo>
                  <a:pt x="191" y="153"/>
                  <a:pt x="201" y="126"/>
                  <a:pt x="201" y="100"/>
                </a:cubicBezTo>
                <a:cubicBezTo>
                  <a:pt x="201" y="73"/>
                  <a:pt x="191" y="48"/>
                  <a:pt x="172" y="29"/>
                </a:cubicBezTo>
                <a:cubicBezTo>
                  <a:pt x="153" y="11"/>
                  <a:pt x="128" y="0"/>
                  <a:pt x="101" y="0"/>
                </a:cubicBezTo>
                <a:cubicBezTo>
                  <a:pt x="75" y="0"/>
                  <a:pt x="49" y="11"/>
                  <a:pt x="30" y="29"/>
                </a:cubicBezTo>
                <a:cubicBezTo>
                  <a:pt x="11" y="48"/>
                  <a:pt x="0" y="73"/>
                  <a:pt x="0" y="100"/>
                </a:cubicBezTo>
                <a:cubicBezTo>
                  <a:pt x="0" y="126"/>
                  <a:pt x="11" y="153"/>
                  <a:pt x="30" y="171"/>
                </a:cubicBezTo>
                <a:cubicBezTo>
                  <a:pt x="49" y="190"/>
                  <a:pt x="75" y="201"/>
                  <a:pt x="101" y="201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187" name=""/>
          <p:cNvSpPr/>
          <p:nvPr/>
        </p:nvSpPr>
        <p:spPr>
          <a:xfrm>
            <a:off x="6036480" y="464508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1" y="201"/>
                </a:moveTo>
                <a:cubicBezTo>
                  <a:pt x="128" y="201"/>
                  <a:pt x="153" y="190"/>
                  <a:pt x="172" y="171"/>
                </a:cubicBezTo>
                <a:cubicBezTo>
                  <a:pt x="191" y="153"/>
                  <a:pt x="201" y="126"/>
                  <a:pt x="201" y="100"/>
                </a:cubicBezTo>
                <a:cubicBezTo>
                  <a:pt x="201" y="73"/>
                  <a:pt x="191" y="48"/>
                  <a:pt x="172" y="29"/>
                </a:cubicBezTo>
                <a:cubicBezTo>
                  <a:pt x="153" y="10"/>
                  <a:pt x="128" y="0"/>
                  <a:pt x="101" y="0"/>
                </a:cubicBezTo>
                <a:cubicBezTo>
                  <a:pt x="75" y="0"/>
                  <a:pt x="49" y="10"/>
                  <a:pt x="30" y="29"/>
                </a:cubicBezTo>
                <a:cubicBezTo>
                  <a:pt x="11" y="48"/>
                  <a:pt x="0" y="73"/>
                  <a:pt x="0" y="100"/>
                </a:cubicBezTo>
                <a:cubicBezTo>
                  <a:pt x="0" y="126"/>
                  <a:pt x="11" y="153"/>
                  <a:pt x="30" y="171"/>
                </a:cubicBezTo>
                <a:cubicBezTo>
                  <a:pt x="49" y="190"/>
                  <a:pt x="75" y="201"/>
                  <a:pt x="101" y="201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188" name=""/>
          <p:cNvSpPr/>
          <p:nvPr/>
        </p:nvSpPr>
        <p:spPr>
          <a:xfrm>
            <a:off x="6430320" y="4749120"/>
            <a:ext cx="3046320" cy="1754280"/>
          </a:xfrm>
          <a:custGeom>
            <a:avLst/>
            <a:gdLst/>
            <a:ahLst/>
            <a:rect l="0" t="0" r="r" b="b"/>
            <a:pathLst>
              <a:path w="8462" h="4873">
                <a:moveTo>
                  <a:pt x="0" y="4873"/>
                </a:moveTo>
                <a:lnTo>
                  <a:pt x="8462" y="4873"/>
                </a:lnTo>
                <a:lnTo>
                  <a:pt x="8462" y="0"/>
                </a:lnTo>
                <a:lnTo>
                  <a:pt x="0" y="0"/>
                </a:lnTo>
                <a:lnTo>
                  <a:pt x="0" y="48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89" name=""/>
          <p:cNvSpPr/>
          <p:nvPr/>
        </p:nvSpPr>
        <p:spPr>
          <a:xfrm>
            <a:off x="6560640" y="6503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0" name=""/>
          <p:cNvSpPr/>
          <p:nvPr/>
        </p:nvSpPr>
        <p:spPr>
          <a:xfrm>
            <a:off x="6560640" y="6503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1" name=""/>
          <p:cNvSpPr txBox="1"/>
          <p:nvPr/>
        </p:nvSpPr>
        <p:spPr>
          <a:xfrm>
            <a:off x="4182480" y="4557240"/>
            <a:ext cx="1207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a7d6e"/>
                </a:solidFill>
                <a:latin typeface="DejaVuSans"/>
              </a:rPr>
              <a:t>S6  ·  good  ·  k=3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92" name=""/>
          <p:cNvSpPr/>
          <p:nvPr/>
        </p:nvSpPr>
        <p:spPr>
          <a:xfrm>
            <a:off x="9164160" y="6503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3" name=""/>
          <p:cNvSpPr/>
          <p:nvPr/>
        </p:nvSpPr>
        <p:spPr>
          <a:xfrm>
            <a:off x="9164160" y="6503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4" name=""/>
          <p:cNvSpPr txBox="1"/>
          <p:nvPr/>
        </p:nvSpPr>
        <p:spPr>
          <a:xfrm>
            <a:off x="6471720" y="657252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 flipV="1">
            <a:off x="6560640" y="474912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6" name=""/>
          <p:cNvSpPr/>
          <p:nvPr/>
        </p:nvSpPr>
        <p:spPr>
          <a:xfrm flipV="1">
            <a:off x="9164160" y="474912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7" name=""/>
          <p:cNvSpPr/>
          <p:nvPr/>
        </p:nvSpPr>
        <p:spPr>
          <a:xfrm>
            <a:off x="6430320" y="6503040"/>
            <a:ext cx="304596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/>
          <p:nvPr/>
        </p:nvSpPr>
        <p:spPr>
          <a:xfrm>
            <a:off x="6560640" y="5297760"/>
            <a:ext cx="2603880" cy="1565280"/>
          </a:xfrm>
          <a:custGeom>
            <a:avLst/>
            <a:gdLst/>
            <a:ahLst/>
            <a:rect l="0" t="0" r="r" b="b"/>
            <a:pathLst>
              <a:path w="7233" h="4348">
                <a:moveTo>
                  <a:pt x="0" y="0"/>
                </a:moveTo>
                <a:cubicBezTo>
                  <a:pt x="3616" y="0"/>
                  <a:pt x="3616" y="1720"/>
                  <a:pt x="7233" y="1720"/>
                </a:cubicBezTo>
                <a:lnTo>
                  <a:pt x="7233" y="2582"/>
                </a:lnTo>
                <a:cubicBezTo>
                  <a:pt x="3616" y="2582"/>
                  <a:pt x="3616" y="4348"/>
                  <a:pt x="0" y="4348"/>
                </a:cubicBezTo>
                <a:lnTo>
                  <a:pt x="0" y="0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99" name=""/>
          <p:cNvSpPr/>
          <p:nvPr/>
        </p:nvSpPr>
        <p:spPr>
          <a:xfrm>
            <a:off x="6560640" y="4438800"/>
            <a:ext cx="2603880" cy="1478160"/>
          </a:xfrm>
          <a:custGeom>
            <a:avLst/>
            <a:gdLst/>
            <a:ahLst/>
            <a:rect l="0" t="0" r="r" b="b"/>
            <a:pathLst>
              <a:path w="7233" h="4106">
                <a:moveTo>
                  <a:pt x="0" y="0"/>
                </a:moveTo>
                <a:cubicBezTo>
                  <a:pt x="3616" y="0"/>
                  <a:pt x="3616" y="1765"/>
                  <a:pt x="7233" y="1765"/>
                </a:cubicBezTo>
                <a:lnTo>
                  <a:pt x="7233" y="4106"/>
                </a:lnTo>
                <a:cubicBezTo>
                  <a:pt x="3616" y="4106"/>
                  <a:pt x="3616" y="2387"/>
                  <a:pt x="0" y="2387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00" name=""/>
          <p:cNvSpPr txBox="1"/>
          <p:nvPr/>
        </p:nvSpPr>
        <p:spPr>
          <a:xfrm>
            <a:off x="9047880" y="657252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9206280" y="6035760"/>
            <a:ext cx="72000" cy="72360"/>
          </a:xfrm>
          <a:custGeom>
            <a:avLst/>
            <a:gdLst/>
            <a:ahLst/>
            <a:rect l="0" t="0" r="r" b="b"/>
            <a:pathLst>
              <a:path w="200" h="201">
                <a:moveTo>
                  <a:pt x="100" y="201"/>
                </a:moveTo>
                <a:cubicBezTo>
                  <a:pt x="126" y="201"/>
                  <a:pt x="151" y="190"/>
                  <a:pt x="170" y="172"/>
                </a:cubicBezTo>
                <a:cubicBezTo>
                  <a:pt x="189" y="153"/>
                  <a:pt x="200" y="128"/>
                  <a:pt x="200" y="101"/>
                </a:cubicBezTo>
                <a:cubicBezTo>
                  <a:pt x="200" y="75"/>
                  <a:pt x="189" y="48"/>
                  <a:pt x="170" y="30"/>
                </a:cubicBezTo>
                <a:cubicBezTo>
                  <a:pt x="151" y="11"/>
                  <a:pt x="126" y="0"/>
                  <a:pt x="100" y="0"/>
                </a:cubicBezTo>
                <a:cubicBezTo>
                  <a:pt x="73" y="0"/>
                  <a:pt x="48" y="11"/>
                  <a:pt x="29" y="30"/>
                </a:cubicBezTo>
                <a:cubicBezTo>
                  <a:pt x="10" y="48"/>
                  <a:pt x="0" y="75"/>
                  <a:pt x="0" y="101"/>
                </a:cubicBezTo>
                <a:cubicBezTo>
                  <a:pt x="0" y="128"/>
                  <a:pt x="10" y="153"/>
                  <a:pt x="29" y="172"/>
                </a:cubicBezTo>
                <a:cubicBezTo>
                  <a:pt x="48" y="190"/>
                  <a:pt x="73" y="201"/>
                  <a:pt x="100" y="201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0e2a47"/>
            </a:solidFill>
            <a:round/>
          </a:ln>
        </p:spPr>
      </p:sp>
      <p:sp>
        <p:nvSpPr>
          <p:cNvPr id="202" name=""/>
          <p:cNvSpPr/>
          <p:nvPr/>
        </p:nvSpPr>
        <p:spPr>
          <a:xfrm>
            <a:off x="9206280" y="5459400"/>
            <a:ext cx="72000" cy="72360"/>
          </a:xfrm>
          <a:custGeom>
            <a:avLst/>
            <a:gdLst/>
            <a:ahLst/>
            <a:rect l="0" t="0" r="r" b="b"/>
            <a:pathLst>
              <a:path w="200" h="201">
                <a:moveTo>
                  <a:pt x="100" y="201"/>
                </a:moveTo>
                <a:cubicBezTo>
                  <a:pt x="126" y="201"/>
                  <a:pt x="151" y="190"/>
                  <a:pt x="170" y="172"/>
                </a:cubicBezTo>
                <a:cubicBezTo>
                  <a:pt x="189" y="153"/>
                  <a:pt x="200" y="128"/>
                  <a:pt x="200" y="101"/>
                </a:cubicBezTo>
                <a:cubicBezTo>
                  <a:pt x="200" y="75"/>
                  <a:pt x="189" y="48"/>
                  <a:pt x="170" y="30"/>
                </a:cubicBezTo>
                <a:cubicBezTo>
                  <a:pt x="151" y="11"/>
                  <a:pt x="126" y="0"/>
                  <a:pt x="100" y="0"/>
                </a:cubicBezTo>
                <a:cubicBezTo>
                  <a:pt x="73" y="0"/>
                  <a:pt x="48" y="11"/>
                  <a:pt x="29" y="30"/>
                </a:cubicBezTo>
                <a:cubicBezTo>
                  <a:pt x="10" y="48"/>
                  <a:pt x="0" y="75"/>
                  <a:pt x="0" y="101"/>
                </a:cubicBezTo>
                <a:cubicBezTo>
                  <a:pt x="0" y="128"/>
                  <a:pt x="10" y="153"/>
                  <a:pt x="29" y="172"/>
                </a:cubicBezTo>
                <a:cubicBezTo>
                  <a:pt x="48" y="190"/>
                  <a:pt x="73" y="201"/>
                  <a:pt x="100" y="201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203" name=""/>
          <p:cNvSpPr/>
          <p:nvPr/>
        </p:nvSpPr>
        <p:spPr>
          <a:xfrm>
            <a:off x="9599760" y="4749120"/>
            <a:ext cx="3046680" cy="1754280"/>
          </a:xfrm>
          <a:custGeom>
            <a:avLst/>
            <a:gdLst/>
            <a:ahLst/>
            <a:rect l="0" t="0" r="r" b="b"/>
            <a:pathLst>
              <a:path w="8463" h="4873">
                <a:moveTo>
                  <a:pt x="0" y="4873"/>
                </a:moveTo>
                <a:lnTo>
                  <a:pt x="8463" y="4873"/>
                </a:lnTo>
                <a:lnTo>
                  <a:pt x="8463" y="0"/>
                </a:lnTo>
                <a:lnTo>
                  <a:pt x="0" y="0"/>
                </a:lnTo>
                <a:lnTo>
                  <a:pt x="0" y="487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04" name=""/>
          <p:cNvSpPr/>
          <p:nvPr/>
        </p:nvSpPr>
        <p:spPr>
          <a:xfrm>
            <a:off x="9730080" y="6503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5" name=""/>
          <p:cNvSpPr/>
          <p:nvPr/>
        </p:nvSpPr>
        <p:spPr>
          <a:xfrm>
            <a:off x="9730080" y="6503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6" name=""/>
          <p:cNvSpPr txBox="1"/>
          <p:nvPr/>
        </p:nvSpPr>
        <p:spPr>
          <a:xfrm>
            <a:off x="7352280" y="4557240"/>
            <a:ext cx="12078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a7d6e"/>
                </a:solidFill>
                <a:latin typeface="DejaVuSans"/>
              </a:rPr>
              <a:t>S9  ·  good  ·  k=2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07" name=""/>
          <p:cNvSpPr/>
          <p:nvPr/>
        </p:nvSpPr>
        <p:spPr>
          <a:xfrm>
            <a:off x="12333600" y="65030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8" name=""/>
          <p:cNvSpPr/>
          <p:nvPr/>
        </p:nvSpPr>
        <p:spPr>
          <a:xfrm>
            <a:off x="12333600" y="65030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9" name=""/>
          <p:cNvSpPr txBox="1"/>
          <p:nvPr/>
        </p:nvSpPr>
        <p:spPr>
          <a:xfrm>
            <a:off x="9641160" y="6572520"/>
            <a:ext cx="180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 flipV="1">
            <a:off x="9730080" y="474912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1" name=""/>
          <p:cNvSpPr/>
          <p:nvPr/>
        </p:nvSpPr>
        <p:spPr>
          <a:xfrm flipV="1">
            <a:off x="12333600" y="4749120"/>
            <a:ext cx="0" cy="175392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2" name=""/>
          <p:cNvSpPr/>
          <p:nvPr/>
        </p:nvSpPr>
        <p:spPr>
          <a:xfrm>
            <a:off x="9599760" y="6503040"/>
            <a:ext cx="3046320" cy="0"/>
          </a:xfrm>
          <a:prstGeom prst="line">
            <a:avLst/>
          </a:prstGeom>
          <a:ln cap="sq" w="11160">
            <a:solidFill>
              <a:srgbClr val="0e2a4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13" name=""/>
          <p:cNvSpPr/>
          <p:nvPr/>
        </p:nvSpPr>
        <p:spPr>
          <a:xfrm>
            <a:off x="9730080" y="5772960"/>
            <a:ext cx="2603880" cy="1805400"/>
          </a:xfrm>
          <a:custGeom>
            <a:avLst/>
            <a:gdLst/>
            <a:ahLst/>
            <a:rect l="0" t="0" r="r" b="b"/>
            <a:pathLst>
              <a:path w="7233" h="5015">
                <a:moveTo>
                  <a:pt x="0" y="0"/>
                </a:moveTo>
                <a:cubicBezTo>
                  <a:pt x="3616" y="0"/>
                  <a:pt x="3616" y="486"/>
                  <a:pt x="7233" y="486"/>
                </a:cubicBezTo>
                <a:lnTo>
                  <a:pt x="7233" y="5015"/>
                </a:lnTo>
                <a:cubicBezTo>
                  <a:pt x="3616" y="5015"/>
                  <a:pt x="3616" y="4497"/>
                  <a:pt x="0" y="4497"/>
                </a:cubicBezTo>
                <a:lnTo>
                  <a:pt x="0" y="0"/>
                </a:lnTo>
                <a:close/>
              </a:path>
            </a:pathLst>
          </a:custGeom>
          <a:solidFill>
            <a:srgbClr val="1d3557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14" name=""/>
          <p:cNvSpPr/>
          <p:nvPr/>
        </p:nvSpPr>
        <p:spPr>
          <a:xfrm>
            <a:off x="9730080" y="4658400"/>
            <a:ext cx="2603880" cy="1289880"/>
          </a:xfrm>
          <a:custGeom>
            <a:avLst/>
            <a:gdLst/>
            <a:ahLst/>
            <a:rect l="0" t="0" r="r" b="b"/>
            <a:pathLst>
              <a:path w="7233" h="3583">
                <a:moveTo>
                  <a:pt x="0" y="0"/>
                </a:moveTo>
                <a:cubicBezTo>
                  <a:pt x="3616" y="0"/>
                  <a:pt x="3616" y="464"/>
                  <a:pt x="7233" y="464"/>
                </a:cubicBezTo>
                <a:lnTo>
                  <a:pt x="7233" y="3583"/>
                </a:lnTo>
                <a:cubicBezTo>
                  <a:pt x="3616" y="3583"/>
                  <a:pt x="3616" y="3096"/>
                  <a:pt x="0" y="3096"/>
                </a:cubicBez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15" name=""/>
          <p:cNvSpPr/>
          <p:nvPr/>
        </p:nvSpPr>
        <p:spPr>
          <a:xfrm>
            <a:off x="9730080" y="3723480"/>
            <a:ext cx="2603880" cy="1102320"/>
          </a:xfrm>
          <a:custGeom>
            <a:avLst/>
            <a:gdLst/>
            <a:ahLst/>
            <a:rect l="0" t="0" r="r" b="b"/>
            <a:pathLst>
              <a:path w="7233" h="3062">
                <a:moveTo>
                  <a:pt x="0" y="519"/>
                </a:moveTo>
                <a:cubicBezTo>
                  <a:pt x="3616" y="519"/>
                  <a:pt x="3616" y="0"/>
                  <a:pt x="7233" y="0"/>
                </a:cubicBezTo>
                <a:lnTo>
                  <a:pt x="7233" y="3062"/>
                </a:lnTo>
                <a:cubicBezTo>
                  <a:pt x="3616" y="3062"/>
                  <a:pt x="3616" y="2598"/>
                  <a:pt x="0" y="2598"/>
                </a:cubicBezTo>
                <a:lnTo>
                  <a:pt x="0" y="519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756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16" name=""/>
          <p:cNvSpPr txBox="1"/>
          <p:nvPr/>
        </p:nvSpPr>
        <p:spPr>
          <a:xfrm>
            <a:off x="12217320" y="6572520"/>
            <a:ext cx="234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post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12375720" y="672696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0" y="201"/>
                </a:moveTo>
                <a:cubicBezTo>
                  <a:pt x="126" y="201"/>
                  <a:pt x="153" y="190"/>
                  <a:pt x="171" y="171"/>
                </a:cubicBezTo>
                <a:cubicBezTo>
                  <a:pt x="190" y="153"/>
                  <a:pt x="201" y="127"/>
                  <a:pt x="201" y="100"/>
                </a:cubicBezTo>
                <a:cubicBezTo>
                  <a:pt x="201" y="73"/>
                  <a:pt x="190" y="48"/>
                  <a:pt x="171" y="29"/>
                </a:cubicBezTo>
                <a:cubicBezTo>
                  <a:pt x="153" y="11"/>
                  <a:pt x="126" y="0"/>
                  <a:pt x="100" y="0"/>
                </a:cubicBezTo>
                <a:cubicBezTo>
                  <a:pt x="73" y="0"/>
                  <a:pt x="48" y="11"/>
                  <a:pt x="29" y="29"/>
                </a:cubicBezTo>
                <a:cubicBezTo>
                  <a:pt x="11" y="48"/>
                  <a:pt x="0" y="73"/>
                  <a:pt x="0" y="100"/>
                </a:cubicBezTo>
                <a:cubicBezTo>
                  <a:pt x="0" y="127"/>
                  <a:pt x="11" y="153"/>
                  <a:pt x="29" y="171"/>
                </a:cubicBezTo>
                <a:cubicBezTo>
                  <a:pt x="48" y="190"/>
                  <a:pt x="73" y="201"/>
                  <a:pt x="100" y="201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218" name=""/>
          <p:cNvSpPr/>
          <p:nvPr/>
        </p:nvSpPr>
        <p:spPr>
          <a:xfrm>
            <a:off x="12375720" y="5350680"/>
            <a:ext cx="72360" cy="72360"/>
          </a:xfrm>
          <a:custGeom>
            <a:avLst/>
            <a:gdLst/>
            <a:ahLst/>
            <a:rect l="0" t="0" r="r" b="b"/>
            <a:pathLst>
              <a:path w="201" h="201">
                <a:moveTo>
                  <a:pt x="100" y="201"/>
                </a:moveTo>
                <a:cubicBezTo>
                  <a:pt x="126" y="201"/>
                  <a:pt x="153" y="190"/>
                  <a:pt x="171" y="172"/>
                </a:cubicBezTo>
                <a:cubicBezTo>
                  <a:pt x="190" y="152"/>
                  <a:pt x="201" y="126"/>
                  <a:pt x="201" y="100"/>
                </a:cubicBezTo>
                <a:cubicBezTo>
                  <a:pt x="201" y="74"/>
                  <a:pt x="190" y="48"/>
                  <a:pt x="171" y="29"/>
                </a:cubicBezTo>
                <a:cubicBezTo>
                  <a:pt x="153" y="11"/>
                  <a:pt x="126" y="0"/>
                  <a:pt x="100" y="0"/>
                </a:cubicBezTo>
                <a:cubicBezTo>
                  <a:pt x="73" y="0"/>
                  <a:pt x="48" y="11"/>
                  <a:pt x="29" y="29"/>
                </a:cubicBezTo>
                <a:cubicBezTo>
                  <a:pt x="11" y="48"/>
                  <a:pt x="0" y="74"/>
                  <a:pt x="0" y="100"/>
                </a:cubicBezTo>
                <a:cubicBezTo>
                  <a:pt x="0" y="126"/>
                  <a:pt x="11" y="152"/>
                  <a:pt x="29" y="172"/>
                </a:cubicBezTo>
                <a:cubicBezTo>
                  <a:pt x="48" y="190"/>
                  <a:pt x="73" y="201"/>
                  <a:pt x="100" y="201"/>
                </a:cubicBezTo>
                <a:close/>
              </a:path>
            </a:pathLst>
          </a:custGeom>
          <a:solidFill>
            <a:srgbClr val="8d99ae"/>
          </a:solidFill>
          <a:ln w="7560">
            <a:solidFill>
              <a:srgbClr val="0e2a47"/>
            </a:solidFill>
            <a:round/>
          </a:ln>
        </p:spPr>
      </p:sp>
      <p:sp>
        <p:nvSpPr>
          <p:cNvPr id="219" name=""/>
          <p:cNvSpPr/>
          <p:nvPr/>
        </p:nvSpPr>
        <p:spPr>
          <a:xfrm>
            <a:off x="12375720" y="4238640"/>
            <a:ext cx="72360" cy="72000"/>
          </a:xfrm>
          <a:custGeom>
            <a:avLst/>
            <a:gdLst/>
            <a:ahLst/>
            <a:rect l="0" t="0" r="r" b="b"/>
            <a:pathLst>
              <a:path w="201" h="200">
                <a:moveTo>
                  <a:pt x="100" y="200"/>
                </a:moveTo>
                <a:cubicBezTo>
                  <a:pt x="126" y="200"/>
                  <a:pt x="153" y="190"/>
                  <a:pt x="171" y="171"/>
                </a:cubicBezTo>
                <a:cubicBezTo>
                  <a:pt x="190" y="152"/>
                  <a:pt x="201" y="127"/>
                  <a:pt x="201" y="100"/>
                </a:cubicBezTo>
                <a:cubicBezTo>
                  <a:pt x="201" y="74"/>
                  <a:pt x="190" y="48"/>
                  <a:pt x="171" y="29"/>
                </a:cubicBezTo>
                <a:cubicBezTo>
                  <a:pt x="153" y="10"/>
                  <a:pt x="126" y="0"/>
                  <a:pt x="100" y="0"/>
                </a:cubicBezTo>
                <a:cubicBezTo>
                  <a:pt x="73" y="0"/>
                  <a:pt x="48" y="10"/>
                  <a:pt x="29" y="29"/>
                </a:cubicBezTo>
                <a:cubicBezTo>
                  <a:pt x="11" y="48"/>
                  <a:pt x="0" y="74"/>
                  <a:pt x="0" y="100"/>
                </a:cubicBezTo>
                <a:cubicBezTo>
                  <a:pt x="0" y="127"/>
                  <a:pt x="11" y="152"/>
                  <a:pt x="29" y="171"/>
                </a:cubicBezTo>
                <a:cubicBezTo>
                  <a:pt x="48" y="190"/>
                  <a:pt x="73" y="200"/>
                  <a:pt x="100" y="200"/>
                </a:cubicBezTo>
                <a:close/>
              </a:path>
            </a:pathLst>
          </a:custGeom>
          <a:solidFill>
            <a:srgbClr val="d62828"/>
          </a:solidFill>
          <a:ln w="7560">
            <a:solidFill>
              <a:srgbClr val="0e2a47"/>
            </a:solidFill>
            <a:round/>
          </a:ln>
        </p:spPr>
      </p:sp>
      <p:sp>
        <p:nvSpPr>
          <p:cNvPr id="220" name=""/>
          <p:cNvSpPr/>
          <p:nvPr/>
        </p:nvSpPr>
        <p:spPr>
          <a:xfrm>
            <a:off x="2825640" y="6954480"/>
            <a:ext cx="241560" cy="84600"/>
          </a:xfrm>
          <a:custGeom>
            <a:avLst/>
            <a:gdLst/>
            <a:ahLst/>
            <a:rect l="0" t="0" r="r" b="b"/>
            <a:pathLst>
              <a:path w="671" h="235">
                <a:moveTo>
                  <a:pt x="0" y="235"/>
                </a:moveTo>
                <a:lnTo>
                  <a:pt x="671" y="235"/>
                </a:lnTo>
                <a:lnTo>
                  <a:pt x="671" y="0"/>
                </a:lnTo>
                <a:lnTo>
                  <a:pt x="0" y="0"/>
                </a:lnTo>
                <a:lnTo>
                  <a:pt x="0" y="235"/>
                </a:lnTo>
                <a:close/>
              </a:path>
            </a:pathLst>
          </a:custGeom>
          <a:solidFill>
            <a:srgbClr val="1d3557"/>
          </a:solidFill>
          <a:ln w="12600">
            <a:solidFill>
              <a:srgbClr val="1d3557"/>
            </a:solidFill>
            <a:miter/>
          </a:ln>
        </p:spPr>
      </p:sp>
      <p:sp>
        <p:nvSpPr>
          <p:cNvPr id="221" name=""/>
          <p:cNvSpPr txBox="1"/>
          <p:nvPr/>
        </p:nvSpPr>
        <p:spPr>
          <a:xfrm>
            <a:off x="10479600" y="4557240"/>
            <a:ext cx="12916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a7d6e"/>
                </a:solidFill>
                <a:latin typeface="DejaVuSans"/>
              </a:rPr>
              <a:t>S14  ·  good  ·  k=3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22" name=""/>
          <p:cNvSpPr/>
          <p:nvPr/>
        </p:nvSpPr>
        <p:spPr>
          <a:xfrm>
            <a:off x="5997960" y="6996600"/>
            <a:ext cx="241560" cy="0"/>
          </a:xfrm>
          <a:custGeom>
            <a:avLst/>
            <a:gdLst/>
            <a:ahLst/>
            <a:rect l="0" t="0" r="r" b="b"/>
            <a:pathLst>
              <a:path fill="none" w="671" h="0">
                <a:moveTo>
                  <a:pt x="0" y="0"/>
                </a:moveTo>
                <a:lnTo>
                  <a:pt x="335" y="0"/>
                </a:lnTo>
                <a:lnTo>
                  <a:pt x="671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223" name=""/>
          <p:cNvSpPr/>
          <p:nvPr/>
        </p:nvSpPr>
        <p:spPr>
          <a:xfrm>
            <a:off x="6061680" y="6939360"/>
            <a:ext cx="114480" cy="114840"/>
          </a:xfrm>
          <a:custGeom>
            <a:avLst/>
            <a:gdLst/>
            <a:ahLst/>
            <a:rect l="0" t="0" r="r" b="b"/>
            <a:pathLst>
              <a:path w="318" h="319">
                <a:moveTo>
                  <a:pt x="159" y="319"/>
                </a:moveTo>
                <a:cubicBezTo>
                  <a:pt x="202" y="319"/>
                  <a:pt x="242" y="302"/>
                  <a:pt x="272" y="272"/>
                </a:cubicBezTo>
                <a:cubicBezTo>
                  <a:pt x="301" y="242"/>
                  <a:pt x="318" y="201"/>
                  <a:pt x="318" y="159"/>
                </a:cubicBezTo>
                <a:cubicBezTo>
                  <a:pt x="318" y="117"/>
                  <a:pt x="301" y="76"/>
                  <a:pt x="272" y="47"/>
                </a:cubicBezTo>
                <a:cubicBezTo>
                  <a:pt x="242" y="17"/>
                  <a:pt x="202" y="0"/>
                  <a:pt x="159" y="0"/>
                </a:cubicBezTo>
                <a:cubicBezTo>
                  <a:pt x="116" y="0"/>
                  <a:pt x="76" y="17"/>
                  <a:pt x="46" y="47"/>
                </a:cubicBezTo>
                <a:cubicBezTo>
                  <a:pt x="16" y="76"/>
                  <a:pt x="0" y="117"/>
                  <a:pt x="0" y="159"/>
                </a:cubicBezTo>
                <a:cubicBezTo>
                  <a:pt x="0" y="201"/>
                  <a:pt x="16" y="242"/>
                  <a:pt x="46" y="272"/>
                </a:cubicBezTo>
                <a:cubicBezTo>
                  <a:pt x="76" y="302"/>
                  <a:pt x="116" y="319"/>
                  <a:pt x="159" y="319"/>
                </a:cubicBezTo>
                <a:close/>
              </a:path>
            </a:pathLst>
          </a:custGeom>
          <a:solidFill>
            <a:srgbClr val="118ab2"/>
          </a:solidFill>
          <a:ln w="12600">
            <a:solidFill>
              <a:srgbClr val="0e2a47"/>
            </a:solidFill>
            <a:round/>
          </a:ln>
        </p:spPr>
      </p:sp>
      <p:sp>
        <p:nvSpPr>
          <p:cNvPr id="224" name=""/>
          <p:cNvSpPr txBox="1"/>
          <p:nvPr/>
        </p:nvSpPr>
        <p:spPr>
          <a:xfrm>
            <a:off x="3163680" y="6927120"/>
            <a:ext cx="2588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Clone ribbon (height ∝ cellular prevalence)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25" name=""/>
          <p:cNvSpPr/>
          <p:nvPr/>
        </p:nvSpPr>
        <p:spPr>
          <a:xfrm>
            <a:off x="7422480" y="6996600"/>
            <a:ext cx="241200" cy="0"/>
          </a:xfrm>
          <a:custGeom>
            <a:avLst/>
            <a:gdLst/>
            <a:ahLst/>
            <a:rect l="0" t="0" r="r" b="b"/>
            <a:pathLst>
              <a:path fill="none" w="670" h="0">
                <a:moveTo>
                  <a:pt x="0" y="0"/>
                </a:moveTo>
                <a:lnTo>
                  <a:pt x="335" y="0"/>
                </a:lnTo>
                <a:lnTo>
                  <a:pt x="670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226" name=""/>
          <p:cNvSpPr/>
          <p:nvPr/>
        </p:nvSpPr>
        <p:spPr>
          <a:xfrm>
            <a:off x="7485840" y="6939360"/>
            <a:ext cx="114480" cy="114840"/>
          </a:xfrm>
          <a:custGeom>
            <a:avLst/>
            <a:gdLst/>
            <a:ahLst/>
            <a:rect l="0" t="0" r="r" b="b"/>
            <a:pathLst>
              <a:path w="318" h="319">
                <a:moveTo>
                  <a:pt x="159" y="319"/>
                </a:moveTo>
                <a:cubicBezTo>
                  <a:pt x="201" y="319"/>
                  <a:pt x="241" y="302"/>
                  <a:pt x="271" y="272"/>
                </a:cubicBezTo>
                <a:cubicBezTo>
                  <a:pt x="302" y="242"/>
                  <a:pt x="318" y="201"/>
                  <a:pt x="318" y="159"/>
                </a:cubicBezTo>
                <a:cubicBezTo>
                  <a:pt x="318" y="117"/>
                  <a:pt x="302" y="76"/>
                  <a:pt x="271" y="47"/>
                </a:cubicBezTo>
                <a:cubicBezTo>
                  <a:pt x="241" y="17"/>
                  <a:pt x="201" y="0"/>
                  <a:pt x="159" y="0"/>
                </a:cubicBezTo>
                <a:cubicBezTo>
                  <a:pt x="117" y="0"/>
                  <a:pt x="76" y="17"/>
                  <a:pt x="46" y="47"/>
                </a:cubicBezTo>
                <a:cubicBezTo>
                  <a:pt x="17" y="76"/>
                  <a:pt x="0" y="117"/>
                  <a:pt x="0" y="159"/>
                </a:cubicBezTo>
                <a:cubicBezTo>
                  <a:pt x="0" y="201"/>
                  <a:pt x="17" y="242"/>
                  <a:pt x="46" y="272"/>
                </a:cubicBezTo>
                <a:cubicBezTo>
                  <a:pt x="76" y="302"/>
                  <a:pt x="117" y="319"/>
                  <a:pt x="159" y="319"/>
                </a:cubicBezTo>
                <a:close/>
              </a:path>
            </a:pathLst>
          </a:custGeom>
          <a:solidFill>
            <a:srgbClr val="8d99ae"/>
          </a:solidFill>
          <a:ln w="12600">
            <a:solidFill>
              <a:srgbClr val="0e2a47"/>
            </a:solidFill>
            <a:round/>
          </a:ln>
        </p:spPr>
      </p:sp>
      <p:sp>
        <p:nvSpPr>
          <p:cNvPr id="227" name=""/>
          <p:cNvSpPr txBox="1"/>
          <p:nvPr/>
        </p:nvSpPr>
        <p:spPr>
          <a:xfrm>
            <a:off x="6336000" y="6927120"/>
            <a:ext cx="843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Shrinking fate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8659800" y="6996600"/>
            <a:ext cx="241200" cy="0"/>
          </a:xfrm>
          <a:custGeom>
            <a:avLst/>
            <a:gdLst/>
            <a:ahLst/>
            <a:rect l="0" t="0" r="r" b="b"/>
            <a:pathLst>
              <a:path fill="none" w="670" h="0">
                <a:moveTo>
                  <a:pt x="0" y="0"/>
                </a:moveTo>
                <a:lnTo>
                  <a:pt x="335" y="0"/>
                </a:lnTo>
                <a:lnTo>
                  <a:pt x="670" y="0"/>
                </a:lnTo>
              </a:path>
            </a:pathLst>
          </a:custGeom>
          <a:ln cap="sq" w="18720">
            <a:solidFill>
              <a:srgbClr val="ffffff"/>
            </a:solidFill>
            <a:round/>
          </a:ln>
        </p:spPr>
      </p:sp>
      <p:sp>
        <p:nvSpPr>
          <p:cNvPr id="229" name=""/>
          <p:cNvSpPr/>
          <p:nvPr/>
        </p:nvSpPr>
        <p:spPr>
          <a:xfrm>
            <a:off x="8723520" y="6939360"/>
            <a:ext cx="114480" cy="114840"/>
          </a:xfrm>
          <a:custGeom>
            <a:avLst/>
            <a:gdLst/>
            <a:ahLst/>
            <a:rect l="0" t="0" r="r" b="b"/>
            <a:pathLst>
              <a:path w="318" h="319">
                <a:moveTo>
                  <a:pt x="159" y="319"/>
                </a:moveTo>
                <a:cubicBezTo>
                  <a:pt x="201" y="319"/>
                  <a:pt x="242" y="302"/>
                  <a:pt x="272" y="272"/>
                </a:cubicBezTo>
                <a:cubicBezTo>
                  <a:pt x="301" y="242"/>
                  <a:pt x="318" y="201"/>
                  <a:pt x="318" y="159"/>
                </a:cubicBezTo>
                <a:cubicBezTo>
                  <a:pt x="318" y="117"/>
                  <a:pt x="301" y="76"/>
                  <a:pt x="272" y="47"/>
                </a:cubicBezTo>
                <a:cubicBezTo>
                  <a:pt x="242" y="17"/>
                  <a:pt x="201" y="0"/>
                  <a:pt x="159" y="0"/>
                </a:cubicBezTo>
                <a:cubicBezTo>
                  <a:pt x="117" y="0"/>
                  <a:pt x="77" y="17"/>
                  <a:pt x="47" y="47"/>
                </a:cubicBezTo>
                <a:cubicBezTo>
                  <a:pt x="16" y="76"/>
                  <a:pt x="0" y="117"/>
                  <a:pt x="0" y="159"/>
                </a:cubicBezTo>
                <a:cubicBezTo>
                  <a:pt x="0" y="201"/>
                  <a:pt x="16" y="242"/>
                  <a:pt x="47" y="272"/>
                </a:cubicBezTo>
                <a:cubicBezTo>
                  <a:pt x="77" y="302"/>
                  <a:pt x="117" y="319"/>
                  <a:pt x="159" y="319"/>
                </a:cubicBezTo>
                <a:close/>
              </a:path>
            </a:pathLst>
          </a:custGeom>
          <a:solidFill>
            <a:srgbClr val="d62828"/>
          </a:solidFill>
          <a:ln w="12600">
            <a:solidFill>
              <a:srgbClr val="0e2a47"/>
            </a:solidFill>
            <a:round/>
          </a:ln>
        </p:spPr>
      </p:sp>
      <p:sp>
        <p:nvSpPr>
          <p:cNvPr id="230" name=""/>
          <p:cNvSpPr txBox="1"/>
          <p:nvPr/>
        </p:nvSpPr>
        <p:spPr>
          <a:xfrm>
            <a:off x="7760160" y="6927120"/>
            <a:ext cx="6577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Stable fate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31" name=""/>
          <p:cNvSpPr txBox="1"/>
          <p:nvPr/>
        </p:nvSpPr>
        <p:spPr>
          <a:xfrm>
            <a:off x="8997840" y="6927120"/>
            <a:ext cx="912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00000"/>
                </a:solidFill>
                <a:latin typeface="DejaVuSans"/>
              </a:rPr>
              <a:t>Expanding fate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32" name="TextBox 23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9A — Clone trajectories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9535680" cy="4318200"/>
          </a:xfrm>
          <a:custGeom>
            <a:avLst/>
            <a:gdLst/>
            <a:ahLst/>
            <a:rect l="0" t="0" r="r" b="b"/>
            <a:pathLst>
              <a:path w="26488" h="11995">
                <a:moveTo>
                  <a:pt x="0" y="11995"/>
                </a:moveTo>
                <a:lnTo>
                  <a:pt x="26488" y="11995"/>
                </a:lnTo>
                <a:lnTo>
                  <a:pt x="26488" y="0"/>
                </a:lnTo>
                <a:lnTo>
                  <a:pt x="0" y="0"/>
                </a:lnTo>
                <a:lnTo>
                  <a:pt x="0" y="1199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29560" y="91080"/>
            <a:ext cx="4289040" cy="3768480"/>
          </a:xfrm>
          <a:custGeom>
            <a:avLst/>
            <a:gdLst/>
            <a:ahLst/>
            <a:rect l="0" t="0" r="r" b="b"/>
            <a:pathLst>
              <a:path w="11914" h="10468">
                <a:moveTo>
                  <a:pt x="0" y="10468"/>
                </a:moveTo>
                <a:lnTo>
                  <a:pt x="11914" y="10468"/>
                </a:lnTo>
                <a:lnTo>
                  <a:pt x="11914" y="0"/>
                </a:lnTo>
                <a:lnTo>
                  <a:pt x="0" y="0"/>
                </a:lnTo>
                <a:lnTo>
                  <a:pt x="0" y="1046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724320" y="-422640"/>
            <a:ext cx="3899160" cy="3425760"/>
          </a:xfrm>
          <a:custGeom>
            <a:avLst/>
            <a:gdLst/>
            <a:ahLst/>
            <a:rect l="0" t="0" r="r" b="b"/>
            <a:pathLst>
              <a:path w="10831" h="9516">
                <a:moveTo>
                  <a:pt x="0" y="1427"/>
                </a:moveTo>
                <a:lnTo>
                  <a:pt x="0" y="9516"/>
                </a:lnTo>
                <a:lnTo>
                  <a:pt x="109" y="9420"/>
                </a:lnTo>
                <a:lnTo>
                  <a:pt x="219" y="9324"/>
                </a:lnTo>
                <a:lnTo>
                  <a:pt x="328" y="9228"/>
                </a:lnTo>
                <a:lnTo>
                  <a:pt x="438" y="9132"/>
                </a:lnTo>
                <a:lnTo>
                  <a:pt x="547" y="9035"/>
                </a:lnTo>
                <a:lnTo>
                  <a:pt x="656" y="8939"/>
                </a:lnTo>
                <a:lnTo>
                  <a:pt x="766" y="8843"/>
                </a:lnTo>
                <a:lnTo>
                  <a:pt x="875" y="8747"/>
                </a:lnTo>
                <a:lnTo>
                  <a:pt x="985" y="8651"/>
                </a:lnTo>
                <a:lnTo>
                  <a:pt x="1094" y="8555"/>
                </a:lnTo>
                <a:lnTo>
                  <a:pt x="1203" y="8459"/>
                </a:lnTo>
                <a:lnTo>
                  <a:pt x="1313" y="8363"/>
                </a:lnTo>
                <a:lnTo>
                  <a:pt x="1422" y="8267"/>
                </a:lnTo>
                <a:lnTo>
                  <a:pt x="1532" y="8170"/>
                </a:lnTo>
                <a:lnTo>
                  <a:pt x="1641" y="8074"/>
                </a:lnTo>
                <a:lnTo>
                  <a:pt x="1750" y="7978"/>
                </a:lnTo>
                <a:lnTo>
                  <a:pt x="1860" y="7882"/>
                </a:lnTo>
                <a:lnTo>
                  <a:pt x="1969" y="7786"/>
                </a:lnTo>
                <a:lnTo>
                  <a:pt x="2079" y="7690"/>
                </a:lnTo>
                <a:lnTo>
                  <a:pt x="2188" y="7594"/>
                </a:lnTo>
                <a:lnTo>
                  <a:pt x="2297" y="7498"/>
                </a:lnTo>
                <a:lnTo>
                  <a:pt x="2407" y="7402"/>
                </a:lnTo>
                <a:lnTo>
                  <a:pt x="2516" y="7305"/>
                </a:lnTo>
                <a:lnTo>
                  <a:pt x="2626" y="7209"/>
                </a:lnTo>
                <a:lnTo>
                  <a:pt x="2735" y="7113"/>
                </a:lnTo>
                <a:lnTo>
                  <a:pt x="2844" y="7017"/>
                </a:lnTo>
                <a:lnTo>
                  <a:pt x="2954" y="6921"/>
                </a:lnTo>
                <a:lnTo>
                  <a:pt x="3063" y="6825"/>
                </a:lnTo>
                <a:lnTo>
                  <a:pt x="3173" y="6729"/>
                </a:lnTo>
                <a:lnTo>
                  <a:pt x="3282" y="6633"/>
                </a:lnTo>
                <a:lnTo>
                  <a:pt x="3391" y="6537"/>
                </a:lnTo>
                <a:lnTo>
                  <a:pt x="3502" y="6441"/>
                </a:lnTo>
                <a:lnTo>
                  <a:pt x="3611" y="6344"/>
                </a:lnTo>
                <a:lnTo>
                  <a:pt x="3720" y="6248"/>
                </a:lnTo>
                <a:lnTo>
                  <a:pt x="3830" y="6152"/>
                </a:lnTo>
                <a:lnTo>
                  <a:pt x="3939" y="6056"/>
                </a:lnTo>
                <a:lnTo>
                  <a:pt x="4049" y="5960"/>
                </a:lnTo>
                <a:lnTo>
                  <a:pt x="4158" y="5863"/>
                </a:lnTo>
                <a:lnTo>
                  <a:pt x="4267" y="5767"/>
                </a:lnTo>
                <a:lnTo>
                  <a:pt x="4377" y="5671"/>
                </a:lnTo>
                <a:lnTo>
                  <a:pt x="4486" y="5575"/>
                </a:lnTo>
                <a:lnTo>
                  <a:pt x="4596" y="5478"/>
                </a:lnTo>
                <a:lnTo>
                  <a:pt x="4705" y="5382"/>
                </a:lnTo>
                <a:lnTo>
                  <a:pt x="4814" y="5286"/>
                </a:lnTo>
                <a:lnTo>
                  <a:pt x="4924" y="5190"/>
                </a:lnTo>
                <a:lnTo>
                  <a:pt x="5033" y="5094"/>
                </a:lnTo>
                <a:lnTo>
                  <a:pt x="5143" y="4998"/>
                </a:lnTo>
                <a:lnTo>
                  <a:pt x="5252" y="4902"/>
                </a:lnTo>
                <a:lnTo>
                  <a:pt x="5361" y="4806"/>
                </a:lnTo>
                <a:lnTo>
                  <a:pt x="5471" y="4710"/>
                </a:lnTo>
                <a:lnTo>
                  <a:pt x="5580" y="4613"/>
                </a:lnTo>
                <a:lnTo>
                  <a:pt x="5690" y="4517"/>
                </a:lnTo>
                <a:lnTo>
                  <a:pt x="5799" y="4421"/>
                </a:lnTo>
                <a:lnTo>
                  <a:pt x="5908" y="4325"/>
                </a:lnTo>
                <a:lnTo>
                  <a:pt x="6018" y="4229"/>
                </a:lnTo>
                <a:lnTo>
                  <a:pt x="6127" y="4133"/>
                </a:lnTo>
                <a:lnTo>
                  <a:pt x="6237" y="4037"/>
                </a:lnTo>
                <a:lnTo>
                  <a:pt x="6346" y="3941"/>
                </a:lnTo>
                <a:lnTo>
                  <a:pt x="6455" y="3845"/>
                </a:lnTo>
                <a:lnTo>
                  <a:pt x="6565" y="3749"/>
                </a:lnTo>
                <a:lnTo>
                  <a:pt x="6674" y="3652"/>
                </a:lnTo>
                <a:lnTo>
                  <a:pt x="6784" y="3556"/>
                </a:lnTo>
                <a:lnTo>
                  <a:pt x="6893" y="3460"/>
                </a:lnTo>
                <a:lnTo>
                  <a:pt x="7002" y="3364"/>
                </a:lnTo>
                <a:lnTo>
                  <a:pt x="7112" y="3268"/>
                </a:lnTo>
                <a:lnTo>
                  <a:pt x="7221" y="3172"/>
                </a:lnTo>
                <a:lnTo>
                  <a:pt x="7331" y="3076"/>
                </a:lnTo>
                <a:lnTo>
                  <a:pt x="7440" y="2980"/>
                </a:lnTo>
                <a:lnTo>
                  <a:pt x="7549" y="2884"/>
                </a:lnTo>
                <a:lnTo>
                  <a:pt x="7659" y="2787"/>
                </a:lnTo>
                <a:lnTo>
                  <a:pt x="7768" y="2691"/>
                </a:lnTo>
                <a:lnTo>
                  <a:pt x="7877" y="2595"/>
                </a:lnTo>
                <a:lnTo>
                  <a:pt x="7987" y="2499"/>
                </a:lnTo>
                <a:lnTo>
                  <a:pt x="8096" y="2403"/>
                </a:lnTo>
                <a:lnTo>
                  <a:pt x="8206" y="2307"/>
                </a:lnTo>
                <a:lnTo>
                  <a:pt x="8315" y="2211"/>
                </a:lnTo>
                <a:lnTo>
                  <a:pt x="8424" y="2115"/>
                </a:lnTo>
                <a:lnTo>
                  <a:pt x="8534" y="2019"/>
                </a:lnTo>
                <a:lnTo>
                  <a:pt x="8643" y="1922"/>
                </a:lnTo>
                <a:lnTo>
                  <a:pt x="8753" y="1826"/>
                </a:lnTo>
                <a:lnTo>
                  <a:pt x="8862" y="1730"/>
                </a:lnTo>
                <a:lnTo>
                  <a:pt x="8971" y="1634"/>
                </a:lnTo>
                <a:lnTo>
                  <a:pt x="9081" y="1538"/>
                </a:lnTo>
                <a:lnTo>
                  <a:pt x="9190" y="1442"/>
                </a:lnTo>
                <a:lnTo>
                  <a:pt x="9300" y="1346"/>
                </a:lnTo>
                <a:lnTo>
                  <a:pt x="9409" y="1250"/>
                </a:lnTo>
                <a:lnTo>
                  <a:pt x="9518" y="1154"/>
                </a:lnTo>
                <a:lnTo>
                  <a:pt x="9628" y="1057"/>
                </a:lnTo>
                <a:lnTo>
                  <a:pt x="9737" y="961"/>
                </a:lnTo>
                <a:lnTo>
                  <a:pt x="9847" y="865"/>
                </a:lnTo>
                <a:lnTo>
                  <a:pt x="9956" y="769"/>
                </a:lnTo>
                <a:lnTo>
                  <a:pt x="10065" y="673"/>
                </a:lnTo>
                <a:lnTo>
                  <a:pt x="10175" y="577"/>
                </a:lnTo>
                <a:lnTo>
                  <a:pt x="10284" y="481"/>
                </a:lnTo>
                <a:lnTo>
                  <a:pt x="10394" y="385"/>
                </a:lnTo>
                <a:lnTo>
                  <a:pt x="10503" y="289"/>
                </a:lnTo>
                <a:lnTo>
                  <a:pt x="10612" y="193"/>
                </a:lnTo>
                <a:lnTo>
                  <a:pt x="10722" y="96"/>
                </a:lnTo>
                <a:lnTo>
                  <a:pt x="10831" y="0"/>
                </a:lnTo>
                <a:lnTo>
                  <a:pt x="10831" y="1427"/>
                </a:lnTo>
                <a:lnTo>
                  <a:pt x="10722" y="1427"/>
                </a:lnTo>
                <a:lnTo>
                  <a:pt x="10612" y="1427"/>
                </a:lnTo>
                <a:lnTo>
                  <a:pt x="10503" y="1427"/>
                </a:lnTo>
                <a:lnTo>
                  <a:pt x="10394" y="1427"/>
                </a:lnTo>
                <a:lnTo>
                  <a:pt x="10284" y="1427"/>
                </a:lnTo>
                <a:lnTo>
                  <a:pt x="10175" y="1427"/>
                </a:lnTo>
                <a:lnTo>
                  <a:pt x="10065" y="1427"/>
                </a:lnTo>
                <a:lnTo>
                  <a:pt x="9956" y="1427"/>
                </a:lnTo>
                <a:lnTo>
                  <a:pt x="9847" y="1427"/>
                </a:lnTo>
                <a:lnTo>
                  <a:pt x="9737" y="1427"/>
                </a:lnTo>
                <a:lnTo>
                  <a:pt x="9628" y="1427"/>
                </a:lnTo>
                <a:lnTo>
                  <a:pt x="9518" y="1427"/>
                </a:lnTo>
                <a:lnTo>
                  <a:pt x="9409" y="1427"/>
                </a:lnTo>
                <a:lnTo>
                  <a:pt x="9300" y="1427"/>
                </a:lnTo>
                <a:lnTo>
                  <a:pt x="9190" y="1427"/>
                </a:lnTo>
                <a:lnTo>
                  <a:pt x="9081" y="1427"/>
                </a:lnTo>
                <a:lnTo>
                  <a:pt x="8971" y="1427"/>
                </a:lnTo>
                <a:lnTo>
                  <a:pt x="8862" y="1427"/>
                </a:lnTo>
                <a:lnTo>
                  <a:pt x="8753" y="1427"/>
                </a:lnTo>
                <a:lnTo>
                  <a:pt x="8643" y="1427"/>
                </a:lnTo>
                <a:lnTo>
                  <a:pt x="8534" y="1427"/>
                </a:lnTo>
                <a:lnTo>
                  <a:pt x="8424" y="1427"/>
                </a:lnTo>
                <a:lnTo>
                  <a:pt x="8315" y="1427"/>
                </a:lnTo>
                <a:lnTo>
                  <a:pt x="8206" y="1427"/>
                </a:lnTo>
                <a:lnTo>
                  <a:pt x="8096" y="1427"/>
                </a:lnTo>
                <a:lnTo>
                  <a:pt x="7987" y="1427"/>
                </a:lnTo>
                <a:lnTo>
                  <a:pt x="7877" y="1427"/>
                </a:lnTo>
                <a:lnTo>
                  <a:pt x="7768" y="1427"/>
                </a:lnTo>
                <a:lnTo>
                  <a:pt x="7659" y="1427"/>
                </a:lnTo>
                <a:lnTo>
                  <a:pt x="7549" y="1427"/>
                </a:lnTo>
                <a:lnTo>
                  <a:pt x="7440" y="1427"/>
                </a:lnTo>
                <a:lnTo>
                  <a:pt x="7331" y="1427"/>
                </a:lnTo>
                <a:lnTo>
                  <a:pt x="7221" y="1427"/>
                </a:lnTo>
                <a:lnTo>
                  <a:pt x="7112" y="1427"/>
                </a:lnTo>
                <a:lnTo>
                  <a:pt x="7002" y="1427"/>
                </a:lnTo>
                <a:lnTo>
                  <a:pt x="6893" y="1427"/>
                </a:lnTo>
                <a:lnTo>
                  <a:pt x="6784" y="1427"/>
                </a:lnTo>
                <a:lnTo>
                  <a:pt x="6674" y="1427"/>
                </a:lnTo>
                <a:lnTo>
                  <a:pt x="6565" y="1427"/>
                </a:lnTo>
                <a:lnTo>
                  <a:pt x="6455" y="1427"/>
                </a:lnTo>
                <a:lnTo>
                  <a:pt x="6346" y="1427"/>
                </a:lnTo>
                <a:lnTo>
                  <a:pt x="6237" y="1427"/>
                </a:lnTo>
                <a:lnTo>
                  <a:pt x="6127" y="1427"/>
                </a:lnTo>
                <a:lnTo>
                  <a:pt x="6018" y="1427"/>
                </a:lnTo>
                <a:lnTo>
                  <a:pt x="5908" y="1427"/>
                </a:lnTo>
                <a:lnTo>
                  <a:pt x="5799" y="1427"/>
                </a:lnTo>
                <a:lnTo>
                  <a:pt x="5690" y="1427"/>
                </a:lnTo>
                <a:lnTo>
                  <a:pt x="5580" y="1427"/>
                </a:lnTo>
                <a:lnTo>
                  <a:pt x="5471" y="1427"/>
                </a:lnTo>
                <a:lnTo>
                  <a:pt x="5361" y="1427"/>
                </a:lnTo>
                <a:lnTo>
                  <a:pt x="5252" y="1427"/>
                </a:lnTo>
                <a:lnTo>
                  <a:pt x="5143" y="1427"/>
                </a:lnTo>
                <a:lnTo>
                  <a:pt x="5033" y="1427"/>
                </a:lnTo>
                <a:lnTo>
                  <a:pt x="4924" y="1427"/>
                </a:lnTo>
                <a:lnTo>
                  <a:pt x="4814" y="1427"/>
                </a:lnTo>
                <a:lnTo>
                  <a:pt x="4705" y="1427"/>
                </a:lnTo>
                <a:lnTo>
                  <a:pt x="4596" y="1427"/>
                </a:lnTo>
                <a:lnTo>
                  <a:pt x="4486" y="1427"/>
                </a:lnTo>
                <a:lnTo>
                  <a:pt x="4377" y="1427"/>
                </a:lnTo>
                <a:lnTo>
                  <a:pt x="4267" y="1427"/>
                </a:lnTo>
                <a:lnTo>
                  <a:pt x="4158" y="1427"/>
                </a:lnTo>
                <a:lnTo>
                  <a:pt x="4049" y="1427"/>
                </a:lnTo>
                <a:lnTo>
                  <a:pt x="3939" y="1427"/>
                </a:lnTo>
                <a:lnTo>
                  <a:pt x="3830" y="1427"/>
                </a:lnTo>
                <a:lnTo>
                  <a:pt x="3720" y="1427"/>
                </a:lnTo>
                <a:lnTo>
                  <a:pt x="3611" y="1427"/>
                </a:lnTo>
                <a:lnTo>
                  <a:pt x="3502" y="1427"/>
                </a:lnTo>
                <a:lnTo>
                  <a:pt x="3391" y="1427"/>
                </a:lnTo>
                <a:lnTo>
                  <a:pt x="3282" y="1427"/>
                </a:lnTo>
                <a:lnTo>
                  <a:pt x="3173" y="1427"/>
                </a:lnTo>
                <a:lnTo>
                  <a:pt x="3063" y="1427"/>
                </a:lnTo>
                <a:lnTo>
                  <a:pt x="2954" y="1427"/>
                </a:lnTo>
                <a:lnTo>
                  <a:pt x="2844" y="1427"/>
                </a:lnTo>
                <a:lnTo>
                  <a:pt x="2735" y="1427"/>
                </a:lnTo>
                <a:lnTo>
                  <a:pt x="2626" y="1427"/>
                </a:lnTo>
                <a:lnTo>
                  <a:pt x="2516" y="1427"/>
                </a:lnTo>
                <a:lnTo>
                  <a:pt x="2407" y="1427"/>
                </a:lnTo>
                <a:lnTo>
                  <a:pt x="2297" y="1427"/>
                </a:lnTo>
                <a:lnTo>
                  <a:pt x="2188" y="1427"/>
                </a:lnTo>
                <a:lnTo>
                  <a:pt x="2079" y="1427"/>
                </a:lnTo>
                <a:lnTo>
                  <a:pt x="1969" y="1427"/>
                </a:lnTo>
                <a:lnTo>
                  <a:pt x="1860" y="1427"/>
                </a:lnTo>
                <a:lnTo>
                  <a:pt x="1750" y="1427"/>
                </a:lnTo>
                <a:lnTo>
                  <a:pt x="1641" y="1427"/>
                </a:lnTo>
                <a:lnTo>
                  <a:pt x="1532" y="1427"/>
                </a:lnTo>
                <a:lnTo>
                  <a:pt x="1422" y="1427"/>
                </a:lnTo>
                <a:lnTo>
                  <a:pt x="1313" y="1427"/>
                </a:lnTo>
                <a:lnTo>
                  <a:pt x="1203" y="1427"/>
                </a:lnTo>
                <a:lnTo>
                  <a:pt x="1094" y="1427"/>
                </a:lnTo>
                <a:lnTo>
                  <a:pt x="985" y="1427"/>
                </a:lnTo>
                <a:lnTo>
                  <a:pt x="875" y="1427"/>
                </a:lnTo>
                <a:lnTo>
                  <a:pt x="766" y="1427"/>
                </a:lnTo>
                <a:lnTo>
                  <a:pt x="656" y="1427"/>
                </a:lnTo>
                <a:lnTo>
                  <a:pt x="547" y="1427"/>
                </a:lnTo>
                <a:lnTo>
                  <a:pt x="438" y="1427"/>
                </a:lnTo>
                <a:lnTo>
                  <a:pt x="328" y="1427"/>
                </a:lnTo>
                <a:lnTo>
                  <a:pt x="219" y="1427"/>
                </a:lnTo>
                <a:lnTo>
                  <a:pt x="109" y="1427"/>
                </a:lnTo>
                <a:lnTo>
                  <a:pt x="0" y="1427"/>
                </a:lnTo>
                <a:close/>
              </a:path>
            </a:pathLst>
          </a:custGeom>
          <a:solidFill>
            <a:srgbClr val="d62828">
              <a:alpha val="7000"/>
            </a:srgbClr>
          </a:solidFill>
          <a:ln w="12600">
            <a:solidFill>
              <a:srgbClr val="d62828">
                <a:alpha val="7000"/>
              </a:srgbClr>
            </a:solidFill>
            <a:round/>
          </a:ln>
        </p:spPr>
      </p:sp>
      <p:sp>
        <p:nvSpPr>
          <p:cNvPr id="39" name=""/>
          <p:cNvSpPr/>
          <p:nvPr/>
        </p:nvSpPr>
        <p:spPr>
          <a:xfrm>
            <a:off x="724320" y="947520"/>
            <a:ext cx="3899160" cy="3425760"/>
          </a:xfrm>
          <a:custGeom>
            <a:avLst/>
            <a:gdLst/>
            <a:ahLst/>
            <a:rect l="0" t="0" r="r" b="b"/>
            <a:pathLst>
              <a:path w="10831" h="9516">
                <a:moveTo>
                  <a:pt x="0" y="9516"/>
                </a:moveTo>
                <a:lnTo>
                  <a:pt x="0" y="8089"/>
                </a:lnTo>
                <a:lnTo>
                  <a:pt x="109" y="8089"/>
                </a:lnTo>
                <a:lnTo>
                  <a:pt x="219" y="8089"/>
                </a:lnTo>
                <a:lnTo>
                  <a:pt x="328" y="8089"/>
                </a:lnTo>
                <a:lnTo>
                  <a:pt x="438" y="8089"/>
                </a:lnTo>
                <a:lnTo>
                  <a:pt x="547" y="8089"/>
                </a:lnTo>
                <a:lnTo>
                  <a:pt x="656" y="8089"/>
                </a:lnTo>
                <a:lnTo>
                  <a:pt x="766" y="8089"/>
                </a:lnTo>
                <a:lnTo>
                  <a:pt x="875" y="8089"/>
                </a:lnTo>
                <a:lnTo>
                  <a:pt x="985" y="8089"/>
                </a:lnTo>
                <a:lnTo>
                  <a:pt x="1094" y="8089"/>
                </a:lnTo>
                <a:lnTo>
                  <a:pt x="1203" y="8089"/>
                </a:lnTo>
                <a:lnTo>
                  <a:pt x="1313" y="8089"/>
                </a:lnTo>
                <a:lnTo>
                  <a:pt x="1422" y="8089"/>
                </a:lnTo>
                <a:lnTo>
                  <a:pt x="1532" y="8089"/>
                </a:lnTo>
                <a:lnTo>
                  <a:pt x="1641" y="8089"/>
                </a:lnTo>
                <a:lnTo>
                  <a:pt x="1750" y="8089"/>
                </a:lnTo>
                <a:lnTo>
                  <a:pt x="1860" y="8089"/>
                </a:lnTo>
                <a:lnTo>
                  <a:pt x="1969" y="8089"/>
                </a:lnTo>
                <a:lnTo>
                  <a:pt x="2079" y="8089"/>
                </a:lnTo>
                <a:lnTo>
                  <a:pt x="2188" y="8089"/>
                </a:lnTo>
                <a:lnTo>
                  <a:pt x="2297" y="8089"/>
                </a:lnTo>
                <a:lnTo>
                  <a:pt x="2407" y="8089"/>
                </a:lnTo>
                <a:lnTo>
                  <a:pt x="2516" y="8089"/>
                </a:lnTo>
                <a:lnTo>
                  <a:pt x="2626" y="8089"/>
                </a:lnTo>
                <a:lnTo>
                  <a:pt x="2735" y="8089"/>
                </a:lnTo>
                <a:lnTo>
                  <a:pt x="2844" y="8089"/>
                </a:lnTo>
                <a:lnTo>
                  <a:pt x="2954" y="8089"/>
                </a:lnTo>
                <a:lnTo>
                  <a:pt x="3063" y="8089"/>
                </a:lnTo>
                <a:lnTo>
                  <a:pt x="3173" y="8089"/>
                </a:lnTo>
                <a:lnTo>
                  <a:pt x="3282" y="8089"/>
                </a:lnTo>
                <a:lnTo>
                  <a:pt x="3391" y="8089"/>
                </a:lnTo>
                <a:lnTo>
                  <a:pt x="3502" y="8089"/>
                </a:lnTo>
                <a:lnTo>
                  <a:pt x="3611" y="8089"/>
                </a:lnTo>
                <a:lnTo>
                  <a:pt x="3720" y="8089"/>
                </a:lnTo>
                <a:lnTo>
                  <a:pt x="3830" y="8089"/>
                </a:lnTo>
                <a:lnTo>
                  <a:pt x="3939" y="8089"/>
                </a:lnTo>
                <a:lnTo>
                  <a:pt x="4049" y="8089"/>
                </a:lnTo>
                <a:lnTo>
                  <a:pt x="4158" y="8089"/>
                </a:lnTo>
                <a:lnTo>
                  <a:pt x="4267" y="8089"/>
                </a:lnTo>
                <a:lnTo>
                  <a:pt x="4377" y="8089"/>
                </a:lnTo>
                <a:lnTo>
                  <a:pt x="4486" y="8089"/>
                </a:lnTo>
                <a:lnTo>
                  <a:pt x="4596" y="8089"/>
                </a:lnTo>
                <a:lnTo>
                  <a:pt x="4705" y="8089"/>
                </a:lnTo>
                <a:lnTo>
                  <a:pt x="4814" y="8089"/>
                </a:lnTo>
                <a:lnTo>
                  <a:pt x="4924" y="8089"/>
                </a:lnTo>
                <a:lnTo>
                  <a:pt x="5033" y="8089"/>
                </a:lnTo>
                <a:lnTo>
                  <a:pt x="5143" y="8089"/>
                </a:lnTo>
                <a:lnTo>
                  <a:pt x="5252" y="8089"/>
                </a:lnTo>
                <a:lnTo>
                  <a:pt x="5361" y="8089"/>
                </a:lnTo>
                <a:lnTo>
                  <a:pt x="5471" y="8089"/>
                </a:lnTo>
                <a:lnTo>
                  <a:pt x="5580" y="8089"/>
                </a:lnTo>
                <a:lnTo>
                  <a:pt x="5690" y="8089"/>
                </a:lnTo>
                <a:lnTo>
                  <a:pt x="5799" y="8089"/>
                </a:lnTo>
                <a:lnTo>
                  <a:pt x="5908" y="8089"/>
                </a:lnTo>
                <a:lnTo>
                  <a:pt x="6018" y="8089"/>
                </a:lnTo>
                <a:lnTo>
                  <a:pt x="6127" y="8089"/>
                </a:lnTo>
                <a:lnTo>
                  <a:pt x="6237" y="8089"/>
                </a:lnTo>
                <a:lnTo>
                  <a:pt x="6346" y="8089"/>
                </a:lnTo>
                <a:lnTo>
                  <a:pt x="6455" y="8089"/>
                </a:lnTo>
                <a:lnTo>
                  <a:pt x="6565" y="8089"/>
                </a:lnTo>
                <a:lnTo>
                  <a:pt x="6674" y="8089"/>
                </a:lnTo>
                <a:lnTo>
                  <a:pt x="6784" y="8089"/>
                </a:lnTo>
                <a:lnTo>
                  <a:pt x="6893" y="8089"/>
                </a:lnTo>
                <a:lnTo>
                  <a:pt x="7002" y="8089"/>
                </a:lnTo>
                <a:lnTo>
                  <a:pt x="7112" y="8089"/>
                </a:lnTo>
                <a:lnTo>
                  <a:pt x="7221" y="8089"/>
                </a:lnTo>
                <a:lnTo>
                  <a:pt x="7331" y="8089"/>
                </a:lnTo>
                <a:lnTo>
                  <a:pt x="7440" y="8089"/>
                </a:lnTo>
                <a:lnTo>
                  <a:pt x="7549" y="8089"/>
                </a:lnTo>
                <a:lnTo>
                  <a:pt x="7659" y="8089"/>
                </a:lnTo>
                <a:lnTo>
                  <a:pt x="7768" y="8089"/>
                </a:lnTo>
                <a:lnTo>
                  <a:pt x="7877" y="8089"/>
                </a:lnTo>
                <a:lnTo>
                  <a:pt x="7987" y="8089"/>
                </a:lnTo>
                <a:lnTo>
                  <a:pt x="8096" y="8089"/>
                </a:lnTo>
                <a:lnTo>
                  <a:pt x="8206" y="8089"/>
                </a:lnTo>
                <a:lnTo>
                  <a:pt x="8315" y="8089"/>
                </a:lnTo>
                <a:lnTo>
                  <a:pt x="8424" y="8089"/>
                </a:lnTo>
                <a:lnTo>
                  <a:pt x="8534" y="8089"/>
                </a:lnTo>
                <a:lnTo>
                  <a:pt x="8643" y="8089"/>
                </a:lnTo>
                <a:lnTo>
                  <a:pt x="8753" y="8089"/>
                </a:lnTo>
                <a:lnTo>
                  <a:pt x="8862" y="8089"/>
                </a:lnTo>
                <a:lnTo>
                  <a:pt x="8971" y="8089"/>
                </a:lnTo>
                <a:lnTo>
                  <a:pt x="9081" y="8089"/>
                </a:lnTo>
                <a:lnTo>
                  <a:pt x="9190" y="8089"/>
                </a:lnTo>
                <a:lnTo>
                  <a:pt x="9300" y="8089"/>
                </a:lnTo>
                <a:lnTo>
                  <a:pt x="9409" y="8089"/>
                </a:lnTo>
                <a:lnTo>
                  <a:pt x="9518" y="8089"/>
                </a:lnTo>
                <a:lnTo>
                  <a:pt x="9628" y="8089"/>
                </a:lnTo>
                <a:lnTo>
                  <a:pt x="9737" y="8089"/>
                </a:lnTo>
                <a:lnTo>
                  <a:pt x="9847" y="8089"/>
                </a:lnTo>
                <a:lnTo>
                  <a:pt x="9956" y="8089"/>
                </a:lnTo>
                <a:lnTo>
                  <a:pt x="10065" y="8089"/>
                </a:lnTo>
                <a:lnTo>
                  <a:pt x="10175" y="8089"/>
                </a:lnTo>
                <a:lnTo>
                  <a:pt x="10284" y="8089"/>
                </a:lnTo>
                <a:lnTo>
                  <a:pt x="10394" y="8089"/>
                </a:lnTo>
                <a:lnTo>
                  <a:pt x="10503" y="8089"/>
                </a:lnTo>
                <a:lnTo>
                  <a:pt x="10612" y="8089"/>
                </a:lnTo>
                <a:lnTo>
                  <a:pt x="10722" y="8089"/>
                </a:lnTo>
                <a:lnTo>
                  <a:pt x="10831" y="8089"/>
                </a:lnTo>
                <a:lnTo>
                  <a:pt x="10831" y="0"/>
                </a:lnTo>
                <a:lnTo>
                  <a:pt x="10722" y="96"/>
                </a:lnTo>
                <a:lnTo>
                  <a:pt x="10612" y="192"/>
                </a:lnTo>
                <a:lnTo>
                  <a:pt x="10503" y="288"/>
                </a:lnTo>
                <a:lnTo>
                  <a:pt x="10394" y="385"/>
                </a:lnTo>
                <a:lnTo>
                  <a:pt x="10284" y="481"/>
                </a:lnTo>
                <a:lnTo>
                  <a:pt x="10175" y="577"/>
                </a:lnTo>
                <a:lnTo>
                  <a:pt x="10065" y="673"/>
                </a:lnTo>
                <a:lnTo>
                  <a:pt x="9956" y="769"/>
                </a:lnTo>
                <a:lnTo>
                  <a:pt x="9847" y="865"/>
                </a:lnTo>
                <a:lnTo>
                  <a:pt x="9737" y="961"/>
                </a:lnTo>
                <a:lnTo>
                  <a:pt x="9628" y="1057"/>
                </a:lnTo>
                <a:lnTo>
                  <a:pt x="9518" y="1153"/>
                </a:lnTo>
                <a:lnTo>
                  <a:pt x="9409" y="1250"/>
                </a:lnTo>
                <a:lnTo>
                  <a:pt x="9300" y="1346"/>
                </a:lnTo>
                <a:lnTo>
                  <a:pt x="9190" y="1442"/>
                </a:lnTo>
                <a:lnTo>
                  <a:pt x="9081" y="1538"/>
                </a:lnTo>
                <a:lnTo>
                  <a:pt x="8971" y="1634"/>
                </a:lnTo>
                <a:lnTo>
                  <a:pt x="8862" y="1730"/>
                </a:lnTo>
                <a:lnTo>
                  <a:pt x="8753" y="1826"/>
                </a:lnTo>
                <a:lnTo>
                  <a:pt x="8643" y="1922"/>
                </a:lnTo>
                <a:lnTo>
                  <a:pt x="8534" y="2018"/>
                </a:lnTo>
                <a:lnTo>
                  <a:pt x="8424" y="2115"/>
                </a:lnTo>
                <a:lnTo>
                  <a:pt x="8315" y="2212"/>
                </a:lnTo>
                <a:lnTo>
                  <a:pt x="8206" y="2308"/>
                </a:lnTo>
                <a:lnTo>
                  <a:pt x="8096" y="2404"/>
                </a:lnTo>
                <a:lnTo>
                  <a:pt x="7987" y="2500"/>
                </a:lnTo>
                <a:lnTo>
                  <a:pt x="7877" y="2596"/>
                </a:lnTo>
                <a:lnTo>
                  <a:pt x="7768" y="2692"/>
                </a:lnTo>
                <a:lnTo>
                  <a:pt x="7659" y="2788"/>
                </a:lnTo>
                <a:lnTo>
                  <a:pt x="7549" y="2884"/>
                </a:lnTo>
                <a:lnTo>
                  <a:pt x="7440" y="2981"/>
                </a:lnTo>
                <a:lnTo>
                  <a:pt x="7331" y="3077"/>
                </a:lnTo>
                <a:lnTo>
                  <a:pt x="7221" y="3173"/>
                </a:lnTo>
                <a:lnTo>
                  <a:pt x="7112" y="3269"/>
                </a:lnTo>
                <a:lnTo>
                  <a:pt x="7002" y="3365"/>
                </a:lnTo>
                <a:lnTo>
                  <a:pt x="6893" y="3461"/>
                </a:lnTo>
                <a:lnTo>
                  <a:pt x="6784" y="3557"/>
                </a:lnTo>
                <a:lnTo>
                  <a:pt x="6674" y="3653"/>
                </a:lnTo>
                <a:lnTo>
                  <a:pt x="6565" y="3749"/>
                </a:lnTo>
                <a:lnTo>
                  <a:pt x="6455" y="3845"/>
                </a:lnTo>
                <a:lnTo>
                  <a:pt x="6346" y="3942"/>
                </a:lnTo>
                <a:lnTo>
                  <a:pt x="6237" y="4038"/>
                </a:lnTo>
                <a:lnTo>
                  <a:pt x="6127" y="4134"/>
                </a:lnTo>
                <a:lnTo>
                  <a:pt x="6018" y="4230"/>
                </a:lnTo>
                <a:lnTo>
                  <a:pt x="5908" y="4326"/>
                </a:lnTo>
                <a:lnTo>
                  <a:pt x="5799" y="4422"/>
                </a:lnTo>
                <a:lnTo>
                  <a:pt x="5690" y="4518"/>
                </a:lnTo>
                <a:lnTo>
                  <a:pt x="5580" y="4614"/>
                </a:lnTo>
                <a:lnTo>
                  <a:pt x="5471" y="4710"/>
                </a:lnTo>
                <a:lnTo>
                  <a:pt x="5361" y="4807"/>
                </a:lnTo>
                <a:lnTo>
                  <a:pt x="5252" y="4903"/>
                </a:lnTo>
                <a:lnTo>
                  <a:pt x="5143" y="4999"/>
                </a:lnTo>
                <a:lnTo>
                  <a:pt x="5033" y="5095"/>
                </a:lnTo>
                <a:lnTo>
                  <a:pt x="4924" y="5191"/>
                </a:lnTo>
                <a:lnTo>
                  <a:pt x="4814" y="5287"/>
                </a:lnTo>
                <a:lnTo>
                  <a:pt x="4705" y="5383"/>
                </a:lnTo>
                <a:lnTo>
                  <a:pt x="4596" y="5479"/>
                </a:lnTo>
                <a:lnTo>
                  <a:pt x="4486" y="5575"/>
                </a:lnTo>
                <a:lnTo>
                  <a:pt x="4377" y="5672"/>
                </a:lnTo>
                <a:lnTo>
                  <a:pt x="4267" y="5768"/>
                </a:lnTo>
                <a:lnTo>
                  <a:pt x="4158" y="5864"/>
                </a:lnTo>
                <a:lnTo>
                  <a:pt x="4049" y="5960"/>
                </a:lnTo>
                <a:lnTo>
                  <a:pt x="3939" y="6056"/>
                </a:lnTo>
                <a:lnTo>
                  <a:pt x="3830" y="6152"/>
                </a:lnTo>
                <a:lnTo>
                  <a:pt x="3720" y="6248"/>
                </a:lnTo>
                <a:lnTo>
                  <a:pt x="3611" y="6344"/>
                </a:lnTo>
                <a:lnTo>
                  <a:pt x="3502" y="6440"/>
                </a:lnTo>
                <a:lnTo>
                  <a:pt x="3391" y="6537"/>
                </a:lnTo>
                <a:lnTo>
                  <a:pt x="3282" y="6633"/>
                </a:lnTo>
                <a:lnTo>
                  <a:pt x="3173" y="6729"/>
                </a:lnTo>
                <a:lnTo>
                  <a:pt x="3063" y="6825"/>
                </a:lnTo>
                <a:lnTo>
                  <a:pt x="2954" y="6921"/>
                </a:lnTo>
                <a:lnTo>
                  <a:pt x="2844" y="7017"/>
                </a:lnTo>
                <a:lnTo>
                  <a:pt x="2735" y="7113"/>
                </a:lnTo>
                <a:lnTo>
                  <a:pt x="2626" y="7209"/>
                </a:lnTo>
                <a:lnTo>
                  <a:pt x="2516" y="7305"/>
                </a:lnTo>
                <a:lnTo>
                  <a:pt x="2407" y="7401"/>
                </a:lnTo>
                <a:lnTo>
                  <a:pt x="2297" y="7498"/>
                </a:lnTo>
                <a:lnTo>
                  <a:pt x="2188" y="7594"/>
                </a:lnTo>
                <a:lnTo>
                  <a:pt x="2079" y="7690"/>
                </a:lnTo>
                <a:lnTo>
                  <a:pt x="1969" y="7786"/>
                </a:lnTo>
                <a:lnTo>
                  <a:pt x="1860" y="7882"/>
                </a:lnTo>
                <a:lnTo>
                  <a:pt x="1750" y="7978"/>
                </a:lnTo>
                <a:lnTo>
                  <a:pt x="1641" y="8074"/>
                </a:lnTo>
                <a:lnTo>
                  <a:pt x="1532" y="8170"/>
                </a:lnTo>
                <a:lnTo>
                  <a:pt x="1422" y="8266"/>
                </a:lnTo>
                <a:lnTo>
                  <a:pt x="1313" y="8363"/>
                </a:lnTo>
                <a:lnTo>
                  <a:pt x="1203" y="8459"/>
                </a:lnTo>
                <a:lnTo>
                  <a:pt x="1094" y="8555"/>
                </a:lnTo>
                <a:lnTo>
                  <a:pt x="985" y="8651"/>
                </a:lnTo>
                <a:lnTo>
                  <a:pt x="875" y="8747"/>
                </a:lnTo>
                <a:lnTo>
                  <a:pt x="766" y="8843"/>
                </a:lnTo>
                <a:lnTo>
                  <a:pt x="656" y="8939"/>
                </a:lnTo>
                <a:lnTo>
                  <a:pt x="547" y="9035"/>
                </a:lnTo>
                <a:lnTo>
                  <a:pt x="438" y="9131"/>
                </a:lnTo>
                <a:lnTo>
                  <a:pt x="328" y="9228"/>
                </a:lnTo>
                <a:lnTo>
                  <a:pt x="219" y="9324"/>
                </a:lnTo>
                <a:lnTo>
                  <a:pt x="109" y="9420"/>
                </a:lnTo>
                <a:lnTo>
                  <a:pt x="0" y="9516"/>
                </a:lnTo>
                <a:close/>
              </a:path>
            </a:pathLst>
          </a:custGeom>
          <a:solidFill>
            <a:srgbClr val="118ab2">
              <a:alpha val="7000"/>
            </a:srgbClr>
          </a:solidFill>
          <a:ln w="12600">
            <a:solidFill>
              <a:srgbClr val="118ab2">
                <a:alpha val="7000"/>
              </a:srgbClr>
            </a:solidFill>
            <a:round/>
          </a:ln>
        </p:spPr>
      </p:sp>
      <p:sp>
        <p:nvSpPr>
          <p:cNvPr id="40" name=""/>
          <p:cNvSpPr/>
          <p:nvPr/>
        </p:nvSpPr>
        <p:spPr>
          <a:xfrm>
            <a:off x="72432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72432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/>
          <p:nvPr/>
        </p:nvSpPr>
        <p:spPr>
          <a:xfrm>
            <a:off x="150408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" name=""/>
          <p:cNvSpPr/>
          <p:nvPr/>
        </p:nvSpPr>
        <p:spPr>
          <a:xfrm>
            <a:off x="150408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 txBox="1"/>
          <p:nvPr/>
        </p:nvSpPr>
        <p:spPr>
          <a:xfrm>
            <a:off x="63360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228384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6" name=""/>
          <p:cNvSpPr/>
          <p:nvPr/>
        </p:nvSpPr>
        <p:spPr>
          <a:xfrm>
            <a:off x="228384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 txBox="1"/>
          <p:nvPr/>
        </p:nvSpPr>
        <p:spPr>
          <a:xfrm>
            <a:off x="141336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306360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9" name=""/>
          <p:cNvSpPr/>
          <p:nvPr/>
        </p:nvSpPr>
        <p:spPr>
          <a:xfrm>
            <a:off x="306360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" name=""/>
          <p:cNvSpPr txBox="1"/>
          <p:nvPr/>
        </p:nvSpPr>
        <p:spPr>
          <a:xfrm>
            <a:off x="219312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384336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" name=""/>
          <p:cNvSpPr/>
          <p:nvPr/>
        </p:nvSpPr>
        <p:spPr>
          <a:xfrm>
            <a:off x="384336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" name=""/>
          <p:cNvSpPr txBox="1"/>
          <p:nvPr/>
        </p:nvSpPr>
        <p:spPr>
          <a:xfrm>
            <a:off x="297288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462312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5" name=""/>
          <p:cNvSpPr/>
          <p:nvPr/>
        </p:nvSpPr>
        <p:spPr>
          <a:xfrm>
            <a:off x="462312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 txBox="1"/>
          <p:nvPr/>
        </p:nvSpPr>
        <p:spPr>
          <a:xfrm>
            <a:off x="375264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453240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491400" y="3687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 flipH="1">
            <a:off x="491400" y="3687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1806120" y="4082040"/>
            <a:ext cx="1748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Pre-TNT cellular prevalence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491400" y="3002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 flipH="1">
            <a:off x="491400" y="3002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>
            <a:off x="264960" y="36252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491400" y="2317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 flipH="1">
            <a:off x="491400" y="2317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 txBox="1"/>
          <p:nvPr/>
        </p:nvSpPr>
        <p:spPr>
          <a:xfrm>
            <a:off x="264960" y="29404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491400" y="1632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 flipH="1">
            <a:off x="491400" y="1632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 txBox="1"/>
          <p:nvPr/>
        </p:nvSpPr>
        <p:spPr>
          <a:xfrm>
            <a:off x="264960" y="22554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491400" y="94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" name=""/>
          <p:cNvSpPr/>
          <p:nvPr/>
        </p:nvSpPr>
        <p:spPr>
          <a:xfrm flipH="1">
            <a:off x="491400" y="94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 txBox="1"/>
          <p:nvPr/>
        </p:nvSpPr>
        <p:spPr>
          <a:xfrm>
            <a:off x="264960" y="15703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491400" y="262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" name=""/>
          <p:cNvSpPr/>
          <p:nvPr/>
        </p:nvSpPr>
        <p:spPr>
          <a:xfrm flipH="1">
            <a:off x="491400" y="262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 txBox="1"/>
          <p:nvPr/>
        </p:nvSpPr>
        <p:spPr>
          <a:xfrm>
            <a:off x="264960" y="8852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>
            <a:off x="264960" y="2001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 flipV="1">
            <a:off x="724320" y="262440"/>
            <a:ext cx="3899160" cy="3425760"/>
          </a:xfrm>
          <a:prstGeom prst="line">
            <a:avLst/>
          </a:prstGeom>
          <a:ln w="12600">
            <a:solidFill>
              <a:srgbClr val="0e2a47"/>
            </a:solidFill>
            <a:custDash>
              <a:ds d="371429" sp="160000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>
            <a:off x="724320" y="-12960"/>
            <a:ext cx="3432960" cy="3016080"/>
          </a:xfrm>
          <a:custGeom>
            <a:avLst/>
            <a:gdLst/>
            <a:ahLst/>
            <a:rect l="0" t="0" r="r" b="b"/>
            <a:pathLst>
              <a:path fill="none" w="9536" h="8378">
                <a:moveTo>
                  <a:pt x="0" y="8378"/>
                </a:moveTo>
                <a:lnTo>
                  <a:pt x="109" y="8282"/>
                </a:lnTo>
                <a:lnTo>
                  <a:pt x="219" y="8186"/>
                </a:lnTo>
                <a:lnTo>
                  <a:pt x="328" y="8090"/>
                </a:lnTo>
                <a:lnTo>
                  <a:pt x="438" y="7994"/>
                </a:lnTo>
                <a:lnTo>
                  <a:pt x="547" y="7897"/>
                </a:lnTo>
                <a:lnTo>
                  <a:pt x="656" y="7801"/>
                </a:lnTo>
                <a:lnTo>
                  <a:pt x="766" y="7705"/>
                </a:lnTo>
                <a:lnTo>
                  <a:pt x="875" y="7609"/>
                </a:lnTo>
                <a:lnTo>
                  <a:pt x="985" y="7513"/>
                </a:lnTo>
                <a:lnTo>
                  <a:pt x="1094" y="7417"/>
                </a:lnTo>
                <a:lnTo>
                  <a:pt x="1203" y="7321"/>
                </a:lnTo>
                <a:lnTo>
                  <a:pt x="1313" y="7225"/>
                </a:lnTo>
                <a:lnTo>
                  <a:pt x="1422" y="7129"/>
                </a:lnTo>
                <a:lnTo>
                  <a:pt x="1532" y="7032"/>
                </a:lnTo>
                <a:lnTo>
                  <a:pt x="1641" y="6936"/>
                </a:lnTo>
                <a:lnTo>
                  <a:pt x="1750" y="6840"/>
                </a:lnTo>
                <a:lnTo>
                  <a:pt x="1860" y="6744"/>
                </a:lnTo>
                <a:lnTo>
                  <a:pt x="1969" y="6648"/>
                </a:lnTo>
                <a:lnTo>
                  <a:pt x="2079" y="6552"/>
                </a:lnTo>
                <a:lnTo>
                  <a:pt x="2188" y="6456"/>
                </a:lnTo>
                <a:lnTo>
                  <a:pt x="2297" y="6360"/>
                </a:lnTo>
                <a:lnTo>
                  <a:pt x="2407" y="6264"/>
                </a:lnTo>
                <a:lnTo>
                  <a:pt x="2516" y="6167"/>
                </a:lnTo>
                <a:lnTo>
                  <a:pt x="2626" y="6071"/>
                </a:lnTo>
                <a:lnTo>
                  <a:pt x="2735" y="5975"/>
                </a:lnTo>
                <a:lnTo>
                  <a:pt x="2845" y="5879"/>
                </a:lnTo>
                <a:lnTo>
                  <a:pt x="2955" y="5783"/>
                </a:lnTo>
                <a:lnTo>
                  <a:pt x="3064" y="5687"/>
                </a:lnTo>
                <a:lnTo>
                  <a:pt x="3174" y="5591"/>
                </a:lnTo>
                <a:lnTo>
                  <a:pt x="3283" y="5495"/>
                </a:lnTo>
                <a:lnTo>
                  <a:pt x="3392" y="5399"/>
                </a:lnTo>
                <a:lnTo>
                  <a:pt x="3502" y="5303"/>
                </a:lnTo>
                <a:lnTo>
                  <a:pt x="3611" y="5206"/>
                </a:lnTo>
                <a:lnTo>
                  <a:pt x="3720" y="5110"/>
                </a:lnTo>
                <a:lnTo>
                  <a:pt x="3830" y="5014"/>
                </a:lnTo>
                <a:lnTo>
                  <a:pt x="3939" y="4918"/>
                </a:lnTo>
                <a:lnTo>
                  <a:pt x="4049" y="4822"/>
                </a:lnTo>
                <a:lnTo>
                  <a:pt x="4158" y="4726"/>
                </a:lnTo>
                <a:lnTo>
                  <a:pt x="4267" y="4630"/>
                </a:lnTo>
                <a:lnTo>
                  <a:pt x="4377" y="4534"/>
                </a:lnTo>
                <a:lnTo>
                  <a:pt x="4486" y="4438"/>
                </a:lnTo>
                <a:lnTo>
                  <a:pt x="4596" y="4341"/>
                </a:lnTo>
                <a:lnTo>
                  <a:pt x="4705" y="4245"/>
                </a:lnTo>
                <a:lnTo>
                  <a:pt x="4814" y="4148"/>
                </a:lnTo>
                <a:lnTo>
                  <a:pt x="4924" y="4052"/>
                </a:lnTo>
                <a:lnTo>
                  <a:pt x="5033" y="3956"/>
                </a:lnTo>
                <a:lnTo>
                  <a:pt x="5143" y="3860"/>
                </a:lnTo>
                <a:lnTo>
                  <a:pt x="5252" y="3764"/>
                </a:lnTo>
                <a:lnTo>
                  <a:pt x="5361" y="3668"/>
                </a:lnTo>
                <a:lnTo>
                  <a:pt x="5471" y="3572"/>
                </a:lnTo>
                <a:lnTo>
                  <a:pt x="5580" y="3475"/>
                </a:lnTo>
                <a:lnTo>
                  <a:pt x="5690" y="3379"/>
                </a:lnTo>
                <a:lnTo>
                  <a:pt x="5799" y="3283"/>
                </a:lnTo>
                <a:lnTo>
                  <a:pt x="5908" y="3187"/>
                </a:lnTo>
                <a:lnTo>
                  <a:pt x="6018" y="3091"/>
                </a:lnTo>
                <a:lnTo>
                  <a:pt x="6127" y="2995"/>
                </a:lnTo>
                <a:lnTo>
                  <a:pt x="6237" y="2899"/>
                </a:lnTo>
                <a:lnTo>
                  <a:pt x="6346" y="2803"/>
                </a:lnTo>
                <a:lnTo>
                  <a:pt x="6455" y="2707"/>
                </a:lnTo>
                <a:lnTo>
                  <a:pt x="6565" y="2611"/>
                </a:lnTo>
                <a:lnTo>
                  <a:pt x="6674" y="2514"/>
                </a:lnTo>
                <a:lnTo>
                  <a:pt x="6784" y="2418"/>
                </a:lnTo>
                <a:lnTo>
                  <a:pt x="6893" y="2322"/>
                </a:lnTo>
                <a:lnTo>
                  <a:pt x="7002" y="2226"/>
                </a:lnTo>
                <a:lnTo>
                  <a:pt x="7112" y="2130"/>
                </a:lnTo>
                <a:lnTo>
                  <a:pt x="7221" y="2034"/>
                </a:lnTo>
                <a:lnTo>
                  <a:pt x="7331" y="1938"/>
                </a:lnTo>
                <a:lnTo>
                  <a:pt x="7440" y="1842"/>
                </a:lnTo>
                <a:lnTo>
                  <a:pt x="7549" y="1746"/>
                </a:lnTo>
                <a:lnTo>
                  <a:pt x="7659" y="1649"/>
                </a:lnTo>
                <a:lnTo>
                  <a:pt x="7768" y="1553"/>
                </a:lnTo>
                <a:lnTo>
                  <a:pt x="7877" y="1457"/>
                </a:lnTo>
                <a:lnTo>
                  <a:pt x="7987" y="1361"/>
                </a:lnTo>
                <a:lnTo>
                  <a:pt x="8096" y="1265"/>
                </a:lnTo>
                <a:lnTo>
                  <a:pt x="8206" y="1169"/>
                </a:lnTo>
                <a:lnTo>
                  <a:pt x="8315" y="1073"/>
                </a:lnTo>
                <a:lnTo>
                  <a:pt x="8424" y="977"/>
                </a:lnTo>
                <a:lnTo>
                  <a:pt x="8534" y="881"/>
                </a:lnTo>
                <a:lnTo>
                  <a:pt x="8643" y="784"/>
                </a:lnTo>
                <a:lnTo>
                  <a:pt x="8753" y="688"/>
                </a:lnTo>
                <a:lnTo>
                  <a:pt x="8862" y="592"/>
                </a:lnTo>
                <a:lnTo>
                  <a:pt x="8971" y="496"/>
                </a:lnTo>
                <a:lnTo>
                  <a:pt x="9081" y="400"/>
                </a:lnTo>
                <a:lnTo>
                  <a:pt x="9190" y="304"/>
                </a:lnTo>
                <a:lnTo>
                  <a:pt x="9300" y="208"/>
                </a:lnTo>
                <a:lnTo>
                  <a:pt x="9409" y="112"/>
                </a:lnTo>
                <a:lnTo>
                  <a:pt x="9518" y="16"/>
                </a:lnTo>
                <a:lnTo>
                  <a:pt x="9536" y="0"/>
                </a:lnTo>
              </a:path>
            </a:pathLst>
          </a:custGeom>
          <a:ln w="10080">
            <a:solidFill>
              <a:srgbClr val="d62828"/>
            </a:solidFill>
            <a:custDash>
              <a:ds d="100000" sp="164286"/>
            </a:custDash>
            <a:round/>
          </a:ln>
        </p:spPr>
      </p:sp>
      <p:sp>
        <p:nvSpPr>
          <p:cNvPr id="79" name=""/>
          <p:cNvSpPr/>
          <p:nvPr/>
        </p:nvSpPr>
        <p:spPr>
          <a:xfrm>
            <a:off x="772920" y="947520"/>
            <a:ext cx="3850560" cy="3382920"/>
          </a:xfrm>
          <a:custGeom>
            <a:avLst/>
            <a:gdLst/>
            <a:ahLst/>
            <a:rect l="0" t="0" r="r" b="b"/>
            <a:pathLst>
              <a:path fill="none" w="10696" h="9397">
                <a:moveTo>
                  <a:pt x="0" y="9397"/>
                </a:moveTo>
                <a:lnTo>
                  <a:pt x="84" y="9324"/>
                </a:lnTo>
                <a:lnTo>
                  <a:pt x="193" y="9228"/>
                </a:lnTo>
                <a:lnTo>
                  <a:pt x="303" y="9131"/>
                </a:lnTo>
                <a:lnTo>
                  <a:pt x="412" y="9035"/>
                </a:lnTo>
                <a:lnTo>
                  <a:pt x="521" y="8939"/>
                </a:lnTo>
                <a:lnTo>
                  <a:pt x="631" y="8843"/>
                </a:lnTo>
                <a:lnTo>
                  <a:pt x="740" y="8747"/>
                </a:lnTo>
                <a:lnTo>
                  <a:pt x="850" y="8651"/>
                </a:lnTo>
                <a:lnTo>
                  <a:pt x="959" y="8555"/>
                </a:lnTo>
                <a:lnTo>
                  <a:pt x="1068" y="8459"/>
                </a:lnTo>
                <a:lnTo>
                  <a:pt x="1178" y="8363"/>
                </a:lnTo>
                <a:lnTo>
                  <a:pt x="1287" y="8266"/>
                </a:lnTo>
                <a:lnTo>
                  <a:pt x="1397" y="8170"/>
                </a:lnTo>
                <a:lnTo>
                  <a:pt x="1506" y="8074"/>
                </a:lnTo>
                <a:lnTo>
                  <a:pt x="1615" y="7978"/>
                </a:lnTo>
                <a:lnTo>
                  <a:pt x="1725" y="7882"/>
                </a:lnTo>
                <a:lnTo>
                  <a:pt x="1834" y="7786"/>
                </a:lnTo>
                <a:lnTo>
                  <a:pt x="1944" y="7690"/>
                </a:lnTo>
                <a:lnTo>
                  <a:pt x="2053" y="7594"/>
                </a:lnTo>
                <a:lnTo>
                  <a:pt x="2162" y="7498"/>
                </a:lnTo>
                <a:lnTo>
                  <a:pt x="2272" y="7401"/>
                </a:lnTo>
                <a:lnTo>
                  <a:pt x="2381" y="7305"/>
                </a:lnTo>
                <a:lnTo>
                  <a:pt x="2491" y="7209"/>
                </a:lnTo>
                <a:lnTo>
                  <a:pt x="2600" y="7113"/>
                </a:lnTo>
                <a:lnTo>
                  <a:pt x="2709" y="7017"/>
                </a:lnTo>
                <a:lnTo>
                  <a:pt x="2819" y="6921"/>
                </a:lnTo>
                <a:lnTo>
                  <a:pt x="2928" y="6825"/>
                </a:lnTo>
                <a:lnTo>
                  <a:pt x="3038" y="6729"/>
                </a:lnTo>
                <a:lnTo>
                  <a:pt x="3147" y="6633"/>
                </a:lnTo>
                <a:lnTo>
                  <a:pt x="3257" y="6537"/>
                </a:lnTo>
                <a:lnTo>
                  <a:pt x="3367" y="6440"/>
                </a:lnTo>
                <a:lnTo>
                  <a:pt x="3476" y="6344"/>
                </a:lnTo>
                <a:lnTo>
                  <a:pt x="3585" y="6248"/>
                </a:lnTo>
                <a:lnTo>
                  <a:pt x="3695" y="6152"/>
                </a:lnTo>
                <a:lnTo>
                  <a:pt x="3804" y="6056"/>
                </a:lnTo>
                <a:lnTo>
                  <a:pt x="3914" y="5960"/>
                </a:lnTo>
                <a:lnTo>
                  <a:pt x="4023" y="5864"/>
                </a:lnTo>
                <a:lnTo>
                  <a:pt x="4132" y="5768"/>
                </a:lnTo>
                <a:lnTo>
                  <a:pt x="4242" y="5672"/>
                </a:lnTo>
                <a:lnTo>
                  <a:pt x="4351" y="5575"/>
                </a:lnTo>
                <a:lnTo>
                  <a:pt x="4461" y="5479"/>
                </a:lnTo>
                <a:lnTo>
                  <a:pt x="4570" y="5383"/>
                </a:lnTo>
                <a:lnTo>
                  <a:pt x="4679" y="5287"/>
                </a:lnTo>
                <a:lnTo>
                  <a:pt x="4789" y="5191"/>
                </a:lnTo>
                <a:lnTo>
                  <a:pt x="4898" y="5095"/>
                </a:lnTo>
                <a:lnTo>
                  <a:pt x="5008" y="4999"/>
                </a:lnTo>
                <a:lnTo>
                  <a:pt x="5117" y="4903"/>
                </a:lnTo>
                <a:lnTo>
                  <a:pt x="5226" y="4807"/>
                </a:lnTo>
                <a:lnTo>
                  <a:pt x="5336" y="4710"/>
                </a:lnTo>
                <a:lnTo>
                  <a:pt x="5445" y="4614"/>
                </a:lnTo>
                <a:lnTo>
                  <a:pt x="5555" y="4518"/>
                </a:lnTo>
                <a:lnTo>
                  <a:pt x="5664" y="4422"/>
                </a:lnTo>
                <a:lnTo>
                  <a:pt x="5773" y="4326"/>
                </a:lnTo>
                <a:lnTo>
                  <a:pt x="5883" y="4230"/>
                </a:lnTo>
                <a:lnTo>
                  <a:pt x="5992" y="4134"/>
                </a:lnTo>
                <a:lnTo>
                  <a:pt x="6102" y="4038"/>
                </a:lnTo>
                <a:lnTo>
                  <a:pt x="6211" y="3942"/>
                </a:lnTo>
                <a:lnTo>
                  <a:pt x="6320" y="3845"/>
                </a:lnTo>
                <a:lnTo>
                  <a:pt x="6430" y="3749"/>
                </a:lnTo>
                <a:lnTo>
                  <a:pt x="6539" y="3653"/>
                </a:lnTo>
                <a:lnTo>
                  <a:pt x="6649" y="3557"/>
                </a:lnTo>
                <a:lnTo>
                  <a:pt x="6758" y="3461"/>
                </a:lnTo>
                <a:lnTo>
                  <a:pt x="6867" y="3365"/>
                </a:lnTo>
                <a:lnTo>
                  <a:pt x="6977" y="3269"/>
                </a:lnTo>
                <a:lnTo>
                  <a:pt x="7086" y="3173"/>
                </a:lnTo>
                <a:lnTo>
                  <a:pt x="7196" y="3077"/>
                </a:lnTo>
                <a:lnTo>
                  <a:pt x="7305" y="2981"/>
                </a:lnTo>
                <a:lnTo>
                  <a:pt x="7414" y="2884"/>
                </a:lnTo>
                <a:lnTo>
                  <a:pt x="7524" y="2788"/>
                </a:lnTo>
                <a:lnTo>
                  <a:pt x="7633" y="2692"/>
                </a:lnTo>
                <a:lnTo>
                  <a:pt x="7742" y="2596"/>
                </a:lnTo>
                <a:lnTo>
                  <a:pt x="7852" y="2500"/>
                </a:lnTo>
                <a:lnTo>
                  <a:pt x="7961" y="2404"/>
                </a:lnTo>
                <a:lnTo>
                  <a:pt x="8071" y="2308"/>
                </a:lnTo>
                <a:lnTo>
                  <a:pt x="8180" y="2212"/>
                </a:lnTo>
                <a:lnTo>
                  <a:pt x="8289" y="2116"/>
                </a:lnTo>
                <a:lnTo>
                  <a:pt x="8399" y="2018"/>
                </a:lnTo>
                <a:lnTo>
                  <a:pt x="8508" y="1922"/>
                </a:lnTo>
                <a:lnTo>
                  <a:pt x="8618" y="1826"/>
                </a:lnTo>
                <a:lnTo>
                  <a:pt x="8727" y="1730"/>
                </a:lnTo>
                <a:lnTo>
                  <a:pt x="8836" y="1634"/>
                </a:lnTo>
                <a:lnTo>
                  <a:pt x="8946" y="1538"/>
                </a:lnTo>
                <a:lnTo>
                  <a:pt x="9055" y="1442"/>
                </a:lnTo>
                <a:lnTo>
                  <a:pt x="9165" y="1346"/>
                </a:lnTo>
                <a:lnTo>
                  <a:pt x="9274" y="1250"/>
                </a:lnTo>
                <a:lnTo>
                  <a:pt x="9383" y="1153"/>
                </a:lnTo>
                <a:lnTo>
                  <a:pt x="9493" y="1057"/>
                </a:lnTo>
                <a:lnTo>
                  <a:pt x="9602" y="961"/>
                </a:lnTo>
                <a:lnTo>
                  <a:pt x="9712" y="865"/>
                </a:lnTo>
                <a:lnTo>
                  <a:pt x="9821" y="769"/>
                </a:lnTo>
                <a:lnTo>
                  <a:pt x="9930" y="673"/>
                </a:lnTo>
                <a:lnTo>
                  <a:pt x="10040" y="577"/>
                </a:lnTo>
                <a:lnTo>
                  <a:pt x="10149" y="481"/>
                </a:lnTo>
                <a:lnTo>
                  <a:pt x="10259" y="385"/>
                </a:lnTo>
                <a:lnTo>
                  <a:pt x="10368" y="288"/>
                </a:lnTo>
                <a:lnTo>
                  <a:pt x="10477" y="192"/>
                </a:lnTo>
                <a:lnTo>
                  <a:pt x="10587" y="96"/>
                </a:lnTo>
                <a:lnTo>
                  <a:pt x="10696" y="0"/>
                </a:lnTo>
              </a:path>
            </a:pathLst>
          </a:custGeom>
          <a:ln w="10080">
            <a:solidFill>
              <a:srgbClr val="118ab2"/>
            </a:solidFill>
            <a:custDash>
              <a:ds d="100000" sp="164286"/>
            </a:custDash>
            <a:round/>
          </a:ln>
        </p:spPr>
      </p:sp>
      <p:sp>
        <p:nvSpPr>
          <p:cNvPr id="80" name=""/>
          <p:cNvSpPr/>
          <p:nvPr/>
        </p:nvSpPr>
        <p:spPr>
          <a:xfrm flipV="1">
            <a:off x="529560" y="91080"/>
            <a:ext cx="0" cy="37681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/>
          <p:nvPr/>
        </p:nvSpPr>
        <p:spPr>
          <a:xfrm>
            <a:off x="529560" y="3859200"/>
            <a:ext cx="42886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/>
          <p:nvPr/>
        </p:nvSpPr>
        <p:spPr>
          <a:xfrm>
            <a:off x="2121480" y="3010680"/>
            <a:ext cx="102240" cy="102240"/>
          </a:xfrm>
          <a:custGeom>
            <a:avLst/>
            <a:gdLst/>
            <a:ahLst/>
            <a:rect l="0" t="0" r="r" b="b"/>
            <a:pathLst>
              <a:path w="284" h="284">
                <a:moveTo>
                  <a:pt x="141" y="284"/>
                </a:moveTo>
                <a:cubicBezTo>
                  <a:pt x="180" y="284"/>
                  <a:pt x="216" y="269"/>
                  <a:pt x="242" y="243"/>
                </a:cubicBezTo>
                <a:cubicBezTo>
                  <a:pt x="269" y="215"/>
                  <a:pt x="284" y="179"/>
                  <a:pt x="284" y="142"/>
                </a:cubicBezTo>
                <a:cubicBezTo>
                  <a:pt x="284" y="104"/>
                  <a:pt x="269" y="68"/>
                  <a:pt x="242" y="42"/>
                </a:cubicBezTo>
                <a:cubicBezTo>
                  <a:pt x="216" y="15"/>
                  <a:pt x="180" y="0"/>
                  <a:pt x="141" y="0"/>
                </a:cubicBezTo>
                <a:cubicBezTo>
                  <a:pt x="104" y="0"/>
                  <a:pt x="68" y="15"/>
                  <a:pt x="41" y="42"/>
                </a:cubicBezTo>
                <a:cubicBezTo>
                  <a:pt x="15" y="68"/>
                  <a:pt x="0" y="104"/>
                  <a:pt x="0" y="142"/>
                </a:cubicBezTo>
                <a:cubicBezTo>
                  <a:pt x="0" y="179"/>
                  <a:pt x="15" y="215"/>
                  <a:pt x="41" y="243"/>
                </a:cubicBezTo>
                <a:cubicBezTo>
                  <a:pt x="68" y="269"/>
                  <a:pt x="104" y="284"/>
                  <a:pt x="141" y="284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4541040" y="2488680"/>
            <a:ext cx="163800" cy="163800"/>
          </a:xfrm>
          <a:custGeom>
            <a:avLst/>
            <a:gdLst/>
            <a:ahLst/>
            <a:rect l="0" t="0" r="r" b="b"/>
            <a:pathLst>
              <a:path w="455" h="455">
                <a:moveTo>
                  <a:pt x="227" y="455"/>
                </a:moveTo>
                <a:cubicBezTo>
                  <a:pt x="287" y="455"/>
                  <a:pt x="346" y="431"/>
                  <a:pt x="388" y="389"/>
                </a:cubicBezTo>
                <a:cubicBezTo>
                  <a:pt x="431" y="346"/>
                  <a:pt x="455" y="288"/>
                  <a:pt x="455" y="228"/>
                </a:cubicBezTo>
                <a:cubicBezTo>
                  <a:pt x="455" y="168"/>
                  <a:pt x="431" y="110"/>
                  <a:pt x="388" y="67"/>
                </a:cubicBezTo>
                <a:cubicBezTo>
                  <a:pt x="346" y="24"/>
                  <a:pt x="287" y="0"/>
                  <a:pt x="227" y="0"/>
                </a:cubicBezTo>
                <a:cubicBezTo>
                  <a:pt x="167" y="0"/>
                  <a:pt x="109" y="24"/>
                  <a:pt x="67" y="67"/>
                </a:cubicBezTo>
                <a:cubicBezTo>
                  <a:pt x="24" y="110"/>
                  <a:pt x="0" y="168"/>
                  <a:pt x="0" y="228"/>
                </a:cubicBezTo>
                <a:cubicBezTo>
                  <a:pt x="0" y="288"/>
                  <a:pt x="24" y="346"/>
                  <a:pt x="67" y="389"/>
                </a:cubicBezTo>
                <a:cubicBezTo>
                  <a:pt x="109" y="431"/>
                  <a:pt x="167" y="455"/>
                  <a:pt x="227" y="455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4550040" y="1498680"/>
            <a:ext cx="146520" cy="146520"/>
          </a:xfrm>
          <a:custGeom>
            <a:avLst/>
            <a:gdLst/>
            <a:ahLst/>
            <a:rect l="0" t="0" r="r" b="b"/>
            <a:pathLst>
              <a:path w="407" h="407">
                <a:moveTo>
                  <a:pt x="204" y="407"/>
                </a:moveTo>
                <a:cubicBezTo>
                  <a:pt x="258" y="407"/>
                  <a:pt x="310" y="385"/>
                  <a:pt x="348" y="347"/>
                </a:cubicBezTo>
                <a:cubicBezTo>
                  <a:pt x="386" y="309"/>
                  <a:pt x="407" y="258"/>
                  <a:pt x="407" y="204"/>
                </a:cubicBezTo>
                <a:cubicBezTo>
                  <a:pt x="407" y="150"/>
                  <a:pt x="386" y="98"/>
                  <a:pt x="348" y="59"/>
                </a:cubicBezTo>
                <a:cubicBezTo>
                  <a:pt x="310" y="21"/>
                  <a:pt x="258" y="0"/>
                  <a:pt x="204" y="0"/>
                </a:cubicBezTo>
                <a:cubicBezTo>
                  <a:pt x="150" y="0"/>
                  <a:pt x="98" y="21"/>
                  <a:pt x="60" y="59"/>
                </a:cubicBezTo>
                <a:cubicBezTo>
                  <a:pt x="22" y="98"/>
                  <a:pt x="0" y="150"/>
                  <a:pt x="0" y="204"/>
                </a:cubicBezTo>
                <a:cubicBezTo>
                  <a:pt x="0" y="258"/>
                  <a:pt x="22" y="309"/>
                  <a:pt x="60" y="347"/>
                </a:cubicBezTo>
                <a:cubicBezTo>
                  <a:pt x="98" y="385"/>
                  <a:pt x="150" y="407"/>
                  <a:pt x="204" y="40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4476600" y="2953080"/>
            <a:ext cx="87120" cy="87120"/>
          </a:xfrm>
          <a:custGeom>
            <a:avLst/>
            <a:gdLst/>
            <a:ahLst/>
            <a:rect l="0" t="0" r="r" b="b"/>
            <a:pathLst>
              <a:path w="242" h="242">
                <a:moveTo>
                  <a:pt x="120" y="242"/>
                </a:moveTo>
                <a:cubicBezTo>
                  <a:pt x="152" y="242"/>
                  <a:pt x="184" y="230"/>
                  <a:pt x="206" y="207"/>
                </a:cubicBezTo>
                <a:cubicBezTo>
                  <a:pt x="229" y="184"/>
                  <a:pt x="242" y="154"/>
                  <a:pt x="242" y="122"/>
                </a:cubicBezTo>
                <a:cubicBezTo>
                  <a:pt x="242" y="90"/>
                  <a:pt x="229" y="58"/>
                  <a:pt x="206" y="36"/>
                </a:cubicBezTo>
                <a:cubicBezTo>
                  <a:pt x="184" y="13"/>
                  <a:pt x="152" y="0"/>
                  <a:pt x="120" y="0"/>
                </a:cubicBezTo>
                <a:cubicBezTo>
                  <a:pt x="88" y="0"/>
                  <a:pt x="58" y="13"/>
                  <a:pt x="35" y="36"/>
                </a:cubicBezTo>
                <a:cubicBezTo>
                  <a:pt x="12" y="58"/>
                  <a:pt x="0" y="90"/>
                  <a:pt x="0" y="122"/>
                </a:cubicBezTo>
                <a:cubicBezTo>
                  <a:pt x="0" y="154"/>
                  <a:pt x="12" y="184"/>
                  <a:pt x="35" y="207"/>
                </a:cubicBezTo>
                <a:cubicBezTo>
                  <a:pt x="58" y="230"/>
                  <a:pt x="88" y="242"/>
                  <a:pt x="120" y="242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2465280" y="314712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7" y="274"/>
                </a:moveTo>
                <a:cubicBezTo>
                  <a:pt x="173" y="274"/>
                  <a:pt x="208" y="260"/>
                  <a:pt x="234" y="234"/>
                </a:cubicBezTo>
                <a:cubicBezTo>
                  <a:pt x="259" y="208"/>
                  <a:pt x="274" y="174"/>
                  <a:pt x="274" y="138"/>
                </a:cubicBezTo>
                <a:cubicBezTo>
                  <a:pt x="274" y="101"/>
                  <a:pt x="259" y="66"/>
                  <a:pt x="234" y="40"/>
                </a:cubicBezTo>
                <a:cubicBezTo>
                  <a:pt x="208" y="15"/>
                  <a:pt x="173" y="0"/>
                  <a:pt x="137" y="0"/>
                </a:cubicBezTo>
                <a:cubicBezTo>
                  <a:pt x="101" y="0"/>
                  <a:pt x="65" y="15"/>
                  <a:pt x="40" y="40"/>
                </a:cubicBezTo>
                <a:cubicBezTo>
                  <a:pt x="14" y="66"/>
                  <a:pt x="0" y="101"/>
                  <a:pt x="0" y="138"/>
                </a:cubicBezTo>
                <a:cubicBezTo>
                  <a:pt x="0" y="174"/>
                  <a:pt x="14" y="208"/>
                  <a:pt x="40" y="234"/>
                </a:cubicBezTo>
                <a:cubicBezTo>
                  <a:pt x="65" y="260"/>
                  <a:pt x="101" y="274"/>
                  <a:pt x="137" y="274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4566960" y="285480"/>
            <a:ext cx="83160" cy="82800"/>
          </a:xfrm>
          <a:custGeom>
            <a:avLst/>
            <a:gdLst/>
            <a:ahLst/>
            <a:rect l="0" t="0" r="r" b="b"/>
            <a:pathLst>
              <a:path w="231" h="230">
                <a:moveTo>
                  <a:pt x="116" y="230"/>
                </a:moveTo>
                <a:cubicBezTo>
                  <a:pt x="146" y="230"/>
                  <a:pt x="176" y="218"/>
                  <a:pt x="197" y="196"/>
                </a:cubicBezTo>
                <a:cubicBezTo>
                  <a:pt x="218" y="175"/>
                  <a:pt x="231" y="146"/>
                  <a:pt x="231" y="115"/>
                </a:cubicBezTo>
                <a:cubicBezTo>
                  <a:pt x="231" y="85"/>
                  <a:pt x="218" y="56"/>
                  <a:pt x="197" y="34"/>
                </a:cubicBezTo>
                <a:cubicBezTo>
                  <a:pt x="176" y="13"/>
                  <a:pt x="146" y="0"/>
                  <a:pt x="116" y="0"/>
                </a:cubicBezTo>
                <a:cubicBezTo>
                  <a:pt x="86" y="0"/>
                  <a:pt x="56" y="13"/>
                  <a:pt x="35" y="34"/>
                </a:cubicBezTo>
                <a:cubicBezTo>
                  <a:pt x="12" y="56"/>
                  <a:pt x="0" y="85"/>
                  <a:pt x="0" y="115"/>
                </a:cubicBezTo>
                <a:cubicBezTo>
                  <a:pt x="0" y="146"/>
                  <a:pt x="12" y="175"/>
                  <a:pt x="35" y="196"/>
                </a:cubicBezTo>
                <a:cubicBezTo>
                  <a:pt x="56" y="218"/>
                  <a:pt x="86" y="230"/>
                  <a:pt x="116" y="230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4405320" y="2997720"/>
            <a:ext cx="82800" cy="82800"/>
          </a:xfrm>
          <a:custGeom>
            <a:avLst/>
            <a:gdLst/>
            <a:ahLst/>
            <a:rect l="0" t="0" r="r" b="b"/>
            <a:pathLst>
              <a:path w="230" h="230">
                <a:moveTo>
                  <a:pt x="116" y="230"/>
                </a:moveTo>
                <a:cubicBezTo>
                  <a:pt x="146" y="230"/>
                  <a:pt x="175" y="218"/>
                  <a:pt x="197" y="197"/>
                </a:cubicBezTo>
                <a:cubicBezTo>
                  <a:pt x="218" y="175"/>
                  <a:pt x="230" y="146"/>
                  <a:pt x="230" y="116"/>
                </a:cubicBezTo>
                <a:cubicBezTo>
                  <a:pt x="230" y="85"/>
                  <a:pt x="218" y="56"/>
                  <a:pt x="197" y="35"/>
                </a:cubicBezTo>
                <a:cubicBezTo>
                  <a:pt x="175" y="12"/>
                  <a:pt x="146" y="0"/>
                  <a:pt x="116" y="0"/>
                </a:cubicBezTo>
                <a:cubicBezTo>
                  <a:pt x="85" y="0"/>
                  <a:pt x="56" y="12"/>
                  <a:pt x="35" y="35"/>
                </a:cubicBezTo>
                <a:cubicBezTo>
                  <a:pt x="12" y="56"/>
                  <a:pt x="0" y="85"/>
                  <a:pt x="0" y="116"/>
                </a:cubicBezTo>
                <a:cubicBezTo>
                  <a:pt x="0" y="146"/>
                  <a:pt x="12" y="175"/>
                  <a:pt x="35" y="197"/>
                </a:cubicBezTo>
                <a:cubicBezTo>
                  <a:pt x="56" y="218"/>
                  <a:pt x="85" y="230"/>
                  <a:pt x="116" y="230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2726640" y="1886760"/>
            <a:ext cx="82800" cy="82800"/>
          </a:xfrm>
          <a:custGeom>
            <a:avLst/>
            <a:gdLst/>
            <a:ahLst/>
            <a:rect l="0" t="0" r="r" b="b"/>
            <a:pathLst>
              <a:path w="230" h="230">
                <a:moveTo>
                  <a:pt x="115" y="230"/>
                </a:moveTo>
                <a:cubicBezTo>
                  <a:pt x="146" y="230"/>
                  <a:pt x="175" y="218"/>
                  <a:pt x="196" y="196"/>
                </a:cubicBezTo>
                <a:cubicBezTo>
                  <a:pt x="218" y="175"/>
                  <a:pt x="230" y="146"/>
                  <a:pt x="230" y="114"/>
                </a:cubicBezTo>
                <a:cubicBezTo>
                  <a:pt x="230" y="84"/>
                  <a:pt x="218" y="55"/>
                  <a:pt x="196" y="33"/>
                </a:cubicBezTo>
                <a:cubicBezTo>
                  <a:pt x="175" y="12"/>
                  <a:pt x="146" y="0"/>
                  <a:pt x="115" y="0"/>
                </a:cubicBezTo>
                <a:cubicBezTo>
                  <a:pt x="84" y="0"/>
                  <a:pt x="55" y="12"/>
                  <a:pt x="33" y="33"/>
                </a:cubicBezTo>
                <a:cubicBezTo>
                  <a:pt x="12" y="55"/>
                  <a:pt x="0" y="84"/>
                  <a:pt x="0" y="114"/>
                </a:cubicBezTo>
                <a:cubicBezTo>
                  <a:pt x="0" y="146"/>
                  <a:pt x="12" y="175"/>
                  <a:pt x="33" y="196"/>
                </a:cubicBezTo>
                <a:cubicBezTo>
                  <a:pt x="55" y="218"/>
                  <a:pt x="84" y="230"/>
                  <a:pt x="115" y="230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4496760" y="203760"/>
            <a:ext cx="155880" cy="156240"/>
          </a:xfrm>
          <a:custGeom>
            <a:avLst/>
            <a:gdLst/>
            <a:ahLst/>
            <a:rect l="0" t="0" r="r" b="b"/>
            <a:pathLst>
              <a:path w="433" h="434">
                <a:moveTo>
                  <a:pt x="216" y="434"/>
                </a:moveTo>
                <a:cubicBezTo>
                  <a:pt x="274" y="434"/>
                  <a:pt x="329" y="411"/>
                  <a:pt x="370" y="370"/>
                </a:cubicBezTo>
                <a:cubicBezTo>
                  <a:pt x="410" y="330"/>
                  <a:pt x="433" y="275"/>
                  <a:pt x="433" y="218"/>
                </a:cubicBezTo>
                <a:cubicBezTo>
                  <a:pt x="433" y="160"/>
                  <a:pt x="410" y="105"/>
                  <a:pt x="370" y="64"/>
                </a:cubicBezTo>
                <a:cubicBezTo>
                  <a:pt x="329" y="23"/>
                  <a:pt x="274" y="0"/>
                  <a:pt x="216" y="0"/>
                </a:cubicBezTo>
                <a:cubicBezTo>
                  <a:pt x="158" y="0"/>
                  <a:pt x="104" y="23"/>
                  <a:pt x="63" y="64"/>
                </a:cubicBezTo>
                <a:cubicBezTo>
                  <a:pt x="22" y="105"/>
                  <a:pt x="0" y="160"/>
                  <a:pt x="0" y="218"/>
                </a:cubicBezTo>
                <a:cubicBezTo>
                  <a:pt x="0" y="275"/>
                  <a:pt x="22" y="330"/>
                  <a:pt x="63" y="370"/>
                </a:cubicBezTo>
                <a:cubicBezTo>
                  <a:pt x="104" y="411"/>
                  <a:pt x="158" y="434"/>
                  <a:pt x="216" y="434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3281760" y="1249200"/>
            <a:ext cx="187200" cy="186840"/>
          </a:xfrm>
          <a:custGeom>
            <a:avLst/>
            <a:gdLst/>
            <a:ahLst/>
            <a:rect l="0" t="0" r="r" b="b"/>
            <a:pathLst>
              <a:path w="520" h="519">
                <a:moveTo>
                  <a:pt x="259" y="519"/>
                </a:moveTo>
                <a:cubicBezTo>
                  <a:pt x="328" y="519"/>
                  <a:pt x="394" y="492"/>
                  <a:pt x="443" y="444"/>
                </a:cubicBezTo>
                <a:cubicBezTo>
                  <a:pt x="492" y="394"/>
                  <a:pt x="520" y="328"/>
                  <a:pt x="520" y="259"/>
                </a:cubicBezTo>
                <a:cubicBezTo>
                  <a:pt x="520" y="190"/>
                  <a:pt x="492" y="125"/>
                  <a:pt x="443" y="76"/>
                </a:cubicBezTo>
                <a:cubicBezTo>
                  <a:pt x="394" y="27"/>
                  <a:pt x="328" y="0"/>
                  <a:pt x="259" y="0"/>
                </a:cubicBezTo>
                <a:cubicBezTo>
                  <a:pt x="191" y="0"/>
                  <a:pt x="125" y="27"/>
                  <a:pt x="76" y="76"/>
                </a:cubicBezTo>
                <a:cubicBezTo>
                  <a:pt x="28" y="125"/>
                  <a:pt x="0" y="190"/>
                  <a:pt x="0" y="259"/>
                </a:cubicBezTo>
                <a:cubicBezTo>
                  <a:pt x="0" y="328"/>
                  <a:pt x="28" y="394"/>
                  <a:pt x="76" y="444"/>
                </a:cubicBezTo>
                <a:cubicBezTo>
                  <a:pt x="125" y="492"/>
                  <a:pt x="191" y="519"/>
                  <a:pt x="259" y="519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2453760" y="1334160"/>
            <a:ext cx="101880" cy="102240"/>
          </a:xfrm>
          <a:custGeom>
            <a:avLst/>
            <a:gdLst/>
            <a:ahLst/>
            <a:rect l="0" t="0" r="r" b="b"/>
            <a:pathLst>
              <a:path w="283" h="284">
                <a:moveTo>
                  <a:pt x="142" y="284"/>
                </a:moveTo>
                <a:cubicBezTo>
                  <a:pt x="180" y="284"/>
                  <a:pt x="216" y="269"/>
                  <a:pt x="242" y="242"/>
                </a:cubicBezTo>
                <a:cubicBezTo>
                  <a:pt x="269" y="216"/>
                  <a:pt x="283" y="180"/>
                  <a:pt x="283" y="142"/>
                </a:cubicBezTo>
                <a:cubicBezTo>
                  <a:pt x="283" y="105"/>
                  <a:pt x="269" y="68"/>
                  <a:pt x="242" y="41"/>
                </a:cubicBezTo>
                <a:cubicBezTo>
                  <a:pt x="216" y="15"/>
                  <a:pt x="180" y="0"/>
                  <a:pt x="142" y="0"/>
                </a:cubicBezTo>
                <a:cubicBezTo>
                  <a:pt x="105" y="0"/>
                  <a:pt x="68" y="15"/>
                  <a:pt x="41" y="41"/>
                </a:cubicBezTo>
                <a:cubicBezTo>
                  <a:pt x="15" y="68"/>
                  <a:pt x="0" y="105"/>
                  <a:pt x="0" y="142"/>
                </a:cubicBezTo>
                <a:cubicBezTo>
                  <a:pt x="0" y="180"/>
                  <a:pt x="15" y="216"/>
                  <a:pt x="41" y="242"/>
                </a:cubicBezTo>
                <a:cubicBezTo>
                  <a:pt x="68" y="269"/>
                  <a:pt x="105" y="284"/>
                  <a:pt x="142" y="284"/>
                </a:cubicBezTo>
                <a:close/>
              </a:path>
            </a:pathLst>
          </a:custGeom>
          <a:solidFill>
            <a:srgbClr val="d62828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581040" y="132480"/>
            <a:ext cx="2077920" cy="179640"/>
          </a:xfrm>
          <a:custGeom>
            <a:avLst/>
            <a:gdLst/>
            <a:ahLst/>
            <a:rect l="0" t="0" r="r" b="b"/>
            <a:pathLst>
              <a:path w="5772" h="499">
                <a:moveTo>
                  <a:pt x="95" y="499"/>
                </a:moveTo>
                <a:lnTo>
                  <a:pt x="5676" y="499"/>
                </a:lnTo>
                <a:cubicBezTo>
                  <a:pt x="5740" y="499"/>
                  <a:pt x="5772" y="467"/>
                  <a:pt x="5772" y="403"/>
                </a:cubicBezTo>
                <a:lnTo>
                  <a:pt x="5772" y="95"/>
                </a:lnTo>
                <a:cubicBezTo>
                  <a:pt x="5772" y="31"/>
                  <a:pt x="5740" y="0"/>
                  <a:pt x="5676" y="0"/>
                </a:cubicBezTo>
                <a:lnTo>
                  <a:pt x="95" y="0"/>
                </a:lnTo>
                <a:cubicBezTo>
                  <a:pt x="31" y="0"/>
                  <a:pt x="0" y="31"/>
                  <a:pt x="0" y="95"/>
                </a:cubicBezTo>
                <a:lnTo>
                  <a:pt x="0" y="403"/>
                </a:lnTo>
                <a:cubicBezTo>
                  <a:pt x="0" y="467"/>
                  <a:pt x="31" y="499"/>
                  <a:pt x="95" y="499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2600">
            <a:solidFill>
              <a:srgbClr val="0a7d6e">
                <a:alpha val="95000"/>
              </a:srgbClr>
            </a:solidFill>
            <a:miter/>
          </a:ln>
        </p:spPr>
      </p:sp>
      <p:sp>
        <p:nvSpPr>
          <p:cNvPr id="94" name=""/>
          <p:cNvSpPr txBox="1"/>
          <p:nvPr/>
        </p:nvSpPr>
        <p:spPr>
          <a:xfrm rot="16200000">
            <a:off x="-761760" y="1894320"/>
            <a:ext cx="18126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Post-TNT cellular prevalence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615240" y="147600"/>
            <a:ext cx="2009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shrink: 5   stable: 5   expand: 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5155200" y="91080"/>
            <a:ext cx="4289040" cy="3768480"/>
          </a:xfrm>
          <a:custGeom>
            <a:avLst/>
            <a:gdLst/>
            <a:ahLst/>
            <a:rect l="0" t="0" r="r" b="b"/>
            <a:pathLst>
              <a:path w="11914" h="10468">
                <a:moveTo>
                  <a:pt x="0" y="10468"/>
                </a:moveTo>
                <a:lnTo>
                  <a:pt x="11914" y="10468"/>
                </a:lnTo>
                <a:lnTo>
                  <a:pt x="11914" y="0"/>
                </a:lnTo>
                <a:lnTo>
                  <a:pt x="0" y="0"/>
                </a:lnTo>
                <a:lnTo>
                  <a:pt x="0" y="1046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97" name=""/>
          <p:cNvSpPr/>
          <p:nvPr/>
        </p:nvSpPr>
        <p:spPr>
          <a:xfrm>
            <a:off x="5349960" y="-422640"/>
            <a:ext cx="3899160" cy="3425760"/>
          </a:xfrm>
          <a:custGeom>
            <a:avLst/>
            <a:gdLst/>
            <a:ahLst/>
            <a:rect l="0" t="0" r="r" b="b"/>
            <a:pathLst>
              <a:path w="10831" h="9516">
                <a:moveTo>
                  <a:pt x="0" y="1427"/>
                </a:moveTo>
                <a:lnTo>
                  <a:pt x="0" y="9516"/>
                </a:lnTo>
                <a:lnTo>
                  <a:pt x="110" y="9420"/>
                </a:lnTo>
                <a:lnTo>
                  <a:pt x="219" y="9324"/>
                </a:lnTo>
                <a:lnTo>
                  <a:pt x="329" y="9228"/>
                </a:lnTo>
                <a:lnTo>
                  <a:pt x="438" y="9132"/>
                </a:lnTo>
                <a:lnTo>
                  <a:pt x="547" y="9035"/>
                </a:lnTo>
                <a:lnTo>
                  <a:pt x="657" y="8939"/>
                </a:lnTo>
                <a:lnTo>
                  <a:pt x="766" y="8843"/>
                </a:lnTo>
                <a:lnTo>
                  <a:pt x="875" y="8747"/>
                </a:lnTo>
                <a:lnTo>
                  <a:pt x="985" y="8651"/>
                </a:lnTo>
                <a:lnTo>
                  <a:pt x="1094" y="8555"/>
                </a:lnTo>
                <a:lnTo>
                  <a:pt x="1204" y="8459"/>
                </a:lnTo>
                <a:lnTo>
                  <a:pt x="1313" y="8363"/>
                </a:lnTo>
                <a:lnTo>
                  <a:pt x="1423" y="8267"/>
                </a:lnTo>
                <a:lnTo>
                  <a:pt x="1533" y="8170"/>
                </a:lnTo>
                <a:lnTo>
                  <a:pt x="1642" y="8074"/>
                </a:lnTo>
                <a:lnTo>
                  <a:pt x="1752" y="7978"/>
                </a:lnTo>
                <a:lnTo>
                  <a:pt x="1861" y="7882"/>
                </a:lnTo>
                <a:lnTo>
                  <a:pt x="1970" y="7786"/>
                </a:lnTo>
                <a:lnTo>
                  <a:pt x="2080" y="7690"/>
                </a:lnTo>
                <a:lnTo>
                  <a:pt x="2189" y="7594"/>
                </a:lnTo>
                <a:lnTo>
                  <a:pt x="2299" y="7498"/>
                </a:lnTo>
                <a:lnTo>
                  <a:pt x="2408" y="7402"/>
                </a:lnTo>
                <a:lnTo>
                  <a:pt x="2517" y="7305"/>
                </a:lnTo>
                <a:lnTo>
                  <a:pt x="2627" y="7209"/>
                </a:lnTo>
                <a:lnTo>
                  <a:pt x="2736" y="7113"/>
                </a:lnTo>
                <a:lnTo>
                  <a:pt x="2846" y="7017"/>
                </a:lnTo>
                <a:lnTo>
                  <a:pt x="2955" y="6921"/>
                </a:lnTo>
                <a:lnTo>
                  <a:pt x="3064" y="6825"/>
                </a:lnTo>
                <a:lnTo>
                  <a:pt x="3174" y="6729"/>
                </a:lnTo>
                <a:lnTo>
                  <a:pt x="3283" y="6633"/>
                </a:lnTo>
                <a:lnTo>
                  <a:pt x="3393" y="6537"/>
                </a:lnTo>
                <a:lnTo>
                  <a:pt x="3502" y="6441"/>
                </a:lnTo>
                <a:lnTo>
                  <a:pt x="3611" y="6344"/>
                </a:lnTo>
                <a:lnTo>
                  <a:pt x="3721" y="6248"/>
                </a:lnTo>
                <a:lnTo>
                  <a:pt x="3830" y="6152"/>
                </a:lnTo>
                <a:lnTo>
                  <a:pt x="3940" y="6056"/>
                </a:lnTo>
                <a:lnTo>
                  <a:pt x="4049" y="5960"/>
                </a:lnTo>
                <a:lnTo>
                  <a:pt x="4158" y="5863"/>
                </a:lnTo>
                <a:lnTo>
                  <a:pt x="4268" y="5767"/>
                </a:lnTo>
                <a:lnTo>
                  <a:pt x="4377" y="5671"/>
                </a:lnTo>
                <a:lnTo>
                  <a:pt x="4487" y="5575"/>
                </a:lnTo>
                <a:lnTo>
                  <a:pt x="4596" y="5478"/>
                </a:lnTo>
                <a:lnTo>
                  <a:pt x="4705" y="5382"/>
                </a:lnTo>
                <a:lnTo>
                  <a:pt x="4815" y="5286"/>
                </a:lnTo>
                <a:lnTo>
                  <a:pt x="4924" y="5190"/>
                </a:lnTo>
                <a:lnTo>
                  <a:pt x="5033" y="5094"/>
                </a:lnTo>
                <a:lnTo>
                  <a:pt x="5143" y="4998"/>
                </a:lnTo>
                <a:lnTo>
                  <a:pt x="5252" y="4902"/>
                </a:lnTo>
                <a:lnTo>
                  <a:pt x="5362" y="4806"/>
                </a:lnTo>
                <a:lnTo>
                  <a:pt x="5471" y="4710"/>
                </a:lnTo>
                <a:lnTo>
                  <a:pt x="5580" y="4613"/>
                </a:lnTo>
                <a:lnTo>
                  <a:pt x="5690" y="4517"/>
                </a:lnTo>
                <a:lnTo>
                  <a:pt x="5799" y="4421"/>
                </a:lnTo>
                <a:lnTo>
                  <a:pt x="5909" y="4325"/>
                </a:lnTo>
                <a:lnTo>
                  <a:pt x="6018" y="4229"/>
                </a:lnTo>
                <a:lnTo>
                  <a:pt x="6127" y="4133"/>
                </a:lnTo>
                <a:lnTo>
                  <a:pt x="6237" y="4037"/>
                </a:lnTo>
                <a:lnTo>
                  <a:pt x="6346" y="3941"/>
                </a:lnTo>
                <a:lnTo>
                  <a:pt x="6456" y="3845"/>
                </a:lnTo>
                <a:lnTo>
                  <a:pt x="6565" y="3749"/>
                </a:lnTo>
                <a:lnTo>
                  <a:pt x="6674" y="3652"/>
                </a:lnTo>
                <a:lnTo>
                  <a:pt x="6784" y="3556"/>
                </a:lnTo>
                <a:lnTo>
                  <a:pt x="6893" y="3460"/>
                </a:lnTo>
                <a:lnTo>
                  <a:pt x="7003" y="3364"/>
                </a:lnTo>
                <a:lnTo>
                  <a:pt x="7112" y="3268"/>
                </a:lnTo>
                <a:lnTo>
                  <a:pt x="7221" y="3172"/>
                </a:lnTo>
                <a:lnTo>
                  <a:pt x="7331" y="3076"/>
                </a:lnTo>
                <a:lnTo>
                  <a:pt x="7440" y="2980"/>
                </a:lnTo>
                <a:lnTo>
                  <a:pt x="7550" y="2884"/>
                </a:lnTo>
                <a:lnTo>
                  <a:pt x="7659" y="2787"/>
                </a:lnTo>
                <a:lnTo>
                  <a:pt x="7768" y="2691"/>
                </a:lnTo>
                <a:lnTo>
                  <a:pt x="7878" y="2595"/>
                </a:lnTo>
                <a:lnTo>
                  <a:pt x="7987" y="2499"/>
                </a:lnTo>
                <a:lnTo>
                  <a:pt x="8097" y="2403"/>
                </a:lnTo>
                <a:lnTo>
                  <a:pt x="8206" y="2307"/>
                </a:lnTo>
                <a:lnTo>
                  <a:pt x="8315" y="2211"/>
                </a:lnTo>
                <a:lnTo>
                  <a:pt x="8425" y="2115"/>
                </a:lnTo>
                <a:lnTo>
                  <a:pt x="8534" y="2019"/>
                </a:lnTo>
                <a:lnTo>
                  <a:pt x="8643" y="1922"/>
                </a:lnTo>
                <a:lnTo>
                  <a:pt x="8753" y="1826"/>
                </a:lnTo>
                <a:lnTo>
                  <a:pt x="8862" y="1730"/>
                </a:lnTo>
                <a:lnTo>
                  <a:pt x="8972" y="1634"/>
                </a:lnTo>
                <a:lnTo>
                  <a:pt x="9081" y="1538"/>
                </a:lnTo>
                <a:lnTo>
                  <a:pt x="9190" y="1442"/>
                </a:lnTo>
                <a:lnTo>
                  <a:pt x="9300" y="1346"/>
                </a:lnTo>
                <a:lnTo>
                  <a:pt x="9409" y="1250"/>
                </a:lnTo>
                <a:lnTo>
                  <a:pt x="9519" y="1154"/>
                </a:lnTo>
                <a:lnTo>
                  <a:pt x="9628" y="1057"/>
                </a:lnTo>
                <a:lnTo>
                  <a:pt x="9737" y="961"/>
                </a:lnTo>
                <a:lnTo>
                  <a:pt x="9847" y="865"/>
                </a:lnTo>
                <a:lnTo>
                  <a:pt x="9956" y="769"/>
                </a:lnTo>
                <a:lnTo>
                  <a:pt x="10066" y="673"/>
                </a:lnTo>
                <a:lnTo>
                  <a:pt x="10175" y="577"/>
                </a:lnTo>
                <a:lnTo>
                  <a:pt x="10284" y="481"/>
                </a:lnTo>
                <a:lnTo>
                  <a:pt x="10394" y="385"/>
                </a:lnTo>
                <a:lnTo>
                  <a:pt x="10503" y="289"/>
                </a:lnTo>
                <a:lnTo>
                  <a:pt x="10613" y="193"/>
                </a:lnTo>
                <a:lnTo>
                  <a:pt x="10722" y="96"/>
                </a:lnTo>
                <a:lnTo>
                  <a:pt x="10831" y="0"/>
                </a:lnTo>
                <a:lnTo>
                  <a:pt x="10831" y="1427"/>
                </a:lnTo>
                <a:lnTo>
                  <a:pt x="10722" y="1427"/>
                </a:lnTo>
                <a:lnTo>
                  <a:pt x="10613" y="1427"/>
                </a:lnTo>
                <a:lnTo>
                  <a:pt x="10503" y="1427"/>
                </a:lnTo>
                <a:lnTo>
                  <a:pt x="10394" y="1427"/>
                </a:lnTo>
                <a:lnTo>
                  <a:pt x="10284" y="1427"/>
                </a:lnTo>
                <a:lnTo>
                  <a:pt x="10175" y="1427"/>
                </a:lnTo>
                <a:lnTo>
                  <a:pt x="10066" y="1427"/>
                </a:lnTo>
                <a:lnTo>
                  <a:pt x="9956" y="1427"/>
                </a:lnTo>
                <a:lnTo>
                  <a:pt x="9847" y="1427"/>
                </a:lnTo>
                <a:lnTo>
                  <a:pt x="9737" y="1427"/>
                </a:lnTo>
                <a:lnTo>
                  <a:pt x="9628" y="1427"/>
                </a:lnTo>
                <a:lnTo>
                  <a:pt x="9519" y="1427"/>
                </a:lnTo>
                <a:lnTo>
                  <a:pt x="9409" y="1427"/>
                </a:lnTo>
                <a:lnTo>
                  <a:pt x="9300" y="1427"/>
                </a:lnTo>
                <a:lnTo>
                  <a:pt x="9190" y="1427"/>
                </a:lnTo>
                <a:lnTo>
                  <a:pt x="9081" y="1427"/>
                </a:lnTo>
                <a:lnTo>
                  <a:pt x="8972" y="1427"/>
                </a:lnTo>
                <a:lnTo>
                  <a:pt x="8862" y="1427"/>
                </a:lnTo>
                <a:lnTo>
                  <a:pt x="8753" y="1427"/>
                </a:lnTo>
                <a:lnTo>
                  <a:pt x="8643" y="1427"/>
                </a:lnTo>
                <a:lnTo>
                  <a:pt x="8534" y="1427"/>
                </a:lnTo>
                <a:lnTo>
                  <a:pt x="8425" y="1427"/>
                </a:lnTo>
                <a:lnTo>
                  <a:pt x="8315" y="1427"/>
                </a:lnTo>
                <a:lnTo>
                  <a:pt x="8206" y="1427"/>
                </a:lnTo>
                <a:lnTo>
                  <a:pt x="8097" y="1427"/>
                </a:lnTo>
                <a:lnTo>
                  <a:pt x="7987" y="1427"/>
                </a:lnTo>
                <a:lnTo>
                  <a:pt x="7878" y="1427"/>
                </a:lnTo>
                <a:lnTo>
                  <a:pt x="7768" y="1427"/>
                </a:lnTo>
                <a:lnTo>
                  <a:pt x="7659" y="1427"/>
                </a:lnTo>
                <a:lnTo>
                  <a:pt x="7550" y="1427"/>
                </a:lnTo>
                <a:lnTo>
                  <a:pt x="7440" y="1427"/>
                </a:lnTo>
                <a:lnTo>
                  <a:pt x="7331" y="1427"/>
                </a:lnTo>
                <a:lnTo>
                  <a:pt x="7221" y="1427"/>
                </a:lnTo>
                <a:lnTo>
                  <a:pt x="7112" y="1427"/>
                </a:lnTo>
                <a:lnTo>
                  <a:pt x="7003" y="1427"/>
                </a:lnTo>
                <a:lnTo>
                  <a:pt x="6893" y="1427"/>
                </a:lnTo>
                <a:lnTo>
                  <a:pt x="6784" y="1427"/>
                </a:lnTo>
                <a:lnTo>
                  <a:pt x="6674" y="1427"/>
                </a:lnTo>
                <a:lnTo>
                  <a:pt x="6565" y="1427"/>
                </a:lnTo>
                <a:lnTo>
                  <a:pt x="6456" y="1427"/>
                </a:lnTo>
                <a:lnTo>
                  <a:pt x="6346" y="1427"/>
                </a:lnTo>
                <a:lnTo>
                  <a:pt x="6237" y="1427"/>
                </a:lnTo>
                <a:lnTo>
                  <a:pt x="6127" y="1427"/>
                </a:lnTo>
                <a:lnTo>
                  <a:pt x="6018" y="1427"/>
                </a:lnTo>
                <a:lnTo>
                  <a:pt x="5909" y="1427"/>
                </a:lnTo>
                <a:lnTo>
                  <a:pt x="5799" y="1427"/>
                </a:lnTo>
                <a:lnTo>
                  <a:pt x="5690" y="1427"/>
                </a:lnTo>
                <a:lnTo>
                  <a:pt x="5580" y="1427"/>
                </a:lnTo>
                <a:lnTo>
                  <a:pt x="5471" y="1427"/>
                </a:lnTo>
                <a:lnTo>
                  <a:pt x="5362" y="1427"/>
                </a:lnTo>
                <a:lnTo>
                  <a:pt x="5252" y="1427"/>
                </a:lnTo>
                <a:lnTo>
                  <a:pt x="5143" y="1427"/>
                </a:lnTo>
                <a:lnTo>
                  <a:pt x="5033" y="1427"/>
                </a:lnTo>
                <a:lnTo>
                  <a:pt x="4924" y="1427"/>
                </a:lnTo>
                <a:lnTo>
                  <a:pt x="4815" y="1427"/>
                </a:lnTo>
                <a:lnTo>
                  <a:pt x="4705" y="1427"/>
                </a:lnTo>
                <a:lnTo>
                  <a:pt x="4596" y="1427"/>
                </a:lnTo>
                <a:lnTo>
                  <a:pt x="4487" y="1427"/>
                </a:lnTo>
                <a:lnTo>
                  <a:pt x="4377" y="1427"/>
                </a:lnTo>
                <a:lnTo>
                  <a:pt x="4268" y="1427"/>
                </a:lnTo>
                <a:lnTo>
                  <a:pt x="4158" y="1427"/>
                </a:lnTo>
                <a:lnTo>
                  <a:pt x="4049" y="1427"/>
                </a:lnTo>
                <a:lnTo>
                  <a:pt x="3940" y="1427"/>
                </a:lnTo>
                <a:lnTo>
                  <a:pt x="3830" y="1427"/>
                </a:lnTo>
                <a:lnTo>
                  <a:pt x="3721" y="1427"/>
                </a:lnTo>
                <a:lnTo>
                  <a:pt x="3611" y="1427"/>
                </a:lnTo>
                <a:lnTo>
                  <a:pt x="3502" y="1427"/>
                </a:lnTo>
                <a:lnTo>
                  <a:pt x="3393" y="1427"/>
                </a:lnTo>
                <a:lnTo>
                  <a:pt x="3283" y="1427"/>
                </a:lnTo>
                <a:lnTo>
                  <a:pt x="3174" y="1427"/>
                </a:lnTo>
                <a:lnTo>
                  <a:pt x="3064" y="1427"/>
                </a:lnTo>
                <a:lnTo>
                  <a:pt x="2955" y="1427"/>
                </a:lnTo>
                <a:lnTo>
                  <a:pt x="2846" y="1427"/>
                </a:lnTo>
                <a:lnTo>
                  <a:pt x="2736" y="1427"/>
                </a:lnTo>
                <a:lnTo>
                  <a:pt x="2627" y="1427"/>
                </a:lnTo>
                <a:lnTo>
                  <a:pt x="2517" y="1427"/>
                </a:lnTo>
                <a:lnTo>
                  <a:pt x="2408" y="1427"/>
                </a:lnTo>
                <a:lnTo>
                  <a:pt x="2299" y="1427"/>
                </a:lnTo>
                <a:lnTo>
                  <a:pt x="2189" y="1427"/>
                </a:lnTo>
                <a:lnTo>
                  <a:pt x="2080" y="1427"/>
                </a:lnTo>
                <a:lnTo>
                  <a:pt x="1970" y="1427"/>
                </a:lnTo>
                <a:lnTo>
                  <a:pt x="1861" y="1427"/>
                </a:lnTo>
                <a:lnTo>
                  <a:pt x="1752" y="1427"/>
                </a:lnTo>
                <a:lnTo>
                  <a:pt x="1642" y="1427"/>
                </a:lnTo>
                <a:lnTo>
                  <a:pt x="1533" y="1427"/>
                </a:lnTo>
                <a:lnTo>
                  <a:pt x="1423" y="1427"/>
                </a:lnTo>
                <a:lnTo>
                  <a:pt x="1313" y="1427"/>
                </a:lnTo>
                <a:lnTo>
                  <a:pt x="1204" y="1427"/>
                </a:lnTo>
                <a:lnTo>
                  <a:pt x="1094" y="1427"/>
                </a:lnTo>
                <a:lnTo>
                  <a:pt x="985" y="1427"/>
                </a:lnTo>
                <a:lnTo>
                  <a:pt x="875" y="1427"/>
                </a:lnTo>
                <a:lnTo>
                  <a:pt x="766" y="1427"/>
                </a:lnTo>
                <a:lnTo>
                  <a:pt x="657" y="1427"/>
                </a:lnTo>
                <a:lnTo>
                  <a:pt x="547" y="1427"/>
                </a:lnTo>
                <a:lnTo>
                  <a:pt x="438" y="1427"/>
                </a:lnTo>
                <a:lnTo>
                  <a:pt x="329" y="1427"/>
                </a:lnTo>
                <a:lnTo>
                  <a:pt x="219" y="1427"/>
                </a:lnTo>
                <a:lnTo>
                  <a:pt x="110" y="1427"/>
                </a:lnTo>
                <a:lnTo>
                  <a:pt x="0" y="1427"/>
                </a:lnTo>
                <a:close/>
              </a:path>
            </a:pathLst>
          </a:custGeom>
          <a:solidFill>
            <a:srgbClr val="d62828">
              <a:alpha val="7000"/>
            </a:srgbClr>
          </a:solidFill>
          <a:ln w="12600">
            <a:solidFill>
              <a:srgbClr val="d62828">
                <a:alpha val="7000"/>
              </a:srgbClr>
            </a:solidFill>
            <a:round/>
          </a:ln>
        </p:spPr>
      </p:sp>
      <p:sp>
        <p:nvSpPr>
          <p:cNvPr id="98" name=""/>
          <p:cNvSpPr/>
          <p:nvPr/>
        </p:nvSpPr>
        <p:spPr>
          <a:xfrm>
            <a:off x="5349960" y="947520"/>
            <a:ext cx="3899160" cy="3425760"/>
          </a:xfrm>
          <a:custGeom>
            <a:avLst/>
            <a:gdLst/>
            <a:ahLst/>
            <a:rect l="0" t="0" r="r" b="b"/>
            <a:pathLst>
              <a:path w="10831" h="9516">
                <a:moveTo>
                  <a:pt x="0" y="9516"/>
                </a:moveTo>
                <a:lnTo>
                  <a:pt x="0" y="8089"/>
                </a:lnTo>
                <a:lnTo>
                  <a:pt x="110" y="8089"/>
                </a:lnTo>
                <a:lnTo>
                  <a:pt x="219" y="8089"/>
                </a:lnTo>
                <a:lnTo>
                  <a:pt x="329" y="8089"/>
                </a:lnTo>
                <a:lnTo>
                  <a:pt x="438" y="8089"/>
                </a:lnTo>
                <a:lnTo>
                  <a:pt x="547" y="8089"/>
                </a:lnTo>
                <a:lnTo>
                  <a:pt x="657" y="8089"/>
                </a:lnTo>
                <a:lnTo>
                  <a:pt x="766" y="8089"/>
                </a:lnTo>
                <a:lnTo>
                  <a:pt x="875" y="8089"/>
                </a:lnTo>
                <a:lnTo>
                  <a:pt x="985" y="8089"/>
                </a:lnTo>
                <a:lnTo>
                  <a:pt x="1094" y="8089"/>
                </a:lnTo>
                <a:lnTo>
                  <a:pt x="1204" y="8089"/>
                </a:lnTo>
                <a:lnTo>
                  <a:pt x="1313" y="8089"/>
                </a:lnTo>
                <a:lnTo>
                  <a:pt x="1423" y="8089"/>
                </a:lnTo>
                <a:lnTo>
                  <a:pt x="1533" y="8089"/>
                </a:lnTo>
                <a:lnTo>
                  <a:pt x="1642" y="8089"/>
                </a:lnTo>
                <a:lnTo>
                  <a:pt x="1752" y="8089"/>
                </a:lnTo>
                <a:lnTo>
                  <a:pt x="1861" y="8089"/>
                </a:lnTo>
                <a:lnTo>
                  <a:pt x="1970" y="8089"/>
                </a:lnTo>
                <a:lnTo>
                  <a:pt x="2080" y="8089"/>
                </a:lnTo>
                <a:lnTo>
                  <a:pt x="2189" y="8089"/>
                </a:lnTo>
                <a:lnTo>
                  <a:pt x="2299" y="8089"/>
                </a:lnTo>
                <a:lnTo>
                  <a:pt x="2408" y="8089"/>
                </a:lnTo>
                <a:lnTo>
                  <a:pt x="2517" y="8089"/>
                </a:lnTo>
                <a:lnTo>
                  <a:pt x="2627" y="8089"/>
                </a:lnTo>
                <a:lnTo>
                  <a:pt x="2736" y="8089"/>
                </a:lnTo>
                <a:lnTo>
                  <a:pt x="2846" y="8089"/>
                </a:lnTo>
                <a:lnTo>
                  <a:pt x="2955" y="8089"/>
                </a:lnTo>
                <a:lnTo>
                  <a:pt x="3064" y="8089"/>
                </a:lnTo>
                <a:lnTo>
                  <a:pt x="3174" y="8089"/>
                </a:lnTo>
                <a:lnTo>
                  <a:pt x="3283" y="8089"/>
                </a:lnTo>
                <a:lnTo>
                  <a:pt x="3393" y="8089"/>
                </a:lnTo>
                <a:lnTo>
                  <a:pt x="3502" y="8089"/>
                </a:lnTo>
                <a:lnTo>
                  <a:pt x="3611" y="8089"/>
                </a:lnTo>
                <a:lnTo>
                  <a:pt x="3721" y="8089"/>
                </a:lnTo>
                <a:lnTo>
                  <a:pt x="3830" y="8089"/>
                </a:lnTo>
                <a:lnTo>
                  <a:pt x="3940" y="8089"/>
                </a:lnTo>
                <a:lnTo>
                  <a:pt x="4049" y="8089"/>
                </a:lnTo>
                <a:lnTo>
                  <a:pt x="4158" y="8089"/>
                </a:lnTo>
                <a:lnTo>
                  <a:pt x="4268" y="8089"/>
                </a:lnTo>
                <a:lnTo>
                  <a:pt x="4377" y="8089"/>
                </a:lnTo>
                <a:lnTo>
                  <a:pt x="4487" y="8089"/>
                </a:lnTo>
                <a:lnTo>
                  <a:pt x="4596" y="8089"/>
                </a:lnTo>
                <a:lnTo>
                  <a:pt x="4705" y="8089"/>
                </a:lnTo>
                <a:lnTo>
                  <a:pt x="4815" y="8089"/>
                </a:lnTo>
                <a:lnTo>
                  <a:pt x="4924" y="8089"/>
                </a:lnTo>
                <a:lnTo>
                  <a:pt x="5033" y="8089"/>
                </a:lnTo>
                <a:lnTo>
                  <a:pt x="5143" y="8089"/>
                </a:lnTo>
                <a:lnTo>
                  <a:pt x="5252" y="8089"/>
                </a:lnTo>
                <a:lnTo>
                  <a:pt x="5362" y="8089"/>
                </a:lnTo>
                <a:lnTo>
                  <a:pt x="5471" y="8089"/>
                </a:lnTo>
                <a:lnTo>
                  <a:pt x="5580" y="8089"/>
                </a:lnTo>
                <a:lnTo>
                  <a:pt x="5690" y="8089"/>
                </a:lnTo>
                <a:lnTo>
                  <a:pt x="5799" y="8089"/>
                </a:lnTo>
                <a:lnTo>
                  <a:pt x="5909" y="8089"/>
                </a:lnTo>
                <a:lnTo>
                  <a:pt x="6018" y="8089"/>
                </a:lnTo>
                <a:lnTo>
                  <a:pt x="6127" y="8089"/>
                </a:lnTo>
                <a:lnTo>
                  <a:pt x="6237" y="8089"/>
                </a:lnTo>
                <a:lnTo>
                  <a:pt x="6346" y="8089"/>
                </a:lnTo>
                <a:lnTo>
                  <a:pt x="6456" y="8089"/>
                </a:lnTo>
                <a:lnTo>
                  <a:pt x="6565" y="8089"/>
                </a:lnTo>
                <a:lnTo>
                  <a:pt x="6674" y="8089"/>
                </a:lnTo>
                <a:lnTo>
                  <a:pt x="6784" y="8089"/>
                </a:lnTo>
                <a:lnTo>
                  <a:pt x="6893" y="8089"/>
                </a:lnTo>
                <a:lnTo>
                  <a:pt x="7003" y="8089"/>
                </a:lnTo>
                <a:lnTo>
                  <a:pt x="7112" y="8089"/>
                </a:lnTo>
                <a:lnTo>
                  <a:pt x="7221" y="8089"/>
                </a:lnTo>
                <a:lnTo>
                  <a:pt x="7331" y="8089"/>
                </a:lnTo>
                <a:lnTo>
                  <a:pt x="7440" y="8089"/>
                </a:lnTo>
                <a:lnTo>
                  <a:pt x="7550" y="8089"/>
                </a:lnTo>
                <a:lnTo>
                  <a:pt x="7659" y="8089"/>
                </a:lnTo>
                <a:lnTo>
                  <a:pt x="7768" y="8089"/>
                </a:lnTo>
                <a:lnTo>
                  <a:pt x="7878" y="8089"/>
                </a:lnTo>
                <a:lnTo>
                  <a:pt x="7987" y="8089"/>
                </a:lnTo>
                <a:lnTo>
                  <a:pt x="8097" y="8089"/>
                </a:lnTo>
                <a:lnTo>
                  <a:pt x="8206" y="8089"/>
                </a:lnTo>
                <a:lnTo>
                  <a:pt x="8315" y="8089"/>
                </a:lnTo>
                <a:lnTo>
                  <a:pt x="8425" y="8089"/>
                </a:lnTo>
                <a:lnTo>
                  <a:pt x="8534" y="8089"/>
                </a:lnTo>
                <a:lnTo>
                  <a:pt x="8643" y="8089"/>
                </a:lnTo>
                <a:lnTo>
                  <a:pt x="8753" y="8089"/>
                </a:lnTo>
                <a:lnTo>
                  <a:pt x="8862" y="8089"/>
                </a:lnTo>
                <a:lnTo>
                  <a:pt x="8972" y="8089"/>
                </a:lnTo>
                <a:lnTo>
                  <a:pt x="9081" y="8089"/>
                </a:lnTo>
                <a:lnTo>
                  <a:pt x="9190" y="8089"/>
                </a:lnTo>
                <a:lnTo>
                  <a:pt x="9300" y="8089"/>
                </a:lnTo>
                <a:lnTo>
                  <a:pt x="9409" y="8089"/>
                </a:lnTo>
                <a:lnTo>
                  <a:pt x="9519" y="8089"/>
                </a:lnTo>
                <a:lnTo>
                  <a:pt x="9628" y="8089"/>
                </a:lnTo>
                <a:lnTo>
                  <a:pt x="9737" y="8089"/>
                </a:lnTo>
                <a:lnTo>
                  <a:pt x="9847" y="8089"/>
                </a:lnTo>
                <a:lnTo>
                  <a:pt x="9956" y="8089"/>
                </a:lnTo>
                <a:lnTo>
                  <a:pt x="10066" y="8089"/>
                </a:lnTo>
                <a:lnTo>
                  <a:pt x="10175" y="8089"/>
                </a:lnTo>
                <a:lnTo>
                  <a:pt x="10284" y="8089"/>
                </a:lnTo>
                <a:lnTo>
                  <a:pt x="10394" y="8089"/>
                </a:lnTo>
                <a:lnTo>
                  <a:pt x="10503" y="8089"/>
                </a:lnTo>
                <a:lnTo>
                  <a:pt x="10613" y="8089"/>
                </a:lnTo>
                <a:lnTo>
                  <a:pt x="10722" y="8089"/>
                </a:lnTo>
                <a:lnTo>
                  <a:pt x="10831" y="8089"/>
                </a:lnTo>
                <a:lnTo>
                  <a:pt x="10831" y="0"/>
                </a:lnTo>
                <a:lnTo>
                  <a:pt x="10722" y="96"/>
                </a:lnTo>
                <a:lnTo>
                  <a:pt x="10613" y="192"/>
                </a:lnTo>
                <a:lnTo>
                  <a:pt x="10503" y="288"/>
                </a:lnTo>
                <a:lnTo>
                  <a:pt x="10394" y="385"/>
                </a:lnTo>
                <a:lnTo>
                  <a:pt x="10284" y="481"/>
                </a:lnTo>
                <a:lnTo>
                  <a:pt x="10175" y="577"/>
                </a:lnTo>
                <a:lnTo>
                  <a:pt x="10066" y="673"/>
                </a:lnTo>
                <a:lnTo>
                  <a:pt x="9956" y="769"/>
                </a:lnTo>
                <a:lnTo>
                  <a:pt x="9847" y="865"/>
                </a:lnTo>
                <a:lnTo>
                  <a:pt x="9737" y="961"/>
                </a:lnTo>
                <a:lnTo>
                  <a:pt x="9628" y="1057"/>
                </a:lnTo>
                <a:lnTo>
                  <a:pt x="9519" y="1153"/>
                </a:lnTo>
                <a:lnTo>
                  <a:pt x="9409" y="1250"/>
                </a:lnTo>
                <a:lnTo>
                  <a:pt x="9300" y="1346"/>
                </a:lnTo>
                <a:lnTo>
                  <a:pt x="9190" y="1442"/>
                </a:lnTo>
                <a:lnTo>
                  <a:pt x="9081" y="1538"/>
                </a:lnTo>
                <a:lnTo>
                  <a:pt x="8972" y="1634"/>
                </a:lnTo>
                <a:lnTo>
                  <a:pt x="8862" y="1730"/>
                </a:lnTo>
                <a:lnTo>
                  <a:pt x="8753" y="1826"/>
                </a:lnTo>
                <a:lnTo>
                  <a:pt x="8643" y="1922"/>
                </a:lnTo>
                <a:lnTo>
                  <a:pt x="8534" y="2018"/>
                </a:lnTo>
                <a:lnTo>
                  <a:pt x="8425" y="2115"/>
                </a:lnTo>
                <a:lnTo>
                  <a:pt x="8315" y="2212"/>
                </a:lnTo>
                <a:lnTo>
                  <a:pt x="8206" y="2308"/>
                </a:lnTo>
                <a:lnTo>
                  <a:pt x="8097" y="2404"/>
                </a:lnTo>
                <a:lnTo>
                  <a:pt x="7987" y="2500"/>
                </a:lnTo>
                <a:lnTo>
                  <a:pt x="7878" y="2596"/>
                </a:lnTo>
                <a:lnTo>
                  <a:pt x="7768" y="2692"/>
                </a:lnTo>
                <a:lnTo>
                  <a:pt x="7659" y="2788"/>
                </a:lnTo>
                <a:lnTo>
                  <a:pt x="7550" y="2884"/>
                </a:lnTo>
                <a:lnTo>
                  <a:pt x="7440" y="2981"/>
                </a:lnTo>
                <a:lnTo>
                  <a:pt x="7331" y="3077"/>
                </a:lnTo>
                <a:lnTo>
                  <a:pt x="7221" y="3173"/>
                </a:lnTo>
                <a:lnTo>
                  <a:pt x="7112" y="3269"/>
                </a:lnTo>
                <a:lnTo>
                  <a:pt x="7003" y="3365"/>
                </a:lnTo>
                <a:lnTo>
                  <a:pt x="6893" y="3461"/>
                </a:lnTo>
                <a:lnTo>
                  <a:pt x="6784" y="3557"/>
                </a:lnTo>
                <a:lnTo>
                  <a:pt x="6674" y="3653"/>
                </a:lnTo>
                <a:lnTo>
                  <a:pt x="6565" y="3749"/>
                </a:lnTo>
                <a:lnTo>
                  <a:pt x="6456" y="3845"/>
                </a:lnTo>
                <a:lnTo>
                  <a:pt x="6346" y="3942"/>
                </a:lnTo>
                <a:lnTo>
                  <a:pt x="6237" y="4038"/>
                </a:lnTo>
                <a:lnTo>
                  <a:pt x="6127" y="4134"/>
                </a:lnTo>
                <a:lnTo>
                  <a:pt x="6018" y="4230"/>
                </a:lnTo>
                <a:lnTo>
                  <a:pt x="5909" y="4326"/>
                </a:lnTo>
                <a:lnTo>
                  <a:pt x="5799" y="4422"/>
                </a:lnTo>
                <a:lnTo>
                  <a:pt x="5690" y="4518"/>
                </a:lnTo>
                <a:lnTo>
                  <a:pt x="5580" y="4614"/>
                </a:lnTo>
                <a:lnTo>
                  <a:pt x="5471" y="4710"/>
                </a:lnTo>
                <a:lnTo>
                  <a:pt x="5362" y="4807"/>
                </a:lnTo>
                <a:lnTo>
                  <a:pt x="5252" y="4903"/>
                </a:lnTo>
                <a:lnTo>
                  <a:pt x="5143" y="4999"/>
                </a:lnTo>
                <a:lnTo>
                  <a:pt x="5033" y="5095"/>
                </a:lnTo>
                <a:lnTo>
                  <a:pt x="4924" y="5191"/>
                </a:lnTo>
                <a:lnTo>
                  <a:pt x="4815" y="5287"/>
                </a:lnTo>
                <a:lnTo>
                  <a:pt x="4705" y="5383"/>
                </a:lnTo>
                <a:lnTo>
                  <a:pt x="4596" y="5479"/>
                </a:lnTo>
                <a:lnTo>
                  <a:pt x="4487" y="5575"/>
                </a:lnTo>
                <a:lnTo>
                  <a:pt x="4377" y="5672"/>
                </a:lnTo>
                <a:lnTo>
                  <a:pt x="4268" y="5768"/>
                </a:lnTo>
                <a:lnTo>
                  <a:pt x="4158" y="5864"/>
                </a:lnTo>
                <a:lnTo>
                  <a:pt x="4049" y="5960"/>
                </a:lnTo>
                <a:lnTo>
                  <a:pt x="3940" y="6056"/>
                </a:lnTo>
                <a:lnTo>
                  <a:pt x="3830" y="6152"/>
                </a:lnTo>
                <a:lnTo>
                  <a:pt x="3721" y="6248"/>
                </a:lnTo>
                <a:lnTo>
                  <a:pt x="3611" y="6344"/>
                </a:lnTo>
                <a:lnTo>
                  <a:pt x="3502" y="6440"/>
                </a:lnTo>
                <a:lnTo>
                  <a:pt x="3393" y="6537"/>
                </a:lnTo>
                <a:lnTo>
                  <a:pt x="3283" y="6633"/>
                </a:lnTo>
                <a:lnTo>
                  <a:pt x="3174" y="6729"/>
                </a:lnTo>
                <a:lnTo>
                  <a:pt x="3064" y="6825"/>
                </a:lnTo>
                <a:lnTo>
                  <a:pt x="2955" y="6921"/>
                </a:lnTo>
                <a:lnTo>
                  <a:pt x="2846" y="7017"/>
                </a:lnTo>
                <a:lnTo>
                  <a:pt x="2736" y="7113"/>
                </a:lnTo>
                <a:lnTo>
                  <a:pt x="2627" y="7209"/>
                </a:lnTo>
                <a:lnTo>
                  <a:pt x="2517" y="7305"/>
                </a:lnTo>
                <a:lnTo>
                  <a:pt x="2408" y="7401"/>
                </a:lnTo>
                <a:lnTo>
                  <a:pt x="2299" y="7498"/>
                </a:lnTo>
                <a:lnTo>
                  <a:pt x="2189" y="7594"/>
                </a:lnTo>
                <a:lnTo>
                  <a:pt x="2080" y="7690"/>
                </a:lnTo>
                <a:lnTo>
                  <a:pt x="1970" y="7786"/>
                </a:lnTo>
                <a:lnTo>
                  <a:pt x="1861" y="7882"/>
                </a:lnTo>
                <a:lnTo>
                  <a:pt x="1752" y="7978"/>
                </a:lnTo>
                <a:lnTo>
                  <a:pt x="1642" y="8074"/>
                </a:lnTo>
                <a:lnTo>
                  <a:pt x="1533" y="8170"/>
                </a:lnTo>
                <a:lnTo>
                  <a:pt x="1423" y="8266"/>
                </a:lnTo>
                <a:lnTo>
                  <a:pt x="1313" y="8363"/>
                </a:lnTo>
                <a:lnTo>
                  <a:pt x="1204" y="8459"/>
                </a:lnTo>
                <a:lnTo>
                  <a:pt x="1094" y="8555"/>
                </a:lnTo>
                <a:lnTo>
                  <a:pt x="985" y="8651"/>
                </a:lnTo>
                <a:lnTo>
                  <a:pt x="875" y="8747"/>
                </a:lnTo>
                <a:lnTo>
                  <a:pt x="766" y="8843"/>
                </a:lnTo>
                <a:lnTo>
                  <a:pt x="657" y="8939"/>
                </a:lnTo>
                <a:lnTo>
                  <a:pt x="547" y="9035"/>
                </a:lnTo>
                <a:lnTo>
                  <a:pt x="438" y="9131"/>
                </a:lnTo>
                <a:lnTo>
                  <a:pt x="329" y="9228"/>
                </a:lnTo>
                <a:lnTo>
                  <a:pt x="219" y="9324"/>
                </a:lnTo>
                <a:lnTo>
                  <a:pt x="110" y="9420"/>
                </a:lnTo>
                <a:lnTo>
                  <a:pt x="0" y="9516"/>
                </a:lnTo>
                <a:close/>
              </a:path>
            </a:pathLst>
          </a:custGeom>
          <a:solidFill>
            <a:srgbClr val="118ab2">
              <a:alpha val="7000"/>
            </a:srgbClr>
          </a:solidFill>
          <a:ln w="12600">
            <a:solidFill>
              <a:srgbClr val="118ab2">
                <a:alpha val="7000"/>
              </a:srgbClr>
            </a:solidFill>
            <a:round/>
          </a:ln>
        </p:spPr>
      </p:sp>
      <p:sp>
        <p:nvSpPr>
          <p:cNvPr id="99" name=""/>
          <p:cNvSpPr/>
          <p:nvPr/>
        </p:nvSpPr>
        <p:spPr>
          <a:xfrm>
            <a:off x="534996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0" name=""/>
          <p:cNvSpPr/>
          <p:nvPr/>
        </p:nvSpPr>
        <p:spPr>
          <a:xfrm>
            <a:off x="534996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 txBox="1"/>
          <p:nvPr/>
        </p:nvSpPr>
        <p:spPr>
          <a:xfrm>
            <a:off x="2439360" y="3644640"/>
            <a:ext cx="2297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a7d6e"/>
                </a:solidFill>
                <a:latin typeface="DejaVuSans"/>
              </a:rPr>
              <a:t>good  ·  n=5 subjects  ·  11 clones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612972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" name=""/>
          <p:cNvSpPr/>
          <p:nvPr/>
        </p:nvSpPr>
        <p:spPr>
          <a:xfrm>
            <a:off x="612972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 txBox="1"/>
          <p:nvPr/>
        </p:nvSpPr>
        <p:spPr>
          <a:xfrm>
            <a:off x="525924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690948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" name=""/>
          <p:cNvSpPr/>
          <p:nvPr/>
        </p:nvSpPr>
        <p:spPr>
          <a:xfrm>
            <a:off x="690948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" name=""/>
          <p:cNvSpPr txBox="1"/>
          <p:nvPr/>
        </p:nvSpPr>
        <p:spPr>
          <a:xfrm>
            <a:off x="603900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768924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9" name=""/>
          <p:cNvSpPr/>
          <p:nvPr/>
        </p:nvSpPr>
        <p:spPr>
          <a:xfrm>
            <a:off x="768924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" name=""/>
          <p:cNvSpPr txBox="1"/>
          <p:nvPr/>
        </p:nvSpPr>
        <p:spPr>
          <a:xfrm>
            <a:off x="681876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846900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2" name=""/>
          <p:cNvSpPr/>
          <p:nvPr/>
        </p:nvSpPr>
        <p:spPr>
          <a:xfrm>
            <a:off x="846900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" name=""/>
          <p:cNvSpPr txBox="1"/>
          <p:nvPr/>
        </p:nvSpPr>
        <p:spPr>
          <a:xfrm>
            <a:off x="759852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9248760" y="385920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5" name=""/>
          <p:cNvSpPr/>
          <p:nvPr/>
        </p:nvSpPr>
        <p:spPr>
          <a:xfrm>
            <a:off x="9248760" y="385920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6" name=""/>
          <p:cNvSpPr txBox="1"/>
          <p:nvPr/>
        </p:nvSpPr>
        <p:spPr>
          <a:xfrm>
            <a:off x="837828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9158040" y="39225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5117040" y="3687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 flipH="1">
            <a:off x="5117040" y="3687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/>
          <p:nvPr/>
        </p:nvSpPr>
        <p:spPr>
          <a:xfrm>
            <a:off x="5117040" y="3002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1" name=""/>
          <p:cNvSpPr/>
          <p:nvPr/>
        </p:nvSpPr>
        <p:spPr>
          <a:xfrm flipH="1">
            <a:off x="5117040" y="3002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2" name=""/>
          <p:cNvSpPr/>
          <p:nvPr/>
        </p:nvSpPr>
        <p:spPr>
          <a:xfrm>
            <a:off x="5117040" y="2317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 flipH="1">
            <a:off x="5117040" y="2317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/>
          <p:nvPr/>
        </p:nvSpPr>
        <p:spPr>
          <a:xfrm>
            <a:off x="5117040" y="1632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 flipH="1">
            <a:off x="5117040" y="1632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/>
          <p:nvPr/>
        </p:nvSpPr>
        <p:spPr>
          <a:xfrm>
            <a:off x="5117040" y="94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7" name=""/>
          <p:cNvSpPr/>
          <p:nvPr/>
        </p:nvSpPr>
        <p:spPr>
          <a:xfrm flipH="1">
            <a:off x="5117040" y="94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8" name=""/>
          <p:cNvSpPr/>
          <p:nvPr/>
        </p:nvSpPr>
        <p:spPr>
          <a:xfrm>
            <a:off x="5117040" y="262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 flipH="1">
            <a:off x="5117040" y="262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 txBox="1"/>
          <p:nvPr/>
        </p:nvSpPr>
        <p:spPr>
          <a:xfrm>
            <a:off x="6431760" y="4082040"/>
            <a:ext cx="1748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Pre-TNT cellular prevalence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 flipV="1">
            <a:off x="5349960" y="262440"/>
            <a:ext cx="3899160" cy="3425760"/>
          </a:xfrm>
          <a:prstGeom prst="line">
            <a:avLst/>
          </a:prstGeom>
          <a:ln w="12600">
            <a:solidFill>
              <a:srgbClr val="0e2a47"/>
            </a:solidFill>
            <a:custDash>
              <a:ds d="371429" sp="160000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>
            <a:off x="5349960" y="-12960"/>
            <a:ext cx="3432960" cy="3016080"/>
          </a:xfrm>
          <a:custGeom>
            <a:avLst/>
            <a:gdLst/>
            <a:ahLst/>
            <a:rect l="0" t="0" r="r" b="b"/>
            <a:pathLst>
              <a:path fill="none" w="9536" h="8378">
                <a:moveTo>
                  <a:pt x="0" y="8378"/>
                </a:moveTo>
                <a:lnTo>
                  <a:pt x="110" y="8282"/>
                </a:lnTo>
                <a:lnTo>
                  <a:pt x="219" y="8186"/>
                </a:lnTo>
                <a:lnTo>
                  <a:pt x="329" y="8090"/>
                </a:lnTo>
                <a:lnTo>
                  <a:pt x="438" y="7994"/>
                </a:lnTo>
                <a:lnTo>
                  <a:pt x="547" y="7897"/>
                </a:lnTo>
                <a:lnTo>
                  <a:pt x="657" y="7801"/>
                </a:lnTo>
                <a:lnTo>
                  <a:pt x="766" y="7705"/>
                </a:lnTo>
                <a:lnTo>
                  <a:pt x="875" y="7609"/>
                </a:lnTo>
                <a:lnTo>
                  <a:pt x="985" y="7513"/>
                </a:lnTo>
                <a:lnTo>
                  <a:pt x="1094" y="7417"/>
                </a:lnTo>
                <a:lnTo>
                  <a:pt x="1204" y="7321"/>
                </a:lnTo>
                <a:lnTo>
                  <a:pt x="1313" y="7225"/>
                </a:lnTo>
                <a:lnTo>
                  <a:pt x="1422" y="7129"/>
                </a:lnTo>
                <a:lnTo>
                  <a:pt x="1532" y="7032"/>
                </a:lnTo>
                <a:lnTo>
                  <a:pt x="1641" y="6936"/>
                </a:lnTo>
                <a:lnTo>
                  <a:pt x="1751" y="6840"/>
                </a:lnTo>
                <a:lnTo>
                  <a:pt x="1860" y="6744"/>
                </a:lnTo>
                <a:lnTo>
                  <a:pt x="1969" y="6648"/>
                </a:lnTo>
                <a:lnTo>
                  <a:pt x="2079" y="6552"/>
                </a:lnTo>
                <a:lnTo>
                  <a:pt x="2188" y="6456"/>
                </a:lnTo>
                <a:lnTo>
                  <a:pt x="2298" y="6360"/>
                </a:lnTo>
                <a:lnTo>
                  <a:pt x="2407" y="6264"/>
                </a:lnTo>
                <a:lnTo>
                  <a:pt x="2516" y="6167"/>
                </a:lnTo>
                <a:lnTo>
                  <a:pt x="2626" y="6071"/>
                </a:lnTo>
                <a:lnTo>
                  <a:pt x="2735" y="5975"/>
                </a:lnTo>
                <a:lnTo>
                  <a:pt x="2845" y="5879"/>
                </a:lnTo>
                <a:lnTo>
                  <a:pt x="2954" y="5783"/>
                </a:lnTo>
                <a:lnTo>
                  <a:pt x="3063" y="5687"/>
                </a:lnTo>
                <a:lnTo>
                  <a:pt x="3173" y="5591"/>
                </a:lnTo>
                <a:lnTo>
                  <a:pt x="3282" y="5495"/>
                </a:lnTo>
                <a:lnTo>
                  <a:pt x="3392" y="5399"/>
                </a:lnTo>
                <a:lnTo>
                  <a:pt x="3501" y="5303"/>
                </a:lnTo>
                <a:lnTo>
                  <a:pt x="3610" y="5206"/>
                </a:lnTo>
                <a:lnTo>
                  <a:pt x="3720" y="5110"/>
                </a:lnTo>
                <a:lnTo>
                  <a:pt x="3829" y="5014"/>
                </a:lnTo>
                <a:lnTo>
                  <a:pt x="3939" y="4918"/>
                </a:lnTo>
                <a:lnTo>
                  <a:pt x="4048" y="4822"/>
                </a:lnTo>
                <a:lnTo>
                  <a:pt x="4157" y="4726"/>
                </a:lnTo>
                <a:lnTo>
                  <a:pt x="4267" y="4630"/>
                </a:lnTo>
                <a:lnTo>
                  <a:pt x="4376" y="4534"/>
                </a:lnTo>
                <a:lnTo>
                  <a:pt x="4486" y="4438"/>
                </a:lnTo>
                <a:lnTo>
                  <a:pt x="4595" y="4341"/>
                </a:lnTo>
                <a:lnTo>
                  <a:pt x="4704" y="4245"/>
                </a:lnTo>
                <a:lnTo>
                  <a:pt x="4814" y="4148"/>
                </a:lnTo>
                <a:lnTo>
                  <a:pt x="4923" y="4052"/>
                </a:lnTo>
                <a:lnTo>
                  <a:pt x="5032" y="3956"/>
                </a:lnTo>
                <a:lnTo>
                  <a:pt x="5142" y="3860"/>
                </a:lnTo>
                <a:lnTo>
                  <a:pt x="5251" y="3764"/>
                </a:lnTo>
                <a:lnTo>
                  <a:pt x="5361" y="3668"/>
                </a:lnTo>
                <a:lnTo>
                  <a:pt x="5470" y="3572"/>
                </a:lnTo>
                <a:lnTo>
                  <a:pt x="5579" y="3475"/>
                </a:lnTo>
                <a:lnTo>
                  <a:pt x="5689" y="3379"/>
                </a:lnTo>
                <a:lnTo>
                  <a:pt x="5798" y="3283"/>
                </a:lnTo>
                <a:lnTo>
                  <a:pt x="5908" y="3187"/>
                </a:lnTo>
                <a:lnTo>
                  <a:pt x="6017" y="3091"/>
                </a:lnTo>
                <a:lnTo>
                  <a:pt x="6126" y="2995"/>
                </a:lnTo>
                <a:lnTo>
                  <a:pt x="6236" y="2899"/>
                </a:lnTo>
                <a:lnTo>
                  <a:pt x="6345" y="2803"/>
                </a:lnTo>
                <a:lnTo>
                  <a:pt x="6455" y="2707"/>
                </a:lnTo>
                <a:lnTo>
                  <a:pt x="6564" y="2611"/>
                </a:lnTo>
                <a:lnTo>
                  <a:pt x="6673" y="2514"/>
                </a:lnTo>
                <a:lnTo>
                  <a:pt x="6783" y="2418"/>
                </a:lnTo>
                <a:lnTo>
                  <a:pt x="6892" y="2322"/>
                </a:lnTo>
                <a:lnTo>
                  <a:pt x="7002" y="2226"/>
                </a:lnTo>
                <a:lnTo>
                  <a:pt x="7111" y="2130"/>
                </a:lnTo>
                <a:lnTo>
                  <a:pt x="7220" y="2034"/>
                </a:lnTo>
                <a:lnTo>
                  <a:pt x="7330" y="1938"/>
                </a:lnTo>
                <a:lnTo>
                  <a:pt x="7439" y="1842"/>
                </a:lnTo>
                <a:lnTo>
                  <a:pt x="7549" y="1746"/>
                </a:lnTo>
                <a:lnTo>
                  <a:pt x="7658" y="1649"/>
                </a:lnTo>
                <a:lnTo>
                  <a:pt x="7767" y="1553"/>
                </a:lnTo>
                <a:lnTo>
                  <a:pt x="7877" y="1457"/>
                </a:lnTo>
                <a:lnTo>
                  <a:pt x="7986" y="1361"/>
                </a:lnTo>
                <a:lnTo>
                  <a:pt x="8096" y="1265"/>
                </a:lnTo>
                <a:lnTo>
                  <a:pt x="8205" y="1169"/>
                </a:lnTo>
                <a:lnTo>
                  <a:pt x="8314" y="1073"/>
                </a:lnTo>
                <a:lnTo>
                  <a:pt x="8424" y="977"/>
                </a:lnTo>
                <a:lnTo>
                  <a:pt x="8533" y="881"/>
                </a:lnTo>
                <a:lnTo>
                  <a:pt x="8642" y="784"/>
                </a:lnTo>
                <a:lnTo>
                  <a:pt x="8752" y="688"/>
                </a:lnTo>
                <a:lnTo>
                  <a:pt x="8861" y="592"/>
                </a:lnTo>
                <a:lnTo>
                  <a:pt x="8971" y="496"/>
                </a:lnTo>
                <a:lnTo>
                  <a:pt x="9081" y="400"/>
                </a:lnTo>
                <a:lnTo>
                  <a:pt x="9190" y="304"/>
                </a:lnTo>
                <a:lnTo>
                  <a:pt x="9300" y="208"/>
                </a:lnTo>
                <a:lnTo>
                  <a:pt x="9409" y="112"/>
                </a:lnTo>
                <a:lnTo>
                  <a:pt x="9519" y="16"/>
                </a:lnTo>
                <a:lnTo>
                  <a:pt x="9536" y="0"/>
                </a:lnTo>
              </a:path>
            </a:pathLst>
          </a:custGeom>
          <a:ln w="10080">
            <a:solidFill>
              <a:srgbClr val="d62828"/>
            </a:solidFill>
            <a:custDash>
              <a:ds d="100000" sp="164286"/>
            </a:custDash>
            <a:round/>
          </a:ln>
        </p:spPr>
      </p:sp>
      <p:sp>
        <p:nvSpPr>
          <p:cNvPr id="133" name=""/>
          <p:cNvSpPr/>
          <p:nvPr/>
        </p:nvSpPr>
        <p:spPr>
          <a:xfrm>
            <a:off x="5398560" y="947520"/>
            <a:ext cx="3850560" cy="3382920"/>
          </a:xfrm>
          <a:custGeom>
            <a:avLst/>
            <a:gdLst/>
            <a:ahLst/>
            <a:rect l="0" t="0" r="r" b="b"/>
            <a:pathLst>
              <a:path fill="none" w="10696" h="9397">
                <a:moveTo>
                  <a:pt x="0" y="9397"/>
                </a:moveTo>
                <a:lnTo>
                  <a:pt x="84" y="9324"/>
                </a:lnTo>
                <a:lnTo>
                  <a:pt x="194" y="9228"/>
                </a:lnTo>
                <a:lnTo>
                  <a:pt x="303" y="9131"/>
                </a:lnTo>
                <a:lnTo>
                  <a:pt x="412" y="9035"/>
                </a:lnTo>
                <a:lnTo>
                  <a:pt x="522" y="8939"/>
                </a:lnTo>
                <a:lnTo>
                  <a:pt x="631" y="8843"/>
                </a:lnTo>
                <a:lnTo>
                  <a:pt x="740" y="8747"/>
                </a:lnTo>
                <a:lnTo>
                  <a:pt x="850" y="8651"/>
                </a:lnTo>
                <a:lnTo>
                  <a:pt x="959" y="8555"/>
                </a:lnTo>
                <a:lnTo>
                  <a:pt x="1070" y="8459"/>
                </a:lnTo>
                <a:lnTo>
                  <a:pt x="1179" y="8363"/>
                </a:lnTo>
                <a:lnTo>
                  <a:pt x="1288" y="8266"/>
                </a:lnTo>
                <a:lnTo>
                  <a:pt x="1398" y="8170"/>
                </a:lnTo>
                <a:lnTo>
                  <a:pt x="1507" y="8074"/>
                </a:lnTo>
                <a:lnTo>
                  <a:pt x="1617" y="7978"/>
                </a:lnTo>
                <a:lnTo>
                  <a:pt x="1726" y="7882"/>
                </a:lnTo>
                <a:lnTo>
                  <a:pt x="1835" y="7786"/>
                </a:lnTo>
                <a:lnTo>
                  <a:pt x="1945" y="7690"/>
                </a:lnTo>
                <a:lnTo>
                  <a:pt x="2054" y="7594"/>
                </a:lnTo>
                <a:lnTo>
                  <a:pt x="2164" y="7498"/>
                </a:lnTo>
                <a:lnTo>
                  <a:pt x="2273" y="7401"/>
                </a:lnTo>
                <a:lnTo>
                  <a:pt x="2382" y="7305"/>
                </a:lnTo>
                <a:lnTo>
                  <a:pt x="2492" y="7209"/>
                </a:lnTo>
                <a:lnTo>
                  <a:pt x="2601" y="7113"/>
                </a:lnTo>
                <a:lnTo>
                  <a:pt x="2711" y="7017"/>
                </a:lnTo>
                <a:lnTo>
                  <a:pt x="2820" y="6921"/>
                </a:lnTo>
                <a:lnTo>
                  <a:pt x="2929" y="6825"/>
                </a:lnTo>
                <a:lnTo>
                  <a:pt x="3039" y="6729"/>
                </a:lnTo>
                <a:lnTo>
                  <a:pt x="3148" y="6633"/>
                </a:lnTo>
                <a:lnTo>
                  <a:pt x="3258" y="6537"/>
                </a:lnTo>
                <a:lnTo>
                  <a:pt x="3367" y="6440"/>
                </a:lnTo>
                <a:lnTo>
                  <a:pt x="3476" y="6344"/>
                </a:lnTo>
                <a:lnTo>
                  <a:pt x="3586" y="6248"/>
                </a:lnTo>
                <a:lnTo>
                  <a:pt x="3695" y="6152"/>
                </a:lnTo>
                <a:lnTo>
                  <a:pt x="3805" y="6056"/>
                </a:lnTo>
                <a:lnTo>
                  <a:pt x="3914" y="5960"/>
                </a:lnTo>
                <a:lnTo>
                  <a:pt x="4023" y="5864"/>
                </a:lnTo>
                <a:lnTo>
                  <a:pt x="4133" y="5768"/>
                </a:lnTo>
                <a:lnTo>
                  <a:pt x="4242" y="5672"/>
                </a:lnTo>
                <a:lnTo>
                  <a:pt x="4352" y="5575"/>
                </a:lnTo>
                <a:lnTo>
                  <a:pt x="4461" y="5479"/>
                </a:lnTo>
                <a:lnTo>
                  <a:pt x="4570" y="5383"/>
                </a:lnTo>
                <a:lnTo>
                  <a:pt x="4680" y="5287"/>
                </a:lnTo>
                <a:lnTo>
                  <a:pt x="4789" y="5191"/>
                </a:lnTo>
                <a:lnTo>
                  <a:pt x="4898" y="5095"/>
                </a:lnTo>
                <a:lnTo>
                  <a:pt x="5008" y="4999"/>
                </a:lnTo>
                <a:lnTo>
                  <a:pt x="5117" y="4903"/>
                </a:lnTo>
                <a:lnTo>
                  <a:pt x="5227" y="4807"/>
                </a:lnTo>
                <a:lnTo>
                  <a:pt x="5336" y="4710"/>
                </a:lnTo>
                <a:lnTo>
                  <a:pt x="5445" y="4614"/>
                </a:lnTo>
                <a:lnTo>
                  <a:pt x="5555" y="4518"/>
                </a:lnTo>
                <a:lnTo>
                  <a:pt x="5664" y="4422"/>
                </a:lnTo>
                <a:lnTo>
                  <a:pt x="5774" y="4326"/>
                </a:lnTo>
                <a:lnTo>
                  <a:pt x="5883" y="4230"/>
                </a:lnTo>
                <a:lnTo>
                  <a:pt x="5992" y="4134"/>
                </a:lnTo>
                <a:lnTo>
                  <a:pt x="6102" y="4038"/>
                </a:lnTo>
                <a:lnTo>
                  <a:pt x="6211" y="3942"/>
                </a:lnTo>
                <a:lnTo>
                  <a:pt x="6321" y="3845"/>
                </a:lnTo>
                <a:lnTo>
                  <a:pt x="6430" y="3749"/>
                </a:lnTo>
                <a:lnTo>
                  <a:pt x="6539" y="3653"/>
                </a:lnTo>
                <a:lnTo>
                  <a:pt x="6649" y="3557"/>
                </a:lnTo>
                <a:lnTo>
                  <a:pt x="6758" y="3461"/>
                </a:lnTo>
                <a:lnTo>
                  <a:pt x="6868" y="3365"/>
                </a:lnTo>
                <a:lnTo>
                  <a:pt x="6977" y="3269"/>
                </a:lnTo>
                <a:lnTo>
                  <a:pt x="7086" y="3173"/>
                </a:lnTo>
                <a:lnTo>
                  <a:pt x="7196" y="3077"/>
                </a:lnTo>
                <a:lnTo>
                  <a:pt x="7305" y="2981"/>
                </a:lnTo>
                <a:lnTo>
                  <a:pt x="7415" y="2884"/>
                </a:lnTo>
                <a:lnTo>
                  <a:pt x="7524" y="2788"/>
                </a:lnTo>
                <a:lnTo>
                  <a:pt x="7633" y="2692"/>
                </a:lnTo>
                <a:lnTo>
                  <a:pt x="7743" y="2596"/>
                </a:lnTo>
                <a:lnTo>
                  <a:pt x="7852" y="2500"/>
                </a:lnTo>
                <a:lnTo>
                  <a:pt x="7962" y="2404"/>
                </a:lnTo>
                <a:lnTo>
                  <a:pt x="8071" y="2308"/>
                </a:lnTo>
                <a:lnTo>
                  <a:pt x="8180" y="2212"/>
                </a:lnTo>
                <a:lnTo>
                  <a:pt x="8290" y="2116"/>
                </a:lnTo>
                <a:lnTo>
                  <a:pt x="8399" y="2018"/>
                </a:lnTo>
                <a:lnTo>
                  <a:pt x="8508" y="1922"/>
                </a:lnTo>
                <a:lnTo>
                  <a:pt x="8618" y="1826"/>
                </a:lnTo>
                <a:lnTo>
                  <a:pt x="8727" y="1730"/>
                </a:lnTo>
                <a:lnTo>
                  <a:pt x="8837" y="1634"/>
                </a:lnTo>
                <a:lnTo>
                  <a:pt x="8946" y="1538"/>
                </a:lnTo>
                <a:lnTo>
                  <a:pt x="9055" y="1442"/>
                </a:lnTo>
                <a:lnTo>
                  <a:pt x="9165" y="1346"/>
                </a:lnTo>
                <a:lnTo>
                  <a:pt x="9274" y="1250"/>
                </a:lnTo>
                <a:lnTo>
                  <a:pt x="9384" y="1153"/>
                </a:lnTo>
                <a:lnTo>
                  <a:pt x="9493" y="1057"/>
                </a:lnTo>
                <a:lnTo>
                  <a:pt x="9602" y="961"/>
                </a:lnTo>
                <a:lnTo>
                  <a:pt x="9712" y="865"/>
                </a:lnTo>
                <a:lnTo>
                  <a:pt x="9821" y="769"/>
                </a:lnTo>
                <a:lnTo>
                  <a:pt x="9931" y="673"/>
                </a:lnTo>
                <a:lnTo>
                  <a:pt x="10040" y="577"/>
                </a:lnTo>
                <a:lnTo>
                  <a:pt x="10149" y="481"/>
                </a:lnTo>
                <a:lnTo>
                  <a:pt x="10259" y="385"/>
                </a:lnTo>
                <a:lnTo>
                  <a:pt x="10368" y="288"/>
                </a:lnTo>
                <a:lnTo>
                  <a:pt x="10478" y="192"/>
                </a:lnTo>
                <a:lnTo>
                  <a:pt x="10587" y="96"/>
                </a:lnTo>
                <a:lnTo>
                  <a:pt x="10696" y="0"/>
                </a:lnTo>
              </a:path>
            </a:pathLst>
          </a:custGeom>
          <a:ln w="10080">
            <a:solidFill>
              <a:srgbClr val="118ab2"/>
            </a:solidFill>
            <a:custDash>
              <a:ds d="100000" sp="164286"/>
            </a:custDash>
            <a:round/>
          </a:ln>
        </p:spPr>
      </p:sp>
      <p:sp>
        <p:nvSpPr>
          <p:cNvPr id="134" name=""/>
          <p:cNvSpPr/>
          <p:nvPr/>
        </p:nvSpPr>
        <p:spPr>
          <a:xfrm flipV="1">
            <a:off x="5155200" y="91080"/>
            <a:ext cx="0" cy="37681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/>
          <p:nvPr/>
        </p:nvSpPr>
        <p:spPr>
          <a:xfrm>
            <a:off x="5155200" y="3859200"/>
            <a:ext cx="42886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9149400" y="1818360"/>
            <a:ext cx="186840" cy="187200"/>
          </a:xfrm>
          <a:custGeom>
            <a:avLst/>
            <a:gdLst/>
            <a:ahLst/>
            <a:rect l="0" t="0" r="r" b="b"/>
            <a:pathLst>
              <a:path w="519" h="520">
                <a:moveTo>
                  <a:pt x="260" y="520"/>
                </a:moveTo>
                <a:cubicBezTo>
                  <a:pt x="329" y="520"/>
                  <a:pt x="395" y="492"/>
                  <a:pt x="443" y="444"/>
                </a:cubicBezTo>
                <a:cubicBezTo>
                  <a:pt x="492" y="395"/>
                  <a:pt x="519" y="328"/>
                  <a:pt x="519" y="260"/>
                </a:cubicBezTo>
                <a:cubicBezTo>
                  <a:pt x="519" y="191"/>
                  <a:pt x="492" y="125"/>
                  <a:pt x="443" y="76"/>
                </a:cubicBezTo>
                <a:cubicBezTo>
                  <a:pt x="395" y="28"/>
                  <a:pt x="329" y="0"/>
                  <a:pt x="260" y="0"/>
                </a:cubicBezTo>
                <a:cubicBezTo>
                  <a:pt x="190" y="0"/>
                  <a:pt x="124" y="28"/>
                  <a:pt x="76" y="76"/>
                </a:cubicBezTo>
                <a:cubicBezTo>
                  <a:pt x="27" y="125"/>
                  <a:pt x="0" y="191"/>
                  <a:pt x="0" y="260"/>
                </a:cubicBezTo>
                <a:cubicBezTo>
                  <a:pt x="0" y="328"/>
                  <a:pt x="27" y="395"/>
                  <a:pt x="76" y="444"/>
                </a:cubicBezTo>
                <a:cubicBezTo>
                  <a:pt x="124" y="492"/>
                  <a:pt x="190" y="520"/>
                  <a:pt x="260" y="520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7" name=""/>
          <p:cNvSpPr/>
          <p:nvPr/>
        </p:nvSpPr>
        <p:spPr>
          <a:xfrm>
            <a:off x="7816680" y="2034360"/>
            <a:ext cx="137880" cy="137520"/>
          </a:xfrm>
          <a:custGeom>
            <a:avLst/>
            <a:gdLst/>
            <a:ahLst/>
            <a:rect l="0" t="0" r="r" b="b"/>
            <a:pathLst>
              <a:path w="383" h="382">
                <a:moveTo>
                  <a:pt x="191" y="382"/>
                </a:moveTo>
                <a:cubicBezTo>
                  <a:pt x="243" y="382"/>
                  <a:pt x="291" y="362"/>
                  <a:pt x="327" y="326"/>
                </a:cubicBezTo>
                <a:cubicBezTo>
                  <a:pt x="363" y="291"/>
                  <a:pt x="383" y="241"/>
                  <a:pt x="383" y="190"/>
                </a:cubicBezTo>
                <a:cubicBezTo>
                  <a:pt x="383" y="140"/>
                  <a:pt x="363" y="91"/>
                  <a:pt x="327" y="56"/>
                </a:cubicBezTo>
                <a:cubicBezTo>
                  <a:pt x="291" y="20"/>
                  <a:pt x="243" y="0"/>
                  <a:pt x="191" y="0"/>
                </a:cubicBezTo>
                <a:cubicBezTo>
                  <a:pt x="141" y="0"/>
                  <a:pt x="92" y="20"/>
                  <a:pt x="56" y="56"/>
                </a:cubicBezTo>
                <a:cubicBezTo>
                  <a:pt x="20" y="91"/>
                  <a:pt x="0" y="140"/>
                  <a:pt x="0" y="190"/>
                </a:cubicBezTo>
                <a:cubicBezTo>
                  <a:pt x="0" y="241"/>
                  <a:pt x="20" y="291"/>
                  <a:pt x="56" y="326"/>
                </a:cubicBezTo>
                <a:cubicBezTo>
                  <a:pt x="92" y="362"/>
                  <a:pt x="141" y="382"/>
                  <a:pt x="191" y="382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8" name=""/>
          <p:cNvSpPr/>
          <p:nvPr/>
        </p:nvSpPr>
        <p:spPr>
          <a:xfrm>
            <a:off x="7651800" y="3029760"/>
            <a:ext cx="100440" cy="100440"/>
          </a:xfrm>
          <a:custGeom>
            <a:avLst/>
            <a:gdLst/>
            <a:ahLst/>
            <a:rect l="0" t="0" r="r" b="b"/>
            <a:pathLst>
              <a:path w="279" h="279">
                <a:moveTo>
                  <a:pt x="139" y="279"/>
                </a:moveTo>
                <a:cubicBezTo>
                  <a:pt x="176" y="279"/>
                  <a:pt x="211" y="264"/>
                  <a:pt x="238" y="238"/>
                </a:cubicBezTo>
                <a:cubicBezTo>
                  <a:pt x="264" y="212"/>
                  <a:pt x="279" y="177"/>
                  <a:pt x="279" y="140"/>
                </a:cubicBezTo>
                <a:cubicBezTo>
                  <a:pt x="279" y="103"/>
                  <a:pt x="264" y="68"/>
                  <a:pt x="238" y="42"/>
                </a:cubicBezTo>
                <a:cubicBezTo>
                  <a:pt x="211" y="15"/>
                  <a:pt x="176" y="0"/>
                  <a:pt x="139" y="0"/>
                </a:cubicBezTo>
                <a:cubicBezTo>
                  <a:pt x="102" y="0"/>
                  <a:pt x="67" y="15"/>
                  <a:pt x="41" y="42"/>
                </a:cubicBezTo>
                <a:cubicBezTo>
                  <a:pt x="15" y="68"/>
                  <a:pt x="0" y="103"/>
                  <a:pt x="0" y="140"/>
                </a:cubicBezTo>
                <a:cubicBezTo>
                  <a:pt x="0" y="177"/>
                  <a:pt x="15" y="212"/>
                  <a:pt x="41" y="238"/>
                </a:cubicBezTo>
                <a:cubicBezTo>
                  <a:pt x="67" y="264"/>
                  <a:pt x="102" y="279"/>
                  <a:pt x="139" y="279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9" name=""/>
          <p:cNvSpPr/>
          <p:nvPr/>
        </p:nvSpPr>
        <p:spPr>
          <a:xfrm>
            <a:off x="9186120" y="2807640"/>
            <a:ext cx="110520" cy="110520"/>
          </a:xfrm>
          <a:custGeom>
            <a:avLst/>
            <a:gdLst/>
            <a:ahLst/>
            <a:rect l="0" t="0" r="r" b="b"/>
            <a:pathLst>
              <a:path w="307" h="307">
                <a:moveTo>
                  <a:pt x="153" y="307"/>
                </a:moveTo>
                <a:cubicBezTo>
                  <a:pt x="193" y="307"/>
                  <a:pt x="232" y="291"/>
                  <a:pt x="262" y="261"/>
                </a:cubicBezTo>
                <a:cubicBezTo>
                  <a:pt x="291" y="232"/>
                  <a:pt x="307" y="193"/>
                  <a:pt x="307" y="153"/>
                </a:cubicBezTo>
                <a:cubicBezTo>
                  <a:pt x="307" y="112"/>
                  <a:pt x="291" y="73"/>
                  <a:pt x="262" y="45"/>
                </a:cubicBezTo>
                <a:cubicBezTo>
                  <a:pt x="232" y="16"/>
                  <a:pt x="193" y="0"/>
                  <a:pt x="153" y="0"/>
                </a:cubicBezTo>
                <a:cubicBezTo>
                  <a:pt x="112" y="0"/>
                  <a:pt x="73" y="16"/>
                  <a:pt x="45" y="45"/>
                </a:cubicBezTo>
                <a:cubicBezTo>
                  <a:pt x="16" y="73"/>
                  <a:pt x="0" y="112"/>
                  <a:pt x="0" y="153"/>
                </a:cubicBezTo>
                <a:cubicBezTo>
                  <a:pt x="0" y="193"/>
                  <a:pt x="16" y="232"/>
                  <a:pt x="45" y="261"/>
                </a:cubicBezTo>
                <a:cubicBezTo>
                  <a:pt x="73" y="291"/>
                  <a:pt x="112" y="307"/>
                  <a:pt x="153" y="307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0" name=""/>
          <p:cNvSpPr/>
          <p:nvPr/>
        </p:nvSpPr>
        <p:spPr>
          <a:xfrm>
            <a:off x="7330320" y="2031840"/>
            <a:ext cx="82800" cy="82800"/>
          </a:xfrm>
          <a:custGeom>
            <a:avLst/>
            <a:gdLst/>
            <a:ahLst/>
            <a:rect l="0" t="0" r="r" b="b"/>
            <a:pathLst>
              <a:path w="230" h="230">
                <a:moveTo>
                  <a:pt x="115" y="230"/>
                </a:moveTo>
                <a:cubicBezTo>
                  <a:pt x="146" y="230"/>
                  <a:pt x="175" y="218"/>
                  <a:pt x="197" y="197"/>
                </a:cubicBezTo>
                <a:cubicBezTo>
                  <a:pt x="218" y="174"/>
                  <a:pt x="230" y="145"/>
                  <a:pt x="230" y="115"/>
                </a:cubicBezTo>
                <a:cubicBezTo>
                  <a:pt x="230" y="84"/>
                  <a:pt x="218" y="55"/>
                  <a:pt x="197" y="34"/>
                </a:cubicBezTo>
                <a:cubicBezTo>
                  <a:pt x="175" y="12"/>
                  <a:pt x="146" y="0"/>
                  <a:pt x="115" y="0"/>
                </a:cubicBezTo>
                <a:cubicBezTo>
                  <a:pt x="84" y="0"/>
                  <a:pt x="55" y="12"/>
                  <a:pt x="34" y="34"/>
                </a:cubicBezTo>
                <a:cubicBezTo>
                  <a:pt x="12" y="55"/>
                  <a:pt x="0" y="84"/>
                  <a:pt x="0" y="115"/>
                </a:cubicBezTo>
                <a:cubicBezTo>
                  <a:pt x="0" y="145"/>
                  <a:pt x="12" y="174"/>
                  <a:pt x="34" y="197"/>
                </a:cubicBezTo>
                <a:cubicBezTo>
                  <a:pt x="55" y="218"/>
                  <a:pt x="84" y="230"/>
                  <a:pt x="115" y="230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1" name=""/>
          <p:cNvSpPr/>
          <p:nvPr/>
        </p:nvSpPr>
        <p:spPr>
          <a:xfrm>
            <a:off x="9154800" y="177840"/>
            <a:ext cx="186840" cy="186840"/>
          </a:xfrm>
          <a:custGeom>
            <a:avLst/>
            <a:gdLst/>
            <a:ahLst/>
            <a:rect l="0" t="0" r="r" b="b"/>
            <a:pathLst>
              <a:path w="519" h="519">
                <a:moveTo>
                  <a:pt x="260" y="519"/>
                </a:moveTo>
                <a:cubicBezTo>
                  <a:pt x="329" y="519"/>
                  <a:pt x="395" y="492"/>
                  <a:pt x="444" y="443"/>
                </a:cubicBezTo>
                <a:cubicBezTo>
                  <a:pt x="492" y="395"/>
                  <a:pt x="519" y="329"/>
                  <a:pt x="519" y="259"/>
                </a:cubicBezTo>
                <a:cubicBezTo>
                  <a:pt x="519" y="190"/>
                  <a:pt x="492" y="124"/>
                  <a:pt x="444" y="76"/>
                </a:cubicBezTo>
                <a:cubicBezTo>
                  <a:pt x="395" y="27"/>
                  <a:pt x="329" y="0"/>
                  <a:pt x="260" y="0"/>
                </a:cubicBezTo>
                <a:cubicBezTo>
                  <a:pt x="190" y="0"/>
                  <a:pt x="125" y="27"/>
                  <a:pt x="76" y="76"/>
                </a:cubicBezTo>
                <a:cubicBezTo>
                  <a:pt x="27" y="124"/>
                  <a:pt x="0" y="190"/>
                  <a:pt x="0" y="259"/>
                </a:cubicBezTo>
                <a:cubicBezTo>
                  <a:pt x="0" y="329"/>
                  <a:pt x="27" y="395"/>
                  <a:pt x="76" y="443"/>
                </a:cubicBezTo>
                <a:cubicBezTo>
                  <a:pt x="125" y="492"/>
                  <a:pt x="190" y="519"/>
                  <a:pt x="260" y="519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7873920" y="1683000"/>
            <a:ext cx="136440" cy="136440"/>
          </a:xfrm>
          <a:custGeom>
            <a:avLst/>
            <a:gdLst/>
            <a:ahLst/>
            <a:rect l="0" t="0" r="r" b="b"/>
            <a:pathLst>
              <a:path w="379" h="379">
                <a:moveTo>
                  <a:pt x="190" y="379"/>
                </a:moveTo>
                <a:cubicBezTo>
                  <a:pt x="240" y="379"/>
                  <a:pt x="288" y="359"/>
                  <a:pt x="324" y="324"/>
                </a:cubicBezTo>
                <a:cubicBezTo>
                  <a:pt x="359" y="289"/>
                  <a:pt x="379" y="240"/>
                  <a:pt x="379" y="190"/>
                </a:cubicBezTo>
                <a:cubicBezTo>
                  <a:pt x="379" y="140"/>
                  <a:pt x="359" y="92"/>
                  <a:pt x="324" y="57"/>
                </a:cubicBezTo>
                <a:cubicBezTo>
                  <a:pt x="288" y="20"/>
                  <a:pt x="240" y="0"/>
                  <a:pt x="190" y="0"/>
                </a:cubicBezTo>
                <a:cubicBezTo>
                  <a:pt x="139" y="0"/>
                  <a:pt x="91" y="20"/>
                  <a:pt x="56" y="57"/>
                </a:cubicBezTo>
                <a:cubicBezTo>
                  <a:pt x="20" y="92"/>
                  <a:pt x="0" y="140"/>
                  <a:pt x="0" y="190"/>
                </a:cubicBezTo>
                <a:cubicBezTo>
                  <a:pt x="0" y="240"/>
                  <a:pt x="20" y="289"/>
                  <a:pt x="56" y="324"/>
                </a:cubicBezTo>
                <a:cubicBezTo>
                  <a:pt x="91" y="359"/>
                  <a:pt x="139" y="379"/>
                  <a:pt x="190" y="379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3" name=""/>
          <p:cNvSpPr/>
          <p:nvPr/>
        </p:nvSpPr>
        <p:spPr>
          <a:xfrm>
            <a:off x="9154440" y="185760"/>
            <a:ext cx="186840" cy="186840"/>
          </a:xfrm>
          <a:custGeom>
            <a:avLst/>
            <a:gdLst/>
            <a:ahLst/>
            <a:rect l="0" t="0" r="r" b="b"/>
            <a:pathLst>
              <a:path w="519" h="519">
                <a:moveTo>
                  <a:pt x="260" y="519"/>
                </a:moveTo>
                <a:cubicBezTo>
                  <a:pt x="329" y="519"/>
                  <a:pt x="395" y="492"/>
                  <a:pt x="443" y="443"/>
                </a:cubicBezTo>
                <a:cubicBezTo>
                  <a:pt x="492" y="395"/>
                  <a:pt x="519" y="329"/>
                  <a:pt x="519" y="259"/>
                </a:cubicBezTo>
                <a:cubicBezTo>
                  <a:pt x="519" y="190"/>
                  <a:pt x="492" y="124"/>
                  <a:pt x="443" y="76"/>
                </a:cubicBezTo>
                <a:cubicBezTo>
                  <a:pt x="395" y="27"/>
                  <a:pt x="329" y="0"/>
                  <a:pt x="260" y="0"/>
                </a:cubicBezTo>
                <a:cubicBezTo>
                  <a:pt x="190" y="0"/>
                  <a:pt x="124" y="27"/>
                  <a:pt x="76" y="76"/>
                </a:cubicBezTo>
                <a:cubicBezTo>
                  <a:pt x="27" y="124"/>
                  <a:pt x="0" y="190"/>
                  <a:pt x="0" y="259"/>
                </a:cubicBezTo>
                <a:cubicBezTo>
                  <a:pt x="0" y="329"/>
                  <a:pt x="27" y="395"/>
                  <a:pt x="76" y="443"/>
                </a:cubicBezTo>
                <a:cubicBezTo>
                  <a:pt x="124" y="492"/>
                  <a:pt x="190" y="519"/>
                  <a:pt x="260" y="519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4" name=""/>
          <p:cNvSpPr/>
          <p:nvPr/>
        </p:nvSpPr>
        <p:spPr>
          <a:xfrm>
            <a:off x="6193080" y="2774880"/>
            <a:ext cx="82800" cy="82800"/>
          </a:xfrm>
          <a:custGeom>
            <a:avLst/>
            <a:gdLst/>
            <a:ahLst/>
            <a:rect l="0" t="0" r="r" b="b"/>
            <a:pathLst>
              <a:path w="230" h="230">
                <a:moveTo>
                  <a:pt x="116" y="230"/>
                </a:moveTo>
                <a:cubicBezTo>
                  <a:pt x="146" y="230"/>
                  <a:pt x="175" y="218"/>
                  <a:pt x="197" y="196"/>
                </a:cubicBezTo>
                <a:cubicBezTo>
                  <a:pt x="218" y="174"/>
                  <a:pt x="230" y="145"/>
                  <a:pt x="230" y="114"/>
                </a:cubicBezTo>
                <a:cubicBezTo>
                  <a:pt x="230" y="84"/>
                  <a:pt x="218" y="55"/>
                  <a:pt x="197" y="33"/>
                </a:cubicBezTo>
                <a:cubicBezTo>
                  <a:pt x="175" y="12"/>
                  <a:pt x="146" y="0"/>
                  <a:pt x="116" y="0"/>
                </a:cubicBezTo>
                <a:cubicBezTo>
                  <a:pt x="84" y="0"/>
                  <a:pt x="55" y="12"/>
                  <a:pt x="34" y="33"/>
                </a:cubicBezTo>
                <a:cubicBezTo>
                  <a:pt x="12" y="55"/>
                  <a:pt x="0" y="84"/>
                  <a:pt x="0" y="114"/>
                </a:cubicBezTo>
                <a:cubicBezTo>
                  <a:pt x="0" y="145"/>
                  <a:pt x="12" y="174"/>
                  <a:pt x="34" y="196"/>
                </a:cubicBezTo>
                <a:cubicBezTo>
                  <a:pt x="55" y="218"/>
                  <a:pt x="84" y="230"/>
                  <a:pt x="116" y="230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5" name=""/>
          <p:cNvSpPr/>
          <p:nvPr/>
        </p:nvSpPr>
        <p:spPr>
          <a:xfrm>
            <a:off x="7761240" y="1931760"/>
            <a:ext cx="177120" cy="177480"/>
          </a:xfrm>
          <a:custGeom>
            <a:avLst/>
            <a:gdLst/>
            <a:ahLst/>
            <a:rect l="0" t="0" r="r" b="b"/>
            <a:pathLst>
              <a:path w="492" h="493">
                <a:moveTo>
                  <a:pt x="245" y="493"/>
                </a:moveTo>
                <a:cubicBezTo>
                  <a:pt x="312" y="493"/>
                  <a:pt x="374" y="467"/>
                  <a:pt x="420" y="421"/>
                </a:cubicBezTo>
                <a:cubicBezTo>
                  <a:pt x="466" y="375"/>
                  <a:pt x="492" y="312"/>
                  <a:pt x="492" y="246"/>
                </a:cubicBezTo>
                <a:cubicBezTo>
                  <a:pt x="492" y="181"/>
                  <a:pt x="466" y="119"/>
                  <a:pt x="420" y="72"/>
                </a:cubicBezTo>
                <a:cubicBezTo>
                  <a:pt x="374" y="26"/>
                  <a:pt x="312" y="0"/>
                  <a:pt x="245" y="0"/>
                </a:cubicBezTo>
                <a:cubicBezTo>
                  <a:pt x="180" y="0"/>
                  <a:pt x="118" y="26"/>
                  <a:pt x="72" y="72"/>
                </a:cubicBezTo>
                <a:cubicBezTo>
                  <a:pt x="26" y="119"/>
                  <a:pt x="0" y="181"/>
                  <a:pt x="0" y="246"/>
                </a:cubicBezTo>
                <a:cubicBezTo>
                  <a:pt x="0" y="312"/>
                  <a:pt x="26" y="375"/>
                  <a:pt x="72" y="421"/>
                </a:cubicBezTo>
                <a:cubicBezTo>
                  <a:pt x="118" y="467"/>
                  <a:pt x="180" y="493"/>
                  <a:pt x="245" y="493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6" name=""/>
          <p:cNvSpPr/>
          <p:nvPr/>
        </p:nvSpPr>
        <p:spPr>
          <a:xfrm>
            <a:off x="6785280" y="2978280"/>
            <a:ext cx="84960" cy="84960"/>
          </a:xfrm>
          <a:custGeom>
            <a:avLst/>
            <a:gdLst/>
            <a:ahLst/>
            <a:rect l="0" t="0" r="r" b="b"/>
            <a:pathLst>
              <a:path w="236" h="236">
                <a:moveTo>
                  <a:pt x="119" y="236"/>
                </a:moveTo>
                <a:cubicBezTo>
                  <a:pt x="150" y="236"/>
                  <a:pt x="180" y="224"/>
                  <a:pt x="202" y="202"/>
                </a:cubicBezTo>
                <a:cubicBezTo>
                  <a:pt x="224" y="180"/>
                  <a:pt x="236" y="150"/>
                  <a:pt x="236" y="118"/>
                </a:cubicBezTo>
                <a:cubicBezTo>
                  <a:pt x="236" y="87"/>
                  <a:pt x="224" y="56"/>
                  <a:pt x="202" y="34"/>
                </a:cubicBezTo>
                <a:cubicBezTo>
                  <a:pt x="180" y="12"/>
                  <a:pt x="150" y="0"/>
                  <a:pt x="119" y="0"/>
                </a:cubicBezTo>
                <a:cubicBezTo>
                  <a:pt x="88" y="0"/>
                  <a:pt x="57" y="12"/>
                  <a:pt x="35" y="34"/>
                </a:cubicBezTo>
                <a:cubicBezTo>
                  <a:pt x="13" y="56"/>
                  <a:pt x="0" y="87"/>
                  <a:pt x="0" y="118"/>
                </a:cubicBezTo>
                <a:cubicBezTo>
                  <a:pt x="0" y="150"/>
                  <a:pt x="13" y="180"/>
                  <a:pt x="35" y="202"/>
                </a:cubicBezTo>
                <a:cubicBezTo>
                  <a:pt x="57" y="224"/>
                  <a:pt x="88" y="236"/>
                  <a:pt x="119" y="236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7" name=""/>
          <p:cNvSpPr/>
          <p:nvPr/>
        </p:nvSpPr>
        <p:spPr>
          <a:xfrm>
            <a:off x="9016560" y="2526120"/>
            <a:ext cx="186840" cy="187200"/>
          </a:xfrm>
          <a:custGeom>
            <a:avLst/>
            <a:gdLst/>
            <a:ahLst/>
            <a:rect l="0" t="0" r="r" b="b"/>
            <a:pathLst>
              <a:path w="519" h="520">
                <a:moveTo>
                  <a:pt x="260" y="520"/>
                </a:moveTo>
                <a:cubicBezTo>
                  <a:pt x="329" y="520"/>
                  <a:pt x="394" y="491"/>
                  <a:pt x="443" y="443"/>
                </a:cubicBezTo>
                <a:cubicBezTo>
                  <a:pt x="492" y="394"/>
                  <a:pt x="519" y="328"/>
                  <a:pt x="519" y="259"/>
                </a:cubicBezTo>
                <a:cubicBezTo>
                  <a:pt x="519" y="191"/>
                  <a:pt x="492" y="125"/>
                  <a:pt x="443" y="76"/>
                </a:cubicBezTo>
                <a:cubicBezTo>
                  <a:pt x="394" y="27"/>
                  <a:pt x="329" y="0"/>
                  <a:pt x="260" y="0"/>
                </a:cubicBezTo>
                <a:cubicBezTo>
                  <a:pt x="191" y="0"/>
                  <a:pt x="125" y="27"/>
                  <a:pt x="75" y="76"/>
                </a:cubicBezTo>
                <a:cubicBezTo>
                  <a:pt x="27" y="125"/>
                  <a:pt x="0" y="191"/>
                  <a:pt x="0" y="259"/>
                </a:cubicBezTo>
                <a:cubicBezTo>
                  <a:pt x="0" y="328"/>
                  <a:pt x="27" y="394"/>
                  <a:pt x="75" y="443"/>
                </a:cubicBezTo>
                <a:cubicBezTo>
                  <a:pt x="125" y="491"/>
                  <a:pt x="191" y="520"/>
                  <a:pt x="260" y="520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8" name=""/>
          <p:cNvSpPr/>
          <p:nvPr/>
        </p:nvSpPr>
        <p:spPr>
          <a:xfrm>
            <a:off x="9161280" y="1085040"/>
            <a:ext cx="92880" cy="92880"/>
          </a:xfrm>
          <a:custGeom>
            <a:avLst/>
            <a:gdLst/>
            <a:ahLst/>
            <a:rect l="0" t="0" r="r" b="b"/>
            <a:pathLst>
              <a:path w="258" h="258">
                <a:moveTo>
                  <a:pt x="130" y="258"/>
                </a:moveTo>
                <a:cubicBezTo>
                  <a:pt x="164" y="258"/>
                  <a:pt x="196" y="244"/>
                  <a:pt x="221" y="220"/>
                </a:cubicBezTo>
                <a:cubicBezTo>
                  <a:pt x="245" y="195"/>
                  <a:pt x="258" y="162"/>
                  <a:pt x="258" y="128"/>
                </a:cubicBezTo>
                <a:cubicBezTo>
                  <a:pt x="258" y="94"/>
                  <a:pt x="245" y="61"/>
                  <a:pt x="221" y="37"/>
                </a:cubicBezTo>
                <a:cubicBezTo>
                  <a:pt x="196" y="13"/>
                  <a:pt x="164" y="0"/>
                  <a:pt x="130" y="0"/>
                </a:cubicBezTo>
                <a:cubicBezTo>
                  <a:pt x="94" y="0"/>
                  <a:pt x="62" y="13"/>
                  <a:pt x="38" y="37"/>
                </a:cubicBezTo>
                <a:cubicBezTo>
                  <a:pt x="13" y="61"/>
                  <a:pt x="0" y="94"/>
                  <a:pt x="0" y="128"/>
                </a:cubicBezTo>
                <a:cubicBezTo>
                  <a:pt x="0" y="162"/>
                  <a:pt x="13" y="195"/>
                  <a:pt x="38" y="220"/>
                </a:cubicBezTo>
                <a:cubicBezTo>
                  <a:pt x="62" y="244"/>
                  <a:pt x="94" y="258"/>
                  <a:pt x="130" y="258"/>
                </a:cubicBez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9" name=""/>
          <p:cNvSpPr/>
          <p:nvPr/>
        </p:nvSpPr>
        <p:spPr>
          <a:xfrm>
            <a:off x="7389720" y="2088360"/>
            <a:ext cx="88920" cy="88920"/>
          </a:xfrm>
          <a:custGeom>
            <a:avLst/>
            <a:gdLst/>
            <a:ahLst/>
            <a:rect l="0" t="0" r="r" b="b"/>
            <a:pathLst>
              <a:path w="247" h="247">
                <a:moveTo>
                  <a:pt x="124" y="247"/>
                </a:moveTo>
                <a:cubicBezTo>
                  <a:pt x="157" y="247"/>
                  <a:pt x="188" y="234"/>
                  <a:pt x="211" y="210"/>
                </a:cubicBezTo>
                <a:cubicBezTo>
                  <a:pt x="234" y="187"/>
                  <a:pt x="247" y="156"/>
                  <a:pt x="247" y="123"/>
                </a:cubicBezTo>
                <a:cubicBezTo>
                  <a:pt x="247" y="91"/>
                  <a:pt x="234" y="59"/>
                  <a:pt x="211" y="36"/>
                </a:cubicBezTo>
                <a:cubicBezTo>
                  <a:pt x="188" y="13"/>
                  <a:pt x="157" y="0"/>
                  <a:pt x="124" y="0"/>
                </a:cubicBezTo>
                <a:cubicBezTo>
                  <a:pt x="91" y="0"/>
                  <a:pt x="60" y="13"/>
                  <a:pt x="37" y="36"/>
                </a:cubicBezTo>
                <a:cubicBezTo>
                  <a:pt x="13" y="59"/>
                  <a:pt x="0" y="91"/>
                  <a:pt x="0" y="123"/>
                </a:cubicBezTo>
                <a:cubicBezTo>
                  <a:pt x="0" y="156"/>
                  <a:pt x="13" y="187"/>
                  <a:pt x="37" y="210"/>
                </a:cubicBezTo>
                <a:cubicBezTo>
                  <a:pt x="60" y="234"/>
                  <a:pt x="91" y="247"/>
                  <a:pt x="124" y="247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0" name=""/>
          <p:cNvSpPr/>
          <p:nvPr/>
        </p:nvSpPr>
        <p:spPr>
          <a:xfrm>
            <a:off x="9155520" y="169200"/>
            <a:ext cx="187200" cy="186840"/>
          </a:xfrm>
          <a:custGeom>
            <a:avLst/>
            <a:gdLst/>
            <a:ahLst/>
            <a:rect l="0" t="0" r="r" b="b"/>
            <a:pathLst>
              <a:path w="520" h="519">
                <a:moveTo>
                  <a:pt x="260" y="519"/>
                </a:moveTo>
                <a:cubicBezTo>
                  <a:pt x="329" y="519"/>
                  <a:pt x="395" y="492"/>
                  <a:pt x="444" y="444"/>
                </a:cubicBezTo>
                <a:cubicBezTo>
                  <a:pt x="492" y="395"/>
                  <a:pt x="520" y="329"/>
                  <a:pt x="520" y="259"/>
                </a:cubicBezTo>
                <a:cubicBezTo>
                  <a:pt x="520" y="190"/>
                  <a:pt x="492" y="125"/>
                  <a:pt x="444" y="76"/>
                </a:cubicBezTo>
                <a:cubicBezTo>
                  <a:pt x="395" y="27"/>
                  <a:pt x="329" y="0"/>
                  <a:pt x="260" y="0"/>
                </a:cubicBezTo>
                <a:cubicBezTo>
                  <a:pt x="191" y="0"/>
                  <a:pt x="125" y="27"/>
                  <a:pt x="76" y="76"/>
                </a:cubicBezTo>
                <a:cubicBezTo>
                  <a:pt x="27" y="125"/>
                  <a:pt x="0" y="190"/>
                  <a:pt x="0" y="259"/>
                </a:cubicBezTo>
                <a:cubicBezTo>
                  <a:pt x="0" y="329"/>
                  <a:pt x="27" y="395"/>
                  <a:pt x="76" y="444"/>
                </a:cubicBezTo>
                <a:cubicBezTo>
                  <a:pt x="125" y="492"/>
                  <a:pt x="191" y="519"/>
                  <a:pt x="260" y="519"/>
                </a:cubicBezTo>
                <a:close/>
              </a:path>
            </a:pathLst>
          </a:custGeom>
          <a:solidFill>
            <a:srgbClr val="8d99ae">
              <a:alpha val="85000"/>
            </a:srgbClr>
          </a:solidFill>
          <a:ln w="756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1" name=""/>
          <p:cNvSpPr/>
          <p:nvPr/>
        </p:nvSpPr>
        <p:spPr>
          <a:xfrm>
            <a:off x="5206680" y="132480"/>
            <a:ext cx="2157480" cy="179640"/>
          </a:xfrm>
          <a:custGeom>
            <a:avLst/>
            <a:gdLst/>
            <a:ahLst/>
            <a:rect l="0" t="0" r="r" b="b"/>
            <a:pathLst>
              <a:path w="5993" h="499">
                <a:moveTo>
                  <a:pt x="95" y="499"/>
                </a:moveTo>
                <a:lnTo>
                  <a:pt x="5898" y="499"/>
                </a:lnTo>
                <a:cubicBezTo>
                  <a:pt x="5961" y="499"/>
                  <a:pt x="5993" y="467"/>
                  <a:pt x="5993" y="403"/>
                </a:cubicBezTo>
                <a:lnTo>
                  <a:pt x="5993" y="95"/>
                </a:lnTo>
                <a:cubicBezTo>
                  <a:pt x="5993" y="31"/>
                  <a:pt x="5961" y="0"/>
                  <a:pt x="5898" y="0"/>
                </a:cubicBezTo>
                <a:lnTo>
                  <a:pt x="95" y="0"/>
                </a:lnTo>
                <a:cubicBezTo>
                  <a:pt x="32" y="0"/>
                  <a:pt x="0" y="31"/>
                  <a:pt x="0" y="95"/>
                </a:cubicBezTo>
                <a:lnTo>
                  <a:pt x="0" y="403"/>
                </a:lnTo>
                <a:cubicBezTo>
                  <a:pt x="0" y="467"/>
                  <a:pt x="32" y="499"/>
                  <a:pt x="95" y="499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12600">
            <a:solidFill>
              <a:srgbClr val="c53e1f">
                <a:alpha val="95000"/>
              </a:srgbClr>
            </a:solidFill>
            <a:miter/>
          </a:ln>
        </p:spPr>
      </p:sp>
      <p:sp>
        <p:nvSpPr>
          <p:cNvPr id="152" name=""/>
          <p:cNvSpPr txBox="1"/>
          <p:nvPr/>
        </p:nvSpPr>
        <p:spPr>
          <a:xfrm rot="16200000">
            <a:off x="4089960" y="1894320"/>
            <a:ext cx="18126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Post-TNT cellular prevalence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5241240" y="147600"/>
            <a:ext cx="2088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shrink: 5   stable: 10   expand: 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7149600" y="3644640"/>
            <a:ext cx="22136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c53e1f"/>
                </a:solidFill>
                <a:latin typeface="DejaVuSans"/>
              </a:rPr>
              <a:t>bad  ·  n=7 subjects  ·  15 clones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9B — CCF pre vs post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102960" cy="4014360"/>
          </a:xfrm>
          <a:custGeom>
            <a:avLst/>
            <a:gdLst/>
            <a:ahLst/>
            <a:rect l="0" t="0" r="r" b="b"/>
            <a:pathLst>
              <a:path w="25286" h="11151">
                <a:moveTo>
                  <a:pt x="0" y="11151"/>
                </a:moveTo>
                <a:lnTo>
                  <a:pt x="25286" y="11151"/>
                </a:lnTo>
                <a:lnTo>
                  <a:pt x="25286" y="0"/>
                </a:lnTo>
                <a:lnTo>
                  <a:pt x="0" y="0"/>
                </a:lnTo>
                <a:lnTo>
                  <a:pt x="0" y="111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733760" y="91440"/>
            <a:ext cx="7187040" cy="3038040"/>
          </a:xfrm>
          <a:custGeom>
            <a:avLst/>
            <a:gdLst/>
            <a:ahLst/>
            <a:rect l="0" t="0" r="r" b="b"/>
            <a:pathLst>
              <a:path w="19964" h="8439">
                <a:moveTo>
                  <a:pt x="0" y="8439"/>
                </a:moveTo>
                <a:lnTo>
                  <a:pt x="19964" y="8439"/>
                </a:lnTo>
                <a:lnTo>
                  <a:pt x="19964" y="0"/>
                </a:lnTo>
                <a:lnTo>
                  <a:pt x="0" y="0"/>
                </a:lnTo>
                <a:lnTo>
                  <a:pt x="0" y="84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733760" y="31291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733760" y="31291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760480" y="31291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760480" y="31291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643040" y="3192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3787200" y="31291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3787200" y="31291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669760" y="3192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4813920" y="31291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4813920" y="31291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3696480" y="3192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5840280" y="31291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5840280" y="31291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4722840" y="3192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6867000" y="31291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6867000" y="31291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5749560" y="3192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7893720" y="31291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7893720" y="31291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6776280" y="3192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8920440" y="31291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8920440" y="31291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7803000" y="3192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8829360" y="31928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1695600" y="309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1695600" y="309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4728240" y="3351960"/>
            <a:ext cx="1194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PyClone clusters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1695600" y="546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1695600" y="546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1489680" y="247320"/>
            <a:ext cx="162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S5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1695600" y="782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1695600" y="782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1410120" y="483840"/>
            <a:ext cx="241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S12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1695600" y="1019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1695600" y="1019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1489680" y="720360"/>
            <a:ext cx="162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S1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1695600" y="1255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1695600" y="1255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1489680" y="956520"/>
            <a:ext cx="162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S7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1695600" y="1491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1695600" y="1491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1410120" y="1193040"/>
            <a:ext cx="241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S10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1695600" y="172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 flipH="1">
            <a:off x="1695600" y="172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>
            <a:off x="1410120" y="1429560"/>
            <a:ext cx="241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S11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1695600" y="1964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 flipH="1">
            <a:off x="1695600" y="1964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>
            <a:off x="1410120" y="1666080"/>
            <a:ext cx="241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S13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1695600" y="2201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 flipH="1">
            <a:off x="1695600" y="2201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>
            <a:off x="1489680" y="1902600"/>
            <a:ext cx="162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S3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1695600" y="2437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 flipH="1">
            <a:off x="1695600" y="2437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>
            <a:off x="1489680" y="2138760"/>
            <a:ext cx="162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S6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1695600" y="2674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 flipH="1">
            <a:off x="1695600" y="2674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>
            <a:off x="1489680" y="2375280"/>
            <a:ext cx="162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S9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1695600" y="2910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 flipH="1">
            <a:off x="1695600" y="2910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>
            <a:off x="1489680" y="2611800"/>
            <a:ext cx="162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S2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1733760" y="229320"/>
            <a:ext cx="4106880" cy="161280"/>
          </a:xfrm>
          <a:custGeom>
            <a:avLst/>
            <a:gdLst/>
            <a:ahLst/>
            <a:rect l="0" t="0" r="r" b="b"/>
            <a:pathLst>
              <a:path w="11408" h="448">
                <a:moveTo>
                  <a:pt x="0" y="0"/>
                </a:moveTo>
                <a:lnTo>
                  <a:pt x="11408" y="0"/>
                </a:lnTo>
                <a:lnTo>
                  <a:pt x="11408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1733760" y="465840"/>
            <a:ext cx="4106880" cy="161280"/>
          </a:xfrm>
          <a:custGeom>
            <a:avLst/>
            <a:gdLst/>
            <a:ahLst/>
            <a:rect l="0" t="0" r="r" b="b"/>
            <a:pathLst>
              <a:path w="11408" h="448">
                <a:moveTo>
                  <a:pt x="0" y="0"/>
                </a:moveTo>
                <a:lnTo>
                  <a:pt x="11408" y="0"/>
                </a:lnTo>
                <a:lnTo>
                  <a:pt x="11408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1733760" y="702360"/>
            <a:ext cx="2053800" cy="160920"/>
          </a:xfrm>
          <a:custGeom>
            <a:avLst/>
            <a:gdLst/>
            <a:ahLst/>
            <a:rect l="0" t="0" r="r" b="b"/>
            <a:pathLst>
              <a:path w="5705" h="447">
                <a:moveTo>
                  <a:pt x="0" y="0"/>
                </a:moveTo>
                <a:lnTo>
                  <a:pt x="5705" y="0"/>
                </a:lnTo>
                <a:lnTo>
                  <a:pt x="5705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1733760" y="93852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1733760" y="117504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1733760" y="141156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1733760" y="164808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1733760" y="1884600"/>
            <a:ext cx="4106880" cy="160920"/>
          </a:xfrm>
          <a:custGeom>
            <a:avLst/>
            <a:gdLst/>
            <a:ahLst/>
            <a:rect l="0" t="0" r="r" b="b"/>
            <a:pathLst>
              <a:path w="11408" h="447">
                <a:moveTo>
                  <a:pt x="0" y="0"/>
                </a:moveTo>
                <a:lnTo>
                  <a:pt x="11408" y="0"/>
                </a:lnTo>
                <a:lnTo>
                  <a:pt x="11408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1733760" y="2121120"/>
            <a:ext cx="4106880" cy="160920"/>
          </a:xfrm>
          <a:custGeom>
            <a:avLst/>
            <a:gdLst/>
            <a:ahLst/>
            <a:rect l="0" t="0" r="r" b="b"/>
            <a:pathLst>
              <a:path w="11408" h="447">
                <a:moveTo>
                  <a:pt x="0" y="0"/>
                </a:moveTo>
                <a:lnTo>
                  <a:pt x="11408" y="0"/>
                </a:lnTo>
                <a:lnTo>
                  <a:pt x="11408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1733760" y="2357280"/>
            <a:ext cx="2053800" cy="161280"/>
          </a:xfrm>
          <a:custGeom>
            <a:avLst/>
            <a:gdLst/>
            <a:ahLst/>
            <a:rect l="0" t="0" r="r" b="b"/>
            <a:pathLst>
              <a:path w="5705" h="448">
                <a:moveTo>
                  <a:pt x="0" y="0"/>
                </a:moveTo>
                <a:lnTo>
                  <a:pt x="5705" y="0"/>
                </a:lnTo>
                <a:lnTo>
                  <a:pt x="5705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1733760" y="259380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1733760" y="283032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5840280" y="22932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5840280" y="465840"/>
            <a:ext cx="2053800" cy="161280"/>
          </a:xfrm>
          <a:custGeom>
            <a:avLst/>
            <a:gdLst/>
            <a:ahLst/>
            <a:rect l="0" t="0" r="r" b="b"/>
            <a:pathLst>
              <a:path w="5705" h="448">
                <a:moveTo>
                  <a:pt x="0" y="0"/>
                </a:moveTo>
                <a:lnTo>
                  <a:pt x="5705" y="0"/>
                </a:lnTo>
                <a:lnTo>
                  <a:pt x="5705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3787200" y="702360"/>
            <a:ext cx="2053440" cy="160920"/>
          </a:xfrm>
          <a:custGeom>
            <a:avLst/>
            <a:gdLst/>
            <a:ahLst/>
            <a:rect l="0" t="0" r="r" b="b"/>
            <a:pathLst>
              <a:path w="5704" h="447">
                <a:moveTo>
                  <a:pt x="0" y="0"/>
                </a:moveTo>
                <a:lnTo>
                  <a:pt x="5704" y="0"/>
                </a:lnTo>
                <a:lnTo>
                  <a:pt x="5704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1733760" y="938520"/>
            <a:ext cx="2053800" cy="161280"/>
          </a:xfrm>
          <a:custGeom>
            <a:avLst/>
            <a:gdLst/>
            <a:ahLst/>
            <a:rect l="0" t="0" r="r" b="b"/>
            <a:pathLst>
              <a:path w="5705" h="448">
                <a:moveTo>
                  <a:pt x="0" y="0"/>
                </a:moveTo>
                <a:lnTo>
                  <a:pt x="5705" y="0"/>
                </a:lnTo>
                <a:lnTo>
                  <a:pt x="5705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1733760" y="1175040"/>
            <a:ext cx="4106880" cy="161280"/>
          </a:xfrm>
          <a:custGeom>
            <a:avLst/>
            <a:gdLst/>
            <a:ahLst/>
            <a:rect l="0" t="0" r="r" b="b"/>
            <a:pathLst>
              <a:path w="11408" h="448">
                <a:moveTo>
                  <a:pt x="0" y="0"/>
                </a:moveTo>
                <a:lnTo>
                  <a:pt x="11408" y="0"/>
                </a:lnTo>
                <a:lnTo>
                  <a:pt x="11408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1733760" y="1411560"/>
            <a:ext cx="6160320" cy="161280"/>
          </a:xfrm>
          <a:custGeom>
            <a:avLst/>
            <a:gdLst/>
            <a:ahLst/>
            <a:rect l="0" t="0" r="r" b="b"/>
            <a:pathLst>
              <a:path w="17112" h="448">
                <a:moveTo>
                  <a:pt x="0" y="0"/>
                </a:moveTo>
                <a:lnTo>
                  <a:pt x="17112" y="0"/>
                </a:lnTo>
                <a:lnTo>
                  <a:pt x="1711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1733760" y="1648080"/>
            <a:ext cx="4106880" cy="161280"/>
          </a:xfrm>
          <a:custGeom>
            <a:avLst/>
            <a:gdLst/>
            <a:ahLst/>
            <a:rect l="0" t="0" r="r" b="b"/>
            <a:pathLst>
              <a:path w="11408" h="448">
                <a:moveTo>
                  <a:pt x="0" y="0"/>
                </a:moveTo>
                <a:lnTo>
                  <a:pt x="11408" y="0"/>
                </a:lnTo>
                <a:lnTo>
                  <a:pt x="11408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7" name=""/>
          <p:cNvSpPr/>
          <p:nvPr/>
        </p:nvSpPr>
        <p:spPr>
          <a:xfrm>
            <a:off x="5840280" y="1884600"/>
            <a:ext cx="0" cy="160560"/>
          </a:xfrm>
          <a:custGeom>
            <a:avLst/>
            <a:gdLst/>
            <a:ahLst/>
            <a:rect l="0" t="0" r="r" b="b"/>
            <a:pathLst>
              <a:path w="0" h="446">
                <a:moveTo>
                  <a:pt x="0" y="0"/>
                </a:moveTo>
                <a:lnTo>
                  <a:pt x="0" y="446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8" name=""/>
          <p:cNvSpPr/>
          <p:nvPr/>
        </p:nvSpPr>
        <p:spPr>
          <a:xfrm>
            <a:off x="5840280" y="2121120"/>
            <a:ext cx="2053800" cy="160920"/>
          </a:xfrm>
          <a:custGeom>
            <a:avLst/>
            <a:gdLst/>
            <a:ahLst/>
            <a:rect l="0" t="0" r="r" b="b"/>
            <a:pathLst>
              <a:path w="5705" h="447">
                <a:moveTo>
                  <a:pt x="0" y="0"/>
                </a:moveTo>
                <a:lnTo>
                  <a:pt x="5705" y="0"/>
                </a:lnTo>
                <a:lnTo>
                  <a:pt x="5705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3787200" y="2357280"/>
            <a:ext cx="2053440" cy="161280"/>
          </a:xfrm>
          <a:custGeom>
            <a:avLst/>
            <a:gdLst/>
            <a:ahLst/>
            <a:rect l="0" t="0" r="r" b="b"/>
            <a:pathLst>
              <a:path w="5704" h="448">
                <a:moveTo>
                  <a:pt x="0" y="0"/>
                </a:moveTo>
                <a:lnTo>
                  <a:pt x="5704" y="0"/>
                </a:lnTo>
                <a:lnTo>
                  <a:pt x="5704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1733760" y="2593800"/>
            <a:ext cx="2053800" cy="161280"/>
          </a:xfrm>
          <a:custGeom>
            <a:avLst/>
            <a:gdLst/>
            <a:ahLst/>
            <a:rect l="0" t="0" r="r" b="b"/>
            <a:pathLst>
              <a:path w="5705" h="448">
                <a:moveTo>
                  <a:pt x="0" y="0"/>
                </a:moveTo>
                <a:lnTo>
                  <a:pt x="5705" y="0"/>
                </a:lnTo>
                <a:lnTo>
                  <a:pt x="5705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1733760" y="2830320"/>
            <a:ext cx="4106880" cy="161280"/>
          </a:xfrm>
          <a:custGeom>
            <a:avLst/>
            <a:gdLst/>
            <a:ahLst/>
            <a:rect l="0" t="0" r="r" b="b"/>
            <a:pathLst>
              <a:path w="11408" h="448">
                <a:moveTo>
                  <a:pt x="0" y="0"/>
                </a:moveTo>
                <a:lnTo>
                  <a:pt x="11408" y="0"/>
                </a:lnTo>
                <a:lnTo>
                  <a:pt x="11408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5840280" y="22932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7893720" y="46584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5840280" y="702360"/>
            <a:ext cx="0" cy="160560"/>
          </a:xfrm>
          <a:custGeom>
            <a:avLst/>
            <a:gdLst/>
            <a:ahLst/>
            <a:rect l="0" t="0" r="r" b="b"/>
            <a:pathLst>
              <a:path w="0" h="446">
                <a:moveTo>
                  <a:pt x="0" y="0"/>
                </a:moveTo>
                <a:lnTo>
                  <a:pt x="0" y="446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3787200" y="93852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5840280" y="117504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7893720" y="141156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5840280" y="164808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9" name=""/>
          <p:cNvSpPr/>
          <p:nvPr/>
        </p:nvSpPr>
        <p:spPr>
          <a:xfrm>
            <a:off x="5840280" y="1884600"/>
            <a:ext cx="0" cy="160560"/>
          </a:xfrm>
          <a:custGeom>
            <a:avLst/>
            <a:gdLst/>
            <a:ahLst/>
            <a:rect l="0" t="0" r="r" b="b"/>
            <a:pathLst>
              <a:path w="0" h="446">
                <a:moveTo>
                  <a:pt x="0" y="0"/>
                </a:moveTo>
                <a:lnTo>
                  <a:pt x="0" y="446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7893720" y="2121120"/>
            <a:ext cx="0" cy="160560"/>
          </a:xfrm>
          <a:custGeom>
            <a:avLst/>
            <a:gdLst/>
            <a:ahLst/>
            <a:rect l="0" t="0" r="r" b="b"/>
            <a:pathLst>
              <a:path w="0" h="446">
                <a:moveTo>
                  <a:pt x="0" y="0"/>
                </a:moveTo>
                <a:lnTo>
                  <a:pt x="0" y="446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5840280" y="235728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3787200" y="2593800"/>
            <a:ext cx="0" cy="160920"/>
          </a:xfrm>
          <a:custGeom>
            <a:avLst/>
            <a:gdLst/>
            <a:ahLst/>
            <a:rect l="0" t="0" r="r" b="b"/>
            <a:pathLst>
              <a:path w="0" h="447">
                <a:moveTo>
                  <a:pt x="0" y="0"/>
                </a:move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5840280" y="2830320"/>
            <a:ext cx="2053800" cy="161280"/>
          </a:xfrm>
          <a:custGeom>
            <a:avLst/>
            <a:gdLst/>
            <a:ahLst/>
            <a:rect l="0" t="0" r="r" b="b"/>
            <a:pathLst>
              <a:path w="5705" h="448">
                <a:moveTo>
                  <a:pt x="0" y="0"/>
                </a:moveTo>
                <a:lnTo>
                  <a:pt x="5705" y="0"/>
                </a:lnTo>
                <a:lnTo>
                  <a:pt x="5705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91440" y="22932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8640">
            <a:solidFill>
              <a:srgbClr val="ffffff"/>
            </a:solidFill>
            <a:miter/>
          </a:ln>
        </p:spPr>
      </p:sp>
      <p:sp>
        <p:nvSpPr>
          <p:cNvPr id="135" name=""/>
          <p:cNvSpPr/>
          <p:nvPr/>
        </p:nvSpPr>
        <p:spPr>
          <a:xfrm>
            <a:off x="91440" y="46584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8640">
            <a:solidFill>
              <a:srgbClr val="ffffff"/>
            </a:solidFill>
            <a:miter/>
          </a:ln>
        </p:spPr>
      </p:sp>
      <p:sp>
        <p:nvSpPr>
          <p:cNvPr id="136" name=""/>
          <p:cNvSpPr/>
          <p:nvPr/>
        </p:nvSpPr>
        <p:spPr>
          <a:xfrm>
            <a:off x="91440" y="702360"/>
            <a:ext cx="1026720" cy="160920"/>
          </a:xfrm>
          <a:custGeom>
            <a:avLst/>
            <a:gdLst/>
            <a:ahLst/>
            <a:rect l="0" t="0" r="r" b="b"/>
            <a:pathLst>
              <a:path w="2852" h="447">
                <a:moveTo>
                  <a:pt x="0" y="0"/>
                </a:moveTo>
                <a:lnTo>
                  <a:pt x="2852" y="0"/>
                </a:lnTo>
                <a:lnTo>
                  <a:pt x="2852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8640">
            <a:solidFill>
              <a:srgbClr val="ffffff"/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91440" y="93852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8640">
            <a:solidFill>
              <a:srgbClr val="ffffff"/>
            </a:solidFill>
            <a:miter/>
          </a:ln>
        </p:spPr>
      </p:sp>
      <p:sp>
        <p:nvSpPr>
          <p:cNvPr id="138" name=""/>
          <p:cNvSpPr/>
          <p:nvPr/>
        </p:nvSpPr>
        <p:spPr>
          <a:xfrm>
            <a:off x="91440" y="117504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8640">
            <a:solidFill>
              <a:srgbClr val="ffffff"/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91440" y="141156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8640">
            <a:solidFill>
              <a:srgbClr val="ffffff"/>
            </a:solidFill>
            <a:miter/>
          </a:ln>
        </p:spPr>
      </p:sp>
      <p:sp>
        <p:nvSpPr>
          <p:cNvPr id="140" name=""/>
          <p:cNvSpPr/>
          <p:nvPr/>
        </p:nvSpPr>
        <p:spPr>
          <a:xfrm>
            <a:off x="91440" y="164808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8640">
            <a:solidFill>
              <a:srgbClr val="ffffff"/>
            </a:solidFill>
            <a:miter/>
          </a:ln>
        </p:spPr>
      </p:sp>
      <p:sp>
        <p:nvSpPr>
          <p:cNvPr id="141" name=""/>
          <p:cNvSpPr/>
          <p:nvPr/>
        </p:nvSpPr>
        <p:spPr>
          <a:xfrm>
            <a:off x="91440" y="1884600"/>
            <a:ext cx="1026720" cy="160920"/>
          </a:xfrm>
          <a:custGeom>
            <a:avLst/>
            <a:gdLst/>
            <a:ahLst/>
            <a:rect l="0" t="0" r="r" b="b"/>
            <a:pathLst>
              <a:path w="2852" h="447">
                <a:moveTo>
                  <a:pt x="0" y="0"/>
                </a:moveTo>
                <a:lnTo>
                  <a:pt x="2852" y="0"/>
                </a:lnTo>
                <a:lnTo>
                  <a:pt x="2852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8640">
            <a:solidFill>
              <a:srgbClr val="ffffff"/>
            </a:solidFill>
            <a:miter/>
          </a:ln>
        </p:spPr>
      </p:sp>
      <p:sp>
        <p:nvSpPr>
          <p:cNvPr id="142" name=""/>
          <p:cNvSpPr/>
          <p:nvPr/>
        </p:nvSpPr>
        <p:spPr>
          <a:xfrm>
            <a:off x="91440" y="2121120"/>
            <a:ext cx="1026720" cy="160920"/>
          </a:xfrm>
          <a:custGeom>
            <a:avLst/>
            <a:gdLst/>
            <a:ahLst/>
            <a:rect l="0" t="0" r="r" b="b"/>
            <a:pathLst>
              <a:path w="2852" h="447">
                <a:moveTo>
                  <a:pt x="0" y="0"/>
                </a:moveTo>
                <a:lnTo>
                  <a:pt x="2852" y="0"/>
                </a:lnTo>
                <a:lnTo>
                  <a:pt x="2852" y="447"/>
                </a:lnTo>
                <a:lnTo>
                  <a:pt x="0" y="44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8640">
            <a:solidFill>
              <a:srgbClr val="ffffff"/>
            </a:solidFill>
            <a:miter/>
          </a:ln>
        </p:spPr>
      </p:sp>
      <p:sp>
        <p:nvSpPr>
          <p:cNvPr id="143" name=""/>
          <p:cNvSpPr/>
          <p:nvPr/>
        </p:nvSpPr>
        <p:spPr>
          <a:xfrm>
            <a:off x="91440" y="235728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8640">
            <a:solidFill>
              <a:srgbClr val="ffffff"/>
            </a:solidFill>
            <a:miter/>
          </a:ln>
        </p:spPr>
      </p:sp>
      <p:sp>
        <p:nvSpPr>
          <p:cNvPr id="144" name=""/>
          <p:cNvSpPr/>
          <p:nvPr/>
        </p:nvSpPr>
        <p:spPr>
          <a:xfrm>
            <a:off x="91440" y="259380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8640">
            <a:solidFill>
              <a:srgbClr val="ffffff"/>
            </a:solidFill>
            <a:miter/>
          </a:ln>
        </p:spPr>
      </p:sp>
      <p:sp>
        <p:nvSpPr>
          <p:cNvPr id="145" name=""/>
          <p:cNvSpPr/>
          <p:nvPr/>
        </p:nvSpPr>
        <p:spPr>
          <a:xfrm>
            <a:off x="91440" y="2830320"/>
            <a:ext cx="1026720" cy="161280"/>
          </a:xfrm>
          <a:custGeom>
            <a:avLst/>
            <a:gdLst/>
            <a:ahLst/>
            <a:rect l="0" t="0" r="r" b="b"/>
            <a:pathLst>
              <a:path w="2852" h="448">
                <a:moveTo>
                  <a:pt x="0" y="0"/>
                </a:moveTo>
                <a:lnTo>
                  <a:pt x="2852" y="0"/>
                </a:lnTo>
                <a:lnTo>
                  <a:pt x="2852" y="448"/>
                </a:lnTo>
                <a:lnTo>
                  <a:pt x="0" y="448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8640">
            <a:solidFill>
              <a:srgbClr val="ffffff"/>
            </a:solidFill>
            <a:miter/>
          </a:ln>
        </p:spPr>
      </p:sp>
      <p:sp>
        <p:nvSpPr>
          <p:cNvPr id="146" name=""/>
          <p:cNvSpPr/>
          <p:nvPr/>
        </p:nvSpPr>
        <p:spPr>
          <a:xfrm flipV="1">
            <a:off x="1733760" y="91440"/>
            <a:ext cx="0" cy="30376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/>
          <p:nvPr/>
        </p:nvSpPr>
        <p:spPr>
          <a:xfrm>
            <a:off x="1733760" y="3129120"/>
            <a:ext cx="71866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 txBox="1"/>
          <p:nvPr/>
        </p:nvSpPr>
        <p:spPr>
          <a:xfrm>
            <a:off x="1410120" y="2848320"/>
            <a:ext cx="241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S14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9" name=""/>
          <p:cNvSpPr txBox="1"/>
          <p:nvPr/>
        </p:nvSpPr>
        <p:spPr>
          <a:xfrm>
            <a:off x="3749760" y="2412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3749760" y="477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1" name=""/>
          <p:cNvSpPr txBox="1"/>
          <p:nvPr/>
        </p:nvSpPr>
        <p:spPr>
          <a:xfrm>
            <a:off x="2723040" y="7142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2" name=""/>
          <p:cNvSpPr txBox="1"/>
          <p:nvPr/>
        </p:nvSpPr>
        <p:spPr>
          <a:xfrm>
            <a:off x="3749760" y="18964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3749760" y="21330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2723040" y="23695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5" name=""/>
          <p:cNvSpPr txBox="1"/>
          <p:nvPr/>
        </p:nvSpPr>
        <p:spPr>
          <a:xfrm>
            <a:off x="6829560" y="4777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6" name=""/>
          <p:cNvSpPr txBox="1"/>
          <p:nvPr/>
        </p:nvSpPr>
        <p:spPr>
          <a:xfrm>
            <a:off x="4776480" y="7142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2723040" y="95076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8" name=""/>
          <p:cNvSpPr txBox="1"/>
          <p:nvPr/>
        </p:nvSpPr>
        <p:spPr>
          <a:xfrm>
            <a:off x="3749760" y="11869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9" name=""/>
          <p:cNvSpPr txBox="1"/>
          <p:nvPr/>
        </p:nvSpPr>
        <p:spPr>
          <a:xfrm>
            <a:off x="4776480" y="14234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0" name=""/>
          <p:cNvSpPr txBox="1"/>
          <p:nvPr/>
        </p:nvSpPr>
        <p:spPr>
          <a:xfrm>
            <a:off x="3749760" y="165996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1" name=""/>
          <p:cNvSpPr txBox="1"/>
          <p:nvPr/>
        </p:nvSpPr>
        <p:spPr>
          <a:xfrm>
            <a:off x="6829560" y="21330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4776480" y="236952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3" name=""/>
          <p:cNvSpPr txBox="1"/>
          <p:nvPr/>
        </p:nvSpPr>
        <p:spPr>
          <a:xfrm>
            <a:off x="2723040" y="260568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4" name=""/>
          <p:cNvSpPr txBox="1"/>
          <p:nvPr/>
        </p:nvSpPr>
        <p:spPr>
          <a:xfrm>
            <a:off x="3749760" y="28422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5750280" y="377316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66" name=""/>
          <p:cNvSpPr txBox="1"/>
          <p:nvPr/>
        </p:nvSpPr>
        <p:spPr>
          <a:xfrm>
            <a:off x="6829560" y="284220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6838560" y="377316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68" name=""/>
          <p:cNvSpPr txBox="1"/>
          <p:nvPr/>
        </p:nvSpPr>
        <p:spPr>
          <a:xfrm>
            <a:off x="6070680" y="3747240"/>
            <a:ext cx="5432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Shrinking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7749360" y="377316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70" name=""/>
          <p:cNvSpPr txBox="1"/>
          <p:nvPr/>
        </p:nvSpPr>
        <p:spPr>
          <a:xfrm>
            <a:off x="7158600" y="3747240"/>
            <a:ext cx="36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Stable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1" name=""/>
          <p:cNvSpPr txBox="1"/>
          <p:nvPr/>
        </p:nvSpPr>
        <p:spPr>
          <a:xfrm>
            <a:off x="8069400" y="3747240"/>
            <a:ext cx="607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Expanding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9C — Cluster stacked composition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4639320" cy="3510720"/>
          </a:xfrm>
          <a:custGeom>
            <a:avLst/>
            <a:gdLst/>
            <a:ahLst/>
            <a:rect l="0" t="0" r="r" b="b"/>
            <a:pathLst>
              <a:path w="12887" h="9752">
                <a:moveTo>
                  <a:pt x="0" y="9752"/>
                </a:moveTo>
                <a:lnTo>
                  <a:pt x="12887" y="9752"/>
                </a:lnTo>
                <a:lnTo>
                  <a:pt x="12887" y="0"/>
                </a:lnTo>
                <a:lnTo>
                  <a:pt x="0" y="0"/>
                </a:lnTo>
                <a:lnTo>
                  <a:pt x="0" y="975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767520" y="91440"/>
            <a:ext cx="3401640" cy="3027600"/>
          </a:xfrm>
          <a:custGeom>
            <a:avLst/>
            <a:gdLst/>
            <a:ahLst/>
            <a:rect l="0" t="0" r="r" b="b"/>
            <a:pathLst>
              <a:path w="9449" h="8410">
                <a:moveTo>
                  <a:pt x="0" y="8410"/>
                </a:moveTo>
                <a:lnTo>
                  <a:pt x="9449" y="8410"/>
                </a:lnTo>
                <a:lnTo>
                  <a:pt x="9449" y="0"/>
                </a:lnTo>
                <a:lnTo>
                  <a:pt x="0" y="0"/>
                </a:lnTo>
                <a:lnTo>
                  <a:pt x="0" y="841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598760" y="3118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598760" y="3118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3110760" y="31186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3110760" y="31186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424880" y="3260520"/>
            <a:ext cx="3481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729360" y="2781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 flipH="1">
            <a:off x="729360" y="2781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979360" y="3260520"/>
            <a:ext cx="26280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1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729360" y="2223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 flipH="1">
            <a:off x="729360" y="2223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407160" y="271872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729360" y="1665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 flipH="1">
            <a:off x="729360" y="1665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407160" y="216072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729360" y="1107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 flipH="1">
            <a:off x="729360" y="1107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407160" y="160272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729360" y="549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 flipH="1">
            <a:off x="729360" y="549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407160" y="104472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502920" y="4867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 rot="16200000">
            <a:off x="-521280" y="1535400"/>
            <a:ext cx="13356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Min Δ CP  (post − pre)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1069560" y="256680"/>
            <a:ext cx="529560" cy="2724840"/>
          </a:xfrm>
          <a:custGeom>
            <a:avLst/>
            <a:gdLst/>
            <a:ahLst/>
            <a:rect l="0" t="0" r="r" b="b"/>
            <a:pathLst>
              <a:path w="1471" h="7569">
                <a:moveTo>
                  <a:pt x="294" y="7569"/>
                </a:moveTo>
                <a:lnTo>
                  <a:pt x="1471" y="7569"/>
                </a:lnTo>
                <a:lnTo>
                  <a:pt x="1471" y="7506"/>
                </a:lnTo>
                <a:lnTo>
                  <a:pt x="1471" y="7442"/>
                </a:lnTo>
                <a:lnTo>
                  <a:pt x="1471" y="7378"/>
                </a:lnTo>
                <a:lnTo>
                  <a:pt x="1471" y="7315"/>
                </a:lnTo>
                <a:lnTo>
                  <a:pt x="1471" y="7251"/>
                </a:lnTo>
                <a:lnTo>
                  <a:pt x="1471" y="7188"/>
                </a:lnTo>
                <a:lnTo>
                  <a:pt x="1471" y="7124"/>
                </a:lnTo>
                <a:lnTo>
                  <a:pt x="1471" y="7060"/>
                </a:lnTo>
                <a:lnTo>
                  <a:pt x="1471" y="6997"/>
                </a:lnTo>
                <a:lnTo>
                  <a:pt x="1471" y="6933"/>
                </a:lnTo>
                <a:lnTo>
                  <a:pt x="1471" y="6870"/>
                </a:lnTo>
                <a:lnTo>
                  <a:pt x="1471" y="6806"/>
                </a:lnTo>
                <a:lnTo>
                  <a:pt x="1471" y="6742"/>
                </a:lnTo>
                <a:lnTo>
                  <a:pt x="1471" y="6679"/>
                </a:lnTo>
                <a:lnTo>
                  <a:pt x="1471" y="6615"/>
                </a:lnTo>
                <a:lnTo>
                  <a:pt x="1471" y="6552"/>
                </a:lnTo>
                <a:lnTo>
                  <a:pt x="1471" y="6488"/>
                </a:lnTo>
                <a:lnTo>
                  <a:pt x="1471" y="6424"/>
                </a:lnTo>
                <a:lnTo>
                  <a:pt x="1471" y="6361"/>
                </a:lnTo>
                <a:lnTo>
                  <a:pt x="1471" y="6297"/>
                </a:lnTo>
                <a:lnTo>
                  <a:pt x="1471" y="6234"/>
                </a:lnTo>
                <a:lnTo>
                  <a:pt x="1471" y="6170"/>
                </a:lnTo>
                <a:lnTo>
                  <a:pt x="1471" y="6106"/>
                </a:lnTo>
                <a:lnTo>
                  <a:pt x="1471" y="6043"/>
                </a:lnTo>
                <a:lnTo>
                  <a:pt x="1471" y="5979"/>
                </a:lnTo>
                <a:lnTo>
                  <a:pt x="1471" y="5916"/>
                </a:lnTo>
                <a:lnTo>
                  <a:pt x="1471" y="5852"/>
                </a:lnTo>
                <a:lnTo>
                  <a:pt x="1471" y="5788"/>
                </a:lnTo>
                <a:lnTo>
                  <a:pt x="1471" y="5725"/>
                </a:lnTo>
                <a:lnTo>
                  <a:pt x="1471" y="5661"/>
                </a:lnTo>
                <a:lnTo>
                  <a:pt x="1471" y="5598"/>
                </a:lnTo>
                <a:lnTo>
                  <a:pt x="1471" y="5534"/>
                </a:lnTo>
                <a:lnTo>
                  <a:pt x="1471" y="5471"/>
                </a:lnTo>
                <a:lnTo>
                  <a:pt x="1471" y="5407"/>
                </a:lnTo>
                <a:lnTo>
                  <a:pt x="1471" y="5343"/>
                </a:lnTo>
                <a:lnTo>
                  <a:pt x="1471" y="5280"/>
                </a:lnTo>
                <a:lnTo>
                  <a:pt x="1471" y="5216"/>
                </a:lnTo>
                <a:lnTo>
                  <a:pt x="1471" y="5153"/>
                </a:lnTo>
                <a:lnTo>
                  <a:pt x="1471" y="5089"/>
                </a:lnTo>
                <a:lnTo>
                  <a:pt x="1471" y="5025"/>
                </a:lnTo>
                <a:lnTo>
                  <a:pt x="1471" y="4962"/>
                </a:lnTo>
                <a:lnTo>
                  <a:pt x="1471" y="4898"/>
                </a:lnTo>
                <a:lnTo>
                  <a:pt x="1471" y="4835"/>
                </a:lnTo>
                <a:lnTo>
                  <a:pt x="1471" y="4771"/>
                </a:lnTo>
                <a:lnTo>
                  <a:pt x="1471" y="4707"/>
                </a:lnTo>
                <a:lnTo>
                  <a:pt x="1471" y="4644"/>
                </a:lnTo>
                <a:lnTo>
                  <a:pt x="1471" y="4580"/>
                </a:lnTo>
                <a:lnTo>
                  <a:pt x="1471" y="4517"/>
                </a:lnTo>
                <a:lnTo>
                  <a:pt x="1471" y="4453"/>
                </a:lnTo>
                <a:lnTo>
                  <a:pt x="1471" y="4389"/>
                </a:lnTo>
                <a:lnTo>
                  <a:pt x="1471" y="4326"/>
                </a:lnTo>
                <a:lnTo>
                  <a:pt x="1471" y="4262"/>
                </a:lnTo>
                <a:lnTo>
                  <a:pt x="1471" y="4199"/>
                </a:lnTo>
                <a:lnTo>
                  <a:pt x="1471" y="4135"/>
                </a:lnTo>
                <a:lnTo>
                  <a:pt x="1471" y="4071"/>
                </a:lnTo>
                <a:lnTo>
                  <a:pt x="1471" y="4008"/>
                </a:lnTo>
                <a:lnTo>
                  <a:pt x="1471" y="3944"/>
                </a:lnTo>
                <a:lnTo>
                  <a:pt x="1471" y="3881"/>
                </a:lnTo>
                <a:lnTo>
                  <a:pt x="1471" y="3817"/>
                </a:lnTo>
                <a:lnTo>
                  <a:pt x="1471" y="3753"/>
                </a:lnTo>
                <a:lnTo>
                  <a:pt x="1471" y="3690"/>
                </a:lnTo>
                <a:lnTo>
                  <a:pt x="1471" y="3626"/>
                </a:lnTo>
                <a:lnTo>
                  <a:pt x="1471" y="3563"/>
                </a:lnTo>
                <a:lnTo>
                  <a:pt x="1471" y="3499"/>
                </a:lnTo>
                <a:lnTo>
                  <a:pt x="1471" y="3435"/>
                </a:lnTo>
                <a:lnTo>
                  <a:pt x="1471" y="3372"/>
                </a:lnTo>
                <a:lnTo>
                  <a:pt x="1471" y="3308"/>
                </a:lnTo>
                <a:lnTo>
                  <a:pt x="1471" y="3245"/>
                </a:lnTo>
                <a:lnTo>
                  <a:pt x="1471" y="3181"/>
                </a:lnTo>
                <a:lnTo>
                  <a:pt x="1471" y="3117"/>
                </a:lnTo>
                <a:lnTo>
                  <a:pt x="1471" y="3053"/>
                </a:lnTo>
                <a:lnTo>
                  <a:pt x="1471" y="2989"/>
                </a:lnTo>
                <a:lnTo>
                  <a:pt x="1471" y="2926"/>
                </a:lnTo>
                <a:lnTo>
                  <a:pt x="1471" y="2862"/>
                </a:lnTo>
                <a:lnTo>
                  <a:pt x="1471" y="2798"/>
                </a:lnTo>
                <a:lnTo>
                  <a:pt x="1471" y="2735"/>
                </a:lnTo>
                <a:lnTo>
                  <a:pt x="1471" y="2671"/>
                </a:lnTo>
                <a:lnTo>
                  <a:pt x="1471" y="2608"/>
                </a:lnTo>
                <a:lnTo>
                  <a:pt x="1471" y="2544"/>
                </a:lnTo>
                <a:lnTo>
                  <a:pt x="1471" y="2481"/>
                </a:lnTo>
                <a:lnTo>
                  <a:pt x="1471" y="2417"/>
                </a:lnTo>
                <a:lnTo>
                  <a:pt x="1471" y="2353"/>
                </a:lnTo>
                <a:lnTo>
                  <a:pt x="1471" y="2290"/>
                </a:lnTo>
                <a:lnTo>
                  <a:pt x="1471" y="2226"/>
                </a:lnTo>
                <a:lnTo>
                  <a:pt x="1471" y="2163"/>
                </a:lnTo>
                <a:lnTo>
                  <a:pt x="1471" y="2099"/>
                </a:lnTo>
                <a:lnTo>
                  <a:pt x="1471" y="2035"/>
                </a:lnTo>
                <a:lnTo>
                  <a:pt x="1471" y="1972"/>
                </a:lnTo>
                <a:lnTo>
                  <a:pt x="1471" y="1908"/>
                </a:lnTo>
                <a:lnTo>
                  <a:pt x="1471" y="1845"/>
                </a:lnTo>
                <a:lnTo>
                  <a:pt x="1471" y="1781"/>
                </a:lnTo>
                <a:lnTo>
                  <a:pt x="1471" y="1717"/>
                </a:lnTo>
                <a:lnTo>
                  <a:pt x="1471" y="1654"/>
                </a:lnTo>
                <a:lnTo>
                  <a:pt x="1471" y="1590"/>
                </a:lnTo>
                <a:lnTo>
                  <a:pt x="1471" y="1527"/>
                </a:lnTo>
                <a:lnTo>
                  <a:pt x="1471" y="1463"/>
                </a:lnTo>
                <a:lnTo>
                  <a:pt x="1471" y="1399"/>
                </a:lnTo>
                <a:lnTo>
                  <a:pt x="1471" y="1336"/>
                </a:lnTo>
                <a:lnTo>
                  <a:pt x="1471" y="1272"/>
                </a:lnTo>
                <a:lnTo>
                  <a:pt x="1471" y="1209"/>
                </a:lnTo>
                <a:lnTo>
                  <a:pt x="1471" y="1145"/>
                </a:lnTo>
                <a:lnTo>
                  <a:pt x="1471" y="1081"/>
                </a:lnTo>
                <a:lnTo>
                  <a:pt x="1471" y="1018"/>
                </a:lnTo>
                <a:lnTo>
                  <a:pt x="1471" y="954"/>
                </a:lnTo>
                <a:lnTo>
                  <a:pt x="1471" y="891"/>
                </a:lnTo>
                <a:lnTo>
                  <a:pt x="1471" y="827"/>
                </a:lnTo>
                <a:lnTo>
                  <a:pt x="1471" y="763"/>
                </a:lnTo>
                <a:lnTo>
                  <a:pt x="1471" y="700"/>
                </a:lnTo>
                <a:lnTo>
                  <a:pt x="1471" y="636"/>
                </a:lnTo>
                <a:lnTo>
                  <a:pt x="1471" y="573"/>
                </a:lnTo>
                <a:lnTo>
                  <a:pt x="1471" y="509"/>
                </a:lnTo>
                <a:lnTo>
                  <a:pt x="1471" y="445"/>
                </a:lnTo>
                <a:lnTo>
                  <a:pt x="1471" y="382"/>
                </a:lnTo>
                <a:lnTo>
                  <a:pt x="1471" y="318"/>
                </a:lnTo>
                <a:lnTo>
                  <a:pt x="1471" y="255"/>
                </a:lnTo>
                <a:lnTo>
                  <a:pt x="1471" y="191"/>
                </a:lnTo>
                <a:lnTo>
                  <a:pt x="1471" y="127"/>
                </a:lnTo>
                <a:lnTo>
                  <a:pt x="1471" y="64"/>
                </a:lnTo>
                <a:lnTo>
                  <a:pt x="1471" y="0"/>
                </a:lnTo>
                <a:lnTo>
                  <a:pt x="864" y="0"/>
                </a:lnTo>
                <a:lnTo>
                  <a:pt x="844" y="64"/>
                </a:lnTo>
                <a:lnTo>
                  <a:pt x="825" y="127"/>
                </a:lnTo>
                <a:lnTo>
                  <a:pt x="807" y="191"/>
                </a:lnTo>
                <a:lnTo>
                  <a:pt x="788" y="255"/>
                </a:lnTo>
                <a:lnTo>
                  <a:pt x="771" y="318"/>
                </a:lnTo>
                <a:lnTo>
                  <a:pt x="753" y="382"/>
                </a:lnTo>
                <a:lnTo>
                  <a:pt x="737" y="445"/>
                </a:lnTo>
                <a:lnTo>
                  <a:pt x="720" y="509"/>
                </a:lnTo>
                <a:lnTo>
                  <a:pt x="705" y="573"/>
                </a:lnTo>
                <a:lnTo>
                  <a:pt x="689" y="636"/>
                </a:lnTo>
                <a:lnTo>
                  <a:pt x="675" y="700"/>
                </a:lnTo>
                <a:lnTo>
                  <a:pt x="662" y="763"/>
                </a:lnTo>
                <a:lnTo>
                  <a:pt x="649" y="827"/>
                </a:lnTo>
                <a:lnTo>
                  <a:pt x="637" y="891"/>
                </a:lnTo>
                <a:lnTo>
                  <a:pt x="627" y="954"/>
                </a:lnTo>
                <a:lnTo>
                  <a:pt x="617" y="1018"/>
                </a:lnTo>
                <a:lnTo>
                  <a:pt x="608" y="1081"/>
                </a:lnTo>
                <a:lnTo>
                  <a:pt x="600" y="1145"/>
                </a:lnTo>
                <a:lnTo>
                  <a:pt x="593" y="1209"/>
                </a:lnTo>
                <a:lnTo>
                  <a:pt x="588" y="1272"/>
                </a:lnTo>
                <a:lnTo>
                  <a:pt x="583" y="1336"/>
                </a:lnTo>
                <a:lnTo>
                  <a:pt x="579" y="1399"/>
                </a:lnTo>
                <a:lnTo>
                  <a:pt x="576" y="1463"/>
                </a:lnTo>
                <a:lnTo>
                  <a:pt x="575" y="1527"/>
                </a:lnTo>
                <a:lnTo>
                  <a:pt x="574" y="1590"/>
                </a:lnTo>
                <a:lnTo>
                  <a:pt x="574" y="1654"/>
                </a:lnTo>
                <a:lnTo>
                  <a:pt x="575" y="1717"/>
                </a:lnTo>
                <a:lnTo>
                  <a:pt x="577" y="1781"/>
                </a:lnTo>
                <a:lnTo>
                  <a:pt x="580" y="1845"/>
                </a:lnTo>
                <a:lnTo>
                  <a:pt x="584" y="1908"/>
                </a:lnTo>
                <a:lnTo>
                  <a:pt x="589" y="1972"/>
                </a:lnTo>
                <a:lnTo>
                  <a:pt x="595" y="2035"/>
                </a:lnTo>
                <a:lnTo>
                  <a:pt x="601" y="2099"/>
                </a:lnTo>
                <a:lnTo>
                  <a:pt x="608" y="2163"/>
                </a:lnTo>
                <a:lnTo>
                  <a:pt x="615" y="2226"/>
                </a:lnTo>
                <a:lnTo>
                  <a:pt x="623" y="2290"/>
                </a:lnTo>
                <a:lnTo>
                  <a:pt x="632" y="2353"/>
                </a:lnTo>
                <a:lnTo>
                  <a:pt x="641" y="2417"/>
                </a:lnTo>
                <a:lnTo>
                  <a:pt x="650" y="2481"/>
                </a:lnTo>
                <a:lnTo>
                  <a:pt x="659" y="2544"/>
                </a:lnTo>
                <a:lnTo>
                  <a:pt x="669" y="2608"/>
                </a:lnTo>
                <a:lnTo>
                  <a:pt x="678" y="2671"/>
                </a:lnTo>
                <a:lnTo>
                  <a:pt x="688" y="2735"/>
                </a:lnTo>
                <a:lnTo>
                  <a:pt x="697" y="2798"/>
                </a:lnTo>
                <a:lnTo>
                  <a:pt x="708" y="2862"/>
                </a:lnTo>
                <a:lnTo>
                  <a:pt x="717" y="2926"/>
                </a:lnTo>
                <a:lnTo>
                  <a:pt x="725" y="2989"/>
                </a:lnTo>
                <a:lnTo>
                  <a:pt x="733" y="3053"/>
                </a:lnTo>
                <a:lnTo>
                  <a:pt x="741" y="3117"/>
                </a:lnTo>
                <a:lnTo>
                  <a:pt x="747" y="3181"/>
                </a:lnTo>
                <a:lnTo>
                  <a:pt x="753" y="3245"/>
                </a:lnTo>
                <a:lnTo>
                  <a:pt x="758" y="3308"/>
                </a:lnTo>
                <a:lnTo>
                  <a:pt x="763" y="3372"/>
                </a:lnTo>
                <a:lnTo>
                  <a:pt x="766" y="3435"/>
                </a:lnTo>
                <a:lnTo>
                  <a:pt x="768" y="3499"/>
                </a:lnTo>
                <a:lnTo>
                  <a:pt x="769" y="3563"/>
                </a:lnTo>
                <a:lnTo>
                  <a:pt x="769" y="3626"/>
                </a:lnTo>
                <a:lnTo>
                  <a:pt x="767" y="3690"/>
                </a:lnTo>
                <a:lnTo>
                  <a:pt x="765" y="3753"/>
                </a:lnTo>
                <a:lnTo>
                  <a:pt x="760" y="3817"/>
                </a:lnTo>
                <a:lnTo>
                  <a:pt x="755" y="3881"/>
                </a:lnTo>
                <a:lnTo>
                  <a:pt x="748" y="3944"/>
                </a:lnTo>
                <a:lnTo>
                  <a:pt x="740" y="4008"/>
                </a:lnTo>
                <a:lnTo>
                  <a:pt x="730" y="4071"/>
                </a:lnTo>
                <a:lnTo>
                  <a:pt x="718" y="4135"/>
                </a:lnTo>
                <a:lnTo>
                  <a:pt x="706" y="4199"/>
                </a:lnTo>
                <a:lnTo>
                  <a:pt x="690" y="4262"/>
                </a:lnTo>
                <a:lnTo>
                  <a:pt x="675" y="4326"/>
                </a:lnTo>
                <a:lnTo>
                  <a:pt x="658" y="4389"/>
                </a:lnTo>
                <a:lnTo>
                  <a:pt x="640" y="4453"/>
                </a:lnTo>
                <a:lnTo>
                  <a:pt x="620" y="4517"/>
                </a:lnTo>
                <a:lnTo>
                  <a:pt x="600" y="4580"/>
                </a:lnTo>
                <a:lnTo>
                  <a:pt x="578" y="4644"/>
                </a:lnTo>
                <a:lnTo>
                  <a:pt x="555" y="4707"/>
                </a:lnTo>
                <a:lnTo>
                  <a:pt x="531" y="4771"/>
                </a:lnTo>
                <a:lnTo>
                  <a:pt x="507" y="4835"/>
                </a:lnTo>
                <a:lnTo>
                  <a:pt x="481" y="4898"/>
                </a:lnTo>
                <a:lnTo>
                  <a:pt x="455" y="4962"/>
                </a:lnTo>
                <a:lnTo>
                  <a:pt x="429" y="5025"/>
                </a:lnTo>
                <a:lnTo>
                  <a:pt x="402" y="5089"/>
                </a:lnTo>
                <a:lnTo>
                  <a:pt x="375" y="5153"/>
                </a:lnTo>
                <a:lnTo>
                  <a:pt x="348" y="5216"/>
                </a:lnTo>
                <a:lnTo>
                  <a:pt x="321" y="5280"/>
                </a:lnTo>
                <a:lnTo>
                  <a:pt x="294" y="5343"/>
                </a:lnTo>
                <a:lnTo>
                  <a:pt x="268" y="5407"/>
                </a:lnTo>
                <a:lnTo>
                  <a:pt x="242" y="5471"/>
                </a:lnTo>
                <a:lnTo>
                  <a:pt x="217" y="5534"/>
                </a:lnTo>
                <a:lnTo>
                  <a:pt x="192" y="5598"/>
                </a:lnTo>
                <a:lnTo>
                  <a:pt x="168" y="5661"/>
                </a:lnTo>
                <a:lnTo>
                  <a:pt x="146" y="5725"/>
                </a:lnTo>
                <a:lnTo>
                  <a:pt x="124" y="5788"/>
                </a:lnTo>
                <a:lnTo>
                  <a:pt x="104" y="5852"/>
                </a:lnTo>
                <a:lnTo>
                  <a:pt x="86" y="5916"/>
                </a:lnTo>
                <a:lnTo>
                  <a:pt x="69" y="5979"/>
                </a:lnTo>
                <a:lnTo>
                  <a:pt x="53" y="6043"/>
                </a:lnTo>
                <a:lnTo>
                  <a:pt x="40" y="6106"/>
                </a:lnTo>
                <a:lnTo>
                  <a:pt x="28" y="6170"/>
                </a:lnTo>
                <a:lnTo>
                  <a:pt x="18" y="6234"/>
                </a:lnTo>
                <a:lnTo>
                  <a:pt x="11" y="6297"/>
                </a:lnTo>
                <a:lnTo>
                  <a:pt x="5" y="6361"/>
                </a:lnTo>
                <a:lnTo>
                  <a:pt x="2" y="6424"/>
                </a:lnTo>
                <a:lnTo>
                  <a:pt x="0" y="6488"/>
                </a:lnTo>
                <a:lnTo>
                  <a:pt x="1" y="6552"/>
                </a:lnTo>
                <a:lnTo>
                  <a:pt x="5" y="6615"/>
                </a:lnTo>
                <a:lnTo>
                  <a:pt x="10" y="6679"/>
                </a:lnTo>
                <a:lnTo>
                  <a:pt x="18" y="6742"/>
                </a:lnTo>
                <a:lnTo>
                  <a:pt x="27" y="6806"/>
                </a:lnTo>
                <a:lnTo>
                  <a:pt x="39" y="6870"/>
                </a:lnTo>
                <a:lnTo>
                  <a:pt x="53" y="6933"/>
                </a:lnTo>
                <a:lnTo>
                  <a:pt x="70" y="6997"/>
                </a:lnTo>
                <a:lnTo>
                  <a:pt x="88" y="7060"/>
                </a:lnTo>
                <a:lnTo>
                  <a:pt x="108" y="7124"/>
                </a:lnTo>
                <a:lnTo>
                  <a:pt x="130" y="7188"/>
                </a:lnTo>
                <a:lnTo>
                  <a:pt x="153" y="7251"/>
                </a:lnTo>
                <a:lnTo>
                  <a:pt x="179" y="7315"/>
                </a:lnTo>
                <a:lnTo>
                  <a:pt x="205" y="7378"/>
                </a:lnTo>
                <a:lnTo>
                  <a:pt x="234" y="7442"/>
                </a:lnTo>
                <a:lnTo>
                  <a:pt x="263" y="7506"/>
                </a:lnTo>
                <a:lnTo>
                  <a:pt x="294" y="7569"/>
                </a:lnTo>
                <a:close/>
              </a:path>
            </a:pathLst>
          </a:custGeom>
          <a:solidFill>
            <a:srgbClr val="0a7d6e">
              <a:alpha val="32000"/>
            </a:srgbClr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>
            <a:off x="1674360" y="1075320"/>
            <a:ext cx="212040" cy="1609560"/>
          </a:xfrm>
          <a:custGeom>
            <a:avLst/>
            <a:gdLst/>
            <a:ahLst/>
            <a:rect l="0" t="0" r="r" b="b"/>
            <a:pathLst>
              <a:path w="589" h="4471">
                <a:moveTo>
                  <a:pt x="0" y="4471"/>
                </a:moveTo>
                <a:lnTo>
                  <a:pt x="589" y="4471"/>
                </a:lnTo>
                <a:lnTo>
                  <a:pt x="589" y="0"/>
                </a:lnTo>
                <a:lnTo>
                  <a:pt x="0" y="0"/>
                </a:lnTo>
                <a:lnTo>
                  <a:pt x="0" y="4471"/>
                </a:lnTo>
                <a:close/>
              </a:path>
            </a:pathLst>
          </a:custGeom>
          <a:solidFill>
            <a:srgbClr val="ffffff"/>
          </a:solidFill>
          <a:ln w="16200">
            <a:solidFill>
              <a:srgbClr val="0a7d6e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2581560" y="401400"/>
            <a:ext cx="529560" cy="2539440"/>
          </a:xfrm>
          <a:custGeom>
            <a:avLst/>
            <a:gdLst/>
            <a:ahLst/>
            <a:rect l="0" t="0" r="r" b="b"/>
            <a:pathLst>
              <a:path w="1471" h="7054">
                <a:moveTo>
                  <a:pt x="965" y="7054"/>
                </a:moveTo>
                <a:lnTo>
                  <a:pt x="1471" y="7054"/>
                </a:lnTo>
                <a:lnTo>
                  <a:pt x="1471" y="6995"/>
                </a:lnTo>
                <a:lnTo>
                  <a:pt x="1471" y="6935"/>
                </a:lnTo>
                <a:lnTo>
                  <a:pt x="1471" y="6876"/>
                </a:lnTo>
                <a:lnTo>
                  <a:pt x="1471" y="6817"/>
                </a:lnTo>
                <a:lnTo>
                  <a:pt x="1471" y="6758"/>
                </a:lnTo>
                <a:lnTo>
                  <a:pt x="1471" y="6698"/>
                </a:lnTo>
                <a:lnTo>
                  <a:pt x="1471" y="6639"/>
                </a:lnTo>
                <a:lnTo>
                  <a:pt x="1471" y="6580"/>
                </a:lnTo>
                <a:lnTo>
                  <a:pt x="1471" y="6521"/>
                </a:lnTo>
                <a:lnTo>
                  <a:pt x="1471" y="6461"/>
                </a:lnTo>
                <a:lnTo>
                  <a:pt x="1471" y="6402"/>
                </a:lnTo>
                <a:lnTo>
                  <a:pt x="1471" y="6343"/>
                </a:lnTo>
                <a:lnTo>
                  <a:pt x="1471" y="6284"/>
                </a:lnTo>
                <a:lnTo>
                  <a:pt x="1471" y="6224"/>
                </a:lnTo>
                <a:lnTo>
                  <a:pt x="1471" y="6165"/>
                </a:lnTo>
                <a:lnTo>
                  <a:pt x="1471" y="6106"/>
                </a:lnTo>
                <a:lnTo>
                  <a:pt x="1471" y="6047"/>
                </a:lnTo>
                <a:lnTo>
                  <a:pt x="1471" y="5987"/>
                </a:lnTo>
                <a:lnTo>
                  <a:pt x="1471" y="5928"/>
                </a:lnTo>
                <a:lnTo>
                  <a:pt x="1471" y="5869"/>
                </a:lnTo>
                <a:lnTo>
                  <a:pt x="1471" y="5809"/>
                </a:lnTo>
                <a:lnTo>
                  <a:pt x="1471" y="5750"/>
                </a:lnTo>
                <a:lnTo>
                  <a:pt x="1471" y="5691"/>
                </a:lnTo>
                <a:lnTo>
                  <a:pt x="1471" y="5632"/>
                </a:lnTo>
                <a:lnTo>
                  <a:pt x="1471" y="5572"/>
                </a:lnTo>
                <a:lnTo>
                  <a:pt x="1471" y="5513"/>
                </a:lnTo>
                <a:lnTo>
                  <a:pt x="1471" y="5454"/>
                </a:lnTo>
                <a:lnTo>
                  <a:pt x="1471" y="5395"/>
                </a:lnTo>
                <a:lnTo>
                  <a:pt x="1471" y="5335"/>
                </a:lnTo>
                <a:lnTo>
                  <a:pt x="1471" y="5276"/>
                </a:lnTo>
                <a:lnTo>
                  <a:pt x="1471" y="5217"/>
                </a:lnTo>
                <a:lnTo>
                  <a:pt x="1471" y="5158"/>
                </a:lnTo>
                <a:lnTo>
                  <a:pt x="1471" y="5098"/>
                </a:lnTo>
                <a:lnTo>
                  <a:pt x="1471" y="5039"/>
                </a:lnTo>
                <a:lnTo>
                  <a:pt x="1471" y="4980"/>
                </a:lnTo>
                <a:lnTo>
                  <a:pt x="1471" y="4920"/>
                </a:lnTo>
                <a:lnTo>
                  <a:pt x="1471" y="4861"/>
                </a:lnTo>
                <a:lnTo>
                  <a:pt x="1471" y="4802"/>
                </a:lnTo>
                <a:lnTo>
                  <a:pt x="1471" y="4743"/>
                </a:lnTo>
                <a:lnTo>
                  <a:pt x="1471" y="4683"/>
                </a:lnTo>
                <a:lnTo>
                  <a:pt x="1471" y="4624"/>
                </a:lnTo>
                <a:lnTo>
                  <a:pt x="1471" y="4565"/>
                </a:lnTo>
                <a:lnTo>
                  <a:pt x="1471" y="4506"/>
                </a:lnTo>
                <a:lnTo>
                  <a:pt x="1471" y="4446"/>
                </a:lnTo>
                <a:lnTo>
                  <a:pt x="1471" y="4387"/>
                </a:lnTo>
                <a:lnTo>
                  <a:pt x="1471" y="4328"/>
                </a:lnTo>
                <a:lnTo>
                  <a:pt x="1471" y="4269"/>
                </a:lnTo>
                <a:lnTo>
                  <a:pt x="1471" y="4209"/>
                </a:lnTo>
                <a:lnTo>
                  <a:pt x="1471" y="4150"/>
                </a:lnTo>
                <a:lnTo>
                  <a:pt x="1471" y="4091"/>
                </a:lnTo>
                <a:lnTo>
                  <a:pt x="1471" y="4032"/>
                </a:lnTo>
                <a:lnTo>
                  <a:pt x="1471" y="3972"/>
                </a:lnTo>
                <a:lnTo>
                  <a:pt x="1471" y="3913"/>
                </a:lnTo>
                <a:lnTo>
                  <a:pt x="1471" y="3854"/>
                </a:lnTo>
                <a:lnTo>
                  <a:pt x="1471" y="3794"/>
                </a:lnTo>
                <a:lnTo>
                  <a:pt x="1471" y="3735"/>
                </a:lnTo>
                <a:lnTo>
                  <a:pt x="1471" y="3676"/>
                </a:lnTo>
                <a:lnTo>
                  <a:pt x="1471" y="3617"/>
                </a:lnTo>
                <a:lnTo>
                  <a:pt x="1471" y="3557"/>
                </a:lnTo>
                <a:lnTo>
                  <a:pt x="1471" y="3498"/>
                </a:lnTo>
                <a:lnTo>
                  <a:pt x="1471" y="3439"/>
                </a:lnTo>
                <a:lnTo>
                  <a:pt x="1471" y="3380"/>
                </a:lnTo>
                <a:lnTo>
                  <a:pt x="1471" y="3320"/>
                </a:lnTo>
                <a:lnTo>
                  <a:pt x="1471" y="3261"/>
                </a:lnTo>
                <a:lnTo>
                  <a:pt x="1471" y="3202"/>
                </a:lnTo>
                <a:lnTo>
                  <a:pt x="1471" y="3143"/>
                </a:lnTo>
                <a:lnTo>
                  <a:pt x="1471" y="3083"/>
                </a:lnTo>
                <a:lnTo>
                  <a:pt x="1471" y="3024"/>
                </a:lnTo>
                <a:lnTo>
                  <a:pt x="1471" y="2965"/>
                </a:lnTo>
                <a:lnTo>
                  <a:pt x="1471" y="2905"/>
                </a:lnTo>
                <a:lnTo>
                  <a:pt x="1471" y="2846"/>
                </a:lnTo>
                <a:lnTo>
                  <a:pt x="1471" y="2787"/>
                </a:lnTo>
                <a:lnTo>
                  <a:pt x="1471" y="2728"/>
                </a:lnTo>
                <a:lnTo>
                  <a:pt x="1471" y="2668"/>
                </a:lnTo>
                <a:lnTo>
                  <a:pt x="1471" y="2609"/>
                </a:lnTo>
                <a:lnTo>
                  <a:pt x="1471" y="2550"/>
                </a:lnTo>
                <a:lnTo>
                  <a:pt x="1471" y="2491"/>
                </a:lnTo>
                <a:lnTo>
                  <a:pt x="1471" y="2431"/>
                </a:lnTo>
                <a:lnTo>
                  <a:pt x="1471" y="2371"/>
                </a:lnTo>
                <a:lnTo>
                  <a:pt x="1471" y="2312"/>
                </a:lnTo>
                <a:lnTo>
                  <a:pt x="1471" y="2253"/>
                </a:lnTo>
                <a:lnTo>
                  <a:pt x="1471" y="2193"/>
                </a:lnTo>
                <a:lnTo>
                  <a:pt x="1471" y="2134"/>
                </a:lnTo>
                <a:lnTo>
                  <a:pt x="1471" y="2075"/>
                </a:lnTo>
                <a:lnTo>
                  <a:pt x="1471" y="2016"/>
                </a:lnTo>
                <a:lnTo>
                  <a:pt x="1471" y="1956"/>
                </a:lnTo>
                <a:lnTo>
                  <a:pt x="1471" y="1897"/>
                </a:lnTo>
                <a:lnTo>
                  <a:pt x="1471" y="1838"/>
                </a:lnTo>
                <a:lnTo>
                  <a:pt x="1471" y="1778"/>
                </a:lnTo>
                <a:lnTo>
                  <a:pt x="1471" y="1719"/>
                </a:lnTo>
                <a:lnTo>
                  <a:pt x="1471" y="1660"/>
                </a:lnTo>
                <a:lnTo>
                  <a:pt x="1471" y="1601"/>
                </a:lnTo>
                <a:lnTo>
                  <a:pt x="1471" y="1541"/>
                </a:lnTo>
                <a:lnTo>
                  <a:pt x="1471" y="1482"/>
                </a:lnTo>
                <a:lnTo>
                  <a:pt x="1471" y="1423"/>
                </a:lnTo>
                <a:lnTo>
                  <a:pt x="1471" y="1364"/>
                </a:lnTo>
                <a:lnTo>
                  <a:pt x="1471" y="1304"/>
                </a:lnTo>
                <a:lnTo>
                  <a:pt x="1471" y="1245"/>
                </a:lnTo>
                <a:lnTo>
                  <a:pt x="1471" y="1186"/>
                </a:lnTo>
                <a:lnTo>
                  <a:pt x="1471" y="1127"/>
                </a:lnTo>
                <a:lnTo>
                  <a:pt x="1471" y="1067"/>
                </a:lnTo>
                <a:lnTo>
                  <a:pt x="1471" y="1008"/>
                </a:lnTo>
                <a:lnTo>
                  <a:pt x="1471" y="949"/>
                </a:lnTo>
                <a:lnTo>
                  <a:pt x="1471" y="889"/>
                </a:lnTo>
                <a:lnTo>
                  <a:pt x="1471" y="830"/>
                </a:lnTo>
                <a:lnTo>
                  <a:pt x="1471" y="771"/>
                </a:lnTo>
                <a:lnTo>
                  <a:pt x="1471" y="712"/>
                </a:lnTo>
                <a:lnTo>
                  <a:pt x="1471" y="652"/>
                </a:lnTo>
                <a:lnTo>
                  <a:pt x="1471" y="593"/>
                </a:lnTo>
                <a:lnTo>
                  <a:pt x="1471" y="534"/>
                </a:lnTo>
                <a:lnTo>
                  <a:pt x="1471" y="475"/>
                </a:lnTo>
                <a:lnTo>
                  <a:pt x="1471" y="415"/>
                </a:lnTo>
                <a:lnTo>
                  <a:pt x="1471" y="356"/>
                </a:lnTo>
                <a:lnTo>
                  <a:pt x="1471" y="297"/>
                </a:lnTo>
                <a:lnTo>
                  <a:pt x="1471" y="238"/>
                </a:lnTo>
                <a:lnTo>
                  <a:pt x="1471" y="178"/>
                </a:lnTo>
                <a:lnTo>
                  <a:pt x="1471" y="119"/>
                </a:lnTo>
                <a:lnTo>
                  <a:pt x="1471" y="60"/>
                </a:lnTo>
                <a:lnTo>
                  <a:pt x="1471" y="0"/>
                </a:lnTo>
                <a:lnTo>
                  <a:pt x="484" y="0"/>
                </a:lnTo>
                <a:lnTo>
                  <a:pt x="445" y="60"/>
                </a:lnTo>
                <a:lnTo>
                  <a:pt x="407" y="119"/>
                </a:lnTo>
                <a:lnTo>
                  <a:pt x="369" y="178"/>
                </a:lnTo>
                <a:lnTo>
                  <a:pt x="332" y="238"/>
                </a:lnTo>
                <a:lnTo>
                  <a:pt x="296" y="297"/>
                </a:lnTo>
                <a:lnTo>
                  <a:pt x="262" y="356"/>
                </a:lnTo>
                <a:lnTo>
                  <a:pt x="229" y="415"/>
                </a:lnTo>
                <a:lnTo>
                  <a:pt x="198" y="475"/>
                </a:lnTo>
                <a:lnTo>
                  <a:pt x="169" y="534"/>
                </a:lnTo>
                <a:lnTo>
                  <a:pt x="141" y="593"/>
                </a:lnTo>
                <a:lnTo>
                  <a:pt x="116" y="652"/>
                </a:lnTo>
                <a:lnTo>
                  <a:pt x="93" y="712"/>
                </a:lnTo>
                <a:lnTo>
                  <a:pt x="72" y="771"/>
                </a:lnTo>
                <a:lnTo>
                  <a:pt x="54" y="830"/>
                </a:lnTo>
                <a:lnTo>
                  <a:pt x="39" y="889"/>
                </a:lnTo>
                <a:lnTo>
                  <a:pt x="25" y="949"/>
                </a:lnTo>
                <a:lnTo>
                  <a:pt x="15" y="1008"/>
                </a:lnTo>
                <a:lnTo>
                  <a:pt x="7" y="1067"/>
                </a:lnTo>
                <a:lnTo>
                  <a:pt x="2" y="1127"/>
                </a:lnTo>
                <a:lnTo>
                  <a:pt x="0" y="1186"/>
                </a:lnTo>
                <a:lnTo>
                  <a:pt x="0" y="1245"/>
                </a:lnTo>
                <a:lnTo>
                  <a:pt x="3" y="1304"/>
                </a:lnTo>
                <a:lnTo>
                  <a:pt x="9" y="1364"/>
                </a:lnTo>
                <a:lnTo>
                  <a:pt x="17" y="1423"/>
                </a:lnTo>
                <a:lnTo>
                  <a:pt x="27" y="1482"/>
                </a:lnTo>
                <a:lnTo>
                  <a:pt x="40" y="1541"/>
                </a:lnTo>
                <a:lnTo>
                  <a:pt x="55" y="1601"/>
                </a:lnTo>
                <a:lnTo>
                  <a:pt x="72" y="1660"/>
                </a:lnTo>
                <a:lnTo>
                  <a:pt x="91" y="1719"/>
                </a:lnTo>
                <a:lnTo>
                  <a:pt x="112" y="1778"/>
                </a:lnTo>
                <a:lnTo>
                  <a:pt x="134" y="1838"/>
                </a:lnTo>
                <a:lnTo>
                  <a:pt x="157" y="1897"/>
                </a:lnTo>
                <a:lnTo>
                  <a:pt x="182" y="1956"/>
                </a:lnTo>
                <a:lnTo>
                  <a:pt x="208" y="2016"/>
                </a:lnTo>
                <a:lnTo>
                  <a:pt x="234" y="2075"/>
                </a:lnTo>
                <a:lnTo>
                  <a:pt x="261" y="2134"/>
                </a:lnTo>
                <a:lnTo>
                  <a:pt x="289" y="2193"/>
                </a:lnTo>
                <a:lnTo>
                  <a:pt x="317" y="2253"/>
                </a:lnTo>
                <a:lnTo>
                  <a:pt x="345" y="2312"/>
                </a:lnTo>
                <a:lnTo>
                  <a:pt x="372" y="2371"/>
                </a:lnTo>
                <a:lnTo>
                  <a:pt x="400" y="2431"/>
                </a:lnTo>
                <a:lnTo>
                  <a:pt x="427" y="2491"/>
                </a:lnTo>
                <a:lnTo>
                  <a:pt x="453" y="2550"/>
                </a:lnTo>
                <a:lnTo>
                  <a:pt x="478" y="2609"/>
                </a:lnTo>
                <a:lnTo>
                  <a:pt x="503" y="2668"/>
                </a:lnTo>
                <a:lnTo>
                  <a:pt x="527" y="2728"/>
                </a:lnTo>
                <a:lnTo>
                  <a:pt x="549" y="2787"/>
                </a:lnTo>
                <a:lnTo>
                  <a:pt x="570" y="2846"/>
                </a:lnTo>
                <a:lnTo>
                  <a:pt x="590" y="2905"/>
                </a:lnTo>
                <a:lnTo>
                  <a:pt x="608" y="2965"/>
                </a:lnTo>
                <a:lnTo>
                  <a:pt x="625" y="3024"/>
                </a:lnTo>
                <a:lnTo>
                  <a:pt x="641" y="3083"/>
                </a:lnTo>
                <a:lnTo>
                  <a:pt x="655" y="3143"/>
                </a:lnTo>
                <a:lnTo>
                  <a:pt x="667" y="3202"/>
                </a:lnTo>
                <a:lnTo>
                  <a:pt x="678" y="3261"/>
                </a:lnTo>
                <a:lnTo>
                  <a:pt x="688" y="3320"/>
                </a:lnTo>
                <a:lnTo>
                  <a:pt x="696" y="3380"/>
                </a:lnTo>
                <a:lnTo>
                  <a:pt x="702" y="3439"/>
                </a:lnTo>
                <a:lnTo>
                  <a:pt x="707" y="3498"/>
                </a:lnTo>
                <a:lnTo>
                  <a:pt x="711" y="3557"/>
                </a:lnTo>
                <a:lnTo>
                  <a:pt x="713" y="3617"/>
                </a:lnTo>
                <a:lnTo>
                  <a:pt x="714" y="3676"/>
                </a:lnTo>
                <a:lnTo>
                  <a:pt x="714" y="3735"/>
                </a:lnTo>
                <a:lnTo>
                  <a:pt x="712" y="3794"/>
                </a:lnTo>
                <a:lnTo>
                  <a:pt x="710" y="3854"/>
                </a:lnTo>
                <a:lnTo>
                  <a:pt x="707" y="3913"/>
                </a:lnTo>
                <a:lnTo>
                  <a:pt x="703" y="3972"/>
                </a:lnTo>
                <a:lnTo>
                  <a:pt x="698" y="4032"/>
                </a:lnTo>
                <a:lnTo>
                  <a:pt x="692" y="4091"/>
                </a:lnTo>
                <a:lnTo>
                  <a:pt x="686" y="4150"/>
                </a:lnTo>
                <a:lnTo>
                  <a:pt x="679" y="4209"/>
                </a:lnTo>
                <a:lnTo>
                  <a:pt x="672" y="4269"/>
                </a:lnTo>
                <a:lnTo>
                  <a:pt x="664" y="4328"/>
                </a:lnTo>
                <a:lnTo>
                  <a:pt x="657" y="4387"/>
                </a:lnTo>
                <a:lnTo>
                  <a:pt x="649" y="4446"/>
                </a:lnTo>
                <a:lnTo>
                  <a:pt x="641" y="4506"/>
                </a:lnTo>
                <a:lnTo>
                  <a:pt x="633" y="4565"/>
                </a:lnTo>
                <a:lnTo>
                  <a:pt x="626" y="4624"/>
                </a:lnTo>
                <a:lnTo>
                  <a:pt x="618" y="4683"/>
                </a:lnTo>
                <a:lnTo>
                  <a:pt x="611" y="4743"/>
                </a:lnTo>
                <a:lnTo>
                  <a:pt x="605" y="4802"/>
                </a:lnTo>
                <a:lnTo>
                  <a:pt x="598" y="4861"/>
                </a:lnTo>
                <a:lnTo>
                  <a:pt x="593" y="4920"/>
                </a:lnTo>
                <a:lnTo>
                  <a:pt x="588" y="4980"/>
                </a:lnTo>
                <a:lnTo>
                  <a:pt x="583" y="5039"/>
                </a:lnTo>
                <a:lnTo>
                  <a:pt x="580" y="5098"/>
                </a:lnTo>
                <a:lnTo>
                  <a:pt x="577" y="5158"/>
                </a:lnTo>
                <a:lnTo>
                  <a:pt x="575" y="5217"/>
                </a:lnTo>
                <a:lnTo>
                  <a:pt x="573" y="5276"/>
                </a:lnTo>
                <a:lnTo>
                  <a:pt x="573" y="5335"/>
                </a:lnTo>
                <a:lnTo>
                  <a:pt x="574" y="5395"/>
                </a:lnTo>
                <a:lnTo>
                  <a:pt x="576" y="5454"/>
                </a:lnTo>
                <a:lnTo>
                  <a:pt x="578" y="5513"/>
                </a:lnTo>
                <a:lnTo>
                  <a:pt x="582" y="5572"/>
                </a:lnTo>
                <a:lnTo>
                  <a:pt x="587" y="5632"/>
                </a:lnTo>
                <a:lnTo>
                  <a:pt x="593" y="5691"/>
                </a:lnTo>
                <a:lnTo>
                  <a:pt x="599" y="5750"/>
                </a:lnTo>
                <a:lnTo>
                  <a:pt x="607" y="5809"/>
                </a:lnTo>
                <a:lnTo>
                  <a:pt x="616" y="5869"/>
                </a:lnTo>
                <a:lnTo>
                  <a:pt x="626" y="5928"/>
                </a:lnTo>
                <a:lnTo>
                  <a:pt x="637" y="5987"/>
                </a:lnTo>
                <a:lnTo>
                  <a:pt x="650" y="6047"/>
                </a:lnTo>
                <a:lnTo>
                  <a:pt x="663" y="6106"/>
                </a:lnTo>
                <a:lnTo>
                  <a:pt x="677" y="6165"/>
                </a:lnTo>
                <a:lnTo>
                  <a:pt x="692" y="6224"/>
                </a:lnTo>
                <a:lnTo>
                  <a:pt x="707" y="6284"/>
                </a:lnTo>
                <a:lnTo>
                  <a:pt x="724" y="6343"/>
                </a:lnTo>
                <a:lnTo>
                  <a:pt x="741" y="6402"/>
                </a:lnTo>
                <a:lnTo>
                  <a:pt x="759" y="6461"/>
                </a:lnTo>
                <a:lnTo>
                  <a:pt x="778" y="6521"/>
                </a:lnTo>
                <a:lnTo>
                  <a:pt x="797" y="6580"/>
                </a:lnTo>
                <a:lnTo>
                  <a:pt x="817" y="6639"/>
                </a:lnTo>
                <a:lnTo>
                  <a:pt x="837" y="6698"/>
                </a:lnTo>
                <a:lnTo>
                  <a:pt x="858" y="6758"/>
                </a:lnTo>
                <a:lnTo>
                  <a:pt x="879" y="6817"/>
                </a:lnTo>
                <a:lnTo>
                  <a:pt x="900" y="6876"/>
                </a:lnTo>
                <a:lnTo>
                  <a:pt x="922" y="6935"/>
                </a:lnTo>
                <a:lnTo>
                  <a:pt x="944" y="6995"/>
                </a:lnTo>
                <a:lnTo>
                  <a:pt x="965" y="7054"/>
                </a:lnTo>
                <a:close/>
              </a:path>
            </a:pathLst>
          </a:custGeom>
          <a:solidFill>
            <a:srgbClr val="c53e1f">
              <a:alpha val="32000"/>
            </a:srgbClr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>
            <a:off x="3186360" y="800280"/>
            <a:ext cx="212040" cy="1328760"/>
          </a:xfrm>
          <a:custGeom>
            <a:avLst/>
            <a:gdLst/>
            <a:ahLst/>
            <a:rect l="0" t="0" r="r" b="b"/>
            <a:pathLst>
              <a:path w="589" h="3691">
                <a:moveTo>
                  <a:pt x="0" y="3691"/>
                </a:moveTo>
                <a:lnTo>
                  <a:pt x="589" y="3691"/>
                </a:lnTo>
                <a:lnTo>
                  <a:pt x="589" y="0"/>
                </a:lnTo>
                <a:lnTo>
                  <a:pt x="0" y="0"/>
                </a:lnTo>
                <a:lnTo>
                  <a:pt x="0" y="3691"/>
                </a:lnTo>
                <a:close/>
              </a:path>
            </a:pathLst>
          </a:custGeom>
          <a:solidFill>
            <a:srgbClr val="ffffff"/>
          </a:solidFill>
          <a:ln w="16200">
            <a:solidFill>
              <a:srgbClr val="c53e1f"/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1069560" y="256680"/>
            <a:ext cx="311040" cy="2724840"/>
          </a:xfrm>
          <a:custGeom>
            <a:avLst/>
            <a:gdLst/>
            <a:ahLst/>
            <a:rect l="0" t="0" r="r" b="b"/>
            <a:pathLst>
              <a:path fill="none" w="864" h="7569">
                <a:moveTo>
                  <a:pt x="295" y="7569"/>
                </a:moveTo>
                <a:lnTo>
                  <a:pt x="264" y="7506"/>
                </a:lnTo>
                <a:lnTo>
                  <a:pt x="235" y="7442"/>
                </a:lnTo>
                <a:lnTo>
                  <a:pt x="206" y="7378"/>
                </a:lnTo>
                <a:lnTo>
                  <a:pt x="180" y="7315"/>
                </a:lnTo>
                <a:lnTo>
                  <a:pt x="154" y="7251"/>
                </a:lnTo>
                <a:lnTo>
                  <a:pt x="131" y="7188"/>
                </a:lnTo>
                <a:lnTo>
                  <a:pt x="109" y="7124"/>
                </a:lnTo>
                <a:lnTo>
                  <a:pt x="89" y="7060"/>
                </a:lnTo>
                <a:lnTo>
                  <a:pt x="71" y="6997"/>
                </a:lnTo>
                <a:lnTo>
                  <a:pt x="54" y="6933"/>
                </a:lnTo>
                <a:lnTo>
                  <a:pt x="39" y="6870"/>
                </a:lnTo>
                <a:lnTo>
                  <a:pt x="27" y="6806"/>
                </a:lnTo>
                <a:lnTo>
                  <a:pt x="18" y="6742"/>
                </a:lnTo>
                <a:lnTo>
                  <a:pt x="10" y="6679"/>
                </a:lnTo>
                <a:lnTo>
                  <a:pt x="5" y="6615"/>
                </a:lnTo>
                <a:lnTo>
                  <a:pt x="1" y="6552"/>
                </a:lnTo>
                <a:lnTo>
                  <a:pt x="0" y="6488"/>
                </a:lnTo>
                <a:lnTo>
                  <a:pt x="2" y="6424"/>
                </a:lnTo>
                <a:lnTo>
                  <a:pt x="5" y="6361"/>
                </a:lnTo>
                <a:lnTo>
                  <a:pt x="11" y="6297"/>
                </a:lnTo>
                <a:lnTo>
                  <a:pt x="18" y="6234"/>
                </a:lnTo>
                <a:lnTo>
                  <a:pt x="28" y="6170"/>
                </a:lnTo>
                <a:lnTo>
                  <a:pt x="40" y="6106"/>
                </a:lnTo>
                <a:lnTo>
                  <a:pt x="54" y="6043"/>
                </a:lnTo>
                <a:lnTo>
                  <a:pt x="70" y="5979"/>
                </a:lnTo>
                <a:lnTo>
                  <a:pt x="87" y="5916"/>
                </a:lnTo>
                <a:lnTo>
                  <a:pt x="105" y="5852"/>
                </a:lnTo>
                <a:lnTo>
                  <a:pt x="125" y="5788"/>
                </a:lnTo>
                <a:lnTo>
                  <a:pt x="147" y="5725"/>
                </a:lnTo>
                <a:lnTo>
                  <a:pt x="169" y="5661"/>
                </a:lnTo>
                <a:lnTo>
                  <a:pt x="193" y="5598"/>
                </a:lnTo>
                <a:lnTo>
                  <a:pt x="218" y="5534"/>
                </a:lnTo>
                <a:lnTo>
                  <a:pt x="243" y="5471"/>
                </a:lnTo>
                <a:lnTo>
                  <a:pt x="269" y="5407"/>
                </a:lnTo>
                <a:lnTo>
                  <a:pt x="295" y="5343"/>
                </a:lnTo>
                <a:lnTo>
                  <a:pt x="322" y="5280"/>
                </a:lnTo>
                <a:lnTo>
                  <a:pt x="349" y="5216"/>
                </a:lnTo>
                <a:lnTo>
                  <a:pt x="376" y="5153"/>
                </a:lnTo>
                <a:lnTo>
                  <a:pt x="403" y="5089"/>
                </a:lnTo>
                <a:lnTo>
                  <a:pt x="430" y="5025"/>
                </a:lnTo>
                <a:lnTo>
                  <a:pt x="456" y="4962"/>
                </a:lnTo>
                <a:lnTo>
                  <a:pt x="482" y="4898"/>
                </a:lnTo>
                <a:lnTo>
                  <a:pt x="508" y="4835"/>
                </a:lnTo>
                <a:lnTo>
                  <a:pt x="532" y="4771"/>
                </a:lnTo>
                <a:lnTo>
                  <a:pt x="556" y="4707"/>
                </a:lnTo>
                <a:lnTo>
                  <a:pt x="579" y="4644"/>
                </a:lnTo>
                <a:lnTo>
                  <a:pt x="601" y="4580"/>
                </a:lnTo>
                <a:lnTo>
                  <a:pt x="621" y="4517"/>
                </a:lnTo>
                <a:lnTo>
                  <a:pt x="641" y="4453"/>
                </a:lnTo>
                <a:lnTo>
                  <a:pt x="659" y="4389"/>
                </a:lnTo>
                <a:lnTo>
                  <a:pt x="676" y="4326"/>
                </a:lnTo>
                <a:lnTo>
                  <a:pt x="691" y="4262"/>
                </a:lnTo>
                <a:lnTo>
                  <a:pt x="706" y="4199"/>
                </a:lnTo>
                <a:lnTo>
                  <a:pt x="718" y="4135"/>
                </a:lnTo>
                <a:lnTo>
                  <a:pt x="730" y="4071"/>
                </a:lnTo>
                <a:lnTo>
                  <a:pt x="740" y="4008"/>
                </a:lnTo>
                <a:lnTo>
                  <a:pt x="748" y="3944"/>
                </a:lnTo>
                <a:lnTo>
                  <a:pt x="755" y="3881"/>
                </a:lnTo>
                <a:lnTo>
                  <a:pt x="760" y="3817"/>
                </a:lnTo>
                <a:lnTo>
                  <a:pt x="765" y="3753"/>
                </a:lnTo>
                <a:lnTo>
                  <a:pt x="767" y="3690"/>
                </a:lnTo>
                <a:lnTo>
                  <a:pt x="769" y="3626"/>
                </a:lnTo>
                <a:lnTo>
                  <a:pt x="769" y="3563"/>
                </a:lnTo>
                <a:lnTo>
                  <a:pt x="768" y="3499"/>
                </a:lnTo>
                <a:lnTo>
                  <a:pt x="766" y="3435"/>
                </a:lnTo>
                <a:lnTo>
                  <a:pt x="763" y="3372"/>
                </a:lnTo>
                <a:lnTo>
                  <a:pt x="758" y="3308"/>
                </a:lnTo>
                <a:lnTo>
                  <a:pt x="753" y="3245"/>
                </a:lnTo>
                <a:lnTo>
                  <a:pt x="747" y="3181"/>
                </a:lnTo>
                <a:lnTo>
                  <a:pt x="741" y="3117"/>
                </a:lnTo>
                <a:lnTo>
                  <a:pt x="733" y="3053"/>
                </a:lnTo>
                <a:lnTo>
                  <a:pt x="725" y="2989"/>
                </a:lnTo>
                <a:lnTo>
                  <a:pt x="717" y="2926"/>
                </a:lnTo>
                <a:lnTo>
                  <a:pt x="708" y="2862"/>
                </a:lnTo>
                <a:lnTo>
                  <a:pt x="698" y="2798"/>
                </a:lnTo>
                <a:lnTo>
                  <a:pt x="689" y="2735"/>
                </a:lnTo>
                <a:lnTo>
                  <a:pt x="679" y="2671"/>
                </a:lnTo>
                <a:lnTo>
                  <a:pt x="670" y="2608"/>
                </a:lnTo>
                <a:lnTo>
                  <a:pt x="660" y="2544"/>
                </a:lnTo>
                <a:lnTo>
                  <a:pt x="651" y="2481"/>
                </a:lnTo>
                <a:lnTo>
                  <a:pt x="642" y="2417"/>
                </a:lnTo>
                <a:lnTo>
                  <a:pt x="633" y="2353"/>
                </a:lnTo>
                <a:lnTo>
                  <a:pt x="624" y="2290"/>
                </a:lnTo>
                <a:lnTo>
                  <a:pt x="616" y="2226"/>
                </a:lnTo>
                <a:lnTo>
                  <a:pt x="609" y="2163"/>
                </a:lnTo>
                <a:lnTo>
                  <a:pt x="602" y="2099"/>
                </a:lnTo>
                <a:lnTo>
                  <a:pt x="596" y="2035"/>
                </a:lnTo>
                <a:lnTo>
                  <a:pt x="590" y="1972"/>
                </a:lnTo>
                <a:lnTo>
                  <a:pt x="585" y="1908"/>
                </a:lnTo>
                <a:lnTo>
                  <a:pt x="581" y="1845"/>
                </a:lnTo>
                <a:lnTo>
                  <a:pt x="578" y="1781"/>
                </a:lnTo>
                <a:lnTo>
                  <a:pt x="576" y="1717"/>
                </a:lnTo>
                <a:lnTo>
                  <a:pt x="575" y="1654"/>
                </a:lnTo>
                <a:lnTo>
                  <a:pt x="575" y="1590"/>
                </a:lnTo>
                <a:lnTo>
                  <a:pt x="576" y="1527"/>
                </a:lnTo>
                <a:lnTo>
                  <a:pt x="577" y="1463"/>
                </a:lnTo>
                <a:lnTo>
                  <a:pt x="580" y="1399"/>
                </a:lnTo>
                <a:lnTo>
                  <a:pt x="584" y="1336"/>
                </a:lnTo>
                <a:lnTo>
                  <a:pt x="589" y="1272"/>
                </a:lnTo>
                <a:lnTo>
                  <a:pt x="594" y="1209"/>
                </a:lnTo>
                <a:lnTo>
                  <a:pt x="601" y="1145"/>
                </a:lnTo>
                <a:lnTo>
                  <a:pt x="609" y="1081"/>
                </a:lnTo>
                <a:lnTo>
                  <a:pt x="618" y="1018"/>
                </a:lnTo>
                <a:lnTo>
                  <a:pt x="628" y="954"/>
                </a:lnTo>
                <a:lnTo>
                  <a:pt x="638" y="891"/>
                </a:lnTo>
                <a:lnTo>
                  <a:pt x="650" y="827"/>
                </a:lnTo>
                <a:lnTo>
                  <a:pt x="663" y="763"/>
                </a:lnTo>
                <a:lnTo>
                  <a:pt x="676" y="700"/>
                </a:lnTo>
                <a:lnTo>
                  <a:pt x="690" y="636"/>
                </a:lnTo>
                <a:lnTo>
                  <a:pt x="705" y="573"/>
                </a:lnTo>
                <a:lnTo>
                  <a:pt x="720" y="509"/>
                </a:lnTo>
                <a:lnTo>
                  <a:pt x="737" y="445"/>
                </a:lnTo>
                <a:lnTo>
                  <a:pt x="753" y="382"/>
                </a:lnTo>
                <a:lnTo>
                  <a:pt x="771" y="318"/>
                </a:lnTo>
                <a:lnTo>
                  <a:pt x="788" y="255"/>
                </a:lnTo>
                <a:lnTo>
                  <a:pt x="807" y="191"/>
                </a:lnTo>
                <a:lnTo>
                  <a:pt x="825" y="127"/>
                </a:lnTo>
                <a:lnTo>
                  <a:pt x="844" y="64"/>
                </a:lnTo>
                <a:lnTo>
                  <a:pt x="864" y="0"/>
                </a:lnTo>
              </a:path>
            </a:pathLst>
          </a:custGeom>
          <a:ln cap="sq" w="13680">
            <a:solidFill>
              <a:srgbClr val="0a7d6e"/>
            </a:solidFill>
            <a:round/>
          </a:ln>
        </p:spPr>
      </p:sp>
      <p:sp>
        <p:nvSpPr>
          <p:cNvPr id="65" name=""/>
          <p:cNvSpPr/>
          <p:nvPr/>
        </p:nvSpPr>
        <p:spPr>
          <a:xfrm>
            <a:off x="1674360" y="2428920"/>
            <a:ext cx="211680" cy="0"/>
          </a:xfrm>
          <a:prstGeom prst="line">
            <a:avLst/>
          </a:prstGeom>
          <a:ln cap="sq" w="2772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/>
          <p:nvPr/>
        </p:nvSpPr>
        <p:spPr>
          <a:xfrm>
            <a:off x="2581560" y="401400"/>
            <a:ext cx="347400" cy="2539440"/>
          </a:xfrm>
          <a:custGeom>
            <a:avLst/>
            <a:gdLst/>
            <a:ahLst/>
            <a:rect l="0" t="0" r="r" b="b"/>
            <a:pathLst>
              <a:path fill="none" w="965" h="7054">
                <a:moveTo>
                  <a:pt x="965" y="7054"/>
                </a:moveTo>
                <a:lnTo>
                  <a:pt x="944" y="6995"/>
                </a:lnTo>
                <a:lnTo>
                  <a:pt x="922" y="6935"/>
                </a:lnTo>
                <a:lnTo>
                  <a:pt x="901" y="6876"/>
                </a:lnTo>
                <a:lnTo>
                  <a:pt x="880" y="6817"/>
                </a:lnTo>
                <a:lnTo>
                  <a:pt x="859" y="6758"/>
                </a:lnTo>
                <a:lnTo>
                  <a:pt x="838" y="6698"/>
                </a:lnTo>
                <a:lnTo>
                  <a:pt x="818" y="6639"/>
                </a:lnTo>
                <a:lnTo>
                  <a:pt x="798" y="6580"/>
                </a:lnTo>
                <a:lnTo>
                  <a:pt x="779" y="6521"/>
                </a:lnTo>
                <a:lnTo>
                  <a:pt x="760" y="6461"/>
                </a:lnTo>
                <a:lnTo>
                  <a:pt x="742" y="6402"/>
                </a:lnTo>
                <a:lnTo>
                  <a:pt x="725" y="6343"/>
                </a:lnTo>
                <a:lnTo>
                  <a:pt x="708" y="6284"/>
                </a:lnTo>
                <a:lnTo>
                  <a:pt x="693" y="6224"/>
                </a:lnTo>
                <a:lnTo>
                  <a:pt x="678" y="6165"/>
                </a:lnTo>
                <a:lnTo>
                  <a:pt x="664" y="6106"/>
                </a:lnTo>
                <a:lnTo>
                  <a:pt x="651" y="6047"/>
                </a:lnTo>
                <a:lnTo>
                  <a:pt x="638" y="5987"/>
                </a:lnTo>
                <a:lnTo>
                  <a:pt x="627" y="5928"/>
                </a:lnTo>
                <a:lnTo>
                  <a:pt x="617" y="5869"/>
                </a:lnTo>
                <a:lnTo>
                  <a:pt x="608" y="5809"/>
                </a:lnTo>
                <a:lnTo>
                  <a:pt x="600" y="5750"/>
                </a:lnTo>
                <a:lnTo>
                  <a:pt x="594" y="5691"/>
                </a:lnTo>
                <a:lnTo>
                  <a:pt x="588" y="5632"/>
                </a:lnTo>
                <a:lnTo>
                  <a:pt x="583" y="5572"/>
                </a:lnTo>
                <a:lnTo>
                  <a:pt x="579" y="5513"/>
                </a:lnTo>
                <a:lnTo>
                  <a:pt x="577" y="5454"/>
                </a:lnTo>
                <a:lnTo>
                  <a:pt x="575" y="5395"/>
                </a:lnTo>
                <a:lnTo>
                  <a:pt x="574" y="5335"/>
                </a:lnTo>
                <a:lnTo>
                  <a:pt x="574" y="5276"/>
                </a:lnTo>
                <a:lnTo>
                  <a:pt x="576" y="5217"/>
                </a:lnTo>
                <a:lnTo>
                  <a:pt x="578" y="5158"/>
                </a:lnTo>
                <a:lnTo>
                  <a:pt x="581" y="5098"/>
                </a:lnTo>
                <a:lnTo>
                  <a:pt x="584" y="5039"/>
                </a:lnTo>
                <a:lnTo>
                  <a:pt x="589" y="4980"/>
                </a:lnTo>
                <a:lnTo>
                  <a:pt x="594" y="4920"/>
                </a:lnTo>
                <a:lnTo>
                  <a:pt x="599" y="4861"/>
                </a:lnTo>
                <a:lnTo>
                  <a:pt x="606" y="4802"/>
                </a:lnTo>
                <a:lnTo>
                  <a:pt x="612" y="4743"/>
                </a:lnTo>
                <a:lnTo>
                  <a:pt x="619" y="4683"/>
                </a:lnTo>
                <a:lnTo>
                  <a:pt x="627" y="4624"/>
                </a:lnTo>
                <a:lnTo>
                  <a:pt x="634" y="4565"/>
                </a:lnTo>
                <a:lnTo>
                  <a:pt x="642" y="4506"/>
                </a:lnTo>
                <a:lnTo>
                  <a:pt x="650" y="4446"/>
                </a:lnTo>
                <a:lnTo>
                  <a:pt x="658" y="4387"/>
                </a:lnTo>
                <a:lnTo>
                  <a:pt x="665" y="4328"/>
                </a:lnTo>
                <a:lnTo>
                  <a:pt x="673" y="4269"/>
                </a:lnTo>
                <a:lnTo>
                  <a:pt x="680" y="4209"/>
                </a:lnTo>
                <a:lnTo>
                  <a:pt x="687" y="4150"/>
                </a:lnTo>
                <a:lnTo>
                  <a:pt x="693" y="4091"/>
                </a:lnTo>
                <a:lnTo>
                  <a:pt x="699" y="4032"/>
                </a:lnTo>
                <a:lnTo>
                  <a:pt x="704" y="3972"/>
                </a:lnTo>
                <a:lnTo>
                  <a:pt x="708" y="3913"/>
                </a:lnTo>
                <a:lnTo>
                  <a:pt x="711" y="3854"/>
                </a:lnTo>
                <a:lnTo>
                  <a:pt x="713" y="3794"/>
                </a:lnTo>
                <a:lnTo>
                  <a:pt x="715" y="3735"/>
                </a:lnTo>
                <a:lnTo>
                  <a:pt x="715" y="3676"/>
                </a:lnTo>
                <a:lnTo>
                  <a:pt x="714" y="3617"/>
                </a:lnTo>
                <a:lnTo>
                  <a:pt x="712" y="3557"/>
                </a:lnTo>
                <a:lnTo>
                  <a:pt x="708" y="3498"/>
                </a:lnTo>
                <a:lnTo>
                  <a:pt x="703" y="3439"/>
                </a:lnTo>
                <a:lnTo>
                  <a:pt x="697" y="3380"/>
                </a:lnTo>
                <a:lnTo>
                  <a:pt x="689" y="3320"/>
                </a:lnTo>
                <a:lnTo>
                  <a:pt x="679" y="3261"/>
                </a:lnTo>
                <a:lnTo>
                  <a:pt x="668" y="3202"/>
                </a:lnTo>
                <a:lnTo>
                  <a:pt x="656" y="3143"/>
                </a:lnTo>
                <a:lnTo>
                  <a:pt x="642" y="3083"/>
                </a:lnTo>
                <a:lnTo>
                  <a:pt x="626" y="3024"/>
                </a:lnTo>
                <a:lnTo>
                  <a:pt x="609" y="2965"/>
                </a:lnTo>
                <a:lnTo>
                  <a:pt x="591" y="2905"/>
                </a:lnTo>
                <a:lnTo>
                  <a:pt x="571" y="2846"/>
                </a:lnTo>
                <a:lnTo>
                  <a:pt x="550" y="2787"/>
                </a:lnTo>
                <a:lnTo>
                  <a:pt x="528" y="2728"/>
                </a:lnTo>
                <a:lnTo>
                  <a:pt x="504" y="2668"/>
                </a:lnTo>
                <a:lnTo>
                  <a:pt x="479" y="2609"/>
                </a:lnTo>
                <a:lnTo>
                  <a:pt x="454" y="2550"/>
                </a:lnTo>
                <a:lnTo>
                  <a:pt x="428" y="2491"/>
                </a:lnTo>
                <a:lnTo>
                  <a:pt x="401" y="2431"/>
                </a:lnTo>
                <a:lnTo>
                  <a:pt x="373" y="2371"/>
                </a:lnTo>
                <a:lnTo>
                  <a:pt x="346" y="2312"/>
                </a:lnTo>
                <a:lnTo>
                  <a:pt x="318" y="2253"/>
                </a:lnTo>
                <a:lnTo>
                  <a:pt x="290" y="2193"/>
                </a:lnTo>
                <a:lnTo>
                  <a:pt x="262" y="2134"/>
                </a:lnTo>
                <a:lnTo>
                  <a:pt x="235" y="2075"/>
                </a:lnTo>
                <a:lnTo>
                  <a:pt x="209" y="2016"/>
                </a:lnTo>
                <a:lnTo>
                  <a:pt x="183" y="1956"/>
                </a:lnTo>
                <a:lnTo>
                  <a:pt x="158" y="1897"/>
                </a:lnTo>
                <a:lnTo>
                  <a:pt x="135" y="1838"/>
                </a:lnTo>
                <a:lnTo>
                  <a:pt x="113" y="1778"/>
                </a:lnTo>
                <a:lnTo>
                  <a:pt x="92" y="1719"/>
                </a:lnTo>
                <a:lnTo>
                  <a:pt x="73" y="1660"/>
                </a:lnTo>
                <a:lnTo>
                  <a:pt x="55" y="1601"/>
                </a:lnTo>
                <a:lnTo>
                  <a:pt x="40" y="1541"/>
                </a:lnTo>
                <a:lnTo>
                  <a:pt x="27" y="1482"/>
                </a:lnTo>
                <a:lnTo>
                  <a:pt x="17" y="1423"/>
                </a:lnTo>
                <a:lnTo>
                  <a:pt x="9" y="1364"/>
                </a:lnTo>
                <a:lnTo>
                  <a:pt x="3" y="1304"/>
                </a:lnTo>
                <a:lnTo>
                  <a:pt x="0" y="1245"/>
                </a:lnTo>
                <a:lnTo>
                  <a:pt x="0" y="1186"/>
                </a:lnTo>
                <a:lnTo>
                  <a:pt x="2" y="1127"/>
                </a:lnTo>
                <a:lnTo>
                  <a:pt x="7" y="1067"/>
                </a:lnTo>
                <a:lnTo>
                  <a:pt x="15" y="1008"/>
                </a:lnTo>
                <a:lnTo>
                  <a:pt x="25" y="949"/>
                </a:lnTo>
                <a:lnTo>
                  <a:pt x="39" y="889"/>
                </a:lnTo>
                <a:lnTo>
                  <a:pt x="54" y="830"/>
                </a:lnTo>
                <a:lnTo>
                  <a:pt x="73" y="771"/>
                </a:lnTo>
                <a:lnTo>
                  <a:pt x="94" y="712"/>
                </a:lnTo>
                <a:lnTo>
                  <a:pt x="117" y="652"/>
                </a:lnTo>
                <a:lnTo>
                  <a:pt x="142" y="593"/>
                </a:lnTo>
                <a:lnTo>
                  <a:pt x="170" y="534"/>
                </a:lnTo>
                <a:lnTo>
                  <a:pt x="199" y="475"/>
                </a:lnTo>
                <a:lnTo>
                  <a:pt x="230" y="415"/>
                </a:lnTo>
                <a:lnTo>
                  <a:pt x="263" y="356"/>
                </a:lnTo>
                <a:lnTo>
                  <a:pt x="297" y="297"/>
                </a:lnTo>
                <a:lnTo>
                  <a:pt x="333" y="238"/>
                </a:lnTo>
                <a:lnTo>
                  <a:pt x="370" y="178"/>
                </a:lnTo>
                <a:lnTo>
                  <a:pt x="408" y="119"/>
                </a:lnTo>
                <a:lnTo>
                  <a:pt x="446" y="60"/>
                </a:lnTo>
                <a:lnTo>
                  <a:pt x="485" y="0"/>
                </a:lnTo>
              </a:path>
            </a:pathLst>
          </a:custGeom>
          <a:ln cap="sq" w="13680">
            <a:solidFill>
              <a:srgbClr val="c53e1f"/>
            </a:solidFill>
            <a:round/>
          </a:ln>
        </p:spPr>
      </p:sp>
      <p:sp>
        <p:nvSpPr>
          <p:cNvPr id="67" name=""/>
          <p:cNvSpPr/>
          <p:nvPr/>
        </p:nvSpPr>
        <p:spPr>
          <a:xfrm>
            <a:off x="3186360" y="979560"/>
            <a:ext cx="211680" cy="0"/>
          </a:xfrm>
          <a:prstGeom prst="line">
            <a:avLst/>
          </a:prstGeom>
          <a:ln cap="sq" w="2772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/>
          <p:nvPr/>
        </p:nvSpPr>
        <p:spPr>
          <a:xfrm>
            <a:off x="1598760" y="228960"/>
            <a:ext cx="1512360" cy="83880"/>
          </a:xfrm>
          <a:custGeom>
            <a:avLst/>
            <a:gdLst/>
            <a:ahLst/>
            <a:rect l="0" t="0" r="r" b="b"/>
            <a:pathLst>
              <a:path fill="none" w="4201" h="233">
                <a:moveTo>
                  <a:pt x="0" y="233"/>
                </a:moveTo>
                <a:lnTo>
                  <a:pt x="0" y="0"/>
                </a:lnTo>
                <a:lnTo>
                  <a:pt x="4201" y="0"/>
                </a:lnTo>
                <a:lnTo>
                  <a:pt x="4201" y="233"/>
                </a:lnTo>
              </a:path>
            </a:pathLst>
          </a:custGeom>
          <a:ln cap="sq" w="12600">
            <a:solidFill>
              <a:srgbClr val="0e2a47"/>
            </a:solidFill>
            <a:round/>
          </a:ln>
        </p:spPr>
      </p:sp>
      <p:sp>
        <p:nvSpPr>
          <p:cNvPr id="69" name=""/>
          <p:cNvSpPr/>
          <p:nvPr/>
        </p:nvSpPr>
        <p:spPr>
          <a:xfrm>
            <a:off x="767520" y="549000"/>
            <a:ext cx="3401280" cy="0"/>
          </a:xfrm>
          <a:prstGeom prst="line">
            <a:avLst/>
          </a:prstGeom>
          <a:ln w="8640">
            <a:solidFill>
              <a:srgbClr val="5a6772"/>
            </a:solidFill>
            <a:custDash>
              <a:ds d="379167" sp="162500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 flipV="1">
            <a:off x="767520" y="91440"/>
            <a:ext cx="0" cy="30272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/>
          <p:nvPr/>
        </p:nvSpPr>
        <p:spPr>
          <a:xfrm>
            <a:off x="767520" y="3118680"/>
            <a:ext cx="34012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>
            <a:off x="2209680" y="102816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5"/>
                </a:cubicBezTo>
                <a:cubicBezTo>
                  <a:pt x="248" y="200"/>
                  <a:pt x="262" y="167"/>
                  <a:pt x="262" y="131"/>
                </a:cubicBezTo>
                <a:cubicBezTo>
                  <a:pt x="262" y="96"/>
                  <a:pt x="248" y="63"/>
                  <a:pt x="223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3" name=""/>
          <p:cNvSpPr/>
          <p:nvPr/>
        </p:nvSpPr>
        <p:spPr>
          <a:xfrm>
            <a:off x="2007720" y="23817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4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2049120" y="26550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200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3"/>
                  <a:pt x="224" y="39"/>
                </a:cubicBezTo>
                <a:cubicBezTo>
                  <a:pt x="200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2172600" y="26373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2" y="262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2151720" y="4885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8"/>
                  <a:pt x="249" y="63"/>
                  <a:pt x="224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8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3635640" y="18410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5" y="223"/>
                </a:cubicBezTo>
                <a:cubicBezTo>
                  <a:pt x="249" y="199"/>
                  <a:pt x="263" y="165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9" y="223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3623400" y="26143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3" y="225"/>
                </a:cubicBezTo>
                <a:cubicBezTo>
                  <a:pt x="249" y="200"/>
                  <a:pt x="262" y="166"/>
                  <a:pt x="262" y="131"/>
                </a:cubicBezTo>
                <a:cubicBezTo>
                  <a:pt x="262" y="96"/>
                  <a:pt x="249" y="63"/>
                  <a:pt x="223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3458880" y="63360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200" y="249"/>
                  <a:pt x="225" y="224"/>
                </a:cubicBezTo>
                <a:cubicBezTo>
                  <a:pt x="249" y="199"/>
                  <a:pt x="263" y="165"/>
                  <a:pt x="263" y="130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3"/>
                  <a:pt x="166" y="0"/>
                  <a:pt x="131" y="0"/>
                </a:cubicBezTo>
                <a:cubicBezTo>
                  <a:pt x="97" y="0"/>
                  <a:pt x="63" y="13"/>
                  <a:pt x="39" y="38"/>
                </a:cubicBezTo>
                <a:cubicBezTo>
                  <a:pt x="14" y="63"/>
                  <a:pt x="0" y="96"/>
                  <a:pt x="0" y="130"/>
                </a:cubicBezTo>
                <a:cubicBezTo>
                  <a:pt x="0" y="165"/>
                  <a:pt x="14" y="199"/>
                  <a:pt x="39" y="224"/>
                </a:cubicBezTo>
                <a:cubicBezTo>
                  <a:pt x="63" y="249"/>
                  <a:pt x="97" y="262"/>
                  <a:pt x="131" y="262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3475800" y="7794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5" y="38"/>
                </a:cubicBezTo>
                <a:cubicBezTo>
                  <a:pt x="200" y="14"/>
                  <a:pt x="167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3656160" y="9324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7"/>
                  <a:pt x="249" y="63"/>
                  <a:pt x="225" y="39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3715920" y="23223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199" y="249"/>
                  <a:pt x="223" y="224"/>
                </a:cubicBezTo>
                <a:cubicBezTo>
                  <a:pt x="248" y="199"/>
                  <a:pt x="263" y="165"/>
                  <a:pt x="263" y="131"/>
                </a:cubicBezTo>
                <a:cubicBezTo>
                  <a:pt x="263" y="96"/>
                  <a:pt x="248" y="63"/>
                  <a:pt x="223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8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3699360" y="72684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8"/>
                  <a:pt x="225" y="224"/>
                </a:cubicBezTo>
                <a:cubicBezTo>
                  <a:pt x="249" y="198"/>
                  <a:pt x="263" y="165"/>
                  <a:pt x="263" y="130"/>
                </a:cubicBezTo>
                <a:cubicBezTo>
                  <a:pt x="263" y="96"/>
                  <a:pt x="249" y="62"/>
                  <a:pt x="225" y="38"/>
                </a:cubicBezTo>
                <a:cubicBezTo>
                  <a:pt x="200" y="13"/>
                  <a:pt x="167" y="0"/>
                  <a:pt x="132" y="0"/>
                </a:cubicBezTo>
                <a:cubicBezTo>
                  <a:pt x="98" y="0"/>
                  <a:pt x="64" y="13"/>
                  <a:pt x="40" y="38"/>
                </a:cubicBezTo>
                <a:cubicBezTo>
                  <a:pt x="14" y="62"/>
                  <a:pt x="0" y="96"/>
                  <a:pt x="0" y="130"/>
                </a:cubicBezTo>
                <a:cubicBezTo>
                  <a:pt x="0" y="165"/>
                  <a:pt x="14" y="198"/>
                  <a:pt x="40" y="224"/>
                </a:cubicBezTo>
                <a:cubicBezTo>
                  <a:pt x="64" y="248"/>
                  <a:pt x="98" y="262"/>
                  <a:pt x="132" y="262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756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4" name=""/>
          <p:cNvSpPr txBox="1"/>
          <p:nvPr/>
        </p:nvSpPr>
        <p:spPr>
          <a:xfrm rot="16200000">
            <a:off x="-755640" y="1535040"/>
            <a:ext cx="20887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(more negative = more clearance)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>
            <a:off x="1550160" y="89280"/>
            <a:ext cx="1608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Mann–Whitney p = 0.34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>
            <a:off x="3897000" y="483120"/>
            <a:ext cx="651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5a6772"/>
                </a:solidFill>
                <a:latin typeface="DejaVuSans"/>
              </a:rPr>
              <a:t>← </a:t>
            </a:r>
            <a:r>
              <a:rPr b="0" lang="en-US" sz="800" spc="-1" strike="noStrike">
                <a:solidFill>
                  <a:srgbClr val="5a6772"/>
                </a:solidFill>
                <a:latin typeface="DejaVuSans"/>
              </a:rPr>
              <a:t>no change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9D — Dominant clone shrinkage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4905720" cy="4633560"/>
          </a:xfrm>
          <a:custGeom>
            <a:avLst/>
            <a:gdLst/>
            <a:ahLst/>
            <a:rect l="0" t="0" r="r" b="b"/>
            <a:pathLst>
              <a:path w="13627" h="12871">
                <a:moveTo>
                  <a:pt x="0" y="12871"/>
                </a:moveTo>
                <a:lnTo>
                  <a:pt x="13627" y="12871"/>
                </a:lnTo>
                <a:lnTo>
                  <a:pt x="13627" y="0"/>
                </a:lnTo>
                <a:lnTo>
                  <a:pt x="0" y="0"/>
                </a:lnTo>
                <a:lnTo>
                  <a:pt x="0" y="1287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20120" y="987840"/>
            <a:ext cx="3429720" cy="3187440"/>
          </a:xfrm>
          <a:custGeom>
            <a:avLst/>
            <a:gdLst/>
            <a:ahLst/>
            <a:rect l="0" t="0" r="r" b="b"/>
            <a:pathLst>
              <a:path w="9527" h="8854">
                <a:moveTo>
                  <a:pt x="0" y="8854"/>
                </a:moveTo>
                <a:lnTo>
                  <a:pt x="9527" y="8854"/>
                </a:lnTo>
                <a:lnTo>
                  <a:pt x="9527" y="0"/>
                </a:lnTo>
                <a:lnTo>
                  <a:pt x="0" y="0"/>
                </a:lnTo>
                <a:lnTo>
                  <a:pt x="0" y="885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781200" y="4174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781200" y="4174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683720" y="4174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683720" y="4174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744840" y="4238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586240" y="4174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2586240" y="4174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647360" y="4238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3488400" y="417492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3488400" y="417492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549880" y="4238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3452400" y="4238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382320" y="37195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 flipH="1">
            <a:off x="382320" y="37195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>
            <a:off x="1008360" y="4397760"/>
            <a:ext cx="2243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Shrinking clusters  (Δ CP &lt; −0.2)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382320" y="25812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 flipH="1">
            <a:off x="382320" y="25812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>
            <a:off x="264960" y="36572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382320" y="14428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382320" y="14428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264960" y="25189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>
            <a:off x="264960" y="13806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 flipV="1">
            <a:off x="330120" y="-12960"/>
            <a:ext cx="3410640" cy="4302000"/>
          </a:xfrm>
          <a:prstGeom prst="line">
            <a:avLst/>
          </a:prstGeom>
          <a:ln w="8640">
            <a:solidFill>
              <a:srgbClr val="5a6772"/>
            </a:solidFill>
            <a:custDash>
              <a:ds d="379167" sp="162500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/>
          <p:nvPr/>
        </p:nvSpPr>
        <p:spPr>
          <a:xfrm flipV="1">
            <a:off x="420120" y="987840"/>
            <a:ext cx="0" cy="31870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/>
          <p:nvPr/>
        </p:nvSpPr>
        <p:spPr>
          <a:xfrm>
            <a:off x="420120" y="4174920"/>
            <a:ext cx="34293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/>
          <p:nvPr/>
        </p:nvSpPr>
        <p:spPr>
          <a:xfrm>
            <a:off x="714240" y="366480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cubicBezTo>
                  <a:pt x="317" y="500"/>
                  <a:pt x="381" y="474"/>
                  <a:pt x="427" y="427"/>
                </a:cubicBezTo>
                <a:cubicBezTo>
                  <a:pt x="474" y="380"/>
                  <a:pt x="500" y="317"/>
                  <a:pt x="500" y="250"/>
                </a:cubicBezTo>
                <a:cubicBezTo>
                  <a:pt x="500" y="184"/>
                  <a:pt x="474" y="121"/>
                  <a:pt x="427" y="74"/>
                </a:cubicBezTo>
                <a:cubicBezTo>
                  <a:pt x="381" y="26"/>
                  <a:pt x="317" y="0"/>
                  <a:pt x="250" y="0"/>
                </a:cubicBezTo>
                <a:cubicBezTo>
                  <a:pt x="184" y="0"/>
                  <a:pt x="120" y="26"/>
                  <a:pt x="74" y="74"/>
                </a:cubicBezTo>
                <a:cubicBezTo>
                  <a:pt x="27" y="121"/>
                  <a:pt x="0" y="184"/>
                  <a:pt x="0" y="250"/>
                </a:cubicBezTo>
                <a:cubicBezTo>
                  <a:pt x="0" y="317"/>
                  <a:pt x="27" y="380"/>
                  <a:pt x="74" y="427"/>
                </a:cubicBezTo>
                <a:cubicBezTo>
                  <a:pt x="120" y="474"/>
                  <a:pt x="184" y="500"/>
                  <a:pt x="250" y="500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64" name=""/>
          <p:cNvSpPr/>
          <p:nvPr/>
        </p:nvSpPr>
        <p:spPr>
          <a:xfrm>
            <a:off x="2531520" y="357840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1" y="500"/>
                </a:moveTo>
                <a:cubicBezTo>
                  <a:pt x="317" y="500"/>
                  <a:pt x="380" y="474"/>
                  <a:pt x="427" y="427"/>
                </a:cubicBezTo>
                <a:cubicBezTo>
                  <a:pt x="474" y="380"/>
                  <a:pt x="500" y="317"/>
                  <a:pt x="500" y="250"/>
                </a:cubicBezTo>
                <a:cubicBezTo>
                  <a:pt x="500" y="184"/>
                  <a:pt x="474" y="120"/>
                  <a:pt x="427" y="73"/>
                </a:cubicBezTo>
                <a:cubicBezTo>
                  <a:pt x="380" y="27"/>
                  <a:pt x="317" y="0"/>
                  <a:pt x="251" y="0"/>
                </a:cubicBezTo>
                <a:cubicBezTo>
                  <a:pt x="183" y="0"/>
                  <a:pt x="120" y="27"/>
                  <a:pt x="73" y="73"/>
                </a:cubicBezTo>
                <a:cubicBezTo>
                  <a:pt x="26" y="120"/>
                  <a:pt x="0" y="184"/>
                  <a:pt x="0" y="250"/>
                </a:cubicBezTo>
                <a:cubicBezTo>
                  <a:pt x="0" y="317"/>
                  <a:pt x="26" y="380"/>
                  <a:pt x="73" y="427"/>
                </a:cubicBezTo>
                <a:cubicBezTo>
                  <a:pt x="120" y="474"/>
                  <a:pt x="183" y="500"/>
                  <a:pt x="251" y="500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65" name=""/>
          <p:cNvSpPr/>
          <p:nvPr/>
        </p:nvSpPr>
        <p:spPr>
          <a:xfrm>
            <a:off x="2482200" y="360576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cubicBezTo>
                  <a:pt x="316" y="500"/>
                  <a:pt x="380" y="474"/>
                  <a:pt x="427" y="427"/>
                </a:cubicBezTo>
                <a:cubicBezTo>
                  <a:pt x="474" y="380"/>
                  <a:pt x="500" y="317"/>
                  <a:pt x="500" y="251"/>
                </a:cubicBezTo>
                <a:cubicBezTo>
                  <a:pt x="500" y="183"/>
                  <a:pt x="474" y="120"/>
                  <a:pt x="427" y="73"/>
                </a:cubicBezTo>
                <a:cubicBezTo>
                  <a:pt x="380" y="26"/>
                  <a:pt x="316" y="0"/>
                  <a:pt x="250" y="0"/>
                </a:cubicBezTo>
                <a:cubicBezTo>
                  <a:pt x="183" y="0"/>
                  <a:pt x="120" y="26"/>
                  <a:pt x="73" y="73"/>
                </a:cubicBezTo>
                <a:cubicBezTo>
                  <a:pt x="26" y="120"/>
                  <a:pt x="0" y="183"/>
                  <a:pt x="0" y="251"/>
                </a:cubicBezTo>
                <a:cubicBezTo>
                  <a:pt x="0" y="317"/>
                  <a:pt x="26" y="380"/>
                  <a:pt x="73" y="427"/>
                </a:cubicBezTo>
                <a:cubicBezTo>
                  <a:pt x="120" y="474"/>
                  <a:pt x="183" y="500"/>
                  <a:pt x="250" y="500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66" name=""/>
          <p:cNvSpPr/>
          <p:nvPr/>
        </p:nvSpPr>
        <p:spPr>
          <a:xfrm>
            <a:off x="1587240" y="355932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cubicBezTo>
                  <a:pt x="316" y="500"/>
                  <a:pt x="380" y="474"/>
                  <a:pt x="427" y="427"/>
                </a:cubicBezTo>
                <a:cubicBezTo>
                  <a:pt x="474" y="381"/>
                  <a:pt x="500" y="316"/>
                  <a:pt x="500" y="250"/>
                </a:cubicBezTo>
                <a:cubicBezTo>
                  <a:pt x="500" y="184"/>
                  <a:pt x="474" y="120"/>
                  <a:pt x="427" y="74"/>
                </a:cubicBezTo>
                <a:cubicBezTo>
                  <a:pt x="380" y="27"/>
                  <a:pt x="316" y="0"/>
                  <a:pt x="250" y="0"/>
                </a:cubicBezTo>
                <a:cubicBezTo>
                  <a:pt x="184" y="0"/>
                  <a:pt x="120" y="27"/>
                  <a:pt x="73" y="74"/>
                </a:cubicBezTo>
                <a:cubicBezTo>
                  <a:pt x="27" y="120"/>
                  <a:pt x="0" y="184"/>
                  <a:pt x="0" y="250"/>
                </a:cubicBezTo>
                <a:cubicBezTo>
                  <a:pt x="0" y="316"/>
                  <a:pt x="27" y="381"/>
                  <a:pt x="73" y="427"/>
                </a:cubicBezTo>
                <a:cubicBezTo>
                  <a:pt x="120" y="474"/>
                  <a:pt x="184" y="500"/>
                  <a:pt x="250" y="500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67" name=""/>
          <p:cNvSpPr/>
          <p:nvPr/>
        </p:nvSpPr>
        <p:spPr>
          <a:xfrm>
            <a:off x="701280" y="252216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49" y="500"/>
                </a:moveTo>
                <a:cubicBezTo>
                  <a:pt x="317" y="500"/>
                  <a:pt x="380" y="473"/>
                  <a:pt x="427" y="427"/>
                </a:cubicBezTo>
                <a:cubicBezTo>
                  <a:pt x="474" y="380"/>
                  <a:pt x="500" y="316"/>
                  <a:pt x="500" y="250"/>
                </a:cubicBezTo>
                <a:cubicBezTo>
                  <a:pt x="500" y="183"/>
                  <a:pt x="474" y="120"/>
                  <a:pt x="427" y="73"/>
                </a:cubicBezTo>
                <a:cubicBezTo>
                  <a:pt x="380" y="26"/>
                  <a:pt x="317" y="0"/>
                  <a:pt x="249" y="0"/>
                </a:cubicBezTo>
                <a:cubicBezTo>
                  <a:pt x="183" y="0"/>
                  <a:pt x="120" y="26"/>
                  <a:pt x="73" y="73"/>
                </a:cubicBezTo>
                <a:cubicBezTo>
                  <a:pt x="26" y="120"/>
                  <a:pt x="0" y="183"/>
                  <a:pt x="0" y="250"/>
                </a:cubicBezTo>
                <a:cubicBezTo>
                  <a:pt x="0" y="316"/>
                  <a:pt x="26" y="380"/>
                  <a:pt x="73" y="427"/>
                </a:cubicBezTo>
                <a:cubicBezTo>
                  <a:pt x="120" y="473"/>
                  <a:pt x="183" y="500"/>
                  <a:pt x="249" y="500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68" name=""/>
          <p:cNvSpPr txBox="1"/>
          <p:nvPr/>
        </p:nvSpPr>
        <p:spPr>
          <a:xfrm rot="16200000">
            <a:off x="-1013040" y="2512440"/>
            <a:ext cx="2315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Expanding clusters  (Δ CP &gt; +0.2)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>
            <a:off x="876600" y="3569400"/>
            <a:ext cx="14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>
            <a:off x="2693880" y="3483000"/>
            <a:ext cx="14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>
            <a:off x="2644560" y="3510360"/>
            <a:ext cx="14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>
            <a:off x="1749600" y="3464280"/>
            <a:ext cx="14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1613880" y="357012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cubicBezTo>
                  <a:pt x="316" y="500"/>
                  <a:pt x="380" y="474"/>
                  <a:pt x="427" y="427"/>
                </a:cubicBezTo>
                <a:cubicBezTo>
                  <a:pt x="473" y="380"/>
                  <a:pt x="500" y="317"/>
                  <a:pt x="500" y="250"/>
                </a:cubicBezTo>
                <a:cubicBezTo>
                  <a:pt x="500" y="183"/>
                  <a:pt x="473" y="120"/>
                  <a:pt x="427" y="73"/>
                </a:cubicBezTo>
                <a:cubicBezTo>
                  <a:pt x="380" y="26"/>
                  <a:pt x="316" y="0"/>
                  <a:pt x="250" y="0"/>
                </a:cubicBezTo>
                <a:cubicBezTo>
                  <a:pt x="183" y="0"/>
                  <a:pt x="120" y="26"/>
                  <a:pt x="73" y="73"/>
                </a:cubicBezTo>
                <a:cubicBezTo>
                  <a:pt x="26" y="120"/>
                  <a:pt x="0" y="183"/>
                  <a:pt x="0" y="250"/>
                </a:cubicBezTo>
                <a:cubicBezTo>
                  <a:pt x="0" y="317"/>
                  <a:pt x="26" y="380"/>
                  <a:pt x="73" y="427"/>
                </a:cubicBezTo>
                <a:cubicBezTo>
                  <a:pt x="120" y="474"/>
                  <a:pt x="183" y="500"/>
                  <a:pt x="250" y="500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2430720" y="356544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cubicBezTo>
                  <a:pt x="316" y="500"/>
                  <a:pt x="379" y="473"/>
                  <a:pt x="426" y="427"/>
                </a:cubicBezTo>
                <a:cubicBezTo>
                  <a:pt x="474" y="380"/>
                  <a:pt x="500" y="316"/>
                  <a:pt x="500" y="249"/>
                </a:cubicBezTo>
                <a:cubicBezTo>
                  <a:pt x="500" y="183"/>
                  <a:pt x="474" y="120"/>
                  <a:pt x="426" y="73"/>
                </a:cubicBezTo>
                <a:cubicBezTo>
                  <a:pt x="379" y="26"/>
                  <a:pt x="316" y="0"/>
                  <a:pt x="250" y="0"/>
                </a:cubicBezTo>
                <a:cubicBezTo>
                  <a:pt x="184" y="0"/>
                  <a:pt x="120" y="26"/>
                  <a:pt x="73" y="73"/>
                </a:cubicBezTo>
                <a:cubicBezTo>
                  <a:pt x="27" y="120"/>
                  <a:pt x="0" y="183"/>
                  <a:pt x="0" y="249"/>
                </a:cubicBezTo>
                <a:cubicBezTo>
                  <a:pt x="0" y="316"/>
                  <a:pt x="27" y="380"/>
                  <a:pt x="73" y="427"/>
                </a:cubicBezTo>
                <a:cubicBezTo>
                  <a:pt x="120" y="473"/>
                  <a:pt x="184" y="500"/>
                  <a:pt x="250" y="500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668520" y="3697560"/>
            <a:ext cx="179640" cy="180000"/>
          </a:xfrm>
          <a:custGeom>
            <a:avLst/>
            <a:gdLst/>
            <a:ahLst/>
            <a:rect l="0" t="0" r="r" b="b"/>
            <a:pathLst>
              <a:path w="499" h="500">
                <a:moveTo>
                  <a:pt x="249" y="500"/>
                </a:moveTo>
                <a:cubicBezTo>
                  <a:pt x="315" y="500"/>
                  <a:pt x="379" y="474"/>
                  <a:pt x="426" y="426"/>
                </a:cubicBezTo>
                <a:cubicBezTo>
                  <a:pt x="473" y="379"/>
                  <a:pt x="499" y="316"/>
                  <a:pt x="499" y="250"/>
                </a:cubicBezTo>
                <a:cubicBezTo>
                  <a:pt x="499" y="183"/>
                  <a:pt x="473" y="120"/>
                  <a:pt x="426" y="73"/>
                </a:cubicBezTo>
                <a:cubicBezTo>
                  <a:pt x="379" y="26"/>
                  <a:pt x="315" y="0"/>
                  <a:pt x="249" y="0"/>
                </a:cubicBezTo>
                <a:cubicBezTo>
                  <a:pt x="183" y="0"/>
                  <a:pt x="119" y="26"/>
                  <a:pt x="73" y="73"/>
                </a:cubicBezTo>
                <a:cubicBezTo>
                  <a:pt x="26" y="120"/>
                  <a:pt x="0" y="183"/>
                  <a:pt x="0" y="250"/>
                </a:cubicBezTo>
                <a:cubicBezTo>
                  <a:pt x="0" y="316"/>
                  <a:pt x="26" y="379"/>
                  <a:pt x="73" y="426"/>
                </a:cubicBezTo>
                <a:cubicBezTo>
                  <a:pt x="119" y="474"/>
                  <a:pt x="183" y="500"/>
                  <a:pt x="249" y="500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724680" y="354240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1" y="500"/>
                </a:moveTo>
                <a:cubicBezTo>
                  <a:pt x="317" y="500"/>
                  <a:pt x="381" y="474"/>
                  <a:pt x="427" y="427"/>
                </a:cubicBezTo>
                <a:cubicBezTo>
                  <a:pt x="474" y="381"/>
                  <a:pt x="500" y="316"/>
                  <a:pt x="500" y="250"/>
                </a:cubicBezTo>
                <a:cubicBezTo>
                  <a:pt x="500" y="184"/>
                  <a:pt x="474" y="120"/>
                  <a:pt x="427" y="74"/>
                </a:cubicBezTo>
                <a:cubicBezTo>
                  <a:pt x="381" y="27"/>
                  <a:pt x="317" y="0"/>
                  <a:pt x="251" y="0"/>
                </a:cubicBezTo>
                <a:cubicBezTo>
                  <a:pt x="184" y="0"/>
                  <a:pt x="120" y="27"/>
                  <a:pt x="74" y="74"/>
                </a:cubicBezTo>
                <a:cubicBezTo>
                  <a:pt x="27" y="120"/>
                  <a:pt x="0" y="184"/>
                  <a:pt x="0" y="250"/>
                </a:cubicBezTo>
                <a:cubicBezTo>
                  <a:pt x="0" y="316"/>
                  <a:pt x="27" y="381"/>
                  <a:pt x="74" y="427"/>
                </a:cubicBezTo>
                <a:cubicBezTo>
                  <a:pt x="120" y="474"/>
                  <a:pt x="184" y="500"/>
                  <a:pt x="251" y="500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621360" y="371808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1" y="500"/>
                </a:moveTo>
                <a:cubicBezTo>
                  <a:pt x="317" y="500"/>
                  <a:pt x="380" y="474"/>
                  <a:pt x="427" y="427"/>
                </a:cubicBezTo>
                <a:cubicBezTo>
                  <a:pt x="474" y="380"/>
                  <a:pt x="500" y="316"/>
                  <a:pt x="500" y="250"/>
                </a:cubicBezTo>
                <a:cubicBezTo>
                  <a:pt x="500" y="184"/>
                  <a:pt x="474" y="120"/>
                  <a:pt x="427" y="73"/>
                </a:cubicBezTo>
                <a:cubicBezTo>
                  <a:pt x="380" y="27"/>
                  <a:pt x="317" y="0"/>
                  <a:pt x="251" y="0"/>
                </a:cubicBezTo>
                <a:cubicBezTo>
                  <a:pt x="185" y="0"/>
                  <a:pt x="121" y="27"/>
                  <a:pt x="74" y="73"/>
                </a:cubicBezTo>
                <a:cubicBezTo>
                  <a:pt x="28" y="120"/>
                  <a:pt x="0" y="184"/>
                  <a:pt x="0" y="250"/>
                </a:cubicBezTo>
                <a:cubicBezTo>
                  <a:pt x="0" y="316"/>
                  <a:pt x="28" y="380"/>
                  <a:pt x="74" y="427"/>
                </a:cubicBezTo>
                <a:cubicBezTo>
                  <a:pt x="121" y="474"/>
                  <a:pt x="185" y="500"/>
                  <a:pt x="251" y="500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2484360" y="358992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cubicBezTo>
                  <a:pt x="316" y="500"/>
                  <a:pt x="381" y="474"/>
                  <a:pt x="427" y="427"/>
                </a:cubicBezTo>
                <a:cubicBezTo>
                  <a:pt x="474" y="380"/>
                  <a:pt x="500" y="316"/>
                  <a:pt x="500" y="250"/>
                </a:cubicBezTo>
                <a:cubicBezTo>
                  <a:pt x="500" y="183"/>
                  <a:pt x="474" y="120"/>
                  <a:pt x="427" y="73"/>
                </a:cubicBezTo>
                <a:cubicBezTo>
                  <a:pt x="381" y="26"/>
                  <a:pt x="316" y="0"/>
                  <a:pt x="250" y="0"/>
                </a:cubicBezTo>
                <a:cubicBezTo>
                  <a:pt x="184" y="0"/>
                  <a:pt x="120" y="26"/>
                  <a:pt x="74" y="73"/>
                </a:cubicBezTo>
                <a:cubicBezTo>
                  <a:pt x="27" y="120"/>
                  <a:pt x="0" y="183"/>
                  <a:pt x="0" y="250"/>
                </a:cubicBezTo>
                <a:cubicBezTo>
                  <a:pt x="0" y="316"/>
                  <a:pt x="27" y="380"/>
                  <a:pt x="74" y="427"/>
                </a:cubicBezTo>
                <a:cubicBezTo>
                  <a:pt x="120" y="474"/>
                  <a:pt x="184" y="500"/>
                  <a:pt x="250" y="500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678240" y="366120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49" y="500"/>
                </a:moveTo>
                <a:cubicBezTo>
                  <a:pt x="316" y="500"/>
                  <a:pt x="380" y="474"/>
                  <a:pt x="427" y="427"/>
                </a:cubicBezTo>
                <a:cubicBezTo>
                  <a:pt x="474" y="380"/>
                  <a:pt x="500" y="317"/>
                  <a:pt x="500" y="250"/>
                </a:cubicBezTo>
                <a:cubicBezTo>
                  <a:pt x="500" y="184"/>
                  <a:pt x="474" y="121"/>
                  <a:pt x="427" y="74"/>
                </a:cubicBezTo>
                <a:cubicBezTo>
                  <a:pt x="380" y="26"/>
                  <a:pt x="316" y="0"/>
                  <a:pt x="249" y="0"/>
                </a:cubicBezTo>
                <a:cubicBezTo>
                  <a:pt x="183" y="0"/>
                  <a:pt x="120" y="26"/>
                  <a:pt x="73" y="74"/>
                </a:cubicBezTo>
                <a:cubicBezTo>
                  <a:pt x="26" y="121"/>
                  <a:pt x="0" y="184"/>
                  <a:pt x="0" y="250"/>
                </a:cubicBezTo>
                <a:cubicBezTo>
                  <a:pt x="0" y="317"/>
                  <a:pt x="26" y="380"/>
                  <a:pt x="73" y="427"/>
                </a:cubicBezTo>
                <a:cubicBezTo>
                  <a:pt x="120" y="474"/>
                  <a:pt x="183" y="500"/>
                  <a:pt x="249" y="500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0" name=""/>
          <p:cNvSpPr txBox="1"/>
          <p:nvPr/>
        </p:nvSpPr>
        <p:spPr>
          <a:xfrm>
            <a:off x="863280" y="2426760"/>
            <a:ext cx="2170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1" name=""/>
          <p:cNvSpPr txBox="1"/>
          <p:nvPr/>
        </p:nvSpPr>
        <p:spPr>
          <a:xfrm>
            <a:off x="1775880" y="3474720"/>
            <a:ext cx="14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2" name=""/>
          <p:cNvSpPr txBox="1"/>
          <p:nvPr/>
        </p:nvSpPr>
        <p:spPr>
          <a:xfrm>
            <a:off x="2593080" y="3470040"/>
            <a:ext cx="14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3" name=""/>
          <p:cNvSpPr txBox="1"/>
          <p:nvPr/>
        </p:nvSpPr>
        <p:spPr>
          <a:xfrm>
            <a:off x="830520" y="3602160"/>
            <a:ext cx="14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>
            <a:off x="887040" y="3447360"/>
            <a:ext cx="2170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>
            <a:off x="783720" y="3622680"/>
            <a:ext cx="2170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>
            <a:off x="2646720" y="3494520"/>
            <a:ext cx="2170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2799360" y="105768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cubicBezTo>
                  <a:pt x="316" y="500"/>
                  <a:pt x="379" y="474"/>
                  <a:pt x="426" y="427"/>
                </a:cubicBezTo>
                <a:cubicBezTo>
                  <a:pt x="474" y="380"/>
                  <a:pt x="500" y="317"/>
                  <a:pt x="500" y="249"/>
                </a:cubicBezTo>
                <a:cubicBezTo>
                  <a:pt x="500" y="183"/>
                  <a:pt x="474" y="120"/>
                  <a:pt x="426" y="73"/>
                </a:cubicBezTo>
                <a:cubicBezTo>
                  <a:pt x="379" y="26"/>
                  <a:pt x="316" y="0"/>
                  <a:pt x="250" y="0"/>
                </a:cubicBezTo>
                <a:cubicBezTo>
                  <a:pt x="183" y="0"/>
                  <a:pt x="120" y="26"/>
                  <a:pt x="73" y="73"/>
                </a:cubicBezTo>
                <a:cubicBezTo>
                  <a:pt x="26" y="120"/>
                  <a:pt x="0" y="183"/>
                  <a:pt x="0" y="249"/>
                </a:cubicBezTo>
                <a:cubicBezTo>
                  <a:pt x="0" y="317"/>
                  <a:pt x="26" y="380"/>
                  <a:pt x="73" y="427"/>
                </a:cubicBezTo>
                <a:cubicBezTo>
                  <a:pt x="120" y="474"/>
                  <a:pt x="183" y="500"/>
                  <a:pt x="250" y="500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8" name=""/>
          <p:cNvSpPr txBox="1"/>
          <p:nvPr/>
        </p:nvSpPr>
        <p:spPr>
          <a:xfrm>
            <a:off x="840240" y="3565800"/>
            <a:ext cx="2170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00" spc="-1" strike="noStrike">
                <a:solidFill>
                  <a:srgbClr val="0e2a47"/>
                </a:solidFill>
                <a:latin typeface="DejaVuSans"/>
              </a:rPr>
              <a:t>S13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2799360" y="1225440"/>
            <a:ext cx="180000" cy="180000"/>
          </a:xfrm>
          <a:custGeom>
            <a:avLst/>
            <a:gdLst/>
            <a:ahLst/>
            <a:rect l="0" t="0" r="r" b="b"/>
            <a:pathLst>
              <a:path w="500" h="500">
                <a:moveTo>
                  <a:pt x="250" y="500"/>
                </a:moveTo>
                <a:cubicBezTo>
                  <a:pt x="316" y="500"/>
                  <a:pt x="379" y="474"/>
                  <a:pt x="426" y="427"/>
                </a:cubicBezTo>
                <a:cubicBezTo>
                  <a:pt x="474" y="380"/>
                  <a:pt x="500" y="316"/>
                  <a:pt x="500" y="250"/>
                </a:cubicBezTo>
                <a:cubicBezTo>
                  <a:pt x="500" y="184"/>
                  <a:pt x="474" y="120"/>
                  <a:pt x="426" y="73"/>
                </a:cubicBezTo>
                <a:cubicBezTo>
                  <a:pt x="379" y="27"/>
                  <a:pt x="316" y="0"/>
                  <a:pt x="250" y="0"/>
                </a:cubicBezTo>
                <a:cubicBezTo>
                  <a:pt x="183" y="0"/>
                  <a:pt x="120" y="27"/>
                  <a:pt x="73" y="73"/>
                </a:cubicBezTo>
                <a:cubicBezTo>
                  <a:pt x="26" y="120"/>
                  <a:pt x="0" y="184"/>
                  <a:pt x="0" y="250"/>
                </a:cubicBezTo>
                <a:cubicBezTo>
                  <a:pt x="0" y="316"/>
                  <a:pt x="26" y="380"/>
                  <a:pt x="73" y="427"/>
                </a:cubicBezTo>
                <a:cubicBezTo>
                  <a:pt x="120" y="474"/>
                  <a:pt x="183" y="500"/>
                  <a:pt x="250" y="500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1260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90" name=""/>
          <p:cNvSpPr txBox="1"/>
          <p:nvPr/>
        </p:nvSpPr>
        <p:spPr>
          <a:xfrm>
            <a:off x="3095280" y="1071720"/>
            <a:ext cx="654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 (n=5)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420120" y="91080"/>
            <a:ext cx="3429720" cy="797400"/>
          </a:xfrm>
          <a:custGeom>
            <a:avLst/>
            <a:gdLst/>
            <a:ahLst/>
            <a:rect l="0" t="0" r="r" b="b"/>
            <a:pathLst>
              <a:path w="9527" h="2215">
                <a:moveTo>
                  <a:pt x="0" y="2215"/>
                </a:moveTo>
                <a:lnTo>
                  <a:pt x="9527" y="2215"/>
                </a:lnTo>
                <a:lnTo>
                  <a:pt x="9527" y="0"/>
                </a:lnTo>
                <a:lnTo>
                  <a:pt x="0" y="0"/>
                </a:lnTo>
                <a:lnTo>
                  <a:pt x="0" y="221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92" name=""/>
          <p:cNvSpPr/>
          <p:nvPr/>
        </p:nvSpPr>
        <p:spPr>
          <a:xfrm>
            <a:off x="555480" y="508680"/>
            <a:ext cx="451800" cy="379800"/>
          </a:xfrm>
          <a:custGeom>
            <a:avLst/>
            <a:gdLst/>
            <a:ahLst/>
            <a:rect l="0" t="0" r="r" b="b"/>
            <a:pathLst>
              <a:path w="1255" h="1055">
                <a:moveTo>
                  <a:pt x="0" y="1055"/>
                </a:moveTo>
                <a:lnTo>
                  <a:pt x="1255" y="1055"/>
                </a:lnTo>
                <a:lnTo>
                  <a:pt x="1255" y="0"/>
                </a:lnTo>
                <a:lnTo>
                  <a:pt x="0" y="0"/>
                </a:lnTo>
                <a:lnTo>
                  <a:pt x="0" y="1055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1006920" y="888120"/>
            <a:ext cx="451080" cy="0"/>
          </a:xfrm>
          <a:custGeom>
            <a:avLst/>
            <a:gdLst/>
            <a:ahLst/>
            <a:rect l="0" t="0" r="r" b="b"/>
            <a:pathLst>
              <a:path w="1253" h="0">
                <a:moveTo>
                  <a:pt x="0" y="0"/>
                </a:moveTo>
                <a:lnTo>
                  <a:pt x="12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1458000" y="698400"/>
            <a:ext cx="451800" cy="190080"/>
          </a:xfrm>
          <a:custGeom>
            <a:avLst/>
            <a:gdLst/>
            <a:ahLst/>
            <a:rect l="0" t="0" r="r" b="b"/>
            <a:pathLst>
              <a:path w="1255" h="528">
                <a:moveTo>
                  <a:pt x="0" y="528"/>
                </a:moveTo>
                <a:lnTo>
                  <a:pt x="1255" y="528"/>
                </a:lnTo>
                <a:lnTo>
                  <a:pt x="1255" y="0"/>
                </a:lnTo>
                <a:lnTo>
                  <a:pt x="0" y="0"/>
                </a:lnTo>
                <a:lnTo>
                  <a:pt x="0" y="528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1909440" y="888120"/>
            <a:ext cx="451080" cy="0"/>
          </a:xfrm>
          <a:custGeom>
            <a:avLst/>
            <a:gdLst/>
            <a:ahLst/>
            <a:rect l="0" t="0" r="r" b="b"/>
            <a:pathLst>
              <a:path w="1253" h="0">
                <a:moveTo>
                  <a:pt x="0" y="0"/>
                </a:moveTo>
                <a:lnTo>
                  <a:pt x="12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2360520" y="508680"/>
            <a:ext cx="451440" cy="379800"/>
          </a:xfrm>
          <a:custGeom>
            <a:avLst/>
            <a:gdLst/>
            <a:ahLst/>
            <a:rect l="0" t="0" r="r" b="b"/>
            <a:pathLst>
              <a:path w="1254" h="1055">
                <a:moveTo>
                  <a:pt x="0" y="1055"/>
                </a:moveTo>
                <a:lnTo>
                  <a:pt x="1254" y="1055"/>
                </a:lnTo>
                <a:lnTo>
                  <a:pt x="1254" y="0"/>
                </a:lnTo>
                <a:lnTo>
                  <a:pt x="0" y="0"/>
                </a:lnTo>
                <a:lnTo>
                  <a:pt x="0" y="1055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2811600" y="888120"/>
            <a:ext cx="451440" cy="0"/>
          </a:xfrm>
          <a:custGeom>
            <a:avLst/>
            <a:gdLst/>
            <a:ahLst/>
            <a:rect l="0" t="0" r="r" b="b"/>
            <a:pathLst>
              <a:path w="1254" h="0">
                <a:moveTo>
                  <a:pt x="0" y="0"/>
                </a:moveTo>
                <a:lnTo>
                  <a:pt x="1254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3263040" y="888120"/>
            <a:ext cx="451080" cy="0"/>
          </a:xfrm>
          <a:custGeom>
            <a:avLst/>
            <a:gdLst/>
            <a:ahLst/>
            <a:rect l="0" t="0" r="r" b="b"/>
            <a:pathLst>
              <a:path w="1253" h="0">
                <a:moveTo>
                  <a:pt x="0" y="0"/>
                </a:moveTo>
                <a:lnTo>
                  <a:pt x="12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555480" y="129240"/>
            <a:ext cx="451800" cy="759240"/>
          </a:xfrm>
          <a:custGeom>
            <a:avLst/>
            <a:gdLst/>
            <a:ahLst/>
            <a:rect l="0" t="0" r="r" b="b"/>
            <a:pathLst>
              <a:path w="1255" h="2109">
                <a:moveTo>
                  <a:pt x="0" y="2109"/>
                </a:moveTo>
                <a:lnTo>
                  <a:pt x="1255" y="2109"/>
                </a:lnTo>
                <a:lnTo>
                  <a:pt x="1255" y="0"/>
                </a:lnTo>
                <a:lnTo>
                  <a:pt x="0" y="0"/>
                </a:lnTo>
                <a:lnTo>
                  <a:pt x="0" y="2109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1006920" y="888120"/>
            <a:ext cx="451080" cy="0"/>
          </a:xfrm>
          <a:custGeom>
            <a:avLst/>
            <a:gdLst/>
            <a:ahLst/>
            <a:rect l="0" t="0" r="r" b="b"/>
            <a:pathLst>
              <a:path w="1253" h="0">
                <a:moveTo>
                  <a:pt x="0" y="0"/>
                </a:moveTo>
                <a:lnTo>
                  <a:pt x="1253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1458000" y="698400"/>
            <a:ext cx="451800" cy="190080"/>
          </a:xfrm>
          <a:custGeom>
            <a:avLst/>
            <a:gdLst/>
            <a:ahLst/>
            <a:rect l="0" t="0" r="r" b="b"/>
            <a:pathLst>
              <a:path w="1255" h="528">
                <a:moveTo>
                  <a:pt x="0" y="528"/>
                </a:moveTo>
                <a:lnTo>
                  <a:pt x="1255" y="528"/>
                </a:lnTo>
                <a:lnTo>
                  <a:pt x="1255" y="0"/>
                </a:lnTo>
                <a:lnTo>
                  <a:pt x="0" y="0"/>
                </a:lnTo>
                <a:lnTo>
                  <a:pt x="0" y="528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1909440" y="888120"/>
            <a:ext cx="451080" cy="0"/>
          </a:xfrm>
          <a:custGeom>
            <a:avLst/>
            <a:gdLst/>
            <a:ahLst/>
            <a:rect l="0" t="0" r="r" b="b"/>
            <a:pathLst>
              <a:path w="1253" h="0">
                <a:moveTo>
                  <a:pt x="0" y="0"/>
                </a:moveTo>
                <a:lnTo>
                  <a:pt x="1253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2360520" y="508680"/>
            <a:ext cx="451440" cy="379800"/>
          </a:xfrm>
          <a:custGeom>
            <a:avLst/>
            <a:gdLst/>
            <a:ahLst/>
            <a:rect l="0" t="0" r="r" b="b"/>
            <a:pathLst>
              <a:path w="1254" h="1055">
                <a:moveTo>
                  <a:pt x="0" y="1055"/>
                </a:moveTo>
                <a:lnTo>
                  <a:pt x="1254" y="1055"/>
                </a:lnTo>
                <a:lnTo>
                  <a:pt x="1254" y="0"/>
                </a:lnTo>
                <a:lnTo>
                  <a:pt x="0" y="0"/>
                </a:lnTo>
                <a:lnTo>
                  <a:pt x="0" y="1055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2811600" y="888120"/>
            <a:ext cx="451440" cy="0"/>
          </a:xfrm>
          <a:custGeom>
            <a:avLst/>
            <a:gdLst/>
            <a:ahLst/>
            <a:rect l="0" t="0" r="r" b="b"/>
            <a:pathLst>
              <a:path w="1254" h="0">
                <a:moveTo>
                  <a:pt x="0" y="0"/>
                </a:moveTo>
                <a:lnTo>
                  <a:pt x="1254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3263040" y="888120"/>
            <a:ext cx="451080" cy="0"/>
          </a:xfrm>
          <a:custGeom>
            <a:avLst/>
            <a:gdLst/>
            <a:ahLst/>
            <a:rect l="0" t="0" r="r" b="b"/>
            <a:pathLst>
              <a:path w="1253" h="0">
                <a:moveTo>
                  <a:pt x="0" y="0"/>
                </a:moveTo>
                <a:lnTo>
                  <a:pt x="1253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3956760" y="987840"/>
            <a:ext cx="857520" cy="3187440"/>
          </a:xfrm>
          <a:custGeom>
            <a:avLst/>
            <a:gdLst/>
            <a:ahLst/>
            <a:rect l="0" t="0" r="r" b="b"/>
            <a:pathLst>
              <a:path w="2382" h="8854">
                <a:moveTo>
                  <a:pt x="0" y="8854"/>
                </a:moveTo>
                <a:lnTo>
                  <a:pt x="2382" y="8854"/>
                </a:lnTo>
                <a:lnTo>
                  <a:pt x="2382" y="0"/>
                </a:lnTo>
                <a:lnTo>
                  <a:pt x="0" y="0"/>
                </a:lnTo>
                <a:lnTo>
                  <a:pt x="0" y="885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3956760" y="3435120"/>
            <a:ext cx="466920" cy="569520"/>
          </a:xfrm>
          <a:custGeom>
            <a:avLst/>
            <a:gdLst/>
            <a:ahLst/>
            <a:rect l="0" t="0" r="r" b="b"/>
            <a:pathLst>
              <a:path w="1297" h="1582">
                <a:moveTo>
                  <a:pt x="0" y="1582"/>
                </a:moveTo>
                <a:lnTo>
                  <a:pt x="1297" y="1582"/>
                </a:lnTo>
                <a:lnTo>
                  <a:pt x="1297" y="0"/>
                </a:lnTo>
                <a:lnTo>
                  <a:pt x="0" y="0"/>
                </a:lnTo>
                <a:lnTo>
                  <a:pt x="0" y="1582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3956760" y="2865960"/>
            <a:ext cx="0" cy="569160"/>
          </a:xfrm>
          <a:custGeom>
            <a:avLst/>
            <a:gdLst/>
            <a:ahLst/>
            <a:rect l="0" t="0" r="r" b="b"/>
            <a:pathLst>
              <a:path w="0" h="1581">
                <a:moveTo>
                  <a:pt x="0" y="1581"/>
                </a:moveTo>
                <a:lnTo>
                  <a:pt x="0" y="0"/>
                </a:lnTo>
                <a:lnTo>
                  <a:pt x="0" y="1581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3956760" y="2296800"/>
            <a:ext cx="117000" cy="569520"/>
          </a:xfrm>
          <a:custGeom>
            <a:avLst/>
            <a:gdLst/>
            <a:ahLst/>
            <a:rect l="0" t="0" r="r" b="b"/>
            <a:pathLst>
              <a:path w="325" h="1582">
                <a:moveTo>
                  <a:pt x="0" y="1582"/>
                </a:moveTo>
                <a:lnTo>
                  <a:pt x="325" y="1582"/>
                </a:lnTo>
                <a:lnTo>
                  <a:pt x="325" y="0"/>
                </a:lnTo>
                <a:lnTo>
                  <a:pt x="0" y="0"/>
                </a:lnTo>
                <a:lnTo>
                  <a:pt x="0" y="1582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3956760" y="1727640"/>
            <a:ext cx="0" cy="569160"/>
          </a:xfrm>
          <a:custGeom>
            <a:avLst/>
            <a:gdLst/>
            <a:ahLst/>
            <a:rect l="0" t="0" r="r" b="b"/>
            <a:pathLst>
              <a:path w="0" h="1581">
                <a:moveTo>
                  <a:pt x="0" y="1581"/>
                </a:moveTo>
                <a:lnTo>
                  <a:pt x="0" y="0"/>
                </a:lnTo>
                <a:lnTo>
                  <a:pt x="0" y="1581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3956760" y="1158480"/>
            <a:ext cx="0" cy="569160"/>
          </a:xfrm>
          <a:custGeom>
            <a:avLst/>
            <a:gdLst/>
            <a:ahLst/>
            <a:rect l="0" t="0" r="r" b="b"/>
            <a:pathLst>
              <a:path w="0" h="1581">
                <a:moveTo>
                  <a:pt x="0" y="1581"/>
                </a:moveTo>
                <a:lnTo>
                  <a:pt x="0" y="0"/>
                </a:lnTo>
                <a:lnTo>
                  <a:pt x="0" y="1581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3956760" y="3435120"/>
            <a:ext cx="816840" cy="569520"/>
          </a:xfrm>
          <a:custGeom>
            <a:avLst/>
            <a:gdLst/>
            <a:ahLst/>
            <a:rect l="0" t="0" r="r" b="b"/>
            <a:pathLst>
              <a:path w="2269" h="1582">
                <a:moveTo>
                  <a:pt x="0" y="1582"/>
                </a:moveTo>
                <a:lnTo>
                  <a:pt x="2269" y="1582"/>
                </a:lnTo>
                <a:lnTo>
                  <a:pt x="2269" y="0"/>
                </a:lnTo>
                <a:lnTo>
                  <a:pt x="0" y="0"/>
                </a:lnTo>
                <a:lnTo>
                  <a:pt x="0" y="1582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3956760" y="2865960"/>
            <a:ext cx="0" cy="569160"/>
          </a:xfrm>
          <a:custGeom>
            <a:avLst/>
            <a:gdLst/>
            <a:ahLst/>
            <a:rect l="0" t="0" r="r" b="b"/>
            <a:pathLst>
              <a:path w="0" h="1581">
                <a:moveTo>
                  <a:pt x="0" y="1581"/>
                </a:moveTo>
                <a:lnTo>
                  <a:pt x="0" y="0"/>
                </a:lnTo>
                <a:lnTo>
                  <a:pt x="0" y="1581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3956760" y="2296800"/>
            <a:ext cx="0" cy="569160"/>
          </a:xfrm>
          <a:custGeom>
            <a:avLst/>
            <a:gdLst/>
            <a:ahLst/>
            <a:rect l="0" t="0" r="r" b="b"/>
            <a:pathLst>
              <a:path w="0" h="1581">
                <a:moveTo>
                  <a:pt x="0" y="1581"/>
                </a:moveTo>
                <a:lnTo>
                  <a:pt x="0" y="0"/>
                </a:lnTo>
                <a:lnTo>
                  <a:pt x="0" y="1581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3956760" y="1727640"/>
            <a:ext cx="0" cy="569160"/>
          </a:xfrm>
          <a:custGeom>
            <a:avLst/>
            <a:gdLst/>
            <a:ahLst/>
            <a:rect l="0" t="0" r="r" b="b"/>
            <a:pathLst>
              <a:path w="0" h="1581">
                <a:moveTo>
                  <a:pt x="0" y="1581"/>
                </a:moveTo>
                <a:lnTo>
                  <a:pt x="0" y="0"/>
                </a:lnTo>
                <a:lnTo>
                  <a:pt x="0" y="1581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3956760" y="1158480"/>
            <a:ext cx="0" cy="569160"/>
          </a:xfrm>
          <a:custGeom>
            <a:avLst/>
            <a:gdLst/>
            <a:ahLst/>
            <a:rect l="0" t="0" r="r" b="b"/>
            <a:pathLst>
              <a:path w="0" h="1581">
                <a:moveTo>
                  <a:pt x="0" y="1581"/>
                </a:moveTo>
                <a:lnTo>
                  <a:pt x="0" y="0"/>
                </a:lnTo>
                <a:lnTo>
                  <a:pt x="0" y="1581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17" name=""/>
          <p:cNvSpPr txBox="1"/>
          <p:nvPr/>
        </p:nvSpPr>
        <p:spPr>
          <a:xfrm>
            <a:off x="3095280" y="1239480"/>
            <a:ext cx="584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 (n=7)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9E — Shrink vs expand scatter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5843160" cy="3696120"/>
          </a:xfrm>
          <a:custGeom>
            <a:avLst/>
            <a:gdLst/>
            <a:ahLst/>
            <a:rect l="0" t="0" r="r" b="b"/>
            <a:pathLst>
              <a:path w="16231" h="10267">
                <a:moveTo>
                  <a:pt x="0" y="10267"/>
                </a:moveTo>
                <a:lnTo>
                  <a:pt x="16231" y="10267"/>
                </a:lnTo>
                <a:lnTo>
                  <a:pt x="16231" y="0"/>
                </a:lnTo>
                <a:lnTo>
                  <a:pt x="0" y="0"/>
                </a:lnTo>
                <a:lnTo>
                  <a:pt x="0" y="1026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995120" y="91080"/>
            <a:ext cx="2515320" cy="2705040"/>
          </a:xfrm>
          <a:custGeom>
            <a:avLst/>
            <a:gdLst/>
            <a:ahLst/>
            <a:rect l="0" t="0" r="r" b="b"/>
            <a:pathLst>
              <a:path w="6987" h="7514">
                <a:moveTo>
                  <a:pt x="0" y="7514"/>
                </a:moveTo>
                <a:lnTo>
                  <a:pt x="6987" y="7514"/>
                </a:lnTo>
                <a:lnTo>
                  <a:pt x="6987" y="0"/>
                </a:lnTo>
                <a:lnTo>
                  <a:pt x="0" y="0"/>
                </a:lnTo>
                <a:lnTo>
                  <a:pt x="0" y="751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995120" y="2795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995120" y="2795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2498040" y="2795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2498040" y="2795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958760" y="28591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3000960" y="2795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3000960" y="2795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2425320" y="28591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3503880" y="2795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3503880" y="2795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928240" y="28591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4007160" y="2795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4007160" y="2795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3431520" y="28591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4510080" y="2795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4510080" y="2795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934440" y="28591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4401000" y="28591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1956960" y="650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1956960" y="650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2886840" y="3018600"/>
            <a:ext cx="729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% of clones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1956960" y="2236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1956960" y="2236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91440" y="587880"/>
            <a:ext cx="1821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a7d6e"/>
                </a:solidFill>
                <a:latin typeface="DejaVuSans"/>
              </a:rPr>
              <a:t>good  (N=11 clones,  5 subj)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1995120" y="214200"/>
            <a:ext cx="1143360" cy="872640"/>
          </a:xfrm>
          <a:custGeom>
            <a:avLst/>
            <a:gdLst/>
            <a:ahLst/>
            <a:rect l="0" t="0" r="r" b="b"/>
            <a:pathLst>
              <a:path w="3176" h="2424">
                <a:moveTo>
                  <a:pt x="0" y="0"/>
                </a:moveTo>
                <a:lnTo>
                  <a:pt x="3176" y="0"/>
                </a:lnTo>
                <a:lnTo>
                  <a:pt x="3176" y="2424"/>
                </a:lnTo>
                <a:lnTo>
                  <a:pt x="0" y="2424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1995120" y="1800360"/>
            <a:ext cx="838440" cy="872640"/>
          </a:xfrm>
          <a:custGeom>
            <a:avLst/>
            <a:gdLst/>
            <a:ahLst/>
            <a:rect l="0" t="0" r="r" b="b"/>
            <a:pathLst>
              <a:path w="2329" h="2424">
                <a:moveTo>
                  <a:pt x="0" y="0"/>
                </a:moveTo>
                <a:lnTo>
                  <a:pt x="2329" y="0"/>
                </a:lnTo>
                <a:lnTo>
                  <a:pt x="2329" y="2424"/>
                </a:lnTo>
                <a:lnTo>
                  <a:pt x="0" y="2424"/>
                </a:lnTo>
                <a:lnTo>
                  <a:pt x="0" y="0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3138120" y="214200"/>
            <a:ext cx="1143720" cy="872640"/>
          </a:xfrm>
          <a:custGeom>
            <a:avLst/>
            <a:gdLst/>
            <a:ahLst/>
            <a:rect l="0" t="0" r="r" b="b"/>
            <a:pathLst>
              <a:path w="3177" h="2424">
                <a:moveTo>
                  <a:pt x="0" y="0"/>
                </a:moveTo>
                <a:lnTo>
                  <a:pt x="3177" y="0"/>
                </a:lnTo>
                <a:lnTo>
                  <a:pt x="3177" y="2424"/>
                </a:lnTo>
                <a:lnTo>
                  <a:pt x="0" y="2424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2833200" y="1800360"/>
            <a:ext cx="1677240" cy="872640"/>
          </a:xfrm>
          <a:custGeom>
            <a:avLst/>
            <a:gdLst/>
            <a:ahLst/>
            <a:rect l="0" t="0" r="r" b="b"/>
            <a:pathLst>
              <a:path w="4659" h="2424">
                <a:moveTo>
                  <a:pt x="0" y="0"/>
                </a:moveTo>
                <a:lnTo>
                  <a:pt x="4659" y="0"/>
                </a:lnTo>
                <a:lnTo>
                  <a:pt x="4659" y="2424"/>
                </a:lnTo>
                <a:lnTo>
                  <a:pt x="0" y="2424"/>
                </a:lnTo>
                <a:lnTo>
                  <a:pt x="0" y="0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4281480" y="214200"/>
            <a:ext cx="228960" cy="872640"/>
          </a:xfrm>
          <a:custGeom>
            <a:avLst/>
            <a:gdLst/>
            <a:ahLst/>
            <a:rect l="0" t="0" r="r" b="b"/>
            <a:pathLst>
              <a:path w="636" h="2424">
                <a:moveTo>
                  <a:pt x="0" y="0"/>
                </a:moveTo>
                <a:lnTo>
                  <a:pt x="636" y="0"/>
                </a:lnTo>
                <a:lnTo>
                  <a:pt x="636" y="2424"/>
                </a:lnTo>
                <a:lnTo>
                  <a:pt x="0" y="2424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4510080" y="1800360"/>
            <a:ext cx="0" cy="872280"/>
          </a:xfrm>
          <a:custGeom>
            <a:avLst/>
            <a:gdLst/>
            <a:ahLst/>
            <a:rect l="0" t="0" r="r" b="b"/>
            <a:pathLst>
              <a:path w="0" h="2423">
                <a:moveTo>
                  <a:pt x="0" y="0"/>
                </a:moveTo>
                <a:lnTo>
                  <a:pt x="0" y="2423"/>
                </a:lnTo>
                <a:lnTo>
                  <a:pt x="0" y="0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68" name=""/>
          <p:cNvSpPr/>
          <p:nvPr/>
        </p:nvSpPr>
        <p:spPr>
          <a:xfrm flipV="1">
            <a:off x="1995120" y="91080"/>
            <a:ext cx="0" cy="27046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/>
          <p:nvPr/>
        </p:nvSpPr>
        <p:spPr>
          <a:xfrm>
            <a:off x="1995120" y="2795760"/>
            <a:ext cx="25149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171360" y="2174040"/>
            <a:ext cx="1740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c53e1f"/>
                </a:solidFill>
                <a:latin typeface="DejaVuSans"/>
              </a:rPr>
              <a:t>bad  (N=15 clones,  7 subj)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>
            <a:off x="2430000" y="511920"/>
            <a:ext cx="27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45%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>
            <a:off x="2386080" y="640080"/>
            <a:ext cx="360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(n=5)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3" name=""/>
          <p:cNvSpPr txBox="1"/>
          <p:nvPr/>
        </p:nvSpPr>
        <p:spPr>
          <a:xfrm>
            <a:off x="2277720" y="2098080"/>
            <a:ext cx="27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33%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2233800" y="2226240"/>
            <a:ext cx="360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(n=5)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>
            <a:off x="3573000" y="511920"/>
            <a:ext cx="27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45%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>
            <a:off x="3529440" y="640080"/>
            <a:ext cx="360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(n=5)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 txBox="1"/>
          <p:nvPr/>
        </p:nvSpPr>
        <p:spPr>
          <a:xfrm>
            <a:off x="3535200" y="2098080"/>
            <a:ext cx="27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67%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8" name=""/>
          <p:cNvSpPr txBox="1"/>
          <p:nvPr/>
        </p:nvSpPr>
        <p:spPr>
          <a:xfrm>
            <a:off x="3451320" y="2226240"/>
            <a:ext cx="439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(n=10)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9" name=""/>
          <p:cNvSpPr txBox="1"/>
          <p:nvPr/>
        </p:nvSpPr>
        <p:spPr>
          <a:xfrm>
            <a:off x="4298760" y="511920"/>
            <a:ext cx="194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9%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4524120" y="1274760"/>
            <a:ext cx="1263600" cy="337680"/>
          </a:xfrm>
          <a:custGeom>
            <a:avLst/>
            <a:gdLst/>
            <a:ahLst/>
            <a:rect l="0" t="0" r="r" b="b"/>
            <a:pathLst>
              <a:path w="3510" h="938">
                <a:moveTo>
                  <a:pt x="100" y="938"/>
                </a:moveTo>
                <a:lnTo>
                  <a:pt x="3410" y="938"/>
                </a:lnTo>
                <a:cubicBezTo>
                  <a:pt x="3477" y="938"/>
                  <a:pt x="3510" y="905"/>
                  <a:pt x="3510" y="838"/>
                </a:cubicBezTo>
                <a:lnTo>
                  <a:pt x="3510" y="101"/>
                </a:lnTo>
                <a:cubicBezTo>
                  <a:pt x="3510" y="34"/>
                  <a:pt x="3477" y="0"/>
                  <a:pt x="3410" y="0"/>
                </a:cubicBezTo>
                <a:lnTo>
                  <a:pt x="100" y="0"/>
                </a:lnTo>
                <a:cubicBezTo>
                  <a:pt x="33" y="0"/>
                  <a:pt x="0" y="34"/>
                  <a:pt x="0" y="101"/>
                </a:cubicBezTo>
                <a:lnTo>
                  <a:pt x="0" y="838"/>
                </a:lnTo>
                <a:cubicBezTo>
                  <a:pt x="0" y="905"/>
                  <a:pt x="33" y="938"/>
                  <a:pt x="100" y="938"/>
                </a:cubicBezTo>
                <a:close/>
              </a:path>
            </a:pathLst>
          </a:custGeom>
          <a:solidFill>
            <a:srgbClr val="ffffff">
              <a:alpha val="95000"/>
            </a:srgbClr>
          </a:solidFill>
          <a:ln w="8640">
            <a:solidFill>
              <a:srgbClr val="0e2a47">
                <a:alpha val="95000"/>
              </a:srgbClr>
            </a:solidFill>
            <a:miter/>
          </a:ln>
        </p:spPr>
      </p:sp>
      <p:sp>
        <p:nvSpPr>
          <p:cNvPr id="81" name=""/>
          <p:cNvSpPr txBox="1"/>
          <p:nvPr/>
        </p:nvSpPr>
        <p:spPr>
          <a:xfrm>
            <a:off x="4215240" y="640080"/>
            <a:ext cx="3603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ffffff"/>
                </a:solidFill>
                <a:latin typeface="DejaVuSans"/>
              </a:rPr>
              <a:t>(n=1)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2" name=""/>
          <p:cNvSpPr txBox="1"/>
          <p:nvPr/>
        </p:nvSpPr>
        <p:spPr>
          <a:xfrm>
            <a:off x="4560480" y="1295640"/>
            <a:ext cx="7444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χ² p = 0.35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1791000" y="345456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84" name=""/>
          <p:cNvSpPr txBox="1"/>
          <p:nvPr/>
        </p:nvSpPr>
        <p:spPr>
          <a:xfrm>
            <a:off x="4560480" y="1437840"/>
            <a:ext cx="119088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(fate × response)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2878920" y="345456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8d99ae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86" name=""/>
          <p:cNvSpPr txBox="1"/>
          <p:nvPr/>
        </p:nvSpPr>
        <p:spPr>
          <a:xfrm>
            <a:off x="2111040" y="3428640"/>
            <a:ext cx="5432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Shrinking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3789720" y="345456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d62828">
              <a:alpha val="92000"/>
            </a:srgbClr>
          </a:solidFill>
          <a:ln w="187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88" name=""/>
          <p:cNvSpPr txBox="1"/>
          <p:nvPr/>
        </p:nvSpPr>
        <p:spPr>
          <a:xfrm>
            <a:off x="3198960" y="3428640"/>
            <a:ext cx="36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Stable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>
            <a:off x="4109760" y="3428640"/>
            <a:ext cx="607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Expanding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Fig 9F — Fate composition by response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694880" cy="5689800"/>
          </a:xfrm>
          <a:custGeom>
            <a:avLst/>
            <a:gdLst/>
            <a:ahLst/>
            <a:rect l="0" t="0" r="r" b="b"/>
            <a:pathLst>
              <a:path w="29708" h="15805">
                <a:moveTo>
                  <a:pt x="0" y="15805"/>
                </a:moveTo>
                <a:lnTo>
                  <a:pt x="29708" y="15805"/>
                </a:lnTo>
                <a:lnTo>
                  <a:pt x="29708" y="0"/>
                </a:lnTo>
                <a:lnTo>
                  <a:pt x="0" y="0"/>
                </a:lnTo>
                <a:lnTo>
                  <a:pt x="0" y="158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681840" y="91440"/>
            <a:ext cx="2681640" cy="2155680"/>
          </a:xfrm>
          <a:custGeom>
            <a:avLst/>
            <a:gdLst/>
            <a:ahLst/>
            <a:rect l="0" t="0" r="r" b="b"/>
            <a:pathLst>
              <a:path w="7449" h="5988">
                <a:moveTo>
                  <a:pt x="0" y="5988"/>
                </a:moveTo>
                <a:lnTo>
                  <a:pt x="7449" y="5988"/>
                </a:lnTo>
                <a:lnTo>
                  <a:pt x="7449" y="0"/>
                </a:lnTo>
                <a:lnTo>
                  <a:pt x="0" y="0"/>
                </a:lnTo>
                <a:lnTo>
                  <a:pt x="0" y="598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82476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82476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32408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32408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790920" y="23162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82304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82304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25532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32200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32200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175428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82096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282096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25360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331992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331992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275256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325152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643680" y="2246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643680" y="2246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1358280" y="2475360"/>
            <a:ext cx="13251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WES samples (sorted)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643680" y="1976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643680" y="1976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530640" y="21902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643680" y="1705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643680" y="1705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393480" y="1919520"/>
            <a:ext cx="20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643680" y="1435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643680" y="1435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393480" y="1649160"/>
            <a:ext cx="20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400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643680" y="1164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643680" y="1164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393480" y="1378800"/>
            <a:ext cx="20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600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643680" y="894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643680" y="894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393480" y="1108440"/>
            <a:ext cx="206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800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643680" y="623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643680" y="623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324720" y="837720"/>
            <a:ext cx="275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1000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643680" y="353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 flipH="1">
            <a:off x="643680" y="353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>
            <a:off x="324720" y="567360"/>
            <a:ext cx="275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1200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0" name=""/>
          <p:cNvSpPr txBox="1"/>
          <p:nvPr/>
        </p:nvSpPr>
        <p:spPr>
          <a:xfrm>
            <a:off x="324720" y="297000"/>
            <a:ext cx="275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1400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803520" y="224244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3"/>
                </a:moveTo>
                <a:lnTo>
                  <a:pt x="119" y="13"/>
                </a:lnTo>
                <a:lnTo>
                  <a:pt x="119" y="0"/>
                </a:lnTo>
                <a:lnTo>
                  <a:pt x="0" y="0"/>
                </a:lnTo>
                <a:lnTo>
                  <a:pt x="0" y="13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82" name=""/>
          <p:cNvSpPr/>
          <p:nvPr/>
        </p:nvSpPr>
        <p:spPr>
          <a:xfrm>
            <a:off x="853560" y="2239920"/>
            <a:ext cx="42840" cy="7200"/>
          </a:xfrm>
          <a:custGeom>
            <a:avLst/>
            <a:gdLst/>
            <a:ahLst/>
            <a:rect l="0" t="0" r="r" b="b"/>
            <a:pathLst>
              <a:path w="119" h="20">
                <a:moveTo>
                  <a:pt x="0" y="20"/>
                </a:moveTo>
                <a:lnTo>
                  <a:pt x="119" y="20"/>
                </a:lnTo>
                <a:lnTo>
                  <a:pt x="119" y="0"/>
                </a:lnTo>
                <a:lnTo>
                  <a:pt x="0" y="0"/>
                </a:lnTo>
                <a:lnTo>
                  <a:pt x="0" y="2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83" name=""/>
          <p:cNvSpPr/>
          <p:nvPr/>
        </p:nvSpPr>
        <p:spPr>
          <a:xfrm>
            <a:off x="903600" y="2226240"/>
            <a:ext cx="42840" cy="20880"/>
          </a:xfrm>
          <a:custGeom>
            <a:avLst/>
            <a:gdLst/>
            <a:ahLst/>
            <a:rect l="0" t="0" r="r" b="b"/>
            <a:pathLst>
              <a:path w="119" h="58">
                <a:moveTo>
                  <a:pt x="0" y="58"/>
                </a:moveTo>
                <a:lnTo>
                  <a:pt x="119" y="58"/>
                </a:lnTo>
                <a:lnTo>
                  <a:pt x="119" y="0"/>
                </a:lnTo>
                <a:lnTo>
                  <a:pt x="0" y="0"/>
                </a:lnTo>
                <a:lnTo>
                  <a:pt x="0" y="58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84" name=""/>
          <p:cNvSpPr/>
          <p:nvPr/>
        </p:nvSpPr>
        <p:spPr>
          <a:xfrm>
            <a:off x="953280" y="2225160"/>
            <a:ext cx="42840" cy="21960"/>
          </a:xfrm>
          <a:custGeom>
            <a:avLst/>
            <a:gdLst/>
            <a:ahLst/>
            <a:rect l="0" t="0" r="r" b="b"/>
            <a:pathLst>
              <a:path w="119" h="61">
                <a:moveTo>
                  <a:pt x="0" y="61"/>
                </a:moveTo>
                <a:lnTo>
                  <a:pt x="119" y="61"/>
                </a:lnTo>
                <a:lnTo>
                  <a:pt x="119" y="0"/>
                </a:lnTo>
                <a:lnTo>
                  <a:pt x="0" y="0"/>
                </a:lnTo>
                <a:lnTo>
                  <a:pt x="0" y="61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85" name=""/>
          <p:cNvSpPr/>
          <p:nvPr/>
        </p:nvSpPr>
        <p:spPr>
          <a:xfrm>
            <a:off x="1003320" y="2220840"/>
            <a:ext cx="42840" cy="26280"/>
          </a:xfrm>
          <a:custGeom>
            <a:avLst/>
            <a:gdLst/>
            <a:ahLst/>
            <a:rect l="0" t="0" r="r" b="b"/>
            <a:pathLst>
              <a:path w="119" h="73">
                <a:moveTo>
                  <a:pt x="0" y="73"/>
                </a:moveTo>
                <a:lnTo>
                  <a:pt x="119" y="73"/>
                </a:lnTo>
                <a:lnTo>
                  <a:pt x="119" y="0"/>
                </a:lnTo>
                <a:lnTo>
                  <a:pt x="0" y="0"/>
                </a:lnTo>
                <a:lnTo>
                  <a:pt x="0" y="73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86" name=""/>
          <p:cNvSpPr/>
          <p:nvPr/>
        </p:nvSpPr>
        <p:spPr>
          <a:xfrm>
            <a:off x="1053360" y="2218320"/>
            <a:ext cx="42480" cy="28800"/>
          </a:xfrm>
          <a:custGeom>
            <a:avLst/>
            <a:gdLst/>
            <a:ahLst/>
            <a:rect l="0" t="0" r="r" b="b"/>
            <a:pathLst>
              <a:path w="118" h="80">
                <a:moveTo>
                  <a:pt x="0" y="80"/>
                </a:moveTo>
                <a:lnTo>
                  <a:pt x="118" y="80"/>
                </a:lnTo>
                <a:lnTo>
                  <a:pt x="118" y="0"/>
                </a:lnTo>
                <a:lnTo>
                  <a:pt x="0" y="0"/>
                </a:lnTo>
                <a:lnTo>
                  <a:pt x="0" y="8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87" name=""/>
          <p:cNvSpPr/>
          <p:nvPr/>
        </p:nvSpPr>
        <p:spPr>
          <a:xfrm>
            <a:off x="1103040" y="2216880"/>
            <a:ext cx="42840" cy="30240"/>
          </a:xfrm>
          <a:custGeom>
            <a:avLst/>
            <a:gdLst/>
            <a:ahLst/>
            <a:rect l="0" t="0" r="r" b="b"/>
            <a:pathLst>
              <a:path w="119" h="84">
                <a:moveTo>
                  <a:pt x="0" y="84"/>
                </a:moveTo>
                <a:lnTo>
                  <a:pt x="119" y="84"/>
                </a:lnTo>
                <a:lnTo>
                  <a:pt x="119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88" name=""/>
          <p:cNvSpPr/>
          <p:nvPr/>
        </p:nvSpPr>
        <p:spPr>
          <a:xfrm>
            <a:off x="1153080" y="2215440"/>
            <a:ext cx="42840" cy="31680"/>
          </a:xfrm>
          <a:custGeom>
            <a:avLst/>
            <a:gdLst/>
            <a:ahLst/>
            <a:rect l="0" t="0" r="r" b="b"/>
            <a:pathLst>
              <a:path w="119" h="88">
                <a:moveTo>
                  <a:pt x="0" y="88"/>
                </a:moveTo>
                <a:lnTo>
                  <a:pt x="119" y="88"/>
                </a:lnTo>
                <a:lnTo>
                  <a:pt x="119" y="0"/>
                </a:lnTo>
                <a:lnTo>
                  <a:pt x="0" y="0"/>
                </a:lnTo>
                <a:lnTo>
                  <a:pt x="0" y="88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89" name=""/>
          <p:cNvSpPr/>
          <p:nvPr/>
        </p:nvSpPr>
        <p:spPr>
          <a:xfrm>
            <a:off x="1202760" y="2204640"/>
            <a:ext cx="42840" cy="42480"/>
          </a:xfrm>
          <a:custGeom>
            <a:avLst/>
            <a:gdLst/>
            <a:ahLst/>
            <a:rect l="0" t="0" r="r" b="b"/>
            <a:pathLst>
              <a:path w="119" h="118">
                <a:moveTo>
                  <a:pt x="0" y="118"/>
                </a:moveTo>
                <a:lnTo>
                  <a:pt x="119" y="118"/>
                </a:lnTo>
                <a:lnTo>
                  <a:pt x="119" y="0"/>
                </a:lnTo>
                <a:lnTo>
                  <a:pt x="0" y="0"/>
                </a:lnTo>
                <a:lnTo>
                  <a:pt x="0" y="118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1252800" y="2202120"/>
            <a:ext cx="42840" cy="45000"/>
          </a:xfrm>
          <a:custGeom>
            <a:avLst/>
            <a:gdLst/>
            <a:ahLst/>
            <a:rect l="0" t="0" r="r" b="b"/>
            <a:pathLst>
              <a:path w="119" h="125">
                <a:moveTo>
                  <a:pt x="0" y="125"/>
                </a:moveTo>
                <a:lnTo>
                  <a:pt x="119" y="125"/>
                </a:lnTo>
                <a:lnTo>
                  <a:pt x="119" y="0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solidFill>
            <a:srgbClr val="0a7d6e"/>
          </a:solidFill>
          <a:ln w="0">
            <a:noFill/>
          </a:ln>
        </p:spPr>
      </p:sp>
      <p:sp>
        <p:nvSpPr>
          <p:cNvPr id="91" name=""/>
          <p:cNvSpPr/>
          <p:nvPr/>
        </p:nvSpPr>
        <p:spPr>
          <a:xfrm>
            <a:off x="1252800" y="2202120"/>
            <a:ext cx="42840" cy="45000"/>
          </a:xfrm>
          <a:custGeom>
            <a:avLst/>
            <a:gdLst/>
            <a:ahLst/>
            <a:rect l="0" t="0" r="r" b="b"/>
            <a:pathLst>
              <a:path w="119" h="125">
                <a:moveTo>
                  <a:pt x="0" y="125"/>
                </a:moveTo>
                <a:lnTo>
                  <a:pt x="119" y="125"/>
                </a:lnTo>
                <a:lnTo>
                  <a:pt x="119" y="0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noFill/>
          <a:ln w="3600">
            <a:solidFill>
              <a:srgbClr val="0e2a47"/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1302840" y="2192400"/>
            <a:ext cx="42480" cy="54720"/>
          </a:xfrm>
          <a:custGeom>
            <a:avLst/>
            <a:gdLst/>
            <a:ahLst/>
            <a:rect l="0" t="0" r="r" b="b"/>
            <a:pathLst>
              <a:path w="118" h="152">
                <a:moveTo>
                  <a:pt x="0" y="152"/>
                </a:moveTo>
                <a:lnTo>
                  <a:pt x="118" y="152"/>
                </a:lnTo>
                <a:lnTo>
                  <a:pt x="118" y="0"/>
                </a:lnTo>
                <a:lnTo>
                  <a:pt x="0" y="0"/>
                </a:lnTo>
                <a:lnTo>
                  <a:pt x="0" y="152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1352520" y="2166840"/>
            <a:ext cx="42840" cy="80280"/>
          </a:xfrm>
          <a:custGeom>
            <a:avLst/>
            <a:gdLst/>
            <a:ahLst/>
            <a:rect l="0" t="0" r="r" b="b"/>
            <a:pathLst>
              <a:path w="119" h="223">
                <a:moveTo>
                  <a:pt x="0" y="223"/>
                </a:moveTo>
                <a:lnTo>
                  <a:pt x="119" y="223"/>
                </a:lnTo>
                <a:lnTo>
                  <a:pt x="119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1402560" y="2134440"/>
            <a:ext cx="42840" cy="112680"/>
          </a:xfrm>
          <a:custGeom>
            <a:avLst/>
            <a:gdLst/>
            <a:ahLst/>
            <a:rect l="0" t="0" r="r" b="b"/>
            <a:pathLst>
              <a:path w="119" h="313">
                <a:moveTo>
                  <a:pt x="0" y="313"/>
                </a:moveTo>
                <a:lnTo>
                  <a:pt x="119" y="313"/>
                </a:lnTo>
                <a:lnTo>
                  <a:pt x="119" y="0"/>
                </a:lnTo>
                <a:lnTo>
                  <a:pt x="0" y="0"/>
                </a:lnTo>
                <a:lnTo>
                  <a:pt x="0" y="313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1452240" y="2088360"/>
            <a:ext cx="42840" cy="158760"/>
          </a:xfrm>
          <a:custGeom>
            <a:avLst/>
            <a:gdLst/>
            <a:ahLst/>
            <a:rect l="0" t="0" r="r" b="b"/>
            <a:pathLst>
              <a:path w="119" h="441">
                <a:moveTo>
                  <a:pt x="0" y="441"/>
                </a:moveTo>
                <a:lnTo>
                  <a:pt x="119" y="441"/>
                </a:lnTo>
                <a:lnTo>
                  <a:pt x="119" y="0"/>
                </a:lnTo>
                <a:lnTo>
                  <a:pt x="0" y="0"/>
                </a:lnTo>
                <a:lnTo>
                  <a:pt x="0" y="441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1502280" y="2082960"/>
            <a:ext cx="42840" cy="164160"/>
          </a:xfrm>
          <a:custGeom>
            <a:avLst/>
            <a:gdLst/>
            <a:ahLst/>
            <a:rect l="0" t="0" r="r" b="b"/>
            <a:pathLst>
              <a:path w="119" h="456">
                <a:moveTo>
                  <a:pt x="0" y="456"/>
                </a:moveTo>
                <a:lnTo>
                  <a:pt x="119" y="456"/>
                </a:lnTo>
                <a:lnTo>
                  <a:pt x="119" y="0"/>
                </a:lnTo>
                <a:lnTo>
                  <a:pt x="0" y="0"/>
                </a:lnTo>
                <a:lnTo>
                  <a:pt x="0" y="456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1552320" y="2065320"/>
            <a:ext cx="42480" cy="181800"/>
          </a:xfrm>
          <a:custGeom>
            <a:avLst/>
            <a:gdLst/>
            <a:ahLst/>
            <a:rect l="0" t="0" r="r" b="b"/>
            <a:pathLst>
              <a:path w="118" h="505">
                <a:moveTo>
                  <a:pt x="0" y="505"/>
                </a:moveTo>
                <a:lnTo>
                  <a:pt x="118" y="505"/>
                </a:lnTo>
                <a:lnTo>
                  <a:pt x="118" y="0"/>
                </a:lnTo>
                <a:lnTo>
                  <a:pt x="0" y="0"/>
                </a:lnTo>
                <a:lnTo>
                  <a:pt x="0" y="505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1602000" y="2026080"/>
            <a:ext cx="42840" cy="221040"/>
          </a:xfrm>
          <a:custGeom>
            <a:avLst/>
            <a:gdLst/>
            <a:ahLst/>
            <a:rect l="0" t="0" r="r" b="b"/>
            <a:pathLst>
              <a:path w="119" h="614">
                <a:moveTo>
                  <a:pt x="0" y="614"/>
                </a:moveTo>
                <a:lnTo>
                  <a:pt x="119" y="614"/>
                </a:lnTo>
                <a:lnTo>
                  <a:pt x="119" y="0"/>
                </a:lnTo>
                <a:lnTo>
                  <a:pt x="0" y="0"/>
                </a:lnTo>
                <a:lnTo>
                  <a:pt x="0" y="614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1652040" y="2012760"/>
            <a:ext cx="42840" cy="234360"/>
          </a:xfrm>
          <a:custGeom>
            <a:avLst/>
            <a:gdLst/>
            <a:ahLst/>
            <a:rect l="0" t="0" r="r" b="b"/>
            <a:pathLst>
              <a:path w="119" h="651">
                <a:moveTo>
                  <a:pt x="0" y="651"/>
                </a:moveTo>
                <a:lnTo>
                  <a:pt x="119" y="651"/>
                </a:lnTo>
                <a:lnTo>
                  <a:pt x="119" y="0"/>
                </a:lnTo>
                <a:lnTo>
                  <a:pt x="0" y="0"/>
                </a:lnTo>
                <a:lnTo>
                  <a:pt x="0" y="651"/>
                </a:lnTo>
                <a:close/>
              </a:path>
            </a:pathLst>
          </a:custGeom>
          <a:solidFill>
            <a:srgbClr val="c53e1f"/>
          </a:solidFill>
          <a:ln w="0">
            <a:noFill/>
          </a:ln>
        </p:spPr>
      </p:sp>
      <p:sp>
        <p:nvSpPr>
          <p:cNvPr id="100" name=""/>
          <p:cNvSpPr/>
          <p:nvPr/>
        </p:nvSpPr>
        <p:spPr>
          <a:xfrm>
            <a:off x="1652040" y="2012760"/>
            <a:ext cx="42840" cy="234360"/>
          </a:xfrm>
          <a:custGeom>
            <a:avLst/>
            <a:gdLst/>
            <a:ahLst/>
            <a:rect l="0" t="0" r="r" b="b"/>
            <a:pathLst>
              <a:path w="119" h="651">
                <a:moveTo>
                  <a:pt x="0" y="651"/>
                </a:moveTo>
                <a:lnTo>
                  <a:pt x="119" y="651"/>
                </a:lnTo>
                <a:lnTo>
                  <a:pt x="119" y="0"/>
                </a:lnTo>
                <a:lnTo>
                  <a:pt x="0" y="0"/>
                </a:lnTo>
                <a:lnTo>
                  <a:pt x="0" y="651"/>
                </a:lnTo>
                <a:close/>
              </a:path>
            </a:pathLst>
          </a:custGeom>
          <a:noFill/>
          <a:ln w="3600">
            <a:solidFill>
              <a:srgbClr val="0e2a47"/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1702080" y="2005920"/>
            <a:ext cx="42480" cy="241200"/>
          </a:xfrm>
          <a:custGeom>
            <a:avLst/>
            <a:gdLst/>
            <a:ahLst/>
            <a:rect l="0" t="0" r="r" b="b"/>
            <a:pathLst>
              <a:path w="118" h="670">
                <a:moveTo>
                  <a:pt x="0" y="670"/>
                </a:moveTo>
                <a:lnTo>
                  <a:pt x="118" y="670"/>
                </a:lnTo>
                <a:lnTo>
                  <a:pt x="118" y="0"/>
                </a:lnTo>
                <a:lnTo>
                  <a:pt x="0" y="0"/>
                </a:lnTo>
                <a:lnTo>
                  <a:pt x="0" y="67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1751760" y="2000520"/>
            <a:ext cx="42840" cy="246600"/>
          </a:xfrm>
          <a:custGeom>
            <a:avLst/>
            <a:gdLst/>
            <a:ahLst/>
            <a:rect l="0" t="0" r="r" b="b"/>
            <a:pathLst>
              <a:path w="119" h="685">
                <a:moveTo>
                  <a:pt x="0" y="685"/>
                </a:moveTo>
                <a:lnTo>
                  <a:pt x="119" y="685"/>
                </a:lnTo>
                <a:lnTo>
                  <a:pt x="119" y="0"/>
                </a:lnTo>
                <a:lnTo>
                  <a:pt x="0" y="0"/>
                </a:lnTo>
                <a:lnTo>
                  <a:pt x="0" y="685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1801800" y="1988280"/>
            <a:ext cx="42840" cy="258840"/>
          </a:xfrm>
          <a:custGeom>
            <a:avLst/>
            <a:gdLst/>
            <a:ahLst/>
            <a:rect l="0" t="0" r="r" b="b"/>
            <a:pathLst>
              <a:path w="119" h="719">
                <a:moveTo>
                  <a:pt x="0" y="719"/>
                </a:moveTo>
                <a:lnTo>
                  <a:pt x="119" y="719"/>
                </a:lnTo>
                <a:lnTo>
                  <a:pt x="119" y="0"/>
                </a:lnTo>
                <a:lnTo>
                  <a:pt x="0" y="0"/>
                </a:lnTo>
                <a:lnTo>
                  <a:pt x="0" y="71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1851480" y="1978920"/>
            <a:ext cx="42840" cy="268200"/>
          </a:xfrm>
          <a:custGeom>
            <a:avLst/>
            <a:gdLst/>
            <a:ahLst/>
            <a:rect l="0" t="0" r="r" b="b"/>
            <a:pathLst>
              <a:path w="119" h="745">
                <a:moveTo>
                  <a:pt x="0" y="745"/>
                </a:moveTo>
                <a:lnTo>
                  <a:pt x="119" y="745"/>
                </a:lnTo>
                <a:lnTo>
                  <a:pt x="119" y="0"/>
                </a:lnTo>
                <a:lnTo>
                  <a:pt x="0" y="0"/>
                </a:lnTo>
                <a:lnTo>
                  <a:pt x="0" y="745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1901520" y="1953360"/>
            <a:ext cx="42840" cy="293760"/>
          </a:xfrm>
          <a:custGeom>
            <a:avLst/>
            <a:gdLst/>
            <a:ahLst/>
            <a:rect l="0" t="0" r="r" b="b"/>
            <a:pathLst>
              <a:path w="119" h="816">
                <a:moveTo>
                  <a:pt x="0" y="816"/>
                </a:moveTo>
                <a:lnTo>
                  <a:pt x="119" y="816"/>
                </a:lnTo>
                <a:lnTo>
                  <a:pt x="119" y="0"/>
                </a:lnTo>
                <a:lnTo>
                  <a:pt x="0" y="0"/>
                </a:lnTo>
                <a:lnTo>
                  <a:pt x="0" y="816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1951560" y="1941120"/>
            <a:ext cx="42480" cy="306000"/>
          </a:xfrm>
          <a:custGeom>
            <a:avLst/>
            <a:gdLst/>
            <a:ahLst/>
            <a:rect l="0" t="0" r="r" b="b"/>
            <a:pathLst>
              <a:path w="118" h="850">
                <a:moveTo>
                  <a:pt x="0" y="850"/>
                </a:moveTo>
                <a:lnTo>
                  <a:pt x="118" y="850"/>
                </a:lnTo>
                <a:lnTo>
                  <a:pt x="118" y="0"/>
                </a:lnTo>
                <a:lnTo>
                  <a:pt x="0" y="0"/>
                </a:lnTo>
                <a:lnTo>
                  <a:pt x="0" y="85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2001240" y="1936800"/>
            <a:ext cx="42840" cy="310320"/>
          </a:xfrm>
          <a:custGeom>
            <a:avLst/>
            <a:gdLst/>
            <a:ahLst/>
            <a:rect l="0" t="0" r="r" b="b"/>
            <a:pathLst>
              <a:path w="119" h="862">
                <a:moveTo>
                  <a:pt x="0" y="862"/>
                </a:moveTo>
                <a:lnTo>
                  <a:pt x="119" y="862"/>
                </a:lnTo>
                <a:lnTo>
                  <a:pt x="119" y="0"/>
                </a:lnTo>
                <a:lnTo>
                  <a:pt x="0" y="0"/>
                </a:lnTo>
                <a:lnTo>
                  <a:pt x="0" y="862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2051280" y="1926000"/>
            <a:ext cx="42840" cy="321120"/>
          </a:xfrm>
          <a:custGeom>
            <a:avLst/>
            <a:gdLst/>
            <a:ahLst/>
            <a:rect l="0" t="0" r="r" b="b"/>
            <a:pathLst>
              <a:path w="119" h="892">
                <a:moveTo>
                  <a:pt x="0" y="892"/>
                </a:moveTo>
                <a:lnTo>
                  <a:pt x="119" y="892"/>
                </a:lnTo>
                <a:lnTo>
                  <a:pt x="119" y="0"/>
                </a:lnTo>
                <a:lnTo>
                  <a:pt x="0" y="0"/>
                </a:lnTo>
                <a:lnTo>
                  <a:pt x="0" y="892"/>
                </a:lnTo>
                <a:close/>
              </a:path>
            </a:pathLst>
          </a:custGeom>
          <a:solidFill>
            <a:srgbClr val="0a7d6e"/>
          </a:solidFill>
          <a:ln w="0">
            <a:noFill/>
          </a:ln>
        </p:spPr>
      </p:sp>
      <p:sp>
        <p:nvSpPr>
          <p:cNvPr id="109" name=""/>
          <p:cNvSpPr/>
          <p:nvPr/>
        </p:nvSpPr>
        <p:spPr>
          <a:xfrm>
            <a:off x="2051280" y="1926000"/>
            <a:ext cx="42840" cy="321120"/>
          </a:xfrm>
          <a:custGeom>
            <a:avLst/>
            <a:gdLst/>
            <a:ahLst/>
            <a:rect l="0" t="0" r="r" b="b"/>
            <a:pathLst>
              <a:path w="119" h="892">
                <a:moveTo>
                  <a:pt x="0" y="892"/>
                </a:moveTo>
                <a:lnTo>
                  <a:pt x="119" y="892"/>
                </a:lnTo>
                <a:lnTo>
                  <a:pt x="119" y="0"/>
                </a:lnTo>
                <a:lnTo>
                  <a:pt x="0" y="0"/>
                </a:lnTo>
                <a:lnTo>
                  <a:pt x="0" y="892"/>
                </a:lnTo>
                <a:close/>
              </a:path>
            </a:pathLst>
          </a:custGeom>
          <a:noFill/>
          <a:ln w="3600">
            <a:solidFill>
              <a:srgbClr val="0e2a47"/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2100960" y="1920600"/>
            <a:ext cx="42840" cy="326520"/>
          </a:xfrm>
          <a:custGeom>
            <a:avLst/>
            <a:gdLst/>
            <a:ahLst/>
            <a:rect l="0" t="0" r="r" b="b"/>
            <a:pathLst>
              <a:path w="119" h="907">
                <a:moveTo>
                  <a:pt x="0" y="907"/>
                </a:moveTo>
                <a:lnTo>
                  <a:pt x="119" y="907"/>
                </a:lnTo>
                <a:lnTo>
                  <a:pt x="119" y="0"/>
                </a:lnTo>
                <a:lnTo>
                  <a:pt x="0" y="0"/>
                </a:lnTo>
                <a:lnTo>
                  <a:pt x="0" y="907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2151000" y="1908720"/>
            <a:ext cx="42840" cy="338400"/>
          </a:xfrm>
          <a:custGeom>
            <a:avLst/>
            <a:gdLst/>
            <a:ahLst/>
            <a:rect l="0" t="0" r="r" b="b"/>
            <a:pathLst>
              <a:path w="119" h="940">
                <a:moveTo>
                  <a:pt x="0" y="940"/>
                </a:moveTo>
                <a:lnTo>
                  <a:pt x="119" y="940"/>
                </a:lnTo>
                <a:lnTo>
                  <a:pt x="119" y="0"/>
                </a:lnTo>
                <a:lnTo>
                  <a:pt x="0" y="0"/>
                </a:lnTo>
                <a:lnTo>
                  <a:pt x="0" y="94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2201040" y="1900440"/>
            <a:ext cx="42480" cy="346680"/>
          </a:xfrm>
          <a:custGeom>
            <a:avLst/>
            <a:gdLst/>
            <a:ahLst/>
            <a:rect l="0" t="0" r="r" b="b"/>
            <a:pathLst>
              <a:path w="118" h="963">
                <a:moveTo>
                  <a:pt x="0" y="963"/>
                </a:moveTo>
                <a:lnTo>
                  <a:pt x="118" y="963"/>
                </a:lnTo>
                <a:lnTo>
                  <a:pt x="118" y="0"/>
                </a:lnTo>
                <a:lnTo>
                  <a:pt x="0" y="0"/>
                </a:lnTo>
                <a:lnTo>
                  <a:pt x="0" y="963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2250720" y="1884240"/>
            <a:ext cx="42840" cy="362880"/>
          </a:xfrm>
          <a:custGeom>
            <a:avLst/>
            <a:gdLst/>
            <a:ahLst/>
            <a:rect l="0" t="0" r="r" b="b"/>
            <a:pathLst>
              <a:path w="119" h="1008">
                <a:moveTo>
                  <a:pt x="0" y="1008"/>
                </a:moveTo>
                <a:lnTo>
                  <a:pt x="119" y="1008"/>
                </a:lnTo>
                <a:lnTo>
                  <a:pt x="119" y="0"/>
                </a:lnTo>
                <a:lnTo>
                  <a:pt x="0" y="0"/>
                </a:lnTo>
                <a:lnTo>
                  <a:pt x="0" y="1008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2300760" y="1874880"/>
            <a:ext cx="42840" cy="372240"/>
          </a:xfrm>
          <a:custGeom>
            <a:avLst/>
            <a:gdLst/>
            <a:ahLst/>
            <a:rect l="0" t="0" r="r" b="b"/>
            <a:pathLst>
              <a:path w="119" h="1034">
                <a:moveTo>
                  <a:pt x="0" y="1034"/>
                </a:moveTo>
                <a:lnTo>
                  <a:pt x="119" y="1034"/>
                </a:lnTo>
                <a:lnTo>
                  <a:pt x="119" y="0"/>
                </a:lnTo>
                <a:lnTo>
                  <a:pt x="0" y="0"/>
                </a:lnTo>
                <a:lnTo>
                  <a:pt x="0" y="1034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2350440" y="1859760"/>
            <a:ext cx="42840" cy="387360"/>
          </a:xfrm>
          <a:custGeom>
            <a:avLst/>
            <a:gdLst/>
            <a:ahLst/>
            <a:rect l="0" t="0" r="r" b="b"/>
            <a:pathLst>
              <a:path w="119" h="1076">
                <a:moveTo>
                  <a:pt x="0" y="1076"/>
                </a:moveTo>
                <a:lnTo>
                  <a:pt x="119" y="1076"/>
                </a:lnTo>
                <a:lnTo>
                  <a:pt x="119" y="0"/>
                </a:lnTo>
                <a:lnTo>
                  <a:pt x="0" y="0"/>
                </a:lnTo>
                <a:lnTo>
                  <a:pt x="0" y="1076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2400480" y="1859760"/>
            <a:ext cx="42840" cy="387360"/>
          </a:xfrm>
          <a:custGeom>
            <a:avLst/>
            <a:gdLst/>
            <a:ahLst/>
            <a:rect l="0" t="0" r="r" b="b"/>
            <a:pathLst>
              <a:path w="119" h="1076">
                <a:moveTo>
                  <a:pt x="0" y="1076"/>
                </a:moveTo>
                <a:lnTo>
                  <a:pt x="119" y="1076"/>
                </a:lnTo>
                <a:lnTo>
                  <a:pt x="119" y="0"/>
                </a:lnTo>
                <a:lnTo>
                  <a:pt x="0" y="0"/>
                </a:lnTo>
                <a:lnTo>
                  <a:pt x="0" y="1076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17" name=""/>
          <p:cNvSpPr/>
          <p:nvPr/>
        </p:nvSpPr>
        <p:spPr>
          <a:xfrm>
            <a:off x="2450520" y="1839600"/>
            <a:ext cx="42840" cy="407520"/>
          </a:xfrm>
          <a:custGeom>
            <a:avLst/>
            <a:gdLst/>
            <a:ahLst/>
            <a:rect l="0" t="0" r="r" b="b"/>
            <a:pathLst>
              <a:path w="119" h="1132">
                <a:moveTo>
                  <a:pt x="0" y="1132"/>
                </a:moveTo>
                <a:lnTo>
                  <a:pt x="119" y="1132"/>
                </a:lnTo>
                <a:lnTo>
                  <a:pt x="119" y="0"/>
                </a:lnTo>
                <a:lnTo>
                  <a:pt x="0" y="0"/>
                </a:lnTo>
                <a:lnTo>
                  <a:pt x="0" y="1132"/>
                </a:lnTo>
                <a:close/>
              </a:path>
            </a:pathLst>
          </a:custGeom>
          <a:solidFill>
            <a:srgbClr val="c53e1f"/>
          </a:solidFill>
          <a:ln w="0">
            <a:noFill/>
          </a:ln>
        </p:spPr>
      </p:sp>
      <p:sp>
        <p:nvSpPr>
          <p:cNvPr id="118" name=""/>
          <p:cNvSpPr/>
          <p:nvPr/>
        </p:nvSpPr>
        <p:spPr>
          <a:xfrm>
            <a:off x="2450520" y="1839600"/>
            <a:ext cx="42840" cy="407520"/>
          </a:xfrm>
          <a:custGeom>
            <a:avLst/>
            <a:gdLst/>
            <a:ahLst/>
            <a:rect l="0" t="0" r="r" b="b"/>
            <a:pathLst>
              <a:path w="119" h="1132">
                <a:moveTo>
                  <a:pt x="0" y="1132"/>
                </a:moveTo>
                <a:lnTo>
                  <a:pt x="119" y="1132"/>
                </a:lnTo>
                <a:lnTo>
                  <a:pt x="119" y="0"/>
                </a:lnTo>
                <a:lnTo>
                  <a:pt x="0" y="0"/>
                </a:lnTo>
                <a:lnTo>
                  <a:pt x="0" y="1132"/>
                </a:lnTo>
                <a:close/>
              </a:path>
            </a:pathLst>
          </a:custGeom>
          <a:noFill/>
          <a:ln w="3600">
            <a:solidFill>
              <a:srgbClr val="0e2a47"/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2500200" y="1835640"/>
            <a:ext cx="42840" cy="411480"/>
          </a:xfrm>
          <a:custGeom>
            <a:avLst/>
            <a:gdLst/>
            <a:ahLst/>
            <a:rect l="0" t="0" r="r" b="b"/>
            <a:pathLst>
              <a:path w="119" h="1143">
                <a:moveTo>
                  <a:pt x="0" y="1143"/>
                </a:moveTo>
                <a:lnTo>
                  <a:pt x="119" y="1143"/>
                </a:lnTo>
                <a:lnTo>
                  <a:pt x="119" y="0"/>
                </a:lnTo>
                <a:lnTo>
                  <a:pt x="0" y="0"/>
                </a:lnTo>
                <a:lnTo>
                  <a:pt x="0" y="1143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2550240" y="1828800"/>
            <a:ext cx="42840" cy="418320"/>
          </a:xfrm>
          <a:custGeom>
            <a:avLst/>
            <a:gdLst/>
            <a:ahLst/>
            <a:rect l="0" t="0" r="r" b="b"/>
            <a:pathLst>
              <a:path w="119" h="1162">
                <a:moveTo>
                  <a:pt x="0" y="1162"/>
                </a:moveTo>
                <a:lnTo>
                  <a:pt x="119" y="1162"/>
                </a:lnTo>
                <a:lnTo>
                  <a:pt x="119" y="0"/>
                </a:lnTo>
                <a:lnTo>
                  <a:pt x="0" y="0"/>
                </a:lnTo>
                <a:lnTo>
                  <a:pt x="0" y="1162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2600280" y="1818000"/>
            <a:ext cx="42480" cy="429120"/>
          </a:xfrm>
          <a:custGeom>
            <a:avLst/>
            <a:gdLst/>
            <a:ahLst/>
            <a:rect l="0" t="0" r="r" b="b"/>
            <a:pathLst>
              <a:path w="118" h="1192">
                <a:moveTo>
                  <a:pt x="0" y="1192"/>
                </a:moveTo>
                <a:lnTo>
                  <a:pt x="118" y="1192"/>
                </a:lnTo>
                <a:lnTo>
                  <a:pt x="118" y="0"/>
                </a:lnTo>
                <a:lnTo>
                  <a:pt x="0" y="0"/>
                </a:lnTo>
                <a:lnTo>
                  <a:pt x="0" y="1192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2649960" y="1809720"/>
            <a:ext cx="42840" cy="437400"/>
          </a:xfrm>
          <a:custGeom>
            <a:avLst/>
            <a:gdLst/>
            <a:ahLst/>
            <a:rect l="0" t="0" r="r" b="b"/>
            <a:pathLst>
              <a:path w="119" h="1215">
                <a:moveTo>
                  <a:pt x="0" y="1215"/>
                </a:moveTo>
                <a:lnTo>
                  <a:pt x="119" y="1215"/>
                </a:lnTo>
                <a:lnTo>
                  <a:pt x="119" y="0"/>
                </a:lnTo>
                <a:lnTo>
                  <a:pt x="0" y="0"/>
                </a:lnTo>
                <a:lnTo>
                  <a:pt x="0" y="1215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2700000" y="1792440"/>
            <a:ext cx="42840" cy="454680"/>
          </a:xfrm>
          <a:custGeom>
            <a:avLst/>
            <a:gdLst/>
            <a:ahLst/>
            <a:rect l="0" t="0" r="r" b="b"/>
            <a:pathLst>
              <a:path w="119" h="1263">
                <a:moveTo>
                  <a:pt x="0" y="1263"/>
                </a:moveTo>
                <a:lnTo>
                  <a:pt x="119" y="1263"/>
                </a:lnTo>
                <a:lnTo>
                  <a:pt x="119" y="0"/>
                </a:lnTo>
                <a:lnTo>
                  <a:pt x="0" y="0"/>
                </a:lnTo>
                <a:lnTo>
                  <a:pt x="0" y="1263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2749680" y="1770480"/>
            <a:ext cx="42840" cy="476640"/>
          </a:xfrm>
          <a:custGeom>
            <a:avLst/>
            <a:gdLst/>
            <a:ahLst/>
            <a:rect l="0" t="0" r="r" b="b"/>
            <a:pathLst>
              <a:path w="119" h="1324">
                <a:moveTo>
                  <a:pt x="0" y="1324"/>
                </a:moveTo>
                <a:lnTo>
                  <a:pt x="119" y="1324"/>
                </a:lnTo>
                <a:lnTo>
                  <a:pt x="119" y="0"/>
                </a:lnTo>
                <a:lnTo>
                  <a:pt x="0" y="0"/>
                </a:lnTo>
                <a:lnTo>
                  <a:pt x="0" y="1324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2799720" y="1310760"/>
            <a:ext cx="42840" cy="936360"/>
          </a:xfrm>
          <a:custGeom>
            <a:avLst/>
            <a:gdLst/>
            <a:ahLst/>
            <a:rect l="0" t="0" r="r" b="b"/>
            <a:pathLst>
              <a:path w="119" h="2601">
                <a:moveTo>
                  <a:pt x="0" y="2601"/>
                </a:moveTo>
                <a:lnTo>
                  <a:pt x="119" y="2601"/>
                </a:lnTo>
                <a:lnTo>
                  <a:pt x="119" y="0"/>
                </a:lnTo>
                <a:lnTo>
                  <a:pt x="0" y="0"/>
                </a:lnTo>
                <a:lnTo>
                  <a:pt x="0" y="2601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2849760" y="1108080"/>
            <a:ext cx="42480" cy="1139040"/>
          </a:xfrm>
          <a:custGeom>
            <a:avLst/>
            <a:gdLst/>
            <a:ahLst/>
            <a:rect l="0" t="0" r="r" b="b"/>
            <a:pathLst>
              <a:path w="118" h="3164">
                <a:moveTo>
                  <a:pt x="0" y="3164"/>
                </a:moveTo>
                <a:lnTo>
                  <a:pt x="118" y="3164"/>
                </a:lnTo>
                <a:lnTo>
                  <a:pt x="118" y="0"/>
                </a:lnTo>
                <a:lnTo>
                  <a:pt x="0" y="0"/>
                </a:lnTo>
                <a:lnTo>
                  <a:pt x="0" y="3164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2899440" y="341280"/>
            <a:ext cx="42840" cy="1905840"/>
          </a:xfrm>
          <a:custGeom>
            <a:avLst/>
            <a:gdLst/>
            <a:ahLst/>
            <a:rect l="0" t="0" r="r" b="b"/>
            <a:pathLst>
              <a:path w="119" h="5294">
                <a:moveTo>
                  <a:pt x="0" y="5294"/>
                </a:moveTo>
                <a:lnTo>
                  <a:pt x="119" y="5294"/>
                </a:lnTo>
                <a:lnTo>
                  <a:pt x="119" y="0"/>
                </a:lnTo>
                <a:lnTo>
                  <a:pt x="0" y="0"/>
                </a:lnTo>
                <a:lnTo>
                  <a:pt x="0" y="5294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2949480" y="339840"/>
            <a:ext cx="42840" cy="1907280"/>
          </a:xfrm>
          <a:custGeom>
            <a:avLst/>
            <a:gdLst/>
            <a:ahLst/>
            <a:rect l="0" t="0" r="r" b="b"/>
            <a:pathLst>
              <a:path w="119" h="5298">
                <a:moveTo>
                  <a:pt x="0" y="5298"/>
                </a:moveTo>
                <a:lnTo>
                  <a:pt x="119" y="5298"/>
                </a:lnTo>
                <a:lnTo>
                  <a:pt x="119" y="0"/>
                </a:lnTo>
                <a:lnTo>
                  <a:pt x="0" y="0"/>
                </a:lnTo>
                <a:lnTo>
                  <a:pt x="0" y="5298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29" name=""/>
          <p:cNvSpPr/>
          <p:nvPr/>
        </p:nvSpPr>
        <p:spPr>
          <a:xfrm>
            <a:off x="2999160" y="289800"/>
            <a:ext cx="42840" cy="1957320"/>
          </a:xfrm>
          <a:custGeom>
            <a:avLst/>
            <a:gdLst/>
            <a:ahLst/>
            <a:rect l="0" t="0" r="r" b="b"/>
            <a:pathLst>
              <a:path w="119" h="5437">
                <a:moveTo>
                  <a:pt x="0" y="5437"/>
                </a:moveTo>
                <a:lnTo>
                  <a:pt x="119" y="5437"/>
                </a:lnTo>
                <a:lnTo>
                  <a:pt x="119" y="0"/>
                </a:lnTo>
                <a:lnTo>
                  <a:pt x="0" y="0"/>
                </a:lnTo>
                <a:lnTo>
                  <a:pt x="0" y="5437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3049200" y="283320"/>
            <a:ext cx="42840" cy="1963800"/>
          </a:xfrm>
          <a:custGeom>
            <a:avLst/>
            <a:gdLst/>
            <a:ahLst/>
            <a:rect l="0" t="0" r="r" b="b"/>
            <a:pathLst>
              <a:path w="119" h="5455">
                <a:moveTo>
                  <a:pt x="0" y="5455"/>
                </a:moveTo>
                <a:lnTo>
                  <a:pt x="119" y="5455"/>
                </a:lnTo>
                <a:lnTo>
                  <a:pt x="119" y="0"/>
                </a:lnTo>
                <a:lnTo>
                  <a:pt x="0" y="0"/>
                </a:lnTo>
                <a:lnTo>
                  <a:pt x="0" y="5455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3099240" y="257400"/>
            <a:ext cx="42840" cy="1989720"/>
          </a:xfrm>
          <a:custGeom>
            <a:avLst/>
            <a:gdLst/>
            <a:ahLst/>
            <a:rect l="0" t="0" r="r" b="b"/>
            <a:pathLst>
              <a:path w="119" h="5527">
                <a:moveTo>
                  <a:pt x="0" y="5527"/>
                </a:moveTo>
                <a:lnTo>
                  <a:pt x="119" y="5527"/>
                </a:lnTo>
                <a:lnTo>
                  <a:pt x="119" y="0"/>
                </a:lnTo>
                <a:lnTo>
                  <a:pt x="0" y="0"/>
                </a:lnTo>
                <a:lnTo>
                  <a:pt x="0" y="5527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3148920" y="219600"/>
            <a:ext cx="42840" cy="2027520"/>
          </a:xfrm>
          <a:custGeom>
            <a:avLst/>
            <a:gdLst/>
            <a:ahLst/>
            <a:rect l="0" t="0" r="r" b="b"/>
            <a:pathLst>
              <a:path w="119" h="5632">
                <a:moveTo>
                  <a:pt x="0" y="5632"/>
                </a:moveTo>
                <a:lnTo>
                  <a:pt x="119" y="5632"/>
                </a:lnTo>
                <a:lnTo>
                  <a:pt x="119" y="0"/>
                </a:lnTo>
                <a:lnTo>
                  <a:pt x="0" y="0"/>
                </a:lnTo>
                <a:lnTo>
                  <a:pt x="0" y="5632"/>
                </a:lnTo>
                <a:close/>
              </a:path>
            </a:pathLst>
          </a:custGeom>
          <a:solidFill>
            <a:srgbClr val="c53e1f"/>
          </a:solidFill>
          <a:ln w="0">
            <a:noFill/>
          </a:ln>
        </p:spPr>
      </p:sp>
      <p:sp>
        <p:nvSpPr>
          <p:cNvPr id="133" name=""/>
          <p:cNvSpPr/>
          <p:nvPr/>
        </p:nvSpPr>
        <p:spPr>
          <a:xfrm>
            <a:off x="3148920" y="219600"/>
            <a:ext cx="42840" cy="2027520"/>
          </a:xfrm>
          <a:custGeom>
            <a:avLst/>
            <a:gdLst/>
            <a:ahLst/>
            <a:rect l="0" t="0" r="r" b="b"/>
            <a:pathLst>
              <a:path w="119" h="5632">
                <a:moveTo>
                  <a:pt x="0" y="5632"/>
                </a:moveTo>
                <a:lnTo>
                  <a:pt x="119" y="5632"/>
                </a:lnTo>
                <a:lnTo>
                  <a:pt x="119" y="0"/>
                </a:lnTo>
                <a:lnTo>
                  <a:pt x="0" y="0"/>
                </a:lnTo>
                <a:lnTo>
                  <a:pt x="0" y="5632"/>
                </a:lnTo>
                <a:close/>
              </a:path>
            </a:pathLst>
          </a:custGeom>
          <a:noFill/>
          <a:ln w="3600">
            <a:solidFill>
              <a:srgbClr val="0e2a47"/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3198960" y="194040"/>
            <a:ext cx="42840" cy="2053080"/>
          </a:xfrm>
          <a:custGeom>
            <a:avLst/>
            <a:gdLst/>
            <a:ahLst/>
            <a:rect l="0" t="0" r="r" b="b"/>
            <a:pathLst>
              <a:path w="119" h="5703">
                <a:moveTo>
                  <a:pt x="0" y="5703"/>
                </a:moveTo>
                <a:lnTo>
                  <a:pt x="119" y="5703"/>
                </a:lnTo>
                <a:lnTo>
                  <a:pt x="119" y="0"/>
                </a:lnTo>
                <a:lnTo>
                  <a:pt x="0" y="0"/>
                </a:lnTo>
                <a:lnTo>
                  <a:pt x="0" y="5703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35" name=""/>
          <p:cNvSpPr/>
          <p:nvPr/>
        </p:nvSpPr>
        <p:spPr>
          <a:xfrm flipV="1">
            <a:off x="681840" y="91440"/>
            <a:ext cx="0" cy="21553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>
            <a:off x="681840" y="2246760"/>
            <a:ext cx="26812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>
            <a:off x="4301640" y="91440"/>
            <a:ext cx="2682000" cy="2155680"/>
          </a:xfrm>
          <a:custGeom>
            <a:avLst/>
            <a:gdLst/>
            <a:ahLst/>
            <a:rect l="0" t="0" r="r" b="b"/>
            <a:pathLst>
              <a:path w="7450" h="5988">
                <a:moveTo>
                  <a:pt x="0" y="5988"/>
                </a:moveTo>
                <a:lnTo>
                  <a:pt x="7450" y="5988"/>
                </a:lnTo>
                <a:lnTo>
                  <a:pt x="7450" y="0"/>
                </a:lnTo>
                <a:lnTo>
                  <a:pt x="0" y="0"/>
                </a:lnTo>
                <a:lnTo>
                  <a:pt x="0" y="598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38" name=""/>
          <p:cNvSpPr/>
          <p:nvPr/>
        </p:nvSpPr>
        <p:spPr>
          <a:xfrm>
            <a:off x="444492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9" name=""/>
          <p:cNvSpPr/>
          <p:nvPr/>
        </p:nvSpPr>
        <p:spPr>
          <a:xfrm>
            <a:off x="444492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0" name=""/>
          <p:cNvSpPr txBox="1"/>
          <p:nvPr/>
        </p:nvSpPr>
        <p:spPr>
          <a:xfrm rot="16200000">
            <a:off x="-408240" y="1091160"/>
            <a:ext cx="1229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Total variants (WES)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494388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>
            <a:off x="494388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 txBox="1"/>
          <p:nvPr/>
        </p:nvSpPr>
        <p:spPr>
          <a:xfrm>
            <a:off x="4410720" y="2316240"/>
            <a:ext cx="107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544284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>
            <a:off x="544284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6" name=""/>
          <p:cNvSpPr txBox="1"/>
          <p:nvPr/>
        </p:nvSpPr>
        <p:spPr>
          <a:xfrm>
            <a:off x="487548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594180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>
            <a:off x="594180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9" name=""/>
          <p:cNvSpPr txBox="1"/>
          <p:nvPr/>
        </p:nvSpPr>
        <p:spPr>
          <a:xfrm>
            <a:off x="537444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644076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>
            <a:off x="644076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2" name=""/>
          <p:cNvSpPr txBox="1"/>
          <p:nvPr/>
        </p:nvSpPr>
        <p:spPr>
          <a:xfrm>
            <a:off x="587340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6939720" y="224676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4" name=""/>
          <p:cNvSpPr/>
          <p:nvPr/>
        </p:nvSpPr>
        <p:spPr>
          <a:xfrm>
            <a:off x="6939720" y="224676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5" name=""/>
          <p:cNvSpPr txBox="1"/>
          <p:nvPr/>
        </p:nvSpPr>
        <p:spPr>
          <a:xfrm>
            <a:off x="637236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6" name=""/>
          <p:cNvSpPr txBox="1"/>
          <p:nvPr/>
        </p:nvSpPr>
        <p:spPr>
          <a:xfrm>
            <a:off x="6871320" y="2316240"/>
            <a:ext cx="13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4263480" y="2246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 flipH="1">
            <a:off x="4263480" y="2246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4978080" y="2475360"/>
            <a:ext cx="132516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WES samples (sorted)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4263480" y="1851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 flipH="1">
            <a:off x="4263480" y="1851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>
            <a:off x="4047840" y="219024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4263480" y="1457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 flipH="1">
            <a:off x="4263480" y="1457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>
            <a:off x="4047840" y="179532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4263480" y="1062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 flipH="1">
            <a:off x="4263480" y="1062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 txBox="1"/>
          <p:nvPr/>
        </p:nvSpPr>
        <p:spPr>
          <a:xfrm>
            <a:off x="4047840" y="140076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4263480" y="667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 flipH="1">
            <a:off x="4263480" y="667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>
            <a:off x="4047840" y="100584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4263480" y="272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 flipH="1">
            <a:off x="4263480" y="272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 txBox="1"/>
          <p:nvPr/>
        </p:nvSpPr>
        <p:spPr>
          <a:xfrm>
            <a:off x="4047840" y="61128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5" name=""/>
          <p:cNvSpPr txBox="1"/>
          <p:nvPr/>
        </p:nvSpPr>
        <p:spPr>
          <a:xfrm>
            <a:off x="4047840" y="216360"/>
            <a:ext cx="172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4423680" y="2063520"/>
            <a:ext cx="42840" cy="183600"/>
          </a:xfrm>
          <a:custGeom>
            <a:avLst/>
            <a:gdLst/>
            <a:ahLst/>
            <a:rect l="0" t="0" r="r" b="b"/>
            <a:pathLst>
              <a:path w="119" h="510">
                <a:moveTo>
                  <a:pt x="0" y="510"/>
                </a:moveTo>
                <a:lnTo>
                  <a:pt x="119" y="510"/>
                </a:lnTo>
                <a:lnTo>
                  <a:pt x="119" y="0"/>
                </a:lnTo>
                <a:lnTo>
                  <a:pt x="0" y="0"/>
                </a:lnTo>
                <a:lnTo>
                  <a:pt x="0" y="51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77" name=""/>
          <p:cNvSpPr/>
          <p:nvPr/>
        </p:nvSpPr>
        <p:spPr>
          <a:xfrm>
            <a:off x="4473360" y="2046960"/>
            <a:ext cx="42840" cy="200160"/>
          </a:xfrm>
          <a:custGeom>
            <a:avLst/>
            <a:gdLst/>
            <a:ahLst/>
            <a:rect l="0" t="0" r="r" b="b"/>
            <a:pathLst>
              <a:path w="119" h="556">
                <a:moveTo>
                  <a:pt x="0" y="556"/>
                </a:moveTo>
                <a:lnTo>
                  <a:pt x="119" y="556"/>
                </a:lnTo>
                <a:lnTo>
                  <a:pt x="119" y="0"/>
                </a:lnTo>
                <a:lnTo>
                  <a:pt x="0" y="0"/>
                </a:lnTo>
                <a:lnTo>
                  <a:pt x="0" y="556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78" name=""/>
          <p:cNvSpPr/>
          <p:nvPr/>
        </p:nvSpPr>
        <p:spPr>
          <a:xfrm>
            <a:off x="4523400" y="1944000"/>
            <a:ext cx="42840" cy="303120"/>
          </a:xfrm>
          <a:custGeom>
            <a:avLst/>
            <a:gdLst/>
            <a:ahLst/>
            <a:rect l="0" t="0" r="r" b="b"/>
            <a:pathLst>
              <a:path w="119" h="842">
                <a:moveTo>
                  <a:pt x="0" y="842"/>
                </a:moveTo>
                <a:lnTo>
                  <a:pt x="119" y="842"/>
                </a:lnTo>
                <a:lnTo>
                  <a:pt x="119" y="0"/>
                </a:lnTo>
                <a:lnTo>
                  <a:pt x="0" y="0"/>
                </a:lnTo>
                <a:lnTo>
                  <a:pt x="0" y="842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79" name=""/>
          <p:cNvSpPr/>
          <p:nvPr/>
        </p:nvSpPr>
        <p:spPr>
          <a:xfrm>
            <a:off x="4573440" y="1906200"/>
            <a:ext cx="42480" cy="340920"/>
          </a:xfrm>
          <a:custGeom>
            <a:avLst/>
            <a:gdLst/>
            <a:ahLst/>
            <a:rect l="0" t="0" r="r" b="b"/>
            <a:pathLst>
              <a:path w="118" h="947">
                <a:moveTo>
                  <a:pt x="0" y="947"/>
                </a:moveTo>
                <a:lnTo>
                  <a:pt x="118" y="947"/>
                </a:lnTo>
                <a:lnTo>
                  <a:pt x="118" y="0"/>
                </a:lnTo>
                <a:lnTo>
                  <a:pt x="0" y="0"/>
                </a:lnTo>
                <a:lnTo>
                  <a:pt x="0" y="947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80" name=""/>
          <p:cNvSpPr/>
          <p:nvPr/>
        </p:nvSpPr>
        <p:spPr>
          <a:xfrm>
            <a:off x="4623120" y="1905840"/>
            <a:ext cx="42840" cy="341280"/>
          </a:xfrm>
          <a:custGeom>
            <a:avLst/>
            <a:gdLst/>
            <a:ahLst/>
            <a:rect l="0" t="0" r="r" b="b"/>
            <a:pathLst>
              <a:path w="119" h="948">
                <a:moveTo>
                  <a:pt x="0" y="948"/>
                </a:moveTo>
                <a:lnTo>
                  <a:pt x="119" y="948"/>
                </a:lnTo>
                <a:lnTo>
                  <a:pt x="119" y="0"/>
                </a:lnTo>
                <a:lnTo>
                  <a:pt x="0" y="0"/>
                </a:lnTo>
                <a:lnTo>
                  <a:pt x="0" y="948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81" name=""/>
          <p:cNvSpPr/>
          <p:nvPr/>
        </p:nvSpPr>
        <p:spPr>
          <a:xfrm>
            <a:off x="4673160" y="1878480"/>
            <a:ext cx="42840" cy="368640"/>
          </a:xfrm>
          <a:custGeom>
            <a:avLst/>
            <a:gdLst/>
            <a:ahLst/>
            <a:rect l="0" t="0" r="r" b="b"/>
            <a:pathLst>
              <a:path w="119" h="1024">
                <a:moveTo>
                  <a:pt x="0" y="1024"/>
                </a:moveTo>
                <a:lnTo>
                  <a:pt x="119" y="1024"/>
                </a:lnTo>
                <a:lnTo>
                  <a:pt x="119" y="0"/>
                </a:lnTo>
                <a:lnTo>
                  <a:pt x="0" y="0"/>
                </a:lnTo>
                <a:lnTo>
                  <a:pt x="0" y="1024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82" name=""/>
          <p:cNvSpPr/>
          <p:nvPr/>
        </p:nvSpPr>
        <p:spPr>
          <a:xfrm>
            <a:off x="4722840" y="1878120"/>
            <a:ext cx="42840" cy="369000"/>
          </a:xfrm>
          <a:custGeom>
            <a:avLst/>
            <a:gdLst/>
            <a:ahLst/>
            <a:rect l="0" t="0" r="r" b="b"/>
            <a:pathLst>
              <a:path w="119" h="1025">
                <a:moveTo>
                  <a:pt x="0" y="1025"/>
                </a:moveTo>
                <a:lnTo>
                  <a:pt x="119" y="1025"/>
                </a:lnTo>
                <a:lnTo>
                  <a:pt x="119" y="0"/>
                </a:lnTo>
                <a:lnTo>
                  <a:pt x="0" y="0"/>
                </a:lnTo>
                <a:lnTo>
                  <a:pt x="0" y="1025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83" name=""/>
          <p:cNvSpPr/>
          <p:nvPr/>
        </p:nvSpPr>
        <p:spPr>
          <a:xfrm>
            <a:off x="4772880" y="1872360"/>
            <a:ext cx="42840" cy="374760"/>
          </a:xfrm>
          <a:custGeom>
            <a:avLst/>
            <a:gdLst/>
            <a:ahLst/>
            <a:rect l="0" t="0" r="r" b="b"/>
            <a:pathLst>
              <a:path w="119" h="1041">
                <a:moveTo>
                  <a:pt x="0" y="1041"/>
                </a:moveTo>
                <a:lnTo>
                  <a:pt x="119" y="1041"/>
                </a:lnTo>
                <a:lnTo>
                  <a:pt x="119" y="0"/>
                </a:lnTo>
                <a:lnTo>
                  <a:pt x="0" y="0"/>
                </a:lnTo>
                <a:lnTo>
                  <a:pt x="0" y="1041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84" name=""/>
          <p:cNvSpPr/>
          <p:nvPr/>
        </p:nvSpPr>
        <p:spPr>
          <a:xfrm>
            <a:off x="4822920" y="1870920"/>
            <a:ext cx="42840" cy="376200"/>
          </a:xfrm>
          <a:custGeom>
            <a:avLst/>
            <a:gdLst/>
            <a:ahLst/>
            <a:rect l="0" t="0" r="r" b="b"/>
            <a:pathLst>
              <a:path w="119" h="1045">
                <a:moveTo>
                  <a:pt x="0" y="1045"/>
                </a:moveTo>
                <a:lnTo>
                  <a:pt x="119" y="1045"/>
                </a:lnTo>
                <a:lnTo>
                  <a:pt x="119" y="0"/>
                </a:lnTo>
                <a:lnTo>
                  <a:pt x="0" y="0"/>
                </a:lnTo>
                <a:lnTo>
                  <a:pt x="0" y="1045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85" name=""/>
          <p:cNvSpPr/>
          <p:nvPr/>
        </p:nvSpPr>
        <p:spPr>
          <a:xfrm>
            <a:off x="4872600" y="1869480"/>
            <a:ext cx="42840" cy="377640"/>
          </a:xfrm>
          <a:custGeom>
            <a:avLst/>
            <a:gdLst/>
            <a:ahLst/>
            <a:rect l="0" t="0" r="r" b="b"/>
            <a:pathLst>
              <a:path w="119" h="1049">
                <a:moveTo>
                  <a:pt x="0" y="1049"/>
                </a:moveTo>
                <a:lnTo>
                  <a:pt x="119" y="1049"/>
                </a:lnTo>
                <a:lnTo>
                  <a:pt x="119" y="0"/>
                </a:lnTo>
                <a:lnTo>
                  <a:pt x="0" y="0"/>
                </a:lnTo>
                <a:lnTo>
                  <a:pt x="0" y="104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86" name=""/>
          <p:cNvSpPr/>
          <p:nvPr/>
        </p:nvSpPr>
        <p:spPr>
          <a:xfrm>
            <a:off x="4922640" y="1865520"/>
            <a:ext cx="42840" cy="381600"/>
          </a:xfrm>
          <a:custGeom>
            <a:avLst/>
            <a:gdLst/>
            <a:ahLst/>
            <a:rect l="0" t="0" r="r" b="b"/>
            <a:pathLst>
              <a:path w="119" h="1060">
                <a:moveTo>
                  <a:pt x="0" y="1060"/>
                </a:moveTo>
                <a:lnTo>
                  <a:pt x="119" y="1060"/>
                </a:lnTo>
                <a:lnTo>
                  <a:pt x="119" y="0"/>
                </a:lnTo>
                <a:lnTo>
                  <a:pt x="0" y="0"/>
                </a:lnTo>
                <a:lnTo>
                  <a:pt x="0" y="106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87" name=""/>
          <p:cNvSpPr/>
          <p:nvPr/>
        </p:nvSpPr>
        <p:spPr>
          <a:xfrm>
            <a:off x="4972680" y="1850040"/>
            <a:ext cx="42480" cy="397080"/>
          </a:xfrm>
          <a:custGeom>
            <a:avLst/>
            <a:gdLst/>
            <a:ahLst/>
            <a:rect l="0" t="0" r="r" b="b"/>
            <a:pathLst>
              <a:path w="118" h="1103">
                <a:moveTo>
                  <a:pt x="0" y="1103"/>
                </a:moveTo>
                <a:lnTo>
                  <a:pt x="118" y="1103"/>
                </a:lnTo>
                <a:lnTo>
                  <a:pt x="118" y="0"/>
                </a:lnTo>
                <a:lnTo>
                  <a:pt x="0" y="0"/>
                </a:lnTo>
                <a:lnTo>
                  <a:pt x="0" y="1103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88" name=""/>
          <p:cNvSpPr/>
          <p:nvPr/>
        </p:nvSpPr>
        <p:spPr>
          <a:xfrm>
            <a:off x="5022360" y="1848240"/>
            <a:ext cx="42840" cy="398880"/>
          </a:xfrm>
          <a:custGeom>
            <a:avLst/>
            <a:gdLst/>
            <a:ahLst/>
            <a:rect l="0" t="0" r="r" b="b"/>
            <a:pathLst>
              <a:path w="119" h="1108">
                <a:moveTo>
                  <a:pt x="0" y="1108"/>
                </a:moveTo>
                <a:lnTo>
                  <a:pt x="119" y="1108"/>
                </a:lnTo>
                <a:lnTo>
                  <a:pt x="119" y="0"/>
                </a:lnTo>
                <a:lnTo>
                  <a:pt x="0" y="0"/>
                </a:lnTo>
                <a:lnTo>
                  <a:pt x="0" y="1108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89" name=""/>
          <p:cNvSpPr/>
          <p:nvPr/>
        </p:nvSpPr>
        <p:spPr>
          <a:xfrm>
            <a:off x="5072400" y="1843920"/>
            <a:ext cx="42840" cy="403200"/>
          </a:xfrm>
          <a:custGeom>
            <a:avLst/>
            <a:gdLst/>
            <a:ahLst/>
            <a:rect l="0" t="0" r="r" b="b"/>
            <a:pathLst>
              <a:path w="119" h="1120">
                <a:moveTo>
                  <a:pt x="0" y="1120"/>
                </a:moveTo>
                <a:lnTo>
                  <a:pt x="119" y="1120"/>
                </a:lnTo>
                <a:lnTo>
                  <a:pt x="119" y="0"/>
                </a:lnTo>
                <a:lnTo>
                  <a:pt x="0" y="0"/>
                </a:lnTo>
                <a:lnTo>
                  <a:pt x="0" y="112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90" name=""/>
          <p:cNvSpPr/>
          <p:nvPr/>
        </p:nvSpPr>
        <p:spPr>
          <a:xfrm>
            <a:off x="5122080" y="1827720"/>
            <a:ext cx="42840" cy="419400"/>
          </a:xfrm>
          <a:custGeom>
            <a:avLst/>
            <a:gdLst/>
            <a:ahLst/>
            <a:rect l="0" t="0" r="r" b="b"/>
            <a:pathLst>
              <a:path w="119" h="1165">
                <a:moveTo>
                  <a:pt x="0" y="1165"/>
                </a:moveTo>
                <a:lnTo>
                  <a:pt x="119" y="1165"/>
                </a:lnTo>
                <a:lnTo>
                  <a:pt x="119" y="0"/>
                </a:lnTo>
                <a:lnTo>
                  <a:pt x="0" y="0"/>
                </a:lnTo>
                <a:lnTo>
                  <a:pt x="0" y="1165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91" name=""/>
          <p:cNvSpPr/>
          <p:nvPr/>
        </p:nvSpPr>
        <p:spPr>
          <a:xfrm>
            <a:off x="5172120" y="1824120"/>
            <a:ext cx="42840" cy="423000"/>
          </a:xfrm>
          <a:custGeom>
            <a:avLst/>
            <a:gdLst/>
            <a:ahLst/>
            <a:rect l="0" t="0" r="r" b="b"/>
            <a:pathLst>
              <a:path w="119" h="1175">
                <a:moveTo>
                  <a:pt x="0" y="1175"/>
                </a:moveTo>
                <a:lnTo>
                  <a:pt x="119" y="1175"/>
                </a:lnTo>
                <a:lnTo>
                  <a:pt x="119" y="0"/>
                </a:lnTo>
                <a:lnTo>
                  <a:pt x="0" y="0"/>
                </a:lnTo>
                <a:lnTo>
                  <a:pt x="0" y="1175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92" name=""/>
          <p:cNvSpPr/>
          <p:nvPr/>
        </p:nvSpPr>
        <p:spPr>
          <a:xfrm>
            <a:off x="5222160" y="1821960"/>
            <a:ext cx="42480" cy="425160"/>
          </a:xfrm>
          <a:custGeom>
            <a:avLst/>
            <a:gdLst/>
            <a:ahLst/>
            <a:rect l="0" t="0" r="r" b="b"/>
            <a:pathLst>
              <a:path w="118" h="1181">
                <a:moveTo>
                  <a:pt x="0" y="1181"/>
                </a:moveTo>
                <a:lnTo>
                  <a:pt x="118" y="1181"/>
                </a:lnTo>
                <a:lnTo>
                  <a:pt x="118" y="0"/>
                </a:lnTo>
                <a:lnTo>
                  <a:pt x="0" y="0"/>
                </a:lnTo>
                <a:lnTo>
                  <a:pt x="0" y="1181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93" name=""/>
          <p:cNvSpPr/>
          <p:nvPr/>
        </p:nvSpPr>
        <p:spPr>
          <a:xfrm>
            <a:off x="5271840" y="1820880"/>
            <a:ext cx="42840" cy="426240"/>
          </a:xfrm>
          <a:custGeom>
            <a:avLst/>
            <a:gdLst/>
            <a:ahLst/>
            <a:rect l="0" t="0" r="r" b="b"/>
            <a:pathLst>
              <a:path w="119" h="1184">
                <a:moveTo>
                  <a:pt x="0" y="1184"/>
                </a:moveTo>
                <a:lnTo>
                  <a:pt x="119" y="1184"/>
                </a:lnTo>
                <a:lnTo>
                  <a:pt x="119" y="0"/>
                </a:lnTo>
                <a:lnTo>
                  <a:pt x="0" y="0"/>
                </a:lnTo>
                <a:lnTo>
                  <a:pt x="0" y="1184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94" name=""/>
          <p:cNvSpPr/>
          <p:nvPr/>
        </p:nvSpPr>
        <p:spPr>
          <a:xfrm>
            <a:off x="5321880" y="1814040"/>
            <a:ext cx="42840" cy="433080"/>
          </a:xfrm>
          <a:custGeom>
            <a:avLst/>
            <a:gdLst/>
            <a:ahLst/>
            <a:rect l="0" t="0" r="r" b="b"/>
            <a:pathLst>
              <a:path w="119" h="1203">
                <a:moveTo>
                  <a:pt x="0" y="1203"/>
                </a:moveTo>
                <a:lnTo>
                  <a:pt x="119" y="1203"/>
                </a:lnTo>
                <a:lnTo>
                  <a:pt x="119" y="0"/>
                </a:lnTo>
                <a:lnTo>
                  <a:pt x="0" y="0"/>
                </a:lnTo>
                <a:lnTo>
                  <a:pt x="0" y="1203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95" name=""/>
          <p:cNvSpPr/>
          <p:nvPr/>
        </p:nvSpPr>
        <p:spPr>
          <a:xfrm>
            <a:off x="5371560" y="1806480"/>
            <a:ext cx="42840" cy="440640"/>
          </a:xfrm>
          <a:custGeom>
            <a:avLst/>
            <a:gdLst/>
            <a:ahLst/>
            <a:rect l="0" t="0" r="r" b="b"/>
            <a:pathLst>
              <a:path w="119" h="1224">
                <a:moveTo>
                  <a:pt x="0" y="1224"/>
                </a:moveTo>
                <a:lnTo>
                  <a:pt x="119" y="1224"/>
                </a:lnTo>
                <a:lnTo>
                  <a:pt x="119" y="0"/>
                </a:lnTo>
                <a:lnTo>
                  <a:pt x="0" y="0"/>
                </a:lnTo>
                <a:lnTo>
                  <a:pt x="0" y="1224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96" name=""/>
          <p:cNvSpPr/>
          <p:nvPr/>
        </p:nvSpPr>
        <p:spPr>
          <a:xfrm>
            <a:off x="5421600" y="1754640"/>
            <a:ext cx="42840" cy="492480"/>
          </a:xfrm>
          <a:custGeom>
            <a:avLst/>
            <a:gdLst/>
            <a:ahLst/>
            <a:rect l="0" t="0" r="r" b="b"/>
            <a:pathLst>
              <a:path w="119" h="1368">
                <a:moveTo>
                  <a:pt x="0" y="1368"/>
                </a:moveTo>
                <a:lnTo>
                  <a:pt x="119" y="1368"/>
                </a:lnTo>
                <a:lnTo>
                  <a:pt x="119" y="0"/>
                </a:lnTo>
                <a:lnTo>
                  <a:pt x="0" y="0"/>
                </a:lnTo>
                <a:lnTo>
                  <a:pt x="0" y="1368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97" name=""/>
          <p:cNvSpPr/>
          <p:nvPr/>
        </p:nvSpPr>
        <p:spPr>
          <a:xfrm>
            <a:off x="5471640" y="1724040"/>
            <a:ext cx="42480" cy="523080"/>
          </a:xfrm>
          <a:custGeom>
            <a:avLst/>
            <a:gdLst/>
            <a:ahLst/>
            <a:rect l="0" t="0" r="r" b="b"/>
            <a:pathLst>
              <a:path w="118" h="1453">
                <a:moveTo>
                  <a:pt x="0" y="1453"/>
                </a:moveTo>
                <a:lnTo>
                  <a:pt x="118" y="1453"/>
                </a:lnTo>
                <a:lnTo>
                  <a:pt x="118" y="0"/>
                </a:lnTo>
                <a:lnTo>
                  <a:pt x="0" y="0"/>
                </a:lnTo>
                <a:lnTo>
                  <a:pt x="0" y="1453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198" name=""/>
          <p:cNvSpPr/>
          <p:nvPr/>
        </p:nvSpPr>
        <p:spPr>
          <a:xfrm>
            <a:off x="5521320" y="1688760"/>
            <a:ext cx="42840" cy="558360"/>
          </a:xfrm>
          <a:custGeom>
            <a:avLst/>
            <a:gdLst/>
            <a:ahLst/>
            <a:rect l="0" t="0" r="r" b="b"/>
            <a:pathLst>
              <a:path w="119" h="1551">
                <a:moveTo>
                  <a:pt x="0" y="1551"/>
                </a:moveTo>
                <a:lnTo>
                  <a:pt x="119" y="1551"/>
                </a:lnTo>
                <a:lnTo>
                  <a:pt x="119" y="0"/>
                </a:lnTo>
                <a:lnTo>
                  <a:pt x="0" y="0"/>
                </a:lnTo>
                <a:lnTo>
                  <a:pt x="0" y="1551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199" name=""/>
          <p:cNvSpPr/>
          <p:nvPr/>
        </p:nvSpPr>
        <p:spPr>
          <a:xfrm>
            <a:off x="5571360" y="1684800"/>
            <a:ext cx="42840" cy="562320"/>
          </a:xfrm>
          <a:custGeom>
            <a:avLst/>
            <a:gdLst/>
            <a:ahLst/>
            <a:rect l="0" t="0" r="r" b="b"/>
            <a:pathLst>
              <a:path w="119" h="1562">
                <a:moveTo>
                  <a:pt x="0" y="1562"/>
                </a:moveTo>
                <a:lnTo>
                  <a:pt x="119" y="1562"/>
                </a:lnTo>
                <a:lnTo>
                  <a:pt x="119" y="0"/>
                </a:lnTo>
                <a:lnTo>
                  <a:pt x="0" y="0"/>
                </a:lnTo>
                <a:lnTo>
                  <a:pt x="0" y="1562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00" name=""/>
          <p:cNvSpPr/>
          <p:nvPr/>
        </p:nvSpPr>
        <p:spPr>
          <a:xfrm>
            <a:off x="5621400" y="1655280"/>
            <a:ext cx="42480" cy="591840"/>
          </a:xfrm>
          <a:custGeom>
            <a:avLst/>
            <a:gdLst/>
            <a:ahLst/>
            <a:rect l="0" t="0" r="r" b="b"/>
            <a:pathLst>
              <a:path w="118" h="1644">
                <a:moveTo>
                  <a:pt x="0" y="1644"/>
                </a:moveTo>
                <a:lnTo>
                  <a:pt x="118" y="1644"/>
                </a:lnTo>
                <a:lnTo>
                  <a:pt x="118" y="0"/>
                </a:lnTo>
                <a:lnTo>
                  <a:pt x="0" y="0"/>
                </a:lnTo>
                <a:lnTo>
                  <a:pt x="0" y="1644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01" name=""/>
          <p:cNvSpPr/>
          <p:nvPr/>
        </p:nvSpPr>
        <p:spPr>
          <a:xfrm>
            <a:off x="5671080" y="1631520"/>
            <a:ext cx="42840" cy="615600"/>
          </a:xfrm>
          <a:custGeom>
            <a:avLst/>
            <a:gdLst/>
            <a:ahLst/>
            <a:rect l="0" t="0" r="r" b="b"/>
            <a:pathLst>
              <a:path w="119" h="1710">
                <a:moveTo>
                  <a:pt x="0" y="1710"/>
                </a:moveTo>
                <a:lnTo>
                  <a:pt x="119" y="1710"/>
                </a:lnTo>
                <a:lnTo>
                  <a:pt x="119" y="0"/>
                </a:lnTo>
                <a:lnTo>
                  <a:pt x="0" y="0"/>
                </a:lnTo>
                <a:lnTo>
                  <a:pt x="0" y="171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02" name=""/>
          <p:cNvSpPr/>
          <p:nvPr/>
        </p:nvSpPr>
        <p:spPr>
          <a:xfrm>
            <a:off x="5721120" y="1622520"/>
            <a:ext cx="42840" cy="624600"/>
          </a:xfrm>
          <a:custGeom>
            <a:avLst/>
            <a:gdLst/>
            <a:ahLst/>
            <a:rect l="0" t="0" r="r" b="b"/>
            <a:pathLst>
              <a:path w="119" h="1735">
                <a:moveTo>
                  <a:pt x="0" y="1735"/>
                </a:moveTo>
                <a:lnTo>
                  <a:pt x="119" y="1735"/>
                </a:lnTo>
                <a:lnTo>
                  <a:pt x="119" y="0"/>
                </a:lnTo>
                <a:lnTo>
                  <a:pt x="0" y="0"/>
                </a:lnTo>
                <a:lnTo>
                  <a:pt x="0" y="1735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03" name=""/>
          <p:cNvSpPr/>
          <p:nvPr/>
        </p:nvSpPr>
        <p:spPr>
          <a:xfrm>
            <a:off x="5770800" y="1617840"/>
            <a:ext cx="42840" cy="629280"/>
          </a:xfrm>
          <a:custGeom>
            <a:avLst/>
            <a:gdLst/>
            <a:ahLst/>
            <a:rect l="0" t="0" r="r" b="b"/>
            <a:pathLst>
              <a:path w="119" h="1748">
                <a:moveTo>
                  <a:pt x="0" y="1748"/>
                </a:moveTo>
                <a:lnTo>
                  <a:pt x="119" y="1748"/>
                </a:lnTo>
                <a:lnTo>
                  <a:pt x="119" y="0"/>
                </a:lnTo>
                <a:lnTo>
                  <a:pt x="0" y="0"/>
                </a:lnTo>
                <a:lnTo>
                  <a:pt x="0" y="1748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04" name=""/>
          <p:cNvSpPr/>
          <p:nvPr/>
        </p:nvSpPr>
        <p:spPr>
          <a:xfrm>
            <a:off x="5820840" y="1617480"/>
            <a:ext cx="42840" cy="629640"/>
          </a:xfrm>
          <a:custGeom>
            <a:avLst/>
            <a:gdLst/>
            <a:ahLst/>
            <a:rect l="0" t="0" r="r" b="b"/>
            <a:pathLst>
              <a:path w="119" h="1749">
                <a:moveTo>
                  <a:pt x="0" y="1749"/>
                </a:moveTo>
                <a:lnTo>
                  <a:pt x="119" y="1749"/>
                </a:lnTo>
                <a:lnTo>
                  <a:pt x="119" y="0"/>
                </a:lnTo>
                <a:lnTo>
                  <a:pt x="0" y="0"/>
                </a:lnTo>
                <a:lnTo>
                  <a:pt x="0" y="174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05" name=""/>
          <p:cNvSpPr/>
          <p:nvPr/>
        </p:nvSpPr>
        <p:spPr>
          <a:xfrm>
            <a:off x="5870880" y="1543680"/>
            <a:ext cx="42480" cy="703440"/>
          </a:xfrm>
          <a:custGeom>
            <a:avLst/>
            <a:gdLst/>
            <a:ahLst/>
            <a:rect l="0" t="0" r="r" b="b"/>
            <a:pathLst>
              <a:path w="118" h="1954">
                <a:moveTo>
                  <a:pt x="0" y="1954"/>
                </a:moveTo>
                <a:lnTo>
                  <a:pt x="118" y="1954"/>
                </a:lnTo>
                <a:lnTo>
                  <a:pt x="118" y="0"/>
                </a:lnTo>
                <a:lnTo>
                  <a:pt x="0" y="0"/>
                </a:lnTo>
                <a:lnTo>
                  <a:pt x="0" y="1954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06" name=""/>
          <p:cNvSpPr/>
          <p:nvPr/>
        </p:nvSpPr>
        <p:spPr>
          <a:xfrm>
            <a:off x="5920560" y="1491120"/>
            <a:ext cx="42840" cy="756000"/>
          </a:xfrm>
          <a:custGeom>
            <a:avLst/>
            <a:gdLst/>
            <a:ahLst/>
            <a:rect l="0" t="0" r="r" b="b"/>
            <a:pathLst>
              <a:path w="119" h="2100">
                <a:moveTo>
                  <a:pt x="0" y="2100"/>
                </a:moveTo>
                <a:lnTo>
                  <a:pt x="119" y="2100"/>
                </a:lnTo>
                <a:lnTo>
                  <a:pt x="119" y="0"/>
                </a:lnTo>
                <a:lnTo>
                  <a:pt x="0" y="0"/>
                </a:lnTo>
                <a:lnTo>
                  <a:pt x="0" y="210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07" name=""/>
          <p:cNvSpPr/>
          <p:nvPr/>
        </p:nvSpPr>
        <p:spPr>
          <a:xfrm>
            <a:off x="5970600" y="1455480"/>
            <a:ext cx="42840" cy="791640"/>
          </a:xfrm>
          <a:custGeom>
            <a:avLst/>
            <a:gdLst/>
            <a:ahLst/>
            <a:rect l="0" t="0" r="r" b="b"/>
            <a:pathLst>
              <a:path w="119" h="2199">
                <a:moveTo>
                  <a:pt x="0" y="2199"/>
                </a:moveTo>
                <a:lnTo>
                  <a:pt x="119" y="2199"/>
                </a:lnTo>
                <a:lnTo>
                  <a:pt x="119" y="0"/>
                </a:lnTo>
                <a:lnTo>
                  <a:pt x="0" y="0"/>
                </a:lnTo>
                <a:lnTo>
                  <a:pt x="0" y="219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08" name=""/>
          <p:cNvSpPr/>
          <p:nvPr/>
        </p:nvSpPr>
        <p:spPr>
          <a:xfrm>
            <a:off x="6020280" y="1363680"/>
            <a:ext cx="42840" cy="883440"/>
          </a:xfrm>
          <a:custGeom>
            <a:avLst/>
            <a:gdLst/>
            <a:ahLst/>
            <a:rect l="0" t="0" r="r" b="b"/>
            <a:pathLst>
              <a:path w="119" h="2454">
                <a:moveTo>
                  <a:pt x="0" y="2454"/>
                </a:moveTo>
                <a:lnTo>
                  <a:pt x="119" y="2454"/>
                </a:lnTo>
                <a:lnTo>
                  <a:pt x="119" y="0"/>
                </a:lnTo>
                <a:lnTo>
                  <a:pt x="0" y="0"/>
                </a:lnTo>
                <a:lnTo>
                  <a:pt x="0" y="2454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09" name=""/>
          <p:cNvSpPr/>
          <p:nvPr/>
        </p:nvSpPr>
        <p:spPr>
          <a:xfrm>
            <a:off x="6070320" y="1348200"/>
            <a:ext cx="42840" cy="898920"/>
          </a:xfrm>
          <a:custGeom>
            <a:avLst/>
            <a:gdLst/>
            <a:ahLst/>
            <a:rect l="0" t="0" r="r" b="b"/>
            <a:pathLst>
              <a:path w="119" h="2497">
                <a:moveTo>
                  <a:pt x="0" y="2497"/>
                </a:moveTo>
                <a:lnTo>
                  <a:pt x="119" y="2497"/>
                </a:lnTo>
                <a:lnTo>
                  <a:pt x="119" y="0"/>
                </a:lnTo>
                <a:lnTo>
                  <a:pt x="0" y="0"/>
                </a:lnTo>
                <a:lnTo>
                  <a:pt x="0" y="2497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10" name=""/>
          <p:cNvSpPr/>
          <p:nvPr/>
        </p:nvSpPr>
        <p:spPr>
          <a:xfrm>
            <a:off x="6120360" y="1332720"/>
            <a:ext cx="42480" cy="914400"/>
          </a:xfrm>
          <a:custGeom>
            <a:avLst/>
            <a:gdLst/>
            <a:ahLst/>
            <a:rect l="0" t="0" r="r" b="b"/>
            <a:pathLst>
              <a:path w="118" h="2540">
                <a:moveTo>
                  <a:pt x="0" y="2540"/>
                </a:moveTo>
                <a:lnTo>
                  <a:pt x="118" y="2540"/>
                </a:lnTo>
                <a:lnTo>
                  <a:pt x="118" y="0"/>
                </a:lnTo>
                <a:lnTo>
                  <a:pt x="0" y="0"/>
                </a:lnTo>
                <a:lnTo>
                  <a:pt x="0" y="254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11" name=""/>
          <p:cNvSpPr/>
          <p:nvPr/>
        </p:nvSpPr>
        <p:spPr>
          <a:xfrm>
            <a:off x="6170040" y="1267200"/>
            <a:ext cx="42840" cy="979920"/>
          </a:xfrm>
          <a:custGeom>
            <a:avLst/>
            <a:gdLst/>
            <a:ahLst/>
            <a:rect l="0" t="0" r="r" b="b"/>
            <a:pathLst>
              <a:path w="119" h="2722">
                <a:moveTo>
                  <a:pt x="0" y="2722"/>
                </a:moveTo>
                <a:lnTo>
                  <a:pt x="119" y="2722"/>
                </a:lnTo>
                <a:lnTo>
                  <a:pt x="119" y="0"/>
                </a:lnTo>
                <a:lnTo>
                  <a:pt x="0" y="0"/>
                </a:lnTo>
                <a:lnTo>
                  <a:pt x="0" y="2722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12" name=""/>
          <p:cNvSpPr/>
          <p:nvPr/>
        </p:nvSpPr>
        <p:spPr>
          <a:xfrm>
            <a:off x="6220080" y="1034280"/>
            <a:ext cx="42840" cy="1212840"/>
          </a:xfrm>
          <a:custGeom>
            <a:avLst/>
            <a:gdLst/>
            <a:ahLst/>
            <a:rect l="0" t="0" r="r" b="b"/>
            <a:pathLst>
              <a:path w="119" h="3369">
                <a:moveTo>
                  <a:pt x="0" y="3369"/>
                </a:moveTo>
                <a:lnTo>
                  <a:pt x="119" y="3369"/>
                </a:lnTo>
                <a:lnTo>
                  <a:pt x="119" y="0"/>
                </a:lnTo>
                <a:lnTo>
                  <a:pt x="0" y="0"/>
                </a:lnTo>
                <a:lnTo>
                  <a:pt x="0" y="33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13" name=""/>
          <p:cNvSpPr/>
          <p:nvPr/>
        </p:nvSpPr>
        <p:spPr>
          <a:xfrm>
            <a:off x="6269760" y="1017000"/>
            <a:ext cx="42840" cy="1230120"/>
          </a:xfrm>
          <a:custGeom>
            <a:avLst/>
            <a:gdLst/>
            <a:ahLst/>
            <a:rect l="0" t="0" r="r" b="b"/>
            <a:pathLst>
              <a:path w="119" h="3417">
                <a:moveTo>
                  <a:pt x="0" y="3417"/>
                </a:moveTo>
                <a:lnTo>
                  <a:pt x="119" y="3417"/>
                </a:lnTo>
                <a:lnTo>
                  <a:pt x="119" y="0"/>
                </a:lnTo>
                <a:lnTo>
                  <a:pt x="0" y="0"/>
                </a:lnTo>
                <a:lnTo>
                  <a:pt x="0" y="3417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14" name=""/>
          <p:cNvSpPr/>
          <p:nvPr/>
        </p:nvSpPr>
        <p:spPr>
          <a:xfrm>
            <a:off x="6319800" y="869760"/>
            <a:ext cx="42840" cy="1377360"/>
          </a:xfrm>
          <a:custGeom>
            <a:avLst/>
            <a:gdLst/>
            <a:ahLst/>
            <a:rect l="0" t="0" r="r" b="b"/>
            <a:pathLst>
              <a:path w="119" h="3826">
                <a:moveTo>
                  <a:pt x="0" y="3826"/>
                </a:moveTo>
                <a:lnTo>
                  <a:pt x="119" y="3826"/>
                </a:lnTo>
                <a:lnTo>
                  <a:pt x="119" y="0"/>
                </a:lnTo>
                <a:lnTo>
                  <a:pt x="0" y="0"/>
                </a:lnTo>
                <a:lnTo>
                  <a:pt x="0" y="3826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15" name=""/>
          <p:cNvSpPr/>
          <p:nvPr/>
        </p:nvSpPr>
        <p:spPr>
          <a:xfrm>
            <a:off x="6369840" y="869400"/>
            <a:ext cx="42840" cy="1377720"/>
          </a:xfrm>
          <a:custGeom>
            <a:avLst/>
            <a:gdLst/>
            <a:ahLst/>
            <a:rect l="0" t="0" r="r" b="b"/>
            <a:pathLst>
              <a:path w="119" h="3827">
                <a:moveTo>
                  <a:pt x="0" y="3827"/>
                </a:moveTo>
                <a:lnTo>
                  <a:pt x="119" y="3827"/>
                </a:lnTo>
                <a:lnTo>
                  <a:pt x="119" y="0"/>
                </a:lnTo>
                <a:lnTo>
                  <a:pt x="0" y="0"/>
                </a:lnTo>
                <a:lnTo>
                  <a:pt x="0" y="3827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16" name=""/>
          <p:cNvSpPr/>
          <p:nvPr/>
        </p:nvSpPr>
        <p:spPr>
          <a:xfrm>
            <a:off x="6419520" y="725040"/>
            <a:ext cx="42840" cy="1522080"/>
          </a:xfrm>
          <a:custGeom>
            <a:avLst/>
            <a:gdLst/>
            <a:ahLst/>
            <a:rect l="0" t="0" r="r" b="b"/>
            <a:pathLst>
              <a:path w="119" h="4228">
                <a:moveTo>
                  <a:pt x="0" y="4228"/>
                </a:moveTo>
                <a:lnTo>
                  <a:pt x="119" y="4228"/>
                </a:lnTo>
                <a:lnTo>
                  <a:pt x="119" y="0"/>
                </a:lnTo>
                <a:lnTo>
                  <a:pt x="0" y="0"/>
                </a:lnTo>
                <a:lnTo>
                  <a:pt x="0" y="4228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17" name=""/>
          <p:cNvSpPr/>
          <p:nvPr/>
        </p:nvSpPr>
        <p:spPr>
          <a:xfrm>
            <a:off x="6469560" y="715320"/>
            <a:ext cx="42840" cy="1531800"/>
          </a:xfrm>
          <a:custGeom>
            <a:avLst/>
            <a:gdLst/>
            <a:ahLst/>
            <a:rect l="0" t="0" r="r" b="b"/>
            <a:pathLst>
              <a:path w="119" h="4255">
                <a:moveTo>
                  <a:pt x="0" y="4255"/>
                </a:moveTo>
                <a:lnTo>
                  <a:pt x="119" y="4255"/>
                </a:lnTo>
                <a:lnTo>
                  <a:pt x="119" y="0"/>
                </a:lnTo>
                <a:lnTo>
                  <a:pt x="0" y="0"/>
                </a:lnTo>
                <a:lnTo>
                  <a:pt x="0" y="4255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18" name=""/>
          <p:cNvSpPr/>
          <p:nvPr/>
        </p:nvSpPr>
        <p:spPr>
          <a:xfrm>
            <a:off x="6519600" y="712440"/>
            <a:ext cx="42480" cy="1534680"/>
          </a:xfrm>
          <a:custGeom>
            <a:avLst/>
            <a:gdLst/>
            <a:ahLst/>
            <a:rect l="0" t="0" r="r" b="b"/>
            <a:pathLst>
              <a:path w="118" h="4263">
                <a:moveTo>
                  <a:pt x="0" y="4263"/>
                </a:moveTo>
                <a:lnTo>
                  <a:pt x="118" y="4263"/>
                </a:lnTo>
                <a:lnTo>
                  <a:pt x="118" y="0"/>
                </a:lnTo>
                <a:lnTo>
                  <a:pt x="0" y="0"/>
                </a:lnTo>
                <a:lnTo>
                  <a:pt x="0" y="4263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19" name=""/>
          <p:cNvSpPr/>
          <p:nvPr/>
        </p:nvSpPr>
        <p:spPr>
          <a:xfrm>
            <a:off x="6569280" y="670680"/>
            <a:ext cx="42840" cy="1576440"/>
          </a:xfrm>
          <a:custGeom>
            <a:avLst/>
            <a:gdLst/>
            <a:ahLst/>
            <a:rect l="0" t="0" r="r" b="b"/>
            <a:pathLst>
              <a:path w="119" h="4379">
                <a:moveTo>
                  <a:pt x="0" y="4379"/>
                </a:moveTo>
                <a:lnTo>
                  <a:pt x="119" y="4379"/>
                </a:lnTo>
                <a:lnTo>
                  <a:pt x="119" y="0"/>
                </a:lnTo>
                <a:lnTo>
                  <a:pt x="0" y="0"/>
                </a:lnTo>
                <a:lnTo>
                  <a:pt x="0" y="437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20" name=""/>
          <p:cNvSpPr/>
          <p:nvPr/>
        </p:nvSpPr>
        <p:spPr>
          <a:xfrm>
            <a:off x="6619320" y="578880"/>
            <a:ext cx="42840" cy="1668240"/>
          </a:xfrm>
          <a:custGeom>
            <a:avLst/>
            <a:gdLst/>
            <a:ahLst/>
            <a:rect l="0" t="0" r="r" b="b"/>
            <a:pathLst>
              <a:path w="119" h="4634">
                <a:moveTo>
                  <a:pt x="0" y="4634"/>
                </a:moveTo>
                <a:lnTo>
                  <a:pt x="119" y="4634"/>
                </a:lnTo>
                <a:lnTo>
                  <a:pt x="119" y="0"/>
                </a:lnTo>
                <a:lnTo>
                  <a:pt x="0" y="0"/>
                </a:lnTo>
                <a:lnTo>
                  <a:pt x="0" y="4634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21" name=""/>
          <p:cNvSpPr/>
          <p:nvPr/>
        </p:nvSpPr>
        <p:spPr>
          <a:xfrm>
            <a:off x="6669000" y="513360"/>
            <a:ext cx="42840" cy="1733760"/>
          </a:xfrm>
          <a:custGeom>
            <a:avLst/>
            <a:gdLst/>
            <a:ahLst/>
            <a:rect l="0" t="0" r="r" b="b"/>
            <a:pathLst>
              <a:path w="119" h="4816">
                <a:moveTo>
                  <a:pt x="0" y="4816"/>
                </a:moveTo>
                <a:lnTo>
                  <a:pt x="119" y="4816"/>
                </a:lnTo>
                <a:lnTo>
                  <a:pt x="119" y="0"/>
                </a:lnTo>
                <a:lnTo>
                  <a:pt x="0" y="0"/>
                </a:lnTo>
                <a:lnTo>
                  <a:pt x="0" y="4816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0e2a47"/>
            </a:solidFill>
            <a:miter/>
          </a:ln>
        </p:spPr>
      </p:sp>
      <p:sp>
        <p:nvSpPr>
          <p:cNvPr id="222" name=""/>
          <p:cNvSpPr/>
          <p:nvPr/>
        </p:nvSpPr>
        <p:spPr>
          <a:xfrm>
            <a:off x="6719040" y="437760"/>
            <a:ext cx="42840" cy="1809360"/>
          </a:xfrm>
          <a:custGeom>
            <a:avLst/>
            <a:gdLst/>
            <a:ahLst/>
            <a:rect l="0" t="0" r="r" b="b"/>
            <a:pathLst>
              <a:path w="119" h="5026">
                <a:moveTo>
                  <a:pt x="0" y="5026"/>
                </a:moveTo>
                <a:lnTo>
                  <a:pt x="119" y="5026"/>
                </a:lnTo>
                <a:lnTo>
                  <a:pt x="119" y="0"/>
                </a:lnTo>
                <a:lnTo>
                  <a:pt x="0" y="0"/>
                </a:lnTo>
                <a:lnTo>
                  <a:pt x="0" y="5026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23" name=""/>
          <p:cNvSpPr/>
          <p:nvPr/>
        </p:nvSpPr>
        <p:spPr>
          <a:xfrm>
            <a:off x="6769080" y="295200"/>
            <a:ext cx="42480" cy="1951920"/>
          </a:xfrm>
          <a:custGeom>
            <a:avLst/>
            <a:gdLst/>
            <a:ahLst/>
            <a:rect l="0" t="0" r="r" b="b"/>
            <a:pathLst>
              <a:path w="118" h="5422">
                <a:moveTo>
                  <a:pt x="0" y="5422"/>
                </a:moveTo>
                <a:lnTo>
                  <a:pt x="118" y="5422"/>
                </a:lnTo>
                <a:lnTo>
                  <a:pt x="118" y="0"/>
                </a:lnTo>
                <a:lnTo>
                  <a:pt x="0" y="0"/>
                </a:lnTo>
                <a:lnTo>
                  <a:pt x="0" y="5422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24" name=""/>
          <p:cNvSpPr/>
          <p:nvPr/>
        </p:nvSpPr>
        <p:spPr>
          <a:xfrm>
            <a:off x="6818760" y="194040"/>
            <a:ext cx="42840" cy="2053080"/>
          </a:xfrm>
          <a:custGeom>
            <a:avLst/>
            <a:gdLst/>
            <a:ahLst/>
            <a:rect l="0" t="0" r="r" b="b"/>
            <a:pathLst>
              <a:path w="119" h="5703">
                <a:moveTo>
                  <a:pt x="0" y="5703"/>
                </a:moveTo>
                <a:lnTo>
                  <a:pt x="119" y="5703"/>
                </a:lnTo>
                <a:lnTo>
                  <a:pt x="119" y="0"/>
                </a:lnTo>
                <a:lnTo>
                  <a:pt x="0" y="0"/>
                </a:lnTo>
                <a:lnTo>
                  <a:pt x="0" y="5703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0e2a47"/>
            </a:solidFill>
            <a:miter/>
          </a:ln>
        </p:spPr>
      </p:sp>
      <p:sp>
        <p:nvSpPr>
          <p:cNvPr id="225" name=""/>
          <p:cNvSpPr/>
          <p:nvPr/>
        </p:nvSpPr>
        <p:spPr>
          <a:xfrm flipV="1">
            <a:off x="4301640" y="91440"/>
            <a:ext cx="0" cy="21553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/>
          <p:nvPr/>
        </p:nvSpPr>
        <p:spPr>
          <a:xfrm>
            <a:off x="4301640" y="2246760"/>
            <a:ext cx="26816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27" name=""/>
          <p:cNvSpPr/>
          <p:nvPr/>
        </p:nvSpPr>
        <p:spPr>
          <a:xfrm>
            <a:off x="7921800" y="91440"/>
            <a:ext cx="2681640" cy="2155680"/>
          </a:xfrm>
          <a:custGeom>
            <a:avLst/>
            <a:gdLst/>
            <a:ahLst/>
            <a:rect l="0" t="0" r="r" b="b"/>
            <a:pathLst>
              <a:path w="7449" h="5988">
                <a:moveTo>
                  <a:pt x="0" y="5988"/>
                </a:moveTo>
                <a:lnTo>
                  <a:pt x="7449" y="5988"/>
                </a:lnTo>
                <a:lnTo>
                  <a:pt x="7449" y="0"/>
                </a:lnTo>
                <a:lnTo>
                  <a:pt x="0" y="0"/>
                </a:lnTo>
                <a:lnTo>
                  <a:pt x="0" y="598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228" name="" descr=""/>
          <p:cNvPicPr/>
          <p:nvPr/>
        </p:nvPicPr>
        <p:blipFill>
          <a:blip r:embed="rId2"/>
          <a:stretch/>
        </p:blipFill>
        <p:spPr>
          <a:xfrm>
            <a:off x="7921800" y="88920"/>
            <a:ext cx="2682000" cy="2157480"/>
          </a:xfrm>
          <a:prstGeom prst="rect">
            <a:avLst/>
          </a:prstGeom>
          <a:ln w="0">
            <a:noFill/>
          </a:ln>
        </p:spPr>
      </p:pic>
      <p:sp>
        <p:nvSpPr>
          <p:cNvPr id="229" name=""/>
          <p:cNvSpPr txBox="1"/>
          <p:nvPr/>
        </p:nvSpPr>
        <p:spPr>
          <a:xfrm rot="16200000">
            <a:off x="3009240" y="1100880"/>
            <a:ext cx="183852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Chromosomal instability  (CIN)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230" name=""/>
          <p:cNvSpPr txBox="1"/>
          <p:nvPr/>
        </p:nvSpPr>
        <p:spPr>
          <a:xfrm>
            <a:off x="8472600" y="2269800"/>
            <a:ext cx="240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bad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31" name=""/>
          <p:cNvSpPr txBox="1"/>
          <p:nvPr/>
        </p:nvSpPr>
        <p:spPr>
          <a:xfrm>
            <a:off x="9774360" y="2269800"/>
            <a:ext cx="317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good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32" name=""/>
          <p:cNvSpPr txBox="1"/>
          <p:nvPr/>
        </p:nvSpPr>
        <p:spPr>
          <a:xfrm>
            <a:off x="7431480" y="380880"/>
            <a:ext cx="447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normal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33" name=""/>
          <p:cNvSpPr txBox="1"/>
          <p:nvPr/>
        </p:nvSpPr>
        <p:spPr>
          <a:xfrm>
            <a:off x="7602840" y="1099440"/>
            <a:ext cx="2750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post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34" name=""/>
          <p:cNvSpPr txBox="1"/>
          <p:nvPr/>
        </p:nvSpPr>
        <p:spPr>
          <a:xfrm>
            <a:off x="7669440" y="1818000"/>
            <a:ext cx="210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pre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35" name=""/>
          <p:cNvSpPr txBox="1"/>
          <p:nvPr/>
        </p:nvSpPr>
        <p:spPr>
          <a:xfrm>
            <a:off x="8543520" y="35964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3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36" name=""/>
          <p:cNvSpPr txBox="1"/>
          <p:nvPr/>
        </p:nvSpPr>
        <p:spPr>
          <a:xfrm>
            <a:off x="9884160" y="35964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7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37" name=""/>
          <p:cNvSpPr txBox="1"/>
          <p:nvPr/>
        </p:nvSpPr>
        <p:spPr>
          <a:xfrm>
            <a:off x="8543520" y="107820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7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38" name=""/>
          <p:cNvSpPr txBox="1"/>
          <p:nvPr/>
        </p:nvSpPr>
        <p:spPr>
          <a:xfrm>
            <a:off x="9884160" y="107820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6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39" name=""/>
          <p:cNvSpPr txBox="1"/>
          <p:nvPr/>
        </p:nvSpPr>
        <p:spPr>
          <a:xfrm>
            <a:off x="8494920" y="179640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16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681840" y="3216600"/>
            <a:ext cx="9921600" cy="2155680"/>
          </a:xfrm>
          <a:custGeom>
            <a:avLst/>
            <a:gdLst/>
            <a:ahLst/>
            <a:rect l="0" t="0" r="r" b="b"/>
            <a:pathLst>
              <a:path w="27560" h="5988">
                <a:moveTo>
                  <a:pt x="0" y="5988"/>
                </a:moveTo>
                <a:lnTo>
                  <a:pt x="27560" y="5988"/>
                </a:lnTo>
                <a:lnTo>
                  <a:pt x="27560" y="0"/>
                </a:lnTo>
                <a:lnTo>
                  <a:pt x="0" y="0"/>
                </a:lnTo>
                <a:lnTo>
                  <a:pt x="0" y="598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41" name=""/>
          <p:cNvSpPr txBox="1"/>
          <p:nvPr/>
        </p:nvSpPr>
        <p:spPr>
          <a:xfrm>
            <a:off x="9835560" y="179640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e2a47"/>
                </a:solidFill>
                <a:latin typeface="DejaVuSans"/>
              </a:rPr>
              <a:t>17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242" name=""/>
          <p:cNvSpPr txBox="1"/>
          <p:nvPr/>
        </p:nvSpPr>
        <p:spPr>
          <a:xfrm rot="16200000">
            <a:off x="85356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43" name=""/>
          <p:cNvSpPr txBox="1"/>
          <p:nvPr/>
        </p:nvSpPr>
        <p:spPr>
          <a:xfrm rot="16200000">
            <a:off x="113328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44" name=""/>
          <p:cNvSpPr txBox="1"/>
          <p:nvPr/>
        </p:nvSpPr>
        <p:spPr>
          <a:xfrm rot="16200000">
            <a:off x="141264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45" name=""/>
          <p:cNvSpPr txBox="1"/>
          <p:nvPr/>
        </p:nvSpPr>
        <p:spPr>
          <a:xfrm rot="16200000">
            <a:off x="169200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46" name=""/>
          <p:cNvSpPr txBox="1"/>
          <p:nvPr/>
        </p:nvSpPr>
        <p:spPr>
          <a:xfrm rot="16200000">
            <a:off x="197172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47" name=""/>
          <p:cNvSpPr txBox="1"/>
          <p:nvPr/>
        </p:nvSpPr>
        <p:spPr>
          <a:xfrm rot="16200000">
            <a:off x="225108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48" name=""/>
          <p:cNvSpPr txBox="1"/>
          <p:nvPr/>
        </p:nvSpPr>
        <p:spPr>
          <a:xfrm rot="16200000">
            <a:off x="253044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49" name=""/>
          <p:cNvSpPr txBox="1"/>
          <p:nvPr/>
        </p:nvSpPr>
        <p:spPr>
          <a:xfrm rot="16200000">
            <a:off x="281016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0" name=""/>
          <p:cNvSpPr txBox="1"/>
          <p:nvPr/>
        </p:nvSpPr>
        <p:spPr>
          <a:xfrm rot="16200000">
            <a:off x="3089520" y="5420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1" name=""/>
          <p:cNvSpPr txBox="1"/>
          <p:nvPr/>
        </p:nvSpPr>
        <p:spPr>
          <a:xfrm rot="16200000">
            <a:off x="333828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2" name=""/>
          <p:cNvSpPr txBox="1"/>
          <p:nvPr/>
        </p:nvSpPr>
        <p:spPr>
          <a:xfrm rot="16200000">
            <a:off x="361800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3" name=""/>
          <p:cNvSpPr txBox="1"/>
          <p:nvPr/>
        </p:nvSpPr>
        <p:spPr>
          <a:xfrm rot="16200000">
            <a:off x="389736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4" name=""/>
          <p:cNvSpPr txBox="1"/>
          <p:nvPr/>
        </p:nvSpPr>
        <p:spPr>
          <a:xfrm rot="16200000">
            <a:off x="417672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5" name=""/>
          <p:cNvSpPr txBox="1"/>
          <p:nvPr/>
        </p:nvSpPr>
        <p:spPr>
          <a:xfrm rot="16200000">
            <a:off x="445608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6" name=""/>
          <p:cNvSpPr txBox="1"/>
          <p:nvPr/>
        </p:nvSpPr>
        <p:spPr>
          <a:xfrm rot="16200000">
            <a:off x="473580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7" name=""/>
          <p:cNvSpPr txBox="1"/>
          <p:nvPr/>
        </p:nvSpPr>
        <p:spPr>
          <a:xfrm rot="16200000">
            <a:off x="501516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8" name=""/>
          <p:cNvSpPr txBox="1"/>
          <p:nvPr/>
        </p:nvSpPr>
        <p:spPr>
          <a:xfrm rot="16200000">
            <a:off x="529452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59" name=""/>
          <p:cNvSpPr txBox="1"/>
          <p:nvPr/>
        </p:nvSpPr>
        <p:spPr>
          <a:xfrm rot="16200000">
            <a:off x="557424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0" name=""/>
          <p:cNvSpPr txBox="1"/>
          <p:nvPr/>
        </p:nvSpPr>
        <p:spPr>
          <a:xfrm rot="16200000">
            <a:off x="585360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1" name=""/>
          <p:cNvSpPr txBox="1"/>
          <p:nvPr/>
        </p:nvSpPr>
        <p:spPr>
          <a:xfrm rot="16200000">
            <a:off x="613296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2" name=""/>
          <p:cNvSpPr txBox="1"/>
          <p:nvPr/>
        </p:nvSpPr>
        <p:spPr>
          <a:xfrm rot="16200000">
            <a:off x="641268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3" name=""/>
          <p:cNvSpPr txBox="1"/>
          <p:nvPr/>
        </p:nvSpPr>
        <p:spPr>
          <a:xfrm rot="16200000">
            <a:off x="669204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4" name=""/>
          <p:cNvSpPr txBox="1"/>
          <p:nvPr/>
        </p:nvSpPr>
        <p:spPr>
          <a:xfrm rot="16200000">
            <a:off x="697140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5" name=""/>
          <p:cNvSpPr txBox="1"/>
          <p:nvPr/>
        </p:nvSpPr>
        <p:spPr>
          <a:xfrm rot="16200000">
            <a:off x="725112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6" name=""/>
          <p:cNvSpPr txBox="1"/>
          <p:nvPr/>
        </p:nvSpPr>
        <p:spPr>
          <a:xfrm rot="16200000">
            <a:off x="753048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7" name=""/>
          <p:cNvSpPr txBox="1"/>
          <p:nvPr/>
        </p:nvSpPr>
        <p:spPr>
          <a:xfrm rot="16200000">
            <a:off x="780984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8" name=""/>
          <p:cNvSpPr txBox="1"/>
          <p:nvPr/>
        </p:nvSpPr>
        <p:spPr>
          <a:xfrm rot="16200000">
            <a:off x="808956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69" name=""/>
          <p:cNvSpPr txBox="1"/>
          <p:nvPr/>
        </p:nvSpPr>
        <p:spPr>
          <a:xfrm rot="16200000">
            <a:off x="836892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0" name=""/>
          <p:cNvSpPr txBox="1"/>
          <p:nvPr/>
        </p:nvSpPr>
        <p:spPr>
          <a:xfrm rot="16200000">
            <a:off x="864828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1" name=""/>
          <p:cNvSpPr txBox="1"/>
          <p:nvPr/>
        </p:nvSpPr>
        <p:spPr>
          <a:xfrm rot="16200000">
            <a:off x="892764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S30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2" name=""/>
          <p:cNvSpPr txBox="1"/>
          <p:nvPr/>
        </p:nvSpPr>
        <p:spPr>
          <a:xfrm rot="16200000">
            <a:off x="920736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S31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3" name=""/>
          <p:cNvSpPr txBox="1"/>
          <p:nvPr/>
        </p:nvSpPr>
        <p:spPr>
          <a:xfrm rot="16200000">
            <a:off x="948672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S32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4" name=""/>
          <p:cNvSpPr txBox="1"/>
          <p:nvPr/>
        </p:nvSpPr>
        <p:spPr>
          <a:xfrm rot="16200000">
            <a:off x="976608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S33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5" name=""/>
          <p:cNvSpPr txBox="1"/>
          <p:nvPr/>
        </p:nvSpPr>
        <p:spPr>
          <a:xfrm rot="16200000">
            <a:off x="1004580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S34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6" name=""/>
          <p:cNvSpPr txBox="1"/>
          <p:nvPr/>
        </p:nvSpPr>
        <p:spPr>
          <a:xfrm rot="16200000">
            <a:off x="10325160" y="545004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S35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277" name=""/>
          <p:cNvSpPr txBox="1"/>
          <p:nvPr/>
        </p:nvSpPr>
        <p:spPr>
          <a:xfrm>
            <a:off x="151560" y="3852720"/>
            <a:ext cx="489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WES-pre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8" name=""/>
          <p:cNvSpPr txBox="1"/>
          <p:nvPr/>
        </p:nvSpPr>
        <p:spPr>
          <a:xfrm>
            <a:off x="91440" y="4251600"/>
            <a:ext cx="5464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WES-post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9" name=""/>
          <p:cNvSpPr txBox="1"/>
          <p:nvPr/>
        </p:nvSpPr>
        <p:spPr>
          <a:xfrm>
            <a:off x="169560" y="4650840"/>
            <a:ext cx="474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RNA-pre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79344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1" name=""/>
          <p:cNvSpPr/>
          <p:nvPr/>
        </p:nvSpPr>
        <p:spPr>
          <a:xfrm>
            <a:off x="107316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2" name=""/>
          <p:cNvSpPr/>
          <p:nvPr/>
        </p:nvSpPr>
        <p:spPr>
          <a:xfrm>
            <a:off x="135252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3" name=""/>
          <p:cNvSpPr/>
          <p:nvPr/>
        </p:nvSpPr>
        <p:spPr>
          <a:xfrm>
            <a:off x="163188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4" name=""/>
          <p:cNvSpPr/>
          <p:nvPr/>
        </p:nvSpPr>
        <p:spPr>
          <a:xfrm>
            <a:off x="191160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5" name=""/>
          <p:cNvSpPr/>
          <p:nvPr/>
        </p:nvSpPr>
        <p:spPr>
          <a:xfrm>
            <a:off x="219096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6" name=""/>
          <p:cNvSpPr/>
          <p:nvPr/>
        </p:nvSpPr>
        <p:spPr>
          <a:xfrm>
            <a:off x="247032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7" name=""/>
          <p:cNvSpPr/>
          <p:nvPr/>
        </p:nvSpPr>
        <p:spPr>
          <a:xfrm>
            <a:off x="275004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8" name=""/>
          <p:cNvSpPr/>
          <p:nvPr/>
        </p:nvSpPr>
        <p:spPr>
          <a:xfrm>
            <a:off x="302940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89" name=""/>
          <p:cNvSpPr/>
          <p:nvPr/>
        </p:nvSpPr>
        <p:spPr>
          <a:xfrm>
            <a:off x="330876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0" name=""/>
          <p:cNvSpPr/>
          <p:nvPr/>
        </p:nvSpPr>
        <p:spPr>
          <a:xfrm>
            <a:off x="358848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1" name=""/>
          <p:cNvSpPr/>
          <p:nvPr/>
        </p:nvSpPr>
        <p:spPr>
          <a:xfrm>
            <a:off x="386784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2" name=""/>
          <p:cNvSpPr/>
          <p:nvPr/>
        </p:nvSpPr>
        <p:spPr>
          <a:xfrm>
            <a:off x="414720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3" name=""/>
          <p:cNvSpPr/>
          <p:nvPr/>
        </p:nvSpPr>
        <p:spPr>
          <a:xfrm>
            <a:off x="442656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4" name=""/>
          <p:cNvSpPr/>
          <p:nvPr/>
        </p:nvSpPr>
        <p:spPr>
          <a:xfrm>
            <a:off x="470628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5" name=""/>
          <p:cNvSpPr/>
          <p:nvPr/>
        </p:nvSpPr>
        <p:spPr>
          <a:xfrm>
            <a:off x="498564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6" name=""/>
          <p:cNvSpPr/>
          <p:nvPr/>
        </p:nvSpPr>
        <p:spPr>
          <a:xfrm>
            <a:off x="526500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7" name=""/>
          <p:cNvSpPr/>
          <p:nvPr/>
        </p:nvSpPr>
        <p:spPr>
          <a:xfrm>
            <a:off x="554472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8" name=""/>
          <p:cNvSpPr/>
          <p:nvPr/>
        </p:nvSpPr>
        <p:spPr>
          <a:xfrm>
            <a:off x="582408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299" name=""/>
          <p:cNvSpPr/>
          <p:nvPr/>
        </p:nvSpPr>
        <p:spPr>
          <a:xfrm>
            <a:off x="610344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0" name=""/>
          <p:cNvSpPr/>
          <p:nvPr/>
        </p:nvSpPr>
        <p:spPr>
          <a:xfrm>
            <a:off x="638316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1" name=""/>
          <p:cNvSpPr/>
          <p:nvPr/>
        </p:nvSpPr>
        <p:spPr>
          <a:xfrm>
            <a:off x="666252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2" name=""/>
          <p:cNvSpPr/>
          <p:nvPr/>
        </p:nvSpPr>
        <p:spPr>
          <a:xfrm>
            <a:off x="694188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3" name=""/>
          <p:cNvSpPr/>
          <p:nvPr/>
        </p:nvSpPr>
        <p:spPr>
          <a:xfrm>
            <a:off x="722160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4" name=""/>
          <p:cNvSpPr/>
          <p:nvPr/>
        </p:nvSpPr>
        <p:spPr>
          <a:xfrm>
            <a:off x="750096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5" name=""/>
          <p:cNvSpPr/>
          <p:nvPr/>
        </p:nvSpPr>
        <p:spPr>
          <a:xfrm>
            <a:off x="778032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6" name=""/>
          <p:cNvSpPr/>
          <p:nvPr/>
        </p:nvSpPr>
        <p:spPr>
          <a:xfrm>
            <a:off x="805968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7" name=""/>
          <p:cNvSpPr/>
          <p:nvPr/>
        </p:nvSpPr>
        <p:spPr>
          <a:xfrm>
            <a:off x="833940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8" name=""/>
          <p:cNvSpPr/>
          <p:nvPr/>
        </p:nvSpPr>
        <p:spPr>
          <a:xfrm>
            <a:off x="861876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09" name=""/>
          <p:cNvSpPr/>
          <p:nvPr/>
        </p:nvSpPr>
        <p:spPr>
          <a:xfrm>
            <a:off x="889812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0" name=""/>
          <p:cNvSpPr/>
          <p:nvPr/>
        </p:nvSpPr>
        <p:spPr>
          <a:xfrm>
            <a:off x="917784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1" name=""/>
          <p:cNvSpPr/>
          <p:nvPr/>
        </p:nvSpPr>
        <p:spPr>
          <a:xfrm>
            <a:off x="945720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2" name=""/>
          <p:cNvSpPr/>
          <p:nvPr/>
        </p:nvSpPr>
        <p:spPr>
          <a:xfrm>
            <a:off x="973656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3" name=""/>
          <p:cNvSpPr/>
          <p:nvPr/>
        </p:nvSpPr>
        <p:spPr>
          <a:xfrm>
            <a:off x="10016280" y="373536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4" name=""/>
          <p:cNvSpPr/>
          <p:nvPr/>
        </p:nvSpPr>
        <p:spPr>
          <a:xfrm>
            <a:off x="10295640" y="373536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5" name=""/>
          <p:cNvSpPr/>
          <p:nvPr/>
        </p:nvSpPr>
        <p:spPr>
          <a:xfrm>
            <a:off x="79344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6" name=""/>
          <p:cNvSpPr/>
          <p:nvPr/>
        </p:nvSpPr>
        <p:spPr>
          <a:xfrm>
            <a:off x="107316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7" name=""/>
          <p:cNvSpPr/>
          <p:nvPr/>
        </p:nvSpPr>
        <p:spPr>
          <a:xfrm>
            <a:off x="135252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8" name=""/>
          <p:cNvSpPr/>
          <p:nvPr/>
        </p:nvSpPr>
        <p:spPr>
          <a:xfrm>
            <a:off x="163188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19" name=""/>
          <p:cNvSpPr/>
          <p:nvPr/>
        </p:nvSpPr>
        <p:spPr>
          <a:xfrm>
            <a:off x="191160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0" name=""/>
          <p:cNvSpPr/>
          <p:nvPr/>
        </p:nvSpPr>
        <p:spPr>
          <a:xfrm>
            <a:off x="219096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1" name=""/>
          <p:cNvSpPr/>
          <p:nvPr/>
        </p:nvSpPr>
        <p:spPr>
          <a:xfrm>
            <a:off x="247032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2" name=""/>
          <p:cNvSpPr/>
          <p:nvPr/>
        </p:nvSpPr>
        <p:spPr>
          <a:xfrm>
            <a:off x="275004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3" name=""/>
          <p:cNvSpPr/>
          <p:nvPr/>
        </p:nvSpPr>
        <p:spPr>
          <a:xfrm>
            <a:off x="302940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4" name=""/>
          <p:cNvSpPr/>
          <p:nvPr/>
        </p:nvSpPr>
        <p:spPr>
          <a:xfrm>
            <a:off x="330876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5" name=""/>
          <p:cNvSpPr/>
          <p:nvPr/>
        </p:nvSpPr>
        <p:spPr>
          <a:xfrm>
            <a:off x="358848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6" name=""/>
          <p:cNvSpPr/>
          <p:nvPr/>
        </p:nvSpPr>
        <p:spPr>
          <a:xfrm>
            <a:off x="386784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7" name=""/>
          <p:cNvSpPr/>
          <p:nvPr/>
        </p:nvSpPr>
        <p:spPr>
          <a:xfrm>
            <a:off x="414720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8" name=""/>
          <p:cNvSpPr/>
          <p:nvPr/>
        </p:nvSpPr>
        <p:spPr>
          <a:xfrm>
            <a:off x="442656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29" name=""/>
          <p:cNvSpPr/>
          <p:nvPr/>
        </p:nvSpPr>
        <p:spPr>
          <a:xfrm>
            <a:off x="470628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0" name=""/>
          <p:cNvSpPr/>
          <p:nvPr/>
        </p:nvSpPr>
        <p:spPr>
          <a:xfrm>
            <a:off x="498564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1" name=""/>
          <p:cNvSpPr/>
          <p:nvPr/>
        </p:nvSpPr>
        <p:spPr>
          <a:xfrm>
            <a:off x="526500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2" name=""/>
          <p:cNvSpPr/>
          <p:nvPr/>
        </p:nvSpPr>
        <p:spPr>
          <a:xfrm>
            <a:off x="554472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3" name=""/>
          <p:cNvSpPr/>
          <p:nvPr/>
        </p:nvSpPr>
        <p:spPr>
          <a:xfrm>
            <a:off x="582408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4" name=""/>
          <p:cNvSpPr/>
          <p:nvPr/>
        </p:nvSpPr>
        <p:spPr>
          <a:xfrm>
            <a:off x="610344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5" name=""/>
          <p:cNvSpPr/>
          <p:nvPr/>
        </p:nvSpPr>
        <p:spPr>
          <a:xfrm>
            <a:off x="638316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6" name=""/>
          <p:cNvSpPr/>
          <p:nvPr/>
        </p:nvSpPr>
        <p:spPr>
          <a:xfrm>
            <a:off x="666252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7" name=""/>
          <p:cNvSpPr/>
          <p:nvPr/>
        </p:nvSpPr>
        <p:spPr>
          <a:xfrm>
            <a:off x="694188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8" name=""/>
          <p:cNvSpPr/>
          <p:nvPr/>
        </p:nvSpPr>
        <p:spPr>
          <a:xfrm>
            <a:off x="722160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39" name=""/>
          <p:cNvSpPr/>
          <p:nvPr/>
        </p:nvSpPr>
        <p:spPr>
          <a:xfrm>
            <a:off x="750096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0" name=""/>
          <p:cNvSpPr/>
          <p:nvPr/>
        </p:nvSpPr>
        <p:spPr>
          <a:xfrm>
            <a:off x="778032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1" name=""/>
          <p:cNvSpPr/>
          <p:nvPr/>
        </p:nvSpPr>
        <p:spPr>
          <a:xfrm>
            <a:off x="805968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2" name=""/>
          <p:cNvSpPr/>
          <p:nvPr/>
        </p:nvSpPr>
        <p:spPr>
          <a:xfrm>
            <a:off x="833940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3" name=""/>
          <p:cNvSpPr/>
          <p:nvPr/>
        </p:nvSpPr>
        <p:spPr>
          <a:xfrm>
            <a:off x="861876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4" name=""/>
          <p:cNvSpPr/>
          <p:nvPr/>
        </p:nvSpPr>
        <p:spPr>
          <a:xfrm>
            <a:off x="889812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5" name=""/>
          <p:cNvSpPr/>
          <p:nvPr/>
        </p:nvSpPr>
        <p:spPr>
          <a:xfrm>
            <a:off x="917784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6" name=""/>
          <p:cNvSpPr/>
          <p:nvPr/>
        </p:nvSpPr>
        <p:spPr>
          <a:xfrm>
            <a:off x="945720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7" name=""/>
          <p:cNvSpPr/>
          <p:nvPr/>
        </p:nvSpPr>
        <p:spPr>
          <a:xfrm>
            <a:off x="973656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8" name=""/>
          <p:cNvSpPr/>
          <p:nvPr/>
        </p:nvSpPr>
        <p:spPr>
          <a:xfrm>
            <a:off x="10016280" y="413460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49" name=""/>
          <p:cNvSpPr/>
          <p:nvPr/>
        </p:nvSpPr>
        <p:spPr>
          <a:xfrm>
            <a:off x="10295640" y="413460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50" name=""/>
          <p:cNvSpPr/>
          <p:nvPr/>
        </p:nvSpPr>
        <p:spPr>
          <a:xfrm>
            <a:off x="79344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1" name=""/>
          <p:cNvSpPr/>
          <p:nvPr/>
        </p:nvSpPr>
        <p:spPr>
          <a:xfrm>
            <a:off x="107316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2" name=""/>
          <p:cNvSpPr/>
          <p:nvPr/>
        </p:nvSpPr>
        <p:spPr>
          <a:xfrm>
            <a:off x="135252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3" name=""/>
          <p:cNvSpPr/>
          <p:nvPr/>
        </p:nvSpPr>
        <p:spPr>
          <a:xfrm>
            <a:off x="163188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4" name=""/>
          <p:cNvSpPr/>
          <p:nvPr/>
        </p:nvSpPr>
        <p:spPr>
          <a:xfrm>
            <a:off x="191160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5" name=""/>
          <p:cNvSpPr/>
          <p:nvPr/>
        </p:nvSpPr>
        <p:spPr>
          <a:xfrm>
            <a:off x="219096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6" name=""/>
          <p:cNvSpPr/>
          <p:nvPr/>
        </p:nvSpPr>
        <p:spPr>
          <a:xfrm>
            <a:off x="247032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7" name=""/>
          <p:cNvSpPr/>
          <p:nvPr/>
        </p:nvSpPr>
        <p:spPr>
          <a:xfrm>
            <a:off x="275004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8" name=""/>
          <p:cNvSpPr/>
          <p:nvPr/>
        </p:nvSpPr>
        <p:spPr>
          <a:xfrm>
            <a:off x="302940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59" name=""/>
          <p:cNvSpPr/>
          <p:nvPr/>
        </p:nvSpPr>
        <p:spPr>
          <a:xfrm>
            <a:off x="330876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0" name=""/>
          <p:cNvSpPr/>
          <p:nvPr/>
        </p:nvSpPr>
        <p:spPr>
          <a:xfrm>
            <a:off x="358848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61" name=""/>
          <p:cNvSpPr/>
          <p:nvPr/>
        </p:nvSpPr>
        <p:spPr>
          <a:xfrm>
            <a:off x="386784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2" name=""/>
          <p:cNvSpPr/>
          <p:nvPr/>
        </p:nvSpPr>
        <p:spPr>
          <a:xfrm>
            <a:off x="414720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3" name=""/>
          <p:cNvSpPr/>
          <p:nvPr/>
        </p:nvSpPr>
        <p:spPr>
          <a:xfrm>
            <a:off x="442656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4" name=""/>
          <p:cNvSpPr/>
          <p:nvPr/>
        </p:nvSpPr>
        <p:spPr>
          <a:xfrm>
            <a:off x="470628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5" name=""/>
          <p:cNvSpPr/>
          <p:nvPr/>
        </p:nvSpPr>
        <p:spPr>
          <a:xfrm>
            <a:off x="498564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6" name=""/>
          <p:cNvSpPr/>
          <p:nvPr/>
        </p:nvSpPr>
        <p:spPr>
          <a:xfrm>
            <a:off x="526500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7" name=""/>
          <p:cNvSpPr/>
          <p:nvPr/>
        </p:nvSpPr>
        <p:spPr>
          <a:xfrm>
            <a:off x="554472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8" name=""/>
          <p:cNvSpPr/>
          <p:nvPr/>
        </p:nvSpPr>
        <p:spPr>
          <a:xfrm>
            <a:off x="582408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69" name=""/>
          <p:cNvSpPr/>
          <p:nvPr/>
        </p:nvSpPr>
        <p:spPr>
          <a:xfrm>
            <a:off x="610344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70" name=""/>
          <p:cNvSpPr/>
          <p:nvPr/>
        </p:nvSpPr>
        <p:spPr>
          <a:xfrm>
            <a:off x="638316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1" name=""/>
          <p:cNvSpPr/>
          <p:nvPr/>
        </p:nvSpPr>
        <p:spPr>
          <a:xfrm>
            <a:off x="666252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2" name=""/>
          <p:cNvSpPr/>
          <p:nvPr/>
        </p:nvSpPr>
        <p:spPr>
          <a:xfrm>
            <a:off x="694188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3" name=""/>
          <p:cNvSpPr/>
          <p:nvPr/>
        </p:nvSpPr>
        <p:spPr>
          <a:xfrm>
            <a:off x="722160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4" name=""/>
          <p:cNvSpPr/>
          <p:nvPr/>
        </p:nvSpPr>
        <p:spPr>
          <a:xfrm>
            <a:off x="750096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5" name=""/>
          <p:cNvSpPr/>
          <p:nvPr/>
        </p:nvSpPr>
        <p:spPr>
          <a:xfrm>
            <a:off x="778032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6" name=""/>
          <p:cNvSpPr/>
          <p:nvPr/>
        </p:nvSpPr>
        <p:spPr>
          <a:xfrm>
            <a:off x="805968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7" name=""/>
          <p:cNvSpPr/>
          <p:nvPr/>
        </p:nvSpPr>
        <p:spPr>
          <a:xfrm>
            <a:off x="833940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8" name=""/>
          <p:cNvSpPr/>
          <p:nvPr/>
        </p:nvSpPr>
        <p:spPr>
          <a:xfrm>
            <a:off x="861876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79" name=""/>
          <p:cNvSpPr/>
          <p:nvPr/>
        </p:nvSpPr>
        <p:spPr>
          <a:xfrm>
            <a:off x="889812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0" name=""/>
          <p:cNvSpPr/>
          <p:nvPr/>
        </p:nvSpPr>
        <p:spPr>
          <a:xfrm>
            <a:off x="917784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1" name=""/>
          <p:cNvSpPr/>
          <p:nvPr/>
        </p:nvSpPr>
        <p:spPr>
          <a:xfrm>
            <a:off x="945720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2" name=""/>
          <p:cNvSpPr/>
          <p:nvPr/>
        </p:nvSpPr>
        <p:spPr>
          <a:xfrm>
            <a:off x="973656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3" name=""/>
          <p:cNvSpPr/>
          <p:nvPr/>
        </p:nvSpPr>
        <p:spPr>
          <a:xfrm>
            <a:off x="10016280" y="453384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4" name=""/>
          <p:cNvSpPr/>
          <p:nvPr/>
        </p:nvSpPr>
        <p:spPr>
          <a:xfrm>
            <a:off x="10295640" y="453384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5" name=""/>
          <p:cNvSpPr/>
          <p:nvPr/>
        </p:nvSpPr>
        <p:spPr>
          <a:xfrm>
            <a:off x="79344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6" name=""/>
          <p:cNvSpPr/>
          <p:nvPr/>
        </p:nvSpPr>
        <p:spPr>
          <a:xfrm>
            <a:off x="107316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7" name=""/>
          <p:cNvSpPr/>
          <p:nvPr/>
        </p:nvSpPr>
        <p:spPr>
          <a:xfrm>
            <a:off x="135252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388" name=""/>
          <p:cNvSpPr/>
          <p:nvPr/>
        </p:nvSpPr>
        <p:spPr>
          <a:xfrm>
            <a:off x="163188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89" name=""/>
          <p:cNvSpPr/>
          <p:nvPr/>
        </p:nvSpPr>
        <p:spPr>
          <a:xfrm>
            <a:off x="191160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0" name=""/>
          <p:cNvSpPr/>
          <p:nvPr/>
        </p:nvSpPr>
        <p:spPr>
          <a:xfrm>
            <a:off x="219096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1" name=""/>
          <p:cNvSpPr/>
          <p:nvPr/>
        </p:nvSpPr>
        <p:spPr>
          <a:xfrm>
            <a:off x="247032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2" name=""/>
          <p:cNvSpPr/>
          <p:nvPr/>
        </p:nvSpPr>
        <p:spPr>
          <a:xfrm>
            <a:off x="275004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3" name=""/>
          <p:cNvSpPr/>
          <p:nvPr/>
        </p:nvSpPr>
        <p:spPr>
          <a:xfrm>
            <a:off x="302940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4" name=""/>
          <p:cNvSpPr/>
          <p:nvPr/>
        </p:nvSpPr>
        <p:spPr>
          <a:xfrm>
            <a:off x="330876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5" name=""/>
          <p:cNvSpPr/>
          <p:nvPr/>
        </p:nvSpPr>
        <p:spPr>
          <a:xfrm>
            <a:off x="358848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6" name=""/>
          <p:cNvSpPr/>
          <p:nvPr/>
        </p:nvSpPr>
        <p:spPr>
          <a:xfrm>
            <a:off x="386784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7" name=""/>
          <p:cNvSpPr/>
          <p:nvPr/>
        </p:nvSpPr>
        <p:spPr>
          <a:xfrm>
            <a:off x="414720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8" name=""/>
          <p:cNvSpPr/>
          <p:nvPr/>
        </p:nvSpPr>
        <p:spPr>
          <a:xfrm>
            <a:off x="442656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10080">
            <a:solidFill>
              <a:srgbClr val="ffffff"/>
            </a:solidFill>
            <a:miter/>
          </a:ln>
        </p:spPr>
      </p:sp>
      <p:sp>
        <p:nvSpPr>
          <p:cNvPr id="399" name=""/>
          <p:cNvSpPr/>
          <p:nvPr/>
        </p:nvSpPr>
        <p:spPr>
          <a:xfrm>
            <a:off x="470628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0" name=""/>
          <p:cNvSpPr/>
          <p:nvPr/>
        </p:nvSpPr>
        <p:spPr>
          <a:xfrm>
            <a:off x="498564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1" name=""/>
          <p:cNvSpPr/>
          <p:nvPr/>
        </p:nvSpPr>
        <p:spPr>
          <a:xfrm>
            <a:off x="526500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2" name=""/>
          <p:cNvSpPr/>
          <p:nvPr/>
        </p:nvSpPr>
        <p:spPr>
          <a:xfrm>
            <a:off x="554472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3" name=""/>
          <p:cNvSpPr/>
          <p:nvPr/>
        </p:nvSpPr>
        <p:spPr>
          <a:xfrm>
            <a:off x="582408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4" name=""/>
          <p:cNvSpPr/>
          <p:nvPr/>
        </p:nvSpPr>
        <p:spPr>
          <a:xfrm>
            <a:off x="610344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5" name=""/>
          <p:cNvSpPr/>
          <p:nvPr/>
        </p:nvSpPr>
        <p:spPr>
          <a:xfrm>
            <a:off x="638316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6" name=""/>
          <p:cNvSpPr/>
          <p:nvPr/>
        </p:nvSpPr>
        <p:spPr>
          <a:xfrm>
            <a:off x="666252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7" name=""/>
          <p:cNvSpPr/>
          <p:nvPr/>
        </p:nvSpPr>
        <p:spPr>
          <a:xfrm>
            <a:off x="694188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8" name=""/>
          <p:cNvSpPr/>
          <p:nvPr/>
        </p:nvSpPr>
        <p:spPr>
          <a:xfrm>
            <a:off x="722160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09" name=""/>
          <p:cNvSpPr/>
          <p:nvPr/>
        </p:nvSpPr>
        <p:spPr>
          <a:xfrm>
            <a:off x="750096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0" name=""/>
          <p:cNvSpPr/>
          <p:nvPr/>
        </p:nvSpPr>
        <p:spPr>
          <a:xfrm>
            <a:off x="778032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1" name=""/>
          <p:cNvSpPr/>
          <p:nvPr/>
        </p:nvSpPr>
        <p:spPr>
          <a:xfrm>
            <a:off x="805968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2" name=""/>
          <p:cNvSpPr/>
          <p:nvPr/>
        </p:nvSpPr>
        <p:spPr>
          <a:xfrm>
            <a:off x="833940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3" name=""/>
          <p:cNvSpPr/>
          <p:nvPr/>
        </p:nvSpPr>
        <p:spPr>
          <a:xfrm>
            <a:off x="861876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4" name=""/>
          <p:cNvSpPr/>
          <p:nvPr/>
        </p:nvSpPr>
        <p:spPr>
          <a:xfrm>
            <a:off x="889812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5" name=""/>
          <p:cNvSpPr/>
          <p:nvPr/>
        </p:nvSpPr>
        <p:spPr>
          <a:xfrm>
            <a:off x="917784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6" name=""/>
          <p:cNvSpPr/>
          <p:nvPr/>
        </p:nvSpPr>
        <p:spPr>
          <a:xfrm>
            <a:off x="945720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7" name=""/>
          <p:cNvSpPr/>
          <p:nvPr/>
        </p:nvSpPr>
        <p:spPr>
          <a:xfrm>
            <a:off x="973656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8" name=""/>
          <p:cNvSpPr/>
          <p:nvPr/>
        </p:nvSpPr>
        <p:spPr>
          <a:xfrm>
            <a:off x="10016280" y="4932720"/>
            <a:ext cx="251640" cy="359640"/>
          </a:xfrm>
          <a:custGeom>
            <a:avLst/>
            <a:gdLst/>
            <a:ahLst/>
            <a:rect l="0" t="0" r="r" b="b"/>
            <a:pathLst>
              <a:path w="699" h="999">
                <a:moveTo>
                  <a:pt x="0" y="0"/>
                </a:moveTo>
                <a:lnTo>
                  <a:pt x="699" y="0"/>
                </a:lnTo>
                <a:lnTo>
                  <a:pt x="699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19" name=""/>
          <p:cNvSpPr/>
          <p:nvPr/>
        </p:nvSpPr>
        <p:spPr>
          <a:xfrm>
            <a:off x="10295640" y="4932720"/>
            <a:ext cx="252000" cy="359640"/>
          </a:xfrm>
          <a:custGeom>
            <a:avLst/>
            <a:gdLst/>
            <a:ahLst/>
            <a:rect l="0" t="0" r="r" b="b"/>
            <a:pathLst>
              <a:path w="700" h="999">
                <a:moveTo>
                  <a:pt x="0" y="0"/>
                </a:moveTo>
                <a:lnTo>
                  <a:pt x="700" y="0"/>
                </a:lnTo>
                <a:lnTo>
                  <a:pt x="700" y="999"/>
                </a:lnTo>
                <a:lnTo>
                  <a:pt x="0" y="99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10080">
            <a:solidFill>
              <a:srgbClr val="ffffff"/>
            </a:solidFill>
            <a:miter/>
          </a:ln>
        </p:spPr>
      </p:sp>
      <p:sp>
        <p:nvSpPr>
          <p:cNvPr id="420" name=""/>
          <p:cNvSpPr/>
          <p:nvPr/>
        </p:nvSpPr>
        <p:spPr>
          <a:xfrm>
            <a:off x="79344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21" name=""/>
          <p:cNvSpPr/>
          <p:nvPr/>
        </p:nvSpPr>
        <p:spPr>
          <a:xfrm>
            <a:off x="107316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22" name=""/>
          <p:cNvSpPr/>
          <p:nvPr/>
        </p:nvSpPr>
        <p:spPr>
          <a:xfrm>
            <a:off x="135252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23" name=""/>
          <p:cNvSpPr/>
          <p:nvPr/>
        </p:nvSpPr>
        <p:spPr>
          <a:xfrm>
            <a:off x="163188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24" name=""/>
          <p:cNvSpPr/>
          <p:nvPr/>
        </p:nvSpPr>
        <p:spPr>
          <a:xfrm>
            <a:off x="191160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25" name=""/>
          <p:cNvSpPr/>
          <p:nvPr/>
        </p:nvSpPr>
        <p:spPr>
          <a:xfrm>
            <a:off x="219096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26" name=""/>
          <p:cNvSpPr/>
          <p:nvPr/>
        </p:nvSpPr>
        <p:spPr>
          <a:xfrm>
            <a:off x="247032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27" name=""/>
          <p:cNvSpPr/>
          <p:nvPr/>
        </p:nvSpPr>
        <p:spPr>
          <a:xfrm>
            <a:off x="275004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28" name=""/>
          <p:cNvSpPr/>
          <p:nvPr/>
        </p:nvSpPr>
        <p:spPr>
          <a:xfrm>
            <a:off x="302940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29" name=""/>
          <p:cNvSpPr/>
          <p:nvPr/>
        </p:nvSpPr>
        <p:spPr>
          <a:xfrm>
            <a:off x="330876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30" name=""/>
          <p:cNvSpPr/>
          <p:nvPr/>
        </p:nvSpPr>
        <p:spPr>
          <a:xfrm>
            <a:off x="358848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31" name=""/>
          <p:cNvSpPr/>
          <p:nvPr/>
        </p:nvSpPr>
        <p:spPr>
          <a:xfrm>
            <a:off x="386784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32" name=""/>
          <p:cNvSpPr/>
          <p:nvPr/>
        </p:nvSpPr>
        <p:spPr>
          <a:xfrm>
            <a:off x="414720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33" name=""/>
          <p:cNvSpPr/>
          <p:nvPr/>
        </p:nvSpPr>
        <p:spPr>
          <a:xfrm>
            <a:off x="442656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34" name=""/>
          <p:cNvSpPr/>
          <p:nvPr/>
        </p:nvSpPr>
        <p:spPr>
          <a:xfrm>
            <a:off x="470628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35" name=""/>
          <p:cNvSpPr/>
          <p:nvPr/>
        </p:nvSpPr>
        <p:spPr>
          <a:xfrm>
            <a:off x="498564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36" name=""/>
          <p:cNvSpPr/>
          <p:nvPr/>
        </p:nvSpPr>
        <p:spPr>
          <a:xfrm>
            <a:off x="526500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37" name=""/>
          <p:cNvSpPr/>
          <p:nvPr/>
        </p:nvSpPr>
        <p:spPr>
          <a:xfrm>
            <a:off x="554472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38" name=""/>
          <p:cNvSpPr/>
          <p:nvPr/>
        </p:nvSpPr>
        <p:spPr>
          <a:xfrm>
            <a:off x="582408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39" name=""/>
          <p:cNvSpPr/>
          <p:nvPr/>
        </p:nvSpPr>
        <p:spPr>
          <a:xfrm>
            <a:off x="610344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40" name=""/>
          <p:cNvSpPr/>
          <p:nvPr/>
        </p:nvSpPr>
        <p:spPr>
          <a:xfrm>
            <a:off x="638316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41" name=""/>
          <p:cNvSpPr/>
          <p:nvPr/>
        </p:nvSpPr>
        <p:spPr>
          <a:xfrm>
            <a:off x="666252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42" name=""/>
          <p:cNvSpPr/>
          <p:nvPr/>
        </p:nvSpPr>
        <p:spPr>
          <a:xfrm>
            <a:off x="694188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43" name=""/>
          <p:cNvSpPr/>
          <p:nvPr/>
        </p:nvSpPr>
        <p:spPr>
          <a:xfrm>
            <a:off x="722160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44" name=""/>
          <p:cNvSpPr/>
          <p:nvPr/>
        </p:nvSpPr>
        <p:spPr>
          <a:xfrm>
            <a:off x="750096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45" name=""/>
          <p:cNvSpPr/>
          <p:nvPr/>
        </p:nvSpPr>
        <p:spPr>
          <a:xfrm>
            <a:off x="778032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46" name=""/>
          <p:cNvSpPr/>
          <p:nvPr/>
        </p:nvSpPr>
        <p:spPr>
          <a:xfrm>
            <a:off x="805968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47" name=""/>
          <p:cNvSpPr/>
          <p:nvPr/>
        </p:nvSpPr>
        <p:spPr>
          <a:xfrm>
            <a:off x="833940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48" name=""/>
          <p:cNvSpPr/>
          <p:nvPr/>
        </p:nvSpPr>
        <p:spPr>
          <a:xfrm>
            <a:off x="861876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49" name=""/>
          <p:cNvSpPr/>
          <p:nvPr/>
        </p:nvSpPr>
        <p:spPr>
          <a:xfrm>
            <a:off x="889812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50" name=""/>
          <p:cNvSpPr/>
          <p:nvPr/>
        </p:nvSpPr>
        <p:spPr>
          <a:xfrm>
            <a:off x="917784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7560">
            <a:solidFill>
              <a:srgbClr val="ffffff"/>
            </a:solidFill>
            <a:miter/>
          </a:ln>
        </p:spPr>
      </p:sp>
      <p:sp>
        <p:nvSpPr>
          <p:cNvPr id="451" name=""/>
          <p:cNvSpPr/>
          <p:nvPr/>
        </p:nvSpPr>
        <p:spPr>
          <a:xfrm>
            <a:off x="945720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52" name=""/>
          <p:cNvSpPr/>
          <p:nvPr/>
        </p:nvSpPr>
        <p:spPr>
          <a:xfrm>
            <a:off x="973656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53" name=""/>
          <p:cNvSpPr/>
          <p:nvPr/>
        </p:nvSpPr>
        <p:spPr>
          <a:xfrm>
            <a:off x="10016280" y="3296520"/>
            <a:ext cx="251640" cy="279720"/>
          </a:xfrm>
          <a:custGeom>
            <a:avLst/>
            <a:gdLst/>
            <a:ahLst/>
            <a:rect l="0" t="0" r="r" b="b"/>
            <a:pathLst>
              <a:path w="699" h="777">
                <a:moveTo>
                  <a:pt x="0" y="0"/>
                </a:moveTo>
                <a:lnTo>
                  <a:pt x="699" y="0"/>
                </a:lnTo>
                <a:lnTo>
                  <a:pt x="699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54" name=""/>
          <p:cNvSpPr/>
          <p:nvPr/>
        </p:nvSpPr>
        <p:spPr>
          <a:xfrm>
            <a:off x="10295640" y="3296520"/>
            <a:ext cx="252000" cy="279720"/>
          </a:xfrm>
          <a:custGeom>
            <a:avLst/>
            <a:gdLst/>
            <a:ahLst/>
            <a:rect l="0" t="0" r="r" b="b"/>
            <a:pathLst>
              <a:path w="700" h="777">
                <a:moveTo>
                  <a:pt x="0" y="0"/>
                </a:moveTo>
                <a:lnTo>
                  <a:pt x="700" y="0"/>
                </a:lnTo>
                <a:lnTo>
                  <a:pt x="700" y="777"/>
                </a:lnTo>
                <a:lnTo>
                  <a:pt x="0" y="777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7560">
            <a:solidFill>
              <a:srgbClr val="ffffff"/>
            </a:solidFill>
            <a:miter/>
          </a:ln>
        </p:spPr>
      </p:sp>
      <p:sp>
        <p:nvSpPr>
          <p:cNvPr id="455" name=""/>
          <p:cNvSpPr txBox="1"/>
          <p:nvPr/>
        </p:nvSpPr>
        <p:spPr>
          <a:xfrm>
            <a:off x="109440" y="5050080"/>
            <a:ext cx="531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RNA-post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56" name=""/>
          <p:cNvSpPr txBox="1"/>
          <p:nvPr/>
        </p:nvSpPr>
        <p:spPr>
          <a:xfrm>
            <a:off x="92520" y="3361680"/>
            <a:ext cx="592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response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57" name="TextBox 456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S1 — Cohort QC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0627200" cy="5758920"/>
          </a:xfrm>
          <a:custGeom>
            <a:avLst/>
            <a:gdLst/>
            <a:ahLst/>
            <a:rect l="0" t="0" r="r" b="b"/>
            <a:pathLst>
              <a:path w="29520" h="15997">
                <a:moveTo>
                  <a:pt x="0" y="15997"/>
                </a:moveTo>
                <a:lnTo>
                  <a:pt x="29520" y="15997"/>
                </a:lnTo>
                <a:lnTo>
                  <a:pt x="29520" y="0"/>
                </a:lnTo>
                <a:lnTo>
                  <a:pt x="0" y="0"/>
                </a:lnTo>
                <a:lnTo>
                  <a:pt x="0" y="1599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614160" y="371520"/>
            <a:ext cx="9921600" cy="1933200"/>
          </a:xfrm>
          <a:custGeom>
            <a:avLst/>
            <a:gdLst/>
            <a:ahLst/>
            <a:rect l="0" t="0" r="r" b="b"/>
            <a:pathLst>
              <a:path w="27560" h="5370">
                <a:moveTo>
                  <a:pt x="0" y="5370"/>
                </a:moveTo>
                <a:lnTo>
                  <a:pt x="27560" y="5370"/>
                </a:lnTo>
                <a:lnTo>
                  <a:pt x="27560" y="0"/>
                </a:lnTo>
                <a:lnTo>
                  <a:pt x="0" y="0"/>
                </a:lnTo>
                <a:lnTo>
                  <a:pt x="0" y="537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14984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14984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3341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3341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 rot="16200000">
            <a:off x="102132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5184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5184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 rot="16200000">
            <a:off x="120996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17031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17031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 rot="16200000">
            <a:off x="139752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21-P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18874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18874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 rot="16200000">
            <a:off x="157428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5-PO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0718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20718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 rot="16200000">
            <a:off x="176616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22561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22561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 rot="16200000">
            <a:off x="1914480" y="2475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10-PR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44044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244044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 rot="16200000">
            <a:off x="2094480" y="247968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10-PO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26247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>
            <a:off x="26247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 rot="16200000">
            <a:off x="2278800" y="247968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11-PO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28090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>
            <a:off x="28090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 txBox="1"/>
          <p:nvPr/>
        </p:nvSpPr>
        <p:spPr>
          <a:xfrm rot="16200000">
            <a:off x="2467800" y="2475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11-PR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29937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>
            <a:off x="29937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 txBox="1"/>
          <p:nvPr/>
        </p:nvSpPr>
        <p:spPr>
          <a:xfrm rot="16200000">
            <a:off x="2647800" y="247968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12-PO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31780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" name=""/>
          <p:cNvSpPr/>
          <p:nvPr/>
        </p:nvSpPr>
        <p:spPr>
          <a:xfrm>
            <a:off x="31780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 txBox="1"/>
          <p:nvPr/>
        </p:nvSpPr>
        <p:spPr>
          <a:xfrm rot="16200000">
            <a:off x="2836440" y="2475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12-PR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33624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" name=""/>
          <p:cNvSpPr/>
          <p:nvPr/>
        </p:nvSpPr>
        <p:spPr>
          <a:xfrm>
            <a:off x="33624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 txBox="1"/>
          <p:nvPr/>
        </p:nvSpPr>
        <p:spPr>
          <a:xfrm rot="16200000">
            <a:off x="3016440" y="247968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13-PO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35467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" name=""/>
          <p:cNvSpPr/>
          <p:nvPr/>
        </p:nvSpPr>
        <p:spPr>
          <a:xfrm>
            <a:off x="35467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 txBox="1"/>
          <p:nvPr/>
        </p:nvSpPr>
        <p:spPr>
          <a:xfrm rot="16200000">
            <a:off x="3205080" y="2475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13-PR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373104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" name=""/>
          <p:cNvSpPr/>
          <p:nvPr/>
        </p:nvSpPr>
        <p:spPr>
          <a:xfrm>
            <a:off x="373104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 txBox="1"/>
          <p:nvPr/>
        </p:nvSpPr>
        <p:spPr>
          <a:xfrm rot="16200000">
            <a:off x="342540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39153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" name=""/>
          <p:cNvSpPr/>
          <p:nvPr/>
        </p:nvSpPr>
        <p:spPr>
          <a:xfrm>
            <a:off x="39153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 txBox="1"/>
          <p:nvPr/>
        </p:nvSpPr>
        <p:spPr>
          <a:xfrm rot="16200000">
            <a:off x="360972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18-P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40996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" name=""/>
          <p:cNvSpPr/>
          <p:nvPr/>
        </p:nvSpPr>
        <p:spPr>
          <a:xfrm>
            <a:off x="40996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 txBox="1"/>
          <p:nvPr/>
        </p:nvSpPr>
        <p:spPr>
          <a:xfrm rot="16200000">
            <a:off x="379440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19-P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42843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9" name=""/>
          <p:cNvSpPr/>
          <p:nvPr/>
        </p:nvSpPr>
        <p:spPr>
          <a:xfrm>
            <a:off x="42843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 txBox="1"/>
          <p:nvPr/>
        </p:nvSpPr>
        <p:spPr>
          <a:xfrm rot="16200000">
            <a:off x="397872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22-P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44686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2" name=""/>
          <p:cNvSpPr/>
          <p:nvPr/>
        </p:nvSpPr>
        <p:spPr>
          <a:xfrm>
            <a:off x="44686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" name=""/>
          <p:cNvSpPr txBox="1"/>
          <p:nvPr/>
        </p:nvSpPr>
        <p:spPr>
          <a:xfrm rot="16200000">
            <a:off x="416304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26-P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46530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5" name=""/>
          <p:cNvSpPr/>
          <p:nvPr/>
        </p:nvSpPr>
        <p:spPr>
          <a:xfrm>
            <a:off x="46530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 txBox="1"/>
          <p:nvPr/>
        </p:nvSpPr>
        <p:spPr>
          <a:xfrm rot="16200000">
            <a:off x="434736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32-P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48373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8" name=""/>
          <p:cNvSpPr/>
          <p:nvPr/>
        </p:nvSpPr>
        <p:spPr>
          <a:xfrm>
            <a:off x="48373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 txBox="1"/>
          <p:nvPr/>
        </p:nvSpPr>
        <p:spPr>
          <a:xfrm rot="16200000">
            <a:off x="453168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33-P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502164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>
            <a:off x="502164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 rot="16200000">
            <a:off x="471600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34-P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52059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>
            <a:off x="52059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 rot="16200000">
            <a:off x="489708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5-PR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53902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53902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 rot="16200000">
            <a:off x="508176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7-PR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55746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55746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 rot="16200000">
            <a:off x="526176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7-PO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57592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57592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 rot="16200000">
            <a:off x="544608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59436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>
            <a:off x="59436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 rot="16200000">
            <a:off x="563796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27-P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61279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>
            <a:off x="61279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 rot="16200000">
            <a:off x="582228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20-P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631224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>
            <a:off x="631224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 rot="16200000">
            <a:off x="599904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64965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>
            <a:off x="64965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 rot="16200000">
            <a:off x="618336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9-PO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66808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>
            <a:off x="66808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 rot="16200000">
            <a:off x="637200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68652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>
            <a:off x="68652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 rot="16200000">
            <a:off x="6519600" y="247968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14-PO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70498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>
            <a:off x="70498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 rot="16200000">
            <a:off x="6708240" y="247500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14-PR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72342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>
            <a:off x="72342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 rot="16200000">
            <a:off x="692856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16-P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74185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>
            <a:off x="74185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 txBox="1"/>
          <p:nvPr/>
        </p:nvSpPr>
        <p:spPr>
          <a:xfrm rot="16200000">
            <a:off x="711288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17-P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760284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>
            <a:off x="760284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 txBox="1"/>
          <p:nvPr/>
        </p:nvSpPr>
        <p:spPr>
          <a:xfrm rot="16200000">
            <a:off x="729720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24-P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77871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6" name=""/>
          <p:cNvSpPr/>
          <p:nvPr/>
        </p:nvSpPr>
        <p:spPr>
          <a:xfrm>
            <a:off x="77871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 txBox="1"/>
          <p:nvPr/>
        </p:nvSpPr>
        <p:spPr>
          <a:xfrm rot="16200000">
            <a:off x="748152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79714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>
            <a:off x="79714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 txBox="1"/>
          <p:nvPr/>
        </p:nvSpPr>
        <p:spPr>
          <a:xfrm rot="16200000">
            <a:off x="766584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28-P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81558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>
            <a:off x="81558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 txBox="1"/>
          <p:nvPr/>
        </p:nvSpPr>
        <p:spPr>
          <a:xfrm rot="16200000">
            <a:off x="785052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29-P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83401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>
            <a:off x="83401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 rot="16200000">
            <a:off x="803160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85248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>
            <a:off x="85248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 rot="16200000">
            <a:off x="821916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30-P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87091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>
            <a:off x="87091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 rot="16200000">
            <a:off x="840348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31-P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889344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>
            <a:off x="889344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 rot="16200000">
            <a:off x="858024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4-PO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907776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>
            <a:off x="907776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 txBox="1"/>
          <p:nvPr/>
        </p:nvSpPr>
        <p:spPr>
          <a:xfrm rot="16200000">
            <a:off x="876888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4-PR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926208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>
            <a:off x="926208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 rot="16200000">
            <a:off x="894888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6-PO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94464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>
            <a:off x="94464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 txBox="1"/>
          <p:nvPr/>
        </p:nvSpPr>
        <p:spPr>
          <a:xfrm rot="16200000">
            <a:off x="913752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6-PR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96307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>
            <a:off x="96307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 txBox="1"/>
          <p:nvPr/>
        </p:nvSpPr>
        <p:spPr>
          <a:xfrm rot="16200000">
            <a:off x="9317880" y="244800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8-PO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981540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9" name=""/>
          <p:cNvSpPr/>
          <p:nvPr/>
        </p:nvSpPr>
        <p:spPr>
          <a:xfrm>
            <a:off x="981540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 txBox="1"/>
          <p:nvPr/>
        </p:nvSpPr>
        <p:spPr>
          <a:xfrm rot="16200000">
            <a:off x="950652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8-PR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9999720" y="23043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2" name=""/>
          <p:cNvSpPr/>
          <p:nvPr/>
        </p:nvSpPr>
        <p:spPr>
          <a:xfrm>
            <a:off x="9999720" y="23043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 txBox="1"/>
          <p:nvPr/>
        </p:nvSpPr>
        <p:spPr>
          <a:xfrm rot="16200000">
            <a:off x="9690840" y="244296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9-PR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576000" y="2304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5" name=""/>
          <p:cNvSpPr/>
          <p:nvPr/>
        </p:nvSpPr>
        <p:spPr>
          <a:xfrm flipH="1">
            <a:off x="576000" y="2304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 txBox="1"/>
          <p:nvPr/>
        </p:nvSpPr>
        <p:spPr>
          <a:xfrm rot="16200000">
            <a:off x="9878400" y="244008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23-P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576000" y="1925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8" name=""/>
          <p:cNvSpPr/>
          <p:nvPr/>
        </p:nvSpPr>
        <p:spPr>
          <a:xfrm flipH="1">
            <a:off x="576000" y="1925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9" name=""/>
          <p:cNvSpPr txBox="1"/>
          <p:nvPr/>
        </p:nvSpPr>
        <p:spPr>
          <a:xfrm>
            <a:off x="370080" y="2248920"/>
            <a:ext cx="163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576000" y="1546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1" name=""/>
          <p:cNvSpPr/>
          <p:nvPr/>
        </p:nvSpPr>
        <p:spPr>
          <a:xfrm flipH="1">
            <a:off x="576000" y="1546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 txBox="1"/>
          <p:nvPr/>
        </p:nvSpPr>
        <p:spPr>
          <a:xfrm>
            <a:off x="370080" y="1869840"/>
            <a:ext cx="163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576000" y="1167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 flipH="1">
            <a:off x="576000" y="1167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5" name=""/>
          <p:cNvSpPr txBox="1"/>
          <p:nvPr/>
        </p:nvSpPr>
        <p:spPr>
          <a:xfrm>
            <a:off x="370080" y="1490760"/>
            <a:ext cx="163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576000" y="788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7" name=""/>
          <p:cNvSpPr/>
          <p:nvPr/>
        </p:nvSpPr>
        <p:spPr>
          <a:xfrm flipH="1">
            <a:off x="576000" y="788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 txBox="1"/>
          <p:nvPr/>
        </p:nvSpPr>
        <p:spPr>
          <a:xfrm>
            <a:off x="370080" y="1111680"/>
            <a:ext cx="163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576000" y="409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 flipH="1">
            <a:off x="576000" y="409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 txBox="1"/>
          <p:nvPr/>
        </p:nvSpPr>
        <p:spPr>
          <a:xfrm>
            <a:off x="370080" y="732960"/>
            <a:ext cx="163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2" name=""/>
          <p:cNvSpPr txBox="1"/>
          <p:nvPr/>
        </p:nvSpPr>
        <p:spPr>
          <a:xfrm>
            <a:off x="370080" y="353880"/>
            <a:ext cx="163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1065240" y="1816920"/>
            <a:ext cx="169920" cy="487800"/>
          </a:xfrm>
          <a:custGeom>
            <a:avLst/>
            <a:gdLst/>
            <a:ahLst/>
            <a:rect l="0" t="0" r="r" b="b"/>
            <a:pathLst>
              <a:path w="472" h="1355">
                <a:moveTo>
                  <a:pt x="0" y="1355"/>
                </a:moveTo>
                <a:lnTo>
                  <a:pt x="472" y="1355"/>
                </a:lnTo>
                <a:lnTo>
                  <a:pt x="472" y="0"/>
                </a:lnTo>
                <a:lnTo>
                  <a:pt x="0" y="0"/>
                </a:lnTo>
                <a:lnTo>
                  <a:pt x="0" y="1355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04" name=""/>
          <p:cNvSpPr/>
          <p:nvPr/>
        </p:nvSpPr>
        <p:spPr>
          <a:xfrm>
            <a:off x="1249560" y="1748520"/>
            <a:ext cx="169920" cy="556200"/>
          </a:xfrm>
          <a:custGeom>
            <a:avLst/>
            <a:gdLst/>
            <a:ahLst/>
            <a:rect l="0" t="0" r="r" b="b"/>
            <a:pathLst>
              <a:path w="472" h="1545">
                <a:moveTo>
                  <a:pt x="0" y="1545"/>
                </a:moveTo>
                <a:lnTo>
                  <a:pt x="472" y="1545"/>
                </a:lnTo>
                <a:lnTo>
                  <a:pt x="472" y="0"/>
                </a:lnTo>
                <a:lnTo>
                  <a:pt x="0" y="0"/>
                </a:lnTo>
                <a:lnTo>
                  <a:pt x="0" y="1545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05" name=""/>
          <p:cNvSpPr/>
          <p:nvPr/>
        </p:nvSpPr>
        <p:spPr>
          <a:xfrm>
            <a:off x="1433880" y="1559520"/>
            <a:ext cx="169920" cy="745200"/>
          </a:xfrm>
          <a:custGeom>
            <a:avLst/>
            <a:gdLst/>
            <a:ahLst/>
            <a:rect l="0" t="0" r="r" b="b"/>
            <a:pathLst>
              <a:path w="472" h="2070">
                <a:moveTo>
                  <a:pt x="0" y="2070"/>
                </a:moveTo>
                <a:lnTo>
                  <a:pt x="472" y="2070"/>
                </a:lnTo>
                <a:lnTo>
                  <a:pt x="472" y="0"/>
                </a:lnTo>
                <a:lnTo>
                  <a:pt x="0" y="0"/>
                </a:lnTo>
                <a:lnTo>
                  <a:pt x="0" y="207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06" name=""/>
          <p:cNvSpPr/>
          <p:nvPr/>
        </p:nvSpPr>
        <p:spPr>
          <a:xfrm>
            <a:off x="1618200" y="1871280"/>
            <a:ext cx="169920" cy="433440"/>
          </a:xfrm>
          <a:custGeom>
            <a:avLst/>
            <a:gdLst/>
            <a:ahLst/>
            <a:rect l="0" t="0" r="r" b="b"/>
            <a:pathLst>
              <a:path w="472" h="1204">
                <a:moveTo>
                  <a:pt x="0" y="1204"/>
                </a:moveTo>
                <a:lnTo>
                  <a:pt x="472" y="1204"/>
                </a:lnTo>
                <a:lnTo>
                  <a:pt x="472" y="0"/>
                </a:lnTo>
                <a:lnTo>
                  <a:pt x="0" y="0"/>
                </a:lnTo>
                <a:lnTo>
                  <a:pt x="0" y="1204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07" name=""/>
          <p:cNvSpPr/>
          <p:nvPr/>
        </p:nvSpPr>
        <p:spPr>
          <a:xfrm>
            <a:off x="1802520" y="1753200"/>
            <a:ext cx="169920" cy="551520"/>
          </a:xfrm>
          <a:custGeom>
            <a:avLst/>
            <a:gdLst/>
            <a:ahLst/>
            <a:rect l="0" t="0" r="r" b="b"/>
            <a:pathLst>
              <a:path w="472" h="1532">
                <a:moveTo>
                  <a:pt x="0" y="1532"/>
                </a:moveTo>
                <a:lnTo>
                  <a:pt x="472" y="1532"/>
                </a:lnTo>
                <a:lnTo>
                  <a:pt x="472" y="0"/>
                </a:lnTo>
                <a:lnTo>
                  <a:pt x="0" y="0"/>
                </a:lnTo>
                <a:lnTo>
                  <a:pt x="0" y="1532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08" name=""/>
          <p:cNvSpPr/>
          <p:nvPr/>
        </p:nvSpPr>
        <p:spPr>
          <a:xfrm>
            <a:off x="1986840" y="1760400"/>
            <a:ext cx="169920" cy="544320"/>
          </a:xfrm>
          <a:custGeom>
            <a:avLst/>
            <a:gdLst/>
            <a:ahLst/>
            <a:rect l="0" t="0" r="r" b="b"/>
            <a:pathLst>
              <a:path w="472" h="1512">
                <a:moveTo>
                  <a:pt x="0" y="1512"/>
                </a:moveTo>
                <a:lnTo>
                  <a:pt x="472" y="1512"/>
                </a:lnTo>
                <a:lnTo>
                  <a:pt x="472" y="0"/>
                </a:lnTo>
                <a:lnTo>
                  <a:pt x="0" y="0"/>
                </a:lnTo>
                <a:lnTo>
                  <a:pt x="0" y="1512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09" name=""/>
          <p:cNvSpPr/>
          <p:nvPr/>
        </p:nvSpPr>
        <p:spPr>
          <a:xfrm>
            <a:off x="2171160" y="1569600"/>
            <a:ext cx="170280" cy="735120"/>
          </a:xfrm>
          <a:custGeom>
            <a:avLst/>
            <a:gdLst/>
            <a:ahLst/>
            <a:rect l="0" t="0" r="r" b="b"/>
            <a:pathLst>
              <a:path w="473" h="2042">
                <a:moveTo>
                  <a:pt x="0" y="2042"/>
                </a:moveTo>
                <a:lnTo>
                  <a:pt x="473" y="2042"/>
                </a:lnTo>
                <a:lnTo>
                  <a:pt x="473" y="0"/>
                </a:lnTo>
                <a:lnTo>
                  <a:pt x="0" y="0"/>
                </a:lnTo>
                <a:lnTo>
                  <a:pt x="0" y="2042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0" name=""/>
          <p:cNvSpPr/>
          <p:nvPr/>
        </p:nvSpPr>
        <p:spPr>
          <a:xfrm>
            <a:off x="2355840" y="1656720"/>
            <a:ext cx="169920" cy="648000"/>
          </a:xfrm>
          <a:custGeom>
            <a:avLst/>
            <a:gdLst/>
            <a:ahLst/>
            <a:rect l="0" t="0" r="r" b="b"/>
            <a:pathLst>
              <a:path w="472" h="1800">
                <a:moveTo>
                  <a:pt x="0" y="1800"/>
                </a:moveTo>
                <a:lnTo>
                  <a:pt x="472" y="1800"/>
                </a:lnTo>
                <a:lnTo>
                  <a:pt x="472" y="0"/>
                </a:lnTo>
                <a:lnTo>
                  <a:pt x="0" y="0"/>
                </a:lnTo>
                <a:lnTo>
                  <a:pt x="0" y="180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1" name=""/>
          <p:cNvSpPr/>
          <p:nvPr/>
        </p:nvSpPr>
        <p:spPr>
          <a:xfrm>
            <a:off x="2540160" y="1778040"/>
            <a:ext cx="169920" cy="526680"/>
          </a:xfrm>
          <a:custGeom>
            <a:avLst/>
            <a:gdLst/>
            <a:ahLst/>
            <a:rect l="0" t="0" r="r" b="b"/>
            <a:pathLst>
              <a:path w="472" h="1463">
                <a:moveTo>
                  <a:pt x="0" y="1463"/>
                </a:moveTo>
                <a:lnTo>
                  <a:pt x="472" y="1463"/>
                </a:lnTo>
                <a:lnTo>
                  <a:pt x="472" y="0"/>
                </a:lnTo>
                <a:lnTo>
                  <a:pt x="0" y="0"/>
                </a:lnTo>
                <a:lnTo>
                  <a:pt x="0" y="1463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2" name=""/>
          <p:cNvSpPr/>
          <p:nvPr/>
        </p:nvSpPr>
        <p:spPr>
          <a:xfrm>
            <a:off x="2724480" y="1504800"/>
            <a:ext cx="169920" cy="799920"/>
          </a:xfrm>
          <a:custGeom>
            <a:avLst/>
            <a:gdLst/>
            <a:ahLst/>
            <a:rect l="0" t="0" r="r" b="b"/>
            <a:pathLst>
              <a:path w="472" h="2222">
                <a:moveTo>
                  <a:pt x="0" y="2222"/>
                </a:moveTo>
                <a:lnTo>
                  <a:pt x="472" y="2222"/>
                </a:lnTo>
                <a:lnTo>
                  <a:pt x="472" y="0"/>
                </a:lnTo>
                <a:lnTo>
                  <a:pt x="0" y="0"/>
                </a:lnTo>
                <a:lnTo>
                  <a:pt x="0" y="2222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3" name=""/>
          <p:cNvSpPr/>
          <p:nvPr/>
        </p:nvSpPr>
        <p:spPr>
          <a:xfrm>
            <a:off x="2908800" y="1482120"/>
            <a:ext cx="169920" cy="822600"/>
          </a:xfrm>
          <a:custGeom>
            <a:avLst/>
            <a:gdLst/>
            <a:ahLst/>
            <a:rect l="0" t="0" r="r" b="b"/>
            <a:pathLst>
              <a:path w="472" h="2285">
                <a:moveTo>
                  <a:pt x="0" y="2285"/>
                </a:moveTo>
                <a:lnTo>
                  <a:pt x="472" y="2285"/>
                </a:lnTo>
                <a:lnTo>
                  <a:pt x="472" y="0"/>
                </a:lnTo>
                <a:lnTo>
                  <a:pt x="0" y="0"/>
                </a:lnTo>
                <a:lnTo>
                  <a:pt x="0" y="2285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4" name=""/>
          <p:cNvSpPr/>
          <p:nvPr/>
        </p:nvSpPr>
        <p:spPr>
          <a:xfrm>
            <a:off x="3093120" y="1393920"/>
            <a:ext cx="169920" cy="910800"/>
          </a:xfrm>
          <a:custGeom>
            <a:avLst/>
            <a:gdLst/>
            <a:ahLst/>
            <a:rect l="0" t="0" r="r" b="b"/>
            <a:pathLst>
              <a:path w="472" h="2530">
                <a:moveTo>
                  <a:pt x="0" y="2530"/>
                </a:moveTo>
                <a:lnTo>
                  <a:pt x="472" y="2530"/>
                </a:lnTo>
                <a:lnTo>
                  <a:pt x="472" y="0"/>
                </a:lnTo>
                <a:lnTo>
                  <a:pt x="0" y="0"/>
                </a:lnTo>
                <a:lnTo>
                  <a:pt x="0" y="253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5" name=""/>
          <p:cNvSpPr/>
          <p:nvPr/>
        </p:nvSpPr>
        <p:spPr>
          <a:xfrm>
            <a:off x="3277440" y="1428120"/>
            <a:ext cx="169920" cy="876600"/>
          </a:xfrm>
          <a:custGeom>
            <a:avLst/>
            <a:gdLst/>
            <a:ahLst/>
            <a:rect l="0" t="0" r="r" b="b"/>
            <a:pathLst>
              <a:path w="472" h="2435">
                <a:moveTo>
                  <a:pt x="0" y="2435"/>
                </a:moveTo>
                <a:lnTo>
                  <a:pt x="472" y="2435"/>
                </a:lnTo>
                <a:lnTo>
                  <a:pt x="472" y="0"/>
                </a:lnTo>
                <a:lnTo>
                  <a:pt x="0" y="0"/>
                </a:lnTo>
                <a:lnTo>
                  <a:pt x="0" y="2435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6" name=""/>
          <p:cNvSpPr/>
          <p:nvPr/>
        </p:nvSpPr>
        <p:spPr>
          <a:xfrm>
            <a:off x="3461760" y="665640"/>
            <a:ext cx="170280" cy="1639080"/>
          </a:xfrm>
          <a:custGeom>
            <a:avLst/>
            <a:gdLst/>
            <a:ahLst/>
            <a:rect l="0" t="0" r="r" b="b"/>
            <a:pathLst>
              <a:path w="473" h="4553">
                <a:moveTo>
                  <a:pt x="0" y="4553"/>
                </a:moveTo>
                <a:lnTo>
                  <a:pt x="473" y="4553"/>
                </a:lnTo>
                <a:lnTo>
                  <a:pt x="473" y="0"/>
                </a:lnTo>
                <a:lnTo>
                  <a:pt x="0" y="0"/>
                </a:lnTo>
                <a:lnTo>
                  <a:pt x="0" y="4553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7" name=""/>
          <p:cNvSpPr/>
          <p:nvPr/>
        </p:nvSpPr>
        <p:spPr>
          <a:xfrm>
            <a:off x="3646440" y="1424880"/>
            <a:ext cx="169920" cy="879840"/>
          </a:xfrm>
          <a:custGeom>
            <a:avLst/>
            <a:gdLst/>
            <a:ahLst/>
            <a:rect l="0" t="0" r="r" b="b"/>
            <a:pathLst>
              <a:path w="472" h="2444">
                <a:moveTo>
                  <a:pt x="0" y="2444"/>
                </a:moveTo>
                <a:lnTo>
                  <a:pt x="472" y="2444"/>
                </a:lnTo>
                <a:lnTo>
                  <a:pt x="472" y="0"/>
                </a:lnTo>
                <a:lnTo>
                  <a:pt x="0" y="0"/>
                </a:lnTo>
                <a:lnTo>
                  <a:pt x="0" y="2444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8" name=""/>
          <p:cNvSpPr/>
          <p:nvPr/>
        </p:nvSpPr>
        <p:spPr>
          <a:xfrm>
            <a:off x="3830760" y="590040"/>
            <a:ext cx="169920" cy="1714680"/>
          </a:xfrm>
          <a:custGeom>
            <a:avLst/>
            <a:gdLst/>
            <a:ahLst/>
            <a:rect l="0" t="0" r="r" b="b"/>
            <a:pathLst>
              <a:path w="472" h="4763">
                <a:moveTo>
                  <a:pt x="0" y="4763"/>
                </a:moveTo>
                <a:lnTo>
                  <a:pt x="472" y="4763"/>
                </a:lnTo>
                <a:lnTo>
                  <a:pt x="472" y="0"/>
                </a:lnTo>
                <a:lnTo>
                  <a:pt x="0" y="0"/>
                </a:lnTo>
                <a:lnTo>
                  <a:pt x="0" y="4763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19" name=""/>
          <p:cNvSpPr/>
          <p:nvPr/>
        </p:nvSpPr>
        <p:spPr>
          <a:xfrm>
            <a:off x="4015080" y="1519560"/>
            <a:ext cx="169920" cy="785160"/>
          </a:xfrm>
          <a:custGeom>
            <a:avLst/>
            <a:gdLst/>
            <a:ahLst/>
            <a:rect l="0" t="0" r="r" b="b"/>
            <a:pathLst>
              <a:path w="472" h="2181">
                <a:moveTo>
                  <a:pt x="0" y="2181"/>
                </a:moveTo>
                <a:lnTo>
                  <a:pt x="472" y="2181"/>
                </a:lnTo>
                <a:lnTo>
                  <a:pt x="472" y="0"/>
                </a:lnTo>
                <a:lnTo>
                  <a:pt x="0" y="0"/>
                </a:lnTo>
                <a:lnTo>
                  <a:pt x="0" y="2181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0" name=""/>
          <p:cNvSpPr/>
          <p:nvPr/>
        </p:nvSpPr>
        <p:spPr>
          <a:xfrm>
            <a:off x="4199400" y="1486080"/>
            <a:ext cx="169920" cy="818640"/>
          </a:xfrm>
          <a:custGeom>
            <a:avLst/>
            <a:gdLst/>
            <a:ahLst/>
            <a:rect l="0" t="0" r="r" b="b"/>
            <a:pathLst>
              <a:path w="472" h="2274">
                <a:moveTo>
                  <a:pt x="0" y="2274"/>
                </a:moveTo>
                <a:lnTo>
                  <a:pt x="472" y="2274"/>
                </a:lnTo>
                <a:lnTo>
                  <a:pt x="472" y="0"/>
                </a:lnTo>
                <a:lnTo>
                  <a:pt x="0" y="0"/>
                </a:lnTo>
                <a:lnTo>
                  <a:pt x="0" y="2274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1" name=""/>
          <p:cNvSpPr/>
          <p:nvPr/>
        </p:nvSpPr>
        <p:spPr>
          <a:xfrm>
            <a:off x="4383720" y="1604520"/>
            <a:ext cx="169920" cy="700200"/>
          </a:xfrm>
          <a:custGeom>
            <a:avLst/>
            <a:gdLst/>
            <a:ahLst/>
            <a:rect l="0" t="0" r="r" b="b"/>
            <a:pathLst>
              <a:path w="472" h="1945">
                <a:moveTo>
                  <a:pt x="0" y="1945"/>
                </a:moveTo>
                <a:lnTo>
                  <a:pt x="472" y="1945"/>
                </a:lnTo>
                <a:lnTo>
                  <a:pt x="472" y="0"/>
                </a:lnTo>
                <a:lnTo>
                  <a:pt x="0" y="0"/>
                </a:lnTo>
                <a:lnTo>
                  <a:pt x="0" y="1945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2" name=""/>
          <p:cNvSpPr/>
          <p:nvPr/>
        </p:nvSpPr>
        <p:spPr>
          <a:xfrm>
            <a:off x="4568040" y="1283040"/>
            <a:ext cx="169920" cy="1021680"/>
          </a:xfrm>
          <a:custGeom>
            <a:avLst/>
            <a:gdLst/>
            <a:ahLst/>
            <a:rect l="0" t="0" r="r" b="b"/>
            <a:pathLst>
              <a:path w="472" h="2838">
                <a:moveTo>
                  <a:pt x="0" y="2838"/>
                </a:moveTo>
                <a:lnTo>
                  <a:pt x="472" y="2838"/>
                </a:lnTo>
                <a:lnTo>
                  <a:pt x="472" y="0"/>
                </a:lnTo>
                <a:lnTo>
                  <a:pt x="0" y="0"/>
                </a:lnTo>
                <a:lnTo>
                  <a:pt x="0" y="2838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3" name=""/>
          <p:cNvSpPr/>
          <p:nvPr/>
        </p:nvSpPr>
        <p:spPr>
          <a:xfrm>
            <a:off x="4752360" y="1622160"/>
            <a:ext cx="169920" cy="682560"/>
          </a:xfrm>
          <a:custGeom>
            <a:avLst/>
            <a:gdLst/>
            <a:ahLst/>
            <a:rect l="0" t="0" r="r" b="b"/>
            <a:pathLst>
              <a:path w="472" h="1896">
                <a:moveTo>
                  <a:pt x="0" y="1896"/>
                </a:moveTo>
                <a:lnTo>
                  <a:pt x="472" y="1896"/>
                </a:lnTo>
                <a:lnTo>
                  <a:pt x="472" y="0"/>
                </a:lnTo>
                <a:lnTo>
                  <a:pt x="0" y="0"/>
                </a:lnTo>
                <a:lnTo>
                  <a:pt x="0" y="1896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4" name=""/>
          <p:cNvSpPr/>
          <p:nvPr/>
        </p:nvSpPr>
        <p:spPr>
          <a:xfrm>
            <a:off x="4936680" y="1642320"/>
            <a:ext cx="170280" cy="662400"/>
          </a:xfrm>
          <a:custGeom>
            <a:avLst/>
            <a:gdLst/>
            <a:ahLst/>
            <a:rect l="0" t="0" r="r" b="b"/>
            <a:pathLst>
              <a:path w="473" h="1840">
                <a:moveTo>
                  <a:pt x="0" y="1840"/>
                </a:moveTo>
                <a:lnTo>
                  <a:pt x="473" y="1840"/>
                </a:lnTo>
                <a:lnTo>
                  <a:pt x="473" y="0"/>
                </a:lnTo>
                <a:lnTo>
                  <a:pt x="0" y="0"/>
                </a:lnTo>
                <a:lnTo>
                  <a:pt x="0" y="184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5" name=""/>
          <p:cNvSpPr/>
          <p:nvPr/>
        </p:nvSpPr>
        <p:spPr>
          <a:xfrm>
            <a:off x="5121360" y="1752840"/>
            <a:ext cx="169920" cy="551880"/>
          </a:xfrm>
          <a:custGeom>
            <a:avLst/>
            <a:gdLst/>
            <a:ahLst/>
            <a:rect l="0" t="0" r="r" b="b"/>
            <a:pathLst>
              <a:path w="472" h="1533">
                <a:moveTo>
                  <a:pt x="0" y="1533"/>
                </a:moveTo>
                <a:lnTo>
                  <a:pt x="472" y="1533"/>
                </a:lnTo>
                <a:lnTo>
                  <a:pt x="472" y="0"/>
                </a:lnTo>
                <a:lnTo>
                  <a:pt x="0" y="0"/>
                </a:lnTo>
                <a:lnTo>
                  <a:pt x="0" y="1533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6" name=""/>
          <p:cNvSpPr/>
          <p:nvPr/>
        </p:nvSpPr>
        <p:spPr>
          <a:xfrm>
            <a:off x="5305680" y="2131920"/>
            <a:ext cx="169920" cy="172800"/>
          </a:xfrm>
          <a:custGeom>
            <a:avLst/>
            <a:gdLst/>
            <a:ahLst/>
            <a:rect l="0" t="0" r="r" b="b"/>
            <a:pathLst>
              <a:path w="472" h="480">
                <a:moveTo>
                  <a:pt x="0" y="480"/>
                </a:moveTo>
                <a:lnTo>
                  <a:pt x="472" y="480"/>
                </a:lnTo>
                <a:lnTo>
                  <a:pt x="472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7" name=""/>
          <p:cNvSpPr/>
          <p:nvPr/>
        </p:nvSpPr>
        <p:spPr>
          <a:xfrm>
            <a:off x="54900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8" name=""/>
          <p:cNvSpPr/>
          <p:nvPr/>
        </p:nvSpPr>
        <p:spPr>
          <a:xfrm>
            <a:off x="567432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29" name=""/>
          <p:cNvSpPr/>
          <p:nvPr/>
        </p:nvSpPr>
        <p:spPr>
          <a:xfrm>
            <a:off x="5858640" y="1842120"/>
            <a:ext cx="169920" cy="462600"/>
          </a:xfrm>
          <a:custGeom>
            <a:avLst/>
            <a:gdLst/>
            <a:ahLst/>
            <a:rect l="0" t="0" r="r" b="b"/>
            <a:pathLst>
              <a:path w="472" h="1285">
                <a:moveTo>
                  <a:pt x="0" y="1285"/>
                </a:moveTo>
                <a:lnTo>
                  <a:pt x="472" y="1285"/>
                </a:lnTo>
                <a:lnTo>
                  <a:pt x="472" y="0"/>
                </a:lnTo>
                <a:lnTo>
                  <a:pt x="0" y="0"/>
                </a:lnTo>
                <a:lnTo>
                  <a:pt x="0" y="1285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0" name=""/>
          <p:cNvSpPr/>
          <p:nvPr/>
        </p:nvSpPr>
        <p:spPr>
          <a:xfrm>
            <a:off x="6042960" y="1877760"/>
            <a:ext cx="169920" cy="426960"/>
          </a:xfrm>
          <a:custGeom>
            <a:avLst/>
            <a:gdLst/>
            <a:ahLst/>
            <a:rect l="0" t="0" r="r" b="b"/>
            <a:pathLst>
              <a:path w="472" h="1186">
                <a:moveTo>
                  <a:pt x="0" y="1186"/>
                </a:moveTo>
                <a:lnTo>
                  <a:pt x="472" y="1186"/>
                </a:lnTo>
                <a:lnTo>
                  <a:pt x="472" y="0"/>
                </a:lnTo>
                <a:lnTo>
                  <a:pt x="0" y="0"/>
                </a:lnTo>
                <a:lnTo>
                  <a:pt x="0" y="1186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1" name=""/>
          <p:cNvSpPr/>
          <p:nvPr/>
        </p:nvSpPr>
        <p:spPr>
          <a:xfrm>
            <a:off x="6227280" y="230436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2" name=""/>
          <p:cNvSpPr/>
          <p:nvPr/>
        </p:nvSpPr>
        <p:spPr>
          <a:xfrm>
            <a:off x="6411960" y="1928880"/>
            <a:ext cx="169920" cy="375840"/>
          </a:xfrm>
          <a:custGeom>
            <a:avLst/>
            <a:gdLst/>
            <a:ahLst/>
            <a:rect l="0" t="0" r="r" b="b"/>
            <a:pathLst>
              <a:path w="472" h="1044">
                <a:moveTo>
                  <a:pt x="0" y="1044"/>
                </a:moveTo>
                <a:lnTo>
                  <a:pt x="472" y="1044"/>
                </a:lnTo>
                <a:lnTo>
                  <a:pt x="472" y="0"/>
                </a:lnTo>
                <a:lnTo>
                  <a:pt x="0" y="0"/>
                </a:lnTo>
                <a:lnTo>
                  <a:pt x="0" y="1044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3" name=""/>
          <p:cNvSpPr/>
          <p:nvPr/>
        </p:nvSpPr>
        <p:spPr>
          <a:xfrm>
            <a:off x="6596280" y="1720800"/>
            <a:ext cx="169920" cy="583920"/>
          </a:xfrm>
          <a:custGeom>
            <a:avLst/>
            <a:gdLst/>
            <a:ahLst/>
            <a:rect l="0" t="0" r="r" b="b"/>
            <a:pathLst>
              <a:path w="472" h="1622">
                <a:moveTo>
                  <a:pt x="0" y="1622"/>
                </a:moveTo>
                <a:lnTo>
                  <a:pt x="472" y="1622"/>
                </a:lnTo>
                <a:lnTo>
                  <a:pt x="472" y="0"/>
                </a:lnTo>
                <a:lnTo>
                  <a:pt x="0" y="0"/>
                </a:lnTo>
                <a:lnTo>
                  <a:pt x="0" y="1622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4" name=""/>
          <p:cNvSpPr/>
          <p:nvPr/>
        </p:nvSpPr>
        <p:spPr>
          <a:xfrm>
            <a:off x="6780600" y="1694160"/>
            <a:ext cx="169920" cy="610560"/>
          </a:xfrm>
          <a:custGeom>
            <a:avLst/>
            <a:gdLst/>
            <a:ahLst/>
            <a:rect l="0" t="0" r="r" b="b"/>
            <a:pathLst>
              <a:path w="472" h="1696">
                <a:moveTo>
                  <a:pt x="0" y="1696"/>
                </a:moveTo>
                <a:lnTo>
                  <a:pt x="472" y="1696"/>
                </a:lnTo>
                <a:lnTo>
                  <a:pt x="472" y="0"/>
                </a:lnTo>
                <a:lnTo>
                  <a:pt x="0" y="0"/>
                </a:lnTo>
                <a:lnTo>
                  <a:pt x="0" y="1696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5" name=""/>
          <p:cNvSpPr/>
          <p:nvPr/>
        </p:nvSpPr>
        <p:spPr>
          <a:xfrm>
            <a:off x="6964920" y="1243800"/>
            <a:ext cx="169920" cy="1060920"/>
          </a:xfrm>
          <a:custGeom>
            <a:avLst/>
            <a:gdLst/>
            <a:ahLst/>
            <a:rect l="0" t="0" r="r" b="b"/>
            <a:pathLst>
              <a:path w="472" h="2947">
                <a:moveTo>
                  <a:pt x="0" y="2947"/>
                </a:moveTo>
                <a:lnTo>
                  <a:pt x="472" y="2947"/>
                </a:lnTo>
                <a:lnTo>
                  <a:pt x="472" y="0"/>
                </a:lnTo>
                <a:lnTo>
                  <a:pt x="0" y="0"/>
                </a:lnTo>
                <a:lnTo>
                  <a:pt x="0" y="2947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6" name=""/>
          <p:cNvSpPr/>
          <p:nvPr/>
        </p:nvSpPr>
        <p:spPr>
          <a:xfrm>
            <a:off x="7149240" y="1213560"/>
            <a:ext cx="169920" cy="1091160"/>
          </a:xfrm>
          <a:custGeom>
            <a:avLst/>
            <a:gdLst/>
            <a:ahLst/>
            <a:rect l="0" t="0" r="r" b="b"/>
            <a:pathLst>
              <a:path w="472" h="3031">
                <a:moveTo>
                  <a:pt x="0" y="3031"/>
                </a:moveTo>
                <a:lnTo>
                  <a:pt x="472" y="3031"/>
                </a:lnTo>
                <a:lnTo>
                  <a:pt x="472" y="0"/>
                </a:lnTo>
                <a:lnTo>
                  <a:pt x="0" y="0"/>
                </a:lnTo>
                <a:lnTo>
                  <a:pt x="0" y="3031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7" name=""/>
          <p:cNvSpPr/>
          <p:nvPr/>
        </p:nvSpPr>
        <p:spPr>
          <a:xfrm>
            <a:off x="7333560" y="1612440"/>
            <a:ext cx="169920" cy="692280"/>
          </a:xfrm>
          <a:custGeom>
            <a:avLst/>
            <a:gdLst/>
            <a:ahLst/>
            <a:rect l="0" t="0" r="r" b="b"/>
            <a:pathLst>
              <a:path w="472" h="1923">
                <a:moveTo>
                  <a:pt x="0" y="1923"/>
                </a:moveTo>
                <a:lnTo>
                  <a:pt x="472" y="1923"/>
                </a:lnTo>
                <a:lnTo>
                  <a:pt x="472" y="0"/>
                </a:lnTo>
                <a:lnTo>
                  <a:pt x="0" y="0"/>
                </a:lnTo>
                <a:lnTo>
                  <a:pt x="0" y="1923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8" name=""/>
          <p:cNvSpPr/>
          <p:nvPr/>
        </p:nvSpPr>
        <p:spPr>
          <a:xfrm>
            <a:off x="7517880" y="1544760"/>
            <a:ext cx="170280" cy="759960"/>
          </a:xfrm>
          <a:custGeom>
            <a:avLst/>
            <a:gdLst/>
            <a:ahLst/>
            <a:rect l="0" t="0" r="r" b="b"/>
            <a:pathLst>
              <a:path w="473" h="2111">
                <a:moveTo>
                  <a:pt x="0" y="2111"/>
                </a:moveTo>
                <a:lnTo>
                  <a:pt x="473" y="2111"/>
                </a:lnTo>
                <a:lnTo>
                  <a:pt x="473" y="0"/>
                </a:lnTo>
                <a:lnTo>
                  <a:pt x="0" y="0"/>
                </a:lnTo>
                <a:lnTo>
                  <a:pt x="0" y="2111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39" name=""/>
          <p:cNvSpPr/>
          <p:nvPr/>
        </p:nvSpPr>
        <p:spPr>
          <a:xfrm>
            <a:off x="7702200" y="1306800"/>
            <a:ext cx="170280" cy="997920"/>
          </a:xfrm>
          <a:custGeom>
            <a:avLst/>
            <a:gdLst/>
            <a:ahLst/>
            <a:rect l="0" t="0" r="r" b="b"/>
            <a:pathLst>
              <a:path w="473" h="2772">
                <a:moveTo>
                  <a:pt x="0" y="2772"/>
                </a:moveTo>
                <a:lnTo>
                  <a:pt x="473" y="2772"/>
                </a:lnTo>
                <a:lnTo>
                  <a:pt x="473" y="0"/>
                </a:lnTo>
                <a:lnTo>
                  <a:pt x="0" y="0"/>
                </a:lnTo>
                <a:lnTo>
                  <a:pt x="0" y="2772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0" name=""/>
          <p:cNvSpPr/>
          <p:nvPr/>
        </p:nvSpPr>
        <p:spPr>
          <a:xfrm>
            <a:off x="7886880" y="1604520"/>
            <a:ext cx="169920" cy="700200"/>
          </a:xfrm>
          <a:custGeom>
            <a:avLst/>
            <a:gdLst/>
            <a:ahLst/>
            <a:rect l="0" t="0" r="r" b="b"/>
            <a:pathLst>
              <a:path w="472" h="1945">
                <a:moveTo>
                  <a:pt x="0" y="1945"/>
                </a:moveTo>
                <a:lnTo>
                  <a:pt x="472" y="1945"/>
                </a:lnTo>
                <a:lnTo>
                  <a:pt x="472" y="0"/>
                </a:lnTo>
                <a:lnTo>
                  <a:pt x="0" y="0"/>
                </a:lnTo>
                <a:lnTo>
                  <a:pt x="0" y="1945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1" name=""/>
          <p:cNvSpPr/>
          <p:nvPr/>
        </p:nvSpPr>
        <p:spPr>
          <a:xfrm>
            <a:off x="8071200" y="1585800"/>
            <a:ext cx="169920" cy="718920"/>
          </a:xfrm>
          <a:custGeom>
            <a:avLst/>
            <a:gdLst/>
            <a:ahLst/>
            <a:rect l="0" t="0" r="r" b="b"/>
            <a:pathLst>
              <a:path w="472" h="1997">
                <a:moveTo>
                  <a:pt x="0" y="1997"/>
                </a:moveTo>
                <a:lnTo>
                  <a:pt x="472" y="1997"/>
                </a:lnTo>
                <a:lnTo>
                  <a:pt x="472" y="0"/>
                </a:lnTo>
                <a:lnTo>
                  <a:pt x="0" y="0"/>
                </a:lnTo>
                <a:lnTo>
                  <a:pt x="0" y="1997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2" name=""/>
          <p:cNvSpPr/>
          <p:nvPr/>
        </p:nvSpPr>
        <p:spPr>
          <a:xfrm>
            <a:off x="8255520" y="1291320"/>
            <a:ext cx="169920" cy="1013400"/>
          </a:xfrm>
          <a:custGeom>
            <a:avLst/>
            <a:gdLst/>
            <a:ahLst/>
            <a:rect l="0" t="0" r="r" b="b"/>
            <a:pathLst>
              <a:path w="472" h="2815">
                <a:moveTo>
                  <a:pt x="0" y="2815"/>
                </a:moveTo>
                <a:lnTo>
                  <a:pt x="472" y="2815"/>
                </a:lnTo>
                <a:lnTo>
                  <a:pt x="472" y="0"/>
                </a:lnTo>
                <a:lnTo>
                  <a:pt x="0" y="0"/>
                </a:lnTo>
                <a:lnTo>
                  <a:pt x="0" y="2815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3" name=""/>
          <p:cNvSpPr/>
          <p:nvPr/>
        </p:nvSpPr>
        <p:spPr>
          <a:xfrm>
            <a:off x="8439840" y="1621440"/>
            <a:ext cx="169920" cy="683280"/>
          </a:xfrm>
          <a:custGeom>
            <a:avLst/>
            <a:gdLst/>
            <a:ahLst/>
            <a:rect l="0" t="0" r="r" b="b"/>
            <a:pathLst>
              <a:path w="472" h="1898">
                <a:moveTo>
                  <a:pt x="0" y="1898"/>
                </a:moveTo>
                <a:lnTo>
                  <a:pt x="472" y="1898"/>
                </a:lnTo>
                <a:lnTo>
                  <a:pt x="472" y="0"/>
                </a:lnTo>
                <a:lnTo>
                  <a:pt x="0" y="0"/>
                </a:lnTo>
                <a:lnTo>
                  <a:pt x="0" y="1898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4" name=""/>
          <p:cNvSpPr/>
          <p:nvPr/>
        </p:nvSpPr>
        <p:spPr>
          <a:xfrm>
            <a:off x="8624160" y="1041120"/>
            <a:ext cx="169920" cy="1263600"/>
          </a:xfrm>
          <a:custGeom>
            <a:avLst/>
            <a:gdLst/>
            <a:ahLst/>
            <a:rect l="0" t="0" r="r" b="b"/>
            <a:pathLst>
              <a:path w="472" h="3510">
                <a:moveTo>
                  <a:pt x="0" y="3510"/>
                </a:moveTo>
                <a:lnTo>
                  <a:pt x="472" y="3510"/>
                </a:lnTo>
                <a:lnTo>
                  <a:pt x="472" y="0"/>
                </a:lnTo>
                <a:lnTo>
                  <a:pt x="0" y="0"/>
                </a:lnTo>
                <a:lnTo>
                  <a:pt x="0" y="351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5" name=""/>
          <p:cNvSpPr/>
          <p:nvPr/>
        </p:nvSpPr>
        <p:spPr>
          <a:xfrm>
            <a:off x="8808480" y="1768680"/>
            <a:ext cx="169920" cy="536040"/>
          </a:xfrm>
          <a:custGeom>
            <a:avLst/>
            <a:gdLst/>
            <a:ahLst/>
            <a:rect l="0" t="0" r="r" b="b"/>
            <a:pathLst>
              <a:path w="472" h="1489">
                <a:moveTo>
                  <a:pt x="0" y="1489"/>
                </a:moveTo>
                <a:lnTo>
                  <a:pt x="472" y="1489"/>
                </a:lnTo>
                <a:lnTo>
                  <a:pt x="472" y="0"/>
                </a:lnTo>
                <a:lnTo>
                  <a:pt x="0" y="0"/>
                </a:lnTo>
                <a:lnTo>
                  <a:pt x="0" y="1489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6" name=""/>
          <p:cNvSpPr/>
          <p:nvPr/>
        </p:nvSpPr>
        <p:spPr>
          <a:xfrm>
            <a:off x="8992800" y="1356840"/>
            <a:ext cx="170280" cy="947880"/>
          </a:xfrm>
          <a:custGeom>
            <a:avLst/>
            <a:gdLst/>
            <a:ahLst/>
            <a:rect l="0" t="0" r="r" b="b"/>
            <a:pathLst>
              <a:path w="473" h="2633">
                <a:moveTo>
                  <a:pt x="0" y="2633"/>
                </a:moveTo>
                <a:lnTo>
                  <a:pt x="473" y="2633"/>
                </a:lnTo>
                <a:lnTo>
                  <a:pt x="473" y="0"/>
                </a:lnTo>
                <a:lnTo>
                  <a:pt x="0" y="0"/>
                </a:lnTo>
                <a:lnTo>
                  <a:pt x="0" y="2633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7" name=""/>
          <p:cNvSpPr/>
          <p:nvPr/>
        </p:nvSpPr>
        <p:spPr>
          <a:xfrm>
            <a:off x="9177480" y="1411200"/>
            <a:ext cx="169920" cy="893520"/>
          </a:xfrm>
          <a:custGeom>
            <a:avLst/>
            <a:gdLst/>
            <a:ahLst/>
            <a:rect l="0" t="0" r="r" b="b"/>
            <a:pathLst>
              <a:path w="472" h="2482">
                <a:moveTo>
                  <a:pt x="0" y="2482"/>
                </a:moveTo>
                <a:lnTo>
                  <a:pt x="472" y="2482"/>
                </a:lnTo>
                <a:lnTo>
                  <a:pt x="472" y="0"/>
                </a:lnTo>
                <a:lnTo>
                  <a:pt x="0" y="0"/>
                </a:lnTo>
                <a:lnTo>
                  <a:pt x="0" y="2482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8" name=""/>
          <p:cNvSpPr/>
          <p:nvPr/>
        </p:nvSpPr>
        <p:spPr>
          <a:xfrm>
            <a:off x="93618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49" name=""/>
          <p:cNvSpPr/>
          <p:nvPr/>
        </p:nvSpPr>
        <p:spPr>
          <a:xfrm>
            <a:off x="9546120" y="1649520"/>
            <a:ext cx="169920" cy="655200"/>
          </a:xfrm>
          <a:custGeom>
            <a:avLst/>
            <a:gdLst/>
            <a:ahLst/>
            <a:rect l="0" t="0" r="r" b="b"/>
            <a:pathLst>
              <a:path w="472" h="1820">
                <a:moveTo>
                  <a:pt x="0" y="1820"/>
                </a:moveTo>
                <a:lnTo>
                  <a:pt x="472" y="1820"/>
                </a:lnTo>
                <a:lnTo>
                  <a:pt x="472" y="0"/>
                </a:lnTo>
                <a:lnTo>
                  <a:pt x="0" y="0"/>
                </a:lnTo>
                <a:lnTo>
                  <a:pt x="0" y="1820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50" name=""/>
          <p:cNvSpPr/>
          <p:nvPr/>
        </p:nvSpPr>
        <p:spPr>
          <a:xfrm>
            <a:off x="9730440" y="1714680"/>
            <a:ext cx="169920" cy="590040"/>
          </a:xfrm>
          <a:custGeom>
            <a:avLst/>
            <a:gdLst/>
            <a:ahLst/>
            <a:rect l="0" t="0" r="r" b="b"/>
            <a:pathLst>
              <a:path w="472" h="1639">
                <a:moveTo>
                  <a:pt x="0" y="1639"/>
                </a:moveTo>
                <a:lnTo>
                  <a:pt x="472" y="1639"/>
                </a:lnTo>
                <a:lnTo>
                  <a:pt x="472" y="0"/>
                </a:lnTo>
                <a:lnTo>
                  <a:pt x="0" y="0"/>
                </a:lnTo>
                <a:lnTo>
                  <a:pt x="0" y="1639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51" name=""/>
          <p:cNvSpPr/>
          <p:nvPr/>
        </p:nvSpPr>
        <p:spPr>
          <a:xfrm>
            <a:off x="9914760" y="1721880"/>
            <a:ext cx="169920" cy="582840"/>
          </a:xfrm>
          <a:custGeom>
            <a:avLst/>
            <a:gdLst/>
            <a:ahLst/>
            <a:rect l="0" t="0" r="r" b="b"/>
            <a:pathLst>
              <a:path w="472" h="1619">
                <a:moveTo>
                  <a:pt x="0" y="1619"/>
                </a:moveTo>
                <a:lnTo>
                  <a:pt x="472" y="1619"/>
                </a:lnTo>
                <a:lnTo>
                  <a:pt x="472" y="0"/>
                </a:lnTo>
                <a:lnTo>
                  <a:pt x="0" y="0"/>
                </a:lnTo>
                <a:lnTo>
                  <a:pt x="0" y="1619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252" name=""/>
          <p:cNvSpPr/>
          <p:nvPr/>
        </p:nvSpPr>
        <p:spPr>
          <a:xfrm>
            <a:off x="1065240" y="1230480"/>
            <a:ext cx="169920" cy="586800"/>
          </a:xfrm>
          <a:custGeom>
            <a:avLst/>
            <a:gdLst/>
            <a:ahLst/>
            <a:rect l="0" t="0" r="r" b="b"/>
            <a:pathLst>
              <a:path w="472" h="1630">
                <a:moveTo>
                  <a:pt x="0" y="1630"/>
                </a:moveTo>
                <a:lnTo>
                  <a:pt x="472" y="1630"/>
                </a:lnTo>
                <a:lnTo>
                  <a:pt x="472" y="0"/>
                </a:lnTo>
                <a:lnTo>
                  <a:pt x="0" y="0"/>
                </a:lnTo>
                <a:lnTo>
                  <a:pt x="0" y="163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53" name=""/>
          <p:cNvSpPr/>
          <p:nvPr/>
        </p:nvSpPr>
        <p:spPr>
          <a:xfrm>
            <a:off x="1249560" y="1186200"/>
            <a:ext cx="169920" cy="562680"/>
          </a:xfrm>
          <a:custGeom>
            <a:avLst/>
            <a:gdLst/>
            <a:ahLst/>
            <a:rect l="0" t="0" r="r" b="b"/>
            <a:pathLst>
              <a:path w="472" h="1563">
                <a:moveTo>
                  <a:pt x="0" y="1563"/>
                </a:moveTo>
                <a:lnTo>
                  <a:pt x="472" y="1563"/>
                </a:lnTo>
                <a:lnTo>
                  <a:pt x="472" y="0"/>
                </a:lnTo>
                <a:lnTo>
                  <a:pt x="0" y="0"/>
                </a:lnTo>
                <a:lnTo>
                  <a:pt x="0" y="1563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54" name=""/>
          <p:cNvSpPr/>
          <p:nvPr/>
        </p:nvSpPr>
        <p:spPr>
          <a:xfrm>
            <a:off x="1433880" y="727200"/>
            <a:ext cx="169920" cy="832680"/>
          </a:xfrm>
          <a:custGeom>
            <a:avLst/>
            <a:gdLst/>
            <a:ahLst/>
            <a:rect l="0" t="0" r="r" b="b"/>
            <a:pathLst>
              <a:path w="472" h="2313">
                <a:moveTo>
                  <a:pt x="0" y="2313"/>
                </a:moveTo>
                <a:lnTo>
                  <a:pt x="472" y="2313"/>
                </a:lnTo>
                <a:lnTo>
                  <a:pt x="472" y="0"/>
                </a:lnTo>
                <a:lnTo>
                  <a:pt x="0" y="0"/>
                </a:lnTo>
                <a:lnTo>
                  <a:pt x="0" y="2313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55" name=""/>
          <p:cNvSpPr/>
          <p:nvPr/>
        </p:nvSpPr>
        <p:spPr>
          <a:xfrm>
            <a:off x="1618200" y="896760"/>
            <a:ext cx="169920" cy="974880"/>
          </a:xfrm>
          <a:custGeom>
            <a:avLst/>
            <a:gdLst/>
            <a:ahLst/>
            <a:rect l="0" t="0" r="r" b="b"/>
            <a:pathLst>
              <a:path w="472" h="2708">
                <a:moveTo>
                  <a:pt x="0" y="2708"/>
                </a:moveTo>
                <a:lnTo>
                  <a:pt x="472" y="2708"/>
                </a:lnTo>
                <a:lnTo>
                  <a:pt x="472" y="0"/>
                </a:lnTo>
                <a:lnTo>
                  <a:pt x="0" y="0"/>
                </a:lnTo>
                <a:lnTo>
                  <a:pt x="0" y="270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56" name=""/>
          <p:cNvSpPr/>
          <p:nvPr/>
        </p:nvSpPr>
        <p:spPr>
          <a:xfrm>
            <a:off x="1802520" y="1167480"/>
            <a:ext cx="169920" cy="586080"/>
          </a:xfrm>
          <a:custGeom>
            <a:avLst/>
            <a:gdLst/>
            <a:ahLst/>
            <a:rect l="0" t="0" r="r" b="b"/>
            <a:pathLst>
              <a:path w="472" h="1628">
                <a:moveTo>
                  <a:pt x="0" y="1628"/>
                </a:moveTo>
                <a:lnTo>
                  <a:pt x="472" y="1628"/>
                </a:lnTo>
                <a:lnTo>
                  <a:pt x="472" y="0"/>
                </a:lnTo>
                <a:lnTo>
                  <a:pt x="0" y="0"/>
                </a:lnTo>
                <a:lnTo>
                  <a:pt x="0" y="162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57" name=""/>
          <p:cNvSpPr/>
          <p:nvPr/>
        </p:nvSpPr>
        <p:spPr>
          <a:xfrm>
            <a:off x="1986840" y="1098360"/>
            <a:ext cx="169920" cy="662400"/>
          </a:xfrm>
          <a:custGeom>
            <a:avLst/>
            <a:gdLst/>
            <a:ahLst/>
            <a:rect l="0" t="0" r="r" b="b"/>
            <a:pathLst>
              <a:path w="472" h="1840">
                <a:moveTo>
                  <a:pt x="0" y="1840"/>
                </a:moveTo>
                <a:lnTo>
                  <a:pt x="472" y="1840"/>
                </a:lnTo>
                <a:lnTo>
                  <a:pt x="472" y="0"/>
                </a:lnTo>
                <a:lnTo>
                  <a:pt x="0" y="0"/>
                </a:lnTo>
                <a:lnTo>
                  <a:pt x="0" y="184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58" name=""/>
          <p:cNvSpPr/>
          <p:nvPr/>
        </p:nvSpPr>
        <p:spPr>
          <a:xfrm>
            <a:off x="2171160" y="1197000"/>
            <a:ext cx="170280" cy="372960"/>
          </a:xfrm>
          <a:custGeom>
            <a:avLst/>
            <a:gdLst/>
            <a:ahLst/>
            <a:rect l="0" t="0" r="r" b="b"/>
            <a:pathLst>
              <a:path w="473" h="1036">
                <a:moveTo>
                  <a:pt x="0" y="1036"/>
                </a:moveTo>
                <a:lnTo>
                  <a:pt x="473" y="1036"/>
                </a:lnTo>
                <a:lnTo>
                  <a:pt x="473" y="0"/>
                </a:lnTo>
                <a:lnTo>
                  <a:pt x="0" y="0"/>
                </a:lnTo>
                <a:lnTo>
                  <a:pt x="0" y="103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59" name=""/>
          <p:cNvSpPr/>
          <p:nvPr/>
        </p:nvSpPr>
        <p:spPr>
          <a:xfrm>
            <a:off x="2355840" y="1175400"/>
            <a:ext cx="169920" cy="481680"/>
          </a:xfrm>
          <a:custGeom>
            <a:avLst/>
            <a:gdLst/>
            <a:ahLst/>
            <a:rect l="0" t="0" r="r" b="b"/>
            <a:pathLst>
              <a:path w="472" h="1338">
                <a:moveTo>
                  <a:pt x="0" y="1338"/>
                </a:moveTo>
                <a:lnTo>
                  <a:pt x="472" y="1338"/>
                </a:lnTo>
                <a:lnTo>
                  <a:pt x="472" y="0"/>
                </a:lnTo>
                <a:lnTo>
                  <a:pt x="0" y="0"/>
                </a:lnTo>
                <a:lnTo>
                  <a:pt x="0" y="133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0" name=""/>
          <p:cNvSpPr/>
          <p:nvPr/>
        </p:nvSpPr>
        <p:spPr>
          <a:xfrm>
            <a:off x="2540160" y="1324440"/>
            <a:ext cx="169920" cy="453960"/>
          </a:xfrm>
          <a:custGeom>
            <a:avLst/>
            <a:gdLst/>
            <a:ahLst/>
            <a:rect l="0" t="0" r="r" b="b"/>
            <a:pathLst>
              <a:path w="472" h="1261">
                <a:moveTo>
                  <a:pt x="0" y="1261"/>
                </a:moveTo>
                <a:lnTo>
                  <a:pt x="472" y="1261"/>
                </a:lnTo>
                <a:lnTo>
                  <a:pt x="472" y="0"/>
                </a:lnTo>
                <a:lnTo>
                  <a:pt x="0" y="0"/>
                </a:lnTo>
                <a:lnTo>
                  <a:pt x="0" y="1261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1" name=""/>
          <p:cNvSpPr/>
          <p:nvPr/>
        </p:nvSpPr>
        <p:spPr>
          <a:xfrm>
            <a:off x="2724480" y="705240"/>
            <a:ext cx="169920" cy="799920"/>
          </a:xfrm>
          <a:custGeom>
            <a:avLst/>
            <a:gdLst/>
            <a:ahLst/>
            <a:rect l="0" t="0" r="r" b="b"/>
            <a:pathLst>
              <a:path w="472" h="2222">
                <a:moveTo>
                  <a:pt x="0" y="2222"/>
                </a:moveTo>
                <a:lnTo>
                  <a:pt x="472" y="2222"/>
                </a:lnTo>
                <a:lnTo>
                  <a:pt x="472" y="0"/>
                </a:lnTo>
                <a:lnTo>
                  <a:pt x="0" y="0"/>
                </a:lnTo>
                <a:lnTo>
                  <a:pt x="0" y="2222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2" name=""/>
          <p:cNvSpPr/>
          <p:nvPr/>
        </p:nvSpPr>
        <p:spPr>
          <a:xfrm>
            <a:off x="2908800" y="832320"/>
            <a:ext cx="169920" cy="650160"/>
          </a:xfrm>
          <a:custGeom>
            <a:avLst/>
            <a:gdLst/>
            <a:ahLst/>
            <a:rect l="0" t="0" r="r" b="b"/>
            <a:pathLst>
              <a:path w="472" h="1806">
                <a:moveTo>
                  <a:pt x="0" y="1806"/>
                </a:moveTo>
                <a:lnTo>
                  <a:pt x="472" y="1806"/>
                </a:lnTo>
                <a:lnTo>
                  <a:pt x="472" y="0"/>
                </a:lnTo>
                <a:lnTo>
                  <a:pt x="0" y="0"/>
                </a:lnTo>
                <a:lnTo>
                  <a:pt x="0" y="180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3" name=""/>
          <p:cNvSpPr/>
          <p:nvPr/>
        </p:nvSpPr>
        <p:spPr>
          <a:xfrm>
            <a:off x="3093120" y="1350720"/>
            <a:ext cx="169920" cy="43560"/>
          </a:xfrm>
          <a:custGeom>
            <a:avLst/>
            <a:gdLst/>
            <a:ahLst/>
            <a:rect l="0" t="0" r="r" b="b"/>
            <a:pathLst>
              <a:path w="472" h="121">
                <a:moveTo>
                  <a:pt x="0" y="121"/>
                </a:moveTo>
                <a:lnTo>
                  <a:pt x="472" y="121"/>
                </a:lnTo>
                <a:lnTo>
                  <a:pt x="472" y="0"/>
                </a:lnTo>
                <a:lnTo>
                  <a:pt x="0" y="0"/>
                </a:lnTo>
                <a:lnTo>
                  <a:pt x="0" y="121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4" name=""/>
          <p:cNvSpPr/>
          <p:nvPr/>
        </p:nvSpPr>
        <p:spPr>
          <a:xfrm>
            <a:off x="3277440" y="1405080"/>
            <a:ext cx="169920" cy="23400"/>
          </a:xfrm>
          <a:custGeom>
            <a:avLst/>
            <a:gdLst/>
            <a:ahLst/>
            <a:rect l="0" t="0" r="r" b="b"/>
            <a:pathLst>
              <a:path w="472" h="65">
                <a:moveTo>
                  <a:pt x="0" y="65"/>
                </a:moveTo>
                <a:lnTo>
                  <a:pt x="472" y="65"/>
                </a:lnTo>
                <a:lnTo>
                  <a:pt x="472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5" name=""/>
          <p:cNvSpPr/>
          <p:nvPr/>
        </p:nvSpPr>
        <p:spPr>
          <a:xfrm>
            <a:off x="3461760" y="583560"/>
            <a:ext cx="170280" cy="82440"/>
          </a:xfrm>
          <a:custGeom>
            <a:avLst/>
            <a:gdLst/>
            <a:ahLst/>
            <a:rect l="0" t="0" r="r" b="b"/>
            <a:pathLst>
              <a:path w="473" h="229">
                <a:moveTo>
                  <a:pt x="0" y="229"/>
                </a:moveTo>
                <a:lnTo>
                  <a:pt x="473" y="229"/>
                </a:lnTo>
                <a:lnTo>
                  <a:pt x="473" y="0"/>
                </a:lnTo>
                <a:lnTo>
                  <a:pt x="0" y="0"/>
                </a:lnTo>
                <a:lnTo>
                  <a:pt x="0" y="229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6" name=""/>
          <p:cNvSpPr/>
          <p:nvPr/>
        </p:nvSpPr>
        <p:spPr>
          <a:xfrm>
            <a:off x="3646440" y="1370520"/>
            <a:ext cx="169920" cy="54720"/>
          </a:xfrm>
          <a:custGeom>
            <a:avLst/>
            <a:gdLst/>
            <a:ahLst/>
            <a:rect l="0" t="0" r="r" b="b"/>
            <a:pathLst>
              <a:path w="472" h="152">
                <a:moveTo>
                  <a:pt x="0" y="152"/>
                </a:moveTo>
                <a:lnTo>
                  <a:pt x="472" y="152"/>
                </a:lnTo>
                <a:lnTo>
                  <a:pt x="472" y="0"/>
                </a:lnTo>
                <a:lnTo>
                  <a:pt x="0" y="0"/>
                </a:lnTo>
                <a:lnTo>
                  <a:pt x="0" y="152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7" name=""/>
          <p:cNvSpPr/>
          <p:nvPr/>
        </p:nvSpPr>
        <p:spPr>
          <a:xfrm>
            <a:off x="3830760" y="534240"/>
            <a:ext cx="169920" cy="56160"/>
          </a:xfrm>
          <a:custGeom>
            <a:avLst/>
            <a:gdLst/>
            <a:ahLst/>
            <a:rect l="0" t="0" r="r" b="b"/>
            <a:pathLst>
              <a:path w="472" h="156">
                <a:moveTo>
                  <a:pt x="0" y="156"/>
                </a:moveTo>
                <a:lnTo>
                  <a:pt x="472" y="156"/>
                </a:lnTo>
                <a:lnTo>
                  <a:pt x="472" y="0"/>
                </a:lnTo>
                <a:lnTo>
                  <a:pt x="0" y="0"/>
                </a:lnTo>
                <a:lnTo>
                  <a:pt x="0" y="15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8" name=""/>
          <p:cNvSpPr/>
          <p:nvPr/>
        </p:nvSpPr>
        <p:spPr>
          <a:xfrm>
            <a:off x="4015080" y="790560"/>
            <a:ext cx="169920" cy="729360"/>
          </a:xfrm>
          <a:custGeom>
            <a:avLst/>
            <a:gdLst/>
            <a:ahLst/>
            <a:rect l="0" t="0" r="r" b="b"/>
            <a:pathLst>
              <a:path w="472" h="2026">
                <a:moveTo>
                  <a:pt x="0" y="2026"/>
                </a:moveTo>
                <a:lnTo>
                  <a:pt x="472" y="2026"/>
                </a:lnTo>
                <a:lnTo>
                  <a:pt x="472" y="0"/>
                </a:lnTo>
                <a:lnTo>
                  <a:pt x="0" y="0"/>
                </a:lnTo>
                <a:lnTo>
                  <a:pt x="0" y="202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69" name=""/>
          <p:cNvSpPr/>
          <p:nvPr/>
        </p:nvSpPr>
        <p:spPr>
          <a:xfrm>
            <a:off x="4199400" y="1241640"/>
            <a:ext cx="169920" cy="244800"/>
          </a:xfrm>
          <a:custGeom>
            <a:avLst/>
            <a:gdLst/>
            <a:ahLst/>
            <a:rect l="0" t="0" r="r" b="b"/>
            <a:pathLst>
              <a:path w="472" h="680">
                <a:moveTo>
                  <a:pt x="0" y="680"/>
                </a:moveTo>
                <a:lnTo>
                  <a:pt x="472" y="680"/>
                </a:lnTo>
                <a:lnTo>
                  <a:pt x="472" y="0"/>
                </a:lnTo>
                <a:lnTo>
                  <a:pt x="0" y="0"/>
                </a:lnTo>
                <a:lnTo>
                  <a:pt x="0" y="68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70" name=""/>
          <p:cNvSpPr/>
          <p:nvPr/>
        </p:nvSpPr>
        <p:spPr>
          <a:xfrm>
            <a:off x="4383720" y="1187640"/>
            <a:ext cx="169920" cy="417240"/>
          </a:xfrm>
          <a:custGeom>
            <a:avLst/>
            <a:gdLst/>
            <a:ahLst/>
            <a:rect l="0" t="0" r="r" b="b"/>
            <a:pathLst>
              <a:path w="472" h="1159">
                <a:moveTo>
                  <a:pt x="0" y="1159"/>
                </a:moveTo>
                <a:lnTo>
                  <a:pt x="472" y="1159"/>
                </a:lnTo>
                <a:lnTo>
                  <a:pt x="472" y="0"/>
                </a:lnTo>
                <a:lnTo>
                  <a:pt x="0" y="0"/>
                </a:lnTo>
                <a:lnTo>
                  <a:pt x="0" y="1159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71" name=""/>
          <p:cNvSpPr/>
          <p:nvPr/>
        </p:nvSpPr>
        <p:spPr>
          <a:xfrm>
            <a:off x="4568040" y="1202040"/>
            <a:ext cx="169920" cy="81360"/>
          </a:xfrm>
          <a:custGeom>
            <a:avLst/>
            <a:gdLst/>
            <a:ahLst/>
            <a:rect l="0" t="0" r="r" b="b"/>
            <a:pathLst>
              <a:path w="472" h="226">
                <a:moveTo>
                  <a:pt x="0" y="226"/>
                </a:moveTo>
                <a:lnTo>
                  <a:pt x="472" y="226"/>
                </a:lnTo>
                <a:lnTo>
                  <a:pt x="472" y="0"/>
                </a:lnTo>
                <a:lnTo>
                  <a:pt x="0" y="0"/>
                </a:lnTo>
                <a:lnTo>
                  <a:pt x="0" y="226"/>
                </a:lnTo>
                <a:close/>
              </a:path>
            </a:pathLst>
          </a:custGeom>
          <a:solidFill>
            <a:srgbClr val="ff7f0e"/>
          </a:solidFill>
          <a:ln w="0">
            <a:noFill/>
          </a:ln>
        </p:spPr>
      </p:sp>
      <p:sp>
        <p:nvSpPr>
          <p:cNvPr id="272" name=""/>
          <p:cNvSpPr/>
          <p:nvPr/>
        </p:nvSpPr>
        <p:spPr>
          <a:xfrm>
            <a:off x="4568040" y="1202040"/>
            <a:ext cx="169920" cy="81360"/>
          </a:xfrm>
          <a:custGeom>
            <a:avLst/>
            <a:gdLst/>
            <a:ahLst/>
            <a:rect l="0" t="0" r="r" b="b"/>
            <a:pathLst>
              <a:path w="472" h="226">
                <a:moveTo>
                  <a:pt x="0" y="226"/>
                </a:moveTo>
                <a:lnTo>
                  <a:pt x="472" y="226"/>
                </a:lnTo>
                <a:lnTo>
                  <a:pt x="472" y="0"/>
                </a:lnTo>
                <a:lnTo>
                  <a:pt x="0" y="0"/>
                </a:lnTo>
                <a:lnTo>
                  <a:pt x="0" y="226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273" name=""/>
          <p:cNvSpPr/>
          <p:nvPr/>
        </p:nvSpPr>
        <p:spPr>
          <a:xfrm>
            <a:off x="4752360" y="1091520"/>
            <a:ext cx="169920" cy="531000"/>
          </a:xfrm>
          <a:custGeom>
            <a:avLst/>
            <a:gdLst/>
            <a:ahLst/>
            <a:rect l="0" t="0" r="r" b="b"/>
            <a:pathLst>
              <a:path w="472" h="1475">
                <a:moveTo>
                  <a:pt x="0" y="1475"/>
                </a:moveTo>
                <a:lnTo>
                  <a:pt x="472" y="1475"/>
                </a:lnTo>
                <a:lnTo>
                  <a:pt x="472" y="0"/>
                </a:lnTo>
                <a:lnTo>
                  <a:pt x="0" y="0"/>
                </a:lnTo>
                <a:lnTo>
                  <a:pt x="0" y="1475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74" name=""/>
          <p:cNvSpPr/>
          <p:nvPr/>
        </p:nvSpPr>
        <p:spPr>
          <a:xfrm>
            <a:off x="4936680" y="1053000"/>
            <a:ext cx="170280" cy="589680"/>
          </a:xfrm>
          <a:custGeom>
            <a:avLst/>
            <a:gdLst/>
            <a:ahLst/>
            <a:rect l="0" t="0" r="r" b="b"/>
            <a:pathLst>
              <a:path w="473" h="1638">
                <a:moveTo>
                  <a:pt x="0" y="1638"/>
                </a:moveTo>
                <a:lnTo>
                  <a:pt x="473" y="1638"/>
                </a:lnTo>
                <a:lnTo>
                  <a:pt x="473" y="0"/>
                </a:lnTo>
                <a:lnTo>
                  <a:pt x="0" y="0"/>
                </a:lnTo>
                <a:lnTo>
                  <a:pt x="0" y="163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75" name=""/>
          <p:cNvSpPr/>
          <p:nvPr/>
        </p:nvSpPr>
        <p:spPr>
          <a:xfrm>
            <a:off x="5121360" y="1385280"/>
            <a:ext cx="169920" cy="367920"/>
          </a:xfrm>
          <a:custGeom>
            <a:avLst/>
            <a:gdLst/>
            <a:ahLst/>
            <a:rect l="0" t="0" r="r" b="b"/>
            <a:pathLst>
              <a:path w="472" h="1022">
                <a:moveTo>
                  <a:pt x="0" y="1022"/>
                </a:moveTo>
                <a:lnTo>
                  <a:pt x="472" y="1022"/>
                </a:lnTo>
                <a:lnTo>
                  <a:pt x="472" y="0"/>
                </a:lnTo>
                <a:lnTo>
                  <a:pt x="0" y="0"/>
                </a:lnTo>
                <a:lnTo>
                  <a:pt x="0" y="1022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76" name=""/>
          <p:cNvSpPr/>
          <p:nvPr/>
        </p:nvSpPr>
        <p:spPr>
          <a:xfrm>
            <a:off x="5305680" y="2131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77" name=""/>
          <p:cNvSpPr/>
          <p:nvPr/>
        </p:nvSpPr>
        <p:spPr>
          <a:xfrm>
            <a:off x="5490000" y="2185920"/>
            <a:ext cx="169920" cy="118800"/>
          </a:xfrm>
          <a:custGeom>
            <a:avLst/>
            <a:gdLst/>
            <a:ahLst/>
            <a:rect l="0" t="0" r="r" b="b"/>
            <a:pathLst>
              <a:path w="472" h="330">
                <a:moveTo>
                  <a:pt x="0" y="330"/>
                </a:moveTo>
                <a:lnTo>
                  <a:pt x="472" y="330"/>
                </a:lnTo>
                <a:lnTo>
                  <a:pt x="472" y="0"/>
                </a:lnTo>
                <a:lnTo>
                  <a:pt x="0" y="0"/>
                </a:lnTo>
                <a:lnTo>
                  <a:pt x="0" y="33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78" name=""/>
          <p:cNvSpPr/>
          <p:nvPr/>
        </p:nvSpPr>
        <p:spPr>
          <a:xfrm>
            <a:off x="5674320" y="2158560"/>
            <a:ext cx="169920" cy="146160"/>
          </a:xfrm>
          <a:custGeom>
            <a:avLst/>
            <a:gdLst/>
            <a:ahLst/>
            <a:rect l="0" t="0" r="r" b="b"/>
            <a:pathLst>
              <a:path w="472" h="406">
                <a:moveTo>
                  <a:pt x="0" y="406"/>
                </a:moveTo>
                <a:lnTo>
                  <a:pt x="472" y="406"/>
                </a:lnTo>
                <a:lnTo>
                  <a:pt x="472" y="0"/>
                </a:lnTo>
                <a:lnTo>
                  <a:pt x="0" y="0"/>
                </a:lnTo>
                <a:lnTo>
                  <a:pt x="0" y="40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79" name=""/>
          <p:cNvSpPr/>
          <p:nvPr/>
        </p:nvSpPr>
        <p:spPr>
          <a:xfrm>
            <a:off x="5858640" y="1749600"/>
            <a:ext cx="169920" cy="92880"/>
          </a:xfrm>
          <a:custGeom>
            <a:avLst/>
            <a:gdLst/>
            <a:ahLst/>
            <a:rect l="0" t="0" r="r" b="b"/>
            <a:pathLst>
              <a:path w="472" h="258">
                <a:moveTo>
                  <a:pt x="0" y="258"/>
                </a:moveTo>
                <a:lnTo>
                  <a:pt x="472" y="258"/>
                </a:lnTo>
                <a:lnTo>
                  <a:pt x="472" y="0"/>
                </a:lnTo>
                <a:lnTo>
                  <a:pt x="0" y="0"/>
                </a:lnTo>
                <a:lnTo>
                  <a:pt x="0" y="25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0" name=""/>
          <p:cNvSpPr/>
          <p:nvPr/>
        </p:nvSpPr>
        <p:spPr>
          <a:xfrm>
            <a:off x="6042960" y="1419840"/>
            <a:ext cx="169920" cy="458280"/>
          </a:xfrm>
          <a:custGeom>
            <a:avLst/>
            <a:gdLst/>
            <a:ahLst/>
            <a:rect l="0" t="0" r="r" b="b"/>
            <a:pathLst>
              <a:path w="472" h="1273">
                <a:moveTo>
                  <a:pt x="0" y="1273"/>
                </a:moveTo>
                <a:lnTo>
                  <a:pt x="472" y="1273"/>
                </a:lnTo>
                <a:lnTo>
                  <a:pt x="472" y="0"/>
                </a:lnTo>
                <a:lnTo>
                  <a:pt x="0" y="0"/>
                </a:lnTo>
                <a:lnTo>
                  <a:pt x="0" y="1273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1" name=""/>
          <p:cNvSpPr/>
          <p:nvPr/>
        </p:nvSpPr>
        <p:spPr>
          <a:xfrm>
            <a:off x="6227280" y="2146320"/>
            <a:ext cx="170280" cy="158400"/>
          </a:xfrm>
          <a:custGeom>
            <a:avLst/>
            <a:gdLst/>
            <a:ahLst/>
            <a:rect l="0" t="0" r="r" b="b"/>
            <a:pathLst>
              <a:path w="473" h="440">
                <a:moveTo>
                  <a:pt x="0" y="440"/>
                </a:moveTo>
                <a:lnTo>
                  <a:pt x="473" y="440"/>
                </a:lnTo>
                <a:lnTo>
                  <a:pt x="473" y="0"/>
                </a:lnTo>
                <a:lnTo>
                  <a:pt x="0" y="0"/>
                </a:lnTo>
                <a:lnTo>
                  <a:pt x="0" y="44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2" name=""/>
          <p:cNvSpPr/>
          <p:nvPr/>
        </p:nvSpPr>
        <p:spPr>
          <a:xfrm>
            <a:off x="6411960" y="1767960"/>
            <a:ext cx="169920" cy="161280"/>
          </a:xfrm>
          <a:custGeom>
            <a:avLst/>
            <a:gdLst/>
            <a:ahLst/>
            <a:rect l="0" t="0" r="r" b="b"/>
            <a:pathLst>
              <a:path w="472" h="448">
                <a:moveTo>
                  <a:pt x="0" y="448"/>
                </a:moveTo>
                <a:lnTo>
                  <a:pt x="472" y="448"/>
                </a:lnTo>
                <a:lnTo>
                  <a:pt x="472" y="0"/>
                </a:lnTo>
                <a:lnTo>
                  <a:pt x="0" y="0"/>
                </a:lnTo>
                <a:lnTo>
                  <a:pt x="0" y="44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3" name=""/>
          <p:cNvSpPr/>
          <p:nvPr/>
        </p:nvSpPr>
        <p:spPr>
          <a:xfrm>
            <a:off x="6596280" y="1612440"/>
            <a:ext cx="169920" cy="108720"/>
          </a:xfrm>
          <a:custGeom>
            <a:avLst/>
            <a:gdLst/>
            <a:ahLst/>
            <a:rect l="0" t="0" r="r" b="b"/>
            <a:pathLst>
              <a:path w="472" h="302">
                <a:moveTo>
                  <a:pt x="0" y="302"/>
                </a:moveTo>
                <a:lnTo>
                  <a:pt x="472" y="302"/>
                </a:lnTo>
                <a:lnTo>
                  <a:pt x="472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4" name=""/>
          <p:cNvSpPr/>
          <p:nvPr/>
        </p:nvSpPr>
        <p:spPr>
          <a:xfrm>
            <a:off x="6780600" y="1512720"/>
            <a:ext cx="169920" cy="181800"/>
          </a:xfrm>
          <a:custGeom>
            <a:avLst/>
            <a:gdLst/>
            <a:ahLst/>
            <a:rect l="0" t="0" r="r" b="b"/>
            <a:pathLst>
              <a:path w="472" h="505">
                <a:moveTo>
                  <a:pt x="0" y="505"/>
                </a:moveTo>
                <a:lnTo>
                  <a:pt x="472" y="505"/>
                </a:lnTo>
                <a:lnTo>
                  <a:pt x="472" y="0"/>
                </a:lnTo>
                <a:lnTo>
                  <a:pt x="0" y="0"/>
                </a:lnTo>
                <a:lnTo>
                  <a:pt x="0" y="505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5" name=""/>
          <p:cNvSpPr/>
          <p:nvPr/>
        </p:nvSpPr>
        <p:spPr>
          <a:xfrm>
            <a:off x="6964920" y="1202400"/>
            <a:ext cx="169920" cy="41760"/>
          </a:xfrm>
          <a:custGeom>
            <a:avLst/>
            <a:gdLst/>
            <a:ahLst/>
            <a:rect l="0" t="0" r="r" b="b"/>
            <a:pathLst>
              <a:path w="472" h="116">
                <a:moveTo>
                  <a:pt x="0" y="116"/>
                </a:moveTo>
                <a:lnTo>
                  <a:pt x="472" y="116"/>
                </a:lnTo>
                <a:lnTo>
                  <a:pt x="472" y="0"/>
                </a:lnTo>
                <a:lnTo>
                  <a:pt x="0" y="0"/>
                </a:lnTo>
                <a:lnTo>
                  <a:pt x="0" y="11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6" name=""/>
          <p:cNvSpPr/>
          <p:nvPr/>
        </p:nvSpPr>
        <p:spPr>
          <a:xfrm>
            <a:off x="7149240" y="1171080"/>
            <a:ext cx="169920" cy="42840"/>
          </a:xfrm>
          <a:custGeom>
            <a:avLst/>
            <a:gdLst/>
            <a:ahLst/>
            <a:rect l="0" t="0" r="r" b="b"/>
            <a:pathLst>
              <a:path w="472" h="119">
                <a:moveTo>
                  <a:pt x="0" y="119"/>
                </a:moveTo>
                <a:lnTo>
                  <a:pt x="472" y="119"/>
                </a:lnTo>
                <a:lnTo>
                  <a:pt x="472" y="0"/>
                </a:lnTo>
                <a:lnTo>
                  <a:pt x="0" y="0"/>
                </a:lnTo>
                <a:lnTo>
                  <a:pt x="0" y="119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7" name=""/>
          <p:cNvSpPr/>
          <p:nvPr/>
        </p:nvSpPr>
        <p:spPr>
          <a:xfrm>
            <a:off x="7333560" y="1038240"/>
            <a:ext cx="169920" cy="574560"/>
          </a:xfrm>
          <a:custGeom>
            <a:avLst/>
            <a:gdLst/>
            <a:ahLst/>
            <a:rect l="0" t="0" r="r" b="b"/>
            <a:pathLst>
              <a:path w="472" h="1596">
                <a:moveTo>
                  <a:pt x="0" y="1596"/>
                </a:moveTo>
                <a:lnTo>
                  <a:pt x="472" y="1596"/>
                </a:lnTo>
                <a:lnTo>
                  <a:pt x="472" y="0"/>
                </a:lnTo>
                <a:lnTo>
                  <a:pt x="0" y="0"/>
                </a:lnTo>
                <a:lnTo>
                  <a:pt x="0" y="159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8" name=""/>
          <p:cNvSpPr/>
          <p:nvPr/>
        </p:nvSpPr>
        <p:spPr>
          <a:xfrm>
            <a:off x="7517880" y="785520"/>
            <a:ext cx="170280" cy="759600"/>
          </a:xfrm>
          <a:custGeom>
            <a:avLst/>
            <a:gdLst/>
            <a:ahLst/>
            <a:rect l="0" t="0" r="r" b="b"/>
            <a:pathLst>
              <a:path w="473" h="2110">
                <a:moveTo>
                  <a:pt x="0" y="2110"/>
                </a:moveTo>
                <a:lnTo>
                  <a:pt x="473" y="2110"/>
                </a:lnTo>
                <a:lnTo>
                  <a:pt x="473" y="0"/>
                </a:lnTo>
                <a:lnTo>
                  <a:pt x="0" y="0"/>
                </a:lnTo>
                <a:lnTo>
                  <a:pt x="0" y="211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89" name=""/>
          <p:cNvSpPr/>
          <p:nvPr/>
        </p:nvSpPr>
        <p:spPr>
          <a:xfrm>
            <a:off x="7702200" y="758520"/>
            <a:ext cx="170280" cy="548640"/>
          </a:xfrm>
          <a:custGeom>
            <a:avLst/>
            <a:gdLst/>
            <a:ahLst/>
            <a:rect l="0" t="0" r="r" b="b"/>
            <a:pathLst>
              <a:path w="473" h="1524">
                <a:moveTo>
                  <a:pt x="0" y="1524"/>
                </a:moveTo>
                <a:lnTo>
                  <a:pt x="473" y="1524"/>
                </a:lnTo>
                <a:lnTo>
                  <a:pt x="473" y="0"/>
                </a:lnTo>
                <a:lnTo>
                  <a:pt x="0" y="0"/>
                </a:lnTo>
                <a:lnTo>
                  <a:pt x="0" y="1524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0" name=""/>
          <p:cNvSpPr/>
          <p:nvPr/>
        </p:nvSpPr>
        <p:spPr>
          <a:xfrm>
            <a:off x="7886880" y="1189800"/>
            <a:ext cx="169920" cy="415080"/>
          </a:xfrm>
          <a:custGeom>
            <a:avLst/>
            <a:gdLst/>
            <a:ahLst/>
            <a:rect l="0" t="0" r="r" b="b"/>
            <a:pathLst>
              <a:path w="472" h="1153">
                <a:moveTo>
                  <a:pt x="0" y="1153"/>
                </a:moveTo>
                <a:lnTo>
                  <a:pt x="472" y="1153"/>
                </a:lnTo>
                <a:lnTo>
                  <a:pt x="472" y="0"/>
                </a:lnTo>
                <a:lnTo>
                  <a:pt x="0" y="0"/>
                </a:lnTo>
                <a:lnTo>
                  <a:pt x="0" y="1153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1" name=""/>
          <p:cNvSpPr/>
          <p:nvPr/>
        </p:nvSpPr>
        <p:spPr>
          <a:xfrm>
            <a:off x="8071200" y="1238400"/>
            <a:ext cx="169920" cy="347760"/>
          </a:xfrm>
          <a:custGeom>
            <a:avLst/>
            <a:gdLst/>
            <a:ahLst/>
            <a:rect l="0" t="0" r="r" b="b"/>
            <a:pathLst>
              <a:path w="472" h="966">
                <a:moveTo>
                  <a:pt x="0" y="966"/>
                </a:moveTo>
                <a:lnTo>
                  <a:pt x="472" y="966"/>
                </a:lnTo>
                <a:lnTo>
                  <a:pt x="472" y="0"/>
                </a:lnTo>
                <a:lnTo>
                  <a:pt x="0" y="0"/>
                </a:lnTo>
                <a:lnTo>
                  <a:pt x="0" y="96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2" name=""/>
          <p:cNvSpPr/>
          <p:nvPr/>
        </p:nvSpPr>
        <p:spPr>
          <a:xfrm>
            <a:off x="8255520" y="409320"/>
            <a:ext cx="169920" cy="882360"/>
          </a:xfrm>
          <a:custGeom>
            <a:avLst/>
            <a:gdLst/>
            <a:ahLst/>
            <a:rect l="0" t="0" r="r" b="b"/>
            <a:pathLst>
              <a:path w="472" h="2451">
                <a:moveTo>
                  <a:pt x="0" y="2451"/>
                </a:moveTo>
                <a:lnTo>
                  <a:pt x="472" y="2451"/>
                </a:lnTo>
                <a:lnTo>
                  <a:pt x="472" y="0"/>
                </a:lnTo>
                <a:lnTo>
                  <a:pt x="0" y="0"/>
                </a:lnTo>
                <a:lnTo>
                  <a:pt x="0" y="2451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3" name=""/>
          <p:cNvSpPr/>
          <p:nvPr/>
        </p:nvSpPr>
        <p:spPr>
          <a:xfrm>
            <a:off x="8439840" y="938520"/>
            <a:ext cx="169920" cy="683280"/>
          </a:xfrm>
          <a:custGeom>
            <a:avLst/>
            <a:gdLst/>
            <a:ahLst/>
            <a:rect l="0" t="0" r="r" b="b"/>
            <a:pathLst>
              <a:path w="472" h="1898">
                <a:moveTo>
                  <a:pt x="0" y="1898"/>
                </a:moveTo>
                <a:lnTo>
                  <a:pt x="472" y="1898"/>
                </a:lnTo>
                <a:lnTo>
                  <a:pt x="472" y="0"/>
                </a:lnTo>
                <a:lnTo>
                  <a:pt x="0" y="0"/>
                </a:lnTo>
                <a:lnTo>
                  <a:pt x="0" y="189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4" name=""/>
          <p:cNvSpPr/>
          <p:nvPr/>
        </p:nvSpPr>
        <p:spPr>
          <a:xfrm>
            <a:off x="8624160" y="10411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5" name=""/>
          <p:cNvSpPr/>
          <p:nvPr/>
        </p:nvSpPr>
        <p:spPr>
          <a:xfrm>
            <a:off x="8808480" y="1422360"/>
            <a:ext cx="169920" cy="346680"/>
          </a:xfrm>
          <a:custGeom>
            <a:avLst/>
            <a:gdLst/>
            <a:ahLst/>
            <a:rect l="0" t="0" r="r" b="b"/>
            <a:pathLst>
              <a:path w="472" h="963">
                <a:moveTo>
                  <a:pt x="0" y="963"/>
                </a:moveTo>
                <a:lnTo>
                  <a:pt x="472" y="963"/>
                </a:lnTo>
                <a:lnTo>
                  <a:pt x="472" y="0"/>
                </a:lnTo>
                <a:lnTo>
                  <a:pt x="0" y="0"/>
                </a:lnTo>
                <a:lnTo>
                  <a:pt x="0" y="963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6" name=""/>
          <p:cNvSpPr/>
          <p:nvPr/>
        </p:nvSpPr>
        <p:spPr>
          <a:xfrm>
            <a:off x="8992800" y="135684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7" name=""/>
          <p:cNvSpPr/>
          <p:nvPr/>
        </p:nvSpPr>
        <p:spPr>
          <a:xfrm>
            <a:off x="9177480" y="771480"/>
            <a:ext cx="169920" cy="640080"/>
          </a:xfrm>
          <a:custGeom>
            <a:avLst/>
            <a:gdLst/>
            <a:ahLst/>
            <a:rect l="0" t="0" r="r" b="b"/>
            <a:pathLst>
              <a:path w="472" h="1778">
                <a:moveTo>
                  <a:pt x="0" y="1778"/>
                </a:moveTo>
                <a:lnTo>
                  <a:pt x="472" y="1778"/>
                </a:lnTo>
                <a:lnTo>
                  <a:pt x="472" y="0"/>
                </a:lnTo>
                <a:lnTo>
                  <a:pt x="0" y="0"/>
                </a:lnTo>
                <a:lnTo>
                  <a:pt x="0" y="177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8" name=""/>
          <p:cNvSpPr/>
          <p:nvPr/>
        </p:nvSpPr>
        <p:spPr>
          <a:xfrm>
            <a:off x="93618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299" name=""/>
          <p:cNvSpPr/>
          <p:nvPr/>
        </p:nvSpPr>
        <p:spPr>
          <a:xfrm>
            <a:off x="9546120" y="1184400"/>
            <a:ext cx="169920" cy="465480"/>
          </a:xfrm>
          <a:custGeom>
            <a:avLst/>
            <a:gdLst/>
            <a:ahLst/>
            <a:rect l="0" t="0" r="r" b="b"/>
            <a:pathLst>
              <a:path w="472" h="1293">
                <a:moveTo>
                  <a:pt x="0" y="1293"/>
                </a:moveTo>
                <a:lnTo>
                  <a:pt x="472" y="1293"/>
                </a:lnTo>
                <a:lnTo>
                  <a:pt x="472" y="0"/>
                </a:lnTo>
                <a:lnTo>
                  <a:pt x="0" y="0"/>
                </a:lnTo>
                <a:lnTo>
                  <a:pt x="0" y="1293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300" name=""/>
          <p:cNvSpPr/>
          <p:nvPr/>
        </p:nvSpPr>
        <p:spPr>
          <a:xfrm>
            <a:off x="9730440" y="1297080"/>
            <a:ext cx="169920" cy="417960"/>
          </a:xfrm>
          <a:custGeom>
            <a:avLst/>
            <a:gdLst/>
            <a:ahLst/>
            <a:rect l="0" t="0" r="r" b="b"/>
            <a:pathLst>
              <a:path w="472" h="1161">
                <a:moveTo>
                  <a:pt x="0" y="1161"/>
                </a:moveTo>
                <a:lnTo>
                  <a:pt x="472" y="1161"/>
                </a:lnTo>
                <a:lnTo>
                  <a:pt x="472" y="0"/>
                </a:lnTo>
                <a:lnTo>
                  <a:pt x="0" y="0"/>
                </a:lnTo>
                <a:lnTo>
                  <a:pt x="0" y="1161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301" name=""/>
          <p:cNvSpPr/>
          <p:nvPr/>
        </p:nvSpPr>
        <p:spPr>
          <a:xfrm>
            <a:off x="9914760" y="1618560"/>
            <a:ext cx="169920" cy="103680"/>
          </a:xfrm>
          <a:custGeom>
            <a:avLst/>
            <a:gdLst/>
            <a:ahLst/>
            <a:rect l="0" t="0" r="r" b="b"/>
            <a:pathLst>
              <a:path w="472" h="288">
                <a:moveTo>
                  <a:pt x="0" y="288"/>
                </a:moveTo>
                <a:lnTo>
                  <a:pt x="472" y="288"/>
                </a:lnTo>
                <a:lnTo>
                  <a:pt x="472" y="0"/>
                </a:lnTo>
                <a:lnTo>
                  <a:pt x="0" y="0"/>
                </a:lnTo>
                <a:lnTo>
                  <a:pt x="0" y="288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302" name=""/>
          <p:cNvSpPr/>
          <p:nvPr/>
        </p:nvSpPr>
        <p:spPr>
          <a:xfrm>
            <a:off x="1065240" y="1230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03" name=""/>
          <p:cNvSpPr/>
          <p:nvPr/>
        </p:nvSpPr>
        <p:spPr>
          <a:xfrm>
            <a:off x="1249560" y="1186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04" name=""/>
          <p:cNvSpPr/>
          <p:nvPr/>
        </p:nvSpPr>
        <p:spPr>
          <a:xfrm>
            <a:off x="1433880" y="727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05" name=""/>
          <p:cNvSpPr/>
          <p:nvPr/>
        </p:nvSpPr>
        <p:spPr>
          <a:xfrm>
            <a:off x="1618200" y="896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06" name=""/>
          <p:cNvSpPr/>
          <p:nvPr/>
        </p:nvSpPr>
        <p:spPr>
          <a:xfrm>
            <a:off x="1802520" y="1167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07" name=""/>
          <p:cNvSpPr/>
          <p:nvPr/>
        </p:nvSpPr>
        <p:spPr>
          <a:xfrm>
            <a:off x="1986840" y="1098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08" name=""/>
          <p:cNvSpPr/>
          <p:nvPr/>
        </p:nvSpPr>
        <p:spPr>
          <a:xfrm>
            <a:off x="2171160" y="1197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09" name=""/>
          <p:cNvSpPr/>
          <p:nvPr/>
        </p:nvSpPr>
        <p:spPr>
          <a:xfrm>
            <a:off x="2355840" y="1175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0" name=""/>
          <p:cNvSpPr/>
          <p:nvPr/>
        </p:nvSpPr>
        <p:spPr>
          <a:xfrm>
            <a:off x="2540160" y="13244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1" name=""/>
          <p:cNvSpPr/>
          <p:nvPr/>
        </p:nvSpPr>
        <p:spPr>
          <a:xfrm>
            <a:off x="2724480" y="705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2" name=""/>
          <p:cNvSpPr/>
          <p:nvPr/>
        </p:nvSpPr>
        <p:spPr>
          <a:xfrm>
            <a:off x="2908800" y="832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3" name=""/>
          <p:cNvSpPr/>
          <p:nvPr/>
        </p:nvSpPr>
        <p:spPr>
          <a:xfrm>
            <a:off x="3093120" y="1138320"/>
            <a:ext cx="169920" cy="212760"/>
          </a:xfrm>
          <a:custGeom>
            <a:avLst/>
            <a:gdLst/>
            <a:ahLst/>
            <a:rect l="0" t="0" r="r" b="b"/>
            <a:pathLst>
              <a:path w="472" h="591">
                <a:moveTo>
                  <a:pt x="0" y="591"/>
                </a:moveTo>
                <a:lnTo>
                  <a:pt x="472" y="591"/>
                </a:lnTo>
                <a:lnTo>
                  <a:pt x="472" y="0"/>
                </a:lnTo>
                <a:lnTo>
                  <a:pt x="0" y="0"/>
                </a:lnTo>
                <a:lnTo>
                  <a:pt x="0" y="591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4" name=""/>
          <p:cNvSpPr/>
          <p:nvPr/>
        </p:nvSpPr>
        <p:spPr>
          <a:xfrm>
            <a:off x="3277440" y="1163880"/>
            <a:ext cx="169920" cy="241560"/>
          </a:xfrm>
          <a:custGeom>
            <a:avLst/>
            <a:gdLst/>
            <a:ahLst/>
            <a:rect l="0" t="0" r="r" b="b"/>
            <a:pathLst>
              <a:path w="472" h="671">
                <a:moveTo>
                  <a:pt x="0" y="671"/>
                </a:moveTo>
                <a:lnTo>
                  <a:pt x="472" y="671"/>
                </a:lnTo>
                <a:lnTo>
                  <a:pt x="472" y="0"/>
                </a:lnTo>
                <a:lnTo>
                  <a:pt x="0" y="0"/>
                </a:lnTo>
                <a:lnTo>
                  <a:pt x="0" y="671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5" name=""/>
          <p:cNvSpPr/>
          <p:nvPr/>
        </p:nvSpPr>
        <p:spPr>
          <a:xfrm>
            <a:off x="3461760" y="409320"/>
            <a:ext cx="170280" cy="174600"/>
          </a:xfrm>
          <a:custGeom>
            <a:avLst/>
            <a:gdLst/>
            <a:ahLst/>
            <a:rect l="0" t="0" r="r" b="b"/>
            <a:pathLst>
              <a:path w="473" h="485">
                <a:moveTo>
                  <a:pt x="0" y="485"/>
                </a:moveTo>
                <a:lnTo>
                  <a:pt x="473" y="485"/>
                </a:lnTo>
                <a:lnTo>
                  <a:pt x="473" y="0"/>
                </a:lnTo>
                <a:lnTo>
                  <a:pt x="0" y="0"/>
                </a:lnTo>
                <a:lnTo>
                  <a:pt x="0" y="485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6" name=""/>
          <p:cNvSpPr/>
          <p:nvPr/>
        </p:nvSpPr>
        <p:spPr>
          <a:xfrm>
            <a:off x="3646440" y="1182600"/>
            <a:ext cx="169920" cy="188280"/>
          </a:xfrm>
          <a:custGeom>
            <a:avLst/>
            <a:gdLst/>
            <a:ahLst/>
            <a:rect l="0" t="0" r="r" b="b"/>
            <a:pathLst>
              <a:path w="472" h="523">
                <a:moveTo>
                  <a:pt x="0" y="523"/>
                </a:moveTo>
                <a:lnTo>
                  <a:pt x="472" y="523"/>
                </a:lnTo>
                <a:lnTo>
                  <a:pt x="472" y="0"/>
                </a:lnTo>
                <a:lnTo>
                  <a:pt x="0" y="0"/>
                </a:lnTo>
                <a:lnTo>
                  <a:pt x="0" y="523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7" name=""/>
          <p:cNvSpPr/>
          <p:nvPr/>
        </p:nvSpPr>
        <p:spPr>
          <a:xfrm>
            <a:off x="3830760" y="534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8" name=""/>
          <p:cNvSpPr/>
          <p:nvPr/>
        </p:nvSpPr>
        <p:spPr>
          <a:xfrm>
            <a:off x="4015080" y="790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19" name=""/>
          <p:cNvSpPr/>
          <p:nvPr/>
        </p:nvSpPr>
        <p:spPr>
          <a:xfrm>
            <a:off x="4199400" y="12416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20" name=""/>
          <p:cNvSpPr/>
          <p:nvPr/>
        </p:nvSpPr>
        <p:spPr>
          <a:xfrm>
            <a:off x="4383720" y="11876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21" name=""/>
          <p:cNvSpPr/>
          <p:nvPr/>
        </p:nvSpPr>
        <p:spPr>
          <a:xfrm>
            <a:off x="4568040" y="1032120"/>
            <a:ext cx="169920" cy="170280"/>
          </a:xfrm>
          <a:custGeom>
            <a:avLst/>
            <a:gdLst/>
            <a:ahLst/>
            <a:rect l="0" t="0" r="r" b="b"/>
            <a:pathLst>
              <a:path w="472" h="473">
                <a:moveTo>
                  <a:pt x="0" y="473"/>
                </a:moveTo>
                <a:lnTo>
                  <a:pt x="472" y="473"/>
                </a:lnTo>
                <a:lnTo>
                  <a:pt x="472" y="0"/>
                </a:lnTo>
                <a:lnTo>
                  <a:pt x="0" y="0"/>
                </a:lnTo>
                <a:lnTo>
                  <a:pt x="0" y="473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22" name=""/>
          <p:cNvSpPr/>
          <p:nvPr/>
        </p:nvSpPr>
        <p:spPr>
          <a:xfrm>
            <a:off x="4752360" y="1091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0">
            <a:noFill/>
          </a:ln>
        </p:spPr>
      </p:sp>
      <p:sp>
        <p:nvSpPr>
          <p:cNvPr id="323" name=""/>
          <p:cNvSpPr/>
          <p:nvPr/>
        </p:nvSpPr>
        <p:spPr>
          <a:xfrm>
            <a:off x="4752360" y="1091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24" name=""/>
          <p:cNvSpPr/>
          <p:nvPr/>
        </p:nvSpPr>
        <p:spPr>
          <a:xfrm>
            <a:off x="4936680" y="1053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25" name=""/>
          <p:cNvSpPr/>
          <p:nvPr/>
        </p:nvSpPr>
        <p:spPr>
          <a:xfrm>
            <a:off x="5121360" y="918360"/>
            <a:ext cx="169920" cy="467280"/>
          </a:xfrm>
          <a:custGeom>
            <a:avLst/>
            <a:gdLst/>
            <a:ahLst/>
            <a:rect l="0" t="0" r="r" b="b"/>
            <a:pathLst>
              <a:path w="472" h="1298">
                <a:moveTo>
                  <a:pt x="0" y="1298"/>
                </a:moveTo>
                <a:lnTo>
                  <a:pt x="472" y="1298"/>
                </a:lnTo>
                <a:lnTo>
                  <a:pt x="472" y="0"/>
                </a:lnTo>
                <a:lnTo>
                  <a:pt x="0" y="0"/>
                </a:lnTo>
                <a:lnTo>
                  <a:pt x="0" y="1298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26" name=""/>
          <p:cNvSpPr/>
          <p:nvPr/>
        </p:nvSpPr>
        <p:spPr>
          <a:xfrm>
            <a:off x="5305680" y="2131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27" name=""/>
          <p:cNvSpPr/>
          <p:nvPr/>
        </p:nvSpPr>
        <p:spPr>
          <a:xfrm>
            <a:off x="5490000" y="2185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28" name=""/>
          <p:cNvSpPr/>
          <p:nvPr/>
        </p:nvSpPr>
        <p:spPr>
          <a:xfrm>
            <a:off x="5674320" y="215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29" name=""/>
          <p:cNvSpPr/>
          <p:nvPr/>
        </p:nvSpPr>
        <p:spPr>
          <a:xfrm>
            <a:off x="5858640" y="17496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0" name=""/>
          <p:cNvSpPr/>
          <p:nvPr/>
        </p:nvSpPr>
        <p:spPr>
          <a:xfrm>
            <a:off x="6042960" y="14198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1" name=""/>
          <p:cNvSpPr/>
          <p:nvPr/>
        </p:nvSpPr>
        <p:spPr>
          <a:xfrm>
            <a:off x="6227280" y="2146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2" name=""/>
          <p:cNvSpPr/>
          <p:nvPr/>
        </p:nvSpPr>
        <p:spPr>
          <a:xfrm>
            <a:off x="6411960" y="17679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3" name=""/>
          <p:cNvSpPr/>
          <p:nvPr/>
        </p:nvSpPr>
        <p:spPr>
          <a:xfrm>
            <a:off x="6596280" y="16124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4" name=""/>
          <p:cNvSpPr/>
          <p:nvPr/>
        </p:nvSpPr>
        <p:spPr>
          <a:xfrm>
            <a:off x="6780600" y="15127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5" name=""/>
          <p:cNvSpPr/>
          <p:nvPr/>
        </p:nvSpPr>
        <p:spPr>
          <a:xfrm>
            <a:off x="6964920" y="1008360"/>
            <a:ext cx="169920" cy="194400"/>
          </a:xfrm>
          <a:custGeom>
            <a:avLst/>
            <a:gdLst/>
            <a:ahLst/>
            <a:rect l="0" t="0" r="r" b="b"/>
            <a:pathLst>
              <a:path w="472" h="540">
                <a:moveTo>
                  <a:pt x="0" y="540"/>
                </a:moveTo>
                <a:lnTo>
                  <a:pt x="472" y="540"/>
                </a:lnTo>
                <a:lnTo>
                  <a:pt x="472" y="0"/>
                </a:lnTo>
                <a:lnTo>
                  <a:pt x="0" y="0"/>
                </a:lnTo>
                <a:lnTo>
                  <a:pt x="0" y="54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6" name=""/>
          <p:cNvSpPr/>
          <p:nvPr/>
        </p:nvSpPr>
        <p:spPr>
          <a:xfrm>
            <a:off x="7149240" y="1032480"/>
            <a:ext cx="169920" cy="138960"/>
          </a:xfrm>
          <a:custGeom>
            <a:avLst/>
            <a:gdLst/>
            <a:ahLst/>
            <a:rect l="0" t="0" r="r" b="b"/>
            <a:pathLst>
              <a:path w="472" h="386">
                <a:moveTo>
                  <a:pt x="0" y="386"/>
                </a:moveTo>
                <a:lnTo>
                  <a:pt x="472" y="386"/>
                </a:lnTo>
                <a:lnTo>
                  <a:pt x="472" y="0"/>
                </a:lnTo>
                <a:lnTo>
                  <a:pt x="0" y="0"/>
                </a:lnTo>
                <a:lnTo>
                  <a:pt x="0" y="386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7" name=""/>
          <p:cNvSpPr/>
          <p:nvPr/>
        </p:nvSpPr>
        <p:spPr>
          <a:xfrm>
            <a:off x="7333560" y="1038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8" name=""/>
          <p:cNvSpPr/>
          <p:nvPr/>
        </p:nvSpPr>
        <p:spPr>
          <a:xfrm>
            <a:off x="7517880" y="785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39" name=""/>
          <p:cNvSpPr/>
          <p:nvPr/>
        </p:nvSpPr>
        <p:spPr>
          <a:xfrm>
            <a:off x="7702200" y="758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0" name=""/>
          <p:cNvSpPr/>
          <p:nvPr/>
        </p:nvSpPr>
        <p:spPr>
          <a:xfrm>
            <a:off x="7886880" y="11898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1" name=""/>
          <p:cNvSpPr/>
          <p:nvPr/>
        </p:nvSpPr>
        <p:spPr>
          <a:xfrm>
            <a:off x="8071200" y="1238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2" name=""/>
          <p:cNvSpPr/>
          <p:nvPr/>
        </p:nvSpPr>
        <p:spPr>
          <a:xfrm>
            <a:off x="8255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3" name=""/>
          <p:cNvSpPr/>
          <p:nvPr/>
        </p:nvSpPr>
        <p:spPr>
          <a:xfrm>
            <a:off x="8439840" y="938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4" name=""/>
          <p:cNvSpPr/>
          <p:nvPr/>
        </p:nvSpPr>
        <p:spPr>
          <a:xfrm>
            <a:off x="8624160" y="10411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5" name=""/>
          <p:cNvSpPr/>
          <p:nvPr/>
        </p:nvSpPr>
        <p:spPr>
          <a:xfrm>
            <a:off x="8808480" y="1422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6" name=""/>
          <p:cNvSpPr/>
          <p:nvPr/>
        </p:nvSpPr>
        <p:spPr>
          <a:xfrm>
            <a:off x="8992800" y="135684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7" name=""/>
          <p:cNvSpPr/>
          <p:nvPr/>
        </p:nvSpPr>
        <p:spPr>
          <a:xfrm>
            <a:off x="9177480" y="771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8" name=""/>
          <p:cNvSpPr/>
          <p:nvPr/>
        </p:nvSpPr>
        <p:spPr>
          <a:xfrm>
            <a:off x="93618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49" name=""/>
          <p:cNvSpPr/>
          <p:nvPr/>
        </p:nvSpPr>
        <p:spPr>
          <a:xfrm>
            <a:off x="9546120" y="900360"/>
            <a:ext cx="169920" cy="284400"/>
          </a:xfrm>
          <a:custGeom>
            <a:avLst/>
            <a:gdLst/>
            <a:ahLst/>
            <a:rect l="0" t="0" r="r" b="b"/>
            <a:pathLst>
              <a:path w="472" h="790">
                <a:moveTo>
                  <a:pt x="0" y="790"/>
                </a:moveTo>
                <a:lnTo>
                  <a:pt x="472" y="790"/>
                </a:lnTo>
                <a:lnTo>
                  <a:pt x="472" y="0"/>
                </a:lnTo>
                <a:lnTo>
                  <a:pt x="0" y="0"/>
                </a:lnTo>
                <a:lnTo>
                  <a:pt x="0" y="79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50" name=""/>
          <p:cNvSpPr/>
          <p:nvPr/>
        </p:nvSpPr>
        <p:spPr>
          <a:xfrm>
            <a:off x="9730440" y="12970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51" name=""/>
          <p:cNvSpPr/>
          <p:nvPr/>
        </p:nvSpPr>
        <p:spPr>
          <a:xfrm>
            <a:off x="9914760" y="161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352" name=""/>
          <p:cNvSpPr/>
          <p:nvPr/>
        </p:nvSpPr>
        <p:spPr>
          <a:xfrm>
            <a:off x="1065240" y="1230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53" name=""/>
          <p:cNvSpPr/>
          <p:nvPr/>
        </p:nvSpPr>
        <p:spPr>
          <a:xfrm>
            <a:off x="1249560" y="1186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54" name=""/>
          <p:cNvSpPr/>
          <p:nvPr/>
        </p:nvSpPr>
        <p:spPr>
          <a:xfrm>
            <a:off x="1433880" y="727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55" name=""/>
          <p:cNvSpPr/>
          <p:nvPr/>
        </p:nvSpPr>
        <p:spPr>
          <a:xfrm>
            <a:off x="1618200" y="896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56" name=""/>
          <p:cNvSpPr/>
          <p:nvPr/>
        </p:nvSpPr>
        <p:spPr>
          <a:xfrm>
            <a:off x="1802520" y="1167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57" name=""/>
          <p:cNvSpPr/>
          <p:nvPr/>
        </p:nvSpPr>
        <p:spPr>
          <a:xfrm>
            <a:off x="1986840" y="1098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58" name=""/>
          <p:cNvSpPr/>
          <p:nvPr/>
        </p:nvSpPr>
        <p:spPr>
          <a:xfrm>
            <a:off x="2171160" y="1197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59" name=""/>
          <p:cNvSpPr/>
          <p:nvPr/>
        </p:nvSpPr>
        <p:spPr>
          <a:xfrm>
            <a:off x="2355840" y="1175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0" name=""/>
          <p:cNvSpPr/>
          <p:nvPr/>
        </p:nvSpPr>
        <p:spPr>
          <a:xfrm>
            <a:off x="2540160" y="13244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1" name=""/>
          <p:cNvSpPr/>
          <p:nvPr/>
        </p:nvSpPr>
        <p:spPr>
          <a:xfrm>
            <a:off x="2724480" y="705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2" name=""/>
          <p:cNvSpPr/>
          <p:nvPr/>
        </p:nvSpPr>
        <p:spPr>
          <a:xfrm>
            <a:off x="2908800" y="832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3" name=""/>
          <p:cNvSpPr/>
          <p:nvPr/>
        </p:nvSpPr>
        <p:spPr>
          <a:xfrm>
            <a:off x="3093120" y="943560"/>
            <a:ext cx="169920" cy="195120"/>
          </a:xfrm>
          <a:custGeom>
            <a:avLst/>
            <a:gdLst/>
            <a:ahLst/>
            <a:rect l="0" t="0" r="r" b="b"/>
            <a:pathLst>
              <a:path w="472" h="542">
                <a:moveTo>
                  <a:pt x="0" y="542"/>
                </a:moveTo>
                <a:lnTo>
                  <a:pt x="472" y="542"/>
                </a:lnTo>
                <a:lnTo>
                  <a:pt x="472" y="0"/>
                </a:lnTo>
                <a:lnTo>
                  <a:pt x="0" y="0"/>
                </a:lnTo>
                <a:lnTo>
                  <a:pt x="0" y="542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4" name=""/>
          <p:cNvSpPr/>
          <p:nvPr/>
        </p:nvSpPr>
        <p:spPr>
          <a:xfrm>
            <a:off x="3277440" y="961560"/>
            <a:ext cx="169920" cy="202680"/>
          </a:xfrm>
          <a:custGeom>
            <a:avLst/>
            <a:gdLst/>
            <a:ahLst/>
            <a:rect l="0" t="0" r="r" b="b"/>
            <a:pathLst>
              <a:path w="472" h="563">
                <a:moveTo>
                  <a:pt x="0" y="563"/>
                </a:moveTo>
                <a:lnTo>
                  <a:pt x="472" y="563"/>
                </a:lnTo>
                <a:lnTo>
                  <a:pt x="472" y="0"/>
                </a:lnTo>
                <a:lnTo>
                  <a:pt x="0" y="0"/>
                </a:lnTo>
                <a:lnTo>
                  <a:pt x="0" y="563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5" name=""/>
          <p:cNvSpPr/>
          <p:nvPr/>
        </p:nvSpPr>
        <p:spPr>
          <a:xfrm>
            <a:off x="346176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6" name=""/>
          <p:cNvSpPr/>
          <p:nvPr/>
        </p:nvSpPr>
        <p:spPr>
          <a:xfrm>
            <a:off x="3646440" y="957960"/>
            <a:ext cx="169920" cy="225000"/>
          </a:xfrm>
          <a:custGeom>
            <a:avLst/>
            <a:gdLst/>
            <a:ahLst/>
            <a:rect l="0" t="0" r="r" b="b"/>
            <a:pathLst>
              <a:path w="472" h="625">
                <a:moveTo>
                  <a:pt x="0" y="625"/>
                </a:moveTo>
                <a:lnTo>
                  <a:pt x="472" y="625"/>
                </a:lnTo>
                <a:lnTo>
                  <a:pt x="472" y="0"/>
                </a:lnTo>
                <a:lnTo>
                  <a:pt x="0" y="0"/>
                </a:lnTo>
                <a:lnTo>
                  <a:pt x="0" y="625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7" name=""/>
          <p:cNvSpPr/>
          <p:nvPr/>
        </p:nvSpPr>
        <p:spPr>
          <a:xfrm>
            <a:off x="3830760" y="534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8" name=""/>
          <p:cNvSpPr/>
          <p:nvPr/>
        </p:nvSpPr>
        <p:spPr>
          <a:xfrm>
            <a:off x="4015080" y="790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69" name=""/>
          <p:cNvSpPr/>
          <p:nvPr/>
        </p:nvSpPr>
        <p:spPr>
          <a:xfrm>
            <a:off x="4199400" y="12416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0" name=""/>
          <p:cNvSpPr/>
          <p:nvPr/>
        </p:nvSpPr>
        <p:spPr>
          <a:xfrm>
            <a:off x="4383720" y="11876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1" name=""/>
          <p:cNvSpPr/>
          <p:nvPr/>
        </p:nvSpPr>
        <p:spPr>
          <a:xfrm>
            <a:off x="4568040" y="870120"/>
            <a:ext cx="169920" cy="162360"/>
          </a:xfrm>
          <a:custGeom>
            <a:avLst/>
            <a:gdLst/>
            <a:ahLst/>
            <a:rect l="0" t="0" r="r" b="b"/>
            <a:pathLst>
              <a:path w="472" h="451">
                <a:moveTo>
                  <a:pt x="0" y="451"/>
                </a:moveTo>
                <a:lnTo>
                  <a:pt x="472" y="451"/>
                </a:lnTo>
                <a:lnTo>
                  <a:pt x="472" y="0"/>
                </a:lnTo>
                <a:lnTo>
                  <a:pt x="0" y="0"/>
                </a:lnTo>
                <a:lnTo>
                  <a:pt x="0" y="451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2" name=""/>
          <p:cNvSpPr/>
          <p:nvPr/>
        </p:nvSpPr>
        <p:spPr>
          <a:xfrm>
            <a:off x="4752360" y="1091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3" name=""/>
          <p:cNvSpPr/>
          <p:nvPr/>
        </p:nvSpPr>
        <p:spPr>
          <a:xfrm>
            <a:off x="4936680" y="1053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4" name=""/>
          <p:cNvSpPr/>
          <p:nvPr/>
        </p:nvSpPr>
        <p:spPr>
          <a:xfrm>
            <a:off x="5121360" y="918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5" name=""/>
          <p:cNvSpPr/>
          <p:nvPr/>
        </p:nvSpPr>
        <p:spPr>
          <a:xfrm>
            <a:off x="5305680" y="2131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6" name=""/>
          <p:cNvSpPr/>
          <p:nvPr/>
        </p:nvSpPr>
        <p:spPr>
          <a:xfrm>
            <a:off x="5490000" y="2185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7" name=""/>
          <p:cNvSpPr/>
          <p:nvPr/>
        </p:nvSpPr>
        <p:spPr>
          <a:xfrm>
            <a:off x="5674320" y="215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8" name=""/>
          <p:cNvSpPr/>
          <p:nvPr/>
        </p:nvSpPr>
        <p:spPr>
          <a:xfrm>
            <a:off x="5858640" y="17496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79" name=""/>
          <p:cNvSpPr/>
          <p:nvPr/>
        </p:nvSpPr>
        <p:spPr>
          <a:xfrm>
            <a:off x="6042960" y="14198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0" name=""/>
          <p:cNvSpPr/>
          <p:nvPr/>
        </p:nvSpPr>
        <p:spPr>
          <a:xfrm>
            <a:off x="6227280" y="2146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1" name=""/>
          <p:cNvSpPr/>
          <p:nvPr/>
        </p:nvSpPr>
        <p:spPr>
          <a:xfrm>
            <a:off x="6411960" y="17679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2" name=""/>
          <p:cNvSpPr/>
          <p:nvPr/>
        </p:nvSpPr>
        <p:spPr>
          <a:xfrm>
            <a:off x="6596280" y="16124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3" name=""/>
          <p:cNvSpPr/>
          <p:nvPr/>
        </p:nvSpPr>
        <p:spPr>
          <a:xfrm>
            <a:off x="6780600" y="15127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4" name=""/>
          <p:cNvSpPr/>
          <p:nvPr/>
        </p:nvSpPr>
        <p:spPr>
          <a:xfrm>
            <a:off x="6964920" y="797760"/>
            <a:ext cx="169920" cy="210960"/>
          </a:xfrm>
          <a:custGeom>
            <a:avLst/>
            <a:gdLst/>
            <a:ahLst/>
            <a:rect l="0" t="0" r="r" b="b"/>
            <a:pathLst>
              <a:path w="472" h="586">
                <a:moveTo>
                  <a:pt x="0" y="586"/>
                </a:moveTo>
                <a:lnTo>
                  <a:pt x="472" y="586"/>
                </a:lnTo>
                <a:lnTo>
                  <a:pt x="472" y="0"/>
                </a:lnTo>
                <a:lnTo>
                  <a:pt x="0" y="0"/>
                </a:lnTo>
                <a:lnTo>
                  <a:pt x="0" y="586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5" name=""/>
          <p:cNvSpPr/>
          <p:nvPr/>
        </p:nvSpPr>
        <p:spPr>
          <a:xfrm>
            <a:off x="7149240" y="761400"/>
            <a:ext cx="169920" cy="271440"/>
          </a:xfrm>
          <a:custGeom>
            <a:avLst/>
            <a:gdLst/>
            <a:ahLst/>
            <a:rect l="0" t="0" r="r" b="b"/>
            <a:pathLst>
              <a:path w="472" h="754">
                <a:moveTo>
                  <a:pt x="0" y="754"/>
                </a:moveTo>
                <a:lnTo>
                  <a:pt x="472" y="754"/>
                </a:lnTo>
                <a:lnTo>
                  <a:pt x="472" y="0"/>
                </a:lnTo>
                <a:lnTo>
                  <a:pt x="0" y="0"/>
                </a:lnTo>
                <a:lnTo>
                  <a:pt x="0" y="754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6" name=""/>
          <p:cNvSpPr/>
          <p:nvPr/>
        </p:nvSpPr>
        <p:spPr>
          <a:xfrm>
            <a:off x="7333560" y="1038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7" name=""/>
          <p:cNvSpPr/>
          <p:nvPr/>
        </p:nvSpPr>
        <p:spPr>
          <a:xfrm>
            <a:off x="7517880" y="785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8" name=""/>
          <p:cNvSpPr/>
          <p:nvPr/>
        </p:nvSpPr>
        <p:spPr>
          <a:xfrm>
            <a:off x="7702200" y="758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89" name=""/>
          <p:cNvSpPr/>
          <p:nvPr/>
        </p:nvSpPr>
        <p:spPr>
          <a:xfrm>
            <a:off x="7886880" y="11898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0" name=""/>
          <p:cNvSpPr/>
          <p:nvPr/>
        </p:nvSpPr>
        <p:spPr>
          <a:xfrm>
            <a:off x="8071200" y="1238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1" name=""/>
          <p:cNvSpPr/>
          <p:nvPr/>
        </p:nvSpPr>
        <p:spPr>
          <a:xfrm>
            <a:off x="8255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2" name=""/>
          <p:cNvSpPr/>
          <p:nvPr/>
        </p:nvSpPr>
        <p:spPr>
          <a:xfrm>
            <a:off x="8439840" y="938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3" name=""/>
          <p:cNvSpPr/>
          <p:nvPr/>
        </p:nvSpPr>
        <p:spPr>
          <a:xfrm>
            <a:off x="8624160" y="409320"/>
            <a:ext cx="169920" cy="632160"/>
          </a:xfrm>
          <a:custGeom>
            <a:avLst/>
            <a:gdLst/>
            <a:ahLst/>
            <a:rect l="0" t="0" r="r" b="b"/>
            <a:pathLst>
              <a:path w="472" h="1756">
                <a:moveTo>
                  <a:pt x="0" y="1756"/>
                </a:moveTo>
                <a:lnTo>
                  <a:pt x="472" y="1756"/>
                </a:lnTo>
                <a:lnTo>
                  <a:pt x="472" y="0"/>
                </a:lnTo>
                <a:lnTo>
                  <a:pt x="0" y="0"/>
                </a:lnTo>
                <a:lnTo>
                  <a:pt x="0" y="1756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4" name=""/>
          <p:cNvSpPr/>
          <p:nvPr/>
        </p:nvSpPr>
        <p:spPr>
          <a:xfrm>
            <a:off x="8808480" y="1422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5" name=""/>
          <p:cNvSpPr/>
          <p:nvPr/>
        </p:nvSpPr>
        <p:spPr>
          <a:xfrm>
            <a:off x="8992800" y="135684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6" name=""/>
          <p:cNvSpPr/>
          <p:nvPr/>
        </p:nvSpPr>
        <p:spPr>
          <a:xfrm>
            <a:off x="9177480" y="771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7" name=""/>
          <p:cNvSpPr/>
          <p:nvPr/>
        </p:nvSpPr>
        <p:spPr>
          <a:xfrm>
            <a:off x="93618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8" name=""/>
          <p:cNvSpPr/>
          <p:nvPr/>
        </p:nvSpPr>
        <p:spPr>
          <a:xfrm>
            <a:off x="9546120" y="900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399" name=""/>
          <p:cNvSpPr/>
          <p:nvPr/>
        </p:nvSpPr>
        <p:spPr>
          <a:xfrm>
            <a:off x="9730440" y="12970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400" name=""/>
          <p:cNvSpPr/>
          <p:nvPr/>
        </p:nvSpPr>
        <p:spPr>
          <a:xfrm>
            <a:off x="9914760" y="161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401" name=""/>
          <p:cNvSpPr/>
          <p:nvPr/>
        </p:nvSpPr>
        <p:spPr>
          <a:xfrm>
            <a:off x="1065240" y="1230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02" name=""/>
          <p:cNvSpPr/>
          <p:nvPr/>
        </p:nvSpPr>
        <p:spPr>
          <a:xfrm>
            <a:off x="1249560" y="1186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03" name=""/>
          <p:cNvSpPr/>
          <p:nvPr/>
        </p:nvSpPr>
        <p:spPr>
          <a:xfrm>
            <a:off x="1433880" y="727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04" name=""/>
          <p:cNvSpPr/>
          <p:nvPr/>
        </p:nvSpPr>
        <p:spPr>
          <a:xfrm>
            <a:off x="1618200" y="896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05" name=""/>
          <p:cNvSpPr/>
          <p:nvPr/>
        </p:nvSpPr>
        <p:spPr>
          <a:xfrm>
            <a:off x="1802520" y="1167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06" name=""/>
          <p:cNvSpPr/>
          <p:nvPr/>
        </p:nvSpPr>
        <p:spPr>
          <a:xfrm>
            <a:off x="1986840" y="409320"/>
            <a:ext cx="169920" cy="689400"/>
          </a:xfrm>
          <a:custGeom>
            <a:avLst/>
            <a:gdLst/>
            <a:ahLst/>
            <a:rect l="0" t="0" r="r" b="b"/>
            <a:pathLst>
              <a:path w="472" h="1915">
                <a:moveTo>
                  <a:pt x="0" y="1915"/>
                </a:moveTo>
                <a:lnTo>
                  <a:pt x="472" y="1915"/>
                </a:lnTo>
                <a:lnTo>
                  <a:pt x="472" y="0"/>
                </a:lnTo>
                <a:lnTo>
                  <a:pt x="0" y="0"/>
                </a:lnTo>
                <a:lnTo>
                  <a:pt x="0" y="1915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07" name=""/>
          <p:cNvSpPr/>
          <p:nvPr/>
        </p:nvSpPr>
        <p:spPr>
          <a:xfrm>
            <a:off x="2171160" y="1197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08" name=""/>
          <p:cNvSpPr/>
          <p:nvPr/>
        </p:nvSpPr>
        <p:spPr>
          <a:xfrm>
            <a:off x="2355840" y="1175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09" name=""/>
          <p:cNvSpPr/>
          <p:nvPr/>
        </p:nvSpPr>
        <p:spPr>
          <a:xfrm>
            <a:off x="2540160" y="13244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0" name=""/>
          <p:cNvSpPr/>
          <p:nvPr/>
        </p:nvSpPr>
        <p:spPr>
          <a:xfrm>
            <a:off x="2724480" y="705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1" name=""/>
          <p:cNvSpPr/>
          <p:nvPr/>
        </p:nvSpPr>
        <p:spPr>
          <a:xfrm>
            <a:off x="2908800" y="832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2" name=""/>
          <p:cNvSpPr/>
          <p:nvPr/>
        </p:nvSpPr>
        <p:spPr>
          <a:xfrm>
            <a:off x="3093120" y="409320"/>
            <a:ext cx="169920" cy="534600"/>
          </a:xfrm>
          <a:custGeom>
            <a:avLst/>
            <a:gdLst/>
            <a:ahLst/>
            <a:rect l="0" t="0" r="r" b="b"/>
            <a:pathLst>
              <a:path w="472" h="1485">
                <a:moveTo>
                  <a:pt x="0" y="1485"/>
                </a:moveTo>
                <a:lnTo>
                  <a:pt x="472" y="1485"/>
                </a:lnTo>
                <a:lnTo>
                  <a:pt x="472" y="0"/>
                </a:lnTo>
                <a:lnTo>
                  <a:pt x="0" y="0"/>
                </a:lnTo>
                <a:lnTo>
                  <a:pt x="0" y="1485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3" name=""/>
          <p:cNvSpPr/>
          <p:nvPr/>
        </p:nvSpPr>
        <p:spPr>
          <a:xfrm>
            <a:off x="3277440" y="409320"/>
            <a:ext cx="169920" cy="552600"/>
          </a:xfrm>
          <a:custGeom>
            <a:avLst/>
            <a:gdLst/>
            <a:ahLst/>
            <a:rect l="0" t="0" r="r" b="b"/>
            <a:pathLst>
              <a:path w="472" h="1535">
                <a:moveTo>
                  <a:pt x="0" y="1535"/>
                </a:moveTo>
                <a:lnTo>
                  <a:pt x="472" y="1535"/>
                </a:lnTo>
                <a:lnTo>
                  <a:pt x="472" y="0"/>
                </a:lnTo>
                <a:lnTo>
                  <a:pt x="0" y="0"/>
                </a:lnTo>
                <a:lnTo>
                  <a:pt x="0" y="1535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4" name=""/>
          <p:cNvSpPr/>
          <p:nvPr/>
        </p:nvSpPr>
        <p:spPr>
          <a:xfrm>
            <a:off x="346176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5" name=""/>
          <p:cNvSpPr/>
          <p:nvPr/>
        </p:nvSpPr>
        <p:spPr>
          <a:xfrm>
            <a:off x="3646440" y="9579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6" name=""/>
          <p:cNvSpPr/>
          <p:nvPr/>
        </p:nvSpPr>
        <p:spPr>
          <a:xfrm>
            <a:off x="3830760" y="534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7" name=""/>
          <p:cNvSpPr/>
          <p:nvPr/>
        </p:nvSpPr>
        <p:spPr>
          <a:xfrm>
            <a:off x="4015080" y="790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8" name=""/>
          <p:cNvSpPr/>
          <p:nvPr/>
        </p:nvSpPr>
        <p:spPr>
          <a:xfrm>
            <a:off x="4199400" y="12416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19" name=""/>
          <p:cNvSpPr/>
          <p:nvPr/>
        </p:nvSpPr>
        <p:spPr>
          <a:xfrm>
            <a:off x="4383720" y="11876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0" name=""/>
          <p:cNvSpPr/>
          <p:nvPr/>
        </p:nvSpPr>
        <p:spPr>
          <a:xfrm>
            <a:off x="4568040" y="8701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1" name=""/>
          <p:cNvSpPr/>
          <p:nvPr/>
        </p:nvSpPr>
        <p:spPr>
          <a:xfrm>
            <a:off x="4752360" y="1091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2" name=""/>
          <p:cNvSpPr/>
          <p:nvPr/>
        </p:nvSpPr>
        <p:spPr>
          <a:xfrm>
            <a:off x="4936680" y="1053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3" name=""/>
          <p:cNvSpPr/>
          <p:nvPr/>
        </p:nvSpPr>
        <p:spPr>
          <a:xfrm>
            <a:off x="5121360" y="918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4" name=""/>
          <p:cNvSpPr/>
          <p:nvPr/>
        </p:nvSpPr>
        <p:spPr>
          <a:xfrm>
            <a:off x="5305680" y="2131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5" name=""/>
          <p:cNvSpPr/>
          <p:nvPr/>
        </p:nvSpPr>
        <p:spPr>
          <a:xfrm>
            <a:off x="5490000" y="2185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6" name=""/>
          <p:cNvSpPr/>
          <p:nvPr/>
        </p:nvSpPr>
        <p:spPr>
          <a:xfrm>
            <a:off x="5674320" y="215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7" name=""/>
          <p:cNvSpPr/>
          <p:nvPr/>
        </p:nvSpPr>
        <p:spPr>
          <a:xfrm>
            <a:off x="5858640" y="17496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8" name=""/>
          <p:cNvSpPr/>
          <p:nvPr/>
        </p:nvSpPr>
        <p:spPr>
          <a:xfrm>
            <a:off x="6042960" y="14198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29" name=""/>
          <p:cNvSpPr/>
          <p:nvPr/>
        </p:nvSpPr>
        <p:spPr>
          <a:xfrm>
            <a:off x="6227280" y="2146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0" name=""/>
          <p:cNvSpPr/>
          <p:nvPr/>
        </p:nvSpPr>
        <p:spPr>
          <a:xfrm>
            <a:off x="6411960" y="17679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1" name=""/>
          <p:cNvSpPr/>
          <p:nvPr/>
        </p:nvSpPr>
        <p:spPr>
          <a:xfrm>
            <a:off x="6596280" y="16124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2" name=""/>
          <p:cNvSpPr/>
          <p:nvPr/>
        </p:nvSpPr>
        <p:spPr>
          <a:xfrm>
            <a:off x="6780600" y="15127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3" name=""/>
          <p:cNvSpPr/>
          <p:nvPr/>
        </p:nvSpPr>
        <p:spPr>
          <a:xfrm>
            <a:off x="6964920" y="797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4" name=""/>
          <p:cNvSpPr/>
          <p:nvPr/>
        </p:nvSpPr>
        <p:spPr>
          <a:xfrm>
            <a:off x="7149240" y="761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5" name=""/>
          <p:cNvSpPr/>
          <p:nvPr/>
        </p:nvSpPr>
        <p:spPr>
          <a:xfrm>
            <a:off x="7333560" y="1038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6" name=""/>
          <p:cNvSpPr/>
          <p:nvPr/>
        </p:nvSpPr>
        <p:spPr>
          <a:xfrm>
            <a:off x="7517880" y="785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7" name=""/>
          <p:cNvSpPr/>
          <p:nvPr/>
        </p:nvSpPr>
        <p:spPr>
          <a:xfrm>
            <a:off x="7702200" y="758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8" name=""/>
          <p:cNvSpPr/>
          <p:nvPr/>
        </p:nvSpPr>
        <p:spPr>
          <a:xfrm>
            <a:off x="7886880" y="11898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39" name=""/>
          <p:cNvSpPr/>
          <p:nvPr/>
        </p:nvSpPr>
        <p:spPr>
          <a:xfrm>
            <a:off x="8071200" y="1238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0" name=""/>
          <p:cNvSpPr/>
          <p:nvPr/>
        </p:nvSpPr>
        <p:spPr>
          <a:xfrm>
            <a:off x="8255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1" name=""/>
          <p:cNvSpPr/>
          <p:nvPr/>
        </p:nvSpPr>
        <p:spPr>
          <a:xfrm>
            <a:off x="8439840" y="938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2" name=""/>
          <p:cNvSpPr/>
          <p:nvPr/>
        </p:nvSpPr>
        <p:spPr>
          <a:xfrm>
            <a:off x="86241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3" name=""/>
          <p:cNvSpPr/>
          <p:nvPr/>
        </p:nvSpPr>
        <p:spPr>
          <a:xfrm>
            <a:off x="8808480" y="1422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4" name=""/>
          <p:cNvSpPr/>
          <p:nvPr/>
        </p:nvSpPr>
        <p:spPr>
          <a:xfrm>
            <a:off x="8992800" y="135684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5" name=""/>
          <p:cNvSpPr/>
          <p:nvPr/>
        </p:nvSpPr>
        <p:spPr>
          <a:xfrm>
            <a:off x="9177480" y="771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6" name=""/>
          <p:cNvSpPr/>
          <p:nvPr/>
        </p:nvSpPr>
        <p:spPr>
          <a:xfrm>
            <a:off x="93618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7" name=""/>
          <p:cNvSpPr/>
          <p:nvPr/>
        </p:nvSpPr>
        <p:spPr>
          <a:xfrm>
            <a:off x="9546120" y="900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8" name=""/>
          <p:cNvSpPr/>
          <p:nvPr/>
        </p:nvSpPr>
        <p:spPr>
          <a:xfrm>
            <a:off x="9730440" y="12970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49" name=""/>
          <p:cNvSpPr/>
          <p:nvPr/>
        </p:nvSpPr>
        <p:spPr>
          <a:xfrm>
            <a:off x="9914760" y="161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450" name=""/>
          <p:cNvSpPr/>
          <p:nvPr/>
        </p:nvSpPr>
        <p:spPr>
          <a:xfrm>
            <a:off x="1065240" y="1230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1" name=""/>
          <p:cNvSpPr/>
          <p:nvPr/>
        </p:nvSpPr>
        <p:spPr>
          <a:xfrm>
            <a:off x="1249560" y="1186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2" name=""/>
          <p:cNvSpPr/>
          <p:nvPr/>
        </p:nvSpPr>
        <p:spPr>
          <a:xfrm>
            <a:off x="1433880" y="727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3" name=""/>
          <p:cNvSpPr/>
          <p:nvPr/>
        </p:nvSpPr>
        <p:spPr>
          <a:xfrm>
            <a:off x="1618200" y="896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4" name=""/>
          <p:cNvSpPr/>
          <p:nvPr/>
        </p:nvSpPr>
        <p:spPr>
          <a:xfrm>
            <a:off x="1802520" y="1167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5" name=""/>
          <p:cNvSpPr/>
          <p:nvPr/>
        </p:nvSpPr>
        <p:spPr>
          <a:xfrm>
            <a:off x="19868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6" name=""/>
          <p:cNvSpPr/>
          <p:nvPr/>
        </p:nvSpPr>
        <p:spPr>
          <a:xfrm>
            <a:off x="2171160" y="1197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7" name=""/>
          <p:cNvSpPr/>
          <p:nvPr/>
        </p:nvSpPr>
        <p:spPr>
          <a:xfrm>
            <a:off x="2355840" y="1175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8" name=""/>
          <p:cNvSpPr/>
          <p:nvPr/>
        </p:nvSpPr>
        <p:spPr>
          <a:xfrm>
            <a:off x="2540160" y="13244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59" name=""/>
          <p:cNvSpPr/>
          <p:nvPr/>
        </p:nvSpPr>
        <p:spPr>
          <a:xfrm>
            <a:off x="2724480" y="705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0" name=""/>
          <p:cNvSpPr/>
          <p:nvPr/>
        </p:nvSpPr>
        <p:spPr>
          <a:xfrm>
            <a:off x="2908800" y="832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1" name=""/>
          <p:cNvSpPr/>
          <p:nvPr/>
        </p:nvSpPr>
        <p:spPr>
          <a:xfrm>
            <a:off x="30931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2" name=""/>
          <p:cNvSpPr/>
          <p:nvPr/>
        </p:nvSpPr>
        <p:spPr>
          <a:xfrm>
            <a:off x="32774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3" name=""/>
          <p:cNvSpPr/>
          <p:nvPr/>
        </p:nvSpPr>
        <p:spPr>
          <a:xfrm>
            <a:off x="346176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4" name=""/>
          <p:cNvSpPr/>
          <p:nvPr/>
        </p:nvSpPr>
        <p:spPr>
          <a:xfrm>
            <a:off x="3646440" y="770760"/>
            <a:ext cx="169920" cy="187560"/>
          </a:xfrm>
          <a:custGeom>
            <a:avLst/>
            <a:gdLst/>
            <a:ahLst/>
            <a:rect l="0" t="0" r="r" b="b"/>
            <a:pathLst>
              <a:path w="472" h="521">
                <a:moveTo>
                  <a:pt x="0" y="521"/>
                </a:moveTo>
                <a:lnTo>
                  <a:pt x="472" y="521"/>
                </a:lnTo>
                <a:lnTo>
                  <a:pt x="472" y="0"/>
                </a:lnTo>
                <a:lnTo>
                  <a:pt x="0" y="0"/>
                </a:lnTo>
                <a:lnTo>
                  <a:pt x="0" y="521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5" name=""/>
          <p:cNvSpPr/>
          <p:nvPr/>
        </p:nvSpPr>
        <p:spPr>
          <a:xfrm>
            <a:off x="3830760" y="534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6" name=""/>
          <p:cNvSpPr/>
          <p:nvPr/>
        </p:nvSpPr>
        <p:spPr>
          <a:xfrm>
            <a:off x="4015080" y="790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7" name=""/>
          <p:cNvSpPr/>
          <p:nvPr/>
        </p:nvSpPr>
        <p:spPr>
          <a:xfrm>
            <a:off x="4199400" y="12416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8" name=""/>
          <p:cNvSpPr/>
          <p:nvPr/>
        </p:nvSpPr>
        <p:spPr>
          <a:xfrm>
            <a:off x="4383720" y="11876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69" name=""/>
          <p:cNvSpPr/>
          <p:nvPr/>
        </p:nvSpPr>
        <p:spPr>
          <a:xfrm>
            <a:off x="4568040" y="516960"/>
            <a:ext cx="169920" cy="353520"/>
          </a:xfrm>
          <a:custGeom>
            <a:avLst/>
            <a:gdLst/>
            <a:ahLst/>
            <a:rect l="0" t="0" r="r" b="b"/>
            <a:pathLst>
              <a:path w="472" h="982">
                <a:moveTo>
                  <a:pt x="0" y="982"/>
                </a:moveTo>
                <a:lnTo>
                  <a:pt x="472" y="982"/>
                </a:lnTo>
                <a:lnTo>
                  <a:pt x="472" y="0"/>
                </a:lnTo>
                <a:lnTo>
                  <a:pt x="0" y="0"/>
                </a:lnTo>
                <a:lnTo>
                  <a:pt x="0" y="982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0" name=""/>
          <p:cNvSpPr/>
          <p:nvPr/>
        </p:nvSpPr>
        <p:spPr>
          <a:xfrm>
            <a:off x="4752360" y="1091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1" name=""/>
          <p:cNvSpPr/>
          <p:nvPr/>
        </p:nvSpPr>
        <p:spPr>
          <a:xfrm>
            <a:off x="4936680" y="1053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2" name=""/>
          <p:cNvSpPr/>
          <p:nvPr/>
        </p:nvSpPr>
        <p:spPr>
          <a:xfrm>
            <a:off x="5121360" y="918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3" name=""/>
          <p:cNvSpPr/>
          <p:nvPr/>
        </p:nvSpPr>
        <p:spPr>
          <a:xfrm>
            <a:off x="5305680" y="2131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4" name=""/>
          <p:cNvSpPr/>
          <p:nvPr/>
        </p:nvSpPr>
        <p:spPr>
          <a:xfrm>
            <a:off x="5490000" y="2185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5" name=""/>
          <p:cNvSpPr/>
          <p:nvPr/>
        </p:nvSpPr>
        <p:spPr>
          <a:xfrm>
            <a:off x="5674320" y="215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6" name=""/>
          <p:cNvSpPr/>
          <p:nvPr/>
        </p:nvSpPr>
        <p:spPr>
          <a:xfrm>
            <a:off x="5858640" y="17496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7" name=""/>
          <p:cNvSpPr/>
          <p:nvPr/>
        </p:nvSpPr>
        <p:spPr>
          <a:xfrm>
            <a:off x="6042960" y="14198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8" name=""/>
          <p:cNvSpPr/>
          <p:nvPr/>
        </p:nvSpPr>
        <p:spPr>
          <a:xfrm>
            <a:off x="6227280" y="2146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79" name=""/>
          <p:cNvSpPr/>
          <p:nvPr/>
        </p:nvSpPr>
        <p:spPr>
          <a:xfrm>
            <a:off x="6411960" y="1267560"/>
            <a:ext cx="169920" cy="500760"/>
          </a:xfrm>
          <a:custGeom>
            <a:avLst/>
            <a:gdLst/>
            <a:ahLst/>
            <a:rect l="0" t="0" r="r" b="b"/>
            <a:pathLst>
              <a:path w="472" h="1391">
                <a:moveTo>
                  <a:pt x="0" y="1391"/>
                </a:moveTo>
                <a:lnTo>
                  <a:pt x="472" y="1391"/>
                </a:lnTo>
                <a:lnTo>
                  <a:pt x="472" y="0"/>
                </a:lnTo>
                <a:lnTo>
                  <a:pt x="0" y="0"/>
                </a:lnTo>
                <a:lnTo>
                  <a:pt x="0" y="1391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0" name=""/>
          <p:cNvSpPr/>
          <p:nvPr/>
        </p:nvSpPr>
        <p:spPr>
          <a:xfrm>
            <a:off x="6596280" y="16124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1" name=""/>
          <p:cNvSpPr/>
          <p:nvPr/>
        </p:nvSpPr>
        <p:spPr>
          <a:xfrm>
            <a:off x="6780600" y="15127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2" name=""/>
          <p:cNvSpPr/>
          <p:nvPr/>
        </p:nvSpPr>
        <p:spPr>
          <a:xfrm>
            <a:off x="6964920" y="523080"/>
            <a:ext cx="169920" cy="275040"/>
          </a:xfrm>
          <a:custGeom>
            <a:avLst/>
            <a:gdLst/>
            <a:ahLst/>
            <a:rect l="0" t="0" r="r" b="b"/>
            <a:pathLst>
              <a:path w="472" h="764">
                <a:moveTo>
                  <a:pt x="0" y="764"/>
                </a:moveTo>
                <a:lnTo>
                  <a:pt x="472" y="764"/>
                </a:lnTo>
                <a:lnTo>
                  <a:pt x="472" y="0"/>
                </a:lnTo>
                <a:lnTo>
                  <a:pt x="0" y="0"/>
                </a:lnTo>
                <a:lnTo>
                  <a:pt x="0" y="764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3" name=""/>
          <p:cNvSpPr/>
          <p:nvPr/>
        </p:nvSpPr>
        <p:spPr>
          <a:xfrm>
            <a:off x="7149240" y="538920"/>
            <a:ext cx="169920" cy="222840"/>
          </a:xfrm>
          <a:custGeom>
            <a:avLst/>
            <a:gdLst/>
            <a:ahLst/>
            <a:rect l="0" t="0" r="r" b="b"/>
            <a:pathLst>
              <a:path w="472" h="619">
                <a:moveTo>
                  <a:pt x="0" y="619"/>
                </a:moveTo>
                <a:lnTo>
                  <a:pt x="472" y="619"/>
                </a:lnTo>
                <a:lnTo>
                  <a:pt x="472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4" name=""/>
          <p:cNvSpPr/>
          <p:nvPr/>
        </p:nvSpPr>
        <p:spPr>
          <a:xfrm>
            <a:off x="7333560" y="1038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5" name=""/>
          <p:cNvSpPr/>
          <p:nvPr/>
        </p:nvSpPr>
        <p:spPr>
          <a:xfrm>
            <a:off x="7517880" y="785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6" name=""/>
          <p:cNvSpPr/>
          <p:nvPr/>
        </p:nvSpPr>
        <p:spPr>
          <a:xfrm>
            <a:off x="7702200" y="758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7" name=""/>
          <p:cNvSpPr/>
          <p:nvPr/>
        </p:nvSpPr>
        <p:spPr>
          <a:xfrm>
            <a:off x="7886880" y="11898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8" name=""/>
          <p:cNvSpPr/>
          <p:nvPr/>
        </p:nvSpPr>
        <p:spPr>
          <a:xfrm>
            <a:off x="8071200" y="1238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89" name=""/>
          <p:cNvSpPr/>
          <p:nvPr/>
        </p:nvSpPr>
        <p:spPr>
          <a:xfrm>
            <a:off x="8255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0" name=""/>
          <p:cNvSpPr/>
          <p:nvPr/>
        </p:nvSpPr>
        <p:spPr>
          <a:xfrm>
            <a:off x="8439840" y="938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1" name=""/>
          <p:cNvSpPr/>
          <p:nvPr/>
        </p:nvSpPr>
        <p:spPr>
          <a:xfrm>
            <a:off x="86241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2" name=""/>
          <p:cNvSpPr/>
          <p:nvPr/>
        </p:nvSpPr>
        <p:spPr>
          <a:xfrm>
            <a:off x="8808480" y="1422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3" name=""/>
          <p:cNvSpPr/>
          <p:nvPr/>
        </p:nvSpPr>
        <p:spPr>
          <a:xfrm>
            <a:off x="8992800" y="135684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4" name=""/>
          <p:cNvSpPr/>
          <p:nvPr/>
        </p:nvSpPr>
        <p:spPr>
          <a:xfrm>
            <a:off x="9177480" y="771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5" name=""/>
          <p:cNvSpPr/>
          <p:nvPr/>
        </p:nvSpPr>
        <p:spPr>
          <a:xfrm>
            <a:off x="93618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6" name=""/>
          <p:cNvSpPr/>
          <p:nvPr/>
        </p:nvSpPr>
        <p:spPr>
          <a:xfrm>
            <a:off x="9546120" y="900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7" name=""/>
          <p:cNvSpPr/>
          <p:nvPr/>
        </p:nvSpPr>
        <p:spPr>
          <a:xfrm>
            <a:off x="9730440" y="12970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8" name=""/>
          <p:cNvSpPr/>
          <p:nvPr/>
        </p:nvSpPr>
        <p:spPr>
          <a:xfrm>
            <a:off x="9914760" y="161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499" name=""/>
          <p:cNvSpPr/>
          <p:nvPr/>
        </p:nvSpPr>
        <p:spPr>
          <a:xfrm>
            <a:off x="1065240" y="779400"/>
            <a:ext cx="169920" cy="451440"/>
          </a:xfrm>
          <a:custGeom>
            <a:avLst/>
            <a:gdLst/>
            <a:ahLst/>
            <a:rect l="0" t="0" r="r" b="b"/>
            <a:pathLst>
              <a:path w="472" h="1254">
                <a:moveTo>
                  <a:pt x="0" y="1254"/>
                </a:moveTo>
                <a:lnTo>
                  <a:pt x="472" y="1254"/>
                </a:lnTo>
                <a:lnTo>
                  <a:pt x="472" y="0"/>
                </a:lnTo>
                <a:lnTo>
                  <a:pt x="0" y="0"/>
                </a:lnTo>
                <a:lnTo>
                  <a:pt x="0" y="1254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00" name=""/>
          <p:cNvSpPr/>
          <p:nvPr/>
        </p:nvSpPr>
        <p:spPr>
          <a:xfrm>
            <a:off x="1249560" y="771120"/>
            <a:ext cx="169920" cy="415440"/>
          </a:xfrm>
          <a:custGeom>
            <a:avLst/>
            <a:gdLst/>
            <a:ahLst/>
            <a:rect l="0" t="0" r="r" b="b"/>
            <a:pathLst>
              <a:path w="472" h="1154">
                <a:moveTo>
                  <a:pt x="0" y="1154"/>
                </a:moveTo>
                <a:lnTo>
                  <a:pt x="472" y="1154"/>
                </a:lnTo>
                <a:lnTo>
                  <a:pt x="472" y="0"/>
                </a:lnTo>
                <a:lnTo>
                  <a:pt x="0" y="0"/>
                </a:lnTo>
                <a:lnTo>
                  <a:pt x="0" y="1154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01" name=""/>
          <p:cNvSpPr/>
          <p:nvPr/>
        </p:nvSpPr>
        <p:spPr>
          <a:xfrm>
            <a:off x="1433880" y="727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02" name=""/>
          <p:cNvSpPr/>
          <p:nvPr/>
        </p:nvSpPr>
        <p:spPr>
          <a:xfrm>
            <a:off x="1618200" y="896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03" name=""/>
          <p:cNvSpPr/>
          <p:nvPr/>
        </p:nvSpPr>
        <p:spPr>
          <a:xfrm>
            <a:off x="1802520" y="409320"/>
            <a:ext cx="169920" cy="758520"/>
          </a:xfrm>
          <a:custGeom>
            <a:avLst/>
            <a:gdLst/>
            <a:ahLst/>
            <a:rect l="0" t="0" r="r" b="b"/>
            <a:pathLst>
              <a:path w="472" h="2107">
                <a:moveTo>
                  <a:pt x="0" y="2107"/>
                </a:moveTo>
                <a:lnTo>
                  <a:pt x="472" y="2107"/>
                </a:lnTo>
                <a:lnTo>
                  <a:pt x="472" y="0"/>
                </a:lnTo>
                <a:lnTo>
                  <a:pt x="0" y="0"/>
                </a:lnTo>
                <a:lnTo>
                  <a:pt x="0" y="2107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04" name=""/>
          <p:cNvSpPr/>
          <p:nvPr/>
        </p:nvSpPr>
        <p:spPr>
          <a:xfrm>
            <a:off x="19868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05" name=""/>
          <p:cNvSpPr/>
          <p:nvPr/>
        </p:nvSpPr>
        <p:spPr>
          <a:xfrm>
            <a:off x="2171160" y="813960"/>
            <a:ext cx="170280" cy="383400"/>
          </a:xfrm>
          <a:custGeom>
            <a:avLst/>
            <a:gdLst/>
            <a:ahLst/>
            <a:rect l="0" t="0" r="r" b="b"/>
            <a:pathLst>
              <a:path w="473" h="1065">
                <a:moveTo>
                  <a:pt x="0" y="1065"/>
                </a:moveTo>
                <a:lnTo>
                  <a:pt x="473" y="1065"/>
                </a:lnTo>
                <a:lnTo>
                  <a:pt x="473" y="0"/>
                </a:lnTo>
                <a:lnTo>
                  <a:pt x="0" y="0"/>
                </a:lnTo>
                <a:lnTo>
                  <a:pt x="0" y="1065"/>
                </a:lnTo>
                <a:close/>
              </a:path>
            </a:pathLst>
          </a:custGeom>
          <a:solidFill>
            <a:srgbClr val="e377c2"/>
          </a:solidFill>
          <a:ln w="0">
            <a:noFill/>
          </a:ln>
        </p:spPr>
      </p:sp>
      <p:sp>
        <p:nvSpPr>
          <p:cNvPr id="506" name=""/>
          <p:cNvSpPr/>
          <p:nvPr/>
        </p:nvSpPr>
        <p:spPr>
          <a:xfrm>
            <a:off x="2171160" y="813960"/>
            <a:ext cx="170280" cy="383400"/>
          </a:xfrm>
          <a:custGeom>
            <a:avLst/>
            <a:gdLst/>
            <a:ahLst/>
            <a:rect l="0" t="0" r="r" b="b"/>
            <a:pathLst>
              <a:path w="473" h="1065">
                <a:moveTo>
                  <a:pt x="0" y="1065"/>
                </a:moveTo>
                <a:lnTo>
                  <a:pt x="473" y="1065"/>
                </a:lnTo>
                <a:lnTo>
                  <a:pt x="473" y="0"/>
                </a:lnTo>
                <a:lnTo>
                  <a:pt x="0" y="0"/>
                </a:lnTo>
                <a:lnTo>
                  <a:pt x="0" y="1065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507" name=""/>
          <p:cNvSpPr/>
          <p:nvPr/>
        </p:nvSpPr>
        <p:spPr>
          <a:xfrm>
            <a:off x="2355840" y="835920"/>
            <a:ext cx="169920" cy="339840"/>
          </a:xfrm>
          <a:custGeom>
            <a:avLst/>
            <a:gdLst/>
            <a:ahLst/>
            <a:rect l="0" t="0" r="r" b="b"/>
            <a:pathLst>
              <a:path w="472" h="944">
                <a:moveTo>
                  <a:pt x="0" y="944"/>
                </a:moveTo>
                <a:lnTo>
                  <a:pt x="472" y="944"/>
                </a:lnTo>
                <a:lnTo>
                  <a:pt x="472" y="0"/>
                </a:lnTo>
                <a:lnTo>
                  <a:pt x="0" y="0"/>
                </a:lnTo>
                <a:lnTo>
                  <a:pt x="0" y="944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08" name=""/>
          <p:cNvSpPr/>
          <p:nvPr/>
        </p:nvSpPr>
        <p:spPr>
          <a:xfrm>
            <a:off x="2540160" y="919440"/>
            <a:ext cx="169920" cy="405360"/>
          </a:xfrm>
          <a:custGeom>
            <a:avLst/>
            <a:gdLst/>
            <a:ahLst/>
            <a:rect l="0" t="0" r="r" b="b"/>
            <a:pathLst>
              <a:path w="472" h="1126">
                <a:moveTo>
                  <a:pt x="0" y="1126"/>
                </a:moveTo>
                <a:lnTo>
                  <a:pt x="472" y="1126"/>
                </a:lnTo>
                <a:lnTo>
                  <a:pt x="472" y="0"/>
                </a:lnTo>
                <a:lnTo>
                  <a:pt x="0" y="0"/>
                </a:lnTo>
                <a:lnTo>
                  <a:pt x="0" y="1126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09" name=""/>
          <p:cNvSpPr/>
          <p:nvPr/>
        </p:nvSpPr>
        <p:spPr>
          <a:xfrm>
            <a:off x="2724480" y="705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0" name=""/>
          <p:cNvSpPr/>
          <p:nvPr/>
        </p:nvSpPr>
        <p:spPr>
          <a:xfrm>
            <a:off x="2908800" y="832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1" name=""/>
          <p:cNvSpPr/>
          <p:nvPr/>
        </p:nvSpPr>
        <p:spPr>
          <a:xfrm>
            <a:off x="30931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2" name=""/>
          <p:cNvSpPr/>
          <p:nvPr/>
        </p:nvSpPr>
        <p:spPr>
          <a:xfrm>
            <a:off x="32774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3" name=""/>
          <p:cNvSpPr/>
          <p:nvPr/>
        </p:nvSpPr>
        <p:spPr>
          <a:xfrm>
            <a:off x="346176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4" name=""/>
          <p:cNvSpPr/>
          <p:nvPr/>
        </p:nvSpPr>
        <p:spPr>
          <a:xfrm>
            <a:off x="3646440" y="770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5" name=""/>
          <p:cNvSpPr/>
          <p:nvPr/>
        </p:nvSpPr>
        <p:spPr>
          <a:xfrm>
            <a:off x="3830760" y="409320"/>
            <a:ext cx="169920" cy="125280"/>
          </a:xfrm>
          <a:custGeom>
            <a:avLst/>
            <a:gdLst/>
            <a:ahLst/>
            <a:rect l="0" t="0" r="r" b="b"/>
            <a:pathLst>
              <a:path w="472" h="348">
                <a:moveTo>
                  <a:pt x="0" y="348"/>
                </a:moveTo>
                <a:lnTo>
                  <a:pt x="472" y="348"/>
                </a:lnTo>
                <a:lnTo>
                  <a:pt x="472" y="0"/>
                </a:lnTo>
                <a:lnTo>
                  <a:pt x="0" y="0"/>
                </a:lnTo>
                <a:lnTo>
                  <a:pt x="0" y="348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6" name=""/>
          <p:cNvSpPr/>
          <p:nvPr/>
        </p:nvSpPr>
        <p:spPr>
          <a:xfrm>
            <a:off x="4015080" y="790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7" name=""/>
          <p:cNvSpPr/>
          <p:nvPr/>
        </p:nvSpPr>
        <p:spPr>
          <a:xfrm>
            <a:off x="4199400" y="766080"/>
            <a:ext cx="169920" cy="475920"/>
          </a:xfrm>
          <a:custGeom>
            <a:avLst/>
            <a:gdLst/>
            <a:ahLst/>
            <a:rect l="0" t="0" r="r" b="b"/>
            <a:pathLst>
              <a:path w="472" h="1322">
                <a:moveTo>
                  <a:pt x="0" y="1322"/>
                </a:moveTo>
                <a:lnTo>
                  <a:pt x="472" y="1322"/>
                </a:lnTo>
                <a:lnTo>
                  <a:pt x="472" y="0"/>
                </a:lnTo>
                <a:lnTo>
                  <a:pt x="0" y="0"/>
                </a:lnTo>
                <a:lnTo>
                  <a:pt x="0" y="1322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8" name=""/>
          <p:cNvSpPr/>
          <p:nvPr/>
        </p:nvSpPr>
        <p:spPr>
          <a:xfrm>
            <a:off x="4383720" y="794520"/>
            <a:ext cx="169920" cy="393480"/>
          </a:xfrm>
          <a:custGeom>
            <a:avLst/>
            <a:gdLst/>
            <a:ahLst/>
            <a:rect l="0" t="0" r="r" b="b"/>
            <a:pathLst>
              <a:path w="472" h="1093">
                <a:moveTo>
                  <a:pt x="0" y="1093"/>
                </a:moveTo>
                <a:lnTo>
                  <a:pt x="472" y="1093"/>
                </a:lnTo>
                <a:lnTo>
                  <a:pt x="472" y="0"/>
                </a:lnTo>
                <a:lnTo>
                  <a:pt x="0" y="0"/>
                </a:lnTo>
                <a:lnTo>
                  <a:pt x="0" y="1093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19" name=""/>
          <p:cNvSpPr/>
          <p:nvPr/>
        </p:nvSpPr>
        <p:spPr>
          <a:xfrm>
            <a:off x="4568040" y="5169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20" name=""/>
          <p:cNvSpPr/>
          <p:nvPr/>
        </p:nvSpPr>
        <p:spPr>
          <a:xfrm>
            <a:off x="4752360" y="1091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21" name=""/>
          <p:cNvSpPr/>
          <p:nvPr/>
        </p:nvSpPr>
        <p:spPr>
          <a:xfrm>
            <a:off x="4936680" y="1053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22" name=""/>
          <p:cNvSpPr/>
          <p:nvPr/>
        </p:nvSpPr>
        <p:spPr>
          <a:xfrm>
            <a:off x="5121360" y="918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0">
            <a:noFill/>
          </a:ln>
        </p:spPr>
      </p:sp>
      <p:sp>
        <p:nvSpPr>
          <p:cNvPr id="523" name=""/>
          <p:cNvSpPr/>
          <p:nvPr/>
        </p:nvSpPr>
        <p:spPr>
          <a:xfrm>
            <a:off x="5121360" y="918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524" name=""/>
          <p:cNvSpPr/>
          <p:nvPr/>
        </p:nvSpPr>
        <p:spPr>
          <a:xfrm>
            <a:off x="5305680" y="2131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25" name=""/>
          <p:cNvSpPr/>
          <p:nvPr/>
        </p:nvSpPr>
        <p:spPr>
          <a:xfrm>
            <a:off x="5490000" y="2185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26" name=""/>
          <p:cNvSpPr/>
          <p:nvPr/>
        </p:nvSpPr>
        <p:spPr>
          <a:xfrm>
            <a:off x="5674320" y="215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27" name=""/>
          <p:cNvSpPr/>
          <p:nvPr/>
        </p:nvSpPr>
        <p:spPr>
          <a:xfrm>
            <a:off x="5858640" y="1010160"/>
            <a:ext cx="169920" cy="739800"/>
          </a:xfrm>
          <a:custGeom>
            <a:avLst/>
            <a:gdLst/>
            <a:ahLst/>
            <a:rect l="0" t="0" r="r" b="b"/>
            <a:pathLst>
              <a:path w="472" h="2055">
                <a:moveTo>
                  <a:pt x="0" y="2055"/>
                </a:moveTo>
                <a:lnTo>
                  <a:pt x="472" y="2055"/>
                </a:lnTo>
                <a:lnTo>
                  <a:pt x="472" y="0"/>
                </a:lnTo>
                <a:lnTo>
                  <a:pt x="0" y="0"/>
                </a:lnTo>
                <a:lnTo>
                  <a:pt x="0" y="2055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28" name=""/>
          <p:cNvSpPr/>
          <p:nvPr/>
        </p:nvSpPr>
        <p:spPr>
          <a:xfrm>
            <a:off x="6042960" y="914760"/>
            <a:ext cx="169920" cy="505440"/>
          </a:xfrm>
          <a:custGeom>
            <a:avLst/>
            <a:gdLst/>
            <a:ahLst/>
            <a:rect l="0" t="0" r="r" b="b"/>
            <a:pathLst>
              <a:path w="472" h="1404">
                <a:moveTo>
                  <a:pt x="0" y="1404"/>
                </a:moveTo>
                <a:lnTo>
                  <a:pt x="472" y="1404"/>
                </a:lnTo>
                <a:lnTo>
                  <a:pt x="472" y="0"/>
                </a:lnTo>
                <a:lnTo>
                  <a:pt x="0" y="0"/>
                </a:lnTo>
                <a:lnTo>
                  <a:pt x="0" y="1404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29" name=""/>
          <p:cNvSpPr/>
          <p:nvPr/>
        </p:nvSpPr>
        <p:spPr>
          <a:xfrm>
            <a:off x="6227280" y="1830600"/>
            <a:ext cx="170280" cy="316080"/>
          </a:xfrm>
          <a:custGeom>
            <a:avLst/>
            <a:gdLst/>
            <a:ahLst/>
            <a:rect l="0" t="0" r="r" b="b"/>
            <a:pathLst>
              <a:path w="473" h="878">
                <a:moveTo>
                  <a:pt x="0" y="878"/>
                </a:moveTo>
                <a:lnTo>
                  <a:pt x="473" y="878"/>
                </a:lnTo>
                <a:lnTo>
                  <a:pt x="473" y="0"/>
                </a:lnTo>
                <a:lnTo>
                  <a:pt x="0" y="0"/>
                </a:lnTo>
                <a:lnTo>
                  <a:pt x="0" y="878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0" name=""/>
          <p:cNvSpPr/>
          <p:nvPr/>
        </p:nvSpPr>
        <p:spPr>
          <a:xfrm>
            <a:off x="6411960" y="1267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1" name=""/>
          <p:cNvSpPr/>
          <p:nvPr/>
        </p:nvSpPr>
        <p:spPr>
          <a:xfrm>
            <a:off x="6596280" y="1311840"/>
            <a:ext cx="169920" cy="300960"/>
          </a:xfrm>
          <a:custGeom>
            <a:avLst/>
            <a:gdLst/>
            <a:ahLst/>
            <a:rect l="0" t="0" r="r" b="b"/>
            <a:pathLst>
              <a:path w="472" h="836">
                <a:moveTo>
                  <a:pt x="0" y="836"/>
                </a:moveTo>
                <a:lnTo>
                  <a:pt x="472" y="836"/>
                </a:lnTo>
                <a:lnTo>
                  <a:pt x="472" y="0"/>
                </a:lnTo>
                <a:lnTo>
                  <a:pt x="0" y="0"/>
                </a:lnTo>
                <a:lnTo>
                  <a:pt x="0" y="836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2" name=""/>
          <p:cNvSpPr/>
          <p:nvPr/>
        </p:nvSpPr>
        <p:spPr>
          <a:xfrm>
            <a:off x="6780600" y="1181520"/>
            <a:ext cx="169920" cy="331560"/>
          </a:xfrm>
          <a:custGeom>
            <a:avLst/>
            <a:gdLst/>
            <a:ahLst/>
            <a:rect l="0" t="0" r="r" b="b"/>
            <a:pathLst>
              <a:path w="472" h="921">
                <a:moveTo>
                  <a:pt x="0" y="921"/>
                </a:moveTo>
                <a:lnTo>
                  <a:pt x="472" y="921"/>
                </a:lnTo>
                <a:lnTo>
                  <a:pt x="472" y="0"/>
                </a:lnTo>
                <a:lnTo>
                  <a:pt x="0" y="0"/>
                </a:lnTo>
                <a:lnTo>
                  <a:pt x="0" y="921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3" name=""/>
          <p:cNvSpPr/>
          <p:nvPr/>
        </p:nvSpPr>
        <p:spPr>
          <a:xfrm>
            <a:off x="6964920" y="5230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4" name=""/>
          <p:cNvSpPr/>
          <p:nvPr/>
        </p:nvSpPr>
        <p:spPr>
          <a:xfrm>
            <a:off x="7149240" y="538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5" name=""/>
          <p:cNvSpPr/>
          <p:nvPr/>
        </p:nvSpPr>
        <p:spPr>
          <a:xfrm>
            <a:off x="7333560" y="1038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6" name=""/>
          <p:cNvSpPr/>
          <p:nvPr/>
        </p:nvSpPr>
        <p:spPr>
          <a:xfrm>
            <a:off x="7517880" y="785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7" name=""/>
          <p:cNvSpPr/>
          <p:nvPr/>
        </p:nvSpPr>
        <p:spPr>
          <a:xfrm>
            <a:off x="7702200" y="409320"/>
            <a:ext cx="170280" cy="349560"/>
          </a:xfrm>
          <a:custGeom>
            <a:avLst/>
            <a:gdLst/>
            <a:ahLst/>
            <a:rect l="0" t="0" r="r" b="b"/>
            <a:pathLst>
              <a:path w="473" h="971">
                <a:moveTo>
                  <a:pt x="0" y="971"/>
                </a:moveTo>
                <a:lnTo>
                  <a:pt x="473" y="971"/>
                </a:lnTo>
                <a:lnTo>
                  <a:pt x="473" y="0"/>
                </a:lnTo>
                <a:lnTo>
                  <a:pt x="0" y="0"/>
                </a:lnTo>
                <a:lnTo>
                  <a:pt x="0" y="971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8" name=""/>
          <p:cNvSpPr/>
          <p:nvPr/>
        </p:nvSpPr>
        <p:spPr>
          <a:xfrm>
            <a:off x="7886880" y="737640"/>
            <a:ext cx="169920" cy="452520"/>
          </a:xfrm>
          <a:custGeom>
            <a:avLst/>
            <a:gdLst/>
            <a:ahLst/>
            <a:rect l="0" t="0" r="r" b="b"/>
            <a:pathLst>
              <a:path w="472" h="1257">
                <a:moveTo>
                  <a:pt x="0" y="1257"/>
                </a:moveTo>
                <a:lnTo>
                  <a:pt x="472" y="1257"/>
                </a:lnTo>
                <a:lnTo>
                  <a:pt x="472" y="0"/>
                </a:lnTo>
                <a:lnTo>
                  <a:pt x="0" y="0"/>
                </a:lnTo>
                <a:lnTo>
                  <a:pt x="0" y="1257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39" name=""/>
          <p:cNvSpPr/>
          <p:nvPr/>
        </p:nvSpPr>
        <p:spPr>
          <a:xfrm>
            <a:off x="8071200" y="867240"/>
            <a:ext cx="169920" cy="371520"/>
          </a:xfrm>
          <a:custGeom>
            <a:avLst/>
            <a:gdLst/>
            <a:ahLst/>
            <a:rect l="0" t="0" r="r" b="b"/>
            <a:pathLst>
              <a:path w="472" h="1032">
                <a:moveTo>
                  <a:pt x="0" y="1032"/>
                </a:moveTo>
                <a:lnTo>
                  <a:pt x="472" y="1032"/>
                </a:lnTo>
                <a:lnTo>
                  <a:pt x="472" y="0"/>
                </a:lnTo>
                <a:lnTo>
                  <a:pt x="0" y="0"/>
                </a:lnTo>
                <a:lnTo>
                  <a:pt x="0" y="1032"/>
                </a:lnTo>
                <a:close/>
              </a:path>
            </a:pathLst>
          </a:custGeom>
          <a:solidFill>
            <a:srgbClr val="e377c2"/>
          </a:solidFill>
          <a:ln w="0">
            <a:noFill/>
          </a:ln>
        </p:spPr>
      </p:sp>
      <p:sp>
        <p:nvSpPr>
          <p:cNvPr id="540" name=""/>
          <p:cNvSpPr/>
          <p:nvPr/>
        </p:nvSpPr>
        <p:spPr>
          <a:xfrm>
            <a:off x="8071200" y="867240"/>
            <a:ext cx="169920" cy="371520"/>
          </a:xfrm>
          <a:custGeom>
            <a:avLst/>
            <a:gdLst/>
            <a:ahLst/>
            <a:rect l="0" t="0" r="r" b="b"/>
            <a:pathLst>
              <a:path w="472" h="1032">
                <a:moveTo>
                  <a:pt x="0" y="1032"/>
                </a:moveTo>
                <a:lnTo>
                  <a:pt x="472" y="1032"/>
                </a:lnTo>
                <a:lnTo>
                  <a:pt x="472" y="0"/>
                </a:lnTo>
                <a:lnTo>
                  <a:pt x="0" y="0"/>
                </a:lnTo>
                <a:lnTo>
                  <a:pt x="0" y="1032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541" name=""/>
          <p:cNvSpPr/>
          <p:nvPr/>
        </p:nvSpPr>
        <p:spPr>
          <a:xfrm>
            <a:off x="8255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42" name=""/>
          <p:cNvSpPr/>
          <p:nvPr/>
        </p:nvSpPr>
        <p:spPr>
          <a:xfrm>
            <a:off x="8439840" y="938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43" name=""/>
          <p:cNvSpPr/>
          <p:nvPr/>
        </p:nvSpPr>
        <p:spPr>
          <a:xfrm>
            <a:off x="86241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44" name=""/>
          <p:cNvSpPr/>
          <p:nvPr/>
        </p:nvSpPr>
        <p:spPr>
          <a:xfrm>
            <a:off x="8808480" y="1422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45" name=""/>
          <p:cNvSpPr/>
          <p:nvPr/>
        </p:nvSpPr>
        <p:spPr>
          <a:xfrm>
            <a:off x="8992800" y="135684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46" name=""/>
          <p:cNvSpPr/>
          <p:nvPr/>
        </p:nvSpPr>
        <p:spPr>
          <a:xfrm>
            <a:off x="9177480" y="771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47" name=""/>
          <p:cNvSpPr/>
          <p:nvPr/>
        </p:nvSpPr>
        <p:spPr>
          <a:xfrm>
            <a:off x="93618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48" name=""/>
          <p:cNvSpPr/>
          <p:nvPr/>
        </p:nvSpPr>
        <p:spPr>
          <a:xfrm>
            <a:off x="9546120" y="900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49" name=""/>
          <p:cNvSpPr/>
          <p:nvPr/>
        </p:nvSpPr>
        <p:spPr>
          <a:xfrm>
            <a:off x="9730440" y="1038960"/>
            <a:ext cx="169920" cy="258480"/>
          </a:xfrm>
          <a:custGeom>
            <a:avLst/>
            <a:gdLst/>
            <a:ahLst/>
            <a:rect l="0" t="0" r="r" b="b"/>
            <a:pathLst>
              <a:path w="472" h="718">
                <a:moveTo>
                  <a:pt x="0" y="718"/>
                </a:moveTo>
                <a:lnTo>
                  <a:pt x="472" y="718"/>
                </a:lnTo>
                <a:lnTo>
                  <a:pt x="472" y="0"/>
                </a:lnTo>
                <a:lnTo>
                  <a:pt x="0" y="0"/>
                </a:lnTo>
                <a:lnTo>
                  <a:pt x="0" y="718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50" name=""/>
          <p:cNvSpPr/>
          <p:nvPr/>
        </p:nvSpPr>
        <p:spPr>
          <a:xfrm>
            <a:off x="9914760" y="1050840"/>
            <a:ext cx="169920" cy="568080"/>
          </a:xfrm>
          <a:custGeom>
            <a:avLst/>
            <a:gdLst/>
            <a:ahLst/>
            <a:rect l="0" t="0" r="r" b="b"/>
            <a:pathLst>
              <a:path w="472" h="1578">
                <a:moveTo>
                  <a:pt x="0" y="1578"/>
                </a:moveTo>
                <a:lnTo>
                  <a:pt x="472" y="1578"/>
                </a:lnTo>
                <a:lnTo>
                  <a:pt x="472" y="0"/>
                </a:lnTo>
                <a:lnTo>
                  <a:pt x="0" y="0"/>
                </a:lnTo>
                <a:lnTo>
                  <a:pt x="0" y="1578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551" name=""/>
          <p:cNvSpPr/>
          <p:nvPr/>
        </p:nvSpPr>
        <p:spPr>
          <a:xfrm>
            <a:off x="1065240" y="7794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52" name=""/>
          <p:cNvSpPr/>
          <p:nvPr/>
        </p:nvSpPr>
        <p:spPr>
          <a:xfrm>
            <a:off x="1249560" y="7711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53" name=""/>
          <p:cNvSpPr/>
          <p:nvPr/>
        </p:nvSpPr>
        <p:spPr>
          <a:xfrm>
            <a:off x="1433880" y="72720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54" name=""/>
          <p:cNvSpPr/>
          <p:nvPr/>
        </p:nvSpPr>
        <p:spPr>
          <a:xfrm>
            <a:off x="1618200" y="896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55" name=""/>
          <p:cNvSpPr/>
          <p:nvPr/>
        </p:nvSpPr>
        <p:spPr>
          <a:xfrm>
            <a:off x="1802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56" name=""/>
          <p:cNvSpPr/>
          <p:nvPr/>
        </p:nvSpPr>
        <p:spPr>
          <a:xfrm>
            <a:off x="19868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57" name=""/>
          <p:cNvSpPr/>
          <p:nvPr/>
        </p:nvSpPr>
        <p:spPr>
          <a:xfrm>
            <a:off x="2171160" y="409320"/>
            <a:ext cx="170280" cy="405000"/>
          </a:xfrm>
          <a:custGeom>
            <a:avLst/>
            <a:gdLst/>
            <a:ahLst/>
            <a:rect l="0" t="0" r="r" b="b"/>
            <a:pathLst>
              <a:path w="473" h="1125">
                <a:moveTo>
                  <a:pt x="0" y="1125"/>
                </a:moveTo>
                <a:lnTo>
                  <a:pt x="473" y="1125"/>
                </a:lnTo>
                <a:lnTo>
                  <a:pt x="473" y="0"/>
                </a:lnTo>
                <a:lnTo>
                  <a:pt x="0" y="0"/>
                </a:lnTo>
                <a:lnTo>
                  <a:pt x="0" y="1125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58" name=""/>
          <p:cNvSpPr/>
          <p:nvPr/>
        </p:nvSpPr>
        <p:spPr>
          <a:xfrm>
            <a:off x="2355840" y="409320"/>
            <a:ext cx="169920" cy="426960"/>
          </a:xfrm>
          <a:custGeom>
            <a:avLst/>
            <a:gdLst/>
            <a:ahLst/>
            <a:rect l="0" t="0" r="r" b="b"/>
            <a:pathLst>
              <a:path w="472" h="1186">
                <a:moveTo>
                  <a:pt x="0" y="1186"/>
                </a:moveTo>
                <a:lnTo>
                  <a:pt x="472" y="1186"/>
                </a:lnTo>
                <a:lnTo>
                  <a:pt x="472" y="0"/>
                </a:lnTo>
                <a:lnTo>
                  <a:pt x="0" y="0"/>
                </a:lnTo>
                <a:lnTo>
                  <a:pt x="0" y="1186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59" name=""/>
          <p:cNvSpPr/>
          <p:nvPr/>
        </p:nvSpPr>
        <p:spPr>
          <a:xfrm>
            <a:off x="2540160" y="409320"/>
            <a:ext cx="169920" cy="510480"/>
          </a:xfrm>
          <a:custGeom>
            <a:avLst/>
            <a:gdLst/>
            <a:ahLst/>
            <a:rect l="0" t="0" r="r" b="b"/>
            <a:pathLst>
              <a:path w="472" h="1418">
                <a:moveTo>
                  <a:pt x="0" y="1418"/>
                </a:moveTo>
                <a:lnTo>
                  <a:pt x="472" y="1418"/>
                </a:lnTo>
                <a:lnTo>
                  <a:pt x="472" y="0"/>
                </a:lnTo>
                <a:lnTo>
                  <a:pt x="0" y="0"/>
                </a:lnTo>
                <a:lnTo>
                  <a:pt x="0" y="1418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0" name=""/>
          <p:cNvSpPr/>
          <p:nvPr/>
        </p:nvSpPr>
        <p:spPr>
          <a:xfrm>
            <a:off x="2724480" y="705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1" name=""/>
          <p:cNvSpPr/>
          <p:nvPr/>
        </p:nvSpPr>
        <p:spPr>
          <a:xfrm>
            <a:off x="2908800" y="832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2" name=""/>
          <p:cNvSpPr/>
          <p:nvPr/>
        </p:nvSpPr>
        <p:spPr>
          <a:xfrm>
            <a:off x="30931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3" name=""/>
          <p:cNvSpPr/>
          <p:nvPr/>
        </p:nvSpPr>
        <p:spPr>
          <a:xfrm>
            <a:off x="32774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4" name=""/>
          <p:cNvSpPr/>
          <p:nvPr/>
        </p:nvSpPr>
        <p:spPr>
          <a:xfrm>
            <a:off x="346176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5" name=""/>
          <p:cNvSpPr/>
          <p:nvPr/>
        </p:nvSpPr>
        <p:spPr>
          <a:xfrm>
            <a:off x="3646440" y="7707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6" name=""/>
          <p:cNvSpPr/>
          <p:nvPr/>
        </p:nvSpPr>
        <p:spPr>
          <a:xfrm>
            <a:off x="38307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7" name=""/>
          <p:cNvSpPr/>
          <p:nvPr/>
        </p:nvSpPr>
        <p:spPr>
          <a:xfrm>
            <a:off x="4015080" y="790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8" name=""/>
          <p:cNvSpPr/>
          <p:nvPr/>
        </p:nvSpPr>
        <p:spPr>
          <a:xfrm>
            <a:off x="4199400" y="409320"/>
            <a:ext cx="169920" cy="357120"/>
          </a:xfrm>
          <a:custGeom>
            <a:avLst/>
            <a:gdLst/>
            <a:ahLst/>
            <a:rect l="0" t="0" r="r" b="b"/>
            <a:pathLst>
              <a:path w="472" h="992">
                <a:moveTo>
                  <a:pt x="0" y="992"/>
                </a:moveTo>
                <a:lnTo>
                  <a:pt x="472" y="992"/>
                </a:lnTo>
                <a:lnTo>
                  <a:pt x="472" y="0"/>
                </a:lnTo>
                <a:lnTo>
                  <a:pt x="0" y="0"/>
                </a:lnTo>
                <a:lnTo>
                  <a:pt x="0" y="992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69" name=""/>
          <p:cNvSpPr/>
          <p:nvPr/>
        </p:nvSpPr>
        <p:spPr>
          <a:xfrm>
            <a:off x="4383720" y="409320"/>
            <a:ext cx="169920" cy="385560"/>
          </a:xfrm>
          <a:custGeom>
            <a:avLst/>
            <a:gdLst/>
            <a:ahLst/>
            <a:rect l="0" t="0" r="r" b="b"/>
            <a:pathLst>
              <a:path w="472" h="1071">
                <a:moveTo>
                  <a:pt x="0" y="1071"/>
                </a:moveTo>
                <a:lnTo>
                  <a:pt x="472" y="1071"/>
                </a:lnTo>
                <a:lnTo>
                  <a:pt x="472" y="0"/>
                </a:lnTo>
                <a:lnTo>
                  <a:pt x="0" y="0"/>
                </a:lnTo>
                <a:lnTo>
                  <a:pt x="0" y="1071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0" name=""/>
          <p:cNvSpPr/>
          <p:nvPr/>
        </p:nvSpPr>
        <p:spPr>
          <a:xfrm>
            <a:off x="4568040" y="5169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1" name=""/>
          <p:cNvSpPr/>
          <p:nvPr/>
        </p:nvSpPr>
        <p:spPr>
          <a:xfrm>
            <a:off x="4752360" y="1091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2" name=""/>
          <p:cNvSpPr/>
          <p:nvPr/>
        </p:nvSpPr>
        <p:spPr>
          <a:xfrm>
            <a:off x="4936680" y="10530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3" name=""/>
          <p:cNvSpPr/>
          <p:nvPr/>
        </p:nvSpPr>
        <p:spPr>
          <a:xfrm>
            <a:off x="5121360" y="409320"/>
            <a:ext cx="169920" cy="509400"/>
          </a:xfrm>
          <a:custGeom>
            <a:avLst/>
            <a:gdLst/>
            <a:ahLst/>
            <a:rect l="0" t="0" r="r" b="b"/>
            <a:pathLst>
              <a:path w="472" h="1415">
                <a:moveTo>
                  <a:pt x="0" y="1415"/>
                </a:moveTo>
                <a:lnTo>
                  <a:pt x="472" y="1415"/>
                </a:lnTo>
                <a:lnTo>
                  <a:pt x="472" y="0"/>
                </a:lnTo>
                <a:lnTo>
                  <a:pt x="0" y="0"/>
                </a:lnTo>
                <a:lnTo>
                  <a:pt x="0" y="1415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4" name=""/>
          <p:cNvSpPr/>
          <p:nvPr/>
        </p:nvSpPr>
        <p:spPr>
          <a:xfrm>
            <a:off x="5305680" y="1615320"/>
            <a:ext cx="169920" cy="516960"/>
          </a:xfrm>
          <a:custGeom>
            <a:avLst/>
            <a:gdLst/>
            <a:ahLst/>
            <a:rect l="0" t="0" r="r" b="b"/>
            <a:pathLst>
              <a:path w="472" h="1436">
                <a:moveTo>
                  <a:pt x="0" y="1436"/>
                </a:moveTo>
                <a:lnTo>
                  <a:pt x="472" y="1436"/>
                </a:lnTo>
                <a:lnTo>
                  <a:pt x="472" y="0"/>
                </a:lnTo>
                <a:lnTo>
                  <a:pt x="0" y="0"/>
                </a:lnTo>
                <a:lnTo>
                  <a:pt x="0" y="1436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5" name=""/>
          <p:cNvSpPr/>
          <p:nvPr/>
        </p:nvSpPr>
        <p:spPr>
          <a:xfrm>
            <a:off x="5490000" y="2185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6" name=""/>
          <p:cNvSpPr/>
          <p:nvPr/>
        </p:nvSpPr>
        <p:spPr>
          <a:xfrm>
            <a:off x="5674320" y="2158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7" name=""/>
          <p:cNvSpPr/>
          <p:nvPr/>
        </p:nvSpPr>
        <p:spPr>
          <a:xfrm>
            <a:off x="5858640" y="409320"/>
            <a:ext cx="169920" cy="601200"/>
          </a:xfrm>
          <a:custGeom>
            <a:avLst/>
            <a:gdLst/>
            <a:ahLst/>
            <a:rect l="0" t="0" r="r" b="b"/>
            <a:pathLst>
              <a:path w="472" h="1670">
                <a:moveTo>
                  <a:pt x="0" y="1670"/>
                </a:moveTo>
                <a:lnTo>
                  <a:pt x="472" y="1670"/>
                </a:lnTo>
                <a:lnTo>
                  <a:pt x="472" y="0"/>
                </a:lnTo>
                <a:lnTo>
                  <a:pt x="0" y="0"/>
                </a:lnTo>
                <a:lnTo>
                  <a:pt x="0" y="167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8" name=""/>
          <p:cNvSpPr/>
          <p:nvPr/>
        </p:nvSpPr>
        <p:spPr>
          <a:xfrm>
            <a:off x="6042960" y="409320"/>
            <a:ext cx="169920" cy="505800"/>
          </a:xfrm>
          <a:custGeom>
            <a:avLst/>
            <a:gdLst/>
            <a:ahLst/>
            <a:rect l="0" t="0" r="r" b="b"/>
            <a:pathLst>
              <a:path w="472" h="1405">
                <a:moveTo>
                  <a:pt x="0" y="1405"/>
                </a:moveTo>
                <a:lnTo>
                  <a:pt x="472" y="1405"/>
                </a:lnTo>
                <a:lnTo>
                  <a:pt x="472" y="0"/>
                </a:lnTo>
                <a:lnTo>
                  <a:pt x="0" y="0"/>
                </a:lnTo>
                <a:lnTo>
                  <a:pt x="0" y="1405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79" name=""/>
          <p:cNvSpPr/>
          <p:nvPr/>
        </p:nvSpPr>
        <p:spPr>
          <a:xfrm>
            <a:off x="6227280" y="183060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0" name=""/>
          <p:cNvSpPr/>
          <p:nvPr/>
        </p:nvSpPr>
        <p:spPr>
          <a:xfrm>
            <a:off x="6411960" y="12675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1" name=""/>
          <p:cNvSpPr/>
          <p:nvPr/>
        </p:nvSpPr>
        <p:spPr>
          <a:xfrm>
            <a:off x="6596280" y="740160"/>
            <a:ext cx="169920" cy="572040"/>
          </a:xfrm>
          <a:custGeom>
            <a:avLst/>
            <a:gdLst/>
            <a:ahLst/>
            <a:rect l="0" t="0" r="r" b="b"/>
            <a:pathLst>
              <a:path w="472" h="1589">
                <a:moveTo>
                  <a:pt x="0" y="1589"/>
                </a:moveTo>
                <a:lnTo>
                  <a:pt x="472" y="1589"/>
                </a:lnTo>
                <a:lnTo>
                  <a:pt x="472" y="0"/>
                </a:lnTo>
                <a:lnTo>
                  <a:pt x="0" y="0"/>
                </a:lnTo>
                <a:lnTo>
                  <a:pt x="0" y="1589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2" name=""/>
          <p:cNvSpPr/>
          <p:nvPr/>
        </p:nvSpPr>
        <p:spPr>
          <a:xfrm>
            <a:off x="6780600" y="733680"/>
            <a:ext cx="169920" cy="448200"/>
          </a:xfrm>
          <a:custGeom>
            <a:avLst/>
            <a:gdLst/>
            <a:ahLst/>
            <a:rect l="0" t="0" r="r" b="b"/>
            <a:pathLst>
              <a:path w="472" h="1245">
                <a:moveTo>
                  <a:pt x="0" y="1245"/>
                </a:moveTo>
                <a:lnTo>
                  <a:pt x="472" y="1245"/>
                </a:lnTo>
                <a:lnTo>
                  <a:pt x="472" y="0"/>
                </a:lnTo>
                <a:lnTo>
                  <a:pt x="0" y="0"/>
                </a:lnTo>
                <a:lnTo>
                  <a:pt x="0" y="1245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3" name=""/>
          <p:cNvSpPr/>
          <p:nvPr/>
        </p:nvSpPr>
        <p:spPr>
          <a:xfrm>
            <a:off x="6964920" y="5230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4" name=""/>
          <p:cNvSpPr/>
          <p:nvPr/>
        </p:nvSpPr>
        <p:spPr>
          <a:xfrm>
            <a:off x="7149240" y="5389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5" name=""/>
          <p:cNvSpPr/>
          <p:nvPr/>
        </p:nvSpPr>
        <p:spPr>
          <a:xfrm>
            <a:off x="7333560" y="103824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6" name=""/>
          <p:cNvSpPr/>
          <p:nvPr/>
        </p:nvSpPr>
        <p:spPr>
          <a:xfrm>
            <a:off x="7517880" y="7855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7" name=""/>
          <p:cNvSpPr/>
          <p:nvPr/>
        </p:nvSpPr>
        <p:spPr>
          <a:xfrm>
            <a:off x="770220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8" name=""/>
          <p:cNvSpPr/>
          <p:nvPr/>
        </p:nvSpPr>
        <p:spPr>
          <a:xfrm>
            <a:off x="7886880" y="409320"/>
            <a:ext cx="169920" cy="328680"/>
          </a:xfrm>
          <a:custGeom>
            <a:avLst/>
            <a:gdLst/>
            <a:ahLst/>
            <a:rect l="0" t="0" r="r" b="b"/>
            <a:pathLst>
              <a:path w="472" h="913">
                <a:moveTo>
                  <a:pt x="0" y="913"/>
                </a:moveTo>
                <a:lnTo>
                  <a:pt x="472" y="913"/>
                </a:lnTo>
                <a:lnTo>
                  <a:pt x="472" y="0"/>
                </a:lnTo>
                <a:lnTo>
                  <a:pt x="0" y="0"/>
                </a:lnTo>
                <a:lnTo>
                  <a:pt x="0" y="913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89" name=""/>
          <p:cNvSpPr/>
          <p:nvPr/>
        </p:nvSpPr>
        <p:spPr>
          <a:xfrm>
            <a:off x="8071200" y="409320"/>
            <a:ext cx="169920" cy="458280"/>
          </a:xfrm>
          <a:custGeom>
            <a:avLst/>
            <a:gdLst/>
            <a:ahLst/>
            <a:rect l="0" t="0" r="r" b="b"/>
            <a:pathLst>
              <a:path w="472" h="1273">
                <a:moveTo>
                  <a:pt x="0" y="1273"/>
                </a:moveTo>
                <a:lnTo>
                  <a:pt x="472" y="1273"/>
                </a:lnTo>
                <a:lnTo>
                  <a:pt x="472" y="0"/>
                </a:lnTo>
                <a:lnTo>
                  <a:pt x="0" y="0"/>
                </a:lnTo>
                <a:lnTo>
                  <a:pt x="0" y="1273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0" name=""/>
          <p:cNvSpPr/>
          <p:nvPr/>
        </p:nvSpPr>
        <p:spPr>
          <a:xfrm>
            <a:off x="8255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1" name=""/>
          <p:cNvSpPr/>
          <p:nvPr/>
        </p:nvSpPr>
        <p:spPr>
          <a:xfrm>
            <a:off x="8439840" y="9385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2" name=""/>
          <p:cNvSpPr/>
          <p:nvPr/>
        </p:nvSpPr>
        <p:spPr>
          <a:xfrm>
            <a:off x="86241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3" name=""/>
          <p:cNvSpPr/>
          <p:nvPr/>
        </p:nvSpPr>
        <p:spPr>
          <a:xfrm>
            <a:off x="8808480" y="1422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4" name=""/>
          <p:cNvSpPr/>
          <p:nvPr/>
        </p:nvSpPr>
        <p:spPr>
          <a:xfrm>
            <a:off x="8992800" y="409320"/>
            <a:ext cx="170280" cy="947880"/>
          </a:xfrm>
          <a:custGeom>
            <a:avLst/>
            <a:gdLst/>
            <a:ahLst/>
            <a:rect l="0" t="0" r="r" b="b"/>
            <a:pathLst>
              <a:path w="473" h="2633">
                <a:moveTo>
                  <a:pt x="0" y="2633"/>
                </a:moveTo>
                <a:lnTo>
                  <a:pt x="473" y="2633"/>
                </a:lnTo>
                <a:lnTo>
                  <a:pt x="473" y="0"/>
                </a:lnTo>
                <a:lnTo>
                  <a:pt x="0" y="0"/>
                </a:lnTo>
                <a:lnTo>
                  <a:pt x="0" y="2633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5" name=""/>
          <p:cNvSpPr/>
          <p:nvPr/>
        </p:nvSpPr>
        <p:spPr>
          <a:xfrm>
            <a:off x="9177480" y="77148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6" name=""/>
          <p:cNvSpPr/>
          <p:nvPr/>
        </p:nvSpPr>
        <p:spPr>
          <a:xfrm>
            <a:off x="9361800" y="230436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7" name=""/>
          <p:cNvSpPr/>
          <p:nvPr/>
        </p:nvSpPr>
        <p:spPr>
          <a:xfrm>
            <a:off x="9546120" y="409320"/>
            <a:ext cx="169920" cy="491400"/>
          </a:xfrm>
          <a:custGeom>
            <a:avLst/>
            <a:gdLst/>
            <a:ahLst/>
            <a:rect l="0" t="0" r="r" b="b"/>
            <a:pathLst>
              <a:path w="472" h="1365">
                <a:moveTo>
                  <a:pt x="0" y="1365"/>
                </a:moveTo>
                <a:lnTo>
                  <a:pt x="472" y="1365"/>
                </a:lnTo>
                <a:lnTo>
                  <a:pt x="472" y="0"/>
                </a:lnTo>
                <a:lnTo>
                  <a:pt x="0" y="0"/>
                </a:lnTo>
                <a:lnTo>
                  <a:pt x="0" y="1365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8" name=""/>
          <p:cNvSpPr/>
          <p:nvPr/>
        </p:nvSpPr>
        <p:spPr>
          <a:xfrm>
            <a:off x="9730440" y="588240"/>
            <a:ext cx="169920" cy="451080"/>
          </a:xfrm>
          <a:custGeom>
            <a:avLst/>
            <a:gdLst/>
            <a:ahLst/>
            <a:rect l="0" t="0" r="r" b="b"/>
            <a:pathLst>
              <a:path w="472" h="1253">
                <a:moveTo>
                  <a:pt x="0" y="1253"/>
                </a:moveTo>
                <a:lnTo>
                  <a:pt x="472" y="1253"/>
                </a:lnTo>
                <a:lnTo>
                  <a:pt x="472" y="0"/>
                </a:lnTo>
                <a:lnTo>
                  <a:pt x="0" y="0"/>
                </a:lnTo>
                <a:lnTo>
                  <a:pt x="0" y="1253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599" name=""/>
          <p:cNvSpPr/>
          <p:nvPr/>
        </p:nvSpPr>
        <p:spPr>
          <a:xfrm>
            <a:off x="9914760" y="409320"/>
            <a:ext cx="169920" cy="641880"/>
          </a:xfrm>
          <a:custGeom>
            <a:avLst/>
            <a:gdLst/>
            <a:ahLst/>
            <a:rect l="0" t="0" r="r" b="b"/>
            <a:pathLst>
              <a:path w="472" h="1783">
                <a:moveTo>
                  <a:pt x="0" y="1783"/>
                </a:moveTo>
                <a:lnTo>
                  <a:pt x="472" y="1783"/>
                </a:lnTo>
                <a:lnTo>
                  <a:pt x="472" y="0"/>
                </a:lnTo>
                <a:lnTo>
                  <a:pt x="0" y="0"/>
                </a:lnTo>
                <a:lnTo>
                  <a:pt x="0" y="1783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600" name=""/>
          <p:cNvSpPr/>
          <p:nvPr/>
        </p:nvSpPr>
        <p:spPr>
          <a:xfrm>
            <a:off x="1065240" y="409320"/>
            <a:ext cx="169920" cy="370440"/>
          </a:xfrm>
          <a:custGeom>
            <a:avLst/>
            <a:gdLst/>
            <a:ahLst/>
            <a:rect l="0" t="0" r="r" b="b"/>
            <a:pathLst>
              <a:path w="472" h="1029">
                <a:moveTo>
                  <a:pt x="0" y="1029"/>
                </a:moveTo>
                <a:lnTo>
                  <a:pt x="472" y="1029"/>
                </a:lnTo>
                <a:lnTo>
                  <a:pt x="472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1" name=""/>
          <p:cNvSpPr/>
          <p:nvPr/>
        </p:nvSpPr>
        <p:spPr>
          <a:xfrm>
            <a:off x="1249560" y="409320"/>
            <a:ext cx="169920" cy="362160"/>
          </a:xfrm>
          <a:custGeom>
            <a:avLst/>
            <a:gdLst/>
            <a:ahLst/>
            <a:rect l="0" t="0" r="r" b="b"/>
            <a:pathLst>
              <a:path w="472" h="1006">
                <a:moveTo>
                  <a:pt x="0" y="1006"/>
                </a:moveTo>
                <a:lnTo>
                  <a:pt x="472" y="1006"/>
                </a:lnTo>
                <a:lnTo>
                  <a:pt x="472" y="0"/>
                </a:lnTo>
                <a:lnTo>
                  <a:pt x="0" y="0"/>
                </a:lnTo>
                <a:lnTo>
                  <a:pt x="0" y="1006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2" name=""/>
          <p:cNvSpPr/>
          <p:nvPr/>
        </p:nvSpPr>
        <p:spPr>
          <a:xfrm>
            <a:off x="1433880" y="409320"/>
            <a:ext cx="169920" cy="318240"/>
          </a:xfrm>
          <a:custGeom>
            <a:avLst/>
            <a:gdLst/>
            <a:ahLst/>
            <a:rect l="0" t="0" r="r" b="b"/>
            <a:pathLst>
              <a:path w="472" h="884">
                <a:moveTo>
                  <a:pt x="0" y="884"/>
                </a:moveTo>
                <a:lnTo>
                  <a:pt x="472" y="884"/>
                </a:lnTo>
                <a:lnTo>
                  <a:pt x="472" y="0"/>
                </a:lnTo>
                <a:lnTo>
                  <a:pt x="0" y="0"/>
                </a:lnTo>
                <a:lnTo>
                  <a:pt x="0" y="884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3" name=""/>
          <p:cNvSpPr/>
          <p:nvPr/>
        </p:nvSpPr>
        <p:spPr>
          <a:xfrm>
            <a:off x="1618200" y="409320"/>
            <a:ext cx="169920" cy="487800"/>
          </a:xfrm>
          <a:custGeom>
            <a:avLst/>
            <a:gdLst/>
            <a:ahLst/>
            <a:rect l="0" t="0" r="r" b="b"/>
            <a:pathLst>
              <a:path w="472" h="1355">
                <a:moveTo>
                  <a:pt x="0" y="1355"/>
                </a:moveTo>
                <a:lnTo>
                  <a:pt x="472" y="1355"/>
                </a:lnTo>
                <a:lnTo>
                  <a:pt x="472" y="0"/>
                </a:lnTo>
                <a:lnTo>
                  <a:pt x="0" y="0"/>
                </a:lnTo>
                <a:lnTo>
                  <a:pt x="0" y="1355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4" name=""/>
          <p:cNvSpPr/>
          <p:nvPr/>
        </p:nvSpPr>
        <p:spPr>
          <a:xfrm>
            <a:off x="1802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5" name=""/>
          <p:cNvSpPr/>
          <p:nvPr/>
        </p:nvSpPr>
        <p:spPr>
          <a:xfrm>
            <a:off x="19868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6" name=""/>
          <p:cNvSpPr/>
          <p:nvPr/>
        </p:nvSpPr>
        <p:spPr>
          <a:xfrm>
            <a:off x="217116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7" name=""/>
          <p:cNvSpPr/>
          <p:nvPr/>
        </p:nvSpPr>
        <p:spPr>
          <a:xfrm>
            <a:off x="23558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8" name=""/>
          <p:cNvSpPr/>
          <p:nvPr/>
        </p:nvSpPr>
        <p:spPr>
          <a:xfrm>
            <a:off x="25401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09" name=""/>
          <p:cNvSpPr/>
          <p:nvPr/>
        </p:nvSpPr>
        <p:spPr>
          <a:xfrm>
            <a:off x="2724480" y="409320"/>
            <a:ext cx="169920" cy="296280"/>
          </a:xfrm>
          <a:custGeom>
            <a:avLst/>
            <a:gdLst/>
            <a:ahLst/>
            <a:rect l="0" t="0" r="r" b="b"/>
            <a:pathLst>
              <a:path w="472" h="823">
                <a:moveTo>
                  <a:pt x="0" y="823"/>
                </a:moveTo>
                <a:lnTo>
                  <a:pt x="472" y="823"/>
                </a:lnTo>
                <a:lnTo>
                  <a:pt x="472" y="0"/>
                </a:lnTo>
                <a:lnTo>
                  <a:pt x="0" y="0"/>
                </a:lnTo>
                <a:lnTo>
                  <a:pt x="0" y="823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0" name=""/>
          <p:cNvSpPr/>
          <p:nvPr/>
        </p:nvSpPr>
        <p:spPr>
          <a:xfrm>
            <a:off x="2908800" y="409320"/>
            <a:ext cx="169920" cy="423360"/>
          </a:xfrm>
          <a:custGeom>
            <a:avLst/>
            <a:gdLst/>
            <a:ahLst/>
            <a:rect l="0" t="0" r="r" b="b"/>
            <a:pathLst>
              <a:path w="472" h="1176">
                <a:moveTo>
                  <a:pt x="0" y="1176"/>
                </a:moveTo>
                <a:lnTo>
                  <a:pt x="472" y="1176"/>
                </a:lnTo>
                <a:lnTo>
                  <a:pt x="472" y="0"/>
                </a:lnTo>
                <a:lnTo>
                  <a:pt x="0" y="0"/>
                </a:lnTo>
                <a:lnTo>
                  <a:pt x="0" y="1176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1" name=""/>
          <p:cNvSpPr/>
          <p:nvPr/>
        </p:nvSpPr>
        <p:spPr>
          <a:xfrm>
            <a:off x="30931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2" name=""/>
          <p:cNvSpPr/>
          <p:nvPr/>
        </p:nvSpPr>
        <p:spPr>
          <a:xfrm>
            <a:off x="32774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3" name=""/>
          <p:cNvSpPr/>
          <p:nvPr/>
        </p:nvSpPr>
        <p:spPr>
          <a:xfrm>
            <a:off x="346176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4" name=""/>
          <p:cNvSpPr/>
          <p:nvPr/>
        </p:nvSpPr>
        <p:spPr>
          <a:xfrm>
            <a:off x="3646440" y="409320"/>
            <a:ext cx="169920" cy="361800"/>
          </a:xfrm>
          <a:custGeom>
            <a:avLst/>
            <a:gdLst/>
            <a:ahLst/>
            <a:rect l="0" t="0" r="r" b="b"/>
            <a:pathLst>
              <a:path w="472" h="1005">
                <a:moveTo>
                  <a:pt x="0" y="1005"/>
                </a:moveTo>
                <a:lnTo>
                  <a:pt x="472" y="1005"/>
                </a:lnTo>
                <a:lnTo>
                  <a:pt x="472" y="0"/>
                </a:lnTo>
                <a:lnTo>
                  <a:pt x="0" y="0"/>
                </a:lnTo>
                <a:lnTo>
                  <a:pt x="0" y="1005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5" name=""/>
          <p:cNvSpPr/>
          <p:nvPr/>
        </p:nvSpPr>
        <p:spPr>
          <a:xfrm>
            <a:off x="38307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6" name=""/>
          <p:cNvSpPr/>
          <p:nvPr/>
        </p:nvSpPr>
        <p:spPr>
          <a:xfrm>
            <a:off x="4015080" y="409320"/>
            <a:ext cx="169920" cy="381600"/>
          </a:xfrm>
          <a:custGeom>
            <a:avLst/>
            <a:gdLst/>
            <a:ahLst/>
            <a:rect l="0" t="0" r="r" b="b"/>
            <a:pathLst>
              <a:path w="472" h="1060">
                <a:moveTo>
                  <a:pt x="0" y="1060"/>
                </a:moveTo>
                <a:lnTo>
                  <a:pt x="472" y="1060"/>
                </a:lnTo>
                <a:lnTo>
                  <a:pt x="472" y="0"/>
                </a:lnTo>
                <a:lnTo>
                  <a:pt x="0" y="0"/>
                </a:lnTo>
                <a:lnTo>
                  <a:pt x="0" y="106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7" name=""/>
          <p:cNvSpPr/>
          <p:nvPr/>
        </p:nvSpPr>
        <p:spPr>
          <a:xfrm>
            <a:off x="419940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8" name=""/>
          <p:cNvSpPr/>
          <p:nvPr/>
        </p:nvSpPr>
        <p:spPr>
          <a:xfrm>
            <a:off x="43837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19" name=""/>
          <p:cNvSpPr/>
          <p:nvPr/>
        </p:nvSpPr>
        <p:spPr>
          <a:xfrm>
            <a:off x="4568040" y="409320"/>
            <a:ext cx="169920" cy="108000"/>
          </a:xfrm>
          <a:custGeom>
            <a:avLst/>
            <a:gdLst/>
            <a:ahLst/>
            <a:rect l="0" t="0" r="r" b="b"/>
            <a:pathLst>
              <a:path w="472" h="300">
                <a:moveTo>
                  <a:pt x="0" y="300"/>
                </a:moveTo>
                <a:lnTo>
                  <a:pt x="472" y="300"/>
                </a:lnTo>
                <a:lnTo>
                  <a:pt x="472" y="0"/>
                </a:lnTo>
                <a:lnTo>
                  <a:pt x="0" y="0"/>
                </a:lnTo>
                <a:lnTo>
                  <a:pt x="0" y="30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0" name=""/>
          <p:cNvSpPr/>
          <p:nvPr/>
        </p:nvSpPr>
        <p:spPr>
          <a:xfrm>
            <a:off x="4752360" y="409320"/>
            <a:ext cx="169920" cy="682560"/>
          </a:xfrm>
          <a:custGeom>
            <a:avLst/>
            <a:gdLst/>
            <a:ahLst/>
            <a:rect l="0" t="0" r="r" b="b"/>
            <a:pathLst>
              <a:path w="472" h="1896">
                <a:moveTo>
                  <a:pt x="0" y="1896"/>
                </a:moveTo>
                <a:lnTo>
                  <a:pt x="472" y="1896"/>
                </a:lnTo>
                <a:lnTo>
                  <a:pt x="472" y="0"/>
                </a:lnTo>
                <a:lnTo>
                  <a:pt x="0" y="0"/>
                </a:lnTo>
                <a:lnTo>
                  <a:pt x="0" y="1896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1" name=""/>
          <p:cNvSpPr/>
          <p:nvPr/>
        </p:nvSpPr>
        <p:spPr>
          <a:xfrm>
            <a:off x="4936680" y="409320"/>
            <a:ext cx="170280" cy="644040"/>
          </a:xfrm>
          <a:custGeom>
            <a:avLst/>
            <a:gdLst/>
            <a:ahLst/>
            <a:rect l="0" t="0" r="r" b="b"/>
            <a:pathLst>
              <a:path w="473" h="1789">
                <a:moveTo>
                  <a:pt x="0" y="1789"/>
                </a:moveTo>
                <a:lnTo>
                  <a:pt x="473" y="1789"/>
                </a:lnTo>
                <a:lnTo>
                  <a:pt x="473" y="0"/>
                </a:lnTo>
                <a:lnTo>
                  <a:pt x="0" y="0"/>
                </a:lnTo>
                <a:lnTo>
                  <a:pt x="0" y="1789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2" name=""/>
          <p:cNvSpPr/>
          <p:nvPr/>
        </p:nvSpPr>
        <p:spPr>
          <a:xfrm>
            <a:off x="51213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3" name=""/>
          <p:cNvSpPr/>
          <p:nvPr/>
        </p:nvSpPr>
        <p:spPr>
          <a:xfrm>
            <a:off x="5305680" y="409320"/>
            <a:ext cx="169920" cy="1206360"/>
          </a:xfrm>
          <a:custGeom>
            <a:avLst/>
            <a:gdLst/>
            <a:ahLst/>
            <a:rect l="0" t="0" r="r" b="b"/>
            <a:pathLst>
              <a:path w="472" h="3351">
                <a:moveTo>
                  <a:pt x="0" y="3351"/>
                </a:moveTo>
                <a:lnTo>
                  <a:pt x="472" y="3351"/>
                </a:lnTo>
                <a:lnTo>
                  <a:pt x="472" y="0"/>
                </a:lnTo>
                <a:lnTo>
                  <a:pt x="0" y="0"/>
                </a:lnTo>
                <a:lnTo>
                  <a:pt x="0" y="3351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4" name=""/>
          <p:cNvSpPr/>
          <p:nvPr/>
        </p:nvSpPr>
        <p:spPr>
          <a:xfrm>
            <a:off x="5490000" y="409320"/>
            <a:ext cx="169920" cy="1776960"/>
          </a:xfrm>
          <a:custGeom>
            <a:avLst/>
            <a:gdLst/>
            <a:ahLst/>
            <a:rect l="0" t="0" r="r" b="b"/>
            <a:pathLst>
              <a:path w="472" h="4936">
                <a:moveTo>
                  <a:pt x="0" y="4936"/>
                </a:moveTo>
                <a:lnTo>
                  <a:pt x="472" y="4936"/>
                </a:lnTo>
                <a:lnTo>
                  <a:pt x="472" y="0"/>
                </a:lnTo>
                <a:lnTo>
                  <a:pt x="0" y="0"/>
                </a:lnTo>
                <a:lnTo>
                  <a:pt x="0" y="4936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5" name=""/>
          <p:cNvSpPr/>
          <p:nvPr/>
        </p:nvSpPr>
        <p:spPr>
          <a:xfrm>
            <a:off x="5674320" y="409320"/>
            <a:ext cx="169920" cy="1749600"/>
          </a:xfrm>
          <a:custGeom>
            <a:avLst/>
            <a:gdLst/>
            <a:ahLst/>
            <a:rect l="0" t="0" r="r" b="b"/>
            <a:pathLst>
              <a:path w="472" h="4860">
                <a:moveTo>
                  <a:pt x="0" y="4860"/>
                </a:moveTo>
                <a:lnTo>
                  <a:pt x="472" y="4860"/>
                </a:lnTo>
                <a:lnTo>
                  <a:pt x="472" y="0"/>
                </a:lnTo>
                <a:lnTo>
                  <a:pt x="0" y="0"/>
                </a:lnTo>
                <a:lnTo>
                  <a:pt x="0" y="486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6" name=""/>
          <p:cNvSpPr/>
          <p:nvPr/>
        </p:nvSpPr>
        <p:spPr>
          <a:xfrm>
            <a:off x="585864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7" name=""/>
          <p:cNvSpPr/>
          <p:nvPr/>
        </p:nvSpPr>
        <p:spPr>
          <a:xfrm>
            <a:off x="60429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8" name=""/>
          <p:cNvSpPr/>
          <p:nvPr/>
        </p:nvSpPr>
        <p:spPr>
          <a:xfrm>
            <a:off x="6227280" y="409320"/>
            <a:ext cx="170280" cy="1421640"/>
          </a:xfrm>
          <a:custGeom>
            <a:avLst/>
            <a:gdLst/>
            <a:ahLst/>
            <a:rect l="0" t="0" r="r" b="b"/>
            <a:pathLst>
              <a:path w="473" h="3949">
                <a:moveTo>
                  <a:pt x="0" y="3949"/>
                </a:moveTo>
                <a:lnTo>
                  <a:pt x="473" y="3949"/>
                </a:lnTo>
                <a:lnTo>
                  <a:pt x="473" y="0"/>
                </a:lnTo>
                <a:lnTo>
                  <a:pt x="0" y="0"/>
                </a:lnTo>
                <a:lnTo>
                  <a:pt x="0" y="3949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29" name=""/>
          <p:cNvSpPr/>
          <p:nvPr/>
        </p:nvSpPr>
        <p:spPr>
          <a:xfrm>
            <a:off x="6411960" y="409320"/>
            <a:ext cx="169920" cy="858600"/>
          </a:xfrm>
          <a:custGeom>
            <a:avLst/>
            <a:gdLst/>
            <a:ahLst/>
            <a:rect l="0" t="0" r="r" b="b"/>
            <a:pathLst>
              <a:path w="472" h="2385">
                <a:moveTo>
                  <a:pt x="0" y="2385"/>
                </a:moveTo>
                <a:lnTo>
                  <a:pt x="472" y="2385"/>
                </a:lnTo>
                <a:lnTo>
                  <a:pt x="472" y="0"/>
                </a:lnTo>
                <a:lnTo>
                  <a:pt x="0" y="0"/>
                </a:lnTo>
                <a:lnTo>
                  <a:pt x="0" y="2385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0" name=""/>
          <p:cNvSpPr/>
          <p:nvPr/>
        </p:nvSpPr>
        <p:spPr>
          <a:xfrm>
            <a:off x="6596280" y="409320"/>
            <a:ext cx="169920" cy="331200"/>
          </a:xfrm>
          <a:custGeom>
            <a:avLst/>
            <a:gdLst/>
            <a:ahLst/>
            <a:rect l="0" t="0" r="r" b="b"/>
            <a:pathLst>
              <a:path w="472" h="920">
                <a:moveTo>
                  <a:pt x="0" y="920"/>
                </a:moveTo>
                <a:lnTo>
                  <a:pt x="472" y="920"/>
                </a:lnTo>
                <a:lnTo>
                  <a:pt x="472" y="0"/>
                </a:lnTo>
                <a:lnTo>
                  <a:pt x="0" y="0"/>
                </a:lnTo>
                <a:lnTo>
                  <a:pt x="0" y="92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1" name=""/>
          <p:cNvSpPr/>
          <p:nvPr/>
        </p:nvSpPr>
        <p:spPr>
          <a:xfrm>
            <a:off x="6780600" y="409320"/>
            <a:ext cx="169920" cy="324720"/>
          </a:xfrm>
          <a:custGeom>
            <a:avLst/>
            <a:gdLst/>
            <a:ahLst/>
            <a:rect l="0" t="0" r="r" b="b"/>
            <a:pathLst>
              <a:path w="472" h="902">
                <a:moveTo>
                  <a:pt x="0" y="902"/>
                </a:moveTo>
                <a:lnTo>
                  <a:pt x="472" y="902"/>
                </a:lnTo>
                <a:lnTo>
                  <a:pt x="472" y="0"/>
                </a:lnTo>
                <a:lnTo>
                  <a:pt x="0" y="0"/>
                </a:lnTo>
                <a:lnTo>
                  <a:pt x="0" y="902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2" name=""/>
          <p:cNvSpPr/>
          <p:nvPr/>
        </p:nvSpPr>
        <p:spPr>
          <a:xfrm>
            <a:off x="6964920" y="409320"/>
            <a:ext cx="169920" cy="114120"/>
          </a:xfrm>
          <a:custGeom>
            <a:avLst/>
            <a:gdLst/>
            <a:ahLst/>
            <a:rect l="0" t="0" r="r" b="b"/>
            <a:pathLst>
              <a:path w="472" h="317">
                <a:moveTo>
                  <a:pt x="0" y="317"/>
                </a:moveTo>
                <a:lnTo>
                  <a:pt x="472" y="317"/>
                </a:lnTo>
                <a:lnTo>
                  <a:pt x="472" y="0"/>
                </a:lnTo>
                <a:lnTo>
                  <a:pt x="0" y="0"/>
                </a:lnTo>
                <a:lnTo>
                  <a:pt x="0" y="317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3" name=""/>
          <p:cNvSpPr/>
          <p:nvPr/>
        </p:nvSpPr>
        <p:spPr>
          <a:xfrm>
            <a:off x="7149240" y="409320"/>
            <a:ext cx="169920" cy="129960"/>
          </a:xfrm>
          <a:custGeom>
            <a:avLst/>
            <a:gdLst/>
            <a:ahLst/>
            <a:rect l="0" t="0" r="r" b="b"/>
            <a:pathLst>
              <a:path w="472" h="361">
                <a:moveTo>
                  <a:pt x="0" y="361"/>
                </a:moveTo>
                <a:lnTo>
                  <a:pt x="472" y="361"/>
                </a:lnTo>
                <a:lnTo>
                  <a:pt x="472" y="0"/>
                </a:lnTo>
                <a:lnTo>
                  <a:pt x="0" y="0"/>
                </a:lnTo>
                <a:lnTo>
                  <a:pt x="0" y="361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4" name=""/>
          <p:cNvSpPr/>
          <p:nvPr/>
        </p:nvSpPr>
        <p:spPr>
          <a:xfrm>
            <a:off x="7333560" y="409320"/>
            <a:ext cx="169920" cy="629280"/>
          </a:xfrm>
          <a:custGeom>
            <a:avLst/>
            <a:gdLst/>
            <a:ahLst/>
            <a:rect l="0" t="0" r="r" b="b"/>
            <a:pathLst>
              <a:path w="472" h="1748">
                <a:moveTo>
                  <a:pt x="0" y="1748"/>
                </a:moveTo>
                <a:lnTo>
                  <a:pt x="472" y="1748"/>
                </a:lnTo>
                <a:lnTo>
                  <a:pt x="472" y="0"/>
                </a:lnTo>
                <a:lnTo>
                  <a:pt x="0" y="0"/>
                </a:lnTo>
                <a:lnTo>
                  <a:pt x="0" y="1748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5" name=""/>
          <p:cNvSpPr/>
          <p:nvPr/>
        </p:nvSpPr>
        <p:spPr>
          <a:xfrm>
            <a:off x="7517880" y="409320"/>
            <a:ext cx="170280" cy="376560"/>
          </a:xfrm>
          <a:custGeom>
            <a:avLst/>
            <a:gdLst/>
            <a:ahLst/>
            <a:rect l="0" t="0" r="r" b="b"/>
            <a:pathLst>
              <a:path w="473" h="1046">
                <a:moveTo>
                  <a:pt x="0" y="1046"/>
                </a:moveTo>
                <a:lnTo>
                  <a:pt x="473" y="1046"/>
                </a:lnTo>
                <a:lnTo>
                  <a:pt x="473" y="0"/>
                </a:lnTo>
                <a:lnTo>
                  <a:pt x="0" y="0"/>
                </a:lnTo>
                <a:lnTo>
                  <a:pt x="0" y="1046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6" name=""/>
          <p:cNvSpPr/>
          <p:nvPr/>
        </p:nvSpPr>
        <p:spPr>
          <a:xfrm>
            <a:off x="770220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7" name=""/>
          <p:cNvSpPr/>
          <p:nvPr/>
        </p:nvSpPr>
        <p:spPr>
          <a:xfrm>
            <a:off x="788688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8" name=""/>
          <p:cNvSpPr/>
          <p:nvPr/>
        </p:nvSpPr>
        <p:spPr>
          <a:xfrm>
            <a:off x="807120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39" name=""/>
          <p:cNvSpPr/>
          <p:nvPr/>
        </p:nvSpPr>
        <p:spPr>
          <a:xfrm>
            <a:off x="82555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0" name=""/>
          <p:cNvSpPr/>
          <p:nvPr/>
        </p:nvSpPr>
        <p:spPr>
          <a:xfrm>
            <a:off x="8439840" y="409320"/>
            <a:ext cx="169920" cy="529560"/>
          </a:xfrm>
          <a:custGeom>
            <a:avLst/>
            <a:gdLst/>
            <a:ahLst/>
            <a:rect l="0" t="0" r="r" b="b"/>
            <a:pathLst>
              <a:path w="472" h="1471">
                <a:moveTo>
                  <a:pt x="0" y="1471"/>
                </a:moveTo>
                <a:lnTo>
                  <a:pt x="472" y="1471"/>
                </a:lnTo>
                <a:lnTo>
                  <a:pt x="472" y="0"/>
                </a:lnTo>
                <a:lnTo>
                  <a:pt x="0" y="0"/>
                </a:lnTo>
                <a:lnTo>
                  <a:pt x="0" y="1471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1" name=""/>
          <p:cNvSpPr/>
          <p:nvPr/>
        </p:nvSpPr>
        <p:spPr>
          <a:xfrm>
            <a:off x="86241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2" name=""/>
          <p:cNvSpPr/>
          <p:nvPr/>
        </p:nvSpPr>
        <p:spPr>
          <a:xfrm>
            <a:off x="8808480" y="409320"/>
            <a:ext cx="169920" cy="1013400"/>
          </a:xfrm>
          <a:custGeom>
            <a:avLst/>
            <a:gdLst/>
            <a:ahLst/>
            <a:rect l="0" t="0" r="r" b="b"/>
            <a:pathLst>
              <a:path w="472" h="2815">
                <a:moveTo>
                  <a:pt x="0" y="2815"/>
                </a:moveTo>
                <a:lnTo>
                  <a:pt x="472" y="2815"/>
                </a:lnTo>
                <a:lnTo>
                  <a:pt x="472" y="0"/>
                </a:lnTo>
                <a:lnTo>
                  <a:pt x="0" y="0"/>
                </a:lnTo>
                <a:lnTo>
                  <a:pt x="0" y="2815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3" name=""/>
          <p:cNvSpPr/>
          <p:nvPr/>
        </p:nvSpPr>
        <p:spPr>
          <a:xfrm>
            <a:off x="8992800" y="409320"/>
            <a:ext cx="169920" cy="0"/>
          </a:xfrm>
          <a:custGeom>
            <a:avLst/>
            <a:gdLst/>
            <a:ahLst/>
            <a:rect l="0" t="0" r="r" b="b"/>
            <a:pathLst>
              <a:path w="472" h="0">
                <a:moveTo>
                  <a:pt x="0" y="0"/>
                </a:moveTo>
                <a:lnTo>
                  <a:pt x="472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4" name=""/>
          <p:cNvSpPr/>
          <p:nvPr/>
        </p:nvSpPr>
        <p:spPr>
          <a:xfrm>
            <a:off x="9177480" y="409320"/>
            <a:ext cx="169920" cy="362520"/>
          </a:xfrm>
          <a:custGeom>
            <a:avLst/>
            <a:gdLst/>
            <a:ahLst/>
            <a:rect l="0" t="0" r="r" b="b"/>
            <a:pathLst>
              <a:path w="472" h="1007">
                <a:moveTo>
                  <a:pt x="0" y="1007"/>
                </a:moveTo>
                <a:lnTo>
                  <a:pt x="472" y="1007"/>
                </a:lnTo>
                <a:lnTo>
                  <a:pt x="472" y="0"/>
                </a:lnTo>
                <a:lnTo>
                  <a:pt x="0" y="0"/>
                </a:lnTo>
                <a:lnTo>
                  <a:pt x="0" y="1007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5" name=""/>
          <p:cNvSpPr/>
          <p:nvPr/>
        </p:nvSpPr>
        <p:spPr>
          <a:xfrm>
            <a:off x="9361800" y="409320"/>
            <a:ext cx="169920" cy="1895400"/>
          </a:xfrm>
          <a:custGeom>
            <a:avLst/>
            <a:gdLst/>
            <a:ahLst/>
            <a:rect l="0" t="0" r="r" b="b"/>
            <a:pathLst>
              <a:path w="472" h="5265">
                <a:moveTo>
                  <a:pt x="0" y="5265"/>
                </a:moveTo>
                <a:lnTo>
                  <a:pt x="472" y="5265"/>
                </a:lnTo>
                <a:lnTo>
                  <a:pt x="472" y="0"/>
                </a:lnTo>
                <a:lnTo>
                  <a:pt x="0" y="0"/>
                </a:lnTo>
                <a:lnTo>
                  <a:pt x="0" y="5265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6" name=""/>
          <p:cNvSpPr/>
          <p:nvPr/>
        </p:nvSpPr>
        <p:spPr>
          <a:xfrm>
            <a:off x="954612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7" name=""/>
          <p:cNvSpPr/>
          <p:nvPr/>
        </p:nvSpPr>
        <p:spPr>
          <a:xfrm>
            <a:off x="9730440" y="409320"/>
            <a:ext cx="169920" cy="179280"/>
          </a:xfrm>
          <a:custGeom>
            <a:avLst/>
            <a:gdLst/>
            <a:ahLst/>
            <a:rect l="0" t="0" r="r" b="b"/>
            <a:pathLst>
              <a:path w="472" h="498">
                <a:moveTo>
                  <a:pt x="0" y="498"/>
                </a:moveTo>
                <a:lnTo>
                  <a:pt x="472" y="498"/>
                </a:lnTo>
                <a:lnTo>
                  <a:pt x="472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8" name=""/>
          <p:cNvSpPr/>
          <p:nvPr/>
        </p:nvSpPr>
        <p:spPr>
          <a:xfrm>
            <a:off x="9914760" y="409320"/>
            <a:ext cx="169560" cy="0"/>
          </a:xfrm>
          <a:custGeom>
            <a:avLst/>
            <a:gdLst/>
            <a:ahLst/>
            <a:rect l="0" t="0" r="r" b="b"/>
            <a:pathLst>
              <a:path w="471" h="0">
                <a:moveTo>
                  <a:pt x="0" y="0"/>
                </a:moveTo>
                <a:lnTo>
                  <a:pt x="471" y="0"/>
                </a:lnTo>
                <a:lnTo>
                  <a:pt x="0" y="0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49" name=""/>
          <p:cNvSpPr/>
          <p:nvPr/>
        </p:nvSpPr>
        <p:spPr>
          <a:xfrm flipV="1">
            <a:off x="614160" y="371520"/>
            <a:ext cx="0" cy="19328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50" name=""/>
          <p:cNvSpPr/>
          <p:nvPr/>
        </p:nvSpPr>
        <p:spPr>
          <a:xfrm>
            <a:off x="614160" y="2304360"/>
            <a:ext cx="99212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51" name=""/>
          <p:cNvSpPr/>
          <p:nvPr/>
        </p:nvSpPr>
        <p:spPr>
          <a:xfrm>
            <a:off x="2353320" y="140040"/>
            <a:ext cx="190800" cy="66960"/>
          </a:xfrm>
          <a:custGeom>
            <a:avLst/>
            <a:gdLst/>
            <a:ahLst/>
            <a:rect l="0" t="0" r="r" b="b"/>
            <a:pathLst>
              <a:path w="530" h="186">
                <a:moveTo>
                  <a:pt x="0" y="186"/>
                </a:moveTo>
                <a:lnTo>
                  <a:pt x="530" y="186"/>
                </a:lnTo>
                <a:lnTo>
                  <a:pt x="530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1f77b4"/>
          </a:solidFill>
          <a:ln w="3600">
            <a:solidFill>
              <a:srgbClr val="ffffff"/>
            </a:solidFill>
            <a:miter/>
          </a:ln>
        </p:spPr>
      </p:sp>
      <p:sp>
        <p:nvSpPr>
          <p:cNvPr id="652" name=""/>
          <p:cNvSpPr txBox="1"/>
          <p:nvPr/>
        </p:nvSpPr>
        <p:spPr>
          <a:xfrm rot="16200000">
            <a:off x="-466560" y="1259640"/>
            <a:ext cx="1431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Relative SBS exposure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3" name=""/>
          <p:cNvSpPr/>
          <p:nvPr/>
        </p:nvSpPr>
        <p:spPr>
          <a:xfrm>
            <a:off x="3056040" y="140040"/>
            <a:ext cx="190800" cy="66960"/>
          </a:xfrm>
          <a:custGeom>
            <a:avLst/>
            <a:gdLst/>
            <a:ahLst/>
            <a:rect l="0" t="0" r="r" b="b"/>
            <a:pathLst>
              <a:path w="530" h="186">
                <a:moveTo>
                  <a:pt x="0" y="186"/>
                </a:moveTo>
                <a:lnTo>
                  <a:pt x="530" y="186"/>
                </a:lnTo>
                <a:lnTo>
                  <a:pt x="530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ff7f0e"/>
          </a:solidFill>
          <a:ln w="3600">
            <a:solidFill>
              <a:srgbClr val="ffffff"/>
            </a:solidFill>
            <a:miter/>
          </a:ln>
        </p:spPr>
      </p:sp>
      <p:sp>
        <p:nvSpPr>
          <p:cNvPr id="654" name=""/>
          <p:cNvSpPr txBox="1"/>
          <p:nvPr/>
        </p:nvSpPr>
        <p:spPr>
          <a:xfrm>
            <a:off x="2620440" y="118440"/>
            <a:ext cx="249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SBS5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55" name=""/>
          <p:cNvSpPr/>
          <p:nvPr/>
        </p:nvSpPr>
        <p:spPr>
          <a:xfrm>
            <a:off x="3758400" y="140040"/>
            <a:ext cx="190800" cy="66960"/>
          </a:xfrm>
          <a:custGeom>
            <a:avLst/>
            <a:gdLst/>
            <a:ahLst/>
            <a:rect l="0" t="0" r="r" b="b"/>
            <a:pathLst>
              <a:path w="530" h="186">
                <a:moveTo>
                  <a:pt x="0" y="186"/>
                </a:moveTo>
                <a:lnTo>
                  <a:pt x="530" y="186"/>
                </a:lnTo>
                <a:lnTo>
                  <a:pt x="530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2ca02c"/>
          </a:solidFill>
          <a:ln w="3600">
            <a:solidFill>
              <a:srgbClr val="ffffff"/>
            </a:solidFill>
            <a:miter/>
          </a:ln>
        </p:spPr>
      </p:sp>
      <p:sp>
        <p:nvSpPr>
          <p:cNvPr id="656" name=""/>
          <p:cNvSpPr txBox="1"/>
          <p:nvPr/>
        </p:nvSpPr>
        <p:spPr>
          <a:xfrm>
            <a:off x="3322800" y="118440"/>
            <a:ext cx="249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SBS1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57" name=""/>
          <p:cNvSpPr/>
          <p:nvPr/>
        </p:nvSpPr>
        <p:spPr>
          <a:xfrm>
            <a:off x="4460760" y="140040"/>
            <a:ext cx="190800" cy="66960"/>
          </a:xfrm>
          <a:custGeom>
            <a:avLst/>
            <a:gdLst/>
            <a:ahLst/>
            <a:rect l="0" t="0" r="r" b="b"/>
            <a:pathLst>
              <a:path w="530" h="186">
                <a:moveTo>
                  <a:pt x="0" y="186"/>
                </a:moveTo>
                <a:lnTo>
                  <a:pt x="530" y="186"/>
                </a:lnTo>
                <a:lnTo>
                  <a:pt x="530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d62728"/>
          </a:solidFill>
          <a:ln w="3600">
            <a:solidFill>
              <a:srgbClr val="ffffff"/>
            </a:solidFill>
            <a:miter/>
          </a:ln>
        </p:spPr>
      </p:sp>
      <p:sp>
        <p:nvSpPr>
          <p:cNvPr id="658" name=""/>
          <p:cNvSpPr txBox="1"/>
          <p:nvPr/>
        </p:nvSpPr>
        <p:spPr>
          <a:xfrm>
            <a:off x="4025160" y="118440"/>
            <a:ext cx="249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SBS6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59" name=""/>
          <p:cNvSpPr/>
          <p:nvPr/>
        </p:nvSpPr>
        <p:spPr>
          <a:xfrm>
            <a:off x="5223960" y="140040"/>
            <a:ext cx="190800" cy="66960"/>
          </a:xfrm>
          <a:custGeom>
            <a:avLst/>
            <a:gdLst/>
            <a:ahLst/>
            <a:rect l="0" t="0" r="r" b="b"/>
            <a:pathLst>
              <a:path w="530" h="186">
                <a:moveTo>
                  <a:pt x="0" y="186"/>
                </a:moveTo>
                <a:lnTo>
                  <a:pt x="530" y="186"/>
                </a:lnTo>
                <a:lnTo>
                  <a:pt x="530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9467bd"/>
          </a:solidFill>
          <a:ln w="3600">
            <a:solidFill>
              <a:srgbClr val="ffffff"/>
            </a:solidFill>
            <a:miter/>
          </a:ln>
        </p:spPr>
      </p:sp>
      <p:sp>
        <p:nvSpPr>
          <p:cNvPr id="660" name=""/>
          <p:cNvSpPr txBox="1"/>
          <p:nvPr/>
        </p:nvSpPr>
        <p:spPr>
          <a:xfrm>
            <a:off x="4727880" y="118440"/>
            <a:ext cx="3099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SBS54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61" name=""/>
          <p:cNvSpPr/>
          <p:nvPr/>
        </p:nvSpPr>
        <p:spPr>
          <a:xfrm>
            <a:off x="5986800" y="140040"/>
            <a:ext cx="190800" cy="66960"/>
          </a:xfrm>
          <a:custGeom>
            <a:avLst/>
            <a:gdLst/>
            <a:ahLst/>
            <a:rect l="0" t="0" r="r" b="b"/>
            <a:pathLst>
              <a:path w="530" h="186">
                <a:moveTo>
                  <a:pt x="0" y="186"/>
                </a:moveTo>
                <a:lnTo>
                  <a:pt x="530" y="186"/>
                </a:lnTo>
                <a:lnTo>
                  <a:pt x="530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8c564b"/>
          </a:solidFill>
          <a:ln w="3600">
            <a:solidFill>
              <a:srgbClr val="ffffff"/>
            </a:solidFill>
            <a:miter/>
          </a:ln>
        </p:spPr>
      </p:sp>
      <p:sp>
        <p:nvSpPr>
          <p:cNvPr id="662" name=""/>
          <p:cNvSpPr txBox="1"/>
          <p:nvPr/>
        </p:nvSpPr>
        <p:spPr>
          <a:xfrm>
            <a:off x="5490720" y="118440"/>
            <a:ext cx="3099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SBS40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63" name=""/>
          <p:cNvSpPr/>
          <p:nvPr/>
        </p:nvSpPr>
        <p:spPr>
          <a:xfrm>
            <a:off x="6749640" y="140040"/>
            <a:ext cx="191160" cy="66960"/>
          </a:xfrm>
          <a:custGeom>
            <a:avLst/>
            <a:gdLst/>
            <a:ahLst/>
            <a:rect l="0" t="0" r="r" b="b"/>
            <a:pathLst>
              <a:path w="531" h="186">
                <a:moveTo>
                  <a:pt x="0" y="186"/>
                </a:moveTo>
                <a:lnTo>
                  <a:pt x="531" y="186"/>
                </a:lnTo>
                <a:lnTo>
                  <a:pt x="531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e377c2"/>
          </a:solidFill>
          <a:ln w="3600">
            <a:solidFill>
              <a:srgbClr val="ffffff"/>
            </a:solidFill>
            <a:miter/>
          </a:ln>
        </p:spPr>
      </p:sp>
      <p:sp>
        <p:nvSpPr>
          <p:cNvPr id="664" name=""/>
          <p:cNvSpPr txBox="1"/>
          <p:nvPr/>
        </p:nvSpPr>
        <p:spPr>
          <a:xfrm>
            <a:off x="6253560" y="118440"/>
            <a:ext cx="3099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SBS39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65" name=""/>
          <p:cNvSpPr/>
          <p:nvPr/>
        </p:nvSpPr>
        <p:spPr>
          <a:xfrm>
            <a:off x="7512840" y="140040"/>
            <a:ext cx="190800" cy="66960"/>
          </a:xfrm>
          <a:custGeom>
            <a:avLst/>
            <a:gdLst/>
            <a:ahLst/>
            <a:rect l="0" t="0" r="r" b="b"/>
            <a:pathLst>
              <a:path w="530" h="186">
                <a:moveTo>
                  <a:pt x="0" y="186"/>
                </a:moveTo>
                <a:lnTo>
                  <a:pt x="530" y="186"/>
                </a:lnTo>
                <a:lnTo>
                  <a:pt x="530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7f7f7f"/>
          </a:solidFill>
          <a:ln w="3600">
            <a:solidFill>
              <a:srgbClr val="ffffff"/>
            </a:solidFill>
            <a:miter/>
          </a:ln>
        </p:spPr>
      </p:sp>
      <p:sp>
        <p:nvSpPr>
          <p:cNvPr id="666" name=""/>
          <p:cNvSpPr txBox="1"/>
          <p:nvPr/>
        </p:nvSpPr>
        <p:spPr>
          <a:xfrm>
            <a:off x="7016760" y="118440"/>
            <a:ext cx="3099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SBS15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67" name=""/>
          <p:cNvSpPr/>
          <p:nvPr/>
        </p:nvSpPr>
        <p:spPr>
          <a:xfrm>
            <a:off x="8275680" y="140040"/>
            <a:ext cx="190800" cy="66960"/>
          </a:xfrm>
          <a:custGeom>
            <a:avLst/>
            <a:gdLst/>
            <a:ahLst/>
            <a:rect l="0" t="0" r="r" b="b"/>
            <a:pathLst>
              <a:path w="530" h="186">
                <a:moveTo>
                  <a:pt x="0" y="186"/>
                </a:moveTo>
                <a:lnTo>
                  <a:pt x="530" y="186"/>
                </a:lnTo>
                <a:lnTo>
                  <a:pt x="530" y="0"/>
                </a:lnTo>
                <a:lnTo>
                  <a:pt x="0" y="0"/>
                </a:lnTo>
                <a:lnTo>
                  <a:pt x="0" y="186"/>
                </a:lnTo>
                <a:close/>
              </a:path>
            </a:pathLst>
          </a:custGeom>
          <a:solidFill>
            <a:srgbClr val="c7ccd3"/>
          </a:solidFill>
          <a:ln w="3600">
            <a:solidFill>
              <a:srgbClr val="ffffff"/>
            </a:solidFill>
            <a:miter/>
          </a:ln>
        </p:spPr>
      </p:sp>
      <p:sp>
        <p:nvSpPr>
          <p:cNvPr id="668" name=""/>
          <p:cNvSpPr txBox="1"/>
          <p:nvPr/>
        </p:nvSpPr>
        <p:spPr>
          <a:xfrm>
            <a:off x="7779600" y="118440"/>
            <a:ext cx="3099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SBS87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69" name=""/>
          <p:cNvSpPr/>
          <p:nvPr/>
        </p:nvSpPr>
        <p:spPr>
          <a:xfrm>
            <a:off x="614160" y="3367440"/>
            <a:ext cx="9921600" cy="1933200"/>
          </a:xfrm>
          <a:custGeom>
            <a:avLst/>
            <a:gdLst/>
            <a:ahLst/>
            <a:rect l="0" t="0" r="r" b="b"/>
            <a:pathLst>
              <a:path w="27560" h="5370">
                <a:moveTo>
                  <a:pt x="0" y="5370"/>
                </a:moveTo>
                <a:lnTo>
                  <a:pt x="27560" y="5370"/>
                </a:lnTo>
                <a:lnTo>
                  <a:pt x="27560" y="0"/>
                </a:lnTo>
                <a:lnTo>
                  <a:pt x="0" y="0"/>
                </a:lnTo>
                <a:lnTo>
                  <a:pt x="0" y="537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670" name=""/>
          <p:cNvSpPr/>
          <p:nvPr/>
        </p:nvSpPr>
        <p:spPr>
          <a:xfrm>
            <a:off x="61416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71" name=""/>
          <p:cNvSpPr/>
          <p:nvPr/>
        </p:nvSpPr>
        <p:spPr>
          <a:xfrm>
            <a:off x="61416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2" name=""/>
          <p:cNvSpPr txBox="1"/>
          <p:nvPr/>
        </p:nvSpPr>
        <p:spPr>
          <a:xfrm>
            <a:off x="8542800" y="118440"/>
            <a:ext cx="258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00000"/>
                </a:solidFill>
                <a:latin typeface="DejaVuSans"/>
              </a:rPr>
              <a:t>other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673" name=""/>
          <p:cNvSpPr/>
          <p:nvPr/>
        </p:nvSpPr>
        <p:spPr>
          <a:xfrm>
            <a:off x="172584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74" name=""/>
          <p:cNvSpPr/>
          <p:nvPr/>
        </p:nvSpPr>
        <p:spPr>
          <a:xfrm>
            <a:off x="172584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5" name=""/>
          <p:cNvSpPr txBox="1"/>
          <p:nvPr/>
        </p:nvSpPr>
        <p:spPr>
          <a:xfrm>
            <a:off x="577800" y="5363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76" name=""/>
          <p:cNvSpPr/>
          <p:nvPr/>
        </p:nvSpPr>
        <p:spPr>
          <a:xfrm>
            <a:off x="283752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77" name=""/>
          <p:cNvSpPr/>
          <p:nvPr/>
        </p:nvSpPr>
        <p:spPr>
          <a:xfrm>
            <a:off x="283752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8" name=""/>
          <p:cNvSpPr txBox="1"/>
          <p:nvPr/>
        </p:nvSpPr>
        <p:spPr>
          <a:xfrm>
            <a:off x="1653120" y="5363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79" name=""/>
          <p:cNvSpPr/>
          <p:nvPr/>
        </p:nvSpPr>
        <p:spPr>
          <a:xfrm>
            <a:off x="394884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0" name=""/>
          <p:cNvSpPr/>
          <p:nvPr/>
        </p:nvSpPr>
        <p:spPr>
          <a:xfrm>
            <a:off x="394884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1" name=""/>
          <p:cNvSpPr txBox="1"/>
          <p:nvPr/>
        </p:nvSpPr>
        <p:spPr>
          <a:xfrm>
            <a:off x="2764800" y="5363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2" name=""/>
          <p:cNvSpPr/>
          <p:nvPr/>
        </p:nvSpPr>
        <p:spPr>
          <a:xfrm>
            <a:off x="506052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3" name=""/>
          <p:cNvSpPr/>
          <p:nvPr/>
        </p:nvSpPr>
        <p:spPr>
          <a:xfrm>
            <a:off x="506052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4" name=""/>
          <p:cNvSpPr txBox="1"/>
          <p:nvPr/>
        </p:nvSpPr>
        <p:spPr>
          <a:xfrm>
            <a:off x="3876480" y="5363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5" name=""/>
          <p:cNvSpPr/>
          <p:nvPr/>
        </p:nvSpPr>
        <p:spPr>
          <a:xfrm>
            <a:off x="617220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6" name=""/>
          <p:cNvSpPr/>
          <p:nvPr/>
        </p:nvSpPr>
        <p:spPr>
          <a:xfrm>
            <a:off x="617220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7" name=""/>
          <p:cNvSpPr txBox="1"/>
          <p:nvPr/>
        </p:nvSpPr>
        <p:spPr>
          <a:xfrm>
            <a:off x="4988160" y="5363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8" name=""/>
          <p:cNvSpPr/>
          <p:nvPr/>
        </p:nvSpPr>
        <p:spPr>
          <a:xfrm>
            <a:off x="728388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9" name=""/>
          <p:cNvSpPr/>
          <p:nvPr/>
        </p:nvSpPr>
        <p:spPr>
          <a:xfrm>
            <a:off x="728388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0" name=""/>
          <p:cNvSpPr txBox="1"/>
          <p:nvPr/>
        </p:nvSpPr>
        <p:spPr>
          <a:xfrm>
            <a:off x="6099480" y="5363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91" name=""/>
          <p:cNvSpPr/>
          <p:nvPr/>
        </p:nvSpPr>
        <p:spPr>
          <a:xfrm>
            <a:off x="839556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2" name=""/>
          <p:cNvSpPr/>
          <p:nvPr/>
        </p:nvSpPr>
        <p:spPr>
          <a:xfrm>
            <a:off x="839556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3" name=""/>
          <p:cNvSpPr txBox="1"/>
          <p:nvPr/>
        </p:nvSpPr>
        <p:spPr>
          <a:xfrm>
            <a:off x="7211160" y="5363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94" name=""/>
          <p:cNvSpPr/>
          <p:nvPr/>
        </p:nvSpPr>
        <p:spPr>
          <a:xfrm>
            <a:off x="9507240" y="530028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5" name=""/>
          <p:cNvSpPr/>
          <p:nvPr/>
        </p:nvSpPr>
        <p:spPr>
          <a:xfrm>
            <a:off x="9507240" y="530028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6" name=""/>
          <p:cNvSpPr txBox="1"/>
          <p:nvPr/>
        </p:nvSpPr>
        <p:spPr>
          <a:xfrm>
            <a:off x="8322840" y="5363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97" name=""/>
          <p:cNvSpPr txBox="1"/>
          <p:nvPr/>
        </p:nvSpPr>
        <p:spPr>
          <a:xfrm>
            <a:off x="9434520" y="5363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98" name=""/>
          <p:cNvSpPr/>
          <p:nvPr/>
        </p:nvSpPr>
        <p:spPr>
          <a:xfrm>
            <a:off x="576000" y="3489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9" name=""/>
          <p:cNvSpPr/>
          <p:nvPr/>
        </p:nvSpPr>
        <p:spPr>
          <a:xfrm flipH="1">
            <a:off x="576000" y="3489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0" name=""/>
          <p:cNvSpPr txBox="1"/>
          <p:nvPr/>
        </p:nvSpPr>
        <p:spPr>
          <a:xfrm>
            <a:off x="4320720" y="5523120"/>
            <a:ext cx="2506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Signature activity (mutations assigned)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01" name=""/>
          <p:cNvSpPr/>
          <p:nvPr/>
        </p:nvSpPr>
        <p:spPr>
          <a:xfrm>
            <a:off x="576000" y="3578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2" name=""/>
          <p:cNvSpPr/>
          <p:nvPr/>
        </p:nvSpPr>
        <p:spPr>
          <a:xfrm flipH="1">
            <a:off x="576000" y="3578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3" name=""/>
          <p:cNvSpPr txBox="1"/>
          <p:nvPr/>
        </p:nvSpPr>
        <p:spPr>
          <a:xfrm>
            <a:off x="236880" y="3427560"/>
            <a:ext cx="29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04" name=""/>
          <p:cNvSpPr/>
          <p:nvPr/>
        </p:nvSpPr>
        <p:spPr>
          <a:xfrm>
            <a:off x="576000" y="3667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5" name=""/>
          <p:cNvSpPr/>
          <p:nvPr/>
        </p:nvSpPr>
        <p:spPr>
          <a:xfrm flipH="1">
            <a:off x="576000" y="3667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6" name=""/>
          <p:cNvSpPr txBox="1"/>
          <p:nvPr/>
        </p:nvSpPr>
        <p:spPr>
          <a:xfrm>
            <a:off x="236880" y="3516120"/>
            <a:ext cx="29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07" name=""/>
          <p:cNvSpPr/>
          <p:nvPr/>
        </p:nvSpPr>
        <p:spPr>
          <a:xfrm>
            <a:off x="576000" y="3756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08" name=""/>
          <p:cNvSpPr/>
          <p:nvPr/>
        </p:nvSpPr>
        <p:spPr>
          <a:xfrm flipH="1">
            <a:off x="576000" y="3756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9" name=""/>
          <p:cNvSpPr txBox="1"/>
          <p:nvPr/>
        </p:nvSpPr>
        <p:spPr>
          <a:xfrm>
            <a:off x="236880" y="3605040"/>
            <a:ext cx="29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0" name=""/>
          <p:cNvSpPr/>
          <p:nvPr/>
        </p:nvSpPr>
        <p:spPr>
          <a:xfrm>
            <a:off x="576000" y="3845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1" name=""/>
          <p:cNvSpPr/>
          <p:nvPr/>
        </p:nvSpPr>
        <p:spPr>
          <a:xfrm flipH="1">
            <a:off x="576000" y="3845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2" name=""/>
          <p:cNvSpPr txBox="1"/>
          <p:nvPr/>
        </p:nvSpPr>
        <p:spPr>
          <a:xfrm>
            <a:off x="164160" y="369396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SBS54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3" name=""/>
          <p:cNvSpPr/>
          <p:nvPr/>
        </p:nvSpPr>
        <p:spPr>
          <a:xfrm>
            <a:off x="576000" y="3934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4" name=""/>
          <p:cNvSpPr/>
          <p:nvPr/>
        </p:nvSpPr>
        <p:spPr>
          <a:xfrm flipH="1">
            <a:off x="576000" y="3934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5" name=""/>
          <p:cNvSpPr txBox="1"/>
          <p:nvPr/>
        </p:nvSpPr>
        <p:spPr>
          <a:xfrm>
            <a:off x="164160" y="378288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6" name=""/>
          <p:cNvSpPr/>
          <p:nvPr/>
        </p:nvSpPr>
        <p:spPr>
          <a:xfrm>
            <a:off x="576000" y="4022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7" name=""/>
          <p:cNvSpPr/>
          <p:nvPr/>
        </p:nvSpPr>
        <p:spPr>
          <a:xfrm flipH="1">
            <a:off x="576000" y="4022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8" name=""/>
          <p:cNvSpPr txBox="1"/>
          <p:nvPr/>
        </p:nvSpPr>
        <p:spPr>
          <a:xfrm>
            <a:off x="164160" y="387144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SBS39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9" name=""/>
          <p:cNvSpPr/>
          <p:nvPr/>
        </p:nvSpPr>
        <p:spPr>
          <a:xfrm>
            <a:off x="576000" y="4111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0" name=""/>
          <p:cNvSpPr/>
          <p:nvPr/>
        </p:nvSpPr>
        <p:spPr>
          <a:xfrm flipH="1">
            <a:off x="576000" y="4111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1" name=""/>
          <p:cNvSpPr txBox="1"/>
          <p:nvPr/>
        </p:nvSpPr>
        <p:spPr>
          <a:xfrm>
            <a:off x="164160" y="396036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22" name=""/>
          <p:cNvSpPr/>
          <p:nvPr/>
        </p:nvSpPr>
        <p:spPr>
          <a:xfrm>
            <a:off x="576000" y="4200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3" name=""/>
          <p:cNvSpPr/>
          <p:nvPr/>
        </p:nvSpPr>
        <p:spPr>
          <a:xfrm flipH="1">
            <a:off x="576000" y="4200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4" name=""/>
          <p:cNvSpPr txBox="1"/>
          <p:nvPr/>
        </p:nvSpPr>
        <p:spPr>
          <a:xfrm>
            <a:off x="164160" y="404928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SBS87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25" name=""/>
          <p:cNvSpPr/>
          <p:nvPr/>
        </p:nvSpPr>
        <p:spPr>
          <a:xfrm>
            <a:off x="576000" y="4289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6" name=""/>
          <p:cNvSpPr/>
          <p:nvPr/>
        </p:nvSpPr>
        <p:spPr>
          <a:xfrm flipH="1">
            <a:off x="576000" y="4289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7" name=""/>
          <p:cNvSpPr txBox="1"/>
          <p:nvPr/>
        </p:nvSpPr>
        <p:spPr>
          <a:xfrm>
            <a:off x="164160" y="413820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28" name=""/>
          <p:cNvSpPr/>
          <p:nvPr/>
        </p:nvSpPr>
        <p:spPr>
          <a:xfrm>
            <a:off x="576000" y="4377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9" name=""/>
          <p:cNvSpPr/>
          <p:nvPr/>
        </p:nvSpPr>
        <p:spPr>
          <a:xfrm flipH="1">
            <a:off x="576000" y="4377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0" name=""/>
          <p:cNvSpPr txBox="1"/>
          <p:nvPr/>
        </p:nvSpPr>
        <p:spPr>
          <a:xfrm>
            <a:off x="164160" y="422676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SBS24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31" name=""/>
          <p:cNvSpPr/>
          <p:nvPr/>
        </p:nvSpPr>
        <p:spPr>
          <a:xfrm>
            <a:off x="576000" y="4466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2" name=""/>
          <p:cNvSpPr/>
          <p:nvPr/>
        </p:nvSpPr>
        <p:spPr>
          <a:xfrm flipH="1">
            <a:off x="576000" y="4466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3" name=""/>
          <p:cNvSpPr txBox="1"/>
          <p:nvPr/>
        </p:nvSpPr>
        <p:spPr>
          <a:xfrm>
            <a:off x="236880" y="4315680"/>
            <a:ext cx="29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34" name=""/>
          <p:cNvSpPr/>
          <p:nvPr/>
        </p:nvSpPr>
        <p:spPr>
          <a:xfrm>
            <a:off x="576000" y="4555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5" name=""/>
          <p:cNvSpPr/>
          <p:nvPr/>
        </p:nvSpPr>
        <p:spPr>
          <a:xfrm flipH="1">
            <a:off x="576000" y="4555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6" name=""/>
          <p:cNvSpPr txBox="1"/>
          <p:nvPr/>
        </p:nvSpPr>
        <p:spPr>
          <a:xfrm>
            <a:off x="164160" y="440460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SBS18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37" name=""/>
          <p:cNvSpPr/>
          <p:nvPr/>
        </p:nvSpPr>
        <p:spPr>
          <a:xfrm>
            <a:off x="576000" y="4644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8" name=""/>
          <p:cNvSpPr/>
          <p:nvPr/>
        </p:nvSpPr>
        <p:spPr>
          <a:xfrm flipH="1">
            <a:off x="576000" y="4644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9" name=""/>
          <p:cNvSpPr txBox="1"/>
          <p:nvPr/>
        </p:nvSpPr>
        <p:spPr>
          <a:xfrm>
            <a:off x="164160" y="449352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SBS29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0" name=""/>
          <p:cNvSpPr/>
          <p:nvPr/>
        </p:nvSpPr>
        <p:spPr>
          <a:xfrm>
            <a:off x="576000" y="4733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1" name=""/>
          <p:cNvSpPr/>
          <p:nvPr/>
        </p:nvSpPr>
        <p:spPr>
          <a:xfrm flipH="1">
            <a:off x="576000" y="4733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2" name=""/>
          <p:cNvSpPr txBox="1"/>
          <p:nvPr/>
        </p:nvSpPr>
        <p:spPr>
          <a:xfrm>
            <a:off x="236880" y="4582080"/>
            <a:ext cx="29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3" name=""/>
          <p:cNvSpPr/>
          <p:nvPr/>
        </p:nvSpPr>
        <p:spPr>
          <a:xfrm>
            <a:off x="576000" y="4822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4" name=""/>
          <p:cNvSpPr/>
          <p:nvPr/>
        </p:nvSpPr>
        <p:spPr>
          <a:xfrm flipH="1">
            <a:off x="576000" y="4822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5" name=""/>
          <p:cNvSpPr txBox="1"/>
          <p:nvPr/>
        </p:nvSpPr>
        <p:spPr>
          <a:xfrm>
            <a:off x="164160" y="467100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SBS93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6" name=""/>
          <p:cNvSpPr/>
          <p:nvPr/>
        </p:nvSpPr>
        <p:spPr>
          <a:xfrm>
            <a:off x="576000" y="4911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7" name=""/>
          <p:cNvSpPr/>
          <p:nvPr/>
        </p:nvSpPr>
        <p:spPr>
          <a:xfrm flipH="1">
            <a:off x="576000" y="4911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8" name=""/>
          <p:cNvSpPr txBox="1"/>
          <p:nvPr/>
        </p:nvSpPr>
        <p:spPr>
          <a:xfrm>
            <a:off x="164160" y="475992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SBS88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9" name=""/>
          <p:cNvSpPr/>
          <p:nvPr/>
        </p:nvSpPr>
        <p:spPr>
          <a:xfrm>
            <a:off x="576000" y="5000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0" name=""/>
          <p:cNvSpPr/>
          <p:nvPr/>
        </p:nvSpPr>
        <p:spPr>
          <a:xfrm flipH="1">
            <a:off x="576000" y="5000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1" name=""/>
          <p:cNvSpPr txBox="1"/>
          <p:nvPr/>
        </p:nvSpPr>
        <p:spPr>
          <a:xfrm>
            <a:off x="164160" y="484884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SBS7b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52" name=""/>
          <p:cNvSpPr/>
          <p:nvPr/>
        </p:nvSpPr>
        <p:spPr>
          <a:xfrm>
            <a:off x="576000" y="5088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3" name=""/>
          <p:cNvSpPr/>
          <p:nvPr/>
        </p:nvSpPr>
        <p:spPr>
          <a:xfrm flipH="1">
            <a:off x="576000" y="5088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4" name=""/>
          <p:cNvSpPr txBox="1"/>
          <p:nvPr/>
        </p:nvSpPr>
        <p:spPr>
          <a:xfrm>
            <a:off x="164160" y="493740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SBS31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55" name=""/>
          <p:cNvSpPr/>
          <p:nvPr/>
        </p:nvSpPr>
        <p:spPr>
          <a:xfrm>
            <a:off x="576000" y="517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6" name=""/>
          <p:cNvSpPr/>
          <p:nvPr/>
        </p:nvSpPr>
        <p:spPr>
          <a:xfrm flipH="1">
            <a:off x="576000" y="517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7" name=""/>
          <p:cNvSpPr txBox="1"/>
          <p:nvPr/>
        </p:nvSpPr>
        <p:spPr>
          <a:xfrm>
            <a:off x="91440" y="5026320"/>
            <a:ext cx="4442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SBS10b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58" name=""/>
          <p:cNvSpPr/>
          <p:nvPr/>
        </p:nvSpPr>
        <p:spPr>
          <a:xfrm>
            <a:off x="614160" y="3455280"/>
            <a:ext cx="9449280" cy="33840"/>
          </a:xfrm>
          <a:custGeom>
            <a:avLst/>
            <a:gdLst/>
            <a:ahLst/>
            <a:rect l="0" t="0" r="r" b="b"/>
            <a:pathLst>
              <a:path w="26248" h="94">
                <a:moveTo>
                  <a:pt x="0" y="0"/>
                </a:moveTo>
                <a:lnTo>
                  <a:pt x="26248" y="0"/>
                </a:lnTo>
                <a:lnTo>
                  <a:pt x="26248" y="94"/>
                </a:ln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59" name=""/>
          <p:cNvSpPr/>
          <p:nvPr/>
        </p:nvSpPr>
        <p:spPr>
          <a:xfrm>
            <a:off x="614160" y="3543840"/>
            <a:ext cx="4446720" cy="34200"/>
          </a:xfrm>
          <a:custGeom>
            <a:avLst/>
            <a:gdLst/>
            <a:ahLst/>
            <a:rect l="0" t="0" r="r" b="b"/>
            <a:pathLst>
              <a:path w="12352" h="95">
                <a:moveTo>
                  <a:pt x="0" y="0"/>
                </a:moveTo>
                <a:lnTo>
                  <a:pt x="12352" y="0"/>
                </a:lnTo>
                <a:lnTo>
                  <a:pt x="12352" y="95"/>
                </a:lnTo>
                <a:lnTo>
                  <a:pt x="0" y="95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0" name=""/>
          <p:cNvSpPr/>
          <p:nvPr/>
        </p:nvSpPr>
        <p:spPr>
          <a:xfrm>
            <a:off x="614160" y="363276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1" name=""/>
          <p:cNvSpPr/>
          <p:nvPr/>
        </p:nvSpPr>
        <p:spPr>
          <a:xfrm>
            <a:off x="614160" y="372168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2" name=""/>
          <p:cNvSpPr/>
          <p:nvPr/>
        </p:nvSpPr>
        <p:spPr>
          <a:xfrm>
            <a:off x="614160" y="3810600"/>
            <a:ext cx="0" cy="33480"/>
          </a:xfrm>
          <a:custGeom>
            <a:avLst/>
            <a:gdLst/>
            <a:ahLst/>
            <a:rect l="0" t="0" r="r" b="b"/>
            <a:pathLst>
              <a:path w="0" h="93">
                <a:moveTo>
                  <a:pt x="0" y="0"/>
                </a:move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3" name=""/>
          <p:cNvSpPr/>
          <p:nvPr/>
        </p:nvSpPr>
        <p:spPr>
          <a:xfrm>
            <a:off x="614160" y="389916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4" name=""/>
          <p:cNvSpPr/>
          <p:nvPr/>
        </p:nvSpPr>
        <p:spPr>
          <a:xfrm>
            <a:off x="614160" y="398808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5" name=""/>
          <p:cNvSpPr/>
          <p:nvPr/>
        </p:nvSpPr>
        <p:spPr>
          <a:xfrm>
            <a:off x="614160" y="407700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6" name=""/>
          <p:cNvSpPr/>
          <p:nvPr/>
        </p:nvSpPr>
        <p:spPr>
          <a:xfrm>
            <a:off x="614160" y="4165920"/>
            <a:ext cx="0" cy="33480"/>
          </a:xfrm>
          <a:custGeom>
            <a:avLst/>
            <a:gdLst/>
            <a:ahLst/>
            <a:rect l="0" t="0" r="r" b="b"/>
            <a:pathLst>
              <a:path w="0" h="93">
                <a:moveTo>
                  <a:pt x="0" y="0"/>
                </a:move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7" name=""/>
          <p:cNvSpPr/>
          <p:nvPr/>
        </p:nvSpPr>
        <p:spPr>
          <a:xfrm>
            <a:off x="614160" y="425448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8" name=""/>
          <p:cNvSpPr/>
          <p:nvPr/>
        </p:nvSpPr>
        <p:spPr>
          <a:xfrm>
            <a:off x="614160" y="434340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69" name=""/>
          <p:cNvSpPr/>
          <p:nvPr/>
        </p:nvSpPr>
        <p:spPr>
          <a:xfrm>
            <a:off x="614160" y="443232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0" name=""/>
          <p:cNvSpPr/>
          <p:nvPr/>
        </p:nvSpPr>
        <p:spPr>
          <a:xfrm>
            <a:off x="614160" y="452124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1" name=""/>
          <p:cNvSpPr/>
          <p:nvPr/>
        </p:nvSpPr>
        <p:spPr>
          <a:xfrm>
            <a:off x="614160" y="460980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2" name=""/>
          <p:cNvSpPr/>
          <p:nvPr/>
        </p:nvSpPr>
        <p:spPr>
          <a:xfrm>
            <a:off x="614160" y="469872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3" name=""/>
          <p:cNvSpPr/>
          <p:nvPr/>
        </p:nvSpPr>
        <p:spPr>
          <a:xfrm>
            <a:off x="614160" y="478764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4" name=""/>
          <p:cNvSpPr/>
          <p:nvPr/>
        </p:nvSpPr>
        <p:spPr>
          <a:xfrm>
            <a:off x="614160" y="487656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5" name=""/>
          <p:cNvSpPr/>
          <p:nvPr/>
        </p:nvSpPr>
        <p:spPr>
          <a:xfrm>
            <a:off x="614160" y="4965480"/>
            <a:ext cx="0" cy="33480"/>
          </a:xfrm>
          <a:custGeom>
            <a:avLst/>
            <a:gdLst/>
            <a:ahLst/>
            <a:rect l="0" t="0" r="r" b="b"/>
            <a:pathLst>
              <a:path w="0" h="93">
                <a:moveTo>
                  <a:pt x="0" y="0"/>
                </a:move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6" name=""/>
          <p:cNvSpPr/>
          <p:nvPr/>
        </p:nvSpPr>
        <p:spPr>
          <a:xfrm>
            <a:off x="614160" y="505404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7" name=""/>
          <p:cNvSpPr/>
          <p:nvPr/>
        </p:nvSpPr>
        <p:spPr>
          <a:xfrm>
            <a:off x="614160" y="514296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8" name=""/>
          <p:cNvSpPr/>
          <p:nvPr/>
        </p:nvSpPr>
        <p:spPr>
          <a:xfrm>
            <a:off x="614160" y="3490560"/>
            <a:ext cx="8115120" cy="34200"/>
          </a:xfrm>
          <a:custGeom>
            <a:avLst/>
            <a:gdLst/>
            <a:ahLst/>
            <a:rect l="0" t="0" r="r" b="b"/>
            <a:pathLst>
              <a:path w="22542" h="95">
                <a:moveTo>
                  <a:pt x="0" y="0"/>
                </a:moveTo>
                <a:lnTo>
                  <a:pt x="22542" y="0"/>
                </a:lnTo>
                <a:lnTo>
                  <a:pt x="22542" y="95"/>
                </a:lnTo>
                <a:lnTo>
                  <a:pt x="0" y="95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79" name=""/>
          <p:cNvSpPr/>
          <p:nvPr/>
        </p:nvSpPr>
        <p:spPr>
          <a:xfrm>
            <a:off x="614160" y="3579480"/>
            <a:ext cx="6169680" cy="34200"/>
          </a:xfrm>
          <a:custGeom>
            <a:avLst/>
            <a:gdLst/>
            <a:ahLst/>
            <a:rect l="0" t="0" r="r" b="b"/>
            <a:pathLst>
              <a:path w="17138" h="95">
                <a:moveTo>
                  <a:pt x="0" y="0"/>
                </a:moveTo>
                <a:lnTo>
                  <a:pt x="17138" y="0"/>
                </a:lnTo>
                <a:lnTo>
                  <a:pt x="17138" y="95"/>
                </a:lnTo>
                <a:lnTo>
                  <a:pt x="0" y="95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0" name=""/>
          <p:cNvSpPr/>
          <p:nvPr/>
        </p:nvSpPr>
        <p:spPr>
          <a:xfrm>
            <a:off x="614160" y="366840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1" name=""/>
          <p:cNvSpPr/>
          <p:nvPr/>
        </p:nvSpPr>
        <p:spPr>
          <a:xfrm>
            <a:off x="614160" y="3757320"/>
            <a:ext cx="0" cy="33480"/>
          </a:xfrm>
          <a:custGeom>
            <a:avLst/>
            <a:gdLst/>
            <a:ahLst/>
            <a:rect l="0" t="0" r="r" b="b"/>
            <a:pathLst>
              <a:path w="0" h="93">
                <a:moveTo>
                  <a:pt x="0" y="0"/>
                </a:move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2" name=""/>
          <p:cNvSpPr/>
          <p:nvPr/>
        </p:nvSpPr>
        <p:spPr>
          <a:xfrm>
            <a:off x="614160" y="384588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3" name=""/>
          <p:cNvSpPr/>
          <p:nvPr/>
        </p:nvSpPr>
        <p:spPr>
          <a:xfrm>
            <a:off x="614160" y="393480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4" name=""/>
          <p:cNvSpPr/>
          <p:nvPr/>
        </p:nvSpPr>
        <p:spPr>
          <a:xfrm>
            <a:off x="614160" y="402372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5" name=""/>
          <p:cNvSpPr/>
          <p:nvPr/>
        </p:nvSpPr>
        <p:spPr>
          <a:xfrm>
            <a:off x="614160" y="4112640"/>
            <a:ext cx="0" cy="33480"/>
          </a:xfrm>
          <a:custGeom>
            <a:avLst/>
            <a:gdLst/>
            <a:ahLst/>
            <a:rect l="0" t="0" r="r" b="b"/>
            <a:pathLst>
              <a:path w="0" h="93">
                <a:moveTo>
                  <a:pt x="0" y="0"/>
                </a:move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6" name=""/>
          <p:cNvSpPr/>
          <p:nvPr/>
        </p:nvSpPr>
        <p:spPr>
          <a:xfrm>
            <a:off x="614160" y="420120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7" name=""/>
          <p:cNvSpPr/>
          <p:nvPr/>
        </p:nvSpPr>
        <p:spPr>
          <a:xfrm>
            <a:off x="614160" y="429012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8" name=""/>
          <p:cNvSpPr/>
          <p:nvPr/>
        </p:nvSpPr>
        <p:spPr>
          <a:xfrm>
            <a:off x="614160" y="437904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89" name=""/>
          <p:cNvSpPr/>
          <p:nvPr/>
        </p:nvSpPr>
        <p:spPr>
          <a:xfrm>
            <a:off x="614160" y="4467960"/>
            <a:ext cx="0" cy="33480"/>
          </a:xfrm>
          <a:custGeom>
            <a:avLst/>
            <a:gdLst/>
            <a:ahLst/>
            <a:rect l="0" t="0" r="r" b="b"/>
            <a:pathLst>
              <a:path w="0" h="93">
                <a:moveTo>
                  <a:pt x="0" y="0"/>
                </a:move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0" name=""/>
          <p:cNvSpPr/>
          <p:nvPr/>
        </p:nvSpPr>
        <p:spPr>
          <a:xfrm>
            <a:off x="614160" y="455652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1" name=""/>
          <p:cNvSpPr/>
          <p:nvPr/>
        </p:nvSpPr>
        <p:spPr>
          <a:xfrm>
            <a:off x="614160" y="464544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2" name=""/>
          <p:cNvSpPr/>
          <p:nvPr/>
        </p:nvSpPr>
        <p:spPr>
          <a:xfrm>
            <a:off x="614160" y="473436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3" name=""/>
          <p:cNvSpPr/>
          <p:nvPr/>
        </p:nvSpPr>
        <p:spPr>
          <a:xfrm>
            <a:off x="614160" y="4823280"/>
            <a:ext cx="0" cy="33480"/>
          </a:xfrm>
          <a:custGeom>
            <a:avLst/>
            <a:gdLst/>
            <a:ahLst/>
            <a:rect l="0" t="0" r="r" b="b"/>
            <a:pathLst>
              <a:path w="0" h="93">
                <a:moveTo>
                  <a:pt x="0" y="0"/>
                </a:move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4" name=""/>
          <p:cNvSpPr/>
          <p:nvPr/>
        </p:nvSpPr>
        <p:spPr>
          <a:xfrm>
            <a:off x="614160" y="491184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5" name=""/>
          <p:cNvSpPr/>
          <p:nvPr/>
        </p:nvSpPr>
        <p:spPr>
          <a:xfrm>
            <a:off x="614160" y="500076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6" name=""/>
          <p:cNvSpPr/>
          <p:nvPr/>
        </p:nvSpPr>
        <p:spPr>
          <a:xfrm>
            <a:off x="614160" y="5089680"/>
            <a:ext cx="0" cy="33840"/>
          </a:xfrm>
          <a:custGeom>
            <a:avLst/>
            <a:gdLst/>
            <a:ahLst/>
            <a:rect l="0" t="0" r="r" b="b"/>
            <a:pathLst>
              <a:path w="0" h="94">
                <a:moveTo>
                  <a:pt x="0" y="0"/>
                </a:move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7" name=""/>
          <p:cNvSpPr/>
          <p:nvPr/>
        </p:nvSpPr>
        <p:spPr>
          <a:xfrm>
            <a:off x="614160" y="5178600"/>
            <a:ext cx="0" cy="33480"/>
          </a:xfrm>
          <a:custGeom>
            <a:avLst/>
            <a:gdLst/>
            <a:ahLst/>
            <a:rect l="0" t="0" r="r" b="b"/>
            <a:pathLst>
              <a:path w="0" h="93">
                <a:moveTo>
                  <a:pt x="0" y="0"/>
                </a:move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798" name=""/>
          <p:cNvSpPr/>
          <p:nvPr/>
        </p:nvSpPr>
        <p:spPr>
          <a:xfrm flipV="1">
            <a:off x="614160" y="3367440"/>
            <a:ext cx="0" cy="19328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99" name=""/>
          <p:cNvSpPr/>
          <p:nvPr/>
        </p:nvSpPr>
        <p:spPr>
          <a:xfrm>
            <a:off x="614160" y="5300280"/>
            <a:ext cx="99212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00" name=""/>
          <p:cNvSpPr/>
          <p:nvPr/>
        </p:nvSpPr>
        <p:spPr>
          <a:xfrm>
            <a:off x="9273600" y="492552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801" name=""/>
          <p:cNvSpPr txBox="1"/>
          <p:nvPr/>
        </p:nvSpPr>
        <p:spPr>
          <a:xfrm>
            <a:off x="164160" y="5115240"/>
            <a:ext cx="371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SBS50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2" name=""/>
          <p:cNvSpPr/>
          <p:nvPr/>
        </p:nvSpPr>
        <p:spPr>
          <a:xfrm>
            <a:off x="9273600" y="50932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803" name=""/>
          <p:cNvSpPr txBox="1"/>
          <p:nvPr/>
        </p:nvSpPr>
        <p:spPr>
          <a:xfrm>
            <a:off x="9593640" y="4899600"/>
            <a:ext cx="8420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 (median)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4" name=""/>
          <p:cNvSpPr txBox="1"/>
          <p:nvPr/>
        </p:nvSpPr>
        <p:spPr>
          <a:xfrm>
            <a:off x="9593640" y="5067360"/>
            <a:ext cx="771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 (median)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S2 — SBS signatures full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443160" cy="5337720"/>
          </a:xfrm>
          <a:custGeom>
            <a:avLst/>
            <a:gdLst/>
            <a:ahLst/>
            <a:rect l="0" t="0" r="r" b="b"/>
            <a:pathLst>
              <a:path w="26231" h="14827">
                <a:moveTo>
                  <a:pt x="0" y="14827"/>
                </a:moveTo>
                <a:lnTo>
                  <a:pt x="26231" y="14827"/>
                </a:lnTo>
                <a:lnTo>
                  <a:pt x="26231" y="0"/>
                </a:lnTo>
                <a:lnTo>
                  <a:pt x="0" y="0"/>
                </a:lnTo>
                <a:lnTo>
                  <a:pt x="0" y="1482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93200" y="91440"/>
            <a:ext cx="8858520" cy="1915200"/>
          </a:xfrm>
          <a:custGeom>
            <a:avLst/>
            <a:gdLst/>
            <a:ahLst/>
            <a:rect l="0" t="0" r="r" b="b"/>
            <a:pathLst>
              <a:path w="24607" h="5320">
                <a:moveTo>
                  <a:pt x="0" y="5320"/>
                </a:moveTo>
                <a:lnTo>
                  <a:pt x="24607" y="5320"/>
                </a:lnTo>
                <a:lnTo>
                  <a:pt x="24607" y="0"/>
                </a:lnTo>
                <a:lnTo>
                  <a:pt x="0" y="0"/>
                </a:lnTo>
                <a:lnTo>
                  <a:pt x="0" y="532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9698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9698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1343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1343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 rot="16200000">
            <a:off x="84852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2992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2992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 rot="16200000">
            <a:off x="973080" y="218196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12-PO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14637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14637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 rot="16200000">
            <a:off x="1137600" y="218196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13-PO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16286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16286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 rot="16200000">
            <a:off x="133524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5-PO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17931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17931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 rot="16200000">
            <a:off x="150732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19580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19580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 rot="16200000">
            <a:off x="167220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18-P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1225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21225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 rot="16200000">
            <a:off x="183672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19-P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22874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2" name=""/>
          <p:cNvSpPr/>
          <p:nvPr/>
        </p:nvSpPr>
        <p:spPr>
          <a:xfrm>
            <a:off x="22874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 txBox="1"/>
          <p:nvPr/>
        </p:nvSpPr>
        <p:spPr>
          <a:xfrm rot="16200000">
            <a:off x="1965600" y="21769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13-PR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24519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5" name=""/>
          <p:cNvSpPr/>
          <p:nvPr/>
        </p:nvSpPr>
        <p:spPr>
          <a:xfrm>
            <a:off x="24519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6" name=""/>
          <p:cNvSpPr txBox="1"/>
          <p:nvPr/>
        </p:nvSpPr>
        <p:spPr>
          <a:xfrm rot="16200000">
            <a:off x="215856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7-PO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26168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8" name=""/>
          <p:cNvSpPr/>
          <p:nvPr/>
        </p:nvSpPr>
        <p:spPr>
          <a:xfrm>
            <a:off x="26168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 txBox="1"/>
          <p:nvPr/>
        </p:nvSpPr>
        <p:spPr>
          <a:xfrm rot="16200000">
            <a:off x="232740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27813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1" name=""/>
          <p:cNvSpPr/>
          <p:nvPr/>
        </p:nvSpPr>
        <p:spPr>
          <a:xfrm>
            <a:off x="27813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 txBox="1"/>
          <p:nvPr/>
        </p:nvSpPr>
        <p:spPr>
          <a:xfrm rot="16200000">
            <a:off x="249552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33-P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29458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4" name=""/>
          <p:cNvSpPr/>
          <p:nvPr/>
        </p:nvSpPr>
        <p:spPr>
          <a:xfrm>
            <a:off x="29458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 txBox="1"/>
          <p:nvPr/>
        </p:nvSpPr>
        <p:spPr>
          <a:xfrm rot="16200000">
            <a:off x="266004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34-P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31107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7" name=""/>
          <p:cNvSpPr/>
          <p:nvPr/>
        </p:nvSpPr>
        <p:spPr>
          <a:xfrm>
            <a:off x="31107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 txBox="1"/>
          <p:nvPr/>
        </p:nvSpPr>
        <p:spPr>
          <a:xfrm rot="16200000">
            <a:off x="282168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7-PR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32752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" name=""/>
          <p:cNvSpPr/>
          <p:nvPr/>
        </p:nvSpPr>
        <p:spPr>
          <a:xfrm>
            <a:off x="32752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 txBox="1"/>
          <p:nvPr/>
        </p:nvSpPr>
        <p:spPr>
          <a:xfrm rot="16200000">
            <a:off x="298188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34401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3" name=""/>
          <p:cNvSpPr/>
          <p:nvPr/>
        </p:nvSpPr>
        <p:spPr>
          <a:xfrm>
            <a:off x="34401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 txBox="1"/>
          <p:nvPr/>
        </p:nvSpPr>
        <p:spPr>
          <a:xfrm rot="16200000">
            <a:off x="3114000" y="218196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11-PO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36046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6" name=""/>
          <p:cNvSpPr/>
          <p:nvPr/>
        </p:nvSpPr>
        <p:spPr>
          <a:xfrm>
            <a:off x="36046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 txBox="1"/>
          <p:nvPr/>
        </p:nvSpPr>
        <p:spPr>
          <a:xfrm rot="16200000">
            <a:off x="3278520" y="218196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10-PO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37695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9" name=""/>
          <p:cNvSpPr/>
          <p:nvPr/>
        </p:nvSpPr>
        <p:spPr>
          <a:xfrm>
            <a:off x="37695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0" name=""/>
          <p:cNvSpPr txBox="1"/>
          <p:nvPr/>
        </p:nvSpPr>
        <p:spPr>
          <a:xfrm rot="16200000">
            <a:off x="348372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32-P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39340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2" name=""/>
          <p:cNvSpPr/>
          <p:nvPr/>
        </p:nvSpPr>
        <p:spPr>
          <a:xfrm>
            <a:off x="39340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3" name=""/>
          <p:cNvSpPr txBox="1"/>
          <p:nvPr/>
        </p:nvSpPr>
        <p:spPr>
          <a:xfrm rot="16200000">
            <a:off x="3612240" y="21769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12-PR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409896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5" name=""/>
          <p:cNvSpPr/>
          <p:nvPr/>
        </p:nvSpPr>
        <p:spPr>
          <a:xfrm>
            <a:off x="409896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6" name=""/>
          <p:cNvSpPr txBox="1"/>
          <p:nvPr/>
        </p:nvSpPr>
        <p:spPr>
          <a:xfrm rot="16200000">
            <a:off x="381276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22-P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42634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8" name=""/>
          <p:cNvSpPr/>
          <p:nvPr/>
        </p:nvSpPr>
        <p:spPr>
          <a:xfrm>
            <a:off x="42634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9" name=""/>
          <p:cNvSpPr txBox="1"/>
          <p:nvPr/>
        </p:nvSpPr>
        <p:spPr>
          <a:xfrm rot="16200000">
            <a:off x="3941640" y="21769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10-PR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44280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>
            <a:off x="44280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 rot="16200000">
            <a:off x="4106160" y="21769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11-PR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45928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>
            <a:off x="45928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 rot="16200000">
            <a:off x="430704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26-P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47574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47574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 rot="16200000">
            <a:off x="446832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5-PR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49222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49222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 rot="16200000">
            <a:off x="463644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21-P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50868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50868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 rot="16200000">
            <a:off x="480096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27-P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52516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>
            <a:off x="52516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 rot="16200000">
            <a:off x="495828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8-PO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54162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>
            <a:off x="54162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 rot="16200000">
            <a:off x="513036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16-P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55810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>
            <a:off x="55810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 rot="16200000">
            <a:off x="529524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17-P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57456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>
            <a:off x="57456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 rot="16200000">
            <a:off x="545976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20-P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591048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>
            <a:off x="591048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 rot="16200000">
            <a:off x="561672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4-PO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60750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>
            <a:off x="60750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 rot="16200000">
            <a:off x="578592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6-PR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62395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>
            <a:off x="62395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 rot="16200000">
            <a:off x="594612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64044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>
            <a:off x="64044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 rot="16200000">
            <a:off x="611856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24-P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65689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>
            <a:off x="65689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 txBox="1"/>
          <p:nvPr/>
        </p:nvSpPr>
        <p:spPr>
          <a:xfrm rot="16200000">
            <a:off x="628308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30-P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67338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>
            <a:off x="67338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 txBox="1"/>
          <p:nvPr/>
        </p:nvSpPr>
        <p:spPr>
          <a:xfrm rot="16200000">
            <a:off x="644796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25-P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68983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6" name=""/>
          <p:cNvSpPr/>
          <p:nvPr/>
        </p:nvSpPr>
        <p:spPr>
          <a:xfrm>
            <a:off x="68983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 txBox="1"/>
          <p:nvPr/>
        </p:nvSpPr>
        <p:spPr>
          <a:xfrm rot="16200000">
            <a:off x="661248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31-P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70632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>
            <a:off x="70632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 txBox="1"/>
          <p:nvPr/>
        </p:nvSpPr>
        <p:spPr>
          <a:xfrm rot="16200000">
            <a:off x="676980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9-PO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72277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>
            <a:off x="72277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 txBox="1"/>
          <p:nvPr/>
        </p:nvSpPr>
        <p:spPr>
          <a:xfrm rot="16200000">
            <a:off x="693432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6-PO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739260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>
            <a:off x="739260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 rot="16200000">
            <a:off x="710316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9-PR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75571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>
            <a:off x="75571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 rot="16200000">
            <a:off x="7235280" y="2176920"/>
            <a:ext cx="300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14-PR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77216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>
            <a:off x="77216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 rot="16200000">
            <a:off x="7428240" y="2149920"/>
            <a:ext cx="244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78865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>
            <a:off x="78865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 rot="16200000">
            <a:off x="7560360" y="2181960"/>
            <a:ext cx="309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14-PO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80510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>
            <a:off x="80510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8" name=""/>
          <p:cNvSpPr txBox="1"/>
          <p:nvPr/>
        </p:nvSpPr>
        <p:spPr>
          <a:xfrm rot="16200000">
            <a:off x="776196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82159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>
            <a:off x="82159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 txBox="1"/>
          <p:nvPr/>
        </p:nvSpPr>
        <p:spPr>
          <a:xfrm rot="16200000">
            <a:off x="793008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23-P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83804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>
            <a:off x="83804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4" name=""/>
          <p:cNvSpPr txBox="1"/>
          <p:nvPr/>
        </p:nvSpPr>
        <p:spPr>
          <a:xfrm rot="16200000">
            <a:off x="809136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4-PR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85453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>
            <a:off x="85453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 txBox="1"/>
          <p:nvPr/>
        </p:nvSpPr>
        <p:spPr>
          <a:xfrm rot="16200000">
            <a:off x="825624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8-PR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870984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9" name=""/>
          <p:cNvSpPr/>
          <p:nvPr/>
        </p:nvSpPr>
        <p:spPr>
          <a:xfrm>
            <a:off x="870984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0" name=""/>
          <p:cNvSpPr txBox="1"/>
          <p:nvPr/>
        </p:nvSpPr>
        <p:spPr>
          <a:xfrm rot="16200000">
            <a:off x="842400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28-P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8874720" y="20062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2" name=""/>
          <p:cNvSpPr/>
          <p:nvPr/>
        </p:nvSpPr>
        <p:spPr>
          <a:xfrm>
            <a:off x="8874720" y="20062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 txBox="1"/>
          <p:nvPr/>
        </p:nvSpPr>
        <p:spPr>
          <a:xfrm rot="16200000">
            <a:off x="8585640" y="2144880"/>
            <a:ext cx="235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3-PR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455040" y="1790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5" name=""/>
          <p:cNvSpPr/>
          <p:nvPr/>
        </p:nvSpPr>
        <p:spPr>
          <a:xfrm flipH="1">
            <a:off x="455040" y="1790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 txBox="1"/>
          <p:nvPr/>
        </p:nvSpPr>
        <p:spPr>
          <a:xfrm rot="16200000">
            <a:off x="8753400" y="2142360"/>
            <a:ext cx="22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29-P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455040" y="1566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8" name=""/>
          <p:cNvSpPr/>
          <p:nvPr/>
        </p:nvSpPr>
        <p:spPr>
          <a:xfrm flipH="1">
            <a:off x="455040" y="1566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9" name=""/>
          <p:cNvSpPr txBox="1"/>
          <p:nvPr/>
        </p:nvSpPr>
        <p:spPr>
          <a:xfrm>
            <a:off x="345960" y="173484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455040" y="1342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1" name=""/>
          <p:cNvSpPr/>
          <p:nvPr/>
        </p:nvSpPr>
        <p:spPr>
          <a:xfrm flipH="1">
            <a:off x="455040" y="1342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 txBox="1"/>
          <p:nvPr/>
        </p:nvSpPr>
        <p:spPr>
          <a:xfrm>
            <a:off x="345960" y="1510920"/>
            <a:ext cx="1011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455040" y="1118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 flipH="1">
            <a:off x="455040" y="1118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5" name=""/>
          <p:cNvSpPr txBox="1"/>
          <p:nvPr/>
        </p:nvSpPr>
        <p:spPr>
          <a:xfrm>
            <a:off x="281520" y="128700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455040" y="894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7" name=""/>
          <p:cNvSpPr/>
          <p:nvPr/>
        </p:nvSpPr>
        <p:spPr>
          <a:xfrm flipH="1">
            <a:off x="455040" y="894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 txBox="1"/>
          <p:nvPr/>
        </p:nvSpPr>
        <p:spPr>
          <a:xfrm>
            <a:off x="281520" y="106308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455040" y="671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 flipH="1">
            <a:off x="455040" y="671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 txBox="1"/>
          <p:nvPr/>
        </p:nvSpPr>
        <p:spPr>
          <a:xfrm>
            <a:off x="281520" y="83916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455040" y="447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3" name=""/>
          <p:cNvSpPr/>
          <p:nvPr/>
        </p:nvSpPr>
        <p:spPr>
          <a:xfrm flipH="1">
            <a:off x="455040" y="447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 txBox="1"/>
          <p:nvPr/>
        </p:nvSpPr>
        <p:spPr>
          <a:xfrm>
            <a:off x="281520" y="61524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455040" y="223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 flipH="1">
            <a:off x="455040" y="223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7" name=""/>
          <p:cNvSpPr txBox="1"/>
          <p:nvPr/>
        </p:nvSpPr>
        <p:spPr>
          <a:xfrm>
            <a:off x="281520" y="39132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8" name=""/>
          <p:cNvSpPr txBox="1"/>
          <p:nvPr/>
        </p:nvSpPr>
        <p:spPr>
          <a:xfrm>
            <a:off x="281520" y="167760"/>
            <a:ext cx="13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895680" y="1700640"/>
            <a:ext cx="148680" cy="90000"/>
          </a:xfrm>
          <a:custGeom>
            <a:avLst/>
            <a:gdLst/>
            <a:ahLst/>
            <a:rect l="0" t="0" r="r" b="b"/>
            <a:pathLst>
              <a:path w="413" h="250">
                <a:moveTo>
                  <a:pt x="0" y="250"/>
                </a:moveTo>
                <a:lnTo>
                  <a:pt x="413" y="250"/>
                </a:lnTo>
                <a:lnTo>
                  <a:pt x="413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0" name=""/>
          <p:cNvSpPr/>
          <p:nvPr/>
        </p:nvSpPr>
        <p:spPr>
          <a:xfrm>
            <a:off x="1060560" y="1611360"/>
            <a:ext cx="148320" cy="179280"/>
          </a:xfrm>
          <a:custGeom>
            <a:avLst/>
            <a:gdLst/>
            <a:ahLst/>
            <a:rect l="0" t="0" r="r" b="b"/>
            <a:pathLst>
              <a:path w="412" h="498">
                <a:moveTo>
                  <a:pt x="0" y="498"/>
                </a:moveTo>
                <a:lnTo>
                  <a:pt x="412" y="498"/>
                </a:lnTo>
                <a:lnTo>
                  <a:pt x="412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1" name=""/>
          <p:cNvSpPr/>
          <p:nvPr/>
        </p:nvSpPr>
        <p:spPr>
          <a:xfrm>
            <a:off x="122508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2" name=""/>
          <p:cNvSpPr/>
          <p:nvPr/>
        </p:nvSpPr>
        <p:spPr>
          <a:xfrm>
            <a:off x="1389960" y="1656000"/>
            <a:ext cx="148320" cy="134640"/>
          </a:xfrm>
          <a:custGeom>
            <a:avLst/>
            <a:gdLst/>
            <a:ahLst/>
            <a:rect l="0" t="0" r="r" b="b"/>
            <a:pathLst>
              <a:path w="412" h="374">
                <a:moveTo>
                  <a:pt x="0" y="374"/>
                </a:moveTo>
                <a:lnTo>
                  <a:pt x="412" y="374"/>
                </a:lnTo>
                <a:lnTo>
                  <a:pt x="412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3" name=""/>
          <p:cNvSpPr/>
          <p:nvPr/>
        </p:nvSpPr>
        <p:spPr>
          <a:xfrm>
            <a:off x="155448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4" name=""/>
          <p:cNvSpPr/>
          <p:nvPr/>
        </p:nvSpPr>
        <p:spPr>
          <a:xfrm>
            <a:off x="171900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5" name=""/>
          <p:cNvSpPr/>
          <p:nvPr/>
        </p:nvSpPr>
        <p:spPr>
          <a:xfrm>
            <a:off x="188388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6" name=""/>
          <p:cNvSpPr/>
          <p:nvPr/>
        </p:nvSpPr>
        <p:spPr>
          <a:xfrm>
            <a:off x="204840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7" name=""/>
          <p:cNvSpPr/>
          <p:nvPr/>
        </p:nvSpPr>
        <p:spPr>
          <a:xfrm>
            <a:off x="2213280" y="1611360"/>
            <a:ext cx="148320" cy="179280"/>
          </a:xfrm>
          <a:custGeom>
            <a:avLst/>
            <a:gdLst/>
            <a:ahLst/>
            <a:rect l="0" t="0" r="r" b="b"/>
            <a:pathLst>
              <a:path w="412" h="498">
                <a:moveTo>
                  <a:pt x="0" y="498"/>
                </a:moveTo>
                <a:lnTo>
                  <a:pt x="412" y="498"/>
                </a:lnTo>
                <a:lnTo>
                  <a:pt x="412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18" name=""/>
          <p:cNvSpPr/>
          <p:nvPr/>
        </p:nvSpPr>
        <p:spPr>
          <a:xfrm>
            <a:off x="237780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9" name=""/>
          <p:cNvSpPr/>
          <p:nvPr/>
        </p:nvSpPr>
        <p:spPr>
          <a:xfrm>
            <a:off x="237780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220" name=""/>
          <p:cNvSpPr/>
          <p:nvPr/>
        </p:nvSpPr>
        <p:spPr>
          <a:xfrm>
            <a:off x="2542680" y="1566360"/>
            <a:ext cx="148320" cy="224280"/>
          </a:xfrm>
          <a:custGeom>
            <a:avLst/>
            <a:gdLst/>
            <a:ahLst/>
            <a:rect l="0" t="0" r="r" b="b"/>
            <a:pathLst>
              <a:path w="412" h="623">
                <a:moveTo>
                  <a:pt x="0" y="623"/>
                </a:moveTo>
                <a:lnTo>
                  <a:pt x="412" y="623"/>
                </a:lnTo>
                <a:lnTo>
                  <a:pt x="412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21" name=""/>
          <p:cNvSpPr/>
          <p:nvPr/>
        </p:nvSpPr>
        <p:spPr>
          <a:xfrm>
            <a:off x="2707200" y="15663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22" name=""/>
          <p:cNvSpPr/>
          <p:nvPr/>
        </p:nvSpPr>
        <p:spPr>
          <a:xfrm>
            <a:off x="2872080" y="1521720"/>
            <a:ext cx="148320" cy="268920"/>
          </a:xfrm>
          <a:custGeom>
            <a:avLst/>
            <a:gdLst/>
            <a:ahLst/>
            <a:rect l="0" t="0" r="r" b="b"/>
            <a:pathLst>
              <a:path w="412" h="747">
                <a:moveTo>
                  <a:pt x="0" y="747"/>
                </a:moveTo>
                <a:lnTo>
                  <a:pt x="412" y="747"/>
                </a:lnTo>
                <a:lnTo>
                  <a:pt x="412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23" name=""/>
          <p:cNvSpPr/>
          <p:nvPr/>
        </p:nvSpPr>
        <p:spPr>
          <a:xfrm>
            <a:off x="3036600" y="15663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24" name=""/>
          <p:cNvSpPr/>
          <p:nvPr/>
        </p:nvSpPr>
        <p:spPr>
          <a:xfrm>
            <a:off x="3201120" y="1700640"/>
            <a:ext cx="148680" cy="90000"/>
          </a:xfrm>
          <a:custGeom>
            <a:avLst/>
            <a:gdLst/>
            <a:ahLst/>
            <a:rect l="0" t="0" r="r" b="b"/>
            <a:pathLst>
              <a:path w="413" h="250">
                <a:moveTo>
                  <a:pt x="0" y="250"/>
                </a:moveTo>
                <a:lnTo>
                  <a:pt x="413" y="250"/>
                </a:lnTo>
                <a:lnTo>
                  <a:pt x="413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25" name=""/>
          <p:cNvSpPr/>
          <p:nvPr/>
        </p:nvSpPr>
        <p:spPr>
          <a:xfrm>
            <a:off x="336600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26" name=""/>
          <p:cNvSpPr/>
          <p:nvPr/>
        </p:nvSpPr>
        <p:spPr>
          <a:xfrm>
            <a:off x="353052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27" name=""/>
          <p:cNvSpPr/>
          <p:nvPr/>
        </p:nvSpPr>
        <p:spPr>
          <a:xfrm>
            <a:off x="3695400" y="1521720"/>
            <a:ext cx="148680" cy="268920"/>
          </a:xfrm>
          <a:custGeom>
            <a:avLst/>
            <a:gdLst/>
            <a:ahLst/>
            <a:rect l="0" t="0" r="r" b="b"/>
            <a:pathLst>
              <a:path w="413" h="747">
                <a:moveTo>
                  <a:pt x="0" y="747"/>
                </a:moveTo>
                <a:lnTo>
                  <a:pt x="413" y="747"/>
                </a:lnTo>
                <a:lnTo>
                  <a:pt x="413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8" name=""/>
          <p:cNvSpPr/>
          <p:nvPr/>
        </p:nvSpPr>
        <p:spPr>
          <a:xfrm>
            <a:off x="3695400" y="1521720"/>
            <a:ext cx="148680" cy="268920"/>
          </a:xfrm>
          <a:custGeom>
            <a:avLst/>
            <a:gdLst/>
            <a:ahLst/>
            <a:rect l="0" t="0" r="r" b="b"/>
            <a:pathLst>
              <a:path w="413" h="747">
                <a:moveTo>
                  <a:pt x="0" y="747"/>
                </a:moveTo>
                <a:lnTo>
                  <a:pt x="413" y="747"/>
                </a:lnTo>
                <a:lnTo>
                  <a:pt x="413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229" name=""/>
          <p:cNvSpPr/>
          <p:nvPr/>
        </p:nvSpPr>
        <p:spPr>
          <a:xfrm>
            <a:off x="3859920" y="1477080"/>
            <a:ext cx="148680" cy="313560"/>
          </a:xfrm>
          <a:custGeom>
            <a:avLst/>
            <a:gdLst/>
            <a:ahLst/>
            <a:rect l="0" t="0" r="r" b="b"/>
            <a:pathLst>
              <a:path w="413" h="871">
                <a:moveTo>
                  <a:pt x="0" y="871"/>
                </a:moveTo>
                <a:lnTo>
                  <a:pt x="413" y="871"/>
                </a:lnTo>
                <a:lnTo>
                  <a:pt x="413" y="0"/>
                </a:lnTo>
                <a:lnTo>
                  <a:pt x="0" y="0"/>
                </a:lnTo>
                <a:lnTo>
                  <a:pt x="0" y="871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0" name=""/>
          <p:cNvSpPr/>
          <p:nvPr/>
        </p:nvSpPr>
        <p:spPr>
          <a:xfrm>
            <a:off x="4024800" y="1521720"/>
            <a:ext cx="148320" cy="268920"/>
          </a:xfrm>
          <a:custGeom>
            <a:avLst/>
            <a:gdLst/>
            <a:ahLst/>
            <a:rect l="0" t="0" r="r" b="b"/>
            <a:pathLst>
              <a:path w="412" h="747">
                <a:moveTo>
                  <a:pt x="0" y="747"/>
                </a:moveTo>
                <a:lnTo>
                  <a:pt x="412" y="747"/>
                </a:lnTo>
                <a:lnTo>
                  <a:pt x="412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1" name=""/>
          <p:cNvSpPr/>
          <p:nvPr/>
        </p:nvSpPr>
        <p:spPr>
          <a:xfrm>
            <a:off x="4189320" y="15663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2" name=""/>
          <p:cNvSpPr/>
          <p:nvPr/>
        </p:nvSpPr>
        <p:spPr>
          <a:xfrm>
            <a:off x="4354200" y="1611360"/>
            <a:ext cx="148320" cy="179280"/>
          </a:xfrm>
          <a:custGeom>
            <a:avLst/>
            <a:gdLst/>
            <a:ahLst/>
            <a:rect l="0" t="0" r="r" b="b"/>
            <a:pathLst>
              <a:path w="412" h="498">
                <a:moveTo>
                  <a:pt x="0" y="498"/>
                </a:moveTo>
                <a:lnTo>
                  <a:pt x="412" y="498"/>
                </a:lnTo>
                <a:lnTo>
                  <a:pt x="412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3" name=""/>
          <p:cNvSpPr/>
          <p:nvPr/>
        </p:nvSpPr>
        <p:spPr>
          <a:xfrm>
            <a:off x="4518720" y="1521720"/>
            <a:ext cx="148680" cy="268920"/>
          </a:xfrm>
          <a:custGeom>
            <a:avLst/>
            <a:gdLst/>
            <a:ahLst/>
            <a:rect l="0" t="0" r="r" b="b"/>
            <a:pathLst>
              <a:path w="413" h="747">
                <a:moveTo>
                  <a:pt x="0" y="747"/>
                </a:moveTo>
                <a:lnTo>
                  <a:pt x="413" y="747"/>
                </a:lnTo>
                <a:lnTo>
                  <a:pt x="413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4" name=""/>
          <p:cNvSpPr/>
          <p:nvPr/>
        </p:nvSpPr>
        <p:spPr>
          <a:xfrm>
            <a:off x="4683600" y="1566360"/>
            <a:ext cx="148320" cy="224280"/>
          </a:xfrm>
          <a:custGeom>
            <a:avLst/>
            <a:gdLst/>
            <a:ahLst/>
            <a:rect l="0" t="0" r="r" b="b"/>
            <a:pathLst>
              <a:path w="412" h="623">
                <a:moveTo>
                  <a:pt x="0" y="623"/>
                </a:moveTo>
                <a:lnTo>
                  <a:pt x="412" y="623"/>
                </a:lnTo>
                <a:lnTo>
                  <a:pt x="412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5" name=""/>
          <p:cNvSpPr/>
          <p:nvPr/>
        </p:nvSpPr>
        <p:spPr>
          <a:xfrm>
            <a:off x="484812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6" name=""/>
          <p:cNvSpPr/>
          <p:nvPr/>
        </p:nvSpPr>
        <p:spPr>
          <a:xfrm>
            <a:off x="501264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7" name=""/>
          <p:cNvSpPr/>
          <p:nvPr/>
        </p:nvSpPr>
        <p:spPr>
          <a:xfrm>
            <a:off x="517752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8" name=""/>
          <p:cNvSpPr/>
          <p:nvPr/>
        </p:nvSpPr>
        <p:spPr>
          <a:xfrm>
            <a:off x="534204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39" name=""/>
          <p:cNvSpPr/>
          <p:nvPr/>
        </p:nvSpPr>
        <p:spPr>
          <a:xfrm>
            <a:off x="5506920" y="1656000"/>
            <a:ext cx="148320" cy="134640"/>
          </a:xfrm>
          <a:custGeom>
            <a:avLst/>
            <a:gdLst/>
            <a:ahLst/>
            <a:rect l="0" t="0" r="r" b="b"/>
            <a:pathLst>
              <a:path w="412" h="374">
                <a:moveTo>
                  <a:pt x="0" y="374"/>
                </a:moveTo>
                <a:lnTo>
                  <a:pt x="412" y="374"/>
                </a:lnTo>
                <a:lnTo>
                  <a:pt x="412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0" name=""/>
          <p:cNvSpPr/>
          <p:nvPr/>
        </p:nvSpPr>
        <p:spPr>
          <a:xfrm>
            <a:off x="567144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1" name=""/>
          <p:cNvSpPr/>
          <p:nvPr/>
        </p:nvSpPr>
        <p:spPr>
          <a:xfrm>
            <a:off x="5836320" y="1745640"/>
            <a:ext cx="148320" cy="45000"/>
          </a:xfrm>
          <a:custGeom>
            <a:avLst/>
            <a:gdLst/>
            <a:ahLst/>
            <a:rect l="0" t="0" r="r" b="b"/>
            <a:pathLst>
              <a:path w="412" h="125">
                <a:moveTo>
                  <a:pt x="0" y="125"/>
                </a:moveTo>
                <a:lnTo>
                  <a:pt x="412" y="125"/>
                </a:lnTo>
                <a:lnTo>
                  <a:pt x="412" y="0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2" name=""/>
          <p:cNvSpPr/>
          <p:nvPr/>
        </p:nvSpPr>
        <p:spPr>
          <a:xfrm>
            <a:off x="600084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3" name=""/>
          <p:cNvSpPr/>
          <p:nvPr/>
        </p:nvSpPr>
        <p:spPr>
          <a:xfrm>
            <a:off x="6165720" y="1656000"/>
            <a:ext cx="148320" cy="134640"/>
          </a:xfrm>
          <a:custGeom>
            <a:avLst/>
            <a:gdLst/>
            <a:ahLst/>
            <a:rect l="0" t="0" r="r" b="b"/>
            <a:pathLst>
              <a:path w="412" h="374">
                <a:moveTo>
                  <a:pt x="0" y="374"/>
                </a:moveTo>
                <a:lnTo>
                  <a:pt x="412" y="374"/>
                </a:lnTo>
                <a:lnTo>
                  <a:pt x="412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4" name=""/>
          <p:cNvSpPr/>
          <p:nvPr/>
        </p:nvSpPr>
        <p:spPr>
          <a:xfrm>
            <a:off x="6330240" y="1700640"/>
            <a:ext cx="148680" cy="90000"/>
          </a:xfrm>
          <a:custGeom>
            <a:avLst/>
            <a:gdLst/>
            <a:ahLst/>
            <a:rect l="0" t="0" r="r" b="b"/>
            <a:pathLst>
              <a:path w="413" h="250">
                <a:moveTo>
                  <a:pt x="0" y="250"/>
                </a:moveTo>
                <a:lnTo>
                  <a:pt x="413" y="250"/>
                </a:lnTo>
                <a:lnTo>
                  <a:pt x="413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5" name=""/>
          <p:cNvSpPr/>
          <p:nvPr/>
        </p:nvSpPr>
        <p:spPr>
          <a:xfrm>
            <a:off x="649476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6" name=""/>
          <p:cNvSpPr/>
          <p:nvPr/>
        </p:nvSpPr>
        <p:spPr>
          <a:xfrm>
            <a:off x="6659640" y="15663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7" name=""/>
          <p:cNvSpPr/>
          <p:nvPr/>
        </p:nvSpPr>
        <p:spPr>
          <a:xfrm>
            <a:off x="682416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8" name=""/>
          <p:cNvSpPr/>
          <p:nvPr/>
        </p:nvSpPr>
        <p:spPr>
          <a:xfrm>
            <a:off x="698904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49" name=""/>
          <p:cNvSpPr/>
          <p:nvPr/>
        </p:nvSpPr>
        <p:spPr>
          <a:xfrm>
            <a:off x="7153560" y="161136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50" name=""/>
          <p:cNvSpPr/>
          <p:nvPr/>
        </p:nvSpPr>
        <p:spPr>
          <a:xfrm>
            <a:off x="7318440" y="1611360"/>
            <a:ext cx="148320" cy="179280"/>
          </a:xfrm>
          <a:custGeom>
            <a:avLst/>
            <a:gdLst/>
            <a:ahLst/>
            <a:rect l="0" t="0" r="r" b="b"/>
            <a:pathLst>
              <a:path w="412" h="498">
                <a:moveTo>
                  <a:pt x="0" y="498"/>
                </a:moveTo>
                <a:lnTo>
                  <a:pt x="412" y="498"/>
                </a:lnTo>
                <a:lnTo>
                  <a:pt x="412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51" name=""/>
          <p:cNvSpPr/>
          <p:nvPr/>
        </p:nvSpPr>
        <p:spPr>
          <a:xfrm>
            <a:off x="7482960" y="15663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52" name=""/>
          <p:cNvSpPr/>
          <p:nvPr/>
        </p:nvSpPr>
        <p:spPr>
          <a:xfrm>
            <a:off x="7647840" y="1521720"/>
            <a:ext cx="148320" cy="268920"/>
          </a:xfrm>
          <a:custGeom>
            <a:avLst/>
            <a:gdLst/>
            <a:ahLst/>
            <a:rect l="0" t="0" r="r" b="b"/>
            <a:pathLst>
              <a:path w="412" h="747">
                <a:moveTo>
                  <a:pt x="0" y="747"/>
                </a:moveTo>
                <a:lnTo>
                  <a:pt x="412" y="747"/>
                </a:lnTo>
                <a:lnTo>
                  <a:pt x="412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3" name=""/>
          <p:cNvSpPr/>
          <p:nvPr/>
        </p:nvSpPr>
        <p:spPr>
          <a:xfrm>
            <a:off x="7647840" y="1521720"/>
            <a:ext cx="148320" cy="268920"/>
          </a:xfrm>
          <a:custGeom>
            <a:avLst/>
            <a:gdLst/>
            <a:ahLst/>
            <a:rect l="0" t="0" r="r" b="b"/>
            <a:pathLst>
              <a:path w="412" h="747">
                <a:moveTo>
                  <a:pt x="0" y="747"/>
                </a:moveTo>
                <a:lnTo>
                  <a:pt x="412" y="747"/>
                </a:lnTo>
                <a:lnTo>
                  <a:pt x="412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254" name=""/>
          <p:cNvSpPr/>
          <p:nvPr/>
        </p:nvSpPr>
        <p:spPr>
          <a:xfrm>
            <a:off x="7812360" y="15663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55" name=""/>
          <p:cNvSpPr/>
          <p:nvPr/>
        </p:nvSpPr>
        <p:spPr>
          <a:xfrm>
            <a:off x="7977240" y="1700640"/>
            <a:ext cx="148320" cy="90000"/>
          </a:xfrm>
          <a:custGeom>
            <a:avLst/>
            <a:gdLst/>
            <a:ahLst/>
            <a:rect l="0" t="0" r="r" b="b"/>
            <a:pathLst>
              <a:path w="412" h="250">
                <a:moveTo>
                  <a:pt x="0" y="250"/>
                </a:moveTo>
                <a:lnTo>
                  <a:pt x="412" y="250"/>
                </a:lnTo>
                <a:lnTo>
                  <a:pt x="412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56" name=""/>
          <p:cNvSpPr/>
          <p:nvPr/>
        </p:nvSpPr>
        <p:spPr>
          <a:xfrm>
            <a:off x="8141760" y="15663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57" name=""/>
          <p:cNvSpPr/>
          <p:nvPr/>
        </p:nvSpPr>
        <p:spPr>
          <a:xfrm>
            <a:off x="8306280" y="165600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58" name=""/>
          <p:cNvSpPr/>
          <p:nvPr/>
        </p:nvSpPr>
        <p:spPr>
          <a:xfrm>
            <a:off x="8471160" y="1477080"/>
            <a:ext cx="148680" cy="313560"/>
          </a:xfrm>
          <a:custGeom>
            <a:avLst/>
            <a:gdLst/>
            <a:ahLst/>
            <a:rect l="0" t="0" r="r" b="b"/>
            <a:pathLst>
              <a:path w="413" h="871">
                <a:moveTo>
                  <a:pt x="0" y="871"/>
                </a:moveTo>
                <a:lnTo>
                  <a:pt x="413" y="871"/>
                </a:lnTo>
                <a:lnTo>
                  <a:pt x="413" y="0"/>
                </a:lnTo>
                <a:lnTo>
                  <a:pt x="0" y="0"/>
                </a:lnTo>
                <a:lnTo>
                  <a:pt x="0" y="871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59" name=""/>
          <p:cNvSpPr/>
          <p:nvPr/>
        </p:nvSpPr>
        <p:spPr>
          <a:xfrm>
            <a:off x="8635680" y="15663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60" name=""/>
          <p:cNvSpPr/>
          <p:nvPr/>
        </p:nvSpPr>
        <p:spPr>
          <a:xfrm>
            <a:off x="8800560" y="1432080"/>
            <a:ext cx="148320" cy="358560"/>
          </a:xfrm>
          <a:custGeom>
            <a:avLst/>
            <a:gdLst/>
            <a:ahLst/>
            <a:rect l="0" t="0" r="r" b="b"/>
            <a:pathLst>
              <a:path w="412" h="996">
                <a:moveTo>
                  <a:pt x="0" y="996"/>
                </a:moveTo>
                <a:lnTo>
                  <a:pt x="412" y="996"/>
                </a:lnTo>
                <a:lnTo>
                  <a:pt x="412" y="0"/>
                </a:lnTo>
                <a:lnTo>
                  <a:pt x="0" y="0"/>
                </a:lnTo>
                <a:lnTo>
                  <a:pt x="0" y="996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261" name=""/>
          <p:cNvSpPr/>
          <p:nvPr/>
        </p:nvSpPr>
        <p:spPr>
          <a:xfrm>
            <a:off x="895680" y="1656000"/>
            <a:ext cx="148680" cy="45000"/>
          </a:xfrm>
          <a:custGeom>
            <a:avLst/>
            <a:gdLst/>
            <a:ahLst/>
            <a:rect l="0" t="0" r="r" b="b"/>
            <a:pathLst>
              <a:path w="413" h="125">
                <a:moveTo>
                  <a:pt x="0" y="125"/>
                </a:moveTo>
                <a:lnTo>
                  <a:pt x="413" y="125"/>
                </a:lnTo>
                <a:lnTo>
                  <a:pt x="413" y="0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solidFill>
            <a:srgbClr val="118ab2"/>
          </a:solidFill>
          <a:ln w="0">
            <a:noFill/>
          </a:ln>
        </p:spPr>
      </p:sp>
      <p:sp>
        <p:nvSpPr>
          <p:cNvPr id="262" name=""/>
          <p:cNvSpPr/>
          <p:nvPr/>
        </p:nvSpPr>
        <p:spPr>
          <a:xfrm>
            <a:off x="895680" y="1656000"/>
            <a:ext cx="148680" cy="45000"/>
          </a:xfrm>
          <a:custGeom>
            <a:avLst/>
            <a:gdLst/>
            <a:ahLst/>
            <a:rect l="0" t="0" r="r" b="b"/>
            <a:pathLst>
              <a:path w="413" h="125">
                <a:moveTo>
                  <a:pt x="0" y="125"/>
                </a:moveTo>
                <a:lnTo>
                  <a:pt x="413" y="125"/>
                </a:lnTo>
                <a:lnTo>
                  <a:pt x="413" y="0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263" name=""/>
          <p:cNvSpPr/>
          <p:nvPr/>
        </p:nvSpPr>
        <p:spPr>
          <a:xfrm>
            <a:off x="1060560" y="1521720"/>
            <a:ext cx="148320" cy="90000"/>
          </a:xfrm>
          <a:custGeom>
            <a:avLst/>
            <a:gdLst/>
            <a:ahLst/>
            <a:rect l="0" t="0" r="r" b="b"/>
            <a:pathLst>
              <a:path w="412" h="250">
                <a:moveTo>
                  <a:pt x="0" y="250"/>
                </a:moveTo>
                <a:lnTo>
                  <a:pt x="412" y="250"/>
                </a:lnTo>
                <a:lnTo>
                  <a:pt x="412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64" name=""/>
          <p:cNvSpPr/>
          <p:nvPr/>
        </p:nvSpPr>
        <p:spPr>
          <a:xfrm>
            <a:off x="1225080" y="1521720"/>
            <a:ext cx="148680" cy="90000"/>
          </a:xfrm>
          <a:custGeom>
            <a:avLst/>
            <a:gdLst/>
            <a:ahLst/>
            <a:rect l="0" t="0" r="r" b="b"/>
            <a:pathLst>
              <a:path w="413" h="250">
                <a:moveTo>
                  <a:pt x="0" y="250"/>
                </a:moveTo>
                <a:lnTo>
                  <a:pt x="413" y="250"/>
                </a:lnTo>
                <a:lnTo>
                  <a:pt x="413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65" name=""/>
          <p:cNvSpPr/>
          <p:nvPr/>
        </p:nvSpPr>
        <p:spPr>
          <a:xfrm>
            <a:off x="1389960" y="1521720"/>
            <a:ext cx="148320" cy="134640"/>
          </a:xfrm>
          <a:custGeom>
            <a:avLst/>
            <a:gdLst/>
            <a:ahLst/>
            <a:rect l="0" t="0" r="r" b="b"/>
            <a:pathLst>
              <a:path w="412" h="374">
                <a:moveTo>
                  <a:pt x="0" y="374"/>
                </a:moveTo>
                <a:lnTo>
                  <a:pt x="412" y="374"/>
                </a:lnTo>
                <a:lnTo>
                  <a:pt x="412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66" name=""/>
          <p:cNvSpPr/>
          <p:nvPr/>
        </p:nvSpPr>
        <p:spPr>
          <a:xfrm>
            <a:off x="1554480" y="1521720"/>
            <a:ext cx="148680" cy="90000"/>
          </a:xfrm>
          <a:custGeom>
            <a:avLst/>
            <a:gdLst/>
            <a:ahLst/>
            <a:rect l="0" t="0" r="r" b="b"/>
            <a:pathLst>
              <a:path w="413" h="250">
                <a:moveTo>
                  <a:pt x="0" y="250"/>
                </a:moveTo>
                <a:lnTo>
                  <a:pt x="413" y="250"/>
                </a:lnTo>
                <a:lnTo>
                  <a:pt x="413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18ab2"/>
          </a:solidFill>
          <a:ln w="0">
            <a:noFill/>
          </a:ln>
        </p:spPr>
      </p:sp>
      <p:sp>
        <p:nvSpPr>
          <p:cNvPr id="267" name=""/>
          <p:cNvSpPr/>
          <p:nvPr/>
        </p:nvSpPr>
        <p:spPr>
          <a:xfrm>
            <a:off x="1554480" y="1521720"/>
            <a:ext cx="148680" cy="90000"/>
          </a:xfrm>
          <a:custGeom>
            <a:avLst/>
            <a:gdLst/>
            <a:ahLst/>
            <a:rect l="0" t="0" r="r" b="b"/>
            <a:pathLst>
              <a:path w="413" h="250">
                <a:moveTo>
                  <a:pt x="0" y="250"/>
                </a:moveTo>
                <a:lnTo>
                  <a:pt x="413" y="250"/>
                </a:lnTo>
                <a:lnTo>
                  <a:pt x="413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268" name=""/>
          <p:cNvSpPr/>
          <p:nvPr/>
        </p:nvSpPr>
        <p:spPr>
          <a:xfrm>
            <a:off x="1719000" y="147708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69" name=""/>
          <p:cNvSpPr/>
          <p:nvPr/>
        </p:nvSpPr>
        <p:spPr>
          <a:xfrm>
            <a:off x="1883880" y="152172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70" name=""/>
          <p:cNvSpPr/>
          <p:nvPr/>
        </p:nvSpPr>
        <p:spPr>
          <a:xfrm>
            <a:off x="2048400" y="143208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71" name=""/>
          <p:cNvSpPr/>
          <p:nvPr/>
        </p:nvSpPr>
        <p:spPr>
          <a:xfrm>
            <a:off x="2213280" y="1432080"/>
            <a:ext cx="148320" cy="179640"/>
          </a:xfrm>
          <a:custGeom>
            <a:avLst/>
            <a:gdLst/>
            <a:ahLst/>
            <a:rect l="0" t="0" r="r" b="b"/>
            <a:pathLst>
              <a:path w="412" h="499">
                <a:moveTo>
                  <a:pt x="0" y="499"/>
                </a:moveTo>
                <a:lnTo>
                  <a:pt x="412" y="499"/>
                </a:lnTo>
                <a:lnTo>
                  <a:pt x="412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118ab2"/>
          </a:solidFill>
          <a:ln w="0">
            <a:noFill/>
          </a:ln>
        </p:spPr>
      </p:sp>
      <p:sp>
        <p:nvSpPr>
          <p:cNvPr id="272" name=""/>
          <p:cNvSpPr/>
          <p:nvPr/>
        </p:nvSpPr>
        <p:spPr>
          <a:xfrm>
            <a:off x="2213280" y="1432080"/>
            <a:ext cx="148320" cy="179640"/>
          </a:xfrm>
          <a:custGeom>
            <a:avLst/>
            <a:gdLst/>
            <a:ahLst/>
            <a:rect l="0" t="0" r="r" b="b"/>
            <a:pathLst>
              <a:path w="412" h="499">
                <a:moveTo>
                  <a:pt x="0" y="499"/>
                </a:moveTo>
                <a:lnTo>
                  <a:pt x="412" y="499"/>
                </a:lnTo>
                <a:lnTo>
                  <a:pt x="412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273" name=""/>
          <p:cNvSpPr/>
          <p:nvPr/>
        </p:nvSpPr>
        <p:spPr>
          <a:xfrm>
            <a:off x="2377800" y="138744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74" name=""/>
          <p:cNvSpPr/>
          <p:nvPr/>
        </p:nvSpPr>
        <p:spPr>
          <a:xfrm>
            <a:off x="2542680" y="1387440"/>
            <a:ext cx="148320" cy="179280"/>
          </a:xfrm>
          <a:custGeom>
            <a:avLst/>
            <a:gdLst/>
            <a:ahLst/>
            <a:rect l="0" t="0" r="r" b="b"/>
            <a:pathLst>
              <a:path w="412" h="498">
                <a:moveTo>
                  <a:pt x="0" y="498"/>
                </a:moveTo>
                <a:lnTo>
                  <a:pt x="412" y="498"/>
                </a:lnTo>
                <a:lnTo>
                  <a:pt x="412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75" name=""/>
          <p:cNvSpPr/>
          <p:nvPr/>
        </p:nvSpPr>
        <p:spPr>
          <a:xfrm>
            <a:off x="2707200" y="138744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76" name=""/>
          <p:cNvSpPr/>
          <p:nvPr/>
        </p:nvSpPr>
        <p:spPr>
          <a:xfrm>
            <a:off x="2872080" y="1342440"/>
            <a:ext cx="148320" cy="179640"/>
          </a:xfrm>
          <a:custGeom>
            <a:avLst/>
            <a:gdLst/>
            <a:ahLst/>
            <a:rect l="0" t="0" r="r" b="b"/>
            <a:pathLst>
              <a:path w="412" h="499">
                <a:moveTo>
                  <a:pt x="0" y="499"/>
                </a:moveTo>
                <a:lnTo>
                  <a:pt x="412" y="499"/>
                </a:lnTo>
                <a:lnTo>
                  <a:pt x="412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77" name=""/>
          <p:cNvSpPr/>
          <p:nvPr/>
        </p:nvSpPr>
        <p:spPr>
          <a:xfrm>
            <a:off x="3036600" y="134244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78" name=""/>
          <p:cNvSpPr/>
          <p:nvPr/>
        </p:nvSpPr>
        <p:spPr>
          <a:xfrm>
            <a:off x="3201120" y="1477080"/>
            <a:ext cx="148680" cy="223920"/>
          </a:xfrm>
          <a:custGeom>
            <a:avLst/>
            <a:gdLst/>
            <a:ahLst/>
            <a:rect l="0" t="0" r="r" b="b"/>
            <a:pathLst>
              <a:path w="413" h="622">
                <a:moveTo>
                  <a:pt x="0" y="622"/>
                </a:moveTo>
                <a:lnTo>
                  <a:pt x="413" y="622"/>
                </a:lnTo>
                <a:lnTo>
                  <a:pt x="413" y="0"/>
                </a:lnTo>
                <a:lnTo>
                  <a:pt x="0" y="0"/>
                </a:lnTo>
                <a:lnTo>
                  <a:pt x="0" y="622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79" name=""/>
          <p:cNvSpPr/>
          <p:nvPr/>
        </p:nvSpPr>
        <p:spPr>
          <a:xfrm>
            <a:off x="3366000" y="147708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0" name=""/>
          <p:cNvSpPr/>
          <p:nvPr/>
        </p:nvSpPr>
        <p:spPr>
          <a:xfrm>
            <a:off x="3530520" y="138744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1" name=""/>
          <p:cNvSpPr/>
          <p:nvPr/>
        </p:nvSpPr>
        <p:spPr>
          <a:xfrm>
            <a:off x="3695400" y="129780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2" name=""/>
          <p:cNvSpPr/>
          <p:nvPr/>
        </p:nvSpPr>
        <p:spPr>
          <a:xfrm>
            <a:off x="3859920" y="12531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3" name=""/>
          <p:cNvSpPr/>
          <p:nvPr/>
        </p:nvSpPr>
        <p:spPr>
          <a:xfrm>
            <a:off x="4024800" y="1253160"/>
            <a:ext cx="148320" cy="268920"/>
          </a:xfrm>
          <a:custGeom>
            <a:avLst/>
            <a:gdLst/>
            <a:ahLst/>
            <a:rect l="0" t="0" r="r" b="b"/>
            <a:pathLst>
              <a:path w="412" h="747">
                <a:moveTo>
                  <a:pt x="0" y="747"/>
                </a:moveTo>
                <a:lnTo>
                  <a:pt x="412" y="747"/>
                </a:lnTo>
                <a:lnTo>
                  <a:pt x="412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4" name=""/>
          <p:cNvSpPr/>
          <p:nvPr/>
        </p:nvSpPr>
        <p:spPr>
          <a:xfrm>
            <a:off x="4189320" y="1253160"/>
            <a:ext cx="148680" cy="313560"/>
          </a:xfrm>
          <a:custGeom>
            <a:avLst/>
            <a:gdLst/>
            <a:ahLst/>
            <a:rect l="0" t="0" r="r" b="b"/>
            <a:pathLst>
              <a:path w="413" h="871">
                <a:moveTo>
                  <a:pt x="0" y="871"/>
                </a:moveTo>
                <a:lnTo>
                  <a:pt x="413" y="871"/>
                </a:lnTo>
                <a:lnTo>
                  <a:pt x="413" y="0"/>
                </a:lnTo>
                <a:lnTo>
                  <a:pt x="0" y="0"/>
                </a:lnTo>
                <a:lnTo>
                  <a:pt x="0" y="871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5" name=""/>
          <p:cNvSpPr/>
          <p:nvPr/>
        </p:nvSpPr>
        <p:spPr>
          <a:xfrm>
            <a:off x="4354200" y="1297800"/>
            <a:ext cx="148320" cy="313920"/>
          </a:xfrm>
          <a:custGeom>
            <a:avLst/>
            <a:gdLst/>
            <a:ahLst/>
            <a:rect l="0" t="0" r="r" b="b"/>
            <a:pathLst>
              <a:path w="412" h="872">
                <a:moveTo>
                  <a:pt x="0" y="872"/>
                </a:moveTo>
                <a:lnTo>
                  <a:pt x="412" y="872"/>
                </a:lnTo>
                <a:lnTo>
                  <a:pt x="412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6" name=""/>
          <p:cNvSpPr/>
          <p:nvPr/>
        </p:nvSpPr>
        <p:spPr>
          <a:xfrm>
            <a:off x="4518720" y="1208160"/>
            <a:ext cx="148680" cy="313920"/>
          </a:xfrm>
          <a:custGeom>
            <a:avLst/>
            <a:gdLst/>
            <a:ahLst/>
            <a:rect l="0" t="0" r="r" b="b"/>
            <a:pathLst>
              <a:path w="413" h="872">
                <a:moveTo>
                  <a:pt x="0" y="872"/>
                </a:moveTo>
                <a:lnTo>
                  <a:pt x="413" y="872"/>
                </a:lnTo>
                <a:lnTo>
                  <a:pt x="413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7" name=""/>
          <p:cNvSpPr/>
          <p:nvPr/>
        </p:nvSpPr>
        <p:spPr>
          <a:xfrm>
            <a:off x="4683600" y="1163520"/>
            <a:ext cx="148320" cy="403200"/>
          </a:xfrm>
          <a:custGeom>
            <a:avLst/>
            <a:gdLst/>
            <a:ahLst/>
            <a:rect l="0" t="0" r="r" b="b"/>
            <a:pathLst>
              <a:path w="412" h="1120">
                <a:moveTo>
                  <a:pt x="0" y="1120"/>
                </a:moveTo>
                <a:lnTo>
                  <a:pt x="412" y="1120"/>
                </a:lnTo>
                <a:lnTo>
                  <a:pt x="412" y="0"/>
                </a:lnTo>
                <a:lnTo>
                  <a:pt x="0" y="0"/>
                </a:lnTo>
                <a:lnTo>
                  <a:pt x="0" y="1120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8" name=""/>
          <p:cNvSpPr/>
          <p:nvPr/>
        </p:nvSpPr>
        <p:spPr>
          <a:xfrm>
            <a:off x="4848120" y="152172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89" name=""/>
          <p:cNvSpPr/>
          <p:nvPr/>
        </p:nvSpPr>
        <p:spPr>
          <a:xfrm>
            <a:off x="5012640" y="152172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0" name=""/>
          <p:cNvSpPr/>
          <p:nvPr/>
        </p:nvSpPr>
        <p:spPr>
          <a:xfrm>
            <a:off x="5177520" y="152172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1" name=""/>
          <p:cNvSpPr/>
          <p:nvPr/>
        </p:nvSpPr>
        <p:spPr>
          <a:xfrm>
            <a:off x="5342040" y="152172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2" name=""/>
          <p:cNvSpPr/>
          <p:nvPr/>
        </p:nvSpPr>
        <p:spPr>
          <a:xfrm>
            <a:off x="5506920" y="1521720"/>
            <a:ext cx="148320" cy="134640"/>
          </a:xfrm>
          <a:custGeom>
            <a:avLst/>
            <a:gdLst/>
            <a:ahLst/>
            <a:rect l="0" t="0" r="r" b="b"/>
            <a:pathLst>
              <a:path w="412" h="374">
                <a:moveTo>
                  <a:pt x="0" y="374"/>
                </a:moveTo>
                <a:lnTo>
                  <a:pt x="412" y="374"/>
                </a:lnTo>
                <a:lnTo>
                  <a:pt x="412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3" name=""/>
          <p:cNvSpPr/>
          <p:nvPr/>
        </p:nvSpPr>
        <p:spPr>
          <a:xfrm>
            <a:off x="5671440" y="1521720"/>
            <a:ext cx="148680" cy="90000"/>
          </a:xfrm>
          <a:custGeom>
            <a:avLst/>
            <a:gdLst/>
            <a:ahLst/>
            <a:rect l="0" t="0" r="r" b="b"/>
            <a:pathLst>
              <a:path w="413" h="250">
                <a:moveTo>
                  <a:pt x="0" y="250"/>
                </a:moveTo>
                <a:lnTo>
                  <a:pt x="413" y="250"/>
                </a:lnTo>
                <a:lnTo>
                  <a:pt x="413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4" name=""/>
          <p:cNvSpPr/>
          <p:nvPr/>
        </p:nvSpPr>
        <p:spPr>
          <a:xfrm>
            <a:off x="5836320" y="1656000"/>
            <a:ext cx="148320" cy="90000"/>
          </a:xfrm>
          <a:custGeom>
            <a:avLst/>
            <a:gdLst/>
            <a:ahLst/>
            <a:rect l="0" t="0" r="r" b="b"/>
            <a:pathLst>
              <a:path w="412" h="250">
                <a:moveTo>
                  <a:pt x="0" y="250"/>
                </a:moveTo>
                <a:lnTo>
                  <a:pt x="412" y="250"/>
                </a:lnTo>
                <a:lnTo>
                  <a:pt x="412" y="0"/>
                </a:lnTo>
                <a:lnTo>
                  <a:pt x="0" y="0"/>
                </a:lnTo>
                <a:lnTo>
                  <a:pt x="0" y="250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5" name=""/>
          <p:cNvSpPr/>
          <p:nvPr/>
        </p:nvSpPr>
        <p:spPr>
          <a:xfrm>
            <a:off x="6000840" y="147708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6" name=""/>
          <p:cNvSpPr/>
          <p:nvPr/>
        </p:nvSpPr>
        <p:spPr>
          <a:xfrm>
            <a:off x="6165720" y="1521720"/>
            <a:ext cx="148320" cy="134640"/>
          </a:xfrm>
          <a:custGeom>
            <a:avLst/>
            <a:gdLst/>
            <a:ahLst/>
            <a:rect l="0" t="0" r="r" b="b"/>
            <a:pathLst>
              <a:path w="412" h="374">
                <a:moveTo>
                  <a:pt x="0" y="374"/>
                </a:moveTo>
                <a:lnTo>
                  <a:pt x="412" y="374"/>
                </a:lnTo>
                <a:lnTo>
                  <a:pt x="412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7" name=""/>
          <p:cNvSpPr/>
          <p:nvPr/>
        </p:nvSpPr>
        <p:spPr>
          <a:xfrm>
            <a:off x="6330240" y="1521720"/>
            <a:ext cx="148680" cy="179280"/>
          </a:xfrm>
          <a:custGeom>
            <a:avLst/>
            <a:gdLst/>
            <a:ahLst/>
            <a:rect l="0" t="0" r="r" b="b"/>
            <a:pathLst>
              <a:path w="413" h="498">
                <a:moveTo>
                  <a:pt x="0" y="498"/>
                </a:moveTo>
                <a:lnTo>
                  <a:pt x="413" y="498"/>
                </a:lnTo>
                <a:lnTo>
                  <a:pt x="413" y="0"/>
                </a:lnTo>
                <a:lnTo>
                  <a:pt x="0" y="0"/>
                </a:lnTo>
                <a:lnTo>
                  <a:pt x="0" y="498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8" name=""/>
          <p:cNvSpPr/>
          <p:nvPr/>
        </p:nvSpPr>
        <p:spPr>
          <a:xfrm>
            <a:off x="6494760" y="1432080"/>
            <a:ext cx="148680" cy="179640"/>
          </a:xfrm>
          <a:custGeom>
            <a:avLst/>
            <a:gdLst/>
            <a:ahLst/>
            <a:rect l="0" t="0" r="r" b="b"/>
            <a:pathLst>
              <a:path w="413" h="499">
                <a:moveTo>
                  <a:pt x="0" y="499"/>
                </a:moveTo>
                <a:lnTo>
                  <a:pt x="413" y="499"/>
                </a:lnTo>
                <a:lnTo>
                  <a:pt x="413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299" name=""/>
          <p:cNvSpPr/>
          <p:nvPr/>
        </p:nvSpPr>
        <p:spPr>
          <a:xfrm>
            <a:off x="6659640" y="143208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00" name=""/>
          <p:cNvSpPr/>
          <p:nvPr/>
        </p:nvSpPr>
        <p:spPr>
          <a:xfrm>
            <a:off x="6824160" y="1432080"/>
            <a:ext cx="148680" cy="179640"/>
          </a:xfrm>
          <a:custGeom>
            <a:avLst/>
            <a:gdLst/>
            <a:ahLst/>
            <a:rect l="0" t="0" r="r" b="b"/>
            <a:pathLst>
              <a:path w="413" h="499">
                <a:moveTo>
                  <a:pt x="0" y="499"/>
                </a:moveTo>
                <a:lnTo>
                  <a:pt x="413" y="499"/>
                </a:lnTo>
                <a:lnTo>
                  <a:pt x="413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01" name=""/>
          <p:cNvSpPr/>
          <p:nvPr/>
        </p:nvSpPr>
        <p:spPr>
          <a:xfrm>
            <a:off x="6989040" y="1342440"/>
            <a:ext cx="148680" cy="269280"/>
          </a:xfrm>
          <a:custGeom>
            <a:avLst/>
            <a:gdLst/>
            <a:ahLst/>
            <a:rect l="0" t="0" r="r" b="b"/>
            <a:pathLst>
              <a:path w="413" h="748">
                <a:moveTo>
                  <a:pt x="0" y="748"/>
                </a:moveTo>
                <a:lnTo>
                  <a:pt x="413" y="748"/>
                </a:lnTo>
                <a:lnTo>
                  <a:pt x="413" y="0"/>
                </a:lnTo>
                <a:lnTo>
                  <a:pt x="0" y="0"/>
                </a:lnTo>
                <a:lnTo>
                  <a:pt x="0" y="748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02" name=""/>
          <p:cNvSpPr/>
          <p:nvPr/>
        </p:nvSpPr>
        <p:spPr>
          <a:xfrm>
            <a:off x="7153560" y="147708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03" name=""/>
          <p:cNvSpPr/>
          <p:nvPr/>
        </p:nvSpPr>
        <p:spPr>
          <a:xfrm>
            <a:off x="7318440" y="1387440"/>
            <a:ext cx="148320" cy="224280"/>
          </a:xfrm>
          <a:custGeom>
            <a:avLst/>
            <a:gdLst/>
            <a:ahLst/>
            <a:rect l="0" t="0" r="r" b="b"/>
            <a:pathLst>
              <a:path w="412" h="623">
                <a:moveTo>
                  <a:pt x="0" y="623"/>
                </a:moveTo>
                <a:lnTo>
                  <a:pt x="412" y="623"/>
                </a:lnTo>
                <a:lnTo>
                  <a:pt x="412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04" name=""/>
          <p:cNvSpPr/>
          <p:nvPr/>
        </p:nvSpPr>
        <p:spPr>
          <a:xfrm>
            <a:off x="7482960" y="143208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solidFill>
            <a:srgbClr val="118ab2"/>
          </a:solidFill>
          <a:ln w="0">
            <a:noFill/>
          </a:ln>
        </p:spPr>
      </p:sp>
      <p:sp>
        <p:nvSpPr>
          <p:cNvPr id="305" name=""/>
          <p:cNvSpPr/>
          <p:nvPr/>
        </p:nvSpPr>
        <p:spPr>
          <a:xfrm>
            <a:off x="7482960" y="1432080"/>
            <a:ext cx="148680" cy="134640"/>
          </a:xfrm>
          <a:custGeom>
            <a:avLst/>
            <a:gdLst/>
            <a:ahLst/>
            <a:rect l="0" t="0" r="r" b="b"/>
            <a:pathLst>
              <a:path w="413" h="374">
                <a:moveTo>
                  <a:pt x="0" y="374"/>
                </a:moveTo>
                <a:lnTo>
                  <a:pt x="413" y="374"/>
                </a:lnTo>
                <a:lnTo>
                  <a:pt x="413" y="0"/>
                </a:lnTo>
                <a:lnTo>
                  <a:pt x="0" y="0"/>
                </a:lnTo>
                <a:lnTo>
                  <a:pt x="0" y="374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06" name=""/>
          <p:cNvSpPr/>
          <p:nvPr/>
        </p:nvSpPr>
        <p:spPr>
          <a:xfrm>
            <a:off x="7647840" y="1342440"/>
            <a:ext cx="148320" cy="179640"/>
          </a:xfrm>
          <a:custGeom>
            <a:avLst/>
            <a:gdLst/>
            <a:ahLst/>
            <a:rect l="0" t="0" r="r" b="b"/>
            <a:pathLst>
              <a:path w="412" h="499">
                <a:moveTo>
                  <a:pt x="0" y="499"/>
                </a:moveTo>
                <a:lnTo>
                  <a:pt x="412" y="499"/>
                </a:lnTo>
                <a:lnTo>
                  <a:pt x="412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07" name=""/>
          <p:cNvSpPr/>
          <p:nvPr/>
        </p:nvSpPr>
        <p:spPr>
          <a:xfrm>
            <a:off x="7812360" y="1253160"/>
            <a:ext cx="148680" cy="313560"/>
          </a:xfrm>
          <a:custGeom>
            <a:avLst/>
            <a:gdLst/>
            <a:ahLst/>
            <a:rect l="0" t="0" r="r" b="b"/>
            <a:pathLst>
              <a:path w="413" h="871">
                <a:moveTo>
                  <a:pt x="0" y="871"/>
                </a:moveTo>
                <a:lnTo>
                  <a:pt x="413" y="871"/>
                </a:lnTo>
                <a:lnTo>
                  <a:pt x="413" y="0"/>
                </a:lnTo>
                <a:lnTo>
                  <a:pt x="0" y="0"/>
                </a:lnTo>
                <a:lnTo>
                  <a:pt x="0" y="871"/>
                </a:lnTo>
                <a:close/>
              </a:path>
            </a:pathLst>
          </a:custGeom>
          <a:solidFill>
            <a:srgbClr val="118ab2"/>
          </a:solidFill>
          <a:ln w="0">
            <a:noFill/>
          </a:ln>
        </p:spPr>
      </p:sp>
      <p:sp>
        <p:nvSpPr>
          <p:cNvPr id="308" name=""/>
          <p:cNvSpPr/>
          <p:nvPr/>
        </p:nvSpPr>
        <p:spPr>
          <a:xfrm>
            <a:off x="7812360" y="1253160"/>
            <a:ext cx="148680" cy="313560"/>
          </a:xfrm>
          <a:custGeom>
            <a:avLst/>
            <a:gdLst/>
            <a:ahLst/>
            <a:rect l="0" t="0" r="r" b="b"/>
            <a:pathLst>
              <a:path w="413" h="871">
                <a:moveTo>
                  <a:pt x="0" y="871"/>
                </a:moveTo>
                <a:lnTo>
                  <a:pt x="413" y="871"/>
                </a:lnTo>
                <a:lnTo>
                  <a:pt x="413" y="0"/>
                </a:lnTo>
                <a:lnTo>
                  <a:pt x="0" y="0"/>
                </a:lnTo>
                <a:lnTo>
                  <a:pt x="0" y="871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09" name=""/>
          <p:cNvSpPr/>
          <p:nvPr/>
        </p:nvSpPr>
        <p:spPr>
          <a:xfrm>
            <a:off x="7977240" y="1477080"/>
            <a:ext cx="148320" cy="223920"/>
          </a:xfrm>
          <a:custGeom>
            <a:avLst/>
            <a:gdLst/>
            <a:ahLst/>
            <a:rect l="0" t="0" r="r" b="b"/>
            <a:pathLst>
              <a:path w="412" h="622">
                <a:moveTo>
                  <a:pt x="0" y="622"/>
                </a:moveTo>
                <a:lnTo>
                  <a:pt x="412" y="622"/>
                </a:lnTo>
                <a:lnTo>
                  <a:pt x="412" y="0"/>
                </a:lnTo>
                <a:lnTo>
                  <a:pt x="0" y="0"/>
                </a:lnTo>
                <a:lnTo>
                  <a:pt x="0" y="622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10" name=""/>
          <p:cNvSpPr/>
          <p:nvPr/>
        </p:nvSpPr>
        <p:spPr>
          <a:xfrm>
            <a:off x="8141760" y="1297800"/>
            <a:ext cx="148680" cy="268920"/>
          </a:xfrm>
          <a:custGeom>
            <a:avLst/>
            <a:gdLst/>
            <a:ahLst/>
            <a:rect l="0" t="0" r="r" b="b"/>
            <a:pathLst>
              <a:path w="413" h="747">
                <a:moveTo>
                  <a:pt x="0" y="747"/>
                </a:moveTo>
                <a:lnTo>
                  <a:pt x="413" y="747"/>
                </a:lnTo>
                <a:lnTo>
                  <a:pt x="413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11" name=""/>
          <p:cNvSpPr/>
          <p:nvPr/>
        </p:nvSpPr>
        <p:spPr>
          <a:xfrm>
            <a:off x="8306280" y="1342440"/>
            <a:ext cx="148680" cy="313920"/>
          </a:xfrm>
          <a:custGeom>
            <a:avLst/>
            <a:gdLst/>
            <a:ahLst/>
            <a:rect l="0" t="0" r="r" b="b"/>
            <a:pathLst>
              <a:path w="413" h="872">
                <a:moveTo>
                  <a:pt x="0" y="872"/>
                </a:moveTo>
                <a:lnTo>
                  <a:pt x="413" y="872"/>
                </a:lnTo>
                <a:lnTo>
                  <a:pt x="413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12" name=""/>
          <p:cNvSpPr/>
          <p:nvPr/>
        </p:nvSpPr>
        <p:spPr>
          <a:xfrm>
            <a:off x="8471160" y="1163520"/>
            <a:ext cx="148680" cy="313920"/>
          </a:xfrm>
          <a:custGeom>
            <a:avLst/>
            <a:gdLst/>
            <a:ahLst/>
            <a:rect l="0" t="0" r="r" b="b"/>
            <a:pathLst>
              <a:path w="413" h="872">
                <a:moveTo>
                  <a:pt x="0" y="872"/>
                </a:moveTo>
                <a:lnTo>
                  <a:pt x="413" y="872"/>
                </a:lnTo>
                <a:lnTo>
                  <a:pt x="413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13" name=""/>
          <p:cNvSpPr/>
          <p:nvPr/>
        </p:nvSpPr>
        <p:spPr>
          <a:xfrm>
            <a:off x="8635680" y="1253160"/>
            <a:ext cx="148680" cy="313560"/>
          </a:xfrm>
          <a:custGeom>
            <a:avLst/>
            <a:gdLst/>
            <a:ahLst/>
            <a:rect l="0" t="0" r="r" b="b"/>
            <a:pathLst>
              <a:path w="413" h="871">
                <a:moveTo>
                  <a:pt x="0" y="871"/>
                </a:moveTo>
                <a:lnTo>
                  <a:pt x="413" y="871"/>
                </a:lnTo>
                <a:lnTo>
                  <a:pt x="413" y="0"/>
                </a:lnTo>
                <a:lnTo>
                  <a:pt x="0" y="0"/>
                </a:lnTo>
                <a:lnTo>
                  <a:pt x="0" y="871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314" name=""/>
          <p:cNvSpPr/>
          <p:nvPr/>
        </p:nvSpPr>
        <p:spPr>
          <a:xfrm>
            <a:off x="8800560" y="1029240"/>
            <a:ext cx="148320" cy="403200"/>
          </a:xfrm>
          <a:custGeom>
            <a:avLst/>
            <a:gdLst/>
            <a:ahLst/>
            <a:rect l="0" t="0" r="r" b="b"/>
            <a:pathLst>
              <a:path w="412" h="1120">
                <a:moveTo>
                  <a:pt x="0" y="1120"/>
                </a:moveTo>
                <a:lnTo>
                  <a:pt x="412" y="1120"/>
                </a:lnTo>
                <a:lnTo>
                  <a:pt x="412" y="0"/>
                </a:lnTo>
                <a:lnTo>
                  <a:pt x="0" y="0"/>
                </a:lnTo>
                <a:lnTo>
                  <a:pt x="0" y="1120"/>
                </a:lnTo>
                <a:close/>
              </a:path>
            </a:pathLst>
          </a:custGeom>
          <a:solidFill>
            <a:srgbClr val="118ab2"/>
          </a:solidFill>
          <a:ln w="0">
            <a:noFill/>
          </a:ln>
        </p:spPr>
      </p:sp>
      <p:sp>
        <p:nvSpPr>
          <p:cNvPr id="315" name=""/>
          <p:cNvSpPr/>
          <p:nvPr/>
        </p:nvSpPr>
        <p:spPr>
          <a:xfrm>
            <a:off x="8800560" y="1029240"/>
            <a:ext cx="148320" cy="403200"/>
          </a:xfrm>
          <a:custGeom>
            <a:avLst/>
            <a:gdLst/>
            <a:ahLst/>
            <a:rect l="0" t="0" r="r" b="b"/>
            <a:pathLst>
              <a:path w="412" h="1120">
                <a:moveTo>
                  <a:pt x="0" y="1120"/>
                </a:moveTo>
                <a:lnTo>
                  <a:pt x="412" y="1120"/>
                </a:lnTo>
                <a:lnTo>
                  <a:pt x="412" y="0"/>
                </a:lnTo>
                <a:lnTo>
                  <a:pt x="0" y="0"/>
                </a:lnTo>
                <a:lnTo>
                  <a:pt x="0" y="1120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16" name=""/>
          <p:cNvSpPr/>
          <p:nvPr/>
        </p:nvSpPr>
        <p:spPr>
          <a:xfrm>
            <a:off x="895680" y="143208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17" name=""/>
          <p:cNvSpPr/>
          <p:nvPr/>
        </p:nvSpPr>
        <p:spPr>
          <a:xfrm>
            <a:off x="1060560" y="1342440"/>
            <a:ext cx="148320" cy="179640"/>
          </a:xfrm>
          <a:custGeom>
            <a:avLst/>
            <a:gdLst/>
            <a:ahLst/>
            <a:rect l="0" t="0" r="r" b="b"/>
            <a:pathLst>
              <a:path w="412" h="499">
                <a:moveTo>
                  <a:pt x="0" y="499"/>
                </a:moveTo>
                <a:lnTo>
                  <a:pt x="412" y="499"/>
                </a:lnTo>
                <a:lnTo>
                  <a:pt x="412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18" name=""/>
          <p:cNvSpPr/>
          <p:nvPr/>
        </p:nvSpPr>
        <p:spPr>
          <a:xfrm>
            <a:off x="1225080" y="1342440"/>
            <a:ext cx="148680" cy="179640"/>
          </a:xfrm>
          <a:custGeom>
            <a:avLst/>
            <a:gdLst/>
            <a:ahLst/>
            <a:rect l="0" t="0" r="r" b="b"/>
            <a:pathLst>
              <a:path w="413" h="499">
                <a:moveTo>
                  <a:pt x="0" y="499"/>
                </a:moveTo>
                <a:lnTo>
                  <a:pt x="413" y="499"/>
                </a:lnTo>
                <a:lnTo>
                  <a:pt x="413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19" name=""/>
          <p:cNvSpPr/>
          <p:nvPr/>
        </p:nvSpPr>
        <p:spPr>
          <a:xfrm>
            <a:off x="1389960" y="1342440"/>
            <a:ext cx="148320" cy="179640"/>
          </a:xfrm>
          <a:custGeom>
            <a:avLst/>
            <a:gdLst/>
            <a:ahLst/>
            <a:rect l="0" t="0" r="r" b="b"/>
            <a:pathLst>
              <a:path w="412" h="499">
                <a:moveTo>
                  <a:pt x="0" y="499"/>
                </a:moveTo>
                <a:lnTo>
                  <a:pt x="412" y="499"/>
                </a:lnTo>
                <a:lnTo>
                  <a:pt x="412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20" name=""/>
          <p:cNvSpPr/>
          <p:nvPr/>
        </p:nvSpPr>
        <p:spPr>
          <a:xfrm>
            <a:off x="1554480" y="129780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21" name=""/>
          <p:cNvSpPr/>
          <p:nvPr/>
        </p:nvSpPr>
        <p:spPr>
          <a:xfrm>
            <a:off x="1719000" y="12531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22" name=""/>
          <p:cNvSpPr/>
          <p:nvPr/>
        </p:nvSpPr>
        <p:spPr>
          <a:xfrm>
            <a:off x="1883880" y="1253160"/>
            <a:ext cx="148680" cy="268920"/>
          </a:xfrm>
          <a:custGeom>
            <a:avLst/>
            <a:gdLst/>
            <a:ahLst/>
            <a:rect l="0" t="0" r="r" b="b"/>
            <a:pathLst>
              <a:path w="413" h="747">
                <a:moveTo>
                  <a:pt x="0" y="747"/>
                </a:moveTo>
                <a:lnTo>
                  <a:pt x="413" y="747"/>
                </a:lnTo>
                <a:lnTo>
                  <a:pt x="413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23" name=""/>
          <p:cNvSpPr/>
          <p:nvPr/>
        </p:nvSpPr>
        <p:spPr>
          <a:xfrm>
            <a:off x="2048400" y="12081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0">
            <a:noFill/>
          </a:ln>
        </p:spPr>
      </p:sp>
      <p:sp>
        <p:nvSpPr>
          <p:cNvPr id="324" name=""/>
          <p:cNvSpPr/>
          <p:nvPr/>
        </p:nvSpPr>
        <p:spPr>
          <a:xfrm>
            <a:off x="2048400" y="12081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25" name=""/>
          <p:cNvSpPr/>
          <p:nvPr/>
        </p:nvSpPr>
        <p:spPr>
          <a:xfrm>
            <a:off x="2213280" y="1163520"/>
            <a:ext cx="148320" cy="268920"/>
          </a:xfrm>
          <a:custGeom>
            <a:avLst/>
            <a:gdLst/>
            <a:ahLst/>
            <a:rect l="0" t="0" r="r" b="b"/>
            <a:pathLst>
              <a:path w="412" h="747">
                <a:moveTo>
                  <a:pt x="0" y="747"/>
                </a:moveTo>
                <a:lnTo>
                  <a:pt x="412" y="747"/>
                </a:lnTo>
                <a:lnTo>
                  <a:pt x="412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26" name=""/>
          <p:cNvSpPr/>
          <p:nvPr/>
        </p:nvSpPr>
        <p:spPr>
          <a:xfrm>
            <a:off x="2377800" y="1073880"/>
            <a:ext cx="148680" cy="313920"/>
          </a:xfrm>
          <a:custGeom>
            <a:avLst/>
            <a:gdLst/>
            <a:ahLst/>
            <a:rect l="0" t="0" r="r" b="b"/>
            <a:pathLst>
              <a:path w="413" h="872">
                <a:moveTo>
                  <a:pt x="0" y="872"/>
                </a:moveTo>
                <a:lnTo>
                  <a:pt x="413" y="872"/>
                </a:lnTo>
                <a:lnTo>
                  <a:pt x="413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27" name=""/>
          <p:cNvSpPr/>
          <p:nvPr/>
        </p:nvSpPr>
        <p:spPr>
          <a:xfrm>
            <a:off x="2542680" y="1073880"/>
            <a:ext cx="148320" cy="313920"/>
          </a:xfrm>
          <a:custGeom>
            <a:avLst/>
            <a:gdLst/>
            <a:ahLst/>
            <a:rect l="0" t="0" r="r" b="b"/>
            <a:pathLst>
              <a:path w="412" h="872">
                <a:moveTo>
                  <a:pt x="0" y="872"/>
                </a:moveTo>
                <a:lnTo>
                  <a:pt x="412" y="872"/>
                </a:lnTo>
                <a:lnTo>
                  <a:pt x="412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28" name=""/>
          <p:cNvSpPr/>
          <p:nvPr/>
        </p:nvSpPr>
        <p:spPr>
          <a:xfrm>
            <a:off x="2707200" y="1073880"/>
            <a:ext cx="148680" cy="313920"/>
          </a:xfrm>
          <a:custGeom>
            <a:avLst/>
            <a:gdLst/>
            <a:ahLst/>
            <a:rect l="0" t="0" r="r" b="b"/>
            <a:pathLst>
              <a:path w="413" h="872">
                <a:moveTo>
                  <a:pt x="0" y="872"/>
                </a:moveTo>
                <a:lnTo>
                  <a:pt x="413" y="872"/>
                </a:lnTo>
                <a:lnTo>
                  <a:pt x="413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29" name=""/>
          <p:cNvSpPr/>
          <p:nvPr/>
        </p:nvSpPr>
        <p:spPr>
          <a:xfrm>
            <a:off x="2872080" y="1073880"/>
            <a:ext cx="148320" cy="268920"/>
          </a:xfrm>
          <a:custGeom>
            <a:avLst/>
            <a:gdLst/>
            <a:ahLst/>
            <a:rect l="0" t="0" r="r" b="b"/>
            <a:pathLst>
              <a:path w="412" h="747">
                <a:moveTo>
                  <a:pt x="0" y="747"/>
                </a:moveTo>
                <a:lnTo>
                  <a:pt x="412" y="747"/>
                </a:lnTo>
                <a:lnTo>
                  <a:pt x="412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30" name=""/>
          <p:cNvSpPr/>
          <p:nvPr/>
        </p:nvSpPr>
        <p:spPr>
          <a:xfrm>
            <a:off x="3036600" y="1029240"/>
            <a:ext cx="148680" cy="313560"/>
          </a:xfrm>
          <a:custGeom>
            <a:avLst/>
            <a:gdLst/>
            <a:ahLst/>
            <a:rect l="0" t="0" r="r" b="b"/>
            <a:pathLst>
              <a:path w="413" h="871">
                <a:moveTo>
                  <a:pt x="0" y="871"/>
                </a:moveTo>
                <a:lnTo>
                  <a:pt x="413" y="871"/>
                </a:lnTo>
                <a:lnTo>
                  <a:pt x="413" y="0"/>
                </a:lnTo>
                <a:lnTo>
                  <a:pt x="0" y="0"/>
                </a:lnTo>
                <a:lnTo>
                  <a:pt x="0" y="871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31" name=""/>
          <p:cNvSpPr/>
          <p:nvPr/>
        </p:nvSpPr>
        <p:spPr>
          <a:xfrm>
            <a:off x="3201120" y="1029240"/>
            <a:ext cx="148680" cy="448200"/>
          </a:xfrm>
          <a:custGeom>
            <a:avLst/>
            <a:gdLst/>
            <a:ahLst/>
            <a:rect l="0" t="0" r="r" b="b"/>
            <a:pathLst>
              <a:path w="413" h="1245">
                <a:moveTo>
                  <a:pt x="0" y="1245"/>
                </a:moveTo>
                <a:lnTo>
                  <a:pt x="413" y="1245"/>
                </a:lnTo>
                <a:lnTo>
                  <a:pt x="413" y="0"/>
                </a:lnTo>
                <a:lnTo>
                  <a:pt x="0" y="0"/>
                </a:lnTo>
                <a:lnTo>
                  <a:pt x="0" y="1245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32" name=""/>
          <p:cNvSpPr/>
          <p:nvPr/>
        </p:nvSpPr>
        <p:spPr>
          <a:xfrm>
            <a:off x="3366000" y="984240"/>
            <a:ext cx="148680" cy="493200"/>
          </a:xfrm>
          <a:custGeom>
            <a:avLst/>
            <a:gdLst/>
            <a:ahLst/>
            <a:rect l="0" t="0" r="r" b="b"/>
            <a:pathLst>
              <a:path w="413" h="1370">
                <a:moveTo>
                  <a:pt x="0" y="1370"/>
                </a:moveTo>
                <a:lnTo>
                  <a:pt x="413" y="1370"/>
                </a:lnTo>
                <a:lnTo>
                  <a:pt x="413" y="0"/>
                </a:lnTo>
                <a:lnTo>
                  <a:pt x="0" y="0"/>
                </a:lnTo>
                <a:lnTo>
                  <a:pt x="0" y="1370"/>
                </a:lnTo>
                <a:close/>
              </a:path>
            </a:pathLst>
          </a:custGeom>
          <a:solidFill>
            <a:srgbClr val="06aed5"/>
          </a:solidFill>
          <a:ln w="0">
            <a:noFill/>
          </a:ln>
        </p:spPr>
      </p:sp>
      <p:sp>
        <p:nvSpPr>
          <p:cNvPr id="333" name=""/>
          <p:cNvSpPr/>
          <p:nvPr/>
        </p:nvSpPr>
        <p:spPr>
          <a:xfrm>
            <a:off x="3366000" y="984240"/>
            <a:ext cx="148680" cy="493200"/>
          </a:xfrm>
          <a:custGeom>
            <a:avLst/>
            <a:gdLst/>
            <a:ahLst/>
            <a:rect l="0" t="0" r="r" b="b"/>
            <a:pathLst>
              <a:path w="413" h="1370">
                <a:moveTo>
                  <a:pt x="0" y="1370"/>
                </a:moveTo>
                <a:lnTo>
                  <a:pt x="413" y="1370"/>
                </a:lnTo>
                <a:lnTo>
                  <a:pt x="413" y="0"/>
                </a:lnTo>
                <a:lnTo>
                  <a:pt x="0" y="0"/>
                </a:lnTo>
                <a:lnTo>
                  <a:pt x="0" y="1370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34" name=""/>
          <p:cNvSpPr/>
          <p:nvPr/>
        </p:nvSpPr>
        <p:spPr>
          <a:xfrm>
            <a:off x="3530520" y="984240"/>
            <a:ext cx="148680" cy="403560"/>
          </a:xfrm>
          <a:custGeom>
            <a:avLst/>
            <a:gdLst/>
            <a:ahLst/>
            <a:rect l="0" t="0" r="r" b="b"/>
            <a:pathLst>
              <a:path w="413" h="1121">
                <a:moveTo>
                  <a:pt x="0" y="1121"/>
                </a:moveTo>
                <a:lnTo>
                  <a:pt x="413" y="1121"/>
                </a:lnTo>
                <a:lnTo>
                  <a:pt x="413" y="0"/>
                </a:lnTo>
                <a:lnTo>
                  <a:pt x="0" y="0"/>
                </a:lnTo>
                <a:lnTo>
                  <a:pt x="0" y="1121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35" name=""/>
          <p:cNvSpPr/>
          <p:nvPr/>
        </p:nvSpPr>
        <p:spPr>
          <a:xfrm>
            <a:off x="3695400" y="894600"/>
            <a:ext cx="148680" cy="403560"/>
          </a:xfrm>
          <a:custGeom>
            <a:avLst/>
            <a:gdLst/>
            <a:ahLst/>
            <a:rect l="0" t="0" r="r" b="b"/>
            <a:pathLst>
              <a:path w="413" h="1121">
                <a:moveTo>
                  <a:pt x="0" y="1121"/>
                </a:moveTo>
                <a:lnTo>
                  <a:pt x="413" y="1121"/>
                </a:lnTo>
                <a:lnTo>
                  <a:pt x="413" y="0"/>
                </a:lnTo>
                <a:lnTo>
                  <a:pt x="0" y="0"/>
                </a:lnTo>
                <a:lnTo>
                  <a:pt x="0" y="1121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36" name=""/>
          <p:cNvSpPr/>
          <p:nvPr/>
        </p:nvSpPr>
        <p:spPr>
          <a:xfrm>
            <a:off x="3859920" y="805320"/>
            <a:ext cx="148680" cy="448200"/>
          </a:xfrm>
          <a:custGeom>
            <a:avLst/>
            <a:gdLst/>
            <a:ahLst/>
            <a:rect l="0" t="0" r="r" b="b"/>
            <a:pathLst>
              <a:path w="413" h="1245">
                <a:moveTo>
                  <a:pt x="0" y="1245"/>
                </a:moveTo>
                <a:lnTo>
                  <a:pt x="413" y="1245"/>
                </a:lnTo>
                <a:lnTo>
                  <a:pt x="413" y="0"/>
                </a:lnTo>
                <a:lnTo>
                  <a:pt x="0" y="0"/>
                </a:lnTo>
                <a:lnTo>
                  <a:pt x="0" y="1245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37" name=""/>
          <p:cNvSpPr/>
          <p:nvPr/>
        </p:nvSpPr>
        <p:spPr>
          <a:xfrm>
            <a:off x="4024800" y="715680"/>
            <a:ext cx="148320" cy="537840"/>
          </a:xfrm>
          <a:custGeom>
            <a:avLst/>
            <a:gdLst/>
            <a:ahLst/>
            <a:rect l="0" t="0" r="r" b="b"/>
            <a:pathLst>
              <a:path w="412" h="1494">
                <a:moveTo>
                  <a:pt x="0" y="1494"/>
                </a:moveTo>
                <a:lnTo>
                  <a:pt x="412" y="1494"/>
                </a:lnTo>
                <a:lnTo>
                  <a:pt x="412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solidFill>
            <a:srgbClr val="06aed5"/>
          </a:solidFill>
          <a:ln w="0">
            <a:noFill/>
          </a:ln>
        </p:spPr>
      </p:sp>
      <p:sp>
        <p:nvSpPr>
          <p:cNvPr id="338" name=""/>
          <p:cNvSpPr/>
          <p:nvPr/>
        </p:nvSpPr>
        <p:spPr>
          <a:xfrm>
            <a:off x="4024800" y="715680"/>
            <a:ext cx="148320" cy="537840"/>
          </a:xfrm>
          <a:custGeom>
            <a:avLst/>
            <a:gdLst/>
            <a:ahLst/>
            <a:rect l="0" t="0" r="r" b="b"/>
            <a:pathLst>
              <a:path w="412" h="1494">
                <a:moveTo>
                  <a:pt x="0" y="1494"/>
                </a:moveTo>
                <a:lnTo>
                  <a:pt x="412" y="1494"/>
                </a:lnTo>
                <a:lnTo>
                  <a:pt x="412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39" name=""/>
          <p:cNvSpPr/>
          <p:nvPr/>
        </p:nvSpPr>
        <p:spPr>
          <a:xfrm>
            <a:off x="4189320" y="715680"/>
            <a:ext cx="148680" cy="537840"/>
          </a:xfrm>
          <a:custGeom>
            <a:avLst/>
            <a:gdLst/>
            <a:ahLst/>
            <a:rect l="0" t="0" r="r" b="b"/>
            <a:pathLst>
              <a:path w="413" h="1494">
                <a:moveTo>
                  <a:pt x="0" y="1494"/>
                </a:moveTo>
                <a:lnTo>
                  <a:pt x="413" y="1494"/>
                </a:lnTo>
                <a:lnTo>
                  <a:pt x="413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0" name=""/>
          <p:cNvSpPr/>
          <p:nvPr/>
        </p:nvSpPr>
        <p:spPr>
          <a:xfrm>
            <a:off x="4354200" y="715680"/>
            <a:ext cx="148320" cy="582480"/>
          </a:xfrm>
          <a:custGeom>
            <a:avLst/>
            <a:gdLst/>
            <a:ahLst/>
            <a:rect l="0" t="0" r="r" b="b"/>
            <a:pathLst>
              <a:path w="412" h="1618">
                <a:moveTo>
                  <a:pt x="0" y="1618"/>
                </a:moveTo>
                <a:lnTo>
                  <a:pt x="412" y="1618"/>
                </a:lnTo>
                <a:lnTo>
                  <a:pt x="412" y="0"/>
                </a:lnTo>
                <a:lnTo>
                  <a:pt x="0" y="0"/>
                </a:lnTo>
                <a:lnTo>
                  <a:pt x="0" y="1618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1" name=""/>
          <p:cNvSpPr/>
          <p:nvPr/>
        </p:nvSpPr>
        <p:spPr>
          <a:xfrm>
            <a:off x="4518720" y="536400"/>
            <a:ext cx="148680" cy="672120"/>
          </a:xfrm>
          <a:custGeom>
            <a:avLst/>
            <a:gdLst/>
            <a:ahLst/>
            <a:rect l="0" t="0" r="r" b="b"/>
            <a:pathLst>
              <a:path w="413" h="1867">
                <a:moveTo>
                  <a:pt x="0" y="1867"/>
                </a:moveTo>
                <a:lnTo>
                  <a:pt x="413" y="1867"/>
                </a:lnTo>
                <a:lnTo>
                  <a:pt x="413" y="0"/>
                </a:lnTo>
                <a:lnTo>
                  <a:pt x="0" y="0"/>
                </a:lnTo>
                <a:lnTo>
                  <a:pt x="0" y="1867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2" name=""/>
          <p:cNvSpPr/>
          <p:nvPr/>
        </p:nvSpPr>
        <p:spPr>
          <a:xfrm>
            <a:off x="4683600" y="447120"/>
            <a:ext cx="148320" cy="716760"/>
          </a:xfrm>
          <a:custGeom>
            <a:avLst/>
            <a:gdLst/>
            <a:ahLst/>
            <a:rect l="0" t="0" r="r" b="b"/>
            <a:pathLst>
              <a:path w="412" h="1991">
                <a:moveTo>
                  <a:pt x="0" y="1991"/>
                </a:moveTo>
                <a:lnTo>
                  <a:pt x="412" y="1991"/>
                </a:lnTo>
                <a:lnTo>
                  <a:pt x="412" y="0"/>
                </a:lnTo>
                <a:lnTo>
                  <a:pt x="0" y="0"/>
                </a:lnTo>
                <a:lnTo>
                  <a:pt x="0" y="1991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3" name=""/>
          <p:cNvSpPr/>
          <p:nvPr/>
        </p:nvSpPr>
        <p:spPr>
          <a:xfrm>
            <a:off x="4848120" y="1342440"/>
            <a:ext cx="148680" cy="179640"/>
          </a:xfrm>
          <a:custGeom>
            <a:avLst/>
            <a:gdLst/>
            <a:ahLst/>
            <a:rect l="0" t="0" r="r" b="b"/>
            <a:pathLst>
              <a:path w="413" h="499">
                <a:moveTo>
                  <a:pt x="0" y="499"/>
                </a:moveTo>
                <a:lnTo>
                  <a:pt x="413" y="499"/>
                </a:lnTo>
                <a:lnTo>
                  <a:pt x="413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4" name=""/>
          <p:cNvSpPr/>
          <p:nvPr/>
        </p:nvSpPr>
        <p:spPr>
          <a:xfrm>
            <a:off x="5012640" y="1342440"/>
            <a:ext cx="148680" cy="179640"/>
          </a:xfrm>
          <a:custGeom>
            <a:avLst/>
            <a:gdLst/>
            <a:ahLst/>
            <a:rect l="0" t="0" r="r" b="b"/>
            <a:pathLst>
              <a:path w="413" h="499">
                <a:moveTo>
                  <a:pt x="0" y="499"/>
                </a:moveTo>
                <a:lnTo>
                  <a:pt x="413" y="499"/>
                </a:lnTo>
                <a:lnTo>
                  <a:pt x="413" y="0"/>
                </a:lnTo>
                <a:lnTo>
                  <a:pt x="0" y="0"/>
                </a:lnTo>
                <a:lnTo>
                  <a:pt x="0" y="499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5" name=""/>
          <p:cNvSpPr/>
          <p:nvPr/>
        </p:nvSpPr>
        <p:spPr>
          <a:xfrm>
            <a:off x="5177520" y="129780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6" name=""/>
          <p:cNvSpPr/>
          <p:nvPr/>
        </p:nvSpPr>
        <p:spPr>
          <a:xfrm>
            <a:off x="5342040" y="129780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7" name=""/>
          <p:cNvSpPr/>
          <p:nvPr/>
        </p:nvSpPr>
        <p:spPr>
          <a:xfrm>
            <a:off x="5506920" y="1297800"/>
            <a:ext cx="148320" cy="224280"/>
          </a:xfrm>
          <a:custGeom>
            <a:avLst/>
            <a:gdLst/>
            <a:ahLst/>
            <a:rect l="0" t="0" r="r" b="b"/>
            <a:pathLst>
              <a:path w="412" h="623">
                <a:moveTo>
                  <a:pt x="0" y="623"/>
                </a:moveTo>
                <a:lnTo>
                  <a:pt x="412" y="623"/>
                </a:lnTo>
                <a:lnTo>
                  <a:pt x="412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8" name=""/>
          <p:cNvSpPr/>
          <p:nvPr/>
        </p:nvSpPr>
        <p:spPr>
          <a:xfrm>
            <a:off x="5671440" y="129780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49" name=""/>
          <p:cNvSpPr/>
          <p:nvPr/>
        </p:nvSpPr>
        <p:spPr>
          <a:xfrm>
            <a:off x="5836320" y="1297800"/>
            <a:ext cx="148320" cy="358560"/>
          </a:xfrm>
          <a:custGeom>
            <a:avLst/>
            <a:gdLst/>
            <a:ahLst/>
            <a:rect l="0" t="0" r="r" b="b"/>
            <a:pathLst>
              <a:path w="412" h="996">
                <a:moveTo>
                  <a:pt x="0" y="996"/>
                </a:moveTo>
                <a:lnTo>
                  <a:pt x="412" y="996"/>
                </a:lnTo>
                <a:lnTo>
                  <a:pt x="412" y="0"/>
                </a:lnTo>
                <a:lnTo>
                  <a:pt x="0" y="0"/>
                </a:lnTo>
                <a:lnTo>
                  <a:pt x="0" y="996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0" name=""/>
          <p:cNvSpPr/>
          <p:nvPr/>
        </p:nvSpPr>
        <p:spPr>
          <a:xfrm>
            <a:off x="6000840" y="125316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1" name=""/>
          <p:cNvSpPr/>
          <p:nvPr/>
        </p:nvSpPr>
        <p:spPr>
          <a:xfrm>
            <a:off x="6165720" y="1208160"/>
            <a:ext cx="148320" cy="313920"/>
          </a:xfrm>
          <a:custGeom>
            <a:avLst/>
            <a:gdLst/>
            <a:ahLst/>
            <a:rect l="0" t="0" r="r" b="b"/>
            <a:pathLst>
              <a:path w="412" h="872">
                <a:moveTo>
                  <a:pt x="0" y="872"/>
                </a:moveTo>
                <a:lnTo>
                  <a:pt x="412" y="872"/>
                </a:lnTo>
                <a:lnTo>
                  <a:pt x="412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2" name=""/>
          <p:cNvSpPr/>
          <p:nvPr/>
        </p:nvSpPr>
        <p:spPr>
          <a:xfrm>
            <a:off x="6330240" y="1208160"/>
            <a:ext cx="148680" cy="313920"/>
          </a:xfrm>
          <a:custGeom>
            <a:avLst/>
            <a:gdLst/>
            <a:ahLst/>
            <a:rect l="0" t="0" r="r" b="b"/>
            <a:pathLst>
              <a:path w="413" h="872">
                <a:moveTo>
                  <a:pt x="0" y="872"/>
                </a:moveTo>
                <a:lnTo>
                  <a:pt x="413" y="872"/>
                </a:lnTo>
                <a:lnTo>
                  <a:pt x="413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3" name=""/>
          <p:cNvSpPr/>
          <p:nvPr/>
        </p:nvSpPr>
        <p:spPr>
          <a:xfrm>
            <a:off x="6494760" y="1163520"/>
            <a:ext cx="148680" cy="268920"/>
          </a:xfrm>
          <a:custGeom>
            <a:avLst/>
            <a:gdLst/>
            <a:ahLst/>
            <a:rect l="0" t="0" r="r" b="b"/>
            <a:pathLst>
              <a:path w="413" h="747">
                <a:moveTo>
                  <a:pt x="0" y="747"/>
                </a:moveTo>
                <a:lnTo>
                  <a:pt x="413" y="747"/>
                </a:lnTo>
                <a:lnTo>
                  <a:pt x="413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4" name=""/>
          <p:cNvSpPr/>
          <p:nvPr/>
        </p:nvSpPr>
        <p:spPr>
          <a:xfrm>
            <a:off x="6659640" y="1163520"/>
            <a:ext cx="148680" cy="268920"/>
          </a:xfrm>
          <a:custGeom>
            <a:avLst/>
            <a:gdLst/>
            <a:ahLst/>
            <a:rect l="0" t="0" r="r" b="b"/>
            <a:pathLst>
              <a:path w="413" h="747">
                <a:moveTo>
                  <a:pt x="0" y="747"/>
                </a:moveTo>
                <a:lnTo>
                  <a:pt x="413" y="747"/>
                </a:lnTo>
                <a:lnTo>
                  <a:pt x="413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5" name=""/>
          <p:cNvSpPr/>
          <p:nvPr/>
        </p:nvSpPr>
        <p:spPr>
          <a:xfrm>
            <a:off x="6824160" y="1163520"/>
            <a:ext cx="148680" cy="268920"/>
          </a:xfrm>
          <a:custGeom>
            <a:avLst/>
            <a:gdLst/>
            <a:ahLst/>
            <a:rect l="0" t="0" r="r" b="b"/>
            <a:pathLst>
              <a:path w="413" h="747">
                <a:moveTo>
                  <a:pt x="0" y="747"/>
                </a:moveTo>
                <a:lnTo>
                  <a:pt x="413" y="747"/>
                </a:lnTo>
                <a:lnTo>
                  <a:pt x="413" y="0"/>
                </a:lnTo>
                <a:lnTo>
                  <a:pt x="0" y="0"/>
                </a:lnTo>
                <a:lnTo>
                  <a:pt x="0" y="747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6" name=""/>
          <p:cNvSpPr/>
          <p:nvPr/>
        </p:nvSpPr>
        <p:spPr>
          <a:xfrm>
            <a:off x="6989040" y="1118520"/>
            <a:ext cx="148680" cy="224280"/>
          </a:xfrm>
          <a:custGeom>
            <a:avLst/>
            <a:gdLst/>
            <a:ahLst/>
            <a:rect l="0" t="0" r="r" b="b"/>
            <a:pathLst>
              <a:path w="413" h="623">
                <a:moveTo>
                  <a:pt x="0" y="623"/>
                </a:moveTo>
                <a:lnTo>
                  <a:pt x="413" y="623"/>
                </a:lnTo>
                <a:lnTo>
                  <a:pt x="413" y="0"/>
                </a:lnTo>
                <a:lnTo>
                  <a:pt x="0" y="0"/>
                </a:lnTo>
                <a:lnTo>
                  <a:pt x="0" y="623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7" name=""/>
          <p:cNvSpPr/>
          <p:nvPr/>
        </p:nvSpPr>
        <p:spPr>
          <a:xfrm>
            <a:off x="7153560" y="1118520"/>
            <a:ext cx="148680" cy="358920"/>
          </a:xfrm>
          <a:custGeom>
            <a:avLst/>
            <a:gdLst/>
            <a:ahLst/>
            <a:rect l="0" t="0" r="r" b="b"/>
            <a:pathLst>
              <a:path w="413" h="997">
                <a:moveTo>
                  <a:pt x="0" y="997"/>
                </a:moveTo>
                <a:lnTo>
                  <a:pt x="413" y="997"/>
                </a:lnTo>
                <a:lnTo>
                  <a:pt x="413" y="0"/>
                </a:lnTo>
                <a:lnTo>
                  <a:pt x="0" y="0"/>
                </a:lnTo>
                <a:lnTo>
                  <a:pt x="0" y="997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58" name=""/>
          <p:cNvSpPr/>
          <p:nvPr/>
        </p:nvSpPr>
        <p:spPr>
          <a:xfrm>
            <a:off x="7318440" y="1073880"/>
            <a:ext cx="148320" cy="313920"/>
          </a:xfrm>
          <a:custGeom>
            <a:avLst/>
            <a:gdLst/>
            <a:ahLst/>
            <a:rect l="0" t="0" r="r" b="b"/>
            <a:pathLst>
              <a:path w="412" h="872">
                <a:moveTo>
                  <a:pt x="0" y="872"/>
                </a:moveTo>
                <a:lnTo>
                  <a:pt x="412" y="872"/>
                </a:lnTo>
                <a:lnTo>
                  <a:pt x="412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06aed5"/>
          </a:solidFill>
          <a:ln w="0">
            <a:noFill/>
          </a:ln>
        </p:spPr>
      </p:sp>
      <p:sp>
        <p:nvSpPr>
          <p:cNvPr id="359" name=""/>
          <p:cNvSpPr/>
          <p:nvPr/>
        </p:nvSpPr>
        <p:spPr>
          <a:xfrm>
            <a:off x="7318440" y="1073880"/>
            <a:ext cx="148320" cy="313920"/>
          </a:xfrm>
          <a:custGeom>
            <a:avLst/>
            <a:gdLst/>
            <a:ahLst/>
            <a:rect l="0" t="0" r="r" b="b"/>
            <a:pathLst>
              <a:path w="412" h="872">
                <a:moveTo>
                  <a:pt x="0" y="872"/>
                </a:moveTo>
                <a:lnTo>
                  <a:pt x="412" y="872"/>
                </a:lnTo>
                <a:lnTo>
                  <a:pt x="412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60" name=""/>
          <p:cNvSpPr/>
          <p:nvPr/>
        </p:nvSpPr>
        <p:spPr>
          <a:xfrm>
            <a:off x="7482960" y="1073880"/>
            <a:ext cx="148680" cy="358560"/>
          </a:xfrm>
          <a:custGeom>
            <a:avLst/>
            <a:gdLst/>
            <a:ahLst/>
            <a:rect l="0" t="0" r="r" b="b"/>
            <a:pathLst>
              <a:path w="413" h="996">
                <a:moveTo>
                  <a:pt x="0" y="996"/>
                </a:moveTo>
                <a:lnTo>
                  <a:pt x="413" y="996"/>
                </a:lnTo>
                <a:lnTo>
                  <a:pt x="413" y="0"/>
                </a:lnTo>
                <a:lnTo>
                  <a:pt x="0" y="0"/>
                </a:lnTo>
                <a:lnTo>
                  <a:pt x="0" y="996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61" name=""/>
          <p:cNvSpPr/>
          <p:nvPr/>
        </p:nvSpPr>
        <p:spPr>
          <a:xfrm>
            <a:off x="7647840" y="984240"/>
            <a:ext cx="148320" cy="358560"/>
          </a:xfrm>
          <a:custGeom>
            <a:avLst/>
            <a:gdLst/>
            <a:ahLst/>
            <a:rect l="0" t="0" r="r" b="b"/>
            <a:pathLst>
              <a:path w="412" h="996">
                <a:moveTo>
                  <a:pt x="0" y="996"/>
                </a:moveTo>
                <a:lnTo>
                  <a:pt x="412" y="996"/>
                </a:lnTo>
                <a:lnTo>
                  <a:pt x="412" y="0"/>
                </a:lnTo>
                <a:lnTo>
                  <a:pt x="0" y="0"/>
                </a:lnTo>
                <a:lnTo>
                  <a:pt x="0" y="996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62" name=""/>
          <p:cNvSpPr/>
          <p:nvPr/>
        </p:nvSpPr>
        <p:spPr>
          <a:xfrm>
            <a:off x="7812360" y="939600"/>
            <a:ext cx="148680" cy="313920"/>
          </a:xfrm>
          <a:custGeom>
            <a:avLst/>
            <a:gdLst/>
            <a:ahLst/>
            <a:rect l="0" t="0" r="r" b="b"/>
            <a:pathLst>
              <a:path w="413" h="872">
                <a:moveTo>
                  <a:pt x="0" y="872"/>
                </a:moveTo>
                <a:lnTo>
                  <a:pt x="413" y="872"/>
                </a:lnTo>
                <a:lnTo>
                  <a:pt x="413" y="0"/>
                </a:lnTo>
                <a:lnTo>
                  <a:pt x="0" y="0"/>
                </a:lnTo>
                <a:lnTo>
                  <a:pt x="0" y="872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63" name=""/>
          <p:cNvSpPr/>
          <p:nvPr/>
        </p:nvSpPr>
        <p:spPr>
          <a:xfrm>
            <a:off x="7977240" y="894600"/>
            <a:ext cx="148320" cy="582840"/>
          </a:xfrm>
          <a:custGeom>
            <a:avLst/>
            <a:gdLst/>
            <a:ahLst/>
            <a:rect l="0" t="0" r="r" b="b"/>
            <a:pathLst>
              <a:path w="412" h="1619">
                <a:moveTo>
                  <a:pt x="0" y="1619"/>
                </a:moveTo>
                <a:lnTo>
                  <a:pt x="412" y="1619"/>
                </a:lnTo>
                <a:lnTo>
                  <a:pt x="412" y="0"/>
                </a:lnTo>
                <a:lnTo>
                  <a:pt x="0" y="0"/>
                </a:lnTo>
                <a:lnTo>
                  <a:pt x="0" y="1619"/>
                </a:lnTo>
                <a:close/>
              </a:path>
            </a:pathLst>
          </a:custGeom>
          <a:solidFill>
            <a:srgbClr val="06aed5"/>
          </a:solidFill>
          <a:ln w="0">
            <a:noFill/>
          </a:ln>
        </p:spPr>
      </p:sp>
      <p:sp>
        <p:nvSpPr>
          <p:cNvPr id="364" name=""/>
          <p:cNvSpPr/>
          <p:nvPr/>
        </p:nvSpPr>
        <p:spPr>
          <a:xfrm>
            <a:off x="7977240" y="894600"/>
            <a:ext cx="148320" cy="582840"/>
          </a:xfrm>
          <a:custGeom>
            <a:avLst/>
            <a:gdLst/>
            <a:ahLst/>
            <a:rect l="0" t="0" r="r" b="b"/>
            <a:pathLst>
              <a:path w="412" h="1619">
                <a:moveTo>
                  <a:pt x="0" y="1619"/>
                </a:moveTo>
                <a:lnTo>
                  <a:pt x="412" y="1619"/>
                </a:lnTo>
                <a:lnTo>
                  <a:pt x="412" y="0"/>
                </a:lnTo>
                <a:lnTo>
                  <a:pt x="0" y="0"/>
                </a:lnTo>
                <a:lnTo>
                  <a:pt x="0" y="1619"/>
                </a:lnTo>
                <a:close/>
              </a:path>
            </a:pathLst>
          </a:custGeom>
          <a:noFill/>
          <a:ln w="3600">
            <a:solidFill>
              <a:srgbClr val="ffffff"/>
            </a:solidFill>
            <a:miter/>
          </a:ln>
        </p:spPr>
      </p:sp>
      <p:sp>
        <p:nvSpPr>
          <p:cNvPr id="365" name=""/>
          <p:cNvSpPr/>
          <p:nvPr/>
        </p:nvSpPr>
        <p:spPr>
          <a:xfrm>
            <a:off x="8141760" y="715680"/>
            <a:ext cx="148680" cy="582480"/>
          </a:xfrm>
          <a:custGeom>
            <a:avLst/>
            <a:gdLst/>
            <a:ahLst/>
            <a:rect l="0" t="0" r="r" b="b"/>
            <a:pathLst>
              <a:path w="413" h="1618">
                <a:moveTo>
                  <a:pt x="0" y="1618"/>
                </a:moveTo>
                <a:lnTo>
                  <a:pt x="413" y="1618"/>
                </a:lnTo>
                <a:lnTo>
                  <a:pt x="413" y="0"/>
                </a:lnTo>
                <a:lnTo>
                  <a:pt x="0" y="0"/>
                </a:lnTo>
                <a:lnTo>
                  <a:pt x="0" y="1618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66" name=""/>
          <p:cNvSpPr/>
          <p:nvPr/>
        </p:nvSpPr>
        <p:spPr>
          <a:xfrm>
            <a:off x="8306280" y="715680"/>
            <a:ext cx="148680" cy="627120"/>
          </a:xfrm>
          <a:custGeom>
            <a:avLst/>
            <a:gdLst/>
            <a:ahLst/>
            <a:rect l="0" t="0" r="r" b="b"/>
            <a:pathLst>
              <a:path w="413" h="1742">
                <a:moveTo>
                  <a:pt x="0" y="1742"/>
                </a:moveTo>
                <a:lnTo>
                  <a:pt x="413" y="1742"/>
                </a:lnTo>
                <a:lnTo>
                  <a:pt x="413" y="0"/>
                </a:lnTo>
                <a:lnTo>
                  <a:pt x="0" y="0"/>
                </a:lnTo>
                <a:lnTo>
                  <a:pt x="0" y="1742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67" name=""/>
          <p:cNvSpPr/>
          <p:nvPr/>
        </p:nvSpPr>
        <p:spPr>
          <a:xfrm>
            <a:off x="8471160" y="626040"/>
            <a:ext cx="148680" cy="537840"/>
          </a:xfrm>
          <a:custGeom>
            <a:avLst/>
            <a:gdLst/>
            <a:ahLst/>
            <a:rect l="0" t="0" r="r" b="b"/>
            <a:pathLst>
              <a:path w="413" h="1494">
                <a:moveTo>
                  <a:pt x="0" y="1494"/>
                </a:moveTo>
                <a:lnTo>
                  <a:pt x="413" y="1494"/>
                </a:lnTo>
                <a:lnTo>
                  <a:pt x="413" y="0"/>
                </a:lnTo>
                <a:lnTo>
                  <a:pt x="0" y="0"/>
                </a:lnTo>
                <a:lnTo>
                  <a:pt x="0" y="1494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68" name=""/>
          <p:cNvSpPr/>
          <p:nvPr/>
        </p:nvSpPr>
        <p:spPr>
          <a:xfrm>
            <a:off x="8635680" y="447120"/>
            <a:ext cx="148680" cy="806400"/>
          </a:xfrm>
          <a:custGeom>
            <a:avLst/>
            <a:gdLst/>
            <a:ahLst/>
            <a:rect l="0" t="0" r="r" b="b"/>
            <a:pathLst>
              <a:path w="413" h="2240">
                <a:moveTo>
                  <a:pt x="0" y="2240"/>
                </a:moveTo>
                <a:lnTo>
                  <a:pt x="413" y="2240"/>
                </a:lnTo>
                <a:lnTo>
                  <a:pt x="413" y="0"/>
                </a:lnTo>
                <a:lnTo>
                  <a:pt x="0" y="0"/>
                </a:lnTo>
                <a:lnTo>
                  <a:pt x="0" y="2240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69" name=""/>
          <p:cNvSpPr/>
          <p:nvPr/>
        </p:nvSpPr>
        <p:spPr>
          <a:xfrm>
            <a:off x="8800560" y="178200"/>
            <a:ext cx="148320" cy="851400"/>
          </a:xfrm>
          <a:custGeom>
            <a:avLst/>
            <a:gdLst/>
            <a:ahLst/>
            <a:rect l="0" t="0" r="r" b="b"/>
            <a:pathLst>
              <a:path w="412" h="2365">
                <a:moveTo>
                  <a:pt x="0" y="2365"/>
                </a:moveTo>
                <a:lnTo>
                  <a:pt x="412" y="2365"/>
                </a:lnTo>
                <a:lnTo>
                  <a:pt x="412" y="0"/>
                </a:lnTo>
                <a:lnTo>
                  <a:pt x="0" y="0"/>
                </a:lnTo>
                <a:lnTo>
                  <a:pt x="0" y="2365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370" name=""/>
          <p:cNvSpPr/>
          <p:nvPr/>
        </p:nvSpPr>
        <p:spPr>
          <a:xfrm>
            <a:off x="89568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1" name=""/>
          <p:cNvSpPr/>
          <p:nvPr/>
        </p:nvSpPr>
        <p:spPr>
          <a:xfrm>
            <a:off x="106056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2" name=""/>
          <p:cNvSpPr/>
          <p:nvPr/>
        </p:nvSpPr>
        <p:spPr>
          <a:xfrm>
            <a:off x="122508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3" name=""/>
          <p:cNvSpPr/>
          <p:nvPr/>
        </p:nvSpPr>
        <p:spPr>
          <a:xfrm>
            <a:off x="138996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4" name=""/>
          <p:cNvSpPr/>
          <p:nvPr/>
        </p:nvSpPr>
        <p:spPr>
          <a:xfrm>
            <a:off x="155448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5" name=""/>
          <p:cNvSpPr/>
          <p:nvPr/>
        </p:nvSpPr>
        <p:spPr>
          <a:xfrm>
            <a:off x="171900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6" name=""/>
          <p:cNvSpPr/>
          <p:nvPr/>
        </p:nvSpPr>
        <p:spPr>
          <a:xfrm>
            <a:off x="188388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7" name=""/>
          <p:cNvSpPr/>
          <p:nvPr/>
        </p:nvSpPr>
        <p:spPr>
          <a:xfrm>
            <a:off x="204840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8" name=""/>
          <p:cNvSpPr/>
          <p:nvPr/>
        </p:nvSpPr>
        <p:spPr>
          <a:xfrm>
            <a:off x="221328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79" name=""/>
          <p:cNvSpPr/>
          <p:nvPr/>
        </p:nvSpPr>
        <p:spPr>
          <a:xfrm>
            <a:off x="237780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0" name=""/>
          <p:cNvSpPr/>
          <p:nvPr/>
        </p:nvSpPr>
        <p:spPr>
          <a:xfrm>
            <a:off x="254268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1" name=""/>
          <p:cNvSpPr/>
          <p:nvPr/>
        </p:nvSpPr>
        <p:spPr>
          <a:xfrm>
            <a:off x="270720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2" name=""/>
          <p:cNvSpPr/>
          <p:nvPr/>
        </p:nvSpPr>
        <p:spPr>
          <a:xfrm>
            <a:off x="287208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3" name=""/>
          <p:cNvSpPr/>
          <p:nvPr/>
        </p:nvSpPr>
        <p:spPr>
          <a:xfrm>
            <a:off x="303660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4" name=""/>
          <p:cNvSpPr/>
          <p:nvPr/>
        </p:nvSpPr>
        <p:spPr>
          <a:xfrm>
            <a:off x="320112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5" name=""/>
          <p:cNvSpPr/>
          <p:nvPr/>
        </p:nvSpPr>
        <p:spPr>
          <a:xfrm>
            <a:off x="336600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6" name=""/>
          <p:cNvSpPr/>
          <p:nvPr/>
        </p:nvSpPr>
        <p:spPr>
          <a:xfrm>
            <a:off x="353052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7" name=""/>
          <p:cNvSpPr/>
          <p:nvPr/>
        </p:nvSpPr>
        <p:spPr>
          <a:xfrm>
            <a:off x="369540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8" name=""/>
          <p:cNvSpPr/>
          <p:nvPr/>
        </p:nvSpPr>
        <p:spPr>
          <a:xfrm>
            <a:off x="385992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89" name=""/>
          <p:cNvSpPr/>
          <p:nvPr/>
        </p:nvSpPr>
        <p:spPr>
          <a:xfrm>
            <a:off x="402480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90" name=""/>
          <p:cNvSpPr/>
          <p:nvPr/>
        </p:nvSpPr>
        <p:spPr>
          <a:xfrm>
            <a:off x="418932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91" name=""/>
          <p:cNvSpPr/>
          <p:nvPr/>
        </p:nvSpPr>
        <p:spPr>
          <a:xfrm>
            <a:off x="435420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92" name=""/>
          <p:cNvSpPr/>
          <p:nvPr/>
        </p:nvSpPr>
        <p:spPr>
          <a:xfrm>
            <a:off x="451872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93" name=""/>
          <p:cNvSpPr/>
          <p:nvPr/>
        </p:nvSpPr>
        <p:spPr>
          <a:xfrm>
            <a:off x="468360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394" name=""/>
          <p:cNvSpPr/>
          <p:nvPr/>
        </p:nvSpPr>
        <p:spPr>
          <a:xfrm>
            <a:off x="484812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395" name=""/>
          <p:cNvSpPr/>
          <p:nvPr/>
        </p:nvSpPr>
        <p:spPr>
          <a:xfrm>
            <a:off x="501264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396" name=""/>
          <p:cNvSpPr/>
          <p:nvPr/>
        </p:nvSpPr>
        <p:spPr>
          <a:xfrm>
            <a:off x="517752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397" name=""/>
          <p:cNvSpPr/>
          <p:nvPr/>
        </p:nvSpPr>
        <p:spPr>
          <a:xfrm>
            <a:off x="534204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398" name=""/>
          <p:cNvSpPr/>
          <p:nvPr/>
        </p:nvSpPr>
        <p:spPr>
          <a:xfrm>
            <a:off x="550692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399" name=""/>
          <p:cNvSpPr/>
          <p:nvPr/>
        </p:nvSpPr>
        <p:spPr>
          <a:xfrm>
            <a:off x="567144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0" name=""/>
          <p:cNvSpPr/>
          <p:nvPr/>
        </p:nvSpPr>
        <p:spPr>
          <a:xfrm>
            <a:off x="583632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1" name=""/>
          <p:cNvSpPr/>
          <p:nvPr/>
        </p:nvSpPr>
        <p:spPr>
          <a:xfrm>
            <a:off x="600084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2" name=""/>
          <p:cNvSpPr/>
          <p:nvPr/>
        </p:nvSpPr>
        <p:spPr>
          <a:xfrm>
            <a:off x="616572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3" name=""/>
          <p:cNvSpPr/>
          <p:nvPr/>
        </p:nvSpPr>
        <p:spPr>
          <a:xfrm>
            <a:off x="633024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4" name=""/>
          <p:cNvSpPr/>
          <p:nvPr/>
        </p:nvSpPr>
        <p:spPr>
          <a:xfrm>
            <a:off x="649476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5" name=""/>
          <p:cNvSpPr/>
          <p:nvPr/>
        </p:nvSpPr>
        <p:spPr>
          <a:xfrm>
            <a:off x="665964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6" name=""/>
          <p:cNvSpPr/>
          <p:nvPr/>
        </p:nvSpPr>
        <p:spPr>
          <a:xfrm>
            <a:off x="682416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7" name=""/>
          <p:cNvSpPr/>
          <p:nvPr/>
        </p:nvSpPr>
        <p:spPr>
          <a:xfrm>
            <a:off x="698904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8" name=""/>
          <p:cNvSpPr/>
          <p:nvPr/>
        </p:nvSpPr>
        <p:spPr>
          <a:xfrm>
            <a:off x="715356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09" name=""/>
          <p:cNvSpPr/>
          <p:nvPr/>
        </p:nvSpPr>
        <p:spPr>
          <a:xfrm>
            <a:off x="731844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0" name=""/>
          <p:cNvSpPr/>
          <p:nvPr/>
        </p:nvSpPr>
        <p:spPr>
          <a:xfrm>
            <a:off x="748296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1" name=""/>
          <p:cNvSpPr/>
          <p:nvPr/>
        </p:nvSpPr>
        <p:spPr>
          <a:xfrm>
            <a:off x="764784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2" name=""/>
          <p:cNvSpPr/>
          <p:nvPr/>
        </p:nvSpPr>
        <p:spPr>
          <a:xfrm>
            <a:off x="781236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3" name=""/>
          <p:cNvSpPr/>
          <p:nvPr/>
        </p:nvSpPr>
        <p:spPr>
          <a:xfrm>
            <a:off x="797724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4" name=""/>
          <p:cNvSpPr/>
          <p:nvPr/>
        </p:nvSpPr>
        <p:spPr>
          <a:xfrm>
            <a:off x="814176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5" name=""/>
          <p:cNvSpPr/>
          <p:nvPr/>
        </p:nvSpPr>
        <p:spPr>
          <a:xfrm>
            <a:off x="830628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6" name=""/>
          <p:cNvSpPr/>
          <p:nvPr/>
        </p:nvSpPr>
        <p:spPr>
          <a:xfrm>
            <a:off x="847116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7" name=""/>
          <p:cNvSpPr/>
          <p:nvPr/>
        </p:nvSpPr>
        <p:spPr>
          <a:xfrm>
            <a:off x="8635680" y="1822680"/>
            <a:ext cx="148680" cy="96840"/>
          </a:xfrm>
          <a:custGeom>
            <a:avLst/>
            <a:gdLst/>
            <a:ahLst/>
            <a:rect l="0" t="0" r="r" b="b"/>
            <a:pathLst>
              <a:path w="413" h="269">
                <a:moveTo>
                  <a:pt x="0" y="269"/>
                </a:moveTo>
                <a:lnTo>
                  <a:pt x="413" y="269"/>
                </a:lnTo>
                <a:lnTo>
                  <a:pt x="413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8" name=""/>
          <p:cNvSpPr/>
          <p:nvPr/>
        </p:nvSpPr>
        <p:spPr>
          <a:xfrm>
            <a:off x="8800560" y="1822680"/>
            <a:ext cx="148320" cy="96840"/>
          </a:xfrm>
          <a:custGeom>
            <a:avLst/>
            <a:gdLst/>
            <a:ahLst/>
            <a:rect l="0" t="0" r="r" b="b"/>
            <a:pathLst>
              <a:path w="412" h="269">
                <a:moveTo>
                  <a:pt x="0" y="269"/>
                </a:moveTo>
                <a:lnTo>
                  <a:pt x="412" y="269"/>
                </a:lnTo>
                <a:lnTo>
                  <a:pt x="412" y="0"/>
                </a:lnTo>
                <a:lnTo>
                  <a:pt x="0" y="0"/>
                </a:lnTo>
                <a:lnTo>
                  <a:pt x="0" y="269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419" name=""/>
          <p:cNvSpPr/>
          <p:nvPr/>
        </p:nvSpPr>
        <p:spPr>
          <a:xfrm flipV="1">
            <a:off x="493200" y="91440"/>
            <a:ext cx="0" cy="19148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420" name=""/>
          <p:cNvSpPr/>
          <p:nvPr/>
        </p:nvSpPr>
        <p:spPr>
          <a:xfrm>
            <a:off x="493200" y="2006280"/>
            <a:ext cx="88581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421" name=""/>
          <p:cNvSpPr/>
          <p:nvPr/>
        </p:nvSpPr>
        <p:spPr>
          <a:xfrm>
            <a:off x="595800" y="2008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1d3557"/>
          </a:solidFill>
          <a:ln w="3600">
            <a:solidFill>
              <a:srgbClr val="ffffff"/>
            </a:solidFill>
            <a:miter/>
          </a:ln>
        </p:spPr>
      </p:sp>
      <p:sp>
        <p:nvSpPr>
          <p:cNvPr id="422" name=""/>
          <p:cNvSpPr txBox="1"/>
          <p:nvPr/>
        </p:nvSpPr>
        <p:spPr>
          <a:xfrm rot="16200000">
            <a:off x="-484200" y="972720"/>
            <a:ext cx="1289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HRD proxy subscore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23" name=""/>
          <p:cNvSpPr/>
          <p:nvPr/>
        </p:nvSpPr>
        <p:spPr>
          <a:xfrm>
            <a:off x="1350720" y="2008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118ab2"/>
          </a:solidFill>
          <a:ln w="3600">
            <a:solidFill>
              <a:srgbClr val="ffffff"/>
            </a:solidFill>
            <a:miter/>
          </a:ln>
        </p:spPr>
      </p:sp>
      <p:sp>
        <p:nvSpPr>
          <p:cNvPr id="424" name=""/>
          <p:cNvSpPr txBox="1"/>
          <p:nvPr/>
        </p:nvSpPr>
        <p:spPr>
          <a:xfrm>
            <a:off x="916200" y="175320"/>
            <a:ext cx="208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LST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25" name=""/>
          <p:cNvSpPr/>
          <p:nvPr/>
        </p:nvSpPr>
        <p:spPr>
          <a:xfrm>
            <a:off x="2134080" y="2008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06aed5"/>
          </a:solidFill>
          <a:ln w="3600">
            <a:solidFill>
              <a:srgbClr val="ffffff"/>
            </a:solidFill>
            <a:miter/>
          </a:ln>
        </p:spPr>
      </p:sp>
      <p:sp>
        <p:nvSpPr>
          <p:cNvPr id="426" name=""/>
          <p:cNvSpPr txBox="1"/>
          <p:nvPr/>
        </p:nvSpPr>
        <p:spPr>
          <a:xfrm>
            <a:off x="1671120" y="175320"/>
            <a:ext cx="240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LOH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27" name=""/>
          <p:cNvSpPr/>
          <p:nvPr/>
        </p:nvSpPr>
        <p:spPr>
          <a:xfrm>
            <a:off x="493200" y="2963880"/>
            <a:ext cx="4622040" cy="1915560"/>
          </a:xfrm>
          <a:custGeom>
            <a:avLst/>
            <a:gdLst/>
            <a:ahLst/>
            <a:rect l="0" t="0" r="r" b="b"/>
            <a:pathLst>
              <a:path w="12839" h="5321">
                <a:moveTo>
                  <a:pt x="0" y="5321"/>
                </a:moveTo>
                <a:lnTo>
                  <a:pt x="12839" y="5321"/>
                </a:lnTo>
                <a:lnTo>
                  <a:pt x="12839" y="0"/>
                </a:lnTo>
                <a:lnTo>
                  <a:pt x="0" y="0"/>
                </a:lnTo>
                <a:lnTo>
                  <a:pt x="0" y="532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428" name=""/>
          <p:cNvSpPr/>
          <p:nvPr/>
        </p:nvSpPr>
        <p:spPr>
          <a:xfrm>
            <a:off x="1403280" y="4879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9" name=""/>
          <p:cNvSpPr/>
          <p:nvPr/>
        </p:nvSpPr>
        <p:spPr>
          <a:xfrm>
            <a:off x="1403280" y="4879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0" name=""/>
          <p:cNvSpPr txBox="1"/>
          <p:nvPr/>
        </p:nvSpPr>
        <p:spPr>
          <a:xfrm>
            <a:off x="2454480" y="175320"/>
            <a:ext cx="182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TAI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1" name=""/>
          <p:cNvSpPr/>
          <p:nvPr/>
        </p:nvSpPr>
        <p:spPr>
          <a:xfrm>
            <a:off x="4204440" y="4879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2" name=""/>
          <p:cNvSpPr/>
          <p:nvPr/>
        </p:nvSpPr>
        <p:spPr>
          <a:xfrm>
            <a:off x="4204440" y="4879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3" name=""/>
          <p:cNvSpPr txBox="1"/>
          <p:nvPr/>
        </p:nvSpPr>
        <p:spPr>
          <a:xfrm>
            <a:off x="1261080" y="494280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4" name=""/>
          <p:cNvSpPr/>
          <p:nvPr/>
        </p:nvSpPr>
        <p:spPr>
          <a:xfrm>
            <a:off x="455040" y="4667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5" name=""/>
          <p:cNvSpPr/>
          <p:nvPr/>
        </p:nvSpPr>
        <p:spPr>
          <a:xfrm flipH="1">
            <a:off x="455040" y="4667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6" name=""/>
          <p:cNvSpPr txBox="1"/>
          <p:nvPr/>
        </p:nvSpPr>
        <p:spPr>
          <a:xfrm>
            <a:off x="4097160" y="494280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7" name=""/>
          <p:cNvSpPr/>
          <p:nvPr/>
        </p:nvSpPr>
        <p:spPr>
          <a:xfrm>
            <a:off x="455040" y="4356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38" name=""/>
          <p:cNvSpPr/>
          <p:nvPr/>
        </p:nvSpPr>
        <p:spPr>
          <a:xfrm flipH="1">
            <a:off x="455040" y="4356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9" name=""/>
          <p:cNvSpPr txBox="1"/>
          <p:nvPr/>
        </p:nvSpPr>
        <p:spPr>
          <a:xfrm>
            <a:off x="264960" y="46051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40" name=""/>
          <p:cNvSpPr/>
          <p:nvPr/>
        </p:nvSpPr>
        <p:spPr>
          <a:xfrm>
            <a:off x="455040" y="4045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1" name=""/>
          <p:cNvSpPr/>
          <p:nvPr/>
        </p:nvSpPr>
        <p:spPr>
          <a:xfrm flipH="1">
            <a:off x="455040" y="4045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2" name=""/>
          <p:cNvSpPr txBox="1"/>
          <p:nvPr/>
        </p:nvSpPr>
        <p:spPr>
          <a:xfrm>
            <a:off x="264960" y="42944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43" name=""/>
          <p:cNvSpPr/>
          <p:nvPr/>
        </p:nvSpPr>
        <p:spPr>
          <a:xfrm>
            <a:off x="455040" y="3735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4" name=""/>
          <p:cNvSpPr/>
          <p:nvPr/>
        </p:nvSpPr>
        <p:spPr>
          <a:xfrm flipH="1">
            <a:off x="455040" y="3735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5" name=""/>
          <p:cNvSpPr txBox="1"/>
          <p:nvPr/>
        </p:nvSpPr>
        <p:spPr>
          <a:xfrm>
            <a:off x="264960" y="39834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46" name=""/>
          <p:cNvSpPr/>
          <p:nvPr/>
        </p:nvSpPr>
        <p:spPr>
          <a:xfrm>
            <a:off x="455040" y="3423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7" name=""/>
          <p:cNvSpPr/>
          <p:nvPr/>
        </p:nvSpPr>
        <p:spPr>
          <a:xfrm flipH="1">
            <a:off x="455040" y="3423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8" name=""/>
          <p:cNvSpPr txBox="1"/>
          <p:nvPr/>
        </p:nvSpPr>
        <p:spPr>
          <a:xfrm>
            <a:off x="264960" y="36723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49" name=""/>
          <p:cNvSpPr/>
          <p:nvPr/>
        </p:nvSpPr>
        <p:spPr>
          <a:xfrm>
            <a:off x="455040" y="3113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0" name=""/>
          <p:cNvSpPr/>
          <p:nvPr/>
        </p:nvSpPr>
        <p:spPr>
          <a:xfrm flipH="1">
            <a:off x="455040" y="3113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1" name=""/>
          <p:cNvSpPr txBox="1"/>
          <p:nvPr/>
        </p:nvSpPr>
        <p:spPr>
          <a:xfrm>
            <a:off x="264960" y="33616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52" name=""/>
          <p:cNvSpPr txBox="1"/>
          <p:nvPr/>
        </p:nvSpPr>
        <p:spPr>
          <a:xfrm>
            <a:off x="264960" y="3050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53" name=""/>
          <p:cNvSpPr/>
          <p:nvPr/>
        </p:nvSpPr>
        <p:spPr>
          <a:xfrm>
            <a:off x="1594440" y="4125240"/>
            <a:ext cx="90360" cy="90360"/>
          </a:xfrm>
          <a:custGeom>
            <a:avLst/>
            <a:gdLst/>
            <a:ahLst/>
            <a:rect l="0" t="0" r="r" b="b"/>
            <a:pathLst>
              <a:path w="251" h="251">
                <a:moveTo>
                  <a:pt x="125" y="251"/>
                </a:moveTo>
                <a:cubicBezTo>
                  <a:pt x="158" y="251"/>
                  <a:pt x="191" y="238"/>
                  <a:pt x="214" y="214"/>
                </a:cubicBezTo>
                <a:cubicBezTo>
                  <a:pt x="238" y="191"/>
                  <a:pt x="251" y="159"/>
                  <a:pt x="251" y="126"/>
                </a:cubicBezTo>
                <a:cubicBezTo>
                  <a:pt x="251" y="92"/>
                  <a:pt x="238" y="60"/>
                  <a:pt x="214" y="37"/>
                </a:cubicBezTo>
                <a:cubicBezTo>
                  <a:pt x="191" y="13"/>
                  <a:pt x="158" y="0"/>
                  <a:pt x="125" y="0"/>
                </a:cubicBezTo>
                <a:cubicBezTo>
                  <a:pt x="92" y="0"/>
                  <a:pt x="60" y="13"/>
                  <a:pt x="37" y="37"/>
                </a:cubicBezTo>
                <a:cubicBezTo>
                  <a:pt x="14" y="60"/>
                  <a:pt x="0" y="92"/>
                  <a:pt x="0" y="126"/>
                </a:cubicBezTo>
                <a:cubicBezTo>
                  <a:pt x="0" y="159"/>
                  <a:pt x="14" y="191"/>
                  <a:pt x="37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4" name=""/>
          <p:cNvSpPr/>
          <p:nvPr/>
        </p:nvSpPr>
        <p:spPr>
          <a:xfrm>
            <a:off x="1177920" y="424980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6" y="250"/>
                </a:moveTo>
                <a:cubicBezTo>
                  <a:pt x="159" y="250"/>
                  <a:pt x="191" y="237"/>
                  <a:pt x="214" y="214"/>
                </a:cubicBezTo>
                <a:cubicBezTo>
                  <a:pt x="237" y="190"/>
                  <a:pt x="251" y="158"/>
                  <a:pt x="251" y="125"/>
                </a:cubicBezTo>
                <a:cubicBezTo>
                  <a:pt x="251" y="92"/>
                  <a:pt x="237" y="61"/>
                  <a:pt x="214" y="37"/>
                </a:cubicBezTo>
                <a:cubicBezTo>
                  <a:pt x="191" y="13"/>
                  <a:pt x="159" y="0"/>
                  <a:pt x="126" y="0"/>
                </a:cubicBezTo>
                <a:cubicBezTo>
                  <a:pt x="93" y="0"/>
                  <a:pt x="60" y="13"/>
                  <a:pt x="37" y="37"/>
                </a:cubicBezTo>
                <a:cubicBezTo>
                  <a:pt x="13" y="61"/>
                  <a:pt x="0" y="92"/>
                  <a:pt x="0" y="125"/>
                </a:cubicBezTo>
                <a:cubicBezTo>
                  <a:pt x="0" y="158"/>
                  <a:pt x="13" y="190"/>
                  <a:pt x="37" y="214"/>
                </a:cubicBezTo>
                <a:cubicBezTo>
                  <a:pt x="60" y="237"/>
                  <a:pt x="93" y="250"/>
                  <a:pt x="126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5" name=""/>
          <p:cNvSpPr/>
          <p:nvPr/>
        </p:nvSpPr>
        <p:spPr>
          <a:xfrm>
            <a:off x="1139760" y="456048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90" y="238"/>
                  <a:pt x="214" y="214"/>
                </a:cubicBezTo>
                <a:cubicBezTo>
                  <a:pt x="237" y="191"/>
                  <a:pt x="250" y="159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0" y="13"/>
                  <a:pt x="158" y="0"/>
                  <a:pt x="125" y="0"/>
                </a:cubicBezTo>
                <a:cubicBezTo>
                  <a:pt x="92" y="0"/>
                  <a:pt x="60" y="13"/>
                  <a:pt x="37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9"/>
                  <a:pt x="13" y="191"/>
                  <a:pt x="37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6" name=""/>
          <p:cNvSpPr/>
          <p:nvPr/>
        </p:nvSpPr>
        <p:spPr>
          <a:xfrm>
            <a:off x="1591200" y="456048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91" y="238"/>
                  <a:pt x="214" y="214"/>
                </a:cubicBezTo>
                <a:cubicBezTo>
                  <a:pt x="237" y="191"/>
                  <a:pt x="250" y="159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1" y="13"/>
                  <a:pt x="158" y="0"/>
                  <a:pt x="125" y="0"/>
                </a:cubicBezTo>
                <a:cubicBezTo>
                  <a:pt x="92" y="0"/>
                  <a:pt x="60" y="13"/>
                  <a:pt x="37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9"/>
                  <a:pt x="13" y="191"/>
                  <a:pt x="37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7" name=""/>
          <p:cNvSpPr/>
          <p:nvPr/>
        </p:nvSpPr>
        <p:spPr>
          <a:xfrm>
            <a:off x="1571400" y="449856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5" y="250"/>
                </a:moveTo>
                <a:cubicBezTo>
                  <a:pt x="158" y="250"/>
                  <a:pt x="190" y="237"/>
                  <a:pt x="213" y="213"/>
                </a:cubicBezTo>
                <a:cubicBezTo>
                  <a:pt x="236" y="190"/>
                  <a:pt x="251" y="158"/>
                  <a:pt x="251" y="125"/>
                </a:cubicBezTo>
                <a:cubicBezTo>
                  <a:pt x="251" y="92"/>
                  <a:pt x="236" y="59"/>
                  <a:pt x="213" y="36"/>
                </a:cubicBezTo>
                <a:cubicBezTo>
                  <a:pt x="190" y="13"/>
                  <a:pt x="158" y="0"/>
                  <a:pt x="125" y="0"/>
                </a:cubicBezTo>
                <a:cubicBezTo>
                  <a:pt x="92" y="0"/>
                  <a:pt x="60" y="13"/>
                  <a:pt x="37" y="36"/>
                </a:cubicBezTo>
                <a:cubicBezTo>
                  <a:pt x="13" y="59"/>
                  <a:pt x="0" y="92"/>
                  <a:pt x="0" y="125"/>
                </a:cubicBezTo>
                <a:cubicBezTo>
                  <a:pt x="0" y="158"/>
                  <a:pt x="13" y="190"/>
                  <a:pt x="37" y="213"/>
                </a:cubicBezTo>
                <a:cubicBezTo>
                  <a:pt x="60" y="237"/>
                  <a:pt x="92" y="250"/>
                  <a:pt x="125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8" name=""/>
          <p:cNvSpPr/>
          <p:nvPr/>
        </p:nvSpPr>
        <p:spPr>
          <a:xfrm>
            <a:off x="1355040" y="406296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90" y="238"/>
                  <a:pt x="213" y="214"/>
                </a:cubicBezTo>
                <a:cubicBezTo>
                  <a:pt x="237" y="191"/>
                  <a:pt x="250" y="159"/>
                  <a:pt x="250" y="126"/>
                </a:cubicBezTo>
                <a:cubicBezTo>
                  <a:pt x="250" y="93"/>
                  <a:pt x="237" y="61"/>
                  <a:pt x="213" y="37"/>
                </a:cubicBezTo>
                <a:cubicBezTo>
                  <a:pt x="190" y="14"/>
                  <a:pt x="158" y="0"/>
                  <a:pt x="125" y="0"/>
                </a:cubicBezTo>
                <a:cubicBezTo>
                  <a:pt x="91" y="0"/>
                  <a:pt x="59" y="14"/>
                  <a:pt x="36" y="37"/>
                </a:cubicBezTo>
                <a:cubicBezTo>
                  <a:pt x="13" y="61"/>
                  <a:pt x="0" y="93"/>
                  <a:pt x="0" y="126"/>
                </a:cubicBezTo>
                <a:cubicBezTo>
                  <a:pt x="0" y="159"/>
                  <a:pt x="13" y="191"/>
                  <a:pt x="36" y="214"/>
                </a:cubicBezTo>
                <a:cubicBezTo>
                  <a:pt x="59" y="238"/>
                  <a:pt x="91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59" name=""/>
          <p:cNvSpPr/>
          <p:nvPr/>
        </p:nvSpPr>
        <p:spPr>
          <a:xfrm>
            <a:off x="1153440" y="456048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4" y="251"/>
                </a:moveTo>
                <a:cubicBezTo>
                  <a:pt x="159" y="251"/>
                  <a:pt x="190" y="238"/>
                  <a:pt x="214" y="214"/>
                </a:cubicBezTo>
                <a:cubicBezTo>
                  <a:pt x="237" y="191"/>
                  <a:pt x="250" y="159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0" y="13"/>
                  <a:pt x="159" y="0"/>
                  <a:pt x="124" y="0"/>
                </a:cubicBezTo>
                <a:cubicBezTo>
                  <a:pt x="91" y="0"/>
                  <a:pt x="60" y="13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9"/>
                  <a:pt x="13" y="191"/>
                  <a:pt x="36" y="214"/>
                </a:cubicBezTo>
                <a:cubicBezTo>
                  <a:pt x="60" y="238"/>
                  <a:pt x="91" y="251"/>
                  <a:pt x="124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0" name=""/>
          <p:cNvSpPr/>
          <p:nvPr/>
        </p:nvSpPr>
        <p:spPr>
          <a:xfrm>
            <a:off x="1283400" y="400104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9" y="250"/>
                  <a:pt x="190" y="237"/>
                  <a:pt x="214" y="213"/>
                </a:cubicBezTo>
                <a:cubicBezTo>
                  <a:pt x="237" y="189"/>
                  <a:pt x="250" y="158"/>
                  <a:pt x="250" y="124"/>
                </a:cubicBezTo>
                <a:cubicBezTo>
                  <a:pt x="250" y="91"/>
                  <a:pt x="237" y="60"/>
                  <a:pt x="214" y="36"/>
                </a:cubicBezTo>
                <a:cubicBezTo>
                  <a:pt x="190" y="13"/>
                  <a:pt x="159" y="0"/>
                  <a:pt x="125" y="0"/>
                </a:cubicBezTo>
                <a:cubicBezTo>
                  <a:pt x="92" y="0"/>
                  <a:pt x="61" y="13"/>
                  <a:pt x="36" y="36"/>
                </a:cubicBezTo>
                <a:cubicBezTo>
                  <a:pt x="13" y="60"/>
                  <a:pt x="0" y="91"/>
                  <a:pt x="0" y="124"/>
                </a:cubicBezTo>
                <a:cubicBezTo>
                  <a:pt x="0" y="158"/>
                  <a:pt x="13" y="189"/>
                  <a:pt x="36" y="213"/>
                </a:cubicBezTo>
                <a:cubicBezTo>
                  <a:pt x="61" y="237"/>
                  <a:pt x="92" y="250"/>
                  <a:pt x="125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1" name=""/>
          <p:cNvSpPr/>
          <p:nvPr/>
        </p:nvSpPr>
        <p:spPr>
          <a:xfrm>
            <a:off x="1498680" y="443628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8" y="250"/>
                  <a:pt x="189" y="237"/>
                  <a:pt x="214" y="214"/>
                </a:cubicBezTo>
                <a:cubicBezTo>
                  <a:pt x="237" y="190"/>
                  <a:pt x="250" y="159"/>
                  <a:pt x="250" y="126"/>
                </a:cubicBezTo>
                <a:cubicBezTo>
                  <a:pt x="250" y="92"/>
                  <a:pt x="237" y="61"/>
                  <a:pt x="214" y="37"/>
                </a:cubicBezTo>
                <a:cubicBezTo>
                  <a:pt x="189" y="14"/>
                  <a:pt x="158" y="0"/>
                  <a:pt x="125" y="0"/>
                </a:cubicBezTo>
                <a:cubicBezTo>
                  <a:pt x="92" y="0"/>
                  <a:pt x="60" y="14"/>
                  <a:pt x="37" y="37"/>
                </a:cubicBezTo>
                <a:cubicBezTo>
                  <a:pt x="13" y="61"/>
                  <a:pt x="0" y="92"/>
                  <a:pt x="0" y="126"/>
                </a:cubicBezTo>
                <a:cubicBezTo>
                  <a:pt x="0" y="159"/>
                  <a:pt x="13" y="190"/>
                  <a:pt x="37" y="214"/>
                </a:cubicBezTo>
                <a:cubicBezTo>
                  <a:pt x="60" y="237"/>
                  <a:pt x="92" y="250"/>
                  <a:pt x="125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2" name=""/>
          <p:cNvSpPr/>
          <p:nvPr/>
        </p:nvSpPr>
        <p:spPr>
          <a:xfrm>
            <a:off x="1320840" y="437400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89" y="237"/>
                  <a:pt x="214" y="214"/>
                </a:cubicBezTo>
                <a:cubicBezTo>
                  <a:pt x="237" y="191"/>
                  <a:pt x="250" y="158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89" y="13"/>
                  <a:pt x="158" y="0"/>
                  <a:pt x="125" y="0"/>
                </a:cubicBezTo>
                <a:cubicBezTo>
                  <a:pt x="91" y="0"/>
                  <a:pt x="60" y="13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1"/>
                  <a:pt x="36" y="214"/>
                </a:cubicBezTo>
                <a:cubicBezTo>
                  <a:pt x="60" y="237"/>
                  <a:pt x="91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3" name=""/>
          <p:cNvSpPr/>
          <p:nvPr/>
        </p:nvSpPr>
        <p:spPr>
          <a:xfrm>
            <a:off x="1169640" y="462276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9" y="250"/>
                  <a:pt x="190" y="237"/>
                  <a:pt x="214" y="213"/>
                </a:cubicBezTo>
                <a:cubicBezTo>
                  <a:pt x="237" y="189"/>
                  <a:pt x="250" y="158"/>
                  <a:pt x="250" y="125"/>
                </a:cubicBezTo>
                <a:cubicBezTo>
                  <a:pt x="250" y="92"/>
                  <a:pt x="237" y="60"/>
                  <a:pt x="214" y="36"/>
                </a:cubicBezTo>
                <a:cubicBezTo>
                  <a:pt x="190" y="13"/>
                  <a:pt x="159" y="0"/>
                  <a:pt x="125" y="0"/>
                </a:cubicBezTo>
                <a:cubicBezTo>
                  <a:pt x="91" y="0"/>
                  <a:pt x="60" y="13"/>
                  <a:pt x="36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89"/>
                  <a:pt x="36" y="213"/>
                </a:cubicBezTo>
                <a:cubicBezTo>
                  <a:pt x="60" y="237"/>
                  <a:pt x="91" y="250"/>
                  <a:pt x="125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4" name=""/>
          <p:cNvSpPr/>
          <p:nvPr/>
        </p:nvSpPr>
        <p:spPr>
          <a:xfrm>
            <a:off x="1406880" y="362772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90" y="238"/>
                  <a:pt x="214" y="214"/>
                </a:cubicBezTo>
                <a:cubicBezTo>
                  <a:pt x="237" y="191"/>
                  <a:pt x="250" y="159"/>
                  <a:pt x="250" y="126"/>
                </a:cubicBezTo>
                <a:cubicBezTo>
                  <a:pt x="250" y="93"/>
                  <a:pt x="237" y="61"/>
                  <a:pt x="214" y="38"/>
                </a:cubicBezTo>
                <a:cubicBezTo>
                  <a:pt x="190" y="15"/>
                  <a:pt x="158" y="0"/>
                  <a:pt x="125" y="0"/>
                </a:cubicBezTo>
                <a:cubicBezTo>
                  <a:pt x="92" y="0"/>
                  <a:pt x="60" y="15"/>
                  <a:pt x="37" y="38"/>
                </a:cubicBezTo>
                <a:cubicBezTo>
                  <a:pt x="13" y="61"/>
                  <a:pt x="0" y="93"/>
                  <a:pt x="0" y="126"/>
                </a:cubicBezTo>
                <a:cubicBezTo>
                  <a:pt x="0" y="159"/>
                  <a:pt x="13" y="191"/>
                  <a:pt x="37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5" name=""/>
          <p:cNvSpPr/>
          <p:nvPr/>
        </p:nvSpPr>
        <p:spPr>
          <a:xfrm>
            <a:off x="1440360" y="300600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90" y="237"/>
                  <a:pt x="214" y="213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0" y="13"/>
                  <a:pt x="158" y="0"/>
                  <a:pt x="125" y="0"/>
                </a:cubicBezTo>
                <a:cubicBezTo>
                  <a:pt x="91" y="0"/>
                  <a:pt x="60" y="13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0"/>
                  <a:pt x="36" y="213"/>
                </a:cubicBezTo>
                <a:cubicBezTo>
                  <a:pt x="60" y="237"/>
                  <a:pt x="91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6" name=""/>
          <p:cNvSpPr/>
          <p:nvPr/>
        </p:nvSpPr>
        <p:spPr>
          <a:xfrm>
            <a:off x="1489320" y="424980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4" y="250"/>
                </a:moveTo>
                <a:cubicBezTo>
                  <a:pt x="157" y="250"/>
                  <a:pt x="189" y="237"/>
                  <a:pt x="213" y="214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61"/>
                  <a:pt x="213" y="37"/>
                </a:cubicBezTo>
                <a:cubicBezTo>
                  <a:pt x="189" y="13"/>
                  <a:pt x="157" y="0"/>
                  <a:pt x="124" y="0"/>
                </a:cubicBezTo>
                <a:cubicBezTo>
                  <a:pt x="91" y="0"/>
                  <a:pt x="60" y="13"/>
                  <a:pt x="36" y="37"/>
                </a:cubicBezTo>
                <a:cubicBezTo>
                  <a:pt x="13" y="61"/>
                  <a:pt x="0" y="92"/>
                  <a:pt x="0" y="125"/>
                </a:cubicBezTo>
                <a:cubicBezTo>
                  <a:pt x="0" y="158"/>
                  <a:pt x="13" y="190"/>
                  <a:pt x="36" y="214"/>
                </a:cubicBezTo>
                <a:cubicBezTo>
                  <a:pt x="60" y="237"/>
                  <a:pt x="91" y="250"/>
                  <a:pt x="124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7" name=""/>
          <p:cNvSpPr/>
          <p:nvPr/>
        </p:nvSpPr>
        <p:spPr>
          <a:xfrm>
            <a:off x="1100160" y="337932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6" y="250"/>
                </a:moveTo>
                <a:cubicBezTo>
                  <a:pt x="159" y="250"/>
                  <a:pt x="191" y="237"/>
                  <a:pt x="214" y="213"/>
                </a:cubicBezTo>
                <a:cubicBezTo>
                  <a:pt x="238" y="189"/>
                  <a:pt x="251" y="157"/>
                  <a:pt x="251" y="124"/>
                </a:cubicBezTo>
                <a:cubicBezTo>
                  <a:pt x="251" y="91"/>
                  <a:pt x="238" y="59"/>
                  <a:pt x="214" y="36"/>
                </a:cubicBezTo>
                <a:cubicBezTo>
                  <a:pt x="191" y="13"/>
                  <a:pt x="159" y="0"/>
                  <a:pt x="126" y="0"/>
                </a:cubicBezTo>
                <a:cubicBezTo>
                  <a:pt x="93" y="0"/>
                  <a:pt x="61" y="13"/>
                  <a:pt x="37" y="36"/>
                </a:cubicBezTo>
                <a:cubicBezTo>
                  <a:pt x="13" y="59"/>
                  <a:pt x="0" y="91"/>
                  <a:pt x="0" y="124"/>
                </a:cubicBezTo>
                <a:cubicBezTo>
                  <a:pt x="0" y="157"/>
                  <a:pt x="13" y="189"/>
                  <a:pt x="37" y="213"/>
                </a:cubicBezTo>
                <a:cubicBezTo>
                  <a:pt x="61" y="237"/>
                  <a:pt x="93" y="250"/>
                  <a:pt x="126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8" name=""/>
          <p:cNvSpPr/>
          <p:nvPr/>
        </p:nvSpPr>
        <p:spPr>
          <a:xfrm>
            <a:off x="1486800" y="443628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4" y="250"/>
                </a:moveTo>
                <a:cubicBezTo>
                  <a:pt x="157" y="250"/>
                  <a:pt x="189" y="237"/>
                  <a:pt x="212" y="214"/>
                </a:cubicBezTo>
                <a:cubicBezTo>
                  <a:pt x="237" y="190"/>
                  <a:pt x="250" y="159"/>
                  <a:pt x="250" y="126"/>
                </a:cubicBezTo>
                <a:cubicBezTo>
                  <a:pt x="250" y="92"/>
                  <a:pt x="237" y="61"/>
                  <a:pt x="212" y="37"/>
                </a:cubicBezTo>
                <a:cubicBezTo>
                  <a:pt x="189" y="14"/>
                  <a:pt x="157" y="0"/>
                  <a:pt x="124" y="0"/>
                </a:cubicBezTo>
                <a:cubicBezTo>
                  <a:pt x="91" y="0"/>
                  <a:pt x="59" y="14"/>
                  <a:pt x="36" y="37"/>
                </a:cubicBezTo>
                <a:cubicBezTo>
                  <a:pt x="13" y="61"/>
                  <a:pt x="0" y="92"/>
                  <a:pt x="0" y="126"/>
                </a:cubicBezTo>
                <a:cubicBezTo>
                  <a:pt x="0" y="159"/>
                  <a:pt x="13" y="190"/>
                  <a:pt x="36" y="214"/>
                </a:cubicBezTo>
                <a:cubicBezTo>
                  <a:pt x="59" y="237"/>
                  <a:pt x="91" y="250"/>
                  <a:pt x="124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69" name=""/>
          <p:cNvSpPr/>
          <p:nvPr/>
        </p:nvSpPr>
        <p:spPr>
          <a:xfrm>
            <a:off x="1463400" y="4374000"/>
            <a:ext cx="90360" cy="90360"/>
          </a:xfrm>
          <a:custGeom>
            <a:avLst/>
            <a:gdLst/>
            <a:ahLst/>
            <a:rect l="0" t="0" r="r" b="b"/>
            <a:pathLst>
              <a:path w="251" h="251">
                <a:moveTo>
                  <a:pt x="126" y="251"/>
                </a:moveTo>
                <a:cubicBezTo>
                  <a:pt x="159" y="251"/>
                  <a:pt x="191" y="237"/>
                  <a:pt x="214" y="214"/>
                </a:cubicBezTo>
                <a:cubicBezTo>
                  <a:pt x="238" y="191"/>
                  <a:pt x="251" y="158"/>
                  <a:pt x="251" y="125"/>
                </a:cubicBezTo>
                <a:cubicBezTo>
                  <a:pt x="251" y="92"/>
                  <a:pt x="238" y="60"/>
                  <a:pt x="214" y="37"/>
                </a:cubicBezTo>
                <a:cubicBezTo>
                  <a:pt x="191" y="13"/>
                  <a:pt x="159" y="0"/>
                  <a:pt x="126" y="0"/>
                </a:cubicBezTo>
                <a:cubicBezTo>
                  <a:pt x="93" y="0"/>
                  <a:pt x="61" y="13"/>
                  <a:pt x="37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1"/>
                  <a:pt x="37" y="214"/>
                </a:cubicBezTo>
                <a:cubicBezTo>
                  <a:pt x="61" y="237"/>
                  <a:pt x="93" y="251"/>
                  <a:pt x="126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0" name=""/>
          <p:cNvSpPr/>
          <p:nvPr/>
        </p:nvSpPr>
        <p:spPr>
          <a:xfrm>
            <a:off x="1447920" y="456048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90" y="238"/>
                  <a:pt x="213" y="214"/>
                </a:cubicBezTo>
                <a:cubicBezTo>
                  <a:pt x="237" y="191"/>
                  <a:pt x="250" y="159"/>
                  <a:pt x="250" y="125"/>
                </a:cubicBezTo>
                <a:cubicBezTo>
                  <a:pt x="250" y="92"/>
                  <a:pt x="237" y="60"/>
                  <a:pt x="213" y="37"/>
                </a:cubicBezTo>
                <a:cubicBezTo>
                  <a:pt x="190" y="13"/>
                  <a:pt x="158" y="0"/>
                  <a:pt x="125" y="0"/>
                </a:cubicBezTo>
                <a:cubicBezTo>
                  <a:pt x="92" y="0"/>
                  <a:pt x="59" y="13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9"/>
                  <a:pt x="13" y="191"/>
                  <a:pt x="36" y="214"/>
                </a:cubicBezTo>
                <a:cubicBezTo>
                  <a:pt x="59" y="238"/>
                  <a:pt x="92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1" name=""/>
          <p:cNvSpPr/>
          <p:nvPr/>
        </p:nvSpPr>
        <p:spPr>
          <a:xfrm>
            <a:off x="1373040" y="375228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8" y="250"/>
                  <a:pt x="190" y="237"/>
                  <a:pt x="214" y="214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60"/>
                  <a:pt x="214" y="36"/>
                </a:cubicBezTo>
                <a:cubicBezTo>
                  <a:pt x="190" y="13"/>
                  <a:pt x="158" y="0"/>
                  <a:pt x="125" y="0"/>
                </a:cubicBezTo>
                <a:cubicBezTo>
                  <a:pt x="92" y="0"/>
                  <a:pt x="61" y="13"/>
                  <a:pt x="36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0"/>
                  <a:pt x="36" y="214"/>
                </a:cubicBezTo>
                <a:cubicBezTo>
                  <a:pt x="61" y="237"/>
                  <a:pt x="92" y="250"/>
                  <a:pt x="125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2" name=""/>
          <p:cNvSpPr/>
          <p:nvPr/>
        </p:nvSpPr>
        <p:spPr>
          <a:xfrm>
            <a:off x="1391040" y="4311720"/>
            <a:ext cx="90360" cy="90360"/>
          </a:xfrm>
          <a:custGeom>
            <a:avLst/>
            <a:gdLst/>
            <a:ahLst/>
            <a:rect l="0" t="0" r="r" b="b"/>
            <a:pathLst>
              <a:path w="251" h="251">
                <a:moveTo>
                  <a:pt x="125" y="251"/>
                </a:moveTo>
                <a:cubicBezTo>
                  <a:pt x="158" y="251"/>
                  <a:pt x="190" y="238"/>
                  <a:pt x="213" y="214"/>
                </a:cubicBezTo>
                <a:cubicBezTo>
                  <a:pt x="237" y="191"/>
                  <a:pt x="251" y="159"/>
                  <a:pt x="251" y="126"/>
                </a:cubicBezTo>
                <a:cubicBezTo>
                  <a:pt x="251" y="92"/>
                  <a:pt x="237" y="60"/>
                  <a:pt x="213" y="37"/>
                </a:cubicBezTo>
                <a:cubicBezTo>
                  <a:pt x="190" y="14"/>
                  <a:pt x="158" y="0"/>
                  <a:pt x="125" y="0"/>
                </a:cubicBezTo>
                <a:cubicBezTo>
                  <a:pt x="92" y="0"/>
                  <a:pt x="60" y="14"/>
                  <a:pt x="37" y="37"/>
                </a:cubicBezTo>
                <a:cubicBezTo>
                  <a:pt x="14" y="60"/>
                  <a:pt x="0" y="92"/>
                  <a:pt x="0" y="126"/>
                </a:cubicBezTo>
                <a:cubicBezTo>
                  <a:pt x="0" y="159"/>
                  <a:pt x="14" y="191"/>
                  <a:pt x="37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3" name=""/>
          <p:cNvSpPr/>
          <p:nvPr/>
        </p:nvSpPr>
        <p:spPr>
          <a:xfrm>
            <a:off x="1246320" y="456048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9" y="251"/>
                  <a:pt x="190" y="238"/>
                  <a:pt x="214" y="214"/>
                </a:cubicBezTo>
                <a:cubicBezTo>
                  <a:pt x="237" y="191"/>
                  <a:pt x="250" y="159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0" y="13"/>
                  <a:pt x="159" y="0"/>
                  <a:pt x="125" y="0"/>
                </a:cubicBezTo>
                <a:cubicBezTo>
                  <a:pt x="92" y="0"/>
                  <a:pt x="60" y="13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9"/>
                  <a:pt x="13" y="191"/>
                  <a:pt x="36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4" name=""/>
          <p:cNvSpPr/>
          <p:nvPr/>
        </p:nvSpPr>
        <p:spPr>
          <a:xfrm>
            <a:off x="1457640" y="462276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6" y="250"/>
                </a:moveTo>
                <a:cubicBezTo>
                  <a:pt x="159" y="250"/>
                  <a:pt x="191" y="237"/>
                  <a:pt x="214" y="213"/>
                </a:cubicBezTo>
                <a:cubicBezTo>
                  <a:pt x="237" y="189"/>
                  <a:pt x="251" y="158"/>
                  <a:pt x="251" y="125"/>
                </a:cubicBezTo>
                <a:cubicBezTo>
                  <a:pt x="251" y="92"/>
                  <a:pt x="237" y="60"/>
                  <a:pt x="214" y="36"/>
                </a:cubicBezTo>
                <a:cubicBezTo>
                  <a:pt x="191" y="13"/>
                  <a:pt x="159" y="0"/>
                  <a:pt x="126" y="0"/>
                </a:cubicBezTo>
                <a:cubicBezTo>
                  <a:pt x="93" y="0"/>
                  <a:pt x="61" y="13"/>
                  <a:pt x="37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89"/>
                  <a:pt x="37" y="213"/>
                </a:cubicBezTo>
                <a:cubicBezTo>
                  <a:pt x="61" y="237"/>
                  <a:pt x="93" y="250"/>
                  <a:pt x="126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5" name=""/>
          <p:cNvSpPr/>
          <p:nvPr/>
        </p:nvSpPr>
        <p:spPr>
          <a:xfrm>
            <a:off x="1198440" y="375228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6" y="250"/>
                </a:moveTo>
                <a:cubicBezTo>
                  <a:pt x="159" y="250"/>
                  <a:pt x="191" y="237"/>
                  <a:pt x="214" y="214"/>
                </a:cubicBezTo>
                <a:cubicBezTo>
                  <a:pt x="237" y="190"/>
                  <a:pt x="251" y="158"/>
                  <a:pt x="251" y="125"/>
                </a:cubicBezTo>
                <a:cubicBezTo>
                  <a:pt x="251" y="92"/>
                  <a:pt x="237" y="60"/>
                  <a:pt x="214" y="36"/>
                </a:cubicBezTo>
                <a:cubicBezTo>
                  <a:pt x="191" y="13"/>
                  <a:pt x="159" y="0"/>
                  <a:pt x="126" y="0"/>
                </a:cubicBezTo>
                <a:cubicBezTo>
                  <a:pt x="93" y="0"/>
                  <a:pt x="61" y="13"/>
                  <a:pt x="38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0"/>
                  <a:pt x="38" y="214"/>
                </a:cubicBezTo>
                <a:cubicBezTo>
                  <a:pt x="61" y="237"/>
                  <a:pt x="93" y="250"/>
                  <a:pt x="126" y="250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6" name=""/>
          <p:cNvSpPr/>
          <p:nvPr/>
        </p:nvSpPr>
        <p:spPr>
          <a:xfrm>
            <a:off x="1326600" y="437400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4" y="251"/>
                </a:moveTo>
                <a:cubicBezTo>
                  <a:pt x="157" y="251"/>
                  <a:pt x="190" y="237"/>
                  <a:pt x="213" y="214"/>
                </a:cubicBezTo>
                <a:cubicBezTo>
                  <a:pt x="237" y="191"/>
                  <a:pt x="250" y="158"/>
                  <a:pt x="250" y="125"/>
                </a:cubicBezTo>
                <a:cubicBezTo>
                  <a:pt x="250" y="92"/>
                  <a:pt x="237" y="60"/>
                  <a:pt x="213" y="37"/>
                </a:cubicBezTo>
                <a:cubicBezTo>
                  <a:pt x="190" y="13"/>
                  <a:pt x="157" y="0"/>
                  <a:pt x="124" y="0"/>
                </a:cubicBezTo>
                <a:cubicBezTo>
                  <a:pt x="91" y="0"/>
                  <a:pt x="59" y="13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1"/>
                  <a:pt x="36" y="214"/>
                </a:cubicBezTo>
                <a:cubicBezTo>
                  <a:pt x="59" y="237"/>
                  <a:pt x="91" y="251"/>
                  <a:pt x="124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7" name=""/>
          <p:cNvSpPr/>
          <p:nvPr/>
        </p:nvSpPr>
        <p:spPr>
          <a:xfrm>
            <a:off x="1596960" y="431172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90" y="238"/>
                  <a:pt x="214" y="214"/>
                </a:cubicBezTo>
                <a:cubicBezTo>
                  <a:pt x="237" y="191"/>
                  <a:pt x="250" y="159"/>
                  <a:pt x="250" y="126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0" y="14"/>
                  <a:pt x="158" y="0"/>
                  <a:pt x="125" y="0"/>
                </a:cubicBezTo>
                <a:cubicBezTo>
                  <a:pt x="92" y="0"/>
                  <a:pt x="60" y="14"/>
                  <a:pt x="36" y="37"/>
                </a:cubicBezTo>
                <a:cubicBezTo>
                  <a:pt x="13" y="60"/>
                  <a:pt x="0" y="92"/>
                  <a:pt x="0" y="126"/>
                </a:cubicBezTo>
                <a:cubicBezTo>
                  <a:pt x="0" y="159"/>
                  <a:pt x="13" y="191"/>
                  <a:pt x="36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8" name=""/>
          <p:cNvSpPr/>
          <p:nvPr/>
        </p:nvSpPr>
        <p:spPr>
          <a:xfrm>
            <a:off x="4387320" y="418752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9" y="250"/>
                  <a:pt x="190" y="237"/>
                  <a:pt x="214" y="214"/>
                </a:cubicBezTo>
                <a:cubicBezTo>
                  <a:pt x="237" y="189"/>
                  <a:pt x="250" y="158"/>
                  <a:pt x="250" y="125"/>
                </a:cubicBezTo>
                <a:cubicBezTo>
                  <a:pt x="250" y="92"/>
                  <a:pt x="237" y="60"/>
                  <a:pt x="214" y="36"/>
                </a:cubicBezTo>
                <a:cubicBezTo>
                  <a:pt x="190" y="13"/>
                  <a:pt x="159" y="0"/>
                  <a:pt x="125" y="0"/>
                </a:cubicBezTo>
                <a:cubicBezTo>
                  <a:pt x="92" y="0"/>
                  <a:pt x="60" y="13"/>
                  <a:pt x="36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89"/>
                  <a:pt x="36" y="214"/>
                </a:cubicBezTo>
                <a:cubicBezTo>
                  <a:pt x="60" y="237"/>
                  <a:pt x="92" y="250"/>
                  <a:pt x="125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79" name=""/>
          <p:cNvSpPr/>
          <p:nvPr/>
        </p:nvSpPr>
        <p:spPr>
          <a:xfrm>
            <a:off x="3942360" y="424980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4" y="250"/>
                </a:moveTo>
                <a:cubicBezTo>
                  <a:pt x="158" y="250"/>
                  <a:pt x="190" y="237"/>
                  <a:pt x="214" y="214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61"/>
                  <a:pt x="214" y="37"/>
                </a:cubicBezTo>
                <a:cubicBezTo>
                  <a:pt x="190" y="13"/>
                  <a:pt x="158" y="0"/>
                  <a:pt x="124" y="0"/>
                </a:cubicBezTo>
                <a:cubicBezTo>
                  <a:pt x="91" y="0"/>
                  <a:pt x="60" y="13"/>
                  <a:pt x="36" y="37"/>
                </a:cubicBezTo>
                <a:cubicBezTo>
                  <a:pt x="13" y="61"/>
                  <a:pt x="0" y="92"/>
                  <a:pt x="0" y="125"/>
                </a:cubicBezTo>
                <a:cubicBezTo>
                  <a:pt x="0" y="158"/>
                  <a:pt x="13" y="190"/>
                  <a:pt x="36" y="214"/>
                </a:cubicBezTo>
                <a:cubicBezTo>
                  <a:pt x="60" y="237"/>
                  <a:pt x="91" y="250"/>
                  <a:pt x="124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0" name=""/>
          <p:cNvSpPr/>
          <p:nvPr/>
        </p:nvSpPr>
        <p:spPr>
          <a:xfrm>
            <a:off x="4326840" y="4125240"/>
            <a:ext cx="90360" cy="90360"/>
          </a:xfrm>
          <a:custGeom>
            <a:avLst/>
            <a:gdLst/>
            <a:ahLst/>
            <a:rect l="0" t="0" r="r" b="b"/>
            <a:pathLst>
              <a:path w="251" h="251">
                <a:moveTo>
                  <a:pt x="126" y="251"/>
                </a:moveTo>
                <a:cubicBezTo>
                  <a:pt x="159" y="251"/>
                  <a:pt x="191" y="238"/>
                  <a:pt x="214" y="214"/>
                </a:cubicBezTo>
                <a:cubicBezTo>
                  <a:pt x="238" y="191"/>
                  <a:pt x="251" y="159"/>
                  <a:pt x="251" y="126"/>
                </a:cubicBezTo>
                <a:cubicBezTo>
                  <a:pt x="251" y="92"/>
                  <a:pt x="238" y="60"/>
                  <a:pt x="214" y="37"/>
                </a:cubicBezTo>
                <a:cubicBezTo>
                  <a:pt x="191" y="13"/>
                  <a:pt x="159" y="0"/>
                  <a:pt x="126" y="0"/>
                </a:cubicBezTo>
                <a:cubicBezTo>
                  <a:pt x="93" y="0"/>
                  <a:pt x="61" y="13"/>
                  <a:pt x="37" y="37"/>
                </a:cubicBezTo>
                <a:cubicBezTo>
                  <a:pt x="14" y="60"/>
                  <a:pt x="0" y="92"/>
                  <a:pt x="0" y="126"/>
                </a:cubicBezTo>
                <a:cubicBezTo>
                  <a:pt x="0" y="159"/>
                  <a:pt x="14" y="191"/>
                  <a:pt x="37" y="214"/>
                </a:cubicBezTo>
                <a:cubicBezTo>
                  <a:pt x="61" y="238"/>
                  <a:pt x="93" y="251"/>
                  <a:pt x="126" y="251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1" name=""/>
          <p:cNvSpPr/>
          <p:nvPr/>
        </p:nvSpPr>
        <p:spPr>
          <a:xfrm>
            <a:off x="3944520" y="375228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6" y="250"/>
                </a:moveTo>
                <a:cubicBezTo>
                  <a:pt x="159" y="250"/>
                  <a:pt x="191" y="237"/>
                  <a:pt x="214" y="214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60"/>
                  <a:pt x="214" y="36"/>
                </a:cubicBezTo>
                <a:cubicBezTo>
                  <a:pt x="191" y="13"/>
                  <a:pt x="159" y="0"/>
                  <a:pt x="126" y="0"/>
                </a:cubicBezTo>
                <a:cubicBezTo>
                  <a:pt x="92" y="0"/>
                  <a:pt x="60" y="13"/>
                  <a:pt x="37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0"/>
                  <a:pt x="37" y="214"/>
                </a:cubicBezTo>
                <a:cubicBezTo>
                  <a:pt x="60" y="237"/>
                  <a:pt x="92" y="250"/>
                  <a:pt x="126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2" name=""/>
          <p:cNvSpPr/>
          <p:nvPr/>
        </p:nvSpPr>
        <p:spPr>
          <a:xfrm>
            <a:off x="3994560" y="418752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8" y="250"/>
                  <a:pt x="189" y="237"/>
                  <a:pt x="213" y="214"/>
                </a:cubicBezTo>
                <a:cubicBezTo>
                  <a:pt x="237" y="189"/>
                  <a:pt x="250" y="158"/>
                  <a:pt x="250" y="125"/>
                </a:cubicBezTo>
                <a:cubicBezTo>
                  <a:pt x="250" y="92"/>
                  <a:pt x="237" y="60"/>
                  <a:pt x="213" y="36"/>
                </a:cubicBezTo>
                <a:cubicBezTo>
                  <a:pt x="189" y="13"/>
                  <a:pt x="158" y="0"/>
                  <a:pt x="125" y="0"/>
                </a:cubicBezTo>
                <a:cubicBezTo>
                  <a:pt x="92" y="0"/>
                  <a:pt x="60" y="13"/>
                  <a:pt x="36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89"/>
                  <a:pt x="36" y="214"/>
                </a:cubicBezTo>
                <a:cubicBezTo>
                  <a:pt x="60" y="237"/>
                  <a:pt x="92" y="250"/>
                  <a:pt x="125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3" name=""/>
          <p:cNvSpPr/>
          <p:nvPr/>
        </p:nvSpPr>
        <p:spPr>
          <a:xfrm>
            <a:off x="4132080" y="375228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8" y="250"/>
                  <a:pt x="190" y="237"/>
                  <a:pt x="214" y="214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60"/>
                  <a:pt x="214" y="36"/>
                </a:cubicBezTo>
                <a:cubicBezTo>
                  <a:pt x="190" y="13"/>
                  <a:pt x="158" y="0"/>
                  <a:pt x="125" y="0"/>
                </a:cubicBezTo>
                <a:cubicBezTo>
                  <a:pt x="91" y="0"/>
                  <a:pt x="60" y="13"/>
                  <a:pt x="36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0"/>
                  <a:pt x="36" y="214"/>
                </a:cubicBezTo>
                <a:cubicBezTo>
                  <a:pt x="60" y="237"/>
                  <a:pt x="91" y="250"/>
                  <a:pt x="125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4" name=""/>
          <p:cNvSpPr/>
          <p:nvPr/>
        </p:nvSpPr>
        <p:spPr>
          <a:xfrm>
            <a:off x="4301280" y="462276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4" y="250"/>
                </a:moveTo>
                <a:cubicBezTo>
                  <a:pt x="159" y="250"/>
                  <a:pt x="190" y="237"/>
                  <a:pt x="214" y="213"/>
                </a:cubicBezTo>
                <a:cubicBezTo>
                  <a:pt x="237" y="189"/>
                  <a:pt x="250" y="158"/>
                  <a:pt x="250" y="125"/>
                </a:cubicBezTo>
                <a:cubicBezTo>
                  <a:pt x="250" y="92"/>
                  <a:pt x="237" y="60"/>
                  <a:pt x="214" y="36"/>
                </a:cubicBezTo>
                <a:cubicBezTo>
                  <a:pt x="190" y="13"/>
                  <a:pt x="159" y="0"/>
                  <a:pt x="124" y="0"/>
                </a:cubicBezTo>
                <a:cubicBezTo>
                  <a:pt x="91" y="0"/>
                  <a:pt x="60" y="13"/>
                  <a:pt x="36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89"/>
                  <a:pt x="36" y="213"/>
                </a:cubicBezTo>
                <a:cubicBezTo>
                  <a:pt x="60" y="237"/>
                  <a:pt x="91" y="250"/>
                  <a:pt x="124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5" name=""/>
          <p:cNvSpPr/>
          <p:nvPr/>
        </p:nvSpPr>
        <p:spPr>
          <a:xfrm>
            <a:off x="4042080" y="400104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6" y="250"/>
                </a:moveTo>
                <a:cubicBezTo>
                  <a:pt x="159" y="250"/>
                  <a:pt x="191" y="237"/>
                  <a:pt x="214" y="213"/>
                </a:cubicBezTo>
                <a:cubicBezTo>
                  <a:pt x="237" y="189"/>
                  <a:pt x="251" y="158"/>
                  <a:pt x="251" y="124"/>
                </a:cubicBezTo>
                <a:cubicBezTo>
                  <a:pt x="251" y="91"/>
                  <a:pt x="237" y="60"/>
                  <a:pt x="214" y="36"/>
                </a:cubicBezTo>
                <a:cubicBezTo>
                  <a:pt x="191" y="13"/>
                  <a:pt x="159" y="0"/>
                  <a:pt x="126" y="0"/>
                </a:cubicBezTo>
                <a:cubicBezTo>
                  <a:pt x="92" y="0"/>
                  <a:pt x="60" y="13"/>
                  <a:pt x="37" y="36"/>
                </a:cubicBezTo>
                <a:cubicBezTo>
                  <a:pt x="13" y="60"/>
                  <a:pt x="0" y="91"/>
                  <a:pt x="0" y="124"/>
                </a:cubicBezTo>
                <a:cubicBezTo>
                  <a:pt x="0" y="158"/>
                  <a:pt x="13" y="189"/>
                  <a:pt x="37" y="213"/>
                </a:cubicBezTo>
                <a:cubicBezTo>
                  <a:pt x="60" y="237"/>
                  <a:pt x="92" y="250"/>
                  <a:pt x="126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6" name=""/>
          <p:cNvSpPr/>
          <p:nvPr/>
        </p:nvSpPr>
        <p:spPr>
          <a:xfrm>
            <a:off x="3903480" y="462276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5" y="250"/>
                </a:moveTo>
                <a:cubicBezTo>
                  <a:pt x="158" y="250"/>
                  <a:pt x="190" y="237"/>
                  <a:pt x="213" y="213"/>
                </a:cubicBezTo>
                <a:cubicBezTo>
                  <a:pt x="237" y="189"/>
                  <a:pt x="251" y="158"/>
                  <a:pt x="251" y="125"/>
                </a:cubicBezTo>
                <a:cubicBezTo>
                  <a:pt x="251" y="92"/>
                  <a:pt x="237" y="60"/>
                  <a:pt x="213" y="36"/>
                </a:cubicBezTo>
                <a:cubicBezTo>
                  <a:pt x="190" y="13"/>
                  <a:pt x="158" y="0"/>
                  <a:pt x="125" y="0"/>
                </a:cubicBezTo>
                <a:cubicBezTo>
                  <a:pt x="92" y="0"/>
                  <a:pt x="60" y="13"/>
                  <a:pt x="37" y="36"/>
                </a:cubicBezTo>
                <a:cubicBezTo>
                  <a:pt x="14" y="60"/>
                  <a:pt x="0" y="92"/>
                  <a:pt x="0" y="125"/>
                </a:cubicBezTo>
                <a:cubicBezTo>
                  <a:pt x="0" y="158"/>
                  <a:pt x="14" y="189"/>
                  <a:pt x="37" y="213"/>
                </a:cubicBezTo>
                <a:cubicBezTo>
                  <a:pt x="60" y="237"/>
                  <a:pt x="92" y="250"/>
                  <a:pt x="125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7" name=""/>
          <p:cNvSpPr/>
          <p:nvPr/>
        </p:nvSpPr>
        <p:spPr>
          <a:xfrm>
            <a:off x="4131720" y="443628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6" y="250"/>
                </a:moveTo>
                <a:cubicBezTo>
                  <a:pt x="159" y="250"/>
                  <a:pt x="191" y="237"/>
                  <a:pt x="214" y="214"/>
                </a:cubicBezTo>
                <a:cubicBezTo>
                  <a:pt x="238" y="190"/>
                  <a:pt x="251" y="159"/>
                  <a:pt x="251" y="126"/>
                </a:cubicBezTo>
                <a:cubicBezTo>
                  <a:pt x="251" y="92"/>
                  <a:pt x="238" y="61"/>
                  <a:pt x="214" y="37"/>
                </a:cubicBezTo>
                <a:cubicBezTo>
                  <a:pt x="191" y="14"/>
                  <a:pt x="159" y="0"/>
                  <a:pt x="126" y="0"/>
                </a:cubicBezTo>
                <a:cubicBezTo>
                  <a:pt x="92" y="0"/>
                  <a:pt x="60" y="14"/>
                  <a:pt x="37" y="37"/>
                </a:cubicBezTo>
                <a:cubicBezTo>
                  <a:pt x="13" y="61"/>
                  <a:pt x="0" y="92"/>
                  <a:pt x="0" y="126"/>
                </a:cubicBezTo>
                <a:cubicBezTo>
                  <a:pt x="0" y="159"/>
                  <a:pt x="13" y="190"/>
                  <a:pt x="37" y="214"/>
                </a:cubicBezTo>
                <a:cubicBezTo>
                  <a:pt x="60" y="237"/>
                  <a:pt x="92" y="250"/>
                  <a:pt x="126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8" name=""/>
          <p:cNvSpPr/>
          <p:nvPr/>
        </p:nvSpPr>
        <p:spPr>
          <a:xfrm>
            <a:off x="4275720" y="474696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4" y="251"/>
                </a:moveTo>
                <a:cubicBezTo>
                  <a:pt x="157" y="251"/>
                  <a:pt x="189" y="238"/>
                  <a:pt x="214" y="214"/>
                </a:cubicBezTo>
                <a:cubicBezTo>
                  <a:pt x="237" y="191"/>
                  <a:pt x="250" y="159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89" y="14"/>
                  <a:pt x="157" y="0"/>
                  <a:pt x="124" y="0"/>
                </a:cubicBezTo>
                <a:cubicBezTo>
                  <a:pt x="91" y="0"/>
                  <a:pt x="60" y="14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9"/>
                  <a:pt x="13" y="191"/>
                  <a:pt x="36" y="214"/>
                </a:cubicBezTo>
                <a:cubicBezTo>
                  <a:pt x="60" y="238"/>
                  <a:pt x="91" y="251"/>
                  <a:pt x="124" y="251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89" name=""/>
          <p:cNvSpPr/>
          <p:nvPr/>
        </p:nvSpPr>
        <p:spPr>
          <a:xfrm>
            <a:off x="4009680" y="449856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4" y="250"/>
                </a:moveTo>
                <a:cubicBezTo>
                  <a:pt x="158" y="250"/>
                  <a:pt x="189" y="237"/>
                  <a:pt x="214" y="213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59"/>
                  <a:pt x="214" y="36"/>
                </a:cubicBezTo>
                <a:cubicBezTo>
                  <a:pt x="189" y="13"/>
                  <a:pt x="158" y="0"/>
                  <a:pt x="124" y="0"/>
                </a:cubicBezTo>
                <a:cubicBezTo>
                  <a:pt x="91" y="0"/>
                  <a:pt x="60" y="13"/>
                  <a:pt x="36" y="36"/>
                </a:cubicBezTo>
                <a:cubicBezTo>
                  <a:pt x="13" y="59"/>
                  <a:pt x="0" y="92"/>
                  <a:pt x="0" y="125"/>
                </a:cubicBezTo>
                <a:cubicBezTo>
                  <a:pt x="0" y="158"/>
                  <a:pt x="13" y="190"/>
                  <a:pt x="36" y="213"/>
                </a:cubicBezTo>
                <a:cubicBezTo>
                  <a:pt x="60" y="237"/>
                  <a:pt x="91" y="250"/>
                  <a:pt x="124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0" name=""/>
          <p:cNvSpPr/>
          <p:nvPr/>
        </p:nvSpPr>
        <p:spPr>
          <a:xfrm>
            <a:off x="4413240" y="449856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6" y="250"/>
                </a:moveTo>
                <a:cubicBezTo>
                  <a:pt x="159" y="250"/>
                  <a:pt x="191" y="237"/>
                  <a:pt x="214" y="213"/>
                </a:cubicBezTo>
                <a:cubicBezTo>
                  <a:pt x="238" y="190"/>
                  <a:pt x="251" y="158"/>
                  <a:pt x="251" y="125"/>
                </a:cubicBezTo>
                <a:cubicBezTo>
                  <a:pt x="251" y="92"/>
                  <a:pt x="238" y="59"/>
                  <a:pt x="214" y="36"/>
                </a:cubicBezTo>
                <a:cubicBezTo>
                  <a:pt x="191" y="13"/>
                  <a:pt x="159" y="0"/>
                  <a:pt x="126" y="0"/>
                </a:cubicBezTo>
                <a:cubicBezTo>
                  <a:pt x="93" y="0"/>
                  <a:pt x="60" y="13"/>
                  <a:pt x="37" y="36"/>
                </a:cubicBezTo>
                <a:cubicBezTo>
                  <a:pt x="14" y="59"/>
                  <a:pt x="0" y="92"/>
                  <a:pt x="0" y="125"/>
                </a:cubicBezTo>
                <a:cubicBezTo>
                  <a:pt x="0" y="158"/>
                  <a:pt x="14" y="190"/>
                  <a:pt x="37" y="213"/>
                </a:cubicBezTo>
                <a:cubicBezTo>
                  <a:pt x="60" y="237"/>
                  <a:pt x="93" y="250"/>
                  <a:pt x="126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1" name=""/>
          <p:cNvSpPr/>
          <p:nvPr/>
        </p:nvSpPr>
        <p:spPr>
          <a:xfrm>
            <a:off x="4016520" y="337932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8" y="250"/>
                  <a:pt x="191" y="237"/>
                  <a:pt x="214" y="213"/>
                </a:cubicBezTo>
                <a:cubicBezTo>
                  <a:pt x="237" y="189"/>
                  <a:pt x="250" y="157"/>
                  <a:pt x="250" y="124"/>
                </a:cubicBezTo>
                <a:cubicBezTo>
                  <a:pt x="250" y="91"/>
                  <a:pt x="237" y="59"/>
                  <a:pt x="214" y="36"/>
                </a:cubicBezTo>
                <a:cubicBezTo>
                  <a:pt x="191" y="13"/>
                  <a:pt x="158" y="0"/>
                  <a:pt x="125" y="0"/>
                </a:cubicBezTo>
                <a:cubicBezTo>
                  <a:pt x="92" y="0"/>
                  <a:pt x="60" y="13"/>
                  <a:pt x="37" y="36"/>
                </a:cubicBezTo>
                <a:cubicBezTo>
                  <a:pt x="13" y="59"/>
                  <a:pt x="0" y="91"/>
                  <a:pt x="0" y="124"/>
                </a:cubicBezTo>
                <a:cubicBezTo>
                  <a:pt x="0" y="157"/>
                  <a:pt x="13" y="189"/>
                  <a:pt x="37" y="213"/>
                </a:cubicBezTo>
                <a:cubicBezTo>
                  <a:pt x="60" y="237"/>
                  <a:pt x="92" y="250"/>
                  <a:pt x="125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2" name=""/>
          <p:cNvSpPr/>
          <p:nvPr/>
        </p:nvSpPr>
        <p:spPr>
          <a:xfrm>
            <a:off x="4353480" y="387648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8" y="251"/>
                  <a:pt x="190" y="238"/>
                  <a:pt x="213" y="214"/>
                </a:cubicBezTo>
                <a:cubicBezTo>
                  <a:pt x="237" y="191"/>
                  <a:pt x="250" y="159"/>
                  <a:pt x="250" y="126"/>
                </a:cubicBezTo>
                <a:cubicBezTo>
                  <a:pt x="250" y="93"/>
                  <a:pt x="237" y="60"/>
                  <a:pt x="213" y="37"/>
                </a:cubicBezTo>
                <a:cubicBezTo>
                  <a:pt x="190" y="13"/>
                  <a:pt x="158" y="0"/>
                  <a:pt x="125" y="0"/>
                </a:cubicBezTo>
                <a:cubicBezTo>
                  <a:pt x="92" y="0"/>
                  <a:pt x="60" y="13"/>
                  <a:pt x="37" y="37"/>
                </a:cubicBezTo>
                <a:cubicBezTo>
                  <a:pt x="13" y="60"/>
                  <a:pt x="0" y="93"/>
                  <a:pt x="0" y="126"/>
                </a:cubicBezTo>
                <a:cubicBezTo>
                  <a:pt x="0" y="159"/>
                  <a:pt x="13" y="191"/>
                  <a:pt x="37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3" name=""/>
          <p:cNvSpPr/>
          <p:nvPr/>
        </p:nvSpPr>
        <p:spPr>
          <a:xfrm>
            <a:off x="4332240" y="375228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6" y="250"/>
                </a:moveTo>
                <a:cubicBezTo>
                  <a:pt x="159" y="250"/>
                  <a:pt x="191" y="237"/>
                  <a:pt x="214" y="214"/>
                </a:cubicBezTo>
                <a:cubicBezTo>
                  <a:pt x="237" y="190"/>
                  <a:pt x="251" y="158"/>
                  <a:pt x="251" y="125"/>
                </a:cubicBezTo>
                <a:cubicBezTo>
                  <a:pt x="251" y="92"/>
                  <a:pt x="237" y="60"/>
                  <a:pt x="214" y="36"/>
                </a:cubicBezTo>
                <a:cubicBezTo>
                  <a:pt x="191" y="13"/>
                  <a:pt x="159" y="0"/>
                  <a:pt x="126" y="0"/>
                </a:cubicBezTo>
                <a:cubicBezTo>
                  <a:pt x="93" y="0"/>
                  <a:pt x="61" y="13"/>
                  <a:pt x="37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0"/>
                  <a:pt x="37" y="214"/>
                </a:cubicBezTo>
                <a:cubicBezTo>
                  <a:pt x="61" y="237"/>
                  <a:pt x="93" y="250"/>
                  <a:pt x="126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4" name=""/>
          <p:cNvSpPr/>
          <p:nvPr/>
        </p:nvSpPr>
        <p:spPr>
          <a:xfrm>
            <a:off x="4392720" y="412524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6" y="251"/>
                </a:moveTo>
                <a:cubicBezTo>
                  <a:pt x="159" y="251"/>
                  <a:pt x="191" y="238"/>
                  <a:pt x="214" y="214"/>
                </a:cubicBezTo>
                <a:cubicBezTo>
                  <a:pt x="237" y="191"/>
                  <a:pt x="250" y="159"/>
                  <a:pt x="250" y="126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1" y="13"/>
                  <a:pt x="159" y="0"/>
                  <a:pt x="126" y="0"/>
                </a:cubicBezTo>
                <a:cubicBezTo>
                  <a:pt x="92" y="0"/>
                  <a:pt x="60" y="13"/>
                  <a:pt x="37" y="37"/>
                </a:cubicBezTo>
                <a:cubicBezTo>
                  <a:pt x="13" y="60"/>
                  <a:pt x="0" y="92"/>
                  <a:pt x="0" y="126"/>
                </a:cubicBezTo>
                <a:cubicBezTo>
                  <a:pt x="0" y="159"/>
                  <a:pt x="13" y="191"/>
                  <a:pt x="37" y="214"/>
                </a:cubicBezTo>
                <a:cubicBezTo>
                  <a:pt x="60" y="238"/>
                  <a:pt x="92" y="251"/>
                  <a:pt x="126" y="251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5" name=""/>
          <p:cNvSpPr/>
          <p:nvPr/>
        </p:nvSpPr>
        <p:spPr>
          <a:xfrm>
            <a:off x="4119480" y="4249800"/>
            <a:ext cx="90360" cy="90000"/>
          </a:xfrm>
          <a:custGeom>
            <a:avLst/>
            <a:gdLst/>
            <a:ahLst/>
            <a:rect l="0" t="0" r="r" b="b"/>
            <a:pathLst>
              <a:path w="251" h="250">
                <a:moveTo>
                  <a:pt x="125" y="250"/>
                </a:moveTo>
                <a:cubicBezTo>
                  <a:pt x="159" y="250"/>
                  <a:pt x="191" y="237"/>
                  <a:pt x="214" y="214"/>
                </a:cubicBezTo>
                <a:cubicBezTo>
                  <a:pt x="238" y="190"/>
                  <a:pt x="251" y="158"/>
                  <a:pt x="251" y="125"/>
                </a:cubicBezTo>
                <a:cubicBezTo>
                  <a:pt x="251" y="92"/>
                  <a:pt x="238" y="61"/>
                  <a:pt x="214" y="37"/>
                </a:cubicBezTo>
                <a:cubicBezTo>
                  <a:pt x="191" y="13"/>
                  <a:pt x="159" y="0"/>
                  <a:pt x="125" y="0"/>
                </a:cubicBezTo>
                <a:cubicBezTo>
                  <a:pt x="92" y="0"/>
                  <a:pt x="60" y="13"/>
                  <a:pt x="37" y="37"/>
                </a:cubicBezTo>
                <a:cubicBezTo>
                  <a:pt x="14" y="61"/>
                  <a:pt x="0" y="92"/>
                  <a:pt x="0" y="125"/>
                </a:cubicBezTo>
                <a:cubicBezTo>
                  <a:pt x="0" y="158"/>
                  <a:pt x="14" y="190"/>
                  <a:pt x="37" y="214"/>
                </a:cubicBezTo>
                <a:cubicBezTo>
                  <a:pt x="60" y="237"/>
                  <a:pt x="92" y="250"/>
                  <a:pt x="125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6" name=""/>
          <p:cNvSpPr/>
          <p:nvPr/>
        </p:nvSpPr>
        <p:spPr>
          <a:xfrm>
            <a:off x="3980160" y="424980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6" y="250"/>
                </a:moveTo>
                <a:cubicBezTo>
                  <a:pt x="159" y="250"/>
                  <a:pt x="190" y="237"/>
                  <a:pt x="214" y="214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61"/>
                  <a:pt x="214" y="37"/>
                </a:cubicBezTo>
                <a:cubicBezTo>
                  <a:pt x="190" y="13"/>
                  <a:pt x="159" y="0"/>
                  <a:pt x="126" y="0"/>
                </a:cubicBezTo>
                <a:cubicBezTo>
                  <a:pt x="92" y="0"/>
                  <a:pt x="61" y="13"/>
                  <a:pt x="37" y="37"/>
                </a:cubicBezTo>
                <a:cubicBezTo>
                  <a:pt x="13" y="61"/>
                  <a:pt x="0" y="92"/>
                  <a:pt x="0" y="125"/>
                </a:cubicBezTo>
                <a:cubicBezTo>
                  <a:pt x="0" y="158"/>
                  <a:pt x="13" y="190"/>
                  <a:pt x="37" y="214"/>
                </a:cubicBezTo>
                <a:cubicBezTo>
                  <a:pt x="61" y="237"/>
                  <a:pt x="92" y="250"/>
                  <a:pt x="126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7" name=""/>
          <p:cNvSpPr/>
          <p:nvPr/>
        </p:nvSpPr>
        <p:spPr>
          <a:xfrm>
            <a:off x="4111920" y="456048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5" y="251"/>
                </a:moveTo>
                <a:cubicBezTo>
                  <a:pt x="159" y="251"/>
                  <a:pt x="190" y="238"/>
                  <a:pt x="214" y="214"/>
                </a:cubicBezTo>
                <a:cubicBezTo>
                  <a:pt x="237" y="191"/>
                  <a:pt x="250" y="159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0" y="13"/>
                  <a:pt x="159" y="0"/>
                  <a:pt x="125" y="0"/>
                </a:cubicBezTo>
                <a:cubicBezTo>
                  <a:pt x="92" y="0"/>
                  <a:pt x="60" y="13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9"/>
                  <a:pt x="13" y="191"/>
                  <a:pt x="36" y="214"/>
                </a:cubicBezTo>
                <a:cubicBezTo>
                  <a:pt x="60" y="238"/>
                  <a:pt x="92" y="251"/>
                  <a:pt x="125" y="251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8" name=""/>
          <p:cNvSpPr/>
          <p:nvPr/>
        </p:nvSpPr>
        <p:spPr>
          <a:xfrm>
            <a:off x="4323960" y="462276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8" y="250"/>
                  <a:pt x="190" y="237"/>
                  <a:pt x="214" y="213"/>
                </a:cubicBezTo>
                <a:cubicBezTo>
                  <a:pt x="237" y="189"/>
                  <a:pt x="250" y="158"/>
                  <a:pt x="250" y="125"/>
                </a:cubicBezTo>
                <a:cubicBezTo>
                  <a:pt x="250" y="92"/>
                  <a:pt x="237" y="60"/>
                  <a:pt x="214" y="36"/>
                </a:cubicBezTo>
                <a:cubicBezTo>
                  <a:pt x="190" y="13"/>
                  <a:pt x="158" y="0"/>
                  <a:pt x="125" y="0"/>
                </a:cubicBezTo>
                <a:cubicBezTo>
                  <a:pt x="92" y="0"/>
                  <a:pt x="60" y="13"/>
                  <a:pt x="36" y="36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89"/>
                  <a:pt x="36" y="213"/>
                </a:cubicBezTo>
                <a:cubicBezTo>
                  <a:pt x="60" y="237"/>
                  <a:pt x="92" y="250"/>
                  <a:pt x="125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99" name=""/>
          <p:cNvSpPr/>
          <p:nvPr/>
        </p:nvSpPr>
        <p:spPr>
          <a:xfrm>
            <a:off x="4055400" y="350352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6" y="250"/>
                </a:moveTo>
                <a:cubicBezTo>
                  <a:pt x="159" y="250"/>
                  <a:pt x="190" y="237"/>
                  <a:pt x="214" y="214"/>
                </a:cubicBezTo>
                <a:cubicBezTo>
                  <a:pt x="237" y="191"/>
                  <a:pt x="250" y="159"/>
                  <a:pt x="250" y="126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90" y="13"/>
                  <a:pt x="159" y="0"/>
                  <a:pt x="126" y="0"/>
                </a:cubicBezTo>
                <a:cubicBezTo>
                  <a:pt x="93" y="0"/>
                  <a:pt x="60" y="13"/>
                  <a:pt x="37" y="37"/>
                </a:cubicBezTo>
                <a:cubicBezTo>
                  <a:pt x="13" y="60"/>
                  <a:pt x="0" y="92"/>
                  <a:pt x="0" y="126"/>
                </a:cubicBezTo>
                <a:cubicBezTo>
                  <a:pt x="0" y="159"/>
                  <a:pt x="13" y="191"/>
                  <a:pt x="37" y="214"/>
                </a:cubicBezTo>
                <a:cubicBezTo>
                  <a:pt x="60" y="237"/>
                  <a:pt x="93" y="250"/>
                  <a:pt x="126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0" name=""/>
          <p:cNvSpPr/>
          <p:nvPr/>
        </p:nvSpPr>
        <p:spPr>
          <a:xfrm>
            <a:off x="4187160" y="4374000"/>
            <a:ext cx="90000" cy="90360"/>
          </a:xfrm>
          <a:custGeom>
            <a:avLst/>
            <a:gdLst/>
            <a:ahLst/>
            <a:rect l="0" t="0" r="r" b="b"/>
            <a:pathLst>
              <a:path w="250" h="251">
                <a:moveTo>
                  <a:pt x="124" y="251"/>
                </a:moveTo>
                <a:cubicBezTo>
                  <a:pt x="158" y="251"/>
                  <a:pt x="189" y="237"/>
                  <a:pt x="214" y="214"/>
                </a:cubicBezTo>
                <a:cubicBezTo>
                  <a:pt x="237" y="191"/>
                  <a:pt x="250" y="158"/>
                  <a:pt x="250" y="125"/>
                </a:cubicBezTo>
                <a:cubicBezTo>
                  <a:pt x="250" y="92"/>
                  <a:pt x="237" y="60"/>
                  <a:pt x="214" y="37"/>
                </a:cubicBezTo>
                <a:cubicBezTo>
                  <a:pt x="189" y="13"/>
                  <a:pt x="158" y="0"/>
                  <a:pt x="124" y="0"/>
                </a:cubicBezTo>
                <a:cubicBezTo>
                  <a:pt x="91" y="0"/>
                  <a:pt x="60" y="13"/>
                  <a:pt x="36" y="37"/>
                </a:cubicBezTo>
                <a:cubicBezTo>
                  <a:pt x="13" y="60"/>
                  <a:pt x="0" y="92"/>
                  <a:pt x="0" y="125"/>
                </a:cubicBezTo>
                <a:cubicBezTo>
                  <a:pt x="0" y="158"/>
                  <a:pt x="13" y="191"/>
                  <a:pt x="36" y="214"/>
                </a:cubicBezTo>
                <a:cubicBezTo>
                  <a:pt x="60" y="237"/>
                  <a:pt x="91" y="251"/>
                  <a:pt x="124" y="251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1" name=""/>
          <p:cNvSpPr/>
          <p:nvPr/>
        </p:nvSpPr>
        <p:spPr>
          <a:xfrm>
            <a:off x="4131720" y="4249800"/>
            <a:ext cx="90000" cy="90000"/>
          </a:xfrm>
          <a:custGeom>
            <a:avLst/>
            <a:gdLst/>
            <a:ahLst/>
            <a:rect l="0" t="0" r="r" b="b"/>
            <a:pathLst>
              <a:path w="250" h="250">
                <a:moveTo>
                  <a:pt x="125" y="250"/>
                </a:moveTo>
                <a:cubicBezTo>
                  <a:pt x="158" y="250"/>
                  <a:pt x="190" y="237"/>
                  <a:pt x="213" y="214"/>
                </a:cubicBezTo>
                <a:cubicBezTo>
                  <a:pt x="237" y="190"/>
                  <a:pt x="250" y="158"/>
                  <a:pt x="250" y="125"/>
                </a:cubicBezTo>
                <a:cubicBezTo>
                  <a:pt x="250" y="92"/>
                  <a:pt x="237" y="61"/>
                  <a:pt x="213" y="37"/>
                </a:cubicBezTo>
                <a:cubicBezTo>
                  <a:pt x="190" y="13"/>
                  <a:pt x="158" y="0"/>
                  <a:pt x="125" y="0"/>
                </a:cubicBezTo>
                <a:cubicBezTo>
                  <a:pt x="91" y="0"/>
                  <a:pt x="59" y="13"/>
                  <a:pt x="36" y="37"/>
                </a:cubicBezTo>
                <a:cubicBezTo>
                  <a:pt x="13" y="61"/>
                  <a:pt x="0" y="92"/>
                  <a:pt x="0" y="125"/>
                </a:cubicBezTo>
                <a:cubicBezTo>
                  <a:pt x="0" y="158"/>
                  <a:pt x="13" y="190"/>
                  <a:pt x="36" y="214"/>
                </a:cubicBezTo>
                <a:cubicBezTo>
                  <a:pt x="59" y="237"/>
                  <a:pt x="91" y="250"/>
                  <a:pt x="125" y="250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02" name=""/>
          <p:cNvSpPr/>
          <p:nvPr/>
        </p:nvSpPr>
        <p:spPr>
          <a:xfrm>
            <a:off x="703080" y="4419000"/>
            <a:ext cx="1400760" cy="0"/>
          </a:xfrm>
          <a:prstGeom prst="line">
            <a:avLst/>
          </a:prstGeom>
          <a:ln cap="sq" w="3168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3" name=""/>
          <p:cNvSpPr/>
          <p:nvPr/>
        </p:nvSpPr>
        <p:spPr>
          <a:xfrm>
            <a:off x="3504240" y="4294440"/>
            <a:ext cx="1400400" cy="0"/>
          </a:xfrm>
          <a:prstGeom prst="line">
            <a:avLst/>
          </a:prstGeom>
          <a:ln cap="sq" w="31680">
            <a:solidFill>
              <a:srgbClr val="c53e1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4" name=""/>
          <p:cNvSpPr/>
          <p:nvPr/>
        </p:nvSpPr>
        <p:spPr>
          <a:xfrm flipV="1">
            <a:off x="493200" y="2963880"/>
            <a:ext cx="0" cy="19152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05" name=""/>
          <p:cNvSpPr/>
          <p:nvPr/>
        </p:nvSpPr>
        <p:spPr>
          <a:xfrm>
            <a:off x="493200" y="4879080"/>
            <a:ext cx="46216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06" name=""/>
          <p:cNvSpPr/>
          <p:nvPr/>
        </p:nvSpPr>
        <p:spPr>
          <a:xfrm>
            <a:off x="2466360" y="2964240"/>
            <a:ext cx="675360" cy="199440"/>
          </a:xfrm>
          <a:custGeom>
            <a:avLst/>
            <a:gdLst/>
            <a:ahLst/>
            <a:rect l="0" t="0" r="r" b="b"/>
            <a:pathLst>
              <a:path w="1876" h="554">
                <a:moveTo>
                  <a:pt x="106" y="554"/>
                </a:moveTo>
                <a:lnTo>
                  <a:pt x="1771" y="554"/>
                </a:lnTo>
                <a:cubicBezTo>
                  <a:pt x="1841" y="554"/>
                  <a:pt x="1876" y="518"/>
                  <a:pt x="1876" y="448"/>
                </a:cubicBezTo>
                <a:lnTo>
                  <a:pt x="1876" y="106"/>
                </a:lnTo>
                <a:cubicBezTo>
                  <a:pt x="1876" y="35"/>
                  <a:pt x="1841" y="0"/>
                  <a:pt x="1771" y="0"/>
                </a:cubicBezTo>
                <a:lnTo>
                  <a:pt x="106" y="0"/>
                </a:lnTo>
                <a:cubicBezTo>
                  <a:pt x="35" y="0"/>
                  <a:pt x="0" y="35"/>
                  <a:pt x="0" y="106"/>
                </a:cubicBezTo>
                <a:lnTo>
                  <a:pt x="0" y="448"/>
                </a:lnTo>
                <a:cubicBezTo>
                  <a:pt x="0" y="518"/>
                  <a:pt x="35" y="554"/>
                  <a:pt x="106" y="554"/>
                </a:cubicBezTo>
                <a:close/>
              </a:path>
            </a:pathLst>
          </a:custGeom>
          <a:solidFill>
            <a:srgbClr val="ffffff"/>
          </a:solidFill>
          <a:ln w="7560">
            <a:solidFill>
              <a:srgbClr val="0e2a47"/>
            </a:solidFill>
            <a:miter/>
          </a:ln>
        </p:spPr>
      </p:sp>
      <p:sp>
        <p:nvSpPr>
          <p:cNvPr id="507" name=""/>
          <p:cNvSpPr txBox="1"/>
          <p:nvPr/>
        </p:nvSpPr>
        <p:spPr>
          <a:xfrm rot="16200000">
            <a:off x="-771480" y="3846600"/>
            <a:ext cx="1832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HRD sum  (LST + LOH + TAI)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08" name=""/>
          <p:cNvSpPr/>
          <p:nvPr/>
        </p:nvSpPr>
        <p:spPr>
          <a:xfrm>
            <a:off x="6270120" y="2963880"/>
            <a:ext cx="3081600" cy="1915560"/>
          </a:xfrm>
          <a:custGeom>
            <a:avLst/>
            <a:gdLst/>
            <a:ahLst/>
            <a:rect l="0" t="0" r="r" b="b"/>
            <a:pathLst>
              <a:path w="8560" h="5321">
                <a:moveTo>
                  <a:pt x="0" y="5321"/>
                </a:moveTo>
                <a:lnTo>
                  <a:pt x="8560" y="5321"/>
                </a:lnTo>
                <a:lnTo>
                  <a:pt x="8560" y="0"/>
                </a:lnTo>
                <a:lnTo>
                  <a:pt x="0" y="0"/>
                </a:lnTo>
                <a:lnTo>
                  <a:pt x="0" y="532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509" name=""/>
          <p:cNvSpPr/>
          <p:nvPr/>
        </p:nvSpPr>
        <p:spPr>
          <a:xfrm>
            <a:off x="6727320" y="4879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0" name=""/>
          <p:cNvSpPr/>
          <p:nvPr/>
        </p:nvSpPr>
        <p:spPr>
          <a:xfrm>
            <a:off x="6727320" y="4879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1" name=""/>
          <p:cNvSpPr txBox="1"/>
          <p:nvPr/>
        </p:nvSpPr>
        <p:spPr>
          <a:xfrm>
            <a:off x="2504520" y="2981160"/>
            <a:ext cx="599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p = 0.62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12" name=""/>
          <p:cNvSpPr/>
          <p:nvPr/>
        </p:nvSpPr>
        <p:spPr>
          <a:xfrm>
            <a:off x="7318800" y="4879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3" name=""/>
          <p:cNvSpPr/>
          <p:nvPr/>
        </p:nvSpPr>
        <p:spPr>
          <a:xfrm>
            <a:off x="7318800" y="4879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4" name=""/>
          <p:cNvSpPr txBox="1"/>
          <p:nvPr/>
        </p:nvSpPr>
        <p:spPr>
          <a:xfrm>
            <a:off x="6636600" y="49428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15" name=""/>
          <p:cNvSpPr/>
          <p:nvPr/>
        </p:nvSpPr>
        <p:spPr>
          <a:xfrm>
            <a:off x="7909920" y="4879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6" name=""/>
          <p:cNvSpPr/>
          <p:nvPr/>
        </p:nvSpPr>
        <p:spPr>
          <a:xfrm>
            <a:off x="7909920" y="4879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7" name=""/>
          <p:cNvSpPr txBox="1"/>
          <p:nvPr/>
        </p:nvSpPr>
        <p:spPr>
          <a:xfrm>
            <a:off x="7227720" y="49428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18" name=""/>
          <p:cNvSpPr/>
          <p:nvPr/>
        </p:nvSpPr>
        <p:spPr>
          <a:xfrm>
            <a:off x="8501400" y="4879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9" name=""/>
          <p:cNvSpPr/>
          <p:nvPr/>
        </p:nvSpPr>
        <p:spPr>
          <a:xfrm>
            <a:off x="8501400" y="4879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0" name=""/>
          <p:cNvSpPr txBox="1"/>
          <p:nvPr/>
        </p:nvSpPr>
        <p:spPr>
          <a:xfrm>
            <a:off x="7819200" y="49428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1" name=""/>
          <p:cNvSpPr/>
          <p:nvPr/>
        </p:nvSpPr>
        <p:spPr>
          <a:xfrm>
            <a:off x="9092880" y="487908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2" name=""/>
          <p:cNvSpPr/>
          <p:nvPr/>
        </p:nvSpPr>
        <p:spPr>
          <a:xfrm>
            <a:off x="9092880" y="487908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3" name=""/>
          <p:cNvSpPr txBox="1"/>
          <p:nvPr/>
        </p:nvSpPr>
        <p:spPr>
          <a:xfrm>
            <a:off x="8410680" y="49428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4" name=""/>
          <p:cNvSpPr txBox="1"/>
          <p:nvPr/>
        </p:nvSpPr>
        <p:spPr>
          <a:xfrm>
            <a:off x="9002160" y="49428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5" name=""/>
          <p:cNvSpPr/>
          <p:nvPr/>
        </p:nvSpPr>
        <p:spPr>
          <a:xfrm>
            <a:off x="6231960" y="4667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6" name=""/>
          <p:cNvSpPr/>
          <p:nvPr/>
        </p:nvSpPr>
        <p:spPr>
          <a:xfrm flipH="1">
            <a:off x="6231960" y="4667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7" name=""/>
          <p:cNvSpPr txBox="1"/>
          <p:nvPr/>
        </p:nvSpPr>
        <p:spPr>
          <a:xfrm>
            <a:off x="6841800" y="5101920"/>
            <a:ext cx="1933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CIN  (fraction genome altered)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28" name=""/>
          <p:cNvSpPr/>
          <p:nvPr/>
        </p:nvSpPr>
        <p:spPr>
          <a:xfrm>
            <a:off x="6231960" y="4356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29" name=""/>
          <p:cNvSpPr/>
          <p:nvPr/>
        </p:nvSpPr>
        <p:spPr>
          <a:xfrm flipH="1">
            <a:off x="6231960" y="4356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0" name=""/>
          <p:cNvSpPr txBox="1"/>
          <p:nvPr/>
        </p:nvSpPr>
        <p:spPr>
          <a:xfrm>
            <a:off x="6042240" y="46051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31" name=""/>
          <p:cNvSpPr/>
          <p:nvPr/>
        </p:nvSpPr>
        <p:spPr>
          <a:xfrm>
            <a:off x="6231960" y="4045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2" name=""/>
          <p:cNvSpPr/>
          <p:nvPr/>
        </p:nvSpPr>
        <p:spPr>
          <a:xfrm flipH="1">
            <a:off x="6231960" y="4045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3" name=""/>
          <p:cNvSpPr txBox="1"/>
          <p:nvPr/>
        </p:nvSpPr>
        <p:spPr>
          <a:xfrm>
            <a:off x="6042240" y="42944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34" name=""/>
          <p:cNvSpPr/>
          <p:nvPr/>
        </p:nvSpPr>
        <p:spPr>
          <a:xfrm>
            <a:off x="6231960" y="3735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5" name=""/>
          <p:cNvSpPr/>
          <p:nvPr/>
        </p:nvSpPr>
        <p:spPr>
          <a:xfrm flipH="1">
            <a:off x="6231960" y="3735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6" name=""/>
          <p:cNvSpPr txBox="1"/>
          <p:nvPr/>
        </p:nvSpPr>
        <p:spPr>
          <a:xfrm>
            <a:off x="6042240" y="39834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37" name=""/>
          <p:cNvSpPr/>
          <p:nvPr/>
        </p:nvSpPr>
        <p:spPr>
          <a:xfrm>
            <a:off x="6231960" y="3423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8" name=""/>
          <p:cNvSpPr/>
          <p:nvPr/>
        </p:nvSpPr>
        <p:spPr>
          <a:xfrm flipH="1">
            <a:off x="6231960" y="3423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9" name=""/>
          <p:cNvSpPr txBox="1"/>
          <p:nvPr/>
        </p:nvSpPr>
        <p:spPr>
          <a:xfrm>
            <a:off x="6042240" y="36723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40" name=""/>
          <p:cNvSpPr/>
          <p:nvPr/>
        </p:nvSpPr>
        <p:spPr>
          <a:xfrm>
            <a:off x="6231960" y="3113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1" name=""/>
          <p:cNvSpPr/>
          <p:nvPr/>
        </p:nvSpPr>
        <p:spPr>
          <a:xfrm flipH="1">
            <a:off x="6231960" y="3113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2" name=""/>
          <p:cNvSpPr txBox="1"/>
          <p:nvPr/>
        </p:nvSpPr>
        <p:spPr>
          <a:xfrm>
            <a:off x="6042240" y="33616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43" name=""/>
          <p:cNvSpPr txBox="1"/>
          <p:nvPr/>
        </p:nvSpPr>
        <p:spPr>
          <a:xfrm>
            <a:off x="6042240" y="30506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44" name=""/>
          <p:cNvSpPr/>
          <p:nvPr/>
        </p:nvSpPr>
        <p:spPr>
          <a:xfrm>
            <a:off x="7141680" y="41230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5" name=""/>
          <p:cNvSpPr/>
          <p:nvPr/>
        </p:nvSpPr>
        <p:spPr>
          <a:xfrm>
            <a:off x="7010280" y="424764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5" y="262"/>
                  <a:pt x="199" y="248"/>
                  <a:pt x="223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2"/>
                  <a:pt x="223" y="38"/>
                </a:cubicBezTo>
                <a:cubicBezTo>
                  <a:pt x="199" y="13"/>
                  <a:pt x="165" y="0"/>
                  <a:pt x="131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2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6" name=""/>
          <p:cNvSpPr/>
          <p:nvPr/>
        </p:nvSpPr>
        <p:spPr>
          <a:xfrm>
            <a:off x="6725160" y="45583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5" y="263"/>
                  <a:pt x="199" y="248"/>
                  <a:pt x="223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3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3" y="248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7" name=""/>
          <p:cNvSpPr/>
          <p:nvPr/>
        </p:nvSpPr>
        <p:spPr>
          <a:xfrm>
            <a:off x="6726600" y="45583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5" y="263"/>
                  <a:pt x="199" y="248"/>
                  <a:pt x="223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3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3" y="248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48" name=""/>
          <p:cNvSpPr/>
          <p:nvPr/>
        </p:nvSpPr>
        <p:spPr>
          <a:xfrm>
            <a:off x="6652080" y="44960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0" y="263"/>
                </a:moveTo>
                <a:cubicBezTo>
                  <a:pt x="165" y="263"/>
                  <a:pt x="199" y="249"/>
                  <a:pt x="224" y="225"/>
                </a:cubicBezTo>
                <a:cubicBezTo>
                  <a:pt x="248" y="200"/>
                  <a:pt x="262" y="166"/>
                  <a:pt x="262" y="131"/>
                </a:cubicBezTo>
                <a:cubicBezTo>
                  <a:pt x="262" y="97"/>
                  <a:pt x="248" y="63"/>
                  <a:pt x="224" y="39"/>
                </a:cubicBezTo>
                <a:cubicBezTo>
                  <a:pt x="199" y="14"/>
                  <a:pt x="165" y="0"/>
                  <a:pt x="130" y="0"/>
                </a:cubicBezTo>
                <a:cubicBezTo>
                  <a:pt x="96" y="0"/>
                  <a:pt x="62" y="14"/>
                  <a:pt x="38" y="39"/>
                </a:cubicBezTo>
                <a:cubicBezTo>
                  <a:pt x="13" y="63"/>
                  <a:pt x="0" y="97"/>
                  <a:pt x="0" y="131"/>
                </a:cubicBezTo>
                <a:cubicBezTo>
                  <a:pt x="0" y="166"/>
                  <a:pt x="13" y="200"/>
                  <a:pt x="38" y="225"/>
                </a:cubicBezTo>
                <a:cubicBezTo>
                  <a:pt x="62" y="249"/>
                  <a:pt x="96" y="263"/>
                  <a:pt x="130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0">
            <a:noFill/>
          </a:ln>
        </p:spPr>
      </p:sp>
      <p:sp>
        <p:nvSpPr>
          <p:cNvPr id="549" name=""/>
          <p:cNvSpPr/>
          <p:nvPr/>
        </p:nvSpPr>
        <p:spPr>
          <a:xfrm>
            <a:off x="6652080" y="44960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0" y="263"/>
                </a:moveTo>
                <a:cubicBezTo>
                  <a:pt x="165" y="263"/>
                  <a:pt x="199" y="249"/>
                  <a:pt x="224" y="225"/>
                </a:cubicBezTo>
                <a:cubicBezTo>
                  <a:pt x="248" y="200"/>
                  <a:pt x="262" y="166"/>
                  <a:pt x="262" y="131"/>
                </a:cubicBezTo>
                <a:cubicBezTo>
                  <a:pt x="262" y="97"/>
                  <a:pt x="248" y="63"/>
                  <a:pt x="224" y="39"/>
                </a:cubicBezTo>
                <a:cubicBezTo>
                  <a:pt x="199" y="14"/>
                  <a:pt x="165" y="0"/>
                  <a:pt x="130" y="0"/>
                </a:cubicBezTo>
                <a:cubicBezTo>
                  <a:pt x="96" y="0"/>
                  <a:pt x="62" y="14"/>
                  <a:pt x="38" y="39"/>
                </a:cubicBezTo>
                <a:cubicBezTo>
                  <a:pt x="13" y="63"/>
                  <a:pt x="0" y="97"/>
                  <a:pt x="0" y="131"/>
                </a:cubicBezTo>
                <a:cubicBezTo>
                  <a:pt x="0" y="166"/>
                  <a:pt x="13" y="200"/>
                  <a:pt x="38" y="225"/>
                </a:cubicBezTo>
                <a:cubicBezTo>
                  <a:pt x="62" y="249"/>
                  <a:pt x="96" y="263"/>
                  <a:pt x="130" y="263"/>
                </a:cubicBezTo>
                <a:close/>
              </a:path>
            </a:pathLst>
          </a:custGeom>
          <a:noFill/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0" name=""/>
          <p:cNvSpPr/>
          <p:nvPr/>
        </p:nvSpPr>
        <p:spPr>
          <a:xfrm>
            <a:off x="6871680" y="40608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8"/>
                  <a:pt x="249" y="63"/>
                  <a:pt x="225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3" y="14"/>
                  <a:pt x="39" y="39"/>
                </a:cubicBezTo>
                <a:cubicBezTo>
                  <a:pt x="14" y="63"/>
                  <a:pt x="0" y="98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1" name=""/>
          <p:cNvSpPr/>
          <p:nvPr/>
        </p:nvSpPr>
        <p:spPr>
          <a:xfrm>
            <a:off x="6599520" y="45583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8"/>
                  <a:pt x="224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3" y="248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2" name=""/>
          <p:cNvSpPr/>
          <p:nvPr/>
        </p:nvSpPr>
        <p:spPr>
          <a:xfrm>
            <a:off x="8382960" y="399888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9"/>
                  <a:pt x="224" y="223"/>
                </a:cubicBezTo>
                <a:cubicBezTo>
                  <a:pt x="249" y="198"/>
                  <a:pt x="262" y="165"/>
                  <a:pt x="262" y="130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3"/>
                  <a:pt x="166" y="0"/>
                  <a:pt x="132" y="0"/>
                </a:cubicBezTo>
                <a:cubicBezTo>
                  <a:pt x="97" y="0"/>
                  <a:pt x="63" y="13"/>
                  <a:pt x="38" y="38"/>
                </a:cubicBezTo>
                <a:cubicBezTo>
                  <a:pt x="14" y="63"/>
                  <a:pt x="0" y="96"/>
                  <a:pt x="0" y="130"/>
                </a:cubicBezTo>
                <a:cubicBezTo>
                  <a:pt x="0" y="165"/>
                  <a:pt x="14" y="198"/>
                  <a:pt x="38" y="223"/>
                </a:cubicBezTo>
                <a:cubicBezTo>
                  <a:pt x="63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3" name=""/>
          <p:cNvSpPr/>
          <p:nvPr/>
        </p:nvSpPr>
        <p:spPr>
          <a:xfrm>
            <a:off x="6974640" y="44341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2" y="166"/>
                  <a:pt x="262" y="132"/>
                </a:cubicBezTo>
                <a:cubicBezTo>
                  <a:pt x="262" y="97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3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4" name=""/>
          <p:cNvSpPr/>
          <p:nvPr/>
        </p:nvSpPr>
        <p:spPr>
          <a:xfrm>
            <a:off x="6542280" y="43718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8"/>
                  <a:pt x="223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3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3" y="248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5" name=""/>
          <p:cNvSpPr/>
          <p:nvPr/>
        </p:nvSpPr>
        <p:spPr>
          <a:xfrm>
            <a:off x="6640200" y="46206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5" y="263"/>
                  <a:pt x="199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4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6" name=""/>
          <p:cNvSpPr/>
          <p:nvPr/>
        </p:nvSpPr>
        <p:spPr>
          <a:xfrm>
            <a:off x="7931160" y="36255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7" name=""/>
          <p:cNvSpPr/>
          <p:nvPr/>
        </p:nvSpPr>
        <p:spPr>
          <a:xfrm>
            <a:off x="9164160" y="30038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3" y="224"/>
                </a:cubicBezTo>
                <a:cubicBezTo>
                  <a:pt x="248" y="200"/>
                  <a:pt x="263" y="167"/>
                  <a:pt x="263" y="131"/>
                </a:cubicBezTo>
                <a:cubicBezTo>
                  <a:pt x="263" y="96"/>
                  <a:pt x="248" y="63"/>
                  <a:pt x="223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8" name=""/>
          <p:cNvSpPr/>
          <p:nvPr/>
        </p:nvSpPr>
        <p:spPr>
          <a:xfrm>
            <a:off x="7023600" y="424764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200" y="248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2"/>
                  <a:pt x="224" y="38"/>
                </a:cubicBezTo>
                <a:cubicBezTo>
                  <a:pt x="200" y="13"/>
                  <a:pt x="166" y="0"/>
                  <a:pt x="131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2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59" name=""/>
          <p:cNvSpPr/>
          <p:nvPr/>
        </p:nvSpPr>
        <p:spPr>
          <a:xfrm>
            <a:off x="9012600" y="33768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7"/>
                  <a:pt x="262" y="131"/>
                </a:cubicBezTo>
                <a:cubicBezTo>
                  <a:pt x="262" y="97"/>
                  <a:pt x="249" y="63"/>
                  <a:pt x="224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0" name=""/>
          <p:cNvSpPr/>
          <p:nvPr/>
        </p:nvSpPr>
        <p:spPr>
          <a:xfrm>
            <a:off x="7273800" y="443412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8" y="0"/>
                  <a:pt x="64" y="14"/>
                  <a:pt x="40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40" y="224"/>
                </a:cubicBezTo>
                <a:cubicBezTo>
                  <a:pt x="64" y="249"/>
                  <a:pt x="98" y="262"/>
                  <a:pt x="132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1" name=""/>
          <p:cNvSpPr/>
          <p:nvPr/>
        </p:nvSpPr>
        <p:spPr>
          <a:xfrm>
            <a:off x="6825960" y="43718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8"/>
                  <a:pt x="225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9" y="223"/>
                </a:cubicBezTo>
                <a:cubicBezTo>
                  <a:pt x="63" y="248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2" name=""/>
          <p:cNvSpPr/>
          <p:nvPr/>
        </p:nvSpPr>
        <p:spPr>
          <a:xfrm>
            <a:off x="6685560" y="45583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8"/>
                  <a:pt x="225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9" y="223"/>
                </a:cubicBezTo>
                <a:cubicBezTo>
                  <a:pt x="63" y="248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3" name=""/>
          <p:cNvSpPr/>
          <p:nvPr/>
        </p:nvSpPr>
        <p:spPr>
          <a:xfrm>
            <a:off x="8368200" y="375012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2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4" name=""/>
          <p:cNvSpPr/>
          <p:nvPr/>
        </p:nvSpPr>
        <p:spPr>
          <a:xfrm>
            <a:off x="6716520" y="43095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4" y="39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5" y="63"/>
                  <a:pt x="0" y="96"/>
                  <a:pt x="0" y="131"/>
                </a:cubicBezTo>
                <a:cubicBezTo>
                  <a:pt x="0" y="167"/>
                  <a:pt x="15" y="200"/>
                  <a:pt x="39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5" name=""/>
          <p:cNvSpPr/>
          <p:nvPr/>
        </p:nvSpPr>
        <p:spPr>
          <a:xfrm>
            <a:off x="7556400" y="45583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199" y="248"/>
                  <a:pt x="224" y="223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199" y="14"/>
                  <a:pt x="166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6"/>
                  <a:pt x="13" y="199"/>
                  <a:pt x="39" y="223"/>
                </a:cubicBezTo>
                <a:cubicBezTo>
                  <a:pt x="64" y="248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6" name=""/>
          <p:cNvSpPr/>
          <p:nvPr/>
        </p:nvSpPr>
        <p:spPr>
          <a:xfrm>
            <a:off x="6640920" y="46206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0" y="263"/>
                </a:moveTo>
                <a:cubicBezTo>
                  <a:pt x="165" y="263"/>
                  <a:pt x="198" y="249"/>
                  <a:pt x="224" y="224"/>
                </a:cubicBezTo>
                <a:cubicBezTo>
                  <a:pt x="248" y="200"/>
                  <a:pt x="262" y="166"/>
                  <a:pt x="262" y="132"/>
                </a:cubicBezTo>
                <a:cubicBezTo>
                  <a:pt x="262" y="97"/>
                  <a:pt x="248" y="63"/>
                  <a:pt x="224" y="38"/>
                </a:cubicBezTo>
                <a:cubicBezTo>
                  <a:pt x="198" y="14"/>
                  <a:pt x="165" y="0"/>
                  <a:pt x="130" y="0"/>
                </a:cubicBezTo>
                <a:cubicBezTo>
                  <a:pt x="96" y="0"/>
                  <a:pt x="62" y="14"/>
                  <a:pt x="38" y="38"/>
                </a:cubicBezTo>
                <a:cubicBezTo>
                  <a:pt x="13" y="63"/>
                  <a:pt x="0" y="97"/>
                  <a:pt x="0" y="132"/>
                </a:cubicBezTo>
                <a:cubicBezTo>
                  <a:pt x="0" y="166"/>
                  <a:pt x="13" y="200"/>
                  <a:pt x="38" y="224"/>
                </a:cubicBezTo>
                <a:cubicBezTo>
                  <a:pt x="62" y="249"/>
                  <a:pt x="96" y="263"/>
                  <a:pt x="130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7" name=""/>
          <p:cNvSpPr/>
          <p:nvPr/>
        </p:nvSpPr>
        <p:spPr>
          <a:xfrm>
            <a:off x="8799120" y="37501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5" y="262"/>
                  <a:pt x="199" y="249"/>
                  <a:pt x="224" y="224"/>
                </a:cubicBezTo>
                <a:cubicBezTo>
                  <a:pt x="249" y="200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8" name=""/>
          <p:cNvSpPr/>
          <p:nvPr/>
        </p:nvSpPr>
        <p:spPr>
          <a:xfrm>
            <a:off x="6721920" y="43718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8"/>
                  <a:pt x="223" y="223"/>
                </a:cubicBezTo>
                <a:cubicBezTo>
                  <a:pt x="248" y="199"/>
                  <a:pt x="263" y="166"/>
                  <a:pt x="263" y="131"/>
                </a:cubicBezTo>
                <a:cubicBezTo>
                  <a:pt x="263" y="96"/>
                  <a:pt x="248" y="63"/>
                  <a:pt x="223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3" y="248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69" name=""/>
          <p:cNvSpPr/>
          <p:nvPr/>
        </p:nvSpPr>
        <p:spPr>
          <a:xfrm>
            <a:off x="7220520" y="43095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200" y="249"/>
                  <a:pt x="225" y="225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5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0" name=""/>
          <p:cNvSpPr/>
          <p:nvPr/>
        </p:nvSpPr>
        <p:spPr>
          <a:xfrm>
            <a:off x="7030800" y="418536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0" y="262"/>
                </a:moveTo>
                <a:cubicBezTo>
                  <a:pt x="165" y="262"/>
                  <a:pt x="199" y="248"/>
                  <a:pt x="224" y="223"/>
                </a:cubicBezTo>
                <a:cubicBezTo>
                  <a:pt x="248" y="199"/>
                  <a:pt x="262" y="165"/>
                  <a:pt x="262" y="131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5" y="0"/>
                  <a:pt x="130" y="0"/>
                </a:cubicBezTo>
                <a:cubicBezTo>
                  <a:pt x="96" y="0"/>
                  <a:pt x="62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5"/>
                  <a:pt x="13" y="199"/>
                  <a:pt x="38" y="223"/>
                </a:cubicBezTo>
                <a:cubicBezTo>
                  <a:pt x="62" y="248"/>
                  <a:pt x="96" y="262"/>
                  <a:pt x="130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1" name=""/>
          <p:cNvSpPr/>
          <p:nvPr/>
        </p:nvSpPr>
        <p:spPr>
          <a:xfrm>
            <a:off x="6924960" y="424764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0" y="262"/>
                </a:moveTo>
                <a:cubicBezTo>
                  <a:pt x="165" y="262"/>
                  <a:pt x="198" y="248"/>
                  <a:pt x="224" y="224"/>
                </a:cubicBezTo>
                <a:cubicBezTo>
                  <a:pt x="248" y="199"/>
                  <a:pt x="262" y="166"/>
                  <a:pt x="262" y="131"/>
                </a:cubicBezTo>
                <a:cubicBezTo>
                  <a:pt x="262" y="97"/>
                  <a:pt x="248" y="62"/>
                  <a:pt x="224" y="38"/>
                </a:cubicBezTo>
                <a:cubicBezTo>
                  <a:pt x="198" y="13"/>
                  <a:pt x="165" y="0"/>
                  <a:pt x="130" y="0"/>
                </a:cubicBezTo>
                <a:cubicBezTo>
                  <a:pt x="96" y="0"/>
                  <a:pt x="62" y="13"/>
                  <a:pt x="38" y="38"/>
                </a:cubicBezTo>
                <a:cubicBezTo>
                  <a:pt x="13" y="62"/>
                  <a:pt x="0" y="97"/>
                  <a:pt x="0" y="131"/>
                </a:cubicBezTo>
                <a:cubicBezTo>
                  <a:pt x="0" y="166"/>
                  <a:pt x="13" y="199"/>
                  <a:pt x="38" y="224"/>
                </a:cubicBezTo>
                <a:cubicBezTo>
                  <a:pt x="62" y="248"/>
                  <a:pt x="96" y="262"/>
                  <a:pt x="130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2" name=""/>
          <p:cNvSpPr/>
          <p:nvPr/>
        </p:nvSpPr>
        <p:spPr>
          <a:xfrm>
            <a:off x="8152200" y="41230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0" y="263"/>
                </a:moveTo>
                <a:cubicBezTo>
                  <a:pt x="165" y="263"/>
                  <a:pt x="199" y="249"/>
                  <a:pt x="224" y="224"/>
                </a:cubicBezTo>
                <a:cubicBezTo>
                  <a:pt x="248" y="200"/>
                  <a:pt x="262" y="167"/>
                  <a:pt x="262" y="131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5" y="0"/>
                  <a:pt x="130" y="0"/>
                </a:cubicBezTo>
                <a:cubicBezTo>
                  <a:pt x="96" y="0"/>
                  <a:pt x="62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2" y="249"/>
                  <a:pt x="96" y="263"/>
                  <a:pt x="130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3" name=""/>
          <p:cNvSpPr/>
          <p:nvPr/>
        </p:nvSpPr>
        <p:spPr>
          <a:xfrm>
            <a:off x="8587440" y="37501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4" name=""/>
          <p:cNvSpPr/>
          <p:nvPr/>
        </p:nvSpPr>
        <p:spPr>
          <a:xfrm>
            <a:off x="7905240" y="41853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8"/>
                  <a:pt x="225" y="223"/>
                </a:cubicBezTo>
                <a:cubicBezTo>
                  <a:pt x="249" y="199"/>
                  <a:pt x="263" y="165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8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199"/>
                  <a:pt x="39" y="223"/>
                </a:cubicBezTo>
                <a:cubicBezTo>
                  <a:pt x="63" y="248"/>
                  <a:pt x="98" y="262"/>
                  <a:pt x="132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5" name=""/>
          <p:cNvSpPr/>
          <p:nvPr/>
        </p:nvSpPr>
        <p:spPr>
          <a:xfrm>
            <a:off x="8151840" y="37501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5" y="262"/>
                  <a:pt x="200" y="249"/>
                  <a:pt x="224" y="224"/>
                </a:cubicBezTo>
                <a:cubicBezTo>
                  <a:pt x="249" y="200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6" name=""/>
          <p:cNvSpPr/>
          <p:nvPr/>
        </p:nvSpPr>
        <p:spPr>
          <a:xfrm>
            <a:off x="6387840" y="46206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5" y="38"/>
                </a:cubicBezTo>
                <a:cubicBezTo>
                  <a:pt x="200" y="14"/>
                  <a:pt x="167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7" name=""/>
          <p:cNvSpPr/>
          <p:nvPr/>
        </p:nvSpPr>
        <p:spPr>
          <a:xfrm>
            <a:off x="7458120" y="39988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5" y="223"/>
                </a:cubicBezTo>
                <a:cubicBezTo>
                  <a:pt x="249" y="198"/>
                  <a:pt x="263" y="165"/>
                  <a:pt x="263" y="130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3"/>
                  <a:pt x="167" y="0"/>
                  <a:pt x="132" y="0"/>
                </a:cubicBezTo>
                <a:cubicBezTo>
                  <a:pt x="97" y="0"/>
                  <a:pt x="64" y="13"/>
                  <a:pt x="40" y="38"/>
                </a:cubicBezTo>
                <a:cubicBezTo>
                  <a:pt x="14" y="63"/>
                  <a:pt x="0" y="96"/>
                  <a:pt x="0" y="130"/>
                </a:cubicBezTo>
                <a:cubicBezTo>
                  <a:pt x="0" y="165"/>
                  <a:pt x="14" y="198"/>
                  <a:pt x="40" y="223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8" name=""/>
          <p:cNvSpPr/>
          <p:nvPr/>
        </p:nvSpPr>
        <p:spPr>
          <a:xfrm>
            <a:off x="6363000" y="46206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5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79" name=""/>
          <p:cNvSpPr/>
          <p:nvPr/>
        </p:nvSpPr>
        <p:spPr>
          <a:xfrm>
            <a:off x="6659640" y="443412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7" y="262"/>
                  <a:pt x="200" y="249"/>
                  <a:pt x="225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5" y="38"/>
                </a:cubicBezTo>
                <a:cubicBezTo>
                  <a:pt x="200" y="14"/>
                  <a:pt x="167" y="0"/>
                  <a:pt x="131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0" name=""/>
          <p:cNvSpPr/>
          <p:nvPr/>
        </p:nvSpPr>
        <p:spPr>
          <a:xfrm>
            <a:off x="6598440" y="4744800"/>
            <a:ext cx="94680" cy="95040"/>
          </a:xfrm>
          <a:custGeom>
            <a:avLst/>
            <a:gdLst/>
            <a:ahLst/>
            <a:rect l="0" t="0" r="r" b="b"/>
            <a:pathLst>
              <a:path w="263" h="264">
                <a:moveTo>
                  <a:pt x="132" y="264"/>
                </a:moveTo>
                <a:cubicBezTo>
                  <a:pt x="167" y="264"/>
                  <a:pt x="200" y="249"/>
                  <a:pt x="225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5" y="40"/>
                </a:cubicBezTo>
                <a:cubicBezTo>
                  <a:pt x="200" y="15"/>
                  <a:pt x="167" y="0"/>
                  <a:pt x="132" y="0"/>
                </a:cubicBezTo>
                <a:cubicBezTo>
                  <a:pt x="98" y="0"/>
                  <a:pt x="63" y="15"/>
                  <a:pt x="39" y="40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8" y="264"/>
                  <a:pt x="132" y="26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1" name=""/>
          <p:cNvSpPr/>
          <p:nvPr/>
        </p:nvSpPr>
        <p:spPr>
          <a:xfrm>
            <a:off x="6649200" y="44960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200" y="249"/>
                  <a:pt x="225" y="225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7"/>
                  <a:pt x="249" y="63"/>
                  <a:pt x="225" y="39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2" name=""/>
          <p:cNvSpPr/>
          <p:nvPr/>
        </p:nvSpPr>
        <p:spPr>
          <a:xfrm>
            <a:off x="6737040" y="44960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5" y="225"/>
                </a:cubicBezTo>
                <a:cubicBezTo>
                  <a:pt x="249" y="200"/>
                  <a:pt x="263" y="166"/>
                  <a:pt x="263" y="131"/>
                </a:cubicBezTo>
                <a:cubicBezTo>
                  <a:pt x="263" y="97"/>
                  <a:pt x="249" y="63"/>
                  <a:pt x="225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9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200"/>
                  <a:pt x="39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3" name=""/>
          <p:cNvSpPr/>
          <p:nvPr/>
        </p:nvSpPr>
        <p:spPr>
          <a:xfrm>
            <a:off x="8449920" y="33768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0" y="263"/>
                </a:moveTo>
                <a:cubicBezTo>
                  <a:pt x="166" y="263"/>
                  <a:pt x="199" y="249"/>
                  <a:pt x="224" y="225"/>
                </a:cubicBezTo>
                <a:cubicBezTo>
                  <a:pt x="248" y="200"/>
                  <a:pt x="262" y="167"/>
                  <a:pt x="262" y="131"/>
                </a:cubicBezTo>
                <a:cubicBezTo>
                  <a:pt x="262" y="97"/>
                  <a:pt x="248" y="63"/>
                  <a:pt x="224" y="39"/>
                </a:cubicBezTo>
                <a:cubicBezTo>
                  <a:pt x="199" y="14"/>
                  <a:pt x="166" y="0"/>
                  <a:pt x="130" y="0"/>
                </a:cubicBezTo>
                <a:cubicBezTo>
                  <a:pt x="96" y="0"/>
                  <a:pt x="62" y="14"/>
                  <a:pt x="38" y="39"/>
                </a:cubicBezTo>
                <a:cubicBezTo>
                  <a:pt x="13" y="63"/>
                  <a:pt x="0" y="97"/>
                  <a:pt x="0" y="131"/>
                </a:cubicBezTo>
                <a:cubicBezTo>
                  <a:pt x="0" y="167"/>
                  <a:pt x="13" y="200"/>
                  <a:pt x="38" y="225"/>
                </a:cubicBezTo>
                <a:cubicBezTo>
                  <a:pt x="62" y="249"/>
                  <a:pt x="96" y="263"/>
                  <a:pt x="130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4" name=""/>
          <p:cNvSpPr/>
          <p:nvPr/>
        </p:nvSpPr>
        <p:spPr>
          <a:xfrm>
            <a:off x="7434720" y="38743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5" name=""/>
          <p:cNvSpPr/>
          <p:nvPr/>
        </p:nvSpPr>
        <p:spPr>
          <a:xfrm>
            <a:off x="8387280" y="375012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6" name=""/>
          <p:cNvSpPr/>
          <p:nvPr/>
        </p:nvSpPr>
        <p:spPr>
          <a:xfrm>
            <a:off x="7411680" y="412308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7" name=""/>
          <p:cNvSpPr/>
          <p:nvPr/>
        </p:nvSpPr>
        <p:spPr>
          <a:xfrm>
            <a:off x="7031160" y="424764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200" y="248"/>
                  <a:pt x="225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2"/>
                  <a:pt x="225" y="38"/>
                </a:cubicBezTo>
                <a:cubicBezTo>
                  <a:pt x="200" y="13"/>
                  <a:pt x="166" y="0"/>
                  <a:pt x="131" y="0"/>
                </a:cubicBezTo>
                <a:cubicBezTo>
                  <a:pt x="97" y="0"/>
                  <a:pt x="63" y="13"/>
                  <a:pt x="39" y="38"/>
                </a:cubicBezTo>
                <a:cubicBezTo>
                  <a:pt x="14" y="62"/>
                  <a:pt x="0" y="97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8"/>
                  <a:pt x="97" y="262"/>
                  <a:pt x="131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8" name=""/>
          <p:cNvSpPr/>
          <p:nvPr/>
        </p:nvSpPr>
        <p:spPr>
          <a:xfrm>
            <a:off x="6748200" y="424764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0" y="262"/>
                </a:moveTo>
                <a:cubicBezTo>
                  <a:pt x="165" y="262"/>
                  <a:pt x="199" y="248"/>
                  <a:pt x="224" y="224"/>
                </a:cubicBezTo>
                <a:cubicBezTo>
                  <a:pt x="248" y="199"/>
                  <a:pt x="262" y="166"/>
                  <a:pt x="262" y="131"/>
                </a:cubicBezTo>
                <a:cubicBezTo>
                  <a:pt x="262" y="97"/>
                  <a:pt x="248" y="62"/>
                  <a:pt x="224" y="38"/>
                </a:cubicBezTo>
                <a:cubicBezTo>
                  <a:pt x="199" y="13"/>
                  <a:pt x="165" y="0"/>
                  <a:pt x="130" y="0"/>
                </a:cubicBezTo>
                <a:cubicBezTo>
                  <a:pt x="96" y="0"/>
                  <a:pt x="62" y="13"/>
                  <a:pt x="38" y="38"/>
                </a:cubicBezTo>
                <a:cubicBezTo>
                  <a:pt x="13" y="62"/>
                  <a:pt x="0" y="97"/>
                  <a:pt x="0" y="131"/>
                </a:cubicBezTo>
                <a:cubicBezTo>
                  <a:pt x="0" y="166"/>
                  <a:pt x="13" y="199"/>
                  <a:pt x="38" y="224"/>
                </a:cubicBezTo>
                <a:cubicBezTo>
                  <a:pt x="62" y="248"/>
                  <a:pt x="96" y="262"/>
                  <a:pt x="130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89" name=""/>
          <p:cNvSpPr/>
          <p:nvPr/>
        </p:nvSpPr>
        <p:spPr>
          <a:xfrm>
            <a:off x="6683040" y="45583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8"/>
                  <a:pt x="224" y="223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3"/>
                </a:cubicBezTo>
                <a:cubicBezTo>
                  <a:pt x="63" y="248"/>
                  <a:pt x="96" y="263"/>
                  <a:pt x="132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0" name=""/>
          <p:cNvSpPr/>
          <p:nvPr/>
        </p:nvSpPr>
        <p:spPr>
          <a:xfrm>
            <a:off x="6653880" y="46206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4" y="38"/>
                </a:cubicBezTo>
                <a:cubicBezTo>
                  <a:pt x="200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1" name=""/>
          <p:cNvSpPr/>
          <p:nvPr/>
        </p:nvSpPr>
        <p:spPr>
          <a:xfrm>
            <a:off x="8685360" y="35013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4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2" name=""/>
          <p:cNvSpPr/>
          <p:nvPr/>
        </p:nvSpPr>
        <p:spPr>
          <a:xfrm>
            <a:off x="6692040" y="43718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199" y="248"/>
                  <a:pt x="224" y="223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3"/>
                  <a:pt x="224" y="38"/>
                </a:cubicBezTo>
                <a:cubicBezTo>
                  <a:pt x="199" y="14"/>
                  <a:pt x="166" y="0"/>
                  <a:pt x="132" y="0"/>
                </a:cubicBezTo>
                <a:cubicBezTo>
                  <a:pt x="97" y="0"/>
                  <a:pt x="63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6"/>
                  <a:pt x="13" y="199"/>
                  <a:pt x="38" y="223"/>
                </a:cubicBezTo>
                <a:cubicBezTo>
                  <a:pt x="63" y="248"/>
                  <a:pt x="97" y="263"/>
                  <a:pt x="132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3" name=""/>
          <p:cNvSpPr/>
          <p:nvPr/>
        </p:nvSpPr>
        <p:spPr>
          <a:xfrm>
            <a:off x="6930360" y="424764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5" y="262"/>
                  <a:pt x="200" y="248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2"/>
                  <a:pt x="224" y="38"/>
                </a:cubicBezTo>
                <a:cubicBezTo>
                  <a:pt x="200" y="13"/>
                  <a:pt x="165" y="0"/>
                  <a:pt x="131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4" y="62"/>
                  <a:pt x="0" y="97"/>
                  <a:pt x="0" y="131"/>
                </a:cubicBezTo>
                <a:cubicBezTo>
                  <a:pt x="0" y="166"/>
                  <a:pt x="14" y="199"/>
                  <a:pt x="38" y="224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4" name=""/>
          <p:cNvSpPr/>
          <p:nvPr/>
        </p:nvSpPr>
        <p:spPr>
          <a:xfrm flipV="1">
            <a:off x="6270120" y="2963880"/>
            <a:ext cx="0" cy="19152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95" name=""/>
          <p:cNvSpPr/>
          <p:nvPr/>
        </p:nvSpPr>
        <p:spPr>
          <a:xfrm>
            <a:off x="6270120" y="4879080"/>
            <a:ext cx="30812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596" name=""/>
          <p:cNvSpPr/>
          <p:nvPr/>
        </p:nvSpPr>
        <p:spPr>
          <a:xfrm>
            <a:off x="6295680" y="2966040"/>
            <a:ext cx="1514880" cy="195480"/>
          </a:xfrm>
          <a:custGeom>
            <a:avLst/>
            <a:gdLst/>
            <a:ahLst/>
            <a:rect l="0" t="0" r="r" b="b"/>
            <a:pathLst>
              <a:path w="4208" h="543">
                <a:moveTo>
                  <a:pt x="100" y="543"/>
                </a:moveTo>
                <a:lnTo>
                  <a:pt x="4108" y="543"/>
                </a:lnTo>
                <a:cubicBezTo>
                  <a:pt x="4175" y="543"/>
                  <a:pt x="4208" y="510"/>
                  <a:pt x="4208" y="443"/>
                </a:cubicBezTo>
                <a:lnTo>
                  <a:pt x="4208" y="101"/>
                </a:lnTo>
                <a:cubicBezTo>
                  <a:pt x="4208" y="34"/>
                  <a:pt x="4175" y="0"/>
                  <a:pt x="4108" y="0"/>
                </a:cubicBezTo>
                <a:lnTo>
                  <a:pt x="100" y="0"/>
                </a:lnTo>
                <a:cubicBezTo>
                  <a:pt x="33" y="0"/>
                  <a:pt x="0" y="34"/>
                  <a:pt x="0" y="101"/>
                </a:cubicBezTo>
                <a:lnTo>
                  <a:pt x="0" y="443"/>
                </a:lnTo>
                <a:cubicBezTo>
                  <a:pt x="0" y="510"/>
                  <a:pt x="33" y="543"/>
                  <a:pt x="100" y="543"/>
                </a:cubicBezTo>
                <a:close/>
              </a:path>
            </a:pathLst>
          </a:custGeom>
          <a:solidFill>
            <a:srgbClr val="ffffff"/>
          </a:solidFill>
          <a:ln w="7560">
            <a:solidFill>
              <a:srgbClr val="0e2a47"/>
            </a:solidFill>
            <a:miter/>
          </a:ln>
        </p:spPr>
      </p:sp>
      <p:sp>
        <p:nvSpPr>
          <p:cNvPr id="597" name=""/>
          <p:cNvSpPr txBox="1"/>
          <p:nvPr/>
        </p:nvSpPr>
        <p:spPr>
          <a:xfrm rot="16200000">
            <a:off x="5626080" y="3848760"/>
            <a:ext cx="5904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HRD sum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8" name=""/>
          <p:cNvSpPr/>
          <p:nvPr/>
        </p:nvSpPr>
        <p:spPr>
          <a:xfrm>
            <a:off x="8710560" y="45075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199" y="248"/>
                  <a:pt x="225" y="224"/>
                </a:cubicBezTo>
                <a:cubicBezTo>
                  <a:pt x="249" y="199"/>
                  <a:pt x="263" y="166"/>
                  <a:pt x="263" y="130"/>
                </a:cubicBezTo>
                <a:cubicBezTo>
                  <a:pt x="263" y="96"/>
                  <a:pt x="249" y="62"/>
                  <a:pt x="225" y="38"/>
                </a:cubicBezTo>
                <a:cubicBezTo>
                  <a:pt x="199" y="13"/>
                  <a:pt x="166" y="0"/>
                  <a:pt x="131" y="0"/>
                </a:cubicBezTo>
                <a:cubicBezTo>
                  <a:pt x="96" y="0"/>
                  <a:pt x="63" y="13"/>
                  <a:pt x="39" y="38"/>
                </a:cubicBezTo>
                <a:cubicBezTo>
                  <a:pt x="14" y="62"/>
                  <a:pt x="0" y="96"/>
                  <a:pt x="0" y="130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8"/>
                  <a:pt x="96" y="262"/>
                  <a:pt x="131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599" name=""/>
          <p:cNvSpPr txBox="1"/>
          <p:nvPr/>
        </p:nvSpPr>
        <p:spPr>
          <a:xfrm>
            <a:off x="6332040" y="2986920"/>
            <a:ext cx="144540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50" spc="-1" strike="noStrike">
                <a:solidFill>
                  <a:srgbClr val="0e2a47"/>
                </a:solidFill>
                <a:latin typeface="DejaVuSans"/>
              </a:rPr>
              <a:t>ρ = 0.88, p = 1.3e-16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600" name=""/>
          <p:cNvSpPr/>
          <p:nvPr/>
        </p:nvSpPr>
        <p:spPr>
          <a:xfrm>
            <a:off x="8710560" y="467532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5" y="224"/>
                </a:cubicBezTo>
                <a:cubicBezTo>
                  <a:pt x="249" y="200"/>
                  <a:pt x="263" y="165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5"/>
                  <a:pt x="14" y="200"/>
                  <a:pt x="39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601" name=""/>
          <p:cNvSpPr txBox="1"/>
          <p:nvPr/>
        </p:nvSpPr>
        <p:spPr>
          <a:xfrm>
            <a:off x="8963640" y="447876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02" name=""/>
          <p:cNvSpPr txBox="1"/>
          <p:nvPr/>
        </p:nvSpPr>
        <p:spPr>
          <a:xfrm>
            <a:off x="8963640" y="464652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03" name="TextBox 602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S3 — CNV + HRD detail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935280" cy="6886800"/>
          </a:xfrm>
          <a:custGeom>
            <a:avLst/>
            <a:gdLst/>
            <a:ahLst/>
            <a:rect l="0" t="0" r="r" b="b"/>
            <a:pathLst>
              <a:path w="27598" h="19130">
                <a:moveTo>
                  <a:pt x="0" y="19130"/>
                </a:moveTo>
                <a:lnTo>
                  <a:pt x="27598" y="19130"/>
                </a:lnTo>
                <a:lnTo>
                  <a:pt x="27598" y="0"/>
                </a:lnTo>
                <a:lnTo>
                  <a:pt x="0" y="0"/>
                </a:lnTo>
                <a:lnTo>
                  <a:pt x="0" y="1913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630720" y="91440"/>
            <a:ext cx="9213120" cy="4121640"/>
          </a:xfrm>
          <a:custGeom>
            <a:avLst/>
            <a:gdLst/>
            <a:ahLst/>
            <a:rect l="0" t="0" r="r" b="b"/>
            <a:pathLst>
              <a:path w="25592" h="11449">
                <a:moveTo>
                  <a:pt x="0" y="11449"/>
                </a:moveTo>
                <a:lnTo>
                  <a:pt x="25592" y="11449"/>
                </a:lnTo>
                <a:lnTo>
                  <a:pt x="25592" y="0"/>
                </a:lnTo>
                <a:lnTo>
                  <a:pt x="0" y="0"/>
                </a:lnTo>
                <a:lnTo>
                  <a:pt x="0" y="1144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 txBox="1"/>
          <p:nvPr/>
        </p:nvSpPr>
        <p:spPr>
          <a:xfrm rot="16200000">
            <a:off x="695880" y="4334400"/>
            <a:ext cx="2491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11-PO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39" name=""/>
          <p:cNvSpPr txBox="1"/>
          <p:nvPr/>
        </p:nvSpPr>
        <p:spPr>
          <a:xfrm rot="16200000">
            <a:off x="927000" y="433044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11-PR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0" name=""/>
          <p:cNvSpPr txBox="1"/>
          <p:nvPr/>
        </p:nvSpPr>
        <p:spPr>
          <a:xfrm rot="16200000">
            <a:off x="118368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21-P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1" name=""/>
          <p:cNvSpPr txBox="1"/>
          <p:nvPr/>
        </p:nvSpPr>
        <p:spPr>
          <a:xfrm rot="16200000">
            <a:off x="1378440" y="4334400"/>
            <a:ext cx="2491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10-PO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2" name=""/>
          <p:cNvSpPr txBox="1"/>
          <p:nvPr/>
        </p:nvSpPr>
        <p:spPr>
          <a:xfrm rot="16200000">
            <a:off x="1609560" y="433044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10-PR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3" name=""/>
          <p:cNvSpPr txBox="1"/>
          <p:nvPr/>
        </p:nvSpPr>
        <p:spPr>
          <a:xfrm rot="16200000">
            <a:off x="1833120" y="4334400"/>
            <a:ext cx="2491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12-PO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4" name=""/>
          <p:cNvSpPr txBox="1"/>
          <p:nvPr/>
        </p:nvSpPr>
        <p:spPr>
          <a:xfrm rot="16200000">
            <a:off x="2064240" y="433044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12-PR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5" name=""/>
          <p:cNvSpPr txBox="1"/>
          <p:nvPr/>
        </p:nvSpPr>
        <p:spPr>
          <a:xfrm rot="16200000">
            <a:off x="232092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22-P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6" name=""/>
          <p:cNvSpPr txBox="1"/>
          <p:nvPr/>
        </p:nvSpPr>
        <p:spPr>
          <a:xfrm rot="16200000">
            <a:off x="254844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26-P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 rot="16200000">
            <a:off x="277596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32-P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8" name=""/>
          <p:cNvSpPr txBox="1"/>
          <p:nvPr/>
        </p:nvSpPr>
        <p:spPr>
          <a:xfrm rot="16200000">
            <a:off x="2996640" y="4307760"/>
            <a:ext cx="19728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 rot="16200000">
            <a:off x="3227760" y="43034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0" name=""/>
          <p:cNvSpPr txBox="1"/>
          <p:nvPr/>
        </p:nvSpPr>
        <p:spPr>
          <a:xfrm rot="16200000">
            <a:off x="345816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18-P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1" name=""/>
          <p:cNvSpPr txBox="1"/>
          <p:nvPr/>
        </p:nvSpPr>
        <p:spPr>
          <a:xfrm rot="16200000">
            <a:off x="368568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35-P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2" name=""/>
          <p:cNvSpPr txBox="1"/>
          <p:nvPr/>
        </p:nvSpPr>
        <p:spPr>
          <a:xfrm rot="16200000">
            <a:off x="3909960" y="43034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7-PR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3" name=""/>
          <p:cNvSpPr txBox="1"/>
          <p:nvPr/>
        </p:nvSpPr>
        <p:spPr>
          <a:xfrm rot="16200000">
            <a:off x="4107960" y="4334400"/>
            <a:ext cx="2491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13-PO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4" name=""/>
          <p:cNvSpPr txBox="1"/>
          <p:nvPr/>
        </p:nvSpPr>
        <p:spPr>
          <a:xfrm rot="16200000">
            <a:off x="4339080" y="433044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13-PR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 rot="16200000">
            <a:off x="459576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15-P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 rot="16200000">
            <a:off x="482328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19-P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 rot="16200000">
            <a:off x="505080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33-P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 rot="16200000">
            <a:off x="527796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24-P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9" name=""/>
          <p:cNvSpPr txBox="1"/>
          <p:nvPr/>
        </p:nvSpPr>
        <p:spPr>
          <a:xfrm rot="16200000">
            <a:off x="550548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25-P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0" name=""/>
          <p:cNvSpPr txBox="1"/>
          <p:nvPr/>
        </p:nvSpPr>
        <p:spPr>
          <a:xfrm rot="16200000">
            <a:off x="5729760" y="43034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9-PR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 rot="16200000">
            <a:off x="596052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29-P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2" name=""/>
          <p:cNvSpPr txBox="1"/>
          <p:nvPr/>
        </p:nvSpPr>
        <p:spPr>
          <a:xfrm rot="16200000">
            <a:off x="618804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30-P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3" name=""/>
          <p:cNvSpPr txBox="1"/>
          <p:nvPr/>
        </p:nvSpPr>
        <p:spPr>
          <a:xfrm rot="16200000">
            <a:off x="6382800" y="4334400"/>
            <a:ext cx="2491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14-PO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4" name=""/>
          <p:cNvSpPr txBox="1"/>
          <p:nvPr/>
        </p:nvSpPr>
        <p:spPr>
          <a:xfrm rot="16200000">
            <a:off x="6613920" y="4330440"/>
            <a:ext cx="2415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14-PR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5" name=""/>
          <p:cNvSpPr txBox="1"/>
          <p:nvPr/>
        </p:nvSpPr>
        <p:spPr>
          <a:xfrm rot="16200000">
            <a:off x="6863400" y="4307760"/>
            <a:ext cx="19728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3-PO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 rot="16200000">
            <a:off x="7094520" y="43034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3-PR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 rot="16200000">
            <a:off x="732528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31-P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 rot="16200000">
            <a:off x="755280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28-P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 rot="16200000">
            <a:off x="7777080" y="43034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6-PR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0" name=""/>
          <p:cNvSpPr txBox="1"/>
          <p:nvPr/>
        </p:nvSpPr>
        <p:spPr>
          <a:xfrm rot="16200000">
            <a:off x="8004600" y="43034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8-PR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1" name=""/>
          <p:cNvSpPr txBox="1"/>
          <p:nvPr/>
        </p:nvSpPr>
        <p:spPr>
          <a:xfrm rot="16200000">
            <a:off x="823536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16-P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2" name=""/>
          <p:cNvSpPr txBox="1"/>
          <p:nvPr/>
        </p:nvSpPr>
        <p:spPr>
          <a:xfrm rot="16200000">
            <a:off x="846288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17-P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3" name=""/>
          <p:cNvSpPr txBox="1"/>
          <p:nvPr/>
        </p:nvSpPr>
        <p:spPr>
          <a:xfrm rot="16200000">
            <a:off x="8683200" y="4307760"/>
            <a:ext cx="19728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 rot="16200000">
            <a:off x="8914320" y="43034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 rot="16200000">
            <a:off x="9145080" y="4302000"/>
            <a:ext cx="183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23-P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 rot="16200000">
            <a:off x="9369360" y="4303440"/>
            <a:ext cx="18972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4-PR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7" name=""/>
          <p:cNvSpPr txBox="1"/>
          <p:nvPr/>
        </p:nvSpPr>
        <p:spPr>
          <a:xfrm rot="16200000">
            <a:off x="9593280" y="4307760"/>
            <a:ext cx="19728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6-PO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8" name=""/>
          <p:cNvSpPr txBox="1"/>
          <p:nvPr/>
        </p:nvSpPr>
        <p:spPr>
          <a:xfrm>
            <a:off x="384840" y="342720"/>
            <a:ext cx="2034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APC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79" name=""/>
          <p:cNvSpPr txBox="1"/>
          <p:nvPr/>
        </p:nvSpPr>
        <p:spPr>
          <a:xfrm>
            <a:off x="333720" y="518040"/>
            <a:ext cx="2552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TP53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0" name=""/>
          <p:cNvSpPr txBox="1"/>
          <p:nvPr/>
        </p:nvSpPr>
        <p:spPr>
          <a:xfrm>
            <a:off x="320040" y="693360"/>
            <a:ext cx="2750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KRAS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1" name=""/>
          <p:cNvSpPr txBox="1"/>
          <p:nvPr/>
        </p:nvSpPr>
        <p:spPr>
          <a:xfrm>
            <a:off x="223560" y="868680"/>
            <a:ext cx="366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FBXW7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2" name=""/>
          <p:cNvSpPr txBox="1"/>
          <p:nvPr/>
        </p:nvSpPr>
        <p:spPr>
          <a:xfrm>
            <a:off x="227160" y="1044360"/>
            <a:ext cx="363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KMT2D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3" name=""/>
          <p:cNvSpPr txBox="1"/>
          <p:nvPr/>
        </p:nvSpPr>
        <p:spPr>
          <a:xfrm>
            <a:off x="204120" y="1219680"/>
            <a:ext cx="3877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ARID1A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>
            <a:off x="313920" y="1395000"/>
            <a:ext cx="282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SOX9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>
            <a:off x="222120" y="1570320"/>
            <a:ext cx="3693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SMAD4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6" name=""/>
          <p:cNvSpPr txBox="1"/>
          <p:nvPr/>
        </p:nvSpPr>
        <p:spPr>
          <a:xfrm>
            <a:off x="229680" y="1745640"/>
            <a:ext cx="3603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AMER1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7" name=""/>
          <p:cNvSpPr txBox="1"/>
          <p:nvPr/>
        </p:nvSpPr>
        <p:spPr>
          <a:xfrm>
            <a:off x="375120" y="1920960"/>
            <a:ext cx="221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ATM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8" name=""/>
          <p:cNvSpPr txBox="1"/>
          <p:nvPr/>
        </p:nvSpPr>
        <p:spPr>
          <a:xfrm>
            <a:off x="215280" y="2096640"/>
            <a:ext cx="381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TCF7L2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9" name=""/>
          <p:cNvSpPr txBox="1"/>
          <p:nvPr/>
        </p:nvSpPr>
        <p:spPr>
          <a:xfrm>
            <a:off x="223560" y="2271960"/>
            <a:ext cx="3664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PIK3CA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0" name=""/>
          <p:cNvSpPr txBox="1"/>
          <p:nvPr/>
        </p:nvSpPr>
        <p:spPr>
          <a:xfrm>
            <a:off x="293400" y="2447280"/>
            <a:ext cx="2962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MSH6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1" name=""/>
          <p:cNvSpPr txBox="1"/>
          <p:nvPr/>
        </p:nvSpPr>
        <p:spPr>
          <a:xfrm>
            <a:off x="247680" y="2622600"/>
            <a:ext cx="342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ERBB3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2" name=""/>
          <p:cNvSpPr txBox="1"/>
          <p:nvPr/>
        </p:nvSpPr>
        <p:spPr>
          <a:xfrm>
            <a:off x="180000" y="2797920"/>
            <a:ext cx="4093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CREBBP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3" name=""/>
          <p:cNvSpPr txBox="1"/>
          <p:nvPr/>
        </p:nvSpPr>
        <p:spPr>
          <a:xfrm>
            <a:off x="173520" y="2973240"/>
            <a:ext cx="419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ACVR2A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>
            <a:off x="167040" y="3148920"/>
            <a:ext cx="423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CTNNB1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297720" y="3324240"/>
            <a:ext cx="2919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GNAS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162720" y="3499560"/>
            <a:ext cx="433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NOTCH1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324360" y="3674880"/>
            <a:ext cx="262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POLE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310680" y="3850200"/>
            <a:ext cx="2840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NRAS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72180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0" name=""/>
          <p:cNvSpPr/>
          <p:nvPr/>
        </p:nvSpPr>
        <p:spPr>
          <a:xfrm>
            <a:off x="94932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117684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140436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163152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185904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208656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231408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254160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276912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299664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322416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345132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367884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390636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413388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436140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458892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17" name=""/>
          <p:cNvSpPr/>
          <p:nvPr/>
        </p:nvSpPr>
        <p:spPr>
          <a:xfrm>
            <a:off x="481644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18" name=""/>
          <p:cNvSpPr/>
          <p:nvPr/>
        </p:nvSpPr>
        <p:spPr>
          <a:xfrm>
            <a:off x="504360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527112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549864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572616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595368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618120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640872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663588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686340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709092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731844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29" name=""/>
          <p:cNvSpPr/>
          <p:nvPr/>
        </p:nvSpPr>
        <p:spPr>
          <a:xfrm>
            <a:off x="754596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777348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800100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822852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845568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868320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35" name=""/>
          <p:cNvSpPr/>
          <p:nvPr/>
        </p:nvSpPr>
        <p:spPr>
          <a:xfrm>
            <a:off x="891072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36" name=""/>
          <p:cNvSpPr/>
          <p:nvPr/>
        </p:nvSpPr>
        <p:spPr>
          <a:xfrm>
            <a:off x="913824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9365760" y="3193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38" name=""/>
          <p:cNvSpPr/>
          <p:nvPr/>
        </p:nvSpPr>
        <p:spPr>
          <a:xfrm>
            <a:off x="9593280" y="3193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72180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40" name=""/>
          <p:cNvSpPr/>
          <p:nvPr/>
        </p:nvSpPr>
        <p:spPr>
          <a:xfrm>
            <a:off x="94932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41" name=""/>
          <p:cNvSpPr/>
          <p:nvPr/>
        </p:nvSpPr>
        <p:spPr>
          <a:xfrm>
            <a:off x="117684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42" name=""/>
          <p:cNvSpPr/>
          <p:nvPr/>
        </p:nvSpPr>
        <p:spPr>
          <a:xfrm>
            <a:off x="140436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43" name=""/>
          <p:cNvSpPr/>
          <p:nvPr/>
        </p:nvSpPr>
        <p:spPr>
          <a:xfrm>
            <a:off x="163152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44" name=""/>
          <p:cNvSpPr/>
          <p:nvPr/>
        </p:nvSpPr>
        <p:spPr>
          <a:xfrm>
            <a:off x="185904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45" name=""/>
          <p:cNvSpPr/>
          <p:nvPr/>
        </p:nvSpPr>
        <p:spPr>
          <a:xfrm>
            <a:off x="208656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46" name=""/>
          <p:cNvSpPr/>
          <p:nvPr/>
        </p:nvSpPr>
        <p:spPr>
          <a:xfrm>
            <a:off x="231408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47" name=""/>
          <p:cNvSpPr/>
          <p:nvPr/>
        </p:nvSpPr>
        <p:spPr>
          <a:xfrm>
            <a:off x="254160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48" name=""/>
          <p:cNvSpPr/>
          <p:nvPr/>
        </p:nvSpPr>
        <p:spPr>
          <a:xfrm>
            <a:off x="276912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49" name=""/>
          <p:cNvSpPr/>
          <p:nvPr/>
        </p:nvSpPr>
        <p:spPr>
          <a:xfrm>
            <a:off x="299664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50" name=""/>
          <p:cNvSpPr/>
          <p:nvPr/>
        </p:nvSpPr>
        <p:spPr>
          <a:xfrm>
            <a:off x="322416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51" name=""/>
          <p:cNvSpPr/>
          <p:nvPr/>
        </p:nvSpPr>
        <p:spPr>
          <a:xfrm>
            <a:off x="345132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52" name=""/>
          <p:cNvSpPr/>
          <p:nvPr/>
        </p:nvSpPr>
        <p:spPr>
          <a:xfrm>
            <a:off x="367884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53" name=""/>
          <p:cNvSpPr/>
          <p:nvPr/>
        </p:nvSpPr>
        <p:spPr>
          <a:xfrm>
            <a:off x="390636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54" name=""/>
          <p:cNvSpPr/>
          <p:nvPr/>
        </p:nvSpPr>
        <p:spPr>
          <a:xfrm>
            <a:off x="413388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55" name=""/>
          <p:cNvSpPr/>
          <p:nvPr/>
        </p:nvSpPr>
        <p:spPr>
          <a:xfrm>
            <a:off x="436140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56" name=""/>
          <p:cNvSpPr/>
          <p:nvPr/>
        </p:nvSpPr>
        <p:spPr>
          <a:xfrm>
            <a:off x="458892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57" name=""/>
          <p:cNvSpPr/>
          <p:nvPr/>
        </p:nvSpPr>
        <p:spPr>
          <a:xfrm>
            <a:off x="481644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58" name=""/>
          <p:cNvSpPr/>
          <p:nvPr/>
        </p:nvSpPr>
        <p:spPr>
          <a:xfrm>
            <a:off x="504360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59" name=""/>
          <p:cNvSpPr/>
          <p:nvPr/>
        </p:nvSpPr>
        <p:spPr>
          <a:xfrm>
            <a:off x="527112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60" name=""/>
          <p:cNvSpPr/>
          <p:nvPr/>
        </p:nvSpPr>
        <p:spPr>
          <a:xfrm>
            <a:off x="549864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61" name=""/>
          <p:cNvSpPr/>
          <p:nvPr/>
        </p:nvSpPr>
        <p:spPr>
          <a:xfrm>
            <a:off x="572616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62" name=""/>
          <p:cNvSpPr/>
          <p:nvPr/>
        </p:nvSpPr>
        <p:spPr>
          <a:xfrm>
            <a:off x="595368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63" name=""/>
          <p:cNvSpPr/>
          <p:nvPr/>
        </p:nvSpPr>
        <p:spPr>
          <a:xfrm>
            <a:off x="618120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64" name=""/>
          <p:cNvSpPr/>
          <p:nvPr/>
        </p:nvSpPr>
        <p:spPr>
          <a:xfrm>
            <a:off x="640872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65" name=""/>
          <p:cNvSpPr/>
          <p:nvPr/>
        </p:nvSpPr>
        <p:spPr>
          <a:xfrm>
            <a:off x="663588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66" name=""/>
          <p:cNvSpPr/>
          <p:nvPr/>
        </p:nvSpPr>
        <p:spPr>
          <a:xfrm>
            <a:off x="686340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67" name=""/>
          <p:cNvSpPr/>
          <p:nvPr/>
        </p:nvSpPr>
        <p:spPr>
          <a:xfrm>
            <a:off x="709092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68" name=""/>
          <p:cNvSpPr/>
          <p:nvPr/>
        </p:nvSpPr>
        <p:spPr>
          <a:xfrm>
            <a:off x="731844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69" name=""/>
          <p:cNvSpPr/>
          <p:nvPr/>
        </p:nvSpPr>
        <p:spPr>
          <a:xfrm>
            <a:off x="754596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70" name=""/>
          <p:cNvSpPr/>
          <p:nvPr/>
        </p:nvSpPr>
        <p:spPr>
          <a:xfrm>
            <a:off x="777348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71" name=""/>
          <p:cNvSpPr/>
          <p:nvPr/>
        </p:nvSpPr>
        <p:spPr>
          <a:xfrm>
            <a:off x="800100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72" name=""/>
          <p:cNvSpPr/>
          <p:nvPr/>
        </p:nvSpPr>
        <p:spPr>
          <a:xfrm>
            <a:off x="822852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73" name=""/>
          <p:cNvSpPr/>
          <p:nvPr/>
        </p:nvSpPr>
        <p:spPr>
          <a:xfrm>
            <a:off x="845568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74" name=""/>
          <p:cNvSpPr/>
          <p:nvPr/>
        </p:nvSpPr>
        <p:spPr>
          <a:xfrm>
            <a:off x="868320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75" name=""/>
          <p:cNvSpPr/>
          <p:nvPr/>
        </p:nvSpPr>
        <p:spPr>
          <a:xfrm>
            <a:off x="891072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76" name=""/>
          <p:cNvSpPr/>
          <p:nvPr/>
        </p:nvSpPr>
        <p:spPr>
          <a:xfrm>
            <a:off x="913824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77" name=""/>
          <p:cNvSpPr/>
          <p:nvPr/>
        </p:nvSpPr>
        <p:spPr>
          <a:xfrm>
            <a:off x="9365760" y="4946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78" name=""/>
          <p:cNvSpPr/>
          <p:nvPr/>
        </p:nvSpPr>
        <p:spPr>
          <a:xfrm>
            <a:off x="9593280" y="4946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79" name=""/>
          <p:cNvSpPr/>
          <p:nvPr/>
        </p:nvSpPr>
        <p:spPr>
          <a:xfrm>
            <a:off x="72180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80" name=""/>
          <p:cNvSpPr/>
          <p:nvPr/>
        </p:nvSpPr>
        <p:spPr>
          <a:xfrm>
            <a:off x="94932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81" name=""/>
          <p:cNvSpPr/>
          <p:nvPr/>
        </p:nvSpPr>
        <p:spPr>
          <a:xfrm>
            <a:off x="117684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82" name=""/>
          <p:cNvSpPr/>
          <p:nvPr/>
        </p:nvSpPr>
        <p:spPr>
          <a:xfrm>
            <a:off x="140436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83" name=""/>
          <p:cNvSpPr/>
          <p:nvPr/>
        </p:nvSpPr>
        <p:spPr>
          <a:xfrm>
            <a:off x="163152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84" name=""/>
          <p:cNvSpPr/>
          <p:nvPr/>
        </p:nvSpPr>
        <p:spPr>
          <a:xfrm>
            <a:off x="185904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85" name=""/>
          <p:cNvSpPr/>
          <p:nvPr/>
        </p:nvSpPr>
        <p:spPr>
          <a:xfrm>
            <a:off x="208656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86" name=""/>
          <p:cNvSpPr/>
          <p:nvPr/>
        </p:nvSpPr>
        <p:spPr>
          <a:xfrm>
            <a:off x="231408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87" name=""/>
          <p:cNvSpPr/>
          <p:nvPr/>
        </p:nvSpPr>
        <p:spPr>
          <a:xfrm>
            <a:off x="254160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88" name=""/>
          <p:cNvSpPr/>
          <p:nvPr/>
        </p:nvSpPr>
        <p:spPr>
          <a:xfrm>
            <a:off x="276912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89" name=""/>
          <p:cNvSpPr/>
          <p:nvPr/>
        </p:nvSpPr>
        <p:spPr>
          <a:xfrm>
            <a:off x="299664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90" name=""/>
          <p:cNvSpPr/>
          <p:nvPr/>
        </p:nvSpPr>
        <p:spPr>
          <a:xfrm>
            <a:off x="322416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191" name=""/>
          <p:cNvSpPr/>
          <p:nvPr/>
        </p:nvSpPr>
        <p:spPr>
          <a:xfrm>
            <a:off x="345132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92" name=""/>
          <p:cNvSpPr/>
          <p:nvPr/>
        </p:nvSpPr>
        <p:spPr>
          <a:xfrm>
            <a:off x="367884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93" name=""/>
          <p:cNvSpPr/>
          <p:nvPr/>
        </p:nvSpPr>
        <p:spPr>
          <a:xfrm>
            <a:off x="390636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94" name=""/>
          <p:cNvSpPr/>
          <p:nvPr/>
        </p:nvSpPr>
        <p:spPr>
          <a:xfrm>
            <a:off x="413388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95" name=""/>
          <p:cNvSpPr/>
          <p:nvPr/>
        </p:nvSpPr>
        <p:spPr>
          <a:xfrm>
            <a:off x="436140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96" name=""/>
          <p:cNvSpPr/>
          <p:nvPr/>
        </p:nvSpPr>
        <p:spPr>
          <a:xfrm>
            <a:off x="458892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97" name=""/>
          <p:cNvSpPr/>
          <p:nvPr/>
        </p:nvSpPr>
        <p:spPr>
          <a:xfrm>
            <a:off x="481644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98" name=""/>
          <p:cNvSpPr/>
          <p:nvPr/>
        </p:nvSpPr>
        <p:spPr>
          <a:xfrm>
            <a:off x="504360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199" name=""/>
          <p:cNvSpPr/>
          <p:nvPr/>
        </p:nvSpPr>
        <p:spPr>
          <a:xfrm>
            <a:off x="527112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00" name=""/>
          <p:cNvSpPr/>
          <p:nvPr/>
        </p:nvSpPr>
        <p:spPr>
          <a:xfrm>
            <a:off x="549864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01" name=""/>
          <p:cNvSpPr/>
          <p:nvPr/>
        </p:nvSpPr>
        <p:spPr>
          <a:xfrm>
            <a:off x="572616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02" name=""/>
          <p:cNvSpPr/>
          <p:nvPr/>
        </p:nvSpPr>
        <p:spPr>
          <a:xfrm>
            <a:off x="595368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03" name=""/>
          <p:cNvSpPr/>
          <p:nvPr/>
        </p:nvSpPr>
        <p:spPr>
          <a:xfrm>
            <a:off x="618120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04" name=""/>
          <p:cNvSpPr/>
          <p:nvPr/>
        </p:nvSpPr>
        <p:spPr>
          <a:xfrm>
            <a:off x="640872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05" name=""/>
          <p:cNvSpPr/>
          <p:nvPr/>
        </p:nvSpPr>
        <p:spPr>
          <a:xfrm>
            <a:off x="663588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06" name=""/>
          <p:cNvSpPr/>
          <p:nvPr/>
        </p:nvSpPr>
        <p:spPr>
          <a:xfrm>
            <a:off x="686340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07" name=""/>
          <p:cNvSpPr/>
          <p:nvPr/>
        </p:nvSpPr>
        <p:spPr>
          <a:xfrm>
            <a:off x="709092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08" name=""/>
          <p:cNvSpPr/>
          <p:nvPr/>
        </p:nvSpPr>
        <p:spPr>
          <a:xfrm>
            <a:off x="731844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09" name=""/>
          <p:cNvSpPr/>
          <p:nvPr/>
        </p:nvSpPr>
        <p:spPr>
          <a:xfrm>
            <a:off x="754596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0" name=""/>
          <p:cNvSpPr/>
          <p:nvPr/>
        </p:nvSpPr>
        <p:spPr>
          <a:xfrm>
            <a:off x="777348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1" name=""/>
          <p:cNvSpPr/>
          <p:nvPr/>
        </p:nvSpPr>
        <p:spPr>
          <a:xfrm>
            <a:off x="800100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2" name=""/>
          <p:cNvSpPr/>
          <p:nvPr/>
        </p:nvSpPr>
        <p:spPr>
          <a:xfrm>
            <a:off x="822852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3" name=""/>
          <p:cNvSpPr/>
          <p:nvPr/>
        </p:nvSpPr>
        <p:spPr>
          <a:xfrm>
            <a:off x="845568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4" name=""/>
          <p:cNvSpPr/>
          <p:nvPr/>
        </p:nvSpPr>
        <p:spPr>
          <a:xfrm>
            <a:off x="868320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5" name=""/>
          <p:cNvSpPr/>
          <p:nvPr/>
        </p:nvSpPr>
        <p:spPr>
          <a:xfrm>
            <a:off x="891072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6" name=""/>
          <p:cNvSpPr/>
          <p:nvPr/>
        </p:nvSpPr>
        <p:spPr>
          <a:xfrm>
            <a:off x="913824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7" name=""/>
          <p:cNvSpPr/>
          <p:nvPr/>
        </p:nvSpPr>
        <p:spPr>
          <a:xfrm>
            <a:off x="9365760" y="6699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8" name=""/>
          <p:cNvSpPr/>
          <p:nvPr/>
        </p:nvSpPr>
        <p:spPr>
          <a:xfrm>
            <a:off x="9593280" y="6699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19" name=""/>
          <p:cNvSpPr/>
          <p:nvPr/>
        </p:nvSpPr>
        <p:spPr>
          <a:xfrm>
            <a:off x="72180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0" name=""/>
          <p:cNvSpPr/>
          <p:nvPr/>
        </p:nvSpPr>
        <p:spPr>
          <a:xfrm>
            <a:off x="94932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1" name=""/>
          <p:cNvSpPr/>
          <p:nvPr/>
        </p:nvSpPr>
        <p:spPr>
          <a:xfrm>
            <a:off x="117684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22" name=""/>
          <p:cNvSpPr/>
          <p:nvPr/>
        </p:nvSpPr>
        <p:spPr>
          <a:xfrm>
            <a:off x="140436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3" name=""/>
          <p:cNvSpPr/>
          <p:nvPr/>
        </p:nvSpPr>
        <p:spPr>
          <a:xfrm>
            <a:off x="163152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4" name=""/>
          <p:cNvSpPr/>
          <p:nvPr/>
        </p:nvSpPr>
        <p:spPr>
          <a:xfrm>
            <a:off x="185904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5" name=""/>
          <p:cNvSpPr/>
          <p:nvPr/>
        </p:nvSpPr>
        <p:spPr>
          <a:xfrm>
            <a:off x="208656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6" name=""/>
          <p:cNvSpPr/>
          <p:nvPr/>
        </p:nvSpPr>
        <p:spPr>
          <a:xfrm>
            <a:off x="231408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7" name=""/>
          <p:cNvSpPr/>
          <p:nvPr/>
        </p:nvSpPr>
        <p:spPr>
          <a:xfrm>
            <a:off x="254160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8" name=""/>
          <p:cNvSpPr/>
          <p:nvPr/>
        </p:nvSpPr>
        <p:spPr>
          <a:xfrm>
            <a:off x="276912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29" name=""/>
          <p:cNvSpPr/>
          <p:nvPr/>
        </p:nvSpPr>
        <p:spPr>
          <a:xfrm>
            <a:off x="299664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0" name=""/>
          <p:cNvSpPr/>
          <p:nvPr/>
        </p:nvSpPr>
        <p:spPr>
          <a:xfrm>
            <a:off x="322416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1" name=""/>
          <p:cNvSpPr/>
          <p:nvPr/>
        </p:nvSpPr>
        <p:spPr>
          <a:xfrm>
            <a:off x="345132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2" name=""/>
          <p:cNvSpPr/>
          <p:nvPr/>
        </p:nvSpPr>
        <p:spPr>
          <a:xfrm>
            <a:off x="367884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3" name=""/>
          <p:cNvSpPr/>
          <p:nvPr/>
        </p:nvSpPr>
        <p:spPr>
          <a:xfrm>
            <a:off x="390636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4" name=""/>
          <p:cNvSpPr/>
          <p:nvPr/>
        </p:nvSpPr>
        <p:spPr>
          <a:xfrm>
            <a:off x="413388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5" name=""/>
          <p:cNvSpPr/>
          <p:nvPr/>
        </p:nvSpPr>
        <p:spPr>
          <a:xfrm>
            <a:off x="436140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6" name=""/>
          <p:cNvSpPr/>
          <p:nvPr/>
        </p:nvSpPr>
        <p:spPr>
          <a:xfrm>
            <a:off x="458892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7" name=""/>
          <p:cNvSpPr/>
          <p:nvPr/>
        </p:nvSpPr>
        <p:spPr>
          <a:xfrm>
            <a:off x="481644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8" name=""/>
          <p:cNvSpPr/>
          <p:nvPr/>
        </p:nvSpPr>
        <p:spPr>
          <a:xfrm>
            <a:off x="504360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39" name=""/>
          <p:cNvSpPr/>
          <p:nvPr/>
        </p:nvSpPr>
        <p:spPr>
          <a:xfrm>
            <a:off x="527112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40" name=""/>
          <p:cNvSpPr/>
          <p:nvPr/>
        </p:nvSpPr>
        <p:spPr>
          <a:xfrm>
            <a:off x="549864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41" name=""/>
          <p:cNvSpPr/>
          <p:nvPr/>
        </p:nvSpPr>
        <p:spPr>
          <a:xfrm>
            <a:off x="572616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42" name=""/>
          <p:cNvSpPr/>
          <p:nvPr/>
        </p:nvSpPr>
        <p:spPr>
          <a:xfrm>
            <a:off x="595368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43" name=""/>
          <p:cNvSpPr/>
          <p:nvPr/>
        </p:nvSpPr>
        <p:spPr>
          <a:xfrm>
            <a:off x="618120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44" name=""/>
          <p:cNvSpPr/>
          <p:nvPr/>
        </p:nvSpPr>
        <p:spPr>
          <a:xfrm>
            <a:off x="640872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45" name=""/>
          <p:cNvSpPr/>
          <p:nvPr/>
        </p:nvSpPr>
        <p:spPr>
          <a:xfrm>
            <a:off x="663588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46" name=""/>
          <p:cNvSpPr/>
          <p:nvPr/>
        </p:nvSpPr>
        <p:spPr>
          <a:xfrm>
            <a:off x="686340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47" name=""/>
          <p:cNvSpPr/>
          <p:nvPr/>
        </p:nvSpPr>
        <p:spPr>
          <a:xfrm>
            <a:off x="709092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48" name=""/>
          <p:cNvSpPr/>
          <p:nvPr/>
        </p:nvSpPr>
        <p:spPr>
          <a:xfrm>
            <a:off x="731844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49" name=""/>
          <p:cNvSpPr/>
          <p:nvPr/>
        </p:nvSpPr>
        <p:spPr>
          <a:xfrm>
            <a:off x="754596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0" name=""/>
          <p:cNvSpPr/>
          <p:nvPr/>
        </p:nvSpPr>
        <p:spPr>
          <a:xfrm>
            <a:off x="777348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1" name=""/>
          <p:cNvSpPr/>
          <p:nvPr/>
        </p:nvSpPr>
        <p:spPr>
          <a:xfrm>
            <a:off x="800100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2" name=""/>
          <p:cNvSpPr/>
          <p:nvPr/>
        </p:nvSpPr>
        <p:spPr>
          <a:xfrm>
            <a:off x="822852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3" name=""/>
          <p:cNvSpPr/>
          <p:nvPr/>
        </p:nvSpPr>
        <p:spPr>
          <a:xfrm>
            <a:off x="845568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4" name=""/>
          <p:cNvSpPr/>
          <p:nvPr/>
        </p:nvSpPr>
        <p:spPr>
          <a:xfrm>
            <a:off x="868320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5" name=""/>
          <p:cNvSpPr/>
          <p:nvPr/>
        </p:nvSpPr>
        <p:spPr>
          <a:xfrm>
            <a:off x="891072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6" name=""/>
          <p:cNvSpPr/>
          <p:nvPr/>
        </p:nvSpPr>
        <p:spPr>
          <a:xfrm>
            <a:off x="913824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7" name=""/>
          <p:cNvSpPr/>
          <p:nvPr/>
        </p:nvSpPr>
        <p:spPr>
          <a:xfrm>
            <a:off x="9365760" y="8452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8" name=""/>
          <p:cNvSpPr/>
          <p:nvPr/>
        </p:nvSpPr>
        <p:spPr>
          <a:xfrm>
            <a:off x="9593280" y="8452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59" name=""/>
          <p:cNvSpPr/>
          <p:nvPr/>
        </p:nvSpPr>
        <p:spPr>
          <a:xfrm>
            <a:off x="72180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60" name=""/>
          <p:cNvSpPr/>
          <p:nvPr/>
        </p:nvSpPr>
        <p:spPr>
          <a:xfrm>
            <a:off x="94932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61" name=""/>
          <p:cNvSpPr/>
          <p:nvPr/>
        </p:nvSpPr>
        <p:spPr>
          <a:xfrm>
            <a:off x="117684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62" name=""/>
          <p:cNvSpPr/>
          <p:nvPr/>
        </p:nvSpPr>
        <p:spPr>
          <a:xfrm>
            <a:off x="140436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63" name=""/>
          <p:cNvSpPr/>
          <p:nvPr/>
        </p:nvSpPr>
        <p:spPr>
          <a:xfrm>
            <a:off x="163152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64" name=""/>
          <p:cNvSpPr/>
          <p:nvPr/>
        </p:nvSpPr>
        <p:spPr>
          <a:xfrm>
            <a:off x="185904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65" name=""/>
          <p:cNvSpPr/>
          <p:nvPr/>
        </p:nvSpPr>
        <p:spPr>
          <a:xfrm>
            <a:off x="208656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66" name=""/>
          <p:cNvSpPr/>
          <p:nvPr/>
        </p:nvSpPr>
        <p:spPr>
          <a:xfrm>
            <a:off x="231408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67" name=""/>
          <p:cNvSpPr/>
          <p:nvPr/>
        </p:nvSpPr>
        <p:spPr>
          <a:xfrm>
            <a:off x="254160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68" name=""/>
          <p:cNvSpPr/>
          <p:nvPr/>
        </p:nvSpPr>
        <p:spPr>
          <a:xfrm>
            <a:off x="276912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69" name=""/>
          <p:cNvSpPr/>
          <p:nvPr/>
        </p:nvSpPr>
        <p:spPr>
          <a:xfrm>
            <a:off x="299664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70" name=""/>
          <p:cNvSpPr/>
          <p:nvPr/>
        </p:nvSpPr>
        <p:spPr>
          <a:xfrm>
            <a:off x="322416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71" name=""/>
          <p:cNvSpPr/>
          <p:nvPr/>
        </p:nvSpPr>
        <p:spPr>
          <a:xfrm>
            <a:off x="345132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72" name=""/>
          <p:cNvSpPr/>
          <p:nvPr/>
        </p:nvSpPr>
        <p:spPr>
          <a:xfrm>
            <a:off x="367884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73" name=""/>
          <p:cNvSpPr/>
          <p:nvPr/>
        </p:nvSpPr>
        <p:spPr>
          <a:xfrm>
            <a:off x="390636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74" name=""/>
          <p:cNvSpPr/>
          <p:nvPr/>
        </p:nvSpPr>
        <p:spPr>
          <a:xfrm>
            <a:off x="413388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75" name=""/>
          <p:cNvSpPr/>
          <p:nvPr/>
        </p:nvSpPr>
        <p:spPr>
          <a:xfrm>
            <a:off x="436140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76" name=""/>
          <p:cNvSpPr/>
          <p:nvPr/>
        </p:nvSpPr>
        <p:spPr>
          <a:xfrm>
            <a:off x="458892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77" name=""/>
          <p:cNvSpPr/>
          <p:nvPr/>
        </p:nvSpPr>
        <p:spPr>
          <a:xfrm>
            <a:off x="481644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278" name=""/>
          <p:cNvSpPr/>
          <p:nvPr/>
        </p:nvSpPr>
        <p:spPr>
          <a:xfrm>
            <a:off x="504360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79" name=""/>
          <p:cNvSpPr/>
          <p:nvPr/>
        </p:nvSpPr>
        <p:spPr>
          <a:xfrm>
            <a:off x="527112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0" name=""/>
          <p:cNvSpPr/>
          <p:nvPr/>
        </p:nvSpPr>
        <p:spPr>
          <a:xfrm>
            <a:off x="549864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1" name=""/>
          <p:cNvSpPr/>
          <p:nvPr/>
        </p:nvSpPr>
        <p:spPr>
          <a:xfrm>
            <a:off x="572616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2" name=""/>
          <p:cNvSpPr/>
          <p:nvPr/>
        </p:nvSpPr>
        <p:spPr>
          <a:xfrm>
            <a:off x="595368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3" name=""/>
          <p:cNvSpPr/>
          <p:nvPr/>
        </p:nvSpPr>
        <p:spPr>
          <a:xfrm>
            <a:off x="618120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4" name=""/>
          <p:cNvSpPr/>
          <p:nvPr/>
        </p:nvSpPr>
        <p:spPr>
          <a:xfrm>
            <a:off x="640872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5" name=""/>
          <p:cNvSpPr/>
          <p:nvPr/>
        </p:nvSpPr>
        <p:spPr>
          <a:xfrm>
            <a:off x="663588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6" name=""/>
          <p:cNvSpPr/>
          <p:nvPr/>
        </p:nvSpPr>
        <p:spPr>
          <a:xfrm>
            <a:off x="686340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7" name=""/>
          <p:cNvSpPr/>
          <p:nvPr/>
        </p:nvSpPr>
        <p:spPr>
          <a:xfrm>
            <a:off x="709092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8" name=""/>
          <p:cNvSpPr/>
          <p:nvPr/>
        </p:nvSpPr>
        <p:spPr>
          <a:xfrm>
            <a:off x="731844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89" name=""/>
          <p:cNvSpPr/>
          <p:nvPr/>
        </p:nvSpPr>
        <p:spPr>
          <a:xfrm>
            <a:off x="754596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0" name=""/>
          <p:cNvSpPr/>
          <p:nvPr/>
        </p:nvSpPr>
        <p:spPr>
          <a:xfrm>
            <a:off x="777348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1" name=""/>
          <p:cNvSpPr/>
          <p:nvPr/>
        </p:nvSpPr>
        <p:spPr>
          <a:xfrm>
            <a:off x="800100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2" name=""/>
          <p:cNvSpPr/>
          <p:nvPr/>
        </p:nvSpPr>
        <p:spPr>
          <a:xfrm>
            <a:off x="822852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3" name=""/>
          <p:cNvSpPr/>
          <p:nvPr/>
        </p:nvSpPr>
        <p:spPr>
          <a:xfrm>
            <a:off x="845568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4" name=""/>
          <p:cNvSpPr/>
          <p:nvPr/>
        </p:nvSpPr>
        <p:spPr>
          <a:xfrm>
            <a:off x="868320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5" name=""/>
          <p:cNvSpPr/>
          <p:nvPr/>
        </p:nvSpPr>
        <p:spPr>
          <a:xfrm>
            <a:off x="891072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6" name=""/>
          <p:cNvSpPr/>
          <p:nvPr/>
        </p:nvSpPr>
        <p:spPr>
          <a:xfrm>
            <a:off x="913824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7" name=""/>
          <p:cNvSpPr/>
          <p:nvPr/>
        </p:nvSpPr>
        <p:spPr>
          <a:xfrm>
            <a:off x="9365760" y="10209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8" name=""/>
          <p:cNvSpPr/>
          <p:nvPr/>
        </p:nvSpPr>
        <p:spPr>
          <a:xfrm>
            <a:off x="9593280" y="10209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299" name=""/>
          <p:cNvSpPr/>
          <p:nvPr/>
        </p:nvSpPr>
        <p:spPr>
          <a:xfrm>
            <a:off x="72180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0" name=""/>
          <p:cNvSpPr/>
          <p:nvPr/>
        </p:nvSpPr>
        <p:spPr>
          <a:xfrm>
            <a:off x="94932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1" name=""/>
          <p:cNvSpPr/>
          <p:nvPr/>
        </p:nvSpPr>
        <p:spPr>
          <a:xfrm>
            <a:off x="117684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2" name=""/>
          <p:cNvSpPr/>
          <p:nvPr/>
        </p:nvSpPr>
        <p:spPr>
          <a:xfrm>
            <a:off x="140436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3" name=""/>
          <p:cNvSpPr/>
          <p:nvPr/>
        </p:nvSpPr>
        <p:spPr>
          <a:xfrm>
            <a:off x="163152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4" name=""/>
          <p:cNvSpPr/>
          <p:nvPr/>
        </p:nvSpPr>
        <p:spPr>
          <a:xfrm>
            <a:off x="185904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5" name=""/>
          <p:cNvSpPr/>
          <p:nvPr/>
        </p:nvSpPr>
        <p:spPr>
          <a:xfrm>
            <a:off x="208656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6" name=""/>
          <p:cNvSpPr/>
          <p:nvPr/>
        </p:nvSpPr>
        <p:spPr>
          <a:xfrm>
            <a:off x="231408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7" name=""/>
          <p:cNvSpPr/>
          <p:nvPr/>
        </p:nvSpPr>
        <p:spPr>
          <a:xfrm>
            <a:off x="254160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8" name=""/>
          <p:cNvSpPr/>
          <p:nvPr/>
        </p:nvSpPr>
        <p:spPr>
          <a:xfrm>
            <a:off x="276912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09" name=""/>
          <p:cNvSpPr/>
          <p:nvPr/>
        </p:nvSpPr>
        <p:spPr>
          <a:xfrm>
            <a:off x="299664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0" name=""/>
          <p:cNvSpPr/>
          <p:nvPr/>
        </p:nvSpPr>
        <p:spPr>
          <a:xfrm>
            <a:off x="322416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1" name=""/>
          <p:cNvSpPr/>
          <p:nvPr/>
        </p:nvSpPr>
        <p:spPr>
          <a:xfrm>
            <a:off x="345132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2" name=""/>
          <p:cNvSpPr/>
          <p:nvPr/>
        </p:nvSpPr>
        <p:spPr>
          <a:xfrm>
            <a:off x="367884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3" name=""/>
          <p:cNvSpPr/>
          <p:nvPr/>
        </p:nvSpPr>
        <p:spPr>
          <a:xfrm>
            <a:off x="390636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4" name=""/>
          <p:cNvSpPr/>
          <p:nvPr/>
        </p:nvSpPr>
        <p:spPr>
          <a:xfrm>
            <a:off x="413388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5" name=""/>
          <p:cNvSpPr/>
          <p:nvPr/>
        </p:nvSpPr>
        <p:spPr>
          <a:xfrm>
            <a:off x="436140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6" name=""/>
          <p:cNvSpPr/>
          <p:nvPr/>
        </p:nvSpPr>
        <p:spPr>
          <a:xfrm>
            <a:off x="458892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317" name=""/>
          <p:cNvSpPr/>
          <p:nvPr/>
        </p:nvSpPr>
        <p:spPr>
          <a:xfrm>
            <a:off x="481644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8" name=""/>
          <p:cNvSpPr/>
          <p:nvPr/>
        </p:nvSpPr>
        <p:spPr>
          <a:xfrm>
            <a:off x="504360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19" name=""/>
          <p:cNvSpPr/>
          <p:nvPr/>
        </p:nvSpPr>
        <p:spPr>
          <a:xfrm>
            <a:off x="527112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320" name=""/>
          <p:cNvSpPr/>
          <p:nvPr/>
        </p:nvSpPr>
        <p:spPr>
          <a:xfrm>
            <a:off x="549864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1" name=""/>
          <p:cNvSpPr/>
          <p:nvPr/>
        </p:nvSpPr>
        <p:spPr>
          <a:xfrm>
            <a:off x="572616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2" name=""/>
          <p:cNvSpPr/>
          <p:nvPr/>
        </p:nvSpPr>
        <p:spPr>
          <a:xfrm>
            <a:off x="595368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3" name=""/>
          <p:cNvSpPr/>
          <p:nvPr/>
        </p:nvSpPr>
        <p:spPr>
          <a:xfrm>
            <a:off x="618120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4" name=""/>
          <p:cNvSpPr/>
          <p:nvPr/>
        </p:nvSpPr>
        <p:spPr>
          <a:xfrm>
            <a:off x="640872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5" name=""/>
          <p:cNvSpPr/>
          <p:nvPr/>
        </p:nvSpPr>
        <p:spPr>
          <a:xfrm>
            <a:off x="663588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6" name=""/>
          <p:cNvSpPr/>
          <p:nvPr/>
        </p:nvSpPr>
        <p:spPr>
          <a:xfrm>
            <a:off x="686340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7" name=""/>
          <p:cNvSpPr/>
          <p:nvPr/>
        </p:nvSpPr>
        <p:spPr>
          <a:xfrm>
            <a:off x="709092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8" name=""/>
          <p:cNvSpPr/>
          <p:nvPr/>
        </p:nvSpPr>
        <p:spPr>
          <a:xfrm>
            <a:off x="731844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29" name=""/>
          <p:cNvSpPr/>
          <p:nvPr/>
        </p:nvSpPr>
        <p:spPr>
          <a:xfrm>
            <a:off x="754596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0" name=""/>
          <p:cNvSpPr/>
          <p:nvPr/>
        </p:nvSpPr>
        <p:spPr>
          <a:xfrm>
            <a:off x="777348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1" name=""/>
          <p:cNvSpPr/>
          <p:nvPr/>
        </p:nvSpPr>
        <p:spPr>
          <a:xfrm>
            <a:off x="800100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2" name=""/>
          <p:cNvSpPr/>
          <p:nvPr/>
        </p:nvSpPr>
        <p:spPr>
          <a:xfrm>
            <a:off x="822852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3" name=""/>
          <p:cNvSpPr/>
          <p:nvPr/>
        </p:nvSpPr>
        <p:spPr>
          <a:xfrm>
            <a:off x="845568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4" name=""/>
          <p:cNvSpPr/>
          <p:nvPr/>
        </p:nvSpPr>
        <p:spPr>
          <a:xfrm>
            <a:off x="868320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335" name=""/>
          <p:cNvSpPr/>
          <p:nvPr/>
        </p:nvSpPr>
        <p:spPr>
          <a:xfrm>
            <a:off x="891072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6" name=""/>
          <p:cNvSpPr/>
          <p:nvPr/>
        </p:nvSpPr>
        <p:spPr>
          <a:xfrm>
            <a:off x="913824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7" name=""/>
          <p:cNvSpPr/>
          <p:nvPr/>
        </p:nvSpPr>
        <p:spPr>
          <a:xfrm>
            <a:off x="9365760" y="11962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8" name=""/>
          <p:cNvSpPr/>
          <p:nvPr/>
        </p:nvSpPr>
        <p:spPr>
          <a:xfrm>
            <a:off x="9593280" y="11962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39" name=""/>
          <p:cNvSpPr/>
          <p:nvPr/>
        </p:nvSpPr>
        <p:spPr>
          <a:xfrm>
            <a:off x="72180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0" name=""/>
          <p:cNvSpPr/>
          <p:nvPr/>
        </p:nvSpPr>
        <p:spPr>
          <a:xfrm>
            <a:off x="94932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1" name=""/>
          <p:cNvSpPr/>
          <p:nvPr/>
        </p:nvSpPr>
        <p:spPr>
          <a:xfrm>
            <a:off x="117684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2" name=""/>
          <p:cNvSpPr/>
          <p:nvPr/>
        </p:nvSpPr>
        <p:spPr>
          <a:xfrm>
            <a:off x="140436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3" name=""/>
          <p:cNvSpPr/>
          <p:nvPr/>
        </p:nvSpPr>
        <p:spPr>
          <a:xfrm>
            <a:off x="163152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4" name=""/>
          <p:cNvSpPr/>
          <p:nvPr/>
        </p:nvSpPr>
        <p:spPr>
          <a:xfrm>
            <a:off x="185904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5" name=""/>
          <p:cNvSpPr/>
          <p:nvPr/>
        </p:nvSpPr>
        <p:spPr>
          <a:xfrm>
            <a:off x="208656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6" name=""/>
          <p:cNvSpPr/>
          <p:nvPr/>
        </p:nvSpPr>
        <p:spPr>
          <a:xfrm>
            <a:off x="231408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7" name=""/>
          <p:cNvSpPr/>
          <p:nvPr/>
        </p:nvSpPr>
        <p:spPr>
          <a:xfrm>
            <a:off x="254160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8" name=""/>
          <p:cNvSpPr/>
          <p:nvPr/>
        </p:nvSpPr>
        <p:spPr>
          <a:xfrm>
            <a:off x="276912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49" name=""/>
          <p:cNvSpPr/>
          <p:nvPr/>
        </p:nvSpPr>
        <p:spPr>
          <a:xfrm>
            <a:off x="299664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0" name=""/>
          <p:cNvSpPr/>
          <p:nvPr/>
        </p:nvSpPr>
        <p:spPr>
          <a:xfrm>
            <a:off x="322416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1" name=""/>
          <p:cNvSpPr/>
          <p:nvPr/>
        </p:nvSpPr>
        <p:spPr>
          <a:xfrm>
            <a:off x="345132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2" name=""/>
          <p:cNvSpPr/>
          <p:nvPr/>
        </p:nvSpPr>
        <p:spPr>
          <a:xfrm>
            <a:off x="367884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353" name=""/>
          <p:cNvSpPr/>
          <p:nvPr/>
        </p:nvSpPr>
        <p:spPr>
          <a:xfrm>
            <a:off x="390636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4" name=""/>
          <p:cNvSpPr/>
          <p:nvPr/>
        </p:nvSpPr>
        <p:spPr>
          <a:xfrm>
            <a:off x="413388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5" name=""/>
          <p:cNvSpPr/>
          <p:nvPr/>
        </p:nvSpPr>
        <p:spPr>
          <a:xfrm>
            <a:off x="436140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6" name=""/>
          <p:cNvSpPr/>
          <p:nvPr/>
        </p:nvSpPr>
        <p:spPr>
          <a:xfrm>
            <a:off x="458892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7" name=""/>
          <p:cNvSpPr/>
          <p:nvPr/>
        </p:nvSpPr>
        <p:spPr>
          <a:xfrm>
            <a:off x="481644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8" name=""/>
          <p:cNvSpPr/>
          <p:nvPr/>
        </p:nvSpPr>
        <p:spPr>
          <a:xfrm>
            <a:off x="504360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59" name=""/>
          <p:cNvSpPr/>
          <p:nvPr/>
        </p:nvSpPr>
        <p:spPr>
          <a:xfrm>
            <a:off x="527112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60" name=""/>
          <p:cNvSpPr/>
          <p:nvPr/>
        </p:nvSpPr>
        <p:spPr>
          <a:xfrm>
            <a:off x="549864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361" name=""/>
          <p:cNvSpPr/>
          <p:nvPr/>
        </p:nvSpPr>
        <p:spPr>
          <a:xfrm>
            <a:off x="572616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362" name=""/>
          <p:cNvSpPr/>
          <p:nvPr/>
        </p:nvSpPr>
        <p:spPr>
          <a:xfrm>
            <a:off x="595368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63" name=""/>
          <p:cNvSpPr/>
          <p:nvPr/>
        </p:nvSpPr>
        <p:spPr>
          <a:xfrm>
            <a:off x="618120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64" name=""/>
          <p:cNvSpPr/>
          <p:nvPr/>
        </p:nvSpPr>
        <p:spPr>
          <a:xfrm>
            <a:off x="640872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65" name=""/>
          <p:cNvSpPr/>
          <p:nvPr/>
        </p:nvSpPr>
        <p:spPr>
          <a:xfrm>
            <a:off x="663588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66" name=""/>
          <p:cNvSpPr/>
          <p:nvPr/>
        </p:nvSpPr>
        <p:spPr>
          <a:xfrm>
            <a:off x="686340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67" name=""/>
          <p:cNvSpPr/>
          <p:nvPr/>
        </p:nvSpPr>
        <p:spPr>
          <a:xfrm>
            <a:off x="709092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68" name=""/>
          <p:cNvSpPr/>
          <p:nvPr/>
        </p:nvSpPr>
        <p:spPr>
          <a:xfrm>
            <a:off x="731844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69" name=""/>
          <p:cNvSpPr/>
          <p:nvPr/>
        </p:nvSpPr>
        <p:spPr>
          <a:xfrm>
            <a:off x="754596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0" name=""/>
          <p:cNvSpPr/>
          <p:nvPr/>
        </p:nvSpPr>
        <p:spPr>
          <a:xfrm>
            <a:off x="777348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1" name=""/>
          <p:cNvSpPr/>
          <p:nvPr/>
        </p:nvSpPr>
        <p:spPr>
          <a:xfrm>
            <a:off x="800100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2" name=""/>
          <p:cNvSpPr/>
          <p:nvPr/>
        </p:nvSpPr>
        <p:spPr>
          <a:xfrm>
            <a:off x="822852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3" name=""/>
          <p:cNvSpPr/>
          <p:nvPr/>
        </p:nvSpPr>
        <p:spPr>
          <a:xfrm>
            <a:off x="845568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4" name=""/>
          <p:cNvSpPr/>
          <p:nvPr/>
        </p:nvSpPr>
        <p:spPr>
          <a:xfrm>
            <a:off x="868320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5" name=""/>
          <p:cNvSpPr/>
          <p:nvPr/>
        </p:nvSpPr>
        <p:spPr>
          <a:xfrm>
            <a:off x="891072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6" name=""/>
          <p:cNvSpPr/>
          <p:nvPr/>
        </p:nvSpPr>
        <p:spPr>
          <a:xfrm>
            <a:off x="913824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7" name=""/>
          <p:cNvSpPr/>
          <p:nvPr/>
        </p:nvSpPr>
        <p:spPr>
          <a:xfrm>
            <a:off x="9365760" y="137160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8" name=""/>
          <p:cNvSpPr/>
          <p:nvPr/>
        </p:nvSpPr>
        <p:spPr>
          <a:xfrm>
            <a:off x="9593280" y="137160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79" name=""/>
          <p:cNvSpPr/>
          <p:nvPr/>
        </p:nvSpPr>
        <p:spPr>
          <a:xfrm>
            <a:off x="72180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0" name=""/>
          <p:cNvSpPr/>
          <p:nvPr/>
        </p:nvSpPr>
        <p:spPr>
          <a:xfrm>
            <a:off x="94932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1" name=""/>
          <p:cNvSpPr/>
          <p:nvPr/>
        </p:nvSpPr>
        <p:spPr>
          <a:xfrm>
            <a:off x="117684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2" name=""/>
          <p:cNvSpPr/>
          <p:nvPr/>
        </p:nvSpPr>
        <p:spPr>
          <a:xfrm>
            <a:off x="140436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3" name=""/>
          <p:cNvSpPr/>
          <p:nvPr/>
        </p:nvSpPr>
        <p:spPr>
          <a:xfrm>
            <a:off x="163152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4" name=""/>
          <p:cNvSpPr/>
          <p:nvPr/>
        </p:nvSpPr>
        <p:spPr>
          <a:xfrm>
            <a:off x="185904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5" name=""/>
          <p:cNvSpPr/>
          <p:nvPr/>
        </p:nvSpPr>
        <p:spPr>
          <a:xfrm>
            <a:off x="208656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386" name=""/>
          <p:cNvSpPr/>
          <p:nvPr/>
        </p:nvSpPr>
        <p:spPr>
          <a:xfrm>
            <a:off x="231408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7" name=""/>
          <p:cNvSpPr/>
          <p:nvPr/>
        </p:nvSpPr>
        <p:spPr>
          <a:xfrm>
            <a:off x="254160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8" name=""/>
          <p:cNvSpPr/>
          <p:nvPr/>
        </p:nvSpPr>
        <p:spPr>
          <a:xfrm>
            <a:off x="276912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89" name=""/>
          <p:cNvSpPr/>
          <p:nvPr/>
        </p:nvSpPr>
        <p:spPr>
          <a:xfrm>
            <a:off x="299664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0" name=""/>
          <p:cNvSpPr/>
          <p:nvPr/>
        </p:nvSpPr>
        <p:spPr>
          <a:xfrm>
            <a:off x="322416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1" name=""/>
          <p:cNvSpPr/>
          <p:nvPr/>
        </p:nvSpPr>
        <p:spPr>
          <a:xfrm>
            <a:off x="345132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2" name=""/>
          <p:cNvSpPr/>
          <p:nvPr/>
        </p:nvSpPr>
        <p:spPr>
          <a:xfrm>
            <a:off x="367884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3" name=""/>
          <p:cNvSpPr/>
          <p:nvPr/>
        </p:nvSpPr>
        <p:spPr>
          <a:xfrm>
            <a:off x="390636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4" name=""/>
          <p:cNvSpPr/>
          <p:nvPr/>
        </p:nvSpPr>
        <p:spPr>
          <a:xfrm>
            <a:off x="413388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5" name=""/>
          <p:cNvSpPr/>
          <p:nvPr/>
        </p:nvSpPr>
        <p:spPr>
          <a:xfrm>
            <a:off x="436140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6" name=""/>
          <p:cNvSpPr/>
          <p:nvPr/>
        </p:nvSpPr>
        <p:spPr>
          <a:xfrm>
            <a:off x="458892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7" name=""/>
          <p:cNvSpPr/>
          <p:nvPr/>
        </p:nvSpPr>
        <p:spPr>
          <a:xfrm>
            <a:off x="481644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8" name=""/>
          <p:cNvSpPr/>
          <p:nvPr/>
        </p:nvSpPr>
        <p:spPr>
          <a:xfrm>
            <a:off x="504360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399" name=""/>
          <p:cNvSpPr/>
          <p:nvPr/>
        </p:nvSpPr>
        <p:spPr>
          <a:xfrm>
            <a:off x="527112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0" name=""/>
          <p:cNvSpPr/>
          <p:nvPr/>
        </p:nvSpPr>
        <p:spPr>
          <a:xfrm>
            <a:off x="549864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401" name=""/>
          <p:cNvSpPr/>
          <p:nvPr/>
        </p:nvSpPr>
        <p:spPr>
          <a:xfrm>
            <a:off x="572616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2" name=""/>
          <p:cNvSpPr/>
          <p:nvPr/>
        </p:nvSpPr>
        <p:spPr>
          <a:xfrm>
            <a:off x="595368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3" name=""/>
          <p:cNvSpPr/>
          <p:nvPr/>
        </p:nvSpPr>
        <p:spPr>
          <a:xfrm>
            <a:off x="618120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4" name=""/>
          <p:cNvSpPr/>
          <p:nvPr/>
        </p:nvSpPr>
        <p:spPr>
          <a:xfrm>
            <a:off x="640872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5" name=""/>
          <p:cNvSpPr/>
          <p:nvPr/>
        </p:nvSpPr>
        <p:spPr>
          <a:xfrm>
            <a:off x="663588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6" name=""/>
          <p:cNvSpPr/>
          <p:nvPr/>
        </p:nvSpPr>
        <p:spPr>
          <a:xfrm>
            <a:off x="686340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7" name=""/>
          <p:cNvSpPr/>
          <p:nvPr/>
        </p:nvSpPr>
        <p:spPr>
          <a:xfrm>
            <a:off x="709092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8" name=""/>
          <p:cNvSpPr/>
          <p:nvPr/>
        </p:nvSpPr>
        <p:spPr>
          <a:xfrm>
            <a:off x="731844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09" name=""/>
          <p:cNvSpPr/>
          <p:nvPr/>
        </p:nvSpPr>
        <p:spPr>
          <a:xfrm>
            <a:off x="754596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0" name=""/>
          <p:cNvSpPr/>
          <p:nvPr/>
        </p:nvSpPr>
        <p:spPr>
          <a:xfrm>
            <a:off x="777348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1" name=""/>
          <p:cNvSpPr/>
          <p:nvPr/>
        </p:nvSpPr>
        <p:spPr>
          <a:xfrm>
            <a:off x="800100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2" name=""/>
          <p:cNvSpPr/>
          <p:nvPr/>
        </p:nvSpPr>
        <p:spPr>
          <a:xfrm>
            <a:off x="822852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3" name=""/>
          <p:cNvSpPr/>
          <p:nvPr/>
        </p:nvSpPr>
        <p:spPr>
          <a:xfrm>
            <a:off x="845568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4" name=""/>
          <p:cNvSpPr/>
          <p:nvPr/>
        </p:nvSpPr>
        <p:spPr>
          <a:xfrm>
            <a:off x="868320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5" name=""/>
          <p:cNvSpPr/>
          <p:nvPr/>
        </p:nvSpPr>
        <p:spPr>
          <a:xfrm>
            <a:off x="891072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6" name=""/>
          <p:cNvSpPr/>
          <p:nvPr/>
        </p:nvSpPr>
        <p:spPr>
          <a:xfrm>
            <a:off x="913824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7" name=""/>
          <p:cNvSpPr/>
          <p:nvPr/>
        </p:nvSpPr>
        <p:spPr>
          <a:xfrm>
            <a:off x="9365760" y="15469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8" name=""/>
          <p:cNvSpPr/>
          <p:nvPr/>
        </p:nvSpPr>
        <p:spPr>
          <a:xfrm>
            <a:off x="9593280" y="15469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19" name=""/>
          <p:cNvSpPr/>
          <p:nvPr/>
        </p:nvSpPr>
        <p:spPr>
          <a:xfrm>
            <a:off x="72180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0" name=""/>
          <p:cNvSpPr/>
          <p:nvPr/>
        </p:nvSpPr>
        <p:spPr>
          <a:xfrm>
            <a:off x="94932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1" name=""/>
          <p:cNvSpPr/>
          <p:nvPr/>
        </p:nvSpPr>
        <p:spPr>
          <a:xfrm>
            <a:off x="117684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2" name=""/>
          <p:cNvSpPr/>
          <p:nvPr/>
        </p:nvSpPr>
        <p:spPr>
          <a:xfrm>
            <a:off x="140436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3" name=""/>
          <p:cNvSpPr/>
          <p:nvPr/>
        </p:nvSpPr>
        <p:spPr>
          <a:xfrm>
            <a:off x="163152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4" name=""/>
          <p:cNvSpPr/>
          <p:nvPr/>
        </p:nvSpPr>
        <p:spPr>
          <a:xfrm>
            <a:off x="185904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5" name=""/>
          <p:cNvSpPr/>
          <p:nvPr/>
        </p:nvSpPr>
        <p:spPr>
          <a:xfrm>
            <a:off x="208656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6" name=""/>
          <p:cNvSpPr/>
          <p:nvPr/>
        </p:nvSpPr>
        <p:spPr>
          <a:xfrm>
            <a:off x="231408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7" name=""/>
          <p:cNvSpPr/>
          <p:nvPr/>
        </p:nvSpPr>
        <p:spPr>
          <a:xfrm>
            <a:off x="254160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8" name=""/>
          <p:cNvSpPr/>
          <p:nvPr/>
        </p:nvSpPr>
        <p:spPr>
          <a:xfrm>
            <a:off x="276912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29" name=""/>
          <p:cNvSpPr/>
          <p:nvPr/>
        </p:nvSpPr>
        <p:spPr>
          <a:xfrm>
            <a:off x="299664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0" name=""/>
          <p:cNvSpPr/>
          <p:nvPr/>
        </p:nvSpPr>
        <p:spPr>
          <a:xfrm>
            <a:off x="322416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1" name=""/>
          <p:cNvSpPr/>
          <p:nvPr/>
        </p:nvSpPr>
        <p:spPr>
          <a:xfrm>
            <a:off x="345132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2" name=""/>
          <p:cNvSpPr/>
          <p:nvPr/>
        </p:nvSpPr>
        <p:spPr>
          <a:xfrm>
            <a:off x="367884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3" name=""/>
          <p:cNvSpPr/>
          <p:nvPr/>
        </p:nvSpPr>
        <p:spPr>
          <a:xfrm>
            <a:off x="390636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4" name=""/>
          <p:cNvSpPr/>
          <p:nvPr/>
        </p:nvSpPr>
        <p:spPr>
          <a:xfrm>
            <a:off x="413388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5" name=""/>
          <p:cNvSpPr/>
          <p:nvPr/>
        </p:nvSpPr>
        <p:spPr>
          <a:xfrm>
            <a:off x="436140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6" name=""/>
          <p:cNvSpPr/>
          <p:nvPr/>
        </p:nvSpPr>
        <p:spPr>
          <a:xfrm>
            <a:off x="458892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7" name=""/>
          <p:cNvSpPr/>
          <p:nvPr/>
        </p:nvSpPr>
        <p:spPr>
          <a:xfrm>
            <a:off x="481644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8" name=""/>
          <p:cNvSpPr/>
          <p:nvPr/>
        </p:nvSpPr>
        <p:spPr>
          <a:xfrm>
            <a:off x="504360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39" name=""/>
          <p:cNvSpPr/>
          <p:nvPr/>
        </p:nvSpPr>
        <p:spPr>
          <a:xfrm>
            <a:off x="527112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40" name=""/>
          <p:cNvSpPr/>
          <p:nvPr/>
        </p:nvSpPr>
        <p:spPr>
          <a:xfrm>
            <a:off x="549864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41" name=""/>
          <p:cNvSpPr/>
          <p:nvPr/>
        </p:nvSpPr>
        <p:spPr>
          <a:xfrm>
            <a:off x="572616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442" name=""/>
          <p:cNvSpPr/>
          <p:nvPr/>
        </p:nvSpPr>
        <p:spPr>
          <a:xfrm>
            <a:off x="595368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43" name=""/>
          <p:cNvSpPr/>
          <p:nvPr/>
        </p:nvSpPr>
        <p:spPr>
          <a:xfrm>
            <a:off x="618120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44" name=""/>
          <p:cNvSpPr/>
          <p:nvPr/>
        </p:nvSpPr>
        <p:spPr>
          <a:xfrm>
            <a:off x="640872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45" name=""/>
          <p:cNvSpPr/>
          <p:nvPr/>
        </p:nvSpPr>
        <p:spPr>
          <a:xfrm>
            <a:off x="663588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46" name=""/>
          <p:cNvSpPr/>
          <p:nvPr/>
        </p:nvSpPr>
        <p:spPr>
          <a:xfrm>
            <a:off x="686340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447" name=""/>
          <p:cNvSpPr/>
          <p:nvPr/>
        </p:nvSpPr>
        <p:spPr>
          <a:xfrm>
            <a:off x="709092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48" name=""/>
          <p:cNvSpPr/>
          <p:nvPr/>
        </p:nvSpPr>
        <p:spPr>
          <a:xfrm>
            <a:off x="731844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49" name=""/>
          <p:cNvSpPr/>
          <p:nvPr/>
        </p:nvSpPr>
        <p:spPr>
          <a:xfrm>
            <a:off x="754596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0" name=""/>
          <p:cNvSpPr/>
          <p:nvPr/>
        </p:nvSpPr>
        <p:spPr>
          <a:xfrm>
            <a:off x="777348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1" name=""/>
          <p:cNvSpPr/>
          <p:nvPr/>
        </p:nvSpPr>
        <p:spPr>
          <a:xfrm>
            <a:off x="800100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2" name=""/>
          <p:cNvSpPr/>
          <p:nvPr/>
        </p:nvSpPr>
        <p:spPr>
          <a:xfrm>
            <a:off x="822852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3" name=""/>
          <p:cNvSpPr/>
          <p:nvPr/>
        </p:nvSpPr>
        <p:spPr>
          <a:xfrm>
            <a:off x="845568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4" name=""/>
          <p:cNvSpPr/>
          <p:nvPr/>
        </p:nvSpPr>
        <p:spPr>
          <a:xfrm>
            <a:off x="868320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5" name=""/>
          <p:cNvSpPr/>
          <p:nvPr/>
        </p:nvSpPr>
        <p:spPr>
          <a:xfrm>
            <a:off x="891072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6" name=""/>
          <p:cNvSpPr/>
          <p:nvPr/>
        </p:nvSpPr>
        <p:spPr>
          <a:xfrm>
            <a:off x="913824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7" name=""/>
          <p:cNvSpPr/>
          <p:nvPr/>
        </p:nvSpPr>
        <p:spPr>
          <a:xfrm>
            <a:off x="9365760" y="17222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8" name=""/>
          <p:cNvSpPr/>
          <p:nvPr/>
        </p:nvSpPr>
        <p:spPr>
          <a:xfrm>
            <a:off x="9593280" y="17222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59" name=""/>
          <p:cNvSpPr/>
          <p:nvPr/>
        </p:nvSpPr>
        <p:spPr>
          <a:xfrm>
            <a:off x="72180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0" name=""/>
          <p:cNvSpPr/>
          <p:nvPr/>
        </p:nvSpPr>
        <p:spPr>
          <a:xfrm>
            <a:off x="94932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1" name=""/>
          <p:cNvSpPr/>
          <p:nvPr/>
        </p:nvSpPr>
        <p:spPr>
          <a:xfrm>
            <a:off x="117684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2" name=""/>
          <p:cNvSpPr/>
          <p:nvPr/>
        </p:nvSpPr>
        <p:spPr>
          <a:xfrm>
            <a:off x="140436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3" name=""/>
          <p:cNvSpPr/>
          <p:nvPr/>
        </p:nvSpPr>
        <p:spPr>
          <a:xfrm>
            <a:off x="163152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4" name=""/>
          <p:cNvSpPr/>
          <p:nvPr/>
        </p:nvSpPr>
        <p:spPr>
          <a:xfrm>
            <a:off x="185904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5" name=""/>
          <p:cNvSpPr/>
          <p:nvPr/>
        </p:nvSpPr>
        <p:spPr>
          <a:xfrm>
            <a:off x="208656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6" name=""/>
          <p:cNvSpPr/>
          <p:nvPr/>
        </p:nvSpPr>
        <p:spPr>
          <a:xfrm>
            <a:off x="231408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7" name=""/>
          <p:cNvSpPr/>
          <p:nvPr/>
        </p:nvSpPr>
        <p:spPr>
          <a:xfrm>
            <a:off x="254160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68" name=""/>
          <p:cNvSpPr/>
          <p:nvPr/>
        </p:nvSpPr>
        <p:spPr>
          <a:xfrm>
            <a:off x="276912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469" name=""/>
          <p:cNvSpPr/>
          <p:nvPr/>
        </p:nvSpPr>
        <p:spPr>
          <a:xfrm>
            <a:off x="299664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0" name=""/>
          <p:cNvSpPr/>
          <p:nvPr/>
        </p:nvSpPr>
        <p:spPr>
          <a:xfrm>
            <a:off x="322416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1" name=""/>
          <p:cNvSpPr/>
          <p:nvPr/>
        </p:nvSpPr>
        <p:spPr>
          <a:xfrm>
            <a:off x="345132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2" name=""/>
          <p:cNvSpPr/>
          <p:nvPr/>
        </p:nvSpPr>
        <p:spPr>
          <a:xfrm>
            <a:off x="367884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3" name=""/>
          <p:cNvSpPr/>
          <p:nvPr/>
        </p:nvSpPr>
        <p:spPr>
          <a:xfrm>
            <a:off x="390636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4" name=""/>
          <p:cNvSpPr/>
          <p:nvPr/>
        </p:nvSpPr>
        <p:spPr>
          <a:xfrm>
            <a:off x="413388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5" name=""/>
          <p:cNvSpPr/>
          <p:nvPr/>
        </p:nvSpPr>
        <p:spPr>
          <a:xfrm>
            <a:off x="436140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6" name=""/>
          <p:cNvSpPr/>
          <p:nvPr/>
        </p:nvSpPr>
        <p:spPr>
          <a:xfrm>
            <a:off x="458892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7" name=""/>
          <p:cNvSpPr/>
          <p:nvPr/>
        </p:nvSpPr>
        <p:spPr>
          <a:xfrm>
            <a:off x="481644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8" name=""/>
          <p:cNvSpPr/>
          <p:nvPr/>
        </p:nvSpPr>
        <p:spPr>
          <a:xfrm>
            <a:off x="504360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79" name=""/>
          <p:cNvSpPr/>
          <p:nvPr/>
        </p:nvSpPr>
        <p:spPr>
          <a:xfrm>
            <a:off x="527112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480" name=""/>
          <p:cNvSpPr/>
          <p:nvPr/>
        </p:nvSpPr>
        <p:spPr>
          <a:xfrm>
            <a:off x="549864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1" name=""/>
          <p:cNvSpPr/>
          <p:nvPr/>
        </p:nvSpPr>
        <p:spPr>
          <a:xfrm>
            <a:off x="572616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2" name=""/>
          <p:cNvSpPr/>
          <p:nvPr/>
        </p:nvSpPr>
        <p:spPr>
          <a:xfrm>
            <a:off x="595368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3" name=""/>
          <p:cNvSpPr/>
          <p:nvPr/>
        </p:nvSpPr>
        <p:spPr>
          <a:xfrm>
            <a:off x="618120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4" name=""/>
          <p:cNvSpPr/>
          <p:nvPr/>
        </p:nvSpPr>
        <p:spPr>
          <a:xfrm>
            <a:off x="640872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5" name=""/>
          <p:cNvSpPr/>
          <p:nvPr/>
        </p:nvSpPr>
        <p:spPr>
          <a:xfrm>
            <a:off x="663588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6" name=""/>
          <p:cNvSpPr/>
          <p:nvPr/>
        </p:nvSpPr>
        <p:spPr>
          <a:xfrm>
            <a:off x="686340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7" name=""/>
          <p:cNvSpPr/>
          <p:nvPr/>
        </p:nvSpPr>
        <p:spPr>
          <a:xfrm>
            <a:off x="709092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8" name=""/>
          <p:cNvSpPr/>
          <p:nvPr/>
        </p:nvSpPr>
        <p:spPr>
          <a:xfrm>
            <a:off x="731844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89" name=""/>
          <p:cNvSpPr/>
          <p:nvPr/>
        </p:nvSpPr>
        <p:spPr>
          <a:xfrm>
            <a:off x="754596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0" name=""/>
          <p:cNvSpPr/>
          <p:nvPr/>
        </p:nvSpPr>
        <p:spPr>
          <a:xfrm>
            <a:off x="777348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1" name=""/>
          <p:cNvSpPr/>
          <p:nvPr/>
        </p:nvSpPr>
        <p:spPr>
          <a:xfrm>
            <a:off x="800100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2" name=""/>
          <p:cNvSpPr/>
          <p:nvPr/>
        </p:nvSpPr>
        <p:spPr>
          <a:xfrm>
            <a:off x="822852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3" name=""/>
          <p:cNvSpPr/>
          <p:nvPr/>
        </p:nvSpPr>
        <p:spPr>
          <a:xfrm>
            <a:off x="845568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4" name=""/>
          <p:cNvSpPr/>
          <p:nvPr/>
        </p:nvSpPr>
        <p:spPr>
          <a:xfrm>
            <a:off x="868320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5" name=""/>
          <p:cNvSpPr/>
          <p:nvPr/>
        </p:nvSpPr>
        <p:spPr>
          <a:xfrm>
            <a:off x="891072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6" name=""/>
          <p:cNvSpPr/>
          <p:nvPr/>
        </p:nvSpPr>
        <p:spPr>
          <a:xfrm>
            <a:off x="913824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7" name=""/>
          <p:cNvSpPr/>
          <p:nvPr/>
        </p:nvSpPr>
        <p:spPr>
          <a:xfrm>
            <a:off x="9365760" y="189756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8" name=""/>
          <p:cNvSpPr/>
          <p:nvPr/>
        </p:nvSpPr>
        <p:spPr>
          <a:xfrm>
            <a:off x="9593280" y="189756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499" name=""/>
          <p:cNvSpPr/>
          <p:nvPr/>
        </p:nvSpPr>
        <p:spPr>
          <a:xfrm>
            <a:off x="72180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0" name=""/>
          <p:cNvSpPr/>
          <p:nvPr/>
        </p:nvSpPr>
        <p:spPr>
          <a:xfrm>
            <a:off x="94932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1" name=""/>
          <p:cNvSpPr/>
          <p:nvPr/>
        </p:nvSpPr>
        <p:spPr>
          <a:xfrm>
            <a:off x="117684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2" name=""/>
          <p:cNvSpPr/>
          <p:nvPr/>
        </p:nvSpPr>
        <p:spPr>
          <a:xfrm>
            <a:off x="140436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3" name=""/>
          <p:cNvSpPr/>
          <p:nvPr/>
        </p:nvSpPr>
        <p:spPr>
          <a:xfrm>
            <a:off x="163152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4" name=""/>
          <p:cNvSpPr/>
          <p:nvPr/>
        </p:nvSpPr>
        <p:spPr>
          <a:xfrm>
            <a:off x="185904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5" name=""/>
          <p:cNvSpPr/>
          <p:nvPr/>
        </p:nvSpPr>
        <p:spPr>
          <a:xfrm>
            <a:off x="208656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6" name=""/>
          <p:cNvSpPr/>
          <p:nvPr/>
        </p:nvSpPr>
        <p:spPr>
          <a:xfrm>
            <a:off x="231408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7" name=""/>
          <p:cNvSpPr/>
          <p:nvPr/>
        </p:nvSpPr>
        <p:spPr>
          <a:xfrm>
            <a:off x="254160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8" name=""/>
          <p:cNvSpPr/>
          <p:nvPr/>
        </p:nvSpPr>
        <p:spPr>
          <a:xfrm>
            <a:off x="276912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09" name=""/>
          <p:cNvSpPr/>
          <p:nvPr/>
        </p:nvSpPr>
        <p:spPr>
          <a:xfrm>
            <a:off x="299664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0" name=""/>
          <p:cNvSpPr/>
          <p:nvPr/>
        </p:nvSpPr>
        <p:spPr>
          <a:xfrm>
            <a:off x="322416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1" name=""/>
          <p:cNvSpPr/>
          <p:nvPr/>
        </p:nvSpPr>
        <p:spPr>
          <a:xfrm>
            <a:off x="345132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2" name=""/>
          <p:cNvSpPr/>
          <p:nvPr/>
        </p:nvSpPr>
        <p:spPr>
          <a:xfrm>
            <a:off x="367884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3" name=""/>
          <p:cNvSpPr/>
          <p:nvPr/>
        </p:nvSpPr>
        <p:spPr>
          <a:xfrm>
            <a:off x="390636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4" name=""/>
          <p:cNvSpPr/>
          <p:nvPr/>
        </p:nvSpPr>
        <p:spPr>
          <a:xfrm>
            <a:off x="413388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5" name=""/>
          <p:cNvSpPr/>
          <p:nvPr/>
        </p:nvSpPr>
        <p:spPr>
          <a:xfrm>
            <a:off x="436140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6" name=""/>
          <p:cNvSpPr/>
          <p:nvPr/>
        </p:nvSpPr>
        <p:spPr>
          <a:xfrm>
            <a:off x="458892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7" name=""/>
          <p:cNvSpPr/>
          <p:nvPr/>
        </p:nvSpPr>
        <p:spPr>
          <a:xfrm>
            <a:off x="481644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8" name=""/>
          <p:cNvSpPr/>
          <p:nvPr/>
        </p:nvSpPr>
        <p:spPr>
          <a:xfrm>
            <a:off x="504360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19" name=""/>
          <p:cNvSpPr/>
          <p:nvPr/>
        </p:nvSpPr>
        <p:spPr>
          <a:xfrm>
            <a:off x="527112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20" name=""/>
          <p:cNvSpPr/>
          <p:nvPr/>
        </p:nvSpPr>
        <p:spPr>
          <a:xfrm>
            <a:off x="549864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21" name=""/>
          <p:cNvSpPr/>
          <p:nvPr/>
        </p:nvSpPr>
        <p:spPr>
          <a:xfrm>
            <a:off x="572616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22" name=""/>
          <p:cNvSpPr/>
          <p:nvPr/>
        </p:nvSpPr>
        <p:spPr>
          <a:xfrm>
            <a:off x="595368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23" name=""/>
          <p:cNvSpPr/>
          <p:nvPr/>
        </p:nvSpPr>
        <p:spPr>
          <a:xfrm>
            <a:off x="618120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524" name=""/>
          <p:cNvSpPr/>
          <p:nvPr/>
        </p:nvSpPr>
        <p:spPr>
          <a:xfrm>
            <a:off x="640872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25" name=""/>
          <p:cNvSpPr/>
          <p:nvPr/>
        </p:nvSpPr>
        <p:spPr>
          <a:xfrm>
            <a:off x="663588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26" name=""/>
          <p:cNvSpPr/>
          <p:nvPr/>
        </p:nvSpPr>
        <p:spPr>
          <a:xfrm>
            <a:off x="686340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27" name=""/>
          <p:cNvSpPr/>
          <p:nvPr/>
        </p:nvSpPr>
        <p:spPr>
          <a:xfrm>
            <a:off x="709092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28" name=""/>
          <p:cNvSpPr/>
          <p:nvPr/>
        </p:nvSpPr>
        <p:spPr>
          <a:xfrm>
            <a:off x="731844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529" name=""/>
          <p:cNvSpPr/>
          <p:nvPr/>
        </p:nvSpPr>
        <p:spPr>
          <a:xfrm>
            <a:off x="754596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0" name=""/>
          <p:cNvSpPr/>
          <p:nvPr/>
        </p:nvSpPr>
        <p:spPr>
          <a:xfrm>
            <a:off x="777348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1" name=""/>
          <p:cNvSpPr/>
          <p:nvPr/>
        </p:nvSpPr>
        <p:spPr>
          <a:xfrm>
            <a:off x="800100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2" name=""/>
          <p:cNvSpPr/>
          <p:nvPr/>
        </p:nvSpPr>
        <p:spPr>
          <a:xfrm>
            <a:off x="822852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3" name=""/>
          <p:cNvSpPr/>
          <p:nvPr/>
        </p:nvSpPr>
        <p:spPr>
          <a:xfrm>
            <a:off x="845568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4" name=""/>
          <p:cNvSpPr/>
          <p:nvPr/>
        </p:nvSpPr>
        <p:spPr>
          <a:xfrm>
            <a:off x="868320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5" name=""/>
          <p:cNvSpPr/>
          <p:nvPr/>
        </p:nvSpPr>
        <p:spPr>
          <a:xfrm>
            <a:off x="891072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6" name=""/>
          <p:cNvSpPr/>
          <p:nvPr/>
        </p:nvSpPr>
        <p:spPr>
          <a:xfrm>
            <a:off x="913824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7" name=""/>
          <p:cNvSpPr/>
          <p:nvPr/>
        </p:nvSpPr>
        <p:spPr>
          <a:xfrm>
            <a:off x="9365760" y="20732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8" name=""/>
          <p:cNvSpPr/>
          <p:nvPr/>
        </p:nvSpPr>
        <p:spPr>
          <a:xfrm>
            <a:off x="9593280" y="20732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39" name=""/>
          <p:cNvSpPr/>
          <p:nvPr/>
        </p:nvSpPr>
        <p:spPr>
          <a:xfrm>
            <a:off x="72180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0" name=""/>
          <p:cNvSpPr/>
          <p:nvPr/>
        </p:nvSpPr>
        <p:spPr>
          <a:xfrm>
            <a:off x="94932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1" name=""/>
          <p:cNvSpPr/>
          <p:nvPr/>
        </p:nvSpPr>
        <p:spPr>
          <a:xfrm>
            <a:off x="117684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2" name=""/>
          <p:cNvSpPr/>
          <p:nvPr/>
        </p:nvSpPr>
        <p:spPr>
          <a:xfrm>
            <a:off x="140436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3" name=""/>
          <p:cNvSpPr/>
          <p:nvPr/>
        </p:nvSpPr>
        <p:spPr>
          <a:xfrm>
            <a:off x="163152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4" name=""/>
          <p:cNvSpPr/>
          <p:nvPr/>
        </p:nvSpPr>
        <p:spPr>
          <a:xfrm>
            <a:off x="185904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5" name=""/>
          <p:cNvSpPr/>
          <p:nvPr/>
        </p:nvSpPr>
        <p:spPr>
          <a:xfrm>
            <a:off x="208656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6" name=""/>
          <p:cNvSpPr/>
          <p:nvPr/>
        </p:nvSpPr>
        <p:spPr>
          <a:xfrm>
            <a:off x="231408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7" name=""/>
          <p:cNvSpPr/>
          <p:nvPr/>
        </p:nvSpPr>
        <p:spPr>
          <a:xfrm>
            <a:off x="254160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8" name=""/>
          <p:cNvSpPr/>
          <p:nvPr/>
        </p:nvSpPr>
        <p:spPr>
          <a:xfrm>
            <a:off x="276912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49" name=""/>
          <p:cNvSpPr/>
          <p:nvPr/>
        </p:nvSpPr>
        <p:spPr>
          <a:xfrm>
            <a:off x="299664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0" name=""/>
          <p:cNvSpPr/>
          <p:nvPr/>
        </p:nvSpPr>
        <p:spPr>
          <a:xfrm>
            <a:off x="322416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1" name=""/>
          <p:cNvSpPr/>
          <p:nvPr/>
        </p:nvSpPr>
        <p:spPr>
          <a:xfrm>
            <a:off x="345132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2" name=""/>
          <p:cNvSpPr/>
          <p:nvPr/>
        </p:nvSpPr>
        <p:spPr>
          <a:xfrm>
            <a:off x="367884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3" name=""/>
          <p:cNvSpPr/>
          <p:nvPr/>
        </p:nvSpPr>
        <p:spPr>
          <a:xfrm>
            <a:off x="390636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4" name=""/>
          <p:cNvSpPr/>
          <p:nvPr/>
        </p:nvSpPr>
        <p:spPr>
          <a:xfrm>
            <a:off x="413388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5" name=""/>
          <p:cNvSpPr/>
          <p:nvPr/>
        </p:nvSpPr>
        <p:spPr>
          <a:xfrm>
            <a:off x="436140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6" name=""/>
          <p:cNvSpPr/>
          <p:nvPr/>
        </p:nvSpPr>
        <p:spPr>
          <a:xfrm>
            <a:off x="458892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7" name=""/>
          <p:cNvSpPr/>
          <p:nvPr/>
        </p:nvSpPr>
        <p:spPr>
          <a:xfrm>
            <a:off x="481644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8" name=""/>
          <p:cNvSpPr/>
          <p:nvPr/>
        </p:nvSpPr>
        <p:spPr>
          <a:xfrm>
            <a:off x="504360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59" name=""/>
          <p:cNvSpPr/>
          <p:nvPr/>
        </p:nvSpPr>
        <p:spPr>
          <a:xfrm>
            <a:off x="527112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560" name=""/>
          <p:cNvSpPr/>
          <p:nvPr/>
        </p:nvSpPr>
        <p:spPr>
          <a:xfrm>
            <a:off x="549864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61" name=""/>
          <p:cNvSpPr/>
          <p:nvPr/>
        </p:nvSpPr>
        <p:spPr>
          <a:xfrm>
            <a:off x="572616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562" name=""/>
          <p:cNvSpPr/>
          <p:nvPr/>
        </p:nvSpPr>
        <p:spPr>
          <a:xfrm>
            <a:off x="595368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63" name=""/>
          <p:cNvSpPr/>
          <p:nvPr/>
        </p:nvSpPr>
        <p:spPr>
          <a:xfrm>
            <a:off x="618120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64" name=""/>
          <p:cNvSpPr/>
          <p:nvPr/>
        </p:nvSpPr>
        <p:spPr>
          <a:xfrm>
            <a:off x="640872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65" name=""/>
          <p:cNvSpPr/>
          <p:nvPr/>
        </p:nvSpPr>
        <p:spPr>
          <a:xfrm>
            <a:off x="663588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66" name=""/>
          <p:cNvSpPr/>
          <p:nvPr/>
        </p:nvSpPr>
        <p:spPr>
          <a:xfrm>
            <a:off x="686340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67" name=""/>
          <p:cNvSpPr/>
          <p:nvPr/>
        </p:nvSpPr>
        <p:spPr>
          <a:xfrm>
            <a:off x="709092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68" name=""/>
          <p:cNvSpPr/>
          <p:nvPr/>
        </p:nvSpPr>
        <p:spPr>
          <a:xfrm>
            <a:off x="731844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69" name=""/>
          <p:cNvSpPr/>
          <p:nvPr/>
        </p:nvSpPr>
        <p:spPr>
          <a:xfrm>
            <a:off x="754596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0" name=""/>
          <p:cNvSpPr/>
          <p:nvPr/>
        </p:nvSpPr>
        <p:spPr>
          <a:xfrm>
            <a:off x="777348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1" name=""/>
          <p:cNvSpPr/>
          <p:nvPr/>
        </p:nvSpPr>
        <p:spPr>
          <a:xfrm>
            <a:off x="800100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2" name=""/>
          <p:cNvSpPr/>
          <p:nvPr/>
        </p:nvSpPr>
        <p:spPr>
          <a:xfrm>
            <a:off x="822852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3" name=""/>
          <p:cNvSpPr/>
          <p:nvPr/>
        </p:nvSpPr>
        <p:spPr>
          <a:xfrm>
            <a:off x="845568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4" name=""/>
          <p:cNvSpPr/>
          <p:nvPr/>
        </p:nvSpPr>
        <p:spPr>
          <a:xfrm>
            <a:off x="868320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5" name=""/>
          <p:cNvSpPr/>
          <p:nvPr/>
        </p:nvSpPr>
        <p:spPr>
          <a:xfrm>
            <a:off x="891072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6" name=""/>
          <p:cNvSpPr/>
          <p:nvPr/>
        </p:nvSpPr>
        <p:spPr>
          <a:xfrm>
            <a:off x="913824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7" name=""/>
          <p:cNvSpPr/>
          <p:nvPr/>
        </p:nvSpPr>
        <p:spPr>
          <a:xfrm>
            <a:off x="9365760" y="22485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8" name=""/>
          <p:cNvSpPr/>
          <p:nvPr/>
        </p:nvSpPr>
        <p:spPr>
          <a:xfrm>
            <a:off x="9593280" y="22485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79" name=""/>
          <p:cNvSpPr/>
          <p:nvPr/>
        </p:nvSpPr>
        <p:spPr>
          <a:xfrm>
            <a:off x="72180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0" name=""/>
          <p:cNvSpPr/>
          <p:nvPr/>
        </p:nvSpPr>
        <p:spPr>
          <a:xfrm>
            <a:off x="94932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1" name=""/>
          <p:cNvSpPr/>
          <p:nvPr/>
        </p:nvSpPr>
        <p:spPr>
          <a:xfrm>
            <a:off x="117684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2" name=""/>
          <p:cNvSpPr/>
          <p:nvPr/>
        </p:nvSpPr>
        <p:spPr>
          <a:xfrm>
            <a:off x="140436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3" name=""/>
          <p:cNvSpPr/>
          <p:nvPr/>
        </p:nvSpPr>
        <p:spPr>
          <a:xfrm>
            <a:off x="163152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4" name=""/>
          <p:cNvSpPr/>
          <p:nvPr/>
        </p:nvSpPr>
        <p:spPr>
          <a:xfrm>
            <a:off x="185904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5" name=""/>
          <p:cNvSpPr/>
          <p:nvPr/>
        </p:nvSpPr>
        <p:spPr>
          <a:xfrm>
            <a:off x="208656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6" name=""/>
          <p:cNvSpPr/>
          <p:nvPr/>
        </p:nvSpPr>
        <p:spPr>
          <a:xfrm>
            <a:off x="231408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7" name=""/>
          <p:cNvSpPr/>
          <p:nvPr/>
        </p:nvSpPr>
        <p:spPr>
          <a:xfrm>
            <a:off x="254160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8" name=""/>
          <p:cNvSpPr/>
          <p:nvPr/>
        </p:nvSpPr>
        <p:spPr>
          <a:xfrm>
            <a:off x="276912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89" name=""/>
          <p:cNvSpPr/>
          <p:nvPr/>
        </p:nvSpPr>
        <p:spPr>
          <a:xfrm>
            <a:off x="299664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90" name=""/>
          <p:cNvSpPr/>
          <p:nvPr/>
        </p:nvSpPr>
        <p:spPr>
          <a:xfrm>
            <a:off x="322416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91" name=""/>
          <p:cNvSpPr/>
          <p:nvPr/>
        </p:nvSpPr>
        <p:spPr>
          <a:xfrm>
            <a:off x="345132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92" name=""/>
          <p:cNvSpPr/>
          <p:nvPr/>
        </p:nvSpPr>
        <p:spPr>
          <a:xfrm>
            <a:off x="367884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93" name=""/>
          <p:cNvSpPr/>
          <p:nvPr/>
        </p:nvSpPr>
        <p:spPr>
          <a:xfrm>
            <a:off x="390636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94" name=""/>
          <p:cNvSpPr/>
          <p:nvPr/>
        </p:nvSpPr>
        <p:spPr>
          <a:xfrm>
            <a:off x="413388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595" name=""/>
          <p:cNvSpPr/>
          <p:nvPr/>
        </p:nvSpPr>
        <p:spPr>
          <a:xfrm>
            <a:off x="436140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596" name=""/>
          <p:cNvSpPr/>
          <p:nvPr/>
        </p:nvSpPr>
        <p:spPr>
          <a:xfrm>
            <a:off x="458892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97" name=""/>
          <p:cNvSpPr/>
          <p:nvPr/>
        </p:nvSpPr>
        <p:spPr>
          <a:xfrm>
            <a:off x="481644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98" name=""/>
          <p:cNvSpPr/>
          <p:nvPr/>
        </p:nvSpPr>
        <p:spPr>
          <a:xfrm>
            <a:off x="504360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599" name=""/>
          <p:cNvSpPr/>
          <p:nvPr/>
        </p:nvSpPr>
        <p:spPr>
          <a:xfrm>
            <a:off x="527112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0" name=""/>
          <p:cNvSpPr/>
          <p:nvPr/>
        </p:nvSpPr>
        <p:spPr>
          <a:xfrm>
            <a:off x="549864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1" name=""/>
          <p:cNvSpPr/>
          <p:nvPr/>
        </p:nvSpPr>
        <p:spPr>
          <a:xfrm>
            <a:off x="572616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2" name=""/>
          <p:cNvSpPr/>
          <p:nvPr/>
        </p:nvSpPr>
        <p:spPr>
          <a:xfrm>
            <a:off x="595368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3" name=""/>
          <p:cNvSpPr/>
          <p:nvPr/>
        </p:nvSpPr>
        <p:spPr>
          <a:xfrm>
            <a:off x="618120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4" name=""/>
          <p:cNvSpPr/>
          <p:nvPr/>
        </p:nvSpPr>
        <p:spPr>
          <a:xfrm>
            <a:off x="640872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5" name=""/>
          <p:cNvSpPr/>
          <p:nvPr/>
        </p:nvSpPr>
        <p:spPr>
          <a:xfrm>
            <a:off x="663588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6" name=""/>
          <p:cNvSpPr/>
          <p:nvPr/>
        </p:nvSpPr>
        <p:spPr>
          <a:xfrm>
            <a:off x="686340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7" name=""/>
          <p:cNvSpPr/>
          <p:nvPr/>
        </p:nvSpPr>
        <p:spPr>
          <a:xfrm>
            <a:off x="709092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8" name=""/>
          <p:cNvSpPr/>
          <p:nvPr/>
        </p:nvSpPr>
        <p:spPr>
          <a:xfrm>
            <a:off x="731844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09" name=""/>
          <p:cNvSpPr/>
          <p:nvPr/>
        </p:nvSpPr>
        <p:spPr>
          <a:xfrm>
            <a:off x="754596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0" name=""/>
          <p:cNvSpPr/>
          <p:nvPr/>
        </p:nvSpPr>
        <p:spPr>
          <a:xfrm>
            <a:off x="777348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1" name=""/>
          <p:cNvSpPr/>
          <p:nvPr/>
        </p:nvSpPr>
        <p:spPr>
          <a:xfrm>
            <a:off x="800100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2" name=""/>
          <p:cNvSpPr/>
          <p:nvPr/>
        </p:nvSpPr>
        <p:spPr>
          <a:xfrm>
            <a:off x="822852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3" name=""/>
          <p:cNvSpPr/>
          <p:nvPr/>
        </p:nvSpPr>
        <p:spPr>
          <a:xfrm>
            <a:off x="845568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4" name=""/>
          <p:cNvSpPr/>
          <p:nvPr/>
        </p:nvSpPr>
        <p:spPr>
          <a:xfrm>
            <a:off x="868320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5" name=""/>
          <p:cNvSpPr/>
          <p:nvPr/>
        </p:nvSpPr>
        <p:spPr>
          <a:xfrm>
            <a:off x="891072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6" name=""/>
          <p:cNvSpPr/>
          <p:nvPr/>
        </p:nvSpPr>
        <p:spPr>
          <a:xfrm>
            <a:off x="913824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7" name=""/>
          <p:cNvSpPr/>
          <p:nvPr/>
        </p:nvSpPr>
        <p:spPr>
          <a:xfrm>
            <a:off x="9365760" y="242388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8" name=""/>
          <p:cNvSpPr/>
          <p:nvPr/>
        </p:nvSpPr>
        <p:spPr>
          <a:xfrm>
            <a:off x="9593280" y="242388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19" name=""/>
          <p:cNvSpPr/>
          <p:nvPr/>
        </p:nvSpPr>
        <p:spPr>
          <a:xfrm>
            <a:off x="72180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0" name=""/>
          <p:cNvSpPr/>
          <p:nvPr/>
        </p:nvSpPr>
        <p:spPr>
          <a:xfrm>
            <a:off x="94932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1" name=""/>
          <p:cNvSpPr/>
          <p:nvPr/>
        </p:nvSpPr>
        <p:spPr>
          <a:xfrm>
            <a:off x="117684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2" name=""/>
          <p:cNvSpPr/>
          <p:nvPr/>
        </p:nvSpPr>
        <p:spPr>
          <a:xfrm>
            <a:off x="140436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3" name=""/>
          <p:cNvSpPr/>
          <p:nvPr/>
        </p:nvSpPr>
        <p:spPr>
          <a:xfrm>
            <a:off x="163152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4" name=""/>
          <p:cNvSpPr/>
          <p:nvPr/>
        </p:nvSpPr>
        <p:spPr>
          <a:xfrm>
            <a:off x="185904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5" name=""/>
          <p:cNvSpPr/>
          <p:nvPr/>
        </p:nvSpPr>
        <p:spPr>
          <a:xfrm>
            <a:off x="208656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6" name=""/>
          <p:cNvSpPr/>
          <p:nvPr/>
        </p:nvSpPr>
        <p:spPr>
          <a:xfrm>
            <a:off x="231408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7" name=""/>
          <p:cNvSpPr/>
          <p:nvPr/>
        </p:nvSpPr>
        <p:spPr>
          <a:xfrm>
            <a:off x="254160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8" name=""/>
          <p:cNvSpPr/>
          <p:nvPr/>
        </p:nvSpPr>
        <p:spPr>
          <a:xfrm>
            <a:off x="276912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29" name=""/>
          <p:cNvSpPr/>
          <p:nvPr/>
        </p:nvSpPr>
        <p:spPr>
          <a:xfrm>
            <a:off x="299664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0" name=""/>
          <p:cNvSpPr/>
          <p:nvPr/>
        </p:nvSpPr>
        <p:spPr>
          <a:xfrm>
            <a:off x="322416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1" name=""/>
          <p:cNvSpPr/>
          <p:nvPr/>
        </p:nvSpPr>
        <p:spPr>
          <a:xfrm>
            <a:off x="345132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2" name=""/>
          <p:cNvSpPr/>
          <p:nvPr/>
        </p:nvSpPr>
        <p:spPr>
          <a:xfrm>
            <a:off x="367884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3" name=""/>
          <p:cNvSpPr/>
          <p:nvPr/>
        </p:nvSpPr>
        <p:spPr>
          <a:xfrm>
            <a:off x="390636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4" name=""/>
          <p:cNvSpPr/>
          <p:nvPr/>
        </p:nvSpPr>
        <p:spPr>
          <a:xfrm>
            <a:off x="413388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5" name=""/>
          <p:cNvSpPr/>
          <p:nvPr/>
        </p:nvSpPr>
        <p:spPr>
          <a:xfrm>
            <a:off x="436140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6" name=""/>
          <p:cNvSpPr/>
          <p:nvPr/>
        </p:nvSpPr>
        <p:spPr>
          <a:xfrm>
            <a:off x="458892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7" name=""/>
          <p:cNvSpPr/>
          <p:nvPr/>
        </p:nvSpPr>
        <p:spPr>
          <a:xfrm>
            <a:off x="481644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8" name=""/>
          <p:cNvSpPr/>
          <p:nvPr/>
        </p:nvSpPr>
        <p:spPr>
          <a:xfrm>
            <a:off x="504360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39" name=""/>
          <p:cNvSpPr/>
          <p:nvPr/>
        </p:nvSpPr>
        <p:spPr>
          <a:xfrm>
            <a:off x="527112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0" name=""/>
          <p:cNvSpPr/>
          <p:nvPr/>
        </p:nvSpPr>
        <p:spPr>
          <a:xfrm>
            <a:off x="549864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1" name=""/>
          <p:cNvSpPr/>
          <p:nvPr/>
        </p:nvSpPr>
        <p:spPr>
          <a:xfrm>
            <a:off x="572616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2" name=""/>
          <p:cNvSpPr/>
          <p:nvPr/>
        </p:nvSpPr>
        <p:spPr>
          <a:xfrm>
            <a:off x="595368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3" name=""/>
          <p:cNvSpPr/>
          <p:nvPr/>
        </p:nvSpPr>
        <p:spPr>
          <a:xfrm>
            <a:off x="618120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4" name=""/>
          <p:cNvSpPr/>
          <p:nvPr/>
        </p:nvSpPr>
        <p:spPr>
          <a:xfrm>
            <a:off x="640872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5" name=""/>
          <p:cNvSpPr/>
          <p:nvPr/>
        </p:nvSpPr>
        <p:spPr>
          <a:xfrm>
            <a:off x="663588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6" name=""/>
          <p:cNvSpPr/>
          <p:nvPr/>
        </p:nvSpPr>
        <p:spPr>
          <a:xfrm>
            <a:off x="686340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7" name=""/>
          <p:cNvSpPr/>
          <p:nvPr/>
        </p:nvSpPr>
        <p:spPr>
          <a:xfrm>
            <a:off x="709092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48" name=""/>
          <p:cNvSpPr/>
          <p:nvPr/>
        </p:nvSpPr>
        <p:spPr>
          <a:xfrm>
            <a:off x="731844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649" name=""/>
          <p:cNvSpPr/>
          <p:nvPr/>
        </p:nvSpPr>
        <p:spPr>
          <a:xfrm>
            <a:off x="754596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0" name=""/>
          <p:cNvSpPr/>
          <p:nvPr/>
        </p:nvSpPr>
        <p:spPr>
          <a:xfrm>
            <a:off x="777348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1" name=""/>
          <p:cNvSpPr/>
          <p:nvPr/>
        </p:nvSpPr>
        <p:spPr>
          <a:xfrm>
            <a:off x="800100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652" name=""/>
          <p:cNvSpPr/>
          <p:nvPr/>
        </p:nvSpPr>
        <p:spPr>
          <a:xfrm>
            <a:off x="822852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3" name=""/>
          <p:cNvSpPr/>
          <p:nvPr/>
        </p:nvSpPr>
        <p:spPr>
          <a:xfrm>
            <a:off x="845568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4" name=""/>
          <p:cNvSpPr/>
          <p:nvPr/>
        </p:nvSpPr>
        <p:spPr>
          <a:xfrm>
            <a:off x="868320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5" name=""/>
          <p:cNvSpPr/>
          <p:nvPr/>
        </p:nvSpPr>
        <p:spPr>
          <a:xfrm>
            <a:off x="891072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6" name=""/>
          <p:cNvSpPr/>
          <p:nvPr/>
        </p:nvSpPr>
        <p:spPr>
          <a:xfrm>
            <a:off x="913824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7" name=""/>
          <p:cNvSpPr/>
          <p:nvPr/>
        </p:nvSpPr>
        <p:spPr>
          <a:xfrm>
            <a:off x="9365760" y="25992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8" name=""/>
          <p:cNvSpPr/>
          <p:nvPr/>
        </p:nvSpPr>
        <p:spPr>
          <a:xfrm>
            <a:off x="9593280" y="25992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59" name=""/>
          <p:cNvSpPr/>
          <p:nvPr/>
        </p:nvSpPr>
        <p:spPr>
          <a:xfrm>
            <a:off x="72180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0" name=""/>
          <p:cNvSpPr/>
          <p:nvPr/>
        </p:nvSpPr>
        <p:spPr>
          <a:xfrm>
            <a:off x="94932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1" name=""/>
          <p:cNvSpPr/>
          <p:nvPr/>
        </p:nvSpPr>
        <p:spPr>
          <a:xfrm>
            <a:off x="117684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2" name=""/>
          <p:cNvSpPr/>
          <p:nvPr/>
        </p:nvSpPr>
        <p:spPr>
          <a:xfrm>
            <a:off x="140436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3" name=""/>
          <p:cNvSpPr/>
          <p:nvPr/>
        </p:nvSpPr>
        <p:spPr>
          <a:xfrm>
            <a:off x="163152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4" name=""/>
          <p:cNvSpPr/>
          <p:nvPr/>
        </p:nvSpPr>
        <p:spPr>
          <a:xfrm>
            <a:off x="185904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5" name=""/>
          <p:cNvSpPr/>
          <p:nvPr/>
        </p:nvSpPr>
        <p:spPr>
          <a:xfrm>
            <a:off x="208656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6" name=""/>
          <p:cNvSpPr/>
          <p:nvPr/>
        </p:nvSpPr>
        <p:spPr>
          <a:xfrm>
            <a:off x="231408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7" name=""/>
          <p:cNvSpPr/>
          <p:nvPr/>
        </p:nvSpPr>
        <p:spPr>
          <a:xfrm>
            <a:off x="254160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8" name=""/>
          <p:cNvSpPr/>
          <p:nvPr/>
        </p:nvSpPr>
        <p:spPr>
          <a:xfrm>
            <a:off x="276912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69" name=""/>
          <p:cNvSpPr/>
          <p:nvPr/>
        </p:nvSpPr>
        <p:spPr>
          <a:xfrm>
            <a:off x="299664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0" name=""/>
          <p:cNvSpPr/>
          <p:nvPr/>
        </p:nvSpPr>
        <p:spPr>
          <a:xfrm>
            <a:off x="322416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1" name=""/>
          <p:cNvSpPr/>
          <p:nvPr/>
        </p:nvSpPr>
        <p:spPr>
          <a:xfrm>
            <a:off x="345132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2" name=""/>
          <p:cNvSpPr/>
          <p:nvPr/>
        </p:nvSpPr>
        <p:spPr>
          <a:xfrm>
            <a:off x="367884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3" name=""/>
          <p:cNvSpPr/>
          <p:nvPr/>
        </p:nvSpPr>
        <p:spPr>
          <a:xfrm>
            <a:off x="390636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4" name=""/>
          <p:cNvSpPr/>
          <p:nvPr/>
        </p:nvSpPr>
        <p:spPr>
          <a:xfrm>
            <a:off x="413388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5" name=""/>
          <p:cNvSpPr/>
          <p:nvPr/>
        </p:nvSpPr>
        <p:spPr>
          <a:xfrm>
            <a:off x="436140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6" name=""/>
          <p:cNvSpPr/>
          <p:nvPr/>
        </p:nvSpPr>
        <p:spPr>
          <a:xfrm>
            <a:off x="458892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7" name=""/>
          <p:cNvSpPr/>
          <p:nvPr/>
        </p:nvSpPr>
        <p:spPr>
          <a:xfrm>
            <a:off x="481644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8" name=""/>
          <p:cNvSpPr/>
          <p:nvPr/>
        </p:nvSpPr>
        <p:spPr>
          <a:xfrm>
            <a:off x="504360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79" name=""/>
          <p:cNvSpPr/>
          <p:nvPr/>
        </p:nvSpPr>
        <p:spPr>
          <a:xfrm>
            <a:off x="527112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680" name=""/>
          <p:cNvSpPr/>
          <p:nvPr/>
        </p:nvSpPr>
        <p:spPr>
          <a:xfrm>
            <a:off x="549864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1" name=""/>
          <p:cNvSpPr/>
          <p:nvPr/>
        </p:nvSpPr>
        <p:spPr>
          <a:xfrm>
            <a:off x="572616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2" name=""/>
          <p:cNvSpPr/>
          <p:nvPr/>
        </p:nvSpPr>
        <p:spPr>
          <a:xfrm>
            <a:off x="595368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3" name=""/>
          <p:cNvSpPr/>
          <p:nvPr/>
        </p:nvSpPr>
        <p:spPr>
          <a:xfrm>
            <a:off x="618120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4" name=""/>
          <p:cNvSpPr/>
          <p:nvPr/>
        </p:nvSpPr>
        <p:spPr>
          <a:xfrm>
            <a:off x="640872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5" name=""/>
          <p:cNvSpPr/>
          <p:nvPr/>
        </p:nvSpPr>
        <p:spPr>
          <a:xfrm>
            <a:off x="663588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6" name=""/>
          <p:cNvSpPr/>
          <p:nvPr/>
        </p:nvSpPr>
        <p:spPr>
          <a:xfrm>
            <a:off x="686340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7" name=""/>
          <p:cNvSpPr/>
          <p:nvPr/>
        </p:nvSpPr>
        <p:spPr>
          <a:xfrm>
            <a:off x="709092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8" name=""/>
          <p:cNvSpPr/>
          <p:nvPr/>
        </p:nvSpPr>
        <p:spPr>
          <a:xfrm>
            <a:off x="731844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89" name=""/>
          <p:cNvSpPr/>
          <p:nvPr/>
        </p:nvSpPr>
        <p:spPr>
          <a:xfrm>
            <a:off x="754596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0" name=""/>
          <p:cNvSpPr/>
          <p:nvPr/>
        </p:nvSpPr>
        <p:spPr>
          <a:xfrm>
            <a:off x="777348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1" name=""/>
          <p:cNvSpPr/>
          <p:nvPr/>
        </p:nvSpPr>
        <p:spPr>
          <a:xfrm>
            <a:off x="800100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2" name=""/>
          <p:cNvSpPr/>
          <p:nvPr/>
        </p:nvSpPr>
        <p:spPr>
          <a:xfrm>
            <a:off x="822852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3" name=""/>
          <p:cNvSpPr/>
          <p:nvPr/>
        </p:nvSpPr>
        <p:spPr>
          <a:xfrm>
            <a:off x="845568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4" name=""/>
          <p:cNvSpPr/>
          <p:nvPr/>
        </p:nvSpPr>
        <p:spPr>
          <a:xfrm>
            <a:off x="868320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5" name=""/>
          <p:cNvSpPr/>
          <p:nvPr/>
        </p:nvSpPr>
        <p:spPr>
          <a:xfrm>
            <a:off x="891072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6" name=""/>
          <p:cNvSpPr/>
          <p:nvPr/>
        </p:nvSpPr>
        <p:spPr>
          <a:xfrm>
            <a:off x="913824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7" name=""/>
          <p:cNvSpPr/>
          <p:nvPr/>
        </p:nvSpPr>
        <p:spPr>
          <a:xfrm>
            <a:off x="9365760" y="27745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8" name=""/>
          <p:cNvSpPr/>
          <p:nvPr/>
        </p:nvSpPr>
        <p:spPr>
          <a:xfrm>
            <a:off x="9593280" y="27745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699" name=""/>
          <p:cNvSpPr/>
          <p:nvPr/>
        </p:nvSpPr>
        <p:spPr>
          <a:xfrm>
            <a:off x="72180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0" name=""/>
          <p:cNvSpPr/>
          <p:nvPr/>
        </p:nvSpPr>
        <p:spPr>
          <a:xfrm>
            <a:off x="94932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1" name=""/>
          <p:cNvSpPr/>
          <p:nvPr/>
        </p:nvSpPr>
        <p:spPr>
          <a:xfrm>
            <a:off x="117684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2" name=""/>
          <p:cNvSpPr/>
          <p:nvPr/>
        </p:nvSpPr>
        <p:spPr>
          <a:xfrm>
            <a:off x="140436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3" name=""/>
          <p:cNvSpPr/>
          <p:nvPr/>
        </p:nvSpPr>
        <p:spPr>
          <a:xfrm>
            <a:off x="163152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4" name=""/>
          <p:cNvSpPr/>
          <p:nvPr/>
        </p:nvSpPr>
        <p:spPr>
          <a:xfrm>
            <a:off x="185904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5" name=""/>
          <p:cNvSpPr/>
          <p:nvPr/>
        </p:nvSpPr>
        <p:spPr>
          <a:xfrm>
            <a:off x="208656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6" name=""/>
          <p:cNvSpPr/>
          <p:nvPr/>
        </p:nvSpPr>
        <p:spPr>
          <a:xfrm>
            <a:off x="231408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707" name=""/>
          <p:cNvSpPr/>
          <p:nvPr/>
        </p:nvSpPr>
        <p:spPr>
          <a:xfrm>
            <a:off x="254160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8" name=""/>
          <p:cNvSpPr/>
          <p:nvPr/>
        </p:nvSpPr>
        <p:spPr>
          <a:xfrm>
            <a:off x="276912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09" name=""/>
          <p:cNvSpPr/>
          <p:nvPr/>
        </p:nvSpPr>
        <p:spPr>
          <a:xfrm>
            <a:off x="299664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0" name=""/>
          <p:cNvSpPr/>
          <p:nvPr/>
        </p:nvSpPr>
        <p:spPr>
          <a:xfrm>
            <a:off x="322416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1" name=""/>
          <p:cNvSpPr/>
          <p:nvPr/>
        </p:nvSpPr>
        <p:spPr>
          <a:xfrm>
            <a:off x="345132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2" name=""/>
          <p:cNvSpPr/>
          <p:nvPr/>
        </p:nvSpPr>
        <p:spPr>
          <a:xfrm>
            <a:off x="367884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3" name=""/>
          <p:cNvSpPr/>
          <p:nvPr/>
        </p:nvSpPr>
        <p:spPr>
          <a:xfrm>
            <a:off x="390636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4" name=""/>
          <p:cNvSpPr/>
          <p:nvPr/>
        </p:nvSpPr>
        <p:spPr>
          <a:xfrm>
            <a:off x="413388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5" name=""/>
          <p:cNvSpPr/>
          <p:nvPr/>
        </p:nvSpPr>
        <p:spPr>
          <a:xfrm>
            <a:off x="436140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6" name=""/>
          <p:cNvSpPr/>
          <p:nvPr/>
        </p:nvSpPr>
        <p:spPr>
          <a:xfrm>
            <a:off x="458892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7" name=""/>
          <p:cNvSpPr/>
          <p:nvPr/>
        </p:nvSpPr>
        <p:spPr>
          <a:xfrm>
            <a:off x="481644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8" name=""/>
          <p:cNvSpPr/>
          <p:nvPr/>
        </p:nvSpPr>
        <p:spPr>
          <a:xfrm>
            <a:off x="504360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19" name=""/>
          <p:cNvSpPr/>
          <p:nvPr/>
        </p:nvSpPr>
        <p:spPr>
          <a:xfrm>
            <a:off x="527112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0" name=""/>
          <p:cNvSpPr/>
          <p:nvPr/>
        </p:nvSpPr>
        <p:spPr>
          <a:xfrm>
            <a:off x="549864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1" name=""/>
          <p:cNvSpPr/>
          <p:nvPr/>
        </p:nvSpPr>
        <p:spPr>
          <a:xfrm>
            <a:off x="572616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2" name=""/>
          <p:cNvSpPr/>
          <p:nvPr/>
        </p:nvSpPr>
        <p:spPr>
          <a:xfrm>
            <a:off x="595368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3" name=""/>
          <p:cNvSpPr/>
          <p:nvPr/>
        </p:nvSpPr>
        <p:spPr>
          <a:xfrm>
            <a:off x="618120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4" name=""/>
          <p:cNvSpPr/>
          <p:nvPr/>
        </p:nvSpPr>
        <p:spPr>
          <a:xfrm>
            <a:off x="640872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5" name=""/>
          <p:cNvSpPr/>
          <p:nvPr/>
        </p:nvSpPr>
        <p:spPr>
          <a:xfrm>
            <a:off x="663588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6" name=""/>
          <p:cNvSpPr/>
          <p:nvPr/>
        </p:nvSpPr>
        <p:spPr>
          <a:xfrm>
            <a:off x="686340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7" name=""/>
          <p:cNvSpPr/>
          <p:nvPr/>
        </p:nvSpPr>
        <p:spPr>
          <a:xfrm>
            <a:off x="709092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8" name=""/>
          <p:cNvSpPr/>
          <p:nvPr/>
        </p:nvSpPr>
        <p:spPr>
          <a:xfrm>
            <a:off x="731844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29" name=""/>
          <p:cNvSpPr/>
          <p:nvPr/>
        </p:nvSpPr>
        <p:spPr>
          <a:xfrm>
            <a:off x="754596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0" name=""/>
          <p:cNvSpPr/>
          <p:nvPr/>
        </p:nvSpPr>
        <p:spPr>
          <a:xfrm>
            <a:off x="777348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1" name=""/>
          <p:cNvSpPr/>
          <p:nvPr/>
        </p:nvSpPr>
        <p:spPr>
          <a:xfrm>
            <a:off x="800100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2" name=""/>
          <p:cNvSpPr/>
          <p:nvPr/>
        </p:nvSpPr>
        <p:spPr>
          <a:xfrm>
            <a:off x="822852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3" name=""/>
          <p:cNvSpPr/>
          <p:nvPr/>
        </p:nvSpPr>
        <p:spPr>
          <a:xfrm>
            <a:off x="845568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4" name=""/>
          <p:cNvSpPr/>
          <p:nvPr/>
        </p:nvSpPr>
        <p:spPr>
          <a:xfrm>
            <a:off x="868320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5" name=""/>
          <p:cNvSpPr/>
          <p:nvPr/>
        </p:nvSpPr>
        <p:spPr>
          <a:xfrm>
            <a:off x="891072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6" name=""/>
          <p:cNvSpPr/>
          <p:nvPr/>
        </p:nvSpPr>
        <p:spPr>
          <a:xfrm>
            <a:off x="913824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7" name=""/>
          <p:cNvSpPr/>
          <p:nvPr/>
        </p:nvSpPr>
        <p:spPr>
          <a:xfrm>
            <a:off x="9365760" y="294984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8" name=""/>
          <p:cNvSpPr/>
          <p:nvPr/>
        </p:nvSpPr>
        <p:spPr>
          <a:xfrm>
            <a:off x="9593280" y="294984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39" name=""/>
          <p:cNvSpPr/>
          <p:nvPr/>
        </p:nvSpPr>
        <p:spPr>
          <a:xfrm>
            <a:off x="72180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0" name=""/>
          <p:cNvSpPr/>
          <p:nvPr/>
        </p:nvSpPr>
        <p:spPr>
          <a:xfrm>
            <a:off x="94932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1" name=""/>
          <p:cNvSpPr/>
          <p:nvPr/>
        </p:nvSpPr>
        <p:spPr>
          <a:xfrm>
            <a:off x="117684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2" name=""/>
          <p:cNvSpPr/>
          <p:nvPr/>
        </p:nvSpPr>
        <p:spPr>
          <a:xfrm>
            <a:off x="140436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3" name=""/>
          <p:cNvSpPr/>
          <p:nvPr/>
        </p:nvSpPr>
        <p:spPr>
          <a:xfrm>
            <a:off x="163152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4" name=""/>
          <p:cNvSpPr/>
          <p:nvPr/>
        </p:nvSpPr>
        <p:spPr>
          <a:xfrm>
            <a:off x="185904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5" name=""/>
          <p:cNvSpPr/>
          <p:nvPr/>
        </p:nvSpPr>
        <p:spPr>
          <a:xfrm>
            <a:off x="208656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6" name=""/>
          <p:cNvSpPr/>
          <p:nvPr/>
        </p:nvSpPr>
        <p:spPr>
          <a:xfrm>
            <a:off x="231408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7" name=""/>
          <p:cNvSpPr/>
          <p:nvPr/>
        </p:nvSpPr>
        <p:spPr>
          <a:xfrm>
            <a:off x="254160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8" name=""/>
          <p:cNvSpPr/>
          <p:nvPr/>
        </p:nvSpPr>
        <p:spPr>
          <a:xfrm>
            <a:off x="276912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49" name=""/>
          <p:cNvSpPr/>
          <p:nvPr/>
        </p:nvSpPr>
        <p:spPr>
          <a:xfrm>
            <a:off x="299664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0" name=""/>
          <p:cNvSpPr/>
          <p:nvPr/>
        </p:nvSpPr>
        <p:spPr>
          <a:xfrm>
            <a:off x="322416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1" name=""/>
          <p:cNvSpPr/>
          <p:nvPr/>
        </p:nvSpPr>
        <p:spPr>
          <a:xfrm>
            <a:off x="345132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2" name=""/>
          <p:cNvSpPr/>
          <p:nvPr/>
        </p:nvSpPr>
        <p:spPr>
          <a:xfrm>
            <a:off x="367884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3" name=""/>
          <p:cNvSpPr/>
          <p:nvPr/>
        </p:nvSpPr>
        <p:spPr>
          <a:xfrm>
            <a:off x="390636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4" name=""/>
          <p:cNvSpPr/>
          <p:nvPr/>
        </p:nvSpPr>
        <p:spPr>
          <a:xfrm>
            <a:off x="413388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5" name=""/>
          <p:cNvSpPr/>
          <p:nvPr/>
        </p:nvSpPr>
        <p:spPr>
          <a:xfrm>
            <a:off x="436140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6" name=""/>
          <p:cNvSpPr/>
          <p:nvPr/>
        </p:nvSpPr>
        <p:spPr>
          <a:xfrm>
            <a:off x="458892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7" name=""/>
          <p:cNvSpPr/>
          <p:nvPr/>
        </p:nvSpPr>
        <p:spPr>
          <a:xfrm>
            <a:off x="481644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8" name=""/>
          <p:cNvSpPr/>
          <p:nvPr/>
        </p:nvSpPr>
        <p:spPr>
          <a:xfrm>
            <a:off x="504360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59" name=""/>
          <p:cNvSpPr/>
          <p:nvPr/>
        </p:nvSpPr>
        <p:spPr>
          <a:xfrm>
            <a:off x="527112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0" name=""/>
          <p:cNvSpPr/>
          <p:nvPr/>
        </p:nvSpPr>
        <p:spPr>
          <a:xfrm>
            <a:off x="549864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1" name=""/>
          <p:cNvSpPr/>
          <p:nvPr/>
        </p:nvSpPr>
        <p:spPr>
          <a:xfrm>
            <a:off x="572616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2" name=""/>
          <p:cNvSpPr/>
          <p:nvPr/>
        </p:nvSpPr>
        <p:spPr>
          <a:xfrm>
            <a:off x="595368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3" name=""/>
          <p:cNvSpPr/>
          <p:nvPr/>
        </p:nvSpPr>
        <p:spPr>
          <a:xfrm>
            <a:off x="618120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764" name=""/>
          <p:cNvSpPr/>
          <p:nvPr/>
        </p:nvSpPr>
        <p:spPr>
          <a:xfrm>
            <a:off x="640872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5" name=""/>
          <p:cNvSpPr/>
          <p:nvPr/>
        </p:nvSpPr>
        <p:spPr>
          <a:xfrm>
            <a:off x="663588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6" name=""/>
          <p:cNvSpPr/>
          <p:nvPr/>
        </p:nvSpPr>
        <p:spPr>
          <a:xfrm>
            <a:off x="686340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7" name=""/>
          <p:cNvSpPr/>
          <p:nvPr/>
        </p:nvSpPr>
        <p:spPr>
          <a:xfrm>
            <a:off x="709092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8" name=""/>
          <p:cNvSpPr/>
          <p:nvPr/>
        </p:nvSpPr>
        <p:spPr>
          <a:xfrm>
            <a:off x="731844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69" name=""/>
          <p:cNvSpPr/>
          <p:nvPr/>
        </p:nvSpPr>
        <p:spPr>
          <a:xfrm>
            <a:off x="754596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0" name=""/>
          <p:cNvSpPr/>
          <p:nvPr/>
        </p:nvSpPr>
        <p:spPr>
          <a:xfrm>
            <a:off x="777348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1" name=""/>
          <p:cNvSpPr/>
          <p:nvPr/>
        </p:nvSpPr>
        <p:spPr>
          <a:xfrm>
            <a:off x="800100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2" name=""/>
          <p:cNvSpPr/>
          <p:nvPr/>
        </p:nvSpPr>
        <p:spPr>
          <a:xfrm>
            <a:off x="822852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3" name=""/>
          <p:cNvSpPr/>
          <p:nvPr/>
        </p:nvSpPr>
        <p:spPr>
          <a:xfrm>
            <a:off x="845568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4" name=""/>
          <p:cNvSpPr/>
          <p:nvPr/>
        </p:nvSpPr>
        <p:spPr>
          <a:xfrm>
            <a:off x="868320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5" name=""/>
          <p:cNvSpPr/>
          <p:nvPr/>
        </p:nvSpPr>
        <p:spPr>
          <a:xfrm>
            <a:off x="891072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6" name=""/>
          <p:cNvSpPr/>
          <p:nvPr/>
        </p:nvSpPr>
        <p:spPr>
          <a:xfrm>
            <a:off x="913824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7" name=""/>
          <p:cNvSpPr/>
          <p:nvPr/>
        </p:nvSpPr>
        <p:spPr>
          <a:xfrm>
            <a:off x="9365760" y="312552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8" name=""/>
          <p:cNvSpPr/>
          <p:nvPr/>
        </p:nvSpPr>
        <p:spPr>
          <a:xfrm>
            <a:off x="9593280" y="312552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79" name=""/>
          <p:cNvSpPr/>
          <p:nvPr/>
        </p:nvSpPr>
        <p:spPr>
          <a:xfrm>
            <a:off x="72180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0" name=""/>
          <p:cNvSpPr/>
          <p:nvPr/>
        </p:nvSpPr>
        <p:spPr>
          <a:xfrm>
            <a:off x="94932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1" name=""/>
          <p:cNvSpPr/>
          <p:nvPr/>
        </p:nvSpPr>
        <p:spPr>
          <a:xfrm>
            <a:off x="117684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2" name=""/>
          <p:cNvSpPr/>
          <p:nvPr/>
        </p:nvSpPr>
        <p:spPr>
          <a:xfrm>
            <a:off x="140436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3" name=""/>
          <p:cNvSpPr/>
          <p:nvPr/>
        </p:nvSpPr>
        <p:spPr>
          <a:xfrm>
            <a:off x="163152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4" name=""/>
          <p:cNvSpPr/>
          <p:nvPr/>
        </p:nvSpPr>
        <p:spPr>
          <a:xfrm>
            <a:off x="185904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5" name=""/>
          <p:cNvSpPr/>
          <p:nvPr/>
        </p:nvSpPr>
        <p:spPr>
          <a:xfrm>
            <a:off x="208656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6" name=""/>
          <p:cNvSpPr/>
          <p:nvPr/>
        </p:nvSpPr>
        <p:spPr>
          <a:xfrm>
            <a:off x="231408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7" name=""/>
          <p:cNvSpPr/>
          <p:nvPr/>
        </p:nvSpPr>
        <p:spPr>
          <a:xfrm>
            <a:off x="254160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8" name=""/>
          <p:cNvSpPr/>
          <p:nvPr/>
        </p:nvSpPr>
        <p:spPr>
          <a:xfrm>
            <a:off x="276912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89" name=""/>
          <p:cNvSpPr/>
          <p:nvPr/>
        </p:nvSpPr>
        <p:spPr>
          <a:xfrm>
            <a:off x="299664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0" name=""/>
          <p:cNvSpPr/>
          <p:nvPr/>
        </p:nvSpPr>
        <p:spPr>
          <a:xfrm>
            <a:off x="322416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1" name=""/>
          <p:cNvSpPr/>
          <p:nvPr/>
        </p:nvSpPr>
        <p:spPr>
          <a:xfrm>
            <a:off x="345132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2" name=""/>
          <p:cNvSpPr/>
          <p:nvPr/>
        </p:nvSpPr>
        <p:spPr>
          <a:xfrm>
            <a:off x="367884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3" name=""/>
          <p:cNvSpPr/>
          <p:nvPr/>
        </p:nvSpPr>
        <p:spPr>
          <a:xfrm>
            <a:off x="390636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4" name=""/>
          <p:cNvSpPr/>
          <p:nvPr/>
        </p:nvSpPr>
        <p:spPr>
          <a:xfrm>
            <a:off x="413388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5" name=""/>
          <p:cNvSpPr/>
          <p:nvPr/>
        </p:nvSpPr>
        <p:spPr>
          <a:xfrm>
            <a:off x="436140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6" name=""/>
          <p:cNvSpPr/>
          <p:nvPr/>
        </p:nvSpPr>
        <p:spPr>
          <a:xfrm>
            <a:off x="458892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7" name=""/>
          <p:cNvSpPr/>
          <p:nvPr/>
        </p:nvSpPr>
        <p:spPr>
          <a:xfrm>
            <a:off x="481644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8" name=""/>
          <p:cNvSpPr/>
          <p:nvPr/>
        </p:nvSpPr>
        <p:spPr>
          <a:xfrm>
            <a:off x="504360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799" name=""/>
          <p:cNvSpPr/>
          <p:nvPr/>
        </p:nvSpPr>
        <p:spPr>
          <a:xfrm>
            <a:off x="527112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800" name=""/>
          <p:cNvSpPr/>
          <p:nvPr/>
        </p:nvSpPr>
        <p:spPr>
          <a:xfrm>
            <a:off x="549864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1" name=""/>
          <p:cNvSpPr/>
          <p:nvPr/>
        </p:nvSpPr>
        <p:spPr>
          <a:xfrm>
            <a:off x="572616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2" name=""/>
          <p:cNvSpPr/>
          <p:nvPr/>
        </p:nvSpPr>
        <p:spPr>
          <a:xfrm>
            <a:off x="595368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3" name=""/>
          <p:cNvSpPr/>
          <p:nvPr/>
        </p:nvSpPr>
        <p:spPr>
          <a:xfrm>
            <a:off x="618120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4" name=""/>
          <p:cNvSpPr/>
          <p:nvPr/>
        </p:nvSpPr>
        <p:spPr>
          <a:xfrm>
            <a:off x="640872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5" name=""/>
          <p:cNvSpPr/>
          <p:nvPr/>
        </p:nvSpPr>
        <p:spPr>
          <a:xfrm>
            <a:off x="663588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6" name=""/>
          <p:cNvSpPr/>
          <p:nvPr/>
        </p:nvSpPr>
        <p:spPr>
          <a:xfrm>
            <a:off x="686340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7" name=""/>
          <p:cNvSpPr/>
          <p:nvPr/>
        </p:nvSpPr>
        <p:spPr>
          <a:xfrm>
            <a:off x="709092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8" name=""/>
          <p:cNvSpPr/>
          <p:nvPr/>
        </p:nvSpPr>
        <p:spPr>
          <a:xfrm>
            <a:off x="731844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09" name=""/>
          <p:cNvSpPr/>
          <p:nvPr/>
        </p:nvSpPr>
        <p:spPr>
          <a:xfrm>
            <a:off x="754596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0" name=""/>
          <p:cNvSpPr/>
          <p:nvPr/>
        </p:nvSpPr>
        <p:spPr>
          <a:xfrm>
            <a:off x="777348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1" name=""/>
          <p:cNvSpPr/>
          <p:nvPr/>
        </p:nvSpPr>
        <p:spPr>
          <a:xfrm>
            <a:off x="800100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2" name=""/>
          <p:cNvSpPr/>
          <p:nvPr/>
        </p:nvSpPr>
        <p:spPr>
          <a:xfrm>
            <a:off x="822852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3" name=""/>
          <p:cNvSpPr/>
          <p:nvPr/>
        </p:nvSpPr>
        <p:spPr>
          <a:xfrm>
            <a:off x="845568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4" name=""/>
          <p:cNvSpPr/>
          <p:nvPr/>
        </p:nvSpPr>
        <p:spPr>
          <a:xfrm>
            <a:off x="868320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5" name=""/>
          <p:cNvSpPr/>
          <p:nvPr/>
        </p:nvSpPr>
        <p:spPr>
          <a:xfrm>
            <a:off x="891072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6" name=""/>
          <p:cNvSpPr/>
          <p:nvPr/>
        </p:nvSpPr>
        <p:spPr>
          <a:xfrm>
            <a:off x="913824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7" name=""/>
          <p:cNvSpPr/>
          <p:nvPr/>
        </p:nvSpPr>
        <p:spPr>
          <a:xfrm>
            <a:off x="9365760" y="330084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8" name=""/>
          <p:cNvSpPr/>
          <p:nvPr/>
        </p:nvSpPr>
        <p:spPr>
          <a:xfrm>
            <a:off x="9593280" y="330084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19" name=""/>
          <p:cNvSpPr/>
          <p:nvPr/>
        </p:nvSpPr>
        <p:spPr>
          <a:xfrm>
            <a:off x="72180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0" name=""/>
          <p:cNvSpPr/>
          <p:nvPr/>
        </p:nvSpPr>
        <p:spPr>
          <a:xfrm>
            <a:off x="94932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1" name=""/>
          <p:cNvSpPr/>
          <p:nvPr/>
        </p:nvSpPr>
        <p:spPr>
          <a:xfrm>
            <a:off x="117684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2" name=""/>
          <p:cNvSpPr/>
          <p:nvPr/>
        </p:nvSpPr>
        <p:spPr>
          <a:xfrm>
            <a:off x="140436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3" name=""/>
          <p:cNvSpPr/>
          <p:nvPr/>
        </p:nvSpPr>
        <p:spPr>
          <a:xfrm>
            <a:off x="163152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4" name=""/>
          <p:cNvSpPr/>
          <p:nvPr/>
        </p:nvSpPr>
        <p:spPr>
          <a:xfrm>
            <a:off x="185904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5" name=""/>
          <p:cNvSpPr/>
          <p:nvPr/>
        </p:nvSpPr>
        <p:spPr>
          <a:xfrm>
            <a:off x="208656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6" name=""/>
          <p:cNvSpPr/>
          <p:nvPr/>
        </p:nvSpPr>
        <p:spPr>
          <a:xfrm>
            <a:off x="231408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7" name=""/>
          <p:cNvSpPr/>
          <p:nvPr/>
        </p:nvSpPr>
        <p:spPr>
          <a:xfrm>
            <a:off x="254160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8" name=""/>
          <p:cNvSpPr/>
          <p:nvPr/>
        </p:nvSpPr>
        <p:spPr>
          <a:xfrm>
            <a:off x="276912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29" name=""/>
          <p:cNvSpPr/>
          <p:nvPr/>
        </p:nvSpPr>
        <p:spPr>
          <a:xfrm>
            <a:off x="299664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0" name=""/>
          <p:cNvSpPr/>
          <p:nvPr/>
        </p:nvSpPr>
        <p:spPr>
          <a:xfrm>
            <a:off x="322416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1" name=""/>
          <p:cNvSpPr/>
          <p:nvPr/>
        </p:nvSpPr>
        <p:spPr>
          <a:xfrm>
            <a:off x="345132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2" name=""/>
          <p:cNvSpPr/>
          <p:nvPr/>
        </p:nvSpPr>
        <p:spPr>
          <a:xfrm>
            <a:off x="367884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3" name=""/>
          <p:cNvSpPr/>
          <p:nvPr/>
        </p:nvSpPr>
        <p:spPr>
          <a:xfrm>
            <a:off x="390636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4" name=""/>
          <p:cNvSpPr/>
          <p:nvPr/>
        </p:nvSpPr>
        <p:spPr>
          <a:xfrm>
            <a:off x="413388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5" name=""/>
          <p:cNvSpPr/>
          <p:nvPr/>
        </p:nvSpPr>
        <p:spPr>
          <a:xfrm>
            <a:off x="436140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6" name=""/>
          <p:cNvSpPr/>
          <p:nvPr/>
        </p:nvSpPr>
        <p:spPr>
          <a:xfrm>
            <a:off x="458892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7" name=""/>
          <p:cNvSpPr/>
          <p:nvPr/>
        </p:nvSpPr>
        <p:spPr>
          <a:xfrm>
            <a:off x="481644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8" name=""/>
          <p:cNvSpPr/>
          <p:nvPr/>
        </p:nvSpPr>
        <p:spPr>
          <a:xfrm>
            <a:off x="504360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39" name=""/>
          <p:cNvSpPr/>
          <p:nvPr/>
        </p:nvSpPr>
        <p:spPr>
          <a:xfrm>
            <a:off x="527112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0" name=""/>
          <p:cNvSpPr/>
          <p:nvPr/>
        </p:nvSpPr>
        <p:spPr>
          <a:xfrm>
            <a:off x="549864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1" name=""/>
          <p:cNvSpPr/>
          <p:nvPr/>
        </p:nvSpPr>
        <p:spPr>
          <a:xfrm>
            <a:off x="572616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2" name=""/>
          <p:cNvSpPr/>
          <p:nvPr/>
        </p:nvSpPr>
        <p:spPr>
          <a:xfrm>
            <a:off x="595368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3" name=""/>
          <p:cNvSpPr/>
          <p:nvPr/>
        </p:nvSpPr>
        <p:spPr>
          <a:xfrm>
            <a:off x="618120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4" name=""/>
          <p:cNvSpPr/>
          <p:nvPr/>
        </p:nvSpPr>
        <p:spPr>
          <a:xfrm>
            <a:off x="640872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5" name=""/>
          <p:cNvSpPr/>
          <p:nvPr/>
        </p:nvSpPr>
        <p:spPr>
          <a:xfrm>
            <a:off x="663588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6" name=""/>
          <p:cNvSpPr/>
          <p:nvPr/>
        </p:nvSpPr>
        <p:spPr>
          <a:xfrm>
            <a:off x="686340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7" name=""/>
          <p:cNvSpPr/>
          <p:nvPr/>
        </p:nvSpPr>
        <p:spPr>
          <a:xfrm>
            <a:off x="709092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8" name=""/>
          <p:cNvSpPr/>
          <p:nvPr/>
        </p:nvSpPr>
        <p:spPr>
          <a:xfrm>
            <a:off x="731844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49" name=""/>
          <p:cNvSpPr/>
          <p:nvPr/>
        </p:nvSpPr>
        <p:spPr>
          <a:xfrm>
            <a:off x="754596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0" name=""/>
          <p:cNvSpPr/>
          <p:nvPr/>
        </p:nvSpPr>
        <p:spPr>
          <a:xfrm>
            <a:off x="777348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1" name=""/>
          <p:cNvSpPr/>
          <p:nvPr/>
        </p:nvSpPr>
        <p:spPr>
          <a:xfrm>
            <a:off x="800100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2" name=""/>
          <p:cNvSpPr/>
          <p:nvPr/>
        </p:nvSpPr>
        <p:spPr>
          <a:xfrm>
            <a:off x="822852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853" name=""/>
          <p:cNvSpPr/>
          <p:nvPr/>
        </p:nvSpPr>
        <p:spPr>
          <a:xfrm>
            <a:off x="845568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4" name=""/>
          <p:cNvSpPr/>
          <p:nvPr/>
        </p:nvSpPr>
        <p:spPr>
          <a:xfrm>
            <a:off x="868320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5" name=""/>
          <p:cNvSpPr/>
          <p:nvPr/>
        </p:nvSpPr>
        <p:spPr>
          <a:xfrm>
            <a:off x="891072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6" name=""/>
          <p:cNvSpPr/>
          <p:nvPr/>
        </p:nvSpPr>
        <p:spPr>
          <a:xfrm>
            <a:off x="913824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7" name=""/>
          <p:cNvSpPr/>
          <p:nvPr/>
        </p:nvSpPr>
        <p:spPr>
          <a:xfrm>
            <a:off x="9365760" y="3476160"/>
            <a:ext cx="205200" cy="158040"/>
          </a:xfrm>
          <a:custGeom>
            <a:avLst/>
            <a:gdLst/>
            <a:ahLst/>
            <a:rect l="0" t="0" r="r" b="b"/>
            <a:pathLst>
              <a:path w="570" h="439">
                <a:moveTo>
                  <a:pt x="0" y="0"/>
                </a:moveTo>
                <a:lnTo>
                  <a:pt x="570" y="0"/>
                </a:lnTo>
                <a:lnTo>
                  <a:pt x="570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8" name=""/>
          <p:cNvSpPr/>
          <p:nvPr/>
        </p:nvSpPr>
        <p:spPr>
          <a:xfrm>
            <a:off x="9593280" y="3476160"/>
            <a:ext cx="204840" cy="158040"/>
          </a:xfrm>
          <a:custGeom>
            <a:avLst/>
            <a:gdLst/>
            <a:ahLst/>
            <a:rect l="0" t="0" r="r" b="b"/>
            <a:pathLst>
              <a:path w="569" h="439">
                <a:moveTo>
                  <a:pt x="0" y="0"/>
                </a:moveTo>
                <a:lnTo>
                  <a:pt x="569" y="0"/>
                </a:lnTo>
                <a:lnTo>
                  <a:pt x="569" y="439"/>
                </a:lnTo>
                <a:lnTo>
                  <a:pt x="0" y="439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59" name=""/>
          <p:cNvSpPr/>
          <p:nvPr/>
        </p:nvSpPr>
        <p:spPr>
          <a:xfrm>
            <a:off x="72180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0" name=""/>
          <p:cNvSpPr/>
          <p:nvPr/>
        </p:nvSpPr>
        <p:spPr>
          <a:xfrm>
            <a:off x="94932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1" name=""/>
          <p:cNvSpPr/>
          <p:nvPr/>
        </p:nvSpPr>
        <p:spPr>
          <a:xfrm>
            <a:off x="117684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2" name=""/>
          <p:cNvSpPr/>
          <p:nvPr/>
        </p:nvSpPr>
        <p:spPr>
          <a:xfrm>
            <a:off x="140436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3" name=""/>
          <p:cNvSpPr/>
          <p:nvPr/>
        </p:nvSpPr>
        <p:spPr>
          <a:xfrm>
            <a:off x="163152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4" name=""/>
          <p:cNvSpPr/>
          <p:nvPr/>
        </p:nvSpPr>
        <p:spPr>
          <a:xfrm>
            <a:off x="185904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5" name=""/>
          <p:cNvSpPr/>
          <p:nvPr/>
        </p:nvSpPr>
        <p:spPr>
          <a:xfrm>
            <a:off x="208656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6" name=""/>
          <p:cNvSpPr/>
          <p:nvPr/>
        </p:nvSpPr>
        <p:spPr>
          <a:xfrm>
            <a:off x="231408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7" name=""/>
          <p:cNvSpPr/>
          <p:nvPr/>
        </p:nvSpPr>
        <p:spPr>
          <a:xfrm>
            <a:off x="254160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8" name=""/>
          <p:cNvSpPr/>
          <p:nvPr/>
        </p:nvSpPr>
        <p:spPr>
          <a:xfrm>
            <a:off x="276912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69" name=""/>
          <p:cNvSpPr/>
          <p:nvPr/>
        </p:nvSpPr>
        <p:spPr>
          <a:xfrm>
            <a:off x="299664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0" name=""/>
          <p:cNvSpPr/>
          <p:nvPr/>
        </p:nvSpPr>
        <p:spPr>
          <a:xfrm>
            <a:off x="322416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1" name=""/>
          <p:cNvSpPr/>
          <p:nvPr/>
        </p:nvSpPr>
        <p:spPr>
          <a:xfrm>
            <a:off x="345132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2" name=""/>
          <p:cNvSpPr/>
          <p:nvPr/>
        </p:nvSpPr>
        <p:spPr>
          <a:xfrm>
            <a:off x="367884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3" name=""/>
          <p:cNvSpPr/>
          <p:nvPr/>
        </p:nvSpPr>
        <p:spPr>
          <a:xfrm>
            <a:off x="390636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4" name=""/>
          <p:cNvSpPr/>
          <p:nvPr/>
        </p:nvSpPr>
        <p:spPr>
          <a:xfrm>
            <a:off x="413388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5" name=""/>
          <p:cNvSpPr/>
          <p:nvPr/>
        </p:nvSpPr>
        <p:spPr>
          <a:xfrm>
            <a:off x="436140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6" name=""/>
          <p:cNvSpPr/>
          <p:nvPr/>
        </p:nvSpPr>
        <p:spPr>
          <a:xfrm>
            <a:off x="458892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7" name=""/>
          <p:cNvSpPr/>
          <p:nvPr/>
        </p:nvSpPr>
        <p:spPr>
          <a:xfrm>
            <a:off x="481644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8" name=""/>
          <p:cNvSpPr/>
          <p:nvPr/>
        </p:nvSpPr>
        <p:spPr>
          <a:xfrm>
            <a:off x="504360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79" name=""/>
          <p:cNvSpPr/>
          <p:nvPr/>
        </p:nvSpPr>
        <p:spPr>
          <a:xfrm>
            <a:off x="527112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880" name=""/>
          <p:cNvSpPr/>
          <p:nvPr/>
        </p:nvSpPr>
        <p:spPr>
          <a:xfrm>
            <a:off x="549864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1" name=""/>
          <p:cNvSpPr/>
          <p:nvPr/>
        </p:nvSpPr>
        <p:spPr>
          <a:xfrm>
            <a:off x="572616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2" name=""/>
          <p:cNvSpPr/>
          <p:nvPr/>
        </p:nvSpPr>
        <p:spPr>
          <a:xfrm>
            <a:off x="595368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3" name=""/>
          <p:cNvSpPr/>
          <p:nvPr/>
        </p:nvSpPr>
        <p:spPr>
          <a:xfrm>
            <a:off x="618120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4" name=""/>
          <p:cNvSpPr/>
          <p:nvPr/>
        </p:nvSpPr>
        <p:spPr>
          <a:xfrm>
            <a:off x="640872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5" name=""/>
          <p:cNvSpPr/>
          <p:nvPr/>
        </p:nvSpPr>
        <p:spPr>
          <a:xfrm>
            <a:off x="663588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6" name=""/>
          <p:cNvSpPr/>
          <p:nvPr/>
        </p:nvSpPr>
        <p:spPr>
          <a:xfrm>
            <a:off x="686340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7" name=""/>
          <p:cNvSpPr/>
          <p:nvPr/>
        </p:nvSpPr>
        <p:spPr>
          <a:xfrm>
            <a:off x="709092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8" name=""/>
          <p:cNvSpPr/>
          <p:nvPr/>
        </p:nvSpPr>
        <p:spPr>
          <a:xfrm>
            <a:off x="731844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89" name=""/>
          <p:cNvSpPr/>
          <p:nvPr/>
        </p:nvSpPr>
        <p:spPr>
          <a:xfrm>
            <a:off x="754596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0" name=""/>
          <p:cNvSpPr/>
          <p:nvPr/>
        </p:nvSpPr>
        <p:spPr>
          <a:xfrm>
            <a:off x="777348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1" name=""/>
          <p:cNvSpPr/>
          <p:nvPr/>
        </p:nvSpPr>
        <p:spPr>
          <a:xfrm>
            <a:off x="800100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2" name=""/>
          <p:cNvSpPr/>
          <p:nvPr/>
        </p:nvSpPr>
        <p:spPr>
          <a:xfrm>
            <a:off x="822852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3" name=""/>
          <p:cNvSpPr/>
          <p:nvPr/>
        </p:nvSpPr>
        <p:spPr>
          <a:xfrm>
            <a:off x="845568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4" name=""/>
          <p:cNvSpPr/>
          <p:nvPr/>
        </p:nvSpPr>
        <p:spPr>
          <a:xfrm>
            <a:off x="868320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5" name=""/>
          <p:cNvSpPr/>
          <p:nvPr/>
        </p:nvSpPr>
        <p:spPr>
          <a:xfrm>
            <a:off x="891072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6" name=""/>
          <p:cNvSpPr/>
          <p:nvPr/>
        </p:nvSpPr>
        <p:spPr>
          <a:xfrm>
            <a:off x="913824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7" name=""/>
          <p:cNvSpPr/>
          <p:nvPr/>
        </p:nvSpPr>
        <p:spPr>
          <a:xfrm>
            <a:off x="9365760" y="365148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8" name=""/>
          <p:cNvSpPr/>
          <p:nvPr/>
        </p:nvSpPr>
        <p:spPr>
          <a:xfrm>
            <a:off x="9593280" y="365148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899" name=""/>
          <p:cNvSpPr/>
          <p:nvPr/>
        </p:nvSpPr>
        <p:spPr>
          <a:xfrm>
            <a:off x="72180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0" name=""/>
          <p:cNvSpPr/>
          <p:nvPr/>
        </p:nvSpPr>
        <p:spPr>
          <a:xfrm>
            <a:off x="94932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1" name=""/>
          <p:cNvSpPr/>
          <p:nvPr/>
        </p:nvSpPr>
        <p:spPr>
          <a:xfrm>
            <a:off x="117684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2" name=""/>
          <p:cNvSpPr/>
          <p:nvPr/>
        </p:nvSpPr>
        <p:spPr>
          <a:xfrm>
            <a:off x="140436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3" name=""/>
          <p:cNvSpPr/>
          <p:nvPr/>
        </p:nvSpPr>
        <p:spPr>
          <a:xfrm>
            <a:off x="163152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4" name=""/>
          <p:cNvSpPr/>
          <p:nvPr/>
        </p:nvSpPr>
        <p:spPr>
          <a:xfrm>
            <a:off x="185904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5" name=""/>
          <p:cNvSpPr/>
          <p:nvPr/>
        </p:nvSpPr>
        <p:spPr>
          <a:xfrm>
            <a:off x="208656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6" name=""/>
          <p:cNvSpPr/>
          <p:nvPr/>
        </p:nvSpPr>
        <p:spPr>
          <a:xfrm>
            <a:off x="231408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7" name=""/>
          <p:cNvSpPr/>
          <p:nvPr/>
        </p:nvSpPr>
        <p:spPr>
          <a:xfrm>
            <a:off x="254160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08" name=""/>
          <p:cNvSpPr/>
          <p:nvPr/>
        </p:nvSpPr>
        <p:spPr>
          <a:xfrm>
            <a:off x="276912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909" name=""/>
          <p:cNvSpPr/>
          <p:nvPr/>
        </p:nvSpPr>
        <p:spPr>
          <a:xfrm>
            <a:off x="299664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0" name=""/>
          <p:cNvSpPr/>
          <p:nvPr/>
        </p:nvSpPr>
        <p:spPr>
          <a:xfrm>
            <a:off x="322416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1" name=""/>
          <p:cNvSpPr/>
          <p:nvPr/>
        </p:nvSpPr>
        <p:spPr>
          <a:xfrm>
            <a:off x="345132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2" name=""/>
          <p:cNvSpPr/>
          <p:nvPr/>
        </p:nvSpPr>
        <p:spPr>
          <a:xfrm>
            <a:off x="367884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3" name=""/>
          <p:cNvSpPr/>
          <p:nvPr/>
        </p:nvSpPr>
        <p:spPr>
          <a:xfrm>
            <a:off x="390636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4" name=""/>
          <p:cNvSpPr/>
          <p:nvPr/>
        </p:nvSpPr>
        <p:spPr>
          <a:xfrm>
            <a:off x="413388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5" name=""/>
          <p:cNvSpPr/>
          <p:nvPr/>
        </p:nvSpPr>
        <p:spPr>
          <a:xfrm>
            <a:off x="436140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6" name=""/>
          <p:cNvSpPr/>
          <p:nvPr/>
        </p:nvSpPr>
        <p:spPr>
          <a:xfrm>
            <a:off x="458892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7" name=""/>
          <p:cNvSpPr/>
          <p:nvPr/>
        </p:nvSpPr>
        <p:spPr>
          <a:xfrm>
            <a:off x="481644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8" name=""/>
          <p:cNvSpPr/>
          <p:nvPr/>
        </p:nvSpPr>
        <p:spPr>
          <a:xfrm>
            <a:off x="504360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19" name=""/>
          <p:cNvSpPr/>
          <p:nvPr/>
        </p:nvSpPr>
        <p:spPr>
          <a:xfrm>
            <a:off x="527112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0" name=""/>
          <p:cNvSpPr/>
          <p:nvPr/>
        </p:nvSpPr>
        <p:spPr>
          <a:xfrm>
            <a:off x="549864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1" name=""/>
          <p:cNvSpPr/>
          <p:nvPr/>
        </p:nvSpPr>
        <p:spPr>
          <a:xfrm>
            <a:off x="572616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2" name=""/>
          <p:cNvSpPr/>
          <p:nvPr/>
        </p:nvSpPr>
        <p:spPr>
          <a:xfrm>
            <a:off x="595368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3" name=""/>
          <p:cNvSpPr/>
          <p:nvPr/>
        </p:nvSpPr>
        <p:spPr>
          <a:xfrm>
            <a:off x="618120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4" name=""/>
          <p:cNvSpPr/>
          <p:nvPr/>
        </p:nvSpPr>
        <p:spPr>
          <a:xfrm>
            <a:off x="640872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5" name=""/>
          <p:cNvSpPr/>
          <p:nvPr/>
        </p:nvSpPr>
        <p:spPr>
          <a:xfrm>
            <a:off x="663588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6" name=""/>
          <p:cNvSpPr/>
          <p:nvPr/>
        </p:nvSpPr>
        <p:spPr>
          <a:xfrm>
            <a:off x="686340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7" name=""/>
          <p:cNvSpPr/>
          <p:nvPr/>
        </p:nvSpPr>
        <p:spPr>
          <a:xfrm>
            <a:off x="709092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8" name=""/>
          <p:cNvSpPr/>
          <p:nvPr/>
        </p:nvSpPr>
        <p:spPr>
          <a:xfrm>
            <a:off x="731844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29" name=""/>
          <p:cNvSpPr/>
          <p:nvPr/>
        </p:nvSpPr>
        <p:spPr>
          <a:xfrm>
            <a:off x="754596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0" name=""/>
          <p:cNvSpPr/>
          <p:nvPr/>
        </p:nvSpPr>
        <p:spPr>
          <a:xfrm>
            <a:off x="777348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1" name=""/>
          <p:cNvSpPr/>
          <p:nvPr/>
        </p:nvSpPr>
        <p:spPr>
          <a:xfrm>
            <a:off x="800100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2" name=""/>
          <p:cNvSpPr/>
          <p:nvPr/>
        </p:nvSpPr>
        <p:spPr>
          <a:xfrm>
            <a:off x="822852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3" name=""/>
          <p:cNvSpPr/>
          <p:nvPr/>
        </p:nvSpPr>
        <p:spPr>
          <a:xfrm>
            <a:off x="845568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4" name=""/>
          <p:cNvSpPr/>
          <p:nvPr/>
        </p:nvSpPr>
        <p:spPr>
          <a:xfrm>
            <a:off x="868320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5" name=""/>
          <p:cNvSpPr/>
          <p:nvPr/>
        </p:nvSpPr>
        <p:spPr>
          <a:xfrm>
            <a:off x="891072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6" name=""/>
          <p:cNvSpPr/>
          <p:nvPr/>
        </p:nvSpPr>
        <p:spPr>
          <a:xfrm>
            <a:off x="913824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7" name=""/>
          <p:cNvSpPr/>
          <p:nvPr/>
        </p:nvSpPr>
        <p:spPr>
          <a:xfrm>
            <a:off x="9365760" y="382680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8" name=""/>
          <p:cNvSpPr/>
          <p:nvPr/>
        </p:nvSpPr>
        <p:spPr>
          <a:xfrm>
            <a:off x="9593280" y="382680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39" name=""/>
          <p:cNvSpPr/>
          <p:nvPr/>
        </p:nvSpPr>
        <p:spPr>
          <a:xfrm>
            <a:off x="72180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0" name=""/>
          <p:cNvSpPr/>
          <p:nvPr/>
        </p:nvSpPr>
        <p:spPr>
          <a:xfrm>
            <a:off x="94932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1" name=""/>
          <p:cNvSpPr/>
          <p:nvPr/>
        </p:nvSpPr>
        <p:spPr>
          <a:xfrm>
            <a:off x="117684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2" name=""/>
          <p:cNvSpPr/>
          <p:nvPr/>
        </p:nvSpPr>
        <p:spPr>
          <a:xfrm>
            <a:off x="140436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3" name=""/>
          <p:cNvSpPr/>
          <p:nvPr/>
        </p:nvSpPr>
        <p:spPr>
          <a:xfrm>
            <a:off x="163152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4" name=""/>
          <p:cNvSpPr/>
          <p:nvPr/>
        </p:nvSpPr>
        <p:spPr>
          <a:xfrm>
            <a:off x="185904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5" name=""/>
          <p:cNvSpPr/>
          <p:nvPr/>
        </p:nvSpPr>
        <p:spPr>
          <a:xfrm>
            <a:off x="208656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6" name=""/>
          <p:cNvSpPr/>
          <p:nvPr/>
        </p:nvSpPr>
        <p:spPr>
          <a:xfrm>
            <a:off x="231408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7" name=""/>
          <p:cNvSpPr/>
          <p:nvPr/>
        </p:nvSpPr>
        <p:spPr>
          <a:xfrm>
            <a:off x="254160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8" name=""/>
          <p:cNvSpPr/>
          <p:nvPr/>
        </p:nvSpPr>
        <p:spPr>
          <a:xfrm>
            <a:off x="276912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49" name=""/>
          <p:cNvSpPr/>
          <p:nvPr/>
        </p:nvSpPr>
        <p:spPr>
          <a:xfrm>
            <a:off x="299664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0" name=""/>
          <p:cNvSpPr/>
          <p:nvPr/>
        </p:nvSpPr>
        <p:spPr>
          <a:xfrm>
            <a:off x="322416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1" name=""/>
          <p:cNvSpPr/>
          <p:nvPr/>
        </p:nvSpPr>
        <p:spPr>
          <a:xfrm>
            <a:off x="345132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2" name=""/>
          <p:cNvSpPr/>
          <p:nvPr/>
        </p:nvSpPr>
        <p:spPr>
          <a:xfrm>
            <a:off x="367884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3" name=""/>
          <p:cNvSpPr/>
          <p:nvPr/>
        </p:nvSpPr>
        <p:spPr>
          <a:xfrm>
            <a:off x="390636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4" name=""/>
          <p:cNvSpPr/>
          <p:nvPr/>
        </p:nvSpPr>
        <p:spPr>
          <a:xfrm>
            <a:off x="413388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5" name=""/>
          <p:cNvSpPr/>
          <p:nvPr/>
        </p:nvSpPr>
        <p:spPr>
          <a:xfrm>
            <a:off x="436140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6" name=""/>
          <p:cNvSpPr/>
          <p:nvPr/>
        </p:nvSpPr>
        <p:spPr>
          <a:xfrm>
            <a:off x="458892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7" name=""/>
          <p:cNvSpPr/>
          <p:nvPr/>
        </p:nvSpPr>
        <p:spPr>
          <a:xfrm>
            <a:off x="481644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8" name=""/>
          <p:cNvSpPr/>
          <p:nvPr/>
        </p:nvSpPr>
        <p:spPr>
          <a:xfrm>
            <a:off x="504360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59" name=""/>
          <p:cNvSpPr/>
          <p:nvPr/>
        </p:nvSpPr>
        <p:spPr>
          <a:xfrm>
            <a:off x="527112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0e2a47"/>
          </a:solidFill>
          <a:ln w="7560">
            <a:solidFill>
              <a:srgbClr val="ffffff"/>
            </a:solidFill>
            <a:miter/>
          </a:ln>
        </p:spPr>
      </p:sp>
      <p:sp>
        <p:nvSpPr>
          <p:cNvPr id="960" name=""/>
          <p:cNvSpPr/>
          <p:nvPr/>
        </p:nvSpPr>
        <p:spPr>
          <a:xfrm>
            <a:off x="549864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1" name=""/>
          <p:cNvSpPr/>
          <p:nvPr/>
        </p:nvSpPr>
        <p:spPr>
          <a:xfrm>
            <a:off x="572616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2" name=""/>
          <p:cNvSpPr/>
          <p:nvPr/>
        </p:nvSpPr>
        <p:spPr>
          <a:xfrm>
            <a:off x="595368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3" name=""/>
          <p:cNvSpPr/>
          <p:nvPr/>
        </p:nvSpPr>
        <p:spPr>
          <a:xfrm>
            <a:off x="618120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4" name=""/>
          <p:cNvSpPr/>
          <p:nvPr/>
        </p:nvSpPr>
        <p:spPr>
          <a:xfrm>
            <a:off x="640872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5" name=""/>
          <p:cNvSpPr/>
          <p:nvPr/>
        </p:nvSpPr>
        <p:spPr>
          <a:xfrm>
            <a:off x="663588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6" name=""/>
          <p:cNvSpPr/>
          <p:nvPr/>
        </p:nvSpPr>
        <p:spPr>
          <a:xfrm>
            <a:off x="686340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7" name=""/>
          <p:cNvSpPr/>
          <p:nvPr/>
        </p:nvSpPr>
        <p:spPr>
          <a:xfrm>
            <a:off x="709092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8" name=""/>
          <p:cNvSpPr/>
          <p:nvPr/>
        </p:nvSpPr>
        <p:spPr>
          <a:xfrm>
            <a:off x="731844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69" name=""/>
          <p:cNvSpPr/>
          <p:nvPr/>
        </p:nvSpPr>
        <p:spPr>
          <a:xfrm>
            <a:off x="754596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0" name=""/>
          <p:cNvSpPr/>
          <p:nvPr/>
        </p:nvSpPr>
        <p:spPr>
          <a:xfrm>
            <a:off x="777348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1" name=""/>
          <p:cNvSpPr/>
          <p:nvPr/>
        </p:nvSpPr>
        <p:spPr>
          <a:xfrm>
            <a:off x="800100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2" name=""/>
          <p:cNvSpPr/>
          <p:nvPr/>
        </p:nvSpPr>
        <p:spPr>
          <a:xfrm>
            <a:off x="822852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3" name=""/>
          <p:cNvSpPr/>
          <p:nvPr/>
        </p:nvSpPr>
        <p:spPr>
          <a:xfrm>
            <a:off x="845568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4" name=""/>
          <p:cNvSpPr/>
          <p:nvPr/>
        </p:nvSpPr>
        <p:spPr>
          <a:xfrm>
            <a:off x="868320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5" name=""/>
          <p:cNvSpPr/>
          <p:nvPr/>
        </p:nvSpPr>
        <p:spPr>
          <a:xfrm>
            <a:off x="891072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6" name=""/>
          <p:cNvSpPr/>
          <p:nvPr/>
        </p:nvSpPr>
        <p:spPr>
          <a:xfrm>
            <a:off x="913824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7" name=""/>
          <p:cNvSpPr/>
          <p:nvPr/>
        </p:nvSpPr>
        <p:spPr>
          <a:xfrm>
            <a:off x="9365760" y="4002120"/>
            <a:ext cx="205200" cy="158400"/>
          </a:xfrm>
          <a:custGeom>
            <a:avLst/>
            <a:gdLst/>
            <a:ahLst/>
            <a:rect l="0" t="0" r="r" b="b"/>
            <a:pathLst>
              <a:path w="570" h="440">
                <a:moveTo>
                  <a:pt x="0" y="0"/>
                </a:moveTo>
                <a:lnTo>
                  <a:pt x="570" y="0"/>
                </a:lnTo>
                <a:lnTo>
                  <a:pt x="570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8" name=""/>
          <p:cNvSpPr/>
          <p:nvPr/>
        </p:nvSpPr>
        <p:spPr>
          <a:xfrm>
            <a:off x="9593280" y="4002120"/>
            <a:ext cx="204840" cy="158400"/>
          </a:xfrm>
          <a:custGeom>
            <a:avLst/>
            <a:gdLst/>
            <a:ahLst/>
            <a:rect l="0" t="0" r="r" b="b"/>
            <a:pathLst>
              <a:path w="569" h="440">
                <a:moveTo>
                  <a:pt x="0" y="0"/>
                </a:moveTo>
                <a:lnTo>
                  <a:pt x="569" y="0"/>
                </a:lnTo>
                <a:lnTo>
                  <a:pt x="569" y="440"/>
                </a:lnTo>
                <a:lnTo>
                  <a:pt x="0" y="440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 w="7560">
            <a:solidFill>
              <a:srgbClr val="ffffff"/>
            </a:solidFill>
            <a:miter/>
          </a:ln>
        </p:spPr>
      </p:sp>
      <p:sp>
        <p:nvSpPr>
          <p:cNvPr id="979" name=""/>
          <p:cNvSpPr/>
          <p:nvPr/>
        </p:nvSpPr>
        <p:spPr>
          <a:xfrm>
            <a:off x="72180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0" name=""/>
          <p:cNvSpPr/>
          <p:nvPr/>
        </p:nvSpPr>
        <p:spPr>
          <a:xfrm>
            <a:off x="94932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1" name=""/>
          <p:cNvSpPr/>
          <p:nvPr/>
        </p:nvSpPr>
        <p:spPr>
          <a:xfrm>
            <a:off x="117684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2" name=""/>
          <p:cNvSpPr/>
          <p:nvPr/>
        </p:nvSpPr>
        <p:spPr>
          <a:xfrm>
            <a:off x="140436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3" name=""/>
          <p:cNvSpPr/>
          <p:nvPr/>
        </p:nvSpPr>
        <p:spPr>
          <a:xfrm>
            <a:off x="163152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4" name=""/>
          <p:cNvSpPr/>
          <p:nvPr/>
        </p:nvSpPr>
        <p:spPr>
          <a:xfrm>
            <a:off x="185904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5" name=""/>
          <p:cNvSpPr/>
          <p:nvPr/>
        </p:nvSpPr>
        <p:spPr>
          <a:xfrm>
            <a:off x="208656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6" name=""/>
          <p:cNvSpPr/>
          <p:nvPr/>
        </p:nvSpPr>
        <p:spPr>
          <a:xfrm>
            <a:off x="231408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7" name=""/>
          <p:cNvSpPr/>
          <p:nvPr/>
        </p:nvSpPr>
        <p:spPr>
          <a:xfrm>
            <a:off x="254160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8" name=""/>
          <p:cNvSpPr/>
          <p:nvPr/>
        </p:nvSpPr>
        <p:spPr>
          <a:xfrm>
            <a:off x="276912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89" name=""/>
          <p:cNvSpPr/>
          <p:nvPr/>
        </p:nvSpPr>
        <p:spPr>
          <a:xfrm>
            <a:off x="299664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0" name=""/>
          <p:cNvSpPr/>
          <p:nvPr/>
        </p:nvSpPr>
        <p:spPr>
          <a:xfrm>
            <a:off x="322416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1" name=""/>
          <p:cNvSpPr/>
          <p:nvPr/>
        </p:nvSpPr>
        <p:spPr>
          <a:xfrm>
            <a:off x="345132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2" name=""/>
          <p:cNvSpPr/>
          <p:nvPr/>
        </p:nvSpPr>
        <p:spPr>
          <a:xfrm>
            <a:off x="367884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3" name=""/>
          <p:cNvSpPr/>
          <p:nvPr/>
        </p:nvSpPr>
        <p:spPr>
          <a:xfrm>
            <a:off x="390636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4" name=""/>
          <p:cNvSpPr/>
          <p:nvPr/>
        </p:nvSpPr>
        <p:spPr>
          <a:xfrm>
            <a:off x="413388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5" name=""/>
          <p:cNvSpPr/>
          <p:nvPr/>
        </p:nvSpPr>
        <p:spPr>
          <a:xfrm>
            <a:off x="436140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6" name=""/>
          <p:cNvSpPr/>
          <p:nvPr/>
        </p:nvSpPr>
        <p:spPr>
          <a:xfrm>
            <a:off x="458892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7" name=""/>
          <p:cNvSpPr/>
          <p:nvPr/>
        </p:nvSpPr>
        <p:spPr>
          <a:xfrm>
            <a:off x="481644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8" name=""/>
          <p:cNvSpPr/>
          <p:nvPr/>
        </p:nvSpPr>
        <p:spPr>
          <a:xfrm>
            <a:off x="504360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5040">
            <a:solidFill>
              <a:srgbClr val="ffffff"/>
            </a:solidFill>
            <a:miter/>
          </a:ln>
        </p:spPr>
      </p:sp>
      <p:sp>
        <p:nvSpPr>
          <p:cNvPr id="999" name=""/>
          <p:cNvSpPr/>
          <p:nvPr/>
        </p:nvSpPr>
        <p:spPr>
          <a:xfrm>
            <a:off x="527112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0" name=""/>
          <p:cNvSpPr/>
          <p:nvPr/>
        </p:nvSpPr>
        <p:spPr>
          <a:xfrm>
            <a:off x="549864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1" name=""/>
          <p:cNvSpPr/>
          <p:nvPr/>
        </p:nvSpPr>
        <p:spPr>
          <a:xfrm>
            <a:off x="572616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2" name=""/>
          <p:cNvSpPr/>
          <p:nvPr/>
        </p:nvSpPr>
        <p:spPr>
          <a:xfrm>
            <a:off x="595368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3" name=""/>
          <p:cNvSpPr/>
          <p:nvPr/>
        </p:nvSpPr>
        <p:spPr>
          <a:xfrm>
            <a:off x="618120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4" name=""/>
          <p:cNvSpPr/>
          <p:nvPr/>
        </p:nvSpPr>
        <p:spPr>
          <a:xfrm>
            <a:off x="640872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5" name=""/>
          <p:cNvSpPr/>
          <p:nvPr/>
        </p:nvSpPr>
        <p:spPr>
          <a:xfrm>
            <a:off x="663588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6" name=""/>
          <p:cNvSpPr/>
          <p:nvPr/>
        </p:nvSpPr>
        <p:spPr>
          <a:xfrm>
            <a:off x="686340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7" name=""/>
          <p:cNvSpPr/>
          <p:nvPr/>
        </p:nvSpPr>
        <p:spPr>
          <a:xfrm>
            <a:off x="709092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8" name=""/>
          <p:cNvSpPr/>
          <p:nvPr/>
        </p:nvSpPr>
        <p:spPr>
          <a:xfrm>
            <a:off x="731844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09" name=""/>
          <p:cNvSpPr/>
          <p:nvPr/>
        </p:nvSpPr>
        <p:spPr>
          <a:xfrm>
            <a:off x="754596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0" name=""/>
          <p:cNvSpPr/>
          <p:nvPr/>
        </p:nvSpPr>
        <p:spPr>
          <a:xfrm>
            <a:off x="777348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1" name=""/>
          <p:cNvSpPr/>
          <p:nvPr/>
        </p:nvSpPr>
        <p:spPr>
          <a:xfrm>
            <a:off x="800100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2" name=""/>
          <p:cNvSpPr/>
          <p:nvPr/>
        </p:nvSpPr>
        <p:spPr>
          <a:xfrm>
            <a:off x="822852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3" name=""/>
          <p:cNvSpPr/>
          <p:nvPr/>
        </p:nvSpPr>
        <p:spPr>
          <a:xfrm>
            <a:off x="845568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4" name=""/>
          <p:cNvSpPr/>
          <p:nvPr/>
        </p:nvSpPr>
        <p:spPr>
          <a:xfrm>
            <a:off x="868320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5" name=""/>
          <p:cNvSpPr/>
          <p:nvPr/>
        </p:nvSpPr>
        <p:spPr>
          <a:xfrm>
            <a:off x="891072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6" name=""/>
          <p:cNvSpPr/>
          <p:nvPr/>
        </p:nvSpPr>
        <p:spPr>
          <a:xfrm>
            <a:off x="913824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7" name=""/>
          <p:cNvSpPr/>
          <p:nvPr/>
        </p:nvSpPr>
        <p:spPr>
          <a:xfrm>
            <a:off x="9365760" y="126360"/>
            <a:ext cx="205200" cy="123120"/>
          </a:xfrm>
          <a:custGeom>
            <a:avLst/>
            <a:gdLst/>
            <a:ahLst/>
            <a:rect l="0" t="0" r="r" b="b"/>
            <a:pathLst>
              <a:path w="570" h="342">
                <a:moveTo>
                  <a:pt x="0" y="0"/>
                </a:moveTo>
                <a:lnTo>
                  <a:pt x="570" y="0"/>
                </a:lnTo>
                <a:lnTo>
                  <a:pt x="570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8" name=""/>
          <p:cNvSpPr/>
          <p:nvPr/>
        </p:nvSpPr>
        <p:spPr>
          <a:xfrm>
            <a:off x="9593280" y="126360"/>
            <a:ext cx="204840" cy="123120"/>
          </a:xfrm>
          <a:custGeom>
            <a:avLst/>
            <a:gdLst/>
            <a:ahLst/>
            <a:rect l="0" t="0" r="r" b="b"/>
            <a:pathLst>
              <a:path w="569" h="342">
                <a:moveTo>
                  <a:pt x="0" y="0"/>
                </a:moveTo>
                <a:lnTo>
                  <a:pt x="569" y="0"/>
                </a:lnTo>
                <a:lnTo>
                  <a:pt x="569" y="342"/>
                </a:lnTo>
                <a:lnTo>
                  <a:pt x="0" y="342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5040">
            <a:solidFill>
              <a:srgbClr val="ffffff"/>
            </a:solidFill>
            <a:miter/>
          </a:ln>
        </p:spPr>
      </p:sp>
      <p:sp>
        <p:nvSpPr>
          <p:cNvPr id="1019" name=""/>
          <p:cNvSpPr/>
          <p:nvPr/>
        </p:nvSpPr>
        <p:spPr>
          <a:xfrm>
            <a:off x="630720" y="4916880"/>
            <a:ext cx="9213120" cy="1511640"/>
          </a:xfrm>
          <a:custGeom>
            <a:avLst/>
            <a:gdLst/>
            <a:ahLst/>
            <a:rect l="0" t="0" r="r" b="b"/>
            <a:pathLst>
              <a:path w="25592" h="4199">
                <a:moveTo>
                  <a:pt x="0" y="4199"/>
                </a:moveTo>
                <a:lnTo>
                  <a:pt x="25592" y="4199"/>
                </a:lnTo>
                <a:lnTo>
                  <a:pt x="25592" y="0"/>
                </a:lnTo>
                <a:lnTo>
                  <a:pt x="0" y="0"/>
                </a:lnTo>
                <a:lnTo>
                  <a:pt x="0" y="419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20" name=""/>
          <p:cNvSpPr/>
          <p:nvPr/>
        </p:nvSpPr>
        <p:spPr>
          <a:xfrm>
            <a:off x="630720" y="6428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1" name=""/>
          <p:cNvSpPr/>
          <p:nvPr/>
        </p:nvSpPr>
        <p:spPr>
          <a:xfrm>
            <a:off x="630720" y="6428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2" name=""/>
          <p:cNvSpPr txBox="1"/>
          <p:nvPr/>
        </p:nvSpPr>
        <p:spPr>
          <a:xfrm>
            <a:off x="245880" y="4025880"/>
            <a:ext cx="3438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POLD1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1800720" y="6428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4" name=""/>
          <p:cNvSpPr/>
          <p:nvPr/>
        </p:nvSpPr>
        <p:spPr>
          <a:xfrm>
            <a:off x="1800720" y="6428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5" name=""/>
          <p:cNvSpPr txBox="1"/>
          <p:nvPr/>
        </p:nvSpPr>
        <p:spPr>
          <a:xfrm>
            <a:off x="594720" y="6491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2970360" y="6428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7" name=""/>
          <p:cNvSpPr/>
          <p:nvPr/>
        </p:nvSpPr>
        <p:spPr>
          <a:xfrm>
            <a:off x="2970360" y="6428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8" name=""/>
          <p:cNvSpPr txBox="1"/>
          <p:nvPr/>
        </p:nvSpPr>
        <p:spPr>
          <a:xfrm>
            <a:off x="1764360" y="6491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4140360" y="6428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0" name=""/>
          <p:cNvSpPr/>
          <p:nvPr/>
        </p:nvSpPr>
        <p:spPr>
          <a:xfrm>
            <a:off x="4140360" y="6428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1" name=""/>
          <p:cNvSpPr txBox="1"/>
          <p:nvPr/>
        </p:nvSpPr>
        <p:spPr>
          <a:xfrm>
            <a:off x="2934360" y="6491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5310360" y="6428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3" name=""/>
          <p:cNvSpPr/>
          <p:nvPr/>
        </p:nvSpPr>
        <p:spPr>
          <a:xfrm>
            <a:off x="5310360" y="6428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4" name=""/>
          <p:cNvSpPr txBox="1"/>
          <p:nvPr/>
        </p:nvSpPr>
        <p:spPr>
          <a:xfrm>
            <a:off x="4104000" y="6491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6480000" y="6428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6" name=""/>
          <p:cNvSpPr/>
          <p:nvPr/>
        </p:nvSpPr>
        <p:spPr>
          <a:xfrm>
            <a:off x="6480000" y="6428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7" name=""/>
          <p:cNvSpPr txBox="1"/>
          <p:nvPr/>
        </p:nvSpPr>
        <p:spPr>
          <a:xfrm>
            <a:off x="5274000" y="64915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7650000" y="6428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39" name=""/>
          <p:cNvSpPr/>
          <p:nvPr/>
        </p:nvSpPr>
        <p:spPr>
          <a:xfrm>
            <a:off x="7650000" y="6428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0" name=""/>
          <p:cNvSpPr txBox="1"/>
          <p:nvPr/>
        </p:nvSpPr>
        <p:spPr>
          <a:xfrm>
            <a:off x="6407280" y="64915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8819640" y="6428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2" name=""/>
          <p:cNvSpPr/>
          <p:nvPr/>
        </p:nvSpPr>
        <p:spPr>
          <a:xfrm>
            <a:off x="8819640" y="6428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3" name=""/>
          <p:cNvSpPr txBox="1"/>
          <p:nvPr/>
        </p:nvSpPr>
        <p:spPr>
          <a:xfrm>
            <a:off x="7577280" y="64915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44" name=""/>
          <p:cNvSpPr txBox="1"/>
          <p:nvPr/>
        </p:nvSpPr>
        <p:spPr>
          <a:xfrm>
            <a:off x="8747280" y="64915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45" name=""/>
          <p:cNvSpPr/>
          <p:nvPr/>
        </p:nvSpPr>
        <p:spPr>
          <a:xfrm>
            <a:off x="592560" y="5021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6" name=""/>
          <p:cNvSpPr/>
          <p:nvPr/>
        </p:nvSpPr>
        <p:spPr>
          <a:xfrm flipH="1">
            <a:off x="592560" y="5021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7" name=""/>
          <p:cNvSpPr txBox="1"/>
          <p:nvPr/>
        </p:nvSpPr>
        <p:spPr>
          <a:xfrm>
            <a:off x="4609080" y="6651000"/>
            <a:ext cx="1253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mutated samples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48" name=""/>
          <p:cNvSpPr/>
          <p:nvPr/>
        </p:nvSpPr>
        <p:spPr>
          <a:xfrm>
            <a:off x="592560" y="5114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9" name=""/>
          <p:cNvSpPr/>
          <p:nvPr/>
        </p:nvSpPr>
        <p:spPr>
          <a:xfrm flipH="1">
            <a:off x="592560" y="5114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0" name=""/>
          <p:cNvSpPr txBox="1"/>
          <p:nvPr/>
        </p:nvSpPr>
        <p:spPr>
          <a:xfrm>
            <a:off x="321480" y="4959360"/>
            <a:ext cx="226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APC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1" name=""/>
          <p:cNvSpPr/>
          <p:nvPr/>
        </p:nvSpPr>
        <p:spPr>
          <a:xfrm>
            <a:off x="592560" y="5207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2" name=""/>
          <p:cNvSpPr/>
          <p:nvPr/>
        </p:nvSpPr>
        <p:spPr>
          <a:xfrm flipH="1">
            <a:off x="592560" y="5207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3" name=""/>
          <p:cNvSpPr txBox="1"/>
          <p:nvPr/>
        </p:nvSpPr>
        <p:spPr>
          <a:xfrm>
            <a:off x="264240" y="5052240"/>
            <a:ext cx="285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TP53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4" name=""/>
          <p:cNvSpPr/>
          <p:nvPr/>
        </p:nvSpPr>
        <p:spPr>
          <a:xfrm>
            <a:off x="592560" y="5300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5" name=""/>
          <p:cNvSpPr/>
          <p:nvPr/>
        </p:nvSpPr>
        <p:spPr>
          <a:xfrm flipH="1">
            <a:off x="592560" y="5300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6" name=""/>
          <p:cNvSpPr txBox="1"/>
          <p:nvPr/>
        </p:nvSpPr>
        <p:spPr>
          <a:xfrm>
            <a:off x="248040" y="5145120"/>
            <a:ext cx="3056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KRAS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7" name=""/>
          <p:cNvSpPr/>
          <p:nvPr/>
        </p:nvSpPr>
        <p:spPr>
          <a:xfrm>
            <a:off x="592560" y="5393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8" name=""/>
          <p:cNvSpPr/>
          <p:nvPr/>
        </p:nvSpPr>
        <p:spPr>
          <a:xfrm flipH="1">
            <a:off x="592560" y="5393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9" name=""/>
          <p:cNvSpPr txBox="1"/>
          <p:nvPr/>
        </p:nvSpPr>
        <p:spPr>
          <a:xfrm>
            <a:off x="140040" y="5238360"/>
            <a:ext cx="407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FBXW7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0" name=""/>
          <p:cNvSpPr/>
          <p:nvPr/>
        </p:nvSpPr>
        <p:spPr>
          <a:xfrm>
            <a:off x="592560" y="5486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1" name=""/>
          <p:cNvSpPr/>
          <p:nvPr/>
        </p:nvSpPr>
        <p:spPr>
          <a:xfrm flipH="1">
            <a:off x="592560" y="5486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2" name=""/>
          <p:cNvSpPr txBox="1"/>
          <p:nvPr/>
        </p:nvSpPr>
        <p:spPr>
          <a:xfrm>
            <a:off x="144000" y="5331240"/>
            <a:ext cx="406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KMT2D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3" name=""/>
          <p:cNvSpPr/>
          <p:nvPr/>
        </p:nvSpPr>
        <p:spPr>
          <a:xfrm>
            <a:off x="592560" y="5579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4" name=""/>
          <p:cNvSpPr/>
          <p:nvPr/>
        </p:nvSpPr>
        <p:spPr>
          <a:xfrm flipH="1">
            <a:off x="592560" y="5579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5" name=""/>
          <p:cNvSpPr txBox="1"/>
          <p:nvPr/>
        </p:nvSpPr>
        <p:spPr>
          <a:xfrm>
            <a:off x="118080" y="5424120"/>
            <a:ext cx="430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ARID1A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6" name=""/>
          <p:cNvSpPr/>
          <p:nvPr/>
        </p:nvSpPr>
        <p:spPr>
          <a:xfrm>
            <a:off x="592560" y="5672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67" name=""/>
          <p:cNvSpPr/>
          <p:nvPr/>
        </p:nvSpPr>
        <p:spPr>
          <a:xfrm flipH="1">
            <a:off x="592560" y="5672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8" name=""/>
          <p:cNvSpPr txBox="1"/>
          <p:nvPr/>
        </p:nvSpPr>
        <p:spPr>
          <a:xfrm>
            <a:off x="242640" y="5517000"/>
            <a:ext cx="3146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SOX9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9" name=""/>
          <p:cNvSpPr/>
          <p:nvPr/>
        </p:nvSpPr>
        <p:spPr>
          <a:xfrm>
            <a:off x="592560" y="5765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0" name=""/>
          <p:cNvSpPr/>
          <p:nvPr/>
        </p:nvSpPr>
        <p:spPr>
          <a:xfrm flipH="1">
            <a:off x="592560" y="5765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1" name=""/>
          <p:cNvSpPr txBox="1"/>
          <p:nvPr/>
        </p:nvSpPr>
        <p:spPr>
          <a:xfrm>
            <a:off x="138240" y="5609880"/>
            <a:ext cx="4122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SMAD4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592560" y="5858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3" name=""/>
          <p:cNvSpPr/>
          <p:nvPr/>
        </p:nvSpPr>
        <p:spPr>
          <a:xfrm flipH="1">
            <a:off x="592560" y="5858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4" name=""/>
          <p:cNvSpPr txBox="1"/>
          <p:nvPr/>
        </p:nvSpPr>
        <p:spPr>
          <a:xfrm>
            <a:off x="147240" y="5703120"/>
            <a:ext cx="401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AMER1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75" name=""/>
          <p:cNvSpPr/>
          <p:nvPr/>
        </p:nvSpPr>
        <p:spPr>
          <a:xfrm>
            <a:off x="592560" y="5951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6" name=""/>
          <p:cNvSpPr/>
          <p:nvPr/>
        </p:nvSpPr>
        <p:spPr>
          <a:xfrm flipH="1">
            <a:off x="592560" y="5951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7" name=""/>
          <p:cNvSpPr txBox="1"/>
          <p:nvPr/>
        </p:nvSpPr>
        <p:spPr>
          <a:xfrm>
            <a:off x="311400" y="5796000"/>
            <a:ext cx="247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ATM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78" name=""/>
          <p:cNvSpPr/>
          <p:nvPr/>
        </p:nvSpPr>
        <p:spPr>
          <a:xfrm>
            <a:off x="592560" y="6044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9" name=""/>
          <p:cNvSpPr/>
          <p:nvPr/>
        </p:nvSpPr>
        <p:spPr>
          <a:xfrm flipH="1">
            <a:off x="592560" y="6044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0" name=""/>
          <p:cNvSpPr txBox="1"/>
          <p:nvPr/>
        </p:nvSpPr>
        <p:spPr>
          <a:xfrm>
            <a:off x="129960" y="5888880"/>
            <a:ext cx="425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TCF7L2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592560" y="6137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2" name=""/>
          <p:cNvSpPr/>
          <p:nvPr/>
        </p:nvSpPr>
        <p:spPr>
          <a:xfrm flipH="1">
            <a:off x="592560" y="6137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3" name=""/>
          <p:cNvSpPr txBox="1"/>
          <p:nvPr/>
        </p:nvSpPr>
        <p:spPr>
          <a:xfrm>
            <a:off x="140040" y="5981760"/>
            <a:ext cx="407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PIK3CA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4" name=""/>
          <p:cNvSpPr/>
          <p:nvPr/>
        </p:nvSpPr>
        <p:spPr>
          <a:xfrm>
            <a:off x="592560" y="6230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5" name=""/>
          <p:cNvSpPr/>
          <p:nvPr/>
        </p:nvSpPr>
        <p:spPr>
          <a:xfrm flipH="1">
            <a:off x="592560" y="6230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6" name=""/>
          <p:cNvSpPr txBox="1"/>
          <p:nvPr/>
        </p:nvSpPr>
        <p:spPr>
          <a:xfrm>
            <a:off x="218520" y="6074640"/>
            <a:ext cx="331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MSH6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592560" y="6323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8" name=""/>
          <p:cNvSpPr/>
          <p:nvPr/>
        </p:nvSpPr>
        <p:spPr>
          <a:xfrm flipH="1">
            <a:off x="592560" y="6323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9" name=""/>
          <p:cNvSpPr txBox="1"/>
          <p:nvPr/>
        </p:nvSpPr>
        <p:spPr>
          <a:xfrm>
            <a:off x="167400" y="6167880"/>
            <a:ext cx="380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ERBB3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90" name=""/>
          <p:cNvSpPr/>
          <p:nvPr/>
        </p:nvSpPr>
        <p:spPr>
          <a:xfrm>
            <a:off x="630720" y="4985640"/>
            <a:ext cx="8774280" cy="35640"/>
          </a:xfrm>
          <a:custGeom>
            <a:avLst/>
            <a:gdLst/>
            <a:ahLst/>
            <a:rect l="0" t="0" r="r" b="b"/>
            <a:pathLst>
              <a:path w="24373" h="99">
                <a:moveTo>
                  <a:pt x="0" y="0"/>
                </a:moveTo>
                <a:lnTo>
                  <a:pt x="24373" y="0"/>
                </a:lnTo>
                <a:lnTo>
                  <a:pt x="24373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1" name=""/>
          <p:cNvSpPr/>
          <p:nvPr/>
        </p:nvSpPr>
        <p:spPr>
          <a:xfrm>
            <a:off x="630720" y="5078520"/>
            <a:ext cx="5849640" cy="35640"/>
          </a:xfrm>
          <a:custGeom>
            <a:avLst/>
            <a:gdLst/>
            <a:ahLst/>
            <a:rect l="0" t="0" r="r" b="b"/>
            <a:pathLst>
              <a:path w="16249" h="99">
                <a:moveTo>
                  <a:pt x="0" y="0"/>
                </a:moveTo>
                <a:lnTo>
                  <a:pt x="16249" y="0"/>
                </a:lnTo>
                <a:lnTo>
                  <a:pt x="16249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2" name=""/>
          <p:cNvSpPr/>
          <p:nvPr/>
        </p:nvSpPr>
        <p:spPr>
          <a:xfrm>
            <a:off x="630720" y="5171400"/>
            <a:ext cx="3510000" cy="35640"/>
          </a:xfrm>
          <a:custGeom>
            <a:avLst/>
            <a:gdLst/>
            <a:ahLst/>
            <a:rect l="0" t="0" r="r" b="b"/>
            <a:pathLst>
              <a:path w="9750" h="99">
                <a:moveTo>
                  <a:pt x="0" y="0"/>
                </a:moveTo>
                <a:lnTo>
                  <a:pt x="9750" y="0"/>
                </a:lnTo>
                <a:lnTo>
                  <a:pt x="9750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3" name=""/>
          <p:cNvSpPr/>
          <p:nvPr/>
        </p:nvSpPr>
        <p:spPr>
          <a:xfrm>
            <a:off x="630720" y="5264280"/>
            <a:ext cx="3510000" cy="35640"/>
          </a:xfrm>
          <a:custGeom>
            <a:avLst/>
            <a:gdLst/>
            <a:ahLst/>
            <a:rect l="0" t="0" r="r" b="b"/>
            <a:pathLst>
              <a:path w="9750" h="99">
                <a:moveTo>
                  <a:pt x="0" y="0"/>
                </a:moveTo>
                <a:lnTo>
                  <a:pt x="9750" y="0"/>
                </a:lnTo>
                <a:lnTo>
                  <a:pt x="9750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4" name=""/>
          <p:cNvSpPr/>
          <p:nvPr/>
        </p:nvSpPr>
        <p:spPr>
          <a:xfrm>
            <a:off x="630720" y="5357160"/>
            <a:ext cx="0" cy="35640"/>
          </a:xfrm>
          <a:custGeom>
            <a:avLst/>
            <a:gdLst/>
            <a:ahLst/>
            <a:rect l="0" t="0" r="r" b="b"/>
            <a:pathLst>
              <a:path w="0" h="99">
                <a:moveTo>
                  <a:pt x="0" y="0"/>
                </a:move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5" name=""/>
          <p:cNvSpPr/>
          <p:nvPr/>
        </p:nvSpPr>
        <p:spPr>
          <a:xfrm>
            <a:off x="630720" y="5450400"/>
            <a:ext cx="1170360" cy="35640"/>
          </a:xfrm>
          <a:custGeom>
            <a:avLst/>
            <a:gdLst/>
            <a:ahLst/>
            <a:rect l="0" t="0" r="r" b="b"/>
            <a:pathLst>
              <a:path w="3251" h="99">
                <a:moveTo>
                  <a:pt x="0" y="0"/>
                </a:moveTo>
                <a:lnTo>
                  <a:pt x="3251" y="0"/>
                </a:lnTo>
                <a:lnTo>
                  <a:pt x="3251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6" name=""/>
          <p:cNvSpPr/>
          <p:nvPr/>
        </p:nvSpPr>
        <p:spPr>
          <a:xfrm>
            <a:off x="630720" y="5543280"/>
            <a:ext cx="1170360" cy="35640"/>
          </a:xfrm>
          <a:custGeom>
            <a:avLst/>
            <a:gdLst/>
            <a:ahLst/>
            <a:rect l="0" t="0" r="r" b="b"/>
            <a:pathLst>
              <a:path w="3251" h="99">
                <a:moveTo>
                  <a:pt x="0" y="0"/>
                </a:moveTo>
                <a:lnTo>
                  <a:pt x="3251" y="0"/>
                </a:lnTo>
                <a:lnTo>
                  <a:pt x="3251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7" name=""/>
          <p:cNvSpPr/>
          <p:nvPr/>
        </p:nvSpPr>
        <p:spPr>
          <a:xfrm>
            <a:off x="630720" y="5636160"/>
            <a:ext cx="585360" cy="35640"/>
          </a:xfrm>
          <a:custGeom>
            <a:avLst/>
            <a:gdLst/>
            <a:ahLst/>
            <a:rect l="0" t="0" r="r" b="b"/>
            <a:pathLst>
              <a:path w="1626" h="99">
                <a:moveTo>
                  <a:pt x="0" y="0"/>
                </a:moveTo>
                <a:lnTo>
                  <a:pt x="1626" y="0"/>
                </a:lnTo>
                <a:lnTo>
                  <a:pt x="1626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8" name=""/>
          <p:cNvSpPr/>
          <p:nvPr/>
        </p:nvSpPr>
        <p:spPr>
          <a:xfrm>
            <a:off x="630720" y="5729040"/>
            <a:ext cx="1170360" cy="35640"/>
          </a:xfrm>
          <a:custGeom>
            <a:avLst/>
            <a:gdLst/>
            <a:ahLst/>
            <a:rect l="0" t="0" r="r" b="b"/>
            <a:pathLst>
              <a:path w="3251" h="99">
                <a:moveTo>
                  <a:pt x="0" y="0"/>
                </a:moveTo>
                <a:lnTo>
                  <a:pt x="3251" y="0"/>
                </a:lnTo>
                <a:lnTo>
                  <a:pt x="3251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099" name=""/>
          <p:cNvSpPr/>
          <p:nvPr/>
        </p:nvSpPr>
        <p:spPr>
          <a:xfrm>
            <a:off x="630720" y="5821920"/>
            <a:ext cx="585360" cy="36000"/>
          </a:xfrm>
          <a:custGeom>
            <a:avLst/>
            <a:gdLst/>
            <a:ahLst/>
            <a:rect l="0" t="0" r="r" b="b"/>
            <a:pathLst>
              <a:path w="1626" h="100">
                <a:moveTo>
                  <a:pt x="0" y="0"/>
                </a:moveTo>
                <a:lnTo>
                  <a:pt x="1626" y="0"/>
                </a:lnTo>
                <a:lnTo>
                  <a:pt x="1626" y="100"/>
                </a:lnTo>
                <a:lnTo>
                  <a:pt x="0" y="10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0" name=""/>
          <p:cNvSpPr/>
          <p:nvPr/>
        </p:nvSpPr>
        <p:spPr>
          <a:xfrm>
            <a:off x="630720" y="5915160"/>
            <a:ext cx="1170360" cy="35640"/>
          </a:xfrm>
          <a:custGeom>
            <a:avLst/>
            <a:gdLst/>
            <a:ahLst/>
            <a:rect l="0" t="0" r="r" b="b"/>
            <a:pathLst>
              <a:path w="3251" h="99">
                <a:moveTo>
                  <a:pt x="0" y="0"/>
                </a:moveTo>
                <a:lnTo>
                  <a:pt x="3251" y="0"/>
                </a:lnTo>
                <a:lnTo>
                  <a:pt x="3251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1" name=""/>
          <p:cNvSpPr/>
          <p:nvPr/>
        </p:nvSpPr>
        <p:spPr>
          <a:xfrm>
            <a:off x="630720" y="6008040"/>
            <a:ext cx="1170360" cy="35640"/>
          </a:xfrm>
          <a:custGeom>
            <a:avLst/>
            <a:gdLst/>
            <a:ahLst/>
            <a:rect l="0" t="0" r="r" b="b"/>
            <a:pathLst>
              <a:path w="3251" h="99">
                <a:moveTo>
                  <a:pt x="0" y="0"/>
                </a:moveTo>
                <a:lnTo>
                  <a:pt x="3251" y="0"/>
                </a:lnTo>
                <a:lnTo>
                  <a:pt x="3251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2" name=""/>
          <p:cNvSpPr/>
          <p:nvPr/>
        </p:nvSpPr>
        <p:spPr>
          <a:xfrm>
            <a:off x="630720" y="6100920"/>
            <a:ext cx="0" cy="35280"/>
          </a:xfrm>
          <a:custGeom>
            <a:avLst/>
            <a:gdLst/>
            <a:ahLst/>
            <a:rect l="0" t="0" r="r" b="b"/>
            <a:pathLst>
              <a:path w="0" h="98">
                <a:moveTo>
                  <a:pt x="0" y="0"/>
                </a:moveTo>
                <a:lnTo>
                  <a:pt x="0" y="98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3" name=""/>
          <p:cNvSpPr/>
          <p:nvPr/>
        </p:nvSpPr>
        <p:spPr>
          <a:xfrm>
            <a:off x="630720" y="6193800"/>
            <a:ext cx="1170360" cy="35640"/>
          </a:xfrm>
          <a:custGeom>
            <a:avLst/>
            <a:gdLst/>
            <a:ahLst/>
            <a:rect l="0" t="0" r="r" b="b"/>
            <a:pathLst>
              <a:path w="3251" h="99">
                <a:moveTo>
                  <a:pt x="0" y="0"/>
                </a:moveTo>
                <a:lnTo>
                  <a:pt x="3251" y="0"/>
                </a:lnTo>
                <a:lnTo>
                  <a:pt x="3251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4" name=""/>
          <p:cNvSpPr/>
          <p:nvPr/>
        </p:nvSpPr>
        <p:spPr>
          <a:xfrm>
            <a:off x="630720" y="6286680"/>
            <a:ext cx="585360" cy="36000"/>
          </a:xfrm>
          <a:custGeom>
            <a:avLst/>
            <a:gdLst/>
            <a:ahLst/>
            <a:rect l="0" t="0" r="r" b="b"/>
            <a:pathLst>
              <a:path w="1626" h="100">
                <a:moveTo>
                  <a:pt x="0" y="0"/>
                </a:moveTo>
                <a:lnTo>
                  <a:pt x="1626" y="0"/>
                </a:lnTo>
                <a:lnTo>
                  <a:pt x="1626" y="100"/>
                </a:lnTo>
                <a:lnTo>
                  <a:pt x="0" y="10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5" name=""/>
          <p:cNvSpPr/>
          <p:nvPr/>
        </p:nvSpPr>
        <p:spPr>
          <a:xfrm>
            <a:off x="630720" y="5022720"/>
            <a:ext cx="8774280" cy="35640"/>
          </a:xfrm>
          <a:custGeom>
            <a:avLst/>
            <a:gdLst/>
            <a:ahLst/>
            <a:rect l="0" t="0" r="r" b="b"/>
            <a:pathLst>
              <a:path w="24373" h="99">
                <a:moveTo>
                  <a:pt x="0" y="0"/>
                </a:moveTo>
                <a:lnTo>
                  <a:pt x="24373" y="0"/>
                </a:lnTo>
                <a:lnTo>
                  <a:pt x="24373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6" name=""/>
          <p:cNvSpPr/>
          <p:nvPr/>
        </p:nvSpPr>
        <p:spPr>
          <a:xfrm>
            <a:off x="630720" y="5115600"/>
            <a:ext cx="5849640" cy="35640"/>
          </a:xfrm>
          <a:custGeom>
            <a:avLst/>
            <a:gdLst/>
            <a:ahLst/>
            <a:rect l="0" t="0" r="r" b="b"/>
            <a:pathLst>
              <a:path w="16249" h="99">
                <a:moveTo>
                  <a:pt x="0" y="0"/>
                </a:moveTo>
                <a:lnTo>
                  <a:pt x="16249" y="0"/>
                </a:lnTo>
                <a:lnTo>
                  <a:pt x="16249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7" name=""/>
          <p:cNvSpPr/>
          <p:nvPr/>
        </p:nvSpPr>
        <p:spPr>
          <a:xfrm>
            <a:off x="630720" y="5208480"/>
            <a:ext cx="4680000" cy="35640"/>
          </a:xfrm>
          <a:custGeom>
            <a:avLst/>
            <a:gdLst/>
            <a:ahLst/>
            <a:rect l="0" t="0" r="r" b="b"/>
            <a:pathLst>
              <a:path w="13000" h="99">
                <a:moveTo>
                  <a:pt x="0" y="0"/>
                </a:moveTo>
                <a:lnTo>
                  <a:pt x="13000" y="0"/>
                </a:lnTo>
                <a:lnTo>
                  <a:pt x="13000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8" name=""/>
          <p:cNvSpPr/>
          <p:nvPr/>
        </p:nvSpPr>
        <p:spPr>
          <a:xfrm>
            <a:off x="630720" y="5301720"/>
            <a:ext cx="585360" cy="35640"/>
          </a:xfrm>
          <a:custGeom>
            <a:avLst/>
            <a:gdLst/>
            <a:ahLst/>
            <a:rect l="0" t="0" r="r" b="b"/>
            <a:pathLst>
              <a:path w="1626" h="99">
                <a:moveTo>
                  <a:pt x="0" y="0"/>
                </a:moveTo>
                <a:lnTo>
                  <a:pt x="1626" y="0"/>
                </a:lnTo>
                <a:lnTo>
                  <a:pt x="1626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09" name=""/>
          <p:cNvSpPr/>
          <p:nvPr/>
        </p:nvSpPr>
        <p:spPr>
          <a:xfrm>
            <a:off x="630720" y="5394600"/>
            <a:ext cx="2340000" cy="35640"/>
          </a:xfrm>
          <a:custGeom>
            <a:avLst/>
            <a:gdLst/>
            <a:ahLst/>
            <a:rect l="0" t="0" r="r" b="b"/>
            <a:pathLst>
              <a:path w="6500" h="99">
                <a:moveTo>
                  <a:pt x="0" y="0"/>
                </a:moveTo>
                <a:lnTo>
                  <a:pt x="6500" y="0"/>
                </a:lnTo>
                <a:lnTo>
                  <a:pt x="6500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0" name=""/>
          <p:cNvSpPr/>
          <p:nvPr/>
        </p:nvSpPr>
        <p:spPr>
          <a:xfrm>
            <a:off x="630720" y="5487480"/>
            <a:ext cx="585360" cy="35640"/>
          </a:xfrm>
          <a:custGeom>
            <a:avLst/>
            <a:gdLst/>
            <a:ahLst/>
            <a:rect l="0" t="0" r="r" b="b"/>
            <a:pathLst>
              <a:path w="1626" h="99">
                <a:moveTo>
                  <a:pt x="0" y="0"/>
                </a:moveTo>
                <a:lnTo>
                  <a:pt x="1626" y="0"/>
                </a:lnTo>
                <a:lnTo>
                  <a:pt x="1626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1" name=""/>
          <p:cNvSpPr/>
          <p:nvPr/>
        </p:nvSpPr>
        <p:spPr>
          <a:xfrm>
            <a:off x="630720" y="5580360"/>
            <a:ext cx="585360" cy="35640"/>
          </a:xfrm>
          <a:custGeom>
            <a:avLst/>
            <a:gdLst/>
            <a:ahLst/>
            <a:rect l="0" t="0" r="r" b="b"/>
            <a:pathLst>
              <a:path w="1626" h="99">
                <a:moveTo>
                  <a:pt x="0" y="0"/>
                </a:moveTo>
                <a:lnTo>
                  <a:pt x="1626" y="0"/>
                </a:lnTo>
                <a:lnTo>
                  <a:pt x="1626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2" name=""/>
          <p:cNvSpPr/>
          <p:nvPr/>
        </p:nvSpPr>
        <p:spPr>
          <a:xfrm>
            <a:off x="630720" y="5673240"/>
            <a:ext cx="585360" cy="35640"/>
          </a:xfrm>
          <a:custGeom>
            <a:avLst/>
            <a:gdLst/>
            <a:ahLst/>
            <a:rect l="0" t="0" r="r" b="b"/>
            <a:pathLst>
              <a:path w="1626" h="99">
                <a:moveTo>
                  <a:pt x="0" y="0"/>
                </a:moveTo>
                <a:lnTo>
                  <a:pt x="1626" y="0"/>
                </a:lnTo>
                <a:lnTo>
                  <a:pt x="1626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3" name=""/>
          <p:cNvSpPr/>
          <p:nvPr/>
        </p:nvSpPr>
        <p:spPr>
          <a:xfrm>
            <a:off x="630720" y="5766480"/>
            <a:ext cx="0" cy="35280"/>
          </a:xfrm>
          <a:custGeom>
            <a:avLst/>
            <a:gdLst/>
            <a:ahLst/>
            <a:rect l="0" t="0" r="r" b="b"/>
            <a:pathLst>
              <a:path w="0" h="98">
                <a:moveTo>
                  <a:pt x="0" y="0"/>
                </a:moveTo>
                <a:lnTo>
                  <a:pt x="0" y="9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4" name=""/>
          <p:cNvSpPr/>
          <p:nvPr/>
        </p:nvSpPr>
        <p:spPr>
          <a:xfrm>
            <a:off x="630720" y="5859360"/>
            <a:ext cx="585360" cy="35640"/>
          </a:xfrm>
          <a:custGeom>
            <a:avLst/>
            <a:gdLst/>
            <a:ahLst/>
            <a:rect l="0" t="0" r="r" b="b"/>
            <a:pathLst>
              <a:path w="1626" h="99">
                <a:moveTo>
                  <a:pt x="0" y="0"/>
                </a:moveTo>
                <a:lnTo>
                  <a:pt x="1626" y="0"/>
                </a:lnTo>
                <a:lnTo>
                  <a:pt x="1626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5" name=""/>
          <p:cNvSpPr/>
          <p:nvPr/>
        </p:nvSpPr>
        <p:spPr>
          <a:xfrm>
            <a:off x="630720" y="5952240"/>
            <a:ext cx="0" cy="35280"/>
          </a:xfrm>
          <a:custGeom>
            <a:avLst/>
            <a:gdLst/>
            <a:ahLst/>
            <a:rect l="0" t="0" r="r" b="b"/>
            <a:pathLst>
              <a:path w="0" h="98">
                <a:moveTo>
                  <a:pt x="0" y="0"/>
                </a:moveTo>
                <a:lnTo>
                  <a:pt x="0" y="9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6" name=""/>
          <p:cNvSpPr/>
          <p:nvPr/>
        </p:nvSpPr>
        <p:spPr>
          <a:xfrm>
            <a:off x="630720" y="6045120"/>
            <a:ext cx="0" cy="35280"/>
          </a:xfrm>
          <a:custGeom>
            <a:avLst/>
            <a:gdLst/>
            <a:ahLst/>
            <a:rect l="0" t="0" r="r" b="b"/>
            <a:pathLst>
              <a:path w="0" h="98">
                <a:moveTo>
                  <a:pt x="0" y="0"/>
                </a:moveTo>
                <a:lnTo>
                  <a:pt x="0" y="9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7" name=""/>
          <p:cNvSpPr/>
          <p:nvPr/>
        </p:nvSpPr>
        <p:spPr>
          <a:xfrm>
            <a:off x="630720" y="6138000"/>
            <a:ext cx="1170360" cy="35640"/>
          </a:xfrm>
          <a:custGeom>
            <a:avLst/>
            <a:gdLst/>
            <a:ahLst/>
            <a:rect l="0" t="0" r="r" b="b"/>
            <a:pathLst>
              <a:path w="3251" h="99">
                <a:moveTo>
                  <a:pt x="0" y="0"/>
                </a:moveTo>
                <a:lnTo>
                  <a:pt x="3251" y="0"/>
                </a:lnTo>
                <a:lnTo>
                  <a:pt x="3251" y="9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8" name=""/>
          <p:cNvSpPr/>
          <p:nvPr/>
        </p:nvSpPr>
        <p:spPr>
          <a:xfrm>
            <a:off x="630720" y="6231240"/>
            <a:ext cx="0" cy="35280"/>
          </a:xfrm>
          <a:custGeom>
            <a:avLst/>
            <a:gdLst/>
            <a:ahLst/>
            <a:rect l="0" t="0" r="r" b="b"/>
            <a:pathLst>
              <a:path w="0" h="98">
                <a:moveTo>
                  <a:pt x="0" y="0"/>
                </a:moveTo>
                <a:lnTo>
                  <a:pt x="0" y="9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19" name=""/>
          <p:cNvSpPr/>
          <p:nvPr/>
        </p:nvSpPr>
        <p:spPr>
          <a:xfrm>
            <a:off x="630720" y="6324120"/>
            <a:ext cx="0" cy="35280"/>
          </a:xfrm>
          <a:custGeom>
            <a:avLst/>
            <a:gdLst/>
            <a:ahLst/>
            <a:rect l="0" t="0" r="r" b="b"/>
            <a:pathLst>
              <a:path w="0" h="98">
                <a:moveTo>
                  <a:pt x="0" y="0"/>
                </a:moveTo>
                <a:lnTo>
                  <a:pt x="0" y="98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20" name=""/>
          <p:cNvSpPr/>
          <p:nvPr/>
        </p:nvSpPr>
        <p:spPr>
          <a:xfrm flipV="1">
            <a:off x="630720" y="4916880"/>
            <a:ext cx="0" cy="15112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21" name=""/>
          <p:cNvSpPr/>
          <p:nvPr/>
        </p:nvSpPr>
        <p:spPr>
          <a:xfrm>
            <a:off x="630720" y="6428160"/>
            <a:ext cx="92127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122" name=""/>
          <p:cNvSpPr/>
          <p:nvPr/>
        </p:nvSpPr>
        <p:spPr>
          <a:xfrm>
            <a:off x="9135360" y="605340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0a7d6e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23" name=""/>
          <p:cNvSpPr txBox="1"/>
          <p:nvPr/>
        </p:nvSpPr>
        <p:spPr>
          <a:xfrm>
            <a:off x="91440" y="6260760"/>
            <a:ext cx="4550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CREBBP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4" name=""/>
          <p:cNvSpPr/>
          <p:nvPr/>
        </p:nvSpPr>
        <p:spPr>
          <a:xfrm>
            <a:off x="9135360" y="622152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c53e1f">
              <a:alpha val="90000"/>
            </a:srgbClr>
          </a:solidFill>
          <a:ln w="5040">
            <a:solidFill>
              <a:srgbClr val="0e2a47">
                <a:alpha val="90000"/>
              </a:srgbClr>
            </a:solidFill>
            <a:miter/>
          </a:ln>
        </p:spPr>
      </p:sp>
      <p:sp>
        <p:nvSpPr>
          <p:cNvPr id="1125" name=""/>
          <p:cNvSpPr txBox="1"/>
          <p:nvPr/>
        </p:nvSpPr>
        <p:spPr>
          <a:xfrm>
            <a:off x="9455760" y="602748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6" name=""/>
          <p:cNvSpPr txBox="1"/>
          <p:nvPr/>
        </p:nvSpPr>
        <p:spPr>
          <a:xfrm>
            <a:off x="9455760" y="619560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7" name="TextBox 1126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S4 — Oncoprint + VAF detail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7978320" cy="7590960"/>
          </a:xfrm>
          <a:custGeom>
            <a:avLst/>
            <a:gdLst/>
            <a:ahLst/>
            <a:rect l="0" t="0" r="r" b="b"/>
            <a:pathLst>
              <a:path w="22162" h="21086">
                <a:moveTo>
                  <a:pt x="0" y="21086"/>
                </a:moveTo>
                <a:lnTo>
                  <a:pt x="22162" y="21086"/>
                </a:lnTo>
                <a:lnTo>
                  <a:pt x="22162" y="0"/>
                </a:lnTo>
                <a:lnTo>
                  <a:pt x="0" y="0"/>
                </a:lnTo>
                <a:lnTo>
                  <a:pt x="0" y="2108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91440" y="91440"/>
            <a:ext cx="621000" cy="7041240"/>
          </a:xfrm>
          <a:custGeom>
            <a:avLst/>
            <a:gdLst/>
            <a:ahLst/>
            <a:rect l="0" t="0" r="r" b="b"/>
            <a:pathLst>
              <a:path w="1725" h="19559">
                <a:moveTo>
                  <a:pt x="0" y="19559"/>
                </a:moveTo>
                <a:lnTo>
                  <a:pt x="1725" y="19559"/>
                </a:lnTo>
                <a:lnTo>
                  <a:pt x="1725" y="0"/>
                </a:lnTo>
                <a:lnTo>
                  <a:pt x="0" y="0"/>
                </a:lnTo>
                <a:lnTo>
                  <a:pt x="0" y="1955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91440" y="17820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6120">
            <a:solidFill>
              <a:srgbClr val="ffffff"/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91440" y="35208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91440" y="52596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91440" y="69984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91440" y="87372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3" name=""/>
          <p:cNvSpPr/>
          <p:nvPr/>
        </p:nvSpPr>
        <p:spPr>
          <a:xfrm>
            <a:off x="91440" y="104760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4" name=""/>
          <p:cNvSpPr/>
          <p:nvPr/>
        </p:nvSpPr>
        <p:spPr>
          <a:xfrm>
            <a:off x="91440" y="122112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5" name=""/>
          <p:cNvSpPr/>
          <p:nvPr/>
        </p:nvSpPr>
        <p:spPr>
          <a:xfrm>
            <a:off x="91440" y="139500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6" name=""/>
          <p:cNvSpPr/>
          <p:nvPr/>
        </p:nvSpPr>
        <p:spPr>
          <a:xfrm>
            <a:off x="91440" y="156888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7" name=""/>
          <p:cNvSpPr/>
          <p:nvPr/>
        </p:nvSpPr>
        <p:spPr>
          <a:xfrm>
            <a:off x="91440" y="174276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8" name=""/>
          <p:cNvSpPr/>
          <p:nvPr/>
        </p:nvSpPr>
        <p:spPr>
          <a:xfrm>
            <a:off x="91440" y="191664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49" name=""/>
          <p:cNvSpPr/>
          <p:nvPr/>
        </p:nvSpPr>
        <p:spPr>
          <a:xfrm>
            <a:off x="91440" y="209052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0" name=""/>
          <p:cNvSpPr/>
          <p:nvPr/>
        </p:nvSpPr>
        <p:spPr>
          <a:xfrm>
            <a:off x="91440" y="226440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1" name=""/>
          <p:cNvSpPr/>
          <p:nvPr/>
        </p:nvSpPr>
        <p:spPr>
          <a:xfrm>
            <a:off x="91440" y="243828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2" name=""/>
          <p:cNvSpPr/>
          <p:nvPr/>
        </p:nvSpPr>
        <p:spPr>
          <a:xfrm>
            <a:off x="91440" y="261216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91440" y="278604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4" name=""/>
          <p:cNvSpPr/>
          <p:nvPr/>
        </p:nvSpPr>
        <p:spPr>
          <a:xfrm>
            <a:off x="91440" y="295992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5" name=""/>
          <p:cNvSpPr/>
          <p:nvPr/>
        </p:nvSpPr>
        <p:spPr>
          <a:xfrm>
            <a:off x="91440" y="313344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91440" y="330732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7" name=""/>
          <p:cNvSpPr/>
          <p:nvPr/>
        </p:nvSpPr>
        <p:spPr>
          <a:xfrm>
            <a:off x="91440" y="348120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8" name=""/>
          <p:cNvSpPr/>
          <p:nvPr/>
        </p:nvSpPr>
        <p:spPr>
          <a:xfrm>
            <a:off x="91440" y="365508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91440" y="382896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0" name=""/>
          <p:cNvSpPr/>
          <p:nvPr/>
        </p:nvSpPr>
        <p:spPr>
          <a:xfrm>
            <a:off x="91440" y="400284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1" name=""/>
          <p:cNvSpPr/>
          <p:nvPr/>
        </p:nvSpPr>
        <p:spPr>
          <a:xfrm>
            <a:off x="91440" y="417672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91440" y="435060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3" name=""/>
          <p:cNvSpPr/>
          <p:nvPr/>
        </p:nvSpPr>
        <p:spPr>
          <a:xfrm>
            <a:off x="91440" y="452448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4" name=""/>
          <p:cNvSpPr/>
          <p:nvPr/>
        </p:nvSpPr>
        <p:spPr>
          <a:xfrm>
            <a:off x="91440" y="469836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91440" y="487224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6" name=""/>
          <p:cNvSpPr/>
          <p:nvPr/>
        </p:nvSpPr>
        <p:spPr>
          <a:xfrm>
            <a:off x="91440" y="504612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7" name=""/>
          <p:cNvSpPr/>
          <p:nvPr/>
        </p:nvSpPr>
        <p:spPr>
          <a:xfrm>
            <a:off x="91440" y="521964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91440" y="539352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69" name=""/>
          <p:cNvSpPr/>
          <p:nvPr/>
        </p:nvSpPr>
        <p:spPr>
          <a:xfrm>
            <a:off x="91440" y="556740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70" name=""/>
          <p:cNvSpPr/>
          <p:nvPr/>
        </p:nvSpPr>
        <p:spPr>
          <a:xfrm>
            <a:off x="91440" y="574128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71" name=""/>
          <p:cNvSpPr/>
          <p:nvPr/>
        </p:nvSpPr>
        <p:spPr>
          <a:xfrm>
            <a:off x="91440" y="591516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72" name=""/>
          <p:cNvSpPr/>
          <p:nvPr/>
        </p:nvSpPr>
        <p:spPr>
          <a:xfrm>
            <a:off x="91440" y="608904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73" name=""/>
          <p:cNvSpPr/>
          <p:nvPr/>
        </p:nvSpPr>
        <p:spPr>
          <a:xfrm>
            <a:off x="91440" y="6262920"/>
            <a:ext cx="621000" cy="156960"/>
          </a:xfrm>
          <a:custGeom>
            <a:avLst/>
            <a:gdLst/>
            <a:ahLst/>
            <a:rect l="0" t="0" r="r" b="b"/>
            <a:pathLst>
              <a:path w="1725" h="436">
                <a:moveTo>
                  <a:pt x="0" y="0"/>
                </a:moveTo>
                <a:lnTo>
                  <a:pt x="1725" y="0"/>
                </a:lnTo>
                <a:lnTo>
                  <a:pt x="1725" y="436"/>
                </a:lnTo>
                <a:lnTo>
                  <a:pt x="0" y="436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6120">
            <a:solidFill>
              <a:srgbClr val="ffffff"/>
            </a:solidFill>
            <a:miter/>
          </a:ln>
        </p:spPr>
      </p:sp>
      <p:sp>
        <p:nvSpPr>
          <p:cNvPr id="74" name=""/>
          <p:cNvSpPr/>
          <p:nvPr/>
        </p:nvSpPr>
        <p:spPr>
          <a:xfrm>
            <a:off x="91440" y="643680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118ab2"/>
          </a:solidFill>
          <a:ln w="6120">
            <a:solidFill>
              <a:srgbClr val="ffffff"/>
            </a:solidFill>
            <a:miter/>
          </a:ln>
        </p:spPr>
      </p:sp>
      <p:sp>
        <p:nvSpPr>
          <p:cNvPr id="75" name=""/>
          <p:cNvSpPr/>
          <p:nvPr/>
        </p:nvSpPr>
        <p:spPr>
          <a:xfrm>
            <a:off x="91440" y="661068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6120">
            <a:solidFill>
              <a:srgbClr val="ffffff"/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91440" y="678456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6120">
            <a:solidFill>
              <a:srgbClr val="ffffff"/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91440" y="6958440"/>
            <a:ext cx="621000" cy="156600"/>
          </a:xfrm>
          <a:custGeom>
            <a:avLst/>
            <a:gdLst/>
            <a:ahLst/>
            <a:rect l="0" t="0" r="r" b="b"/>
            <a:pathLst>
              <a:path w="1725" h="435">
                <a:moveTo>
                  <a:pt x="0" y="0"/>
                </a:moveTo>
                <a:lnTo>
                  <a:pt x="1725" y="0"/>
                </a:lnTo>
                <a:lnTo>
                  <a:pt x="1725" y="435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6120">
            <a:solidFill>
              <a:srgbClr val="ffffff"/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789480" y="91440"/>
            <a:ext cx="7097400" cy="7041240"/>
          </a:xfrm>
          <a:custGeom>
            <a:avLst/>
            <a:gdLst/>
            <a:ahLst/>
            <a:rect l="0" t="0" r="r" b="b"/>
            <a:pathLst>
              <a:path w="19715" h="19559">
                <a:moveTo>
                  <a:pt x="0" y="19559"/>
                </a:moveTo>
                <a:lnTo>
                  <a:pt x="19715" y="19559"/>
                </a:lnTo>
                <a:lnTo>
                  <a:pt x="19715" y="0"/>
                </a:lnTo>
                <a:lnTo>
                  <a:pt x="0" y="0"/>
                </a:lnTo>
                <a:lnTo>
                  <a:pt x="0" y="1955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79" name=""/>
          <p:cNvSpPr/>
          <p:nvPr/>
        </p:nvSpPr>
        <p:spPr>
          <a:xfrm>
            <a:off x="1083960" y="71323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0" name=""/>
          <p:cNvSpPr/>
          <p:nvPr/>
        </p:nvSpPr>
        <p:spPr>
          <a:xfrm>
            <a:off x="1083960" y="71323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/>
          <p:nvPr/>
        </p:nvSpPr>
        <p:spPr>
          <a:xfrm>
            <a:off x="2079720" y="71323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2" name=""/>
          <p:cNvSpPr/>
          <p:nvPr/>
        </p:nvSpPr>
        <p:spPr>
          <a:xfrm>
            <a:off x="2079720" y="71323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 txBox="1"/>
          <p:nvPr/>
        </p:nvSpPr>
        <p:spPr>
          <a:xfrm>
            <a:off x="999720" y="719568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3075840" y="71323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" name=""/>
          <p:cNvSpPr/>
          <p:nvPr/>
        </p:nvSpPr>
        <p:spPr>
          <a:xfrm>
            <a:off x="3075840" y="71323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 txBox="1"/>
          <p:nvPr/>
        </p:nvSpPr>
        <p:spPr>
          <a:xfrm>
            <a:off x="2043720" y="71956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4071600" y="71323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8" name=""/>
          <p:cNvSpPr/>
          <p:nvPr/>
        </p:nvSpPr>
        <p:spPr>
          <a:xfrm>
            <a:off x="4071600" y="71323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" name=""/>
          <p:cNvSpPr txBox="1"/>
          <p:nvPr/>
        </p:nvSpPr>
        <p:spPr>
          <a:xfrm>
            <a:off x="3039480" y="71956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5067360" y="71323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1" name=""/>
          <p:cNvSpPr/>
          <p:nvPr/>
        </p:nvSpPr>
        <p:spPr>
          <a:xfrm>
            <a:off x="5067360" y="71323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 txBox="1"/>
          <p:nvPr/>
        </p:nvSpPr>
        <p:spPr>
          <a:xfrm>
            <a:off x="4035240" y="71956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6063480" y="71323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4" name=""/>
          <p:cNvSpPr/>
          <p:nvPr/>
        </p:nvSpPr>
        <p:spPr>
          <a:xfrm>
            <a:off x="6063480" y="71323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" name=""/>
          <p:cNvSpPr txBox="1"/>
          <p:nvPr/>
        </p:nvSpPr>
        <p:spPr>
          <a:xfrm>
            <a:off x="5031360" y="71956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7059240" y="71323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7" name=""/>
          <p:cNvSpPr/>
          <p:nvPr/>
        </p:nvSpPr>
        <p:spPr>
          <a:xfrm>
            <a:off x="7059240" y="71323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 txBox="1"/>
          <p:nvPr/>
        </p:nvSpPr>
        <p:spPr>
          <a:xfrm>
            <a:off x="6027120" y="71956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6986520" y="71956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1004400" y="411480"/>
            <a:ext cx="1075680" cy="125640"/>
          </a:xfrm>
          <a:custGeom>
            <a:avLst/>
            <a:gdLst/>
            <a:ahLst/>
            <a:rect l="0" t="0" r="r" b="b"/>
            <a:pathLst>
              <a:path w="2988" h="349">
                <a:moveTo>
                  <a:pt x="2988" y="0"/>
                </a:moveTo>
                <a:lnTo>
                  <a:pt x="0" y="0"/>
                </a:lnTo>
                <a:lnTo>
                  <a:pt x="0" y="349"/>
                </a:lnTo>
                <a:lnTo>
                  <a:pt x="2988" y="349"/>
                </a:lnTo>
                <a:lnTo>
                  <a:pt x="2988" y="0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1" name=""/>
          <p:cNvSpPr/>
          <p:nvPr/>
        </p:nvSpPr>
        <p:spPr>
          <a:xfrm>
            <a:off x="1029960" y="572040"/>
            <a:ext cx="1050120" cy="126000"/>
          </a:xfrm>
          <a:custGeom>
            <a:avLst/>
            <a:gdLst/>
            <a:ahLst/>
            <a:rect l="0" t="0" r="r" b="b"/>
            <a:pathLst>
              <a:path w="2917" h="350">
                <a:moveTo>
                  <a:pt x="2917" y="0"/>
                </a:moveTo>
                <a:lnTo>
                  <a:pt x="0" y="0"/>
                </a:lnTo>
                <a:lnTo>
                  <a:pt x="0" y="350"/>
                </a:lnTo>
                <a:lnTo>
                  <a:pt x="2917" y="350"/>
                </a:lnTo>
                <a:lnTo>
                  <a:pt x="2917" y="0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2" name=""/>
          <p:cNvSpPr/>
          <p:nvPr/>
        </p:nvSpPr>
        <p:spPr>
          <a:xfrm>
            <a:off x="1053000" y="732960"/>
            <a:ext cx="1027080" cy="126000"/>
          </a:xfrm>
          <a:custGeom>
            <a:avLst/>
            <a:gdLst/>
            <a:ahLst/>
            <a:rect l="0" t="0" r="r" b="b"/>
            <a:pathLst>
              <a:path w="2853" h="350">
                <a:moveTo>
                  <a:pt x="2853" y="0"/>
                </a:moveTo>
                <a:lnTo>
                  <a:pt x="0" y="0"/>
                </a:lnTo>
                <a:lnTo>
                  <a:pt x="0" y="350"/>
                </a:lnTo>
                <a:lnTo>
                  <a:pt x="2853" y="350"/>
                </a:lnTo>
                <a:lnTo>
                  <a:pt x="2853" y="0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3" name=""/>
          <p:cNvSpPr/>
          <p:nvPr/>
        </p:nvSpPr>
        <p:spPr>
          <a:xfrm>
            <a:off x="2079720" y="893880"/>
            <a:ext cx="1013760" cy="126000"/>
          </a:xfrm>
          <a:custGeom>
            <a:avLst/>
            <a:gdLst/>
            <a:ahLst/>
            <a:rect l="0" t="0" r="r" b="b"/>
            <a:pathLst>
              <a:path w="2816" h="350">
                <a:moveTo>
                  <a:pt x="0" y="0"/>
                </a:moveTo>
                <a:lnTo>
                  <a:pt x="2816" y="0"/>
                </a:lnTo>
                <a:lnTo>
                  <a:pt x="2816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4" name=""/>
          <p:cNvSpPr/>
          <p:nvPr/>
        </p:nvSpPr>
        <p:spPr>
          <a:xfrm>
            <a:off x="2079720" y="1054800"/>
            <a:ext cx="1015560" cy="126000"/>
          </a:xfrm>
          <a:custGeom>
            <a:avLst/>
            <a:gdLst/>
            <a:ahLst/>
            <a:rect l="0" t="0" r="r" b="b"/>
            <a:pathLst>
              <a:path w="2821" h="350">
                <a:moveTo>
                  <a:pt x="0" y="0"/>
                </a:moveTo>
                <a:lnTo>
                  <a:pt x="2821" y="0"/>
                </a:lnTo>
                <a:lnTo>
                  <a:pt x="2821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5" name=""/>
          <p:cNvSpPr/>
          <p:nvPr/>
        </p:nvSpPr>
        <p:spPr>
          <a:xfrm>
            <a:off x="2079720" y="1215720"/>
            <a:ext cx="1016280" cy="126000"/>
          </a:xfrm>
          <a:custGeom>
            <a:avLst/>
            <a:gdLst/>
            <a:ahLst/>
            <a:rect l="0" t="0" r="r" b="b"/>
            <a:pathLst>
              <a:path w="2823" h="350">
                <a:moveTo>
                  <a:pt x="0" y="0"/>
                </a:moveTo>
                <a:lnTo>
                  <a:pt x="2823" y="0"/>
                </a:lnTo>
                <a:lnTo>
                  <a:pt x="2823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6" name=""/>
          <p:cNvSpPr/>
          <p:nvPr/>
        </p:nvSpPr>
        <p:spPr>
          <a:xfrm>
            <a:off x="2079720" y="1376640"/>
            <a:ext cx="1018800" cy="126000"/>
          </a:xfrm>
          <a:custGeom>
            <a:avLst/>
            <a:gdLst/>
            <a:ahLst/>
            <a:rect l="0" t="0" r="r" b="b"/>
            <a:pathLst>
              <a:path w="2830" h="350">
                <a:moveTo>
                  <a:pt x="0" y="0"/>
                </a:moveTo>
                <a:lnTo>
                  <a:pt x="2830" y="0"/>
                </a:lnTo>
                <a:lnTo>
                  <a:pt x="2830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7" name=""/>
          <p:cNvSpPr/>
          <p:nvPr/>
        </p:nvSpPr>
        <p:spPr>
          <a:xfrm>
            <a:off x="2079720" y="1537560"/>
            <a:ext cx="1019520" cy="126000"/>
          </a:xfrm>
          <a:custGeom>
            <a:avLst/>
            <a:gdLst/>
            <a:ahLst/>
            <a:rect l="0" t="0" r="r" b="b"/>
            <a:pathLst>
              <a:path w="2832" h="350">
                <a:moveTo>
                  <a:pt x="0" y="0"/>
                </a:moveTo>
                <a:lnTo>
                  <a:pt x="2832" y="0"/>
                </a:lnTo>
                <a:lnTo>
                  <a:pt x="2832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8" name=""/>
          <p:cNvSpPr/>
          <p:nvPr/>
        </p:nvSpPr>
        <p:spPr>
          <a:xfrm>
            <a:off x="2079720" y="1698480"/>
            <a:ext cx="1022400" cy="126000"/>
          </a:xfrm>
          <a:custGeom>
            <a:avLst/>
            <a:gdLst/>
            <a:ahLst/>
            <a:rect l="0" t="0" r="r" b="b"/>
            <a:pathLst>
              <a:path w="2840" h="350">
                <a:moveTo>
                  <a:pt x="0" y="0"/>
                </a:moveTo>
                <a:lnTo>
                  <a:pt x="2840" y="0"/>
                </a:lnTo>
                <a:lnTo>
                  <a:pt x="2840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9" name=""/>
          <p:cNvSpPr/>
          <p:nvPr/>
        </p:nvSpPr>
        <p:spPr>
          <a:xfrm>
            <a:off x="2079720" y="1859400"/>
            <a:ext cx="1024200" cy="126000"/>
          </a:xfrm>
          <a:custGeom>
            <a:avLst/>
            <a:gdLst/>
            <a:ahLst/>
            <a:rect l="0" t="0" r="r" b="b"/>
            <a:pathLst>
              <a:path w="2845" h="350">
                <a:moveTo>
                  <a:pt x="0" y="0"/>
                </a:moveTo>
                <a:lnTo>
                  <a:pt x="2845" y="0"/>
                </a:lnTo>
                <a:lnTo>
                  <a:pt x="2845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0" name=""/>
          <p:cNvSpPr/>
          <p:nvPr/>
        </p:nvSpPr>
        <p:spPr>
          <a:xfrm>
            <a:off x="2079720" y="2020320"/>
            <a:ext cx="1027080" cy="126000"/>
          </a:xfrm>
          <a:custGeom>
            <a:avLst/>
            <a:gdLst/>
            <a:ahLst/>
            <a:rect l="0" t="0" r="r" b="b"/>
            <a:pathLst>
              <a:path w="2853" h="350">
                <a:moveTo>
                  <a:pt x="0" y="0"/>
                </a:moveTo>
                <a:lnTo>
                  <a:pt x="2853" y="0"/>
                </a:lnTo>
                <a:lnTo>
                  <a:pt x="2853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1" name=""/>
          <p:cNvSpPr/>
          <p:nvPr/>
        </p:nvSpPr>
        <p:spPr>
          <a:xfrm>
            <a:off x="2079720" y="2181240"/>
            <a:ext cx="1028160" cy="126000"/>
          </a:xfrm>
          <a:custGeom>
            <a:avLst/>
            <a:gdLst/>
            <a:ahLst/>
            <a:rect l="0" t="0" r="r" b="b"/>
            <a:pathLst>
              <a:path w="2856" h="350">
                <a:moveTo>
                  <a:pt x="0" y="0"/>
                </a:moveTo>
                <a:lnTo>
                  <a:pt x="2856" y="0"/>
                </a:lnTo>
                <a:lnTo>
                  <a:pt x="2856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2" name=""/>
          <p:cNvSpPr/>
          <p:nvPr/>
        </p:nvSpPr>
        <p:spPr>
          <a:xfrm>
            <a:off x="2079720" y="2342160"/>
            <a:ext cx="1029960" cy="126000"/>
          </a:xfrm>
          <a:custGeom>
            <a:avLst/>
            <a:gdLst/>
            <a:ahLst/>
            <a:rect l="0" t="0" r="r" b="b"/>
            <a:pathLst>
              <a:path w="2861" h="350">
                <a:moveTo>
                  <a:pt x="0" y="0"/>
                </a:moveTo>
                <a:lnTo>
                  <a:pt x="2861" y="0"/>
                </a:lnTo>
                <a:lnTo>
                  <a:pt x="2861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3" name=""/>
          <p:cNvSpPr/>
          <p:nvPr/>
        </p:nvSpPr>
        <p:spPr>
          <a:xfrm>
            <a:off x="2079720" y="2503080"/>
            <a:ext cx="1034280" cy="126000"/>
          </a:xfrm>
          <a:custGeom>
            <a:avLst/>
            <a:gdLst/>
            <a:ahLst/>
            <a:rect l="0" t="0" r="r" b="b"/>
            <a:pathLst>
              <a:path w="2873" h="350">
                <a:moveTo>
                  <a:pt x="0" y="0"/>
                </a:moveTo>
                <a:lnTo>
                  <a:pt x="2873" y="0"/>
                </a:lnTo>
                <a:lnTo>
                  <a:pt x="2873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4" name=""/>
          <p:cNvSpPr/>
          <p:nvPr/>
        </p:nvSpPr>
        <p:spPr>
          <a:xfrm>
            <a:off x="2079720" y="2664000"/>
            <a:ext cx="1037160" cy="126000"/>
          </a:xfrm>
          <a:custGeom>
            <a:avLst/>
            <a:gdLst/>
            <a:ahLst/>
            <a:rect l="0" t="0" r="r" b="b"/>
            <a:pathLst>
              <a:path w="2881" h="350">
                <a:moveTo>
                  <a:pt x="0" y="0"/>
                </a:moveTo>
                <a:lnTo>
                  <a:pt x="2881" y="0"/>
                </a:lnTo>
                <a:lnTo>
                  <a:pt x="2881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5" name=""/>
          <p:cNvSpPr/>
          <p:nvPr/>
        </p:nvSpPr>
        <p:spPr>
          <a:xfrm>
            <a:off x="2079720" y="2824920"/>
            <a:ext cx="1038240" cy="126000"/>
          </a:xfrm>
          <a:custGeom>
            <a:avLst/>
            <a:gdLst/>
            <a:ahLst/>
            <a:rect l="0" t="0" r="r" b="b"/>
            <a:pathLst>
              <a:path w="2884" h="350">
                <a:moveTo>
                  <a:pt x="0" y="0"/>
                </a:moveTo>
                <a:lnTo>
                  <a:pt x="2884" y="0"/>
                </a:lnTo>
                <a:lnTo>
                  <a:pt x="2884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6" name=""/>
          <p:cNvSpPr/>
          <p:nvPr/>
        </p:nvSpPr>
        <p:spPr>
          <a:xfrm>
            <a:off x="2079720" y="2985840"/>
            <a:ext cx="1039680" cy="125640"/>
          </a:xfrm>
          <a:custGeom>
            <a:avLst/>
            <a:gdLst/>
            <a:ahLst/>
            <a:rect l="0" t="0" r="r" b="b"/>
            <a:pathLst>
              <a:path w="2888" h="349">
                <a:moveTo>
                  <a:pt x="0" y="0"/>
                </a:moveTo>
                <a:lnTo>
                  <a:pt x="2888" y="0"/>
                </a:lnTo>
                <a:lnTo>
                  <a:pt x="2888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7" name=""/>
          <p:cNvSpPr/>
          <p:nvPr/>
        </p:nvSpPr>
        <p:spPr>
          <a:xfrm>
            <a:off x="2079720" y="3146760"/>
            <a:ext cx="1048680" cy="125640"/>
          </a:xfrm>
          <a:custGeom>
            <a:avLst/>
            <a:gdLst/>
            <a:ahLst/>
            <a:rect l="0" t="0" r="r" b="b"/>
            <a:pathLst>
              <a:path w="2913" h="349">
                <a:moveTo>
                  <a:pt x="0" y="0"/>
                </a:moveTo>
                <a:lnTo>
                  <a:pt x="2913" y="0"/>
                </a:lnTo>
                <a:lnTo>
                  <a:pt x="2913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8" name=""/>
          <p:cNvSpPr/>
          <p:nvPr/>
        </p:nvSpPr>
        <p:spPr>
          <a:xfrm>
            <a:off x="2079720" y="3307680"/>
            <a:ext cx="1050840" cy="125640"/>
          </a:xfrm>
          <a:custGeom>
            <a:avLst/>
            <a:gdLst/>
            <a:ahLst/>
            <a:rect l="0" t="0" r="r" b="b"/>
            <a:pathLst>
              <a:path w="2919" h="349">
                <a:moveTo>
                  <a:pt x="0" y="0"/>
                </a:moveTo>
                <a:lnTo>
                  <a:pt x="2919" y="0"/>
                </a:lnTo>
                <a:lnTo>
                  <a:pt x="2919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19" name=""/>
          <p:cNvSpPr/>
          <p:nvPr/>
        </p:nvSpPr>
        <p:spPr>
          <a:xfrm>
            <a:off x="2079720" y="3468600"/>
            <a:ext cx="1052280" cy="125640"/>
          </a:xfrm>
          <a:custGeom>
            <a:avLst/>
            <a:gdLst/>
            <a:ahLst/>
            <a:rect l="0" t="0" r="r" b="b"/>
            <a:pathLst>
              <a:path w="2923" h="349">
                <a:moveTo>
                  <a:pt x="0" y="0"/>
                </a:moveTo>
                <a:lnTo>
                  <a:pt x="2923" y="0"/>
                </a:lnTo>
                <a:lnTo>
                  <a:pt x="2923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0" name=""/>
          <p:cNvSpPr/>
          <p:nvPr/>
        </p:nvSpPr>
        <p:spPr>
          <a:xfrm>
            <a:off x="2079720" y="3629520"/>
            <a:ext cx="1056960" cy="125640"/>
          </a:xfrm>
          <a:custGeom>
            <a:avLst/>
            <a:gdLst/>
            <a:ahLst/>
            <a:rect l="0" t="0" r="r" b="b"/>
            <a:pathLst>
              <a:path w="2936" h="349">
                <a:moveTo>
                  <a:pt x="0" y="0"/>
                </a:moveTo>
                <a:lnTo>
                  <a:pt x="2936" y="0"/>
                </a:lnTo>
                <a:lnTo>
                  <a:pt x="2936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1" name=""/>
          <p:cNvSpPr/>
          <p:nvPr/>
        </p:nvSpPr>
        <p:spPr>
          <a:xfrm>
            <a:off x="2079720" y="3790440"/>
            <a:ext cx="1062720" cy="125640"/>
          </a:xfrm>
          <a:custGeom>
            <a:avLst/>
            <a:gdLst/>
            <a:ahLst/>
            <a:rect l="0" t="0" r="r" b="b"/>
            <a:pathLst>
              <a:path w="2952" h="349">
                <a:moveTo>
                  <a:pt x="0" y="0"/>
                </a:moveTo>
                <a:lnTo>
                  <a:pt x="2952" y="0"/>
                </a:lnTo>
                <a:lnTo>
                  <a:pt x="2952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2079720" y="3951360"/>
            <a:ext cx="1065240" cy="125640"/>
          </a:xfrm>
          <a:custGeom>
            <a:avLst/>
            <a:gdLst/>
            <a:ahLst/>
            <a:rect l="0" t="0" r="r" b="b"/>
            <a:pathLst>
              <a:path w="2959" h="349">
                <a:moveTo>
                  <a:pt x="0" y="0"/>
                </a:moveTo>
                <a:lnTo>
                  <a:pt x="2959" y="0"/>
                </a:lnTo>
                <a:lnTo>
                  <a:pt x="2959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2079720" y="4112280"/>
            <a:ext cx="1066320" cy="125640"/>
          </a:xfrm>
          <a:custGeom>
            <a:avLst/>
            <a:gdLst/>
            <a:ahLst/>
            <a:rect l="0" t="0" r="r" b="b"/>
            <a:pathLst>
              <a:path w="2962" h="349">
                <a:moveTo>
                  <a:pt x="0" y="0"/>
                </a:moveTo>
                <a:lnTo>
                  <a:pt x="2962" y="0"/>
                </a:lnTo>
                <a:lnTo>
                  <a:pt x="2962" y="349"/>
                </a:lnTo>
                <a:lnTo>
                  <a:pt x="0" y="349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2079720" y="4272840"/>
            <a:ext cx="1067040" cy="126000"/>
          </a:xfrm>
          <a:custGeom>
            <a:avLst/>
            <a:gdLst/>
            <a:ahLst/>
            <a:rect l="0" t="0" r="r" b="b"/>
            <a:pathLst>
              <a:path w="2964" h="350">
                <a:moveTo>
                  <a:pt x="0" y="0"/>
                </a:moveTo>
                <a:lnTo>
                  <a:pt x="2964" y="0"/>
                </a:lnTo>
                <a:lnTo>
                  <a:pt x="2964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2079720" y="4433760"/>
            <a:ext cx="1069560" cy="126000"/>
          </a:xfrm>
          <a:custGeom>
            <a:avLst/>
            <a:gdLst/>
            <a:ahLst/>
            <a:rect l="0" t="0" r="r" b="b"/>
            <a:pathLst>
              <a:path w="2971" h="350">
                <a:moveTo>
                  <a:pt x="0" y="0"/>
                </a:moveTo>
                <a:lnTo>
                  <a:pt x="2971" y="0"/>
                </a:lnTo>
                <a:lnTo>
                  <a:pt x="2971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2079720" y="4594680"/>
            <a:ext cx="1070640" cy="126000"/>
          </a:xfrm>
          <a:custGeom>
            <a:avLst/>
            <a:gdLst/>
            <a:ahLst/>
            <a:rect l="0" t="0" r="r" b="b"/>
            <a:pathLst>
              <a:path w="2974" h="350">
                <a:moveTo>
                  <a:pt x="0" y="0"/>
                </a:moveTo>
                <a:lnTo>
                  <a:pt x="2974" y="0"/>
                </a:lnTo>
                <a:lnTo>
                  <a:pt x="2974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2079720" y="4755600"/>
            <a:ext cx="1072800" cy="126000"/>
          </a:xfrm>
          <a:custGeom>
            <a:avLst/>
            <a:gdLst/>
            <a:ahLst/>
            <a:rect l="0" t="0" r="r" b="b"/>
            <a:pathLst>
              <a:path w="2980" h="350">
                <a:moveTo>
                  <a:pt x="0" y="0"/>
                </a:moveTo>
                <a:lnTo>
                  <a:pt x="2980" y="0"/>
                </a:lnTo>
                <a:lnTo>
                  <a:pt x="2980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2079720" y="4916520"/>
            <a:ext cx="1073880" cy="126000"/>
          </a:xfrm>
          <a:custGeom>
            <a:avLst/>
            <a:gdLst/>
            <a:ahLst/>
            <a:rect l="0" t="0" r="r" b="b"/>
            <a:pathLst>
              <a:path w="2983" h="350">
                <a:moveTo>
                  <a:pt x="0" y="0"/>
                </a:moveTo>
                <a:lnTo>
                  <a:pt x="2983" y="0"/>
                </a:lnTo>
                <a:lnTo>
                  <a:pt x="2983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29" name=""/>
          <p:cNvSpPr/>
          <p:nvPr/>
        </p:nvSpPr>
        <p:spPr>
          <a:xfrm>
            <a:off x="2079720" y="5077440"/>
            <a:ext cx="1074960" cy="126000"/>
          </a:xfrm>
          <a:custGeom>
            <a:avLst/>
            <a:gdLst/>
            <a:ahLst/>
            <a:rect l="0" t="0" r="r" b="b"/>
            <a:pathLst>
              <a:path w="2986" h="350">
                <a:moveTo>
                  <a:pt x="0" y="0"/>
                </a:moveTo>
                <a:lnTo>
                  <a:pt x="2986" y="0"/>
                </a:lnTo>
                <a:lnTo>
                  <a:pt x="2986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2079720" y="5238360"/>
            <a:ext cx="1076040" cy="126000"/>
          </a:xfrm>
          <a:custGeom>
            <a:avLst/>
            <a:gdLst/>
            <a:ahLst/>
            <a:rect l="0" t="0" r="r" b="b"/>
            <a:pathLst>
              <a:path w="2989" h="350">
                <a:moveTo>
                  <a:pt x="0" y="0"/>
                </a:moveTo>
                <a:lnTo>
                  <a:pt x="2989" y="0"/>
                </a:lnTo>
                <a:lnTo>
                  <a:pt x="2989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2079720" y="5399280"/>
            <a:ext cx="1078200" cy="126000"/>
          </a:xfrm>
          <a:custGeom>
            <a:avLst/>
            <a:gdLst/>
            <a:ahLst/>
            <a:rect l="0" t="0" r="r" b="b"/>
            <a:pathLst>
              <a:path w="2995" h="350">
                <a:moveTo>
                  <a:pt x="0" y="0"/>
                </a:moveTo>
                <a:lnTo>
                  <a:pt x="2995" y="0"/>
                </a:lnTo>
                <a:lnTo>
                  <a:pt x="2995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2079720" y="5560200"/>
            <a:ext cx="1088280" cy="126000"/>
          </a:xfrm>
          <a:custGeom>
            <a:avLst/>
            <a:gdLst/>
            <a:ahLst/>
            <a:rect l="0" t="0" r="r" b="b"/>
            <a:pathLst>
              <a:path w="3023" h="350">
                <a:moveTo>
                  <a:pt x="0" y="0"/>
                </a:moveTo>
                <a:lnTo>
                  <a:pt x="3023" y="0"/>
                </a:lnTo>
                <a:lnTo>
                  <a:pt x="3023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2079720" y="5721120"/>
            <a:ext cx="1092960" cy="126000"/>
          </a:xfrm>
          <a:custGeom>
            <a:avLst/>
            <a:gdLst/>
            <a:ahLst/>
            <a:rect l="0" t="0" r="r" b="b"/>
            <a:pathLst>
              <a:path w="3036" h="350">
                <a:moveTo>
                  <a:pt x="0" y="0"/>
                </a:moveTo>
                <a:lnTo>
                  <a:pt x="3036" y="0"/>
                </a:lnTo>
                <a:lnTo>
                  <a:pt x="3036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2079720" y="5882040"/>
            <a:ext cx="1110240" cy="126000"/>
          </a:xfrm>
          <a:custGeom>
            <a:avLst/>
            <a:gdLst/>
            <a:ahLst/>
            <a:rect l="0" t="0" r="r" b="b"/>
            <a:pathLst>
              <a:path w="3084" h="350">
                <a:moveTo>
                  <a:pt x="0" y="0"/>
                </a:moveTo>
                <a:lnTo>
                  <a:pt x="3084" y="0"/>
                </a:lnTo>
                <a:lnTo>
                  <a:pt x="3084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5" name=""/>
          <p:cNvSpPr/>
          <p:nvPr/>
        </p:nvSpPr>
        <p:spPr>
          <a:xfrm>
            <a:off x="2079720" y="6042960"/>
            <a:ext cx="1113120" cy="126000"/>
          </a:xfrm>
          <a:custGeom>
            <a:avLst/>
            <a:gdLst/>
            <a:ahLst/>
            <a:rect l="0" t="0" r="r" b="b"/>
            <a:pathLst>
              <a:path w="3092" h="350">
                <a:moveTo>
                  <a:pt x="0" y="0"/>
                </a:moveTo>
                <a:lnTo>
                  <a:pt x="3092" y="0"/>
                </a:lnTo>
                <a:lnTo>
                  <a:pt x="3092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6" name=""/>
          <p:cNvSpPr/>
          <p:nvPr/>
        </p:nvSpPr>
        <p:spPr>
          <a:xfrm>
            <a:off x="2079720" y="6203880"/>
            <a:ext cx="1123200" cy="126000"/>
          </a:xfrm>
          <a:custGeom>
            <a:avLst/>
            <a:gdLst/>
            <a:ahLst/>
            <a:rect l="0" t="0" r="r" b="b"/>
            <a:pathLst>
              <a:path w="3120" h="350">
                <a:moveTo>
                  <a:pt x="0" y="0"/>
                </a:moveTo>
                <a:lnTo>
                  <a:pt x="3120" y="0"/>
                </a:lnTo>
                <a:lnTo>
                  <a:pt x="3120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2079720" y="6364800"/>
            <a:ext cx="1175760" cy="126000"/>
          </a:xfrm>
          <a:custGeom>
            <a:avLst/>
            <a:gdLst/>
            <a:ahLst/>
            <a:rect l="0" t="0" r="r" b="b"/>
            <a:pathLst>
              <a:path w="3266" h="350">
                <a:moveTo>
                  <a:pt x="0" y="0"/>
                </a:moveTo>
                <a:lnTo>
                  <a:pt x="3266" y="0"/>
                </a:lnTo>
                <a:lnTo>
                  <a:pt x="3266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8" name=""/>
          <p:cNvSpPr/>
          <p:nvPr/>
        </p:nvSpPr>
        <p:spPr>
          <a:xfrm>
            <a:off x="2079720" y="6525720"/>
            <a:ext cx="1225440" cy="126000"/>
          </a:xfrm>
          <a:custGeom>
            <a:avLst/>
            <a:gdLst/>
            <a:ahLst/>
            <a:rect l="0" t="0" r="r" b="b"/>
            <a:pathLst>
              <a:path w="3404" h="350">
                <a:moveTo>
                  <a:pt x="0" y="0"/>
                </a:moveTo>
                <a:lnTo>
                  <a:pt x="3404" y="0"/>
                </a:lnTo>
                <a:lnTo>
                  <a:pt x="3404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2079720" y="6686640"/>
            <a:ext cx="1383120" cy="126000"/>
          </a:xfrm>
          <a:custGeom>
            <a:avLst/>
            <a:gdLst/>
            <a:ahLst/>
            <a:rect l="0" t="0" r="r" b="b"/>
            <a:pathLst>
              <a:path w="3842" h="350">
                <a:moveTo>
                  <a:pt x="0" y="0"/>
                </a:moveTo>
                <a:lnTo>
                  <a:pt x="3842" y="0"/>
                </a:lnTo>
                <a:lnTo>
                  <a:pt x="3842" y="350"/>
                </a:lnTo>
                <a:lnTo>
                  <a:pt x="0" y="35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360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40" name=""/>
          <p:cNvSpPr/>
          <p:nvPr/>
        </p:nvSpPr>
        <p:spPr>
          <a:xfrm flipV="1">
            <a:off x="2079720" y="91440"/>
            <a:ext cx="0" cy="7040880"/>
          </a:xfrm>
          <a:prstGeom prst="line">
            <a:avLst/>
          </a:prstGeom>
          <a:ln cap="sq" w="10080">
            <a:solidFill>
              <a:srgbClr val="0e2a4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/>
          <p:nvPr/>
        </p:nvSpPr>
        <p:spPr>
          <a:xfrm flipV="1">
            <a:off x="789480" y="91440"/>
            <a:ext cx="0" cy="70408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/>
          <p:nvPr/>
        </p:nvSpPr>
        <p:spPr>
          <a:xfrm>
            <a:off x="789480" y="7132320"/>
            <a:ext cx="70970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43" name=""/>
          <p:cNvSpPr txBox="1"/>
          <p:nvPr/>
        </p:nvSpPr>
        <p:spPr>
          <a:xfrm>
            <a:off x="3748680" y="7355160"/>
            <a:ext cx="11743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NES  (good − bad)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4" name=""/>
          <p:cNvSpPr txBox="1"/>
          <p:nvPr/>
        </p:nvSpPr>
        <p:spPr>
          <a:xfrm>
            <a:off x="3573360" y="411480"/>
            <a:ext cx="3228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HALLMARK_EPITHELIAL_MESENCHYMAL_TRANSITION   q=7.6e-09**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45" name=""/>
          <p:cNvSpPr txBox="1"/>
          <p:nvPr/>
        </p:nvSpPr>
        <p:spPr>
          <a:xfrm>
            <a:off x="3573360" y="572400"/>
            <a:ext cx="4205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REACTOME_ASSEMBLY_OF_COLLAGEN_FIBRILS_AND_OTHER_MULTIME…   q=0.00012**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46" name=""/>
          <p:cNvSpPr txBox="1"/>
          <p:nvPr/>
        </p:nvSpPr>
        <p:spPr>
          <a:xfrm>
            <a:off x="3573360" y="733320"/>
            <a:ext cx="26647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REACTOME_ELASTIC_FIBRE_FORMATION   q=0.00047**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47" name=""/>
          <p:cNvSpPr txBox="1"/>
          <p:nvPr/>
        </p:nvSpPr>
        <p:spPr>
          <a:xfrm>
            <a:off x="3573360" y="894240"/>
            <a:ext cx="30988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REACTOME_FCERI_MEDIATED_MAPK_ACTIVATION   q=0.00028**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48" name=""/>
          <p:cNvSpPr txBox="1"/>
          <p:nvPr/>
        </p:nvSpPr>
        <p:spPr>
          <a:xfrm>
            <a:off x="3573360" y="1055160"/>
            <a:ext cx="31888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REACTOME_FCERI_MEDIATED_CA_2_MOBILIZATION   q=0.00026**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49" name=""/>
          <p:cNvSpPr txBox="1"/>
          <p:nvPr/>
        </p:nvSpPr>
        <p:spPr>
          <a:xfrm>
            <a:off x="3573360" y="1216080"/>
            <a:ext cx="2722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REACTOME_MITOTIC_SPINDLE_CHECKPOINT   q=7e-05**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3573360" y="1377000"/>
            <a:ext cx="2318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REACTOME_PARASITE_INFECTION   q=6.1e-05**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1" name=""/>
          <p:cNvSpPr txBox="1"/>
          <p:nvPr/>
        </p:nvSpPr>
        <p:spPr>
          <a:xfrm>
            <a:off x="3573360" y="1537920"/>
            <a:ext cx="22867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REACTOME_SYNTHESIS_OF_DNA   q=0.00012**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2" name=""/>
          <p:cNvSpPr txBox="1"/>
          <p:nvPr/>
        </p:nvSpPr>
        <p:spPr>
          <a:xfrm>
            <a:off x="3573360" y="1698840"/>
            <a:ext cx="25200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REACTOME_MITOTIC_PROMETAPHASE   q=3.1e-06**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3573360" y="1859760"/>
            <a:ext cx="21830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REACTOME_DNA_REPLICATION   q=8.4e-06**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3573360" y="2020680"/>
            <a:ext cx="22240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REACTOME_TRNA_PROCESSING   q=8.1e-05**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5" name=""/>
          <p:cNvSpPr txBox="1"/>
          <p:nvPr/>
        </p:nvSpPr>
        <p:spPr>
          <a:xfrm>
            <a:off x="3573360" y="2181600"/>
            <a:ext cx="31068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REACTOME_FCERI_MEDIATED_NF_KB_ACTIVATION   q=6.1e-05**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6" name=""/>
          <p:cNvSpPr txBox="1"/>
          <p:nvPr/>
        </p:nvSpPr>
        <p:spPr>
          <a:xfrm>
            <a:off x="3573360" y="2342520"/>
            <a:ext cx="36993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REACTOME_HDR_THROUGH_SINGLE_STRAND_ANNEALING_SSA   q=0.0018**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3573360" y="2503440"/>
            <a:ext cx="35319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REACTOME_ROLE_OF_PHOSPHOLIPIDS_IN_PHAGOCYTOSIS   q=0.00029**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8" name=""/>
          <p:cNvSpPr txBox="1"/>
          <p:nvPr/>
        </p:nvSpPr>
        <p:spPr>
          <a:xfrm>
            <a:off x="3573360" y="2664360"/>
            <a:ext cx="4211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REACTOME_PROCESSING_OF_CAPPED_INTRON_CONTAINING_PRE_MRN…   q=7.3e-08**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9" name=""/>
          <p:cNvSpPr txBox="1"/>
          <p:nvPr/>
        </p:nvSpPr>
        <p:spPr>
          <a:xfrm>
            <a:off x="3573360" y="2825280"/>
            <a:ext cx="41126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REACTOME_CYCLIN_A_B1_B2_ASSOCIATED_EVENTS_DURING_G2_M_T…   q=0.0018**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0" name=""/>
          <p:cNvSpPr txBox="1"/>
          <p:nvPr/>
        </p:nvSpPr>
        <p:spPr>
          <a:xfrm>
            <a:off x="3573360" y="2985840"/>
            <a:ext cx="171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REACTOME_S_PHASE   q=8.4e-06**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1" name=""/>
          <p:cNvSpPr txBox="1"/>
          <p:nvPr/>
        </p:nvSpPr>
        <p:spPr>
          <a:xfrm>
            <a:off x="3573360" y="3146760"/>
            <a:ext cx="36705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REACTOME_SUMOYLATION_OF_DNA_REPLICATION_PROTEINS   q=0.00059**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3573360" y="3307680"/>
            <a:ext cx="32652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REACTOME_CREATION_OF_C4_AND_C2_ACTIVATORS   q=0.00023**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3" name=""/>
          <p:cNvSpPr txBox="1"/>
          <p:nvPr/>
        </p:nvSpPr>
        <p:spPr>
          <a:xfrm>
            <a:off x="3573360" y="3468600"/>
            <a:ext cx="30564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REACTOME_CD22_MEDIATED_BCR_REGULATION   q=0.00048**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4" name=""/>
          <p:cNvSpPr txBox="1"/>
          <p:nvPr/>
        </p:nvSpPr>
        <p:spPr>
          <a:xfrm>
            <a:off x="3573360" y="3629520"/>
            <a:ext cx="32421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REACTOME_RESOLUTION_OF_D_LOOP_STRUCTURES   q=0.00074**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5" name=""/>
          <p:cNvSpPr txBox="1"/>
          <p:nvPr/>
        </p:nvSpPr>
        <p:spPr>
          <a:xfrm>
            <a:off x="3573360" y="3790440"/>
            <a:ext cx="2658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REACTOME_DNA_STRAND_ELONGATION   q=0.00048**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3573360" y="3951360"/>
            <a:ext cx="39632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REACTOME_TRANSPORT_OF_MATURE_TRANSCRIPT_TO_CYTOPLASM   q=5.6e-05**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7" name=""/>
          <p:cNvSpPr txBox="1"/>
          <p:nvPr/>
        </p:nvSpPr>
        <p:spPr>
          <a:xfrm>
            <a:off x="3573360" y="4112280"/>
            <a:ext cx="4106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REACTOME_ACTIVATION_OF_ATR_IN_RESPONSE_TO_REPLICATION_S…   q=0.00059**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8" name=""/>
          <p:cNvSpPr txBox="1"/>
          <p:nvPr/>
        </p:nvSpPr>
        <p:spPr>
          <a:xfrm>
            <a:off x="3573360" y="4273200"/>
            <a:ext cx="3728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REACTOME_ACTIVATION_OF_THE_PRE_REPLICATIVE_COMPLEX   q=0.00083**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9" name=""/>
          <p:cNvSpPr txBox="1"/>
          <p:nvPr/>
        </p:nvSpPr>
        <p:spPr>
          <a:xfrm>
            <a:off x="3573360" y="4434120"/>
            <a:ext cx="219384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REACTOME_G2_M_CHECKPOINTS   q=3e-06**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0" name=""/>
          <p:cNvSpPr txBox="1"/>
          <p:nvPr/>
        </p:nvSpPr>
        <p:spPr>
          <a:xfrm>
            <a:off x="3573360" y="4595040"/>
            <a:ext cx="26251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REACTOME_DISEASES_OF_DNA_REPAIR   q=0.00038**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1" name=""/>
          <p:cNvSpPr txBox="1"/>
          <p:nvPr/>
        </p:nvSpPr>
        <p:spPr>
          <a:xfrm>
            <a:off x="3573360" y="4755960"/>
            <a:ext cx="32241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REACTOME_SCAVENGING_OF_HEME_FROM_PLASMA   q=0.00011**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2" name=""/>
          <p:cNvSpPr txBox="1"/>
          <p:nvPr/>
        </p:nvSpPr>
        <p:spPr>
          <a:xfrm>
            <a:off x="3573360" y="4916880"/>
            <a:ext cx="26082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REACTOME_CELL_CYCLE_CHECKPOINTS   q=7.3e-09**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3" name=""/>
          <p:cNvSpPr txBox="1"/>
          <p:nvPr/>
        </p:nvSpPr>
        <p:spPr>
          <a:xfrm>
            <a:off x="3573360" y="5077800"/>
            <a:ext cx="30654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REACTOME_FCGR3A_MEDIATED_IL10_SYNTHESIS   q=2.3e-05**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4" name=""/>
          <p:cNvSpPr txBox="1"/>
          <p:nvPr/>
        </p:nvSpPr>
        <p:spPr>
          <a:xfrm>
            <a:off x="3573360" y="5238720"/>
            <a:ext cx="3937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REACTOME_ROLE_OF_LAT2_NTAL_LAB_ON_CALCIUM_MOBILIZATION   q=0.0001**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5" name=""/>
          <p:cNvSpPr txBox="1"/>
          <p:nvPr/>
        </p:nvSpPr>
        <p:spPr>
          <a:xfrm>
            <a:off x="3573360" y="5399640"/>
            <a:ext cx="40302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REACTOME_HOMOLOGOUS_DNA_PAIRING_AND_STRAND_EXCHANGE   q=0.00025**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6" name=""/>
          <p:cNvSpPr txBox="1"/>
          <p:nvPr/>
        </p:nvSpPr>
        <p:spPr>
          <a:xfrm>
            <a:off x="3573360" y="5560560"/>
            <a:ext cx="3161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REACTOME_DNA_DOUBLE_STRAND_BREAK_REPAIR   q=4.5e-07**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7" name=""/>
          <p:cNvSpPr txBox="1"/>
          <p:nvPr/>
        </p:nvSpPr>
        <p:spPr>
          <a:xfrm>
            <a:off x="3573360" y="5721480"/>
            <a:ext cx="39279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REACTOME_HDR_THROUGH_HOMOLOGOUS_RECOMBINATION_HRR   q=6.1e-05**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8" name=""/>
          <p:cNvSpPr txBox="1"/>
          <p:nvPr/>
        </p:nvSpPr>
        <p:spPr>
          <a:xfrm>
            <a:off x="3573360" y="5882400"/>
            <a:ext cx="27925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REACTOME_HOMOLOGY_DIRECTED_REPAIR   q=4.5e-07**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9" name=""/>
          <p:cNvSpPr txBox="1"/>
          <p:nvPr/>
        </p:nvSpPr>
        <p:spPr>
          <a:xfrm>
            <a:off x="3573360" y="6043320"/>
            <a:ext cx="2146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HALLMARK_MYC_TARGETS_V2   q=8.1e-06**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80" name=""/>
          <p:cNvSpPr txBox="1"/>
          <p:nvPr/>
        </p:nvSpPr>
        <p:spPr>
          <a:xfrm>
            <a:off x="3573360" y="6204240"/>
            <a:ext cx="21844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REACTOME_FCGR_ACTIVATION   q=2.6e-05**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81" name=""/>
          <p:cNvSpPr txBox="1"/>
          <p:nvPr/>
        </p:nvSpPr>
        <p:spPr>
          <a:xfrm>
            <a:off x="3573360" y="6365160"/>
            <a:ext cx="214668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HALLMARK_MYC_TARGETS_V1   q=1.9e-12**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82" name=""/>
          <p:cNvSpPr txBox="1"/>
          <p:nvPr/>
        </p:nvSpPr>
        <p:spPr>
          <a:xfrm>
            <a:off x="3573360" y="6526080"/>
            <a:ext cx="21585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HALLMARK_G2M_CHECKPOINT   q=4.4e-14**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83" name=""/>
          <p:cNvSpPr/>
          <p:nvPr/>
        </p:nvSpPr>
        <p:spPr>
          <a:xfrm>
            <a:off x="6889680" y="675756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d4a300"/>
            </a:solidFill>
            <a:miter/>
          </a:ln>
        </p:spPr>
      </p:sp>
      <p:sp>
        <p:nvSpPr>
          <p:cNvPr id="184" name=""/>
          <p:cNvSpPr txBox="1"/>
          <p:nvPr/>
        </p:nvSpPr>
        <p:spPr>
          <a:xfrm>
            <a:off x="3573360" y="6687000"/>
            <a:ext cx="184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HALLMARK_E2F_TARGETS   q=4e-24**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6889680" y="692532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118ab2"/>
          </a:solidFill>
          <a:ln w="12600">
            <a:solidFill>
              <a:srgbClr val="118ab2"/>
            </a:solidFill>
            <a:miter/>
          </a:ln>
        </p:spPr>
      </p:sp>
      <p:sp>
        <p:nvSpPr>
          <p:cNvPr id="186" name=""/>
          <p:cNvSpPr txBox="1"/>
          <p:nvPr/>
        </p:nvSpPr>
        <p:spPr>
          <a:xfrm>
            <a:off x="7209720" y="6731640"/>
            <a:ext cx="514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Hallmark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7" name=""/>
          <p:cNvSpPr txBox="1"/>
          <p:nvPr/>
        </p:nvSpPr>
        <p:spPr>
          <a:xfrm>
            <a:off x="7209720" y="6899400"/>
            <a:ext cx="5781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Reactome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8" name="TextBox 187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S5 — Full GSEA supplement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11612160" cy="5740200"/>
          </a:xfrm>
          <a:custGeom>
            <a:avLst/>
            <a:gdLst/>
            <a:ahLst/>
            <a:rect l="0" t="0" r="r" b="b"/>
            <a:pathLst>
              <a:path w="32256" h="15945">
                <a:moveTo>
                  <a:pt x="0" y="15945"/>
                </a:moveTo>
                <a:lnTo>
                  <a:pt x="32256" y="15945"/>
                </a:lnTo>
                <a:lnTo>
                  <a:pt x="32256" y="0"/>
                </a:lnTo>
                <a:lnTo>
                  <a:pt x="0" y="0"/>
                </a:lnTo>
                <a:lnTo>
                  <a:pt x="0" y="1594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599120" y="272160"/>
            <a:ext cx="3901320" cy="4224960"/>
          </a:xfrm>
          <a:custGeom>
            <a:avLst/>
            <a:gdLst/>
            <a:ahLst/>
            <a:rect l="0" t="0" r="r" b="b"/>
            <a:pathLst>
              <a:path w="10837" h="11736">
                <a:moveTo>
                  <a:pt x="0" y="11736"/>
                </a:moveTo>
                <a:lnTo>
                  <a:pt x="10837" y="11736"/>
                </a:lnTo>
                <a:lnTo>
                  <a:pt x="10837" y="0"/>
                </a:lnTo>
                <a:lnTo>
                  <a:pt x="0" y="0"/>
                </a:lnTo>
                <a:lnTo>
                  <a:pt x="0" y="1173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8" name="" descr=""/>
          <p:cNvPicPr/>
          <p:nvPr/>
        </p:nvPicPr>
        <p:blipFill>
          <a:blip r:embed="rId2"/>
          <a:stretch/>
        </p:blipFill>
        <p:spPr>
          <a:xfrm>
            <a:off x="1599480" y="272520"/>
            <a:ext cx="3900960" cy="422424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/>
          <p:nvPr/>
        </p:nvSpPr>
        <p:spPr>
          <a:xfrm>
            <a:off x="169668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" name=""/>
          <p:cNvSpPr/>
          <p:nvPr/>
        </p:nvSpPr>
        <p:spPr>
          <a:xfrm>
            <a:off x="169668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" name=""/>
          <p:cNvSpPr/>
          <p:nvPr/>
        </p:nvSpPr>
        <p:spPr>
          <a:xfrm>
            <a:off x="189180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189180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 txBox="1"/>
          <p:nvPr/>
        </p:nvSpPr>
        <p:spPr>
          <a:xfrm rot="18900000">
            <a:off x="965520" y="4841280"/>
            <a:ext cx="817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Allograft Rejection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08692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208692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 txBox="1"/>
          <p:nvPr/>
        </p:nvSpPr>
        <p:spPr>
          <a:xfrm rot="18900000">
            <a:off x="770040" y="5004000"/>
            <a:ext cx="12733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Interferon Gamma Response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28168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" name=""/>
          <p:cNvSpPr/>
          <p:nvPr/>
        </p:nvSpPr>
        <p:spPr>
          <a:xfrm>
            <a:off x="228168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 txBox="1"/>
          <p:nvPr/>
        </p:nvSpPr>
        <p:spPr>
          <a:xfrm rot="18900000">
            <a:off x="1153440" y="4926240"/>
            <a:ext cx="1052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Inflammatory Response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247680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>
            <a:off x="247680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 rot="18900000">
            <a:off x="1155960" y="5008320"/>
            <a:ext cx="1271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TNF-alpha Signaling via NF-k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267192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>
            <a:off x="267192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 rot="18900000">
            <a:off x="1522440" y="4929480"/>
            <a:ext cx="1087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IL-6/JAK/STAT3 Signaling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286704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>
            <a:off x="286704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 rot="18900000">
            <a:off x="2182320" y="4743000"/>
            <a:ext cx="5310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Coagulation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306216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>
            <a:off x="306216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 rot="18900000">
            <a:off x="1748880" y="5003640"/>
            <a:ext cx="1267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Degradation Of Extracellular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325728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>
            <a:off x="325728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 rot="18900000">
            <a:off x="2522160" y="4763520"/>
            <a:ext cx="590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Angiogenesis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345204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>
            <a:off x="345204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 rot="18900000">
            <a:off x="2097720" y="5016240"/>
            <a:ext cx="1323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Epithelial Mesenchymal Trans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364716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>
            <a:off x="364716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 rot="18900000">
            <a:off x="2359080" y="4992840"/>
            <a:ext cx="1238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Extracellular Matrix Organiz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384228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>
            <a:off x="384228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 rot="18900000">
            <a:off x="2866680" y="4861080"/>
            <a:ext cx="8769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Pancreas Beta Cells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403740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>
            <a:off x="403740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 rot="18900000">
            <a:off x="2705400" y="5005440"/>
            <a:ext cx="13006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TP53 Regulates Transcription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423252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>
            <a:off x="423252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 rot="18900000">
            <a:off x="3425400" y="4787280"/>
            <a:ext cx="6865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442728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>
            <a:off x="442728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 rot="18900000">
            <a:off x="2987640" y="5057640"/>
            <a:ext cx="1411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Defective Homologous Recombi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462240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>
            <a:off x="462240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 rot="18900000">
            <a:off x="3241440" y="5030280"/>
            <a:ext cx="13496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Mismatch Repair (MMR) Direct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481752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>
            <a:off x="481752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 rot="18900000">
            <a:off x="3377880" y="5058360"/>
            <a:ext cx="1409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Defective HDR Thru Homologou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501264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>
            <a:off x="501264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 rot="18900000">
            <a:off x="3876480" y="4929120"/>
            <a:ext cx="1061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Diseases Of DNA Repair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520776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>
            <a:off x="520776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 rot="18900000">
            <a:off x="3760560" y="5056200"/>
            <a:ext cx="14288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PCNA-Dependent Long Patch Ba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540252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>
            <a:off x="540252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 rot="18900000">
            <a:off x="4732200" y="4730400"/>
            <a:ext cx="5281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1560960" y="377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9" name=""/>
          <p:cNvSpPr/>
          <p:nvPr/>
        </p:nvSpPr>
        <p:spPr>
          <a:xfrm flipH="1">
            <a:off x="1560960" y="377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 txBox="1"/>
          <p:nvPr/>
        </p:nvSpPr>
        <p:spPr>
          <a:xfrm rot="18900000">
            <a:off x="4717440" y="4824360"/>
            <a:ext cx="7596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G2-M Checkpoint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1560960" y="588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" name=""/>
          <p:cNvSpPr/>
          <p:nvPr/>
        </p:nvSpPr>
        <p:spPr>
          <a:xfrm flipH="1">
            <a:off x="1560960" y="588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 txBox="1"/>
          <p:nvPr/>
        </p:nvSpPr>
        <p:spPr>
          <a:xfrm>
            <a:off x="700920" y="329040"/>
            <a:ext cx="817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Allograft Rejection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1560960" y="800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" name=""/>
          <p:cNvSpPr/>
          <p:nvPr/>
        </p:nvSpPr>
        <p:spPr>
          <a:xfrm flipH="1">
            <a:off x="1560960" y="800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 txBox="1"/>
          <p:nvPr/>
        </p:nvSpPr>
        <p:spPr>
          <a:xfrm>
            <a:off x="243000" y="540360"/>
            <a:ext cx="12733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Interferon Gamma Response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1560960" y="1011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" name=""/>
          <p:cNvSpPr/>
          <p:nvPr/>
        </p:nvSpPr>
        <p:spPr>
          <a:xfrm flipH="1">
            <a:off x="1560960" y="1011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 txBox="1"/>
          <p:nvPr/>
        </p:nvSpPr>
        <p:spPr>
          <a:xfrm>
            <a:off x="463320" y="751680"/>
            <a:ext cx="1052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Inflammatory Response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1560960" y="1222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 flipH="1">
            <a:off x="1560960" y="1222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 txBox="1"/>
          <p:nvPr/>
        </p:nvSpPr>
        <p:spPr>
          <a:xfrm>
            <a:off x="237240" y="963000"/>
            <a:ext cx="12718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TNF-alpha Signaling via NF-k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1560960" y="1433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" name=""/>
          <p:cNvSpPr/>
          <p:nvPr/>
        </p:nvSpPr>
        <p:spPr>
          <a:xfrm flipH="1">
            <a:off x="1560960" y="1433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 txBox="1"/>
          <p:nvPr/>
        </p:nvSpPr>
        <p:spPr>
          <a:xfrm>
            <a:off x="441360" y="1173960"/>
            <a:ext cx="1087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IL-6/JAK/STAT3 Signaling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1560960" y="1645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 flipH="1">
            <a:off x="1560960" y="1645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 txBox="1"/>
          <p:nvPr/>
        </p:nvSpPr>
        <p:spPr>
          <a:xfrm>
            <a:off x="983160" y="1385280"/>
            <a:ext cx="5310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Coagulation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1560960" y="1856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 flipH="1">
            <a:off x="1560960" y="1856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 txBox="1"/>
          <p:nvPr/>
        </p:nvSpPr>
        <p:spPr>
          <a:xfrm>
            <a:off x="246960" y="1596600"/>
            <a:ext cx="12672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Degradation Of Extracellular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1560960" y="2067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 flipH="1">
            <a:off x="1560960" y="2067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 txBox="1"/>
          <p:nvPr/>
        </p:nvSpPr>
        <p:spPr>
          <a:xfrm>
            <a:off x="924480" y="1807920"/>
            <a:ext cx="5904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Angiogenesis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1560960" y="2278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" name=""/>
          <p:cNvSpPr/>
          <p:nvPr/>
        </p:nvSpPr>
        <p:spPr>
          <a:xfrm flipH="1">
            <a:off x="1560960" y="2278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 txBox="1"/>
          <p:nvPr/>
        </p:nvSpPr>
        <p:spPr>
          <a:xfrm>
            <a:off x="200160" y="2018880"/>
            <a:ext cx="13237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Epithelial Mesenchymal Trans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1560960" y="2490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 flipH="1">
            <a:off x="1560960" y="2490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 txBox="1"/>
          <p:nvPr/>
        </p:nvSpPr>
        <p:spPr>
          <a:xfrm>
            <a:off x="276480" y="2230200"/>
            <a:ext cx="1238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Extracellular Matrix Organiz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1560960" y="2701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2" name=""/>
          <p:cNvSpPr/>
          <p:nvPr/>
        </p:nvSpPr>
        <p:spPr>
          <a:xfrm flipH="1">
            <a:off x="1560960" y="2701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 txBox="1"/>
          <p:nvPr/>
        </p:nvSpPr>
        <p:spPr>
          <a:xfrm>
            <a:off x="643320" y="2441520"/>
            <a:ext cx="8769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Pancreas Beta Cells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1560960" y="2912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5" name=""/>
          <p:cNvSpPr/>
          <p:nvPr/>
        </p:nvSpPr>
        <p:spPr>
          <a:xfrm flipH="1">
            <a:off x="1560960" y="2912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 txBox="1"/>
          <p:nvPr/>
        </p:nvSpPr>
        <p:spPr>
          <a:xfrm>
            <a:off x="227520" y="2652840"/>
            <a:ext cx="13006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TP53 Regulates Transcription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1560960" y="3123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8" name=""/>
          <p:cNvSpPr/>
          <p:nvPr/>
        </p:nvSpPr>
        <p:spPr>
          <a:xfrm flipH="1">
            <a:off x="1560960" y="3123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 txBox="1"/>
          <p:nvPr/>
        </p:nvSpPr>
        <p:spPr>
          <a:xfrm>
            <a:off x="842760" y="2863800"/>
            <a:ext cx="6865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1560960" y="3335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 flipH="1">
            <a:off x="1560960" y="3335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 txBox="1"/>
          <p:nvPr/>
        </p:nvSpPr>
        <p:spPr>
          <a:xfrm>
            <a:off x="97920" y="3075120"/>
            <a:ext cx="14119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Defective Homologous Recombi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1560960" y="3546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4" name=""/>
          <p:cNvSpPr/>
          <p:nvPr/>
        </p:nvSpPr>
        <p:spPr>
          <a:xfrm flipH="1">
            <a:off x="1560960" y="3546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 txBox="1"/>
          <p:nvPr/>
        </p:nvSpPr>
        <p:spPr>
          <a:xfrm>
            <a:off x="167760" y="3286440"/>
            <a:ext cx="13496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Mismatch Repair (MMR) Direct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1560960" y="3757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 flipH="1">
            <a:off x="1560960" y="3757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 txBox="1"/>
          <p:nvPr/>
        </p:nvSpPr>
        <p:spPr>
          <a:xfrm>
            <a:off x="97920" y="3497760"/>
            <a:ext cx="1409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Defective HDR Thru Homologou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1560960" y="3968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0" name=""/>
          <p:cNvSpPr/>
          <p:nvPr/>
        </p:nvSpPr>
        <p:spPr>
          <a:xfrm flipH="1">
            <a:off x="1560960" y="3968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 txBox="1"/>
          <p:nvPr/>
        </p:nvSpPr>
        <p:spPr>
          <a:xfrm>
            <a:off x="455040" y="3708720"/>
            <a:ext cx="1061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Diseases Of DNA Repair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1560960" y="4179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3" name=""/>
          <p:cNvSpPr/>
          <p:nvPr/>
        </p:nvSpPr>
        <p:spPr>
          <a:xfrm flipH="1">
            <a:off x="1560960" y="4179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4" name=""/>
          <p:cNvSpPr txBox="1"/>
          <p:nvPr/>
        </p:nvSpPr>
        <p:spPr>
          <a:xfrm>
            <a:off x="91440" y="3920040"/>
            <a:ext cx="14288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PCNA-Dependent Long Patch Ba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1560960" y="4391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6" name=""/>
          <p:cNvSpPr/>
          <p:nvPr/>
        </p:nvSpPr>
        <p:spPr>
          <a:xfrm flipH="1">
            <a:off x="1560960" y="4391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7" name=""/>
          <p:cNvSpPr txBox="1"/>
          <p:nvPr/>
        </p:nvSpPr>
        <p:spPr>
          <a:xfrm>
            <a:off x="1002960" y="4131360"/>
            <a:ext cx="5281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 flipV="1">
            <a:off x="1599120" y="272160"/>
            <a:ext cx="0" cy="42246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/>
          <p:nvPr/>
        </p:nvSpPr>
        <p:spPr>
          <a:xfrm>
            <a:off x="1599120" y="4496760"/>
            <a:ext cx="39009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60" name=""/>
          <p:cNvSpPr/>
          <p:nvPr/>
        </p:nvSpPr>
        <p:spPr>
          <a:xfrm>
            <a:off x="5743800" y="694800"/>
            <a:ext cx="169560" cy="3379680"/>
          </a:xfrm>
          <a:custGeom>
            <a:avLst/>
            <a:gdLst/>
            <a:ahLst/>
            <a:rect l="0" t="0" r="r" b="b"/>
            <a:pathLst>
              <a:path w="471" h="9388">
                <a:moveTo>
                  <a:pt x="0" y="9388"/>
                </a:moveTo>
                <a:lnTo>
                  <a:pt x="471" y="9388"/>
                </a:lnTo>
                <a:lnTo>
                  <a:pt x="471" y="0"/>
                </a:lnTo>
                <a:lnTo>
                  <a:pt x="0" y="0"/>
                </a:lnTo>
                <a:lnTo>
                  <a:pt x="0" y="938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>
            <a:off x="5913000" y="4074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2" name=""/>
          <p:cNvSpPr/>
          <p:nvPr/>
        </p:nvSpPr>
        <p:spPr>
          <a:xfrm>
            <a:off x="5913000" y="4074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3" name=""/>
          <p:cNvSpPr txBox="1"/>
          <p:nvPr/>
        </p:nvSpPr>
        <p:spPr>
          <a:xfrm>
            <a:off x="753840" y="4342680"/>
            <a:ext cx="75960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e2a47"/>
                </a:solidFill>
                <a:latin typeface="DejaVuSans"/>
              </a:rPr>
              <a:t>G2-M Checkpoint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5913000" y="3651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5" name=""/>
          <p:cNvSpPr/>
          <p:nvPr/>
        </p:nvSpPr>
        <p:spPr>
          <a:xfrm>
            <a:off x="5913000" y="3651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 txBox="1"/>
          <p:nvPr/>
        </p:nvSpPr>
        <p:spPr>
          <a:xfrm>
            <a:off x="5995800" y="4011840"/>
            <a:ext cx="352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5913000" y="3229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8" name=""/>
          <p:cNvSpPr/>
          <p:nvPr/>
        </p:nvSpPr>
        <p:spPr>
          <a:xfrm>
            <a:off x="5913000" y="3229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9" name=""/>
          <p:cNvSpPr txBox="1"/>
          <p:nvPr/>
        </p:nvSpPr>
        <p:spPr>
          <a:xfrm>
            <a:off x="5995800" y="3589560"/>
            <a:ext cx="352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0.75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5913000" y="2806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1" name=""/>
          <p:cNvSpPr/>
          <p:nvPr/>
        </p:nvSpPr>
        <p:spPr>
          <a:xfrm>
            <a:off x="5913000" y="2806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2" name=""/>
          <p:cNvSpPr txBox="1"/>
          <p:nvPr/>
        </p:nvSpPr>
        <p:spPr>
          <a:xfrm>
            <a:off x="5995800" y="3166920"/>
            <a:ext cx="352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5913000" y="23842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4" name=""/>
          <p:cNvSpPr/>
          <p:nvPr/>
        </p:nvSpPr>
        <p:spPr>
          <a:xfrm>
            <a:off x="5913000" y="23842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5" name=""/>
          <p:cNvSpPr txBox="1"/>
          <p:nvPr/>
        </p:nvSpPr>
        <p:spPr>
          <a:xfrm>
            <a:off x="5995800" y="2744640"/>
            <a:ext cx="3528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5913000" y="1962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7" name=""/>
          <p:cNvSpPr/>
          <p:nvPr/>
        </p:nvSpPr>
        <p:spPr>
          <a:xfrm>
            <a:off x="5913000" y="1962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 txBox="1"/>
          <p:nvPr/>
        </p:nvSpPr>
        <p:spPr>
          <a:xfrm>
            <a:off x="5995800" y="232200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5913000" y="15397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0" name=""/>
          <p:cNvSpPr/>
          <p:nvPr/>
        </p:nvSpPr>
        <p:spPr>
          <a:xfrm>
            <a:off x="5913000" y="15397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 txBox="1"/>
          <p:nvPr/>
        </p:nvSpPr>
        <p:spPr>
          <a:xfrm>
            <a:off x="5995800" y="189972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5913000" y="1117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3" name=""/>
          <p:cNvSpPr/>
          <p:nvPr/>
        </p:nvSpPr>
        <p:spPr>
          <a:xfrm>
            <a:off x="5913000" y="1117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 txBox="1"/>
          <p:nvPr/>
        </p:nvSpPr>
        <p:spPr>
          <a:xfrm>
            <a:off x="5995800" y="147708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5913000" y="694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0" y="0"/>
                </a:moveTo>
                <a:lnTo>
                  <a:pt x="106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6" name=""/>
          <p:cNvSpPr/>
          <p:nvPr/>
        </p:nvSpPr>
        <p:spPr>
          <a:xfrm>
            <a:off x="5913000" y="694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7" name=""/>
          <p:cNvSpPr txBox="1"/>
          <p:nvPr/>
        </p:nvSpPr>
        <p:spPr>
          <a:xfrm>
            <a:off x="5995800" y="105480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0.75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8" name=""/>
          <p:cNvSpPr txBox="1"/>
          <p:nvPr/>
        </p:nvSpPr>
        <p:spPr>
          <a:xfrm>
            <a:off x="5995800" y="632160"/>
            <a:ext cx="25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1.00</a:t>
            </a:r>
            <a:endParaRPr b="0" lang="en-US" sz="900" spc="-1" strike="noStrike">
              <a:latin typeface="Times New Roman"/>
            </a:endParaRPr>
          </a:p>
        </p:txBody>
      </p:sp>
      <p:pic>
        <p:nvPicPr>
          <p:cNvPr id="189" name="" descr=""/>
          <p:cNvPicPr/>
          <p:nvPr/>
        </p:nvPicPr>
        <p:blipFill>
          <a:blip r:embed="rId3"/>
          <a:stretch/>
        </p:blipFill>
        <p:spPr>
          <a:xfrm>
            <a:off x="5745600" y="694800"/>
            <a:ext cx="167400" cy="3380040"/>
          </a:xfrm>
          <a:prstGeom prst="rect">
            <a:avLst/>
          </a:prstGeom>
          <a:ln w="0">
            <a:noFill/>
          </a:ln>
        </p:spPr>
      </p:pic>
      <p:sp>
        <p:nvSpPr>
          <p:cNvPr id="190" name=""/>
          <p:cNvSpPr/>
          <p:nvPr/>
        </p:nvSpPr>
        <p:spPr>
          <a:xfrm>
            <a:off x="5743800" y="694800"/>
            <a:ext cx="169560" cy="3379680"/>
          </a:xfrm>
          <a:custGeom>
            <a:avLst/>
            <a:gdLst/>
            <a:ahLst/>
            <a:rect l="0" t="0" r="r" b="b"/>
            <a:pathLst>
              <a:path w="471" h="9388">
                <a:moveTo>
                  <a:pt x="0" y="9388"/>
                </a:moveTo>
                <a:lnTo>
                  <a:pt x="236" y="9388"/>
                </a:lnTo>
                <a:lnTo>
                  <a:pt x="471" y="9388"/>
                </a:lnTo>
                <a:lnTo>
                  <a:pt x="471" y="0"/>
                </a:lnTo>
                <a:lnTo>
                  <a:pt x="236" y="0"/>
                </a:lnTo>
                <a:lnTo>
                  <a:pt x="0" y="0"/>
                </a:lnTo>
                <a:lnTo>
                  <a:pt x="0" y="9388"/>
                </a:lnTo>
                <a:close/>
              </a:path>
            </a:pathLst>
          </a:custGeom>
          <a:noFill/>
          <a:ln cap="sq" w="11160">
            <a:solidFill>
              <a:srgbClr val="1d3557"/>
            </a:solidFill>
            <a:miter/>
          </a:ln>
        </p:spPr>
      </p:sp>
      <p:sp>
        <p:nvSpPr>
          <p:cNvPr id="191" name=""/>
          <p:cNvSpPr/>
          <p:nvPr/>
        </p:nvSpPr>
        <p:spPr>
          <a:xfrm>
            <a:off x="7769520" y="272160"/>
            <a:ext cx="3751200" cy="4224960"/>
          </a:xfrm>
          <a:custGeom>
            <a:avLst/>
            <a:gdLst/>
            <a:ahLst/>
            <a:rect l="0" t="0" r="r" b="b"/>
            <a:pathLst>
              <a:path w="10420" h="11736">
                <a:moveTo>
                  <a:pt x="0" y="11736"/>
                </a:moveTo>
                <a:lnTo>
                  <a:pt x="10420" y="11736"/>
                </a:lnTo>
                <a:lnTo>
                  <a:pt x="10420" y="0"/>
                </a:lnTo>
                <a:lnTo>
                  <a:pt x="0" y="0"/>
                </a:lnTo>
                <a:lnTo>
                  <a:pt x="0" y="1173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92" name=""/>
          <p:cNvSpPr/>
          <p:nvPr/>
        </p:nvSpPr>
        <p:spPr>
          <a:xfrm>
            <a:off x="854496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3" name=""/>
          <p:cNvSpPr/>
          <p:nvPr/>
        </p:nvSpPr>
        <p:spPr>
          <a:xfrm>
            <a:off x="854496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4" name=""/>
          <p:cNvSpPr txBox="1"/>
          <p:nvPr/>
        </p:nvSpPr>
        <p:spPr>
          <a:xfrm rot="16200000">
            <a:off x="6063840" y="2310120"/>
            <a:ext cx="771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Spearman ρ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>
            <a:off x="10744920" y="44967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6" name=""/>
          <p:cNvSpPr/>
          <p:nvPr/>
        </p:nvSpPr>
        <p:spPr>
          <a:xfrm>
            <a:off x="10744920" y="44967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7" name=""/>
          <p:cNvSpPr txBox="1"/>
          <p:nvPr/>
        </p:nvSpPr>
        <p:spPr>
          <a:xfrm>
            <a:off x="8437680" y="456012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7731360" y="4496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9" name=""/>
          <p:cNvSpPr/>
          <p:nvPr/>
        </p:nvSpPr>
        <p:spPr>
          <a:xfrm flipH="1">
            <a:off x="7731360" y="4496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0" name=""/>
          <p:cNvSpPr txBox="1"/>
          <p:nvPr/>
        </p:nvSpPr>
        <p:spPr>
          <a:xfrm>
            <a:off x="10602720" y="456012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7731360" y="36921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2" name=""/>
          <p:cNvSpPr/>
          <p:nvPr/>
        </p:nvSpPr>
        <p:spPr>
          <a:xfrm flipH="1">
            <a:off x="7731360" y="36921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3" name=""/>
          <p:cNvSpPr txBox="1"/>
          <p:nvPr/>
        </p:nvSpPr>
        <p:spPr>
          <a:xfrm>
            <a:off x="7614360" y="44341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4" name=""/>
          <p:cNvSpPr/>
          <p:nvPr/>
        </p:nvSpPr>
        <p:spPr>
          <a:xfrm>
            <a:off x="7731360" y="2887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5" name=""/>
          <p:cNvSpPr/>
          <p:nvPr/>
        </p:nvSpPr>
        <p:spPr>
          <a:xfrm flipH="1">
            <a:off x="7731360" y="2887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6" name=""/>
          <p:cNvSpPr txBox="1"/>
          <p:nvPr/>
        </p:nvSpPr>
        <p:spPr>
          <a:xfrm>
            <a:off x="7541640" y="36295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7" name=""/>
          <p:cNvSpPr/>
          <p:nvPr/>
        </p:nvSpPr>
        <p:spPr>
          <a:xfrm>
            <a:off x="7731360" y="20826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8" name=""/>
          <p:cNvSpPr/>
          <p:nvPr/>
        </p:nvSpPr>
        <p:spPr>
          <a:xfrm flipH="1">
            <a:off x="7731360" y="20826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9" name=""/>
          <p:cNvSpPr txBox="1"/>
          <p:nvPr/>
        </p:nvSpPr>
        <p:spPr>
          <a:xfrm>
            <a:off x="7541640" y="28249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7731360" y="1278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1" name=""/>
          <p:cNvSpPr/>
          <p:nvPr/>
        </p:nvSpPr>
        <p:spPr>
          <a:xfrm flipH="1">
            <a:off x="7731360" y="1278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2" name=""/>
          <p:cNvSpPr txBox="1"/>
          <p:nvPr/>
        </p:nvSpPr>
        <p:spPr>
          <a:xfrm>
            <a:off x="7541640" y="2020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3" name=""/>
          <p:cNvSpPr/>
          <p:nvPr/>
        </p:nvSpPr>
        <p:spPr>
          <a:xfrm>
            <a:off x="7731360" y="4734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4" name=""/>
          <p:cNvSpPr/>
          <p:nvPr/>
        </p:nvSpPr>
        <p:spPr>
          <a:xfrm flipH="1">
            <a:off x="7731360" y="4734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5" name=""/>
          <p:cNvSpPr txBox="1"/>
          <p:nvPr/>
        </p:nvSpPr>
        <p:spPr>
          <a:xfrm>
            <a:off x="7541640" y="12157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6" name=""/>
          <p:cNvSpPr txBox="1"/>
          <p:nvPr/>
        </p:nvSpPr>
        <p:spPr>
          <a:xfrm>
            <a:off x="7468560" y="4107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7940160" y="3993840"/>
            <a:ext cx="1210320" cy="503280"/>
          </a:xfrm>
          <a:custGeom>
            <a:avLst/>
            <a:gdLst/>
            <a:ahLst/>
            <a:rect l="0" t="0" r="r" b="b"/>
            <a:pathLst>
              <a:path w="3362" h="1398">
                <a:moveTo>
                  <a:pt x="0" y="1398"/>
                </a:moveTo>
                <a:lnTo>
                  <a:pt x="3362" y="1398"/>
                </a:lnTo>
                <a:lnTo>
                  <a:pt x="3362" y="0"/>
                </a:lnTo>
                <a:lnTo>
                  <a:pt x="0" y="0"/>
                </a:lnTo>
                <a:lnTo>
                  <a:pt x="0" y="1398"/>
                </a:lnTo>
                <a:close/>
              </a:path>
            </a:pathLst>
          </a:custGeom>
          <a:solidFill>
            <a:srgbClr val="ee6c4d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18" name=""/>
          <p:cNvSpPr/>
          <p:nvPr/>
        </p:nvSpPr>
        <p:spPr>
          <a:xfrm>
            <a:off x="10140120" y="4209480"/>
            <a:ext cx="1210320" cy="287640"/>
          </a:xfrm>
          <a:custGeom>
            <a:avLst/>
            <a:gdLst/>
            <a:ahLst/>
            <a:rect l="0" t="0" r="r" b="b"/>
            <a:pathLst>
              <a:path w="3362" h="799">
                <a:moveTo>
                  <a:pt x="0" y="799"/>
                </a:moveTo>
                <a:lnTo>
                  <a:pt x="3362" y="799"/>
                </a:lnTo>
                <a:lnTo>
                  <a:pt x="3362" y="0"/>
                </a:lnTo>
                <a:lnTo>
                  <a:pt x="0" y="0"/>
                </a:lnTo>
                <a:lnTo>
                  <a:pt x="0" y="799"/>
                </a:lnTo>
                <a:close/>
              </a:path>
            </a:pathLst>
          </a:custGeom>
          <a:solidFill>
            <a:srgbClr val="ee6c4d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19" name=""/>
          <p:cNvSpPr/>
          <p:nvPr/>
        </p:nvSpPr>
        <p:spPr>
          <a:xfrm>
            <a:off x="7940160" y="2736360"/>
            <a:ext cx="1210320" cy="1257840"/>
          </a:xfrm>
          <a:custGeom>
            <a:avLst/>
            <a:gdLst/>
            <a:ahLst/>
            <a:rect l="0" t="0" r="r" b="b"/>
            <a:pathLst>
              <a:path w="3362" h="3494">
                <a:moveTo>
                  <a:pt x="0" y="3494"/>
                </a:moveTo>
                <a:lnTo>
                  <a:pt x="3362" y="3494"/>
                </a:lnTo>
                <a:lnTo>
                  <a:pt x="3362" y="0"/>
                </a:lnTo>
                <a:lnTo>
                  <a:pt x="0" y="0"/>
                </a:lnTo>
                <a:lnTo>
                  <a:pt x="0" y="3494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20" name=""/>
          <p:cNvSpPr/>
          <p:nvPr/>
        </p:nvSpPr>
        <p:spPr>
          <a:xfrm>
            <a:off x="10140120" y="2485080"/>
            <a:ext cx="1210320" cy="1724760"/>
          </a:xfrm>
          <a:custGeom>
            <a:avLst/>
            <a:gdLst/>
            <a:ahLst/>
            <a:rect l="0" t="0" r="r" b="b"/>
            <a:pathLst>
              <a:path w="3362" h="4791">
                <a:moveTo>
                  <a:pt x="0" y="4791"/>
                </a:moveTo>
                <a:lnTo>
                  <a:pt x="3362" y="4791"/>
                </a:lnTo>
                <a:lnTo>
                  <a:pt x="3362" y="0"/>
                </a:lnTo>
                <a:lnTo>
                  <a:pt x="0" y="0"/>
                </a:lnTo>
                <a:lnTo>
                  <a:pt x="0" y="4791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21" name=""/>
          <p:cNvSpPr/>
          <p:nvPr/>
        </p:nvSpPr>
        <p:spPr>
          <a:xfrm>
            <a:off x="7940160" y="1479240"/>
            <a:ext cx="1210320" cy="1257480"/>
          </a:xfrm>
          <a:custGeom>
            <a:avLst/>
            <a:gdLst/>
            <a:ahLst/>
            <a:rect l="0" t="0" r="r" b="b"/>
            <a:pathLst>
              <a:path w="3362" h="3493">
                <a:moveTo>
                  <a:pt x="0" y="3493"/>
                </a:moveTo>
                <a:lnTo>
                  <a:pt x="3362" y="3493"/>
                </a:lnTo>
                <a:lnTo>
                  <a:pt x="3362" y="0"/>
                </a:lnTo>
                <a:lnTo>
                  <a:pt x="0" y="0"/>
                </a:lnTo>
                <a:lnTo>
                  <a:pt x="0" y="3493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22" name=""/>
          <p:cNvSpPr/>
          <p:nvPr/>
        </p:nvSpPr>
        <p:spPr>
          <a:xfrm>
            <a:off x="10140120" y="1335600"/>
            <a:ext cx="1210320" cy="1149840"/>
          </a:xfrm>
          <a:custGeom>
            <a:avLst/>
            <a:gdLst/>
            <a:ahLst/>
            <a:rect l="0" t="0" r="r" b="b"/>
            <a:pathLst>
              <a:path w="3362" h="3194">
                <a:moveTo>
                  <a:pt x="0" y="3194"/>
                </a:moveTo>
                <a:lnTo>
                  <a:pt x="3362" y="3194"/>
                </a:lnTo>
                <a:lnTo>
                  <a:pt x="3362" y="0"/>
                </a:lnTo>
                <a:lnTo>
                  <a:pt x="0" y="0"/>
                </a:lnTo>
                <a:lnTo>
                  <a:pt x="0" y="3194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23" name=""/>
          <p:cNvSpPr/>
          <p:nvPr/>
        </p:nvSpPr>
        <p:spPr>
          <a:xfrm>
            <a:off x="7940160" y="473400"/>
            <a:ext cx="1210320" cy="1006200"/>
          </a:xfrm>
          <a:custGeom>
            <a:avLst/>
            <a:gdLst/>
            <a:ahLst/>
            <a:rect l="0" t="0" r="r" b="b"/>
            <a:pathLst>
              <a:path w="3362" h="2795">
                <a:moveTo>
                  <a:pt x="0" y="2795"/>
                </a:moveTo>
                <a:lnTo>
                  <a:pt x="3362" y="2795"/>
                </a:lnTo>
                <a:lnTo>
                  <a:pt x="3362" y="0"/>
                </a:lnTo>
                <a:lnTo>
                  <a:pt x="0" y="0"/>
                </a:lnTo>
                <a:lnTo>
                  <a:pt x="0" y="2795"/>
                </a:lnTo>
                <a:close/>
              </a:path>
            </a:pathLst>
          </a:custGeom>
          <a:solidFill>
            <a:srgbClr val="7b2cbf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24" name=""/>
          <p:cNvSpPr/>
          <p:nvPr/>
        </p:nvSpPr>
        <p:spPr>
          <a:xfrm>
            <a:off x="10140120" y="473400"/>
            <a:ext cx="1210320" cy="862560"/>
          </a:xfrm>
          <a:custGeom>
            <a:avLst/>
            <a:gdLst/>
            <a:ahLst/>
            <a:rect l="0" t="0" r="r" b="b"/>
            <a:pathLst>
              <a:path w="3362" h="2396">
                <a:moveTo>
                  <a:pt x="0" y="2396"/>
                </a:moveTo>
                <a:lnTo>
                  <a:pt x="3362" y="2396"/>
                </a:lnTo>
                <a:lnTo>
                  <a:pt x="3362" y="0"/>
                </a:lnTo>
                <a:lnTo>
                  <a:pt x="0" y="0"/>
                </a:lnTo>
                <a:lnTo>
                  <a:pt x="0" y="2396"/>
                </a:lnTo>
                <a:close/>
              </a:path>
            </a:pathLst>
          </a:custGeom>
          <a:solidFill>
            <a:srgbClr val="7b2cbf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25" name=""/>
          <p:cNvSpPr/>
          <p:nvPr/>
        </p:nvSpPr>
        <p:spPr>
          <a:xfrm flipV="1">
            <a:off x="7769520" y="272160"/>
            <a:ext cx="0" cy="422460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/>
          <p:nvPr/>
        </p:nvSpPr>
        <p:spPr>
          <a:xfrm>
            <a:off x="7769520" y="4496760"/>
            <a:ext cx="37508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27" name=""/>
          <p:cNvSpPr txBox="1"/>
          <p:nvPr/>
        </p:nvSpPr>
        <p:spPr>
          <a:xfrm rot="16200000">
            <a:off x="7004160" y="2311560"/>
            <a:ext cx="6865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% samples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8" name=""/>
          <p:cNvSpPr txBox="1"/>
          <p:nvPr/>
        </p:nvSpPr>
        <p:spPr>
          <a:xfrm>
            <a:off x="8415720" y="4112640"/>
            <a:ext cx="258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12%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29" name=""/>
          <p:cNvSpPr txBox="1"/>
          <p:nvPr/>
        </p:nvSpPr>
        <p:spPr>
          <a:xfrm>
            <a:off x="8374320" y="4240800"/>
            <a:ext cx="34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(n=2)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0" name=""/>
          <p:cNvSpPr txBox="1"/>
          <p:nvPr/>
        </p:nvSpPr>
        <p:spPr>
          <a:xfrm>
            <a:off x="10653480" y="4220640"/>
            <a:ext cx="1836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7%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1" name=""/>
          <p:cNvSpPr txBox="1"/>
          <p:nvPr/>
        </p:nvSpPr>
        <p:spPr>
          <a:xfrm>
            <a:off x="10574640" y="4348800"/>
            <a:ext cx="34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(n=1)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2" name=""/>
          <p:cNvSpPr txBox="1"/>
          <p:nvPr/>
        </p:nvSpPr>
        <p:spPr>
          <a:xfrm>
            <a:off x="8415720" y="3232800"/>
            <a:ext cx="258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31%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3" name=""/>
          <p:cNvSpPr txBox="1"/>
          <p:nvPr/>
        </p:nvSpPr>
        <p:spPr>
          <a:xfrm>
            <a:off x="8374320" y="3360600"/>
            <a:ext cx="34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(n=5)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4" name=""/>
          <p:cNvSpPr txBox="1"/>
          <p:nvPr/>
        </p:nvSpPr>
        <p:spPr>
          <a:xfrm>
            <a:off x="10615680" y="3214800"/>
            <a:ext cx="258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43%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5" name=""/>
          <p:cNvSpPr txBox="1"/>
          <p:nvPr/>
        </p:nvSpPr>
        <p:spPr>
          <a:xfrm>
            <a:off x="10574640" y="3342960"/>
            <a:ext cx="34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(n=6)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6" name=""/>
          <p:cNvSpPr txBox="1"/>
          <p:nvPr/>
        </p:nvSpPr>
        <p:spPr>
          <a:xfrm>
            <a:off x="8415720" y="1975320"/>
            <a:ext cx="258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31%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7" name=""/>
          <p:cNvSpPr txBox="1"/>
          <p:nvPr/>
        </p:nvSpPr>
        <p:spPr>
          <a:xfrm>
            <a:off x="8374320" y="2103480"/>
            <a:ext cx="34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(n=5)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8" name=""/>
          <p:cNvSpPr txBox="1"/>
          <p:nvPr/>
        </p:nvSpPr>
        <p:spPr>
          <a:xfrm>
            <a:off x="10615680" y="1777680"/>
            <a:ext cx="258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29%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39" name=""/>
          <p:cNvSpPr txBox="1"/>
          <p:nvPr/>
        </p:nvSpPr>
        <p:spPr>
          <a:xfrm>
            <a:off x="10574640" y="1905840"/>
            <a:ext cx="34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(n=4)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0" name=""/>
          <p:cNvSpPr txBox="1"/>
          <p:nvPr/>
        </p:nvSpPr>
        <p:spPr>
          <a:xfrm>
            <a:off x="8415720" y="843840"/>
            <a:ext cx="258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25%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1" name=""/>
          <p:cNvSpPr txBox="1"/>
          <p:nvPr/>
        </p:nvSpPr>
        <p:spPr>
          <a:xfrm>
            <a:off x="8374320" y="972000"/>
            <a:ext cx="34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(n=4)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2" name=""/>
          <p:cNvSpPr txBox="1"/>
          <p:nvPr/>
        </p:nvSpPr>
        <p:spPr>
          <a:xfrm>
            <a:off x="10615680" y="771840"/>
            <a:ext cx="258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21%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3" name=""/>
          <p:cNvSpPr txBox="1"/>
          <p:nvPr/>
        </p:nvSpPr>
        <p:spPr>
          <a:xfrm>
            <a:off x="10574640" y="900000"/>
            <a:ext cx="34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850" spc="-1" strike="noStrike">
                <a:solidFill>
                  <a:srgbClr val="ffffff"/>
                </a:solidFill>
                <a:latin typeface="DejaVuSans"/>
              </a:rPr>
              <a:t>(n=3)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8014320" y="513504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ee6c4d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45" name=""/>
          <p:cNvSpPr txBox="1"/>
          <p:nvPr/>
        </p:nvSpPr>
        <p:spPr>
          <a:xfrm>
            <a:off x="9254880" y="70200"/>
            <a:ext cx="780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e2a47"/>
                </a:solidFill>
                <a:latin typeface="DejaVuSans"/>
              </a:rPr>
              <a:t>χ² p = 0.91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8886600" y="513504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118ab2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47" name=""/>
          <p:cNvSpPr txBox="1"/>
          <p:nvPr/>
        </p:nvSpPr>
        <p:spPr>
          <a:xfrm>
            <a:off x="8334360" y="5109120"/>
            <a:ext cx="32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CMS1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8" name=""/>
          <p:cNvSpPr/>
          <p:nvPr/>
        </p:nvSpPr>
        <p:spPr>
          <a:xfrm>
            <a:off x="9759240" y="513504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06aed5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49" name=""/>
          <p:cNvSpPr txBox="1"/>
          <p:nvPr/>
        </p:nvSpPr>
        <p:spPr>
          <a:xfrm>
            <a:off x="9207000" y="5109120"/>
            <a:ext cx="32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CMS2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10631880" y="513504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7b2cbf">
              <a:alpha val="92000"/>
            </a:srgbClr>
          </a:solidFill>
          <a:ln w="1620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251" name=""/>
          <p:cNvSpPr txBox="1"/>
          <p:nvPr/>
        </p:nvSpPr>
        <p:spPr>
          <a:xfrm>
            <a:off x="10079640" y="5109120"/>
            <a:ext cx="32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CMS3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2" name=""/>
          <p:cNvSpPr txBox="1"/>
          <p:nvPr/>
        </p:nvSpPr>
        <p:spPr>
          <a:xfrm>
            <a:off x="10951920" y="5109120"/>
            <a:ext cx="32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CMS4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3" name="TextBox 252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S6 — ssGSEA and CMS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1467440" cy="6009120"/>
          </a:xfrm>
          <a:custGeom>
            <a:avLst/>
            <a:gdLst/>
            <a:ahLst/>
            <a:rect l="0" t="0" r="r" b="b"/>
            <a:pathLst>
              <a:path w="31854" h="16692">
                <a:moveTo>
                  <a:pt x="0" y="16692"/>
                </a:moveTo>
                <a:lnTo>
                  <a:pt x="31854" y="16692"/>
                </a:lnTo>
                <a:lnTo>
                  <a:pt x="31854" y="0"/>
                </a:lnTo>
                <a:lnTo>
                  <a:pt x="0" y="0"/>
                </a:lnTo>
                <a:lnTo>
                  <a:pt x="0" y="1669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1454400" y="91440"/>
            <a:ext cx="7937640" cy="2449080"/>
          </a:xfrm>
          <a:custGeom>
            <a:avLst/>
            <a:gdLst/>
            <a:ahLst/>
            <a:rect l="0" t="0" r="r" b="b"/>
            <a:pathLst>
              <a:path w="22049" h="6803">
                <a:moveTo>
                  <a:pt x="0" y="6803"/>
                </a:moveTo>
                <a:lnTo>
                  <a:pt x="22049" y="6803"/>
                </a:lnTo>
                <a:lnTo>
                  <a:pt x="22049" y="0"/>
                </a:lnTo>
                <a:lnTo>
                  <a:pt x="0" y="0"/>
                </a:lnTo>
                <a:lnTo>
                  <a:pt x="0" y="680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8" name="" descr=""/>
          <p:cNvPicPr/>
          <p:nvPr/>
        </p:nvPicPr>
        <p:blipFill>
          <a:blip r:embed="rId2"/>
          <a:stretch/>
        </p:blipFill>
        <p:spPr>
          <a:xfrm>
            <a:off x="1454760" y="90000"/>
            <a:ext cx="7939800" cy="245016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/>
          <p:nvPr/>
        </p:nvSpPr>
        <p:spPr>
          <a:xfrm>
            <a:off x="157464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0" name=""/>
          <p:cNvSpPr/>
          <p:nvPr/>
        </p:nvSpPr>
        <p:spPr>
          <a:xfrm>
            <a:off x="157464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1" name=""/>
          <p:cNvSpPr/>
          <p:nvPr/>
        </p:nvSpPr>
        <p:spPr>
          <a:xfrm>
            <a:off x="181512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181512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 txBox="1"/>
          <p:nvPr/>
        </p:nvSpPr>
        <p:spPr>
          <a:xfrm rot="16200000">
            <a:off x="130752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TNT_RNA_49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05596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205596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 txBox="1"/>
          <p:nvPr/>
        </p:nvSpPr>
        <p:spPr>
          <a:xfrm rot="16200000">
            <a:off x="154800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TNT_RNA_50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29644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8" name=""/>
          <p:cNvSpPr/>
          <p:nvPr/>
        </p:nvSpPr>
        <p:spPr>
          <a:xfrm>
            <a:off x="229644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 txBox="1"/>
          <p:nvPr/>
        </p:nvSpPr>
        <p:spPr>
          <a:xfrm rot="16200000">
            <a:off x="178848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TNT_RNA_63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253692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>
            <a:off x="253692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 rot="16200000">
            <a:off x="202824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TNT_RNA_47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277740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>
            <a:off x="277740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 rot="16200000">
            <a:off x="226944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TNT_RNA_46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301788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>
            <a:off x="301788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 rot="16200000">
            <a:off x="250992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TNT_RNA_43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325836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>
            <a:off x="325836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 rot="16200000">
            <a:off x="275040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TNT_RNA_38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349884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>
            <a:off x="349884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 rot="16200000">
            <a:off x="299088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TNT_RNA_35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373932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>
            <a:off x="373932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 rot="16200000">
            <a:off x="323100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TNT_RNA_54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397980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>
            <a:off x="397980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 rot="16200000">
            <a:off x="347220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TNT_RNA_60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422028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>
            <a:off x="422028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 rot="16200000">
            <a:off x="371268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TNT_RNA_61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446112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>
            <a:off x="446112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 rot="16200000">
            <a:off x="395316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TNT_RNA_20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470160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8" name=""/>
          <p:cNvSpPr/>
          <p:nvPr/>
        </p:nvSpPr>
        <p:spPr>
          <a:xfrm>
            <a:off x="470160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 rot="16200000">
            <a:off x="4219560" y="2812320"/>
            <a:ext cx="471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TNT_RNA_2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494208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1" name=""/>
          <p:cNvSpPr/>
          <p:nvPr/>
        </p:nvSpPr>
        <p:spPr>
          <a:xfrm>
            <a:off x="494208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 txBox="1"/>
          <p:nvPr/>
        </p:nvSpPr>
        <p:spPr>
          <a:xfrm rot="16200000">
            <a:off x="443412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TNT_RNA_62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518256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4" name=""/>
          <p:cNvSpPr/>
          <p:nvPr/>
        </p:nvSpPr>
        <p:spPr>
          <a:xfrm>
            <a:off x="518256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 txBox="1"/>
          <p:nvPr/>
        </p:nvSpPr>
        <p:spPr>
          <a:xfrm rot="16200000">
            <a:off x="467388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TNT_RNA_14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542304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7" name=""/>
          <p:cNvSpPr/>
          <p:nvPr/>
        </p:nvSpPr>
        <p:spPr>
          <a:xfrm>
            <a:off x="542304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8" name=""/>
          <p:cNvSpPr txBox="1"/>
          <p:nvPr/>
        </p:nvSpPr>
        <p:spPr>
          <a:xfrm rot="16200000">
            <a:off x="491508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TNT_RNA_29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566352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>
            <a:off x="566352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 txBox="1"/>
          <p:nvPr/>
        </p:nvSpPr>
        <p:spPr>
          <a:xfrm rot="16200000">
            <a:off x="515520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TNT_RNA_55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590400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3" name=""/>
          <p:cNvSpPr/>
          <p:nvPr/>
        </p:nvSpPr>
        <p:spPr>
          <a:xfrm>
            <a:off x="590400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4" name=""/>
          <p:cNvSpPr txBox="1"/>
          <p:nvPr/>
        </p:nvSpPr>
        <p:spPr>
          <a:xfrm rot="16200000">
            <a:off x="539604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TNT_RNA_58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614448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>
            <a:off x="614448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7" name=""/>
          <p:cNvSpPr txBox="1"/>
          <p:nvPr/>
        </p:nvSpPr>
        <p:spPr>
          <a:xfrm rot="16200000">
            <a:off x="563616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TNT_RNA_57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638496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9" name=""/>
          <p:cNvSpPr/>
          <p:nvPr/>
        </p:nvSpPr>
        <p:spPr>
          <a:xfrm>
            <a:off x="638496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0" name=""/>
          <p:cNvSpPr txBox="1"/>
          <p:nvPr/>
        </p:nvSpPr>
        <p:spPr>
          <a:xfrm rot="16200000">
            <a:off x="587736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TNT_RNA_56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662544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2" name=""/>
          <p:cNvSpPr/>
          <p:nvPr/>
        </p:nvSpPr>
        <p:spPr>
          <a:xfrm>
            <a:off x="662544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3" name=""/>
          <p:cNvSpPr txBox="1"/>
          <p:nvPr/>
        </p:nvSpPr>
        <p:spPr>
          <a:xfrm rot="16200000">
            <a:off x="611784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TNT_RNA_59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686628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5" name=""/>
          <p:cNvSpPr/>
          <p:nvPr/>
        </p:nvSpPr>
        <p:spPr>
          <a:xfrm>
            <a:off x="686628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6" name=""/>
          <p:cNvSpPr txBox="1"/>
          <p:nvPr/>
        </p:nvSpPr>
        <p:spPr>
          <a:xfrm rot="16200000">
            <a:off x="635760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TNT_RNA_11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710676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" name=""/>
          <p:cNvSpPr/>
          <p:nvPr/>
        </p:nvSpPr>
        <p:spPr>
          <a:xfrm>
            <a:off x="710676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 txBox="1"/>
          <p:nvPr/>
        </p:nvSpPr>
        <p:spPr>
          <a:xfrm rot="16200000">
            <a:off x="659880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TNT_RNA_52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734724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>
            <a:off x="734724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 txBox="1"/>
          <p:nvPr/>
        </p:nvSpPr>
        <p:spPr>
          <a:xfrm rot="16200000">
            <a:off x="683856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TNT_RNA_51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758772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" name=""/>
          <p:cNvSpPr/>
          <p:nvPr/>
        </p:nvSpPr>
        <p:spPr>
          <a:xfrm>
            <a:off x="758772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 txBox="1"/>
          <p:nvPr/>
        </p:nvSpPr>
        <p:spPr>
          <a:xfrm rot="16200000">
            <a:off x="7104960" y="2812320"/>
            <a:ext cx="471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782820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>
            <a:off x="782820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 txBox="1"/>
          <p:nvPr/>
        </p:nvSpPr>
        <p:spPr>
          <a:xfrm rot="16200000">
            <a:off x="731952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TNT_RNA_45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806868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>
            <a:off x="806868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 txBox="1"/>
          <p:nvPr/>
        </p:nvSpPr>
        <p:spPr>
          <a:xfrm rot="16200000">
            <a:off x="756036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TNT_RNA_44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830916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>
            <a:off x="830916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 txBox="1"/>
          <p:nvPr/>
        </p:nvSpPr>
        <p:spPr>
          <a:xfrm rot="16200000">
            <a:off x="780084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TNT_RNA_41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854964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" name=""/>
          <p:cNvSpPr/>
          <p:nvPr/>
        </p:nvSpPr>
        <p:spPr>
          <a:xfrm>
            <a:off x="854964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 txBox="1"/>
          <p:nvPr/>
        </p:nvSpPr>
        <p:spPr>
          <a:xfrm rot="16200000">
            <a:off x="804168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TNT_RNA_26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879012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>
            <a:off x="879012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 txBox="1"/>
          <p:nvPr/>
        </p:nvSpPr>
        <p:spPr>
          <a:xfrm rot="16200000">
            <a:off x="828216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TNT_RNA_23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903060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2" name=""/>
          <p:cNvSpPr/>
          <p:nvPr/>
        </p:nvSpPr>
        <p:spPr>
          <a:xfrm>
            <a:off x="903060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 txBox="1"/>
          <p:nvPr/>
        </p:nvSpPr>
        <p:spPr>
          <a:xfrm rot="16200000">
            <a:off x="852228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TNT_RNA_17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9271440" y="254016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5" name=""/>
          <p:cNvSpPr/>
          <p:nvPr/>
        </p:nvSpPr>
        <p:spPr>
          <a:xfrm>
            <a:off x="9271440" y="254016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 txBox="1"/>
          <p:nvPr/>
        </p:nvSpPr>
        <p:spPr>
          <a:xfrm rot="16200000">
            <a:off x="8763480" y="2838960"/>
            <a:ext cx="52344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TNT_RNA_53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1416600" y="1468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8" name=""/>
          <p:cNvSpPr/>
          <p:nvPr/>
        </p:nvSpPr>
        <p:spPr>
          <a:xfrm flipH="1">
            <a:off x="1416600" y="1468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 txBox="1"/>
          <p:nvPr/>
        </p:nvSpPr>
        <p:spPr>
          <a:xfrm rot="16200000">
            <a:off x="9029880" y="2812320"/>
            <a:ext cx="47160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0e2a47"/>
                </a:solidFill>
                <a:latin typeface="DejaVuSans"/>
              </a:rPr>
              <a:t>TNT_RNA_8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1416600" y="2581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 flipH="1">
            <a:off x="1416600" y="2581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 txBox="1"/>
          <p:nvPr/>
        </p:nvSpPr>
        <p:spPr>
          <a:xfrm>
            <a:off x="604080" y="91440"/>
            <a:ext cx="7750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CD8_activation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1416600" y="3697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4" name=""/>
          <p:cNvSpPr/>
          <p:nvPr/>
        </p:nvSpPr>
        <p:spPr>
          <a:xfrm flipH="1">
            <a:off x="1416600" y="3697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 txBox="1"/>
          <p:nvPr/>
        </p:nvSpPr>
        <p:spPr>
          <a:xfrm>
            <a:off x="487080" y="202680"/>
            <a:ext cx="8967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CD8_proliferation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1416600" y="4809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 flipH="1">
            <a:off x="1416600" y="4809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 txBox="1"/>
          <p:nvPr/>
        </p:nvSpPr>
        <p:spPr>
          <a:xfrm>
            <a:off x="547560" y="313920"/>
            <a:ext cx="8312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CD8_exhaustion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1416600" y="5922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0" name=""/>
          <p:cNvSpPr/>
          <p:nvPr/>
        </p:nvSpPr>
        <p:spPr>
          <a:xfrm flipH="1">
            <a:off x="1416600" y="5922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1" name=""/>
          <p:cNvSpPr txBox="1"/>
          <p:nvPr/>
        </p:nvSpPr>
        <p:spPr>
          <a:xfrm>
            <a:off x="501120" y="425520"/>
            <a:ext cx="8802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Cytolytic_activity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1416600" y="7034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3" name=""/>
          <p:cNvSpPr/>
          <p:nvPr/>
        </p:nvSpPr>
        <p:spPr>
          <a:xfrm flipH="1">
            <a:off x="1416600" y="7034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4" name=""/>
          <p:cNvSpPr txBox="1"/>
          <p:nvPr/>
        </p:nvSpPr>
        <p:spPr>
          <a:xfrm>
            <a:off x="283680" y="536760"/>
            <a:ext cx="1095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Antigen_presentation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1416600" y="8146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6" name=""/>
          <p:cNvSpPr/>
          <p:nvPr/>
        </p:nvSpPr>
        <p:spPr>
          <a:xfrm flipH="1">
            <a:off x="1416600" y="8146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7" name=""/>
          <p:cNvSpPr txBox="1"/>
          <p:nvPr/>
        </p:nvSpPr>
        <p:spPr>
          <a:xfrm>
            <a:off x="1026360" y="647280"/>
            <a:ext cx="34956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MHC_II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1416600" y="9262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9" name=""/>
          <p:cNvSpPr/>
          <p:nvPr/>
        </p:nvSpPr>
        <p:spPr>
          <a:xfrm flipH="1">
            <a:off x="1416600" y="9262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0" name=""/>
          <p:cNvSpPr txBox="1"/>
          <p:nvPr/>
        </p:nvSpPr>
        <p:spPr>
          <a:xfrm>
            <a:off x="489240" y="758520"/>
            <a:ext cx="8938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NLRC5_HLA_IFNG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1416600" y="10375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2" name=""/>
          <p:cNvSpPr/>
          <p:nvPr/>
        </p:nvSpPr>
        <p:spPr>
          <a:xfrm flipH="1">
            <a:off x="1416600" y="10375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3" name=""/>
          <p:cNvSpPr txBox="1"/>
          <p:nvPr/>
        </p:nvSpPr>
        <p:spPr>
          <a:xfrm>
            <a:off x="631440" y="869760"/>
            <a:ext cx="7567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IFNg_Ayers_18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1416600" y="11487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5" name=""/>
          <p:cNvSpPr/>
          <p:nvPr/>
        </p:nvSpPr>
        <p:spPr>
          <a:xfrm flipH="1">
            <a:off x="1416600" y="11487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 txBox="1"/>
          <p:nvPr/>
        </p:nvSpPr>
        <p:spPr>
          <a:xfrm>
            <a:off x="768240" y="982080"/>
            <a:ext cx="6102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TLS_Cabrita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1416600" y="12600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8" name=""/>
          <p:cNvSpPr/>
          <p:nvPr/>
        </p:nvSpPr>
        <p:spPr>
          <a:xfrm flipH="1">
            <a:off x="1416600" y="12600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9" name=""/>
          <p:cNvSpPr txBox="1"/>
          <p:nvPr/>
        </p:nvSpPr>
        <p:spPr>
          <a:xfrm>
            <a:off x="267120" y="1093320"/>
            <a:ext cx="11131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Checkpoint_inhibitory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1416600" y="13716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1" name=""/>
          <p:cNvSpPr/>
          <p:nvPr/>
        </p:nvSpPr>
        <p:spPr>
          <a:xfrm flipH="1">
            <a:off x="1416600" y="13716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2" name=""/>
          <p:cNvSpPr txBox="1"/>
          <p:nvPr/>
        </p:nvSpPr>
        <p:spPr>
          <a:xfrm>
            <a:off x="428760" y="1204560"/>
            <a:ext cx="9500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TGFb_Mariathasan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1416600" y="14828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4" name=""/>
          <p:cNvSpPr/>
          <p:nvPr/>
        </p:nvSpPr>
        <p:spPr>
          <a:xfrm flipH="1">
            <a:off x="1416600" y="14828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5" name=""/>
          <p:cNvSpPr txBox="1"/>
          <p:nvPr/>
        </p:nvSpPr>
        <p:spPr>
          <a:xfrm>
            <a:off x="898200" y="1315800"/>
            <a:ext cx="4777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EMT_Mak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1416600" y="15940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7" name=""/>
          <p:cNvSpPr/>
          <p:nvPr/>
        </p:nvSpPr>
        <p:spPr>
          <a:xfrm flipH="1">
            <a:off x="1416600" y="15940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 txBox="1"/>
          <p:nvPr/>
        </p:nvSpPr>
        <p:spPr>
          <a:xfrm>
            <a:off x="901440" y="1427400"/>
            <a:ext cx="474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Epithelial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1416600" y="17053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0" name=""/>
          <p:cNvSpPr/>
          <p:nvPr/>
        </p:nvSpPr>
        <p:spPr>
          <a:xfrm flipH="1">
            <a:off x="1416600" y="17053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 txBox="1"/>
          <p:nvPr/>
        </p:nvSpPr>
        <p:spPr>
          <a:xfrm>
            <a:off x="642960" y="1538640"/>
            <a:ext cx="7369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Hypoxia_Buffa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1416600" y="18165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3" name=""/>
          <p:cNvSpPr/>
          <p:nvPr/>
        </p:nvSpPr>
        <p:spPr>
          <a:xfrm flipH="1">
            <a:off x="1416600" y="18165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 txBox="1"/>
          <p:nvPr/>
        </p:nvSpPr>
        <p:spPr>
          <a:xfrm>
            <a:off x="91440" y="1649880"/>
            <a:ext cx="1296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Stemness_mRNAsi_proxy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1416600" y="19281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6" name=""/>
          <p:cNvSpPr/>
          <p:nvPr/>
        </p:nvSpPr>
        <p:spPr>
          <a:xfrm flipH="1">
            <a:off x="1416600" y="19281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7" name=""/>
          <p:cNvSpPr txBox="1"/>
          <p:nvPr/>
        </p:nvSpPr>
        <p:spPr>
          <a:xfrm>
            <a:off x="894960" y="1761120"/>
            <a:ext cx="4838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CAF_iCAF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1416600" y="20394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9" name=""/>
          <p:cNvSpPr/>
          <p:nvPr/>
        </p:nvSpPr>
        <p:spPr>
          <a:xfrm flipH="1">
            <a:off x="1416600" y="20394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 txBox="1"/>
          <p:nvPr/>
        </p:nvSpPr>
        <p:spPr>
          <a:xfrm>
            <a:off x="764280" y="1871640"/>
            <a:ext cx="6148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CAF_myCAF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1416600" y="21506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2" name=""/>
          <p:cNvSpPr/>
          <p:nvPr/>
        </p:nvSpPr>
        <p:spPr>
          <a:xfrm flipH="1">
            <a:off x="1416600" y="21506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3" name=""/>
          <p:cNvSpPr txBox="1"/>
          <p:nvPr/>
        </p:nvSpPr>
        <p:spPr>
          <a:xfrm>
            <a:off x="963000" y="1982520"/>
            <a:ext cx="4136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Mac_M1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1416600" y="22618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5" name=""/>
          <p:cNvSpPr/>
          <p:nvPr/>
        </p:nvSpPr>
        <p:spPr>
          <a:xfrm flipH="1">
            <a:off x="1416600" y="22618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6" name=""/>
          <p:cNvSpPr txBox="1"/>
          <p:nvPr/>
        </p:nvSpPr>
        <p:spPr>
          <a:xfrm>
            <a:off x="963000" y="2094120"/>
            <a:ext cx="4136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Mac_M2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1416600" y="23731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8" name=""/>
          <p:cNvSpPr/>
          <p:nvPr/>
        </p:nvSpPr>
        <p:spPr>
          <a:xfrm flipH="1">
            <a:off x="1416600" y="23731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9" name=""/>
          <p:cNvSpPr txBox="1"/>
          <p:nvPr/>
        </p:nvSpPr>
        <p:spPr>
          <a:xfrm>
            <a:off x="1157040" y="2206440"/>
            <a:ext cx="2340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Treg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1416600" y="24847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1" name=""/>
          <p:cNvSpPr/>
          <p:nvPr/>
        </p:nvSpPr>
        <p:spPr>
          <a:xfrm flipH="1">
            <a:off x="1416600" y="24847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2" name=""/>
          <p:cNvSpPr txBox="1"/>
          <p:nvPr/>
        </p:nvSpPr>
        <p:spPr>
          <a:xfrm>
            <a:off x="1003680" y="2317680"/>
            <a:ext cx="3726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NK_cell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145440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04" name=""/>
          <p:cNvSpPr/>
          <p:nvPr/>
        </p:nvSpPr>
        <p:spPr>
          <a:xfrm>
            <a:off x="1694880" y="2607120"/>
            <a:ext cx="241200" cy="55800"/>
          </a:xfrm>
          <a:custGeom>
            <a:avLst/>
            <a:gdLst/>
            <a:ahLst/>
            <a:rect l="0" t="0" r="r" b="b"/>
            <a:pathLst>
              <a:path w="670" h="155">
                <a:moveTo>
                  <a:pt x="0" y="0"/>
                </a:moveTo>
                <a:lnTo>
                  <a:pt x="670" y="0"/>
                </a:lnTo>
                <a:lnTo>
                  <a:pt x="670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05" name=""/>
          <p:cNvSpPr/>
          <p:nvPr/>
        </p:nvSpPr>
        <p:spPr>
          <a:xfrm>
            <a:off x="193572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06" name=""/>
          <p:cNvSpPr/>
          <p:nvPr/>
        </p:nvSpPr>
        <p:spPr>
          <a:xfrm>
            <a:off x="217620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07" name=""/>
          <p:cNvSpPr/>
          <p:nvPr/>
        </p:nvSpPr>
        <p:spPr>
          <a:xfrm>
            <a:off x="241668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08" name=""/>
          <p:cNvSpPr/>
          <p:nvPr/>
        </p:nvSpPr>
        <p:spPr>
          <a:xfrm>
            <a:off x="265716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09" name=""/>
          <p:cNvSpPr/>
          <p:nvPr/>
        </p:nvSpPr>
        <p:spPr>
          <a:xfrm>
            <a:off x="289764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0" name=""/>
          <p:cNvSpPr/>
          <p:nvPr/>
        </p:nvSpPr>
        <p:spPr>
          <a:xfrm>
            <a:off x="313812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1" name=""/>
          <p:cNvSpPr/>
          <p:nvPr/>
        </p:nvSpPr>
        <p:spPr>
          <a:xfrm>
            <a:off x="337860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2" name=""/>
          <p:cNvSpPr/>
          <p:nvPr/>
        </p:nvSpPr>
        <p:spPr>
          <a:xfrm>
            <a:off x="361908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3" name=""/>
          <p:cNvSpPr/>
          <p:nvPr/>
        </p:nvSpPr>
        <p:spPr>
          <a:xfrm>
            <a:off x="385956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4" name=""/>
          <p:cNvSpPr/>
          <p:nvPr/>
        </p:nvSpPr>
        <p:spPr>
          <a:xfrm>
            <a:off x="4100040" y="2607120"/>
            <a:ext cx="241200" cy="55800"/>
          </a:xfrm>
          <a:custGeom>
            <a:avLst/>
            <a:gdLst/>
            <a:ahLst/>
            <a:rect l="0" t="0" r="r" b="b"/>
            <a:pathLst>
              <a:path w="670" h="155">
                <a:moveTo>
                  <a:pt x="0" y="0"/>
                </a:moveTo>
                <a:lnTo>
                  <a:pt x="670" y="0"/>
                </a:lnTo>
                <a:lnTo>
                  <a:pt x="670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5" name=""/>
          <p:cNvSpPr/>
          <p:nvPr/>
        </p:nvSpPr>
        <p:spPr>
          <a:xfrm>
            <a:off x="434088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6" name=""/>
          <p:cNvSpPr/>
          <p:nvPr/>
        </p:nvSpPr>
        <p:spPr>
          <a:xfrm>
            <a:off x="458136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7" name=""/>
          <p:cNvSpPr/>
          <p:nvPr/>
        </p:nvSpPr>
        <p:spPr>
          <a:xfrm>
            <a:off x="482184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8" name=""/>
          <p:cNvSpPr/>
          <p:nvPr/>
        </p:nvSpPr>
        <p:spPr>
          <a:xfrm>
            <a:off x="506232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c53e1f"/>
          </a:solidFill>
          <a:ln w="3600">
            <a:solidFill>
              <a:srgbClr val="ffffff"/>
            </a:solidFill>
            <a:miter/>
          </a:ln>
        </p:spPr>
      </p:sp>
      <p:sp>
        <p:nvSpPr>
          <p:cNvPr id="219" name=""/>
          <p:cNvSpPr/>
          <p:nvPr/>
        </p:nvSpPr>
        <p:spPr>
          <a:xfrm>
            <a:off x="530280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0" name=""/>
          <p:cNvSpPr/>
          <p:nvPr/>
        </p:nvSpPr>
        <p:spPr>
          <a:xfrm>
            <a:off x="554328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1" name=""/>
          <p:cNvSpPr/>
          <p:nvPr/>
        </p:nvSpPr>
        <p:spPr>
          <a:xfrm>
            <a:off x="578376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2" name=""/>
          <p:cNvSpPr/>
          <p:nvPr/>
        </p:nvSpPr>
        <p:spPr>
          <a:xfrm>
            <a:off x="602424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3" name=""/>
          <p:cNvSpPr/>
          <p:nvPr/>
        </p:nvSpPr>
        <p:spPr>
          <a:xfrm>
            <a:off x="626472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4" name=""/>
          <p:cNvSpPr/>
          <p:nvPr/>
        </p:nvSpPr>
        <p:spPr>
          <a:xfrm>
            <a:off x="650520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5" name=""/>
          <p:cNvSpPr/>
          <p:nvPr/>
        </p:nvSpPr>
        <p:spPr>
          <a:xfrm>
            <a:off x="6745680" y="2607120"/>
            <a:ext cx="241200" cy="55800"/>
          </a:xfrm>
          <a:custGeom>
            <a:avLst/>
            <a:gdLst/>
            <a:ahLst/>
            <a:rect l="0" t="0" r="r" b="b"/>
            <a:pathLst>
              <a:path w="670" h="155">
                <a:moveTo>
                  <a:pt x="0" y="0"/>
                </a:moveTo>
                <a:lnTo>
                  <a:pt x="670" y="0"/>
                </a:lnTo>
                <a:lnTo>
                  <a:pt x="670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6" name=""/>
          <p:cNvSpPr/>
          <p:nvPr/>
        </p:nvSpPr>
        <p:spPr>
          <a:xfrm>
            <a:off x="698652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7" name=""/>
          <p:cNvSpPr/>
          <p:nvPr/>
        </p:nvSpPr>
        <p:spPr>
          <a:xfrm>
            <a:off x="722700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8" name=""/>
          <p:cNvSpPr/>
          <p:nvPr/>
        </p:nvSpPr>
        <p:spPr>
          <a:xfrm>
            <a:off x="746748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29" name=""/>
          <p:cNvSpPr/>
          <p:nvPr/>
        </p:nvSpPr>
        <p:spPr>
          <a:xfrm>
            <a:off x="770796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30" name=""/>
          <p:cNvSpPr/>
          <p:nvPr/>
        </p:nvSpPr>
        <p:spPr>
          <a:xfrm>
            <a:off x="794844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31" name=""/>
          <p:cNvSpPr/>
          <p:nvPr/>
        </p:nvSpPr>
        <p:spPr>
          <a:xfrm>
            <a:off x="818892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32" name=""/>
          <p:cNvSpPr/>
          <p:nvPr/>
        </p:nvSpPr>
        <p:spPr>
          <a:xfrm>
            <a:off x="842940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33" name=""/>
          <p:cNvSpPr/>
          <p:nvPr/>
        </p:nvSpPr>
        <p:spPr>
          <a:xfrm>
            <a:off x="866988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34" name=""/>
          <p:cNvSpPr/>
          <p:nvPr/>
        </p:nvSpPr>
        <p:spPr>
          <a:xfrm>
            <a:off x="8910360" y="2607120"/>
            <a:ext cx="240840" cy="55800"/>
          </a:xfrm>
          <a:custGeom>
            <a:avLst/>
            <a:gdLst/>
            <a:ahLst/>
            <a:rect l="0" t="0" r="r" b="b"/>
            <a:pathLst>
              <a:path w="669" h="155">
                <a:moveTo>
                  <a:pt x="0" y="0"/>
                </a:moveTo>
                <a:lnTo>
                  <a:pt x="669" y="0"/>
                </a:lnTo>
                <a:lnTo>
                  <a:pt x="669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35" name=""/>
          <p:cNvSpPr/>
          <p:nvPr/>
        </p:nvSpPr>
        <p:spPr>
          <a:xfrm>
            <a:off x="9150840" y="2607120"/>
            <a:ext cx="241200" cy="55800"/>
          </a:xfrm>
          <a:custGeom>
            <a:avLst/>
            <a:gdLst/>
            <a:ahLst/>
            <a:rect l="0" t="0" r="r" b="b"/>
            <a:pathLst>
              <a:path w="670" h="155">
                <a:moveTo>
                  <a:pt x="0" y="0"/>
                </a:moveTo>
                <a:lnTo>
                  <a:pt x="670" y="0"/>
                </a:lnTo>
                <a:lnTo>
                  <a:pt x="670" y="155"/>
                </a:lnTo>
                <a:lnTo>
                  <a:pt x="0" y="155"/>
                </a:lnTo>
                <a:lnTo>
                  <a:pt x="0" y="0"/>
                </a:lnTo>
                <a:close/>
              </a:path>
            </a:pathLst>
          </a:custGeom>
          <a:solidFill>
            <a:srgbClr val="0a7d6e"/>
          </a:solidFill>
          <a:ln w="3600">
            <a:solidFill>
              <a:srgbClr val="ffffff"/>
            </a:solidFill>
            <a:miter/>
          </a:ln>
        </p:spPr>
      </p:sp>
      <p:sp>
        <p:nvSpPr>
          <p:cNvPr id="236" name=""/>
          <p:cNvSpPr/>
          <p:nvPr/>
        </p:nvSpPr>
        <p:spPr>
          <a:xfrm flipV="1">
            <a:off x="1454400" y="91440"/>
            <a:ext cx="0" cy="244872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37" name=""/>
          <p:cNvSpPr/>
          <p:nvPr/>
        </p:nvSpPr>
        <p:spPr>
          <a:xfrm>
            <a:off x="1454400" y="2540160"/>
            <a:ext cx="79372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38" name=""/>
          <p:cNvSpPr/>
          <p:nvPr/>
        </p:nvSpPr>
        <p:spPr>
          <a:xfrm>
            <a:off x="9887400" y="458640"/>
            <a:ext cx="86400" cy="1714680"/>
          </a:xfrm>
          <a:custGeom>
            <a:avLst/>
            <a:gdLst/>
            <a:ahLst/>
            <a:rect l="0" t="0" r="r" b="b"/>
            <a:pathLst>
              <a:path w="240" h="4763">
                <a:moveTo>
                  <a:pt x="0" y="4763"/>
                </a:moveTo>
                <a:lnTo>
                  <a:pt x="240" y="4763"/>
                </a:lnTo>
                <a:lnTo>
                  <a:pt x="240" y="0"/>
                </a:lnTo>
                <a:lnTo>
                  <a:pt x="0" y="0"/>
                </a:lnTo>
                <a:lnTo>
                  <a:pt x="0" y="476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39" name=""/>
          <p:cNvSpPr/>
          <p:nvPr/>
        </p:nvSpPr>
        <p:spPr>
          <a:xfrm>
            <a:off x="9973440" y="21729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0" name=""/>
          <p:cNvSpPr/>
          <p:nvPr/>
        </p:nvSpPr>
        <p:spPr>
          <a:xfrm>
            <a:off x="9973440" y="21729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1" name=""/>
          <p:cNvSpPr txBox="1"/>
          <p:nvPr/>
        </p:nvSpPr>
        <p:spPr>
          <a:xfrm>
            <a:off x="1076760" y="2428920"/>
            <a:ext cx="2995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e2a47"/>
                </a:solidFill>
                <a:latin typeface="DejaVuSans"/>
              </a:rPr>
              <a:t>B_cell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42" name=""/>
          <p:cNvSpPr/>
          <p:nvPr/>
        </p:nvSpPr>
        <p:spPr>
          <a:xfrm>
            <a:off x="9973440" y="17442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3" name=""/>
          <p:cNvSpPr/>
          <p:nvPr/>
        </p:nvSpPr>
        <p:spPr>
          <a:xfrm>
            <a:off x="9973440" y="17442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4" name=""/>
          <p:cNvSpPr txBox="1"/>
          <p:nvPr/>
        </p:nvSpPr>
        <p:spPr>
          <a:xfrm>
            <a:off x="10055880" y="211032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5" name=""/>
          <p:cNvSpPr/>
          <p:nvPr/>
        </p:nvSpPr>
        <p:spPr>
          <a:xfrm>
            <a:off x="9973440" y="13158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6" name=""/>
          <p:cNvSpPr/>
          <p:nvPr/>
        </p:nvSpPr>
        <p:spPr>
          <a:xfrm>
            <a:off x="9973440" y="13158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7" name=""/>
          <p:cNvSpPr txBox="1"/>
          <p:nvPr/>
        </p:nvSpPr>
        <p:spPr>
          <a:xfrm>
            <a:off x="10055880" y="1681920"/>
            <a:ext cx="169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8" name=""/>
          <p:cNvSpPr/>
          <p:nvPr/>
        </p:nvSpPr>
        <p:spPr>
          <a:xfrm>
            <a:off x="9973440" y="8870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49" name=""/>
          <p:cNvSpPr/>
          <p:nvPr/>
        </p:nvSpPr>
        <p:spPr>
          <a:xfrm>
            <a:off x="9973440" y="8870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0" name=""/>
          <p:cNvSpPr txBox="1"/>
          <p:nvPr/>
        </p:nvSpPr>
        <p:spPr>
          <a:xfrm>
            <a:off x="10055880" y="1253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1" name=""/>
          <p:cNvSpPr/>
          <p:nvPr/>
        </p:nvSpPr>
        <p:spPr>
          <a:xfrm>
            <a:off x="9973440" y="4586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0" y="0"/>
                </a:moveTo>
                <a:lnTo>
                  <a:pt x="105" y="0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2" name=""/>
          <p:cNvSpPr/>
          <p:nvPr/>
        </p:nvSpPr>
        <p:spPr>
          <a:xfrm>
            <a:off x="9973440" y="4586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53" name=""/>
          <p:cNvSpPr txBox="1"/>
          <p:nvPr/>
        </p:nvSpPr>
        <p:spPr>
          <a:xfrm>
            <a:off x="10055880" y="8247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54" name=""/>
          <p:cNvSpPr txBox="1"/>
          <p:nvPr/>
        </p:nvSpPr>
        <p:spPr>
          <a:xfrm>
            <a:off x="10055880" y="3960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pic>
        <p:nvPicPr>
          <p:cNvPr id="255" name="" descr=""/>
          <p:cNvPicPr/>
          <p:nvPr/>
        </p:nvPicPr>
        <p:blipFill>
          <a:blip r:embed="rId3"/>
          <a:stretch/>
        </p:blipFill>
        <p:spPr>
          <a:xfrm>
            <a:off x="9887760" y="457200"/>
            <a:ext cx="84960" cy="1715760"/>
          </a:xfrm>
          <a:prstGeom prst="rect">
            <a:avLst/>
          </a:prstGeom>
          <a:ln w="0">
            <a:noFill/>
          </a:ln>
        </p:spPr>
      </p:pic>
      <p:sp>
        <p:nvSpPr>
          <p:cNvPr id="256" name=""/>
          <p:cNvSpPr/>
          <p:nvPr/>
        </p:nvSpPr>
        <p:spPr>
          <a:xfrm>
            <a:off x="9887400" y="458640"/>
            <a:ext cx="86400" cy="1714680"/>
          </a:xfrm>
          <a:custGeom>
            <a:avLst/>
            <a:gdLst/>
            <a:ahLst/>
            <a:rect l="0" t="0" r="r" b="b"/>
            <a:pathLst>
              <a:path w="240" h="4763">
                <a:moveTo>
                  <a:pt x="0" y="4763"/>
                </a:moveTo>
                <a:lnTo>
                  <a:pt x="121" y="4763"/>
                </a:lnTo>
                <a:lnTo>
                  <a:pt x="240" y="4763"/>
                </a:lnTo>
                <a:lnTo>
                  <a:pt x="240" y="0"/>
                </a:lnTo>
                <a:lnTo>
                  <a:pt x="121" y="0"/>
                </a:lnTo>
                <a:lnTo>
                  <a:pt x="0" y="0"/>
                </a:lnTo>
                <a:lnTo>
                  <a:pt x="0" y="4763"/>
                </a:lnTo>
                <a:close/>
              </a:path>
            </a:pathLst>
          </a:custGeom>
          <a:noFill/>
          <a:ln cap="sq" w="11160">
            <a:solidFill>
              <a:srgbClr val="1d3557"/>
            </a:solidFill>
            <a:miter/>
          </a:ln>
        </p:spPr>
      </p:sp>
      <p:sp>
        <p:nvSpPr>
          <p:cNvPr id="257" name=""/>
          <p:cNvSpPr/>
          <p:nvPr/>
        </p:nvSpPr>
        <p:spPr>
          <a:xfrm>
            <a:off x="1454400" y="3840120"/>
            <a:ext cx="9921600" cy="1884240"/>
          </a:xfrm>
          <a:custGeom>
            <a:avLst/>
            <a:gdLst/>
            <a:ahLst/>
            <a:rect l="0" t="0" r="r" b="b"/>
            <a:pathLst>
              <a:path w="27560" h="5234">
                <a:moveTo>
                  <a:pt x="0" y="5234"/>
                </a:moveTo>
                <a:lnTo>
                  <a:pt x="27560" y="5234"/>
                </a:lnTo>
                <a:lnTo>
                  <a:pt x="27560" y="0"/>
                </a:lnTo>
                <a:lnTo>
                  <a:pt x="0" y="0"/>
                </a:lnTo>
                <a:lnTo>
                  <a:pt x="0" y="523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58" name=""/>
          <p:cNvSpPr/>
          <p:nvPr/>
        </p:nvSpPr>
        <p:spPr>
          <a:xfrm>
            <a:off x="251388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59" name=""/>
          <p:cNvSpPr/>
          <p:nvPr/>
        </p:nvSpPr>
        <p:spPr>
          <a:xfrm>
            <a:off x="251388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0" name=""/>
          <p:cNvSpPr txBox="1"/>
          <p:nvPr/>
        </p:nvSpPr>
        <p:spPr>
          <a:xfrm rot="16200000">
            <a:off x="10100160" y="1240200"/>
            <a:ext cx="456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1d3557"/>
                </a:solidFill>
                <a:latin typeface="DejaVuSans"/>
              </a:rPr>
              <a:t>z-score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511596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2" name=""/>
          <p:cNvSpPr/>
          <p:nvPr/>
        </p:nvSpPr>
        <p:spPr>
          <a:xfrm>
            <a:off x="511596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3" name=""/>
          <p:cNvSpPr txBox="1"/>
          <p:nvPr/>
        </p:nvSpPr>
        <p:spPr>
          <a:xfrm>
            <a:off x="2071080" y="5787360"/>
            <a:ext cx="886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TRB clonotypes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771804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5" name=""/>
          <p:cNvSpPr/>
          <p:nvPr/>
        </p:nvSpPr>
        <p:spPr>
          <a:xfrm>
            <a:off x="771804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6" name=""/>
          <p:cNvSpPr txBox="1"/>
          <p:nvPr/>
        </p:nvSpPr>
        <p:spPr>
          <a:xfrm>
            <a:off x="4732920" y="5787360"/>
            <a:ext cx="770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TRB Shannon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10320120" y="57240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68" name=""/>
          <p:cNvSpPr/>
          <p:nvPr/>
        </p:nvSpPr>
        <p:spPr>
          <a:xfrm>
            <a:off x="10320120" y="57240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69" name=""/>
          <p:cNvSpPr txBox="1"/>
          <p:nvPr/>
        </p:nvSpPr>
        <p:spPr>
          <a:xfrm>
            <a:off x="7344720" y="5787360"/>
            <a:ext cx="750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IGH Shannon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1416600" y="56534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1" name=""/>
          <p:cNvSpPr/>
          <p:nvPr/>
        </p:nvSpPr>
        <p:spPr>
          <a:xfrm flipH="1">
            <a:off x="1416600" y="56534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2" name=""/>
          <p:cNvSpPr txBox="1"/>
          <p:nvPr/>
        </p:nvSpPr>
        <p:spPr>
          <a:xfrm>
            <a:off x="10076040" y="5787360"/>
            <a:ext cx="489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TRB Gini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1416600" y="51976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4" name=""/>
          <p:cNvSpPr/>
          <p:nvPr/>
        </p:nvSpPr>
        <p:spPr>
          <a:xfrm flipH="1">
            <a:off x="1416600" y="51976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5" name=""/>
          <p:cNvSpPr txBox="1"/>
          <p:nvPr/>
        </p:nvSpPr>
        <p:spPr>
          <a:xfrm>
            <a:off x="1299240" y="55908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6" name=""/>
          <p:cNvSpPr/>
          <p:nvPr/>
        </p:nvSpPr>
        <p:spPr>
          <a:xfrm>
            <a:off x="1416600" y="47419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77" name=""/>
          <p:cNvSpPr/>
          <p:nvPr/>
        </p:nvSpPr>
        <p:spPr>
          <a:xfrm flipH="1">
            <a:off x="1416600" y="47419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78" name=""/>
          <p:cNvSpPr txBox="1"/>
          <p:nvPr/>
        </p:nvSpPr>
        <p:spPr>
          <a:xfrm>
            <a:off x="1299240" y="51354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9" name=""/>
          <p:cNvSpPr/>
          <p:nvPr/>
        </p:nvSpPr>
        <p:spPr>
          <a:xfrm>
            <a:off x="1416600" y="42865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80" name=""/>
          <p:cNvSpPr/>
          <p:nvPr/>
        </p:nvSpPr>
        <p:spPr>
          <a:xfrm flipH="1">
            <a:off x="1416600" y="42865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81" name=""/>
          <p:cNvSpPr txBox="1"/>
          <p:nvPr/>
        </p:nvSpPr>
        <p:spPr>
          <a:xfrm>
            <a:off x="1299240" y="4679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2" name=""/>
          <p:cNvSpPr txBox="1"/>
          <p:nvPr/>
        </p:nvSpPr>
        <p:spPr>
          <a:xfrm>
            <a:off x="1299240" y="42238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2112480" y="55335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3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4" name=""/>
          <p:cNvSpPr/>
          <p:nvPr/>
        </p:nvSpPr>
        <p:spPr>
          <a:xfrm>
            <a:off x="1919880" y="55868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3"/>
                  <a:pt x="192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5" name=""/>
          <p:cNvSpPr/>
          <p:nvPr/>
        </p:nvSpPr>
        <p:spPr>
          <a:xfrm>
            <a:off x="1998000" y="55969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1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6" name=""/>
          <p:cNvSpPr/>
          <p:nvPr/>
        </p:nvSpPr>
        <p:spPr>
          <a:xfrm>
            <a:off x="2107440" y="555444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2" y="225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2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3"/>
                  <a:pt x="12" y="171"/>
                  <a:pt x="32" y="192"/>
                </a:cubicBezTo>
                <a:cubicBezTo>
                  <a:pt x="53" y="213"/>
                  <a:pt x="83" y="225"/>
                  <a:pt x="112" y="22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7" name=""/>
          <p:cNvSpPr/>
          <p:nvPr/>
        </p:nvSpPr>
        <p:spPr>
          <a:xfrm>
            <a:off x="2012400" y="55472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2" y="0"/>
                  <a:pt x="53" y="11"/>
                  <a:pt x="32" y="32"/>
                </a:cubicBezTo>
                <a:cubicBezTo>
                  <a:pt x="11" y="53"/>
                  <a:pt x="0" y="82"/>
                  <a:pt x="0" y="112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3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8" name=""/>
          <p:cNvSpPr/>
          <p:nvPr/>
        </p:nvSpPr>
        <p:spPr>
          <a:xfrm>
            <a:off x="1925280" y="53852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2" y="33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89" name=""/>
          <p:cNvSpPr/>
          <p:nvPr/>
        </p:nvSpPr>
        <p:spPr>
          <a:xfrm>
            <a:off x="2004480" y="55285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1"/>
                  <a:pt x="224" y="111"/>
                </a:cubicBezTo>
                <a:cubicBezTo>
                  <a:pt x="224" y="82"/>
                  <a:pt x="212" y="53"/>
                  <a:pt x="191" y="33"/>
                </a:cubicBezTo>
                <a:cubicBezTo>
                  <a:pt x="170" y="12"/>
                  <a:pt x="142" y="0"/>
                  <a:pt x="111" y="0"/>
                </a:cubicBezTo>
                <a:cubicBezTo>
                  <a:pt x="82" y="0"/>
                  <a:pt x="53" y="12"/>
                  <a:pt x="33" y="33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0" name=""/>
          <p:cNvSpPr/>
          <p:nvPr/>
        </p:nvSpPr>
        <p:spPr>
          <a:xfrm>
            <a:off x="2162880" y="55609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3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3"/>
                  <a:pt x="213" y="54"/>
                  <a:pt x="192" y="32"/>
                </a:cubicBezTo>
                <a:cubicBezTo>
                  <a:pt x="171" y="12"/>
                  <a:pt x="143" y="0"/>
                  <a:pt x="112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1" name=""/>
          <p:cNvSpPr/>
          <p:nvPr/>
        </p:nvSpPr>
        <p:spPr>
          <a:xfrm>
            <a:off x="1965960" y="55893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1"/>
                </a:cubicBezTo>
                <a:cubicBezTo>
                  <a:pt x="213" y="170"/>
                  <a:pt x="224" y="141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3" y="54"/>
                  <a:pt x="0" y="82"/>
                  <a:pt x="0" y="112"/>
                </a:cubicBezTo>
                <a:cubicBezTo>
                  <a:pt x="0" y="141"/>
                  <a:pt x="13" y="170"/>
                  <a:pt x="34" y="191"/>
                </a:cubicBezTo>
                <a:cubicBezTo>
                  <a:pt x="55" y="213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2" name=""/>
          <p:cNvSpPr/>
          <p:nvPr/>
        </p:nvSpPr>
        <p:spPr>
          <a:xfrm>
            <a:off x="2095920" y="55497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3"/>
                  <a:pt x="192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3" name=""/>
          <p:cNvSpPr/>
          <p:nvPr/>
        </p:nvSpPr>
        <p:spPr>
          <a:xfrm>
            <a:off x="2026440" y="555444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2" y="225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2" y="33"/>
                </a:cubicBezTo>
                <a:cubicBezTo>
                  <a:pt x="11" y="54"/>
                  <a:pt x="0" y="83"/>
                  <a:pt x="0" y="113"/>
                </a:cubicBezTo>
                <a:cubicBezTo>
                  <a:pt x="0" y="143"/>
                  <a:pt x="11" y="171"/>
                  <a:pt x="32" y="192"/>
                </a:cubicBezTo>
                <a:cubicBezTo>
                  <a:pt x="53" y="213"/>
                  <a:pt x="83" y="225"/>
                  <a:pt x="112" y="22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4" name=""/>
          <p:cNvSpPr/>
          <p:nvPr/>
        </p:nvSpPr>
        <p:spPr>
          <a:xfrm>
            <a:off x="1874160" y="549720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3" y="225"/>
                </a:moveTo>
                <a:cubicBezTo>
                  <a:pt x="142" y="225"/>
                  <a:pt x="171" y="213"/>
                  <a:pt x="192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5"/>
                  <a:pt x="192" y="34"/>
                </a:cubicBezTo>
                <a:cubicBezTo>
                  <a:pt x="171" y="13"/>
                  <a:pt x="142" y="0"/>
                  <a:pt x="113" y="0"/>
                </a:cubicBezTo>
                <a:cubicBezTo>
                  <a:pt x="83" y="0"/>
                  <a:pt x="55" y="13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5" y="213"/>
                  <a:pt x="83" y="225"/>
                  <a:pt x="113" y="22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5" name=""/>
          <p:cNvSpPr/>
          <p:nvPr/>
        </p:nvSpPr>
        <p:spPr>
          <a:xfrm>
            <a:off x="2116440" y="55731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5"/>
                  <a:pt x="191" y="34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6" name=""/>
          <p:cNvSpPr/>
          <p:nvPr/>
        </p:nvSpPr>
        <p:spPr>
          <a:xfrm>
            <a:off x="2173320" y="55522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3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2" y="0"/>
                  <a:pt x="53" y="11"/>
                  <a:pt x="33" y="32"/>
                </a:cubicBezTo>
                <a:cubicBezTo>
                  <a:pt x="12" y="53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3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7" name=""/>
          <p:cNvSpPr/>
          <p:nvPr/>
        </p:nvSpPr>
        <p:spPr>
          <a:xfrm>
            <a:off x="1865160" y="558936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3" y="224"/>
                </a:moveTo>
                <a:cubicBezTo>
                  <a:pt x="143" y="224"/>
                  <a:pt x="171" y="213"/>
                  <a:pt x="192" y="191"/>
                </a:cubicBezTo>
                <a:cubicBezTo>
                  <a:pt x="213" y="170"/>
                  <a:pt x="225" y="141"/>
                  <a:pt x="225" y="112"/>
                </a:cubicBezTo>
                <a:cubicBezTo>
                  <a:pt x="225" y="82"/>
                  <a:pt x="213" y="54"/>
                  <a:pt x="192" y="33"/>
                </a:cubicBezTo>
                <a:cubicBezTo>
                  <a:pt x="171" y="12"/>
                  <a:pt x="143" y="0"/>
                  <a:pt x="113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3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8" name=""/>
          <p:cNvSpPr/>
          <p:nvPr/>
        </p:nvSpPr>
        <p:spPr>
          <a:xfrm>
            <a:off x="1981080" y="554076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1" y="225"/>
                  <a:pt x="169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69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5"/>
                  <a:pt x="112" y="22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99" name=""/>
          <p:cNvSpPr/>
          <p:nvPr/>
        </p:nvSpPr>
        <p:spPr>
          <a:xfrm>
            <a:off x="2129760" y="55522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3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0" name=""/>
          <p:cNvSpPr/>
          <p:nvPr/>
        </p:nvSpPr>
        <p:spPr>
          <a:xfrm>
            <a:off x="3024360" y="5545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1" name=""/>
          <p:cNvSpPr/>
          <p:nvPr/>
        </p:nvSpPr>
        <p:spPr>
          <a:xfrm>
            <a:off x="2963160" y="55497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1"/>
                  <a:pt x="142" y="0"/>
                  <a:pt x="111" y="0"/>
                </a:cubicBezTo>
                <a:cubicBezTo>
                  <a:pt x="81" y="0"/>
                  <a:pt x="53" y="11"/>
                  <a:pt x="32" y="32"/>
                </a:cubicBezTo>
                <a:cubicBezTo>
                  <a:pt x="11" y="53"/>
                  <a:pt x="0" y="82"/>
                  <a:pt x="0" y="112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3" y="212"/>
                  <a:pt x="81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2" name=""/>
          <p:cNvSpPr/>
          <p:nvPr/>
        </p:nvSpPr>
        <p:spPr>
          <a:xfrm>
            <a:off x="2858400" y="55609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1" y="32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3" name=""/>
          <p:cNvSpPr/>
          <p:nvPr/>
        </p:nvSpPr>
        <p:spPr>
          <a:xfrm>
            <a:off x="2973960" y="55720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2" y="34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4" name=""/>
          <p:cNvSpPr/>
          <p:nvPr/>
        </p:nvSpPr>
        <p:spPr>
          <a:xfrm>
            <a:off x="2964960" y="553464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3" y="224"/>
                  <a:pt x="171" y="212"/>
                  <a:pt x="192" y="192"/>
                </a:cubicBezTo>
                <a:cubicBezTo>
                  <a:pt x="213" y="171"/>
                  <a:pt x="225" y="142"/>
                  <a:pt x="225" y="112"/>
                </a:cubicBezTo>
                <a:cubicBezTo>
                  <a:pt x="225" y="82"/>
                  <a:pt x="213" y="54"/>
                  <a:pt x="192" y="33"/>
                </a:cubicBezTo>
                <a:cubicBezTo>
                  <a:pt x="171" y="12"/>
                  <a:pt x="143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5" name=""/>
          <p:cNvSpPr/>
          <p:nvPr/>
        </p:nvSpPr>
        <p:spPr>
          <a:xfrm>
            <a:off x="2972160" y="55569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3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6" name=""/>
          <p:cNvSpPr/>
          <p:nvPr/>
        </p:nvSpPr>
        <p:spPr>
          <a:xfrm>
            <a:off x="2855520" y="557064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1" y="225"/>
                </a:moveTo>
                <a:cubicBezTo>
                  <a:pt x="141" y="225"/>
                  <a:pt x="169" y="213"/>
                  <a:pt x="190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5"/>
                  <a:pt x="190" y="34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5"/>
                  <a:pt x="111" y="22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7" name=""/>
          <p:cNvSpPr/>
          <p:nvPr/>
        </p:nvSpPr>
        <p:spPr>
          <a:xfrm>
            <a:off x="2828520" y="552096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3" y="224"/>
                </a:moveTo>
                <a:cubicBezTo>
                  <a:pt x="143" y="224"/>
                  <a:pt x="171" y="212"/>
                  <a:pt x="192" y="192"/>
                </a:cubicBezTo>
                <a:cubicBezTo>
                  <a:pt x="213" y="171"/>
                  <a:pt x="225" y="141"/>
                  <a:pt x="225" y="112"/>
                </a:cubicBezTo>
                <a:cubicBezTo>
                  <a:pt x="225" y="82"/>
                  <a:pt x="213" y="54"/>
                  <a:pt x="192" y="33"/>
                </a:cubicBezTo>
                <a:cubicBezTo>
                  <a:pt x="171" y="12"/>
                  <a:pt x="143" y="0"/>
                  <a:pt x="113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4" y="212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8" name=""/>
          <p:cNvSpPr/>
          <p:nvPr/>
        </p:nvSpPr>
        <p:spPr>
          <a:xfrm>
            <a:off x="2912400" y="556812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2" y="225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5"/>
                  <a:pt x="191" y="34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2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3"/>
                  <a:pt x="12" y="171"/>
                  <a:pt x="32" y="192"/>
                </a:cubicBezTo>
                <a:cubicBezTo>
                  <a:pt x="54" y="213"/>
                  <a:pt x="83" y="225"/>
                  <a:pt x="112" y="22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09" name=""/>
          <p:cNvSpPr/>
          <p:nvPr/>
        </p:nvSpPr>
        <p:spPr>
          <a:xfrm>
            <a:off x="2990520" y="555444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2" y="225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2" y="33"/>
                </a:cubicBezTo>
                <a:cubicBezTo>
                  <a:pt x="11" y="54"/>
                  <a:pt x="0" y="83"/>
                  <a:pt x="0" y="113"/>
                </a:cubicBezTo>
                <a:cubicBezTo>
                  <a:pt x="0" y="143"/>
                  <a:pt x="11" y="171"/>
                  <a:pt x="32" y="192"/>
                </a:cubicBezTo>
                <a:cubicBezTo>
                  <a:pt x="53" y="213"/>
                  <a:pt x="83" y="225"/>
                  <a:pt x="112" y="22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0" name=""/>
          <p:cNvSpPr/>
          <p:nvPr/>
        </p:nvSpPr>
        <p:spPr>
          <a:xfrm>
            <a:off x="2789640" y="5580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70" y="211"/>
                  <a:pt x="191" y="191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2"/>
                  <a:pt x="0" y="112"/>
                </a:cubicBezTo>
                <a:cubicBezTo>
                  <a:pt x="0" y="141"/>
                  <a:pt x="11" y="170"/>
                  <a:pt x="32" y="191"/>
                </a:cubicBezTo>
                <a:cubicBezTo>
                  <a:pt x="53" y="211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1" name=""/>
          <p:cNvSpPr/>
          <p:nvPr/>
        </p:nvSpPr>
        <p:spPr>
          <a:xfrm>
            <a:off x="3006720" y="556092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3" y="224"/>
                </a:moveTo>
                <a:cubicBezTo>
                  <a:pt x="143" y="224"/>
                  <a:pt x="171" y="212"/>
                  <a:pt x="192" y="191"/>
                </a:cubicBezTo>
                <a:cubicBezTo>
                  <a:pt x="213" y="170"/>
                  <a:pt x="225" y="142"/>
                  <a:pt x="225" y="112"/>
                </a:cubicBezTo>
                <a:cubicBezTo>
                  <a:pt x="225" y="83"/>
                  <a:pt x="213" y="54"/>
                  <a:pt x="192" y="32"/>
                </a:cubicBezTo>
                <a:cubicBezTo>
                  <a:pt x="171" y="12"/>
                  <a:pt x="143" y="0"/>
                  <a:pt x="113" y="0"/>
                </a:cubicBezTo>
                <a:cubicBezTo>
                  <a:pt x="83" y="0"/>
                  <a:pt x="55" y="12"/>
                  <a:pt x="34" y="32"/>
                </a:cubicBezTo>
                <a:cubicBezTo>
                  <a:pt x="13" y="54"/>
                  <a:pt x="0" y="83"/>
                  <a:pt x="0" y="112"/>
                </a:cubicBezTo>
                <a:cubicBezTo>
                  <a:pt x="0" y="142"/>
                  <a:pt x="13" y="170"/>
                  <a:pt x="34" y="191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2" name=""/>
          <p:cNvSpPr/>
          <p:nvPr/>
        </p:nvSpPr>
        <p:spPr>
          <a:xfrm>
            <a:off x="2999880" y="559800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3" y="225"/>
                </a:moveTo>
                <a:cubicBezTo>
                  <a:pt x="142" y="225"/>
                  <a:pt x="171" y="213"/>
                  <a:pt x="191" y="192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0"/>
                  <a:pt x="34" y="192"/>
                </a:cubicBezTo>
                <a:cubicBezTo>
                  <a:pt x="55" y="213"/>
                  <a:pt x="83" y="225"/>
                  <a:pt x="113" y="22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3" name=""/>
          <p:cNvSpPr/>
          <p:nvPr/>
        </p:nvSpPr>
        <p:spPr>
          <a:xfrm>
            <a:off x="2883960" y="55620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5"/>
                  <a:pt x="191" y="33"/>
                </a:cubicBezTo>
                <a:cubicBezTo>
                  <a:pt x="170" y="12"/>
                  <a:pt x="142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2" y="192"/>
                </a:cubicBezTo>
                <a:cubicBezTo>
                  <a:pt x="53" y="213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4" name=""/>
          <p:cNvSpPr/>
          <p:nvPr/>
        </p:nvSpPr>
        <p:spPr>
          <a:xfrm>
            <a:off x="3024000" y="55123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1" y="191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2"/>
                  <a:pt x="212" y="53"/>
                  <a:pt x="191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1" y="0"/>
                  <a:pt x="53" y="12"/>
                  <a:pt x="32" y="33"/>
                </a:cubicBezTo>
                <a:cubicBezTo>
                  <a:pt x="11" y="53"/>
                  <a:pt x="0" y="82"/>
                  <a:pt x="0" y="111"/>
                </a:cubicBezTo>
                <a:cubicBezTo>
                  <a:pt x="0" y="141"/>
                  <a:pt x="11" y="169"/>
                  <a:pt x="32" y="191"/>
                </a:cubicBezTo>
                <a:cubicBezTo>
                  <a:pt x="53" y="212"/>
                  <a:pt x="81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5" name=""/>
          <p:cNvSpPr/>
          <p:nvPr/>
        </p:nvSpPr>
        <p:spPr>
          <a:xfrm>
            <a:off x="2939400" y="55148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0" y="191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2"/>
                  <a:pt x="212" y="53"/>
                  <a:pt x="190" y="32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3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3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6" name=""/>
          <p:cNvSpPr/>
          <p:nvPr/>
        </p:nvSpPr>
        <p:spPr>
          <a:xfrm>
            <a:off x="4664520" y="4792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3" y="12"/>
                  <a:pt x="32" y="32"/>
                </a:cubicBezTo>
                <a:cubicBezTo>
                  <a:pt x="11" y="53"/>
                  <a:pt x="0" y="82"/>
                  <a:pt x="0" y="111"/>
                </a:cubicBezTo>
                <a:cubicBezTo>
                  <a:pt x="0" y="141"/>
                  <a:pt x="11" y="169"/>
                  <a:pt x="32" y="191"/>
                </a:cubicBezTo>
                <a:cubicBezTo>
                  <a:pt x="53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7" name=""/>
          <p:cNvSpPr/>
          <p:nvPr/>
        </p:nvSpPr>
        <p:spPr>
          <a:xfrm>
            <a:off x="4608360" y="49262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5"/>
                  <a:pt x="191" y="34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1" y="55"/>
                  <a:pt x="0" y="83"/>
                  <a:pt x="0" y="113"/>
                </a:cubicBezTo>
                <a:cubicBezTo>
                  <a:pt x="0" y="142"/>
                  <a:pt x="11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8" name=""/>
          <p:cNvSpPr/>
          <p:nvPr/>
        </p:nvSpPr>
        <p:spPr>
          <a:xfrm>
            <a:off x="4689360" y="50382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3" y="224"/>
                  <a:pt x="171" y="213"/>
                  <a:pt x="192" y="192"/>
                </a:cubicBezTo>
                <a:cubicBezTo>
                  <a:pt x="213" y="171"/>
                  <a:pt x="224" y="141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3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4" y="192"/>
                </a:cubicBezTo>
                <a:cubicBezTo>
                  <a:pt x="55" y="213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19" name=""/>
          <p:cNvSpPr/>
          <p:nvPr/>
        </p:nvSpPr>
        <p:spPr>
          <a:xfrm>
            <a:off x="4587480" y="47833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0"/>
                </a:cubicBezTo>
                <a:cubicBezTo>
                  <a:pt x="213" y="169"/>
                  <a:pt x="224" y="141"/>
                  <a:pt x="224" y="111"/>
                </a:cubicBezTo>
                <a:cubicBezTo>
                  <a:pt x="224" y="82"/>
                  <a:pt x="213" y="53"/>
                  <a:pt x="192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3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3" y="190"/>
                </a:cubicBezTo>
                <a:cubicBezTo>
                  <a:pt x="54" y="212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0" name=""/>
          <p:cNvSpPr/>
          <p:nvPr/>
        </p:nvSpPr>
        <p:spPr>
          <a:xfrm>
            <a:off x="4731120" y="47487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2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3"/>
                  <a:pt x="0" y="113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1" name=""/>
          <p:cNvSpPr/>
          <p:nvPr/>
        </p:nvSpPr>
        <p:spPr>
          <a:xfrm>
            <a:off x="4692960" y="47494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3"/>
                  <a:pt x="213" y="53"/>
                  <a:pt x="192" y="32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2"/>
                </a:cubicBezTo>
                <a:cubicBezTo>
                  <a:pt x="13" y="53"/>
                  <a:pt x="0" y="83"/>
                  <a:pt x="0" y="112"/>
                </a:cubicBezTo>
                <a:cubicBezTo>
                  <a:pt x="0" y="142"/>
                  <a:pt x="13" y="170"/>
                  <a:pt x="34" y="191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2" name=""/>
          <p:cNvSpPr/>
          <p:nvPr/>
        </p:nvSpPr>
        <p:spPr>
          <a:xfrm>
            <a:off x="4649400" y="47073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2"/>
                  <a:pt x="191" y="190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3" y="190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3" name=""/>
          <p:cNvSpPr/>
          <p:nvPr/>
        </p:nvSpPr>
        <p:spPr>
          <a:xfrm>
            <a:off x="4665960" y="48121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2"/>
                  <a:pt x="142" y="0"/>
                  <a:pt x="113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4" name=""/>
          <p:cNvSpPr/>
          <p:nvPr/>
        </p:nvSpPr>
        <p:spPr>
          <a:xfrm>
            <a:off x="4470840" y="49752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2" y="192"/>
                </a:cubicBezTo>
                <a:cubicBezTo>
                  <a:pt x="213" y="171"/>
                  <a:pt x="224" y="142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5" name=""/>
          <p:cNvSpPr/>
          <p:nvPr/>
        </p:nvSpPr>
        <p:spPr>
          <a:xfrm>
            <a:off x="4546800" y="477612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3" y="170"/>
                  <a:pt x="225" y="142"/>
                  <a:pt x="225" y="112"/>
                </a:cubicBezTo>
                <a:cubicBezTo>
                  <a:pt x="225" y="83"/>
                  <a:pt x="213" y="54"/>
                  <a:pt x="191" y="34"/>
                </a:cubicBezTo>
                <a:cubicBezTo>
                  <a:pt x="170" y="13"/>
                  <a:pt x="142" y="0"/>
                  <a:pt x="112" y="0"/>
                </a:cubicBezTo>
                <a:cubicBezTo>
                  <a:pt x="82" y="0"/>
                  <a:pt x="54" y="13"/>
                  <a:pt x="33" y="34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6" name=""/>
          <p:cNvSpPr/>
          <p:nvPr/>
        </p:nvSpPr>
        <p:spPr>
          <a:xfrm>
            <a:off x="4731120" y="48175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2"/>
                  <a:pt x="0" y="113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3" y="213"/>
                  <a:pt x="82" y="224"/>
                  <a:pt x="111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7" name=""/>
          <p:cNvSpPr/>
          <p:nvPr/>
        </p:nvSpPr>
        <p:spPr>
          <a:xfrm>
            <a:off x="4510800" y="4645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3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2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3"/>
                  <a:pt x="12" y="171"/>
                  <a:pt x="32" y="192"/>
                </a:cubicBezTo>
                <a:cubicBezTo>
                  <a:pt x="53" y="213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8" name=""/>
          <p:cNvSpPr/>
          <p:nvPr/>
        </p:nvSpPr>
        <p:spPr>
          <a:xfrm>
            <a:off x="4470480" y="48409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1" y="191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5"/>
                  <a:pt x="191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2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29" name=""/>
          <p:cNvSpPr/>
          <p:nvPr/>
        </p:nvSpPr>
        <p:spPr>
          <a:xfrm>
            <a:off x="4757400" y="48006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1" y="192"/>
                </a:cubicBezTo>
                <a:cubicBezTo>
                  <a:pt x="212" y="171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5" y="213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0" name=""/>
          <p:cNvSpPr/>
          <p:nvPr/>
        </p:nvSpPr>
        <p:spPr>
          <a:xfrm>
            <a:off x="4736880" y="498852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2" y="225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3"/>
                  <a:pt x="0" y="113"/>
                </a:cubicBezTo>
                <a:cubicBezTo>
                  <a:pt x="0" y="143"/>
                  <a:pt x="11" y="171"/>
                  <a:pt x="32" y="192"/>
                </a:cubicBezTo>
                <a:cubicBezTo>
                  <a:pt x="53" y="213"/>
                  <a:pt x="82" y="225"/>
                  <a:pt x="112" y="22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1" name=""/>
          <p:cNvSpPr/>
          <p:nvPr/>
        </p:nvSpPr>
        <p:spPr>
          <a:xfrm>
            <a:off x="4551120" y="48276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4"/>
                  <a:pt x="192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2" name=""/>
          <p:cNvSpPr/>
          <p:nvPr/>
        </p:nvSpPr>
        <p:spPr>
          <a:xfrm>
            <a:off x="4503240" y="47649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2" y="0"/>
                  <a:pt x="53" y="11"/>
                  <a:pt x="32" y="32"/>
                </a:cubicBezTo>
                <a:cubicBezTo>
                  <a:pt x="11" y="54"/>
                  <a:pt x="0" y="83"/>
                  <a:pt x="0" y="112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3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3" name=""/>
          <p:cNvSpPr/>
          <p:nvPr/>
        </p:nvSpPr>
        <p:spPr>
          <a:xfrm>
            <a:off x="5553000" y="4734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3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2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3"/>
                  <a:pt x="12" y="171"/>
                  <a:pt x="32" y="192"/>
                </a:cubicBezTo>
                <a:cubicBezTo>
                  <a:pt x="53" y="213"/>
                  <a:pt x="83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4" name=""/>
          <p:cNvSpPr/>
          <p:nvPr/>
        </p:nvSpPr>
        <p:spPr>
          <a:xfrm>
            <a:off x="5626800" y="484020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2" y="225"/>
                  <a:pt x="170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5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5"/>
                  <a:pt x="0" y="83"/>
                  <a:pt x="0" y="113"/>
                </a:cubicBezTo>
                <a:cubicBezTo>
                  <a:pt x="0" y="143"/>
                  <a:pt x="11" y="171"/>
                  <a:pt x="32" y="192"/>
                </a:cubicBezTo>
                <a:cubicBezTo>
                  <a:pt x="53" y="213"/>
                  <a:pt x="82" y="225"/>
                  <a:pt x="112" y="22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5" name=""/>
          <p:cNvSpPr/>
          <p:nvPr/>
        </p:nvSpPr>
        <p:spPr>
          <a:xfrm>
            <a:off x="5500440" y="48132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0" y="191"/>
                </a:cubicBezTo>
                <a:cubicBezTo>
                  <a:pt x="211" y="170"/>
                  <a:pt x="224" y="142"/>
                  <a:pt x="224" y="111"/>
                </a:cubicBezTo>
                <a:cubicBezTo>
                  <a:pt x="224" y="82"/>
                  <a:pt x="211" y="53"/>
                  <a:pt x="190" y="32"/>
                </a:cubicBezTo>
                <a:cubicBezTo>
                  <a:pt x="169" y="11"/>
                  <a:pt x="141" y="0"/>
                  <a:pt x="111" y="0"/>
                </a:cubicBezTo>
                <a:cubicBezTo>
                  <a:pt x="82" y="0"/>
                  <a:pt x="53" y="11"/>
                  <a:pt x="32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2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6" name=""/>
          <p:cNvSpPr/>
          <p:nvPr/>
        </p:nvSpPr>
        <p:spPr>
          <a:xfrm>
            <a:off x="5473080" y="48596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1"/>
                  <a:pt x="191" y="190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0"/>
                </a:cubicBezTo>
                <a:cubicBezTo>
                  <a:pt x="54" y="211"/>
                  <a:pt x="83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7" name=""/>
          <p:cNvSpPr/>
          <p:nvPr/>
        </p:nvSpPr>
        <p:spPr>
          <a:xfrm>
            <a:off x="5581080" y="47466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8" name=""/>
          <p:cNvSpPr/>
          <p:nvPr/>
        </p:nvSpPr>
        <p:spPr>
          <a:xfrm>
            <a:off x="5461920" y="4810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3" y="12"/>
                  <a:pt x="32" y="32"/>
                </a:cubicBezTo>
                <a:cubicBezTo>
                  <a:pt x="11" y="53"/>
                  <a:pt x="0" y="82"/>
                  <a:pt x="0" y="111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3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39" name=""/>
          <p:cNvSpPr/>
          <p:nvPr/>
        </p:nvSpPr>
        <p:spPr>
          <a:xfrm>
            <a:off x="5504400" y="483840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3" y="170"/>
                  <a:pt x="225" y="142"/>
                  <a:pt x="225" y="112"/>
                </a:cubicBezTo>
                <a:cubicBezTo>
                  <a:pt x="225" y="83"/>
                  <a:pt x="213" y="54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0" name=""/>
          <p:cNvSpPr/>
          <p:nvPr/>
        </p:nvSpPr>
        <p:spPr>
          <a:xfrm>
            <a:off x="5640840" y="47350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2" y="33"/>
                </a:cubicBezTo>
                <a:cubicBezTo>
                  <a:pt x="11" y="54"/>
                  <a:pt x="0" y="82"/>
                  <a:pt x="0" y="112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4" y="213"/>
                  <a:pt x="83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1" name=""/>
          <p:cNvSpPr/>
          <p:nvPr/>
        </p:nvSpPr>
        <p:spPr>
          <a:xfrm>
            <a:off x="5628240" y="48232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2" y="0"/>
                  <a:pt x="53" y="11"/>
                  <a:pt x="32" y="32"/>
                </a:cubicBezTo>
                <a:cubicBezTo>
                  <a:pt x="11" y="53"/>
                  <a:pt x="0" y="82"/>
                  <a:pt x="0" y="112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3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2" name=""/>
          <p:cNvSpPr/>
          <p:nvPr/>
        </p:nvSpPr>
        <p:spPr>
          <a:xfrm>
            <a:off x="5510160" y="5194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3" y="169"/>
                  <a:pt x="224" y="141"/>
                  <a:pt x="224" y="112"/>
                </a:cubicBezTo>
                <a:cubicBezTo>
                  <a:pt x="224" y="82"/>
                  <a:pt x="213" y="54"/>
                  <a:pt x="191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69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3" name=""/>
          <p:cNvSpPr/>
          <p:nvPr/>
        </p:nvSpPr>
        <p:spPr>
          <a:xfrm>
            <a:off x="5449320" y="48934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4" name=""/>
          <p:cNvSpPr/>
          <p:nvPr/>
        </p:nvSpPr>
        <p:spPr>
          <a:xfrm>
            <a:off x="5456160" y="479844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3" y="224"/>
                  <a:pt x="171" y="212"/>
                  <a:pt x="192" y="192"/>
                </a:cubicBezTo>
                <a:cubicBezTo>
                  <a:pt x="213" y="171"/>
                  <a:pt x="225" y="141"/>
                  <a:pt x="225" y="112"/>
                </a:cubicBezTo>
                <a:cubicBezTo>
                  <a:pt x="225" y="82"/>
                  <a:pt x="213" y="54"/>
                  <a:pt x="192" y="33"/>
                </a:cubicBezTo>
                <a:cubicBezTo>
                  <a:pt x="171" y="12"/>
                  <a:pt x="143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5" name=""/>
          <p:cNvSpPr/>
          <p:nvPr/>
        </p:nvSpPr>
        <p:spPr>
          <a:xfrm>
            <a:off x="5499720" y="5107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0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0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6" name=""/>
          <p:cNvSpPr/>
          <p:nvPr/>
        </p:nvSpPr>
        <p:spPr>
          <a:xfrm>
            <a:off x="5537520" y="481104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3" y="224"/>
                  <a:pt x="171" y="212"/>
                  <a:pt x="192" y="191"/>
                </a:cubicBezTo>
                <a:cubicBezTo>
                  <a:pt x="213" y="170"/>
                  <a:pt x="225" y="142"/>
                  <a:pt x="225" y="111"/>
                </a:cubicBezTo>
                <a:cubicBezTo>
                  <a:pt x="225" y="82"/>
                  <a:pt x="213" y="53"/>
                  <a:pt x="192" y="32"/>
                </a:cubicBezTo>
                <a:cubicBezTo>
                  <a:pt x="171" y="12"/>
                  <a:pt x="143" y="0"/>
                  <a:pt x="112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7" name=""/>
          <p:cNvSpPr/>
          <p:nvPr/>
        </p:nvSpPr>
        <p:spPr>
          <a:xfrm>
            <a:off x="5505480" y="466668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2" y="225"/>
                </a:moveTo>
                <a:cubicBezTo>
                  <a:pt x="141" y="225"/>
                  <a:pt x="170" y="213"/>
                  <a:pt x="190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2"/>
                  <a:pt x="212" y="54"/>
                  <a:pt x="190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5"/>
                  <a:pt x="112" y="22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8" name=""/>
          <p:cNvSpPr/>
          <p:nvPr/>
        </p:nvSpPr>
        <p:spPr>
          <a:xfrm>
            <a:off x="5526720" y="4924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2" y="33"/>
                </a:cubicBezTo>
                <a:cubicBezTo>
                  <a:pt x="171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49" name=""/>
          <p:cNvSpPr/>
          <p:nvPr/>
        </p:nvSpPr>
        <p:spPr>
          <a:xfrm>
            <a:off x="7373160" y="4081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1" y="192"/>
                </a:cubicBezTo>
                <a:cubicBezTo>
                  <a:pt x="212" y="171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0" name=""/>
          <p:cNvSpPr/>
          <p:nvPr/>
        </p:nvSpPr>
        <p:spPr>
          <a:xfrm>
            <a:off x="7334280" y="42958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1"/>
                  <a:pt x="192" y="190"/>
                </a:cubicBezTo>
                <a:cubicBezTo>
                  <a:pt x="213" y="169"/>
                  <a:pt x="224" y="141"/>
                  <a:pt x="224" y="111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4"/>
                  <a:pt x="0" y="82"/>
                  <a:pt x="0" y="111"/>
                </a:cubicBezTo>
                <a:cubicBezTo>
                  <a:pt x="0" y="141"/>
                  <a:pt x="12" y="169"/>
                  <a:pt x="34" y="190"/>
                </a:cubicBezTo>
                <a:cubicBezTo>
                  <a:pt x="55" y="211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1" name=""/>
          <p:cNvSpPr/>
          <p:nvPr/>
        </p:nvSpPr>
        <p:spPr>
          <a:xfrm>
            <a:off x="7279560" y="443592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1" y="225"/>
                </a:moveTo>
                <a:cubicBezTo>
                  <a:pt x="141" y="225"/>
                  <a:pt x="169" y="213"/>
                  <a:pt x="191" y="192"/>
                </a:cubicBezTo>
                <a:cubicBezTo>
                  <a:pt x="212" y="171"/>
                  <a:pt x="224" y="143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3"/>
                  <a:pt x="0" y="113"/>
                </a:cubicBezTo>
                <a:cubicBezTo>
                  <a:pt x="0" y="143"/>
                  <a:pt x="11" y="171"/>
                  <a:pt x="32" y="192"/>
                </a:cubicBezTo>
                <a:cubicBezTo>
                  <a:pt x="53" y="213"/>
                  <a:pt x="82" y="225"/>
                  <a:pt x="111" y="22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2" name=""/>
          <p:cNvSpPr/>
          <p:nvPr/>
        </p:nvSpPr>
        <p:spPr>
          <a:xfrm>
            <a:off x="7121160" y="41256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2" y="34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3" name=""/>
          <p:cNvSpPr/>
          <p:nvPr/>
        </p:nvSpPr>
        <p:spPr>
          <a:xfrm>
            <a:off x="7276320" y="40942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0" y="191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0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1" y="0"/>
                  <a:pt x="53" y="12"/>
                  <a:pt x="32" y="33"/>
                </a:cubicBezTo>
                <a:cubicBezTo>
                  <a:pt x="11" y="54"/>
                  <a:pt x="0" y="82"/>
                  <a:pt x="0" y="113"/>
                </a:cubicBezTo>
                <a:cubicBezTo>
                  <a:pt x="0" y="142"/>
                  <a:pt x="11" y="171"/>
                  <a:pt x="32" y="191"/>
                </a:cubicBezTo>
                <a:cubicBezTo>
                  <a:pt x="53" y="212"/>
                  <a:pt x="81" y="224"/>
                  <a:pt x="111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4" name=""/>
          <p:cNvSpPr/>
          <p:nvPr/>
        </p:nvSpPr>
        <p:spPr>
          <a:xfrm>
            <a:off x="7205760" y="42404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2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5" name=""/>
          <p:cNvSpPr/>
          <p:nvPr/>
        </p:nvSpPr>
        <p:spPr>
          <a:xfrm>
            <a:off x="7121880" y="40284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3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3" y="213"/>
                  <a:pt x="82" y="224"/>
                  <a:pt x="111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6" name=""/>
          <p:cNvSpPr/>
          <p:nvPr/>
        </p:nvSpPr>
        <p:spPr>
          <a:xfrm>
            <a:off x="7078320" y="43974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1"/>
                  <a:pt x="224" y="111"/>
                </a:cubicBezTo>
                <a:cubicBezTo>
                  <a:pt x="224" y="81"/>
                  <a:pt x="213" y="53"/>
                  <a:pt x="192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3" y="0"/>
                  <a:pt x="54" y="11"/>
                  <a:pt x="33" y="32"/>
                </a:cubicBezTo>
                <a:cubicBezTo>
                  <a:pt x="12" y="53"/>
                  <a:pt x="0" y="81"/>
                  <a:pt x="0" y="111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2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7" name=""/>
          <p:cNvSpPr/>
          <p:nvPr/>
        </p:nvSpPr>
        <p:spPr>
          <a:xfrm>
            <a:off x="7200720" y="436068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2" y="224"/>
                  <a:pt x="170" y="213"/>
                  <a:pt x="192" y="192"/>
                </a:cubicBezTo>
                <a:cubicBezTo>
                  <a:pt x="213" y="171"/>
                  <a:pt x="225" y="142"/>
                  <a:pt x="225" y="113"/>
                </a:cubicBezTo>
                <a:cubicBezTo>
                  <a:pt x="225" y="83"/>
                  <a:pt x="213" y="55"/>
                  <a:pt x="192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8" name=""/>
          <p:cNvSpPr/>
          <p:nvPr/>
        </p:nvSpPr>
        <p:spPr>
          <a:xfrm>
            <a:off x="7248960" y="419292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3" y="225"/>
                </a:moveTo>
                <a:cubicBezTo>
                  <a:pt x="142" y="225"/>
                  <a:pt x="171" y="213"/>
                  <a:pt x="192" y="192"/>
                </a:cubicBezTo>
                <a:cubicBezTo>
                  <a:pt x="213" y="171"/>
                  <a:pt x="224" y="143"/>
                  <a:pt x="224" y="113"/>
                </a:cubicBezTo>
                <a:cubicBezTo>
                  <a:pt x="224" y="83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5" y="213"/>
                  <a:pt x="83" y="225"/>
                  <a:pt x="113" y="22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59" name=""/>
          <p:cNvSpPr/>
          <p:nvPr/>
        </p:nvSpPr>
        <p:spPr>
          <a:xfrm>
            <a:off x="7132680" y="41241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1"/>
                  <a:pt x="141" y="0"/>
                  <a:pt x="112" y="0"/>
                </a:cubicBezTo>
                <a:cubicBezTo>
                  <a:pt x="82" y="0"/>
                  <a:pt x="54" y="11"/>
                  <a:pt x="33" y="33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0" name=""/>
          <p:cNvSpPr/>
          <p:nvPr/>
        </p:nvSpPr>
        <p:spPr>
          <a:xfrm>
            <a:off x="7190280" y="39434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2"/>
                  <a:pt x="213" y="53"/>
                  <a:pt x="191" y="32"/>
                </a:cubicBezTo>
                <a:cubicBezTo>
                  <a:pt x="170" y="11"/>
                  <a:pt x="141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1" name=""/>
          <p:cNvSpPr/>
          <p:nvPr/>
        </p:nvSpPr>
        <p:spPr>
          <a:xfrm>
            <a:off x="7075800" y="42382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1"/>
                  <a:pt x="224" y="111"/>
                </a:cubicBezTo>
                <a:cubicBezTo>
                  <a:pt x="224" y="82"/>
                  <a:pt x="212" y="53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3" y="33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3" y="212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2" name=""/>
          <p:cNvSpPr/>
          <p:nvPr/>
        </p:nvSpPr>
        <p:spPr>
          <a:xfrm>
            <a:off x="7234560" y="420336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3" y="224"/>
                </a:moveTo>
                <a:cubicBezTo>
                  <a:pt x="143" y="224"/>
                  <a:pt x="171" y="212"/>
                  <a:pt x="192" y="191"/>
                </a:cubicBezTo>
                <a:cubicBezTo>
                  <a:pt x="213" y="170"/>
                  <a:pt x="225" y="142"/>
                  <a:pt x="225" y="113"/>
                </a:cubicBezTo>
                <a:cubicBezTo>
                  <a:pt x="225" y="83"/>
                  <a:pt x="213" y="55"/>
                  <a:pt x="192" y="34"/>
                </a:cubicBezTo>
                <a:cubicBezTo>
                  <a:pt x="171" y="12"/>
                  <a:pt x="143" y="0"/>
                  <a:pt x="113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3" name=""/>
          <p:cNvSpPr/>
          <p:nvPr/>
        </p:nvSpPr>
        <p:spPr>
          <a:xfrm>
            <a:off x="7319880" y="40629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0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2" y="32"/>
                </a:cubicBezTo>
                <a:cubicBezTo>
                  <a:pt x="11" y="53"/>
                  <a:pt x="0" y="82"/>
                  <a:pt x="0" y="111"/>
                </a:cubicBezTo>
                <a:cubicBezTo>
                  <a:pt x="0" y="141"/>
                  <a:pt x="11" y="169"/>
                  <a:pt x="32" y="190"/>
                </a:cubicBezTo>
                <a:cubicBezTo>
                  <a:pt x="53" y="212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4" name=""/>
          <p:cNvSpPr/>
          <p:nvPr/>
        </p:nvSpPr>
        <p:spPr>
          <a:xfrm>
            <a:off x="7094160" y="38854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5"/>
                  <a:pt x="191" y="34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3" y="34"/>
                </a:cubicBezTo>
                <a:cubicBezTo>
                  <a:pt x="11" y="55"/>
                  <a:pt x="0" y="83"/>
                  <a:pt x="0" y="113"/>
                </a:cubicBezTo>
                <a:cubicBezTo>
                  <a:pt x="0" y="142"/>
                  <a:pt x="11" y="171"/>
                  <a:pt x="33" y="192"/>
                </a:cubicBezTo>
                <a:cubicBezTo>
                  <a:pt x="54" y="213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5" name=""/>
          <p:cNvSpPr/>
          <p:nvPr/>
        </p:nvSpPr>
        <p:spPr>
          <a:xfrm>
            <a:off x="7068240" y="44560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1"/>
                  <a:pt x="191" y="190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3" y="190"/>
                </a:cubicBezTo>
                <a:cubicBezTo>
                  <a:pt x="54" y="211"/>
                  <a:pt x="82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6" name=""/>
          <p:cNvSpPr/>
          <p:nvPr/>
        </p:nvSpPr>
        <p:spPr>
          <a:xfrm>
            <a:off x="8127720" y="426384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3" y="224"/>
                </a:moveTo>
                <a:cubicBezTo>
                  <a:pt x="143" y="224"/>
                  <a:pt x="171" y="213"/>
                  <a:pt x="192" y="192"/>
                </a:cubicBezTo>
                <a:cubicBezTo>
                  <a:pt x="213" y="171"/>
                  <a:pt x="225" y="142"/>
                  <a:pt x="225" y="113"/>
                </a:cubicBezTo>
                <a:cubicBezTo>
                  <a:pt x="225" y="82"/>
                  <a:pt x="213" y="54"/>
                  <a:pt x="192" y="33"/>
                </a:cubicBezTo>
                <a:cubicBezTo>
                  <a:pt x="171" y="12"/>
                  <a:pt x="143" y="0"/>
                  <a:pt x="113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7" name=""/>
          <p:cNvSpPr/>
          <p:nvPr/>
        </p:nvSpPr>
        <p:spPr>
          <a:xfrm>
            <a:off x="8185680" y="417096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3" y="224"/>
                  <a:pt x="171" y="213"/>
                  <a:pt x="192" y="192"/>
                </a:cubicBezTo>
                <a:cubicBezTo>
                  <a:pt x="213" y="171"/>
                  <a:pt x="225" y="142"/>
                  <a:pt x="225" y="112"/>
                </a:cubicBezTo>
                <a:cubicBezTo>
                  <a:pt x="225" y="82"/>
                  <a:pt x="213" y="54"/>
                  <a:pt x="192" y="33"/>
                </a:cubicBezTo>
                <a:cubicBezTo>
                  <a:pt x="171" y="12"/>
                  <a:pt x="143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8" name=""/>
          <p:cNvSpPr/>
          <p:nvPr/>
        </p:nvSpPr>
        <p:spPr>
          <a:xfrm>
            <a:off x="8284320" y="3897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1"/>
                  <a:pt x="192" y="190"/>
                </a:cubicBezTo>
                <a:cubicBezTo>
                  <a:pt x="212" y="169"/>
                  <a:pt x="224" y="141"/>
                  <a:pt x="224" y="111"/>
                </a:cubicBezTo>
                <a:cubicBezTo>
                  <a:pt x="224" y="81"/>
                  <a:pt x="212" y="53"/>
                  <a:pt x="192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3" y="0"/>
                  <a:pt x="54" y="11"/>
                  <a:pt x="33" y="32"/>
                </a:cubicBezTo>
                <a:cubicBezTo>
                  <a:pt x="12" y="53"/>
                  <a:pt x="0" y="81"/>
                  <a:pt x="0" y="111"/>
                </a:cubicBezTo>
                <a:cubicBezTo>
                  <a:pt x="0" y="141"/>
                  <a:pt x="12" y="169"/>
                  <a:pt x="33" y="190"/>
                </a:cubicBezTo>
                <a:cubicBezTo>
                  <a:pt x="54" y="211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69" name=""/>
          <p:cNvSpPr/>
          <p:nvPr/>
        </p:nvSpPr>
        <p:spPr>
          <a:xfrm>
            <a:off x="8037720" y="4662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2"/>
                  <a:pt x="213" y="53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3"/>
                  <a:pt x="0" y="82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0" name=""/>
          <p:cNvSpPr/>
          <p:nvPr/>
        </p:nvSpPr>
        <p:spPr>
          <a:xfrm>
            <a:off x="8087760" y="39672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2" y="34"/>
                </a:cubicBezTo>
                <a:cubicBezTo>
                  <a:pt x="171" y="12"/>
                  <a:pt x="141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1" name=""/>
          <p:cNvSpPr/>
          <p:nvPr/>
        </p:nvSpPr>
        <p:spPr>
          <a:xfrm>
            <a:off x="8142480" y="4095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4" y="192"/>
                </a:cubicBezTo>
                <a:cubicBezTo>
                  <a:pt x="55" y="213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2" name=""/>
          <p:cNvSpPr/>
          <p:nvPr/>
        </p:nvSpPr>
        <p:spPr>
          <a:xfrm>
            <a:off x="8048160" y="441216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3" y="225"/>
                </a:moveTo>
                <a:cubicBezTo>
                  <a:pt x="142" y="225"/>
                  <a:pt x="171" y="213"/>
                  <a:pt x="192" y="192"/>
                </a:cubicBezTo>
                <a:cubicBezTo>
                  <a:pt x="212" y="171"/>
                  <a:pt x="224" y="143"/>
                  <a:pt x="224" y="112"/>
                </a:cubicBezTo>
                <a:cubicBezTo>
                  <a:pt x="224" y="82"/>
                  <a:pt x="212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3" y="225"/>
                  <a:pt x="113" y="22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3" name=""/>
          <p:cNvSpPr/>
          <p:nvPr/>
        </p:nvSpPr>
        <p:spPr>
          <a:xfrm>
            <a:off x="8278560" y="4144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1"/>
                </a:cubicBezTo>
                <a:cubicBezTo>
                  <a:pt x="213" y="170"/>
                  <a:pt x="224" y="141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3"/>
                  <a:pt x="82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4" name=""/>
          <p:cNvSpPr/>
          <p:nvPr/>
        </p:nvSpPr>
        <p:spPr>
          <a:xfrm>
            <a:off x="8179200" y="4351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3"/>
                  <a:pt x="0" y="113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3" y="213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5" name=""/>
          <p:cNvSpPr/>
          <p:nvPr/>
        </p:nvSpPr>
        <p:spPr>
          <a:xfrm>
            <a:off x="8125560" y="44888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1" y="192"/>
                </a:cubicBezTo>
                <a:cubicBezTo>
                  <a:pt x="212" y="171"/>
                  <a:pt x="224" y="142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6" name=""/>
          <p:cNvSpPr/>
          <p:nvPr/>
        </p:nvSpPr>
        <p:spPr>
          <a:xfrm>
            <a:off x="8026560" y="47286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1"/>
                </a:cubicBezTo>
                <a:cubicBezTo>
                  <a:pt x="224" y="82"/>
                  <a:pt x="213" y="53"/>
                  <a:pt x="192" y="32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7" name=""/>
          <p:cNvSpPr/>
          <p:nvPr/>
        </p:nvSpPr>
        <p:spPr>
          <a:xfrm>
            <a:off x="8243280" y="42872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2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5"/>
                  <a:pt x="192" y="34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8" name=""/>
          <p:cNvSpPr/>
          <p:nvPr/>
        </p:nvSpPr>
        <p:spPr>
          <a:xfrm>
            <a:off x="8060400" y="47034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0"/>
                </a:cubicBezTo>
                <a:cubicBezTo>
                  <a:pt x="213" y="169"/>
                  <a:pt x="224" y="141"/>
                  <a:pt x="224" y="111"/>
                </a:cubicBezTo>
                <a:cubicBezTo>
                  <a:pt x="224" y="82"/>
                  <a:pt x="213" y="53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4" y="190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79" name=""/>
          <p:cNvSpPr/>
          <p:nvPr/>
        </p:nvSpPr>
        <p:spPr>
          <a:xfrm>
            <a:off x="8030520" y="40233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2"/>
                  <a:pt x="0" y="113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3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0" name=""/>
          <p:cNvSpPr/>
          <p:nvPr/>
        </p:nvSpPr>
        <p:spPr>
          <a:xfrm>
            <a:off x="8272800" y="39963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1" name=""/>
          <p:cNvSpPr/>
          <p:nvPr/>
        </p:nvSpPr>
        <p:spPr>
          <a:xfrm>
            <a:off x="8158680" y="42015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3"/>
                  <a:pt x="190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5"/>
                  <a:pt x="190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5"/>
                  <a:pt x="0" y="83"/>
                  <a:pt x="0" y="113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3" y="213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2" name=""/>
          <p:cNvSpPr/>
          <p:nvPr/>
        </p:nvSpPr>
        <p:spPr>
          <a:xfrm>
            <a:off x="9917280" y="55040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69" y="212"/>
                  <a:pt x="190" y="190"/>
                </a:cubicBezTo>
                <a:cubicBezTo>
                  <a:pt x="211" y="169"/>
                  <a:pt x="224" y="141"/>
                  <a:pt x="224" y="111"/>
                </a:cubicBezTo>
                <a:cubicBezTo>
                  <a:pt x="224" y="82"/>
                  <a:pt x="211" y="54"/>
                  <a:pt x="190" y="33"/>
                </a:cubicBezTo>
                <a:cubicBezTo>
                  <a:pt x="169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1"/>
                </a:cubicBezTo>
                <a:cubicBezTo>
                  <a:pt x="0" y="141"/>
                  <a:pt x="12" y="169"/>
                  <a:pt x="33" y="190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3" name=""/>
          <p:cNvSpPr/>
          <p:nvPr/>
        </p:nvSpPr>
        <p:spPr>
          <a:xfrm>
            <a:off x="9937080" y="55951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1" y="213"/>
                  <a:pt x="191" y="192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1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4" name=""/>
          <p:cNvSpPr/>
          <p:nvPr/>
        </p:nvSpPr>
        <p:spPr>
          <a:xfrm>
            <a:off x="9693720" y="55875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1" y="212"/>
                  <a:pt x="192" y="190"/>
                </a:cubicBezTo>
                <a:cubicBezTo>
                  <a:pt x="213" y="169"/>
                  <a:pt x="224" y="141"/>
                  <a:pt x="224" y="111"/>
                </a:cubicBezTo>
                <a:cubicBezTo>
                  <a:pt x="224" y="82"/>
                  <a:pt x="213" y="53"/>
                  <a:pt x="192" y="32"/>
                </a:cubicBezTo>
                <a:cubicBezTo>
                  <a:pt x="171" y="11"/>
                  <a:pt x="141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69"/>
                  <a:pt x="33" y="190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5" name=""/>
          <p:cNvSpPr/>
          <p:nvPr/>
        </p:nvSpPr>
        <p:spPr>
          <a:xfrm>
            <a:off x="9903240" y="5562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1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3" y="0"/>
                  <a:pt x="55" y="11"/>
                  <a:pt x="34" y="32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4" y="191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6" name=""/>
          <p:cNvSpPr/>
          <p:nvPr/>
        </p:nvSpPr>
        <p:spPr>
          <a:xfrm>
            <a:off x="9791280" y="55555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3"/>
                  <a:pt x="213" y="53"/>
                  <a:pt x="192" y="33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3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7" name=""/>
          <p:cNvSpPr/>
          <p:nvPr/>
        </p:nvSpPr>
        <p:spPr>
          <a:xfrm>
            <a:off x="9816840" y="54680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5" y="213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8" name=""/>
          <p:cNvSpPr/>
          <p:nvPr/>
        </p:nvSpPr>
        <p:spPr>
          <a:xfrm>
            <a:off x="9810000" y="55425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3" y="12"/>
                  <a:pt x="32" y="33"/>
                </a:cubicBezTo>
                <a:cubicBezTo>
                  <a:pt x="11" y="54"/>
                  <a:pt x="0" y="82"/>
                  <a:pt x="0" y="113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3" y="213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89" name=""/>
          <p:cNvSpPr/>
          <p:nvPr/>
        </p:nvSpPr>
        <p:spPr>
          <a:xfrm>
            <a:off x="9891360" y="55519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0" name=""/>
          <p:cNvSpPr/>
          <p:nvPr/>
        </p:nvSpPr>
        <p:spPr>
          <a:xfrm>
            <a:off x="9730800" y="5554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1" name=""/>
          <p:cNvSpPr/>
          <p:nvPr/>
        </p:nvSpPr>
        <p:spPr>
          <a:xfrm>
            <a:off x="9833760" y="55328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1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3" y="54"/>
                  <a:pt x="0" y="82"/>
                  <a:pt x="0" y="111"/>
                </a:cubicBezTo>
                <a:cubicBezTo>
                  <a:pt x="0" y="142"/>
                  <a:pt x="13" y="170"/>
                  <a:pt x="34" y="191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2" name=""/>
          <p:cNvSpPr/>
          <p:nvPr/>
        </p:nvSpPr>
        <p:spPr>
          <a:xfrm>
            <a:off x="9826560" y="55350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2"/>
                  <a:pt x="12" y="171"/>
                  <a:pt x="34" y="192"/>
                </a:cubicBezTo>
                <a:cubicBezTo>
                  <a:pt x="55" y="213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3" name=""/>
          <p:cNvSpPr/>
          <p:nvPr/>
        </p:nvSpPr>
        <p:spPr>
          <a:xfrm>
            <a:off x="9735840" y="55321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2"/>
                  <a:pt x="212" y="53"/>
                  <a:pt x="191" y="32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2" y="32"/>
                </a:cubicBezTo>
                <a:cubicBezTo>
                  <a:pt x="11" y="53"/>
                  <a:pt x="0" y="82"/>
                  <a:pt x="0" y="111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4" y="212"/>
                  <a:pt x="83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4" name=""/>
          <p:cNvSpPr/>
          <p:nvPr/>
        </p:nvSpPr>
        <p:spPr>
          <a:xfrm>
            <a:off x="9796680" y="55749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3" y="170"/>
                  <a:pt x="224" y="142"/>
                  <a:pt x="224" y="112"/>
                </a:cubicBezTo>
                <a:cubicBezTo>
                  <a:pt x="224" y="83"/>
                  <a:pt x="213" y="54"/>
                  <a:pt x="192" y="33"/>
                </a:cubicBezTo>
                <a:cubicBezTo>
                  <a:pt x="171" y="11"/>
                  <a:pt x="142" y="0"/>
                  <a:pt x="113" y="0"/>
                </a:cubicBezTo>
                <a:cubicBezTo>
                  <a:pt x="82" y="0"/>
                  <a:pt x="54" y="11"/>
                  <a:pt x="33" y="33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5" name=""/>
          <p:cNvSpPr/>
          <p:nvPr/>
        </p:nvSpPr>
        <p:spPr>
          <a:xfrm>
            <a:off x="9721080" y="5530680"/>
            <a:ext cx="80640" cy="81000"/>
          </a:xfrm>
          <a:custGeom>
            <a:avLst/>
            <a:gdLst/>
            <a:ahLst/>
            <a:rect l="0" t="0" r="r" b="b"/>
            <a:pathLst>
              <a:path w="224" h="225">
                <a:moveTo>
                  <a:pt x="113" y="225"/>
                </a:moveTo>
                <a:cubicBezTo>
                  <a:pt x="142" y="225"/>
                  <a:pt x="171" y="213"/>
                  <a:pt x="191" y="192"/>
                </a:cubicBezTo>
                <a:cubicBezTo>
                  <a:pt x="212" y="171"/>
                  <a:pt x="224" y="143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3"/>
                  <a:pt x="12" y="171"/>
                  <a:pt x="33" y="192"/>
                </a:cubicBezTo>
                <a:cubicBezTo>
                  <a:pt x="54" y="213"/>
                  <a:pt x="82" y="225"/>
                  <a:pt x="113" y="22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6" name=""/>
          <p:cNvSpPr/>
          <p:nvPr/>
        </p:nvSpPr>
        <p:spPr>
          <a:xfrm>
            <a:off x="9923400" y="5553720"/>
            <a:ext cx="81000" cy="80640"/>
          </a:xfrm>
          <a:custGeom>
            <a:avLst/>
            <a:gdLst/>
            <a:ahLst/>
            <a:rect l="0" t="0" r="r" b="b"/>
            <a:pathLst>
              <a:path w="225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3" y="170"/>
                  <a:pt x="225" y="142"/>
                  <a:pt x="225" y="112"/>
                </a:cubicBezTo>
                <a:cubicBezTo>
                  <a:pt x="225" y="83"/>
                  <a:pt x="213" y="53"/>
                  <a:pt x="191" y="32"/>
                </a:cubicBezTo>
                <a:cubicBezTo>
                  <a:pt x="170" y="11"/>
                  <a:pt x="142" y="0"/>
                  <a:pt x="112" y="0"/>
                </a:cubicBezTo>
                <a:cubicBezTo>
                  <a:pt x="82" y="0"/>
                  <a:pt x="54" y="11"/>
                  <a:pt x="33" y="32"/>
                </a:cubicBezTo>
                <a:cubicBezTo>
                  <a:pt x="12" y="53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7" name=""/>
          <p:cNvSpPr/>
          <p:nvPr/>
        </p:nvSpPr>
        <p:spPr>
          <a:xfrm>
            <a:off x="9672120" y="55162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2"/>
                </a:cubicBezTo>
                <a:cubicBezTo>
                  <a:pt x="213" y="170"/>
                  <a:pt x="224" y="141"/>
                  <a:pt x="224" y="112"/>
                </a:cubicBezTo>
                <a:cubicBezTo>
                  <a:pt x="224" y="82"/>
                  <a:pt x="213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3" y="0"/>
                  <a:pt x="55" y="12"/>
                  <a:pt x="34" y="33"/>
                </a:cubicBezTo>
                <a:cubicBezTo>
                  <a:pt x="13" y="54"/>
                  <a:pt x="0" y="82"/>
                  <a:pt x="0" y="112"/>
                </a:cubicBezTo>
                <a:cubicBezTo>
                  <a:pt x="0" y="141"/>
                  <a:pt x="13" y="170"/>
                  <a:pt x="34" y="192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8" name=""/>
          <p:cNvSpPr/>
          <p:nvPr/>
        </p:nvSpPr>
        <p:spPr>
          <a:xfrm>
            <a:off x="9679680" y="55580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0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0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2" y="54"/>
                  <a:pt x="0" y="83"/>
                  <a:pt x="0" y="112"/>
                </a:cubicBezTo>
                <a:cubicBezTo>
                  <a:pt x="0" y="142"/>
                  <a:pt x="12" y="170"/>
                  <a:pt x="32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399" name=""/>
          <p:cNvSpPr/>
          <p:nvPr/>
        </p:nvSpPr>
        <p:spPr>
          <a:xfrm>
            <a:off x="10782720" y="55584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3"/>
                  <a:pt x="192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3" y="0"/>
                  <a:pt x="55" y="11"/>
                  <a:pt x="33" y="32"/>
                </a:cubicBezTo>
                <a:cubicBezTo>
                  <a:pt x="12" y="53"/>
                  <a:pt x="0" y="83"/>
                  <a:pt x="0" y="112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5" y="212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0" name=""/>
          <p:cNvSpPr/>
          <p:nvPr/>
        </p:nvSpPr>
        <p:spPr>
          <a:xfrm>
            <a:off x="10811520" y="54954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69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69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2"/>
                  <a:pt x="0" y="112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1" name=""/>
          <p:cNvSpPr/>
          <p:nvPr/>
        </p:nvSpPr>
        <p:spPr>
          <a:xfrm>
            <a:off x="10759680" y="5548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2" y="33"/>
                </a:cubicBezTo>
                <a:cubicBezTo>
                  <a:pt x="171" y="12"/>
                  <a:pt x="142" y="0"/>
                  <a:pt x="113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2"/>
                  <a:pt x="82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2" name=""/>
          <p:cNvSpPr/>
          <p:nvPr/>
        </p:nvSpPr>
        <p:spPr>
          <a:xfrm>
            <a:off x="10882800" y="55490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2"/>
                  <a:pt x="191" y="191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2"/>
                  <a:pt x="213" y="54"/>
                  <a:pt x="191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3" name=""/>
          <p:cNvSpPr/>
          <p:nvPr/>
        </p:nvSpPr>
        <p:spPr>
          <a:xfrm>
            <a:off x="10661400" y="55206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1" y="212"/>
                  <a:pt x="192" y="191"/>
                </a:cubicBezTo>
                <a:cubicBezTo>
                  <a:pt x="213" y="170"/>
                  <a:pt x="224" y="141"/>
                  <a:pt x="224" y="111"/>
                </a:cubicBezTo>
                <a:cubicBezTo>
                  <a:pt x="224" y="82"/>
                  <a:pt x="213" y="53"/>
                  <a:pt x="192" y="32"/>
                </a:cubicBezTo>
                <a:cubicBezTo>
                  <a:pt x="171" y="12"/>
                  <a:pt x="141" y="0"/>
                  <a:pt x="112" y="0"/>
                </a:cubicBezTo>
                <a:cubicBezTo>
                  <a:pt x="82" y="0"/>
                  <a:pt x="54" y="12"/>
                  <a:pt x="33" y="32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4" name=""/>
          <p:cNvSpPr/>
          <p:nvPr/>
        </p:nvSpPr>
        <p:spPr>
          <a:xfrm>
            <a:off x="10825560" y="5526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1" y="212"/>
                  <a:pt x="192" y="191"/>
                </a:cubicBezTo>
                <a:cubicBezTo>
                  <a:pt x="213" y="170"/>
                  <a:pt x="224" y="141"/>
                  <a:pt x="224" y="111"/>
                </a:cubicBezTo>
                <a:cubicBezTo>
                  <a:pt x="224" y="82"/>
                  <a:pt x="213" y="53"/>
                  <a:pt x="192" y="33"/>
                </a:cubicBezTo>
                <a:cubicBezTo>
                  <a:pt x="171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3"/>
                  <a:pt x="0" y="82"/>
                  <a:pt x="0" y="111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5" name=""/>
          <p:cNvSpPr/>
          <p:nvPr/>
        </p:nvSpPr>
        <p:spPr>
          <a:xfrm>
            <a:off x="10729440" y="55638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2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6" name=""/>
          <p:cNvSpPr/>
          <p:nvPr/>
        </p:nvSpPr>
        <p:spPr>
          <a:xfrm>
            <a:off x="10802160" y="552456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1" y="192"/>
                </a:cubicBezTo>
                <a:cubicBezTo>
                  <a:pt x="213" y="171"/>
                  <a:pt x="224" y="141"/>
                  <a:pt x="224" y="112"/>
                </a:cubicBezTo>
                <a:cubicBezTo>
                  <a:pt x="224" y="82"/>
                  <a:pt x="213" y="54"/>
                  <a:pt x="191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7" name=""/>
          <p:cNvSpPr/>
          <p:nvPr/>
        </p:nvSpPr>
        <p:spPr>
          <a:xfrm>
            <a:off x="10703880" y="55598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2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2" y="0"/>
                  <a:pt x="54" y="12"/>
                  <a:pt x="32" y="33"/>
                </a:cubicBezTo>
                <a:cubicBezTo>
                  <a:pt x="11" y="54"/>
                  <a:pt x="0" y="83"/>
                  <a:pt x="0" y="112"/>
                </a:cubicBezTo>
                <a:cubicBezTo>
                  <a:pt x="0" y="142"/>
                  <a:pt x="11" y="170"/>
                  <a:pt x="32" y="191"/>
                </a:cubicBezTo>
                <a:cubicBezTo>
                  <a:pt x="54" y="212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8" name=""/>
          <p:cNvSpPr/>
          <p:nvPr/>
        </p:nvSpPr>
        <p:spPr>
          <a:xfrm>
            <a:off x="10877400" y="54223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1"/>
                  <a:pt x="224" y="112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4"/>
                  <a:pt x="0" y="82"/>
                  <a:pt x="0" y="112"/>
                </a:cubicBezTo>
                <a:cubicBezTo>
                  <a:pt x="0" y="141"/>
                  <a:pt x="12" y="170"/>
                  <a:pt x="33" y="191"/>
                </a:cubicBezTo>
                <a:cubicBezTo>
                  <a:pt x="54" y="212"/>
                  <a:pt x="83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09" name=""/>
          <p:cNvSpPr/>
          <p:nvPr/>
        </p:nvSpPr>
        <p:spPr>
          <a:xfrm>
            <a:off x="10836360" y="55692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1" y="213"/>
                  <a:pt x="192" y="192"/>
                </a:cubicBezTo>
                <a:cubicBezTo>
                  <a:pt x="213" y="171"/>
                  <a:pt x="224" y="142"/>
                  <a:pt x="224" y="113"/>
                </a:cubicBezTo>
                <a:cubicBezTo>
                  <a:pt x="224" y="83"/>
                  <a:pt x="213" y="55"/>
                  <a:pt x="192" y="34"/>
                </a:cubicBezTo>
                <a:cubicBezTo>
                  <a:pt x="171" y="12"/>
                  <a:pt x="142" y="0"/>
                  <a:pt x="112" y="0"/>
                </a:cubicBezTo>
                <a:cubicBezTo>
                  <a:pt x="82" y="0"/>
                  <a:pt x="54" y="12"/>
                  <a:pt x="33" y="34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0" name=""/>
          <p:cNvSpPr/>
          <p:nvPr/>
        </p:nvSpPr>
        <p:spPr>
          <a:xfrm>
            <a:off x="10780560" y="55616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2" y="224"/>
                  <a:pt x="170" y="212"/>
                  <a:pt x="191" y="191"/>
                </a:cubicBezTo>
                <a:cubicBezTo>
                  <a:pt x="212" y="170"/>
                  <a:pt x="224" y="142"/>
                  <a:pt x="224" y="113"/>
                </a:cubicBezTo>
                <a:cubicBezTo>
                  <a:pt x="224" y="83"/>
                  <a:pt x="212" y="55"/>
                  <a:pt x="191" y="33"/>
                </a:cubicBezTo>
                <a:cubicBezTo>
                  <a:pt x="170" y="12"/>
                  <a:pt x="142" y="0"/>
                  <a:pt x="112" y="0"/>
                </a:cubicBezTo>
                <a:cubicBezTo>
                  <a:pt x="83" y="0"/>
                  <a:pt x="54" y="12"/>
                  <a:pt x="33" y="33"/>
                </a:cubicBezTo>
                <a:cubicBezTo>
                  <a:pt x="12" y="55"/>
                  <a:pt x="0" y="83"/>
                  <a:pt x="0" y="113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3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1" name=""/>
          <p:cNvSpPr/>
          <p:nvPr/>
        </p:nvSpPr>
        <p:spPr>
          <a:xfrm>
            <a:off x="10850400" y="553464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3" y="224"/>
                </a:moveTo>
                <a:cubicBezTo>
                  <a:pt x="142" y="224"/>
                  <a:pt x="171" y="212"/>
                  <a:pt x="192" y="191"/>
                </a:cubicBezTo>
                <a:cubicBezTo>
                  <a:pt x="212" y="170"/>
                  <a:pt x="224" y="142"/>
                  <a:pt x="224" y="111"/>
                </a:cubicBezTo>
                <a:cubicBezTo>
                  <a:pt x="224" y="81"/>
                  <a:pt x="212" y="53"/>
                  <a:pt x="192" y="32"/>
                </a:cubicBezTo>
                <a:cubicBezTo>
                  <a:pt x="171" y="11"/>
                  <a:pt x="142" y="0"/>
                  <a:pt x="113" y="0"/>
                </a:cubicBezTo>
                <a:cubicBezTo>
                  <a:pt x="83" y="0"/>
                  <a:pt x="54" y="11"/>
                  <a:pt x="33" y="32"/>
                </a:cubicBezTo>
                <a:cubicBezTo>
                  <a:pt x="12" y="53"/>
                  <a:pt x="0" y="81"/>
                  <a:pt x="0" y="111"/>
                </a:cubicBezTo>
                <a:cubicBezTo>
                  <a:pt x="0" y="142"/>
                  <a:pt x="12" y="170"/>
                  <a:pt x="33" y="191"/>
                </a:cubicBezTo>
                <a:cubicBezTo>
                  <a:pt x="54" y="212"/>
                  <a:pt x="83" y="224"/>
                  <a:pt x="113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2" name=""/>
          <p:cNvSpPr/>
          <p:nvPr/>
        </p:nvSpPr>
        <p:spPr>
          <a:xfrm>
            <a:off x="10884600" y="554868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2" y="224"/>
                </a:moveTo>
                <a:cubicBezTo>
                  <a:pt x="141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1" y="0"/>
                  <a:pt x="112" y="0"/>
                </a:cubicBezTo>
                <a:cubicBezTo>
                  <a:pt x="82" y="0"/>
                  <a:pt x="54" y="12"/>
                  <a:pt x="33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3" y="192"/>
                </a:cubicBezTo>
                <a:cubicBezTo>
                  <a:pt x="54" y="213"/>
                  <a:pt x="82" y="224"/>
                  <a:pt x="112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3" name=""/>
          <p:cNvSpPr/>
          <p:nvPr/>
        </p:nvSpPr>
        <p:spPr>
          <a:xfrm>
            <a:off x="10664280" y="554220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1" y="224"/>
                  <a:pt x="170" y="213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2"/>
                  <a:pt x="212" y="54"/>
                  <a:pt x="191" y="33"/>
                </a:cubicBezTo>
                <a:cubicBezTo>
                  <a:pt x="170" y="12"/>
                  <a:pt x="141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2" y="54"/>
                  <a:pt x="0" y="82"/>
                  <a:pt x="0" y="113"/>
                </a:cubicBezTo>
                <a:cubicBezTo>
                  <a:pt x="0" y="142"/>
                  <a:pt x="12" y="171"/>
                  <a:pt x="32" y="192"/>
                </a:cubicBezTo>
                <a:cubicBezTo>
                  <a:pt x="53" y="213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4" name=""/>
          <p:cNvSpPr/>
          <p:nvPr/>
        </p:nvSpPr>
        <p:spPr>
          <a:xfrm>
            <a:off x="10587240" y="5472720"/>
            <a:ext cx="80640" cy="80640"/>
          </a:xfrm>
          <a:custGeom>
            <a:avLst/>
            <a:gdLst/>
            <a:ahLst/>
            <a:rect l="0" t="0" r="r" b="b"/>
            <a:pathLst>
              <a:path w="224" h="224">
                <a:moveTo>
                  <a:pt x="111" y="224"/>
                </a:moveTo>
                <a:cubicBezTo>
                  <a:pt x="142" y="224"/>
                  <a:pt x="170" y="212"/>
                  <a:pt x="191" y="192"/>
                </a:cubicBezTo>
                <a:cubicBezTo>
                  <a:pt x="212" y="171"/>
                  <a:pt x="224" y="142"/>
                  <a:pt x="224" y="113"/>
                </a:cubicBezTo>
                <a:cubicBezTo>
                  <a:pt x="224" y="83"/>
                  <a:pt x="212" y="54"/>
                  <a:pt x="191" y="33"/>
                </a:cubicBezTo>
                <a:cubicBezTo>
                  <a:pt x="170" y="12"/>
                  <a:pt x="142" y="0"/>
                  <a:pt x="111" y="0"/>
                </a:cubicBezTo>
                <a:cubicBezTo>
                  <a:pt x="82" y="0"/>
                  <a:pt x="53" y="12"/>
                  <a:pt x="32" y="33"/>
                </a:cubicBezTo>
                <a:cubicBezTo>
                  <a:pt x="11" y="54"/>
                  <a:pt x="0" y="83"/>
                  <a:pt x="0" y="113"/>
                </a:cubicBezTo>
                <a:cubicBezTo>
                  <a:pt x="0" y="142"/>
                  <a:pt x="11" y="171"/>
                  <a:pt x="32" y="192"/>
                </a:cubicBezTo>
                <a:cubicBezTo>
                  <a:pt x="53" y="212"/>
                  <a:pt x="82" y="224"/>
                  <a:pt x="111" y="22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415" name=""/>
          <p:cNvSpPr/>
          <p:nvPr/>
        </p:nvSpPr>
        <p:spPr>
          <a:xfrm flipV="1">
            <a:off x="1454400" y="3840120"/>
            <a:ext cx="0" cy="18838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416" name=""/>
          <p:cNvSpPr/>
          <p:nvPr/>
        </p:nvSpPr>
        <p:spPr>
          <a:xfrm>
            <a:off x="1454400" y="5724000"/>
            <a:ext cx="99212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417" name=""/>
          <p:cNvSpPr/>
          <p:nvPr/>
        </p:nvSpPr>
        <p:spPr>
          <a:xfrm>
            <a:off x="10667880" y="394992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0a7d6e"/>
          </a:solidFill>
          <a:ln w="12600">
            <a:solidFill>
              <a:srgbClr val="0a7d6e"/>
            </a:solidFill>
            <a:miter/>
          </a:ln>
        </p:spPr>
      </p:sp>
      <p:sp>
        <p:nvSpPr>
          <p:cNvPr id="418" name=""/>
          <p:cNvSpPr txBox="1"/>
          <p:nvPr/>
        </p:nvSpPr>
        <p:spPr>
          <a:xfrm rot="16200000">
            <a:off x="-135000" y="4711320"/>
            <a:ext cx="26312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Value (n-metrics normalized to cohort max)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419" name=""/>
          <p:cNvSpPr/>
          <p:nvPr/>
        </p:nvSpPr>
        <p:spPr>
          <a:xfrm>
            <a:off x="10667880" y="41176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c53e1f"/>
          </a:solidFill>
          <a:ln w="12600">
            <a:solidFill>
              <a:srgbClr val="c53e1f"/>
            </a:solidFill>
            <a:miter/>
          </a:ln>
        </p:spPr>
      </p:sp>
      <p:sp>
        <p:nvSpPr>
          <p:cNvPr id="420" name=""/>
          <p:cNvSpPr txBox="1"/>
          <p:nvPr/>
        </p:nvSpPr>
        <p:spPr>
          <a:xfrm>
            <a:off x="10988280" y="392400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21" name=""/>
          <p:cNvSpPr txBox="1"/>
          <p:nvPr/>
        </p:nvSpPr>
        <p:spPr>
          <a:xfrm>
            <a:off x="10988280" y="409176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22" name="TextBox 421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S7 — TRUST4 immune repertoire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486360" cy="4422600"/>
          </a:xfrm>
          <a:custGeom>
            <a:avLst/>
            <a:gdLst/>
            <a:ahLst/>
            <a:rect l="0" t="0" r="r" b="b"/>
            <a:pathLst>
              <a:path w="26351" h="12285">
                <a:moveTo>
                  <a:pt x="0" y="12285"/>
                </a:moveTo>
                <a:lnTo>
                  <a:pt x="26351" y="12285"/>
                </a:lnTo>
                <a:lnTo>
                  <a:pt x="26351" y="0"/>
                </a:lnTo>
                <a:lnTo>
                  <a:pt x="0" y="0"/>
                </a:lnTo>
                <a:lnTo>
                  <a:pt x="0" y="1228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890640" y="91440"/>
            <a:ext cx="2431440" cy="3872520"/>
          </a:xfrm>
          <a:custGeom>
            <a:avLst/>
            <a:gdLst/>
            <a:ahLst/>
            <a:rect l="0" t="0" r="r" b="b"/>
            <a:pathLst>
              <a:path w="6754" h="10757">
                <a:moveTo>
                  <a:pt x="0" y="10757"/>
                </a:moveTo>
                <a:lnTo>
                  <a:pt x="6754" y="10757"/>
                </a:lnTo>
                <a:lnTo>
                  <a:pt x="6754" y="0"/>
                </a:lnTo>
                <a:lnTo>
                  <a:pt x="0" y="0"/>
                </a:lnTo>
                <a:lnTo>
                  <a:pt x="0" y="1075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21464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21464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86300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86300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123920" y="40273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51136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251136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772280" y="40273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315972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315972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420640" y="40273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3069000" y="40273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852480" y="3787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 flipH="1">
            <a:off x="852480" y="3787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>
            <a:off x="1175040" y="4186440"/>
            <a:ext cx="1855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LOOCV AUC  (95% Hanley CI)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852480" y="202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 flipH="1">
            <a:off x="852480" y="202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>
            <a:off x="663120" y="3725280"/>
            <a:ext cx="14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RF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852480" y="267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852480" y="267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91440" y="1965240"/>
            <a:ext cx="715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ElasticNetLR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1148760" y="3787560"/>
            <a:ext cx="1278000" cy="0"/>
          </a:xfrm>
          <a:prstGeom prst="line">
            <a:avLst/>
          </a:prstGeom>
          <a:ln cap="sq" w="25200">
            <a:solidFill>
              <a:srgbClr val="5a677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/>
          <p:nvPr/>
        </p:nvSpPr>
        <p:spPr>
          <a:xfrm>
            <a:off x="1479960" y="2027520"/>
            <a:ext cx="1219680" cy="0"/>
          </a:xfrm>
          <a:prstGeom prst="line">
            <a:avLst/>
          </a:prstGeom>
          <a:ln cap="sq" w="25200">
            <a:solidFill>
              <a:srgbClr val="d4a3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/>
          <p:nvPr/>
        </p:nvSpPr>
        <p:spPr>
          <a:xfrm>
            <a:off x="1809360" y="267120"/>
            <a:ext cx="1111680" cy="0"/>
          </a:xfrm>
          <a:prstGeom prst="line">
            <a:avLst/>
          </a:prstGeom>
          <a:ln cap="sq" w="25200">
            <a:solidFill>
              <a:srgbClr val="0a7d6e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/>
          <p:nvPr/>
        </p:nvSpPr>
        <p:spPr>
          <a:xfrm flipV="1">
            <a:off x="1539000" y="91440"/>
            <a:ext cx="0" cy="3872160"/>
          </a:xfrm>
          <a:prstGeom prst="line">
            <a:avLst/>
          </a:prstGeom>
          <a:ln w="10080">
            <a:solidFill>
              <a:srgbClr val="5a6772"/>
            </a:solidFill>
            <a:custDash>
              <a:ds d="371429" sp="160714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3" name=""/>
          <p:cNvSpPr/>
          <p:nvPr/>
        </p:nvSpPr>
        <p:spPr>
          <a:xfrm flipV="1">
            <a:off x="890640" y="91440"/>
            <a:ext cx="0" cy="38721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/>
          <p:nvPr/>
        </p:nvSpPr>
        <p:spPr>
          <a:xfrm>
            <a:off x="890640" y="3963600"/>
            <a:ext cx="243108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/>
          <p:nvPr/>
        </p:nvSpPr>
        <p:spPr>
          <a:xfrm>
            <a:off x="1707480" y="3707280"/>
            <a:ext cx="160920" cy="161280"/>
          </a:xfrm>
          <a:custGeom>
            <a:avLst/>
            <a:gdLst/>
            <a:ahLst/>
            <a:rect l="0" t="0" r="r" b="b"/>
            <a:pathLst>
              <a:path w="447" h="448">
                <a:moveTo>
                  <a:pt x="223" y="448"/>
                </a:moveTo>
                <a:cubicBezTo>
                  <a:pt x="282" y="448"/>
                  <a:pt x="339" y="424"/>
                  <a:pt x="381" y="382"/>
                </a:cubicBezTo>
                <a:cubicBezTo>
                  <a:pt x="424" y="340"/>
                  <a:pt x="447" y="284"/>
                  <a:pt x="447" y="224"/>
                </a:cubicBezTo>
                <a:cubicBezTo>
                  <a:pt x="447" y="164"/>
                  <a:pt x="424" y="108"/>
                  <a:pt x="381" y="66"/>
                </a:cubicBezTo>
                <a:cubicBezTo>
                  <a:pt x="339" y="24"/>
                  <a:pt x="282" y="0"/>
                  <a:pt x="223" y="0"/>
                </a:cubicBezTo>
                <a:cubicBezTo>
                  <a:pt x="164" y="0"/>
                  <a:pt x="107" y="24"/>
                  <a:pt x="66" y="66"/>
                </a:cubicBezTo>
                <a:cubicBezTo>
                  <a:pt x="24" y="108"/>
                  <a:pt x="0" y="164"/>
                  <a:pt x="0" y="224"/>
                </a:cubicBezTo>
                <a:cubicBezTo>
                  <a:pt x="0" y="284"/>
                  <a:pt x="24" y="340"/>
                  <a:pt x="66" y="382"/>
                </a:cubicBezTo>
                <a:cubicBezTo>
                  <a:pt x="107" y="424"/>
                  <a:pt x="164" y="448"/>
                  <a:pt x="223" y="448"/>
                </a:cubicBezTo>
                <a:close/>
              </a:path>
            </a:pathLst>
          </a:custGeom>
          <a:solidFill>
            <a:srgbClr val="5a6772"/>
          </a:solidFill>
          <a:ln w="10080">
            <a:solidFill>
              <a:srgbClr val="0e2a47"/>
            </a:solidFill>
            <a:round/>
          </a:ln>
        </p:spPr>
      </p:sp>
      <p:sp>
        <p:nvSpPr>
          <p:cNvPr id="66" name=""/>
          <p:cNvSpPr txBox="1"/>
          <p:nvPr/>
        </p:nvSpPr>
        <p:spPr>
          <a:xfrm>
            <a:off x="342360" y="204840"/>
            <a:ext cx="4669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LassoLR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2009520" y="1947240"/>
            <a:ext cx="160920" cy="160920"/>
          </a:xfrm>
          <a:custGeom>
            <a:avLst/>
            <a:gdLst/>
            <a:ahLst/>
            <a:rect l="0" t="0" r="r" b="b"/>
            <a:pathLst>
              <a:path w="447" h="447">
                <a:moveTo>
                  <a:pt x="223" y="447"/>
                </a:moveTo>
                <a:cubicBezTo>
                  <a:pt x="282" y="447"/>
                  <a:pt x="339" y="424"/>
                  <a:pt x="381" y="382"/>
                </a:cubicBezTo>
                <a:cubicBezTo>
                  <a:pt x="423" y="340"/>
                  <a:pt x="447" y="283"/>
                  <a:pt x="447" y="224"/>
                </a:cubicBezTo>
                <a:cubicBezTo>
                  <a:pt x="447" y="164"/>
                  <a:pt x="423" y="107"/>
                  <a:pt x="381" y="65"/>
                </a:cubicBezTo>
                <a:cubicBezTo>
                  <a:pt x="339" y="23"/>
                  <a:pt x="282" y="0"/>
                  <a:pt x="223" y="0"/>
                </a:cubicBezTo>
                <a:cubicBezTo>
                  <a:pt x="164" y="0"/>
                  <a:pt x="107" y="23"/>
                  <a:pt x="65" y="65"/>
                </a:cubicBezTo>
                <a:cubicBezTo>
                  <a:pt x="23" y="107"/>
                  <a:pt x="0" y="164"/>
                  <a:pt x="0" y="224"/>
                </a:cubicBezTo>
                <a:cubicBezTo>
                  <a:pt x="0" y="283"/>
                  <a:pt x="23" y="340"/>
                  <a:pt x="65" y="382"/>
                </a:cubicBezTo>
                <a:cubicBezTo>
                  <a:pt x="107" y="424"/>
                  <a:pt x="164" y="447"/>
                  <a:pt x="223" y="447"/>
                </a:cubicBezTo>
                <a:close/>
              </a:path>
            </a:pathLst>
          </a:custGeom>
          <a:solidFill>
            <a:srgbClr val="d4a300"/>
          </a:solidFill>
          <a:ln w="10080">
            <a:solidFill>
              <a:srgbClr val="0e2a47"/>
            </a:solidFill>
            <a:round/>
          </a:ln>
        </p:spPr>
      </p:sp>
      <p:sp>
        <p:nvSpPr>
          <p:cNvPr id="68" name=""/>
          <p:cNvSpPr txBox="1"/>
          <p:nvPr/>
        </p:nvSpPr>
        <p:spPr>
          <a:xfrm>
            <a:off x="2491920" y="3713400"/>
            <a:ext cx="1399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AUC=0.577  Acc=0.57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2284920" y="186840"/>
            <a:ext cx="160920" cy="161280"/>
          </a:xfrm>
          <a:custGeom>
            <a:avLst/>
            <a:gdLst/>
            <a:ahLst/>
            <a:rect l="0" t="0" r="r" b="b"/>
            <a:pathLst>
              <a:path w="447" h="448">
                <a:moveTo>
                  <a:pt x="224" y="448"/>
                </a:moveTo>
                <a:cubicBezTo>
                  <a:pt x="283" y="448"/>
                  <a:pt x="340" y="424"/>
                  <a:pt x="382" y="382"/>
                </a:cubicBezTo>
                <a:cubicBezTo>
                  <a:pt x="424" y="340"/>
                  <a:pt x="447" y="284"/>
                  <a:pt x="447" y="224"/>
                </a:cubicBezTo>
                <a:cubicBezTo>
                  <a:pt x="447" y="165"/>
                  <a:pt x="424" y="108"/>
                  <a:pt x="382" y="66"/>
                </a:cubicBezTo>
                <a:cubicBezTo>
                  <a:pt x="340" y="24"/>
                  <a:pt x="283" y="0"/>
                  <a:pt x="224" y="0"/>
                </a:cubicBezTo>
                <a:cubicBezTo>
                  <a:pt x="165" y="0"/>
                  <a:pt x="107" y="24"/>
                  <a:pt x="65" y="66"/>
                </a:cubicBezTo>
                <a:cubicBezTo>
                  <a:pt x="23" y="108"/>
                  <a:pt x="0" y="165"/>
                  <a:pt x="0" y="224"/>
                </a:cubicBezTo>
                <a:cubicBezTo>
                  <a:pt x="0" y="284"/>
                  <a:pt x="23" y="340"/>
                  <a:pt x="65" y="382"/>
                </a:cubicBezTo>
                <a:cubicBezTo>
                  <a:pt x="107" y="424"/>
                  <a:pt x="165" y="448"/>
                  <a:pt x="224" y="448"/>
                </a:cubicBezTo>
                <a:close/>
              </a:path>
            </a:pathLst>
          </a:custGeom>
          <a:solidFill>
            <a:srgbClr val="0a7d6e"/>
          </a:solidFill>
          <a:ln w="10080">
            <a:solidFill>
              <a:srgbClr val="0e2a47"/>
            </a:solidFill>
            <a:round/>
          </a:ln>
        </p:spPr>
      </p:sp>
      <p:sp>
        <p:nvSpPr>
          <p:cNvPr id="70" name=""/>
          <p:cNvSpPr txBox="1"/>
          <p:nvPr/>
        </p:nvSpPr>
        <p:spPr>
          <a:xfrm>
            <a:off x="2764800" y="1953000"/>
            <a:ext cx="1399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AUC=0.670  Acc=0.69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5857920" y="91440"/>
            <a:ext cx="3537000" cy="3872520"/>
          </a:xfrm>
          <a:custGeom>
            <a:avLst/>
            <a:gdLst/>
            <a:ahLst/>
            <a:rect l="0" t="0" r="r" b="b"/>
            <a:pathLst>
              <a:path w="9825" h="10757">
                <a:moveTo>
                  <a:pt x="0" y="10757"/>
                </a:moveTo>
                <a:lnTo>
                  <a:pt x="9825" y="10757"/>
                </a:lnTo>
                <a:lnTo>
                  <a:pt x="9825" y="0"/>
                </a:lnTo>
                <a:lnTo>
                  <a:pt x="0" y="0"/>
                </a:lnTo>
                <a:lnTo>
                  <a:pt x="0" y="1075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>
            <a:off x="585792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3" name=""/>
          <p:cNvSpPr/>
          <p:nvPr/>
        </p:nvSpPr>
        <p:spPr>
          <a:xfrm>
            <a:off x="585792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 txBox="1"/>
          <p:nvPr/>
        </p:nvSpPr>
        <p:spPr>
          <a:xfrm>
            <a:off x="2986200" y="192960"/>
            <a:ext cx="1399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AUC=0.755  Acc=0.66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626400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6" name=""/>
          <p:cNvSpPr/>
          <p:nvPr/>
        </p:nvSpPr>
        <p:spPr>
          <a:xfrm>
            <a:off x="626400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7" name=""/>
          <p:cNvSpPr txBox="1"/>
          <p:nvPr/>
        </p:nvSpPr>
        <p:spPr>
          <a:xfrm>
            <a:off x="573804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0.00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666972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9" name=""/>
          <p:cNvSpPr/>
          <p:nvPr/>
        </p:nvSpPr>
        <p:spPr>
          <a:xfrm>
            <a:off x="666972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 txBox="1"/>
          <p:nvPr/>
        </p:nvSpPr>
        <p:spPr>
          <a:xfrm>
            <a:off x="614376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0.01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707544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2" name=""/>
          <p:cNvSpPr/>
          <p:nvPr/>
        </p:nvSpPr>
        <p:spPr>
          <a:xfrm>
            <a:off x="707544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 txBox="1"/>
          <p:nvPr/>
        </p:nvSpPr>
        <p:spPr>
          <a:xfrm>
            <a:off x="654984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748116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5" name=""/>
          <p:cNvSpPr/>
          <p:nvPr/>
        </p:nvSpPr>
        <p:spPr>
          <a:xfrm>
            <a:off x="748116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 txBox="1"/>
          <p:nvPr/>
        </p:nvSpPr>
        <p:spPr>
          <a:xfrm>
            <a:off x="695556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788688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88" name=""/>
          <p:cNvSpPr/>
          <p:nvPr/>
        </p:nvSpPr>
        <p:spPr>
          <a:xfrm>
            <a:off x="788688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9" name=""/>
          <p:cNvSpPr txBox="1"/>
          <p:nvPr/>
        </p:nvSpPr>
        <p:spPr>
          <a:xfrm>
            <a:off x="736128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829260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1" name=""/>
          <p:cNvSpPr/>
          <p:nvPr/>
        </p:nvSpPr>
        <p:spPr>
          <a:xfrm>
            <a:off x="829260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 txBox="1"/>
          <p:nvPr/>
        </p:nvSpPr>
        <p:spPr>
          <a:xfrm>
            <a:off x="776700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0.05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869868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4" name=""/>
          <p:cNvSpPr/>
          <p:nvPr/>
        </p:nvSpPr>
        <p:spPr>
          <a:xfrm>
            <a:off x="869868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" name=""/>
          <p:cNvSpPr txBox="1"/>
          <p:nvPr/>
        </p:nvSpPr>
        <p:spPr>
          <a:xfrm>
            <a:off x="817272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910440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97" name=""/>
          <p:cNvSpPr/>
          <p:nvPr/>
        </p:nvSpPr>
        <p:spPr>
          <a:xfrm>
            <a:off x="910440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 txBox="1"/>
          <p:nvPr/>
        </p:nvSpPr>
        <p:spPr>
          <a:xfrm>
            <a:off x="857844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0.07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8984520" y="4033080"/>
            <a:ext cx="241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1d3557"/>
                </a:solidFill>
                <a:latin typeface="DejaVuSans"/>
              </a:rPr>
              <a:t>0.08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5820120" y="37234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 flipH="1">
            <a:off x="5820120" y="37234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>
            <a:off x="6208920" y="4186440"/>
            <a:ext cx="28306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RF feature importance (mean decrease Gini)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5820120" y="35449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 flipH="1">
            <a:off x="5820120" y="35449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>
            <a:off x="4415400" y="3666960"/>
            <a:ext cx="1370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Stemness_mRNAsi_proxy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5820120" y="33663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 flipH="1">
            <a:off x="5820120" y="33663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>
            <a:off x="4749120" y="3488400"/>
            <a:ext cx="1033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TGF-beta Signaling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5820120" y="31878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 flipH="1">
            <a:off x="5820120" y="31878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>
            <a:off x="5261760" y="3308400"/>
            <a:ext cx="515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n_nonsyn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5820120" y="30092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 flipH="1">
            <a:off x="5820120" y="30092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>
            <a:off x="5214600" y="3129840"/>
            <a:ext cx="563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MMR_prop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5820120" y="28306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 flipH="1">
            <a:off x="5820120" y="28306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>
            <a:off x="4990320" y="2952000"/>
            <a:ext cx="797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IFNg_Ayers_18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5820120" y="26524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 flipH="1">
            <a:off x="5820120" y="26524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>
            <a:off x="5274000" y="2774160"/>
            <a:ext cx="505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frac_amp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5820120" y="24739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 flipH="1">
            <a:off x="5820120" y="24739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>
            <a:off x="5151600" y="2595960"/>
            <a:ext cx="646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E2F Targets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5820120" y="22953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 flipH="1">
            <a:off x="5820120" y="22953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>
            <a:off x="5587560" y="2417400"/>
            <a:ext cx="189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CIN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5820120" y="21168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 flipH="1">
            <a:off x="5820120" y="21168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>
            <a:off x="5574600" y="2238840"/>
            <a:ext cx="203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age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5820120" y="19382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 flipH="1">
            <a:off x="5820120" y="19382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>
            <a:off x="4835880" y="2059200"/>
            <a:ext cx="947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NLRC5_HLA_IFNG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5820120" y="17596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 flipH="1">
            <a:off x="5820120" y="17596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>
            <a:off x="4835160" y="1881720"/>
            <a:ext cx="947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CD8_proliferation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5820120" y="15811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7" name=""/>
          <p:cNvSpPr/>
          <p:nvPr/>
        </p:nvSpPr>
        <p:spPr>
          <a:xfrm flipH="1">
            <a:off x="5820120" y="15811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 txBox="1"/>
          <p:nvPr/>
        </p:nvSpPr>
        <p:spPr>
          <a:xfrm>
            <a:off x="4849560" y="1703160"/>
            <a:ext cx="930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G2-M Checkpoint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5820120" y="14025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0" name=""/>
          <p:cNvSpPr/>
          <p:nvPr/>
        </p:nvSpPr>
        <p:spPr>
          <a:xfrm flipH="1">
            <a:off x="5820120" y="14025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1" name=""/>
          <p:cNvSpPr txBox="1"/>
          <p:nvPr/>
        </p:nvSpPr>
        <p:spPr>
          <a:xfrm>
            <a:off x="5134680" y="1524600"/>
            <a:ext cx="646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TLS_Cabrita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5820120" y="12240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3" name=""/>
          <p:cNvSpPr/>
          <p:nvPr/>
        </p:nvSpPr>
        <p:spPr>
          <a:xfrm flipH="1">
            <a:off x="5820120" y="12240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4" name=""/>
          <p:cNvSpPr txBox="1"/>
          <p:nvPr/>
        </p:nvSpPr>
        <p:spPr>
          <a:xfrm>
            <a:off x="4408920" y="1346040"/>
            <a:ext cx="1383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DNA Repair R-HSA-73894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5820120" y="104580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6" name=""/>
          <p:cNvSpPr/>
          <p:nvPr/>
        </p:nvSpPr>
        <p:spPr>
          <a:xfrm flipH="1">
            <a:off x="5820120" y="104580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7" name=""/>
          <p:cNvSpPr txBox="1"/>
          <p:nvPr/>
        </p:nvSpPr>
        <p:spPr>
          <a:xfrm>
            <a:off x="5348880" y="1167480"/>
            <a:ext cx="430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frac_del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5820120" y="86724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 flipH="1">
            <a:off x="5820120" y="86724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 txBox="1"/>
          <p:nvPr/>
        </p:nvSpPr>
        <p:spPr>
          <a:xfrm>
            <a:off x="5408280" y="988200"/>
            <a:ext cx="369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MHC_II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5820120" y="68868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 flipH="1">
            <a:off x="5820120" y="68868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 txBox="1"/>
          <p:nvPr/>
        </p:nvSpPr>
        <p:spPr>
          <a:xfrm>
            <a:off x="2469240" y="810720"/>
            <a:ext cx="3321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HDR Thru Homologous Recombination (HRR) R-HSA-5685942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5820120" y="51012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 flipH="1">
            <a:off x="5820120" y="51012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>
            <a:off x="5339520" y="632160"/>
            <a:ext cx="441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Hypoxia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5820120" y="331560"/>
            <a:ext cx="37800" cy="0"/>
          </a:xfrm>
          <a:custGeom>
            <a:avLst/>
            <a:gdLst/>
            <a:ahLst/>
            <a:rect l="0" t="0" r="r" b="b"/>
            <a:pathLst>
              <a:path w="105" h="0">
                <a:moveTo>
                  <a:pt x="105" y="0"/>
                </a:move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 flipH="1">
            <a:off x="5820120" y="331560"/>
            <a:ext cx="3780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3111480" y="453600"/>
            <a:ext cx="2689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DNA Double-Strand Break Repair R-HSA-5693532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5857920" y="3659040"/>
            <a:ext cx="1158120" cy="128880"/>
          </a:xfrm>
          <a:custGeom>
            <a:avLst/>
            <a:gdLst/>
            <a:ahLst/>
            <a:rect l="0" t="0" r="r" b="b"/>
            <a:pathLst>
              <a:path w="3217" h="358">
                <a:moveTo>
                  <a:pt x="0" y="358"/>
                </a:moveTo>
                <a:lnTo>
                  <a:pt x="3217" y="358"/>
                </a:lnTo>
                <a:lnTo>
                  <a:pt x="3217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1" name=""/>
          <p:cNvSpPr/>
          <p:nvPr/>
        </p:nvSpPr>
        <p:spPr>
          <a:xfrm>
            <a:off x="5857920" y="3480840"/>
            <a:ext cx="1168560" cy="128880"/>
          </a:xfrm>
          <a:custGeom>
            <a:avLst/>
            <a:gdLst/>
            <a:ahLst/>
            <a:rect l="0" t="0" r="r" b="b"/>
            <a:pathLst>
              <a:path w="3246" h="358">
                <a:moveTo>
                  <a:pt x="0" y="358"/>
                </a:moveTo>
                <a:lnTo>
                  <a:pt x="3246" y="358"/>
                </a:lnTo>
                <a:lnTo>
                  <a:pt x="3246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2" name=""/>
          <p:cNvSpPr/>
          <p:nvPr/>
        </p:nvSpPr>
        <p:spPr>
          <a:xfrm>
            <a:off x="5857920" y="3302280"/>
            <a:ext cx="1185120" cy="128880"/>
          </a:xfrm>
          <a:custGeom>
            <a:avLst/>
            <a:gdLst/>
            <a:ahLst/>
            <a:rect l="0" t="0" r="r" b="b"/>
            <a:pathLst>
              <a:path w="3292" h="358">
                <a:moveTo>
                  <a:pt x="0" y="358"/>
                </a:moveTo>
                <a:lnTo>
                  <a:pt x="3292" y="358"/>
                </a:lnTo>
                <a:lnTo>
                  <a:pt x="3292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3" name=""/>
          <p:cNvSpPr/>
          <p:nvPr/>
        </p:nvSpPr>
        <p:spPr>
          <a:xfrm>
            <a:off x="5857920" y="3123720"/>
            <a:ext cx="1217160" cy="128880"/>
          </a:xfrm>
          <a:custGeom>
            <a:avLst/>
            <a:gdLst/>
            <a:ahLst/>
            <a:rect l="0" t="0" r="r" b="b"/>
            <a:pathLst>
              <a:path w="3381" h="358">
                <a:moveTo>
                  <a:pt x="0" y="358"/>
                </a:moveTo>
                <a:lnTo>
                  <a:pt x="3381" y="358"/>
                </a:lnTo>
                <a:lnTo>
                  <a:pt x="3381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4" name=""/>
          <p:cNvSpPr/>
          <p:nvPr/>
        </p:nvSpPr>
        <p:spPr>
          <a:xfrm>
            <a:off x="5857920" y="2945160"/>
            <a:ext cx="1283760" cy="128880"/>
          </a:xfrm>
          <a:custGeom>
            <a:avLst/>
            <a:gdLst/>
            <a:ahLst/>
            <a:rect l="0" t="0" r="r" b="b"/>
            <a:pathLst>
              <a:path w="3566" h="358">
                <a:moveTo>
                  <a:pt x="0" y="358"/>
                </a:moveTo>
                <a:lnTo>
                  <a:pt x="3566" y="358"/>
                </a:lnTo>
                <a:lnTo>
                  <a:pt x="3566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5" name=""/>
          <p:cNvSpPr/>
          <p:nvPr/>
        </p:nvSpPr>
        <p:spPr>
          <a:xfrm>
            <a:off x="5857920" y="2766600"/>
            <a:ext cx="1285200" cy="128880"/>
          </a:xfrm>
          <a:custGeom>
            <a:avLst/>
            <a:gdLst/>
            <a:ahLst/>
            <a:rect l="0" t="0" r="r" b="b"/>
            <a:pathLst>
              <a:path w="3570" h="358">
                <a:moveTo>
                  <a:pt x="0" y="358"/>
                </a:moveTo>
                <a:lnTo>
                  <a:pt x="3570" y="358"/>
                </a:lnTo>
                <a:lnTo>
                  <a:pt x="3570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6" name=""/>
          <p:cNvSpPr/>
          <p:nvPr/>
        </p:nvSpPr>
        <p:spPr>
          <a:xfrm>
            <a:off x="5857920" y="2588040"/>
            <a:ext cx="1290240" cy="128880"/>
          </a:xfrm>
          <a:custGeom>
            <a:avLst/>
            <a:gdLst/>
            <a:ahLst/>
            <a:rect l="0" t="0" r="r" b="b"/>
            <a:pathLst>
              <a:path w="3584" h="358">
                <a:moveTo>
                  <a:pt x="0" y="358"/>
                </a:moveTo>
                <a:lnTo>
                  <a:pt x="3584" y="358"/>
                </a:lnTo>
                <a:lnTo>
                  <a:pt x="3584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7" name=""/>
          <p:cNvSpPr/>
          <p:nvPr/>
        </p:nvSpPr>
        <p:spPr>
          <a:xfrm>
            <a:off x="5857920" y="2409480"/>
            <a:ext cx="1342440" cy="128880"/>
          </a:xfrm>
          <a:custGeom>
            <a:avLst/>
            <a:gdLst/>
            <a:ahLst/>
            <a:rect l="0" t="0" r="r" b="b"/>
            <a:pathLst>
              <a:path w="3729" h="358">
                <a:moveTo>
                  <a:pt x="0" y="358"/>
                </a:moveTo>
                <a:lnTo>
                  <a:pt x="3729" y="358"/>
                </a:lnTo>
                <a:lnTo>
                  <a:pt x="3729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8" name=""/>
          <p:cNvSpPr/>
          <p:nvPr/>
        </p:nvSpPr>
        <p:spPr>
          <a:xfrm>
            <a:off x="5857920" y="2230920"/>
            <a:ext cx="1346760" cy="128880"/>
          </a:xfrm>
          <a:custGeom>
            <a:avLst/>
            <a:gdLst/>
            <a:ahLst/>
            <a:rect l="0" t="0" r="r" b="b"/>
            <a:pathLst>
              <a:path w="3741" h="358">
                <a:moveTo>
                  <a:pt x="0" y="358"/>
                </a:moveTo>
                <a:lnTo>
                  <a:pt x="3741" y="358"/>
                </a:lnTo>
                <a:lnTo>
                  <a:pt x="3741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69" name=""/>
          <p:cNvSpPr/>
          <p:nvPr/>
        </p:nvSpPr>
        <p:spPr>
          <a:xfrm>
            <a:off x="5857920" y="2052360"/>
            <a:ext cx="1360080" cy="128880"/>
          </a:xfrm>
          <a:custGeom>
            <a:avLst/>
            <a:gdLst/>
            <a:ahLst/>
            <a:rect l="0" t="0" r="r" b="b"/>
            <a:pathLst>
              <a:path w="3778" h="358">
                <a:moveTo>
                  <a:pt x="0" y="358"/>
                </a:moveTo>
                <a:lnTo>
                  <a:pt x="3778" y="358"/>
                </a:lnTo>
                <a:lnTo>
                  <a:pt x="3778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0" name=""/>
          <p:cNvSpPr/>
          <p:nvPr/>
        </p:nvSpPr>
        <p:spPr>
          <a:xfrm>
            <a:off x="5857920" y="1873800"/>
            <a:ext cx="1409040" cy="129240"/>
          </a:xfrm>
          <a:custGeom>
            <a:avLst/>
            <a:gdLst/>
            <a:ahLst/>
            <a:rect l="0" t="0" r="r" b="b"/>
            <a:pathLst>
              <a:path w="3914" h="359">
                <a:moveTo>
                  <a:pt x="0" y="359"/>
                </a:moveTo>
                <a:lnTo>
                  <a:pt x="3914" y="359"/>
                </a:lnTo>
                <a:lnTo>
                  <a:pt x="3914" y="0"/>
                </a:lnTo>
                <a:lnTo>
                  <a:pt x="0" y="0"/>
                </a:lnTo>
                <a:lnTo>
                  <a:pt x="0" y="359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1" name=""/>
          <p:cNvSpPr/>
          <p:nvPr/>
        </p:nvSpPr>
        <p:spPr>
          <a:xfrm>
            <a:off x="5857920" y="1695600"/>
            <a:ext cx="1454400" cy="128880"/>
          </a:xfrm>
          <a:custGeom>
            <a:avLst/>
            <a:gdLst/>
            <a:ahLst/>
            <a:rect l="0" t="0" r="r" b="b"/>
            <a:pathLst>
              <a:path w="4040" h="358">
                <a:moveTo>
                  <a:pt x="0" y="358"/>
                </a:moveTo>
                <a:lnTo>
                  <a:pt x="4040" y="358"/>
                </a:lnTo>
                <a:lnTo>
                  <a:pt x="4040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2" name=""/>
          <p:cNvSpPr/>
          <p:nvPr/>
        </p:nvSpPr>
        <p:spPr>
          <a:xfrm>
            <a:off x="5857920" y="1517040"/>
            <a:ext cx="1586160" cy="128880"/>
          </a:xfrm>
          <a:custGeom>
            <a:avLst/>
            <a:gdLst/>
            <a:ahLst/>
            <a:rect l="0" t="0" r="r" b="b"/>
            <a:pathLst>
              <a:path w="4406" h="358">
                <a:moveTo>
                  <a:pt x="0" y="358"/>
                </a:moveTo>
                <a:lnTo>
                  <a:pt x="4406" y="358"/>
                </a:lnTo>
                <a:lnTo>
                  <a:pt x="4406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3" name=""/>
          <p:cNvSpPr/>
          <p:nvPr/>
        </p:nvSpPr>
        <p:spPr>
          <a:xfrm>
            <a:off x="5857920" y="1338480"/>
            <a:ext cx="1632600" cy="128880"/>
          </a:xfrm>
          <a:custGeom>
            <a:avLst/>
            <a:gdLst/>
            <a:ahLst/>
            <a:rect l="0" t="0" r="r" b="b"/>
            <a:pathLst>
              <a:path w="4535" h="358">
                <a:moveTo>
                  <a:pt x="0" y="358"/>
                </a:moveTo>
                <a:lnTo>
                  <a:pt x="4535" y="358"/>
                </a:lnTo>
                <a:lnTo>
                  <a:pt x="4535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4" name=""/>
          <p:cNvSpPr/>
          <p:nvPr/>
        </p:nvSpPr>
        <p:spPr>
          <a:xfrm>
            <a:off x="5857920" y="1159920"/>
            <a:ext cx="1707840" cy="128880"/>
          </a:xfrm>
          <a:custGeom>
            <a:avLst/>
            <a:gdLst/>
            <a:ahLst/>
            <a:rect l="0" t="0" r="r" b="b"/>
            <a:pathLst>
              <a:path w="4744" h="358">
                <a:moveTo>
                  <a:pt x="0" y="358"/>
                </a:moveTo>
                <a:lnTo>
                  <a:pt x="4744" y="358"/>
                </a:lnTo>
                <a:lnTo>
                  <a:pt x="4744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5" name=""/>
          <p:cNvSpPr/>
          <p:nvPr/>
        </p:nvSpPr>
        <p:spPr>
          <a:xfrm>
            <a:off x="5857920" y="981360"/>
            <a:ext cx="1745640" cy="128880"/>
          </a:xfrm>
          <a:custGeom>
            <a:avLst/>
            <a:gdLst/>
            <a:ahLst/>
            <a:rect l="0" t="0" r="r" b="b"/>
            <a:pathLst>
              <a:path w="4849" h="358">
                <a:moveTo>
                  <a:pt x="0" y="358"/>
                </a:moveTo>
                <a:lnTo>
                  <a:pt x="4849" y="358"/>
                </a:lnTo>
                <a:lnTo>
                  <a:pt x="4849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6" name=""/>
          <p:cNvSpPr/>
          <p:nvPr/>
        </p:nvSpPr>
        <p:spPr>
          <a:xfrm>
            <a:off x="5857920" y="802800"/>
            <a:ext cx="1755000" cy="128880"/>
          </a:xfrm>
          <a:custGeom>
            <a:avLst/>
            <a:gdLst/>
            <a:ahLst/>
            <a:rect l="0" t="0" r="r" b="b"/>
            <a:pathLst>
              <a:path w="4875" h="358">
                <a:moveTo>
                  <a:pt x="0" y="358"/>
                </a:moveTo>
                <a:lnTo>
                  <a:pt x="4875" y="358"/>
                </a:lnTo>
                <a:lnTo>
                  <a:pt x="4875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7" name=""/>
          <p:cNvSpPr/>
          <p:nvPr/>
        </p:nvSpPr>
        <p:spPr>
          <a:xfrm>
            <a:off x="5857920" y="624240"/>
            <a:ext cx="1764720" cy="128880"/>
          </a:xfrm>
          <a:custGeom>
            <a:avLst/>
            <a:gdLst/>
            <a:ahLst/>
            <a:rect l="0" t="0" r="r" b="b"/>
            <a:pathLst>
              <a:path w="4902" h="358">
                <a:moveTo>
                  <a:pt x="0" y="358"/>
                </a:moveTo>
                <a:lnTo>
                  <a:pt x="4902" y="358"/>
                </a:lnTo>
                <a:lnTo>
                  <a:pt x="4902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8" name=""/>
          <p:cNvSpPr/>
          <p:nvPr/>
        </p:nvSpPr>
        <p:spPr>
          <a:xfrm>
            <a:off x="5857920" y="445680"/>
            <a:ext cx="3116520" cy="128880"/>
          </a:xfrm>
          <a:custGeom>
            <a:avLst/>
            <a:gdLst/>
            <a:ahLst/>
            <a:rect l="0" t="0" r="r" b="b"/>
            <a:pathLst>
              <a:path w="8657" h="358">
                <a:moveTo>
                  <a:pt x="0" y="358"/>
                </a:moveTo>
                <a:lnTo>
                  <a:pt x="8657" y="358"/>
                </a:lnTo>
                <a:lnTo>
                  <a:pt x="8657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79" name=""/>
          <p:cNvSpPr/>
          <p:nvPr/>
        </p:nvSpPr>
        <p:spPr>
          <a:xfrm>
            <a:off x="5857920" y="267120"/>
            <a:ext cx="3368520" cy="128880"/>
          </a:xfrm>
          <a:custGeom>
            <a:avLst/>
            <a:gdLst/>
            <a:ahLst/>
            <a:rect l="0" t="0" r="r" b="b"/>
            <a:pathLst>
              <a:path w="9357" h="358">
                <a:moveTo>
                  <a:pt x="0" y="358"/>
                </a:moveTo>
                <a:lnTo>
                  <a:pt x="9357" y="358"/>
                </a:lnTo>
                <a:lnTo>
                  <a:pt x="9357" y="0"/>
                </a:lnTo>
                <a:lnTo>
                  <a:pt x="0" y="0"/>
                </a:lnTo>
                <a:lnTo>
                  <a:pt x="0" y="358"/>
                </a:lnTo>
                <a:close/>
              </a:path>
            </a:pathLst>
          </a:custGeom>
          <a:solidFill>
            <a:srgbClr val="0e2a47">
              <a:alpha val="88000"/>
            </a:srgbClr>
          </a:solidFill>
          <a:ln w="3600">
            <a:solidFill>
              <a:srgbClr val="0e2a47">
                <a:alpha val="88000"/>
              </a:srgbClr>
            </a:solidFill>
            <a:miter/>
          </a:ln>
        </p:spPr>
      </p:sp>
      <p:sp>
        <p:nvSpPr>
          <p:cNvPr id="180" name=""/>
          <p:cNvSpPr/>
          <p:nvPr/>
        </p:nvSpPr>
        <p:spPr>
          <a:xfrm flipV="1">
            <a:off x="5857920" y="91440"/>
            <a:ext cx="0" cy="38721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/>
          <p:nvPr/>
        </p:nvSpPr>
        <p:spPr>
          <a:xfrm>
            <a:off x="5857920" y="3963600"/>
            <a:ext cx="353664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82" name=""/>
          <p:cNvSpPr txBox="1"/>
          <p:nvPr/>
        </p:nvSpPr>
        <p:spPr>
          <a:xfrm>
            <a:off x="4957560" y="275040"/>
            <a:ext cx="842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Myc Targets V2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S8 — ML model comparison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439920" cy="4466880"/>
          </a:xfrm>
          <a:custGeom>
            <a:avLst/>
            <a:gdLst/>
            <a:ahLst/>
            <a:rect l="0" t="0" r="r" b="b"/>
            <a:pathLst>
              <a:path w="26222" h="12408">
                <a:moveTo>
                  <a:pt x="0" y="12408"/>
                </a:moveTo>
                <a:lnTo>
                  <a:pt x="26222" y="12408"/>
                </a:lnTo>
                <a:lnTo>
                  <a:pt x="26222" y="0"/>
                </a:lnTo>
                <a:lnTo>
                  <a:pt x="0" y="0"/>
                </a:lnTo>
                <a:lnTo>
                  <a:pt x="0" y="1240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844200" y="91440"/>
            <a:ext cx="3865680" cy="3872520"/>
          </a:xfrm>
          <a:custGeom>
            <a:avLst/>
            <a:gdLst/>
            <a:ahLst/>
            <a:rect l="0" t="0" r="r" b="b"/>
            <a:pathLst>
              <a:path w="10738" h="10757">
                <a:moveTo>
                  <a:pt x="0" y="10757"/>
                </a:moveTo>
                <a:lnTo>
                  <a:pt x="10738" y="10757"/>
                </a:lnTo>
                <a:lnTo>
                  <a:pt x="10738" y="0"/>
                </a:lnTo>
                <a:lnTo>
                  <a:pt x="0" y="0"/>
                </a:lnTo>
                <a:lnTo>
                  <a:pt x="0" y="1075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84420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84420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50156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50156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807840" y="40273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15892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215892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428840" y="4027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81628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81628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086200" y="4027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347364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347364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743560" y="4027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4131000" y="39636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4131000" y="39636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400920" y="4027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4058280" y="402732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806040" y="36039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806040" y="36039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2444400" y="4186440"/>
            <a:ext cx="665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patients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806040" y="307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806040" y="307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164160" y="354132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GSE69657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806040" y="2553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806040" y="2553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91440" y="3016080"/>
            <a:ext cx="67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GSE150082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806040" y="202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806040" y="202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164160" y="249048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GSE94104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806040" y="1501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806040" y="1501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164160" y="196524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GSE45404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806040" y="976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806040" y="976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164160" y="143964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GSE68204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806040" y="451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806040" y="451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164160" y="91404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GSE35452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844200" y="3420000"/>
            <a:ext cx="855000" cy="367920"/>
          </a:xfrm>
          <a:custGeom>
            <a:avLst/>
            <a:gdLst/>
            <a:ahLst/>
            <a:rect l="0" t="0" r="r" b="b"/>
            <a:pathLst>
              <a:path w="2375" h="1022">
                <a:moveTo>
                  <a:pt x="0" y="1022"/>
                </a:moveTo>
                <a:lnTo>
                  <a:pt x="2375" y="1022"/>
                </a:lnTo>
                <a:lnTo>
                  <a:pt x="2375" y="0"/>
                </a:lnTo>
                <a:lnTo>
                  <a:pt x="0" y="0"/>
                </a:lnTo>
                <a:lnTo>
                  <a:pt x="0" y="1022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844200" y="2894400"/>
            <a:ext cx="855000" cy="368280"/>
          </a:xfrm>
          <a:custGeom>
            <a:avLst/>
            <a:gdLst/>
            <a:ahLst/>
            <a:rect l="0" t="0" r="r" b="b"/>
            <a:pathLst>
              <a:path w="2375" h="1023">
                <a:moveTo>
                  <a:pt x="0" y="1023"/>
                </a:moveTo>
                <a:lnTo>
                  <a:pt x="2375" y="1023"/>
                </a:lnTo>
                <a:lnTo>
                  <a:pt x="2375" y="0"/>
                </a:lnTo>
                <a:lnTo>
                  <a:pt x="0" y="0"/>
                </a:lnTo>
                <a:lnTo>
                  <a:pt x="0" y="1023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844200" y="2369160"/>
            <a:ext cx="789120" cy="367920"/>
          </a:xfrm>
          <a:custGeom>
            <a:avLst/>
            <a:gdLst/>
            <a:ahLst/>
            <a:rect l="0" t="0" r="r" b="b"/>
            <a:pathLst>
              <a:path w="2192" h="1022">
                <a:moveTo>
                  <a:pt x="0" y="1022"/>
                </a:moveTo>
                <a:lnTo>
                  <a:pt x="2192" y="1022"/>
                </a:lnTo>
                <a:lnTo>
                  <a:pt x="2192" y="0"/>
                </a:lnTo>
                <a:lnTo>
                  <a:pt x="0" y="0"/>
                </a:lnTo>
                <a:lnTo>
                  <a:pt x="0" y="1022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0" name=""/>
          <p:cNvSpPr/>
          <p:nvPr/>
        </p:nvSpPr>
        <p:spPr>
          <a:xfrm>
            <a:off x="844200" y="1843560"/>
            <a:ext cx="1249200" cy="368280"/>
          </a:xfrm>
          <a:custGeom>
            <a:avLst/>
            <a:gdLst/>
            <a:ahLst/>
            <a:rect l="0" t="0" r="r" b="b"/>
            <a:pathLst>
              <a:path w="3470" h="1023">
                <a:moveTo>
                  <a:pt x="0" y="1023"/>
                </a:moveTo>
                <a:lnTo>
                  <a:pt x="3470" y="1023"/>
                </a:lnTo>
                <a:lnTo>
                  <a:pt x="3470" y="0"/>
                </a:lnTo>
                <a:lnTo>
                  <a:pt x="0" y="0"/>
                </a:lnTo>
                <a:lnTo>
                  <a:pt x="0" y="1023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1" name=""/>
          <p:cNvSpPr/>
          <p:nvPr/>
        </p:nvSpPr>
        <p:spPr>
          <a:xfrm>
            <a:off x="844200" y="1318320"/>
            <a:ext cx="789120" cy="367920"/>
          </a:xfrm>
          <a:custGeom>
            <a:avLst/>
            <a:gdLst/>
            <a:ahLst/>
            <a:rect l="0" t="0" r="r" b="b"/>
            <a:pathLst>
              <a:path w="2192" h="1022">
                <a:moveTo>
                  <a:pt x="0" y="1022"/>
                </a:moveTo>
                <a:lnTo>
                  <a:pt x="2192" y="1022"/>
                </a:lnTo>
                <a:lnTo>
                  <a:pt x="2192" y="0"/>
                </a:lnTo>
                <a:lnTo>
                  <a:pt x="0" y="0"/>
                </a:lnTo>
                <a:lnTo>
                  <a:pt x="0" y="1022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2" name=""/>
          <p:cNvSpPr/>
          <p:nvPr/>
        </p:nvSpPr>
        <p:spPr>
          <a:xfrm>
            <a:off x="844200" y="792720"/>
            <a:ext cx="1577880" cy="368280"/>
          </a:xfrm>
          <a:custGeom>
            <a:avLst/>
            <a:gdLst/>
            <a:ahLst/>
            <a:rect l="0" t="0" r="r" b="b"/>
            <a:pathLst>
              <a:path w="4383" h="1023">
                <a:moveTo>
                  <a:pt x="0" y="1023"/>
                </a:moveTo>
                <a:lnTo>
                  <a:pt x="4383" y="1023"/>
                </a:lnTo>
                <a:lnTo>
                  <a:pt x="4383" y="0"/>
                </a:lnTo>
                <a:lnTo>
                  <a:pt x="0" y="0"/>
                </a:lnTo>
                <a:lnTo>
                  <a:pt x="0" y="1023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3" name=""/>
          <p:cNvSpPr/>
          <p:nvPr/>
        </p:nvSpPr>
        <p:spPr>
          <a:xfrm>
            <a:off x="844200" y="267120"/>
            <a:ext cx="986400" cy="368280"/>
          </a:xfrm>
          <a:custGeom>
            <a:avLst/>
            <a:gdLst/>
            <a:ahLst/>
            <a:rect l="0" t="0" r="r" b="b"/>
            <a:pathLst>
              <a:path w="2740" h="1023">
                <a:moveTo>
                  <a:pt x="0" y="1023"/>
                </a:moveTo>
                <a:lnTo>
                  <a:pt x="2740" y="1023"/>
                </a:lnTo>
                <a:lnTo>
                  <a:pt x="2740" y="0"/>
                </a:lnTo>
                <a:lnTo>
                  <a:pt x="0" y="0"/>
                </a:lnTo>
                <a:lnTo>
                  <a:pt x="0" y="1023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4" name=""/>
          <p:cNvSpPr/>
          <p:nvPr/>
        </p:nvSpPr>
        <p:spPr>
          <a:xfrm>
            <a:off x="1698840" y="3420000"/>
            <a:ext cx="1117800" cy="367920"/>
          </a:xfrm>
          <a:custGeom>
            <a:avLst/>
            <a:gdLst/>
            <a:ahLst/>
            <a:rect l="0" t="0" r="r" b="b"/>
            <a:pathLst>
              <a:path w="3105" h="1022">
                <a:moveTo>
                  <a:pt x="0" y="1022"/>
                </a:moveTo>
                <a:lnTo>
                  <a:pt x="3105" y="1022"/>
                </a:lnTo>
                <a:lnTo>
                  <a:pt x="3105" y="0"/>
                </a:lnTo>
                <a:lnTo>
                  <a:pt x="0" y="0"/>
                </a:lnTo>
                <a:lnTo>
                  <a:pt x="0" y="1022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5" name=""/>
          <p:cNvSpPr/>
          <p:nvPr/>
        </p:nvSpPr>
        <p:spPr>
          <a:xfrm>
            <a:off x="1698840" y="2894400"/>
            <a:ext cx="1315080" cy="368280"/>
          </a:xfrm>
          <a:custGeom>
            <a:avLst/>
            <a:gdLst/>
            <a:ahLst/>
            <a:rect l="0" t="0" r="r" b="b"/>
            <a:pathLst>
              <a:path w="3653" h="1023">
                <a:moveTo>
                  <a:pt x="0" y="1023"/>
                </a:moveTo>
                <a:lnTo>
                  <a:pt x="3653" y="1023"/>
                </a:lnTo>
                <a:lnTo>
                  <a:pt x="3653" y="0"/>
                </a:lnTo>
                <a:lnTo>
                  <a:pt x="0" y="0"/>
                </a:lnTo>
                <a:lnTo>
                  <a:pt x="0" y="1023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6" name=""/>
          <p:cNvSpPr/>
          <p:nvPr/>
        </p:nvSpPr>
        <p:spPr>
          <a:xfrm>
            <a:off x="1632960" y="2369160"/>
            <a:ext cx="1841040" cy="367920"/>
          </a:xfrm>
          <a:custGeom>
            <a:avLst/>
            <a:gdLst/>
            <a:ahLst/>
            <a:rect l="0" t="0" r="r" b="b"/>
            <a:pathLst>
              <a:path w="5114" h="1022">
                <a:moveTo>
                  <a:pt x="0" y="1022"/>
                </a:moveTo>
                <a:lnTo>
                  <a:pt x="5114" y="1022"/>
                </a:lnTo>
                <a:lnTo>
                  <a:pt x="5114" y="0"/>
                </a:lnTo>
                <a:lnTo>
                  <a:pt x="0" y="0"/>
                </a:lnTo>
                <a:lnTo>
                  <a:pt x="0" y="1022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7" name=""/>
          <p:cNvSpPr/>
          <p:nvPr/>
        </p:nvSpPr>
        <p:spPr>
          <a:xfrm>
            <a:off x="2093040" y="1843560"/>
            <a:ext cx="1512360" cy="368280"/>
          </a:xfrm>
          <a:custGeom>
            <a:avLst/>
            <a:gdLst/>
            <a:ahLst/>
            <a:rect l="0" t="0" r="r" b="b"/>
            <a:pathLst>
              <a:path w="4201" h="1023">
                <a:moveTo>
                  <a:pt x="0" y="1023"/>
                </a:moveTo>
                <a:lnTo>
                  <a:pt x="4201" y="1023"/>
                </a:lnTo>
                <a:lnTo>
                  <a:pt x="4201" y="0"/>
                </a:lnTo>
                <a:lnTo>
                  <a:pt x="0" y="0"/>
                </a:lnTo>
                <a:lnTo>
                  <a:pt x="0" y="1023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8" name=""/>
          <p:cNvSpPr/>
          <p:nvPr/>
        </p:nvSpPr>
        <p:spPr>
          <a:xfrm>
            <a:off x="1632960" y="1318320"/>
            <a:ext cx="2038320" cy="367920"/>
          </a:xfrm>
          <a:custGeom>
            <a:avLst/>
            <a:gdLst/>
            <a:ahLst/>
            <a:rect l="0" t="0" r="r" b="b"/>
            <a:pathLst>
              <a:path w="5662" h="1022">
                <a:moveTo>
                  <a:pt x="0" y="1022"/>
                </a:moveTo>
                <a:lnTo>
                  <a:pt x="5662" y="1022"/>
                </a:lnTo>
                <a:lnTo>
                  <a:pt x="5662" y="0"/>
                </a:lnTo>
                <a:lnTo>
                  <a:pt x="0" y="0"/>
                </a:lnTo>
                <a:lnTo>
                  <a:pt x="0" y="1022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89" name=""/>
          <p:cNvSpPr/>
          <p:nvPr/>
        </p:nvSpPr>
        <p:spPr>
          <a:xfrm>
            <a:off x="2421720" y="792720"/>
            <a:ext cx="1446840" cy="368280"/>
          </a:xfrm>
          <a:custGeom>
            <a:avLst/>
            <a:gdLst/>
            <a:ahLst/>
            <a:rect l="0" t="0" r="r" b="b"/>
            <a:pathLst>
              <a:path w="4019" h="1023">
                <a:moveTo>
                  <a:pt x="0" y="1023"/>
                </a:moveTo>
                <a:lnTo>
                  <a:pt x="4019" y="1023"/>
                </a:lnTo>
                <a:lnTo>
                  <a:pt x="4019" y="0"/>
                </a:lnTo>
                <a:lnTo>
                  <a:pt x="0" y="0"/>
                </a:lnTo>
                <a:lnTo>
                  <a:pt x="0" y="1023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1830240" y="267120"/>
            <a:ext cx="2695680" cy="368280"/>
          </a:xfrm>
          <a:custGeom>
            <a:avLst/>
            <a:gdLst/>
            <a:ahLst/>
            <a:rect l="0" t="0" r="r" b="b"/>
            <a:pathLst>
              <a:path w="7488" h="1023">
                <a:moveTo>
                  <a:pt x="0" y="1023"/>
                </a:moveTo>
                <a:lnTo>
                  <a:pt x="7488" y="1023"/>
                </a:lnTo>
                <a:lnTo>
                  <a:pt x="7488" y="0"/>
                </a:lnTo>
                <a:lnTo>
                  <a:pt x="0" y="0"/>
                </a:lnTo>
                <a:lnTo>
                  <a:pt x="0" y="1023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91" name=""/>
          <p:cNvSpPr/>
          <p:nvPr/>
        </p:nvSpPr>
        <p:spPr>
          <a:xfrm flipV="1">
            <a:off x="844200" y="91440"/>
            <a:ext cx="0" cy="38721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/>
          <p:nvPr/>
        </p:nvSpPr>
        <p:spPr>
          <a:xfrm>
            <a:off x="844200" y="3963600"/>
            <a:ext cx="38653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93" name=""/>
          <p:cNvSpPr txBox="1"/>
          <p:nvPr/>
        </p:nvSpPr>
        <p:spPr>
          <a:xfrm>
            <a:off x="91440" y="388800"/>
            <a:ext cx="67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GSE119409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>
            <a:off x="2882160" y="3529440"/>
            <a:ext cx="876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n=30  (13/17)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3079440" y="3004200"/>
            <a:ext cx="876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n=33  (13/20)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3539520" y="2478600"/>
            <a:ext cx="876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n=40  (12/28)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3670920" y="1953000"/>
            <a:ext cx="876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n=42  (19/23)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3736800" y="1427760"/>
            <a:ext cx="876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n=43  (12/31)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3934080" y="902160"/>
            <a:ext cx="876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n=46  (24/22)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4001760" y="358920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0a7d6e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1" name=""/>
          <p:cNvSpPr txBox="1"/>
          <p:nvPr/>
        </p:nvSpPr>
        <p:spPr>
          <a:xfrm>
            <a:off x="4591440" y="376920"/>
            <a:ext cx="876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n=56  (15/41)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4001760" y="375696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5040">
            <a:solidFill>
              <a:srgbClr val="0e2a47">
                <a:alpha val="92000"/>
              </a:srgbClr>
            </a:solidFill>
            <a:miter/>
          </a:ln>
        </p:spPr>
      </p:sp>
      <p:sp>
        <p:nvSpPr>
          <p:cNvPr id="103" name=""/>
          <p:cNvSpPr txBox="1"/>
          <p:nvPr/>
        </p:nvSpPr>
        <p:spPr>
          <a:xfrm>
            <a:off x="4321800" y="356328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6126840" y="91440"/>
            <a:ext cx="3221640" cy="3872520"/>
          </a:xfrm>
          <a:custGeom>
            <a:avLst/>
            <a:gdLst/>
            <a:ahLst/>
            <a:rect l="0" t="0" r="r" b="b"/>
            <a:pathLst>
              <a:path w="8949" h="10757">
                <a:moveTo>
                  <a:pt x="0" y="10757"/>
                </a:moveTo>
                <a:lnTo>
                  <a:pt x="8949" y="10757"/>
                </a:lnTo>
                <a:lnTo>
                  <a:pt x="8949" y="0"/>
                </a:lnTo>
                <a:lnTo>
                  <a:pt x="0" y="0"/>
                </a:lnTo>
                <a:lnTo>
                  <a:pt x="0" y="1075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5" name=""/>
          <p:cNvSpPr txBox="1"/>
          <p:nvPr/>
        </p:nvSpPr>
        <p:spPr>
          <a:xfrm>
            <a:off x="4321800" y="373104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" name=""/>
          <p:cNvSpPr txBox="1"/>
          <p:nvPr/>
        </p:nvSpPr>
        <p:spPr>
          <a:xfrm>
            <a:off x="6508800" y="3995280"/>
            <a:ext cx="22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DSB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7" name=""/>
          <p:cNvSpPr txBox="1"/>
          <p:nvPr/>
        </p:nvSpPr>
        <p:spPr>
          <a:xfrm>
            <a:off x="6501960" y="4123080"/>
            <a:ext cx="240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HDR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8" name=""/>
          <p:cNvSpPr txBox="1"/>
          <p:nvPr/>
        </p:nvSpPr>
        <p:spPr>
          <a:xfrm>
            <a:off x="6462360" y="4251240"/>
            <a:ext cx="322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repair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09" name=""/>
          <p:cNvSpPr txBox="1"/>
          <p:nvPr/>
        </p:nvSpPr>
        <p:spPr>
          <a:xfrm>
            <a:off x="7270920" y="3995280"/>
            <a:ext cx="200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E2F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0" name=""/>
          <p:cNvSpPr txBox="1"/>
          <p:nvPr/>
        </p:nvSpPr>
        <p:spPr>
          <a:xfrm>
            <a:off x="7256520" y="4123080"/>
            <a:ext cx="2354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MYC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7138080" y="4251240"/>
            <a:ext cx="468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cellcycle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8006040" y="3995280"/>
            <a:ext cx="229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CD8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3" name=""/>
          <p:cNvSpPr txBox="1"/>
          <p:nvPr/>
        </p:nvSpPr>
        <p:spPr>
          <a:xfrm>
            <a:off x="7790040" y="4123080"/>
            <a:ext cx="663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proliferation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8755200" y="3995280"/>
            <a:ext cx="2278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e2a47"/>
                </a:solidFill>
                <a:latin typeface="DejaVuSans"/>
              </a:rPr>
              <a:t>EMT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5484960" y="37908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GSE69657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6" name=""/>
          <p:cNvSpPr txBox="1"/>
          <p:nvPr/>
        </p:nvSpPr>
        <p:spPr>
          <a:xfrm>
            <a:off x="5412240" y="909360"/>
            <a:ext cx="67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GSE150082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5484960" y="144000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GSE94104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"/>
          <p:cNvSpPr txBox="1"/>
          <p:nvPr/>
        </p:nvSpPr>
        <p:spPr>
          <a:xfrm>
            <a:off x="5484960" y="197028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GSE45404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9" name=""/>
          <p:cNvSpPr txBox="1"/>
          <p:nvPr/>
        </p:nvSpPr>
        <p:spPr>
          <a:xfrm>
            <a:off x="5484960" y="250092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GSE68204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5484960" y="3031200"/>
            <a:ext cx="599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GSE35452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6276600" y="19728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3000"/>
            </a:srgbClr>
          </a:solidFill>
          <a:ln w="15120">
            <a:solidFill>
              <a:srgbClr val="ffffff">
                <a:alpha val="73000"/>
              </a:srgbClr>
            </a:solidFill>
            <a:miter/>
          </a:ln>
        </p:spPr>
      </p:sp>
      <p:sp>
        <p:nvSpPr>
          <p:cNvPr id="122" name=""/>
          <p:cNvSpPr/>
          <p:nvPr/>
        </p:nvSpPr>
        <p:spPr>
          <a:xfrm>
            <a:off x="7025760" y="19728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9000"/>
            </a:srgbClr>
          </a:solidFill>
          <a:ln w="15120">
            <a:solidFill>
              <a:srgbClr val="ffffff">
                <a:alpha val="79000"/>
              </a:srgbClr>
            </a:solidFill>
            <a:miter/>
          </a:ln>
        </p:spPr>
      </p:sp>
      <p:sp>
        <p:nvSpPr>
          <p:cNvPr id="123" name=""/>
          <p:cNvSpPr/>
          <p:nvPr/>
        </p:nvSpPr>
        <p:spPr>
          <a:xfrm>
            <a:off x="7774920" y="19728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80000"/>
            </a:srgbClr>
          </a:solidFill>
          <a:ln w="15120">
            <a:solidFill>
              <a:srgbClr val="ffffff">
                <a:alpha val="80000"/>
              </a:srgbClr>
            </a:solidFill>
            <a:miter/>
          </a:ln>
        </p:spPr>
      </p:sp>
      <p:sp>
        <p:nvSpPr>
          <p:cNvPr id="124" name=""/>
          <p:cNvSpPr/>
          <p:nvPr/>
        </p:nvSpPr>
        <p:spPr>
          <a:xfrm>
            <a:off x="8524080" y="19728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5000"/>
            </a:srgbClr>
          </a:solidFill>
          <a:ln w="15120">
            <a:solidFill>
              <a:srgbClr val="ffffff">
                <a:alpha val="95000"/>
              </a:srgbClr>
            </a:solidFill>
            <a:miter/>
          </a:ln>
        </p:spPr>
      </p:sp>
      <p:sp>
        <p:nvSpPr>
          <p:cNvPr id="125" name=""/>
          <p:cNvSpPr/>
          <p:nvPr/>
        </p:nvSpPr>
        <p:spPr>
          <a:xfrm>
            <a:off x="6276600" y="727920"/>
            <a:ext cx="689760" cy="488160"/>
          </a:xfrm>
          <a:custGeom>
            <a:avLst/>
            <a:gdLst/>
            <a:ahLst/>
            <a:rect l="0" t="0" r="r" b="b"/>
            <a:pathLst>
              <a:path w="1916" h="1356">
                <a:moveTo>
                  <a:pt x="0" y="0"/>
                </a:moveTo>
                <a:lnTo>
                  <a:pt x="1916" y="0"/>
                </a:lnTo>
                <a:lnTo>
                  <a:pt x="1916" y="1356"/>
                </a:lnTo>
                <a:lnTo>
                  <a:pt x="0" y="1356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85000"/>
            </a:srgbClr>
          </a:solidFill>
          <a:ln w="15120">
            <a:solidFill>
              <a:srgbClr val="ffffff">
                <a:alpha val="85000"/>
              </a:srgbClr>
            </a:solidFill>
            <a:miter/>
          </a:ln>
        </p:spPr>
      </p:sp>
      <p:sp>
        <p:nvSpPr>
          <p:cNvPr id="126" name=""/>
          <p:cNvSpPr/>
          <p:nvPr/>
        </p:nvSpPr>
        <p:spPr>
          <a:xfrm>
            <a:off x="7025760" y="727920"/>
            <a:ext cx="689760" cy="488160"/>
          </a:xfrm>
          <a:custGeom>
            <a:avLst/>
            <a:gdLst/>
            <a:ahLst/>
            <a:rect l="0" t="0" r="r" b="b"/>
            <a:pathLst>
              <a:path w="1916" h="1356">
                <a:moveTo>
                  <a:pt x="0" y="0"/>
                </a:moveTo>
                <a:lnTo>
                  <a:pt x="1916" y="0"/>
                </a:lnTo>
                <a:lnTo>
                  <a:pt x="1916" y="1356"/>
                </a:lnTo>
                <a:lnTo>
                  <a:pt x="0" y="1356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9000"/>
            </a:srgbClr>
          </a:solidFill>
          <a:ln w="15120">
            <a:solidFill>
              <a:srgbClr val="ffffff">
                <a:alpha val="99000"/>
              </a:srgbClr>
            </a:solidFill>
            <a:miter/>
          </a:ln>
        </p:spPr>
      </p:sp>
      <p:sp>
        <p:nvSpPr>
          <p:cNvPr id="127" name=""/>
          <p:cNvSpPr/>
          <p:nvPr/>
        </p:nvSpPr>
        <p:spPr>
          <a:xfrm>
            <a:off x="7774920" y="727920"/>
            <a:ext cx="689400" cy="488160"/>
          </a:xfrm>
          <a:custGeom>
            <a:avLst/>
            <a:gdLst/>
            <a:ahLst/>
            <a:rect l="0" t="0" r="r" b="b"/>
            <a:pathLst>
              <a:path w="1915" h="1356">
                <a:moveTo>
                  <a:pt x="0" y="0"/>
                </a:moveTo>
                <a:lnTo>
                  <a:pt x="1915" y="0"/>
                </a:lnTo>
                <a:lnTo>
                  <a:pt x="1915" y="1356"/>
                </a:lnTo>
                <a:lnTo>
                  <a:pt x="0" y="1356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92000"/>
            </a:srgbClr>
          </a:solidFill>
          <a:ln w="15120">
            <a:solidFill>
              <a:srgbClr val="ffffff">
                <a:alpha val="92000"/>
              </a:srgbClr>
            </a:solidFill>
            <a:miter/>
          </a:ln>
        </p:spPr>
      </p:sp>
      <p:sp>
        <p:nvSpPr>
          <p:cNvPr id="128" name=""/>
          <p:cNvSpPr/>
          <p:nvPr/>
        </p:nvSpPr>
        <p:spPr>
          <a:xfrm>
            <a:off x="8524080" y="727920"/>
            <a:ext cx="689400" cy="488160"/>
          </a:xfrm>
          <a:custGeom>
            <a:avLst/>
            <a:gdLst/>
            <a:ahLst/>
            <a:rect l="0" t="0" r="r" b="b"/>
            <a:pathLst>
              <a:path w="1915" h="1356">
                <a:moveTo>
                  <a:pt x="0" y="0"/>
                </a:moveTo>
                <a:lnTo>
                  <a:pt x="1915" y="0"/>
                </a:lnTo>
                <a:lnTo>
                  <a:pt x="1915" y="1356"/>
                </a:lnTo>
                <a:lnTo>
                  <a:pt x="0" y="1356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37000"/>
            </a:srgbClr>
          </a:solidFill>
          <a:ln w="15120">
            <a:solidFill>
              <a:srgbClr val="ffffff">
                <a:alpha val="37000"/>
              </a:srgbClr>
            </a:solidFill>
            <a:miter/>
          </a:ln>
        </p:spPr>
      </p:sp>
      <p:sp>
        <p:nvSpPr>
          <p:cNvPr id="129" name=""/>
          <p:cNvSpPr/>
          <p:nvPr/>
        </p:nvSpPr>
        <p:spPr>
          <a:xfrm>
            <a:off x="6276600" y="125820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38000"/>
            </a:srgbClr>
          </a:solidFill>
          <a:ln w="15120">
            <a:solidFill>
              <a:srgbClr val="ffffff">
                <a:alpha val="38000"/>
              </a:srgbClr>
            </a:solidFill>
            <a:miter/>
          </a:ln>
        </p:spPr>
      </p:sp>
      <p:sp>
        <p:nvSpPr>
          <p:cNvPr id="130" name=""/>
          <p:cNvSpPr/>
          <p:nvPr/>
        </p:nvSpPr>
        <p:spPr>
          <a:xfrm>
            <a:off x="7025760" y="125820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40000"/>
            </a:srgbClr>
          </a:solidFill>
          <a:ln w="15120">
            <a:solidFill>
              <a:srgbClr val="ffffff">
                <a:alpha val="40000"/>
              </a:srgbClr>
            </a:solidFill>
            <a:miter/>
          </a:ln>
        </p:spPr>
      </p:sp>
      <p:sp>
        <p:nvSpPr>
          <p:cNvPr id="131" name=""/>
          <p:cNvSpPr/>
          <p:nvPr/>
        </p:nvSpPr>
        <p:spPr>
          <a:xfrm>
            <a:off x="7774920" y="125820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42000"/>
            </a:srgbClr>
          </a:solidFill>
          <a:ln w="15120">
            <a:solidFill>
              <a:srgbClr val="ffffff">
                <a:alpha val="42000"/>
              </a:srgbClr>
            </a:solidFill>
            <a:miter/>
          </a:ln>
        </p:spPr>
      </p:sp>
      <p:sp>
        <p:nvSpPr>
          <p:cNvPr id="132" name=""/>
          <p:cNvSpPr/>
          <p:nvPr/>
        </p:nvSpPr>
        <p:spPr>
          <a:xfrm>
            <a:off x="8524080" y="125820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43000"/>
            </a:srgbClr>
          </a:solidFill>
          <a:ln w="15120">
            <a:solidFill>
              <a:srgbClr val="ffffff">
                <a:alpha val="43000"/>
              </a:srgbClr>
            </a:solidFill>
            <a:miter/>
          </a:ln>
        </p:spPr>
      </p:sp>
      <p:sp>
        <p:nvSpPr>
          <p:cNvPr id="133" name=""/>
          <p:cNvSpPr/>
          <p:nvPr/>
        </p:nvSpPr>
        <p:spPr>
          <a:xfrm>
            <a:off x="6276600" y="178884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6000"/>
            </a:srgbClr>
          </a:solidFill>
          <a:ln w="15120">
            <a:solidFill>
              <a:srgbClr val="ffffff">
                <a:alpha val="76000"/>
              </a:srgbClr>
            </a:solidFill>
            <a:miter/>
          </a:ln>
        </p:spPr>
      </p:sp>
      <p:sp>
        <p:nvSpPr>
          <p:cNvPr id="134" name=""/>
          <p:cNvSpPr/>
          <p:nvPr/>
        </p:nvSpPr>
        <p:spPr>
          <a:xfrm>
            <a:off x="7025760" y="178884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68000"/>
            </a:srgbClr>
          </a:solidFill>
          <a:ln w="15120">
            <a:solidFill>
              <a:srgbClr val="ffffff">
                <a:alpha val="68000"/>
              </a:srgbClr>
            </a:solidFill>
            <a:miter/>
          </a:ln>
        </p:spPr>
      </p:sp>
      <p:sp>
        <p:nvSpPr>
          <p:cNvPr id="135" name=""/>
          <p:cNvSpPr/>
          <p:nvPr/>
        </p:nvSpPr>
        <p:spPr>
          <a:xfrm>
            <a:off x="7774920" y="178884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77000"/>
            </a:srgbClr>
          </a:solidFill>
          <a:ln w="15120">
            <a:solidFill>
              <a:srgbClr val="ffffff">
                <a:alpha val="77000"/>
              </a:srgbClr>
            </a:solidFill>
            <a:miter/>
          </a:ln>
        </p:spPr>
      </p:sp>
      <p:sp>
        <p:nvSpPr>
          <p:cNvPr id="136" name=""/>
          <p:cNvSpPr/>
          <p:nvPr/>
        </p:nvSpPr>
        <p:spPr>
          <a:xfrm>
            <a:off x="8524080" y="178884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41000"/>
            </a:srgbClr>
          </a:solidFill>
          <a:ln w="15120">
            <a:solidFill>
              <a:srgbClr val="ffffff">
                <a:alpha val="41000"/>
              </a:srgbClr>
            </a:solidFill>
            <a:miter/>
          </a:ln>
        </p:spPr>
      </p:sp>
      <p:sp>
        <p:nvSpPr>
          <p:cNvPr id="137" name=""/>
          <p:cNvSpPr/>
          <p:nvPr/>
        </p:nvSpPr>
        <p:spPr>
          <a:xfrm>
            <a:off x="6276600" y="231912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43000"/>
            </a:srgbClr>
          </a:solidFill>
          <a:ln w="15120">
            <a:solidFill>
              <a:srgbClr val="ffffff">
                <a:alpha val="43000"/>
              </a:srgbClr>
            </a:solidFill>
            <a:miter/>
          </a:ln>
        </p:spPr>
      </p:sp>
      <p:sp>
        <p:nvSpPr>
          <p:cNvPr id="138" name=""/>
          <p:cNvSpPr/>
          <p:nvPr/>
        </p:nvSpPr>
        <p:spPr>
          <a:xfrm>
            <a:off x="7025760" y="231912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42000"/>
            </a:srgbClr>
          </a:solidFill>
          <a:ln w="15120">
            <a:solidFill>
              <a:srgbClr val="ffffff">
                <a:alpha val="42000"/>
              </a:srgbClr>
            </a:solidFill>
            <a:miter/>
          </a:ln>
        </p:spPr>
      </p:sp>
      <p:sp>
        <p:nvSpPr>
          <p:cNvPr id="139" name=""/>
          <p:cNvSpPr/>
          <p:nvPr/>
        </p:nvSpPr>
        <p:spPr>
          <a:xfrm>
            <a:off x="7774920" y="231912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37000"/>
            </a:srgbClr>
          </a:solidFill>
          <a:ln w="15120">
            <a:solidFill>
              <a:srgbClr val="ffffff">
                <a:alpha val="37000"/>
              </a:srgbClr>
            </a:solidFill>
            <a:miter/>
          </a:ln>
        </p:spPr>
      </p:sp>
      <p:sp>
        <p:nvSpPr>
          <p:cNvPr id="140" name=""/>
          <p:cNvSpPr/>
          <p:nvPr/>
        </p:nvSpPr>
        <p:spPr>
          <a:xfrm>
            <a:off x="8524080" y="231912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2000"/>
            </a:srgbClr>
          </a:solidFill>
          <a:ln w="15120">
            <a:solidFill>
              <a:srgbClr val="ffffff">
                <a:alpha val="52000"/>
              </a:srgbClr>
            </a:solidFill>
            <a:miter/>
          </a:ln>
        </p:spPr>
      </p:sp>
      <p:sp>
        <p:nvSpPr>
          <p:cNvPr id="141" name=""/>
          <p:cNvSpPr/>
          <p:nvPr/>
        </p:nvSpPr>
        <p:spPr>
          <a:xfrm>
            <a:off x="6276600" y="284976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60000"/>
            </a:srgbClr>
          </a:solidFill>
          <a:ln w="15120">
            <a:solidFill>
              <a:srgbClr val="ffffff">
                <a:alpha val="60000"/>
              </a:srgbClr>
            </a:solidFill>
            <a:miter/>
          </a:ln>
        </p:spPr>
      </p:sp>
      <p:sp>
        <p:nvSpPr>
          <p:cNvPr id="142" name=""/>
          <p:cNvSpPr/>
          <p:nvPr/>
        </p:nvSpPr>
        <p:spPr>
          <a:xfrm>
            <a:off x="7025760" y="284976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62000"/>
            </a:srgbClr>
          </a:solidFill>
          <a:ln w="15120">
            <a:solidFill>
              <a:srgbClr val="ffffff">
                <a:alpha val="62000"/>
              </a:srgbClr>
            </a:solidFill>
            <a:miter/>
          </a:ln>
        </p:spPr>
      </p:sp>
      <p:sp>
        <p:nvSpPr>
          <p:cNvPr id="143" name=""/>
          <p:cNvSpPr/>
          <p:nvPr/>
        </p:nvSpPr>
        <p:spPr>
          <a:xfrm>
            <a:off x="7774920" y="284976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66000"/>
            </a:srgbClr>
          </a:solidFill>
          <a:ln w="15120">
            <a:solidFill>
              <a:srgbClr val="ffffff">
                <a:alpha val="66000"/>
              </a:srgbClr>
            </a:solidFill>
            <a:miter/>
          </a:ln>
        </p:spPr>
      </p:sp>
      <p:sp>
        <p:nvSpPr>
          <p:cNvPr id="144" name=""/>
          <p:cNvSpPr/>
          <p:nvPr/>
        </p:nvSpPr>
        <p:spPr>
          <a:xfrm>
            <a:off x="8524080" y="284976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3000"/>
            </a:srgbClr>
          </a:solidFill>
          <a:ln w="15120">
            <a:solidFill>
              <a:srgbClr val="ffffff">
                <a:alpha val="53000"/>
              </a:srgbClr>
            </a:solidFill>
            <a:miter/>
          </a:ln>
        </p:spPr>
      </p:sp>
      <p:sp>
        <p:nvSpPr>
          <p:cNvPr id="145" name=""/>
          <p:cNvSpPr/>
          <p:nvPr/>
        </p:nvSpPr>
        <p:spPr>
          <a:xfrm>
            <a:off x="6276600" y="338004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6000"/>
            </a:srgbClr>
          </a:solidFill>
          <a:ln w="15120">
            <a:solidFill>
              <a:srgbClr val="ffffff">
                <a:alpha val="56000"/>
              </a:srgbClr>
            </a:solidFill>
            <a:miter/>
          </a:ln>
        </p:spPr>
      </p:sp>
      <p:sp>
        <p:nvSpPr>
          <p:cNvPr id="146" name=""/>
          <p:cNvSpPr/>
          <p:nvPr/>
        </p:nvSpPr>
        <p:spPr>
          <a:xfrm>
            <a:off x="7025760" y="3380040"/>
            <a:ext cx="689760" cy="488520"/>
          </a:xfrm>
          <a:custGeom>
            <a:avLst/>
            <a:gdLst/>
            <a:ahLst/>
            <a:rect l="0" t="0" r="r" b="b"/>
            <a:pathLst>
              <a:path w="1916" h="1357">
                <a:moveTo>
                  <a:pt x="0" y="0"/>
                </a:moveTo>
                <a:lnTo>
                  <a:pt x="1916" y="0"/>
                </a:lnTo>
                <a:lnTo>
                  <a:pt x="1916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47000"/>
            </a:srgbClr>
          </a:solidFill>
          <a:ln w="15120">
            <a:solidFill>
              <a:srgbClr val="ffffff">
                <a:alpha val="47000"/>
              </a:srgbClr>
            </a:solidFill>
            <a:miter/>
          </a:ln>
        </p:spPr>
      </p:sp>
      <p:sp>
        <p:nvSpPr>
          <p:cNvPr id="147" name=""/>
          <p:cNvSpPr/>
          <p:nvPr/>
        </p:nvSpPr>
        <p:spPr>
          <a:xfrm>
            <a:off x="7774920" y="338004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0000"/>
            </a:srgbClr>
          </a:solidFill>
          <a:ln w="15120">
            <a:solidFill>
              <a:srgbClr val="ffffff">
                <a:alpha val="50000"/>
              </a:srgbClr>
            </a:solidFill>
            <a:miter/>
          </a:ln>
        </p:spPr>
      </p:sp>
      <p:sp>
        <p:nvSpPr>
          <p:cNvPr id="148" name=""/>
          <p:cNvSpPr/>
          <p:nvPr/>
        </p:nvSpPr>
        <p:spPr>
          <a:xfrm>
            <a:off x="8524080" y="3380040"/>
            <a:ext cx="689400" cy="488520"/>
          </a:xfrm>
          <a:custGeom>
            <a:avLst/>
            <a:gdLst/>
            <a:ahLst/>
            <a:rect l="0" t="0" r="r" b="b"/>
            <a:pathLst>
              <a:path w="1915" h="1357">
                <a:moveTo>
                  <a:pt x="0" y="0"/>
                </a:moveTo>
                <a:lnTo>
                  <a:pt x="1915" y="0"/>
                </a:lnTo>
                <a:lnTo>
                  <a:pt x="1915" y="1357"/>
                </a:lnTo>
                <a:lnTo>
                  <a:pt x="0" y="1357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76000"/>
            </a:srgbClr>
          </a:solidFill>
          <a:ln w="15120">
            <a:solidFill>
              <a:srgbClr val="ffffff">
                <a:alpha val="76000"/>
              </a:srgbClr>
            </a:solidFill>
            <a:miter/>
          </a:ln>
        </p:spPr>
      </p:sp>
      <p:sp>
        <p:nvSpPr>
          <p:cNvPr id="149" name=""/>
          <p:cNvSpPr txBox="1"/>
          <p:nvPr/>
        </p:nvSpPr>
        <p:spPr>
          <a:xfrm>
            <a:off x="5412240" y="3561840"/>
            <a:ext cx="672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GSE119409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6484320" y="38124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-0.32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1" name=""/>
          <p:cNvSpPr txBox="1"/>
          <p:nvPr/>
        </p:nvSpPr>
        <p:spPr>
          <a:xfrm>
            <a:off x="7233480" y="38124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-0.37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2" name=""/>
          <p:cNvSpPr txBox="1"/>
          <p:nvPr/>
        </p:nvSpPr>
        <p:spPr>
          <a:xfrm>
            <a:off x="7982640" y="38124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-0.37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8711280" y="38124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+0.50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6484320" y="91152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-0.41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5" name=""/>
          <p:cNvSpPr txBox="1"/>
          <p:nvPr/>
        </p:nvSpPr>
        <p:spPr>
          <a:xfrm>
            <a:off x="7233480" y="91152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-0.53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6" name=""/>
          <p:cNvSpPr txBox="1"/>
          <p:nvPr/>
        </p:nvSpPr>
        <p:spPr>
          <a:xfrm>
            <a:off x="7982640" y="91152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-0.48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8711280" y="91152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+0.02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8" name=""/>
          <p:cNvSpPr txBox="1"/>
          <p:nvPr/>
        </p:nvSpPr>
        <p:spPr>
          <a:xfrm>
            <a:off x="6484320" y="144216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-0.02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59" name=""/>
          <p:cNvSpPr txBox="1"/>
          <p:nvPr/>
        </p:nvSpPr>
        <p:spPr>
          <a:xfrm>
            <a:off x="7213320" y="144216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+0.04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0" name=""/>
          <p:cNvSpPr txBox="1"/>
          <p:nvPr/>
        </p:nvSpPr>
        <p:spPr>
          <a:xfrm>
            <a:off x="7982640" y="144216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-0.06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1" name=""/>
          <p:cNvSpPr txBox="1"/>
          <p:nvPr/>
        </p:nvSpPr>
        <p:spPr>
          <a:xfrm>
            <a:off x="8731440" y="144216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-0.07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6464160" y="197244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+0.34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3" name=""/>
          <p:cNvSpPr txBox="1"/>
          <p:nvPr/>
        </p:nvSpPr>
        <p:spPr>
          <a:xfrm>
            <a:off x="7213320" y="197244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+0.28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4" name=""/>
          <p:cNvSpPr txBox="1"/>
          <p:nvPr/>
        </p:nvSpPr>
        <p:spPr>
          <a:xfrm>
            <a:off x="7962480" y="197244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+0.35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5" name=""/>
          <p:cNvSpPr txBox="1"/>
          <p:nvPr/>
        </p:nvSpPr>
        <p:spPr>
          <a:xfrm>
            <a:off x="8711280" y="197244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+0.05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6464160" y="250308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+0.07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7" name=""/>
          <p:cNvSpPr txBox="1"/>
          <p:nvPr/>
        </p:nvSpPr>
        <p:spPr>
          <a:xfrm>
            <a:off x="7213320" y="250308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+0.06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8" name=""/>
          <p:cNvSpPr txBox="1"/>
          <p:nvPr/>
        </p:nvSpPr>
        <p:spPr>
          <a:xfrm>
            <a:off x="7962480" y="250308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+0.02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69" name=""/>
          <p:cNvSpPr txBox="1"/>
          <p:nvPr/>
        </p:nvSpPr>
        <p:spPr>
          <a:xfrm>
            <a:off x="8731440" y="250308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-0.14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0" name=""/>
          <p:cNvSpPr txBox="1"/>
          <p:nvPr/>
        </p:nvSpPr>
        <p:spPr>
          <a:xfrm>
            <a:off x="6464160" y="303336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+0.21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1" name=""/>
          <p:cNvSpPr txBox="1"/>
          <p:nvPr/>
        </p:nvSpPr>
        <p:spPr>
          <a:xfrm>
            <a:off x="7213320" y="303336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+0.23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2" name=""/>
          <p:cNvSpPr txBox="1"/>
          <p:nvPr/>
        </p:nvSpPr>
        <p:spPr>
          <a:xfrm>
            <a:off x="7962480" y="303336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+0.26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3" name=""/>
          <p:cNvSpPr txBox="1"/>
          <p:nvPr/>
        </p:nvSpPr>
        <p:spPr>
          <a:xfrm>
            <a:off x="8711280" y="303336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+0.15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4" name=""/>
          <p:cNvSpPr txBox="1"/>
          <p:nvPr/>
        </p:nvSpPr>
        <p:spPr>
          <a:xfrm>
            <a:off x="6484320" y="356400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-0.18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5" name=""/>
          <p:cNvSpPr txBox="1"/>
          <p:nvPr/>
        </p:nvSpPr>
        <p:spPr>
          <a:xfrm>
            <a:off x="7233480" y="356400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-0.10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6" name=""/>
          <p:cNvSpPr txBox="1"/>
          <p:nvPr/>
        </p:nvSpPr>
        <p:spPr>
          <a:xfrm>
            <a:off x="7982640" y="3564000"/>
            <a:ext cx="2779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-0.12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7" name=""/>
          <p:cNvSpPr txBox="1"/>
          <p:nvPr/>
        </p:nvSpPr>
        <p:spPr>
          <a:xfrm>
            <a:off x="8711280" y="3564000"/>
            <a:ext cx="31932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750" spc="-1" strike="noStrike">
                <a:solidFill>
                  <a:srgbClr val="ffffff"/>
                </a:solidFill>
                <a:latin typeface="DejaVuSans"/>
              </a:rPr>
              <a:t>+0.34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S9 — GEO cohorts overview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833760" cy="5478480"/>
          </a:xfrm>
          <a:custGeom>
            <a:avLst/>
            <a:gdLst/>
            <a:ahLst/>
            <a:rect l="0" t="0" r="r" b="b"/>
            <a:pathLst>
              <a:path w="27316" h="15218">
                <a:moveTo>
                  <a:pt x="0" y="15218"/>
                </a:moveTo>
                <a:lnTo>
                  <a:pt x="27316" y="15218"/>
                </a:lnTo>
                <a:lnTo>
                  <a:pt x="27316" y="0"/>
                </a:lnTo>
                <a:lnTo>
                  <a:pt x="0" y="0"/>
                </a:lnTo>
                <a:lnTo>
                  <a:pt x="0" y="1521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493200" y="91440"/>
            <a:ext cx="4005720" cy="1971720"/>
          </a:xfrm>
          <a:custGeom>
            <a:avLst/>
            <a:gdLst/>
            <a:ahLst/>
            <a:rect l="0" t="0" r="r" b="b"/>
            <a:pathLst>
              <a:path w="11127" h="5477">
                <a:moveTo>
                  <a:pt x="0" y="5477"/>
                </a:moveTo>
                <a:lnTo>
                  <a:pt x="11127" y="5477"/>
                </a:lnTo>
                <a:lnTo>
                  <a:pt x="11127" y="0"/>
                </a:lnTo>
                <a:lnTo>
                  <a:pt x="0" y="0"/>
                </a:lnTo>
                <a:lnTo>
                  <a:pt x="0" y="547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122480" y="20628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122480" y="20628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789200" y="20628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789200" y="20628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1086120" y="2126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456280" y="20628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2456280" y="20628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753200" y="2126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3123000" y="20628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3123000" y="20628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2419920" y="2126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3790080" y="20628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3790080" y="20628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3087000" y="2126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4456800" y="20628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4456800" y="20628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3753720" y="2126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4420800" y="2126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455040" y="2062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455040" y="2062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1527120" y="2285640"/>
            <a:ext cx="1933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Neoantigens per mutation site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455040" y="1687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455040" y="1687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338040" y="20001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455040" y="1311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455040" y="1311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338040" y="162468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455040" y="9360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455040" y="9360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338040" y="12492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455040" y="560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455040" y="560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338040" y="87372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455040" y="185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455040" y="185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338040" y="4982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338040" y="1227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675000" y="1311840"/>
            <a:ext cx="303840" cy="751320"/>
          </a:xfrm>
          <a:custGeom>
            <a:avLst/>
            <a:gdLst/>
            <a:ahLst/>
            <a:rect l="0" t="0" r="r" b="b"/>
            <a:pathLst>
              <a:path w="844" h="2087">
                <a:moveTo>
                  <a:pt x="0" y="2087"/>
                </a:moveTo>
                <a:lnTo>
                  <a:pt x="844" y="2087"/>
                </a:lnTo>
                <a:lnTo>
                  <a:pt x="844" y="0"/>
                </a:lnTo>
                <a:lnTo>
                  <a:pt x="0" y="0"/>
                </a:lnTo>
                <a:lnTo>
                  <a:pt x="0" y="2087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978480" y="185040"/>
            <a:ext cx="303840" cy="1878120"/>
          </a:xfrm>
          <a:custGeom>
            <a:avLst/>
            <a:gdLst/>
            <a:ahLst/>
            <a:rect l="0" t="0" r="r" b="b"/>
            <a:pathLst>
              <a:path w="844" h="5217">
                <a:moveTo>
                  <a:pt x="0" y="5217"/>
                </a:moveTo>
                <a:lnTo>
                  <a:pt x="844" y="5217"/>
                </a:lnTo>
                <a:lnTo>
                  <a:pt x="844" y="0"/>
                </a:lnTo>
                <a:lnTo>
                  <a:pt x="0" y="0"/>
                </a:lnTo>
                <a:lnTo>
                  <a:pt x="0" y="5217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77" name=""/>
          <p:cNvSpPr/>
          <p:nvPr/>
        </p:nvSpPr>
        <p:spPr>
          <a:xfrm>
            <a:off x="1281960" y="560520"/>
            <a:ext cx="303840" cy="1502640"/>
          </a:xfrm>
          <a:custGeom>
            <a:avLst/>
            <a:gdLst/>
            <a:ahLst/>
            <a:rect l="0" t="0" r="r" b="b"/>
            <a:pathLst>
              <a:path w="844" h="4174">
                <a:moveTo>
                  <a:pt x="0" y="4174"/>
                </a:moveTo>
                <a:lnTo>
                  <a:pt x="844" y="4174"/>
                </a:lnTo>
                <a:lnTo>
                  <a:pt x="844" y="0"/>
                </a:lnTo>
                <a:lnTo>
                  <a:pt x="0" y="0"/>
                </a:lnTo>
                <a:lnTo>
                  <a:pt x="0" y="4174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78" name=""/>
          <p:cNvSpPr/>
          <p:nvPr/>
        </p:nvSpPr>
        <p:spPr>
          <a:xfrm>
            <a:off x="1585440" y="560520"/>
            <a:ext cx="303840" cy="1502640"/>
          </a:xfrm>
          <a:custGeom>
            <a:avLst/>
            <a:gdLst/>
            <a:ahLst/>
            <a:rect l="0" t="0" r="r" b="b"/>
            <a:pathLst>
              <a:path w="844" h="4174">
                <a:moveTo>
                  <a:pt x="0" y="4174"/>
                </a:moveTo>
                <a:lnTo>
                  <a:pt x="844" y="4174"/>
                </a:lnTo>
                <a:lnTo>
                  <a:pt x="844" y="0"/>
                </a:lnTo>
                <a:lnTo>
                  <a:pt x="0" y="0"/>
                </a:lnTo>
                <a:lnTo>
                  <a:pt x="0" y="4174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1888920" y="1311840"/>
            <a:ext cx="303840" cy="751320"/>
          </a:xfrm>
          <a:custGeom>
            <a:avLst/>
            <a:gdLst/>
            <a:ahLst/>
            <a:rect l="0" t="0" r="r" b="b"/>
            <a:pathLst>
              <a:path w="844" h="2087">
                <a:moveTo>
                  <a:pt x="0" y="2087"/>
                </a:moveTo>
                <a:lnTo>
                  <a:pt x="844" y="2087"/>
                </a:lnTo>
                <a:lnTo>
                  <a:pt x="844" y="0"/>
                </a:lnTo>
                <a:lnTo>
                  <a:pt x="0" y="0"/>
                </a:lnTo>
                <a:lnTo>
                  <a:pt x="0" y="2087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0" name=""/>
          <p:cNvSpPr/>
          <p:nvPr/>
        </p:nvSpPr>
        <p:spPr>
          <a:xfrm>
            <a:off x="2192400" y="936000"/>
            <a:ext cx="303840" cy="1127160"/>
          </a:xfrm>
          <a:custGeom>
            <a:avLst/>
            <a:gdLst/>
            <a:ahLst/>
            <a:rect l="0" t="0" r="r" b="b"/>
            <a:pathLst>
              <a:path w="844" h="3131">
                <a:moveTo>
                  <a:pt x="0" y="3131"/>
                </a:moveTo>
                <a:lnTo>
                  <a:pt x="844" y="3131"/>
                </a:lnTo>
                <a:lnTo>
                  <a:pt x="844" y="0"/>
                </a:lnTo>
                <a:lnTo>
                  <a:pt x="0" y="0"/>
                </a:lnTo>
                <a:lnTo>
                  <a:pt x="0" y="3131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1" name=""/>
          <p:cNvSpPr/>
          <p:nvPr/>
        </p:nvSpPr>
        <p:spPr>
          <a:xfrm>
            <a:off x="2495880" y="1687320"/>
            <a:ext cx="303840" cy="375840"/>
          </a:xfrm>
          <a:custGeom>
            <a:avLst/>
            <a:gdLst/>
            <a:ahLst/>
            <a:rect l="0" t="0" r="r" b="b"/>
            <a:pathLst>
              <a:path w="844" h="1044">
                <a:moveTo>
                  <a:pt x="0" y="1044"/>
                </a:moveTo>
                <a:lnTo>
                  <a:pt x="844" y="1044"/>
                </a:lnTo>
                <a:lnTo>
                  <a:pt x="844" y="0"/>
                </a:lnTo>
                <a:lnTo>
                  <a:pt x="0" y="0"/>
                </a:lnTo>
                <a:lnTo>
                  <a:pt x="0" y="1044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2" name=""/>
          <p:cNvSpPr/>
          <p:nvPr/>
        </p:nvSpPr>
        <p:spPr>
          <a:xfrm>
            <a:off x="2799360" y="2062800"/>
            <a:ext cx="303480" cy="0"/>
          </a:xfrm>
          <a:custGeom>
            <a:avLst/>
            <a:gdLst/>
            <a:ahLst/>
            <a:rect l="0" t="0" r="r" b="b"/>
            <a:pathLst>
              <a:path w="843" h="0">
                <a:moveTo>
                  <a:pt x="0" y="0"/>
                </a:moveTo>
                <a:lnTo>
                  <a:pt x="843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3" name=""/>
          <p:cNvSpPr/>
          <p:nvPr/>
        </p:nvSpPr>
        <p:spPr>
          <a:xfrm>
            <a:off x="3102840" y="2062800"/>
            <a:ext cx="303480" cy="0"/>
          </a:xfrm>
          <a:custGeom>
            <a:avLst/>
            <a:gdLst/>
            <a:ahLst/>
            <a:rect l="0" t="0" r="r" b="b"/>
            <a:pathLst>
              <a:path w="843" h="0">
                <a:moveTo>
                  <a:pt x="0" y="0"/>
                </a:moveTo>
                <a:lnTo>
                  <a:pt x="843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4" name=""/>
          <p:cNvSpPr/>
          <p:nvPr/>
        </p:nvSpPr>
        <p:spPr>
          <a:xfrm>
            <a:off x="3406320" y="2062800"/>
            <a:ext cx="303120" cy="0"/>
          </a:xfrm>
          <a:custGeom>
            <a:avLst/>
            <a:gdLst/>
            <a:ahLst/>
            <a:rect l="0" t="0" r="r" b="b"/>
            <a:pathLst>
              <a:path w="842" h="0">
                <a:moveTo>
                  <a:pt x="0" y="0"/>
                </a:moveTo>
                <a:lnTo>
                  <a:pt x="842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5" name=""/>
          <p:cNvSpPr/>
          <p:nvPr/>
        </p:nvSpPr>
        <p:spPr>
          <a:xfrm>
            <a:off x="3709440" y="2062800"/>
            <a:ext cx="303480" cy="0"/>
          </a:xfrm>
          <a:custGeom>
            <a:avLst/>
            <a:gdLst/>
            <a:ahLst/>
            <a:rect l="0" t="0" r="r" b="b"/>
            <a:pathLst>
              <a:path w="843" h="0">
                <a:moveTo>
                  <a:pt x="0" y="0"/>
                </a:moveTo>
                <a:lnTo>
                  <a:pt x="843" y="0"/>
                </a:lnTo>
                <a:lnTo>
                  <a:pt x="0" y="0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6" name=""/>
          <p:cNvSpPr/>
          <p:nvPr/>
        </p:nvSpPr>
        <p:spPr>
          <a:xfrm>
            <a:off x="4012920" y="1687320"/>
            <a:ext cx="303840" cy="375840"/>
          </a:xfrm>
          <a:custGeom>
            <a:avLst/>
            <a:gdLst/>
            <a:ahLst/>
            <a:rect l="0" t="0" r="r" b="b"/>
            <a:pathLst>
              <a:path w="844" h="1044">
                <a:moveTo>
                  <a:pt x="0" y="1044"/>
                </a:moveTo>
                <a:lnTo>
                  <a:pt x="844" y="1044"/>
                </a:lnTo>
                <a:lnTo>
                  <a:pt x="844" y="0"/>
                </a:lnTo>
                <a:lnTo>
                  <a:pt x="0" y="0"/>
                </a:lnTo>
                <a:lnTo>
                  <a:pt x="0" y="1044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7" name=""/>
          <p:cNvSpPr/>
          <p:nvPr/>
        </p:nvSpPr>
        <p:spPr>
          <a:xfrm>
            <a:off x="1311480" y="1311840"/>
            <a:ext cx="164880" cy="751320"/>
          </a:xfrm>
          <a:custGeom>
            <a:avLst/>
            <a:gdLst/>
            <a:ahLst/>
            <a:rect l="0" t="0" r="r" b="b"/>
            <a:pathLst>
              <a:path w="458" h="2087">
                <a:moveTo>
                  <a:pt x="0" y="2087"/>
                </a:moveTo>
                <a:lnTo>
                  <a:pt x="458" y="2087"/>
                </a:lnTo>
                <a:lnTo>
                  <a:pt x="458" y="0"/>
                </a:lnTo>
                <a:lnTo>
                  <a:pt x="0" y="0"/>
                </a:lnTo>
                <a:lnTo>
                  <a:pt x="0" y="2087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0">
            <a:noFill/>
          </a:ln>
        </p:spPr>
      </p:sp>
      <p:sp>
        <p:nvSpPr>
          <p:cNvPr id="88" name=""/>
          <p:cNvSpPr/>
          <p:nvPr/>
        </p:nvSpPr>
        <p:spPr>
          <a:xfrm>
            <a:off x="1311480" y="1311840"/>
            <a:ext cx="164880" cy="751320"/>
          </a:xfrm>
          <a:custGeom>
            <a:avLst/>
            <a:gdLst/>
            <a:ahLst/>
            <a:rect l="0" t="0" r="r" b="b"/>
            <a:pathLst>
              <a:path w="458" h="2087">
                <a:moveTo>
                  <a:pt x="0" y="2087"/>
                </a:moveTo>
                <a:lnTo>
                  <a:pt x="458" y="2087"/>
                </a:lnTo>
                <a:lnTo>
                  <a:pt x="458" y="0"/>
                </a:lnTo>
                <a:lnTo>
                  <a:pt x="0" y="0"/>
                </a:lnTo>
                <a:lnTo>
                  <a:pt x="0" y="2087"/>
                </a:lnTo>
                <a:close/>
              </a:path>
            </a:pathLst>
          </a:custGeom>
          <a:noFill/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89" name=""/>
          <p:cNvSpPr/>
          <p:nvPr/>
        </p:nvSpPr>
        <p:spPr>
          <a:xfrm>
            <a:off x="1476000" y="2062800"/>
            <a:ext cx="164880" cy="0"/>
          </a:xfrm>
          <a:custGeom>
            <a:avLst/>
            <a:gdLst/>
            <a:ahLst/>
            <a:rect l="0" t="0" r="r" b="b"/>
            <a:pathLst>
              <a:path w="458" h="0">
                <a:moveTo>
                  <a:pt x="0" y="0"/>
                </a:moveTo>
                <a:lnTo>
                  <a:pt x="458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0" name=""/>
          <p:cNvSpPr/>
          <p:nvPr/>
        </p:nvSpPr>
        <p:spPr>
          <a:xfrm>
            <a:off x="1640880" y="1687320"/>
            <a:ext cx="164880" cy="375840"/>
          </a:xfrm>
          <a:custGeom>
            <a:avLst/>
            <a:gdLst/>
            <a:ahLst/>
            <a:rect l="0" t="0" r="r" b="b"/>
            <a:pathLst>
              <a:path w="458" h="1044">
                <a:moveTo>
                  <a:pt x="0" y="1044"/>
                </a:moveTo>
                <a:lnTo>
                  <a:pt x="458" y="1044"/>
                </a:lnTo>
                <a:lnTo>
                  <a:pt x="458" y="0"/>
                </a:lnTo>
                <a:lnTo>
                  <a:pt x="0" y="0"/>
                </a:lnTo>
                <a:lnTo>
                  <a:pt x="0" y="1044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1805400" y="1687320"/>
            <a:ext cx="165240" cy="375840"/>
          </a:xfrm>
          <a:custGeom>
            <a:avLst/>
            <a:gdLst/>
            <a:ahLst/>
            <a:rect l="0" t="0" r="r" b="b"/>
            <a:pathLst>
              <a:path w="459" h="1044">
                <a:moveTo>
                  <a:pt x="0" y="1044"/>
                </a:moveTo>
                <a:lnTo>
                  <a:pt x="459" y="1044"/>
                </a:lnTo>
                <a:lnTo>
                  <a:pt x="459" y="0"/>
                </a:lnTo>
                <a:lnTo>
                  <a:pt x="0" y="0"/>
                </a:lnTo>
                <a:lnTo>
                  <a:pt x="0" y="1044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2" name=""/>
          <p:cNvSpPr/>
          <p:nvPr/>
        </p:nvSpPr>
        <p:spPr>
          <a:xfrm>
            <a:off x="1970280" y="2062800"/>
            <a:ext cx="164520" cy="0"/>
          </a:xfrm>
          <a:custGeom>
            <a:avLst/>
            <a:gdLst/>
            <a:ahLst/>
            <a:rect l="0" t="0" r="r" b="b"/>
            <a:pathLst>
              <a:path w="457" h="0">
                <a:moveTo>
                  <a:pt x="0" y="0"/>
                </a:moveTo>
                <a:lnTo>
                  <a:pt x="457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3" name=""/>
          <p:cNvSpPr/>
          <p:nvPr/>
        </p:nvSpPr>
        <p:spPr>
          <a:xfrm>
            <a:off x="2134800" y="2062800"/>
            <a:ext cx="164880" cy="0"/>
          </a:xfrm>
          <a:custGeom>
            <a:avLst/>
            <a:gdLst/>
            <a:ahLst/>
            <a:rect l="0" t="0" r="r" b="b"/>
            <a:pathLst>
              <a:path w="458" h="0">
                <a:moveTo>
                  <a:pt x="0" y="0"/>
                </a:moveTo>
                <a:lnTo>
                  <a:pt x="458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2299680" y="2062800"/>
            <a:ext cx="164520" cy="0"/>
          </a:xfrm>
          <a:custGeom>
            <a:avLst/>
            <a:gdLst/>
            <a:ahLst/>
            <a:rect l="0" t="0" r="r" b="b"/>
            <a:pathLst>
              <a:path w="457" h="0">
                <a:moveTo>
                  <a:pt x="0" y="0"/>
                </a:moveTo>
                <a:lnTo>
                  <a:pt x="457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5" name=""/>
          <p:cNvSpPr/>
          <p:nvPr/>
        </p:nvSpPr>
        <p:spPr>
          <a:xfrm>
            <a:off x="2464200" y="2062800"/>
            <a:ext cx="164880" cy="0"/>
          </a:xfrm>
          <a:custGeom>
            <a:avLst/>
            <a:gdLst/>
            <a:ahLst/>
            <a:rect l="0" t="0" r="r" b="b"/>
            <a:pathLst>
              <a:path w="458" h="0">
                <a:moveTo>
                  <a:pt x="0" y="0"/>
                </a:moveTo>
                <a:lnTo>
                  <a:pt x="458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6" name=""/>
          <p:cNvSpPr/>
          <p:nvPr/>
        </p:nvSpPr>
        <p:spPr>
          <a:xfrm>
            <a:off x="2629080" y="2062800"/>
            <a:ext cx="164880" cy="0"/>
          </a:xfrm>
          <a:custGeom>
            <a:avLst/>
            <a:gdLst/>
            <a:ahLst/>
            <a:rect l="0" t="0" r="r" b="b"/>
            <a:pathLst>
              <a:path w="458" h="0">
                <a:moveTo>
                  <a:pt x="0" y="0"/>
                </a:moveTo>
                <a:lnTo>
                  <a:pt x="458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7" name=""/>
          <p:cNvSpPr/>
          <p:nvPr/>
        </p:nvSpPr>
        <p:spPr>
          <a:xfrm>
            <a:off x="2793960" y="2062800"/>
            <a:ext cx="164520" cy="0"/>
          </a:xfrm>
          <a:custGeom>
            <a:avLst/>
            <a:gdLst/>
            <a:ahLst/>
            <a:rect l="0" t="0" r="r" b="b"/>
            <a:pathLst>
              <a:path w="457" h="0">
                <a:moveTo>
                  <a:pt x="0" y="0"/>
                </a:moveTo>
                <a:lnTo>
                  <a:pt x="457" y="0"/>
                </a:lnTo>
                <a:lnTo>
                  <a:pt x="0" y="0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8" name=""/>
          <p:cNvSpPr/>
          <p:nvPr/>
        </p:nvSpPr>
        <p:spPr>
          <a:xfrm>
            <a:off x="2958480" y="1687320"/>
            <a:ext cx="165240" cy="375840"/>
          </a:xfrm>
          <a:custGeom>
            <a:avLst/>
            <a:gdLst/>
            <a:ahLst/>
            <a:rect l="0" t="0" r="r" b="b"/>
            <a:pathLst>
              <a:path w="459" h="1044">
                <a:moveTo>
                  <a:pt x="0" y="1044"/>
                </a:moveTo>
                <a:lnTo>
                  <a:pt x="459" y="1044"/>
                </a:lnTo>
                <a:lnTo>
                  <a:pt x="459" y="0"/>
                </a:lnTo>
                <a:lnTo>
                  <a:pt x="0" y="0"/>
                </a:lnTo>
                <a:lnTo>
                  <a:pt x="0" y="1044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99" name=""/>
          <p:cNvSpPr/>
          <p:nvPr/>
        </p:nvSpPr>
        <p:spPr>
          <a:xfrm>
            <a:off x="3123360" y="1687320"/>
            <a:ext cx="164880" cy="375840"/>
          </a:xfrm>
          <a:custGeom>
            <a:avLst/>
            <a:gdLst/>
            <a:ahLst/>
            <a:rect l="0" t="0" r="r" b="b"/>
            <a:pathLst>
              <a:path w="458" h="1044">
                <a:moveTo>
                  <a:pt x="0" y="1044"/>
                </a:moveTo>
                <a:lnTo>
                  <a:pt x="458" y="1044"/>
                </a:lnTo>
                <a:lnTo>
                  <a:pt x="458" y="0"/>
                </a:lnTo>
                <a:lnTo>
                  <a:pt x="0" y="0"/>
                </a:lnTo>
                <a:lnTo>
                  <a:pt x="0" y="1044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0" name=""/>
          <p:cNvSpPr/>
          <p:nvPr/>
        </p:nvSpPr>
        <p:spPr>
          <a:xfrm flipV="1">
            <a:off x="493200" y="91440"/>
            <a:ext cx="0" cy="19713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/>
          <p:nvPr/>
        </p:nvSpPr>
        <p:spPr>
          <a:xfrm>
            <a:off x="493200" y="2062800"/>
            <a:ext cx="40053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/>
          <p:nvPr/>
        </p:nvSpPr>
        <p:spPr>
          <a:xfrm>
            <a:off x="2892600" y="200880"/>
            <a:ext cx="228960" cy="80640"/>
          </a:xfrm>
          <a:custGeom>
            <a:avLst/>
            <a:gdLst/>
            <a:ahLst/>
            <a:rect l="0" t="0" r="r" b="b"/>
            <a:pathLst>
              <a:path w="636" h="224">
                <a:moveTo>
                  <a:pt x="0" y="224"/>
                </a:moveTo>
                <a:lnTo>
                  <a:pt x="636" y="224"/>
                </a:lnTo>
                <a:lnTo>
                  <a:pt x="636" y="0"/>
                </a:lnTo>
                <a:lnTo>
                  <a:pt x="0" y="0"/>
                </a:lnTo>
                <a:lnTo>
                  <a:pt x="0" y="224"/>
                </a:lnTo>
                <a:close/>
              </a:path>
            </a:pathLst>
          </a:custGeom>
          <a:solidFill>
            <a:srgbClr val="0a7d6e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3" name=""/>
          <p:cNvSpPr txBox="1"/>
          <p:nvPr/>
        </p:nvSpPr>
        <p:spPr>
          <a:xfrm rot="16200000">
            <a:off x="-119160" y="1004040"/>
            <a:ext cx="6728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samples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2892600" y="36900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c53e1f">
              <a:alpha val="55000"/>
            </a:srgbClr>
          </a:solidFill>
          <a:ln w="7560">
            <a:solidFill>
              <a:srgbClr val="0e2a47">
                <a:alpha val="55000"/>
              </a:srgbClr>
            </a:solidFill>
            <a:miter/>
          </a:ln>
        </p:spPr>
      </p:sp>
      <p:sp>
        <p:nvSpPr>
          <p:cNvPr id="105" name=""/>
          <p:cNvSpPr txBox="1"/>
          <p:nvPr/>
        </p:nvSpPr>
        <p:spPr>
          <a:xfrm>
            <a:off x="3213000" y="175320"/>
            <a:ext cx="11847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HLA retained (n=22)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5700240" y="91440"/>
            <a:ext cx="4005720" cy="1971720"/>
          </a:xfrm>
          <a:custGeom>
            <a:avLst/>
            <a:gdLst/>
            <a:ahLst/>
            <a:rect l="0" t="0" r="r" b="b"/>
            <a:pathLst>
              <a:path w="11127" h="5477">
                <a:moveTo>
                  <a:pt x="0" y="5477"/>
                </a:moveTo>
                <a:lnTo>
                  <a:pt x="11127" y="5477"/>
                </a:lnTo>
                <a:lnTo>
                  <a:pt x="11127" y="0"/>
                </a:lnTo>
                <a:lnTo>
                  <a:pt x="0" y="0"/>
                </a:lnTo>
                <a:lnTo>
                  <a:pt x="0" y="547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>
            <a:off x="6203160" y="20628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08" name=""/>
          <p:cNvSpPr/>
          <p:nvPr/>
        </p:nvSpPr>
        <p:spPr>
          <a:xfrm>
            <a:off x="6203160" y="20628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9" name=""/>
          <p:cNvSpPr txBox="1"/>
          <p:nvPr/>
        </p:nvSpPr>
        <p:spPr>
          <a:xfrm>
            <a:off x="3213000" y="343080"/>
            <a:ext cx="8708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HLA LOH (n=6)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9237240" y="206280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1" name=""/>
          <p:cNvSpPr/>
          <p:nvPr/>
        </p:nvSpPr>
        <p:spPr>
          <a:xfrm>
            <a:off x="9237240" y="206280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2" name=""/>
          <p:cNvSpPr txBox="1"/>
          <p:nvPr/>
        </p:nvSpPr>
        <p:spPr>
          <a:xfrm>
            <a:off x="6060960" y="212616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5662080" y="1780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4" name=""/>
          <p:cNvSpPr/>
          <p:nvPr/>
        </p:nvSpPr>
        <p:spPr>
          <a:xfrm flipH="1">
            <a:off x="5662080" y="1780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5" name=""/>
          <p:cNvSpPr txBox="1"/>
          <p:nvPr/>
        </p:nvSpPr>
        <p:spPr>
          <a:xfrm>
            <a:off x="9129960" y="212616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5662080" y="1483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7" name=""/>
          <p:cNvSpPr/>
          <p:nvPr/>
        </p:nvSpPr>
        <p:spPr>
          <a:xfrm flipH="1">
            <a:off x="5662080" y="1483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8" name=""/>
          <p:cNvSpPr txBox="1"/>
          <p:nvPr/>
        </p:nvSpPr>
        <p:spPr>
          <a:xfrm>
            <a:off x="5436000" y="17179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5662080" y="1186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 flipH="1">
            <a:off x="5662080" y="1186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 txBox="1"/>
          <p:nvPr/>
        </p:nvSpPr>
        <p:spPr>
          <a:xfrm>
            <a:off x="5436000" y="14209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5662080" y="889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3" name=""/>
          <p:cNvSpPr/>
          <p:nvPr/>
        </p:nvSpPr>
        <p:spPr>
          <a:xfrm flipH="1">
            <a:off x="5662080" y="889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4" name=""/>
          <p:cNvSpPr txBox="1"/>
          <p:nvPr/>
        </p:nvSpPr>
        <p:spPr>
          <a:xfrm>
            <a:off x="5436000" y="11239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5662080" y="5925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6" name=""/>
          <p:cNvSpPr/>
          <p:nvPr/>
        </p:nvSpPr>
        <p:spPr>
          <a:xfrm flipH="1">
            <a:off x="5662080" y="5925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 txBox="1"/>
          <p:nvPr/>
        </p:nvSpPr>
        <p:spPr>
          <a:xfrm>
            <a:off x="5436000" y="8272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5662080" y="295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9" name=""/>
          <p:cNvSpPr/>
          <p:nvPr/>
        </p:nvSpPr>
        <p:spPr>
          <a:xfrm flipH="1">
            <a:off x="5662080" y="295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 txBox="1"/>
          <p:nvPr/>
        </p:nvSpPr>
        <p:spPr>
          <a:xfrm>
            <a:off x="5436000" y="5302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1" name=""/>
          <p:cNvSpPr txBox="1"/>
          <p:nvPr/>
        </p:nvSpPr>
        <p:spPr>
          <a:xfrm>
            <a:off x="5436000" y="2332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5963040" y="49392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2" y="262"/>
                </a:moveTo>
                <a:cubicBezTo>
                  <a:pt x="167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3"/>
                  <a:pt x="224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7" y="0"/>
                  <a:pt x="64" y="14"/>
                  <a:pt x="39" y="38"/>
                </a:cubicBezTo>
                <a:cubicBezTo>
                  <a:pt x="15" y="63"/>
                  <a:pt x="0" y="97"/>
                  <a:pt x="0" y="132"/>
                </a:cubicBezTo>
                <a:cubicBezTo>
                  <a:pt x="0" y="166"/>
                  <a:pt x="15" y="200"/>
                  <a:pt x="39" y="224"/>
                </a:cubicBezTo>
                <a:cubicBezTo>
                  <a:pt x="64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3" name=""/>
          <p:cNvSpPr/>
          <p:nvPr/>
        </p:nvSpPr>
        <p:spPr>
          <a:xfrm>
            <a:off x="6171840" y="141696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6"/>
                  <a:pt x="249" y="63"/>
                  <a:pt x="224" y="39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4" name=""/>
          <p:cNvSpPr/>
          <p:nvPr/>
        </p:nvSpPr>
        <p:spPr>
          <a:xfrm>
            <a:off x="6413400" y="123840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2" y="166"/>
                  <a:pt x="262" y="132"/>
                </a:cubicBezTo>
                <a:cubicBezTo>
                  <a:pt x="262" y="97"/>
                  <a:pt x="249" y="63"/>
                  <a:pt x="224" y="38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3" y="14"/>
                  <a:pt x="38" y="38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7" y="262"/>
                  <a:pt x="132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5" name=""/>
          <p:cNvSpPr/>
          <p:nvPr/>
        </p:nvSpPr>
        <p:spPr>
          <a:xfrm>
            <a:off x="6480720" y="10580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4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0">
            <a:noFill/>
          </a:ln>
        </p:spPr>
      </p:sp>
      <p:sp>
        <p:nvSpPr>
          <p:cNvPr id="136" name=""/>
          <p:cNvSpPr/>
          <p:nvPr/>
        </p:nvSpPr>
        <p:spPr>
          <a:xfrm>
            <a:off x="6480720" y="10580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4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noFill/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7" name=""/>
          <p:cNvSpPr/>
          <p:nvPr/>
        </p:nvSpPr>
        <p:spPr>
          <a:xfrm>
            <a:off x="5995080" y="10976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200" y="249"/>
                  <a:pt x="224" y="225"/>
                </a:cubicBezTo>
                <a:cubicBezTo>
                  <a:pt x="249" y="199"/>
                  <a:pt x="262" y="166"/>
                  <a:pt x="262" y="131"/>
                </a:cubicBezTo>
                <a:cubicBezTo>
                  <a:pt x="262" y="96"/>
                  <a:pt x="249" y="63"/>
                  <a:pt x="224" y="39"/>
                </a:cubicBezTo>
                <a:cubicBezTo>
                  <a:pt x="200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3"/>
                  <a:pt x="0" y="96"/>
                  <a:pt x="0" y="131"/>
                </a:cubicBezTo>
                <a:cubicBezTo>
                  <a:pt x="0" y="166"/>
                  <a:pt x="14" y="199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8" name=""/>
          <p:cNvSpPr/>
          <p:nvPr/>
        </p:nvSpPr>
        <p:spPr>
          <a:xfrm>
            <a:off x="6341040" y="5360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6"/>
                  <a:pt x="249" y="63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8" y="0"/>
                  <a:pt x="64" y="14"/>
                  <a:pt x="40" y="38"/>
                </a:cubicBezTo>
                <a:cubicBezTo>
                  <a:pt x="15" y="63"/>
                  <a:pt x="0" y="96"/>
                  <a:pt x="0" y="131"/>
                </a:cubicBezTo>
                <a:cubicBezTo>
                  <a:pt x="0" y="166"/>
                  <a:pt x="15" y="199"/>
                  <a:pt x="40" y="224"/>
                </a:cubicBezTo>
                <a:cubicBezTo>
                  <a:pt x="64" y="249"/>
                  <a:pt x="98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39" name=""/>
          <p:cNvSpPr/>
          <p:nvPr/>
        </p:nvSpPr>
        <p:spPr>
          <a:xfrm>
            <a:off x="6205680" y="178560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1" y="262"/>
                </a:moveTo>
                <a:cubicBezTo>
                  <a:pt x="166" y="262"/>
                  <a:pt x="199" y="249"/>
                  <a:pt x="224" y="224"/>
                </a:cubicBezTo>
                <a:cubicBezTo>
                  <a:pt x="248" y="200"/>
                  <a:pt x="262" y="166"/>
                  <a:pt x="262" y="132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2" y="14"/>
                  <a:pt x="38" y="38"/>
                </a:cubicBezTo>
                <a:cubicBezTo>
                  <a:pt x="13" y="63"/>
                  <a:pt x="0" y="96"/>
                  <a:pt x="0" y="132"/>
                </a:cubicBezTo>
                <a:cubicBezTo>
                  <a:pt x="0" y="166"/>
                  <a:pt x="13" y="200"/>
                  <a:pt x="38" y="224"/>
                </a:cubicBezTo>
                <a:cubicBezTo>
                  <a:pt x="62" y="249"/>
                  <a:pt x="96" y="262"/>
                  <a:pt x="131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0" name=""/>
          <p:cNvSpPr/>
          <p:nvPr/>
        </p:nvSpPr>
        <p:spPr>
          <a:xfrm>
            <a:off x="6401160" y="1926000"/>
            <a:ext cx="94680" cy="95040"/>
          </a:xfrm>
          <a:custGeom>
            <a:avLst/>
            <a:gdLst/>
            <a:ahLst/>
            <a:rect l="0" t="0" r="r" b="b"/>
            <a:pathLst>
              <a:path w="263" h="264">
                <a:moveTo>
                  <a:pt x="132" y="264"/>
                </a:moveTo>
                <a:cubicBezTo>
                  <a:pt x="167" y="264"/>
                  <a:pt x="200" y="249"/>
                  <a:pt x="225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5" y="39"/>
                </a:cubicBezTo>
                <a:cubicBezTo>
                  <a:pt x="200" y="15"/>
                  <a:pt x="167" y="0"/>
                  <a:pt x="132" y="0"/>
                </a:cubicBezTo>
                <a:cubicBezTo>
                  <a:pt x="97" y="0"/>
                  <a:pt x="63" y="15"/>
                  <a:pt x="39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3" y="249"/>
                  <a:pt x="97" y="264"/>
                  <a:pt x="132" y="26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1" name=""/>
          <p:cNvSpPr/>
          <p:nvPr/>
        </p:nvSpPr>
        <p:spPr>
          <a:xfrm>
            <a:off x="6339960" y="135900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4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4" y="39"/>
                </a:cubicBezTo>
                <a:cubicBezTo>
                  <a:pt x="200" y="15"/>
                  <a:pt x="167" y="0"/>
                  <a:pt x="132" y="0"/>
                </a:cubicBezTo>
                <a:cubicBezTo>
                  <a:pt x="97" y="0"/>
                  <a:pt x="64" y="15"/>
                  <a:pt x="39" y="39"/>
                </a:cubicBezTo>
                <a:cubicBezTo>
                  <a:pt x="15" y="64"/>
                  <a:pt x="0" y="97"/>
                  <a:pt x="0" y="132"/>
                </a:cubicBezTo>
                <a:cubicBezTo>
                  <a:pt x="0" y="167"/>
                  <a:pt x="15" y="200"/>
                  <a:pt x="39" y="224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6063120" y="159948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199" y="249"/>
                  <a:pt x="223" y="224"/>
                </a:cubicBezTo>
                <a:cubicBezTo>
                  <a:pt x="248" y="200"/>
                  <a:pt x="263" y="166"/>
                  <a:pt x="263" y="132"/>
                </a:cubicBezTo>
                <a:cubicBezTo>
                  <a:pt x="263" y="96"/>
                  <a:pt x="248" y="63"/>
                  <a:pt x="223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3" name=""/>
          <p:cNvSpPr/>
          <p:nvPr/>
        </p:nvSpPr>
        <p:spPr>
          <a:xfrm>
            <a:off x="5960520" y="159156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6" y="263"/>
                  <a:pt x="200" y="249"/>
                  <a:pt x="224" y="225"/>
                </a:cubicBezTo>
                <a:cubicBezTo>
                  <a:pt x="249" y="200"/>
                  <a:pt x="263" y="167"/>
                  <a:pt x="263" y="131"/>
                </a:cubicBezTo>
                <a:cubicBezTo>
                  <a:pt x="263" y="97"/>
                  <a:pt x="249" y="63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7" y="0"/>
                  <a:pt x="64" y="14"/>
                  <a:pt x="39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4" y="249"/>
                  <a:pt x="97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4" name=""/>
          <p:cNvSpPr/>
          <p:nvPr/>
        </p:nvSpPr>
        <p:spPr>
          <a:xfrm>
            <a:off x="5981760" y="11671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9" y="249"/>
                  <a:pt x="224" y="225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4"/>
                  <a:pt x="224" y="40"/>
                </a:cubicBezTo>
                <a:cubicBezTo>
                  <a:pt x="199" y="14"/>
                  <a:pt x="165" y="0"/>
                  <a:pt x="131" y="0"/>
                </a:cubicBezTo>
                <a:cubicBezTo>
                  <a:pt x="96" y="0"/>
                  <a:pt x="63" y="14"/>
                  <a:pt x="38" y="40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5" name=""/>
          <p:cNvSpPr/>
          <p:nvPr/>
        </p:nvSpPr>
        <p:spPr>
          <a:xfrm>
            <a:off x="5835240" y="16380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2" y="263"/>
                </a:moveTo>
                <a:cubicBezTo>
                  <a:pt x="166" y="263"/>
                  <a:pt x="200" y="249"/>
                  <a:pt x="224" y="224"/>
                </a:cubicBezTo>
                <a:cubicBezTo>
                  <a:pt x="249" y="200"/>
                  <a:pt x="262" y="167"/>
                  <a:pt x="262" y="132"/>
                </a:cubicBezTo>
                <a:cubicBezTo>
                  <a:pt x="262" y="97"/>
                  <a:pt x="249" y="64"/>
                  <a:pt x="224" y="39"/>
                </a:cubicBezTo>
                <a:cubicBezTo>
                  <a:pt x="200" y="14"/>
                  <a:pt x="166" y="0"/>
                  <a:pt x="132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8" y="224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6" name=""/>
          <p:cNvSpPr/>
          <p:nvPr/>
        </p:nvSpPr>
        <p:spPr>
          <a:xfrm>
            <a:off x="6266880" y="11390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1" y="263"/>
                </a:moveTo>
                <a:cubicBezTo>
                  <a:pt x="166" y="263"/>
                  <a:pt x="199" y="249"/>
                  <a:pt x="225" y="225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3"/>
                  <a:pt x="225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9"/>
                </a:cubicBezTo>
                <a:cubicBezTo>
                  <a:pt x="14" y="63"/>
                  <a:pt x="0" y="97"/>
                  <a:pt x="0" y="132"/>
                </a:cubicBezTo>
                <a:cubicBezTo>
                  <a:pt x="0" y="167"/>
                  <a:pt x="14" y="200"/>
                  <a:pt x="39" y="225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7" name=""/>
          <p:cNvSpPr/>
          <p:nvPr/>
        </p:nvSpPr>
        <p:spPr>
          <a:xfrm>
            <a:off x="5995800" y="165960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0" y="263"/>
                </a:moveTo>
                <a:cubicBezTo>
                  <a:pt x="165" y="263"/>
                  <a:pt x="199" y="249"/>
                  <a:pt x="224" y="225"/>
                </a:cubicBezTo>
                <a:cubicBezTo>
                  <a:pt x="248" y="199"/>
                  <a:pt x="262" y="166"/>
                  <a:pt x="262" y="131"/>
                </a:cubicBezTo>
                <a:cubicBezTo>
                  <a:pt x="262" y="96"/>
                  <a:pt x="248" y="63"/>
                  <a:pt x="224" y="39"/>
                </a:cubicBezTo>
                <a:cubicBezTo>
                  <a:pt x="199" y="14"/>
                  <a:pt x="165" y="0"/>
                  <a:pt x="130" y="0"/>
                </a:cubicBezTo>
                <a:cubicBezTo>
                  <a:pt x="96" y="0"/>
                  <a:pt x="62" y="14"/>
                  <a:pt x="38" y="39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6"/>
                  <a:pt x="13" y="199"/>
                  <a:pt x="38" y="225"/>
                </a:cubicBezTo>
                <a:cubicBezTo>
                  <a:pt x="62" y="249"/>
                  <a:pt x="96" y="263"/>
                  <a:pt x="130" y="263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8" name=""/>
          <p:cNvSpPr/>
          <p:nvPr/>
        </p:nvSpPr>
        <p:spPr>
          <a:xfrm>
            <a:off x="6446520" y="13392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6" y="262"/>
                  <a:pt x="199" y="248"/>
                  <a:pt x="224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3"/>
                  <a:pt x="224" y="39"/>
                </a:cubicBezTo>
                <a:cubicBezTo>
                  <a:pt x="199" y="13"/>
                  <a:pt x="166" y="0"/>
                  <a:pt x="131" y="0"/>
                </a:cubicBezTo>
                <a:cubicBezTo>
                  <a:pt x="97" y="0"/>
                  <a:pt x="63" y="13"/>
                  <a:pt x="39" y="39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8"/>
                  <a:pt x="97" y="262"/>
                  <a:pt x="131" y="262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49" name=""/>
          <p:cNvSpPr/>
          <p:nvPr/>
        </p:nvSpPr>
        <p:spPr>
          <a:xfrm>
            <a:off x="9024480" y="19015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7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6" y="0"/>
                  <a:pt x="62" y="14"/>
                  <a:pt x="38" y="38"/>
                </a:cubicBezTo>
                <a:cubicBezTo>
                  <a:pt x="13" y="63"/>
                  <a:pt x="0" y="97"/>
                  <a:pt x="0" y="132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2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0" name=""/>
          <p:cNvSpPr/>
          <p:nvPr/>
        </p:nvSpPr>
        <p:spPr>
          <a:xfrm>
            <a:off x="9350640" y="13334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5" y="263"/>
                  <a:pt x="198" y="249"/>
                  <a:pt x="223" y="225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8"/>
                  <a:pt x="248" y="63"/>
                  <a:pt x="223" y="39"/>
                </a:cubicBezTo>
                <a:cubicBezTo>
                  <a:pt x="198" y="14"/>
                  <a:pt x="165" y="0"/>
                  <a:pt x="131" y="0"/>
                </a:cubicBezTo>
                <a:cubicBezTo>
                  <a:pt x="96" y="0"/>
                  <a:pt x="63" y="14"/>
                  <a:pt x="38" y="39"/>
                </a:cubicBezTo>
                <a:cubicBezTo>
                  <a:pt x="13" y="63"/>
                  <a:pt x="0" y="98"/>
                  <a:pt x="0" y="132"/>
                </a:cubicBezTo>
                <a:cubicBezTo>
                  <a:pt x="0" y="167"/>
                  <a:pt x="13" y="200"/>
                  <a:pt x="38" y="225"/>
                </a:cubicBezTo>
                <a:cubicBezTo>
                  <a:pt x="63" y="249"/>
                  <a:pt x="96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1" name=""/>
          <p:cNvSpPr/>
          <p:nvPr/>
        </p:nvSpPr>
        <p:spPr>
          <a:xfrm>
            <a:off x="9307080" y="876240"/>
            <a:ext cx="94680" cy="94680"/>
          </a:xfrm>
          <a:custGeom>
            <a:avLst/>
            <a:gdLst/>
            <a:ahLst/>
            <a:rect l="0" t="0" r="r" b="b"/>
            <a:pathLst>
              <a:path w="263" h="263">
                <a:moveTo>
                  <a:pt x="132" y="263"/>
                </a:moveTo>
                <a:cubicBezTo>
                  <a:pt x="167" y="263"/>
                  <a:pt x="200" y="249"/>
                  <a:pt x="225" y="224"/>
                </a:cubicBezTo>
                <a:cubicBezTo>
                  <a:pt x="249" y="200"/>
                  <a:pt x="263" y="167"/>
                  <a:pt x="263" y="132"/>
                </a:cubicBezTo>
                <a:cubicBezTo>
                  <a:pt x="263" y="97"/>
                  <a:pt x="249" y="64"/>
                  <a:pt x="225" y="38"/>
                </a:cubicBezTo>
                <a:cubicBezTo>
                  <a:pt x="200" y="14"/>
                  <a:pt x="167" y="0"/>
                  <a:pt x="132" y="0"/>
                </a:cubicBezTo>
                <a:cubicBezTo>
                  <a:pt x="96" y="0"/>
                  <a:pt x="63" y="14"/>
                  <a:pt x="39" y="38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7"/>
                  <a:pt x="14" y="200"/>
                  <a:pt x="39" y="224"/>
                </a:cubicBezTo>
                <a:cubicBezTo>
                  <a:pt x="63" y="249"/>
                  <a:pt x="96" y="263"/>
                  <a:pt x="132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2" name=""/>
          <p:cNvSpPr/>
          <p:nvPr/>
        </p:nvSpPr>
        <p:spPr>
          <a:xfrm>
            <a:off x="9120960" y="79596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2" y="262"/>
                </a:moveTo>
                <a:cubicBezTo>
                  <a:pt x="166" y="262"/>
                  <a:pt x="200" y="249"/>
                  <a:pt x="224" y="224"/>
                </a:cubicBezTo>
                <a:cubicBezTo>
                  <a:pt x="249" y="200"/>
                  <a:pt x="262" y="166"/>
                  <a:pt x="262" y="132"/>
                </a:cubicBezTo>
                <a:cubicBezTo>
                  <a:pt x="262" y="97"/>
                  <a:pt x="249" y="64"/>
                  <a:pt x="224" y="39"/>
                </a:cubicBezTo>
                <a:cubicBezTo>
                  <a:pt x="200" y="15"/>
                  <a:pt x="166" y="0"/>
                  <a:pt x="132" y="0"/>
                </a:cubicBezTo>
                <a:cubicBezTo>
                  <a:pt x="96" y="0"/>
                  <a:pt x="63" y="15"/>
                  <a:pt x="38" y="39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2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3" name=""/>
          <p:cNvSpPr/>
          <p:nvPr/>
        </p:nvSpPr>
        <p:spPr>
          <a:xfrm>
            <a:off x="9158400" y="6584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4"/>
                </a:cubicBezTo>
                <a:cubicBezTo>
                  <a:pt x="248" y="200"/>
                  <a:pt x="262" y="166"/>
                  <a:pt x="262" y="132"/>
                </a:cubicBezTo>
                <a:cubicBezTo>
                  <a:pt x="262" y="96"/>
                  <a:pt x="248" y="63"/>
                  <a:pt x="224" y="38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3" y="14"/>
                  <a:pt x="39" y="38"/>
                </a:cubicBezTo>
                <a:cubicBezTo>
                  <a:pt x="14" y="63"/>
                  <a:pt x="0" y="96"/>
                  <a:pt x="0" y="132"/>
                </a:cubicBezTo>
                <a:cubicBezTo>
                  <a:pt x="0" y="166"/>
                  <a:pt x="14" y="200"/>
                  <a:pt x="39" y="224"/>
                </a:cubicBezTo>
                <a:cubicBezTo>
                  <a:pt x="63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4" name=""/>
          <p:cNvSpPr/>
          <p:nvPr/>
        </p:nvSpPr>
        <p:spPr>
          <a:xfrm>
            <a:off x="9093240" y="122544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0" y="263"/>
                </a:moveTo>
                <a:cubicBezTo>
                  <a:pt x="165" y="263"/>
                  <a:pt x="199" y="249"/>
                  <a:pt x="224" y="225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6"/>
                  <a:pt x="248" y="63"/>
                  <a:pt x="224" y="39"/>
                </a:cubicBezTo>
                <a:cubicBezTo>
                  <a:pt x="199" y="14"/>
                  <a:pt x="165" y="0"/>
                  <a:pt x="130" y="0"/>
                </a:cubicBezTo>
                <a:cubicBezTo>
                  <a:pt x="96" y="0"/>
                  <a:pt x="62" y="14"/>
                  <a:pt x="38" y="39"/>
                </a:cubicBezTo>
                <a:cubicBezTo>
                  <a:pt x="13" y="63"/>
                  <a:pt x="0" y="96"/>
                  <a:pt x="0" y="132"/>
                </a:cubicBezTo>
                <a:cubicBezTo>
                  <a:pt x="0" y="167"/>
                  <a:pt x="13" y="200"/>
                  <a:pt x="38" y="225"/>
                </a:cubicBezTo>
                <a:cubicBezTo>
                  <a:pt x="62" y="249"/>
                  <a:pt x="96" y="263"/>
                  <a:pt x="130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5" name=""/>
          <p:cNvSpPr/>
          <p:nvPr/>
        </p:nvSpPr>
        <p:spPr>
          <a:xfrm>
            <a:off x="9476640" y="132948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0" y="262"/>
                </a:moveTo>
                <a:cubicBezTo>
                  <a:pt x="165" y="262"/>
                  <a:pt x="199" y="249"/>
                  <a:pt x="224" y="224"/>
                </a:cubicBezTo>
                <a:cubicBezTo>
                  <a:pt x="249" y="199"/>
                  <a:pt x="262" y="166"/>
                  <a:pt x="262" y="132"/>
                </a:cubicBezTo>
                <a:cubicBezTo>
                  <a:pt x="262" y="97"/>
                  <a:pt x="249" y="63"/>
                  <a:pt x="224" y="38"/>
                </a:cubicBezTo>
                <a:cubicBezTo>
                  <a:pt x="199" y="13"/>
                  <a:pt x="165" y="0"/>
                  <a:pt x="130" y="0"/>
                </a:cubicBezTo>
                <a:cubicBezTo>
                  <a:pt x="96" y="0"/>
                  <a:pt x="63" y="13"/>
                  <a:pt x="38" y="38"/>
                </a:cubicBezTo>
                <a:cubicBezTo>
                  <a:pt x="13" y="63"/>
                  <a:pt x="0" y="97"/>
                  <a:pt x="0" y="132"/>
                </a:cubicBezTo>
                <a:cubicBezTo>
                  <a:pt x="0" y="166"/>
                  <a:pt x="13" y="199"/>
                  <a:pt x="38" y="224"/>
                </a:cubicBezTo>
                <a:cubicBezTo>
                  <a:pt x="63" y="249"/>
                  <a:pt x="96" y="262"/>
                  <a:pt x="130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6" name=""/>
          <p:cNvSpPr/>
          <p:nvPr/>
        </p:nvSpPr>
        <p:spPr>
          <a:xfrm>
            <a:off x="8921160" y="124776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7" y="262"/>
                  <a:pt x="200" y="248"/>
                  <a:pt x="225" y="224"/>
                </a:cubicBezTo>
                <a:cubicBezTo>
                  <a:pt x="249" y="199"/>
                  <a:pt x="263" y="166"/>
                  <a:pt x="263" y="131"/>
                </a:cubicBezTo>
                <a:cubicBezTo>
                  <a:pt x="263" y="97"/>
                  <a:pt x="249" y="63"/>
                  <a:pt x="225" y="38"/>
                </a:cubicBezTo>
                <a:cubicBezTo>
                  <a:pt x="200" y="13"/>
                  <a:pt x="167" y="0"/>
                  <a:pt x="131" y="0"/>
                </a:cubicBezTo>
                <a:cubicBezTo>
                  <a:pt x="97" y="0"/>
                  <a:pt x="63" y="13"/>
                  <a:pt x="39" y="38"/>
                </a:cubicBezTo>
                <a:cubicBezTo>
                  <a:pt x="14" y="63"/>
                  <a:pt x="0" y="97"/>
                  <a:pt x="0" y="131"/>
                </a:cubicBezTo>
                <a:cubicBezTo>
                  <a:pt x="0" y="166"/>
                  <a:pt x="14" y="199"/>
                  <a:pt x="39" y="224"/>
                </a:cubicBezTo>
                <a:cubicBezTo>
                  <a:pt x="63" y="248"/>
                  <a:pt x="97" y="262"/>
                  <a:pt x="131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7" name=""/>
          <p:cNvSpPr/>
          <p:nvPr/>
        </p:nvSpPr>
        <p:spPr>
          <a:xfrm>
            <a:off x="9476280" y="870840"/>
            <a:ext cx="94680" cy="94320"/>
          </a:xfrm>
          <a:custGeom>
            <a:avLst/>
            <a:gdLst/>
            <a:ahLst/>
            <a:rect l="0" t="0" r="r" b="b"/>
            <a:pathLst>
              <a:path w="263" h="262">
                <a:moveTo>
                  <a:pt x="131" y="262"/>
                </a:moveTo>
                <a:cubicBezTo>
                  <a:pt x="165" y="262"/>
                  <a:pt x="200" y="249"/>
                  <a:pt x="224" y="224"/>
                </a:cubicBezTo>
                <a:cubicBezTo>
                  <a:pt x="249" y="200"/>
                  <a:pt x="263" y="166"/>
                  <a:pt x="263" y="132"/>
                </a:cubicBezTo>
                <a:cubicBezTo>
                  <a:pt x="263" y="97"/>
                  <a:pt x="249" y="64"/>
                  <a:pt x="224" y="38"/>
                </a:cubicBezTo>
                <a:cubicBezTo>
                  <a:pt x="200" y="14"/>
                  <a:pt x="165" y="0"/>
                  <a:pt x="131" y="0"/>
                </a:cubicBezTo>
                <a:cubicBezTo>
                  <a:pt x="96" y="0"/>
                  <a:pt x="63" y="14"/>
                  <a:pt x="38" y="38"/>
                </a:cubicBezTo>
                <a:cubicBezTo>
                  <a:pt x="14" y="64"/>
                  <a:pt x="0" y="97"/>
                  <a:pt x="0" y="132"/>
                </a:cubicBezTo>
                <a:cubicBezTo>
                  <a:pt x="0" y="166"/>
                  <a:pt x="14" y="200"/>
                  <a:pt x="38" y="224"/>
                </a:cubicBezTo>
                <a:cubicBezTo>
                  <a:pt x="63" y="249"/>
                  <a:pt x="96" y="262"/>
                  <a:pt x="131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9174240" y="1911600"/>
            <a:ext cx="94320" cy="94320"/>
          </a:xfrm>
          <a:custGeom>
            <a:avLst/>
            <a:gdLst/>
            <a:ahLst/>
            <a:rect l="0" t="0" r="r" b="b"/>
            <a:pathLst>
              <a:path w="262" h="262">
                <a:moveTo>
                  <a:pt x="130" y="262"/>
                </a:moveTo>
                <a:cubicBezTo>
                  <a:pt x="165" y="262"/>
                  <a:pt x="198" y="248"/>
                  <a:pt x="223" y="224"/>
                </a:cubicBezTo>
                <a:cubicBezTo>
                  <a:pt x="248" y="199"/>
                  <a:pt x="262" y="166"/>
                  <a:pt x="262" y="131"/>
                </a:cubicBezTo>
                <a:cubicBezTo>
                  <a:pt x="262" y="97"/>
                  <a:pt x="248" y="63"/>
                  <a:pt x="223" y="38"/>
                </a:cubicBezTo>
                <a:cubicBezTo>
                  <a:pt x="198" y="13"/>
                  <a:pt x="165" y="0"/>
                  <a:pt x="130" y="0"/>
                </a:cubicBezTo>
                <a:cubicBezTo>
                  <a:pt x="96" y="0"/>
                  <a:pt x="62" y="13"/>
                  <a:pt x="38" y="38"/>
                </a:cubicBezTo>
                <a:cubicBezTo>
                  <a:pt x="13" y="63"/>
                  <a:pt x="0" y="97"/>
                  <a:pt x="0" y="131"/>
                </a:cubicBezTo>
                <a:cubicBezTo>
                  <a:pt x="0" y="166"/>
                  <a:pt x="13" y="199"/>
                  <a:pt x="38" y="224"/>
                </a:cubicBezTo>
                <a:cubicBezTo>
                  <a:pt x="62" y="248"/>
                  <a:pt x="96" y="262"/>
                  <a:pt x="130" y="262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9039960" y="172188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1" y="263"/>
                </a:moveTo>
                <a:cubicBezTo>
                  <a:pt x="166" y="263"/>
                  <a:pt x="199" y="249"/>
                  <a:pt x="224" y="225"/>
                </a:cubicBezTo>
                <a:cubicBezTo>
                  <a:pt x="248" y="200"/>
                  <a:pt x="262" y="167"/>
                  <a:pt x="262" y="132"/>
                </a:cubicBezTo>
                <a:cubicBezTo>
                  <a:pt x="262" y="97"/>
                  <a:pt x="248" y="64"/>
                  <a:pt x="224" y="39"/>
                </a:cubicBezTo>
                <a:cubicBezTo>
                  <a:pt x="199" y="14"/>
                  <a:pt x="166" y="0"/>
                  <a:pt x="131" y="0"/>
                </a:cubicBezTo>
                <a:cubicBezTo>
                  <a:pt x="97" y="0"/>
                  <a:pt x="62" y="14"/>
                  <a:pt x="38" y="39"/>
                </a:cubicBezTo>
                <a:cubicBezTo>
                  <a:pt x="13" y="64"/>
                  <a:pt x="0" y="97"/>
                  <a:pt x="0" y="132"/>
                </a:cubicBezTo>
                <a:cubicBezTo>
                  <a:pt x="0" y="167"/>
                  <a:pt x="13" y="200"/>
                  <a:pt x="38" y="225"/>
                </a:cubicBezTo>
                <a:cubicBezTo>
                  <a:pt x="62" y="249"/>
                  <a:pt x="97" y="263"/>
                  <a:pt x="131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0" name=""/>
          <p:cNvSpPr/>
          <p:nvPr/>
        </p:nvSpPr>
        <p:spPr>
          <a:xfrm>
            <a:off x="9164160" y="364320"/>
            <a:ext cx="94320" cy="94680"/>
          </a:xfrm>
          <a:custGeom>
            <a:avLst/>
            <a:gdLst/>
            <a:ahLst/>
            <a:rect l="0" t="0" r="r" b="b"/>
            <a:pathLst>
              <a:path w="262" h="263">
                <a:moveTo>
                  <a:pt x="130" y="263"/>
                </a:moveTo>
                <a:cubicBezTo>
                  <a:pt x="165" y="263"/>
                  <a:pt x="198" y="249"/>
                  <a:pt x="223" y="224"/>
                </a:cubicBezTo>
                <a:cubicBezTo>
                  <a:pt x="247" y="200"/>
                  <a:pt x="262" y="167"/>
                  <a:pt x="262" y="131"/>
                </a:cubicBezTo>
                <a:cubicBezTo>
                  <a:pt x="262" y="96"/>
                  <a:pt x="247" y="63"/>
                  <a:pt x="223" y="38"/>
                </a:cubicBezTo>
                <a:cubicBezTo>
                  <a:pt x="198" y="14"/>
                  <a:pt x="165" y="0"/>
                  <a:pt x="130" y="0"/>
                </a:cubicBezTo>
                <a:cubicBezTo>
                  <a:pt x="96" y="0"/>
                  <a:pt x="62" y="14"/>
                  <a:pt x="38" y="38"/>
                </a:cubicBezTo>
                <a:cubicBezTo>
                  <a:pt x="13" y="63"/>
                  <a:pt x="0" y="96"/>
                  <a:pt x="0" y="131"/>
                </a:cubicBezTo>
                <a:cubicBezTo>
                  <a:pt x="0" y="167"/>
                  <a:pt x="13" y="200"/>
                  <a:pt x="38" y="224"/>
                </a:cubicBezTo>
                <a:cubicBezTo>
                  <a:pt x="62" y="249"/>
                  <a:pt x="96" y="263"/>
                  <a:pt x="130" y="263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161" name=""/>
          <p:cNvSpPr/>
          <p:nvPr/>
        </p:nvSpPr>
        <p:spPr>
          <a:xfrm flipV="1">
            <a:off x="5700240" y="91440"/>
            <a:ext cx="0" cy="19713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/>
          <p:nvPr/>
        </p:nvSpPr>
        <p:spPr>
          <a:xfrm>
            <a:off x="5700240" y="2062800"/>
            <a:ext cx="40053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63" name=""/>
          <p:cNvSpPr/>
          <p:nvPr/>
        </p:nvSpPr>
        <p:spPr>
          <a:xfrm>
            <a:off x="493200" y="3048480"/>
            <a:ext cx="4005720" cy="1971720"/>
          </a:xfrm>
          <a:custGeom>
            <a:avLst/>
            <a:gdLst/>
            <a:ahLst/>
            <a:rect l="0" t="0" r="r" b="b"/>
            <a:pathLst>
              <a:path w="11127" h="5477">
                <a:moveTo>
                  <a:pt x="0" y="5477"/>
                </a:moveTo>
                <a:lnTo>
                  <a:pt x="11127" y="5477"/>
                </a:lnTo>
                <a:lnTo>
                  <a:pt x="11127" y="0"/>
                </a:lnTo>
                <a:lnTo>
                  <a:pt x="0" y="0"/>
                </a:lnTo>
                <a:lnTo>
                  <a:pt x="0" y="547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>
            <a:off x="119520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5" name=""/>
          <p:cNvSpPr/>
          <p:nvPr/>
        </p:nvSpPr>
        <p:spPr>
          <a:xfrm>
            <a:off x="119520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 txBox="1"/>
          <p:nvPr/>
        </p:nvSpPr>
        <p:spPr>
          <a:xfrm rot="16200000">
            <a:off x="4031640" y="1011600"/>
            <a:ext cx="2570040" cy="1404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50" spc="-1" strike="noStrike">
                <a:solidFill>
                  <a:srgbClr val="0e2a47"/>
                </a:solidFill>
                <a:latin typeface="DejaVuSans"/>
              </a:rPr>
              <a:t>% candidate peptides that bind (&lt;500 nM)</a:t>
            </a:r>
            <a:endParaRPr b="0" lang="en-US" sz="95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249588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68" name=""/>
          <p:cNvSpPr/>
          <p:nvPr/>
        </p:nvSpPr>
        <p:spPr>
          <a:xfrm>
            <a:off x="249588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9" name=""/>
          <p:cNvSpPr txBox="1"/>
          <p:nvPr/>
        </p:nvSpPr>
        <p:spPr>
          <a:xfrm>
            <a:off x="1023480" y="5083560"/>
            <a:ext cx="34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HLA-A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379620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1" name=""/>
          <p:cNvSpPr/>
          <p:nvPr/>
        </p:nvSpPr>
        <p:spPr>
          <a:xfrm>
            <a:off x="379620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2" name=""/>
          <p:cNvSpPr txBox="1"/>
          <p:nvPr/>
        </p:nvSpPr>
        <p:spPr>
          <a:xfrm>
            <a:off x="2324520" y="5083560"/>
            <a:ext cx="3466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HLA-B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455040" y="5019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4" name=""/>
          <p:cNvSpPr/>
          <p:nvPr/>
        </p:nvSpPr>
        <p:spPr>
          <a:xfrm flipH="1">
            <a:off x="455040" y="5019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5" name=""/>
          <p:cNvSpPr txBox="1"/>
          <p:nvPr/>
        </p:nvSpPr>
        <p:spPr>
          <a:xfrm>
            <a:off x="3621960" y="5083560"/>
            <a:ext cx="348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HLA-C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455040" y="4713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7" name=""/>
          <p:cNvSpPr/>
          <p:nvPr/>
        </p:nvSpPr>
        <p:spPr>
          <a:xfrm flipH="1">
            <a:off x="455040" y="4713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8" name=""/>
          <p:cNvSpPr txBox="1"/>
          <p:nvPr/>
        </p:nvSpPr>
        <p:spPr>
          <a:xfrm>
            <a:off x="338040" y="4957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455040" y="4407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0" name=""/>
          <p:cNvSpPr/>
          <p:nvPr/>
        </p:nvSpPr>
        <p:spPr>
          <a:xfrm flipH="1">
            <a:off x="455040" y="4407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 txBox="1"/>
          <p:nvPr/>
        </p:nvSpPr>
        <p:spPr>
          <a:xfrm>
            <a:off x="338040" y="465120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455040" y="4101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3" name=""/>
          <p:cNvSpPr/>
          <p:nvPr/>
        </p:nvSpPr>
        <p:spPr>
          <a:xfrm flipH="1">
            <a:off x="455040" y="4101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 txBox="1"/>
          <p:nvPr/>
        </p:nvSpPr>
        <p:spPr>
          <a:xfrm>
            <a:off x="264960" y="43452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455040" y="3795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6" name=""/>
          <p:cNvSpPr/>
          <p:nvPr/>
        </p:nvSpPr>
        <p:spPr>
          <a:xfrm flipH="1">
            <a:off x="455040" y="3795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7" name=""/>
          <p:cNvSpPr txBox="1"/>
          <p:nvPr/>
        </p:nvSpPr>
        <p:spPr>
          <a:xfrm>
            <a:off x="264960" y="40392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455040" y="3489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9" name=""/>
          <p:cNvSpPr/>
          <p:nvPr/>
        </p:nvSpPr>
        <p:spPr>
          <a:xfrm flipH="1">
            <a:off x="455040" y="3489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 txBox="1"/>
          <p:nvPr/>
        </p:nvSpPr>
        <p:spPr>
          <a:xfrm>
            <a:off x="264960" y="3732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455040" y="3183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2" name=""/>
          <p:cNvSpPr/>
          <p:nvPr/>
        </p:nvSpPr>
        <p:spPr>
          <a:xfrm flipH="1">
            <a:off x="455040" y="3183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3" name=""/>
          <p:cNvSpPr txBox="1"/>
          <p:nvPr/>
        </p:nvSpPr>
        <p:spPr>
          <a:xfrm>
            <a:off x="264960" y="3426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4" name=""/>
          <p:cNvSpPr txBox="1"/>
          <p:nvPr/>
        </p:nvSpPr>
        <p:spPr>
          <a:xfrm>
            <a:off x="264960" y="312084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>
            <a:off x="675000" y="3550320"/>
            <a:ext cx="1040760" cy="1469880"/>
          </a:xfrm>
          <a:custGeom>
            <a:avLst/>
            <a:gdLst/>
            <a:ahLst/>
            <a:rect l="0" t="0" r="r" b="b"/>
            <a:pathLst>
              <a:path w="2891" h="4083">
                <a:moveTo>
                  <a:pt x="0" y="4083"/>
                </a:moveTo>
                <a:lnTo>
                  <a:pt x="2891" y="4083"/>
                </a:lnTo>
                <a:lnTo>
                  <a:pt x="2891" y="0"/>
                </a:lnTo>
                <a:lnTo>
                  <a:pt x="0" y="0"/>
                </a:lnTo>
                <a:lnTo>
                  <a:pt x="0" y="4083"/>
                </a:lnTo>
                <a:close/>
              </a:path>
            </a:pathLst>
          </a:custGeom>
          <a:solidFill>
            <a:srgbClr val="118ab2"/>
          </a:solidFill>
          <a:ln w="12600">
            <a:solidFill>
              <a:srgbClr val="ffffff"/>
            </a:solidFill>
            <a:miter/>
          </a:ln>
        </p:spPr>
      </p:sp>
      <p:sp>
        <p:nvSpPr>
          <p:cNvPr id="196" name=""/>
          <p:cNvSpPr/>
          <p:nvPr/>
        </p:nvSpPr>
        <p:spPr>
          <a:xfrm>
            <a:off x="675000" y="3305520"/>
            <a:ext cx="1040760" cy="245160"/>
          </a:xfrm>
          <a:custGeom>
            <a:avLst/>
            <a:gdLst/>
            <a:ahLst/>
            <a:rect l="0" t="0" r="r" b="b"/>
            <a:pathLst>
              <a:path w="2891" h="681">
                <a:moveTo>
                  <a:pt x="0" y="681"/>
                </a:moveTo>
                <a:lnTo>
                  <a:pt x="2891" y="681"/>
                </a:lnTo>
                <a:lnTo>
                  <a:pt x="2891" y="0"/>
                </a:lnTo>
                <a:lnTo>
                  <a:pt x="0" y="0"/>
                </a:lnTo>
                <a:lnTo>
                  <a:pt x="0" y="681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ffffff"/>
            </a:solidFill>
            <a:miter/>
          </a:ln>
        </p:spPr>
      </p:sp>
      <p:sp>
        <p:nvSpPr>
          <p:cNvPr id="197" name=""/>
          <p:cNvSpPr/>
          <p:nvPr/>
        </p:nvSpPr>
        <p:spPr>
          <a:xfrm>
            <a:off x="1975680" y="3366720"/>
            <a:ext cx="1040760" cy="1653480"/>
          </a:xfrm>
          <a:custGeom>
            <a:avLst/>
            <a:gdLst/>
            <a:ahLst/>
            <a:rect l="0" t="0" r="r" b="b"/>
            <a:pathLst>
              <a:path w="2891" h="4593">
                <a:moveTo>
                  <a:pt x="0" y="4593"/>
                </a:moveTo>
                <a:lnTo>
                  <a:pt x="2891" y="4593"/>
                </a:lnTo>
                <a:lnTo>
                  <a:pt x="2891" y="0"/>
                </a:lnTo>
                <a:lnTo>
                  <a:pt x="0" y="0"/>
                </a:lnTo>
                <a:lnTo>
                  <a:pt x="0" y="4593"/>
                </a:lnTo>
                <a:close/>
              </a:path>
            </a:pathLst>
          </a:custGeom>
          <a:solidFill>
            <a:srgbClr val="1d3557"/>
          </a:solidFill>
          <a:ln w="12600">
            <a:solidFill>
              <a:srgbClr val="ffffff"/>
            </a:solidFill>
            <a:miter/>
          </a:ln>
        </p:spPr>
      </p:sp>
      <p:sp>
        <p:nvSpPr>
          <p:cNvPr id="198" name=""/>
          <p:cNvSpPr/>
          <p:nvPr/>
        </p:nvSpPr>
        <p:spPr>
          <a:xfrm>
            <a:off x="1975680" y="3305520"/>
            <a:ext cx="1040760" cy="61560"/>
          </a:xfrm>
          <a:custGeom>
            <a:avLst/>
            <a:gdLst/>
            <a:ahLst/>
            <a:rect l="0" t="0" r="r" b="b"/>
            <a:pathLst>
              <a:path w="2891" h="171">
                <a:moveTo>
                  <a:pt x="0" y="171"/>
                </a:moveTo>
                <a:lnTo>
                  <a:pt x="2891" y="171"/>
                </a:lnTo>
                <a:lnTo>
                  <a:pt x="2891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ffffff"/>
            </a:solidFill>
            <a:miter/>
          </a:ln>
        </p:spPr>
      </p:sp>
      <p:sp>
        <p:nvSpPr>
          <p:cNvPr id="199" name=""/>
          <p:cNvSpPr/>
          <p:nvPr/>
        </p:nvSpPr>
        <p:spPr>
          <a:xfrm>
            <a:off x="3276000" y="3305520"/>
            <a:ext cx="1040760" cy="1714680"/>
          </a:xfrm>
          <a:custGeom>
            <a:avLst/>
            <a:gdLst/>
            <a:ahLst/>
            <a:rect l="0" t="0" r="r" b="b"/>
            <a:pathLst>
              <a:path w="2891" h="4763">
                <a:moveTo>
                  <a:pt x="0" y="4763"/>
                </a:moveTo>
                <a:lnTo>
                  <a:pt x="2891" y="4763"/>
                </a:lnTo>
                <a:lnTo>
                  <a:pt x="2891" y="0"/>
                </a:lnTo>
                <a:lnTo>
                  <a:pt x="0" y="0"/>
                </a:lnTo>
                <a:lnTo>
                  <a:pt x="0" y="4763"/>
                </a:lnTo>
                <a:close/>
              </a:path>
            </a:pathLst>
          </a:custGeom>
          <a:solidFill>
            <a:srgbClr val="06aed5"/>
          </a:solidFill>
          <a:ln w="12600">
            <a:solidFill>
              <a:srgbClr val="ffffff"/>
            </a:solidFill>
            <a:miter/>
          </a:ln>
        </p:spPr>
      </p:sp>
      <p:sp>
        <p:nvSpPr>
          <p:cNvPr id="200" name=""/>
          <p:cNvSpPr/>
          <p:nvPr/>
        </p:nvSpPr>
        <p:spPr>
          <a:xfrm>
            <a:off x="3276000" y="3305520"/>
            <a:ext cx="1040400" cy="0"/>
          </a:xfrm>
          <a:custGeom>
            <a:avLst/>
            <a:gdLst/>
            <a:ahLst/>
            <a:rect l="0" t="0" r="r" b="b"/>
            <a:pathLst>
              <a:path w="2890" h="0">
                <a:moveTo>
                  <a:pt x="0" y="0"/>
                </a:moveTo>
                <a:lnTo>
                  <a:pt x="2890" y="0"/>
                </a:lnTo>
                <a:lnTo>
                  <a:pt x="0" y="0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ffffff"/>
            </a:solidFill>
            <a:miter/>
          </a:ln>
        </p:spPr>
      </p:sp>
      <p:sp>
        <p:nvSpPr>
          <p:cNvPr id="201" name=""/>
          <p:cNvSpPr/>
          <p:nvPr/>
        </p:nvSpPr>
        <p:spPr>
          <a:xfrm flipV="1">
            <a:off x="493200" y="3048480"/>
            <a:ext cx="0" cy="19713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2" name=""/>
          <p:cNvSpPr/>
          <p:nvPr/>
        </p:nvSpPr>
        <p:spPr>
          <a:xfrm>
            <a:off x="493200" y="5019840"/>
            <a:ext cx="40053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03" name=""/>
          <p:cNvSpPr txBox="1"/>
          <p:nvPr/>
        </p:nvSpPr>
        <p:spPr>
          <a:xfrm rot="16200000">
            <a:off x="-187920" y="3960000"/>
            <a:ext cx="665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patients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04" name=""/>
          <p:cNvSpPr txBox="1"/>
          <p:nvPr/>
        </p:nvSpPr>
        <p:spPr>
          <a:xfrm>
            <a:off x="996480" y="3169080"/>
            <a:ext cx="398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4 hom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5" name=""/>
          <p:cNvSpPr txBox="1"/>
          <p:nvPr/>
        </p:nvSpPr>
        <p:spPr>
          <a:xfrm>
            <a:off x="2296800" y="3169080"/>
            <a:ext cx="398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1 hom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3302280" y="464544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d4a300"/>
          </a:solidFill>
          <a:ln w="12600">
            <a:solidFill>
              <a:srgbClr val="d4a300"/>
            </a:solidFill>
            <a:miter/>
          </a:ln>
        </p:spPr>
      </p:sp>
      <p:sp>
        <p:nvSpPr>
          <p:cNvPr id="207" name=""/>
          <p:cNvSpPr txBox="1"/>
          <p:nvPr/>
        </p:nvSpPr>
        <p:spPr>
          <a:xfrm>
            <a:off x="3597120" y="3169080"/>
            <a:ext cx="3985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e2a47"/>
                </a:solidFill>
                <a:latin typeface="DejaVuSans"/>
              </a:rPr>
              <a:t>0 hom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3302280" y="4813200"/>
            <a:ext cx="228960" cy="80280"/>
          </a:xfrm>
          <a:custGeom>
            <a:avLst/>
            <a:gdLst/>
            <a:ahLst/>
            <a:rect l="0" t="0" r="r" b="b"/>
            <a:pathLst>
              <a:path w="636" h="223">
                <a:moveTo>
                  <a:pt x="0" y="223"/>
                </a:moveTo>
                <a:lnTo>
                  <a:pt x="636" y="223"/>
                </a:lnTo>
                <a:lnTo>
                  <a:pt x="636" y="0"/>
                </a:lnTo>
                <a:lnTo>
                  <a:pt x="0" y="0"/>
                </a:lnTo>
                <a:lnTo>
                  <a:pt x="0" y="223"/>
                </a:lnTo>
                <a:close/>
              </a:path>
            </a:pathLst>
          </a:custGeom>
          <a:solidFill>
            <a:srgbClr val="118ab2"/>
          </a:solidFill>
          <a:ln w="12600">
            <a:solidFill>
              <a:srgbClr val="118ab2"/>
            </a:solidFill>
            <a:miter/>
          </a:ln>
        </p:spPr>
      </p:sp>
      <p:sp>
        <p:nvSpPr>
          <p:cNvPr id="209" name=""/>
          <p:cNvSpPr txBox="1"/>
          <p:nvPr/>
        </p:nvSpPr>
        <p:spPr>
          <a:xfrm>
            <a:off x="3622320" y="4619520"/>
            <a:ext cx="727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homozygous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5700240" y="3048480"/>
            <a:ext cx="4005720" cy="1971720"/>
          </a:xfrm>
          <a:custGeom>
            <a:avLst/>
            <a:gdLst/>
            <a:ahLst/>
            <a:rect l="0" t="0" r="r" b="b"/>
            <a:pathLst>
              <a:path w="11127" h="5477">
                <a:moveTo>
                  <a:pt x="0" y="5477"/>
                </a:moveTo>
                <a:lnTo>
                  <a:pt x="11127" y="5477"/>
                </a:lnTo>
                <a:lnTo>
                  <a:pt x="11127" y="0"/>
                </a:lnTo>
                <a:lnTo>
                  <a:pt x="0" y="0"/>
                </a:lnTo>
                <a:lnTo>
                  <a:pt x="0" y="547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11" name=""/>
          <p:cNvSpPr/>
          <p:nvPr/>
        </p:nvSpPr>
        <p:spPr>
          <a:xfrm>
            <a:off x="591876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2" name=""/>
          <p:cNvSpPr/>
          <p:nvPr/>
        </p:nvSpPr>
        <p:spPr>
          <a:xfrm>
            <a:off x="591876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3" name=""/>
          <p:cNvSpPr txBox="1"/>
          <p:nvPr/>
        </p:nvSpPr>
        <p:spPr>
          <a:xfrm>
            <a:off x="3622320" y="4787280"/>
            <a:ext cx="7779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heterozygous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718092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5" name=""/>
          <p:cNvSpPr/>
          <p:nvPr/>
        </p:nvSpPr>
        <p:spPr>
          <a:xfrm>
            <a:off x="718092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6" name=""/>
          <p:cNvSpPr txBox="1"/>
          <p:nvPr/>
        </p:nvSpPr>
        <p:spPr>
          <a:xfrm>
            <a:off x="5882400" y="5083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844344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8" name=""/>
          <p:cNvSpPr/>
          <p:nvPr/>
        </p:nvSpPr>
        <p:spPr>
          <a:xfrm>
            <a:off x="844344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9" name=""/>
          <p:cNvSpPr txBox="1"/>
          <p:nvPr/>
        </p:nvSpPr>
        <p:spPr>
          <a:xfrm>
            <a:off x="7144920" y="5083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9705600" y="50198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1" name=""/>
          <p:cNvSpPr/>
          <p:nvPr/>
        </p:nvSpPr>
        <p:spPr>
          <a:xfrm>
            <a:off x="9705600" y="50198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2" name=""/>
          <p:cNvSpPr txBox="1"/>
          <p:nvPr/>
        </p:nvSpPr>
        <p:spPr>
          <a:xfrm>
            <a:off x="8407080" y="5083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3" name=""/>
          <p:cNvSpPr txBox="1"/>
          <p:nvPr/>
        </p:nvSpPr>
        <p:spPr>
          <a:xfrm>
            <a:off x="9669600" y="50835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5662080" y="4948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5" name=""/>
          <p:cNvSpPr/>
          <p:nvPr/>
        </p:nvSpPr>
        <p:spPr>
          <a:xfrm flipH="1">
            <a:off x="5662080" y="4948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6" name=""/>
          <p:cNvSpPr txBox="1"/>
          <p:nvPr/>
        </p:nvSpPr>
        <p:spPr>
          <a:xfrm>
            <a:off x="6731280" y="5242680"/>
            <a:ext cx="1931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homozygous HLA class I loci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5662080" y="4479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8" name=""/>
          <p:cNvSpPr/>
          <p:nvPr/>
        </p:nvSpPr>
        <p:spPr>
          <a:xfrm flipH="1">
            <a:off x="5662080" y="4479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9" name=""/>
          <p:cNvSpPr txBox="1"/>
          <p:nvPr/>
        </p:nvSpPr>
        <p:spPr>
          <a:xfrm>
            <a:off x="5545080" y="488664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5662080" y="40107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1" name=""/>
          <p:cNvSpPr/>
          <p:nvPr/>
        </p:nvSpPr>
        <p:spPr>
          <a:xfrm flipH="1">
            <a:off x="5662080" y="40107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2" name=""/>
          <p:cNvSpPr txBox="1"/>
          <p:nvPr/>
        </p:nvSpPr>
        <p:spPr>
          <a:xfrm>
            <a:off x="5472360" y="44175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5662080" y="3541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4" name=""/>
          <p:cNvSpPr/>
          <p:nvPr/>
        </p:nvSpPr>
        <p:spPr>
          <a:xfrm flipH="1">
            <a:off x="5662080" y="3541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5" name=""/>
          <p:cNvSpPr txBox="1"/>
          <p:nvPr/>
        </p:nvSpPr>
        <p:spPr>
          <a:xfrm>
            <a:off x="5399280" y="394812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5662080" y="3072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37" name=""/>
          <p:cNvSpPr/>
          <p:nvPr/>
        </p:nvSpPr>
        <p:spPr>
          <a:xfrm flipH="1">
            <a:off x="5662080" y="3072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8" name=""/>
          <p:cNvSpPr txBox="1"/>
          <p:nvPr/>
        </p:nvSpPr>
        <p:spPr>
          <a:xfrm>
            <a:off x="5399280" y="34790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150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39" name=""/>
          <p:cNvSpPr txBox="1"/>
          <p:nvPr/>
        </p:nvSpPr>
        <p:spPr>
          <a:xfrm>
            <a:off x="5399280" y="30099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7251840" y="405540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6" y="274"/>
                </a:moveTo>
                <a:cubicBezTo>
                  <a:pt x="173" y="274"/>
                  <a:pt x="208" y="260"/>
                  <a:pt x="234" y="234"/>
                </a:cubicBezTo>
                <a:cubicBezTo>
                  <a:pt x="260" y="208"/>
                  <a:pt x="274" y="174"/>
                  <a:pt x="274" y="137"/>
                </a:cubicBezTo>
                <a:cubicBezTo>
                  <a:pt x="274" y="101"/>
                  <a:pt x="260" y="66"/>
                  <a:pt x="234" y="40"/>
                </a:cubicBezTo>
                <a:cubicBezTo>
                  <a:pt x="208" y="14"/>
                  <a:pt x="173" y="0"/>
                  <a:pt x="136" y="0"/>
                </a:cubicBezTo>
                <a:cubicBezTo>
                  <a:pt x="100" y="0"/>
                  <a:pt x="65" y="14"/>
                  <a:pt x="40" y="40"/>
                </a:cubicBezTo>
                <a:cubicBezTo>
                  <a:pt x="14" y="66"/>
                  <a:pt x="0" y="101"/>
                  <a:pt x="0" y="137"/>
                </a:cubicBezTo>
                <a:cubicBezTo>
                  <a:pt x="0" y="174"/>
                  <a:pt x="14" y="208"/>
                  <a:pt x="40" y="234"/>
                </a:cubicBezTo>
                <a:cubicBezTo>
                  <a:pt x="65" y="260"/>
                  <a:pt x="100" y="274"/>
                  <a:pt x="136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1" name=""/>
          <p:cNvSpPr/>
          <p:nvPr/>
        </p:nvSpPr>
        <p:spPr>
          <a:xfrm>
            <a:off x="5807880" y="420552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7" y="274"/>
                </a:moveTo>
                <a:cubicBezTo>
                  <a:pt x="174" y="274"/>
                  <a:pt x="208" y="260"/>
                  <a:pt x="234" y="234"/>
                </a:cubicBezTo>
                <a:cubicBezTo>
                  <a:pt x="260" y="208"/>
                  <a:pt x="274" y="173"/>
                  <a:pt x="274" y="137"/>
                </a:cubicBezTo>
                <a:cubicBezTo>
                  <a:pt x="274" y="100"/>
                  <a:pt x="260" y="66"/>
                  <a:pt x="234" y="40"/>
                </a:cubicBezTo>
                <a:cubicBezTo>
                  <a:pt x="208" y="14"/>
                  <a:pt x="174" y="0"/>
                  <a:pt x="137" y="0"/>
                </a:cubicBezTo>
                <a:cubicBezTo>
                  <a:pt x="100" y="0"/>
                  <a:pt x="65" y="14"/>
                  <a:pt x="40" y="40"/>
                </a:cubicBezTo>
                <a:cubicBezTo>
                  <a:pt x="14" y="66"/>
                  <a:pt x="0" y="100"/>
                  <a:pt x="0" y="137"/>
                </a:cubicBezTo>
                <a:cubicBezTo>
                  <a:pt x="0" y="173"/>
                  <a:pt x="14" y="208"/>
                  <a:pt x="40" y="234"/>
                </a:cubicBezTo>
                <a:cubicBezTo>
                  <a:pt x="65" y="260"/>
                  <a:pt x="100" y="274"/>
                  <a:pt x="137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2" name=""/>
          <p:cNvSpPr/>
          <p:nvPr/>
        </p:nvSpPr>
        <p:spPr>
          <a:xfrm>
            <a:off x="7098120" y="488124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8" y="274"/>
                </a:moveTo>
                <a:cubicBezTo>
                  <a:pt x="174" y="274"/>
                  <a:pt x="209" y="259"/>
                  <a:pt x="234" y="234"/>
                </a:cubicBezTo>
                <a:cubicBezTo>
                  <a:pt x="260" y="207"/>
                  <a:pt x="274" y="172"/>
                  <a:pt x="274" y="136"/>
                </a:cubicBezTo>
                <a:cubicBezTo>
                  <a:pt x="274" y="100"/>
                  <a:pt x="260" y="65"/>
                  <a:pt x="234" y="40"/>
                </a:cubicBezTo>
                <a:cubicBezTo>
                  <a:pt x="209" y="14"/>
                  <a:pt x="174" y="0"/>
                  <a:pt x="138" y="0"/>
                </a:cubicBezTo>
                <a:cubicBezTo>
                  <a:pt x="101" y="0"/>
                  <a:pt x="66" y="14"/>
                  <a:pt x="40" y="40"/>
                </a:cubicBezTo>
                <a:cubicBezTo>
                  <a:pt x="14" y="65"/>
                  <a:pt x="0" y="100"/>
                  <a:pt x="0" y="136"/>
                </a:cubicBezTo>
                <a:cubicBezTo>
                  <a:pt x="0" y="172"/>
                  <a:pt x="14" y="207"/>
                  <a:pt x="40" y="234"/>
                </a:cubicBezTo>
                <a:cubicBezTo>
                  <a:pt x="66" y="259"/>
                  <a:pt x="101" y="274"/>
                  <a:pt x="138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3" name=""/>
          <p:cNvSpPr/>
          <p:nvPr/>
        </p:nvSpPr>
        <p:spPr>
          <a:xfrm>
            <a:off x="7076160" y="421488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6" y="274"/>
                </a:moveTo>
                <a:cubicBezTo>
                  <a:pt x="174" y="274"/>
                  <a:pt x="208" y="260"/>
                  <a:pt x="234" y="234"/>
                </a:cubicBezTo>
                <a:cubicBezTo>
                  <a:pt x="260" y="209"/>
                  <a:pt x="274" y="174"/>
                  <a:pt x="274" y="137"/>
                </a:cubicBezTo>
                <a:cubicBezTo>
                  <a:pt x="274" y="100"/>
                  <a:pt x="260" y="66"/>
                  <a:pt x="234" y="40"/>
                </a:cubicBezTo>
                <a:cubicBezTo>
                  <a:pt x="208" y="14"/>
                  <a:pt x="174" y="0"/>
                  <a:pt x="136" y="0"/>
                </a:cubicBezTo>
                <a:cubicBezTo>
                  <a:pt x="100" y="0"/>
                  <a:pt x="65" y="14"/>
                  <a:pt x="40" y="40"/>
                </a:cubicBezTo>
                <a:cubicBezTo>
                  <a:pt x="14" y="66"/>
                  <a:pt x="0" y="100"/>
                  <a:pt x="0" y="137"/>
                </a:cubicBezTo>
                <a:cubicBezTo>
                  <a:pt x="0" y="174"/>
                  <a:pt x="14" y="209"/>
                  <a:pt x="40" y="234"/>
                </a:cubicBezTo>
                <a:cubicBezTo>
                  <a:pt x="65" y="260"/>
                  <a:pt x="100" y="274"/>
                  <a:pt x="136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4" name=""/>
          <p:cNvSpPr/>
          <p:nvPr/>
        </p:nvSpPr>
        <p:spPr>
          <a:xfrm>
            <a:off x="5753520" y="308880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6" y="274"/>
                </a:moveTo>
                <a:cubicBezTo>
                  <a:pt x="173" y="274"/>
                  <a:pt x="207" y="260"/>
                  <a:pt x="233" y="234"/>
                </a:cubicBezTo>
                <a:cubicBezTo>
                  <a:pt x="259" y="209"/>
                  <a:pt x="274" y="174"/>
                  <a:pt x="274" y="138"/>
                </a:cubicBezTo>
                <a:cubicBezTo>
                  <a:pt x="274" y="102"/>
                  <a:pt x="259" y="67"/>
                  <a:pt x="233" y="41"/>
                </a:cubicBezTo>
                <a:cubicBezTo>
                  <a:pt x="207" y="15"/>
                  <a:pt x="173" y="0"/>
                  <a:pt x="136" y="0"/>
                </a:cubicBezTo>
                <a:cubicBezTo>
                  <a:pt x="100" y="0"/>
                  <a:pt x="65" y="15"/>
                  <a:pt x="40" y="41"/>
                </a:cubicBezTo>
                <a:cubicBezTo>
                  <a:pt x="14" y="67"/>
                  <a:pt x="0" y="102"/>
                  <a:pt x="0" y="138"/>
                </a:cubicBezTo>
                <a:cubicBezTo>
                  <a:pt x="0" y="174"/>
                  <a:pt x="14" y="209"/>
                  <a:pt x="40" y="234"/>
                </a:cubicBezTo>
                <a:cubicBezTo>
                  <a:pt x="65" y="260"/>
                  <a:pt x="100" y="274"/>
                  <a:pt x="136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5" name=""/>
          <p:cNvSpPr/>
          <p:nvPr/>
        </p:nvSpPr>
        <p:spPr>
          <a:xfrm>
            <a:off x="5733720" y="416808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8" y="274"/>
                </a:moveTo>
                <a:cubicBezTo>
                  <a:pt x="174" y="274"/>
                  <a:pt x="209" y="259"/>
                  <a:pt x="234" y="234"/>
                </a:cubicBezTo>
                <a:cubicBezTo>
                  <a:pt x="260" y="208"/>
                  <a:pt x="274" y="173"/>
                  <a:pt x="274" y="137"/>
                </a:cubicBezTo>
                <a:cubicBezTo>
                  <a:pt x="274" y="101"/>
                  <a:pt x="260" y="66"/>
                  <a:pt x="234" y="41"/>
                </a:cubicBezTo>
                <a:cubicBezTo>
                  <a:pt x="209" y="14"/>
                  <a:pt x="174" y="0"/>
                  <a:pt x="138" y="0"/>
                </a:cubicBezTo>
                <a:cubicBezTo>
                  <a:pt x="101" y="0"/>
                  <a:pt x="67" y="14"/>
                  <a:pt x="40" y="41"/>
                </a:cubicBezTo>
                <a:cubicBezTo>
                  <a:pt x="14" y="66"/>
                  <a:pt x="0" y="101"/>
                  <a:pt x="0" y="137"/>
                </a:cubicBezTo>
                <a:cubicBezTo>
                  <a:pt x="0" y="173"/>
                  <a:pt x="14" y="208"/>
                  <a:pt x="40" y="234"/>
                </a:cubicBezTo>
                <a:cubicBezTo>
                  <a:pt x="67" y="259"/>
                  <a:pt x="101" y="274"/>
                  <a:pt x="138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6" name=""/>
          <p:cNvSpPr/>
          <p:nvPr/>
        </p:nvSpPr>
        <p:spPr>
          <a:xfrm>
            <a:off x="7082640" y="4852800"/>
            <a:ext cx="98640" cy="99000"/>
          </a:xfrm>
          <a:custGeom>
            <a:avLst/>
            <a:gdLst/>
            <a:ahLst/>
            <a:rect l="0" t="0" r="r" b="b"/>
            <a:pathLst>
              <a:path w="274" h="275">
                <a:moveTo>
                  <a:pt x="138" y="275"/>
                </a:moveTo>
                <a:cubicBezTo>
                  <a:pt x="174" y="275"/>
                  <a:pt x="209" y="260"/>
                  <a:pt x="234" y="235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2"/>
                  <a:pt x="260" y="67"/>
                  <a:pt x="234" y="41"/>
                </a:cubicBezTo>
                <a:cubicBezTo>
                  <a:pt x="209" y="15"/>
                  <a:pt x="174" y="0"/>
                  <a:pt x="138" y="0"/>
                </a:cubicBezTo>
                <a:cubicBezTo>
                  <a:pt x="100" y="0"/>
                  <a:pt x="66" y="15"/>
                  <a:pt x="40" y="41"/>
                </a:cubicBezTo>
                <a:cubicBezTo>
                  <a:pt x="14" y="67"/>
                  <a:pt x="0" y="102"/>
                  <a:pt x="0" y="138"/>
                </a:cubicBezTo>
                <a:cubicBezTo>
                  <a:pt x="0" y="174"/>
                  <a:pt x="14" y="209"/>
                  <a:pt x="40" y="235"/>
                </a:cubicBezTo>
                <a:cubicBezTo>
                  <a:pt x="66" y="260"/>
                  <a:pt x="100" y="275"/>
                  <a:pt x="138" y="27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7" name=""/>
          <p:cNvSpPr/>
          <p:nvPr/>
        </p:nvSpPr>
        <p:spPr>
          <a:xfrm>
            <a:off x="6005880" y="4242960"/>
            <a:ext cx="99000" cy="98640"/>
          </a:xfrm>
          <a:custGeom>
            <a:avLst/>
            <a:gdLst/>
            <a:ahLst/>
            <a:rect l="0" t="0" r="r" b="b"/>
            <a:pathLst>
              <a:path w="275" h="274">
                <a:moveTo>
                  <a:pt x="138" y="274"/>
                </a:moveTo>
                <a:cubicBezTo>
                  <a:pt x="174" y="274"/>
                  <a:pt x="209" y="260"/>
                  <a:pt x="235" y="234"/>
                </a:cubicBezTo>
                <a:cubicBezTo>
                  <a:pt x="260" y="209"/>
                  <a:pt x="275" y="174"/>
                  <a:pt x="275" y="138"/>
                </a:cubicBezTo>
                <a:cubicBezTo>
                  <a:pt x="275" y="102"/>
                  <a:pt x="260" y="66"/>
                  <a:pt x="235" y="40"/>
                </a:cubicBezTo>
                <a:cubicBezTo>
                  <a:pt x="209" y="15"/>
                  <a:pt x="174" y="0"/>
                  <a:pt x="138" y="0"/>
                </a:cubicBezTo>
                <a:cubicBezTo>
                  <a:pt x="101" y="0"/>
                  <a:pt x="66" y="15"/>
                  <a:pt x="40" y="40"/>
                </a:cubicBezTo>
                <a:cubicBezTo>
                  <a:pt x="15" y="66"/>
                  <a:pt x="0" y="102"/>
                  <a:pt x="0" y="138"/>
                </a:cubicBezTo>
                <a:cubicBezTo>
                  <a:pt x="0" y="174"/>
                  <a:pt x="15" y="209"/>
                  <a:pt x="40" y="234"/>
                </a:cubicBezTo>
                <a:cubicBezTo>
                  <a:pt x="66" y="260"/>
                  <a:pt x="101" y="274"/>
                  <a:pt x="138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8" name=""/>
          <p:cNvSpPr/>
          <p:nvPr/>
        </p:nvSpPr>
        <p:spPr>
          <a:xfrm>
            <a:off x="5963040" y="4139640"/>
            <a:ext cx="98640" cy="99000"/>
          </a:xfrm>
          <a:custGeom>
            <a:avLst/>
            <a:gdLst/>
            <a:ahLst/>
            <a:rect l="0" t="0" r="r" b="b"/>
            <a:pathLst>
              <a:path w="274" h="275">
                <a:moveTo>
                  <a:pt x="136" y="275"/>
                </a:moveTo>
                <a:cubicBezTo>
                  <a:pt x="173" y="275"/>
                  <a:pt x="207" y="260"/>
                  <a:pt x="234" y="235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1"/>
                  <a:pt x="260" y="66"/>
                  <a:pt x="234" y="40"/>
                </a:cubicBezTo>
                <a:cubicBezTo>
                  <a:pt x="207" y="15"/>
                  <a:pt x="173" y="0"/>
                  <a:pt x="136" y="0"/>
                </a:cubicBezTo>
                <a:cubicBezTo>
                  <a:pt x="100" y="0"/>
                  <a:pt x="65" y="15"/>
                  <a:pt x="40" y="40"/>
                </a:cubicBezTo>
                <a:cubicBezTo>
                  <a:pt x="14" y="66"/>
                  <a:pt x="0" y="101"/>
                  <a:pt x="0" y="138"/>
                </a:cubicBezTo>
                <a:cubicBezTo>
                  <a:pt x="0" y="174"/>
                  <a:pt x="14" y="209"/>
                  <a:pt x="40" y="235"/>
                </a:cubicBezTo>
                <a:cubicBezTo>
                  <a:pt x="65" y="260"/>
                  <a:pt x="100" y="275"/>
                  <a:pt x="136" y="27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49" name=""/>
          <p:cNvSpPr/>
          <p:nvPr/>
        </p:nvSpPr>
        <p:spPr>
          <a:xfrm>
            <a:off x="5888520" y="423360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6" y="274"/>
                </a:moveTo>
                <a:cubicBezTo>
                  <a:pt x="174" y="274"/>
                  <a:pt x="208" y="260"/>
                  <a:pt x="234" y="234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0"/>
                  <a:pt x="260" y="66"/>
                  <a:pt x="234" y="40"/>
                </a:cubicBezTo>
                <a:cubicBezTo>
                  <a:pt x="208" y="14"/>
                  <a:pt x="174" y="0"/>
                  <a:pt x="136" y="0"/>
                </a:cubicBezTo>
                <a:cubicBezTo>
                  <a:pt x="100" y="0"/>
                  <a:pt x="65" y="14"/>
                  <a:pt x="40" y="40"/>
                </a:cubicBezTo>
                <a:cubicBezTo>
                  <a:pt x="14" y="66"/>
                  <a:pt x="0" y="100"/>
                  <a:pt x="0" y="138"/>
                </a:cubicBezTo>
                <a:cubicBezTo>
                  <a:pt x="0" y="174"/>
                  <a:pt x="14" y="209"/>
                  <a:pt x="40" y="234"/>
                </a:cubicBezTo>
                <a:cubicBezTo>
                  <a:pt x="65" y="260"/>
                  <a:pt x="100" y="274"/>
                  <a:pt x="136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0" name=""/>
          <p:cNvSpPr/>
          <p:nvPr/>
        </p:nvSpPr>
        <p:spPr>
          <a:xfrm>
            <a:off x="5734080" y="4439880"/>
            <a:ext cx="98640" cy="99000"/>
          </a:xfrm>
          <a:custGeom>
            <a:avLst/>
            <a:gdLst/>
            <a:ahLst/>
            <a:rect l="0" t="0" r="r" b="b"/>
            <a:pathLst>
              <a:path w="274" h="275">
                <a:moveTo>
                  <a:pt x="137" y="275"/>
                </a:moveTo>
                <a:cubicBezTo>
                  <a:pt x="173" y="275"/>
                  <a:pt x="208" y="260"/>
                  <a:pt x="234" y="235"/>
                </a:cubicBezTo>
                <a:cubicBezTo>
                  <a:pt x="259" y="209"/>
                  <a:pt x="274" y="174"/>
                  <a:pt x="274" y="138"/>
                </a:cubicBezTo>
                <a:cubicBezTo>
                  <a:pt x="274" y="102"/>
                  <a:pt x="259" y="66"/>
                  <a:pt x="234" y="41"/>
                </a:cubicBezTo>
                <a:cubicBezTo>
                  <a:pt x="208" y="15"/>
                  <a:pt x="173" y="0"/>
                  <a:pt x="137" y="0"/>
                </a:cubicBezTo>
                <a:cubicBezTo>
                  <a:pt x="101" y="0"/>
                  <a:pt x="66" y="15"/>
                  <a:pt x="40" y="41"/>
                </a:cubicBezTo>
                <a:cubicBezTo>
                  <a:pt x="14" y="66"/>
                  <a:pt x="0" y="102"/>
                  <a:pt x="0" y="138"/>
                </a:cubicBezTo>
                <a:cubicBezTo>
                  <a:pt x="0" y="174"/>
                  <a:pt x="14" y="209"/>
                  <a:pt x="40" y="235"/>
                </a:cubicBezTo>
                <a:cubicBezTo>
                  <a:pt x="66" y="260"/>
                  <a:pt x="101" y="275"/>
                  <a:pt x="137" y="27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1" name=""/>
          <p:cNvSpPr/>
          <p:nvPr/>
        </p:nvSpPr>
        <p:spPr>
          <a:xfrm>
            <a:off x="5884560" y="4571280"/>
            <a:ext cx="99000" cy="99000"/>
          </a:xfrm>
          <a:custGeom>
            <a:avLst/>
            <a:gdLst/>
            <a:ahLst/>
            <a:rect l="0" t="0" r="r" b="b"/>
            <a:pathLst>
              <a:path w="275" h="275">
                <a:moveTo>
                  <a:pt x="137" y="275"/>
                </a:moveTo>
                <a:cubicBezTo>
                  <a:pt x="174" y="275"/>
                  <a:pt x="209" y="259"/>
                  <a:pt x="235" y="234"/>
                </a:cubicBezTo>
                <a:cubicBezTo>
                  <a:pt x="260" y="208"/>
                  <a:pt x="275" y="173"/>
                  <a:pt x="275" y="137"/>
                </a:cubicBezTo>
                <a:cubicBezTo>
                  <a:pt x="275" y="101"/>
                  <a:pt x="260" y="66"/>
                  <a:pt x="235" y="40"/>
                </a:cubicBezTo>
                <a:cubicBezTo>
                  <a:pt x="209" y="15"/>
                  <a:pt x="174" y="0"/>
                  <a:pt x="137" y="0"/>
                </a:cubicBezTo>
                <a:cubicBezTo>
                  <a:pt x="101" y="0"/>
                  <a:pt x="66" y="15"/>
                  <a:pt x="40" y="40"/>
                </a:cubicBezTo>
                <a:cubicBezTo>
                  <a:pt x="15" y="66"/>
                  <a:pt x="0" y="101"/>
                  <a:pt x="0" y="137"/>
                </a:cubicBezTo>
                <a:cubicBezTo>
                  <a:pt x="0" y="173"/>
                  <a:pt x="15" y="208"/>
                  <a:pt x="40" y="234"/>
                </a:cubicBezTo>
                <a:cubicBezTo>
                  <a:pt x="66" y="259"/>
                  <a:pt x="101" y="275"/>
                  <a:pt x="137" y="27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2" name=""/>
          <p:cNvSpPr/>
          <p:nvPr/>
        </p:nvSpPr>
        <p:spPr>
          <a:xfrm>
            <a:off x="5841000" y="3792600"/>
            <a:ext cx="99000" cy="98640"/>
          </a:xfrm>
          <a:custGeom>
            <a:avLst/>
            <a:gdLst/>
            <a:ahLst/>
            <a:rect l="0" t="0" r="r" b="b"/>
            <a:pathLst>
              <a:path w="275" h="274">
                <a:moveTo>
                  <a:pt x="138" y="274"/>
                </a:moveTo>
                <a:cubicBezTo>
                  <a:pt x="174" y="274"/>
                  <a:pt x="209" y="260"/>
                  <a:pt x="235" y="233"/>
                </a:cubicBezTo>
                <a:cubicBezTo>
                  <a:pt x="260" y="208"/>
                  <a:pt x="275" y="173"/>
                  <a:pt x="275" y="137"/>
                </a:cubicBezTo>
                <a:cubicBezTo>
                  <a:pt x="275" y="100"/>
                  <a:pt x="260" y="66"/>
                  <a:pt x="235" y="40"/>
                </a:cubicBezTo>
                <a:cubicBezTo>
                  <a:pt x="209" y="14"/>
                  <a:pt x="174" y="0"/>
                  <a:pt x="138" y="0"/>
                </a:cubicBezTo>
                <a:cubicBezTo>
                  <a:pt x="102" y="0"/>
                  <a:pt x="67" y="14"/>
                  <a:pt x="41" y="40"/>
                </a:cubicBezTo>
                <a:cubicBezTo>
                  <a:pt x="15" y="66"/>
                  <a:pt x="0" y="100"/>
                  <a:pt x="0" y="137"/>
                </a:cubicBezTo>
                <a:cubicBezTo>
                  <a:pt x="0" y="173"/>
                  <a:pt x="15" y="208"/>
                  <a:pt x="41" y="233"/>
                </a:cubicBezTo>
                <a:cubicBezTo>
                  <a:pt x="67" y="260"/>
                  <a:pt x="102" y="274"/>
                  <a:pt x="138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3" name=""/>
          <p:cNvSpPr/>
          <p:nvPr/>
        </p:nvSpPr>
        <p:spPr>
          <a:xfrm>
            <a:off x="5881320" y="3998880"/>
            <a:ext cx="98640" cy="99000"/>
          </a:xfrm>
          <a:custGeom>
            <a:avLst/>
            <a:gdLst/>
            <a:ahLst/>
            <a:rect l="0" t="0" r="r" b="b"/>
            <a:pathLst>
              <a:path w="274" h="275">
                <a:moveTo>
                  <a:pt x="137" y="275"/>
                </a:moveTo>
                <a:cubicBezTo>
                  <a:pt x="173" y="275"/>
                  <a:pt x="209" y="260"/>
                  <a:pt x="234" y="235"/>
                </a:cubicBezTo>
                <a:cubicBezTo>
                  <a:pt x="260" y="208"/>
                  <a:pt x="274" y="173"/>
                  <a:pt x="274" y="137"/>
                </a:cubicBezTo>
                <a:cubicBezTo>
                  <a:pt x="274" y="101"/>
                  <a:pt x="260" y="66"/>
                  <a:pt x="234" y="40"/>
                </a:cubicBezTo>
                <a:cubicBezTo>
                  <a:pt x="209" y="15"/>
                  <a:pt x="173" y="0"/>
                  <a:pt x="137" y="0"/>
                </a:cubicBezTo>
                <a:cubicBezTo>
                  <a:pt x="100" y="0"/>
                  <a:pt x="66" y="15"/>
                  <a:pt x="40" y="40"/>
                </a:cubicBezTo>
                <a:cubicBezTo>
                  <a:pt x="14" y="66"/>
                  <a:pt x="0" y="101"/>
                  <a:pt x="0" y="137"/>
                </a:cubicBezTo>
                <a:cubicBezTo>
                  <a:pt x="0" y="173"/>
                  <a:pt x="14" y="208"/>
                  <a:pt x="40" y="235"/>
                </a:cubicBezTo>
                <a:cubicBezTo>
                  <a:pt x="66" y="260"/>
                  <a:pt x="100" y="275"/>
                  <a:pt x="137" y="275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4" name=""/>
          <p:cNvSpPr/>
          <p:nvPr/>
        </p:nvSpPr>
        <p:spPr>
          <a:xfrm>
            <a:off x="7202520" y="429948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7" y="274"/>
                </a:moveTo>
                <a:cubicBezTo>
                  <a:pt x="174" y="274"/>
                  <a:pt x="208" y="259"/>
                  <a:pt x="234" y="234"/>
                </a:cubicBezTo>
                <a:cubicBezTo>
                  <a:pt x="260" y="208"/>
                  <a:pt x="274" y="172"/>
                  <a:pt x="274" y="136"/>
                </a:cubicBezTo>
                <a:cubicBezTo>
                  <a:pt x="274" y="100"/>
                  <a:pt x="260" y="65"/>
                  <a:pt x="234" y="40"/>
                </a:cubicBezTo>
                <a:cubicBezTo>
                  <a:pt x="208" y="14"/>
                  <a:pt x="174" y="0"/>
                  <a:pt x="137" y="0"/>
                </a:cubicBezTo>
                <a:cubicBezTo>
                  <a:pt x="101" y="0"/>
                  <a:pt x="67" y="14"/>
                  <a:pt x="40" y="40"/>
                </a:cubicBezTo>
                <a:cubicBezTo>
                  <a:pt x="14" y="65"/>
                  <a:pt x="0" y="100"/>
                  <a:pt x="0" y="136"/>
                </a:cubicBezTo>
                <a:cubicBezTo>
                  <a:pt x="0" y="172"/>
                  <a:pt x="14" y="208"/>
                  <a:pt x="40" y="234"/>
                </a:cubicBezTo>
                <a:cubicBezTo>
                  <a:pt x="67" y="259"/>
                  <a:pt x="101" y="274"/>
                  <a:pt x="137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5" name=""/>
          <p:cNvSpPr/>
          <p:nvPr/>
        </p:nvSpPr>
        <p:spPr>
          <a:xfrm>
            <a:off x="5787360" y="4102200"/>
            <a:ext cx="99000" cy="98640"/>
          </a:xfrm>
          <a:custGeom>
            <a:avLst/>
            <a:gdLst/>
            <a:ahLst/>
            <a:rect l="0" t="0" r="r" b="b"/>
            <a:pathLst>
              <a:path w="275" h="274">
                <a:moveTo>
                  <a:pt x="137" y="274"/>
                </a:moveTo>
                <a:cubicBezTo>
                  <a:pt x="174" y="274"/>
                  <a:pt x="209" y="260"/>
                  <a:pt x="235" y="234"/>
                </a:cubicBezTo>
                <a:cubicBezTo>
                  <a:pt x="260" y="209"/>
                  <a:pt x="275" y="173"/>
                  <a:pt x="275" y="137"/>
                </a:cubicBezTo>
                <a:cubicBezTo>
                  <a:pt x="275" y="101"/>
                  <a:pt x="260" y="66"/>
                  <a:pt x="235" y="40"/>
                </a:cubicBezTo>
                <a:cubicBezTo>
                  <a:pt x="209" y="15"/>
                  <a:pt x="174" y="0"/>
                  <a:pt x="137" y="0"/>
                </a:cubicBezTo>
                <a:cubicBezTo>
                  <a:pt x="101" y="0"/>
                  <a:pt x="66" y="15"/>
                  <a:pt x="40" y="40"/>
                </a:cubicBezTo>
                <a:cubicBezTo>
                  <a:pt x="15" y="66"/>
                  <a:pt x="0" y="101"/>
                  <a:pt x="0" y="137"/>
                </a:cubicBezTo>
                <a:cubicBezTo>
                  <a:pt x="0" y="173"/>
                  <a:pt x="15" y="209"/>
                  <a:pt x="40" y="234"/>
                </a:cubicBezTo>
                <a:cubicBezTo>
                  <a:pt x="66" y="260"/>
                  <a:pt x="101" y="274"/>
                  <a:pt x="137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6" name=""/>
          <p:cNvSpPr/>
          <p:nvPr/>
        </p:nvSpPr>
        <p:spPr>
          <a:xfrm>
            <a:off x="5745960" y="422424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8" y="274"/>
                </a:moveTo>
                <a:cubicBezTo>
                  <a:pt x="174" y="274"/>
                  <a:pt x="209" y="260"/>
                  <a:pt x="234" y="234"/>
                </a:cubicBezTo>
                <a:cubicBezTo>
                  <a:pt x="260" y="209"/>
                  <a:pt x="274" y="174"/>
                  <a:pt x="274" y="137"/>
                </a:cubicBezTo>
                <a:cubicBezTo>
                  <a:pt x="274" y="100"/>
                  <a:pt x="260" y="66"/>
                  <a:pt x="234" y="40"/>
                </a:cubicBezTo>
                <a:cubicBezTo>
                  <a:pt x="209" y="14"/>
                  <a:pt x="174" y="0"/>
                  <a:pt x="138" y="0"/>
                </a:cubicBezTo>
                <a:cubicBezTo>
                  <a:pt x="101" y="0"/>
                  <a:pt x="67" y="14"/>
                  <a:pt x="41" y="40"/>
                </a:cubicBezTo>
                <a:cubicBezTo>
                  <a:pt x="15" y="66"/>
                  <a:pt x="0" y="100"/>
                  <a:pt x="0" y="137"/>
                </a:cubicBezTo>
                <a:cubicBezTo>
                  <a:pt x="0" y="174"/>
                  <a:pt x="15" y="209"/>
                  <a:pt x="41" y="234"/>
                </a:cubicBezTo>
                <a:cubicBezTo>
                  <a:pt x="67" y="260"/>
                  <a:pt x="101" y="274"/>
                  <a:pt x="138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7" name=""/>
          <p:cNvSpPr/>
          <p:nvPr/>
        </p:nvSpPr>
        <p:spPr>
          <a:xfrm>
            <a:off x="5827320" y="425232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8" y="274"/>
                </a:moveTo>
                <a:cubicBezTo>
                  <a:pt x="174" y="274"/>
                  <a:pt x="209" y="260"/>
                  <a:pt x="234" y="234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2"/>
                  <a:pt x="260" y="67"/>
                  <a:pt x="234" y="40"/>
                </a:cubicBezTo>
                <a:cubicBezTo>
                  <a:pt x="209" y="15"/>
                  <a:pt x="174" y="0"/>
                  <a:pt x="138" y="0"/>
                </a:cubicBezTo>
                <a:cubicBezTo>
                  <a:pt x="102" y="0"/>
                  <a:pt x="67" y="15"/>
                  <a:pt x="40" y="40"/>
                </a:cubicBezTo>
                <a:cubicBezTo>
                  <a:pt x="15" y="67"/>
                  <a:pt x="0" y="102"/>
                  <a:pt x="0" y="138"/>
                </a:cubicBezTo>
                <a:cubicBezTo>
                  <a:pt x="0" y="174"/>
                  <a:pt x="15" y="209"/>
                  <a:pt x="40" y="234"/>
                </a:cubicBezTo>
                <a:cubicBezTo>
                  <a:pt x="67" y="260"/>
                  <a:pt x="102" y="274"/>
                  <a:pt x="138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8" name=""/>
          <p:cNvSpPr/>
          <p:nvPr/>
        </p:nvSpPr>
        <p:spPr>
          <a:xfrm>
            <a:off x="5914440" y="429948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8" y="274"/>
                </a:moveTo>
                <a:cubicBezTo>
                  <a:pt x="174" y="274"/>
                  <a:pt x="209" y="259"/>
                  <a:pt x="234" y="234"/>
                </a:cubicBezTo>
                <a:cubicBezTo>
                  <a:pt x="260" y="208"/>
                  <a:pt x="274" y="172"/>
                  <a:pt x="274" y="136"/>
                </a:cubicBezTo>
                <a:cubicBezTo>
                  <a:pt x="274" y="100"/>
                  <a:pt x="260" y="65"/>
                  <a:pt x="234" y="40"/>
                </a:cubicBezTo>
                <a:cubicBezTo>
                  <a:pt x="209" y="14"/>
                  <a:pt x="174" y="0"/>
                  <a:pt x="138" y="0"/>
                </a:cubicBezTo>
                <a:cubicBezTo>
                  <a:pt x="101" y="0"/>
                  <a:pt x="66" y="14"/>
                  <a:pt x="40" y="40"/>
                </a:cubicBezTo>
                <a:cubicBezTo>
                  <a:pt x="14" y="65"/>
                  <a:pt x="0" y="100"/>
                  <a:pt x="0" y="136"/>
                </a:cubicBezTo>
                <a:cubicBezTo>
                  <a:pt x="0" y="172"/>
                  <a:pt x="14" y="208"/>
                  <a:pt x="40" y="234"/>
                </a:cubicBezTo>
                <a:cubicBezTo>
                  <a:pt x="66" y="259"/>
                  <a:pt x="101" y="274"/>
                  <a:pt x="138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59" name=""/>
          <p:cNvSpPr/>
          <p:nvPr/>
        </p:nvSpPr>
        <p:spPr>
          <a:xfrm>
            <a:off x="5748120" y="4186800"/>
            <a:ext cx="99000" cy="98640"/>
          </a:xfrm>
          <a:custGeom>
            <a:avLst/>
            <a:gdLst/>
            <a:ahLst/>
            <a:rect l="0" t="0" r="r" b="b"/>
            <a:pathLst>
              <a:path w="275" h="274">
                <a:moveTo>
                  <a:pt x="138" y="274"/>
                </a:moveTo>
                <a:cubicBezTo>
                  <a:pt x="174" y="274"/>
                  <a:pt x="209" y="260"/>
                  <a:pt x="235" y="233"/>
                </a:cubicBezTo>
                <a:cubicBezTo>
                  <a:pt x="260" y="207"/>
                  <a:pt x="275" y="173"/>
                  <a:pt x="275" y="136"/>
                </a:cubicBezTo>
                <a:cubicBezTo>
                  <a:pt x="275" y="100"/>
                  <a:pt x="260" y="65"/>
                  <a:pt x="235" y="40"/>
                </a:cubicBezTo>
                <a:cubicBezTo>
                  <a:pt x="209" y="14"/>
                  <a:pt x="174" y="0"/>
                  <a:pt x="138" y="0"/>
                </a:cubicBezTo>
                <a:cubicBezTo>
                  <a:pt x="102" y="0"/>
                  <a:pt x="67" y="14"/>
                  <a:pt x="42" y="40"/>
                </a:cubicBezTo>
                <a:cubicBezTo>
                  <a:pt x="16" y="65"/>
                  <a:pt x="0" y="100"/>
                  <a:pt x="0" y="136"/>
                </a:cubicBezTo>
                <a:cubicBezTo>
                  <a:pt x="0" y="173"/>
                  <a:pt x="16" y="207"/>
                  <a:pt x="42" y="233"/>
                </a:cubicBezTo>
                <a:cubicBezTo>
                  <a:pt x="67" y="260"/>
                  <a:pt x="102" y="274"/>
                  <a:pt x="138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0" name=""/>
          <p:cNvSpPr/>
          <p:nvPr/>
        </p:nvSpPr>
        <p:spPr>
          <a:xfrm>
            <a:off x="5855040" y="4458960"/>
            <a:ext cx="99000" cy="98640"/>
          </a:xfrm>
          <a:custGeom>
            <a:avLst/>
            <a:gdLst/>
            <a:ahLst/>
            <a:rect l="0" t="0" r="r" b="b"/>
            <a:pathLst>
              <a:path w="275" h="274">
                <a:moveTo>
                  <a:pt x="137" y="274"/>
                </a:moveTo>
                <a:cubicBezTo>
                  <a:pt x="173" y="274"/>
                  <a:pt x="208" y="259"/>
                  <a:pt x="234" y="234"/>
                </a:cubicBezTo>
                <a:cubicBezTo>
                  <a:pt x="260" y="208"/>
                  <a:pt x="275" y="173"/>
                  <a:pt x="275" y="137"/>
                </a:cubicBezTo>
                <a:cubicBezTo>
                  <a:pt x="275" y="101"/>
                  <a:pt x="260" y="66"/>
                  <a:pt x="234" y="41"/>
                </a:cubicBezTo>
                <a:cubicBezTo>
                  <a:pt x="208" y="14"/>
                  <a:pt x="173" y="0"/>
                  <a:pt x="137" y="0"/>
                </a:cubicBezTo>
                <a:cubicBezTo>
                  <a:pt x="101" y="0"/>
                  <a:pt x="66" y="14"/>
                  <a:pt x="40" y="41"/>
                </a:cubicBezTo>
                <a:cubicBezTo>
                  <a:pt x="15" y="66"/>
                  <a:pt x="0" y="101"/>
                  <a:pt x="0" y="137"/>
                </a:cubicBezTo>
                <a:cubicBezTo>
                  <a:pt x="0" y="173"/>
                  <a:pt x="15" y="208"/>
                  <a:pt x="40" y="234"/>
                </a:cubicBezTo>
                <a:cubicBezTo>
                  <a:pt x="66" y="259"/>
                  <a:pt x="101" y="274"/>
                  <a:pt x="137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1" name=""/>
          <p:cNvSpPr/>
          <p:nvPr/>
        </p:nvSpPr>
        <p:spPr>
          <a:xfrm>
            <a:off x="5755320" y="454320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7" y="274"/>
                </a:moveTo>
                <a:cubicBezTo>
                  <a:pt x="173" y="274"/>
                  <a:pt x="207" y="260"/>
                  <a:pt x="233" y="234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2"/>
                  <a:pt x="260" y="66"/>
                  <a:pt x="233" y="40"/>
                </a:cubicBezTo>
                <a:cubicBezTo>
                  <a:pt x="207" y="15"/>
                  <a:pt x="173" y="0"/>
                  <a:pt x="137" y="0"/>
                </a:cubicBezTo>
                <a:cubicBezTo>
                  <a:pt x="100" y="0"/>
                  <a:pt x="66" y="15"/>
                  <a:pt x="40" y="40"/>
                </a:cubicBezTo>
                <a:cubicBezTo>
                  <a:pt x="14" y="66"/>
                  <a:pt x="0" y="102"/>
                  <a:pt x="0" y="138"/>
                </a:cubicBezTo>
                <a:cubicBezTo>
                  <a:pt x="0" y="174"/>
                  <a:pt x="14" y="209"/>
                  <a:pt x="40" y="234"/>
                </a:cubicBezTo>
                <a:cubicBezTo>
                  <a:pt x="66" y="260"/>
                  <a:pt x="100" y="274"/>
                  <a:pt x="137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2" name=""/>
          <p:cNvSpPr/>
          <p:nvPr/>
        </p:nvSpPr>
        <p:spPr>
          <a:xfrm>
            <a:off x="5984640" y="423360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7" y="274"/>
                </a:moveTo>
                <a:cubicBezTo>
                  <a:pt x="174" y="274"/>
                  <a:pt x="209" y="260"/>
                  <a:pt x="234" y="234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0"/>
                  <a:pt x="260" y="66"/>
                  <a:pt x="234" y="40"/>
                </a:cubicBezTo>
                <a:cubicBezTo>
                  <a:pt x="209" y="14"/>
                  <a:pt x="174" y="0"/>
                  <a:pt x="137" y="0"/>
                </a:cubicBezTo>
                <a:cubicBezTo>
                  <a:pt x="100" y="0"/>
                  <a:pt x="66" y="14"/>
                  <a:pt x="40" y="40"/>
                </a:cubicBezTo>
                <a:cubicBezTo>
                  <a:pt x="14" y="66"/>
                  <a:pt x="0" y="100"/>
                  <a:pt x="0" y="138"/>
                </a:cubicBezTo>
                <a:cubicBezTo>
                  <a:pt x="0" y="174"/>
                  <a:pt x="14" y="209"/>
                  <a:pt x="40" y="234"/>
                </a:cubicBezTo>
                <a:cubicBezTo>
                  <a:pt x="66" y="260"/>
                  <a:pt x="100" y="274"/>
                  <a:pt x="137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3" name=""/>
          <p:cNvSpPr/>
          <p:nvPr/>
        </p:nvSpPr>
        <p:spPr>
          <a:xfrm>
            <a:off x="5947560" y="419616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6" y="274"/>
                </a:moveTo>
                <a:cubicBezTo>
                  <a:pt x="173" y="274"/>
                  <a:pt x="207" y="260"/>
                  <a:pt x="233" y="234"/>
                </a:cubicBezTo>
                <a:cubicBezTo>
                  <a:pt x="259" y="207"/>
                  <a:pt x="274" y="173"/>
                  <a:pt x="274" y="136"/>
                </a:cubicBezTo>
                <a:cubicBezTo>
                  <a:pt x="274" y="100"/>
                  <a:pt x="259" y="65"/>
                  <a:pt x="233" y="40"/>
                </a:cubicBezTo>
                <a:cubicBezTo>
                  <a:pt x="207" y="14"/>
                  <a:pt x="173" y="0"/>
                  <a:pt x="136" y="0"/>
                </a:cubicBezTo>
                <a:cubicBezTo>
                  <a:pt x="100" y="0"/>
                  <a:pt x="65" y="14"/>
                  <a:pt x="40" y="40"/>
                </a:cubicBezTo>
                <a:cubicBezTo>
                  <a:pt x="14" y="65"/>
                  <a:pt x="0" y="100"/>
                  <a:pt x="0" y="136"/>
                </a:cubicBezTo>
                <a:cubicBezTo>
                  <a:pt x="0" y="173"/>
                  <a:pt x="14" y="207"/>
                  <a:pt x="40" y="234"/>
                </a:cubicBezTo>
                <a:cubicBezTo>
                  <a:pt x="65" y="260"/>
                  <a:pt x="100" y="274"/>
                  <a:pt x="136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4" name=""/>
          <p:cNvSpPr/>
          <p:nvPr/>
        </p:nvSpPr>
        <p:spPr>
          <a:xfrm>
            <a:off x="5727240" y="4862160"/>
            <a:ext cx="98640" cy="99000"/>
          </a:xfrm>
          <a:custGeom>
            <a:avLst/>
            <a:gdLst/>
            <a:ahLst/>
            <a:rect l="0" t="0" r="r" b="b"/>
            <a:pathLst>
              <a:path w="274" h="275">
                <a:moveTo>
                  <a:pt x="138" y="275"/>
                </a:moveTo>
                <a:cubicBezTo>
                  <a:pt x="174" y="275"/>
                  <a:pt x="209" y="260"/>
                  <a:pt x="234" y="235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2"/>
                  <a:pt x="260" y="67"/>
                  <a:pt x="234" y="41"/>
                </a:cubicBezTo>
                <a:cubicBezTo>
                  <a:pt x="209" y="16"/>
                  <a:pt x="174" y="0"/>
                  <a:pt x="138" y="0"/>
                </a:cubicBezTo>
                <a:cubicBezTo>
                  <a:pt x="101" y="0"/>
                  <a:pt x="67" y="16"/>
                  <a:pt x="40" y="41"/>
                </a:cubicBezTo>
                <a:cubicBezTo>
                  <a:pt x="14" y="67"/>
                  <a:pt x="0" y="102"/>
                  <a:pt x="0" y="138"/>
                </a:cubicBezTo>
                <a:cubicBezTo>
                  <a:pt x="0" y="174"/>
                  <a:pt x="14" y="209"/>
                  <a:pt x="40" y="235"/>
                </a:cubicBezTo>
                <a:cubicBezTo>
                  <a:pt x="67" y="260"/>
                  <a:pt x="101" y="275"/>
                  <a:pt x="138" y="27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5" name=""/>
          <p:cNvSpPr/>
          <p:nvPr/>
        </p:nvSpPr>
        <p:spPr>
          <a:xfrm>
            <a:off x="5910120" y="467460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7" y="274"/>
                </a:moveTo>
                <a:cubicBezTo>
                  <a:pt x="173" y="274"/>
                  <a:pt x="208" y="260"/>
                  <a:pt x="234" y="233"/>
                </a:cubicBezTo>
                <a:cubicBezTo>
                  <a:pt x="259" y="208"/>
                  <a:pt x="274" y="173"/>
                  <a:pt x="274" y="137"/>
                </a:cubicBezTo>
                <a:cubicBezTo>
                  <a:pt x="274" y="101"/>
                  <a:pt x="259" y="66"/>
                  <a:pt x="234" y="40"/>
                </a:cubicBezTo>
                <a:cubicBezTo>
                  <a:pt x="208" y="15"/>
                  <a:pt x="173" y="0"/>
                  <a:pt x="137" y="0"/>
                </a:cubicBezTo>
                <a:cubicBezTo>
                  <a:pt x="101" y="0"/>
                  <a:pt x="65" y="15"/>
                  <a:pt x="40" y="40"/>
                </a:cubicBezTo>
                <a:cubicBezTo>
                  <a:pt x="14" y="66"/>
                  <a:pt x="0" y="101"/>
                  <a:pt x="0" y="137"/>
                </a:cubicBezTo>
                <a:cubicBezTo>
                  <a:pt x="0" y="173"/>
                  <a:pt x="14" y="208"/>
                  <a:pt x="40" y="233"/>
                </a:cubicBezTo>
                <a:cubicBezTo>
                  <a:pt x="65" y="260"/>
                  <a:pt x="101" y="274"/>
                  <a:pt x="137" y="274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6" name=""/>
          <p:cNvSpPr/>
          <p:nvPr/>
        </p:nvSpPr>
        <p:spPr>
          <a:xfrm>
            <a:off x="5927400" y="4261680"/>
            <a:ext cx="98640" cy="99000"/>
          </a:xfrm>
          <a:custGeom>
            <a:avLst/>
            <a:gdLst/>
            <a:ahLst/>
            <a:rect l="0" t="0" r="r" b="b"/>
            <a:pathLst>
              <a:path w="274" h="275">
                <a:moveTo>
                  <a:pt x="137" y="275"/>
                </a:moveTo>
                <a:cubicBezTo>
                  <a:pt x="173" y="275"/>
                  <a:pt x="208" y="260"/>
                  <a:pt x="234" y="235"/>
                </a:cubicBezTo>
                <a:cubicBezTo>
                  <a:pt x="259" y="209"/>
                  <a:pt x="274" y="174"/>
                  <a:pt x="274" y="138"/>
                </a:cubicBezTo>
                <a:cubicBezTo>
                  <a:pt x="274" y="102"/>
                  <a:pt x="259" y="67"/>
                  <a:pt x="234" y="41"/>
                </a:cubicBezTo>
                <a:cubicBezTo>
                  <a:pt x="208" y="15"/>
                  <a:pt x="173" y="0"/>
                  <a:pt x="137" y="0"/>
                </a:cubicBezTo>
                <a:cubicBezTo>
                  <a:pt x="101" y="0"/>
                  <a:pt x="66" y="15"/>
                  <a:pt x="40" y="41"/>
                </a:cubicBezTo>
                <a:cubicBezTo>
                  <a:pt x="14" y="67"/>
                  <a:pt x="0" y="102"/>
                  <a:pt x="0" y="138"/>
                </a:cubicBezTo>
                <a:cubicBezTo>
                  <a:pt x="0" y="174"/>
                  <a:pt x="14" y="209"/>
                  <a:pt x="40" y="235"/>
                </a:cubicBezTo>
                <a:cubicBezTo>
                  <a:pt x="66" y="260"/>
                  <a:pt x="101" y="275"/>
                  <a:pt x="137" y="27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7" name=""/>
          <p:cNvSpPr/>
          <p:nvPr/>
        </p:nvSpPr>
        <p:spPr>
          <a:xfrm>
            <a:off x="6006960" y="4552560"/>
            <a:ext cx="98640" cy="99000"/>
          </a:xfrm>
          <a:custGeom>
            <a:avLst/>
            <a:gdLst/>
            <a:ahLst/>
            <a:rect l="0" t="0" r="r" b="b"/>
            <a:pathLst>
              <a:path w="274" h="275">
                <a:moveTo>
                  <a:pt x="138" y="275"/>
                </a:moveTo>
                <a:cubicBezTo>
                  <a:pt x="174" y="275"/>
                  <a:pt x="209" y="260"/>
                  <a:pt x="234" y="235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2"/>
                  <a:pt x="260" y="67"/>
                  <a:pt x="234" y="40"/>
                </a:cubicBezTo>
                <a:cubicBezTo>
                  <a:pt x="209" y="15"/>
                  <a:pt x="174" y="0"/>
                  <a:pt x="138" y="0"/>
                </a:cubicBezTo>
                <a:cubicBezTo>
                  <a:pt x="100" y="0"/>
                  <a:pt x="66" y="15"/>
                  <a:pt x="40" y="40"/>
                </a:cubicBezTo>
                <a:cubicBezTo>
                  <a:pt x="14" y="67"/>
                  <a:pt x="0" y="102"/>
                  <a:pt x="0" y="138"/>
                </a:cubicBezTo>
                <a:cubicBezTo>
                  <a:pt x="0" y="174"/>
                  <a:pt x="14" y="209"/>
                  <a:pt x="40" y="235"/>
                </a:cubicBezTo>
                <a:cubicBezTo>
                  <a:pt x="66" y="260"/>
                  <a:pt x="100" y="275"/>
                  <a:pt x="138" y="27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68" name=""/>
          <p:cNvSpPr/>
          <p:nvPr/>
        </p:nvSpPr>
        <p:spPr>
          <a:xfrm flipV="1">
            <a:off x="5700240" y="3048480"/>
            <a:ext cx="0" cy="197136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69" name=""/>
          <p:cNvSpPr/>
          <p:nvPr/>
        </p:nvSpPr>
        <p:spPr>
          <a:xfrm>
            <a:off x="5700240" y="5019840"/>
            <a:ext cx="40053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70" name=""/>
          <p:cNvSpPr/>
          <p:nvPr/>
        </p:nvSpPr>
        <p:spPr>
          <a:xfrm>
            <a:off x="9063000" y="3159000"/>
            <a:ext cx="98640" cy="98640"/>
          </a:xfrm>
          <a:custGeom>
            <a:avLst/>
            <a:gdLst/>
            <a:ahLst/>
            <a:rect l="0" t="0" r="r" b="b"/>
            <a:pathLst>
              <a:path w="274" h="274">
                <a:moveTo>
                  <a:pt x="137" y="274"/>
                </a:moveTo>
                <a:cubicBezTo>
                  <a:pt x="174" y="274"/>
                  <a:pt x="208" y="260"/>
                  <a:pt x="234" y="234"/>
                </a:cubicBezTo>
                <a:cubicBezTo>
                  <a:pt x="260" y="209"/>
                  <a:pt x="274" y="174"/>
                  <a:pt x="274" y="138"/>
                </a:cubicBezTo>
                <a:cubicBezTo>
                  <a:pt x="274" y="101"/>
                  <a:pt x="260" y="66"/>
                  <a:pt x="234" y="40"/>
                </a:cubicBezTo>
                <a:cubicBezTo>
                  <a:pt x="208" y="14"/>
                  <a:pt x="174" y="0"/>
                  <a:pt x="137" y="0"/>
                </a:cubicBezTo>
                <a:cubicBezTo>
                  <a:pt x="101" y="0"/>
                  <a:pt x="65" y="14"/>
                  <a:pt x="40" y="40"/>
                </a:cubicBezTo>
                <a:cubicBezTo>
                  <a:pt x="14" y="66"/>
                  <a:pt x="0" y="101"/>
                  <a:pt x="0" y="138"/>
                </a:cubicBezTo>
                <a:cubicBezTo>
                  <a:pt x="0" y="174"/>
                  <a:pt x="14" y="209"/>
                  <a:pt x="40" y="234"/>
                </a:cubicBezTo>
                <a:cubicBezTo>
                  <a:pt x="65" y="260"/>
                  <a:pt x="101" y="274"/>
                  <a:pt x="137" y="274"/>
                </a:cubicBezTo>
                <a:close/>
              </a:path>
            </a:pathLst>
          </a:custGeom>
          <a:solidFill>
            <a:srgbClr val="0a7d6e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1" name=""/>
          <p:cNvSpPr txBox="1"/>
          <p:nvPr/>
        </p:nvSpPr>
        <p:spPr>
          <a:xfrm rot="16200000">
            <a:off x="4472280" y="3963240"/>
            <a:ext cx="16117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sites with MHC-I binder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72" name=""/>
          <p:cNvSpPr/>
          <p:nvPr/>
        </p:nvSpPr>
        <p:spPr>
          <a:xfrm>
            <a:off x="9063000" y="3326760"/>
            <a:ext cx="98640" cy="99000"/>
          </a:xfrm>
          <a:custGeom>
            <a:avLst/>
            <a:gdLst/>
            <a:ahLst/>
            <a:rect l="0" t="0" r="r" b="b"/>
            <a:pathLst>
              <a:path w="274" h="275">
                <a:moveTo>
                  <a:pt x="137" y="275"/>
                </a:moveTo>
                <a:cubicBezTo>
                  <a:pt x="174" y="275"/>
                  <a:pt x="208" y="260"/>
                  <a:pt x="234" y="235"/>
                </a:cubicBezTo>
                <a:cubicBezTo>
                  <a:pt x="260" y="209"/>
                  <a:pt x="274" y="173"/>
                  <a:pt x="274" y="137"/>
                </a:cubicBezTo>
                <a:cubicBezTo>
                  <a:pt x="274" y="101"/>
                  <a:pt x="260" y="66"/>
                  <a:pt x="234" y="40"/>
                </a:cubicBezTo>
                <a:cubicBezTo>
                  <a:pt x="208" y="15"/>
                  <a:pt x="174" y="0"/>
                  <a:pt x="137" y="0"/>
                </a:cubicBezTo>
                <a:cubicBezTo>
                  <a:pt x="101" y="0"/>
                  <a:pt x="65" y="15"/>
                  <a:pt x="40" y="40"/>
                </a:cubicBezTo>
                <a:cubicBezTo>
                  <a:pt x="14" y="66"/>
                  <a:pt x="0" y="101"/>
                  <a:pt x="0" y="137"/>
                </a:cubicBezTo>
                <a:cubicBezTo>
                  <a:pt x="0" y="173"/>
                  <a:pt x="14" y="209"/>
                  <a:pt x="40" y="235"/>
                </a:cubicBezTo>
                <a:cubicBezTo>
                  <a:pt x="65" y="260"/>
                  <a:pt x="101" y="275"/>
                  <a:pt x="137" y="275"/>
                </a:cubicBezTo>
                <a:close/>
              </a:path>
            </a:pathLst>
          </a:custGeom>
          <a:solidFill>
            <a:srgbClr val="c53e1f">
              <a:alpha val="85000"/>
            </a:srgbClr>
          </a:solidFill>
          <a:ln w="6120">
            <a:solidFill>
              <a:srgbClr val="0e2a47">
                <a:alpha val="85000"/>
              </a:srgbClr>
            </a:solidFill>
            <a:round/>
          </a:ln>
        </p:spPr>
      </p:sp>
      <p:sp>
        <p:nvSpPr>
          <p:cNvPr id="273" name=""/>
          <p:cNvSpPr txBox="1"/>
          <p:nvPr/>
        </p:nvSpPr>
        <p:spPr>
          <a:xfrm>
            <a:off x="9317880" y="313236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4" name=""/>
          <p:cNvSpPr txBox="1"/>
          <p:nvPr/>
        </p:nvSpPr>
        <p:spPr>
          <a:xfrm>
            <a:off x="9317880" y="330012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S10 — HLA neoantigen detail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-360"/>
            <a:ext cx="9924840" cy="6230520"/>
          </a:xfrm>
          <a:custGeom>
            <a:avLst/>
            <a:gdLst/>
            <a:ahLst/>
            <a:rect l="0" t="0" r="r" b="b"/>
            <a:pathLst>
              <a:path w="27569" h="17307">
                <a:moveTo>
                  <a:pt x="0" y="17307"/>
                </a:moveTo>
                <a:lnTo>
                  <a:pt x="27569" y="17307"/>
                </a:lnTo>
                <a:lnTo>
                  <a:pt x="27569" y="0"/>
                </a:lnTo>
                <a:lnTo>
                  <a:pt x="0" y="0"/>
                </a:lnTo>
                <a:lnTo>
                  <a:pt x="0" y="1730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29560" y="138600"/>
            <a:ext cx="4363920" cy="1310400"/>
          </a:xfrm>
          <a:custGeom>
            <a:avLst/>
            <a:gdLst/>
            <a:ahLst/>
            <a:rect l="0" t="0" r="r" b="b"/>
            <a:pathLst>
              <a:path w="12122" h="3640">
                <a:moveTo>
                  <a:pt x="0" y="3640"/>
                </a:moveTo>
                <a:lnTo>
                  <a:pt x="12122" y="3640"/>
                </a:lnTo>
                <a:lnTo>
                  <a:pt x="12122" y="0"/>
                </a:lnTo>
                <a:lnTo>
                  <a:pt x="0" y="0"/>
                </a:lnTo>
                <a:lnTo>
                  <a:pt x="0" y="36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72180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72180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30212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30212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685800" y="1512360"/>
            <a:ext cx="114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88208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88208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1193040" y="15123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46204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246204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1773000" y="15123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304200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304200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2352960" y="15123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362196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362196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2932920" y="15123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400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420192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6" name=""/>
          <p:cNvSpPr/>
          <p:nvPr/>
        </p:nvSpPr>
        <p:spPr>
          <a:xfrm>
            <a:off x="420192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7" name=""/>
          <p:cNvSpPr txBox="1"/>
          <p:nvPr/>
        </p:nvSpPr>
        <p:spPr>
          <a:xfrm>
            <a:off x="3512880" y="15123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500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478188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59" name=""/>
          <p:cNvSpPr/>
          <p:nvPr/>
        </p:nvSpPr>
        <p:spPr>
          <a:xfrm>
            <a:off x="478188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0" name=""/>
          <p:cNvSpPr txBox="1"/>
          <p:nvPr/>
        </p:nvSpPr>
        <p:spPr>
          <a:xfrm>
            <a:off x="4092840" y="15123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600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1" name=""/>
          <p:cNvSpPr txBox="1"/>
          <p:nvPr/>
        </p:nvSpPr>
        <p:spPr>
          <a:xfrm>
            <a:off x="4672800" y="15123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700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491400" y="13892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491400" y="13892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2127960" y="1671480"/>
            <a:ext cx="11667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mutations fitted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491400" y="1091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491400" y="1091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64960" y="13266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491400" y="7938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491400" y="7938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264960" y="1028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491400" y="496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491400" y="496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264960" y="7311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491400" y="198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491400" y="198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264960" y="43344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2.5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7" name=""/>
          <p:cNvSpPr txBox="1"/>
          <p:nvPr/>
        </p:nvSpPr>
        <p:spPr>
          <a:xfrm>
            <a:off x="264960" y="13572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3.0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722160" y="132552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3" y="354"/>
                  <a:pt x="268" y="335"/>
                  <a:pt x="302" y="302"/>
                </a:cubicBezTo>
                <a:cubicBezTo>
                  <a:pt x="335" y="269"/>
                  <a:pt x="354" y="224"/>
                  <a:pt x="354" y="178"/>
                </a:cubicBezTo>
                <a:cubicBezTo>
                  <a:pt x="354" y="131"/>
                  <a:pt x="335" y="86"/>
                  <a:pt x="302" y="53"/>
                </a:cubicBezTo>
                <a:cubicBezTo>
                  <a:pt x="268" y="20"/>
                  <a:pt x="223" y="0"/>
                  <a:pt x="177" y="0"/>
                </a:cubicBezTo>
                <a:cubicBezTo>
                  <a:pt x="130" y="0"/>
                  <a:pt x="85" y="20"/>
                  <a:pt x="52" y="53"/>
                </a:cubicBezTo>
                <a:cubicBezTo>
                  <a:pt x="19" y="86"/>
                  <a:pt x="0" y="131"/>
                  <a:pt x="0" y="178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1232640" y="7300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3" y="354"/>
                  <a:pt x="268" y="335"/>
                  <a:pt x="302" y="302"/>
                </a:cubicBezTo>
                <a:cubicBezTo>
                  <a:pt x="335" y="269"/>
                  <a:pt x="354" y="223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8" y="19"/>
                  <a:pt x="223" y="0"/>
                  <a:pt x="176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3"/>
                  <a:pt x="19" y="269"/>
                  <a:pt x="52" y="302"/>
                </a:cubicBezTo>
                <a:cubicBezTo>
                  <a:pt x="85" y="335"/>
                  <a:pt x="130" y="354"/>
                  <a:pt x="176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734040" y="13464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6" y="354"/>
                </a:moveTo>
                <a:cubicBezTo>
                  <a:pt x="223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8"/>
                </a:cubicBezTo>
                <a:cubicBezTo>
                  <a:pt x="353" y="130"/>
                  <a:pt x="335" y="85"/>
                  <a:pt x="302" y="52"/>
                </a:cubicBezTo>
                <a:cubicBezTo>
                  <a:pt x="269" y="19"/>
                  <a:pt x="223" y="0"/>
                  <a:pt x="176" y="0"/>
                </a:cubicBezTo>
                <a:cubicBezTo>
                  <a:pt x="129" y="0"/>
                  <a:pt x="84" y="19"/>
                  <a:pt x="51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29" y="354"/>
                  <a:pt x="176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669960" y="7300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3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6" y="19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3"/>
                  <a:pt x="19" y="269"/>
                  <a:pt x="52" y="302"/>
                </a:cubicBezTo>
                <a:cubicBezTo>
                  <a:pt x="86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1824120" y="1346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5" y="354"/>
                  <a:pt x="269" y="335"/>
                  <a:pt x="302" y="302"/>
                </a:cubicBezTo>
                <a:cubicBezTo>
                  <a:pt x="336" y="269"/>
                  <a:pt x="354" y="224"/>
                  <a:pt x="354" y="178"/>
                </a:cubicBezTo>
                <a:cubicBezTo>
                  <a:pt x="354" y="130"/>
                  <a:pt x="336" y="85"/>
                  <a:pt x="302" y="52"/>
                </a:cubicBezTo>
                <a:cubicBezTo>
                  <a:pt x="269" y="19"/>
                  <a:pt x="225" y="0"/>
                  <a:pt x="178" y="0"/>
                </a:cubicBezTo>
                <a:cubicBezTo>
                  <a:pt x="131" y="0"/>
                  <a:pt x="86" y="19"/>
                  <a:pt x="53" y="52"/>
                </a:cubicBezTo>
                <a:cubicBezTo>
                  <a:pt x="19" y="85"/>
                  <a:pt x="0" y="130"/>
                  <a:pt x="0" y="178"/>
                </a:cubicBezTo>
                <a:cubicBezTo>
                  <a:pt x="0" y="224"/>
                  <a:pt x="19" y="269"/>
                  <a:pt x="53" y="302"/>
                </a:cubicBezTo>
                <a:cubicBezTo>
                  <a:pt x="86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1667520" y="7300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5" y="354"/>
                  <a:pt x="269" y="335"/>
                  <a:pt x="302" y="302"/>
                </a:cubicBezTo>
                <a:cubicBezTo>
                  <a:pt x="336" y="269"/>
                  <a:pt x="354" y="223"/>
                  <a:pt x="354" y="177"/>
                </a:cubicBezTo>
                <a:cubicBezTo>
                  <a:pt x="354" y="130"/>
                  <a:pt x="336" y="85"/>
                  <a:pt x="302" y="52"/>
                </a:cubicBezTo>
                <a:cubicBezTo>
                  <a:pt x="269" y="19"/>
                  <a:pt x="225" y="0"/>
                  <a:pt x="178" y="0"/>
                </a:cubicBezTo>
                <a:cubicBezTo>
                  <a:pt x="131" y="0"/>
                  <a:pt x="85" y="19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3"/>
                  <a:pt x="19" y="269"/>
                  <a:pt x="52" y="302"/>
                </a:cubicBezTo>
                <a:cubicBezTo>
                  <a:pt x="85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809280" y="7300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3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1" y="0"/>
                  <a:pt x="86" y="19"/>
                  <a:pt x="53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3"/>
                  <a:pt x="19" y="269"/>
                  <a:pt x="53" y="302"/>
                </a:cubicBezTo>
                <a:cubicBezTo>
                  <a:pt x="86" y="335"/>
                  <a:pt x="131" y="354"/>
                  <a:pt x="177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664200" y="132552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8"/>
                </a:cubicBezTo>
                <a:cubicBezTo>
                  <a:pt x="354" y="131"/>
                  <a:pt x="335" y="86"/>
                  <a:pt x="302" y="53"/>
                </a:cubicBezTo>
                <a:cubicBezTo>
                  <a:pt x="269" y="20"/>
                  <a:pt x="224" y="0"/>
                  <a:pt x="178" y="0"/>
                </a:cubicBezTo>
                <a:cubicBezTo>
                  <a:pt x="131" y="0"/>
                  <a:pt x="85" y="20"/>
                  <a:pt x="52" y="53"/>
                </a:cubicBezTo>
                <a:cubicBezTo>
                  <a:pt x="19" y="86"/>
                  <a:pt x="0" y="131"/>
                  <a:pt x="0" y="178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1377720" y="7300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3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6" y="0"/>
                </a:cubicBezTo>
                <a:cubicBezTo>
                  <a:pt x="129" y="0"/>
                  <a:pt x="85" y="19"/>
                  <a:pt x="51" y="52"/>
                </a:cubicBezTo>
                <a:cubicBezTo>
                  <a:pt x="18" y="85"/>
                  <a:pt x="0" y="130"/>
                  <a:pt x="0" y="177"/>
                </a:cubicBezTo>
                <a:cubicBezTo>
                  <a:pt x="0" y="223"/>
                  <a:pt x="18" y="269"/>
                  <a:pt x="51" y="302"/>
                </a:cubicBezTo>
                <a:cubicBezTo>
                  <a:pt x="85" y="335"/>
                  <a:pt x="129" y="354"/>
                  <a:pt x="176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690920" y="1346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8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0" y="0"/>
                  <a:pt x="86" y="19"/>
                  <a:pt x="51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6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1319760" y="13464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8"/>
                </a:cubicBezTo>
                <a:cubicBezTo>
                  <a:pt x="353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4"/>
                  <a:pt x="18" y="269"/>
                  <a:pt x="52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4631400" y="73008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6" y="354"/>
                </a:moveTo>
                <a:cubicBezTo>
                  <a:pt x="223" y="354"/>
                  <a:pt x="268" y="335"/>
                  <a:pt x="301" y="302"/>
                </a:cubicBezTo>
                <a:cubicBezTo>
                  <a:pt x="334" y="269"/>
                  <a:pt x="354" y="223"/>
                  <a:pt x="354" y="177"/>
                </a:cubicBezTo>
                <a:cubicBezTo>
                  <a:pt x="354" y="130"/>
                  <a:pt x="334" y="85"/>
                  <a:pt x="301" y="52"/>
                </a:cubicBezTo>
                <a:cubicBezTo>
                  <a:pt x="268" y="19"/>
                  <a:pt x="223" y="0"/>
                  <a:pt x="176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3"/>
                  <a:pt x="19" y="269"/>
                  <a:pt x="52" y="302"/>
                </a:cubicBezTo>
                <a:cubicBezTo>
                  <a:pt x="85" y="335"/>
                  <a:pt x="130" y="354"/>
                  <a:pt x="176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90" name=""/>
          <p:cNvSpPr/>
          <p:nvPr/>
        </p:nvSpPr>
        <p:spPr>
          <a:xfrm flipV="1">
            <a:off x="529560" y="138600"/>
            <a:ext cx="0" cy="13100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91" name=""/>
          <p:cNvSpPr/>
          <p:nvPr/>
        </p:nvSpPr>
        <p:spPr>
          <a:xfrm>
            <a:off x="529560" y="1448640"/>
            <a:ext cx="436356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 txBox="1"/>
          <p:nvPr/>
        </p:nvSpPr>
        <p:spPr>
          <a:xfrm rot="16200000">
            <a:off x="-452520" y="721440"/>
            <a:ext cx="1194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# PyClone clusters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3" name=""/>
          <p:cNvSpPr txBox="1"/>
          <p:nvPr/>
        </p:nvSpPr>
        <p:spPr>
          <a:xfrm>
            <a:off x="791640" y="1271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>
            <a:off x="1302120" y="67572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803520" y="8028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739440" y="67572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1893600" y="8028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8" name=""/>
          <p:cNvSpPr txBox="1"/>
          <p:nvPr/>
        </p:nvSpPr>
        <p:spPr>
          <a:xfrm>
            <a:off x="1737000" y="67572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99" name=""/>
          <p:cNvSpPr txBox="1"/>
          <p:nvPr/>
        </p:nvSpPr>
        <p:spPr>
          <a:xfrm>
            <a:off x="878760" y="67572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733680" y="1271160"/>
            <a:ext cx="12276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>
            <a:off x="1447200" y="67572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2" name=""/>
          <p:cNvSpPr txBox="1"/>
          <p:nvPr/>
        </p:nvSpPr>
        <p:spPr>
          <a:xfrm>
            <a:off x="1760400" y="8028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3" name=""/>
          <p:cNvSpPr txBox="1"/>
          <p:nvPr/>
        </p:nvSpPr>
        <p:spPr>
          <a:xfrm>
            <a:off x="1389240" y="8028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4236120" y="23508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8" y="353"/>
                </a:moveTo>
                <a:cubicBezTo>
                  <a:pt x="224" y="353"/>
                  <a:pt x="269" y="335"/>
                  <a:pt x="302" y="302"/>
                </a:cubicBezTo>
                <a:cubicBezTo>
                  <a:pt x="335" y="269"/>
                  <a:pt x="354" y="223"/>
                  <a:pt x="354" y="176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9" y="18"/>
                  <a:pt x="224" y="0"/>
                  <a:pt x="178" y="0"/>
                </a:cubicBezTo>
                <a:cubicBezTo>
                  <a:pt x="131" y="0"/>
                  <a:pt x="86" y="18"/>
                  <a:pt x="53" y="51"/>
                </a:cubicBezTo>
                <a:cubicBezTo>
                  <a:pt x="19" y="84"/>
                  <a:pt x="0" y="129"/>
                  <a:pt x="0" y="176"/>
                </a:cubicBezTo>
                <a:cubicBezTo>
                  <a:pt x="0" y="223"/>
                  <a:pt x="19" y="269"/>
                  <a:pt x="53" y="302"/>
                </a:cubicBezTo>
                <a:cubicBezTo>
                  <a:pt x="86" y="335"/>
                  <a:pt x="131" y="353"/>
                  <a:pt x="178" y="353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05" name=""/>
          <p:cNvSpPr txBox="1"/>
          <p:nvPr/>
        </p:nvSpPr>
        <p:spPr>
          <a:xfrm>
            <a:off x="4700880" y="675720"/>
            <a:ext cx="183600" cy="111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50" spc="-1" strike="noStrike">
                <a:solidFill>
                  <a:srgbClr val="0e2a47"/>
                </a:solidFill>
                <a:latin typeface="DejaVuSans"/>
              </a:rPr>
              <a:t>S13</a:t>
            </a:r>
            <a:endParaRPr b="0" lang="en-US" sz="75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4236120" y="4028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8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1"/>
                  <a:pt x="335" y="85"/>
                  <a:pt x="302" y="52"/>
                </a:cubicBezTo>
                <a:cubicBezTo>
                  <a:pt x="269" y="19"/>
                  <a:pt x="224" y="0"/>
                  <a:pt x="178" y="0"/>
                </a:cubicBezTo>
                <a:cubicBezTo>
                  <a:pt x="131" y="0"/>
                  <a:pt x="86" y="19"/>
                  <a:pt x="53" y="52"/>
                </a:cubicBezTo>
                <a:cubicBezTo>
                  <a:pt x="19" y="85"/>
                  <a:pt x="0" y="131"/>
                  <a:pt x="0" y="177"/>
                </a:cubicBezTo>
                <a:cubicBezTo>
                  <a:pt x="0" y="224"/>
                  <a:pt x="19" y="269"/>
                  <a:pt x="53" y="302"/>
                </a:cubicBezTo>
                <a:cubicBezTo>
                  <a:pt x="86" y="335"/>
                  <a:pt x="131" y="354"/>
                  <a:pt x="178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07" name=""/>
          <p:cNvSpPr txBox="1"/>
          <p:nvPr/>
        </p:nvSpPr>
        <p:spPr>
          <a:xfrm>
            <a:off x="4505760" y="22248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5378040" y="138600"/>
            <a:ext cx="4364280" cy="1310400"/>
          </a:xfrm>
          <a:custGeom>
            <a:avLst/>
            <a:gdLst/>
            <a:ahLst/>
            <a:rect l="0" t="0" r="r" b="b"/>
            <a:pathLst>
              <a:path w="12123" h="3640">
                <a:moveTo>
                  <a:pt x="0" y="3640"/>
                </a:moveTo>
                <a:lnTo>
                  <a:pt x="12123" y="3640"/>
                </a:lnTo>
                <a:lnTo>
                  <a:pt x="12123" y="0"/>
                </a:lnTo>
                <a:lnTo>
                  <a:pt x="0" y="0"/>
                </a:lnTo>
                <a:lnTo>
                  <a:pt x="0" y="36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09" name=""/>
          <p:cNvSpPr/>
          <p:nvPr/>
        </p:nvSpPr>
        <p:spPr>
          <a:xfrm>
            <a:off x="543204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>
            <a:off x="543204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>
            <a:off x="4505760" y="39060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594288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>
            <a:off x="594288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>
            <a:off x="5293080" y="1512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645372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>
            <a:off x="645372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>
            <a:off x="5803920" y="1512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696456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>
            <a:off x="696456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>
            <a:off x="6315120" y="1512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747540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>
            <a:off x="747540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>
            <a:off x="6825960" y="1512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798624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>
            <a:off x="798624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>
            <a:off x="7336800" y="1512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849744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>
            <a:off x="849744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 txBox="1"/>
          <p:nvPr/>
        </p:nvSpPr>
        <p:spPr>
          <a:xfrm>
            <a:off x="7847640" y="1512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900828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1" name=""/>
          <p:cNvSpPr/>
          <p:nvPr/>
        </p:nvSpPr>
        <p:spPr>
          <a:xfrm>
            <a:off x="900828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 txBox="1"/>
          <p:nvPr/>
        </p:nvSpPr>
        <p:spPr>
          <a:xfrm>
            <a:off x="8358480" y="1512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9519120" y="1448640"/>
            <a:ext cx="0" cy="38160"/>
          </a:xfrm>
          <a:custGeom>
            <a:avLst/>
            <a:gdLst/>
            <a:ahLst/>
            <a:rect l="0" t="0" r="r" b="b"/>
            <a:pathLst>
              <a:path w="0" h="106">
                <a:moveTo>
                  <a:pt x="0" y="0"/>
                </a:moveTo>
                <a:lnTo>
                  <a:pt x="0" y="106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4" name=""/>
          <p:cNvSpPr/>
          <p:nvPr/>
        </p:nvSpPr>
        <p:spPr>
          <a:xfrm>
            <a:off x="9519120" y="1448640"/>
            <a:ext cx="0" cy="3816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 txBox="1"/>
          <p:nvPr/>
        </p:nvSpPr>
        <p:spPr>
          <a:xfrm>
            <a:off x="8869320" y="15123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6" name=""/>
          <p:cNvSpPr txBox="1"/>
          <p:nvPr/>
        </p:nvSpPr>
        <p:spPr>
          <a:xfrm>
            <a:off x="9428400" y="151236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5339880" y="1341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38" name=""/>
          <p:cNvSpPr/>
          <p:nvPr/>
        </p:nvSpPr>
        <p:spPr>
          <a:xfrm flipH="1">
            <a:off x="5339880" y="1341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 txBox="1"/>
          <p:nvPr/>
        </p:nvSpPr>
        <p:spPr>
          <a:xfrm>
            <a:off x="6817680" y="1671480"/>
            <a:ext cx="1478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Dominant Δ CP (shrink)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5339880" y="97020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1" name=""/>
          <p:cNvSpPr/>
          <p:nvPr/>
        </p:nvSpPr>
        <p:spPr>
          <a:xfrm flipH="1">
            <a:off x="5339880" y="97020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2" name=""/>
          <p:cNvSpPr txBox="1"/>
          <p:nvPr/>
        </p:nvSpPr>
        <p:spPr>
          <a:xfrm>
            <a:off x="5018040" y="127908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5339880" y="5986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4" name=""/>
          <p:cNvSpPr/>
          <p:nvPr/>
        </p:nvSpPr>
        <p:spPr>
          <a:xfrm flipH="1">
            <a:off x="5339880" y="5986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5" name=""/>
          <p:cNvSpPr txBox="1"/>
          <p:nvPr/>
        </p:nvSpPr>
        <p:spPr>
          <a:xfrm>
            <a:off x="5018040" y="907560"/>
            <a:ext cx="2797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−</a:t>
            </a:r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5339880" y="227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 flipH="1">
            <a:off x="5339880" y="227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48" name=""/>
          <p:cNvSpPr txBox="1"/>
          <p:nvPr/>
        </p:nvSpPr>
        <p:spPr>
          <a:xfrm>
            <a:off x="5113800" y="53640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9" name=""/>
          <p:cNvSpPr txBox="1"/>
          <p:nvPr/>
        </p:nvSpPr>
        <p:spPr>
          <a:xfrm>
            <a:off x="5113800" y="164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8492040" y="8852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6"/>
                  <a:pt x="302" y="302"/>
                </a:cubicBezTo>
                <a:cubicBezTo>
                  <a:pt x="335" y="269"/>
                  <a:pt x="354" y="225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5"/>
                  <a:pt x="19" y="269"/>
                  <a:pt x="52" y="302"/>
                </a:cubicBezTo>
                <a:cubicBezTo>
                  <a:pt x="85" y="336"/>
                  <a:pt x="130" y="354"/>
                  <a:pt x="177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1" name=""/>
          <p:cNvSpPr/>
          <p:nvPr/>
        </p:nvSpPr>
        <p:spPr>
          <a:xfrm>
            <a:off x="6013800" y="124488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3" y="223"/>
                  <a:pt x="353" y="176"/>
                </a:cubicBezTo>
                <a:cubicBezTo>
                  <a:pt x="353" y="129"/>
                  <a:pt x="335" y="85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5"/>
                  <a:pt x="0" y="129"/>
                  <a:pt x="0" y="176"/>
                </a:cubicBezTo>
                <a:cubicBezTo>
                  <a:pt x="0" y="223"/>
                  <a:pt x="19" y="269"/>
                  <a:pt x="52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2" name=""/>
          <p:cNvSpPr/>
          <p:nvPr/>
        </p:nvSpPr>
        <p:spPr>
          <a:xfrm>
            <a:off x="5513040" y="56304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6" y="353"/>
                </a:moveTo>
                <a:cubicBezTo>
                  <a:pt x="223" y="353"/>
                  <a:pt x="268" y="335"/>
                  <a:pt x="301" y="302"/>
                </a:cubicBezTo>
                <a:cubicBezTo>
                  <a:pt x="334" y="269"/>
                  <a:pt x="354" y="224"/>
                  <a:pt x="354" y="177"/>
                </a:cubicBezTo>
                <a:cubicBezTo>
                  <a:pt x="354" y="130"/>
                  <a:pt x="334" y="85"/>
                  <a:pt x="301" y="52"/>
                </a:cubicBezTo>
                <a:cubicBezTo>
                  <a:pt x="268" y="18"/>
                  <a:pt x="223" y="0"/>
                  <a:pt x="176" y="0"/>
                </a:cubicBezTo>
                <a:cubicBezTo>
                  <a:pt x="129" y="0"/>
                  <a:pt x="85" y="18"/>
                  <a:pt x="52" y="52"/>
                </a:cubicBezTo>
                <a:cubicBezTo>
                  <a:pt x="18" y="85"/>
                  <a:pt x="0" y="130"/>
                  <a:pt x="0" y="177"/>
                </a:cubicBezTo>
                <a:cubicBezTo>
                  <a:pt x="0" y="224"/>
                  <a:pt x="18" y="269"/>
                  <a:pt x="52" y="302"/>
                </a:cubicBezTo>
                <a:cubicBezTo>
                  <a:pt x="85" y="335"/>
                  <a:pt x="129" y="353"/>
                  <a:pt x="176" y="353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3" name=""/>
          <p:cNvSpPr/>
          <p:nvPr/>
        </p:nvSpPr>
        <p:spPr>
          <a:xfrm>
            <a:off x="5545800" y="55440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6" y="354"/>
                </a:moveTo>
                <a:cubicBezTo>
                  <a:pt x="223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7"/>
                </a:cubicBezTo>
                <a:cubicBezTo>
                  <a:pt x="353" y="130"/>
                  <a:pt x="335" y="86"/>
                  <a:pt x="302" y="52"/>
                </a:cubicBezTo>
                <a:cubicBezTo>
                  <a:pt x="269" y="18"/>
                  <a:pt x="223" y="0"/>
                  <a:pt x="176" y="0"/>
                </a:cubicBezTo>
                <a:cubicBezTo>
                  <a:pt x="129" y="0"/>
                  <a:pt x="84" y="18"/>
                  <a:pt x="51" y="52"/>
                </a:cubicBezTo>
                <a:cubicBezTo>
                  <a:pt x="18" y="86"/>
                  <a:pt x="0" y="130"/>
                  <a:pt x="0" y="177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29" y="354"/>
                  <a:pt x="176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4" name=""/>
          <p:cNvSpPr/>
          <p:nvPr/>
        </p:nvSpPr>
        <p:spPr>
          <a:xfrm>
            <a:off x="9480240" y="13464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6" y="354"/>
                </a:moveTo>
                <a:cubicBezTo>
                  <a:pt x="223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8"/>
                </a:cubicBezTo>
                <a:cubicBezTo>
                  <a:pt x="353" y="130"/>
                  <a:pt x="335" y="85"/>
                  <a:pt x="302" y="52"/>
                </a:cubicBezTo>
                <a:cubicBezTo>
                  <a:pt x="269" y="19"/>
                  <a:pt x="223" y="0"/>
                  <a:pt x="176" y="0"/>
                </a:cubicBezTo>
                <a:cubicBezTo>
                  <a:pt x="129" y="0"/>
                  <a:pt x="84" y="19"/>
                  <a:pt x="51" y="52"/>
                </a:cubicBezTo>
                <a:cubicBezTo>
                  <a:pt x="18" y="85"/>
                  <a:pt x="0" y="130"/>
                  <a:pt x="0" y="178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29" y="354"/>
                  <a:pt x="176" y="354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5" name=""/>
          <p:cNvSpPr/>
          <p:nvPr/>
        </p:nvSpPr>
        <p:spPr>
          <a:xfrm>
            <a:off x="7003800" y="8834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31" y="0"/>
                  <a:pt x="86" y="19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6" y="335"/>
                  <a:pt x="131" y="354"/>
                  <a:pt x="177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6" name=""/>
          <p:cNvSpPr/>
          <p:nvPr/>
        </p:nvSpPr>
        <p:spPr>
          <a:xfrm>
            <a:off x="5587560" y="132552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4"/>
                  <a:pt x="354" y="178"/>
                </a:cubicBezTo>
                <a:cubicBezTo>
                  <a:pt x="354" y="131"/>
                  <a:pt x="335" y="86"/>
                  <a:pt x="302" y="53"/>
                </a:cubicBezTo>
                <a:cubicBezTo>
                  <a:pt x="269" y="20"/>
                  <a:pt x="224" y="0"/>
                  <a:pt x="177" y="0"/>
                </a:cubicBezTo>
                <a:cubicBezTo>
                  <a:pt x="130" y="0"/>
                  <a:pt x="85" y="20"/>
                  <a:pt x="52" y="53"/>
                </a:cubicBezTo>
                <a:cubicBezTo>
                  <a:pt x="19" y="86"/>
                  <a:pt x="0" y="131"/>
                  <a:pt x="0" y="178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7" name=""/>
          <p:cNvSpPr/>
          <p:nvPr/>
        </p:nvSpPr>
        <p:spPr>
          <a:xfrm>
            <a:off x="9214920" y="62280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7" y="353"/>
                </a:moveTo>
                <a:cubicBezTo>
                  <a:pt x="223" y="353"/>
                  <a:pt x="268" y="335"/>
                  <a:pt x="302" y="302"/>
                </a:cubicBezTo>
                <a:cubicBezTo>
                  <a:pt x="335" y="269"/>
                  <a:pt x="354" y="224"/>
                  <a:pt x="354" y="176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8" y="18"/>
                  <a:pt x="223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29"/>
                  <a:pt x="0" y="176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3"/>
                  <a:pt x="177" y="353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8" name=""/>
          <p:cNvSpPr/>
          <p:nvPr/>
        </p:nvSpPr>
        <p:spPr>
          <a:xfrm>
            <a:off x="8947800" y="53964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6" y="353"/>
                </a:moveTo>
                <a:cubicBezTo>
                  <a:pt x="223" y="353"/>
                  <a:pt x="268" y="335"/>
                  <a:pt x="301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0"/>
                  <a:pt x="335" y="84"/>
                  <a:pt x="301" y="51"/>
                </a:cubicBezTo>
                <a:cubicBezTo>
                  <a:pt x="268" y="18"/>
                  <a:pt x="223" y="0"/>
                  <a:pt x="176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30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3"/>
                  <a:pt x="176" y="353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59" name=""/>
          <p:cNvSpPr/>
          <p:nvPr/>
        </p:nvSpPr>
        <p:spPr>
          <a:xfrm>
            <a:off x="8667360" y="4838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4" y="223"/>
                  <a:pt x="354" y="176"/>
                </a:cubicBezTo>
                <a:cubicBezTo>
                  <a:pt x="354" y="129"/>
                  <a:pt x="335" y="85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0" y="0"/>
                  <a:pt x="86" y="18"/>
                  <a:pt x="52" y="51"/>
                </a:cubicBezTo>
                <a:cubicBezTo>
                  <a:pt x="18" y="85"/>
                  <a:pt x="0" y="129"/>
                  <a:pt x="0" y="176"/>
                </a:cubicBezTo>
                <a:cubicBezTo>
                  <a:pt x="0" y="223"/>
                  <a:pt x="18" y="269"/>
                  <a:pt x="52" y="302"/>
                </a:cubicBezTo>
                <a:cubicBezTo>
                  <a:pt x="86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60" name=""/>
          <p:cNvSpPr/>
          <p:nvPr/>
        </p:nvSpPr>
        <p:spPr>
          <a:xfrm>
            <a:off x="6122520" y="87732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7" y="353"/>
                </a:moveTo>
                <a:cubicBezTo>
                  <a:pt x="224" y="353"/>
                  <a:pt x="269" y="335"/>
                  <a:pt x="302" y="302"/>
                </a:cubicBezTo>
                <a:cubicBezTo>
                  <a:pt x="335" y="269"/>
                  <a:pt x="354" y="224"/>
                  <a:pt x="354" y="176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9" y="18"/>
                  <a:pt x="224" y="0"/>
                  <a:pt x="177" y="0"/>
                </a:cubicBezTo>
                <a:cubicBezTo>
                  <a:pt x="131" y="0"/>
                  <a:pt x="86" y="18"/>
                  <a:pt x="52" y="51"/>
                </a:cubicBezTo>
                <a:cubicBezTo>
                  <a:pt x="19" y="84"/>
                  <a:pt x="0" y="129"/>
                  <a:pt x="0" y="176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6" y="335"/>
                  <a:pt x="131" y="353"/>
                  <a:pt x="177" y="353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61" name=""/>
          <p:cNvSpPr/>
          <p:nvPr/>
        </p:nvSpPr>
        <p:spPr>
          <a:xfrm>
            <a:off x="9044280" y="53532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8" y="353"/>
                </a:moveTo>
                <a:cubicBezTo>
                  <a:pt x="224" y="353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0"/>
                  <a:pt x="335" y="84"/>
                  <a:pt x="302" y="51"/>
                </a:cubicBezTo>
                <a:cubicBezTo>
                  <a:pt x="269" y="18"/>
                  <a:pt x="224" y="0"/>
                  <a:pt x="178" y="0"/>
                </a:cubicBezTo>
                <a:cubicBezTo>
                  <a:pt x="131" y="0"/>
                  <a:pt x="86" y="18"/>
                  <a:pt x="53" y="51"/>
                </a:cubicBezTo>
                <a:cubicBezTo>
                  <a:pt x="19" y="84"/>
                  <a:pt x="0" y="130"/>
                  <a:pt x="0" y="177"/>
                </a:cubicBezTo>
                <a:cubicBezTo>
                  <a:pt x="0" y="224"/>
                  <a:pt x="19" y="269"/>
                  <a:pt x="53" y="302"/>
                </a:cubicBezTo>
                <a:cubicBezTo>
                  <a:pt x="86" y="335"/>
                  <a:pt x="131" y="353"/>
                  <a:pt x="178" y="353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62" name=""/>
          <p:cNvSpPr/>
          <p:nvPr/>
        </p:nvSpPr>
        <p:spPr>
          <a:xfrm>
            <a:off x="5378040" y="598680"/>
            <a:ext cx="4363920" cy="0"/>
          </a:xfrm>
          <a:prstGeom prst="line">
            <a:avLst/>
          </a:prstGeom>
          <a:ln w="7560">
            <a:solidFill>
              <a:srgbClr val="5a6772"/>
            </a:solidFill>
            <a:custDash>
              <a:ds d="371429" sp="157143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3" name=""/>
          <p:cNvSpPr/>
          <p:nvPr/>
        </p:nvSpPr>
        <p:spPr>
          <a:xfrm flipV="1">
            <a:off x="9519120" y="138600"/>
            <a:ext cx="0" cy="1310040"/>
          </a:xfrm>
          <a:prstGeom prst="line">
            <a:avLst/>
          </a:prstGeom>
          <a:ln w="7560">
            <a:solidFill>
              <a:srgbClr val="5a6772"/>
            </a:solidFill>
            <a:custDash>
              <a:ds d="371429" sp="157143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4" name=""/>
          <p:cNvSpPr/>
          <p:nvPr/>
        </p:nvSpPr>
        <p:spPr>
          <a:xfrm flipV="1">
            <a:off x="5378040" y="138600"/>
            <a:ext cx="0" cy="131004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/>
          <p:nvPr/>
        </p:nvSpPr>
        <p:spPr>
          <a:xfrm>
            <a:off x="5378040" y="1448640"/>
            <a:ext cx="436392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66" name=""/>
          <p:cNvSpPr/>
          <p:nvPr/>
        </p:nvSpPr>
        <p:spPr>
          <a:xfrm>
            <a:off x="5531760" y="23508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7" y="353"/>
                </a:moveTo>
                <a:cubicBezTo>
                  <a:pt x="223" y="353"/>
                  <a:pt x="268" y="335"/>
                  <a:pt x="302" y="302"/>
                </a:cubicBezTo>
                <a:cubicBezTo>
                  <a:pt x="335" y="269"/>
                  <a:pt x="354" y="223"/>
                  <a:pt x="354" y="176"/>
                </a:cubicBezTo>
                <a:cubicBezTo>
                  <a:pt x="354" y="129"/>
                  <a:pt x="335" y="84"/>
                  <a:pt x="302" y="51"/>
                </a:cubicBezTo>
                <a:cubicBezTo>
                  <a:pt x="268" y="18"/>
                  <a:pt x="223" y="0"/>
                  <a:pt x="177" y="0"/>
                </a:cubicBezTo>
                <a:cubicBezTo>
                  <a:pt x="130" y="0"/>
                  <a:pt x="85" y="18"/>
                  <a:pt x="52" y="51"/>
                </a:cubicBezTo>
                <a:cubicBezTo>
                  <a:pt x="19" y="84"/>
                  <a:pt x="0" y="129"/>
                  <a:pt x="0" y="176"/>
                </a:cubicBezTo>
                <a:cubicBezTo>
                  <a:pt x="0" y="223"/>
                  <a:pt x="19" y="269"/>
                  <a:pt x="52" y="302"/>
                </a:cubicBezTo>
                <a:cubicBezTo>
                  <a:pt x="85" y="335"/>
                  <a:pt x="130" y="353"/>
                  <a:pt x="177" y="353"/>
                </a:cubicBezTo>
                <a:close/>
              </a:path>
            </a:pathLst>
          </a:custGeom>
          <a:solidFill>
            <a:srgbClr val="0a7d6e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67" name=""/>
          <p:cNvSpPr txBox="1"/>
          <p:nvPr/>
        </p:nvSpPr>
        <p:spPr>
          <a:xfrm rot="16200000">
            <a:off x="4114800" y="721080"/>
            <a:ext cx="1564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Dominant Δ CP (expand)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5531760" y="4028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3" y="354"/>
                  <a:pt x="268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1"/>
                  <a:pt x="335" y="85"/>
                  <a:pt x="302" y="52"/>
                </a:cubicBezTo>
                <a:cubicBezTo>
                  <a:pt x="268" y="19"/>
                  <a:pt x="223" y="0"/>
                  <a:pt x="177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9" y="85"/>
                  <a:pt x="0" y="131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4"/>
                  <a:pt x="177" y="354"/>
                </a:cubicBezTo>
                <a:close/>
              </a:path>
            </a:pathLst>
          </a:custGeom>
          <a:solidFill>
            <a:srgbClr val="c53e1f">
              <a:alpha val="88000"/>
            </a:srgbClr>
          </a:solidFill>
          <a:ln w="8640">
            <a:solidFill>
              <a:srgbClr val="0e2a47">
                <a:alpha val="88000"/>
              </a:srgbClr>
            </a:solidFill>
            <a:round/>
          </a:ln>
        </p:spPr>
      </p:sp>
      <p:sp>
        <p:nvSpPr>
          <p:cNvPr id="169" name=""/>
          <p:cNvSpPr txBox="1"/>
          <p:nvPr/>
        </p:nvSpPr>
        <p:spPr>
          <a:xfrm>
            <a:off x="5801400" y="222480"/>
            <a:ext cx="287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529560" y="2300040"/>
            <a:ext cx="9212760" cy="3471840"/>
          </a:xfrm>
          <a:custGeom>
            <a:avLst/>
            <a:gdLst/>
            <a:ahLst/>
            <a:rect l="0" t="0" r="r" b="b"/>
            <a:pathLst>
              <a:path w="25591" h="9644">
                <a:moveTo>
                  <a:pt x="0" y="9644"/>
                </a:moveTo>
                <a:lnTo>
                  <a:pt x="25591" y="9644"/>
                </a:lnTo>
                <a:lnTo>
                  <a:pt x="25591" y="0"/>
                </a:lnTo>
                <a:lnTo>
                  <a:pt x="0" y="0"/>
                </a:lnTo>
                <a:lnTo>
                  <a:pt x="0" y="964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71" name=""/>
          <p:cNvSpPr/>
          <p:nvPr/>
        </p:nvSpPr>
        <p:spPr>
          <a:xfrm>
            <a:off x="529560" y="57715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2" name=""/>
          <p:cNvSpPr/>
          <p:nvPr/>
        </p:nvSpPr>
        <p:spPr>
          <a:xfrm>
            <a:off x="529560" y="57715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3" name=""/>
          <p:cNvSpPr txBox="1"/>
          <p:nvPr/>
        </p:nvSpPr>
        <p:spPr>
          <a:xfrm>
            <a:off x="5801400" y="390600"/>
            <a:ext cx="21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2372040" y="57715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5" name=""/>
          <p:cNvSpPr/>
          <p:nvPr/>
        </p:nvSpPr>
        <p:spPr>
          <a:xfrm>
            <a:off x="2372040" y="57715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6" name=""/>
          <p:cNvSpPr txBox="1"/>
          <p:nvPr/>
        </p:nvSpPr>
        <p:spPr>
          <a:xfrm>
            <a:off x="438480" y="5834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4214520" y="57715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78" name=""/>
          <p:cNvSpPr/>
          <p:nvPr/>
        </p:nvSpPr>
        <p:spPr>
          <a:xfrm>
            <a:off x="4214520" y="57715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9" name=""/>
          <p:cNvSpPr txBox="1"/>
          <p:nvPr/>
        </p:nvSpPr>
        <p:spPr>
          <a:xfrm>
            <a:off x="2280960" y="5834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6057000" y="57715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1" name=""/>
          <p:cNvSpPr/>
          <p:nvPr/>
        </p:nvSpPr>
        <p:spPr>
          <a:xfrm>
            <a:off x="6057000" y="57715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2" name=""/>
          <p:cNvSpPr txBox="1"/>
          <p:nvPr/>
        </p:nvSpPr>
        <p:spPr>
          <a:xfrm>
            <a:off x="4123800" y="5834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3" name=""/>
          <p:cNvSpPr/>
          <p:nvPr/>
        </p:nvSpPr>
        <p:spPr>
          <a:xfrm>
            <a:off x="7899480" y="57715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4" name=""/>
          <p:cNvSpPr/>
          <p:nvPr/>
        </p:nvSpPr>
        <p:spPr>
          <a:xfrm>
            <a:off x="7899480" y="57715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5" name=""/>
          <p:cNvSpPr txBox="1"/>
          <p:nvPr/>
        </p:nvSpPr>
        <p:spPr>
          <a:xfrm>
            <a:off x="5966280" y="5834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9741960" y="5771520"/>
            <a:ext cx="0" cy="37800"/>
          </a:xfrm>
          <a:custGeom>
            <a:avLst/>
            <a:gdLst/>
            <a:ahLst/>
            <a:rect l="0" t="0" r="r" b="b"/>
            <a:pathLst>
              <a:path w="0" h="105">
                <a:moveTo>
                  <a:pt x="0" y="0"/>
                </a:move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87" name=""/>
          <p:cNvSpPr/>
          <p:nvPr/>
        </p:nvSpPr>
        <p:spPr>
          <a:xfrm>
            <a:off x="9741960" y="5771520"/>
            <a:ext cx="0" cy="3780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8" name=""/>
          <p:cNvSpPr txBox="1"/>
          <p:nvPr/>
        </p:nvSpPr>
        <p:spPr>
          <a:xfrm>
            <a:off x="7808760" y="5834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0.8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89" name=""/>
          <p:cNvSpPr txBox="1"/>
          <p:nvPr/>
        </p:nvSpPr>
        <p:spPr>
          <a:xfrm>
            <a:off x="9651240" y="5834880"/>
            <a:ext cx="1836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1d3557"/>
                </a:solidFill>
                <a:latin typeface="DejaVuSans"/>
              </a:rPr>
              <a:t>1.0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491400" y="252036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1" name=""/>
          <p:cNvSpPr/>
          <p:nvPr/>
        </p:nvSpPr>
        <p:spPr>
          <a:xfrm flipH="1">
            <a:off x="491400" y="252036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2" name=""/>
          <p:cNvSpPr txBox="1"/>
          <p:nvPr/>
        </p:nvSpPr>
        <p:spPr>
          <a:xfrm>
            <a:off x="4522680" y="5994360"/>
            <a:ext cx="12261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e2a47"/>
                </a:solidFill>
                <a:latin typeface="DejaVuSans"/>
              </a:rPr>
              <a:t>Cellular prevalence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491400" y="27961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 flipH="1">
            <a:off x="491400" y="27961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5" name=""/>
          <p:cNvSpPr txBox="1"/>
          <p:nvPr/>
        </p:nvSpPr>
        <p:spPr>
          <a:xfrm>
            <a:off x="301680" y="24580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491400" y="30715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197" name=""/>
          <p:cNvSpPr/>
          <p:nvPr/>
        </p:nvSpPr>
        <p:spPr>
          <a:xfrm flipH="1">
            <a:off x="491400" y="30715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98" name=""/>
          <p:cNvSpPr txBox="1"/>
          <p:nvPr/>
        </p:nvSpPr>
        <p:spPr>
          <a:xfrm>
            <a:off x="301680" y="27334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S5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491400" y="33469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 flipH="1">
            <a:off x="491400" y="33469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1" name=""/>
          <p:cNvSpPr txBox="1"/>
          <p:nvPr/>
        </p:nvSpPr>
        <p:spPr>
          <a:xfrm>
            <a:off x="301680" y="300888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491400" y="362232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3" name=""/>
          <p:cNvSpPr/>
          <p:nvPr/>
        </p:nvSpPr>
        <p:spPr>
          <a:xfrm flipH="1">
            <a:off x="491400" y="362232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4" name=""/>
          <p:cNvSpPr txBox="1"/>
          <p:nvPr/>
        </p:nvSpPr>
        <p:spPr>
          <a:xfrm>
            <a:off x="228600" y="32846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S10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491400" y="38980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 flipH="1">
            <a:off x="491400" y="38980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7" name=""/>
          <p:cNvSpPr txBox="1"/>
          <p:nvPr/>
        </p:nvSpPr>
        <p:spPr>
          <a:xfrm>
            <a:off x="228600" y="35600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S11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491400" y="41734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09" name=""/>
          <p:cNvSpPr/>
          <p:nvPr/>
        </p:nvSpPr>
        <p:spPr>
          <a:xfrm flipH="1">
            <a:off x="491400" y="41734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0" name=""/>
          <p:cNvSpPr txBox="1"/>
          <p:nvPr/>
        </p:nvSpPr>
        <p:spPr>
          <a:xfrm>
            <a:off x="228600" y="383544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1" name=""/>
          <p:cNvSpPr/>
          <p:nvPr/>
        </p:nvSpPr>
        <p:spPr>
          <a:xfrm>
            <a:off x="491400" y="444888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2" name=""/>
          <p:cNvSpPr/>
          <p:nvPr/>
        </p:nvSpPr>
        <p:spPr>
          <a:xfrm flipH="1">
            <a:off x="491400" y="444888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3" name=""/>
          <p:cNvSpPr txBox="1"/>
          <p:nvPr/>
        </p:nvSpPr>
        <p:spPr>
          <a:xfrm>
            <a:off x="228600" y="411120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491400" y="47246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5" name=""/>
          <p:cNvSpPr/>
          <p:nvPr/>
        </p:nvSpPr>
        <p:spPr>
          <a:xfrm flipH="1">
            <a:off x="491400" y="47246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6" name=""/>
          <p:cNvSpPr txBox="1"/>
          <p:nvPr/>
        </p:nvSpPr>
        <p:spPr>
          <a:xfrm>
            <a:off x="301680" y="43866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491400" y="50000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18" name=""/>
          <p:cNvSpPr/>
          <p:nvPr/>
        </p:nvSpPr>
        <p:spPr>
          <a:xfrm flipH="1">
            <a:off x="491400" y="50000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9" name=""/>
          <p:cNvSpPr txBox="1"/>
          <p:nvPr/>
        </p:nvSpPr>
        <p:spPr>
          <a:xfrm>
            <a:off x="301680" y="46620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491400" y="52754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1" name=""/>
          <p:cNvSpPr/>
          <p:nvPr/>
        </p:nvSpPr>
        <p:spPr>
          <a:xfrm flipH="1">
            <a:off x="491400" y="52754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2" name=""/>
          <p:cNvSpPr txBox="1"/>
          <p:nvPr/>
        </p:nvSpPr>
        <p:spPr>
          <a:xfrm>
            <a:off x="301680" y="493740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491400" y="5550840"/>
            <a:ext cx="38160" cy="0"/>
          </a:xfrm>
          <a:custGeom>
            <a:avLst/>
            <a:gdLst/>
            <a:ahLst/>
            <a:rect l="0" t="0" r="r" b="b"/>
            <a:pathLst>
              <a:path w="106" h="0">
                <a:moveTo>
                  <a:pt x="106" y="0"/>
                </a:moveTo>
                <a:lnTo>
                  <a:pt x="0" y="0"/>
                </a:lnTo>
                <a:lnTo>
                  <a:pt x="106" y="0"/>
                </a:lnTo>
                <a:close/>
              </a:path>
            </a:pathLst>
          </a:custGeom>
          <a:solidFill>
            <a:srgbClr val="1d3557"/>
          </a:solidFill>
          <a:ln w="0">
            <a:noFill/>
          </a:ln>
        </p:spPr>
      </p:sp>
      <p:sp>
        <p:nvSpPr>
          <p:cNvPr id="224" name=""/>
          <p:cNvSpPr/>
          <p:nvPr/>
        </p:nvSpPr>
        <p:spPr>
          <a:xfrm flipH="1">
            <a:off x="491400" y="5550840"/>
            <a:ext cx="38160" cy="0"/>
          </a:xfrm>
          <a:prstGeom prst="line">
            <a:avLst/>
          </a:prstGeom>
          <a:ln w="11160">
            <a:solidFill>
              <a:srgbClr val="1d3557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5" name=""/>
          <p:cNvSpPr txBox="1"/>
          <p:nvPr/>
        </p:nvSpPr>
        <p:spPr>
          <a:xfrm>
            <a:off x="301680" y="5213160"/>
            <a:ext cx="1468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S9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529560" y="233604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0"/>
                </a:lnTo>
                <a:lnTo>
                  <a:pt x="25376" y="2"/>
                </a:lnTo>
                <a:lnTo>
                  <a:pt x="25161" y="11"/>
                </a:lnTo>
                <a:lnTo>
                  <a:pt x="24946" y="27"/>
                </a:lnTo>
                <a:lnTo>
                  <a:pt x="24731" y="48"/>
                </a:lnTo>
                <a:lnTo>
                  <a:pt x="24516" y="73"/>
                </a:lnTo>
                <a:lnTo>
                  <a:pt x="24301" y="102"/>
                </a:lnTo>
                <a:lnTo>
                  <a:pt x="24086" y="131"/>
                </a:lnTo>
                <a:lnTo>
                  <a:pt x="23871" y="160"/>
                </a:lnTo>
                <a:lnTo>
                  <a:pt x="23656" y="188"/>
                </a:lnTo>
                <a:lnTo>
                  <a:pt x="23441" y="213"/>
                </a:lnTo>
                <a:lnTo>
                  <a:pt x="23226" y="236"/>
                </a:lnTo>
                <a:lnTo>
                  <a:pt x="23011" y="255"/>
                </a:lnTo>
                <a:lnTo>
                  <a:pt x="22795" y="271"/>
                </a:lnTo>
                <a:lnTo>
                  <a:pt x="22580" y="284"/>
                </a:lnTo>
                <a:lnTo>
                  <a:pt x="22365" y="295"/>
                </a:lnTo>
                <a:lnTo>
                  <a:pt x="22150" y="303"/>
                </a:lnTo>
                <a:lnTo>
                  <a:pt x="21935" y="309"/>
                </a:lnTo>
                <a:lnTo>
                  <a:pt x="21720" y="313"/>
                </a:lnTo>
                <a:lnTo>
                  <a:pt x="21505" y="316"/>
                </a:lnTo>
                <a:lnTo>
                  <a:pt x="21290" y="318"/>
                </a:lnTo>
                <a:lnTo>
                  <a:pt x="21075" y="319"/>
                </a:lnTo>
                <a:lnTo>
                  <a:pt x="20860" y="319"/>
                </a:lnTo>
                <a:lnTo>
                  <a:pt x="20645" y="319"/>
                </a:lnTo>
                <a:lnTo>
                  <a:pt x="20430" y="319"/>
                </a:lnTo>
                <a:lnTo>
                  <a:pt x="20215" y="318"/>
                </a:lnTo>
                <a:lnTo>
                  <a:pt x="20000" y="317"/>
                </a:lnTo>
                <a:lnTo>
                  <a:pt x="19785" y="315"/>
                </a:lnTo>
                <a:lnTo>
                  <a:pt x="19570" y="312"/>
                </a:lnTo>
                <a:lnTo>
                  <a:pt x="19355" y="308"/>
                </a:lnTo>
                <a:lnTo>
                  <a:pt x="19140" y="304"/>
                </a:lnTo>
                <a:lnTo>
                  <a:pt x="18925" y="299"/>
                </a:lnTo>
                <a:lnTo>
                  <a:pt x="18710" y="293"/>
                </a:lnTo>
                <a:lnTo>
                  <a:pt x="18495" y="287"/>
                </a:lnTo>
                <a:lnTo>
                  <a:pt x="18280" y="280"/>
                </a:lnTo>
                <a:lnTo>
                  <a:pt x="18064" y="273"/>
                </a:lnTo>
                <a:lnTo>
                  <a:pt x="17849" y="265"/>
                </a:lnTo>
                <a:lnTo>
                  <a:pt x="17634" y="258"/>
                </a:lnTo>
                <a:lnTo>
                  <a:pt x="17419" y="252"/>
                </a:lnTo>
                <a:lnTo>
                  <a:pt x="17204" y="247"/>
                </a:lnTo>
                <a:lnTo>
                  <a:pt x="16989" y="243"/>
                </a:lnTo>
                <a:lnTo>
                  <a:pt x="16774" y="241"/>
                </a:lnTo>
                <a:lnTo>
                  <a:pt x="16559" y="241"/>
                </a:lnTo>
                <a:lnTo>
                  <a:pt x="16344" y="243"/>
                </a:lnTo>
                <a:lnTo>
                  <a:pt x="16129" y="246"/>
                </a:lnTo>
                <a:lnTo>
                  <a:pt x="15914" y="251"/>
                </a:lnTo>
                <a:lnTo>
                  <a:pt x="15699" y="257"/>
                </a:lnTo>
                <a:lnTo>
                  <a:pt x="15484" y="264"/>
                </a:lnTo>
                <a:lnTo>
                  <a:pt x="15269" y="271"/>
                </a:lnTo>
                <a:lnTo>
                  <a:pt x="15054" y="278"/>
                </a:lnTo>
                <a:lnTo>
                  <a:pt x="14839" y="285"/>
                </a:lnTo>
                <a:lnTo>
                  <a:pt x="14624" y="292"/>
                </a:lnTo>
                <a:lnTo>
                  <a:pt x="14409" y="298"/>
                </a:lnTo>
                <a:lnTo>
                  <a:pt x="14194" y="303"/>
                </a:lnTo>
                <a:lnTo>
                  <a:pt x="13979" y="308"/>
                </a:lnTo>
                <a:lnTo>
                  <a:pt x="13764" y="311"/>
                </a:lnTo>
                <a:lnTo>
                  <a:pt x="13548" y="314"/>
                </a:lnTo>
                <a:lnTo>
                  <a:pt x="13333" y="316"/>
                </a:lnTo>
                <a:lnTo>
                  <a:pt x="13118" y="318"/>
                </a:lnTo>
                <a:lnTo>
                  <a:pt x="12903" y="319"/>
                </a:lnTo>
                <a:lnTo>
                  <a:pt x="12688" y="320"/>
                </a:lnTo>
                <a:lnTo>
                  <a:pt x="12473" y="321"/>
                </a:lnTo>
                <a:lnTo>
                  <a:pt x="12258" y="321"/>
                </a:lnTo>
                <a:lnTo>
                  <a:pt x="12043" y="322"/>
                </a:lnTo>
                <a:lnTo>
                  <a:pt x="11828" y="322"/>
                </a:lnTo>
                <a:lnTo>
                  <a:pt x="11613" y="322"/>
                </a:lnTo>
                <a:lnTo>
                  <a:pt x="11398" y="322"/>
                </a:lnTo>
                <a:lnTo>
                  <a:pt x="11182" y="322"/>
                </a:lnTo>
                <a:lnTo>
                  <a:pt x="10967" y="322"/>
                </a:lnTo>
                <a:lnTo>
                  <a:pt x="10752" y="322"/>
                </a:lnTo>
                <a:lnTo>
                  <a:pt x="10537" y="322"/>
                </a:lnTo>
                <a:lnTo>
                  <a:pt x="10322" y="322"/>
                </a:lnTo>
                <a:lnTo>
                  <a:pt x="10107" y="322"/>
                </a:lnTo>
                <a:lnTo>
                  <a:pt x="9892" y="322"/>
                </a:lnTo>
                <a:lnTo>
                  <a:pt x="9677" y="322"/>
                </a:lnTo>
                <a:lnTo>
                  <a:pt x="9462" y="322"/>
                </a:lnTo>
                <a:lnTo>
                  <a:pt x="9247" y="322"/>
                </a:lnTo>
                <a:lnTo>
                  <a:pt x="9032" y="322"/>
                </a:lnTo>
                <a:lnTo>
                  <a:pt x="8816" y="322"/>
                </a:lnTo>
                <a:lnTo>
                  <a:pt x="8601" y="322"/>
                </a:lnTo>
                <a:lnTo>
                  <a:pt x="8386" y="322"/>
                </a:lnTo>
                <a:lnTo>
                  <a:pt x="8171" y="322"/>
                </a:lnTo>
                <a:lnTo>
                  <a:pt x="7956" y="322"/>
                </a:lnTo>
                <a:lnTo>
                  <a:pt x="7741" y="322"/>
                </a:lnTo>
                <a:lnTo>
                  <a:pt x="7526" y="322"/>
                </a:lnTo>
                <a:lnTo>
                  <a:pt x="7311" y="322"/>
                </a:lnTo>
                <a:lnTo>
                  <a:pt x="7096" y="322"/>
                </a:lnTo>
                <a:lnTo>
                  <a:pt x="6881" y="322"/>
                </a:lnTo>
                <a:lnTo>
                  <a:pt x="6666" y="322"/>
                </a:lnTo>
                <a:lnTo>
                  <a:pt x="6451" y="322"/>
                </a:lnTo>
                <a:lnTo>
                  <a:pt x="6236" y="322"/>
                </a:lnTo>
                <a:lnTo>
                  <a:pt x="6021" y="322"/>
                </a:lnTo>
                <a:lnTo>
                  <a:pt x="5806" y="322"/>
                </a:lnTo>
                <a:lnTo>
                  <a:pt x="5591" y="322"/>
                </a:lnTo>
                <a:lnTo>
                  <a:pt x="5376" y="322"/>
                </a:lnTo>
                <a:lnTo>
                  <a:pt x="5161" y="322"/>
                </a:lnTo>
                <a:lnTo>
                  <a:pt x="4946" y="322"/>
                </a:lnTo>
                <a:lnTo>
                  <a:pt x="4731" y="322"/>
                </a:lnTo>
                <a:lnTo>
                  <a:pt x="4516" y="322"/>
                </a:lnTo>
                <a:lnTo>
                  <a:pt x="4301" y="322"/>
                </a:lnTo>
                <a:lnTo>
                  <a:pt x="4085" y="322"/>
                </a:lnTo>
                <a:lnTo>
                  <a:pt x="3870" y="322"/>
                </a:lnTo>
                <a:lnTo>
                  <a:pt x="3655" y="322"/>
                </a:lnTo>
                <a:lnTo>
                  <a:pt x="3440" y="322"/>
                </a:lnTo>
                <a:lnTo>
                  <a:pt x="3225" y="322"/>
                </a:lnTo>
                <a:lnTo>
                  <a:pt x="3010" y="322"/>
                </a:lnTo>
                <a:lnTo>
                  <a:pt x="2795" y="322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27" name=""/>
          <p:cNvSpPr/>
          <p:nvPr/>
        </p:nvSpPr>
        <p:spPr>
          <a:xfrm>
            <a:off x="529560" y="2473560"/>
            <a:ext cx="9212760" cy="116280"/>
          </a:xfrm>
          <a:custGeom>
            <a:avLst/>
            <a:gdLst/>
            <a:ahLst/>
            <a:rect l="0" t="0" r="r" b="b"/>
            <a:pathLst>
              <a:path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  <a:lnTo>
                  <a:pt x="25376" y="323"/>
                </a:lnTo>
                <a:lnTo>
                  <a:pt x="25161" y="323"/>
                </a:lnTo>
                <a:lnTo>
                  <a:pt x="24946" y="323"/>
                </a:lnTo>
                <a:lnTo>
                  <a:pt x="24731" y="323"/>
                </a:lnTo>
                <a:lnTo>
                  <a:pt x="24516" y="323"/>
                </a:lnTo>
                <a:lnTo>
                  <a:pt x="24301" y="323"/>
                </a:lnTo>
                <a:lnTo>
                  <a:pt x="24086" y="323"/>
                </a:lnTo>
                <a:lnTo>
                  <a:pt x="23871" y="323"/>
                </a:lnTo>
                <a:lnTo>
                  <a:pt x="23656" y="323"/>
                </a:lnTo>
                <a:lnTo>
                  <a:pt x="23441" y="323"/>
                </a:lnTo>
                <a:lnTo>
                  <a:pt x="23226" y="323"/>
                </a:lnTo>
                <a:lnTo>
                  <a:pt x="23011" y="323"/>
                </a:lnTo>
                <a:lnTo>
                  <a:pt x="22795" y="323"/>
                </a:lnTo>
                <a:lnTo>
                  <a:pt x="22580" y="323"/>
                </a:lnTo>
                <a:lnTo>
                  <a:pt x="22365" y="323"/>
                </a:lnTo>
                <a:lnTo>
                  <a:pt x="22150" y="323"/>
                </a:lnTo>
                <a:lnTo>
                  <a:pt x="21935" y="323"/>
                </a:lnTo>
                <a:lnTo>
                  <a:pt x="21720" y="323"/>
                </a:lnTo>
                <a:lnTo>
                  <a:pt x="21505" y="323"/>
                </a:lnTo>
                <a:lnTo>
                  <a:pt x="21290" y="323"/>
                </a:lnTo>
                <a:lnTo>
                  <a:pt x="21075" y="323"/>
                </a:lnTo>
                <a:lnTo>
                  <a:pt x="20860" y="323"/>
                </a:lnTo>
                <a:lnTo>
                  <a:pt x="20645" y="323"/>
                </a:lnTo>
                <a:lnTo>
                  <a:pt x="20430" y="323"/>
                </a:lnTo>
                <a:lnTo>
                  <a:pt x="20215" y="323"/>
                </a:lnTo>
                <a:lnTo>
                  <a:pt x="20000" y="323"/>
                </a:lnTo>
                <a:lnTo>
                  <a:pt x="19785" y="323"/>
                </a:lnTo>
                <a:lnTo>
                  <a:pt x="19570" y="323"/>
                </a:lnTo>
                <a:lnTo>
                  <a:pt x="19355" y="323"/>
                </a:lnTo>
                <a:lnTo>
                  <a:pt x="19140" y="323"/>
                </a:lnTo>
                <a:lnTo>
                  <a:pt x="18925" y="323"/>
                </a:lnTo>
                <a:lnTo>
                  <a:pt x="18710" y="323"/>
                </a:lnTo>
                <a:lnTo>
                  <a:pt x="18495" y="323"/>
                </a:lnTo>
                <a:lnTo>
                  <a:pt x="18280" y="323"/>
                </a:lnTo>
                <a:lnTo>
                  <a:pt x="18064" y="323"/>
                </a:lnTo>
                <a:lnTo>
                  <a:pt x="17849" y="323"/>
                </a:lnTo>
                <a:lnTo>
                  <a:pt x="17634" y="323"/>
                </a:lnTo>
                <a:lnTo>
                  <a:pt x="17419" y="323"/>
                </a:lnTo>
                <a:lnTo>
                  <a:pt x="17204" y="323"/>
                </a:lnTo>
                <a:lnTo>
                  <a:pt x="16989" y="323"/>
                </a:lnTo>
                <a:lnTo>
                  <a:pt x="16774" y="323"/>
                </a:lnTo>
                <a:lnTo>
                  <a:pt x="16559" y="323"/>
                </a:lnTo>
                <a:lnTo>
                  <a:pt x="16344" y="323"/>
                </a:lnTo>
                <a:lnTo>
                  <a:pt x="16129" y="323"/>
                </a:lnTo>
                <a:lnTo>
                  <a:pt x="15914" y="323"/>
                </a:lnTo>
                <a:lnTo>
                  <a:pt x="15699" y="323"/>
                </a:lnTo>
                <a:lnTo>
                  <a:pt x="15484" y="323"/>
                </a:lnTo>
                <a:lnTo>
                  <a:pt x="15269" y="323"/>
                </a:lnTo>
                <a:lnTo>
                  <a:pt x="15054" y="323"/>
                </a:lnTo>
                <a:lnTo>
                  <a:pt x="14839" y="323"/>
                </a:lnTo>
                <a:lnTo>
                  <a:pt x="14624" y="323"/>
                </a:lnTo>
                <a:lnTo>
                  <a:pt x="14409" y="323"/>
                </a:lnTo>
                <a:lnTo>
                  <a:pt x="14194" y="323"/>
                </a:lnTo>
                <a:lnTo>
                  <a:pt x="13979" y="320"/>
                </a:lnTo>
                <a:lnTo>
                  <a:pt x="13764" y="290"/>
                </a:lnTo>
                <a:lnTo>
                  <a:pt x="13548" y="163"/>
                </a:lnTo>
                <a:lnTo>
                  <a:pt x="13333" y="0"/>
                </a:lnTo>
                <a:lnTo>
                  <a:pt x="13118" y="53"/>
                </a:lnTo>
                <a:lnTo>
                  <a:pt x="12903" y="229"/>
                </a:lnTo>
                <a:lnTo>
                  <a:pt x="12688" y="309"/>
                </a:lnTo>
                <a:lnTo>
                  <a:pt x="12473" y="320"/>
                </a:lnTo>
                <a:lnTo>
                  <a:pt x="12258" y="306"/>
                </a:lnTo>
                <a:lnTo>
                  <a:pt x="12043" y="265"/>
                </a:lnTo>
                <a:lnTo>
                  <a:pt x="11828" y="239"/>
                </a:lnTo>
                <a:lnTo>
                  <a:pt x="11613" y="271"/>
                </a:lnTo>
                <a:lnTo>
                  <a:pt x="11398" y="310"/>
                </a:lnTo>
                <a:lnTo>
                  <a:pt x="11182" y="321"/>
                </a:lnTo>
                <a:lnTo>
                  <a:pt x="10967" y="323"/>
                </a:lnTo>
                <a:lnTo>
                  <a:pt x="10752" y="323"/>
                </a:lnTo>
                <a:lnTo>
                  <a:pt x="10537" y="323"/>
                </a:lnTo>
                <a:lnTo>
                  <a:pt x="10322" y="323"/>
                </a:lnTo>
                <a:lnTo>
                  <a:pt x="10107" y="323"/>
                </a:lnTo>
                <a:lnTo>
                  <a:pt x="9892" y="323"/>
                </a:lnTo>
                <a:lnTo>
                  <a:pt x="9677" y="323"/>
                </a:lnTo>
                <a:lnTo>
                  <a:pt x="9462" y="323"/>
                </a:lnTo>
                <a:lnTo>
                  <a:pt x="9247" y="323"/>
                </a:lnTo>
                <a:lnTo>
                  <a:pt x="9032" y="323"/>
                </a:lnTo>
                <a:lnTo>
                  <a:pt x="8816" y="323"/>
                </a:lnTo>
                <a:lnTo>
                  <a:pt x="8601" y="323"/>
                </a:lnTo>
                <a:lnTo>
                  <a:pt x="8386" y="323"/>
                </a:lnTo>
                <a:lnTo>
                  <a:pt x="8171" y="323"/>
                </a:lnTo>
                <a:lnTo>
                  <a:pt x="7956" y="323"/>
                </a:lnTo>
                <a:lnTo>
                  <a:pt x="7741" y="323"/>
                </a:lnTo>
                <a:lnTo>
                  <a:pt x="7526" y="323"/>
                </a:lnTo>
                <a:lnTo>
                  <a:pt x="7311" y="323"/>
                </a:lnTo>
                <a:lnTo>
                  <a:pt x="7096" y="323"/>
                </a:lnTo>
                <a:lnTo>
                  <a:pt x="6881" y="323"/>
                </a:lnTo>
                <a:lnTo>
                  <a:pt x="6666" y="323"/>
                </a:lnTo>
                <a:lnTo>
                  <a:pt x="6451" y="323"/>
                </a:lnTo>
                <a:lnTo>
                  <a:pt x="6236" y="323"/>
                </a:lnTo>
                <a:lnTo>
                  <a:pt x="6021" y="323"/>
                </a:lnTo>
                <a:lnTo>
                  <a:pt x="5806" y="323"/>
                </a:lnTo>
                <a:lnTo>
                  <a:pt x="5591" y="323"/>
                </a:lnTo>
                <a:lnTo>
                  <a:pt x="5376" y="323"/>
                </a:lnTo>
                <a:lnTo>
                  <a:pt x="5161" y="323"/>
                </a:lnTo>
                <a:lnTo>
                  <a:pt x="4946" y="323"/>
                </a:lnTo>
                <a:lnTo>
                  <a:pt x="4731" y="323"/>
                </a:lnTo>
                <a:lnTo>
                  <a:pt x="4516" y="323"/>
                </a:lnTo>
                <a:lnTo>
                  <a:pt x="4301" y="323"/>
                </a:lnTo>
                <a:lnTo>
                  <a:pt x="4085" y="323"/>
                </a:lnTo>
                <a:lnTo>
                  <a:pt x="3870" y="323"/>
                </a:lnTo>
                <a:lnTo>
                  <a:pt x="3655" y="323"/>
                </a:lnTo>
                <a:lnTo>
                  <a:pt x="3440" y="323"/>
                </a:lnTo>
                <a:lnTo>
                  <a:pt x="3225" y="323"/>
                </a:lnTo>
                <a:lnTo>
                  <a:pt x="3010" y="323"/>
                </a:lnTo>
                <a:lnTo>
                  <a:pt x="2795" y="323"/>
                </a:lnTo>
                <a:lnTo>
                  <a:pt x="2580" y="323"/>
                </a:lnTo>
                <a:lnTo>
                  <a:pt x="2365" y="323"/>
                </a:lnTo>
                <a:lnTo>
                  <a:pt x="2150" y="323"/>
                </a:lnTo>
                <a:lnTo>
                  <a:pt x="1935" y="323"/>
                </a:lnTo>
                <a:lnTo>
                  <a:pt x="1720" y="323"/>
                </a:lnTo>
                <a:lnTo>
                  <a:pt x="1505" y="323"/>
                </a:lnTo>
                <a:lnTo>
                  <a:pt x="1290" y="323"/>
                </a:lnTo>
                <a:lnTo>
                  <a:pt x="1075" y="323"/>
                </a:lnTo>
                <a:lnTo>
                  <a:pt x="860" y="323"/>
                </a:lnTo>
                <a:lnTo>
                  <a:pt x="645" y="323"/>
                </a:lnTo>
                <a:lnTo>
                  <a:pt x="430" y="323"/>
                </a:lnTo>
                <a:lnTo>
                  <a:pt x="215" y="323"/>
                </a:lnTo>
                <a:lnTo>
                  <a:pt x="0" y="323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28" name=""/>
          <p:cNvSpPr/>
          <p:nvPr/>
        </p:nvSpPr>
        <p:spPr>
          <a:xfrm>
            <a:off x="529560" y="261144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0"/>
                </a:lnTo>
                <a:lnTo>
                  <a:pt x="25376" y="1"/>
                </a:lnTo>
                <a:lnTo>
                  <a:pt x="25161" y="5"/>
                </a:lnTo>
                <a:lnTo>
                  <a:pt x="24946" y="14"/>
                </a:lnTo>
                <a:lnTo>
                  <a:pt x="24731" y="25"/>
                </a:lnTo>
                <a:lnTo>
                  <a:pt x="24516" y="39"/>
                </a:lnTo>
                <a:lnTo>
                  <a:pt x="24301" y="56"/>
                </a:lnTo>
                <a:lnTo>
                  <a:pt x="24086" y="74"/>
                </a:lnTo>
                <a:lnTo>
                  <a:pt x="23871" y="94"/>
                </a:lnTo>
                <a:lnTo>
                  <a:pt x="23656" y="114"/>
                </a:lnTo>
                <a:lnTo>
                  <a:pt x="23441" y="135"/>
                </a:lnTo>
                <a:lnTo>
                  <a:pt x="23226" y="156"/>
                </a:lnTo>
                <a:lnTo>
                  <a:pt x="23011" y="176"/>
                </a:lnTo>
                <a:lnTo>
                  <a:pt x="22795" y="195"/>
                </a:lnTo>
                <a:lnTo>
                  <a:pt x="22580" y="213"/>
                </a:lnTo>
                <a:lnTo>
                  <a:pt x="22365" y="229"/>
                </a:lnTo>
                <a:lnTo>
                  <a:pt x="22150" y="244"/>
                </a:lnTo>
                <a:lnTo>
                  <a:pt x="21935" y="256"/>
                </a:lnTo>
                <a:lnTo>
                  <a:pt x="21720" y="267"/>
                </a:lnTo>
                <a:lnTo>
                  <a:pt x="21505" y="277"/>
                </a:lnTo>
                <a:lnTo>
                  <a:pt x="21290" y="284"/>
                </a:lnTo>
                <a:lnTo>
                  <a:pt x="21075" y="291"/>
                </a:lnTo>
                <a:lnTo>
                  <a:pt x="20860" y="296"/>
                </a:lnTo>
                <a:lnTo>
                  <a:pt x="20645" y="299"/>
                </a:lnTo>
                <a:lnTo>
                  <a:pt x="20430" y="301"/>
                </a:lnTo>
                <a:lnTo>
                  <a:pt x="20215" y="301"/>
                </a:lnTo>
                <a:lnTo>
                  <a:pt x="20000" y="300"/>
                </a:lnTo>
                <a:lnTo>
                  <a:pt x="19785" y="298"/>
                </a:lnTo>
                <a:lnTo>
                  <a:pt x="19570" y="294"/>
                </a:lnTo>
                <a:lnTo>
                  <a:pt x="19355" y="289"/>
                </a:lnTo>
                <a:lnTo>
                  <a:pt x="19140" y="283"/>
                </a:lnTo>
                <a:lnTo>
                  <a:pt x="18925" y="276"/>
                </a:lnTo>
                <a:lnTo>
                  <a:pt x="18710" y="267"/>
                </a:lnTo>
                <a:lnTo>
                  <a:pt x="18495" y="258"/>
                </a:lnTo>
                <a:lnTo>
                  <a:pt x="18280" y="247"/>
                </a:lnTo>
                <a:lnTo>
                  <a:pt x="18064" y="236"/>
                </a:lnTo>
                <a:lnTo>
                  <a:pt x="17849" y="224"/>
                </a:lnTo>
                <a:lnTo>
                  <a:pt x="17634" y="211"/>
                </a:lnTo>
                <a:lnTo>
                  <a:pt x="17419" y="198"/>
                </a:lnTo>
                <a:lnTo>
                  <a:pt x="17204" y="185"/>
                </a:lnTo>
                <a:lnTo>
                  <a:pt x="16989" y="172"/>
                </a:lnTo>
                <a:lnTo>
                  <a:pt x="16774" y="160"/>
                </a:lnTo>
                <a:lnTo>
                  <a:pt x="16559" y="149"/>
                </a:lnTo>
                <a:lnTo>
                  <a:pt x="16344" y="140"/>
                </a:lnTo>
                <a:lnTo>
                  <a:pt x="16129" y="132"/>
                </a:lnTo>
                <a:lnTo>
                  <a:pt x="15914" y="126"/>
                </a:lnTo>
                <a:lnTo>
                  <a:pt x="15699" y="122"/>
                </a:lnTo>
                <a:lnTo>
                  <a:pt x="15484" y="120"/>
                </a:lnTo>
                <a:lnTo>
                  <a:pt x="15269" y="121"/>
                </a:lnTo>
                <a:lnTo>
                  <a:pt x="15054" y="124"/>
                </a:lnTo>
                <a:lnTo>
                  <a:pt x="14839" y="129"/>
                </a:lnTo>
                <a:lnTo>
                  <a:pt x="14624" y="136"/>
                </a:lnTo>
                <a:lnTo>
                  <a:pt x="14409" y="145"/>
                </a:lnTo>
                <a:lnTo>
                  <a:pt x="14194" y="155"/>
                </a:lnTo>
                <a:lnTo>
                  <a:pt x="13979" y="167"/>
                </a:lnTo>
                <a:lnTo>
                  <a:pt x="13764" y="179"/>
                </a:lnTo>
                <a:lnTo>
                  <a:pt x="13548" y="192"/>
                </a:lnTo>
                <a:lnTo>
                  <a:pt x="13333" y="205"/>
                </a:lnTo>
                <a:lnTo>
                  <a:pt x="13118" y="218"/>
                </a:lnTo>
                <a:lnTo>
                  <a:pt x="12903" y="231"/>
                </a:lnTo>
                <a:lnTo>
                  <a:pt x="12688" y="243"/>
                </a:lnTo>
                <a:lnTo>
                  <a:pt x="12473" y="254"/>
                </a:lnTo>
                <a:lnTo>
                  <a:pt x="12258" y="264"/>
                </a:lnTo>
                <a:lnTo>
                  <a:pt x="12043" y="273"/>
                </a:lnTo>
                <a:lnTo>
                  <a:pt x="11828" y="281"/>
                </a:lnTo>
                <a:lnTo>
                  <a:pt x="11613" y="289"/>
                </a:lnTo>
                <a:lnTo>
                  <a:pt x="11398" y="296"/>
                </a:lnTo>
                <a:lnTo>
                  <a:pt x="11182" y="301"/>
                </a:lnTo>
                <a:lnTo>
                  <a:pt x="10967" y="305"/>
                </a:lnTo>
                <a:lnTo>
                  <a:pt x="10752" y="309"/>
                </a:lnTo>
                <a:lnTo>
                  <a:pt x="10537" y="312"/>
                </a:lnTo>
                <a:lnTo>
                  <a:pt x="10322" y="314"/>
                </a:lnTo>
                <a:lnTo>
                  <a:pt x="10107" y="316"/>
                </a:lnTo>
                <a:lnTo>
                  <a:pt x="9892" y="318"/>
                </a:lnTo>
                <a:lnTo>
                  <a:pt x="9677" y="319"/>
                </a:lnTo>
                <a:lnTo>
                  <a:pt x="9462" y="320"/>
                </a:lnTo>
                <a:lnTo>
                  <a:pt x="9247" y="321"/>
                </a:lnTo>
                <a:lnTo>
                  <a:pt x="9032" y="321"/>
                </a:lnTo>
                <a:lnTo>
                  <a:pt x="8816" y="321"/>
                </a:lnTo>
                <a:lnTo>
                  <a:pt x="8601" y="322"/>
                </a:lnTo>
                <a:lnTo>
                  <a:pt x="8386" y="322"/>
                </a:lnTo>
                <a:lnTo>
                  <a:pt x="8171" y="322"/>
                </a:lnTo>
                <a:lnTo>
                  <a:pt x="7956" y="322"/>
                </a:lnTo>
                <a:lnTo>
                  <a:pt x="7741" y="322"/>
                </a:lnTo>
                <a:lnTo>
                  <a:pt x="7526" y="322"/>
                </a:lnTo>
                <a:lnTo>
                  <a:pt x="7311" y="322"/>
                </a:lnTo>
                <a:lnTo>
                  <a:pt x="7096" y="322"/>
                </a:lnTo>
                <a:lnTo>
                  <a:pt x="6881" y="322"/>
                </a:lnTo>
                <a:lnTo>
                  <a:pt x="6666" y="322"/>
                </a:lnTo>
                <a:lnTo>
                  <a:pt x="6451" y="322"/>
                </a:lnTo>
                <a:lnTo>
                  <a:pt x="6236" y="322"/>
                </a:lnTo>
                <a:lnTo>
                  <a:pt x="6021" y="322"/>
                </a:lnTo>
                <a:lnTo>
                  <a:pt x="5806" y="322"/>
                </a:lnTo>
                <a:lnTo>
                  <a:pt x="5591" y="322"/>
                </a:lnTo>
                <a:lnTo>
                  <a:pt x="5376" y="322"/>
                </a:lnTo>
                <a:lnTo>
                  <a:pt x="5161" y="322"/>
                </a:lnTo>
                <a:lnTo>
                  <a:pt x="4946" y="322"/>
                </a:lnTo>
                <a:lnTo>
                  <a:pt x="4731" y="322"/>
                </a:lnTo>
                <a:lnTo>
                  <a:pt x="4516" y="322"/>
                </a:lnTo>
                <a:lnTo>
                  <a:pt x="4301" y="322"/>
                </a:lnTo>
                <a:lnTo>
                  <a:pt x="4085" y="322"/>
                </a:lnTo>
                <a:lnTo>
                  <a:pt x="3870" y="322"/>
                </a:lnTo>
                <a:lnTo>
                  <a:pt x="3655" y="322"/>
                </a:lnTo>
                <a:lnTo>
                  <a:pt x="3440" y="322"/>
                </a:lnTo>
                <a:lnTo>
                  <a:pt x="3225" y="322"/>
                </a:lnTo>
                <a:lnTo>
                  <a:pt x="3010" y="322"/>
                </a:lnTo>
                <a:lnTo>
                  <a:pt x="2795" y="322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29" name=""/>
          <p:cNvSpPr/>
          <p:nvPr/>
        </p:nvSpPr>
        <p:spPr>
          <a:xfrm>
            <a:off x="529560" y="2748960"/>
            <a:ext cx="9212760" cy="116280"/>
          </a:xfrm>
          <a:custGeom>
            <a:avLst/>
            <a:gdLst/>
            <a:ahLst/>
            <a:rect l="0" t="0" r="r" b="b"/>
            <a:pathLst>
              <a:path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  <a:lnTo>
                  <a:pt x="25376" y="323"/>
                </a:lnTo>
                <a:lnTo>
                  <a:pt x="25161" y="323"/>
                </a:lnTo>
                <a:lnTo>
                  <a:pt x="24946" y="323"/>
                </a:lnTo>
                <a:lnTo>
                  <a:pt x="24731" y="323"/>
                </a:lnTo>
                <a:lnTo>
                  <a:pt x="24516" y="323"/>
                </a:lnTo>
                <a:lnTo>
                  <a:pt x="24301" y="323"/>
                </a:lnTo>
                <a:lnTo>
                  <a:pt x="24086" y="323"/>
                </a:lnTo>
                <a:lnTo>
                  <a:pt x="23871" y="323"/>
                </a:lnTo>
                <a:lnTo>
                  <a:pt x="23656" y="323"/>
                </a:lnTo>
                <a:lnTo>
                  <a:pt x="23441" y="323"/>
                </a:lnTo>
                <a:lnTo>
                  <a:pt x="23226" y="323"/>
                </a:lnTo>
                <a:lnTo>
                  <a:pt x="23011" y="323"/>
                </a:lnTo>
                <a:lnTo>
                  <a:pt x="22795" y="323"/>
                </a:lnTo>
                <a:lnTo>
                  <a:pt x="22580" y="323"/>
                </a:lnTo>
                <a:lnTo>
                  <a:pt x="22365" y="323"/>
                </a:lnTo>
                <a:lnTo>
                  <a:pt x="22150" y="323"/>
                </a:lnTo>
                <a:lnTo>
                  <a:pt x="21935" y="323"/>
                </a:lnTo>
                <a:lnTo>
                  <a:pt x="21720" y="323"/>
                </a:lnTo>
                <a:lnTo>
                  <a:pt x="21505" y="323"/>
                </a:lnTo>
                <a:lnTo>
                  <a:pt x="21290" y="323"/>
                </a:lnTo>
                <a:lnTo>
                  <a:pt x="21075" y="323"/>
                </a:lnTo>
                <a:lnTo>
                  <a:pt x="20860" y="323"/>
                </a:lnTo>
                <a:lnTo>
                  <a:pt x="20645" y="323"/>
                </a:lnTo>
                <a:lnTo>
                  <a:pt x="20430" y="323"/>
                </a:lnTo>
                <a:lnTo>
                  <a:pt x="20215" y="323"/>
                </a:lnTo>
                <a:lnTo>
                  <a:pt x="20000" y="323"/>
                </a:lnTo>
                <a:lnTo>
                  <a:pt x="19785" y="323"/>
                </a:lnTo>
                <a:lnTo>
                  <a:pt x="19570" y="323"/>
                </a:lnTo>
                <a:lnTo>
                  <a:pt x="19355" y="323"/>
                </a:lnTo>
                <a:lnTo>
                  <a:pt x="19140" y="323"/>
                </a:lnTo>
                <a:lnTo>
                  <a:pt x="18925" y="323"/>
                </a:lnTo>
                <a:lnTo>
                  <a:pt x="18710" y="323"/>
                </a:lnTo>
                <a:lnTo>
                  <a:pt x="18495" y="323"/>
                </a:lnTo>
                <a:lnTo>
                  <a:pt x="18280" y="323"/>
                </a:lnTo>
                <a:lnTo>
                  <a:pt x="18064" y="323"/>
                </a:lnTo>
                <a:lnTo>
                  <a:pt x="17849" y="323"/>
                </a:lnTo>
                <a:lnTo>
                  <a:pt x="17634" y="323"/>
                </a:lnTo>
                <a:lnTo>
                  <a:pt x="17419" y="323"/>
                </a:lnTo>
                <a:lnTo>
                  <a:pt x="17204" y="323"/>
                </a:lnTo>
                <a:lnTo>
                  <a:pt x="16989" y="323"/>
                </a:lnTo>
                <a:lnTo>
                  <a:pt x="16774" y="323"/>
                </a:lnTo>
                <a:lnTo>
                  <a:pt x="16559" y="323"/>
                </a:lnTo>
                <a:lnTo>
                  <a:pt x="16344" y="323"/>
                </a:lnTo>
                <a:lnTo>
                  <a:pt x="16129" y="323"/>
                </a:lnTo>
                <a:lnTo>
                  <a:pt x="15914" y="323"/>
                </a:lnTo>
                <a:lnTo>
                  <a:pt x="15699" y="323"/>
                </a:lnTo>
                <a:lnTo>
                  <a:pt x="15484" y="323"/>
                </a:lnTo>
                <a:lnTo>
                  <a:pt x="15269" y="323"/>
                </a:lnTo>
                <a:lnTo>
                  <a:pt x="15054" y="323"/>
                </a:lnTo>
                <a:lnTo>
                  <a:pt x="14839" y="323"/>
                </a:lnTo>
                <a:lnTo>
                  <a:pt x="14624" y="323"/>
                </a:lnTo>
                <a:lnTo>
                  <a:pt x="14409" y="323"/>
                </a:lnTo>
                <a:lnTo>
                  <a:pt x="14194" y="323"/>
                </a:lnTo>
                <a:lnTo>
                  <a:pt x="13979" y="323"/>
                </a:lnTo>
                <a:lnTo>
                  <a:pt x="13764" y="323"/>
                </a:lnTo>
                <a:lnTo>
                  <a:pt x="13548" y="323"/>
                </a:lnTo>
                <a:lnTo>
                  <a:pt x="13333" y="323"/>
                </a:lnTo>
                <a:lnTo>
                  <a:pt x="13118" y="323"/>
                </a:lnTo>
                <a:lnTo>
                  <a:pt x="12903" y="323"/>
                </a:lnTo>
                <a:lnTo>
                  <a:pt x="12688" y="323"/>
                </a:lnTo>
                <a:lnTo>
                  <a:pt x="12473" y="323"/>
                </a:lnTo>
                <a:lnTo>
                  <a:pt x="12258" y="323"/>
                </a:lnTo>
                <a:lnTo>
                  <a:pt x="12043" y="323"/>
                </a:lnTo>
                <a:lnTo>
                  <a:pt x="11828" y="323"/>
                </a:lnTo>
                <a:lnTo>
                  <a:pt x="11613" y="323"/>
                </a:lnTo>
                <a:lnTo>
                  <a:pt x="11398" y="323"/>
                </a:lnTo>
                <a:lnTo>
                  <a:pt x="11182" y="323"/>
                </a:lnTo>
                <a:lnTo>
                  <a:pt x="10967" y="323"/>
                </a:lnTo>
                <a:lnTo>
                  <a:pt x="10752" y="323"/>
                </a:lnTo>
                <a:lnTo>
                  <a:pt x="10537" y="323"/>
                </a:lnTo>
                <a:lnTo>
                  <a:pt x="10322" y="323"/>
                </a:lnTo>
                <a:lnTo>
                  <a:pt x="10107" y="323"/>
                </a:lnTo>
                <a:lnTo>
                  <a:pt x="9892" y="323"/>
                </a:lnTo>
                <a:lnTo>
                  <a:pt x="9677" y="323"/>
                </a:lnTo>
                <a:lnTo>
                  <a:pt x="9462" y="323"/>
                </a:lnTo>
                <a:lnTo>
                  <a:pt x="9247" y="323"/>
                </a:lnTo>
                <a:lnTo>
                  <a:pt x="9032" y="323"/>
                </a:lnTo>
                <a:lnTo>
                  <a:pt x="8816" y="323"/>
                </a:lnTo>
                <a:lnTo>
                  <a:pt x="8601" y="323"/>
                </a:lnTo>
                <a:lnTo>
                  <a:pt x="8386" y="323"/>
                </a:lnTo>
                <a:lnTo>
                  <a:pt x="8171" y="323"/>
                </a:lnTo>
                <a:lnTo>
                  <a:pt x="7956" y="323"/>
                </a:lnTo>
                <a:lnTo>
                  <a:pt x="7741" y="323"/>
                </a:lnTo>
                <a:lnTo>
                  <a:pt x="7526" y="323"/>
                </a:lnTo>
                <a:lnTo>
                  <a:pt x="7311" y="322"/>
                </a:lnTo>
                <a:lnTo>
                  <a:pt x="7096" y="318"/>
                </a:lnTo>
                <a:lnTo>
                  <a:pt x="6881" y="295"/>
                </a:lnTo>
                <a:lnTo>
                  <a:pt x="6666" y="224"/>
                </a:lnTo>
                <a:lnTo>
                  <a:pt x="6451" y="100"/>
                </a:lnTo>
                <a:lnTo>
                  <a:pt x="6236" y="0"/>
                </a:lnTo>
                <a:lnTo>
                  <a:pt x="6021" y="24"/>
                </a:lnTo>
                <a:lnTo>
                  <a:pt x="5806" y="145"/>
                </a:lnTo>
                <a:lnTo>
                  <a:pt x="5591" y="254"/>
                </a:lnTo>
                <a:lnTo>
                  <a:pt x="5376" y="299"/>
                </a:lnTo>
                <a:lnTo>
                  <a:pt x="5161" y="288"/>
                </a:lnTo>
                <a:lnTo>
                  <a:pt x="4946" y="228"/>
                </a:lnTo>
                <a:lnTo>
                  <a:pt x="4731" y="148"/>
                </a:lnTo>
                <a:lnTo>
                  <a:pt x="4516" y="117"/>
                </a:lnTo>
                <a:lnTo>
                  <a:pt x="4301" y="166"/>
                </a:lnTo>
                <a:lnTo>
                  <a:pt x="4085" y="248"/>
                </a:lnTo>
                <a:lnTo>
                  <a:pt x="3870" y="300"/>
                </a:lnTo>
                <a:lnTo>
                  <a:pt x="3655" y="318"/>
                </a:lnTo>
                <a:lnTo>
                  <a:pt x="3440" y="322"/>
                </a:lnTo>
                <a:lnTo>
                  <a:pt x="3225" y="323"/>
                </a:lnTo>
                <a:lnTo>
                  <a:pt x="3010" y="323"/>
                </a:lnTo>
                <a:lnTo>
                  <a:pt x="2795" y="323"/>
                </a:lnTo>
                <a:lnTo>
                  <a:pt x="2580" y="323"/>
                </a:lnTo>
                <a:lnTo>
                  <a:pt x="2365" y="323"/>
                </a:lnTo>
                <a:lnTo>
                  <a:pt x="2150" y="323"/>
                </a:lnTo>
                <a:lnTo>
                  <a:pt x="1935" y="323"/>
                </a:lnTo>
                <a:lnTo>
                  <a:pt x="1720" y="323"/>
                </a:lnTo>
                <a:lnTo>
                  <a:pt x="1505" y="323"/>
                </a:lnTo>
                <a:lnTo>
                  <a:pt x="1290" y="323"/>
                </a:lnTo>
                <a:lnTo>
                  <a:pt x="1075" y="323"/>
                </a:lnTo>
                <a:lnTo>
                  <a:pt x="860" y="323"/>
                </a:lnTo>
                <a:lnTo>
                  <a:pt x="645" y="323"/>
                </a:lnTo>
                <a:lnTo>
                  <a:pt x="430" y="323"/>
                </a:lnTo>
                <a:lnTo>
                  <a:pt x="215" y="323"/>
                </a:lnTo>
                <a:lnTo>
                  <a:pt x="0" y="323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0" name=""/>
          <p:cNvSpPr/>
          <p:nvPr/>
        </p:nvSpPr>
        <p:spPr>
          <a:xfrm>
            <a:off x="529560" y="3162240"/>
            <a:ext cx="9212760" cy="116280"/>
          </a:xfrm>
          <a:custGeom>
            <a:avLst/>
            <a:gdLst/>
            <a:ahLst/>
            <a:rect l="0" t="0" r="r" b="b"/>
            <a:pathLst>
              <a:path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  <a:lnTo>
                  <a:pt x="25591" y="0"/>
                </a:lnTo>
                <a:lnTo>
                  <a:pt x="25376" y="3"/>
                </a:lnTo>
                <a:lnTo>
                  <a:pt x="25161" y="12"/>
                </a:lnTo>
                <a:lnTo>
                  <a:pt x="24946" y="27"/>
                </a:lnTo>
                <a:lnTo>
                  <a:pt x="24731" y="48"/>
                </a:lnTo>
                <a:lnTo>
                  <a:pt x="24516" y="71"/>
                </a:lnTo>
                <a:lnTo>
                  <a:pt x="24301" y="96"/>
                </a:lnTo>
                <a:lnTo>
                  <a:pt x="24086" y="123"/>
                </a:lnTo>
                <a:lnTo>
                  <a:pt x="23871" y="151"/>
                </a:lnTo>
                <a:lnTo>
                  <a:pt x="23656" y="177"/>
                </a:lnTo>
                <a:lnTo>
                  <a:pt x="23441" y="202"/>
                </a:lnTo>
                <a:lnTo>
                  <a:pt x="23226" y="224"/>
                </a:lnTo>
                <a:lnTo>
                  <a:pt x="23011" y="244"/>
                </a:lnTo>
                <a:lnTo>
                  <a:pt x="22795" y="261"/>
                </a:lnTo>
                <a:lnTo>
                  <a:pt x="22580" y="275"/>
                </a:lnTo>
                <a:lnTo>
                  <a:pt x="22365" y="287"/>
                </a:lnTo>
                <a:lnTo>
                  <a:pt x="22150" y="296"/>
                </a:lnTo>
                <a:lnTo>
                  <a:pt x="21935" y="303"/>
                </a:lnTo>
                <a:lnTo>
                  <a:pt x="21720" y="308"/>
                </a:lnTo>
                <a:lnTo>
                  <a:pt x="21505" y="312"/>
                </a:lnTo>
                <a:lnTo>
                  <a:pt x="21290" y="314"/>
                </a:lnTo>
                <a:lnTo>
                  <a:pt x="21075" y="315"/>
                </a:lnTo>
                <a:lnTo>
                  <a:pt x="20860" y="315"/>
                </a:lnTo>
                <a:lnTo>
                  <a:pt x="20645" y="314"/>
                </a:lnTo>
                <a:lnTo>
                  <a:pt x="20430" y="311"/>
                </a:lnTo>
                <a:lnTo>
                  <a:pt x="20215" y="308"/>
                </a:lnTo>
                <a:lnTo>
                  <a:pt x="20000" y="304"/>
                </a:lnTo>
                <a:lnTo>
                  <a:pt x="19785" y="299"/>
                </a:lnTo>
                <a:lnTo>
                  <a:pt x="19570" y="292"/>
                </a:lnTo>
                <a:lnTo>
                  <a:pt x="19355" y="285"/>
                </a:lnTo>
                <a:lnTo>
                  <a:pt x="19140" y="276"/>
                </a:lnTo>
                <a:lnTo>
                  <a:pt x="18925" y="267"/>
                </a:lnTo>
                <a:lnTo>
                  <a:pt x="18710" y="257"/>
                </a:lnTo>
                <a:lnTo>
                  <a:pt x="18495" y="247"/>
                </a:lnTo>
                <a:lnTo>
                  <a:pt x="18280" y="236"/>
                </a:lnTo>
                <a:lnTo>
                  <a:pt x="18064" y="227"/>
                </a:lnTo>
                <a:lnTo>
                  <a:pt x="17849" y="218"/>
                </a:lnTo>
                <a:lnTo>
                  <a:pt x="17634" y="211"/>
                </a:lnTo>
                <a:lnTo>
                  <a:pt x="17419" y="206"/>
                </a:lnTo>
                <a:lnTo>
                  <a:pt x="17204" y="202"/>
                </a:lnTo>
                <a:lnTo>
                  <a:pt x="16989" y="201"/>
                </a:lnTo>
                <a:lnTo>
                  <a:pt x="16774" y="203"/>
                </a:lnTo>
                <a:lnTo>
                  <a:pt x="16559" y="207"/>
                </a:lnTo>
                <a:lnTo>
                  <a:pt x="16344" y="212"/>
                </a:lnTo>
                <a:lnTo>
                  <a:pt x="16129" y="220"/>
                </a:lnTo>
                <a:lnTo>
                  <a:pt x="15914" y="229"/>
                </a:lnTo>
                <a:lnTo>
                  <a:pt x="15699" y="239"/>
                </a:lnTo>
                <a:lnTo>
                  <a:pt x="15484" y="249"/>
                </a:lnTo>
                <a:lnTo>
                  <a:pt x="15269" y="259"/>
                </a:lnTo>
                <a:lnTo>
                  <a:pt x="15054" y="269"/>
                </a:lnTo>
                <a:lnTo>
                  <a:pt x="14839" y="278"/>
                </a:lnTo>
                <a:lnTo>
                  <a:pt x="14624" y="287"/>
                </a:lnTo>
                <a:lnTo>
                  <a:pt x="14409" y="294"/>
                </a:lnTo>
                <a:lnTo>
                  <a:pt x="14194" y="300"/>
                </a:lnTo>
                <a:lnTo>
                  <a:pt x="13979" y="306"/>
                </a:lnTo>
                <a:lnTo>
                  <a:pt x="13764" y="310"/>
                </a:lnTo>
                <a:lnTo>
                  <a:pt x="13548" y="313"/>
                </a:lnTo>
                <a:lnTo>
                  <a:pt x="13333" y="316"/>
                </a:lnTo>
                <a:lnTo>
                  <a:pt x="13118" y="318"/>
                </a:lnTo>
                <a:lnTo>
                  <a:pt x="12903" y="319"/>
                </a:lnTo>
                <a:lnTo>
                  <a:pt x="12688" y="321"/>
                </a:lnTo>
                <a:lnTo>
                  <a:pt x="12473" y="321"/>
                </a:lnTo>
                <a:lnTo>
                  <a:pt x="12258" y="322"/>
                </a:lnTo>
                <a:lnTo>
                  <a:pt x="12043" y="322"/>
                </a:lnTo>
                <a:lnTo>
                  <a:pt x="11828" y="322"/>
                </a:lnTo>
                <a:lnTo>
                  <a:pt x="11613" y="323"/>
                </a:lnTo>
                <a:lnTo>
                  <a:pt x="11398" y="323"/>
                </a:lnTo>
                <a:lnTo>
                  <a:pt x="11182" y="323"/>
                </a:lnTo>
                <a:lnTo>
                  <a:pt x="10967" y="323"/>
                </a:lnTo>
                <a:lnTo>
                  <a:pt x="10752" y="323"/>
                </a:lnTo>
                <a:lnTo>
                  <a:pt x="10537" y="323"/>
                </a:lnTo>
                <a:lnTo>
                  <a:pt x="10322" y="323"/>
                </a:lnTo>
                <a:lnTo>
                  <a:pt x="10107" y="323"/>
                </a:lnTo>
                <a:lnTo>
                  <a:pt x="9892" y="323"/>
                </a:lnTo>
                <a:lnTo>
                  <a:pt x="9677" y="323"/>
                </a:lnTo>
                <a:lnTo>
                  <a:pt x="9462" y="323"/>
                </a:lnTo>
                <a:lnTo>
                  <a:pt x="9247" y="323"/>
                </a:lnTo>
                <a:lnTo>
                  <a:pt x="9032" y="323"/>
                </a:lnTo>
                <a:lnTo>
                  <a:pt x="8816" y="323"/>
                </a:lnTo>
                <a:lnTo>
                  <a:pt x="8601" y="323"/>
                </a:lnTo>
                <a:lnTo>
                  <a:pt x="8386" y="323"/>
                </a:lnTo>
                <a:lnTo>
                  <a:pt x="8171" y="323"/>
                </a:lnTo>
                <a:lnTo>
                  <a:pt x="7956" y="323"/>
                </a:lnTo>
                <a:lnTo>
                  <a:pt x="7741" y="323"/>
                </a:lnTo>
                <a:lnTo>
                  <a:pt x="7526" y="323"/>
                </a:lnTo>
                <a:lnTo>
                  <a:pt x="7311" y="323"/>
                </a:lnTo>
                <a:lnTo>
                  <a:pt x="7096" y="323"/>
                </a:lnTo>
                <a:lnTo>
                  <a:pt x="6881" y="323"/>
                </a:lnTo>
                <a:lnTo>
                  <a:pt x="6666" y="323"/>
                </a:lnTo>
                <a:lnTo>
                  <a:pt x="6451" y="323"/>
                </a:lnTo>
                <a:lnTo>
                  <a:pt x="6236" y="323"/>
                </a:lnTo>
                <a:lnTo>
                  <a:pt x="6021" y="323"/>
                </a:lnTo>
                <a:lnTo>
                  <a:pt x="5806" y="323"/>
                </a:lnTo>
                <a:lnTo>
                  <a:pt x="5591" y="323"/>
                </a:lnTo>
                <a:lnTo>
                  <a:pt x="5376" y="323"/>
                </a:lnTo>
                <a:lnTo>
                  <a:pt x="5161" y="323"/>
                </a:lnTo>
                <a:lnTo>
                  <a:pt x="4946" y="323"/>
                </a:lnTo>
                <a:lnTo>
                  <a:pt x="4731" y="323"/>
                </a:lnTo>
                <a:lnTo>
                  <a:pt x="4516" y="323"/>
                </a:lnTo>
                <a:lnTo>
                  <a:pt x="4301" y="323"/>
                </a:lnTo>
                <a:lnTo>
                  <a:pt x="4085" y="323"/>
                </a:lnTo>
                <a:lnTo>
                  <a:pt x="3870" y="323"/>
                </a:lnTo>
                <a:lnTo>
                  <a:pt x="3655" y="323"/>
                </a:lnTo>
                <a:lnTo>
                  <a:pt x="3440" y="323"/>
                </a:lnTo>
                <a:lnTo>
                  <a:pt x="3225" y="323"/>
                </a:lnTo>
                <a:lnTo>
                  <a:pt x="3010" y="323"/>
                </a:lnTo>
                <a:lnTo>
                  <a:pt x="2795" y="323"/>
                </a:lnTo>
                <a:lnTo>
                  <a:pt x="2580" y="323"/>
                </a:lnTo>
                <a:lnTo>
                  <a:pt x="2365" y="323"/>
                </a:lnTo>
                <a:lnTo>
                  <a:pt x="2150" y="323"/>
                </a:lnTo>
                <a:lnTo>
                  <a:pt x="1935" y="323"/>
                </a:lnTo>
                <a:lnTo>
                  <a:pt x="1720" y="323"/>
                </a:lnTo>
                <a:lnTo>
                  <a:pt x="1505" y="323"/>
                </a:lnTo>
                <a:lnTo>
                  <a:pt x="1290" y="323"/>
                </a:lnTo>
                <a:lnTo>
                  <a:pt x="1075" y="323"/>
                </a:lnTo>
                <a:lnTo>
                  <a:pt x="860" y="323"/>
                </a:lnTo>
                <a:lnTo>
                  <a:pt x="645" y="323"/>
                </a:lnTo>
                <a:lnTo>
                  <a:pt x="430" y="323"/>
                </a:lnTo>
                <a:lnTo>
                  <a:pt x="215" y="323"/>
                </a:lnTo>
                <a:lnTo>
                  <a:pt x="0" y="323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1" name=""/>
          <p:cNvSpPr/>
          <p:nvPr/>
        </p:nvSpPr>
        <p:spPr>
          <a:xfrm>
            <a:off x="529560" y="330012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0"/>
                </a:lnTo>
                <a:lnTo>
                  <a:pt x="25376" y="1"/>
                </a:lnTo>
                <a:lnTo>
                  <a:pt x="25161" y="5"/>
                </a:lnTo>
                <a:lnTo>
                  <a:pt x="24946" y="13"/>
                </a:lnTo>
                <a:lnTo>
                  <a:pt x="24731" y="25"/>
                </a:lnTo>
                <a:lnTo>
                  <a:pt x="24516" y="39"/>
                </a:lnTo>
                <a:lnTo>
                  <a:pt x="24301" y="56"/>
                </a:lnTo>
                <a:lnTo>
                  <a:pt x="24086" y="75"/>
                </a:lnTo>
                <a:lnTo>
                  <a:pt x="23871" y="95"/>
                </a:lnTo>
                <a:lnTo>
                  <a:pt x="23656" y="116"/>
                </a:lnTo>
                <a:lnTo>
                  <a:pt x="23441" y="137"/>
                </a:lnTo>
                <a:lnTo>
                  <a:pt x="23226" y="158"/>
                </a:lnTo>
                <a:lnTo>
                  <a:pt x="23011" y="178"/>
                </a:lnTo>
                <a:lnTo>
                  <a:pt x="22795" y="197"/>
                </a:lnTo>
                <a:lnTo>
                  <a:pt x="22580" y="215"/>
                </a:lnTo>
                <a:lnTo>
                  <a:pt x="22365" y="231"/>
                </a:lnTo>
                <a:lnTo>
                  <a:pt x="22150" y="246"/>
                </a:lnTo>
                <a:lnTo>
                  <a:pt x="21935" y="259"/>
                </a:lnTo>
                <a:lnTo>
                  <a:pt x="21720" y="271"/>
                </a:lnTo>
                <a:lnTo>
                  <a:pt x="21505" y="280"/>
                </a:lnTo>
                <a:lnTo>
                  <a:pt x="21290" y="288"/>
                </a:lnTo>
                <a:lnTo>
                  <a:pt x="21075" y="295"/>
                </a:lnTo>
                <a:lnTo>
                  <a:pt x="20860" y="301"/>
                </a:lnTo>
                <a:lnTo>
                  <a:pt x="20645" y="306"/>
                </a:lnTo>
                <a:lnTo>
                  <a:pt x="20430" y="309"/>
                </a:lnTo>
                <a:lnTo>
                  <a:pt x="20215" y="312"/>
                </a:lnTo>
                <a:lnTo>
                  <a:pt x="20000" y="313"/>
                </a:lnTo>
                <a:lnTo>
                  <a:pt x="19785" y="314"/>
                </a:lnTo>
                <a:lnTo>
                  <a:pt x="19570" y="315"/>
                </a:lnTo>
                <a:lnTo>
                  <a:pt x="19355" y="314"/>
                </a:lnTo>
                <a:lnTo>
                  <a:pt x="19140" y="313"/>
                </a:lnTo>
                <a:lnTo>
                  <a:pt x="18925" y="312"/>
                </a:lnTo>
                <a:lnTo>
                  <a:pt x="18710" y="309"/>
                </a:lnTo>
                <a:lnTo>
                  <a:pt x="18495" y="306"/>
                </a:lnTo>
                <a:lnTo>
                  <a:pt x="18280" y="302"/>
                </a:lnTo>
                <a:lnTo>
                  <a:pt x="18064" y="298"/>
                </a:lnTo>
                <a:lnTo>
                  <a:pt x="17849" y="293"/>
                </a:lnTo>
                <a:lnTo>
                  <a:pt x="17634" y="287"/>
                </a:lnTo>
                <a:lnTo>
                  <a:pt x="17419" y="281"/>
                </a:lnTo>
                <a:lnTo>
                  <a:pt x="17204" y="275"/>
                </a:lnTo>
                <a:lnTo>
                  <a:pt x="16989" y="267"/>
                </a:lnTo>
                <a:lnTo>
                  <a:pt x="16774" y="260"/>
                </a:lnTo>
                <a:lnTo>
                  <a:pt x="16559" y="252"/>
                </a:lnTo>
                <a:lnTo>
                  <a:pt x="16344" y="244"/>
                </a:lnTo>
                <a:lnTo>
                  <a:pt x="16129" y="236"/>
                </a:lnTo>
                <a:lnTo>
                  <a:pt x="15914" y="228"/>
                </a:lnTo>
                <a:lnTo>
                  <a:pt x="15699" y="221"/>
                </a:lnTo>
                <a:lnTo>
                  <a:pt x="15484" y="215"/>
                </a:lnTo>
                <a:lnTo>
                  <a:pt x="15269" y="209"/>
                </a:lnTo>
                <a:lnTo>
                  <a:pt x="15054" y="205"/>
                </a:lnTo>
                <a:lnTo>
                  <a:pt x="14839" y="202"/>
                </a:lnTo>
                <a:lnTo>
                  <a:pt x="14624" y="200"/>
                </a:lnTo>
                <a:lnTo>
                  <a:pt x="14409" y="200"/>
                </a:lnTo>
                <a:lnTo>
                  <a:pt x="14194" y="201"/>
                </a:lnTo>
                <a:lnTo>
                  <a:pt x="13979" y="204"/>
                </a:lnTo>
                <a:lnTo>
                  <a:pt x="13764" y="207"/>
                </a:lnTo>
                <a:lnTo>
                  <a:pt x="13548" y="212"/>
                </a:lnTo>
                <a:lnTo>
                  <a:pt x="13333" y="218"/>
                </a:lnTo>
                <a:lnTo>
                  <a:pt x="13118" y="225"/>
                </a:lnTo>
                <a:lnTo>
                  <a:pt x="12903" y="233"/>
                </a:lnTo>
                <a:lnTo>
                  <a:pt x="12688" y="240"/>
                </a:lnTo>
                <a:lnTo>
                  <a:pt x="12473" y="248"/>
                </a:lnTo>
                <a:lnTo>
                  <a:pt x="12258" y="256"/>
                </a:lnTo>
                <a:lnTo>
                  <a:pt x="12043" y="264"/>
                </a:lnTo>
                <a:lnTo>
                  <a:pt x="11828" y="272"/>
                </a:lnTo>
                <a:lnTo>
                  <a:pt x="11613" y="278"/>
                </a:lnTo>
                <a:lnTo>
                  <a:pt x="11398" y="285"/>
                </a:lnTo>
                <a:lnTo>
                  <a:pt x="11182" y="291"/>
                </a:lnTo>
                <a:lnTo>
                  <a:pt x="10967" y="296"/>
                </a:lnTo>
                <a:lnTo>
                  <a:pt x="10752" y="301"/>
                </a:lnTo>
                <a:lnTo>
                  <a:pt x="10537" y="306"/>
                </a:lnTo>
                <a:lnTo>
                  <a:pt x="10322" y="309"/>
                </a:lnTo>
                <a:lnTo>
                  <a:pt x="10107" y="312"/>
                </a:lnTo>
                <a:lnTo>
                  <a:pt x="9892" y="314"/>
                </a:lnTo>
                <a:lnTo>
                  <a:pt x="9677" y="316"/>
                </a:lnTo>
                <a:lnTo>
                  <a:pt x="9462" y="317"/>
                </a:lnTo>
                <a:lnTo>
                  <a:pt x="9247" y="319"/>
                </a:lnTo>
                <a:lnTo>
                  <a:pt x="9032" y="320"/>
                </a:lnTo>
                <a:lnTo>
                  <a:pt x="8816" y="320"/>
                </a:lnTo>
                <a:lnTo>
                  <a:pt x="8601" y="321"/>
                </a:lnTo>
                <a:lnTo>
                  <a:pt x="8386" y="321"/>
                </a:lnTo>
                <a:lnTo>
                  <a:pt x="8171" y="322"/>
                </a:lnTo>
                <a:lnTo>
                  <a:pt x="7956" y="322"/>
                </a:lnTo>
                <a:lnTo>
                  <a:pt x="7741" y="322"/>
                </a:lnTo>
                <a:lnTo>
                  <a:pt x="7526" y="322"/>
                </a:lnTo>
                <a:lnTo>
                  <a:pt x="7311" y="322"/>
                </a:lnTo>
                <a:lnTo>
                  <a:pt x="7096" y="322"/>
                </a:lnTo>
                <a:lnTo>
                  <a:pt x="6881" y="322"/>
                </a:lnTo>
                <a:lnTo>
                  <a:pt x="6666" y="322"/>
                </a:lnTo>
                <a:lnTo>
                  <a:pt x="6451" y="322"/>
                </a:lnTo>
                <a:lnTo>
                  <a:pt x="6236" y="322"/>
                </a:lnTo>
                <a:lnTo>
                  <a:pt x="6021" y="322"/>
                </a:lnTo>
                <a:lnTo>
                  <a:pt x="5806" y="322"/>
                </a:lnTo>
                <a:lnTo>
                  <a:pt x="5591" y="322"/>
                </a:lnTo>
                <a:lnTo>
                  <a:pt x="5376" y="322"/>
                </a:lnTo>
                <a:lnTo>
                  <a:pt x="5161" y="322"/>
                </a:lnTo>
                <a:lnTo>
                  <a:pt x="4946" y="322"/>
                </a:lnTo>
                <a:lnTo>
                  <a:pt x="4731" y="322"/>
                </a:lnTo>
                <a:lnTo>
                  <a:pt x="4516" y="322"/>
                </a:lnTo>
                <a:lnTo>
                  <a:pt x="4301" y="322"/>
                </a:lnTo>
                <a:lnTo>
                  <a:pt x="4085" y="322"/>
                </a:lnTo>
                <a:lnTo>
                  <a:pt x="3870" y="322"/>
                </a:lnTo>
                <a:lnTo>
                  <a:pt x="3655" y="322"/>
                </a:lnTo>
                <a:lnTo>
                  <a:pt x="3440" y="322"/>
                </a:lnTo>
                <a:lnTo>
                  <a:pt x="3225" y="322"/>
                </a:lnTo>
                <a:lnTo>
                  <a:pt x="3010" y="322"/>
                </a:lnTo>
                <a:lnTo>
                  <a:pt x="2795" y="322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2" name=""/>
          <p:cNvSpPr/>
          <p:nvPr/>
        </p:nvSpPr>
        <p:spPr>
          <a:xfrm>
            <a:off x="529560" y="343800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0"/>
                </a:lnTo>
                <a:lnTo>
                  <a:pt x="25376" y="2"/>
                </a:lnTo>
                <a:lnTo>
                  <a:pt x="25161" y="8"/>
                </a:lnTo>
                <a:lnTo>
                  <a:pt x="24946" y="18"/>
                </a:lnTo>
                <a:lnTo>
                  <a:pt x="24731" y="32"/>
                </a:lnTo>
                <a:lnTo>
                  <a:pt x="24516" y="49"/>
                </a:lnTo>
                <a:lnTo>
                  <a:pt x="24301" y="68"/>
                </a:lnTo>
                <a:lnTo>
                  <a:pt x="24086" y="89"/>
                </a:lnTo>
                <a:lnTo>
                  <a:pt x="23871" y="111"/>
                </a:lnTo>
                <a:lnTo>
                  <a:pt x="23656" y="133"/>
                </a:lnTo>
                <a:lnTo>
                  <a:pt x="23441" y="156"/>
                </a:lnTo>
                <a:lnTo>
                  <a:pt x="23226" y="177"/>
                </a:lnTo>
                <a:lnTo>
                  <a:pt x="23011" y="197"/>
                </a:lnTo>
                <a:lnTo>
                  <a:pt x="22795" y="216"/>
                </a:lnTo>
                <a:lnTo>
                  <a:pt x="22580" y="233"/>
                </a:lnTo>
                <a:lnTo>
                  <a:pt x="22365" y="249"/>
                </a:lnTo>
                <a:lnTo>
                  <a:pt x="22150" y="262"/>
                </a:lnTo>
                <a:lnTo>
                  <a:pt x="21935" y="273"/>
                </a:lnTo>
                <a:lnTo>
                  <a:pt x="21720" y="281"/>
                </a:lnTo>
                <a:lnTo>
                  <a:pt x="21505" y="288"/>
                </a:lnTo>
                <a:lnTo>
                  <a:pt x="21290" y="293"/>
                </a:lnTo>
                <a:lnTo>
                  <a:pt x="21075" y="296"/>
                </a:lnTo>
                <a:lnTo>
                  <a:pt x="20860" y="297"/>
                </a:lnTo>
                <a:lnTo>
                  <a:pt x="20645" y="297"/>
                </a:lnTo>
                <a:lnTo>
                  <a:pt x="20430" y="295"/>
                </a:lnTo>
                <a:lnTo>
                  <a:pt x="20215" y="291"/>
                </a:lnTo>
                <a:lnTo>
                  <a:pt x="20000" y="286"/>
                </a:lnTo>
                <a:lnTo>
                  <a:pt x="19785" y="279"/>
                </a:lnTo>
                <a:lnTo>
                  <a:pt x="19570" y="271"/>
                </a:lnTo>
                <a:lnTo>
                  <a:pt x="19355" y="261"/>
                </a:lnTo>
                <a:lnTo>
                  <a:pt x="19140" y="250"/>
                </a:lnTo>
                <a:lnTo>
                  <a:pt x="18925" y="237"/>
                </a:lnTo>
                <a:lnTo>
                  <a:pt x="18710" y="223"/>
                </a:lnTo>
                <a:lnTo>
                  <a:pt x="18495" y="209"/>
                </a:lnTo>
                <a:lnTo>
                  <a:pt x="18280" y="194"/>
                </a:lnTo>
                <a:lnTo>
                  <a:pt x="18064" y="180"/>
                </a:lnTo>
                <a:lnTo>
                  <a:pt x="17849" y="165"/>
                </a:lnTo>
                <a:lnTo>
                  <a:pt x="17634" y="152"/>
                </a:lnTo>
                <a:lnTo>
                  <a:pt x="17419" y="140"/>
                </a:lnTo>
                <a:lnTo>
                  <a:pt x="17204" y="129"/>
                </a:lnTo>
                <a:lnTo>
                  <a:pt x="16989" y="121"/>
                </a:lnTo>
                <a:lnTo>
                  <a:pt x="16774" y="115"/>
                </a:lnTo>
                <a:lnTo>
                  <a:pt x="16559" y="112"/>
                </a:lnTo>
                <a:lnTo>
                  <a:pt x="16344" y="111"/>
                </a:lnTo>
                <a:lnTo>
                  <a:pt x="16129" y="113"/>
                </a:lnTo>
                <a:lnTo>
                  <a:pt x="15914" y="118"/>
                </a:lnTo>
                <a:lnTo>
                  <a:pt x="15699" y="126"/>
                </a:lnTo>
                <a:lnTo>
                  <a:pt x="15484" y="135"/>
                </a:lnTo>
                <a:lnTo>
                  <a:pt x="15269" y="147"/>
                </a:lnTo>
                <a:lnTo>
                  <a:pt x="15054" y="160"/>
                </a:lnTo>
                <a:lnTo>
                  <a:pt x="14839" y="174"/>
                </a:lnTo>
                <a:lnTo>
                  <a:pt x="14624" y="188"/>
                </a:lnTo>
                <a:lnTo>
                  <a:pt x="14409" y="203"/>
                </a:lnTo>
                <a:lnTo>
                  <a:pt x="14194" y="218"/>
                </a:lnTo>
                <a:lnTo>
                  <a:pt x="13979" y="232"/>
                </a:lnTo>
                <a:lnTo>
                  <a:pt x="13764" y="246"/>
                </a:lnTo>
                <a:lnTo>
                  <a:pt x="13548" y="258"/>
                </a:lnTo>
                <a:lnTo>
                  <a:pt x="13333" y="268"/>
                </a:lnTo>
                <a:lnTo>
                  <a:pt x="13118" y="278"/>
                </a:lnTo>
                <a:lnTo>
                  <a:pt x="12903" y="286"/>
                </a:lnTo>
                <a:lnTo>
                  <a:pt x="12688" y="294"/>
                </a:lnTo>
                <a:lnTo>
                  <a:pt x="12473" y="300"/>
                </a:lnTo>
                <a:lnTo>
                  <a:pt x="12258" y="305"/>
                </a:lnTo>
                <a:lnTo>
                  <a:pt x="12043" y="309"/>
                </a:lnTo>
                <a:lnTo>
                  <a:pt x="11828" y="312"/>
                </a:lnTo>
                <a:lnTo>
                  <a:pt x="11613" y="315"/>
                </a:lnTo>
                <a:lnTo>
                  <a:pt x="11398" y="316"/>
                </a:lnTo>
                <a:lnTo>
                  <a:pt x="11182" y="318"/>
                </a:lnTo>
                <a:lnTo>
                  <a:pt x="10967" y="319"/>
                </a:lnTo>
                <a:lnTo>
                  <a:pt x="10752" y="320"/>
                </a:lnTo>
                <a:lnTo>
                  <a:pt x="10537" y="321"/>
                </a:lnTo>
                <a:lnTo>
                  <a:pt x="10322" y="321"/>
                </a:lnTo>
                <a:lnTo>
                  <a:pt x="10107" y="321"/>
                </a:lnTo>
                <a:lnTo>
                  <a:pt x="9892" y="321"/>
                </a:lnTo>
                <a:lnTo>
                  <a:pt x="9677" y="321"/>
                </a:lnTo>
                <a:lnTo>
                  <a:pt x="9462" y="321"/>
                </a:lnTo>
                <a:lnTo>
                  <a:pt x="9247" y="321"/>
                </a:lnTo>
                <a:lnTo>
                  <a:pt x="9032" y="321"/>
                </a:lnTo>
                <a:lnTo>
                  <a:pt x="8816" y="321"/>
                </a:lnTo>
                <a:lnTo>
                  <a:pt x="8601" y="321"/>
                </a:lnTo>
                <a:lnTo>
                  <a:pt x="8386" y="321"/>
                </a:lnTo>
                <a:lnTo>
                  <a:pt x="8171" y="321"/>
                </a:lnTo>
                <a:lnTo>
                  <a:pt x="7956" y="321"/>
                </a:lnTo>
                <a:lnTo>
                  <a:pt x="7741" y="320"/>
                </a:lnTo>
                <a:lnTo>
                  <a:pt x="7526" y="320"/>
                </a:lnTo>
                <a:lnTo>
                  <a:pt x="7311" y="320"/>
                </a:lnTo>
                <a:lnTo>
                  <a:pt x="7096" y="320"/>
                </a:lnTo>
                <a:lnTo>
                  <a:pt x="6881" y="320"/>
                </a:lnTo>
                <a:lnTo>
                  <a:pt x="6666" y="319"/>
                </a:lnTo>
                <a:lnTo>
                  <a:pt x="6451" y="319"/>
                </a:lnTo>
                <a:lnTo>
                  <a:pt x="6236" y="319"/>
                </a:lnTo>
                <a:lnTo>
                  <a:pt x="6021" y="319"/>
                </a:lnTo>
                <a:lnTo>
                  <a:pt x="5806" y="319"/>
                </a:lnTo>
                <a:lnTo>
                  <a:pt x="5591" y="319"/>
                </a:lnTo>
                <a:lnTo>
                  <a:pt x="5376" y="319"/>
                </a:lnTo>
                <a:lnTo>
                  <a:pt x="5161" y="319"/>
                </a:lnTo>
                <a:lnTo>
                  <a:pt x="4946" y="319"/>
                </a:lnTo>
                <a:lnTo>
                  <a:pt x="4731" y="320"/>
                </a:lnTo>
                <a:lnTo>
                  <a:pt x="4516" y="320"/>
                </a:lnTo>
                <a:lnTo>
                  <a:pt x="4301" y="320"/>
                </a:lnTo>
                <a:lnTo>
                  <a:pt x="4085" y="320"/>
                </a:lnTo>
                <a:lnTo>
                  <a:pt x="3870" y="320"/>
                </a:lnTo>
                <a:lnTo>
                  <a:pt x="3655" y="321"/>
                </a:lnTo>
                <a:lnTo>
                  <a:pt x="3440" y="321"/>
                </a:lnTo>
                <a:lnTo>
                  <a:pt x="3225" y="321"/>
                </a:lnTo>
                <a:lnTo>
                  <a:pt x="3010" y="321"/>
                </a:lnTo>
                <a:lnTo>
                  <a:pt x="2795" y="321"/>
                </a:lnTo>
                <a:lnTo>
                  <a:pt x="2580" y="321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3" name=""/>
          <p:cNvSpPr/>
          <p:nvPr/>
        </p:nvSpPr>
        <p:spPr>
          <a:xfrm>
            <a:off x="529560" y="3575520"/>
            <a:ext cx="9212760" cy="116280"/>
          </a:xfrm>
          <a:custGeom>
            <a:avLst/>
            <a:gdLst/>
            <a:ahLst/>
            <a:rect l="0" t="0" r="r" b="b"/>
            <a:pathLst>
              <a:path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  <a:lnTo>
                  <a:pt x="25591" y="0"/>
                </a:lnTo>
                <a:lnTo>
                  <a:pt x="25376" y="0"/>
                </a:lnTo>
                <a:lnTo>
                  <a:pt x="25161" y="2"/>
                </a:lnTo>
                <a:lnTo>
                  <a:pt x="24946" y="7"/>
                </a:lnTo>
                <a:lnTo>
                  <a:pt x="24731" y="13"/>
                </a:lnTo>
                <a:lnTo>
                  <a:pt x="24516" y="21"/>
                </a:lnTo>
                <a:lnTo>
                  <a:pt x="24301" y="31"/>
                </a:lnTo>
                <a:lnTo>
                  <a:pt x="24086" y="43"/>
                </a:lnTo>
                <a:lnTo>
                  <a:pt x="23871" y="56"/>
                </a:lnTo>
                <a:lnTo>
                  <a:pt x="23656" y="71"/>
                </a:lnTo>
                <a:lnTo>
                  <a:pt x="23441" y="86"/>
                </a:lnTo>
                <a:lnTo>
                  <a:pt x="23226" y="101"/>
                </a:lnTo>
                <a:lnTo>
                  <a:pt x="23011" y="118"/>
                </a:lnTo>
                <a:lnTo>
                  <a:pt x="22795" y="134"/>
                </a:lnTo>
                <a:lnTo>
                  <a:pt x="22580" y="150"/>
                </a:lnTo>
                <a:lnTo>
                  <a:pt x="22365" y="166"/>
                </a:lnTo>
                <a:lnTo>
                  <a:pt x="22150" y="182"/>
                </a:lnTo>
                <a:lnTo>
                  <a:pt x="21935" y="197"/>
                </a:lnTo>
                <a:lnTo>
                  <a:pt x="21720" y="211"/>
                </a:lnTo>
                <a:lnTo>
                  <a:pt x="21505" y="224"/>
                </a:lnTo>
                <a:lnTo>
                  <a:pt x="21290" y="236"/>
                </a:lnTo>
                <a:lnTo>
                  <a:pt x="21075" y="247"/>
                </a:lnTo>
                <a:lnTo>
                  <a:pt x="20860" y="257"/>
                </a:lnTo>
                <a:lnTo>
                  <a:pt x="20645" y="266"/>
                </a:lnTo>
                <a:lnTo>
                  <a:pt x="20430" y="273"/>
                </a:lnTo>
                <a:lnTo>
                  <a:pt x="20215" y="280"/>
                </a:lnTo>
                <a:lnTo>
                  <a:pt x="20000" y="286"/>
                </a:lnTo>
                <a:lnTo>
                  <a:pt x="19785" y="291"/>
                </a:lnTo>
                <a:lnTo>
                  <a:pt x="19570" y="295"/>
                </a:lnTo>
                <a:lnTo>
                  <a:pt x="19355" y="298"/>
                </a:lnTo>
                <a:lnTo>
                  <a:pt x="19140" y="300"/>
                </a:lnTo>
                <a:lnTo>
                  <a:pt x="18925" y="301"/>
                </a:lnTo>
                <a:lnTo>
                  <a:pt x="18710" y="301"/>
                </a:lnTo>
                <a:lnTo>
                  <a:pt x="18495" y="301"/>
                </a:lnTo>
                <a:lnTo>
                  <a:pt x="18280" y="300"/>
                </a:lnTo>
                <a:lnTo>
                  <a:pt x="18064" y="298"/>
                </a:lnTo>
                <a:lnTo>
                  <a:pt x="17849" y="295"/>
                </a:lnTo>
                <a:lnTo>
                  <a:pt x="17634" y="292"/>
                </a:lnTo>
                <a:lnTo>
                  <a:pt x="17419" y="287"/>
                </a:lnTo>
                <a:lnTo>
                  <a:pt x="17204" y="282"/>
                </a:lnTo>
                <a:lnTo>
                  <a:pt x="16989" y="276"/>
                </a:lnTo>
                <a:lnTo>
                  <a:pt x="16774" y="270"/>
                </a:lnTo>
                <a:lnTo>
                  <a:pt x="16559" y="263"/>
                </a:lnTo>
                <a:lnTo>
                  <a:pt x="16344" y="255"/>
                </a:lnTo>
                <a:lnTo>
                  <a:pt x="16129" y="246"/>
                </a:lnTo>
                <a:lnTo>
                  <a:pt x="15914" y="237"/>
                </a:lnTo>
                <a:lnTo>
                  <a:pt x="15699" y="227"/>
                </a:lnTo>
                <a:lnTo>
                  <a:pt x="15484" y="217"/>
                </a:lnTo>
                <a:lnTo>
                  <a:pt x="15269" y="206"/>
                </a:lnTo>
                <a:lnTo>
                  <a:pt x="15054" y="196"/>
                </a:lnTo>
                <a:lnTo>
                  <a:pt x="14839" y="185"/>
                </a:lnTo>
                <a:lnTo>
                  <a:pt x="14624" y="174"/>
                </a:lnTo>
                <a:lnTo>
                  <a:pt x="14409" y="164"/>
                </a:lnTo>
                <a:lnTo>
                  <a:pt x="14194" y="154"/>
                </a:lnTo>
                <a:lnTo>
                  <a:pt x="13979" y="145"/>
                </a:lnTo>
                <a:lnTo>
                  <a:pt x="13764" y="137"/>
                </a:lnTo>
                <a:lnTo>
                  <a:pt x="13548" y="129"/>
                </a:lnTo>
                <a:lnTo>
                  <a:pt x="13333" y="123"/>
                </a:lnTo>
                <a:lnTo>
                  <a:pt x="13118" y="118"/>
                </a:lnTo>
                <a:lnTo>
                  <a:pt x="12903" y="114"/>
                </a:lnTo>
                <a:lnTo>
                  <a:pt x="12688" y="112"/>
                </a:lnTo>
                <a:lnTo>
                  <a:pt x="12473" y="111"/>
                </a:lnTo>
                <a:lnTo>
                  <a:pt x="12258" y="112"/>
                </a:lnTo>
                <a:lnTo>
                  <a:pt x="12043" y="114"/>
                </a:lnTo>
                <a:lnTo>
                  <a:pt x="11828" y="117"/>
                </a:lnTo>
                <a:lnTo>
                  <a:pt x="11613" y="122"/>
                </a:lnTo>
                <a:lnTo>
                  <a:pt x="11398" y="128"/>
                </a:lnTo>
                <a:lnTo>
                  <a:pt x="11182" y="135"/>
                </a:lnTo>
                <a:lnTo>
                  <a:pt x="10967" y="143"/>
                </a:lnTo>
                <a:lnTo>
                  <a:pt x="10752" y="152"/>
                </a:lnTo>
                <a:lnTo>
                  <a:pt x="10537" y="161"/>
                </a:lnTo>
                <a:lnTo>
                  <a:pt x="10322" y="171"/>
                </a:lnTo>
                <a:lnTo>
                  <a:pt x="10107" y="183"/>
                </a:lnTo>
                <a:lnTo>
                  <a:pt x="9892" y="193"/>
                </a:lnTo>
                <a:lnTo>
                  <a:pt x="9677" y="204"/>
                </a:lnTo>
                <a:lnTo>
                  <a:pt x="9462" y="214"/>
                </a:lnTo>
                <a:lnTo>
                  <a:pt x="9247" y="224"/>
                </a:lnTo>
                <a:lnTo>
                  <a:pt x="9032" y="234"/>
                </a:lnTo>
                <a:lnTo>
                  <a:pt x="8816" y="243"/>
                </a:lnTo>
                <a:lnTo>
                  <a:pt x="8601" y="252"/>
                </a:lnTo>
                <a:lnTo>
                  <a:pt x="8386" y="260"/>
                </a:lnTo>
                <a:lnTo>
                  <a:pt x="8171" y="267"/>
                </a:lnTo>
                <a:lnTo>
                  <a:pt x="7956" y="274"/>
                </a:lnTo>
                <a:lnTo>
                  <a:pt x="7741" y="281"/>
                </a:lnTo>
                <a:lnTo>
                  <a:pt x="7526" y="286"/>
                </a:lnTo>
                <a:lnTo>
                  <a:pt x="7311" y="291"/>
                </a:lnTo>
                <a:lnTo>
                  <a:pt x="7096" y="296"/>
                </a:lnTo>
                <a:lnTo>
                  <a:pt x="6881" y="299"/>
                </a:lnTo>
                <a:lnTo>
                  <a:pt x="6666" y="303"/>
                </a:lnTo>
                <a:lnTo>
                  <a:pt x="6451" y="306"/>
                </a:lnTo>
                <a:lnTo>
                  <a:pt x="6236" y="308"/>
                </a:lnTo>
                <a:lnTo>
                  <a:pt x="6021" y="310"/>
                </a:lnTo>
                <a:lnTo>
                  <a:pt x="5806" y="312"/>
                </a:lnTo>
                <a:lnTo>
                  <a:pt x="5591" y="314"/>
                </a:lnTo>
                <a:lnTo>
                  <a:pt x="5376" y="315"/>
                </a:lnTo>
                <a:lnTo>
                  <a:pt x="5161" y="316"/>
                </a:lnTo>
                <a:lnTo>
                  <a:pt x="4946" y="317"/>
                </a:lnTo>
                <a:lnTo>
                  <a:pt x="4731" y="318"/>
                </a:lnTo>
                <a:lnTo>
                  <a:pt x="4516" y="319"/>
                </a:lnTo>
                <a:lnTo>
                  <a:pt x="4301" y="319"/>
                </a:lnTo>
                <a:lnTo>
                  <a:pt x="4085" y="320"/>
                </a:lnTo>
                <a:lnTo>
                  <a:pt x="3870" y="320"/>
                </a:lnTo>
                <a:lnTo>
                  <a:pt x="3655" y="321"/>
                </a:lnTo>
                <a:lnTo>
                  <a:pt x="3440" y="321"/>
                </a:lnTo>
                <a:lnTo>
                  <a:pt x="3225" y="321"/>
                </a:lnTo>
                <a:lnTo>
                  <a:pt x="3010" y="321"/>
                </a:lnTo>
                <a:lnTo>
                  <a:pt x="2795" y="321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3"/>
                </a:lnTo>
                <a:lnTo>
                  <a:pt x="430" y="323"/>
                </a:lnTo>
                <a:lnTo>
                  <a:pt x="215" y="323"/>
                </a:lnTo>
                <a:lnTo>
                  <a:pt x="0" y="323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4" name=""/>
          <p:cNvSpPr/>
          <p:nvPr/>
        </p:nvSpPr>
        <p:spPr>
          <a:xfrm>
            <a:off x="529560" y="371340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147"/>
                </a:lnTo>
                <a:lnTo>
                  <a:pt x="25376" y="94"/>
                </a:lnTo>
                <a:lnTo>
                  <a:pt x="25161" y="48"/>
                </a:lnTo>
                <a:lnTo>
                  <a:pt x="24946" y="14"/>
                </a:lnTo>
                <a:lnTo>
                  <a:pt x="24731" y="0"/>
                </a:lnTo>
                <a:lnTo>
                  <a:pt x="24516" y="8"/>
                </a:lnTo>
                <a:lnTo>
                  <a:pt x="24301" y="38"/>
                </a:lnTo>
                <a:lnTo>
                  <a:pt x="24086" y="82"/>
                </a:lnTo>
                <a:lnTo>
                  <a:pt x="23871" y="135"/>
                </a:lnTo>
                <a:lnTo>
                  <a:pt x="23656" y="186"/>
                </a:lnTo>
                <a:lnTo>
                  <a:pt x="23441" y="230"/>
                </a:lnTo>
                <a:lnTo>
                  <a:pt x="23226" y="264"/>
                </a:lnTo>
                <a:lnTo>
                  <a:pt x="23011" y="288"/>
                </a:lnTo>
                <a:lnTo>
                  <a:pt x="22795" y="304"/>
                </a:lnTo>
                <a:lnTo>
                  <a:pt x="22580" y="313"/>
                </a:lnTo>
                <a:lnTo>
                  <a:pt x="22365" y="318"/>
                </a:lnTo>
                <a:lnTo>
                  <a:pt x="22150" y="320"/>
                </a:lnTo>
                <a:lnTo>
                  <a:pt x="21935" y="322"/>
                </a:lnTo>
                <a:lnTo>
                  <a:pt x="21720" y="322"/>
                </a:lnTo>
                <a:lnTo>
                  <a:pt x="21505" y="322"/>
                </a:lnTo>
                <a:lnTo>
                  <a:pt x="21290" y="322"/>
                </a:lnTo>
                <a:lnTo>
                  <a:pt x="21075" y="322"/>
                </a:lnTo>
                <a:lnTo>
                  <a:pt x="20860" y="322"/>
                </a:lnTo>
                <a:lnTo>
                  <a:pt x="20645" y="322"/>
                </a:lnTo>
                <a:lnTo>
                  <a:pt x="20430" y="322"/>
                </a:lnTo>
                <a:lnTo>
                  <a:pt x="20215" y="322"/>
                </a:lnTo>
                <a:lnTo>
                  <a:pt x="20000" y="322"/>
                </a:lnTo>
                <a:lnTo>
                  <a:pt x="19785" y="322"/>
                </a:lnTo>
                <a:lnTo>
                  <a:pt x="19570" y="322"/>
                </a:lnTo>
                <a:lnTo>
                  <a:pt x="19355" y="322"/>
                </a:lnTo>
                <a:lnTo>
                  <a:pt x="19140" y="322"/>
                </a:lnTo>
                <a:lnTo>
                  <a:pt x="18925" y="322"/>
                </a:lnTo>
                <a:lnTo>
                  <a:pt x="18710" y="322"/>
                </a:lnTo>
                <a:lnTo>
                  <a:pt x="18495" y="322"/>
                </a:lnTo>
                <a:lnTo>
                  <a:pt x="18280" y="322"/>
                </a:lnTo>
                <a:lnTo>
                  <a:pt x="18064" y="322"/>
                </a:lnTo>
                <a:lnTo>
                  <a:pt x="17849" y="322"/>
                </a:lnTo>
                <a:lnTo>
                  <a:pt x="17634" y="322"/>
                </a:lnTo>
                <a:lnTo>
                  <a:pt x="17419" y="322"/>
                </a:lnTo>
                <a:lnTo>
                  <a:pt x="17204" y="322"/>
                </a:lnTo>
                <a:lnTo>
                  <a:pt x="16989" y="322"/>
                </a:lnTo>
                <a:lnTo>
                  <a:pt x="16774" y="322"/>
                </a:lnTo>
                <a:lnTo>
                  <a:pt x="16559" y="322"/>
                </a:lnTo>
                <a:lnTo>
                  <a:pt x="16344" y="322"/>
                </a:lnTo>
                <a:lnTo>
                  <a:pt x="16129" y="322"/>
                </a:lnTo>
                <a:lnTo>
                  <a:pt x="15914" y="322"/>
                </a:lnTo>
                <a:lnTo>
                  <a:pt x="15699" y="322"/>
                </a:lnTo>
                <a:lnTo>
                  <a:pt x="15484" y="322"/>
                </a:lnTo>
                <a:lnTo>
                  <a:pt x="15269" y="322"/>
                </a:lnTo>
                <a:lnTo>
                  <a:pt x="15054" y="322"/>
                </a:lnTo>
                <a:lnTo>
                  <a:pt x="14839" y="322"/>
                </a:lnTo>
                <a:lnTo>
                  <a:pt x="14624" y="322"/>
                </a:lnTo>
                <a:lnTo>
                  <a:pt x="14409" y="322"/>
                </a:lnTo>
                <a:lnTo>
                  <a:pt x="14194" y="322"/>
                </a:lnTo>
                <a:lnTo>
                  <a:pt x="13979" y="322"/>
                </a:lnTo>
                <a:lnTo>
                  <a:pt x="13764" y="322"/>
                </a:lnTo>
                <a:lnTo>
                  <a:pt x="13548" y="322"/>
                </a:lnTo>
                <a:lnTo>
                  <a:pt x="13333" y="322"/>
                </a:lnTo>
                <a:lnTo>
                  <a:pt x="13118" y="322"/>
                </a:lnTo>
                <a:lnTo>
                  <a:pt x="12903" y="322"/>
                </a:lnTo>
                <a:lnTo>
                  <a:pt x="12688" y="322"/>
                </a:lnTo>
                <a:lnTo>
                  <a:pt x="12473" y="322"/>
                </a:lnTo>
                <a:lnTo>
                  <a:pt x="12258" y="322"/>
                </a:lnTo>
                <a:lnTo>
                  <a:pt x="12043" y="322"/>
                </a:lnTo>
                <a:lnTo>
                  <a:pt x="11828" y="322"/>
                </a:lnTo>
                <a:lnTo>
                  <a:pt x="11613" y="322"/>
                </a:lnTo>
                <a:lnTo>
                  <a:pt x="11398" y="322"/>
                </a:lnTo>
                <a:lnTo>
                  <a:pt x="11182" y="321"/>
                </a:lnTo>
                <a:lnTo>
                  <a:pt x="10967" y="321"/>
                </a:lnTo>
                <a:lnTo>
                  <a:pt x="10752" y="320"/>
                </a:lnTo>
                <a:lnTo>
                  <a:pt x="10537" y="319"/>
                </a:lnTo>
                <a:lnTo>
                  <a:pt x="10322" y="318"/>
                </a:lnTo>
                <a:lnTo>
                  <a:pt x="10107" y="317"/>
                </a:lnTo>
                <a:lnTo>
                  <a:pt x="9892" y="317"/>
                </a:lnTo>
                <a:lnTo>
                  <a:pt x="9677" y="317"/>
                </a:lnTo>
                <a:lnTo>
                  <a:pt x="9462" y="317"/>
                </a:lnTo>
                <a:lnTo>
                  <a:pt x="9247" y="317"/>
                </a:lnTo>
                <a:lnTo>
                  <a:pt x="9032" y="318"/>
                </a:lnTo>
                <a:lnTo>
                  <a:pt x="8816" y="319"/>
                </a:lnTo>
                <a:lnTo>
                  <a:pt x="8601" y="320"/>
                </a:lnTo>
                <a:lnTo>
                  <a:pt x="8386" y="321"/>
                </a:lnTo>
                <a:lnTo>
                  <a:pt x="8171" y="321"/>
                </a:lnTo>
                <a:lnTo>
                  <a:pt x="7956" y="322"/>
                </a:lnTo>
                <a:lnTo>
                  <a:pt x="7741" y="322"/>
                </a:lnTo>
                <a:lnTo>
                  <a:pt x="7526" y="322"/>
                </a:lnTo>
                <a:lnTo>
                  <a:pt x="7311" y="322"/>
                </a:lnTo>
                <a:lnTo>
                  <a:pt x="7096" y="322"/>
                </a:lnTo>
                <a:lnTo>
                  <a:pt x="6881" y="322"/>
                </a:lnTo>
                <a:lnTo>
                  <a:pt x="6666" y="322"/>
                </a:lnTo>
                <a:lnTo>
                  <a:pt x="6451" y="322"/>
                </a:lnTo>
                <a:lnTo>
                  <a:pt x="6236" y="322"/>
                </a:lnTo>
                <a:lnTo>
                  <a:pt x="6021" y="322"/>
                </a:lnTo>
                <a:lnTo>
                  <a:pt x="5806" y="322"/>
                </a:lnTo>
                <a:lnTo>
                  <a:pt x="5591" y="322"/>
                </a:lnTo>
                <a:lnTo>
                  <a:pt x="5376" y="322"/>
                </a:lnTo>
                <a:lnTo>
                  <a:pt x="5161" y="322"/>
                </a:lnTo>
                <a:lnTo>
                  <a:pt x="4946" y="322"/>
                </a:lnTo>
                <a:lnTo>
                  <a:pt x="4731" y="322"/>
                </a:lnTo>
                <a:lnTo>
                  <a:pt x="4516" y="322"/>
                </a:lnTo>
                <a:lnTo>
                  <a:pt x="4301" y="322"/>
                </a:lnTo>
                <a:lnTo>
                  <a:pt x="4085" y="322"/>
                </a:lnTo>
                <a:lnTo>
                  <a:pt x="3870" y="322"/>
                </a:lnTo>
                <a:lnTo>
                  <a:pt x="3655" y="322"/>
                </a:lnTo>
                <a:lnTo>
                  <a:pt x="3440" y="322"/>
                </a:lnTo>
                <a:lnTo>
                  <a:pt x="3225" y="322"/>
                </a:lnTo>
                <a:lnTo>
                  <a:pt x="3010" y="322"/>
                </a:lnTo>
                <a:lnTo>
                  <a:pt x="2795" y="322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5" name=""/>
          <p:cNvSpPr/>
          <p:nvPr/>
        </p:nvSpPr>
        <p:spPr>
          <a:xfrm>
            <a:off x="529560" y="385128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376" y="322"/>
                </a:lnTo>
                <a:lnTo>
                  <a:pt x="25161" y="322"/>
                </a:lnTo>
                <a:lnTo>
                  <a:pt x="24946" y="322"/>
                </a:lnTo>
                <a:lnTo>
                  <a:pt x="24731" y="322"/>
                </a:lnTo>
                <a:lnTo>
                  <a:pt x="24516" y="322"/>
                </a:lnTo>
                <a:lnTo>
                  <a:pt x="24301" y="322"/>
                </a:lnTo>
                <a:lnTo>
                  <a:pt x="24086" y="322"/>
                </a:lnTo>
                <a:lnTo>
                  <a:pt x="23871" y="322"/>
                </a:lnTo>
                <a:lnTo>
                  <a:pt x="23656" y="322"/>
                </a:lnTo>
                <a:lnTo>
                  <a:pt x="23441" y="322"/>
                </a:lnTo>
                <a:lnTo>
                  <a:pt x="23226" y="322"/>
                </a:lnTo>
                <a:lnTo>
                  <a:pt x="23011" y="322"/>
                </a:lnTo>
                <a:lnTo>
                  <a:pt x="22795" y="322"/>
                </a:lnTo>
                <a:lnTo>
                  <a:pt x="22580" y="322"/>
                </a:lnTo>
                <a:lnTo>
                  <a:pt x="22365" y="322"/>
                </a:lnTo>
                <a:lnTo>
                  <a:pt x="22150" y="322"/>
                </a:lnTo>
                <a:lnTo>
                  <a:pt x="21935" y="322"/>
                </a:lnTo>
                <a:lnTo>
                  <a:pt x="21720" y="321"/>
                </a:lnTo>
                <a:lnTo>
                  <a:pt x="21505" y="321"/>
                </a:lnTo>
                <a:lnTo>
                  <a:pt x="21290" y="320"/>
                </a:lnTo>
                <a:lnTo>
                  <a:pt x="21075" y="319"/>
                </a:lnTo>
                <a:lnTo>
                  <a:pt x="20860" y="318"/>
                </a:lnTo>
                <a:lnTo>
                  <a:pt x="20645" y="316"/>
                </a:lnTo>
                <a:lnTo>
                  <a:pt x="20430" y="314"/>
                </a:lnTo>
                <a:lnTo>
                  <a:pt x="20215" y="312"/>
                </a:lnTo>
                <a:lnTo>
                  <a:pt x="20000" y="310"/>
                </a:lnTo>
                <a:lnTo>
                  <a:pt x="19785" y="308"/>
                </a:lnTo>
                <a:lnTo>
                  <a:pt x="19570" y="306"/>
                </a:lnTo>
                <a:lnTo>
                  <a:pt x="19355" y="304"/>
                </a:lnTo>
                <a:lnTo>
                  <a:pt x="19140" y="304"/>
                </a:lnTo>
                <a:lnTo>
                  <a:pt x="18925" y="304"/>
                </a:lnTo>
                <a:lnTo>
                  <a:pt x="18710" y="305"/>
                </a:lnTo>
                <a:lnTo>
                  <a:pt x="18495" y="307"/>
                </a:lnTo>
                <a:lnTo>
                  <a:pt x="18280" y="309"/>
                </a:lnTo>
                <a:lnTo>
                  <a:pt x="18064" y="311"/>
                </a:lnTo>
                <a:lnTo>
                  <a:pt x="17849" y="314"/>
                </a:lnTo>
                <a:lnTo>
                  <a:pt x="17634" y="316"/>
                </a:lnTo>
                <a:lnTo>
                  <a:pt x="17419" y="317"/>
                </a:lnTo>
                <a:lnTo>
                  <a:pt x="17204" y="319"/>
                </a:lnTo>
                <a:lnTo>
                  <a:pt x="16989" y="320"/>
                </a:lnTo>
                <a:lnTo>
                  <a:pt x="16774" y="321"/>
                </a:lnTo>
                <a:lnTo>
                  <a:pt x="16559" y="321"/>
                </a:lnTo>
                <a:lnTo>
                  <a:pt x="16344" y="322"/>
                </a:lnTo>
                <a:lnTo>
                  <a:pt x="16129" y="322"/>
                </a:lnTo>
                <a:lnTo>
                  <a:pt x="15914" y="322"/>
                </a:lnTo>
                <a:lnTo>
                  <a:pt x="15699" y="322"/>
                </a:lnTo>
                <a:lnTo>
                  <a:pt x="15484" y="322"/>
                </a:lnTo>
                <a:lnTo>
                  <a:pt x="15269" y="322"/>
                </a:lnTo>
                <a:lnTo>
                  <a:pt x="15054" y="322"/>
                </a:lnTo>
                <a:lnTo>
                  <a:pt x="14839" y="322"/>
                </a:lnTo>
                <a:lnTo>
                  <a:pt x="14624" y="322"/>
                </a:lnTo>
                <a:lnTo>
                  <a:pt x="14409" y="322"/>
                </a:lnTo>
                <a:lnTo>
                  <a:pt x="14194" y="322"/>
                </a:lnTo>
                <a:lnTo>
                  <a:pt x="13979" y="322"/>
                </a:lnTo>
                <a:lnTo>
                  <a:pt x="13764" y="322"/>
                </a:lnTo>
                <a:lnTo>
                  <a:pt x="13548" y="322"/>
                </a:lnTo>
                <a:lnTo>
                  <a:pt x="13333" y="322"/>
                </a:lnTo>
                <a:lnTo>
                  <a:pt x="13118" y="322"/>
                </a:lnTo>
                <a:lnTo>
                  <a:pt x="12903" y="322"/>
                </a:lnTo>
                <a:lnTo>
                  <a:pt x="12688" y="322"/>
                </a:lnTo>
                <a:lnTo>
                  <a:pt x="12473" y="322"/>
                </a:lnTo>
                <a:lnTo>
                  <a:pt x="12258" y="322"/>
                </a:lnTo>
                <a:lnTo>
                  <a:pt x="12043" y="322"/>
                </a:lnTo>
                <a:lnTo>
                  <a:pt x="11828" y="322"/>
                </a:lnTo>
                <a:lnTo>
                  <a:pt x="11613" y="321"/>
                </a:lnTo>
                <a:lnTo>
                  <a:pt x="11398" y="321"/>
                </a:lnTo>
                <a:lnTo>
                  <a:pt x="11182" y="320"/>
                </a:lnTo>
                <a:lnTo>
                  <a:pt x="10967" y="318"/>
                </a:lnTo>
                <a:lnTo>
                  <a:pt x="10752" y="314"/>
                </a:lnTo>
                <a:lnTo>
                  <a:pt x="10537" y="309"/>
                </a:lnTo>
                <a:lnTo>
                  <a:pt x="10322" y="300"/>
                </a:lnTo>
                <a:lnTo>
                  <a:pt x="10107" y="286"/>
                </a:lnTo>
                <a:lnTo>
                  <a:pt x="9892" y="267"/>
                </a:lnTo>
                <a:lnTo>
                  <a:pt x="9677" y="242"/>
                </a:lnTo>
                <a:lnTo>
                  <a:pt x="9462" y="211"/>
                </a:lnTo>
                <a:lnTo>
                  <a:pt x="9247" y="174"/>
                </a:lnTo>
                <a:lnTo>
                  <a:pt x="9032" y="134"/>
                </a:lnTo>
                <a:lnTo>
                  <a:pt x="8816" y="93"/>
                </a:lnTo>
                <a:lnTo>
                  <a:pt x="8601" y="54"/>
                </a:lnTo>
                <a:lnTo>
                  <a:pt x="8386" y="24"/>
                </a:lnTo>
                <a:lnTo>
                  <a:pt x="8171" y="5"/>
                </a:lnTo>
                <a:lnTo>
                  <a:pt x="7956" y="0"/>
                </a:lnTo>
                <a:lnTo>
                  <a:pt x="7741" y="8"/>
                </a:lnTo>
                <a:lnTo>
                  <a:pt x="7526" y="30"/>
                </a:lnTo>
                <a:lnTo>
                  <a:pt x="7311" y="63"/>
                </a:lnTo>
                <a:lnTo>
                  <a:pt x="7096" y="102"/>
                </a:lnTo>
                <a:lnTo>
                  <a:pt x="6881" y="142"/>
                </a:lnTo>
                <a:lnTo>
                  <a:pt x="6666" y="182"/>
                </a:lnTo>
                <a:lnTo>
                  <a:pt x="6451" y="217"/>
                </a:lnTo>
                <a:lnTo>
                  <a:pt x="6236" y="246"/>
                </a:lnTo>
                <a:lnTo>
                  <a:pt x="6021" y="269"/>
                </a:lnTo>
                <a:lnTo>
                  <a:pt x="5806" y="285"/>
                </a:lnTo>
                <a:lnTo>
                  <a:pt x="5591" y="297"/>
                </a:lnTo>
                <a:lnTo>
                  <a:pt x="5376" y="304"/>
                </a:lnTo>
                <a:lnTo>
                  <a:pt x="5161" y="309"/>
                </a:lnTo>
                <a:lnTo>
                  <a:pt x="4946" y="312"/>
                </a:lnTo>
                <a:lnTo>
                  <a:pt x="4731" y="314"/>
                </a:lnTo>
                <a:lnTo>
                  <a:pt x="4516" y="316"/>
                </a:lnTo>
                <a:lnTo>
                  <a:pt x="4301" y="317"/>
                </a:lnTo>
                <a:lnTo>
                  <a:pt x="4085" y="318"/>
                </a:lnTo>
                <a:lnTo>
                  <a:pt x="3870" y="319"/>
                </a:lnTo>
                <a:lnTo>
                  <a:pt x="3655" y="319"/>
                </a:lnTo>
                <a:lnTo>
                  <a:pt x="3440" y="320"/>
                </a:lnTo>
                <a:lnTo>
                  <a:pt x="3225" y="321"/>
                </a:lnTo>
                <a:lnTo>
                  <a:pt x="3010" y="321"/>
                </a:lnTo>
                <a:lnTo>
                  <a:pt x="2795" y="321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6" name=""/>
          <p:cNvSpPr/>
          <p:nvPr/>
        </p:nvSpPr>
        <p:spPr>
          <a:xfrm>
            <a:off x="529560" y="3988800"/>
            <a:ext cx="9212760" cy="116280"/>
          </a:xfrm>
          <a:custGeom>
            <a:avLst/>
            <a:gdLst/>
            <a:ahLst/>
            <a:rect l="0" t="0" r="r" b="b"/>
            <a:pathLst>
              <a:path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  <a:lnTo>
                  <a:pt x="25591" y="0"/>
                </a:lnTo>
                <a:lnTo>
                  <a:pt x="25376" y="52"/>
                </a:lnTo>
                <a:lnTo>
                  <a:pt x="25161" y="162"/>
                </a:lnTo>
                <a:lnTo>
                  <a:pt x="24946" y="255"/>
                </a:lnTo>
                <a:lnTo>
                  <a:pt x="24731" y="302"/>
                </a:lnTo>
                <a:lnTo>
                  <a:pt x="24516" y="319"/>
                </a:lnTo>
                <a:lnTo>
                  <a:pt x="24301" y="322"/>
                </a:lnTo>
                <a:lnTo>
                  <a:pt x="24086" y="323"/>
                </a:lnTo>
                <a:lnTo>
                  <a:pt x="23871" y="323"/>
                </a:lnTo>
                <a:lnTo>
                  <a:pt x="23656" y="323"/>
                </a:lnTo>
                <a:lnTo>
                  <a:pt x="23441" y="323"/>
                </a:lnTo>
                <a:lnTo>
                  <a:pt x="23226" y="323"/>
                </a:lnTo>
                <a:lnTo>
                  <a:pt x="23011" y="323"/>
                </a:lnTo>
                <a:lnTo>
                  <a:pt x="22795" y="323"/>
                </a:lnTo>
                <a:lnTo>
                  <a:pt x="22580" y="323"/>
                </a:lnTo>
                <a:lnTo>
                  <a:pt x="22365" y="323"/>
                </a:lnTo>
                <a:lnTo>
                  <a:pt x="22150" y="323"/>
                </a:lnTo>
                <a:lnTo>
                  <a:pt x="21935" y="323"/>
                </a:lnTo>
                <a:lnTo>
                  <a:pt x="21720" y="323"/>
                </a:lnTo>
                <a:lnTo>
                  <a:pt x="21505" y="323"/>
                </a:lnTo>
                <a:lnTo>
                  <a:pt x="21290" y="323"/>
                </a:lnTo>
                <a:lnTo>
                  <a:pt x="21075" y="323"/>
                </a:lnTo>
                <a:lnTo>
                  <a:pt x="20860" y="323"/>
                </a:lnTo>
                <a:lnTo>
                  <a:pt x="20645" y="323"/>
                </a:lnTo>
                <a:lnTo>
                  <a:pt x="20430" y="323"/>
                </a:lnTo>
                <a:lnTo>
                  <a:pt x="20215" y="323"/>
                </a:lnTo>
                <a:lnTo>
                  <a:pt x="20000" y="323"/>
                </a:lnTo>
                <a:lnTo>
                  <a:pt x="19785" y="323"/>
                </a:lnTo>
                <a:lnTo>
                  <a:pt x="19570" y="323"/>
                </a:lnTo>
                <a:lnTo>
                  <a:pt x="19355" y="323"/>
                </a:lnTo>
                <a:lnTo>
                  <a:pt x="19140" y="323"/>
                </a:lnTo>
                <a:lnTo>
                  <a:pt x="18925" y="323"/>
                </a:lnTo>
                <a:lnTo>
                  <a:pt x="18710" y="323"/>
                </a:lnTo>
                <a:lnTo>
                  <a:pt x="18495" y="323"/>
                </a:lnTo>
                <a:lnTo>
                  <a:pt x="18280" y="323"/>
                </a:lnTo>
                <a:lnTo>
                  <a:pt x="18064" y="323"/>
                </a:lnTo>
                <a:lnTo>
                  <a:pt x="17849" y="323"/>
                </a:lnTo>
                <a:lnTo>
                  <a:pt x="17634" y="323"/>
                </a:lnTo>
                <a:lnTo>
                  <a:pt x="17419" y="323"/>
                </a:lnTo>
                <a:lnTo>
                  <a:pt x="17204" y="323"/>
                </a:lnTo>
                <a:lnTo>
                  <a:pt x="16989" y="323"/>
                </a:lnTo>
                <a:lnTo>
                  <a:pt x="16774" y="323"/>
                </a:lnTo>
                <a:lnTo>
                  <a:pt x="16559" y="323"/>
                </a:lnTo>
                <a:lnTo>
                  <a:pt x="16344" y="323"/>
                </a:lnTo>
                <a:lnTo>
                  <a:pt x="16129" y="323"/>
                </a:lnTo>
                <a:lnTo>
                  <a:pt x="15914" y="323"/>
                </a:lnTo>
                <a:lnTo>
                  <a:pt x="15699" y="323"/>
                </a:lnTo>
                <a:lnTo>
                  <a:pt x="15484" y="323"/>
                </a:lnTo>
                <a:lnTo>
                  <a:pt x="15269" y="323"/>
                </a:lnTo>
                <a:lnTo>
                  <a:pt x="15054" y="323"/>
                </a:lnTo>
                <a:lnTo>
                  <a:pt x="14839" y="323"/>
                </a:lnTo>
                <a:lnTo>
                  <a:pt x="14624" y="323"/>
                </a:lnTo>
                <a:lnTo>
                  <a:pt x="14409" y="322"/>
                </a:lnTo>
                <a:lnTo>
                  <a:pt x="14194" y="322"/>
                </a:lnTo>
                <a:lnTo>
                  <a:pt x="13979" y="321"/>
                </a:lnTo>
                <a:lnTo>
                  <a:pt x="13764" y="321"/>
                </a:lnTo>
                <a:lnTo>
                  <a:pt x="13548" y="321"/>
                </a:lnTo>
                <a:lnTo>
                  <a:pt x="13333" y="321"/>
                </a:lnTo>
                <a:lnTo>
                  <a:pt x="13118" y="322"/>
                </a:lnTo>
                <a:lnTo>
                  <a:pt x="12903" y="322"/>
                </a:lnTo>
                <a:lnTo>
                  <a:pt x="12688" y="323"/>
                </a:lnTo>
                <a:lnTo>
                  <a:pt x="12473" y="323"/>
                </a:lnTo>
                <a:lnTo>
                  <a:pt x="12258" y="323"/>
                </a:lnTo>
                <a:lnTo>
                  <a:pt x="12043" y="323"/>
                </a:lnTo>
                <a:lnTo>
                  <a:pt x="11828" y="323"/>
                </a:lnTo>
                <a:lnTo>
                  <a:pt x="11613" y="323"/>
                </a:lnTo>
                <a:lnTo>
                  <a:pt x="11398" y="323"/>
                </a:lnTo>
                <a:lnTo>
                  <a:pt x="11182" y="323"/>
                </a:lnTo>
                <a:lnTo>
                  <a:pt x="10967" y="323"/>
                </a:lnTo>
                <a:lnTo>
                  <a:pt x="10752" y="323"/>
                </a:lnTo>
                <a:lnTo>
                  <a:pt x="10537" y="323"/>
                </a:lnTo>
                <a:lnTo>
                  <a:pt x="10322" y="323"/>
                </a:lnTo>
                <a:lnTo>
                  <a:pt x="10107" y="323"/>
                </a:lnTo>
                <a:lnTo>
                  <a:pt x="9892" y="323"/>
                </a:lnTo>
                <a:lnTo>
                  <a:pt x="9677" y="323"/>
                </a:lnTo>
                <a:lnTo>
                  <a:pt x="9462" y="323"/>
                </a:lnTo>
                <a:lnTo>
                  <a:pt x="9247" y="323"/>
                </a:lnTo>
                <a:lnTo>
                  <a:pt x="9032" y="323"/>
                </a:lnTo>
                <a:lnTo>
                  <a:pt x="8816" y="323"/>
                </a:lnTo>
                <a:lnTo>
                  <a:pt x="8601" y="323"/>
                </a:lnTo>
                <a:lnTo>
                  <a:pt x="8386" y="323"/>
                </a:lnTo>
                <a:lnTo>
                  <a:pt x="8171" y="323"/>
                </a:lnTo>
                <a:lnTo>
                  <a:pt x="7956" y="323"/>
                </a:lnTo>
                <a:lnTo>
                  <a:pt x="7741" y="323"/>
                </a:lnTo>
                <a:lnTo>
                  <a:pt x="7526" y="323"/>
                </a:lnTo>
                <a:lnTo>
                  <a:pt x="7311" y="323"/>
                </a:lnTo>
                <a:lnTo>
                  <a:pt x="7096" y="323"/>
                </a:lnTo>
                <a:lnTo>
                  <a:pt x="6881" y="323"/>
                </a:lnTo>
                <a:lnTo>
                  <a:pt x="6666" y="323"/>
                </a:lnTo>
                <a:lnTo>
                  <a:pt x="6451" y="323"/>
                </a:lnTo>
                <a:lnTo>
                  <a:pt x="6236" y="323"/>
                </a:lnTo>
                <a:lnTo>
                  <a:pt x="6021" y="323"/>
                </a:lnTo>
                <a:lnTo>
                  <a:pt x="5806" y="323"/>
                </a:lnTo>
                <a:lnTo>
                  <a:pt x="5591" y="323"/>
                </a:lnTo>
                <a:lnTo>
                  <a:pt x="5376" y="323"/>
                </a:lnTo>
                <a:lnTo>
                  <a:pt x="5161" y="323"/>
                </a:lnTo>
                <a:lnTo>
                  <a:pt x="4946" y="323"/>
                </a:lnTo>
                <a:lnTo>
                  <a:pt x="4731" y="323"/>
                </a:lnTo>
                <a:lnTo>
                  <a:pt x="4516" y="323"/>
                </a:lnTo>
                <a:lnTo>
                  <a:pt x="4301" y="323"/>
                </a:lnTo>
                <a:lnTo>
                  <a:pt x="4085" y="323"/>
                </a:lnTo>
                <a:lnTo>
                  <a:pt x="3870" y="323"/>
                </a:lnTo>
                <a:lnTo>
                  <a:pt x="3655" y="323"/>
                </a:lnTo>
                <a:lnTo>
                  <a:pt x="3440" y="323"/>
                </a:lnTo>
                <a:lnTo>
                  <a:pt x="3225" y="323"/>
                </a:lnTo>
                <a:lnTo>
                  <a:pt x="3010" y="323"/>
                </a:lnTo>
                <a:lnTo>
                  <a:pt x="2795" y="323"/>
                </a:lnTo>
                <a:lnTo>
                  <a:pt x="2580" y="323"/>
                </a:lnTo>
                <a:lnTo>
                  <a:pt x="2365" y="323"/>
                </a:lnTo>
                <a:lnTo>
                  <a:pt x="2150" y="323"/>
                </a:lnTo>
                <a:lnTo>
                  <a:pt x="1935" y="323"/>
                </a:lnTo>
                <a:lnTo>
                  <a:pt x="1720" y="323"/>
                </a:lnTo>
                <a:lnTo>
                  <a:pt x="1505" y="323"/>
                </a:lnTo>
                <a:lnTo>
                  <a:pt x="1290" y="323"/>
                </a:lnTo>
                <a:lnTo>
                  <a:pt x="1075" y="323"/>
                </a:lnTo>
                <a:lnTo>
                  <a:pt x="860" y="323"/>
                </a:lnTo>
                <a:lnTo>
                  <a:pt x="645" y="323"/>
                </a:lnTo>
                <a:lnTo>
                  <a:pt x="430" y="323"/>
                </a:lnTo>
                <a:lnTo>
                  <a:pt x="215" y="323"/>
                </a:lnTo>
                <a:lnTo>
                  <a:pt x="0" y="323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7" name=""/>
          <p:cNvSpPr/>
          <p:nvPr/>
        </p:nvSpPr>
        <p:spPr>
          <a:xfrm>
            <a:off x="529560" y="412668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0"/>
                </a:lnTo>
                <a:lnTo>
                  <a:pt x="25376" y="38"/>
                </a:lnTo>
                <a:lnTo>
                  <a:pt x="25161" y="128"/>
                </a:lnTo>
                <a:lnTo>
                  <a:pt x="24946" y="219"/>
                </a:lnTo>
                <a:lnTo>
                  <a:pt x="24731" y="280"/>
                </a:lnTo>
                <a:lnTo>
                  <a:pt x="24516" y="309"/>
                </a:lnTo>
                <a:lnTo>
                  <a:pt x="24301" y="319"/>
                </a:lnTo>
                <a:lnTo>
                  <a:pt x="24086" y="322"/>
                </a:lnTo>
                <a:lnTo>
                  <a:pt x="23871" y="322"/>
                </a:lnTo>
                <a:lnTo>
                  <a:pt x="23656" y="322"/>
                </a:lnTo>
                <a:lnTo>
                  <a:pt x="23441" y="322"/>
                </a:lnTo>
                <a:lnTo>
                  <a:pt x="23226" y="322"/>
                </a:lnTo>
                <a:lnTo>
                  <a:pt x="23011" y="322"/>
                </a:lnTo>
                <a:lnTo>
                  <a:pt x="22795" y="322"/>
                </a:lnTo>
                <a:lnTo>
                  <a:pt x="22580" y="322"/>
                </a:lnTo>
                <a:lnTo>
                  <a:pt x="22365" y="322"/>
                </a:lnTo>
                <a:lnTo>
                  <a:pt x="22150" y="322"/>
                </a:lnTo>
                <a:lnTo>
                  <a:pt x="21935" y="322"/>
                </a:lnTo>
                <a:lnTo>
                  <a:pt x="21720" y="322"/>
                </a:lnTo>
                <a:lnTo>
                  <a:pt x="21505" y="322"/>
                </a:lnTo>
                <a:lnTo>
                  <a:pt x="21290" y="322"/>
                </a:lnTo>
                <a:lnTo>
                  <a:pt x="21075" y="322"/>
                </a:lnTo>
                <a:lnTo>
                  <a:pt x="20860" y="322"/>
                </a:lnTo>
                <a:lnTo>
                  <a:pt x="20645" y="322"/>
                </a:lnTo>
                <a:lnTo>
                  <a:pt x="20430" y="322"/>
                </a:lnTo>
                <a:lnTo>
                  <a:pt x="20215" y="322"/>
                </a:lnTo>
                <a:lnTo>
                  <a:pt x="20000" y="322"/>
                </a:lnTo>
                <a:lnTo>
                  <a:pt x="19785" y="322"/>
                </a:lnTo>
                <a:lnTo>
                  <a:pt x="19570" y="322"/>
                </a:lnTo>
                <a:lnTo>
                  <a:pt x="19355" y="322"/>
                </a:lnTo>
                <a:lnTo>
                  <a:pt x="19140" y="322"/>
                </a:lnTo>
                <a:lnTo>
                  <a:pt x="18925" y="322"/>
                </a:lnTo>
                <a:lnTo>
                  <a:pt x="18710" y="322"/>
                </a:lnTo>
                <a:lnTo>
                  <a:pt x="18495" y="322"/>
                </a:lnTo>
                <a:lnTo>
                  <a:pt x="18280" y="322"/>
                </a:lnTo>
                <a:lnTo>
                  <a:pt x="18064" y="322"/>
                </a:lnTo>
                <a:lnTo>
                  <a:pt x="17849" y="322"/>
                </a:lnTo>
                <a:lnTo>
                  <a:pt x="17634" y="322"/>
                </a:lnTo>
                <a:lnTo>
                  <a:pt x="17419" y="322"/>
                </a:lnTo>
                <a:lnTo>
                  <a:pt x="17204" y="322"/>
                </a:lnTo>
                <a:lnTo>
                  <a:pt x="16989" y="322"/>
                </a:lnTo>
                <a:lnTo>
                  <a:pt x="16774" y="322"/>
                </a:lnTo>
                <a:lnTo>
                  <a:pt x="16559" y="322"/>
                </a:lnTo>
                <a:lnTo>
                  <a:pt x="16344" y="322"/>
                </a:lnTo>
                <a:lnTo>
                  <a:pt x="16129" y="322"/>
                </a:lnTo>
                <a:lnTo>
                  <a:pt x="15914" y="322"/>
                </a:lnTo>
                <a:lnTo>
                  <a:pt x="15699" y="322"/>
                </a:lnTo>
                <a:lnTo>
                  <a:pt x="15484" y="322"/>
                </a:lnTo>
                <a:lnTo>
                  <a:pt x="15269" y="322"/>
                </a:lnTo>
                <a:lnTo>
                  <a:pt x="15054" y="322"/>
                </a:lnTo>
                <a:lnTo>
                  <a:pt x="14839" y="322"/>
                </a:lnTo>
                <a:lnTo>
                  <a:pt x="14624" y="322"/>
                </a:lnTo>
                <a:lnTo>
                  <a:pt x="14409" y="322"/>
                </a:lnTo>
                <a:lnTo>
                  <a:pt x="14194" y="322"/>
                </a:lnTo>
                <a:lnTo>
                  <a:pt x="13979" y="322"/>
                </a:lnTo>
                <a:lnTo>
                  <a:pt x="13764" y="322"/>
                </a:lnTo>
                <a:lnTo>
                  <a:pt x="13548" y="322"/>
                </a:lnTo>
                <a:lnTo>
                  <a:pt x="13333" y="322"/>
                </a:lnTo>
                <a:lnTo>
                  <a:pt x="13118" y="322"/>
                </a:lnTo>
                <a:lnTo>
                  <a:pt x="12903" y="322"/>
                </a:lnTo>
                <a:lnTo>
                  <a:pt x="12688" y="322"/>
                </a:lnTo>
                <a:lnTo>
                  <a:pt x="12473" y="322"/>
                </a:lnTo>
                <a:lnTo>
                  <a:pt x="12258" y="322"/>
                </a:lnTo>
                <a:lnTo>
                  <a:pt x="12043" y="321"/>
                </a:lnTo>
                <a:lnTo>
                  <a:pt x="11828" y="321"/>
                </a:lnTo>
                <a:lnTo>
                  <a:pt x="11613" y="320"/>
                </a:lnTo>
                <a:lnTo>
                  <a:pt x="11398" y="321"/>
                </a:lnTo>
                <a:lnTo>
                  <a:pt x="11182" y="321"/>
                </a:lnTo>
                <a:lnTo>
                  <a:pt x="10967" y="322"/>
                </a:lnTo>
                <a:lnTo>
                  <a:pt x="10752" y="322"/>
                </a:lnTo>
                <a:lnTo>
                  <a:pt x="10537" y="322"/>
                </a:lnTo>
                <a:lnTo>
                  <a:pt x="10322" y="322"/>
                </a:lnTo>
                <a:lnTo>
                  <a:pt x="10107" y="322"/>
                </a:lnTo>
                <a:lnTo>
                  <a:pt x="9892" y="322"/>
                </a:lnTo>
                <a:lnTo>
                  <a:pt x="9677" y="322"/>
                </a:lnTo>
                <a:lnTo>
                  <a:pt x="9462" y="322"/>
                </a:lnTo>
                <a:lnTo>
                  <a:pt x="9247" y="322"/>
                </a:lnTo>
                <a:lnTo>
                  <a:pt x="9032" y="322"/>
                </a:lnTo>
                <a:lnTo>
                  <a:pt x="8816" y="322"/>
                </a:lnTo>
                <a:lnTo>
                  <a:pt x="8601" y="322"/>
                </a:lnTo>
                <a:lnTo>
                  <a:pt x="8386" y="322"/>
                </a:lnTo>
                <a:lnTo>
                  <a:pt x="8171" y="322"/>
                </a:lnTo>
                <a:lnTo>
                  <a:pt x="7956" y="322"/>
                </a:lnTo>
                <a:lnTo>
                  <a:pt x="7741" y="322"/>
                </a:lnTo>
                <a:lnTo>
                  <a:pt x="7526" y="322"/>
                </a:lnTo>
                <a:lnTo>
                  <a:pt x="7311" y="322"/>
                </a:lnTo>
                <a:lnTo>
                  <a:pt x="7096" y="322"/>
                </a:lnTo>
                <a:lnTo>
                  <a:pt x="6881" y="322"/>
                </a:lnTo>
                <a:lnTo>
                  <a:pt x="6666" y="322"/>
                </a:lnTo>
                <a:lnTo>
                  <a:pt x="6451" y="322"/>
                </a:lnTo>
                <a:lnTo>
                  <a:pt x="6236" y="322"/>
                </a:lnTo>
                <a:lnTo>
                  <a:pt x="6021" y="322"/>
                </a:lnTo>
                <a:lnTo>
                  <a:pt x="5806" y="322"/>
                </a:lnTo>
                <a:lnTo>
                  <a:pt x="5591" y="322"/>
                </a:lnTo>
                <a:lnTo>
                  <a:pt x="5376" y="322"/>
                </a:lnTo>
                <a:lnTo>
                  <a:pt x="5161" y="322"/>
                </a:lnTo>
                <a:lnTo>
                  <a:pt x="4946" y="322"/>
                </a:lnTo>
                <a:lnTo>
                  <a:pt x="4731" y="322"/>
                </a:lnTo>
                <a:lnTo>
                  <a:pt x="4516" y="322"/>
                </a:lnTo>
                <a:lnTo>
                  <a:pt x="4301" y="322"/>
                </a:lnTo>
                <a:lnTo>
                  <a:pt x="4085" y="322"/>
                </a:lnTo>
                <a:lnTo>
                  <a:pt x="3870" y="322"/>
                </a:lnTo>
                <a:lnTo>
                  <a:pt x="3655" y="322"/>
                </a:lnTo>
                <a:lnTo>
                  <a:pt x="3440" y="322"/>
                </a:lnTo>
                <a:lnTo>
                  <a:pt x="3225" y="322"/>
                </a:lnTo>
                <a:lnTo>
                  <a:pt x="3010" y="322"/>
                </a:lnTo>
                <a:lnTo>
                  <a:pt x="2795" y="322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c53e1f">
              <a:alpha val="25000"/>
            </a:srgbClr>
          </a:solidFill>
          <a:ln w="0">
            <a:noFill/>
          </a:ln>
        </p:spPr>
      </p:sp>
      <p:sp>
        <p:nvSpPr>
          <p:cNvPr id="238" name=""/>
          <p:cNvSpPr/>
          <p:nvPr/>
        </p:nvSpPr>
        <p:spPr>
          <a:xfrm>
            <a:off x="529560" y="453996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0"/>
                </a:lnTo>
                <a:lnTo>
                  <a:pt x="25376" y="322"/>
                </a:lnTo>
                <a:lnTo>
                  <a:pt x="25161" y="322"/>
                </a:lnTo>
                <a:lnTo>
                  <a:pt x="24946" y="322"/>
                </a:lnTo>
                <a:lnTo>
                  <a:pt x="24731" y="322"/>
                </a:lnTo>
                <a:lnTo>
                  <a:pt x="24516" y="322"/>
                </a:lnTo>
                <a:lnTo>
                  <a:pt x="24301" y="322"/>
                </a:lnTo>
                <a:lnTo>
                  <a:pt x="24086" y="322"/>
                </a:lnTo>
                <a:lnTo>
                  <a:pt x="23871" y="322"/>
                </a:lnTo>
                <a:lnTo>
                  <a:pt x="23656" y="322"/>
                </a:lnTo>
                <a:lnTo>
                  <a:pt x="23441" y="322"/>
                </a:lnTo>
                <a:lnTo>
                  <a:pt x="23226" y="322"/>
                </a:lnTo>
                <a:lnTo>
                  <a:pt x="23011" y="322"/>
                </a:lnTo>
                <a:lnTo>
                  <a:pt x="22795" y="322"/>
                </a:lnTo>
                <a:lnTo>
                  <a:pt x="22580" y="322"/>
                </a:lnTo>
                <a:lnTo>
                  <a:pt x="22365" y="322"/>
                </a:lnTo>
                <a:lnTo>
                  <a:pt x="22150" y="322"/>
                </a:lnTo>
                <a:lnTo>
                  <a:pt x="21935" y="322"/>
                </a:lnTo>
                <a:lnTo>
                  <a:pt x="21720" y="322"/>
                </a:lnTo>
                <a:lnTo>
                  <a:pt x="21505" y="322"/>
                </a:lnTo>
                <a:lnTo>
                  <a:pt x="21290" y="322"/>
                </a:lnTo>
                <a:lnTo>
                  <a:pt x="21075" y="322"/>
                </a:lnTo>
                <a:lnTo>
                  <a:pt x="20860" y="322"/>
                </a:lnTo>
                <a:lnTo>
                  <a:pt x="20645" y="322"/>
                </a:lnTo>
                <a:lnTo>
                  <a:pt x="20430" y="322"/>
                </a:lnTo>
                <a:lnTo>
                  <a:pt x="20215" y="322"/>
                </a:lnTo>
                <a:lnTo>
                  <a:pt x="20000" y="322"/>
                </a:lnTo>
                <a:lnTo>
                  <a:pt x="19785" y="322"/>
                </a:lnTo>
                <a:lnTo>
                  <a:pt x="19570" y="322"/>
                </a:lnTo>
                <a:lnTo>
                  <a:pt x="19355" y="322"/>
                </a:lnTo>
                <a:lnTo>
                  <a:pt x="19140" y="322"/>
                </a:lnTo>
                <a:lnTo>
                  <a:pt x="18925" y="322"/>
                </a:lnTo>
                <a:lnTo>
                  <a:pt x="18710" y="322"/>
                </a:lnTo>
                <a:lnTo>
                  <a:pt x="18495" y="322"/>
                </a:lnTo>
                <a:lnTo>
                  <a:pt x="18280" y="322"/>
                </a:lnTo>
                <a:lnTo>
                  <a:pt x="18064" y="322"/>
                </a:lnTo>
                <a:lnTo>
                  <a:pt x="17849" y="322"/>
                </a:lnTo>
                <a:lnTo>
                  <a:pt x="17634" y="322"/>
                </a:lnTo>
                <a:lnTo>
                  <a:pt x="17419" y="322"/>
                </a:lnTo>
                <a:lnTo>
                  <a:pt x="17204" y="322"/>
                </a:lnTo>
                <a:lnTo>
                  <a:pt x="16989" y="322"/>
                </a:lnTo>
                <a:lnTo>
                  <a:pt x="16774" y="322"/>
                </a:lnTo>
                <a:lnTo>
                  <a:pt x="16559" y="322"/>
                </a:lnTo>
                <a:lnTo>
                  <a:pt x="16344" y="322"/>
                </a:lnTo>
                <a:lnTo>
                  <a:pt x="16129" y="322"/>
                </a:lnTo>
                <a:lnTo>
                  <a:pt x="15914" y="322"/>
                </a:lnTo>
                <a:lnTo>
                  <a:pt x="15699" y="322"/>
                </a:lnTo>
                <a:lnTo>
                  <a:pt x="15484" y="322"/>
                </a:lnTo>
                <a:lnTo>
                  <a:pt x="15269" y="322"/>
                </a:lnTo>
                <a:lnTo>
                  <a:pt x="15054" y="322"/>
                </a:lnTo>
                <a:lnTo>
                  <a:pt x="14839" y="322"/>
                </a:lnTo>
                <a:lnTo>
                  <a:pt x="14624" y="322"/>
                </a:lnTo>
                <a:lnTo>
                  <a:pt x="14409" y="322"/>
                </a:lnTo>
                <a:lnTo>
                  <a:pt x="14194" y="322"/>
                </a:lnTo>
                <a:lnTo>
                  <a:pt x="13979" y="322"/>
                </a:lnTo>
                <a:lnTo>
                  <a:pt x="13764" y="322"/>
                </a:lnTo>
                <a:lnTo>
                  <a:pt x="13548" y="322"/>
                </a:lnTo>
                <a:lnTo>
                  <a:pt x="13333" y="322"/>
                </a:lnTo>
                <a:lnTo>
                  <a:pt x="13118" y="322"/>
                </a:lnTo>
                <a:lnTo>
                  <a:pt x="12903" y="322"/>
                </a:lnTo>
                <a:lnTo>
                  <a:pt x="12688" y="322"/>
                </a:lnTo>
                <a:lnTo>
                  <a:pt x="12473" y="322"/>
                </a:lnTo>
                <a:lnTo>
                  <a:pt x="12258" y="322"/>
                </a:lnTo>
                <a:lnTo>
                  <a:pt x="12043" y="322"/>
                </a:lnTo>
                <a:lnTo>
                  <a:pt x="11828" y="322"/>
                </a:lnTo>
                <a:lnTo>
                  <a:pt x="11613" y="322"/>
                </a:lnTo>
                <a:lnTo>
                  <a:pt x="11398" y="322"/>
                </a:lnTo>
                <a:lnTo>
                  <a:pt x="11182" y="322"/>
                </a:lnTo>
                <a:lnTo>
                  <a:pt x="10967" y="322"/>
                </a:lnTo>
                <a:lnTo>
                  <a:pt x="10752" y="322"/>
                </a:lnTo>
                <a:lnTo>
                  <a:pt x="10537" y="322"/>
                </a:lnTo>
                <a:lnTo>
                  <a:pt x="10322" y="322"/>
                </a:lnTo>
                <a:lnTo>
                  <a:pt x="10107" y="322"/>
                </a:lnTo>
                <a:lnTo>
                  <a:pt x="9892" y="322"/>
                </a:lnTo>
                <a:lnTo>
                  <a:pt x="9677" y="322"/>
                </a:lnTo>
                <a:lnTo>
                  <a:pt x="9462" y="322"/>
                </a:lnTo>
                <a:lnTo>
                  <a:pt x="9247" y="322"/>
                </a:lnTo>
                <a:lnTo>
                  <a:pt x="9032" y="322"/>
                </a:lnTo>
                <a:lnTo>
                  <a:pt x="8816" y="322"/>
                </a:lnTo>
                <a:lnTo>
                  <a:pt x="8601" y="322"/>
                </a:lnTo>
                <a:lnTo>
                  <a:pt x="8386" y="322"/>
                </a:lnTo>
                <a:lnTo>
                  <a:pt x="8171" y="322"/>
                </a:lnTo>
                <a:lnTo>
                  <a:pt x="7956" y="322"/>
                </a:lnTo>
                <a:lnTo>
                  <a:pt x="7741" y="322"/>
                </a:lnTo>
                <a:lnTo>
                  <a:pt x="7526" y="322"/>
                </a:lnTo>
                <a:lnTo>
                  <a:pt x="7311" y="322"/>
                </a:lnTo>
                <a:lnTo>
                  <a:pt x="7096" y="322"/>
                </a:lnTo>
                <a:lnTo>
                  <a:pt x="6881" y="322"/>
                </a:lnTo>
                <a:lnTo>
                  <a:pt x="6666" y="322"/>
                </a:lnTo>
                <a:lnTo>
                  <a:pt x="6451" y="322"/>
                </a:lnTo>
                <a:lnTo>
                  <a:pt x="6236" y="322"/>
                </a:lnTo>
                <a:lnTo>
                  <a:pt x="6021" y="322"/>
                </a:lnTo>
                <a:lnTo>
                  <a:pt x="5806" y="322"/>
                </a:lnTo>
                <a:lnTo>
                  <a:pt x="5591" y="322"/>
                </a:lnTo>
                <a:lnTo>
                  <a:pt x="5376" y="322"/>
                </a:lnTo>
                <a:lnTo>
                  <a:pt x="5161" y="322"/>
                </a:lnTo>
                <a:lnTo>
                  <a:pt x="4946" y="322"/>
                </a:lnTo>
                <a:lnTo>
                  <a:pt x="4731" y="322"/>
                </a:lnTo>
                <a:lnTo>
                  <a:pt x="4516" y="322"/>
                </a:lnTo>
                <a:lnTo>
                  <a:pt x="4301" y="322"/>
                </a:lnTo>
                <a:lnTo>
                  <a:pt x="4085" y="322"/>
                </a:lnTo>
                <a:lnTo>
                  <a:pt x="3870" y="322"/>
                </a:lnTo>
                <a:lnTo>
                  <a:pt x="3655" y="322"/>
                </a:lnTo>
                <a:lnTo>
                  <a:pt x="3440" y="322"/>
                </a:lnTo>
                <a:lnTo>
                  <a:pt x="3225" y="322"/>
                </a:lnTo>
                <a:lnTo>
                  <a:pt x="3010" y="322"/>
                </a:lnTo>
                <a:lnTo>
                  <a:pt x="2795" y="322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0">
            <a:noFill/>
          </a:ln>
        </p:spPr>
      </p:sp>
      <p:sp>
        <p:nvSpPr>
          <p:cNvPr id="239" name=""/>
          <p:cNvSpPr/>
          <p:nvPr/>
        </p:nvSpPr>
        <p:spPr>
          <a:xfrm>
            <a:off x="529560" y="4677480"/>
            <a:ext cx="9212760" cy="116280"/>
          </a:xfrm>
          <a:custGeom>
            <a:avLst/>
            <a:gdLst/>
            <a:ahLst/>
            <a:rect l="0" t="0" r="r" b="b"/>
            <a:pathLst>
              <a:path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  <a:lnTo>
                  <a:pt x="25376" y="323"/>
                </a:lnTo>
                <a:lnTo>
                  <a:pt x="25161" y="323"/>
                </a:lnTo>
                <a:lnTo>
                  <a:pt x="24946" y="323"/>
                </a:lnTo>
                <a:lnTo>
                  <a:pt x="24731" y="323"/>
                </a:lnTo>
                <a:lnTo>
                  <a:pt x="24516" y="323"/>
                </a:lnTo>
                <a:lnTo>
                  <a:pt x="24301" y="323"/>
                </a:lnTo>
                <a:lnTo>
                  <a:pt x="24086" y="323"/>
                </a:lnTo>
                <a:lnTo>
                  <a:pt x="23871" y="323"/>
                </a:lnTo>
                <a:lnTo>
                  <a:pt x="23656" y="323"/>
                </a:lnTo>
                <a:lnTo>
                  <a:pt x="23441" y="323"/>
                </a:lnTo>
                <a:lnTo>
                  <a:pt x="23226" y="323"/>
                </a:lnTo>
                <a:lnTo>
                  <a:pt x="23011" y="323"/>
                </a:lnTo>
                <a:lnTo>
                  <a:pt x="22795" y="323"/>
                </a:lnTo>
                <a:lnTo>
                  <a:pt x="22580" y="323"/>
                </a:lnTo>
                <a:lnTo>
                  <a:pt x="22365" y="323"/>
                </a:lnTo>
                <a:lnTo>
                  <a:pt x="22150" y="323"/>
                </a:lnTo>
                <a:lnTo>
                  <a:pt x="21935" y="323"/>
                </a:lnTo>
                <a:lnTo>
                  <a:pt x="21720" y="323"/>
                </a:lnTo>
                <a:lnTo>
                  <a:pt x="21505" y="323"/>
                </a:lnTo>
                <a:lnTo>
                  <a:pt x="21290" y="323"/>
                </a:lnTo>
                <a:lnTo>
                  <a:pt x="21075" y="322"/>
                </a:lnTo>
                <a:lnTo>
                  <a:pt x="20860" y="322"/>
                </a:lnTo>
                <a:lnTo>
                  <a:pt x="20645" y="322"/>
                </a:lnTo>
                <a:lnTo>
                  <a:pt x="20430" y="321"/>
                </a:lnTo>
                <a:lnTo>
                  <a:pt x="20215" y="320"/>
                </a:lnTo>
                <a:lnTo>
                  <a:pt x="20000" y="319"/>
                </a:lnTo>
                <a:lnTo>
                  <a:pt x="19785" y="316"/>
                </a:lnTo>
                <a:lnTo>
                  <a:pt x="19570" y="313"/>
                </a:lnTo>
                <a:lnTo>
                  <a:pt x="19355" y="309"/>
                </a:lnTo>
                <a:lnTo>
                  <a:pt x="19140" y="304"/>
                </a:lnTo>
                <a:lnTo>
                  <a:pt x="18925" y="297"/>
                </a:lnTo>
                <a:lnTo>
                  <a:pt x="18710" y="288"/>
                </a:lnTo>
                <a:lnTo>
                  <a:pt x="18495" y="277"/>
                </a:lnTo>
                <a:lnTo>
                  <a:pt x="18280" y="264"/>
                </a:lnTo>
                <a:lnTo>
                  <a:pt x="18064" y="248"/>
                </a:lnTo>
                <a:lnTo>
                  <a:pt x="17849" y="231"/>
                </a:lnTo>
                <a:lnTo>
                  <a:pt x="17634" y="212"/>
                </a:lnTo>
                <a:lnTo>
                  <a:pt x="17419" y="191"/>
                </a:lnTo>
                <a:lnTo>
                  <a:pt x="17204" y="171"/>
                </a:lnTo>
                <a:lnTo>
                  <a:pt x="16989" y="150"/>
                </a:lnTo>
                <a:lnTo>
                  <a:pt x="16774" y="131"/>
                </a:lnTo>
                <a:lnTo>
                  <a:pt x="16559" y="114"/>
                </a:lnTo>
                <a:lnTo>
                  <a:pt x="16344" y="101"/>
                </a:lnTo>
                <a:lnTo>
                  <a:pt x="16129" y="91"/>
                </a:lnTo>
                <a:lnTo>
                  <a:pt x="15914" y="87"/>
                </a:lnTo>
                <a:lnTo>
                  <a:pt x="15699" y="87"/>
                </a:lnTo>
                <a:lnTo>
                  <a:pt x="15484" y="92"/>
                </a:lnTo>
                <a:lnTo>
                  <a:pt x="15269" y="101"/>
                </a:lnTo>
                <a:lnTo>
                  <a:pt x="15054" y="115"/>
                </a:lnTo>
                <a:lnTo>
                  <a:pt x="14839" y="132"/>
                </a:lnTo>
                <a:lnTo>
                  <a:pt x="14624" y="151"/>
                </a:lnTo>
                <a:lnTo>
                  <a:pt x="14409" y="171"/>
                </a:lnTo>
                <a:lnTo>
                  <a:pt x="14194" y="192"/>
                </a:lnTo>
                <a:lnTo>
                  <a:pt x="13979" y="212"/>
                </a:lnTo>
                <a:lnTo>
                  <a:pt x="13764" y="231"/>
                </a:lnTo>
                <a:lnTo>
                  <a:pt x="13548" y="248"/>
                </a:lnTo>
                <a:lnTo>
                  <a:pt x="13333" y="263"/>
                </a:lnTo>
                <a:lnTo>
                  <a:pt x="13118" y="275"/>
                </a:lnTo>
                <a:lnTo>
                  <a:pt x="12903" y="285"/>
                </a:lnTo>
                <a:lnTo>
                  <a:pt x="12688" y="293"/>
                </a:lnTo>
                <a:lnTo>
                  <a:pt x="12473" y="297"/>
                </a:lnTo>
                <a:lnTo>
                  <a:pt x="12258" y="300"/>
                </a:lnTo>
                <a:lnTo>
                  <a:pt x="12043" y="299"/>
                </a:lnTo>
                <a:lnTo>
                  <a:pt x="11828" y="296"/>
                </a:lnTo>
                <a:lnTo>
                  <a:pt x="11613" y="290"/>
                </a:lnTo>
                <a:lnTo>
                  <a:pt x="11398" y="281"/>
                </a:lnTo>
                <a:lnTo>
                  <a:pt x="11182" y="269"/>
                </a:lnTo>
                <a:lnTo>
                  <a:pt x="10967" y="254"/>
                </a:lnTo>
                <a:lnTo>
                  <a:pt x="10752" y="236"/>
                </a:lnTo>
                <a:lnTo>
                  <a:pt x="10537" y="214"/>
                </a:lnTo>
                <a:lnTo>
                  <a:pt x="10322" y="190"/>
                </a:lnTo>
                <a:lnTo>
                  <a:pt x="10107" y="164"/>
                </a:lnTo>
                <a:lnTo>
                  <a:pt x="9892" y="136"/>
                </a:lnTo>
                <a:lnTo>
                  <a:pt x="9677" y="108"/>
                </a:lnTo>
                <a:lnTo>
                  <a:pt x="9462" y="80"/>
                </a:lnTo>
                <a:lnTo>
                  <a:pt x="9247" y="55"/>
                </a:lnTo>
                <a:lnTo>
                  <a:pt x="9032" y="34"/>
                </a:lnTo>
                <a:lnTo>
                  <a:pt x="8816" y="17"/>
                </a:lnTo>
                <a:lnTo>
                  <a:pt x="8601" y="5"/>
                </a:lnTo>
                <a:lnTo>
                  <a:pt x="8386" y="0"/>
                </a:lnTo>
                <a:lnTo>
                  <a:pt x="8171" y="3"/>
                </a:lnTo>
                <a:lnTo>
                  <a:pt x="7956" y="12"/>
                </a:lnTo>
                <a:lnTo>
                  <a:pt x="7741" y="27"/>
                </a:lnTo>
                <a:lnTo>
                  <a:pt x="7526" y="47"/>
                </a:lnTo>
                <a:lnTo>
                  <a:pt x="7311" y="71"/>
                </a:lnTo>
                <a:lnTo>
                  <a:pt x="7096" y="98"/>
                </a:lnTo>
                <a:lnTo>
                  <a:pt x="6881" y="126"/>
                </a:lnTo>
                <a:lnTo>
                  <a:pt x="6666" y="154"/>
                </a:lnTo>
                <a:lnTo>
                  <a:pt x="6451" y="181"/>
                </a:lnTo>
                <a:lnTo>
                  <a:pt x="6236" y="206"/>
                </a:lnTo>
                <a:lnTo>
                  <a:pt x="6021" y="229"/>
                </a:lnTo>
                <a:lnTo>
                  <a:pt x="5806" y="249"/>
                </a:lnTo>
                <a:lnTo>
                  <a:pt x="5591" y="266"/>
                </a:lnTo>
                <a:lnTo>
                  <a:pt x="5376" y="280"/>
                </a:lnTo>
                <a:lnTo>
                  <a:pt x="5161" y="291"/>
                </a:lnTo>
                <a:lnTo>
                  <a:pt x="4946" y="300"/>
                </a:lnTo>
                <a:lnTo>
                  <a:pt x="4731" y="306"/>
                </a:lnTo>
                <a:lnTo>
                  <a:pt x="4516" y="311"/>
                </a:lnTo>
                <a:lnTo>
                  <a:pt x="4301" y="315"/>
                </a:lnTo>
                <a:lnTo>
                  <a:pt x="4085" y="318"/>
                </a:lnTo>
                <a:lnTo>
                  <a:pt x="3870" y="320"/>
                </a:lnTo>
                <a:lnTo>
                  <a:pt x="3655" y="321"/>
                </a:lnTo>
                <a:lnTo>
                  <a:pt x="3440" y="322"/>
                </a:lnTo>
                <a:lnTo>
                  <a:pt x="3225" y="322"/>
                </a:lnTo>
                <a:lnTo>
                  <a:pt x="3010" y="322"/>
                </a:lnTo>
                <a:lnTo>
                  <a:pt x="2795" y="323"/>
                </a:lnTo>
                <a:lnTo>
                  <a:pt x="2580" y="323"/>
                </a:lnTo>
                <a:lnTo>
                  <a:pt x="2365" y="323"/>
                </a:lnTo>
                <a:lnTo>
                  <a:pt x="2150" y="323"/>
                </a:lnTo>
                <a:lnTo>
                  <a:pt x="1935" y="323"/>
                </a:lnTo>
                <a:lnTo>
                  <a:pt x="1720" y="323"/>
                </a:lnTo>
                <a:lnTo>
                  <a:pt x="1505" y="323"/>
                </a:lnTo>
                <a:lnTo>
                  <a:pt x="1290" y="323"/>
                </a:lnTo>
                <a:lnTo>
                  <a:pt x="1075" y="323"/>
                </a:lnTo>
                <a:lnTo>
                  <a:pt x="860" y="323"/>
                </a:lnTo>
                <a:lnTo>
                  <a:pt x="645" y="323"/>
                </a:lnTo>
                <a:lnTo>
                  <a:pt x="430" y="323"/>
                </a:lnTo>
                <a:lnTo>
                  <a:pt x="215" y="323"/>
                </a:lnTo>
                <a:lnTo>
                  <a:pt x="0" y="323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0">
            <a:noFill/>
          </a:ln>
        </p:spPr>
      </p:sp>
      <p:sp>
        <p:nvSpPr>
          <p:cNvPr id="240" name=""/>
          <p:cNvSpPr/>
          <p:nvPr/>
        </p:nvSpPr>
        <p:spPr>
          <a:xfrm>
            <a:off x="529560" y="4815360"/>
            <a:ext cx="9212760" cy="116280"/>
          </a:xfrm>
          <a:custGeom>
            <a:avLst/>
            <a:gdLst/>
            <a:ahLst/>
            <a:rect l="0" t="0" r="r" b="b"/>
            <a:pathLst>
              <a:path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  <a:lnTo>
                  <a:pt x="25591" y="182"/>
                </a:lnTo>
                <a:lnTo>
                  <a:pt x="25376" y="180"/>
                </a:lnTo>
                <a:lnTo>
                  <a:pt x="25161" y="179"/>
                </a:lnTo>
                <a:lnTo>
                  <a:pt x="24946" y="179"/>
                </a:lnTo>
                <a:lnTo>
                  <a:pt x="24731" y="180"/>
                </a:lnTo>
                <a:lnTo>
                  <a:pt x="24516" y="182"/>
                </a:lnTo>
                <a:lnTo>
                  <a:pt x="24301" y="185"/>
                </a:lnTo>
                <a:lnTo>
                  <a:pt x="24086" y="189"/>
                </a:lnTo>
                <a:lnTo>
                  <a:pt x="23871" y="194"/>
                </a:lnTo>
                <a:lnTo>
                  <a:pt x="23656" y="199"/>
                </a:lnTo>
                <a:lnTo>
                  <a:pt x="23441" y="205"/>
                </a:lnTo>
                <a:lnTo>
                  <a:pt x="23226" y="211"/>
                </a:lnTo>
                <a:lnTo>
                  <a:pt x="23011" y="218"/>
                </a:lnTo>
                <a:lnTo>
                  <a:pt x="22795" y="225"/>
                </a:lnTo>
                <a:lnTo>
                  <a:pt x="22580" y="232"/>
                </a:lnTo>
                <a:lnTo>
                  <a:pt x="22365" y="239"/>
                </a:lnTo>
                <a:lnTo>
                  <a:pt x="22150" y="246"/>
                </a:lnTo>
                <a:lnTo>
                  <a:pt x="21935" y="253"/>
                </a:lnTo>
                <a:lnTo>
                  <a:pt x="21720" y="260"/>
                </a:lnTo>
                <a:lnTo>
                  <a:pt x="21505" y="268"/>
                </a:lnTo>
                <a:lnTo>
                  <a:pt x="21290" y="274"/>
                </a:lnTo>
                <a:lnTo>
                  <a:pt x="21075" y="279"/>
                </a:lnTo>
                <a:lnTo>
                  <a:pt x="20860" y="284"/>
                </a:lnTo>
                <a:lnTo>
                  <a:pt x="20645" y="289"/>
                </a:lnTo>
                <a:lnTo>
                  <a:pt x="20430" y="293"/>
                </a:lnTo>
                <a:lnTo>
                  <a:pt x="20215" y="297"/>
                </a:lnTo>
                <a:lnTo>
                  <a:pt x="20000" y="300"/>
                </a:lnTo>
                <a:lnTo>
                  <a:pt x="19785" y="303"/>
                </a:lnTo>
                <a:lnTo>
                  <a:pt x="19570" y="305"/>
                </a:lnTo>
                <a:lnTo>
                  <a:pt x="19355" y="307"/>
                </a:lnTo>
                <a:lnTo>
                  <a:pt x="19140" y="308"/>
                </a:lnTo>
                <a:lnTo>
                  <a:pt x="18925" y="308"/>
                </a:lnTo>
                <a:lnTo>
                  <a:pt x="18710" y="308"/>
                </a:lnTo>
                <a:lnTo>
                  <a:pt x="18495" y="307"/>
                </a:lnTo>
                <a:lnTo>
                  <a:pt x="18280" y="306"/>
                </a:lnTo>
                <a:lnTo>
                  <a:pt x="18064" y="304"/>
                </a:lnTo>
                <a:lnTo>
                  <a:pt x="17849" y="301"/>
                </a:lnTo>
                <a:lnTo>
                  <a:pt x="17634" y="298"/>
                </a:lnTo>
                <a:lnTo>
                  <a:pt x="17419" y="293"/>
                </a:lnTo>
                <a:lnTo>
                  <a:pt x="17204" y="288"/>
                </a:lnTo>
                <a:lnTo>
                  <a:pt x="16989" y="282"/>
                </a:lnTo>
                <a:lnTo>
                  <a:pt x="16774" y="275"/>
                </a:lnTo>
                <a:lnTo>
                  <a:pt x="16559" y="266"/>
                </a:lnTo>
                <a:lnTo>
                  <a:pt x="16344" y="257"/>
                </a:lnTo>
                <a:lnTo>
                  <a:pt x="16129" y="247"/>
                </a:lnTo>
                <a:lnTo>
                  <a:pt x="15914" y="236"/>
                </a:lnTo>
                <a:lnTo>
                  <a:pt x="15699" y="224"/>
                </a:lnTo>
                <a:lnTo>
                  <a:pt x="15484" y="211"/>
                </a:lnTo>
                <a:lnTo>
                  <a:pt x="15269" y="197"/>
                </a:lnTo>
                <a:lnTo>
                  <a:pt x="15054" y="182"/>
                </a:lnTo>
                <a:lnTo>
                  <a:pt x="14839" y="166"/>
                </a:lnTo>
                <a:lnTo>
                  <a:pt x="14624" y="150"/>
                </a:lnTo>
                <a:lnTo>
                  <a:pt x="14409" y="134"/>
                </a:lnTo>
                <a:lnTo>
                  <a:pt x="14194" y="118"/>
                </a:lnTo>
                <a:lnTo>
                  <a:pt x="13979" y="102"/>
                </a:lnTo>
                <a:lnTo>
                  <a:pt x="13764" y="86"/>
                </a:lnTo>
                <a:lnTo>
                  <a:pt x="13548" y="70"/>
                </a:lnTo>
                <a:lnTo>
                  <a:pt x="13333" y="56"/>
                </a:lnTo>
                <a:lnTo>
                  <a:pt x="13118" y="43"/>
                </a:lnTo>
                <a:lnTo>
                  <a:pt x="12903" y="31"/>
                </a:lnTo>
                <a:lnTo>
                  <a:pt x="12688" y="21"/>
                </a:lnTo>
                <a:lnTo>
                  <a:pt x="12473" y="13"/>
                </a:lnTo>
                <a:lnTo>
                  <a:pt x="12258" y="6"/>
                </a:lnTo>
                <a:lnTo>
                  <a:pt x="12043" y="2"/>
                </a:lnTo>
                <a:lnTo>
                  <a:pt x="11828" y="0"/>
                </a:lnTo>
                <a:lnTo>
                  <a:pt x="11613" y="0"/>
                </a:lnTo>
                <a:lnTo>
                  <a:pt x="11398" y="3"/>
                </a:lnTo>
                <a:lnTo>
                  <a:pt x="11182" y="8"/>
                </a:lnTo>
                <a:lnTo>
                  <a:pt x="10967" y="15"/>
                </a:lnTo>
                <a:lnTo>
                  <a:pt x="10752" y="23"/>
                </a:lnTo>
                <a:lnTo>
                  <a:pt x="10537" y="34"/>
                </a:lnTo>
                <a:lnTo>
                  <a:pt x="10322" y="46"/>
                </a:lnTo>
                <a:lnTo>
                  <a:pt x="10107" y="60"/>
                </a:lnTo>
                <a:lnTo>
                  <a:pt x="9892" y="74"/>
                </a:lnTo>
                <a:lnTo>
                  <a:pt x="9677" y="90"/>
                </a:lnTo>
                <a:lnTo>
                  <a:pt x="9462" y="106"/>
                </a:lnTo>
                <a:lnTo>
                  <a:pt x="9247" y="122"/>
                </a:lnTo>
                <a:lnTo>
                  <a:pt x="9032" y="139"/>
                </a:lnTo>
                <a:lnTo>
                  <a:pt x="8816" y="155"/>
                </a:lnTo>
                <a:lnTo>
                  <a:pt x="8601" y="171"/>
                </a:lnTo>
                <a:lnTo>
                  <a:pt x="8386" y="186"/>
                </a:lnTo>
                <a:lnTo>
                  <a:pt x="8171" y="201"/>
                </a:lnTo>
                <a:lnTo>
                  <a:pt x="7956" y="214"/>
                </a:lnTo>
                <a:lnTo>
                  <a:pt x="7741" y="227"/>
                </a:lnTo>
                <a:lnTo>
                  <a:pt x="7526" y="239"/>
                </a:lnTo>
                <a:lnTo>
                  <a:pt x="7311" y="250"/>
                </a:lnTo>
                <a:lnTo>
                  <a:pt x="7096" y="260"/>
                </a:lnTo>
                <a:lnTo>
                  <a:pt x="6881" y="270"/>
                </a:lnTo>
                <a:lnTo>
                  <a:pt x="6666" y="278"/>
                </a:lnTo>
                <a:lnTo>
                  <a:pt x="6451" y="285"/>
                </a:lnTo>
                <a:lnTo>
                  <a:pt x="6236" y="291"/>
                </a:lnTo>
                <a:lnTo>
                  <a:pt x="6021" y="296"/>
                </a:lnTo>
                <a:lnTo>
                  <a:pt x="5806" y="301"/>
                </a:lnTo>
                <a:lnTo>
                  <a:pt x="5591" y="305"/>
                </a:lnTo>
                <a:lnTo>
                  <a:pt x="5376" y="308"/>
                </a:lnTo>
                <a:lnTo>
                  <a:pt x="5161" y="311"/>
                </a:lnTo>
                <a:lnTo>
                  <a:pt x="4946" y="313"/>
                </a:lnTo>
                <a:lnTo>
                  <a:pt x="4731" y="315"/>
                </a:lnTo>
                <a:lnTo>
                  <a:pt x="4516" y="317"/>
                </a:lnTo>
                <a:lnTo>
                  <a:pt x="4301" y="318"/>
                </a:lnTo>
                <a:lnTo>
                  <a:pt x="4085" y="319"/>
                </a:lnTo>
                <a:lnTo>
                  <a:pt x="3870" y="320"/>
                </a:lnTo>
                <a:lnTo>
                  <a:pt x="3655" y="320"/>
                </a:lnTo>
                <a:lnTo>
                  <a:pt x="3440" y="321"/>
                </a:lnTo>
                <a:lnTo>
                  <a:pt x="3225" y="321"/>
                </a:lnTo>
                <a:lnTo>
                  <a:pt x="3010" y="322"/>
                </a:lnTo>
                <a:lnTo>
                  <a:pt x="2795" y="322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3"/>
                </a:lnTo>
                <a:lnTo>
                  <a:pt x="0" y="323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0">
            <a:noFill/>
          </a:ln>
        </p:spPr>
      </p:sp>
      <p:sp>
        <p:nvSpPr>
          <p:cNvPr id="241" name=""/>
          <p:cNvSpPr/>
          <p:nvPr/>
        </p:nvSpPr>
        <p:spPr>
          <a:xfrm>
            <a:off x="529560" y="495324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241"/>
                </a:moveTo>
                <a:lnTo>
                  <a:pt x="0" y="322"/>
                </a:ln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295"/>
                </a:lnTo>
                <a:lnTo>
                  <a:pt x="25376" y="295"/>
                </a:lnTo>
                <a:lnTo>
                  <a:pt x="25161" y="294"/>
                </a:lnTo>
                <a:lnTo>
                  <a:pt x="24946" y="294"/>
                </a:lnTo>
                <a:lnTo>
                  <a:pt x="24731" y="295"/>
                </a:lnTo>
                <a:lnTo>
                  <a:pt x="24516" y="295"/>
                </a:lnTo>
                <a:lnTo>
                  <a:pt x="24301" y="296"/>
                </a:lnTo>
                <a:lnTo>
                  <a:pt x="24086" y="297"/>
                </a:lnTo>
                <a:lnTo>
                  <a:pt x="23871" y="298"/>
                </a:lnTo>
                <a:lnTo>
                  <a:pt x="23656" y="299"/>
                </a:lnTo>
                <a:lnTo>
                  <a:pt x="23441" y="301"/>
                </a:lnTo>
                <a:lnTo>
                  <a:pt x="23226" y="302"/>
                </a:lnTo>
                <a:lnTo>
                  <a:pt x="23011" y="304"/>
                </a:lnTo>
                <a:lnTo>
                  <a:pt x="22795" y="305"/>
                </a:lnTo>
                <a:lnTo>
                  <a:pt x="22580" y="307"/>
                </a:lnTo>
                <a:lnTo>
                  <a:pt x="22365" y="308"/>
                </a:lnTo>
                <a:lnTo>
                  <a:pt x="22150" y="310"/>
                </a:lnTo>
                <a:lnTo>
                  <a:pt x="21935" y="311"/>
                </a:lnTo>
                <a:lnTo>
                  <a:pt x="21720" y="312"/>
                </a:lnTo>
                <a:lnTo>
                  <a:pt x="21505" y="314"/>
                </a:lnTo>
                <a:lnTo>
                  <a:pt x="21290" y="315"/>
                </a:lnTo>
                <a:lnTo>
                  <a:pt x="21075" y="316"/>
                </a:lnTo>
                <a:lnTo>
                  <a:pt x="20860" y="317"/>
                </a:lnTo>
                <a:lnTo>
                  <a:pt x="20645" y="318"/>
                </a:lnTo>
                <a:lnTo>
                  <a:pt x="20430" y="318"/>
                </a:lnTo>
                <a:lnTo>
                  <a:pt x="20215" y="319"/>
                </a:lnTo>
                <a:lnTo>
                  <a:pt x="20000" y="320"/>
                </a:lnTo>
                <a:lnTo>
                  <a:pt x="19785" y="320"/>
                </a:lnTo>
                <a:lnTo>
                  <a:pt x="19570" y="320"/>
                </a:lnTo>
                <a:lnTo>
                  <a:pt x="19355" y="321"/>
                </a:lnTo>
                <a:lnTo>
                  <a:pt x="19140" y="321"/>
                </a:lnTo>
                <a:lnTo>
                  <a:pt x="18925" y="321"/>
                </a:lnTo>
                <a:lnTo>
                  <a:pt x="18710" y="321"/>
                </a:lnTo>
                <a:lnTo>
                  <a:pt x="18495" y="322"/>
                </a:lnTo>
                <a:lnTo>
                  <a:pt x="18280" y="322"/>
                </a:lnTo>
                <a:lnTo>
                  <a:pt x="18064" y="322"/>
                </a:lnTo>
                <a:lnTo>
                  <a:pt x="17849" y="322"/>
                </a:lnTo>
                <a:lnTo>
                  <a:pt x="17634" y="322"/>
                </a:lnTo>
                <a:lnTo>
                  <a:pt x="17419" y="322"/>
                </a:lnTo>
                <a:lnTo>
                  <a:pt x="17204" y="322"/>
                </a:lnTo>
                <a:lnTo>
                  <a:pt x="16989" y="322"/>
                </a:lnTo>
                <a:lnTo>
                  <a:pt x="16774" y="322"/>
                </a:lnTo>
                <a:lnTo>
                  <a:pt x="16559" y="322"/>
                </a:lnTo>
                <a:lnTo>
                  <a:pt x="16344" y="322"/>
                </a:lnTo>
                <a:lnTo>
                  <a:pt x="16129" y="322"/>
                </a:lnTo>
                <a:lnTo>
                  <a:pt x="15914" y="322"/>
                </a:lnTo>
                <a:lnTo>
                  <a:pt x="15699" y="322"/>
                </a:lnTo>
                <a:lnTo>
                  <a:pt x="15484" y="322"/>
                </a:lnTo>
                <a:lnTo>
                  <a:pt x="15269" y="322"/>
                </a:lnTo>
                <a:lnTo>
                  <a:pt x="15054" y="322"/>
                </a:lnTo>
                <a:lnTo>
                  <a:pt x="14839" y="322"/>
                </a:lnTo>
                <a:lnTo>
                  <a:pt x="14624" y="322"/>
                </a:lnTo>
                <a:lnTo>
                  <a:pt x="14409" y="322"/>
                </a:lnTo>
                <a:lnTo>
                  <a:pt x="14194" y="322"/>
                </a:lnTo>
                <a:lnTo>
                  <a:pt x="13979" y="322"/>
                </a:lnTo>
                <a:lnTo>
                  <a:pt x="13764" y="322"/>
                </a:lnTo>
                <a:lnTo>
                  <a:pt x="13548" y="322"/>
                </a:lnTo>
                <a:lnTo>
                  <a:pt x="13333" y="322"/>
                </a:lnTo>
                <a:lnTo>
                  <a:pt x="13118" y="322"/>
                </a:lnTo>
                <a:lnTo>
                  <a:pt x="12903" y="322"/>
                </a:lnTo>
                <a:lnTo>
                  <a:pt x="12688" y="321"/>
                </a:lnTo>
                <a:lnTo>
                  <a:pt x="12473" y="321"/>
                </a:lnTo>
                <a:lnTo>
                  <a:pt x="12258" y="321"/>
                </a:lnTo>
                <a:lnTo>
                  <a:pt x="12043" y="321"/>
                </a:lnTo>
                <a:lnTo>
                  <a:pt x="11828" y="320"/>
                </a:lnTo>
                <a:lnTo>
                  <a:pt x="11613" y="319"/>
                </a:lnTo>
                <a:lnTo>
                  <a:pt x="11398" y="319"/>
                </a:lnTo>
                <a:lnTo>
                  <a:pt x="11182" y="317"/>
                </a:lnTo>
                <a:lnTo>
                  <a:pt x="10967" y="316"/>
                </a:lnTo>
                <a:lnTo>
                  <a:pt x="10752" y="315"/>
                </a:lnTo>
                <a:lnTo>
                  <a:pt x="10537" y="313"/>
                </a:lnTo>
                <a:lnTo>
                  <a:pt x="10322" y="310"/>
                </a:lnTo>
                <a:lnTo>
                  <a:pt x="10107" y="307"/>
                </a:lnTo>
                <a:lnTo>
                  <a:pt x="9892" y="304"/>
                </a:lnTo>
                <a:lnTo>
                  <a:pt x="9677" y="299"/>
                </a:lnTo>
                <a:lnTo>
                  <a:pt x="9462" y="294"/>
                </a:lnTo>
                <a:lnTo>
                  <a:pt x="9247" y="289"/>
                </a:lnTo>
                <a:lnTo>
                  <a:pt x="9032" y="282"/>
                </a:lnTo>
                <a:lnTo>
                  <a:pt x="8816" y="274"/>
                </a:lnTo>
                <a:lnTo>
                  <a:pt x="8601" y="266"/>
                </a:lnTo>
                <a:lnTo>
                  <a:pt x="8386" y="256"/>
                </a:lnTo>
                <a:lnTo>
                  <a:pt x="8171" y="245"/>
                </a:lnTo>
                <a:lnTo>
                  <a:pt x="7956" y="233"/>
                </a:lnTo>
                <a:lnTo>
                  <a:pt x="7741" y="220"/>
                </a:lnTo>
                <a:lnTo>
                  <a:pt x="7526" y="207"/>
                </a:lnTo>
                <a:lnTo>
                  <a:pt x="7311" y="191"/>
                </a:lnTo>
                <a:lnTo>
                  <a:pt x="7096" y="175"/>
                </a:lnTo>
                <a:lnTo>
                  <a:pt x="6881" y="159"/>
                </a:lnTo>
                <a:lnTo>
                  <a:pt x="6666" y="142"/>
                </a:lnTo>
                <a:lnTo>
                  <a:pt x="6451" y="125"/>
                </a:lnTo>
                <a:lnTo>
                  <a:pt x="6236" y="108"/>
                </a:lnTo>
                <a:lnTo>
                  <a:pt x="6021" y="91"/>
                </a:lnTo>
                <a:lnTo>
                  <a:pt x="5806" y="75"/>
                </a:lnTo>
                <a:lnTo>
                  <a:pt x="5591" y="60"/>
                </a:lnTo>
                <a:lnTo>
                  <a:pt x="5376" y="46"/>
                </a:lnTo>
                <a:lnTo>
                  <a:pt x="5161" y="33"/>
                </a:lnTo>
                <a:lnTo>
                  <a:pt x="4946" y="22"/>
                </a:lnTo>
                <a:lnTo>
                  <a:pt x="4731" y="13"/>
                </a:lnTo>
                <a:lnTo>
                  <a:pt x="4516" y="6"/>
                </a:lnTo>
                <a:lnTo>
                  <a:pt x="4301" y="2"/>
                </a:lnTo>
                <a:lnTo>
                  <a:pt x="4085" y="0"/>
                </a:lnTo>
                <a:lnTo>
                  <a:pt x="3870" y="0"/>
                </a:lnTo>
                <a:lnTo>
                  <a:pt x="3655" y="3"/>
                </a:lnTo>
                <a:lnTo>
                  <a:pt x="3440" y="8"/>
                </a:lnTo>
                <a:lnTo>
                  <a:pt x="3225" y="16"/>
                </a:lnTo>
                <a:lnTo>
                  <a:pt x="3010" y="26"/>
                </a:lnTo>
                <a:lnTo>
                  <a:pt x="2795" y="38"/>
                </a:lnTo>
                <a:lnTo>
                  <a:pt x="2580" y="51"/>
                </a:lnTo>
                <a:lnTo>
                  <a:pt x="2365" y="66"/>
                </a:lnTo>
                <a:lnTo>
                  <a:pt x="2150" y="82"/>
                </a:lnTo>
                <a:lnTo>
                  <a:pt x="1935" y="98"/>
                </a:lnTo>
                <a:lnTo>
                  <a:pt x="1720" y="115"/>
                </a:lnTo>
                <a:lnTo>
                  <a:pt x="1505" y="133"/>
                </a:lnTo>
                <a:lnTo>
                  <a:pt x="1290" y="150"/>
                </a:lnTo>
                <a:lnTo>
                  <a:pt x="1075" y="167"/>
                </a:lnTo>
                <a:lnTo>
                  <a:pt x="860" y="183"/>
                </a:lnTo>
                <a:lnTo>
                  <a:pt x="645" y="199"/>
                </a:lnTo>
                <a:lnTo>
                  <a:pt x="430" y="214"/>
                </a:lnTo>
                <a:lnTo>
                  <a:pt x="215" y="228"/>
                </a:lnTo>
                <a:lnTo>
                  <a:pt x="0" y="241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0">
            <a:noFill/>
          </a:ln>
        </p:spPr>
      </p:sp>
      <p:sp>
        <p:nvSpPr>
          <p:cNvPr id="242" name=""/>
          <p:cNvSpPr/>
          <p:nvPr/>
        </p:nvSpPr>
        <p:spPr>
          <a:xfrm>
            <a:off x="529560" y="5366520"/>
            <a:ext cx="9212760" cy="115920"/>
          </a:xfrm>
          <a:custGeom>
            <a:avLst/>
            <a:gdLst/>
            <a:ahLst/>
            <a:rect l="0" t="0" r="r" b="b"/>
            <a:pathLst>
              <a:path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  <a:lnTo>
                  <a:pt x="25591" y="210"/>
                </a:lnTo>
                <a:lnTo>
                  <a:pt x="25376" y="208"/>
                </a:lnTo>
                <a:lnTo>
                  <a:pt x="25161" y="208"/>
                </a:lnTo>
                <a:lnTo>
                  <a:pt x="24946" y="210"/>
                </a:lnTo>
                <a:lnTo>
                  <a:pt x="24731" y="214"/>
                </a:lnTo>
                <a:lnTo>
                  <a:pt x="24516" y="221"/>
                </a:lnTo>
                <a:lnTo>
                  <a:pt x="24301" y="228"/>
                </a:lnTo>
                <a:lnTo>
                  <a:pt x="24086" y="237"/>
                </a:lnTo>
                <a:lnTo>
                  <a:pt x="23871" y="247"/>
                </a:lnTo>
                <a:lnTo>
                  <a:pt x="23656" y="256"/>
                </a:lnTo>
                <a:lnTo>
                  <a:pt x="23441" y="266"/>
                </a:lnTo>
                <a:lnTo>
                  <a:pt x="23226" y="275"/>
                </a:lnTo>
                <a:lnTo>
                  <a:pt x="23011" y="283"/>
                </a:lnTo>
                <a:lnTo>
                  <a:pt x="22795" y="291"/>
                </a:lnTo>
                <a:lnTo>
                  <a:pt x="22580" y="297"/>
                </a:lnTo>
                <a:lnTo>
                  <a:pt x="22365" y="302"/>
                </a:lnTo>
                <a:lnTo>
                  <a:pt x="22150" y="305"/>
                </a:lnTo>
                <a:lnTo>
                  <a:pt x="21935" y="308"/>
                </a:lnTo>
                <a:lnTo>
                  <a:pt x="21720" y="309"/>
                </a:lnTo>
                <a:lnTo>
                  <a:pt x="21505" y="308"/>
                </a:lnTo>
                <a:lnTo>
                  <a:pt x="21290" y="306"/>
                </a:lnTo>
                <a:lnTo>
                  <a:pt x="21075" y="302"/>
                </a:lnTo>
                <a:lnTo>
                  <a:pt x="20860" y="296"/>
                </a:lnTo>
                <a:lnTo>
                  <a:pt x="20645" y="287"/>
                </a:lnTo>
                <a:lnTo>
                  <a:pt x="20430" y="277"/>
                </a:lnTo>
                <a:lnTo>
                  <a:pt x="20215" y="263"/>
                </a:lnTo>
                <a:lnTo>
                  <a:pt x="20000" y="246"/>
                </a:lnTo>
                <a:lnTo>
                  <a:pt x="19785" y="227"/>
                </a:lnTo>
                <a:lnTo>
                  <a:pt x="19570" y="205"/>
                </a:lnTo>
                <a:lnTo>
                  <a:pt x="19355" y="180"/>
                </a:lnTo>
                <a:lnTo>
                  <a:pt x="19140" y="154"/>
                </a:lnTo>
                <a:lnTo>
                  <a:pt x="18925" y="127"/>
                </a:lnTo>
                <a:lnTo>
                  <a:pt x="18710" y="100"/>
                </a:lnTo>
                <a:lnTo>
                  <a:pt x="18495" y="74"/>
                </a:lnTo>
                <a:lnTo>
                  <a:pt x="18280" y="50"/>
                </a:lnTo>
                <a:lnTo>
                  <a:pt x="18064" y="30"/>
                </a:lnTo>
                <a:lnTo>
                  <a:pt x="17849" y="13"/>
                </a:lnTo>
                <a:lnTo>
                  <a:pt x="17634" y="3"/>
                </a:lnTo>
                <a:lnTo>
                  <a:pt x="17419" y="0"/>
                </a:lnTo>
                <a:lnTo>
                  <a:pt x="17204" y="2"/>
                </a:lnTo>
                <a:lnTo>
                  <a:pt x="16989" y="11"/>
                </a:lnTo>
                <a:lnTo>
                  <a:pt x="16774" y="26"/>
                </a:lnTo>
                <a:lnTo>
                  <a:pt x="16559" y="46"/>
                </a:lnTo>
                <a:lnTo>
                  <a:pt x="16344" y="69"/>
                </a:lnTo>
                <a:lnTo>
                  <a:pt x="16129" y="94"/>
                </a:lnTo>
                <a:lnTo>
                  <a:pt x="15914" y="121"/>
                </a:lnTo>
                <a:lnTo>
                  <a:pt x="15699" y="148"/>
                </a:lnTo>
                <a:lnTo>
                  <a:pt x="15484" y="175"/>
                </a:lnTo>
                <a:lnTo>
                  <a:pt x="15269" y="199"/>
                </a:lnTo>
                <a:lnTo>
                  <a:pt x="15054" y="221"/>
                </a:lnTo>
                <a:lnTo>
                  <a:pt x="14839" y="240"/>
                </a:lnTo>
                <a:lnTo>
                  <a:pt x="14624" y="257"/>
                </a:lnTo>
                <a:lnTo>
                  <a:pt x="14409" y="270"/>
                </a:lnTo>
                <a:lnTo>
                  <a:pt x="14194" y="280"/>
                </a:lnTo>
                <a:lnTo>
                  <a:pt x="13979" y="288"/>
                </a:lnTo>
                <a:lnTo>
                  <a:pt x="13764" y="293"/>
                </a:lnTo>
                <a:lnTo>
                  <a:pt x="13548" y="297"/>
                </a:lnTo>
                <a:lnTo>
                  <a:pt x="13333" y="299"/>
                </a:lnTo>
                <a:lnTo>
                  <a:pt x="13118" y="300"/>
                </a:lnTo>
                <a:lnTo>
                  <a:pt x="12903" y="300"/>
                </a:lnTo>
                <a:lnTo>
                  <a:pt x="12688" y="299"/>
                </a:lnTo>
                <a:lnTo>
                  <a:pt x="12473" y="298"/>
                </a:lnTo>
                <a:lnTo>
                  <a:pt x="12258" y="297"/>
                </a:lnTo>
                <a:lnTo>
                  <a:pt x="12043" y="297"/>
                </a:lnTo>
                <a:lnTo>
                  <a:pt x="11828" y="297"/>
                </a:lnTo>
                <a:lnTo>
                  <a:pt x="11613" y="297"/>
                </a:lnTo>
                <a:lnTo>
                  <a:pt x="11398" y="297"/>
                </a:lnTo>
                <a:lnTo>
                  <a:pt x="11182" y="298"/>
                </a:lnTo>
                <a:lnTo>
                  <a:pt x="10967" y="299"/>
                </a:lnTo>
                <a:lnTo>
                  <a:pt x="10752" y="301"/>
                </a:lnTo>
                <a:lnTo>
                  <a:pt x="10537" y="303"/>
                </a:lnTo>
                <a:lnTo>
                  <a:pt x="10322" y="305"/>
                </a:lnTo>
                <a:lnTo>
                  <a:pt x="10107" y="307"/>
                </a:lnTo>
                <a:lnTo>
                  <a:pt x="9892" y="309"/>
                </a:lnTo>
                <a:lnTo>
                  <a:pt x="9677" y="311"/>
                </a:lnTo>
                <a:lnTo>
                  <a:pt x="9462" y="313"/>
                </a:lnTo>
                <a:lnTo>
                  <a:pt x="9247" y="315"/>
                </a:lnTo>
                <a:lnTo>
                  <a:pt x="9032" y="316"/>
                </a:lnTo>
                <a:lnTo>
                  <a:pt x="8816" y="318"/>
                </a:lnTo>
                <a:lnTo>
                  <a:pt x="8601" y="319"/>
                </a:lnTo>
                <a:lnTo>
                  <a:pt x="8386" y="320"/>
                </a:lnTo>
                <a:lnTo>
                  <a:pt x="8171" y="320"/>
                </a:lnTo>
                <a:lnTo>
                  <a:pt x="7956" y="321"/>
                </a:lnTo>
                <a:lnTo>
                  <a:pt x="7741" y="321"/>
                </a:lnTo>
                <a:lnTo>
                  <a:pt x="7526" y="321"/>
                </a:lnTo>
                <a:lnTo>
                  <a:pt x="7311" y="322"/>
                </a:lnTo>
                <a:lnTo>
                  <a:pt x="7096" y="322"/>
                </a:lnTo>
                <a:lnTo>
                  <a:pt x="6881" y="322"/>
                </a:lnTo>
                <a:lnTo>
                  <a:pt x="6666" y="322"/>
                </a:lnTo>
                <a:lnTo>
                  <a:pt x="6451" y="322"/>
                </a:lnTo>
                <a:lnTo>
                  <a:pt x="6236" y="322"/>
                </a:lnTo>
                <a:lnTo>
                  <a:pt x="6021" y="322"/>
                </a:lnTo>
                <a:lnTo>
                  <a:pt x="5806" y="322"/>
                </a:lnTo>
                <a:lnTo>
                  <a:pt x="5591" y="322"/>
                </a:lnTo>
                <a:lnTo>
                  <a:pt x="5376" y="322"/>
                </a:lnTo>
                <a:lnTo>
                  <a:pt x="5161" y="322"/>
                </a:lnTo>
                <a:lnTo>
                  <a:pt x="4946" y="322"/>
                </a:lnTo>
                <a:lnTo>
                  <a:pt x="4731" y="322"/>
                </a:lnTo>
                <a:lnTo>
                  <a:pt x="4516" y="322"/>
                </a:lnTo>
                <a:lnTo>
                  <a:pt x="4301" y="322"/>
                </a:lnTo>
                <a:lnTo>
                  <a:pt x="4085" y="322"/>
                </a:lnTo>
                <a:lnTo>
                  <a:pt x="3870" y="322"/>
                </a:lnTo>
                <a:lnTo>
                  <a:pt x="3655" y="322"/>
                </a:lnTo>
                <a:lnTo>
                  <a:pt x="3440" y="322"/>
                </a:lnTo>
                <a:lnTo>
                  <a:pt x="3225" y="322"/>
                </a:lnTo>
                <a:lnTo>
                  <a:pt x="3010" y="322"/>
                </a:lnTo>
                <a:lnTo>
                  <a:pt x="2795" y="322"/>
                </a:lnTo>
                <a:lnTo>
                  <a:pt x="2580" y="322"/>
                </a:lnTo>
                <a:lnTo>
                  <a:pt x="2365" y="322"/>
                </a:lnTo>
                <a:lnTo>
                  <a:pt x="2150" y="322"/>
                </a:lnTo>
                <a:lnTo>
                  <a:pt x="1935" y="322"/>
                </a:lnTo>
                <a:lnTo>
                  <a:pt x="1720" y="322"/>
                </a:lnTo>
                <a:lnTo>
                  <a:pt x="1505" y="322"/>
                </a:lnTo>
                <a:lnTo>
                  <a:pt x="1290" y="322"/>
                </a:lnTo>
                <a:lnTo>
                  <a:pt x="1075" y="322"/>
                </a:lnTo>
                <a:lnTo>
                  <a:pt x="860" y="322"/>
                </a:lnTo>
                <a:lnTo>
                  <a:pt x="645" y="322"/>
                </a:lnTo>
                <a:lnTo>
                  <a:pt x="430" y="322"/>
                </a:lnTo>
                <a:lnTo>
                  <a:pt x="215" y="322"/>
                </a:lnTo>
                <a:lnTo>
                  <a:pt x="0" y="322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0">
            <a:noFill/>
          </a:ln>
        </p:spPr>
      </p:sp>
      <p:sp>
        <p:nvSpPr>
          <p:cNvPr id="243" name=""/>
          <p:cNvSpPr/>
          <p:nvPr/>
        </p:nvSpPr>
        <p:spPr>
          <a:xfrm>
            <a:off x="529560" y="5504040"/>
            <a:ext cx="9212760" cy="116280"/>
          </a:xfrm>
          <a:custGeom>
            <a:avLst/>
            <a:gdLst/>
            <a:ahLst/>
            <a:rect l="0" t="0" r="r" b="b"/>
            <a:pathLst>
              <a:path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  <a:lnTo>
                  <a:pt x="25591" y="215"/>
                </a:lnTo>
                <a:lnTo>
                  <a:pt x="25376" y="215"/>
                </a:lnTo>
                <a:lnTo>
                  <a:pt x="25161" y="217"/>
                </a:lnTo>
                <a:lnTo>
                  <a:pt x="24946" y="222"/>
                </a:lnTo>
                <a:lnTo>
                  <a:pt x="24731" y="228"/>
                </a:lnTo>
                <a:lnTo>
                  <a:pt x="24516" y="237"/>
                </a:lnTo>
                <a:lnTo>
                  <a:pt x="24301" y="246"/>
                </a:lnTo>
                <a:lnTo>
                  <a:pt x="24086" y="256"/>
                </a:lnTo>
                <a:lnTo>
                  <a:pt x="23871" y="266"/>
                </a:lnTo>
                <a:lnTo>
                  <a:pt x="23656" y="276"/>
                </a:lnTo>
                <a:lnTo>
                  <a:pt x="23441" y="286"/>
                </a:lnTo>
                <a:lnTo>
                  <a:pt x="23226" y="294"/>
                </a:lnTo>
                <a:lnTo>
                  <a:pt x="23011" y="300"/>
                </a:lnTo>
                <a:lnTo>
                  <a:pt x="22795" y="306"/>
                </a:lnTo>
                <a:lnTo>
                  <a:pt x="22580" y="310"/>
                </a:lnTo>
                <a:lnTo>
                  <a:pt x="22365" y="313"/>
                </a:lnTo>
                <a:lnTo>
                  <a:pt x="22150" y="316"/>
                </a:lnTo>
                <a:lnTo>
                  <a:pt x="21935" y="317"/>
                </a:lnTo>
                <a:lnTo>
                  <a:pt x="21720" y="317"/>
                </a:lnTo>
                <a:lnTo>
                  <a:pt x="21505" y="316"/>
                </a:lnTo>
                <a:lnTo>
                  <a:pt x="21290" y="314"/>
                </a:lnTo>
                <a:lnTo>
                  <a:pt x="21075" y="311"/>
                </a:lnTo>
                <a:lnTo>
                  <a:pt x="20860" y="306"/>
                </a:lnTo>
                <a:lnTo>
                  <a:pt x="20645" y="298"/>
                </a:lnTo>
                <a:lnTo>
                  <a:pt x="20430" y="289"/>
                </a:lnTo>
                <a:lnTo>
                  <a:pt x="20215" y="275"/>
                </a:lnTo>
                <a:lnTo>
                  <a:pt x="20000" y="259"/>
                </a:lnTo>
                <a:lnTo>
                  <a:pt x="19785" y="240"/>
                </a:lnTo>
                <a:lnTo>
                  <a:pt x="19570" y="217"/>
                </a:lnTo>
                <a:lnTo>
                  <a:pt x="19355" y="191"/>
                </a:lnTo>
                <a:lnTo>
                  <a:pt x="19140" y="163"/>
                </a:lnTo>
                <a:lnTo>
                  <a:pt x="18925" y="133"/>
                </a:lnTo>
                <a:lnTo>
                  <a:pt x="18710" y="102"/>
                </a:lnTo>
                <a:lnTo>
                  <a:pt x="18495" y="73"/>
                </a:lnTo>
                <a:lnTo>
                  <a:pt x="18280" y="47"/>
                </a:lnTo>
                <a:lnTo>
                  <a:pt x="18064" y="26"/>
                </a:lnTo>
                <a:lnTo>
                  <a:pt x="17849" y="10"/>
                </a:lnTo>
                <a:lnTo>
                  <a:pt x="17634" y="1"/>
                </a:lnTo>
                <a:lnTo>
                  <a:pt x="17419" y="0"/>
                </a:lnTo>
                <a:lnTo>
                  <a:pt x="17204" y="7"/>
                </a:lnTo>
                <a:lnTo>
                  <a:pt x="16989" y="21"/>
                </a:lnTo>
                <a:lnTo>
                  <a:pt x="16774" y="41"/>
                </a:lnTo>
                <a:lnTo>
                  <a:pt x="16559" y="66"/>
                </a:lnTo>
                <a:lnTo>
                  <a:pt x="16344" y="95"/>
                </a:lnTo>
                <a:lnTo>
                  <a:pt x="16129" y="125"/>
                </a:lnTo>
                <a:lnTo>
                  <a:pt x="15914" y="155"/>
                </a:lnTo>
                <a:lnTo>
                  <a:pt x="15699" y="184"/>
                </a:lnTo>
                <a:lnTo>
                  <a:pt x="15484" y="211"/>
                </a:lnTo>
                <a:lnTo>
                  <a:pt x="15269" y="234"/>
                </a:lnTo>
                <a:lnTo>
                  <a:pt x="15054" y="255"/>
                </a:lnTo>
                <a:lnTo>
                  <a:pt x="14839" y="271"/>
                </a:lnTo>
                <a:lnTo>
                  <a:pt x="14624" y="286"/>
                </a:lnTo>
                <a:lnTo>
                  <a:pt x="14409" y="296"/>
                </a:lnTo>
                <a:lnTo>
                  <a:pt x="14194" y="304"/>
                </a:lnTo>
                <a:lnTo>
                  <a:pt x="13979" y="310"/>
                </a:lnTo>
                <a:lnTo>
                  <a:pt x="13764" y="314"/>
                </a:lnTo>
                <a:lnTo>
                  <a:pt x="13548" y="317"/>
                </a:lnTo>
                <a:lnTo>
                  <a:pt x="13333" y="319"/>
                </a:lnTo>
                <a:lnTo>
                  <a:pt x="13118" y="321"/>
                </a:lnTo>
                <a:lnTo>
                  <a:pt x="12903" y="321"/>
                </a:lnTo>
                <a:lnTo>
                  <a:pt x="12688" y="322"/>
                </a:lnTo>
                <a:lnTo>
                  <a:pt x="12473" y="322"/>
                </a:lnTo>
                <a:lnTo>
                  <a:pt x="12258" y="322"/>
                </a:lnTo>
                <a:lnTo>
                  <a:pt x="12043" y="323"/>
                </a:lnTo>
                <a:lnTo>
                  <a:pt x="11828" y="323"/>
                </a:lnTo>
                <a:lnTo>
                  <a:pt x="11613" y="323"/>
                </a:lnTo>
                <a:lnTo>
                  <a:pt x="11398" y="323"/>
                </a:lnTo>
                <a:lnTo>
                  <a:pt x="11182" y="323"/>
                </a:lnTo>
                <a:lnTo>
                  <a:pt x="10967" y="323"/>
                </a:lnTo>
                <a:lnTo>
                  <a:pt x="10752" y="323"/>
                </a:lnTo>
                <a:lnTo>
                  <a:pt x="10537" y="323"/>
                </a:lnTo>
                <a:lnTo>
                  <a:pt x="10322" y="323"/>
                </a:lnTo>
                <a:lnTo>
                  <a:pt x="10107" y="323"/>
                </a:lnTo>
                <a:lnTo>
                  <a:pt x="9892" y="323"/>
                </a:lnTo>
                <a:lnTo>
                  <a:pt x="9677" y="323"/>
                </a:lnTo>
                <a:lnTo>
                  <a:pt x="9462" y="323"/>
                </a:lnTo>
                <a:lnTo>
                  <a:pt x="9247" y="323"/>
                </a:lnTo>
                <a:lnTo>
                  <a:pt x="9032" y="323"/>
                </a:lnTo>
                <a:lnTo>
                  <a:pt x="8816" y="323"/>
                </a:lnTo>
                <a:lnTo>
                  <a:pt x="8601" y="323"/>
                </a:lnTo>
                <a:lnTo>
                  <a:pt x="8386" y="323"/>
                </a:lnTo>
                <a:lnTo>
                  <a:pt x="8171" y="323"/>
                </a:lnTo>
                <a:lnTo>
                  <a:pt x="7956" y="323"/>
                </a:lnTo>
                <a:lnTo>
                  <a:pt x="7741" y="323"/>
                </a:lnTo>
                <a:lnTo>
                  <a:pt x="7526" y="323"/>
                </a:lnTo>
                <a:lnTo>
                  <a:pt x="7311" y="323"/>
                </a:lnTo>
                <a:lnTo>
                  <a:pt x="7096" y="323"/>
                </a:lnTo>
                <a:lnTo>
                  <a:pt x="6881" y="323"/>
                </a:lnTo>
                <a:lnTo>
                  <a:pt x="6666" y="323"/>
                </a:lnTo>
                <a:lnTo>
                  <a:pt x="6451" y="323"/>
                </a:lnTo>
                <a:lnTo>
                  <a:pt x="6236" y="323"/>
                </a:lnTo>
                <a:lnTo>
                  <a:pt x="6021" y="323"/>
                </a:lnTo>
                <a:lnTo>
                  <a:pt x="5806" y="323"/>
                </a:lnTo>
                <a:lnTo>
                  <a:pt x="5591" y="323"/>
                </a:lnTo>
                <a:lnTo>
                  <a:pt x="5376" y="323"/>
                </a:lnTo>
                <a:lnTo>
                  <a:pt x="5161" y="323"/>
                </a:lnTo>
                <a:lnTo>
                  <a:pt x="4946" y="323"/>
                </a:lnTo>
                <a:lnTo>
                  <a:pt x="4731" y="323"/>
                </a:lnTo>
                <a:lnTo>
                  <a:pt x="4516" y="323"/>
                </a:lnTo>
                <a:lnTo>
                  <a:pt x="4301" y="323"/>
                </a:lnTo>
                <a:lnTo>
                  <a:pt x="4085" y="323"/>
                </a:lnTo>
                <a:lnTo>
                  <a:pt x="3870" y="323"/>
                </a:lnTo>
                <a:lnTo>
                  <a:pt x="3655" y="323"/>
                </a:lnTo>
                <a:lnTo>
                  <a:pt x="3440" y="323"/>
                </a:lnTo>
                <a:lnTo>
                  <a:pt x="3225" y="323"/>
                </a:lnTo>
                <a:lnTo>
                  <a:pt x="3010" y="323"/>
                </a:lnTo>
                <a:lnTo>
                  <a:pt x="2795" y="323"/>
                </a:lnTo>
                <a:lnTo>
                  <a:pt x="2580" y="323"/>
                </a:lnTo>
                <a:lnTo>
                  <a:pt x="2365" y="323"/>
                </a:lnTo>
                <a:lnTo>
                  <a:pt x="2150" y="323"/>
                </a:lnTo>
                <a:lnTo>
                  <a:pt x="1935" y="323"/>
                </a:lnTo>
                <a:lnTo>
                  <a:pt x="1720" y="323"/>
                </a:lnTo>
                <a:lnTo>
                  <a:pt x="1505" y="323"/>
                </a:lnTo>
                <a:lnTo>
                  <a:pt x="1290" y="323"/>
                </a:lnTo>
                <a:lnTo>
                  <a:pt x="1075" y="323"/>
                </a:lnTo>
                <a:lnTo>
                  <a:pt x="860" y="323"/>
                </a:lnTo>
                <a:lnTo>
                  <a:pt x="645" y="323"/>
                </a:lnTo>
                <a:lnTo>
                  <a:pt x="430" y="323"/>
                </a:lnTo>
                <a:lnTo>
                  <a:pt x="215" y="323"/>
                </a:lnTo>
                <a:lnTo>
                  <a:pt x="0" y="323"/>
                </a:lnTo>
                <a:close/>
              </a:path>
            </a:pathLst>
          </a:custGeom>
          <a:solidFill>
            <a:srgbClr val="0a7d6e">
              <a:alpha val="25000"/>
            </a:srgbClr>
          </a:solidFill>
          <a:ln w="0">
            <a:noFill/>
          </a:ln>
        </p:spPr>
      </p:sp>
      <p:sp>
        <p:nvSpPr>
          <p:cNvPr id="244" name=""/>
          <p:cNvSpPr/>
          <p:nvPr/>
        </p:nvSpPr>
        <p:spPr>
          <a:xfrm>
            <a:off x="529560" y="233604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1"/>
                </a:lnTo>
                <a:lnTo>
                  <a:pt x="12473" y="321"/>
                </a:lnTo>
                <a:lnTo>
                  <a:pt x="12688" y="320"/>
                </a:lnTo>
                <a:lnTo>
                  <a:pt x="12903" y="319"/>
                </a:lnTo>
                <a:lnTo>
                  <a:pt x="13118" y="318"/>
                </a:lnTo>
                <a:lnTo>
                  <a:pt x="13333" y="316"/>
                </a:lnTo>
                <a:lnTo>
                  <a:pt x="13548" y="314"/>
                </a:lnTo>
                <a:lnTo>
                  <a:pt x="13764" y="311"/>
                </a:lnTo>
                <a:lnTo>
                  <a:pt x="13979" y="308"/>
                </a:lnTo>
                <a:lnTo>
                  <a:pt x="14194" y="303"/>
                </a:lnTo>
                <a:lnTo>
                  <a:pt x="14409" y="298"/>
                </a:lnTo>
                <a:lnTo>
                  <a:pt x="14624" y="292"/>
                </a:lnTo>
                <a:lnTo>
                  <a:pt x="14839" y="285"/>
                </a:lnTo>
                <a:lnTo>
                  <a:pt x="15054" y="278"/>
                </a:lnTo>
                <a:lnTo>
                  <a:pt x="15269" y="271"/>
                </a:lnTo>
                <a:lnTo>
                  <a:pt x="15484" y="264"/>
                </a:lnTo>
                <a:lnTo>
                  <a:pt x="15699" y="257"/>
                </a:lnTo>
                <a:lnTo>
                  <a:pt x="15914" y="251"/>
                </a:lnTo>
                <a:lnTo>
                  <a:pt x="16129" y="246"/>
                </a:lnTo>
                <a:lnTo>
                  <a:pt x="16344" y="243"/>
                </a:lnTo>
                <a:lnTo>
                  <a:pt x="16559" y="241"/>
                </a:lnTo>
                <a:lnTo>
                  <a:pt x="16774" y="241"/>
                </a:lnTo>
                <a:lnTo>
                  <a:pt x="16989" y="243"/>
                </a:lnTo>
                <a:lnTo>
                  <a:pt x="17204" y="247"/>
                </a:lnTo>
                <a:lnTo>
                  <a:pt x="17419" y="252"/>
                </a:lnTo>
                <a:lnTo>
                  <a:pt x="17634" y="258"/>
                </a:lnTo>
                <a:lnTo>
                  <a:pt x="17849" y="265"/>
                </a:lnTo>
                <a:lnTo>
                  <a:pt x="18064" y="273"/>
                </a:lnTo>
                <a:lnTo>
                  <a:pt x="18280" y="280"/>
                </a:lnTo>
                <a:lnTo>
                  <a:pt x="18495" y="287"/>
                </a:lnTo>
                <a:lnTo>
                  <a:pt x="18710" y="293"/>
                </a:lnTo>
                <a:lnTo>
                  <a:pt x="18925" y="299"/>
                </a:lnTo>
                <a:lnTo>
                  <a:pt x="19140" y="304"/>
                </a:lnTo>
                <a:lnTo>
                  <a:pt x="19355" y="308"/>
                </a:lnTo>
                <a:lnTo>
                  <a:pt x="19570" y="312"/>
                </a:lnTo>
                <a:lnTo>
                  <a:pt x="19785" y="315"/>
                </a:lnTo>
                <a:lnTo>
                  <a:pt x="20000" y="317"/>
                </a:lnTo>
                <a:lnTo>
                  <a:pt x="20215" y="318"/>
                </a:lnTo>
                <a:lnTo>
                  <a:pt x="20430" y="319"/>
                </a:lnTo>
                <a:lnTo>
                  <a:pt x="20645" y="319"/>
                </a:lnTo>
                <a:lnTo>
                  <a:pt x="20860" y="319"/>
                </a:lnTo>
                <a:lnTo>
                  <a:pt x="21075" y="319"/>
                </a:lnTo>
                <a:lnTo>
                  <a:pt x="21290" y="318"/>
                </a:lnTo>
                <a:lnTo>
                  <a:pt x="21505" y="316"/>
                </a:lnTo>
                <a:lnTo>
                  <a:pt x="21720" y="313"/>
                </a:lnTo>
                <a:lnTo>
                  <a:pt x="21935" y="309"/>
                </a:lnTo>
                <a:lnTo>
                  <a:pt x="22150" y="303"/>
                </a:lnTo>
                <a:lnTo>
                  <a:pt x="22365" y="295"/>
                </a:lnTo>
                <a:lnTo>
                  <a:pt x="22580" y="284"/>
                </a:lnTo>
                <a:lnTo>
                  <a:pt x="22795" y="271"/>
                </a:lnTo>
                <a:lnTo>
                  <a:pt x="23011" y="255"/>
                </a:lnTo>
                <a:lnTo>
                  <a:pt x="23226" y="236"/>
                </a:lnTo>
                <a:lnTo>
                  <a:pt x="23441" y="213"/>
                </a:lnTo>
                <a:lnTo>
                  <a:pt x="23656" y="188"/>
                </a:lnTo>
                <a:lnTo>
                  <a:pt x="23871" y="160"/>
                </a:lnTo>
                <a:lnTo>
                  <a:pt x="24086" y="131"/>
                </a:lnTo>
                <a:lnTo>
                  <a:pt x="24301" y="102"/>
                </a:lnTo>
                <a:lnTo>
                  <a:pt x="24516" y="73"/>
                </a:lnTo>
                <a:lnTo>
                  <a:pt x="24731" y="48"/>
                </a:lnTo>
                <a:lnTo>
                  <a:pt x="24946" y="27"/>
                </a:lnTo>
                <a:lnTo>
                  <a:pt x="25161" y="11"/>
                </a:lnTo>
                <a:lnTo>
                  <a:pt x="25376" y="2"/>
                </a:lnTo>
                <a:lnTo>
                  <a:pt x="25591" y="0"/>
                </a:lnTo>
              </a:path>
            </a:pathLst>
          </a:custGeom>
          <a:ln cap="sq" w="12600">
            <a:solidFill>
              <a:srgbClr val="c53e1f"/>
            </a:solidFill>
            <a:round/>
          </a:ln>
        </p:spPr>
      </p:sp>
      <p:sp>
        <p:nvSpPr>
          <p:cNvPr id="245" name=""/>
          <p:cNvSpPr/>
          <p:nvPr/>
        </p:nvSpPr>
        <p:spPr>
          <a:xfrm>
            <a:off x="529560" y="2473560"/>
            <a:ext cx="9212760" cy="116280"/>
          </a:xfrm>
          <a:custGeom>
            <a:avLst/>
            <a:gdLst/>
            <a:ahLst/>
            <a:rect l="0" t="0" r="r" b="b"/>
            <a:pathLst>
              <a:path fill="none"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1"/>
                </a:lnTo>
                <a:lnTo>
                  <a:pt x="11398" y="310"/>
                </a:lnTo>
                <a:lnTo>
                  <a:pt x="11613" y="271"/>
                </a:lnTo>
                <a:lnTo>
                  <a:pt x="11828" y="239"/>
                </a:lnTo>
                <a:lnTo>
                  <a:pt x="12043" y="265"/>
                </a:lnTo>
                <a:lnTo>
                  <a:pt x="12258" y="306"/>
                </a:lnTo>
                <a:lnTo>
                  <a:pt x="12473" y="320"/>
                </a:lnTo>
                <a:lnTo>
                  <a:pt x="12688" y="309"/>
                </a:lnTo>
                <a:lnTo>
                  <a:pt x="12903" y="229"/>
                </a:lnTo>
                <a:lnTo>
                  <a:pt x="13118" y="53"/>
                </a:lnTo>
                <a:lnTo>
                  <a:pt x="13333" y="0"/>
                </a:lnTo>
                <a:lnTo>
                  <a:pt x="13548" y="163"/>
                </a:lnTo>
                <a:lnTo>
                  <a:pt x="13764" y="290"/>
                </a:lnTo>
                <a:lnTo>
                  <a:pt x="13979" y="320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</a:path>
            </a:pathLst>
          </a:custGeom>
          <a:ln w="12600">
            <a:solidFill>
              <a:srgbClr val="c53e1f"/>
            </a:solidFill>
            <a:custDash>
              <a:ds d="371429" sp="160000"/>
            </a:custDash>
            <a:round/>
          </a:ln>
        </p:spPr>
      </p:sp>
      <p:sp>
        <p:nvSpPr>
          <p:cNvPr id="246" name=""/>
          <p:cNvSpPr/>
          <p:nvPr/>
        </p:nvSpPr>
        <p:spPr>
          <a:xfrm>
            <a:off x="529560" y="261144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1"/>
                </a:lnTo>
                <a:lnTo>
                  <a:pt x="9032" y="321"/>
                </a:lnTo>
                <a:lnTo>
                  <a:pt x="9247" y="321"/>
                </a:lnTo>
                <a:lnTo>
                  <a:pt x="9462" y="320"/>
                </a:lnTo>
                <a:lnTo>
                  <a:pt x="9677" y="319"/>
                </a:lnTo>
                <a:lnTo>
                  <a:pt x="9892" y="318"/>
                </a:lnTo>
                <a:lnTo>
                  <a:pt x="10107" y="316"/>
                </a:lnTo>
                <a:lnTo>
                  <a:pt x="10322" y="314"/>
                </a:lnTo>
                <a:lnTo>
                  <a:pt x="10537" y="312"/>
                </a:lnTo>
                <a:lnTo>
                  <a:pt x="10752" y="309"/>
                </a:lnTo>
                <a:lnTo>
                  <a:pt x="10967" y="305"/>
                </a:lnTo>
                <a:lnTo>
                  <a:pt x="11182" y="301"/>
                </a:lnTo>
                <a:lnTo>
                  <a:pt x="11398" y="296"/>
                </a:lnTo>
                <a:lnTo>
                  <a:pt x="11613" y="289"/>
                </a:lnTo>
                <a:lnTo>
                  <a:pt x="11828" y="281"/>
                </a:lnTo>
                <a:lnTo>
                  <a:pt x="12043" y="273"/>
                </a:lnTo>
                <a:lnTo>
                  <a:pt x="12258" y="264"/>
                </a:lnTo>
                <a:lnTo>
                  <a:pt x="12473" y="254"/>
                </a:lnTo>
                <a:lnTo>
                  <a:pt x="12688" y="243"/>
                </a:lnTo>
                <a:lnTo>
                  <a:pt x="12903" y="231"/>
                </a:lnTo>
                <a:lnTo>
                  <a:pt x="13118" y="218"/>
                </a:lnTo>
                <a:lnTo>
                  <a:pt x="13333" y="205"/>
                </a:lnTo>
                <a:lnTo>
                  <a:pt x="13548" y="192"/>
                </a:lnTo>
                <a:lnTo>
                  <a:pt x="13764" y="179"/>
                </a:lnTo>
                <a:lnTo>
                  <a:pt x="13979" y="167"/>
                </a:lnTo>
                <a:lnTo>
                  <a:pt x="14194" y="155"/>
                </a:lnTo>
                <a:lnTo>
                  <a:pt x="14409" y="145"/>
                </a:lnTo>
                <a:lnTo>
                  <a:pt x="14624" y="136"/>
                </a:lnTo>
                <a:lnTo>
                  <a:pt x="14839" y="129"/>
                </a:lnTo>
                <a:lnTo>
                  <a:pt x="15054" y="124"/>
                </a:lnTo>
                <a:lnTo>
                  <a:pt x="15269" y="121"/>
                </a:lnTo>
                <a:lnTo>
                  <a:pt x="15484" y="120"/>
                </a:lnTo>
                <a:lnTo>
                  <a:pt x="15699" y="122"/>
                </a:lnTo>
                <a:lnTo>
                  <a:pt x="15914" y="126"/>
                </a:lnTo>
                <a:lnTo>
                  <a:pt x="16129" y="132"/>
                </a:lnTo>
                <a:lnTo>
                  <a:pt x="16344" y="140"/>
                </a:lnTo>
                <a:lnTo>
                  <a:pt x="16559" y="149"/>
                </a:lnTo>
                <a:lnTo>
                  <a:pt x="16774" y="160"/>
                </a:lnTo>
                <a:lnTo>
                  <a:pt x="16989" y="172"/>
                </a:lnTo>
                <a:lnTo>
                  <a:pt x="17204" y="185"/>
                </a:lnTo>
                <a:lnTo>
                  <a:pt x="17419" y="198"/>
                </a:lnTo>
                <a:lnTo>
                  <a:pt x="17634" y="211"/>
                </a:lnTo>
                <a:lnTo>
                  <a:pt x="17849" y="224"/>
                </a:lnTo>
                <a:lnTo>
                  <a:pt x="18064" y="236"/>
                </a:lnTo>
                <a:lnTo>
                  <a:pt x="18280" y="247"/>
                </a:lnTo>
                <a:lnTo>
                  <a:pt x="18495" y="258"/>
                </a:lnTo>
                <a:lnTo>
                  <a:pt x="18710" y="267"/>
                </a:lnTo>
                <a:lnTo>
                  <a:pt x="18925" y="276"/>
                </a:lnTo>
                <a:lnTo>
                  <a:pt x="19140" y="283"/>
                </a:lnTo>
                <a:lnTo>
                  <a:pt x="19355" y="289"/>
                </a:lnTo>
                <a:lnTo>
                  <a:pt x="19570" y="294"/>
                </a:lnTo>
                <a:lnTo>
                  <a:pt x="19785" y="298"/>
                </a:lnTo>
                <a:lnTo>
                  <a:pt x="20000" y="300"/>
                </a:lnTo>
                <a:lnTo>
                  <a:pt x="20215" y="301"/>
                </a:lnTo>
                <a:lnTo>
                  <a:pt x="20430" y="301"/>
                </a:lnTo>
                <a:lnTo>
                  <a:pt x="20645" y="299"/>
                </a:lnTo>
                <a:lnTo>
                  <a:pt x="20860" y="296"/>
                </a:lnTo>
                <a:lnTo>
                  <a:pt x="21075" y="291"/>
                </a:lnTo>
                <a:lnTo>
                  <a:pt x="21290" y="284"/>
                </a:lnTo>
                <a:lnTo>
                  <a:pt x="21505" y="277"/>
                </a:lnTo>
                <a:lnTo>
                  <a:pt x="21720" y="267"/>
                </a:lnTo>
                <a:lnTo>
                  <a:pt x="21935" y="256"/>
                </a:lnTo>
                <a:lnTo>
                  <a:pt x="22150" y="244"/>
                </a:lnTo>
                <a:lnTo>
                  <a:pt x="22365" y="229"/>
                </a:lnTo>
                <a:lnTo>
                  <a:pt x="22580" y="213"/>
                </a:lnTo>
                <a:lnTo>
                  <a:pt x="22795" y="195"/>
                </a:lnTo>
                <a:lnTo>
                  <a:pt x="23011" y="176"/>
                </a:lnTo>
                <a:lnTo>
                  <a:pt x="23226" y="156"/>
                </a:lnTo>
                <a:lnTo>
                  <a:pt x="23441" y="135"/>
                </a:lnTo>
                <a:lnTo>
                  <a:pt x="23656" y="114"/>
                </a:lnTo>
                <a:lnTo>
                  <a:pt x="23871" y="94"/>
                </a:lnTo>
                <a:lnTo>
                  <a:pt x="24086" y="74"/>
                </a:lnTo>
                <a:lnTo>
                  <a:pt x="24301" y="56"/>
                </a:lnTo>
                <a:lnTo>
                  <a:pt x="24516" y="39"/>
                </a:lnTo>
                <a:lnTo>
                  <a:pt x="24731" y="25"/>
                </a:lnTo>
                <a:lnTo>
                  <a:pt x="24946" y="14"/>
                </a:lnTo>
                <a:lnTo>
                  <a:pt x="25161" y="5"/>
                </a:lnTo>
                <a:lnTo>
                  <a:pt x="25376" y="1"/>
                </a:lnTo>
                <a:lnTo>
                  <a:pt x="25591" y="0"/>
                </a:lnTo>
              </a:path>
            </a:pathLst>
          </a:custGeom>
          <a:ln cap="sq" w="12600">
            <a:solidFill>
              <a:srgbClr val="c53e1f"/>
            </a:solidFill>
            <a:round/>
          </a:ln>
        </p:spPr>
      </p:sp>
      <p:sp>
        <p:nvSpPr>
          <p:cNvPr id="247" name=""/>
          <p:cNvSpPr/>
          <p:nvPr/>
        </p:nvSpPr>
        <p:spPr>
          <a:xfrm>
            <a:off x="529560" y="2748960"/>
            <a:ext cx="9212760" cy="116280"/>
          </a:xfrm>
          <a:custGeom>
            <a:avLst/>
            <a:gdLst/>
            <a:ahLst/>
            <a:rect l="0" t="0" r="r" b="b"/>
            <a:pathLst>
              <a:path fill="none"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2"/>
                </a:lnTo>
                <a:lnTo>
                  <a:pt x="3655" y="318"/>
                </a:lnTo>
                <a:lnTo>
                  <a:pt x="3870" y="300"/>
                </a:lnTo>
                <a:lnTo>
                  <a:pt x="4085" y="248"/>
                </a:lnTo>
                <a:lnTo>
                  <a:pt x="4301" y="166"/>
                </a:lnTo>
                <a:lnTo>
                  <a:pt x="4516" y="117"/>
                </a:lnTo>
                <a:lnTo>
                  <a:pt x="4731" y="148"/>
                </a:lnTo>
                <a:lnTo>
                  <a:pt x="4946" y="228"/>
                </a:lnTo>
                <a:lnTo>
                  <a:pt x="5161" y="288"/>
                </a:lnTo>
                <a:lnTo>
                  <a:pt x="5376" y="299"/>
                </a:lnTo>
                <a:lnTo>
                  <a:pt x="5591" y="254"/>
                </a:lnTo>
                <a:lnTo>
                  <a:pt x="5806" y="145"/>
                </a:lnTo>
                <a:lnTo>
                  <a:pt x="6021" y="24"/>
                </a:lnTo>
                <a:lnTo>
                  <a:pt x="6236" y="0"/>
                </a:lnTo>
                <a:lnTo>
                  <a:pt x="6451" y="100"/>
                </a:lnTo>
                <a:lnTo>
                  <a:pt x="6666" y="224"/>
                </a:lnTo>
                <a:lnTo>
                  <a:pt x="6881" y="295"/>
                </a:lnTo>
                <a:lnTo>
                  <a:pt x="7096" y="318"/>
                </a:lnTo>
                <a:lnTo>
                  <a:pt x="7311" y="322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3"/>
                </a:lnTo>
                <a:lnTo>
                  <a:pt x="13118" y="323"/>
                </a:lnTo>
                <a:lnTo>
                  <a:pt x="13333" y="323"/>
                </a:lnTo>
                <a:lnTo>
                  <a:pt x="13548" y="323"/>
                </a:lnTo>
                <a:lnTo>
                  <a:pt x="13764" y="323"/>
                </a:lnTo>
                <a:lnTo>
                  <a:pt x="13979" y="323"/>
                </a:lnTo>
                <a:lnTo>
                  <a:pt x="14194" y="323"/>
                </a:lnTo>
                <a:lnTo>
                  <a:pt x="14409" y="323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</a:path>
            </a:pathLst>
          </a:custGeom>
          <a:ln w="12600">
            <a:solidFill>
              <a:srgbClr val="c53e1f"/>
            </a:solidFill>
            <a:custDash>
              <a:ds d="371429" sp="160000"/>
            </a:custDash>
            <a:round/>
          </a:ln>
        </p:spPr>
      </p:sp>
      <p:sp>
        <p:nvSpPr>
          <p:cNvPr id="248" name=""/>
          <p:cNvSpPr/>
          <p:nvPr/>
        </p:nvSpPr>
        <p:spPr>
          <a:xfrm>
            <a:off x="529560" y="3162240"/>
            <a:ext cx="9212760" cy="116280"/>
          </a:xfrm>
          <a:custGeom>
            <a:avLst/>
            <a:gdLst/>
            <a:ahLst/>
            <a:rect l="0" t="0" r="r" b="b"/>
            <a:pathLst>
              <a:path fill="none"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1"/>
                </a:lnTo>
                <a:lnTo>
                  <a:pt x="12688" y="321"/>
                </a:lnTo>
                <a:lnTo>
                  <a:pt x="12903" y="319"/>
                </a:lnTo>
                <a:lnTo>
                  <a:pt x="13118" y="318"/>
                </a:lnTo>
                <a:lnTo>
                  <a:pt x="13333" y="316"/>
                </a:lnTo>
                <a:lnTo>
                  <a:pt x="13548" y="313"/>
                </a:lnTo>
                <a:lnTo>
                  <a:pt x="13764" y="310"/>
                </a:lnTo>
                <a:lnTo>
                  <a:pt x="13979" y="306"/>
                </a:lnTo>
                <a:lnTo>
                  <a:pt x="14194" y="300"/>
                </a:lnTo>
                <a:lnTo>
                  <a:pt x="14409" y="294"/>
                </a:lnTo>
                <a:lnTo>
                  <a:pt x="14624" y="287"/>
                </a:lnTo>
                <a:lnTo>
                  <a:pt x="14839" y="278"/>
                </a:lnTo>
                <a:lnTo>
                  <a:pt x="15054" y="269"/>
                </a:lnTo>
                <a:lnTo>
                  <a:pt x="15269" y="259"/>
                </a:lnTo>
                <a:lnTo>
                  <a:pt x="15484" y="249"/>
                </a:lnTo>
                <a:lnTo>
                  <a:pt x="15699" y="239"/>
                </a:lnTo>
                <a:lnTo>
                  <a:pt x="15914" y="229"/>
                </a:lnTo>
                <a:lnTo>
                  <a:pt x="16129" y="220"/>
                </a:lnTo>
                <a:lnTo>
                  <a:pt x="16344" y="212"/>
                </a:lnTo>
                <a:lnTo>
                  <a:pt x="16559" y="207"/>
                </a:lnTo>
                <a:lnTo>
                  <a:pt x="16774" y="203"/>
                </a:lnTo>
                <a:lnTo>
                  <a:pt x="16989" y="201"/>
                </a:lnTo>
                <a:lnTo>
                  <a:pt x="17204" y="202"/>
                </a:lnTo>
                <a:lnTo>
                  <a:pt x="17419" y="206"/>
                </a:lnTo>
                <a:lnTo>
                  <a:pt x="17634" y="211"/>
                </a:lnTo>
                <a:lnTo>
                  <a:pt x="17849" y="218"/>
                </a:lnTo>
                <a:lnTo>
                  <a:pt x="18064" y="227"/>
                </a:lnTo>
                <a:lnTo>
                  <a:pt x="18280" y="236"/>
                </a:lnTo>
                <a:lnTo>
                  <a:pt x="18495" y="247"/>
                </a:lnTo>
                <a:lnTo>
                  <a:pt x="18710" y="257"/>
                </a:lnTo>
                <a:lnTo>
                  <a:pt x="18925" y="267"/>
                </a:lnTo>
                <a:lnTo>
                  <a:pt x="19140" y="276"/>
                </a:lnTo>
                <a:lnTo>
                  <a:pt x="19355" y="285"/>
                </a:lnTo>
                <a:lnTo>
                  <a:pt x="19570" y="292"/>
                </a:lnTo>
                <a:lnTo>
                  <a:pt x="19785" y="299"/>
                </a:lnTo>
                <a:lnTo>
                  <a:pt x="20000" y="304"/>
                </a:lnTo>
                <a:lnTo>
                  <a:pt x="20215" y="308"/>
                </a:lnTo>
                <a:lnTo>
                  <a:pt x="20430" y="311"/>
                </a:lnTo>
                <a:lnTo>
                  <a:pt x="20645" y="314"/>
                </a:lnTo>
                <a:lnTo>
                  <a:pt x="20860" y="315"/>
                </a:lnTo>
                <a:lnTo>
                  <a:pt x="21075" y="315"/>
                </a:lnTo>
                <a:lnTo>
                  <a:pt x="21290" y="314"/>
                </a:lnTo>
                <a:lnTo>
                  <a:pt x="21505" y="312"/>
                </a:lnTo>
                <a:lnTo>
                  <a:pt x="21720" y="308"/>
                </a:lnTo>
                <a:lnTo>
                  <a:pt x="21935" y="303"/>
                </a:lnTo>
                <a:lnTo>
                  <a:pt x="22150" y="296"/>
                </a:lnTo>
                <a:lnTo>
                  <a:pt x="22365" y="287"/>
                </a:lnTo>
                <a:lnTo>
                  <a:pt x="22580" y="275"/>
                </a:lnTo>
                <a:lnTo>
                  <a:pt x="22795" y="261"/>
                </a:lnTo>
                <a:lnTo>
                  <a:pt x="23011" y="244"/>
                </a:lnTo>
                <a:lnTo>
                  <a:pt x="23226" y="224"/>
                </a:lnTo>
                <a:lnTo>
                  <a:pt x="23441" y="202"/>
                </a:lnTo>
                <a:lnTo>
                  <a:pt x="23656" y="177"/>
                </a:lnTo>
                <a:lnTo>
                  <a:pt x="23871" y="151"/>
                </a:lnTo>
                <a:lnTo>
                  <a:pt x="24086" y="123"/>
                </a:lnTo>
                <a:lnTo>
                  <a:pt x="24301" y="96"/>
                </a:lnTo>
                <a:lnTo>
                  <a:pt x="24516" y="71"/>
                </a:lnTo>
                <a:lnTo>
                  <a:pt x="24731" y="48"/>
                </a:lnTo>
                <a:lnTo>
                  <a:pt x="24946" y="27"/>
                </a:lnTo>
                <a:lnTo>
                  <a:pt x="25161" y="12"/>
                </a:lnTo>
                <a:lnTo>
                  <a:pt x="25376" y="3"/>
                </a:lnTo>
                <a:lnTo>
                  <a:pt x="25591" y="0"/>
                </a:lnTo>
              </a:path>
            </a:pathLst>
          </a:custGeom>
          <a:ln cap="sq" w="12600">
            <a:solidFill>
              <a:srgbClr val="c53e1f"/>
            </a:solidFill>
            <a:round/>
          </a:ln>
        </p:spPr>
      </p:sp>
      <p:sp>
        <p:nvSpPr>
          <p:cNvPr id="249" name=""/>
          <p:cNvSpPr/>
          <p:nvPr/>
        </p:nvSpPr>
        <p:spPr>
          <a:xfrm>
            <a:off x="529560" y="330012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1"/>
                </a:lnTo>
                <a:lnTo>
                  <a:pt x="8601" y="321"/>
                </a:lnTo>
                <a:lnTo>
                  <a:pt x="8816" y="320"/>
                </a:lnTo>
                <a:lnTo>
                  <a:pt x="9032" y="320"/>
                </a:lnTo>
                <a:lnTo>
                  <a:pt x="9247" y="319"/>
                </a:lnTo>
                <a:lnTo>
                  <a:pt x="9462" y="317"/>
                </a:lnTo>
                <a:lnTo>
                  <a:pt x="9677" y="316"/>
                </a:lnTo>
                <a:lnTo>
                  <a:pt x="9892" y="314"/>
                </a:lnTo>
                <a:lnTo>
                  <a:pt x="10107" y="312"/>
                </a:lnTo>
                <a:lnTo>
                  <a:pt x="10322" y="309"/>
                </a:lnTo>
                <a:lnTo>
                  <a:pt x="10537" y="306"/>
                </a:lnTo>
                <a:lnTo>
                  <a:pt x="10752" y="301"/>
                </a:lnTo>
                <a:lnTo>
                  <a:pt x="10967" y="296"/>
                </a:lnTo>
                <a:lnTo>
                  <a:pt x="11182" y="291"/>
                </a:lnTo>
                <a:lnTo>
                  <a:pt x="11398" y="285"/>
                </a:lnTo>
                <a:lnTo>
                  <a:pt x="11613" y="278"/>
                </a:lnTo>
                <a:lnTo>
                  <a:pt x="11828" y="272"/>
                </a:lnTo>
                <a:lnTo>
                  <a:pt x="12043" y="264"/>
                </a:lnTo>
                <a:lnTo>
                  <a:pt x="12258" y="256"/>
                </a:lnTo>
                <a:lnTo>
                  <a:pt x="12473" y="248"/>
                </a:lnTo>
                <a:lnTo>
                  <a:pt x="12688" y="240"/>
                </a:lnTo>
                <a:lnTo>
                  <a:pt x="12903" y="233"/>
                </a:lnTo>
                <a:lnTo>
                  <a:pt x="13118" y="225"/>
                </a:lnTo>
                <a:lnTo>
                  <a:pt x="13333" y="218"/>
                </a:lnTo>
                <a:lnTo>
                  <a:pt x="13548" y="212"/>
                </a:lnTo>
                <a:lnTo>
                  <a:pt x="13764" y="207"/>
                </a:lnTo>
                <a:lnTo>
                  <a:pt x="13979" y="204"/>
                </a:lnTo>
                <a:lnTo>
                  <a:pt x="14194" y="201"/>
                </a:lnTo>
                <a:lnTo>
                  <a:pt x="14409" y="200"/>
                </a:lnTo>
                <a:lnTo>
                  <a:pt x="14624" y="200"/>
                </a:lnTo>
                <a:lnTo>
                  <a:pt x="14839" y="202"/>
                </a:lnTo>
                <a:lnTo>
                  <a:pt x="15054" y="205"/>
                </a:lnTo>
                <a:lnTo>
                  <a:pt x="15269" y="209"/>
                </a:lnTo>
                <a:lnTo>
                  <a:pt x="15484" y="215"/>
                </a:lnTo>
                <a:lnTo>
                  <a:pt x="15699" y="221"/>
                </a:lnTo>
                <a:lnTo>
                  <a:pt x="15914" y="228"/>
                </a:lnTo>
                <a:lnTo>
                  <a:pt x="16129" y="236"/>
                </a:lnTo>
                <a:lnTo>
                  <a:pt x="16344" y="244"/>
                </a:lnTo>
                <a:lnTo>
                  <a:pt x="16559" y="252"/>
                </a:lnTo>
                <a:lnTo>
                  <a:pt x="16774" y="260"/>
                </a:lnTo>
                <a:lnTo>
                  <a:pt x="16989" y="267"/>
                </a:lnTo>
                <a:lnTo>
                  <a:pt x="17204" y="275"/>
                </a:lnTo>
                <a:lnTo>
                  <a:pt x="17419" y="281"/>
                </a:lnTo>
                <a:lnTo>
                  <a:pt x="17634" y="287"/>
                </a:lnTo>
                <a:lnTo>
                  <a:pt x="17849" y="293"/>
                </a:lnTo>
                <a:lnTo>
                  <a:pt x="18064" y="298"/>
                </a:lnTo>
                <a:lnTo>
                  <a:pt x="18280" y="302"/>
                </a:lnTo>
                <a:lnTo>
                  <a:pt x="18495" y="306"/>
                </a:lnTo>
                <a:lnTo>
                  <a:pt x="18710" y="309"/>
                </a:lnTo>
                <a:lnTo>
                  <a:pt x="18925" y="312"/>
                </a:lnTo>
                <a:lnTo>
                  <a:pt x="19140" y="313"/>
                </a:lnTo>
                <a:lnTo>
                  <a:pt x="19355" y="314"/>
                </a:lnTo>
                <a:lnTo>
                  <a:pt x="19570" y="315"/>
                </a:lnTo>
                <a:lnTo>
                  <a:pt x="19785" y="314"/>
                </a:lnTo>
                <a:lnTo>
                  <a:pt x="20000" y="313"/>
                </a:lnTo>
                <a:lnTo>
                  <a:pt x="20215" y="312"/>
                </a:lnTo>
                <a:lnTo>
                  <a:pt x="20430" y="309"/>
                </a:lnTo>
                <a:lnTo>
                  <a:pt x="20645" y="306"/>
                </a:lnTo>
                <a:lnTo>
                  <a:pt x="20860" y="301"/>
                </a:lnTo>
                <a:lnTo>
                  <a:pt x="21075" y="295"/>
                </a:lnTo>
                <a:lnTo>
                  <a:pt x="21290" y="288"/>
                </a:lnTo>
                <a:lnTo>
                  <a:pt x="21505" y="280"/>
                </a:lnTo>
                <a:lnTo>
                  <a:pt x="21720" y="271"/>
                </a:lnTo>
                <a:lnTo>
                  <a:pt x="21935" y="259"/>
                </a:lnTo>
                <a:lnTo>
                  <a:pt x="22150" y="246"/>
                </a:lnTo>
                <a:lnTo>
                  <a:pt x="22365" y="231"/>
                </a:lnTo>
                <a:lnTo>
                  <a:pt x="22580" y="215"/>
                </a:lnTo>
                <a:lnTo>
                  <a:pt x="22795" y="197"/>
                </a:lnTo>
                <a:lnTo>
                  <a:pt x="23011" y="178"/>
                </a:lnTo>
                <a:lnTo>
                  <a:pt x="23226" y="158"/>
                </a:lnTo>
                <a:lnTo>
                  <a:pt x="23441" y="137"/>
                </a:lnTo>
                <a:lnTo>
                  <a:pt x="23656" y="116"/>
                </a:lnTo>
                <a:lnTo>
                  <a:pt x="23871" y="95"/>
                </a:lnTo>
                <a:lnTo>
                  <a:pt x="24086" y="75"/>
                </a:lnTo>
                <a:lnTo>
                  <a:pt x="24301" y="56"/>
                </a:lnTo>
                <a:lnTo>
                  <a:pt x="24516" y="39"/>
                </a:lnTo>
                <a:lnTo>
                  <a:pt x="24731" y="25"/>
                </a:lnTo>
                <a:lnTo>
                  <a:pt x="24946" y="13"/>
                </a:lnTo>
                <a:lnTo>
                  <a:pt x="25161" y="5"/>
                </a:lnTo>
                <a:lnTo>
                  <a:pt x="25376" y="1"/>
                </a:lnTo>
                <a:lnTo>
                  <a:pt x="25591" y="0"/>
                </a:lnTo>
              </a:path>
            </a:pathLst>
          </a:custGeom>
          <a:ln w="12600">
            <a:solidFill>
              <a:srgbClr val="c53e1f"/>
            </a:solidFill>
            <a:custDash>
              <a:ds d="371429" sp="160000"/>
            </a:custDash>
            <a:round/>
          </a:ln>
        </p:spPr>
      </p:sp>
      <p:sp>
        <p:nvSpPr>
          <p:cNvPr id="250" name=""/>
          <p:cNvSpPr/>
          <p:nvPr/>
        </p:nvSpPr>
        <p:spPr>
          <a:xfrm>
            <a:off x="529560" y="343800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1"/>
                </a:lnTo>
                <a:lnTo>
                  <a:pt x="2795" y="321"/>
                </a:lnTo>
                <a:lnTo>
                  <a:pt x="3010" y="321"/>
                </a:lnTo>
                <a:lnTo>
                  <a:pt x="3225" y="321"/>
                </a:lnTo>
                <a:lnTo>
                  <a:pt x="3440" y="321"/>
                </a:lnTo>
                <a:lnTo>
                  <a:pt x="3655" y="321"/>
                </a:lnTo>
                <a:lnTo>
                  <a:pt x="3870" y="320"/>
                </a:lnTo>
                <a:lnTo>
                  <a:pt x="4085" y="320"/>
                </a:lnTo>
                <a:lnTo>
                  <a:pt x="4301" y="320"/>
                </a:lnTo>
                <a:lnTo>
                  <a:pt x="4516" y="320"/>
                </a:lnTo>
                <a:lnTo>
                  <a:pt x="4731" y="320"/>
                </a:lnTo>
                <a:lnTo>
                  <a:pt x="4946" y="319"/>
                </a:lnTo>
                <a:lnTo>
                  <a:pt x="5161" y="319"/>
                </a:lnTo>
                <a:lnTo>
                  <a:pt x="5376" y="319"/>
                </a:lnTo>
                <a:lnTo>
                  <a:pt x="5591" y="319"/>
                </a:lnTo>
                <a:lnTo>
                  <a:pt x="5806" y="319"/>
                </a:lnTo>
                <a:lnTo>
                  <a:pt x="6021" y="319"/>
                </a:lnTo>
                <a:lnTo>
                  <a:pt x="6236" y="319"/>
                </a:lnTo>
                <a:lnTo>
                  <a:pt x="6451" y="319"/>
                </a:lnTo>
                <a:lnTo>
                  <a:pt x="6666" y="319"/>
                </a:lnTo>
                <a:lnTo>
                  <a:pt x="6881" y="320"/>
                </a:lnTo>
                <a:lnTo>
                  <a:pt x="7096" y="320"/>
                </a:lnTo>
                <a:lnTo>
                  <a:pt x="7311" y="320"/>
                </a:lnTo>
                <a:lnTo>
                  <a:pt x="7526" y="320"/>
                </a:lnTo>
                <a:lnTo>
                  <a:pt x="7741" y="320"/>
                </a:lnTo>
                <a:lnTo>
                  <a:pt x="7956" y="321"/>
                </a:lnTo>
                <a:lnTo>
                  <a:pt x="8171" y="321"/>
                </a:lnTo>
                <a:lnTo>
                  <a:pt x="8386" y="321"/>
                </a:lnTo>
                <a:lnTo>
                  <a:pt x="8601" y="321"/>
                </a:lnTo>
                <a:lnTo>
                  <a:pt x="8816" y="321"/>
                </a:lnTo>
                <a:lnTo>
                  <a:pt x="9032" y="321"/>
                </a:lnTo>
                <a:lnTo>
                  <a:pt x="9247" y="321"/>
                </a:lnTo>
                <a:lnTo>
                  <a:pt x="9462" y="321"/>
                </a:lnTo>
                <a:lnTo>
                  <a:pt x="9677" y="321"/>
                </a:lnTo>
                <a:lnTo>
                  <a:pt x="9892" y="321"/>
                </a:lnTo>
                <a:lnTo>
                  <a:pt x="10107" y="321"/>
                </a:lnTo>
                <a:lnTo>
                  <a:pt x="10322" y="321"/>
                </a:lnTo>
                <a:lnTo>
                  <a:pt x="10537" y="321"/>
                </a:lnTo>
                <a:lnTo>
                  <a:pt x="10752" y="320"/>
                </a:lnTo>
                <a:lnTo>
                  <a:pt x="10967" y="319"/>
                </a:lnTo>
                <a:lnTo>
                  <a:pt x="11182" y="318"/>
                </a:lnTo>
                <a:lnTo>
                  <a:pt x="11398" y="316"/>
                </a:lnTo>
                <a:lnTo>
                  <a:pt x="11613" y="315"/>
                </a:lnTo>
                <a:lnTo>
                  <a:pt x="11828" y="312"/>
                </a:lnTo>
                <a:lnTo>
                  <a:pt x="12043" y="309"/>
                </a:lnTo>
                <a:lnTo>
                  <a:pt x="12258" y="305"/>
                </a:lnTo>
                <a:lnTo>
                  <a:pt x="12473" y="300"/>
                </a:lnTo>
                <a:lnTo>
                  <a:pt x="12688" y="294"/>
                </a:lnTo>
                <a:lnTo>
                  <a:pt x="12903" y="286"/>
                </a:lnTo>
                <a:lnTo>
                  <a:pt x="13118" y="278"/>
                </a:lnTo>
                <a:lnTo>
                  <a:pt x="13333" y="268"/>
                </a:lnTo>
                <a:lnTo>
                  <a:pt x="13548" y="258"/>
                </a:lnTo>
                <a:lnTo>
                  <a:pt x="13764" y="246"/>
                </a:lnTo>
                <a:lnTo>
                  <a:pt x="13979" y="232"/>
                </a:lnTo>
                <a:lnTo>
                  <a:pt x="14194" y="218"/>
                </a:lnTo>
                <a:lnTo>
                  <a:pt x="14409" y="203"/>
                </a:lnTo>
                <a:lnTo>
                  <a:pt x="14624" y="188"/>
                </a:lnTo>
                <a:lnTo>
                  <a:pt x="14839" y="174"/>
                </a:lnTo>
                <a:lnTo>
                  <a:pt x="15054" y="160"/>
                </a:lnTo>
                <a:lnTo>
                  <a:pt x="15269" y="147"/>
                </a:lnTo>
                <a:lnTo>
                  <a:pt x="15484" y="135"/>
                </a:lnTo>
                <a:lnTo>
                  <a:pt x="15699" y="126"/>
                </a:lnTo>
                <a:lnTo>
                  <a:pt x="15914" y="118"/>
                </a:lnTo>
                <a:lnTo>
                  <a:pt x="16129" y="113"/>
                </a:lnTo>
                <a:lnTo>
                  <a:pt x="16344" y="111"/>
                </a:lnTo>
                <a:lnTo>
                  <a:pt x="16559" y="112"/>
                </a:lnTo>
                <a:lnTo>
                  <a:pt x="16774" y="115"/>
                </a:lnTo>
                <a:lnTo>
                  <a:pt x="16989" y="121"/>
                </a:lnTo>
                <a:lnTo>
                  <a:pt x="17204" y="129"/>
                </a:lnTo>
                <a:lnTo>
                  <a:pt x="17419" y="140"/>
                </a:lnTo>
                <a:lnTo>
                  <a:pt x="17634" y="152"/>
                </a:lnTo>
                <a:lnTo>
                  <a:pt x="17849" y="165"/>
                </a:lnTo>
                <a:lnTo>
                  <a:pt x="18064" y="180"/>
                </a:lnTo>
                <a:lnTo>
                  <a:pt x="18280" y="194"/>
                </a:lnTo>
                <a:lnTo>
                  <a:pt x="18495" y="209"/>
                </a:lnTo>
                <a:lnTo>
                  <a:pt x="18710" y="223"/>
                </a:lnTo>
                <a:lnTo>
                  <a:pt x="18925" y="237"/>
                </a:lnTo>
                <a:lnTo>
                  <a:pt x="19140" y="250"/>
                </a:lnTo>
                <a:lnTo>
                  <a:pt x="19355" y="261"/>
                </a:lnTo>
                <a:lnTo>
                  <a:pt x="19570" y="271"/>
                </a:lnTo>
                <a:lnTo>
                  <a:pt x="19785" y="279"/>
                </a:lnTo>
                <a:lnTo>
                  <a:pt x="20000" y="286"/>
                </a:lnTo>
                <a:lnTo>
                  <a:pt x="20215" y="291"/>
                </a:lnTo>
                <a:lnTo>
                  <a:pt x="20430" y="295"/>
                </a:lnTo>
                <a:lnTo>
                  <a:pt x="20645" y="297"/>
                </a:lnTo>
                <a:lnTo>
                  <a:pt x="20860" y="297"/>
                </a:lnTo>
                <a:lnTo>
                  <a:pt x="21075" y="296"/>
                </a:lnTo>
                <a:lnTo>
                  <a:pt x="21290" y="293"/>
                </a:lnTo>
                <a:lnTo>
                  <a:pt x="21505" y="288"/>
                </a:lnTo>
                <a:lnTo>
                  <a:pt x="21720" y="281"/>
                </a:lnTo>
                <a:lnTo>
                  <a:pt x="21935" y="273"/>
                </a:lnTo>
                <a:lnTo>
                  <a:pt x="22150" y="262"/>
                </a:lnTo>
                <a:lnTo>
                  <a:pt x="22365" y="249"/>
                </a:lnTo>
                <a:lnTo>
                  <a:pt x="22580" y="233"/>
                </a:lnTo>
                <a:lnTo>
                  <a:pt x="22795" y="216"/>
                </a:lnTo>
                <a:lnTo>
                  <a:pt x="23011" y="197"/>
                </a:lnTo>
                <a:lnTo>
                  <a:pt x="23226" y="177"/>
                </a:lnTo>
                <a:lnTo>
                  <a:pt x="23441" y="156"/>
                </a:lnTo>
                <a:lnTo>
                  <a:pt x="23656" y="133"/>
                </a:lnTo>
                <a:lnTo>
                  <a:pt x="23871" y="111"/>
                </a:lnTo>
                <a:lnTo>
                  <a:pt x="24086" y="89"/>
                </a:lnTo>
                <a:lnTo>
                  <a:pt x="24301" y="68"/>
                </a:lnTo>
                <a:lnTo>
                  <a:pt x="24516" y="49"/>
                </a:lnTo>
                <a:lnTo>
                  <a:pt x="24731" y="32"/>
                </a:lnTo>
                <a:lnTo>
                  <a:pt x="24946" y="18"/>
                </a:lnTo>
                <a:lnTo>
                  <a:pt x="25161" y="8"/>
                </a:lnTo>
                <a:lnTo>
                  <a:pt x="25376" y="2"/>
                </a:lnTo>
                <a:lnTo>
                  <a:pt x="25591" y="0"/>
                </a:lnTo>
              </a:path>
            </a:pathLst>
          </a:custGeom>
          <a:ln cap="sq" w="12600">
            <a:solidFill>
              <a:srgbClr val="c53e1f"/>
            </a:solidFill>
            <a:round/>
          </a:ln>
        </p:spPr>
      </p:sp>
      <p:sp>
        <p:nvSpPr>
          <p:cNvPr id="251" name=""/>
          <p:cNvSpPr/>
          <p:nvPr/>
        </p:nvSpPr>
        <p:spPr>
          <a:xfrm>
            <a:off x="529560" y="3575520"/>
            <a:ext cx="9212760" cy="116280"/>
          </a:xfrm>
          <a:custGeom>
            <a:avLst/>
            <a:gdLst/>
            <a:ahLst/>
            <a:rect l="0" t="0" r="r" b="b"/>
            <a:pathLst>
              <a:path fill="none"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1"/>
                </a:lnTo>
                <a:lnTo>
                  <a:pt x="3010" y="321"/>
                </a:lnTo>
                <a:lnTo>
                  <a:pt x="3225" y="321"/>
                </a:lnTo>
                <a:lnTo>
                  <a:pt x="3440" y="321"/>
                </a:lnTo>
                <a:lnTo>
                  <a:pt x="3655" y="321"/>
                </a:lnTo>
                <a:lnTo>
                  <a:pt x="3870" y="320"/>
                </a:lnTo>
                <a:lnTo>
                  <a:pt x="4085" y="320"/>
                </a:lnTo>
                <a:lnTo>
                  <a:pt x="4301" y="319"/>
                </a:lnTo>
                <a:lnTo>
                  <a:pt x="4516" y="319"/>
                </a:lnTo>
                <a:lnTo>
                  <a:pt x="4731" y="318"/>
                </a:lnTo>
                <a:lnTo>
                  <a:pt x="4946" y="317"/>
                </a:lnTo>
                <a:lnTo>
                  <a:pt x="5161" y="316"/>
                </a:lnTo>
                <a:lnTo>
                  <a:pt x="5376" y="315"/>
                </a:lnTo>
                <a:lnTo>
                  <a:pt x="5591" y="314"/>
                </a:lnTo>
                <a:lnTo>
                  <a:pt x="5806" y="312"/>
                </a:lnTo>
                <a:lnTo>
                  <a:pt x="6021" y="310"/>
                </a:lnTo>
                <a:lnTo>
                  <a:pt x="6236" y="308"/>
                </a:lnTo>
                <a:lnTo>
                  <a:pt x="6451" y="306"/>
                </a:lnTo>
                <a:lnTo>
                  <a:pt x="6666" y="303"/>
                </a:lnTo>
                <a:lnTo>
                  <a:pt x="6881" y="299"/>
                </a:lnTo>
                <a:lnTo>
                  <a:pt x="7096" y="296"/>
                </a:lnTo>
                <a:lnTo>
                  <a:pt x="7311" y="291"/>
                </a:lnTo>
                <a:lnTo>
                  <a:pt x="7526" y="286"/>
                </a:lnTo>
                <a:lnTo>
                  <a:pt x="7741" y="281"/>
                </a:lnTo>
                <a:lnTo>
                  <a:pt x="7956" y="274"/>
                </a:lnTo>
                <a:lnTo>
                  <a:pt x="8171" y="267"/>
                </a:lnTo>
                <a:lnTo>
                  <a:pt x="8386" y="260"/>
                </a:lnTo>
                <a:lnTo>
                  <a:pt x="8601" y="252"/>
                </a:lnTo>
                <a:lnTo>
                  <a:pt x="8816" y="243"/>
                </a:lnTo>
                <a:lnTo>
                  <a:pt x="9032" y="234"/>
                </a:lnTo>
                <a:lnTo>
                  <a:pt x="9247" y="224"/>
                </a:lnTo>
                <a:lnTo>
                  <a:pt x="9462" y="214"/>
                </a:lnTo>
                <a:lnTo>
                  <a:pt x="9677" y="204"/>
                </a:lnTo>
                <a:lnTo>
                  <a:pt x="9892" y="193"/>
                </a:lnTo>
                <a:lnTo>
                  <a:pt x="10107" y="183"/>
                </a:lnTo>
                <a:lnTo>
                  <a:pt x="10322" y="171"/>
                </a:lnTo>
                <a:lnTo>
                  <a:pt x="10537" y="161"/>
                </a:lnTo>
                <a:lnTo>
                  <a:pt x="10752" y="152"/>
                </a:lnTo>
                <a:lnTo>
                  <a:pt x="10967" y="143"/>
                </a:lnTo>
                <a:lnTo>
                  <a:pt x="11182" y="135"/>
                </a:lnTo>
                <a:lnTo>
                  <a:pt x="11398" y="128"/>
                </a:lnTo>
                <a:lnTo>
                  <a:pt x="11613" y="122"/>
                </a:lnTo>
                <a:lnTo>
                  <a:pt x="11828" y="117"/>
                </a:lnTo>
                <a:lnTo>
                  <a:pt x="12043" y="114"/>
                </a:lnTo>
                <a:lnTo>
                  <a:pt x="12258" y="112"/>
                </a:lnTo>
                <a:lnTo>
                  <a:pt x="12473" y="111"/>
                </a:lnTo>
                <a:lnTo>
                  <a:pt x="12688" y="112"/>
                </a:lnTo>
                <a:lnTo>
                  <a:pt x="12903" y="114"/>
                </a:lnTo>
                <a:lnTo>
                  <a:pt x="13118" y="118"/>
                </a:lnTo>
                <a:lnTo>
                  <a:pt x="13333" y="123"/>
                </a:lnTo>
                <a:lnTo>
                  <a:pt x="13548" y="129"/>
                </a:lnTo>
                <a:lnTo>
                  <a:pt x="13764" y="137"/>
                </a:lnTo>
                <a:lnTo>
                  <a:pt x="13979" y="145"/>
                </a:lnTo>
                <a:lnTo>
                  <a:pt x="14194" y="154"/>
                </a:lnTo>
                <a:lnTo>
                  <a:pt x="14409" y="164"/>
                </a:lnTo>
                <a:lnTo>
                  <a:pt x="14624" y="174"/>
                </a:lnTo>
                <a:lnTo>
                  <a:pt x="14839" y="185"/>
                </a:lnTo>
                <a:lnTo>
                  <a:pt x="15054" y="196"/>
                </a:lnTo>
                <a:lnTo>
                  <a:pt x="15269" y="206"/>
                </a:lnTo>
                <a:lnTo>
                  <a:pt x="15484" y="217"/>
                </a:lnTo>
                <a:lnTo>
                  <a:pt x="15699" y="227"/>
                </a:lnTo>
                <a:lnTo>
                  <a:pt x="15914" y="237"/>
                </a:lnTo>
                <a:lnTo>
                  <a:pt x="16129" y="246"/>
                </a:lnTo>
                <a:lnTo>
                  <a:pt x="16344" y="255"/>
                </a:lnTo>
                <a:lnTo>
                  <a:pt x="16559" y="263"/>
                </a:lnTo>
                <a:lnTo>
                  <a:pt x="16774" y="270"/>
                </a:lnTo>
                <a:lnTo>
                  <a:pt x="16989" y="276"/>
                </a:lnTo>
                <a:lnTo>
                  <a:pt x="17204" y="282"/>
                </a:lnTo>
                <a:lnTo>
                  <a:pt x="17419" y="287"/>
                </a:lnTo>
                <a:lnTo>
                  <a:pt x="17634" y="292"/>
                </a:lnTo>
                <a:lnTo>
                  <a:pt x="17849" y="295"/>
                </a:lnTo>
                <a:lnTo>
                  <a:pt x="18064" y="298"/>
                </a:lnTo>
                <a:lnTo>
                  <a:pt x="18280" y="300"/>
                </a:lnTo>
                <a:lnTo>
                  <a:pt x="18495" y="301"/>
                </a:lnTo>
                <a:lnTo>
                  <a:pt x="18710" y="301"/>
                </a:lnTo>
                <a:lnTo>
                  <a:pt x="18925" y="301"/>
                </a:lnTo>
                <a:lnTo>
                  <a:pt x="19140" y="300"/>
                </a:lnTo>
                <a:lnTo>
                  <a:pt x="19355" y="298"/>
                </a:lnTo>
                <a:lnTo>
                  <a:pt x="19570" y="295"/>
                </a:lnTo>
                <a:lnTo>
                  <a:pt x="19785" y="291"/>
                </a:lnTo>
                <a:lnTo>
                  <a:pt x="20000" y="286"/>
                </a:lnTo>
                <a:lnTo>
                  <a:pt x="20215" y="280"/>
                </a:lnTo>
                <a:lnTo>
                  <a:pt x="20430" y="273"/>
                </a:lnTo>
                <a:lnTo>
                  <a:pt x="20645" y="266"/>
                </a:lnTo>
                <a:lnTo>
                  <a:pt x="20860" y="257"/>
                </a:lnTo>
                <a:lnTo>
                  <a:pt x="21075" y="247"/>
                </a:lnTo>
                <a:lnTo>
                  <a:pt x="21290" y="236"/>
                </a:lnTo>
                <a:lnTo>
                  <a:pt x="21505" y="224"/>
                </a:lnTo>
                <a:lnTo>
                  <a:pt x="21720" y="211"/>
                </a:lnTo>
                <a:lnTo>
                  <a:pt x="21935" y="197"/>
                </a:lnTo>
                <a:lnTo>
                  <a:pt x="22150" y="182"/>
                </a:lnTo>
                <a:lnTo>
                  <a:pt x="22365" y="166"/>
                </a:lnTo>
                <a:lnTo>
                  <a:pt x="22580" y="150"/>
                </a:lnTo>
                <a:lnTo>
                  <a:pt x="22795" y="134"/>
                </a:lnTo>
                <a:lnTo>
                  <a:pt x="23011" y="118"/>
                </a:lnTo>
                <a:lnTo>
                  <a:pt x="23226" y="101"/>
                </a:lnTo>
                <a:lnTo>
                  <a:pt x="23441" y="86"/>
                </a:lnTo>
                <a:lnTo>
                  <a:pt x="23656" y="71"/>
                </a:lnTo>
                <a:lnTo>
                  <a:pt x="23871" y="56"/>
                </a:lnTo>
                <a:lnTo>
                  <a:pt x="24086" y="43"/>
                </a:lnTo>
                <a:lnTo>
                  <a:pt x="24301" y="31"/>
                </a:lnTo>
                <a:lnTo>
                  <a:pt x="24516" y="21"/>
                </a:lnTo>
                <a:lnTo>
                  <a:pt x="24731" y="13"/>
                </a:lnTo>
                <a:lnTo>
                  <a:pt x="24946" y="7"/>
                </a:lnTo>
                <a:lnTo>
                  <a:pt x="25161" y="2"/>
                </a:lnTo>
                <a:lnTo>
                  <a:pt x="25376" y="0"/>
                </a:lnTo>
                <a:lnTo>
                  <a:pt x="25591" y="0"/>
                </a:lnTo>
              </a:path>
            </a:pathLst>
          </a:custGeom>
          <a:ln w="12600">
            <a:solidFill>
              <a:srgbClr val="c53e1f"/>
            </a:solidFill>
            <a:custDash>
              <a:ds d="371429" sp="160000"/>
            </a:custDash>
            <a:round/>
          </a:ln>
        </p:spPr>
      </p:sp>
      <p:sp>
        <p:nvSpPr>
          <p:cNvPr id="252" name=""/>
          <p:cNvSpPr/>
          <p:nvPr/>
        </p:nvSpPr>
        <p:spPr>
          <a:xfrm>
            <a:off x="529560" y="371340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1"/>
                </a:lnTo>
                <a:lnTo>
                  <a:pt x="8386" y="321"/>
                </a:lnTo>
                <a:lnTo>
                  <a:pt x="8601" y="320"/>
                </a:lnTo>
                <a:lnTo>
                  <a:pt x="8816" y="319"/>
                </a:lnTo>
                <a:lnTo>
                  <a:pt x="9032" y="318"/>
                </a:lnTo>
                <a:lnTo>
                  <a:pt x="9247" y="317"/>
                </a:lnTo>
                <a:lnTo>
                  <a:pt x="9462" y="317"/>
                </a:lnTo>
                <a:lnTo>
                  <a:pt x="9677" y="317"/>
                </a:lnTo>
                <a:lnTo>
                  <a:pt x="9892" y="317"/>
                </a:lnTo>
                <a:lnTo>
                  <a:pt x="10107" y="317"/>
                </a:lnTo>
                <a:lnTo>
                  <a:pt x="10322" y="318"/>
                </a:lnTo>
                <a:lnTo>
                  <a:pt x="10537" y="319"/>
                </a:lnTo>
                <a:lnTo>
                  <a:pt x="10752" y="320"/>
                </a:lnTo>
                <a:lnTo>
                  <a:pt x="10967" y="321"/>
                </a:lnTo>
                <a:lnTo>
                  <a:pt x="11182" y="321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0"/>
                </a:lnTo>
                <a:lnTo>
                  <a:pt x="22365" y="318"/>
                </a:lnTo>
                <a:lnTo>
                  <a:pt x="22580" y="313"/>
                </a:lnTo>
                <a:lnTo>
                  <a:pt x="22795" y="304"/>
                </a:lnTo>
                <a:lnTo>
                  <a:pt x="23011" y="288"/>
                </a:lnTo>
                <a:lnTo>
                  <a:pt x="23226" y="264"/>
                </a:lnTo>
                <a:lnTo>
                  <a:pt x="23441" y="230"/>
                </a:lnTo>
                <a:lnTo>
                  <a:pt x="23656" y="186"/>
                </a:lnTo>
                <a:lnTo>
                  <a:pt x="23871" y="135"/>
                </a:lnTo>
                <a:lnTo>
                  <a:pt x="24086" y="82"/>
                </a:lnTo>
                <a:lnTo>
                  <a:pt x="24301" y="38"/>
                </a:lnTo>
                <a:lnTo>
                  <a:pt x="24516" y="8"/>
                </a:lnTo>
                <a:lnTo>
                  <a:pt x="24731" y="0"/>
                </a:lnTo>
                <a:lnTo>
                  <a:pt x="24946" y="14"/>
                </a:lnTo>
                <a:lnTo>
                  <a:pt x="25161" y="48"/>
                </a:lnTo>
                <a:lnTo>
                  <a:pt x="25376" y="94"/>
                </a:lnTo>
                <a:lnTo>
                  <a:pt x="25591" y="147"/>
                </a:lnTo>
              </a:path>
            </a:pathLst>
          </a:custGeom>
          <a:ln cap="sq" w="12600">
            <a:solidFill>
              <a:srgbClr val="c53e1f"/>
            </a:solidFill>
            <a:round/>
          </a:ln>
        </p:spPr>
      </p:sp>
      <p:sp>
        <p:nvSpPr>
          <p:cNvPr id="253" name=""/>
          <p:cNvSpPr/>
          <p:nvPr/>
        </p:nvSpPr>
        <p:spPr>
          <a:xfrm>
            <a:off x="529560" y="385128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1"/>
                </a:lnTo>
                <a:lnTo>
                  <a:pt x="3010" y="321"/>
                </a:lnTo>
                <a:lnTo>
                  <a:pt x="3225" y="321"/>
                </a:lnTo>
                <a:lnTo>
                  <a:pt x="3440" y="320"/>
                </a:lnTo>
                <a:lnTo>
                  <a:pt x="3655" y="319"/>
                </a:lnTo>
                <a:lnTo>
                  <a:pt x="3870" y="319"/>
                </a:lnTo>
                <a:lnTo>
                  <a:pt x="4085" y="318"/>
                </a:lnTo>
                <a:lnTo>
                  <a:pt x="4301" y="317"/>
                </a:lnTo>
                <a:lnTo>
                  <a:pt x="4516" y="316"/>
                </a:lnTo>
                <a:lnTo>
                  <a:pt x="4731" y="314"/>
                </a:lnTo>
                <a:lnTo>
                  <a:pt x="4946" y="312"/>
                </a:lnTo>
                <a:lnTo>
                  <a:pt x="5161" y="309"/>
                </a:lnTo>
                <a:lnTo>
                  <a:pt x="5376" y="304"/>
                </a:lnTo>
                <a:lnTo>
                  <a:pt x="5591" y="297"/>
                </a:lnTo>
                <a:lnTo>
                  <a:pt x="5806" y="285"/>
                </a:lnTo>
                <a:lnTo>
                  <a:pt x="6021" y="269"/>
                </a:lnTo>
                <a:lnTo>
                  <a:pt x="6236" y="246"/>
                </a:lnTo>
                <a:lnTo>
                  <a:pt x="6451" y="217"/>
                </a:lnTo>
                <a:lnTo>
                  <a:pt x="6666" y="182"/>
                </a:lnTo>
                <a:lnTo>
                  <a:pt x="6881" y="142"/>
                </a:lnTo>
                <a:lnTo>
                  <a:pt x="7096" y="102"/>
                </a:lnTo>
                <a:lnTo>
                  <a:pt x="7311" y="63"/>
                </a:lnTo>
                <a:lnTo>
                  <a:pt x="7526" y="30"/>
                </a:lnTo>
                <a:lnTo>
                  <a:pt x="7741" y="8"/>
                </a:lnTo>
                <a:lnTo>
                  <a:pt x="7956" y="0"/>
                </a:lnTo>
                <a:lnTo>
                  <a:pt x="8171" y="5"/>
                </a:lnTo>
                <a:lnTo>
                  <a:pt x="8386" y="24"/>
                </a:lnTo>
                <a:lnTo>
                  <a:pt x="8601" y="54"/>
                </a:lnTo>
                <a:lnTo>
                  <a:pt x="8816" y="93"/>
                </a:lnTo>
                <a:lnTo>
                  <a:pt x="9032" y="134"/>
                </a:lnTo>
                <a:lnTo>
                  <a:pt x="9247" y="174"/>
                </a:lnTo>
                <a:lnTo>
                  <a:pt x="9462" y="211"/>
                </a:lnTo>
                <a:lnTo>
                  <a:pt x="9677" y="242"/>
                </a:lnTo>
                <a:lnTo>
                  <a:pt x="9892" y="267"/>
                </a:lnTo>
                <a:lnTo>
                  <a:pt x="10107" y="286"/>
                </a:lnTo>
                <a:lnTo>
                  <a:pt x="10322" y="300"/>
                </a:lnTo>
                <a:lnTo>
                  <a:pt x="10537" y="309"/>
                </a:lnTo>
                <a:lnTo>
                  <a:pt x="10752" y="314"/>
                </a:lnTo>
                <a:lnTo>
                  <a:pt x="10967" y="318"/>
                </a:lnTo>
                <a:lnTo>
                  <a:pt x="11182" y="320"/>
                </a:lnTo>
                <a:lnTo>
                  <a:pt x="11398" y="321"/>
                </a:lnTo>
                <a:lnTo>
                  <a:pt x="11613" y="321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1"/>
                </a:lnTo>
                <a:lnTo>
                  <a:pt x="16774" y="321"/>
                </a:lnTo>
                <a:lnTo>
                  <a:pt x="16989" y="320"/>
                </a:lnTo>
                <a:lnTo>
                  <a:pt x="17204" y="319"/>
                </a:lnTo>
                <a:lnTo>
                  <a:pt x="17419" y="317"/>
                </a:lnTo>
                <a:lnTo>
                  <a:pt x="17634" y="316"/>
                </a:lnTo>
                <a:lnTo>
                  <a:pt x="17849" y="314"/>
                </a:lnTo>
                <a:lnTo>
                  <a:pt x="18064" y="311"/>
                </a:lnTo>
                <a:lnTo>
                  <a:pt x="18280" y="309"/>
                </a:lnTo>
                <a:lnTo>
                  <a:pt x="18495" y="307"/>
                </a:lnTo>
                <a:lnTo>
                  <a:pt x="18710" y="305"/>
                </a:lnTo>
                <a:lnTo>
                  <a:pt x="18925" y="304"/>
                </a:lnTo>
                <a:lnTo>
                  <a:pt x="19140" y="304"/>
                </a:lnTo>
                <a:lnTo>
                  <a:pt x="19355" y="304"/>
                </a:lnTo>
                <a:lnTo>
                  <a:pt x="19570" y="306"/>
                </a:lnTo>
                <a:lnTo>
                  <a:pt x="19785" y="308"/>
                </a:lnTo>
                <a:lnTo>
                  <a:pt x="20000" y="310"/>
                </a:lnTo>
                <a:lnTo>
                  <a:pt x="20215" y="312"/>
                </a:lnTo>
                <a:lnTo>
                  <a:pt x="20430" y="314"/>
                </a:lnTo>
                <a:lnTo>
                  <a:pt x="20645" y="316"/>
                </a:lnTo>
                <a:lnTo>
                  <a:pt x="20860" y="318"/>
                </a:lnTo>
                <a:lnTo>
                  <a:pt x="21075" y="319"/>
                </a:lnTo>
                <a:lnTo>
                  <a:pt x="21290" y="320"/>
                </a:lnTo>
                <a:lnTo>
                  <a:pt x="21505" y="321"/>
                </a:lnTo>
                <a:lnTo>
                  <a:pt x="21720" y="321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322"/>
                </a:lnTo>
              </a:path>
            </a:pathLst>
          </a:custGeom>
          <a:ln w="12600">
            <a:solidFill>
              <a:srgbClr val="c53e1f"/>
            </a:solidFill>
            <a:custDash>
              <a:ds d="371429" sp="160000"/>
            </a:custDash>
            <a:round/>
          </a:ln>
        </p:spPr>
      </p:sp>
      <p:sp>
        <p:nvSpPr>
          <p:cNvPr id="254" name=""/>
          <p:cNvSpPr/>
          <p:nvPr/>
        </p:nvSpPr>
        <p:spPr>
          <a:xfrm>
            <a:off x="529560" y="3988800"/>
            <a:ext cx="9212760" cy="116280"/>
          </a:xfrm>
          <a:custGeom>
            <a:avLst/>
            <a:gdLst/>
            <a:ahLst/>
            <a:rect l="0" t="0" r="r" b="b"/>
            <a:pathLst>
              <a:path fill="none"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3"/>
                </a:lnTo>
                <a:lnTo>
                  <a:pt x="12473" y="323"/>
                </a:lnTo>
                <a:lnTo>
                  <a:pt x="12688" y="323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1"/>
                </a:lnTo>
                <a:lnTo>
                  <a:pt x="13548" y="321"/>
                </a:lnTo>
                <a:lnTo>
                  <a:pt x="13764" y="321"/>
                </a:lnTo>
                <a:lnTo>
                  <a:pt x="13979" y="321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3"/>
                </a:lnTo>
                <a:lnTo>
                  <a:pt x="14839" y="323"/>
                </a:lnTo>
                <a:lnTo>
                  <a:pt x="15054" y="323"/>
                </a:lnTo>
                <a:lnTo>
                  <a:pt x="15269" y="323"/>
                </a:lnTo>
                <a:lnTo>
                  <a:pt x="15484" y="323"/>
                </a:lnTo>
                <a:lnTo>
                  <a:pt x="15699" y="323"/>
                </a:lnTo>
                <a:lnTo>
                  <a:pt x="15914" y="323"/>
                </a:lnTo>
                <a:lnTo>
                  <a:pt x="16129" y="323"/>
                </a:lnTo>
                <a:lnTo>
                  <a:pt x="16344" y="323"/>
                </a:lnTo>
                <a:lnTo>
                  <a:pt x="16559" y="323"/>
                </a:lnTo>
                <a:lnTo>
                  <a:pt x="16774" y="323"/>
                </a:lnTo>
                <a:lnTo>
                  <a:pt x="16989" y="323"/>
                </a:lnTo>
                <a:lnTo>
                  <a:pt x="17204" y="323"/>
                </a:lnTo>
                <a:lnTo>
                  <a:pt x="17419" y="323"/>
                </a:lnTo>
                <a:lnTo>
                  <a:pt x="17634" y="323"/>
                </a:lnTo>
                <a:lnTo>
                  <a:pt x="17849" y="323"/>
                </a:lnTo>
                <a:lnTo>
                  <a:pt x="18064" y="323"/>
                </a:lnTo>
                <a:lnTo>
                  <a:pt x="18280" y="323"/>
                </a:lnTo>
                <a:lnTo>
                  <a:pt x="18495" y="323"/>
                </a:lnTo>
                <a:lnTo>
                  <a:pt x="18710" y="323"/>
                </a:lnTo>
                <a:lnTo>
                  <a:pt x="18925" y="323"/>
                </a:lnTo>
                <a:lnTo>
                  <a:pt x="19140" y="323"/>
                </a:lnTo>
                <a:lnTo>
                  <a:pt x="19355" y="323"/>
                </a:lnTo>
                <a:lnTo>
                  <a:pt x="19570" y="323"/>
                </a:lnTo>
                <a:lnTo>
                  <a:pt x="19785" y="323"/>
                </a:lnTo>
                <a:lnTo>
                  <a:pt x="20000" y="323"/>
                </a:lnTo>
                <a:lnTo>
                  <a:pt x="20215" y="323"/>
                </a:lnTo>
                <a:lnTo>
                  <a:pt x="20430" y="323"/>
                </a:lnTo>
                <a:lnTo>
                  <a:pt x="20645" y="323"/>
                </a:lnTo>
                <a:lnTo>
                  <a:pt x="20860" y="323"/>
                </a:lnTo>
                <a:lnTo>
                  <a:pt x="21075" y="323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2"/>
                </a:lnTo>
                <a:lnTo>
                  <a:pt x="24516" y="319"/>
                </a:lnTo>
                <a:lnTo>
                  <a:pt x="24731" y="302"/>
                </a:lnTo>
                <a:lnTo>
                  <a:pt x="24946" y="255"/>
                </a:lnTo>
                <a:lnTo>
                  <a:pt x="25161" y="162"/>
                </a:lnTo>
                <a:lnTo>
                  <a:pt x="25376" y="52"/>
                </a:lnTo>
                <a:lnTo>
                  <a:pt x="25591" y="0"/>
                </a:lnTo>
              </a:path>
            </a:pathLst>
          </a:custGeom>
          <a:ln cap="sq" w="12600">
            <a:solidFill>
              <a:srgbClr val="c53e1f"/>
            </a:solidFill>
            <a:round/>
          </a:ln>
        </p:spPr>
      </p:sp>
      <p:sp>
        <p:nvSpPr>
          <p:cNvPr id="255" name=""/>
          <p:cNvSpPr/>
          <p:nvPr/>
        </p:nvSpPr>
        <p:spPr>
          <a:xfrm>
            <a:off x="529560" y="412668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1"/>
                </a:lnTo>
                <a:lnTo>
                  <a:pt x="11398" y="321"/>
                </a:lnTo>
                <a:lnTo>
                  <a:pt x="11613" y="320"/>
                </a:lnTo>
                <a:lnTo>
                  <a:pt x="11828" y="321"/>
                </a:lnTo>
                <a:lnTo>
                  <a:pt x="12043" y="321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19"/>
                </a:lnTo>
                <a:lnTo>
                  <a:pt x="24516" y="309"/>
                </a:lnTo>
                <a:lnTo>
                  <a:pt x="24731" y="280"/>
                </a:lnTo>
                <a:lnTo>
                  <a:pt x="24946" y="219"/>
                </a:lnTo>
                <a:lnTo>
                  <a:pt x="25161" y="128"/>
                </a:lnTo>
                <a:lnTo>
                  <a:pt x="25376" y="38"/>
                </a:lnTo>
                <a:lnTo>
                  <a:pt x="25591" y="0"/>
                </a:lnTo>
              </a:path>
            </a:pathLst>
          </a:custGeom>
          <a:ln w="12600">
            <a:solidFill>
              <a:srgbClr val="c53e1f"/>
            </a:solidFill>
            <a:custDash>
              <a:ds d="371429" sp="160000"/>
            </a:custDash>
            <a:round/>
          </a:ln>
        </p:spPr>
      </p:sp>
      <p:sp>
        <p:nvSpPr>
          <p:cNvPr id="256" name=""/>
          <p:cNvSpPr/>
          <p:nvPr/>
        </p:nvSpPr>
        <p:spPr>
          <a:xfrm>
            <a:off x="529560" y="453996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2"/>
                </a:lnTo>
                <a:lnTo>
                  <a:pt x="7741" y="322"/>
                </a:lnTo>
                <a:lnTo>
                  <a:pt x="7956" y="322"/>
                </a:lnTo>
                <a:lnTo>
                  <a:pt x="8171" y="322"/>
                </a:lnTo>
                <a:lnTo>
                  <a:pt x="8386" y="322"/>
                </a:lnTo>
                <a:lnTo>
                  <a:pt x="8601" y="322"/>
                </a:lnTo>
                <a:lnTo>
                  <a:pt x="8816" y="322"/>
                </a:lnTo>
                <a:lnTo>
                  <a:pt x="9032" y="322"/>
                </a:lnTo>
                <a:lnTo>
                  <a:pt x="9247" y="322"/>
                </a:lnTo>
                <a:lnTo>
                  <a:pt x="9462" y="322"/>
                </a:lnTo>
                <a:lnTo>
                  <a:pt x="9677" y="322"/>
                </a:lnTo>
                <a:lnTo>
                  <a:pt x="9892" y="322"/>
                </a:lnTo>
                <a:lnTo>
                  <a:pt x="10107" y="322"/>
                </a:lnTo>
                <a:lnTo>
                  <a:pt x="10322" y="322"/>
                </a:lnTo>
                <a:lnTo>
                  <a:pt x="10537" y="322"/>
                </a:lnTo>
                <a:lnTo>
                  <a:pt x="10752" y="322"/>
                </a:lnTo>
                <a:lnTo>
                  <a:pt x="10967" y="322"/>
                </a:lnTo>
                <a:lnTo>
                  <a:pt x="11182" y="322"/>
                </a:lnTo>
                <a:lnTo>
                  <a:pt x="11398" y="322"/>
                </a:lnTo>
                <a:lnTo>
                  <a:pt x="11613" y="322"/>
                </a:lnTo>
                <a:lnTo>
                  <a:pt x="11828" y="322"/>
                </a:lnTo>
                <a:lnTo>
                  <a:pt x="12043" y="322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2"/>
                </a:lnTo>
                <a:lnTo>
                  <a:pt x="18925" y="322"/>
                </a:lnTo>
                <a:lnTo>
                  <a:pt x="19140" y="322"/>
                </a:lnTo>
                <a:lnTo>
                  <a:pt x="19355" y="322"/>
                </a:lnTo>
                <a:lnTo>
                  <a:pt x="19570" y="322"/>
                </a:lnTo>
                <a:lnTo>
                  <a:pt x="19785" y="322"/>
                </a:lnTo>
                <a:lnTo>
                  <a:pt x="20000" y="322"/>
                </a:lnTo>
                <a:lnTo>
                  <a:pt x="20215" y="322"/>
                </a:lnTo>
                <a:lnTo>
                  <a:pt x="20430" y="322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2"/>
                </a:lnTo>
                <a:lnTo>
                  <a:pt x="21505" y="322"/>
                </a:lnTo>
                <a:lnTo>
                  <a:pt x="21720" y="322"/>
                </a:lnTo>
                <a:lnTo>
                  <a:pt x="21935" y="322"/>
                </a:lnTo>
                <a:lnTo>
                  <a:pt x="22150" y="322"/>
                </a:lnTo>
                <a:lnTo>
                  <a:pt x="22365" y="322"/>
                </a:lnTo>
                <a:lnTo>
                  <a:pt x="22580" y="322"/>
                </a:lnTo>
                <a:lnTo>
                  <a:pt x="22795" y="322"/>
                </a:lnTo>
                <a:lnTo>
                  <a:pt x="23011" y="322"/>
                </a:lnTo>
                <a:lnTo>
                  <a:pt x="23226" y="322"/>
                </a:lnTo>
                <a:lnTo>
                  <a:pt x="23441" y="322"/>
                </a:lnTo>
                <a:lnTo>
                  <a:pt x="23656" y="322"/>
                </a:lnTo>
                <a:lnTo>
                  <a:pt x="23871" y="322"/>
                </a:lnTo>
                <a:lnTo>
                  <a:pt x="24086" y="322"/>
                </a:lnTo>
                <a:lnTo>
                  <a:pt x="24301" y="322"/>
                </a:lnTo>
                <a:lnTo>
                  <a:pt x="24516" y="322"/>
                </a:lnTo>
                <a:lnTo>
                  <a:pt x="24731" y="322"/>
                </a:lnTo>
                <a:lnTo>
                  <a:pt x="24946" y="322"/>
                </a:lnTo>
                <a:lnTo>
                  <a:pt x="25161" y="322"/>
                </a:lnTo>
                <a:lnTo>
                  <a:pt x="25376" y="322"/>
                </a:lnTo>
                <a:lnTo>
                  <a:pt x="25591" y="0"/>
                </a:lnTo>
              </a:path>
            </a:pathLst>
          </a:custGeom>
          <a:ln cap="sq" w="12600">
            <a:solidFill>
              <a:srgbClr val="0a7d6e"/>
            </a:solidFill>
            <a:round/>
          </a:ln>
        </p:spPr>
      </p:sp>
      <p:sp>
        <p:nvSpPr>
          <p:cNvPr id="257" name=""/>
          <p:cNvSpPr/>
          <p:nvPr/>
        </p:nvSpPr>
        <p:spPr>
          <a:xfrm>
            <a:off x="529560" y="4677480"/>
            <a:ext cx="9212760" cy="116280"/>
          </a:xfrm>
          <a:custGeom>
            <a:avLst/>
            <a:gdLst/>
            <a:ahLst/>
            <a:rect l="0" t="0" r="r" b="b"/>
            <a:pathLst>
              <a:path fill="none"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1"/>
                </a:lnTo>
                <a:lnTo>
                  <a:pt x="3870" y="320"/>
                </a:lnTo>
                <a:lnTo>
                  <a:pt x="4085" y="318"/>
                </a:lnTo>
                <a:lnTo>
                  <a:pt x="4301" y="315"/>
                </a:lnTo>
                <a:lnTo>
                  <a:pt x="4516" y="311"/>
                </a:lnTo>
                <a:lnTo>
                  <a:pt x="4731" y="306"/>
                </a:lnTo>
                <a:lnTo>
                  <a:pt x="4946" y="300"/>
                </a:lnTo>
                <a:lnTo>
                  <a:pt x="5161" y="291"/>
                </a:lnTo>
                <a:lnTo>
                  <a:pt x="5376" y="280"/>
                </a:lnTo>
                <a:lnTo>
                  <a:pt x="5591" y="266"/>
                </a:lnTo>
                <a:lnTo>
                  <a:pt x="5806" y="249"/>
                </a:lnTo>
                <a:lnTo>
                  <a:pt x="6021" y="229"/>
                </a:lnTo>
                <a:lnTo>
                  <a:pt x="6236" y="206"/>
                </a:lnTo>
                <a:lnTo>
                  <a:pt x="6451" y="181"/>
                </a:lnTo>
                <a:lnTo>
                  <a:pt x="6666" y="154"/>
                </a:lnTo>
                <a:lnTo>
                  <a:pt x="6881" y="126"/>
                </a:lnTo>
                <a:lnTo>
                  <a:pt x="7096" y="98"/>
                </a:lnTo>
                <a:lnTo>
                  <a:pt x="7311" y="71"/>
                </a:lnTo>
                <a:lnTo>
                  <a:pt x="7526" y="47"/>
                </a:lnTo>
                <a:lnTo>
                  <a:pt x="7741" y="27"/>
                </a:lnTo>
                <a:lnTo>
                  <a:pt x="7956" y="12"/>
                </a:lnTo>
                <a:lnTo>
                  <a:pt x="8171" y="3"/>
                </a:lnTo>
                <a:lnTo>
                  <a:pt x="8386" y="0"/>
                </a:lnTo>
                <a:lnTo>
                  <a:pt x="8601" y="5"/>
                </a:lnTo>
                <a:lnTo>
                  <a:pt x="8816" y="17"/>
                </a:lnTo>
                <a:lnTo>
                  <a:pt x="9032" y="34"/>
                </a:lnTo>
                <a:lnTo>
                  <a:pt x="9247" y="55"/>
                </a:lnTo>
                <a:lnTo>
                  <a:pt x="9462" y="80"/>
                </a:lnTo>
                <a:lnTo>
                  <a:pt x="9677" y="108"/>
                </a:lnTo>
                <a:lnTo>
                  <a:pt x="9892" y="136"/>
                </a:lnTo>
                <a:lnTo>
                  <a:pt x="10107" y="164"/>
                </a:lnTo>
                <a:lnTo>
                  <a:pt x="10322" y="190"/>
                </a:lnTo>
                <a:lnTo>
                  <a:pt x="10537" y="214"/>
                </a:lnTo>
                <a:lnTo>
                  <a:pt x="10752" y="236"/>
                </a:lnTo>
                <a:lnTo>
                  <a:pt x="10967" y="254"/>
                </a:lnTo>
                <a:lnTo>
                  <a:pt x="11182" y="269"/>
                </a:lnTo>
                <a:lnTo>
                  <a:pt x="11398" y="281"/>
                </a:lnTo>
                <a:lnTo>
                  <a:pt x="11613" y="290"/>
                </a:lnTo>
                <a:lnTo>
                  <a:pt x="11828" y="296"/>
                </a:lnTo>
                <a:lnTo>
                  <a:pt x="12043" y="299"/>
                </a:lnTo>
                <a:lnTo>
                  <a:pt x="12258" y="300"/>
                </a:lnTo>
                <a:lnTo>
                  <a:pt x="12473" y="297"/>
                </a:lnTo>
                <a:lnTo>
                  <a:pt x="12688" y="293"/>
                </a:lnTo>
                <a:lnTo>
                  <a:pt x="12903" y="285"/>
                </a:lnTo>
                <a:lnTo>
                  <a:pt x="13118" y="275"/>
                </a:lnTo>
                <a:lnTo>
                  <a:pt x="13333" y="263"/>
                </a:lnTo>
                <a:lnTo>
                  <a:pt x="13548" y="248"/>
                </a:lnTo>
                <a:lnTo>
                  <a:pt x="13764" y="231"/>
                </a:lnTo>
                <a:lnTo>
                  <a:pt x="13979" y="212"/>
                </a:lnTo>
                <a:lnTo>
                  <a:pt x="14194" y="192"/>
                </a:lnTo>
                <a:lnTo>
                  <a:pt x="14409" y="171"/>
                </a:lnTo>
                <a:lnTo>
                  <a:pt x="14624" y="151"/>
                </a:lnTo>
                <a:lnTo>
                  <a:pt x="14839" y="132"/>
                </a:lnTo>
                <a:lnTo>
                  <a:pt x="15054" y="115"/>
                </a:lnTo>
                <a:lnTo>
                  <a:pt x="15269" y="101"/>
                </a:lnTo>
                <a:lnTo>
                  <a:pt x="15484" y="92"/>
                </a:lnTo>
                <a:lnTo>
                  <a:pt x="15699" y="87"/>
                </a:lnTo>
                <a:lnTo>
                  <a:pt x="15914" y="87"/>
                </a:lnTo>
                <a:lnTo>
                  <a:pt x="16129" y="91"/>
                </a:lnTo>
                <a:lnTo>
                  <a:pt x="16344" y="101"/>
                </a:lnTo>
                <a:lnTo>
                  <a:pt x="16559" y="114"/>
                </a:lnTo>
                <a:lnTo>
                  <a:pt x="16774" y="131"/>
                </a:lnTo>
                <a:lnTo>
                  <a:pt x="16989" y="150"/>
                </a:lnTo>
                <a:lnTo>
                  <a:pt x="17204" y="171"/>
                </a:lnTo>
                <a:lnTo>
                  <a:pt x="17419" y="191"/>
                </a:lnTo>
                <a:lnTo>
                  <a:pt x="17634" y="212"/>
                </a:lnTo>
                <a:lnTo>
                  <a:pt x="17849" y="231"/>
                </a:lnTo>
                <a:lnTo>
                  <a:pt x="18064" y="248"/>
                </a:lnTo>
                <a:lnTo>
                  <a:pt x="18280" y="264"/>
                </a:lnTo>
                <a:lnTo>
                  <a:pt x="18495" y="277"/>
                </a:lnTo>
                <a:lnTo>
                  <a:pt x="18710" y="288"/>
                </a:lnTo>
                <a:lnTo>
                  <a:pt x="18925" y="297"/>
                </a:lnTo>
                <a:lnTo>
                  <a:pt x="19140" y="304"/>
                </a:lnTo>
                <a:lnTo>
                  <a:pt x="19355" y="309"/>
                </a:lnTo>
                <a:lnTo>
                  <a:pt x="19570" y="313"/>
                </a:lnTo>
                <a:lnTo>
                  <a:pt x="19785" y="316"/>
                </a:lnTo>
                <a:lnTo>
                  <a:pt x="20000" y="319"/>
                </a:lnTo>
                <a:lnTo>
                  <a:pt x="20215" y="320"/>
                </a:lnTo>
                <a:lnTo>
                  <a:pt x="20430" y="321"/>
                </a:lnTo>
                <a:lnTo>
                  <a:pt x="20645" y="322"/>
                </a:lnTo>
                <a:lnTo>
                  <a:pt x="20860" y="322"/>
                </a:lnTo>
                <a:lnTo>
                  <a:pt x="21075" y="322"/>
                </a:lnTo>
                <a:lnTo>
                  <a:pt x="21290" y="323"/>
                </a:lnTo>
                <a:lnTo>
                  <a:pt x="21505" y="323"/>
                </a:lnTo>
                <a:lnTo>
                  <a:pt x="21720" y="323"/>
                </a:lnTo>
                <a:lnTo>
                  <a:pt x="21935" y="323"/>
                </a:lnTo>
                <a:lnTo>
                  <a:pt x="22150" y="323"/>
                </a:lnTo>
                <a:lnTo>
                  <a:pt x="22365" y="323"/>
                </a:lnTo>
                <a:lnTo>
                  <a:pt x="22580" y="323"/>
                </a:lnTo>
                <a:lnTo>
                  <a:pt x="22795" y="323"/>
                </a:lnTo>
                <a:lnTo>
                  <a:pt x="23011" y="323"/>
                </a:lnTo>
                <a:lnTo>
                  <a:pt x="23226" y="323"/>
                </a:lnTo>
                <a:lnTo>
                  <a:pt x="23441" y="323"/>
                </a:lnTo>
                <a:lnTo>
                  <a:pt x="23656" y="323"/>
                </a:lnTo>
                <a:lnTo>
                  <a:pt x="23871" y="323"/>
                </a:lnTo>
                <a:lnTo>
                  <a:pt x="24086" y="323"/>
                </a:lnTo>
                <a:lnTo>
                  <a:pt x="24301" y="323"/>
                </a:lnTo>
                <a:lnTo>
                  <a:pt x="24516" y="323"/>
                </a:lnTo>
                <a:lnTo>
                  <a:pt x="24731" y="323"/>
                </a:lnTo>
                <a:lnTo>
                  <a:pt x="24946" y="323"/>
                </a:lnTo>
                <a:lnTo>
                  <a:pt x="25161" y="323"/>
                </a:lnTo>
                <a:lnTo>
                  <a:pt x="25376" y="323"/>
                </a:lnTo>
                <a:lnTo>
                  <a:pt x="25591" y="323"/>
                </a:lnTo>
              </a:path>
            </a:pathLst>
          </a:custGeom>
          <a:ln w="12600">
            <a:solidFill>
              <a:srgbClr val="0a7d6e"/>
            </a:solidFill>
            <a:custDash>
              <a:ds d="371429" sp="160000"/>
            </a:custDash>
            <a:round/>
          </a:ln>
        </p:spPr>
      </p:sp>
      <p:sp>
        <p:nvSpPr>
          <p:cNvPr id="258" name=""/>
          <p:cNvSpPr/>
          <p:nvPr/>
        </p:nvSpPr>
        <p:spPr>
          <a:xfrm>
            <a:off x="529560" y="4815360"/>
            <a:ext cx="9212760" cy="116280"/>
          </a:xfrm>
          <a:custGeom>
            <a:avLst/>
            <a:gdLst/>
            <a:ahLst/>
            <a:rect l="0" t="0" r="r" b="b"/>
            <a:pathLst>
              <a:path fill="none" w="25591" h="323">
                <a:moveTo>
                  <a:pt x="0" y="323"/>
                </a:moveTo>
                <a:lnTo>
                  <a:pt x="215" y="323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1"/>
                </a:lnTo>
                <a:lnTo>
                  <a:pt x="3440" y="321"/>
                </a:lnTo>
                <a:lnTo>
                  <a:pt x="3655" y="320"/>
                </a:lnTo>
                <a:lnTo>
                  <a:pt x="3870" y="320"/>
                </a:lnTo>
                <a:lnTo>
                  <a:pt x="4085" y="319"/>
                </a:lnTo>
                <a:lnTo>
                  <a:pt x="4301" y="318"/>
                </a:lnTo>
                <a:lnTo>
                  <a:pt x="4516" y="317"/>
                </a:lnTo>
                <a:lnTo>
                  <a:pt x="4731" y="315"/>
                </a:lnTo>
                <a:lnTo>
                  <a:pt x="4946" y="313"/>
                </a:lnTo>
                <a:lnTo>
                  <a:pt x="5161" y="311"/>
                </a:lnTo>
                <a:lnTo>
                  <a:pt x="5376" y="308"/>
                </a:lnTo>
                <a:lnTo>
                  <a:pt x="5591" y="305"/>
                </a:lnTo>
                <a:lnTo>
                  <a:pt x="5806" y="301"/>
                </a:lnTo>
                <a:lnTo>
                  <a:pt x="6021" y="296"/>
                </a:lnTo>
                <a:lnTo>
                  <a:pt x="6236" y="291"/>
                </a:lnTo>
                <a:lnTo>
                  <a:pt x="6451" y="285"/>
                </a:lnTo>
                <a:lnTo>
                  <a:pt x="6666" y="278"/>
                </a:lnTo>
                <a:lnTo>
                  <a:pt x="6881" y="270"/>
                </a:lnTo>
                <a:lnTo>
                  <a:pt x="7096" y="260"/>
                </a:lnTo>
                <a:lnTo>
                  <a:pt x="7311" y="250"/>
                </a:lnTo>
                <a:lnTo>
                  <a:pt x="7526" y="239"/>
                </a:lnTo>
                <a:lnTo>
                  <a:pt x="7741" y="227"/>
                </a:lnTo>
                <a:lnTo>
                  <a:pt x="7956" y="214"/>
                </a:lnTo>
                <a:lnTo>
                  <a:pt x="8171" y="201"/>
                </a:lnTo>
                <a:lnTo>
                  <a:pt x="8386" y="186"/>
                </a:lnTo>
                <a:lnTo>
                  <a:pt x="8601" y="171"/>
                </a:lnTo>
                <a:lnTo>
                  <a:pt x="8816" y="155"/>
                </a:lnTo>
                <a:lnTo>
                  <a:pt x="9032" y="139"/>
                </a:lnTo>
                <a:lnTo>
                  <a:pt x="9247" y="122"/>
                </a:lnTo>
                <a:lnTo>
                  <a:pt x="9462" y="106"/>
                </a:lnTo>
                <a:lnTo>
                  <a:pt x="9677" y="90"/>
                </a:lnTo>
                <a:lnTo>
                  <a:pt x="9892" y="74"/>
                </a:lnTo>
                <a:lnTo>
                  <a:pt x="10107" y="60"/>
                </a:lnTo>
                <a:lnTo>
                  <a:pt x="10322" y="46"/>
                </a:lnTo>
                <a:lnTo>
                  <a:pt x="10537" y="34"/>
                </a:lnTo>
                <a:lnTo>
                  <a:pt x="10752" y="23"/>
                </a:lnTo>
                <a:lnTo>
                  <a:pt x="10967" y="15"/>
                </a:lnTo>
                <a:lnTo>
                  <a:pt x="11182" y="8"/>
                </a:lnTo>
                <a:lnTo>
                  <a:pt x="11398" y="3"/>
                </a:lnTo>
                <a:lnTo>
                  <a:pt x="11613" y="0"/>
                </a:lnTo>
                <a:lnTo>
                  <a:pt x="11828" y="0"/>
                </a:lnTo>
                <a:lnTo>
                  <a:pt x="12043" y="2"/>
                </a:lnTo>
                <a:lnTo>
                  <a:pt x="12258" y="6"/>
                </a:lnTo>
                <a:lnTo>
                  <a:pt x="12473" y="13"/>
                </a:lnTo>
                <a:lnTo>
                  <a:pt x="12688" y="21"/>
                </a:lnTo>
                <a:lnTo>
                  <a:pt x="12903" y="31"/>
                </a:lnTo>
                <a:lnTo>
                  <a:pt x="13118" y="43"/>
                </a:lnTo>
                <a:lnTo>
                  <a:pt x="13333" y="56"/>
                </a:lnTo>
                <a:lnTo>
                  <a:pt x="13548" y="70"/>
                </a:lnTo>
                <a:lnTo>
                  <a:pt x="13764" y="86"/>
                </a:lnTo>
                <a:lnTo>
                  <a:pt x="13979" y="102"/>
                </a:lnTo>
                <a:lnTo>
                  <a:pt x="14194" y="118"/>
                </a:lnTo>
                <a:lnTo>
                  <a:pt x="14409" y="134"/>
                </a:lnTo>
                <a:lnTo>
                  <a:pt x="14624" y="150"/>
                </a:lnTo>
                <a:lnTo>
                  <a:pt x="14839" y="166"/>
                </a:lnTo>
                <a:lnTo>
                  <a:pt x="15054" y="182"/>
                </a:lnTo>
                <a:lnTo>
                  <a:pt x="15269" y="197"/>
                </a:lnTo>
                <a:lnTo>
                  <a:pt x="15484" y="211"/>
                </a:lnTo>
                <a:lnTo>
                  <a:pt x="15699" y="224"/>
                </a:lnTo>
                <a:lnTo>
                  <a:pt x="15914" y="236"/>
                </a:lnTo>
                <a:lnTo>
                  <a:pt x="16129" y="247"/>
                </a:lnTo>
                <a:lnTo>
                  <a:pt x="16344" y="257"/>
                </a:lnTo>
                <a:lnTo>
                  <a:pt x="16559" y="266"/>
                </a:lnTo>
                <a:lnTo>
                  <a:pt x="16774" y="275"/>
                </a:lnTo>
                <a:lnTo>
                  <a:pt x="16989" y="282"/>
                </a:lnTo>
                <a:lnTo>
                  <a:pt x="17204" y="288"/>
                </a:lnTo>
                <a:lnTo>
                  <a:pt x="17419" y="293"/>
                </a:lnTo>
                <a:lnTo>
                  <a:pt x="17634" y="298"/>
                </a:lnTo>
                <a:lnTo>
                  <a:pt x="17849" y="301"/>
                </a:lnTo>
                <a:lnTo>
                  <a:pt x="18064" y="304"/>
                </a:lnTo>
                <a:lnTo>
                  <a:pt x="18280" y="306"/>
                </a:lnTo>
                <a:lnTo>
                  <a:pt x="18495" y="307"/>
                </a:lnTo>
                <a:lnTo>
                  <a:pt x="18710" y="308"/>
                </a:lnTo>
                <a:lnTo>
                  <a:pt x="18925" y="308"/>
                </a:lnTo>
                <a:lnTo>
                  <a:pt x="19140" y="308"/>
                </a:lnTo>
                <a:lnTo>
                  <a:pt x="19355" y="307"/>
                </a:lnTo>
                <a:lnTo>
                  <a:pt x="19570" y="305"/>
                </a:lnTo>
                <a:lnTo>
                  <a:pt x="19785" y="303"/>
                </a:lnTo>
                <a:lnTo>
                  <a:pt x="20000" y="300"/>
                </a:lnTo>
                <a:lnTo>
                  <a:pt x="20215" y="297"/>
                </a:lnTo>
                <a:lnTo>
                  <a:pt x="20430" y="293"/>
                </a:lnTo>
                <a:lnTo>
                  <a:pt x="20645" y="289"/>
                </a:lnTo>
                <a:lnTo>
                  <a:pt x="20860" y="284"/>
                </a:lnTo>
                <a:lnTo>
                  <a:pt x="21075" y="279"/>
                </a:lnTo>
                <a:lnTo>
                  <a:pt x="21290" y="274"/>
                </a:lnTo>
                <a:lnTo>
                  <a:pt x="21505" y="268"/>
                </a:lnTo>
                <a:lnTo>
                  <a:pt x="21720" y="260"/>
                </a:lnTo>
                <a:lnTo>
                  <a:pt x="21935" y="253"/>
                </a:lnTo>
                <a:lnTo>
                  <a:pt x="22150" y="246"/>
                </a:lnTo>
                <a:lnTo>
                  <a:pt x="22365" y="239"/>
                </a:lnTo>
                <a:lnTo>
                  <a:pt x="22580" y="232"/>
                </a:lnTo>
                <a:lnTo>
                  <a:pt x="22795" y="225"/>
                </a:lnTo>
                <a:lnTo>
                  <a:pt x="23011" y="218"/>
                </a:lnTo>
                <a:lnTo>
                  <a:pt x="23226" y="211"/>
                </a:lnTo>
                <a:lnTo>
                  <a:pt x="23441" y="205"/>
                </a:lnTo>
                <a:lnTo>
                  <a:pt x="23656" y="199"/>
                </a:lnTo>
                <a:lnTo>
                  <a:pt x="23871" y="194"/>
                </a:lnTo>
                <a:lnTo>
                  <a:pt x="24086" y="189"/>
                </a:lnTo>
                <a:lnTo>
                  <a:pt x="24301" y="185"/>
                </a:lnTo>
                <a:lnTo>
                  <a:pt x="24516" y="182"/>
                </a:lnTo>
                <a:lnTo>
                  <a:pt x="24731" y="180"/>
                </a:lnTo>
                <a:lnTo>
                  <a:pt x="24946" y="179"/>
                </a:lnTo>
                <a:lnTo>
                  <a:pt x="25161" y="179"/>
                </a:lnTo>
                <a:lnTo>
                  <a:pt x="25376" y="180"/>
                </a:lnTo>
                <a:lnTo>
                  <a:pt x="25591" y="182"/>
                </a:lnTo>
              </a:path>
            </a:pathLst>
          </a:custGeom>
          <a:ln cap="sq" w="12600">
            <a:solidFill>
              <a:srgbClr val="0a7d6e"/>
            </a:solidFill>
            <a:round/>
          </a:ln>
        </p:spPr>
      </p:sp>
      <p:sp>
        <p:nvSpPr>
          <p:cNvPr id="259" name=""/>
          <p:cNvSpPr/>
          <p:nvPr/>
        </p:nvSpPr>
        <p:spPr>
          <a:xfrm>
            <a:off x="529560" y="495324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241"/>
                </a:moveTo>
                <a:lnTo>
                  <a:pt x="215" y="228"/>
                </a:lnTo>
                <a:lnTo>
                  <a:pt x="430" y="214"/>
                </a:lnTo>
                <a:lnTo>
                  <a:pt x="645" y="199"/>
                </a:lnTo>
                <a:lnTo>
                  <a:pt x="860" y="183"/>
                </a:lnTo>
                <a:lnTo>
                  <a:pt x="1075" y="167"/>
                </a:lnTo>
                <a:lnTo>
                  <a:pt x="1290" y="150"/>
                </a:lnTo>
                <a:lnTo>
                  <a:pt x="1505" y="133"/>
                </a:lnTo>
                <a:lnTo>
                  <a:pt x="1720" y="115"/>
                </a:lnTo>
                <a:lnTo>
                  <a:pt x="1935" y="98"/>
                </a:lnTo>
                <a:lnTo>
                  <a:pt x="2150" y="82"/>
                </a:lnTo>
                <a:lnTo>
                  <a:pt x="2365" y="66"/>
                </a:lnTo>
                <a:lnTo>
                  <a:pt x="2580" y="51"/>
                </a:lnTo>
                <a:lnTo>
                  <a:pt x="2795" y="38"/>
                </a:lnTo>
                <a:lnTo>
                  <a:pt x="3010" y="26"/>
                </a:lnTo>
                <a:lnTo>
                  <a:pt x="3225" y="16"/>
                </a:lnTo>
                <a:lnTo>
                  <a:pt x="3440" y="8"/>
                </a:lnTo>
                <a:lnTo>
                  <a:pt x="3655" y="3"/>
                </a:lnTo>
                <a:lnTo>
                  <a:pt x="3870" y="0"/>
                </a:lnTo>
                <a:lnTo>
                  <a:pt x="4085" y="0"/>
                </a:lnTo>
                <a:lnTo>
                  <a:pt x="4301" y="2"/>
                </a:lnTo>
                <a:lnTo>
                  <a:pt x="4516" y="6"/>
                </a:lnTo>
                <a:lnTo>
                  <a:pt x="4731" y="13"/>
                </a:lnTo>
                <a:lnTo>
                  <a:pt x="4946" y="22"/>
                </a:lnTo>
                <a:lnTo>
                  <a:pt x="5161" y="33"/>
                </a:lnTo>
                <a:lnTo>
                  <a:pt x="5376" y="46"/>
                </a:lnTo>
                <a:lnTo>
                  <a:pt x="5591" y="60"/>
                </a:lnTo>
                <a:lnTo>
                  <a:pt x="5806" y="75"/>
                </a:lnTo>
                <a:lnTo>
                  <a:pt x="6021" y="91"/>
                </a:lnTo>
                <a:lnTo>
                  <a:pt x="6236" y="108"/>
                </a:lnTo>
                <a:lnTo>
                  <a:pt x="6451" y="125"/>
                </a:lnTo>
                <a:lnTo>
                  <a:pt x="6666" y="142"/>
                </a:lnTo>
                <a:lnTo>
                  <a:pt x="6881" y="159"/>
                </a:lnTo>
                <a:lnTo>
                  <a:pt x="7096" y="175"/>
                </a:lnTo>
                <a:lnTo>
                  <a:pt x="7311" y="191"/>
                </a:lnTo>
                <a:lnTo>
                  <a:pt x="7526" y="207"/>
                </a:lnTo>
                <a:lnTo>
                  <a:pt x="7741" y="220"/>
                </a:lnTo>
                <a:lnTo>
                  <a:pt x="7956" y="233"/>
                </a:lnTo>
                <a:lnTo>
                  <a:pt x="8171" y="245"/>
                </a:lnTo>
                <a:lnTo>
                  <a:pt x="8386" y="256"/>
                </a:lnTo>
                <a:lnTo>
                  <a:pt x="8601" y="266"/>
                </a:lnTo>
                <a:lnTo>
                  <a:pt x="8816" y="274"/>
                </a:lnTo>
                <a:lnTo>
                  <a:pt x="9032" y="282"/>
                </a:lnTo>
                <a:lnTo>
                  <a:pt x="9247" y="289"/>
                </a:lnTo>
                <a:lnTo>
                  <a:pt x="9462" y="294"/>
                </a:lnTo>
                <a:lnTo>
                  <a:pt x="9677" y="299"/>
                </a:lnTo>
                <a:lnTo>
                  <a:pt x="9892" y="304"/>
                </a:lnTo>
                <a:lnTo>
                  <a:pt x="10107" y="307"/>
                </a:lnTo>
                <a:lnTo>
                  <a:pt x="10322" y="310"/>
                </a:lnTo>
                <a:lnTo>
                  <a:pt x="10537" y="313"/>
                </a:lnTo>
                <a:lnTo>
                  <a:pt x="10752" y="315"/>
                </a:lnTo>
                <a:lnTo>
                  <a:pt x="10967" y="316"/>
                </a:lnTo>
                <a:lnTo>
                  <a:pt x="11182" y="317"/>
                </a:lnTo>
                <a:lnTo>
                  <a:pt x="11398" y="319"/>
                </a:lnTo>
                <a:lnTo>
                  <a:pt x="11613" y="319"/>
                </a:lnTo>
                <a:lnTo>
                  <a:pt x="11828" y="320"/>
                </a:lnTo>
                <a:lnTo>
                  <a:pt x="12043" y="321"/>
                </a:lnTo>
                <a:lnTo>
                  <a:pt x="12258" y="321"/>
                </a:lnTo>
                <a:lnTo>
                  <a:pt x="12473" y="321"/>
                </a:lnTo>
                <a:lnTo>
                  <a:pt x="12688" y="321"/>
                </a:lnTo>
                <a:lnTo>
                  <a:pt x="12903" y="322"/>
                </a:lnTo>
                <a:lnTo>
                  <a:pt x="13118" y="322"/>
                </a:lnTo>
                <a:lnTo>
                  <a:pt x="13333" y="322"/>
                </a:lnTo>
                <a:lnTo>
                  <a:pt x="13548" y="322"/>
                </a:lnTo>
                <a:lnTo>
                  <a:pt x="13764" y="322"/>
                </a:lnTo>
                <a:lnTo>
                  <a:pt x="13979" y="322"/>
                </a:lnTo>
                <a:lnTo>
                  <a:pt x="14194" y="322"/>
                </a:lnTo>
                <a:lnTo>
                  <a:pt x="14409" y="322"/>
                </a:lnTo>
                <a:lnTo>
                  <a:pt x="14624" y="322"/>
                </a:lnTo>
                <a:lnTo>
                  <a:pt x="14839" y="322"/>
                </a:lnTo>
                <a:lnTo>
                  <a:pt x="15054" y="322"/>
                </a:lnTo>
                <a:lnTo>
                  <a:pt x="15269" y="322"/>
                </a:lnTo>
                <a:lnTo>
                  <a:pt x="15484" y="322"/>
                </a:lnTo>
                <a:lnTo>
                  <a:pt x="15699" y="322"/>
                </a:lnTo>
                <a:lnTo>
                  <a:pt x="15914" y="322"/>
                </a:lnTo>
                <a:lnTo>
                  <a:pt x="16129" y="322"/>
                </a:lnTo>
                <a:lnTo>
                  <a:pt x="16344" y="322"/>
                </a:lnTo>
                <a:lnTo>
                  <a:pt x="16559" y="322"/>
                </a:lnTo>
                <a:lnTo>
                  <a:pt x="16774" y="322"/>
                </a:lnTo>
                <a:lnTo>
                  <a:pt x="16989" y="322"/>
                </a:lnTo>
                <a:lnTo>
                  <a:pt x="17204" y="322"/>
                </a:lnTo>
                <a:lnTo>
                  <a:pt x="17419" y="322"/>
                </a:lnTo>
                <a:lnTo>
                  <a:pt x="17634" y="322"/>
                </a:lnTo>
                <a:lnTo>
                  <a:pt x="17849" y="322"/>
                </a:lnTo>
                <a:lnTo>
                  <a:pt x="18064" y="322"/>
                </a:lnTo>
                <a:lnTo>
                  <a:pt x="18280" y="322"/>
                </a:lnTo>
                <a:lnTo>
                  <a:pt x="18495" y="322"/>
                </a:lnTo>
                <a:lnTo>
                  <a:pt x="18710" y="321"/>
                </a:lnTo>
                <a:lnTo>
                  <a:pt x="18925" y="321"/>
                </a:lnTo>
                <a:lnTo>
                  <a:pt x="19140" y="321"/>
                </a:lnTo>
                <a:lnTo>
                  <a:pt x="19355" y="321"/>
                </a:lnTo>
                <a:lnTo>
                  <a:pt x="19570" y="320"/>
                </a:lnTo>
                <a:lnTo>
                  <a:pt x="19785" y="320"/>
                </a:lnTo>
                <a:lnTo>
                  <a:pt x="20000" y="320"/>
                </a:lnTo>
                <a:lnTo>
                  <a:pt x="20215" y="319"/>
                </a:lnTo>
                <a:lnTo>
                  <a:pt x="20430" y="318"/>
                </a:lnTo>
                <a:lnTo>
                  <a:pt x="20645" y="318"/>
                </a:lnTo>
                <a:lnTo>
                  <a:pt x="20860" y="317"/>
                </a:lnTo>
                <a:lnTo>
                  <a:pt x="21075" y="316"/>
                </a:lnTo>
                <a:lnTo>
                  <a:pt x="21290" y="315"/>
                </a:lnTo>
                <a:lnTo>
                  <a:pt x="21505" y="314"/>
                </a:lnTo>
                <a:lnTo>
                  <a:pt x="21720" y="312"/>
                </a:lnTo>
                <a:lnTo>
                  <a:pt x="21935" y="311"/>
                </a:lnTo>
                <a:lnTo>
                  <a:pt x="22150" y="310"/>
                </a:lnTo>
                <a:lnTo>
                  <a:pt x="22365" y="308"/>
                </a:lnTo>
                <a:lnTo>
                  <a:pt x="22580" y="307"/>
                </a:lnTo>
                <a:lnTo>
                  <a:pt x="22795" y="305"/>
                </a:lnTo>
                <a:lnTo>
                  <a:pt x="23011" y="304"/>
                </a:lnTo>
                <a:lnTo>
                  <a:pt x="23226" y="302"/>
                </a:lnTo>
                <a:lnTo>
                  <a:pt x="23441" y="301"/>
                </a:lnTo>
                <a:lnTo>
                  <a:pt x="23656" y="299"/>
                </a:lnTo>
                <a:lnTo>
                  <a:pt x="23871" y="298"/>
                </a:lnTo>
                <a:lnTo>
                  <a:pt x="24086" y="297"/>
                </a:lnTo>
                <a:lnTo>
                  <a:pt x="24301" y="296"/>
                </a:lnTo>
                <a:lnTo>
                  <a:pt x="24516" y="295"/>
                </a:lnTo>
                <a:lnTo>
                  <a:pt x="24731" y="295"/>
                </a:lnTo>
                <a:lnTo>
                  <a:pt x="24946" y="294"/>
                </a:lnTo>
                <a:lnTo>
                  <a:pt x="25161" y="294"/>
                </a:lnTo>
                <a:lnTo>
                  <a:pt x="25376" y="295"/>
                </a:lnTo>
                <a:lnTo>
                  <a:pt x="25591" y="295"/>
                </a:lnTo>
              </a:path>
            </a:pathLst>
          </a:custGeom>
          <a:ln w="12600">
            <a:solidFill>
              <a:srgbClr val="0a7d6e"/>
            </a:solidFill>
            <a:custDash>
              <a:ds d="371429" sp="160000"/>
            </a:custDash>
            <a:round/>
          </a:ln>
        </p:spPr>
      </p:sp>
      <p:sp>
        <p:nvSpPr>
          <p:cNvPr id="260" name=""/>
          <p:cNvSpPr/>
          <p:nvPr/>
        </p:nvSpPr>
        <p:spPr>
          <a:xfrm>
            <a:off x="529560" y="5366520"/>
            <a:ext cx="9212760" cy="115920"/>
          </a:xfrm>
          <a:custGeom>
            <a:avLst/>
            <a:gdLst/>
            <a:ahLst/>
            <a:rect l="0" t="0" r="r" b="b"/>
            <a:pathLst>
              <a:path fill="none" w="25591" h="322">
                <a:moveTo>
                  <a:pt x="0" y="322"/>
                </a:moveTo>
                <a:lnTo>
                  <a:pt x="215" y="322"/>
                </a:lnTo>
                <a:lnTo>
                  <a:pt x="430" y="322"/>
                </a:lnTo>
                <a:lnTo>
                  <a:pt x="645" y="322"/>
                </a:lnTo>
                <a:lnTo>
                  <a:pt x="860" y="322"/>
                </a:lnTo>
                <a:lnTo>
                  <a:pt x="1075" y="322"/>
                </a:lnTo>
                <a:lnTo>
                  <a:pt x="1290" y="322"/>
                </a:lnTo>
                <a:lnTo>
                  <a:pt x="1505" y="322"/>
                </a:lnTo>
                <a:lnTo>
                  <a:pt x="1720" y="322"/>
                </a:lnTo>
                <a:lnTo>
                  <a:pt x="1935" y="322"/>
                </a:lnTo>
                <a:lnTo>
                  <a:pt x="2150" y="322"/>
                </a:lnTo>
                <a:lnTo>
                  <a:pt x="2365" y="322"/>
                </a:lnTo>
                <a:lnTo>
                  <a:pt x="2580" y="322"/>
                </a:lnTo>
                <a:lnTo>
                  <a:pt x="2795" y="322"/>
                </a:lnTo>
                <a:lnTo>
                  <a:pt x="3010" y="322"/>
                </a:lnTo>
                <a:lnTo>
                  <a:pt x="3225" y="322"/>
                </a:lnTo>
                <a:lnTo>
                  <a:pt x="3440" y="322"/>
                </a:lnTo>
                <a:lnTo>
                  <a:pt x="3655" y="322"/>
                </a:lnTo>
                <a:lnTo>
                  <a:pt x="3870" y="322"/>
                </a:lnTo>
                <a:lnTo>
                  <a:pt x="4085" y="322"/>
                </a:lnTo>
                <a:lnTo>
                  <a:pt x="4301" y="322"/>
                </a:lnTo>
                <a:lnTo>
                  <a:pt x="4516" y="322"/>
                </a:lnTo>
                <a:lnTo>
                  <a:pt x="4731" y="322"/>
                </a:lnTo>
                <a:lnTo>
                  <a:pt x="4946" y="322"/>
                </a:lnTo>
                <a:lnTo>
                  <a:pt x="5161" y="322"/>
                </a:lnTo>
                <a:lnTo>
                  <a:pt x="5376" y="322"/>
                </a:lnTo>
                <a:lnTo>
                  <a:pt x="5591" y="322"/>
                </a:lnTo>
                <a:lnTo>
                  <a:pt x="5806" y="322"/>
                </a:lnTo>
                <a:lnTo>
                  <a:pt x="6021" y="322"/>
                </a:lnTo>
                <a:lnTo>
                  <a:pt x="6236" y="322"/>
                </a:lnTo>
                <a:lnTo>
                  <a:pt x="6451" y="322"/>
                </a:lnTo>
                <a:lnTo>
                  <a:pt x="6666" y="322"/>
                </a:lnTo>
                <a:lnTo>
                  <a:pt x="6881" y="322"/>
                </a:lnTo>
                <a:lnTo>
                  <a:pt x="7096" y="322"/>
                </a:lnTo>
                <a:lnTo>
                  <a:pt x="7311" y="322"/>
                </a:lnTo>
                <a:lnTo>
                  <a:pt x="7526" y="321"/>
                </a:lnTo>
                <a:lnTo>
                  <a:pt x="7741" y="321"/>
                </a:lnTo>
                <a:lnTo>
                  <a:pt x="7956" y="321"/>
                </a:lnTo>
                <a:lnTo>
                  <a:pt x="8171" y="320"/>
                </a:lnTo>
                <a:lnTo>
                  <a:pt x="8386" y="320"/>
                </a:lnTo>
                <a:lnTo>
                  <a:pt x="8601" y="319"/>
                </a:lnTo>
                <a:lnTo>
                  <a:pt x="8816" y="318"/>
                </a:lnTo>
                <a:lnTo>
                  <a:pt x="9032" y="316"/>
                </a:lnTo>
                <a:lnTo>
                  <a:pt x="9247" y="315"/>
                </a:lnTo>
                <a:lnTo>
                  <a:pt x="9462" y="313"/>
                </a:lnTo>
                <a:lnTo>
                  <a:pt x="9677" y="311"/>
                </a:lnTo>
                <a:lnTo>
                  <a:pt x="9892" y="309"/>
                </a:lnTo>
                <a:lnTo>
                  <a:pt x="10107" y="307"/>
                </a:lnTo>
                <a:lnTo>
                  <a:pt x="10322" y="305"/>
                </a:lnTo>
                <a:lnTo>
                  <a:pt x="10537" y="303"/>
                </a:lnTo>
                <a:lnTo>
                  <a:pt x="10752" y="301"/>
                </a:lnTo>
                <a:lnTo>
                  <a:pt x="10967" y="299"/>
                </a:lnTo>
                <a:lnTo>
                  <a:pt x="11182" y="298"/>
                </a:lnTo>
                <a:lnTo>
                  <a:pt x="11398" y="297"/>
                </a:lnTo>
                <a:lnTo>
                  <a:pt x="11613" y="297"/>
                </a:lnTo>
                <a:lnTo>
                  <a:pt x="11828" y="297"/>
                </a:lnTo>
                <a:lnTo>
                  <a:pt x="12043" y="297"/>
                </a:lnTo>
                <a:lnTo>
                  <a:pt x="12258" y="297"/>
                </a:lnTo>
                <a:lnTo>
                  <a:pt x="12473" y="298"/>
                </a:lnTo>
                <a:lnTo>
                  <a:pt x="12688" y="299"/>
                </a:lnTo>
                <a:lnTo>
                  <a:pt x="12903" y="300"/>
                </a:lnTo>
                <a:lnTo>
                  <a:pt x="13118" y="300"/>
                </a:lnTo>
                <a:lnTo>
                  <a:pt x="13333" y="299"/>
                </a:lnTo>
                <a:lnTo>
                  <a:pt x="13548" y="297"/>
                </a:lnTo>
                <a:lnTo>
                  <a:pt x="13764" y="293"/>
                </a:lnTo>
                <a:lnTo>
                  <a:pt x="13979" y="288"/>
                </a:lnTo>
                <a:lnTo>
                  <a:pt x="14194" y="280"/>
                </a:lnTo>
                <a:lnTo>
                  <a:pt x="14409" y="270"/>
                </a:lnTo>
                <a:lnTo>
                  <a:pt x="14624" y="257"/>
                </a:lnTo>
                <a:lnTo>
                  <a:pt x="14839" y="240"/>
                </a:lnTo>
                <a:lnTo>
                  <a:pt x="15054" y="221"/>
                </a:lnTo>
                <a:lnTo>
                  <a:pt x="15269" y="199"/>
                </a:lnTo>
                <a:lnTo>
                  <a:pt x="15484" y="175"/>
                </a:lnTo>
                <a:lnTo>
                  <a:pt x="15699" y="148"/>
                </a:lnTo>
                <a:lnTo>
                  <a:pt x="15914" y="121"/>
                </a:lnTo>
                <a:lnTo>
                  <a:pt x="16129" y="94"/>
                </a:lnTo>
                <a:lnTo>
                  <a:pt x="16344" y="69"/>
                </a:lnTo>
                <a:lnTo>
                  <a:pt x="16559" y="46"/>
                </a:lnTo>
                <a:lnTo>
                  <a:pt x="16774" y="26"/>
                </a:lnTo>
                <a:lnTo>
                  <a:pt x="16989" y="11"/>
                </a:lnTo>
                <a:lnTo>
                  <a:pt x="17204" y="2"/>
                </a:lnTo>
                <a:lnTo>
                  <a:pt x="17419" y="0"/>
                </a:lnTo>
                <a:lnTo>
                  <a:pt x="17634" y="3"/>
                </a:lnTo>
                <a:lnTo>
                  <a:pt x="17849" y="13"/>
                </a:lnTo>
                <a:lnTo>
                  <a:pt x="18064" y="30"/>
                </a:lnTo>
                <a:lnTo>
                  <a:pt x="18280" y="50"/>
                </a:lnTo>
                <a:lnTo>
                  <a:pt x="18495" y="74"/>
                </a:lnTo>
                <a:lnTo>
                  <a:pt x="18710" y="100"/>
                </a:lnTo>
                <a:lnTo>
                  <a:pt x="18925" y="127"/>
                </a:lnTo>
                <a:lnTo>
                  <a:pt x="19140" y="154"/>
                </a:lnTo>
                <a:lnTo>
                  <a:pt x="19355" y="180"/>
                </a:lnTo>
                <a:lnTo>
                  <a:pt x="19570" y="205"/>
                </a:lnTo>
                <a:lnTo>
                  <a:pt x="19785" y="227"/>
                </a:lnTo>
                <a:lnTo>
                  <a:pt x="20000" y="246"/>
                </a:lnTo>
                <a:lnTo>
                  <a:pt x="20215" y="263"/>
                </a:lnTo>
                <a:lnTo>
                  <a:pt x="20430" y="277"/>
                </a:lnTo>
                <a:lnTo>
                  <a:pt x="20645" y="287"/>
                </a:lnTo>
                <a:lnTo>
                  <a:pt x="20860" y="296"/>
                </a:lnTo>
                <a:lnTo>
                  <a:pt x="21075" y="302"/>
                </a:lnTo>
                <a:lnTo>
                  <a:pt x="21290" y="306"/>
                </a:lnTo>
                <a:lnTo>
                  <a:pt x="21505" y="308"/>
                </a:lnTo>
                <a:lnTo>
                  <a:pt x="21720" y="309"/>
                </a:lnTo>
                <a:lnTo>
                  <a:pt x="21935" y="308"/>
                </a:lnTo>
                <a:lnTo>
                  <a:pt x="22150" y="305"/>
                </a:lnTo>
                <a:lnTo>
                  <a:pt x="22365" y="302"/>
                </a:lnTo>
                <a:lnTo>
                  <a:pt x="22580" y="297"/>
                </a:lnTo>
                <a:lnTo>
                  <a:pt x="22795" y="291"/>
                </a:lnTo>
                <a:lnTo>
                  <a:pt x="23011" y="283"/>
                </a:lnTo>
                <a:lnTo>
                  <a:pt x="23226" y="275"/>
                </a:lnTo>
                <a:lnTo>
                  <a:pt x="23441" y="266"/>
                </a:lnTo>
                <a:lnTo>
                  <a:pt x="23656" y="256"/>
                </a:lnTo>
                <a:lnTo>
                  <a:pt x="23871" y="247"/>
                </a:lnTo>
                <a:lnTo>
                  <a:pt x="24086" y="237"/>
                </a:lnTo>
                <a:lnTo>
                  <a:pt x="24301" y="228"/>
                </a:lnTo>
                <a:lnTo>
                  <a:pt x="24516" y="221"/>
                </a:lnTo>
                <a:lnTo>
                  <a:pt x="24731" y="214"/>
                </a:lnTo>
                <a:lnTo>
                  <a:pt x="24946" y="210"/>
                </a:lnTo>
                <a:lnTo>
                  <a:pt x="25161" y="208"/>
                </a:lnTo>
                <a:lnTo>
                  <a:pt x="25376" y="208"/>
                </a:lnTo>
                <a:lnTo>
                  <a:pt x="25591" y="210"/>
                </a:lnTo>
              </a:path>
            </a:pathLst>
          </a:custGeom>
          <a:ln cap="sq" w="12600">
            <a:solidFill>
              <a:srgbClr val="0a7d6e"/>
            </a:solidFill>
            <a:round/>
          </a:ln>
        </p:spPr>
      </p:sp>
      <p:sp>
        <p:nvSpPr>
          <p:cNvPr id="261" name=""/>
          <p:cNvSpPr/>
          <p:nvPr/>
        </p:nvSpPr>
        <p:spPr>
          <a:xfrm>
            <a:off x="529560" y="5504040"/>
            <a:ext cx="9212760" cy="116280"/>
          </a:xfrm>
          <a:custGeom>
            <a:avLst/>
            <a:gdLst/>
            <a:ahLst/>
            <a:rect l="0" t="0" r="r" b="b"/>
            <a:pathLst>
              <a:path fill="none" w="25591" h="323">
                <a:moveTo>
                  <a:pt x="0" y="323"/>
                </a:moveTo>
                <a:lnTo>
                  <a:pt x="215" y="323"/>
                </a:lnTo>
                <a:lnTo>
                  <a:pt x="430" y="323"/>
                </a:lnTo>
                <a:lnTo>
                  <a:pt x="645" y="323"/>
                </a:lnTo>
                <a:lnTo>
                  <a:pt x="860" y="323"/>
                </a:lnTo>
                <a:lnTo>
                  <a:pt x="1075" y="323"/>
                </a:lnTo>
                <a:lnTo>
                  <a:pt x="1290" y="323"/>
                </a:lnTo>
                <a:lnTo>
                  <a:pt x="1505" y="323"/>
                </a:lnTo>
                <a:lnTo>
                  <a:pt x="1720" y="323"/>
                </a:lnTo>
                <a:lnTo>
                  <a:pt x="1935" y="323"/>
                </a:lnTo>
                <a:lnTo>
                  <a:pt x="2150" y="323"/>
                </a:lnTo>
                <a:lnTo>
                  <a:pt x="2365" y="323"/>
                </a:lnTo>
                <a:lnTo>
                  <a:pt x="2580" y="323"/>
                </a:lnTo>
                <a:lnTo>
                  <a:pt x="2795" y="323"/>
                </a:lnTo>
                <a:lnTo>
                  <a:pt x="3010" y="323"/>
                </a:lnTo>
                <a:lnTo>
                  <a:pt x="3225" y="323"/>
                </a:lnTo>
                <a:lnTo>
                  <a:pt x="3440" y="323"/>
                </a:lnTo>
                <a:lnTo>
                  <a:pt x="3655" y="323"/>
                </a:lnTo>
                <a:lnTo>
                  <a:pt x="3870" y="323"/>
                </a:lnTo>
                <a:lnTo>
                  <a:pt x="4085" y="323"/>
                </a:lnTo>
                <a:lnTo>
                  <a:pt x="4301" y="323"/>
                </a:lnTo>
                <a:lnTo>
                  <a:pt x="4516" y="323"/>
                </a:lnTo>
                <a:lnTo>
                  <a:pt x="4731" y="323"/>
                </a:lnTo>
                <a:lnTo>
                  <a:pt x="4946" y="323"/>
                </a:lnTo>
                <a:lnTo>
                  <a:pt x="5161" y="323"/>
                </a:lnTo>
                <a:lnTo>
                  <a:pt x="5376" y="323"/>
                </a:lnTo>
                <a:lnTo>
                  <a:pt x="5591" y="323"/>
                </a:lnTo>
                <a:lnTo>
                  <a:pt x="5806" y="323"/>
                </a:lnTo>
                <a:lnTo>
                  <a:pt x="6021" y="323"/>
                </a:lnTo>
                <a:lnTo>
                  <a:pt x="6236" y="323"/>
                </a:lnTo>
                <a:lnTo>
                  <a:pt x="6451" y="323"/>
                </a:lnTo>
                <a:lnTo>
                  <a:pt x="6666" y="323"/>
                </a:lnTo>
                <a:lnTo>
                  <a:pt x="6881" y="323"/>
                </a:lnTo>
                <a:lnTo>
                  <a:pt x="7096" y="323"/>
                </a:lnTo>
                <a:lnTo>
                  <a:pt x="7311" y="323"/>
                </a:lnTo>
                <a:lnTo>
                  <a:pt x="7526" y="323"/>
                </a:lnTo>
                <a:lnTo>
                  <a:pt x="7741" y="323"/>
                </a:lnTo>
                <a:lnTo>
                  <a:pt x="7956" y="323"/>
                </a:lnTo>
                <a:lnTo>
                  <a:pt x="8171" y="323"/>
                </a:lnTo>
                <a:lnTo>
                  <a:pt x="8386" y="323"/>
                </a:lnTo>
                <a:lnTo>
                  <a:pt x="8601" y="323"/>
                </a:lnTo>
                <a:lnTo>
                  <a:pt x="8816" y="323"/>
                </a:lnTo>
                <a:lnTo>
                  <a:pt x="9032" y="323"/>
                </a:lnTo>
                <a:lnTo>
                  <a:pt x="9247" y="323"/>
                </a:lnTo>
                <a:lnTo>
                  <a:pt x="9462" y="323"/>
                </a:lnTo>
                <a:lnTo>
                  <a:pt x="9677" y="323"/>
                </a:lnTo>
                <a:lnTo>
                  <a:pt x="9892" y="323"/>
                </a:lnTo>
                <a:lnTo>
                  <a:pt x="10107" y="323"/>
                </a:lnTo>
                <a:lnTo>
                  <a:pt x="10322" y="323"/>
                </a:lnTo>
                <a:lnTo>
                  <a:pt x="10537" y="323"/>
                </a:lnTo>
                <a:lnTo>
                  <a:pt x="10752" y="323"/>
                </a:lnTo>
                <a:lnTo>
                  <a:pt x="10967" y="323"/>
                </a:lnTo>
                <a:lnTo>
                  <a:pt x="11182" y="323"/>
                </a:lnTo>
                <a:lnTo>
                  <a:pt x="11398" y="323"/>
                </a:lnTo>
                <a:lnTo>
                  <a:pt x="11613" y="323"/>
                </a:lnTo>
                <a:lnTo>
                  <a:pt x="11828" y="323"/>
                </a:lnTo>
                <a:lnTo>
                  <a:pt x="12043" y="323"/>
                </a:lnTo>
                <a:lnTo>
                  <a:pt x="12258" y="322"/>
                </a:lnTo>
                <a:lnTo>
                  <a:pt x="12473" y="322"/>
                </a:lnTo>
                <a:lnTo>
                  <a:pt x="12688" y="322"/>
                </a:lnTo>
                <a:lnTo>
                  <a:pt x="12903" y="321"/>
                </a:lnTo>
                <a:lnTo>
                  <a:pt x="13118" y="321"/>
                </a:lnTo>
                <a:lnTo>
                  <a:pt x="13333" y="319"/>
                </a:lnTo>
                <a:lnTo>
                  <a:pt x="13548" y="317"/>
                </a:lnTo>
                <a:lnTo>
                  <a:pt x="13764" y="314"/>
                </a:lnTo>
                <a:lnTo>
                  <a:pt x="13979" y="310"/>
                </a:lnTo>
                <a:lnTo>
                  <a:pt x="14194" y="304"/>
                </a:lnTo>
                <a:lnTo>
                  <a:pt x="14409" y="296"/>
                </a:lnTo>
                <a:lnTo>
                  <a:pt x="14624" y="286"/>
                </a:lnTo>
                <a:lnTo>
                  <a:pt x="14839" y="271"/>
                </a:lnTo>
                <a:lnTo>
                  <a:pt x="15054" y="255"/>
                </a:lnTo>
                <a:lnTo>
                  <a:pt x="15269" y="234"/>
                </a:lnTo>
                <a:lnTo>
                  <a:pt x="15484" y="211"/>
                </a:lnTo>
                <a:lnTo>
                  <a:pt x="15699" y="184"/>
                </a:lnTo>
                <a:lnTo>
                  <a:pt x="15914" y="155"/>
                </a:lnTo>
                <a:lnTo>
                  <a:pt x="16129" y="125"/>
                </a:lnTo>
                <a:lnTo>
                  <a:pt x="16344" y="95"/>
                </a:lnTo>
                <a:lnTo>
                  <a:pt x="16559" y="66"/>
                </a:lnTo>
                <a:lnTo>
                  <a:pt x="16774" y="41"/>
                </a:lnTo>
                <a:lnTo>
                  <a:pt x="16989" y="21"/>
                </a:lnTo>
                <a:lnTo>
                  <a:pt x="17204" y="7"/>
                </a:lnTo>
                <a:lnTo>
                  <a:pt x="17419" y="0"/>
                </a:lnTo>
                <a:lnTo>
                  <a:pt x="17634" y="1"/>
                </a:lnTo>
                <a:lnTo>
                  <a:pt x="17849" y="10"/>
                </a:lnTo>
                <a:lnTo>
                  <a:pt x="18064" y="26"/>
                </a:lnTo>
                <a:lnTo>
                  <a:pt x="18280" y="47"/>
                </a:lnTo>
                <a:lnTo>
                  <a:pt x="18495" y="73"/>
                </a:lnTo>
                <a:lnTo>
                  <a:pt x="18710" y="102"/>
                </a:lnTo>
                <a:lnTo>
                  <a:pt x="18925" y="133"/>
                </a:lnTo>
                <a:lnTo>
                  <a:pt x="19140" y="163"/>
                </a:lnTo>
                <a:lnTo>
                  <a:pt x="19355" y="191"/>
                </a:lnTo>
                <a:lnTo>
                  <a:pt x="19570" y="217"/>
                </a:lnTo>
                <a:lnTo>
                  <a:pt x="19785" y="240"/>
                </a:lnTo>
                <a:lnTo>
                  <a:pt x="20000" y="259"/>
                </a:lnTo>
                <a:lnTo>
                  <a:pt x="20215" y="275"/>
                </a:lnTo>
                <a:lnTo>
                  <a:pt x="20430" y="289"/>
                </a:lnTo>
                <a:lnTo>
                  <a:pt x="20645" y="298"/>
                </a:lnTo>
                <a:lnTo>
                  <a:pt x="20860" y="306"/>
                </a:lnTo>
                <a:lnTo>
                  <a:pt x="21075" y="311"/>
                </a:lnTo>
                <a:lnTo>
                  <a:pt x="21290" y="314"/>
                </a:lnTo>
                <a:lnTo>
                  <a:pt x="21505" y="316"/>
                </a:lnTo>
                <a:lnTo>
                  <a:pt x="21720" y="317"/>
                </a:lnTo>
                <a:lnTo>
                  <a:pt x="21935" y="317"/>
                </a:lnTo>
                <a:lnTo>
                  <a:pt x="22150" y="316"/>
                </a:lnTo>
                <a:lnTo>
                  <a:pt x="22365" y="313"/>
                </a:lnTo>
                <a:lnTo>
                  <a:pt x="22580" y="310"/>
                </a:lnTo>
                <a:lnTo>
                  <a:pt x="22795" y="306"/>
                </a:lnTo>
                <a:lnTo>
                  <a:pt x="23011" y="300"/>
                </a:lnTo>
                <a:lnTo>
                  <a:pt x="23226" y="294"/>
                </a:lnTo>
                <a:lnTo>
                  <a:pt x="23441" y="286"/>
                </a:lnTo>
                <a:lnTo>
                  <a:pt x="23656" y="276"/>
                </a:lnTo>
                <a:lnTo>
                  <a:pt x="23871" y="266"/>
                </a:lnTo>
                <a:lnTo>
                  <a:pt x="24086" y="256"/>
                </a:lnTo>
                <a:lnTo>
                  <a:pt x="24301" y="246"/>
                </a:lnTo>
                <a:lnTo>
                  <a:pt x="24516" y="237"/>
                </a:lnTo>
                <a:lnTo>
                  <a:pt x="24731" y="228"/>
                </a:lnTo>
                <a:lnTo>
                  <a:pt x="24946" y="222"/>
                </a:lnTo>
                <a:lnTo>
                  <a:pt x="25161" y="217"/>
                </a:lnTo>
                <a:lnTo>
                  <a:pt x="25376" y="215"/>
                </a:lnTo>
                <a:lnTo>
                  <a:pt x="25591" y="215"/>
                </a:lnTo>
              </a:path>
            </a:pathLst>
          </a:custGeom>
          <a:ln w="12600">
            <a:solidFill>
              <a:srgbClr val="0a7d6e"/>
            </a:solidFill>
            <a:custDash>
              <a:ds d="371429" sp="160000"/>
            </a:custDash>
            <a:round/>
          </a:ln>
        </p:spPr>
      </p:sp>
      <p:sp>
        <p:nvSpPr>
          <p:cNvPr id="262" name=""/>
          <p:cNvSpPr/>
          <p:nvPr/>
        </p:nvSpPr>
        <p:spPr>
          <a:xfrm flipV="1">
            <a:off x="529560" y="2300040"/>
            <a:ext cx="0" cy="347148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63" name=""/>
          <p:cNvSpPr/>
          <p:nvPr/>
        </p:nvSpPr>
        <p:spPr>
          <a:xfrm>
            <a:off x="529560" y="5771520"/>
            <a:ext cx="9212400" cy="0"/>
          </a:xfrm>
          <a:prstGeom prst="line">
            <a:avLst/>
          </a:prstGeom>
          <a:ln cap="sq" w="11160">
            <a:solidFill>
              <a:srgbClr val="1d3557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64" name=""/>
          <p:cNvSpPr txBox="1"/>
          <p:nvPr/>
        </p:nvSpPr>
        <p:spPr>
          <a:xfrm>
            <a:off x="228600" y="5488560"/>
            <a:ext cx="2203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e2a47"/>
                </a:solidFill>
                <a:latin typeface="DejaVuSans"/>
              </a:rPr>
              <a:t>S14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S11 — PyClone diagnostics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392760" cy="6580440"/>
          </a:xfrm>
          <a:custGeom>
            <a:avLst/>
            <a:gdLst/>
            <a:ahLst/>
            <a:rect l="0" t="0" r="r" b="b"/>
            <a:pathLst>
              <a:path w="26091" h="18279">
                <a:moveTo>
                  <a:pt x="0" y="18279"/>
                </a:moveTo>
                <a:lnTo>
                  <a:pt x="26091" y="18279"/>
                </a:lnTo>
                <a:lnTo>
                  <a:pt x="26091" y="0"/>
                </a:lnTo>
                <a:lnTo>
                  <a:pt x="0" y="0"/>
                </a:lnTo>
                <a:lnTo>
                  <a:pt x="0" y="1827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pic>
        <p:nvPicPr>
          <p:cNvPr id="37" name="" descr=""/>
          <p:cNvPicPr/>
          <p:nvPr/>
        </p:nvPicPr>
        <p:blipFill>
          <a:blip r:embed="rId2"/>
          <a:stretch/>
        </p:blipFill>
        <p:spPr>
          <a:xfrm>
            <a:off x="134280" y="240840"/>
            <a:ext cx="4434480" cy="3044520"/>
          </a:xfrm>
          <a:prstGeom prst="rect">
            <a:avLst/>
          </a:prstGeom>
          <a:ln w="0">
            <a:noFill/>
          </a:ln>
        </p:spPr>
      </p:pic>
      <p:pic>
        <p:nvPicPr>
          <p:cNvPr id="38" name="" descr=""/>
          <p:cNvPicPr/>
          <p:nvPr/>
        </p:nvPicPr>
        <p:blipFill>
          <a:blip r:embed="rId3"/>
          <a:stretch/>
        </p:blipFill>
        <p:spPr>
          <a:xfrm>
            <a:off x="4917600" y="559440"/>
            <a:ext cx="4434480" cy="2404440"/>
          </a:xfrm>
          <a:prstGeom prst="rect">
            <a:avLst/>
          </a:prstGeom>
          <a:ln w="0">
            <a:noFill/>
          </a:ln>
        </p:spPr>
      </p:pic>
      <p:sp>
        <p:nvSpPr>
          <p:cNvPr id="39" name=""/>
          <p:cNvSpPr txBox="1"/>
          <p:nvPr/>
        </p:nvSpPr>
        <p:spPr>
          <a:xfrm>
            <a:off x="45720" y="2232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00000"/>
                </a:solidFill>
                <a:latin typeface="DejaVuSans"/>
              </a:rPr>
              <a:t>A</a:t>
            </a:r>
            <a:endParaRPr b="0" lang="en-US" sz="1100" spc="-1" strike="noStrike">
              <a:latin typeface="Times New Roman"/>
            </a:endParaRPr>
          </a:p>
        </p:txBody>
      </p:sp>
      <p:pic>
        <p:nvPicPr>
          <p:cNvPr id="40" name="" descr=""/>
          <p:cNvPicPr/>
          <p:nvPr/>
        </p:nvPicPr>
        <p:blipFill>
          <a:blip r:embed="rId4"/>
          <a:stretch/>
        </p:blipFill>
        <p:spPr>
          <a:xfrm>
            <a:off x="134280" y="4431600"/>
            <a:ext cx="4434480" cy="2102760"/>
          </a:xfrm>
          <a:prstGeom prst="rect">
            <a:avLst/>
          </a:prstGeom>
          <a:ln w="0">
            <a:noFill/>
          </a:ln>
        </p:spPr>
      </p:pic>
      <p:sp>
        <p:nvSpPr>
          <p:cNvPr id="41" name=""/>
          <p:cNvSpPr txBox="1"/>
          <p:nvPr/>
        </p:nvSpPr>
        <p:spPr>
          <a:xfrm>
            <a:off x="4829040" y="35640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00000"/>
                </a:solidFill>
                <a:latin typeface="DejaVuSans"/>
              </a:rPr>
              <a:t>B</a:t>
            </a:r>
            <a:endParaRPr b="0" lang="en-US" sz="1100" spc="-1" strike="noStrike">
              <a:latin typeface="Times New Roman"/>
            </a:endParaRPr>
          </a:p>
        </p:txBody>
      </p:sp>
      <p:pic>
        <p:nvPicPr>
          <p:cNvPr id="42" name="" descr=""/>
          <p:cNvPicPr/>
          <p:nvPr/>
        </p:nvPicPr>
        <p:blipFill>
          <a:blip r:embed="rId5"/>
          <a:stretch/>
        </p:blipFill>
        <p:spPr>
          <a:xfrm>
            <a:off x="4917600" y="4438800"/>
            <a:ext cx="4434480" cy="2084400"/>
          </a:xfrm>
          <a:prstGeom prst="rect">
            <a:avLst/>
          </a:prstGeom>
          <a:ln w="0">
            <a:noFill/>
          </a:ln>
        </p:spPr>
      </p:pic>
      <p:sp>
        <p:nvSpPr>
          <p:cNvPr id="43" name=""/>
          <p:cNvSpPr txBox="1"/>
          <p:nvPr/>
        </p:nvSpPr>
        <p:spPr>
          <a:xfrm>
            <a:off x="45720" y="423144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00000"/>
                </a:solidFill>
                <a:latin typeface="DejaVuSans"/>
              </a:rPr>
              <a:t>C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4" name=""/>
          <p:cNvSpPr txBox="1"/>
          <p:nvPr/>
        </p:nvSpPr>
        <p:spPr>
          <a:xfrm>
            <a:off x="4829040" y="4242960"/>
            <a:ext cx="139320" cy="1634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100" spc="-1" strike="noStrike">
                <a:solidFill>
                  <a:srgbClr val="000000"/>
                </a:solidFill>
                <a:latin typeface="DejaVuSans"/>
              </a:rPr>
              <a:t>D</a:t>
            </a:r>
            <a:endParaRPr b="0" lang="en-US" sz="1100" spc="-1" strike="noStrike">
              <a:latin typeface="Times New Roman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— SBS landscape cohort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8652240" cy="3088800"/>
          </a:xfrm>
          <a:custGeom>
            <a:avLst/>
            <a:gdLst/>
            <a:ahLst/>
            <a:rect l="0" t="0" r="r" b="b"/>
            <a:pathLst>
              <a:path w="24034" h="8580">
                <a:moveTo>
                  <a:pt x="0" y="8580"/>
                </a:moveTo>
                <a:lnTo>
                  <a:pt x="24034" y="8580"/>
                </a:lnTo>
                <a:lnTo>
                  <a:pt x="24034" y="0"/>
                </a:lnTo>
                <a:lnTo>
                  <a:pt x="0" y="0"/>
                </a:lnTo>
                <a:lnTo>
                  <a:pt x="0" y="858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688320" y="703440"/>
            <a:ext cx="1862280" cy="1982520"/>
          </a:xfrm>
          <a:custGeom>
            <a:avLst/>
            <a:gdLst/>
            <a:ahLst/>
            <a:rect l="0" t="0" r="r" b="b"/>
            <a:pathLst>
              <a:path w="5173" h="5507">
                <a:moveTo>
                  <a:pt x="0" y="5507"/>
                </a:moveTo>
                <a:lnTo>
                  <a:pt x="5173" y="5507"/>
                </a:lnTo>
                <a:lnTo>
                  <a:pt x="5173" y="0"/>
                </a:lnTo>
                <a:lnTo>
                  <a:pt x="0" y="0"/>
                </a:lnTo>
                <a:lnTo>
                  <a:pt x="0" y="550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70488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70488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/>
          <p:nvPr/>
        </p:nvSpPr>
        <p:spPr>
          <a:xfrm>
            <a:off x="103068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1" name=""/>
          <p:cNvSpPr/>
          <p:nvPr/>
        </p:nvSpPr>
        <p:spPr>
          <a:xfrm>
            <a:off x="103068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2" name=""/>
          <p:cNvSpPr txBox="1"/>
          <p:nvPr/>
        </p:nvSpPr>
        <p:spPr>
          <a:xfrm>
            <a:off x="59724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135684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4" name=""/>
          <p:cNvSpPr/>
          <p:nvPr/>
        </p:nvSpPr>
        <p:spPr>
          <a:xfrm>
            <a:off x="135684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5" name=""/>
          <p:cNvSpPr txBox="1"/>
          <p:nvPr/>
        </p:nvSpPr>
        <p:spPr>
          <a:xfrm>
            <a:off x="92304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168300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7" name=""/>
          <p:cNvSpPr/>
          <p:nvPr/>
        </p:nvSpPr>
        <p:spPr>
          <a:xfrm>
            <a:off x="168300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8" name=""/>
          <p:cNvSpPr txBox="1"/>
          <p:nvPr/>
        </p:nvSpPr>
        <p:spPr>
          <a:xfrm>
            <a:off x="124920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00880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0" name=""/>
          <p:cNvSpPr/>
          <p:nvPr/>
        </p:nvSpPr>
        <p:spPr>
          <a:xfrm>
            <a:off x="200880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1" name=""/>
          <p:cNvSpPr txBox="1"/>
          <p:nvPr/>
        </p:nvSpPr>
        <p:spPr>
          <a:xfrm>
            <a:off x="161244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33496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3" name=""/>
          <p:cNvSpPr/>
          <p:nvPr/>
        </p:nvSpPr>
        <p:spPr>
          <a:xfrm>
            <a:off x="233496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4" name=""/>
          <p:cNvSpPr txBox="1"/>
          <p:nvPr/>
        </p:nvSpPr>
        <p:spPr>
          <a:xfrm>
            <a:off x="193860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5" name=""/>
          <p:cNvSpPr txBox="1"/>
          <p:nvPr/>
        </p:nvSpPr>
        <p:spPr>
          <a:xfrm>
            <a:off x="226440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656280" y="79344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656280" y="79344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1078560" y="2881440"/>
            <a:ext cx="1090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Δ score (good − bad)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656280" y="109368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656280" y="109368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91440" y="744840"/>
            <a:ext cx="520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GSE119409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656280" y="139392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656280" y="139392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91440" y="1045080"/>
            <a:ext cx="520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GSE150082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656280" y="169452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656280" y="169452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147960" y="1345320"/>
            <a:ext cx="464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GSE35452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656280" y="199476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656280" y="199476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147960" y="1645920"/>
            <a:ext cx="464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GSE45404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656280" y="229500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656280" y="229500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147960" y="1946160"/>
            <a:ext cx="464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GSE68204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656280" y="259524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5" name=""/>
          <p:cNvSpPr/>
          <p:nvPr/>
        </p:nvSpPr>
        <p:spPr>
          <a:xfrm flipH="1">
            <a:off x="656280" y="259524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6" name=""/>
          <p:cNvSpPr txBox="1"/>
          <p:nvPr/>
        </p:nvSpPr>
        <p:spPr>
          <a:xfrm>
            <a:off x="147960" y="2246400"/>
            <a:ext cx="464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GSE69657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1038240" y="793440"/>
            <a:ext cx="1059480" cy="0"/>
          </a:xfrm>
          <a:prstGeom prst="line">
            <a:avLst/>
          </a:prstGeom>
          <a:ln w="13680">
            <a:solidFill>
              <a:srgbClr val="118ab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>
            <a:off x="772920" y="1093680"/>
            <a:ext cx="1280520" cy="0"/>
          </a:xfrm>
          <a:prstGeom prst="line">
            <a:avLst/>
          </a:prstGeom>
          <a:ln w="13680">
            <a:solidFill>
              <a:srgbClr val="118ab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/>
          <p:nvPr/>
        </p:nvSpPr>
        <p:spPr>
          <a:xfrm>
            <a:off x="1287360" y="1393920"/>
            <a:ext cx="1066680" cy="0"/>
          </a:xfrm>
          <a:prstGeom prst="line">
            <a:avLst/>
          </a:prstGeom>
          <a:ln w="13680">
            <a:solidFill>
              <a:srgbClr val="118ab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0" name=""/>
          <p:cNvSpPr/>
          <p:nvPr/>
        </p:nvSpPr>
        <p:spPr>
          <a:xfrm>
            <a:off x="1346040" y="1694520"/>
            <a:ext cx="1119600" cy="0"/>
          </a:xfrm>
          <a:prstGeom prst="line">
            <a:avLst/>
          </a:prstGeom>
          <a:ln w="13680">
            <a:solidFill>
              <a:srgbClr val="118ab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1" name=""/>
          <p:cNvSpPr/>
          <p:nvPr/>
        </p:nvSpPr>
        <p:spPr>
          <a:xfrm>
            <a:off x="1129320" y="1994760"/>
            <a:ext cx="1197000" cy="0"/>
          </a:xfrm>
          <a:prstGeom prst="line">
            <a:avLst/>
          </a:prstGeom>
          <a:ln w="13680">
            <a:solidFill>
              <a:srgbClr val="118ab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2" name=""/>
          <p:cNvSpPr/>
          <p:nvPr/>
        </p:nvSpPr>
        <p:spPr>
          <a:xfrm>
            <a:off x="812520" y="2295000"/>
            <a:ext cx="1328760" cy="0"/>
          </a:xfrm>
          <a:prstGeom prst="line">
            <a:avLst/>
          </a:prstGeom>
          <a:ln w="13680">
            <a:solidFill>
              <a:srgbClr val="118ab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3" name=""/>
          <p:cNvSpPr/>
          <p:nvPr/>
        </p:nvSpPr>
        <p:spPr>
          <a:xfrm>
            <a:off x="1056240" y="2595240"/>
            <a:ext cx="1221120" cy="0"/>
          </a:xfrm>
          <a:prstGeom prst="line">
            <a:avLst/>
          </a:prstGeom>
          <a:ln w="13680">
            <a:solidFill>
              <a:srgbClr val="118ab2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4" name=""/>
          <p:cNvSpPr/>
          <p:nvPr/>
        </p:nvSpPr>
        <p:spPr>
          <a:xfrm flipV="1">
            <a:off x="1683000" y="703440"/>
            <a:ext cx="0" cy="1982160"/>
          </a:xfrm>
          <a:prstGeom prst="line">
            <a:avLst/>
          </a:prstGeom>
          <a:ln w="6120">
            <a:solidFill>
              <a:srgbClr val="888888"/>
            </a:solidFill>
            <a:custDash>
              <a:ds d="382353" sp="16470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85" name=""/>
          <p:cNvSpPr/>
          <p:nvPr/>
        </p:nvSpPr>
        <p:spPr>
          <a:xfrm flipV="1">
            <a:off x="688320" y="703440"/>
            <a:ext cx="0" cy="198216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6" name=""/>
          <p:cNvSpPr/>
          <p:nvPr/>
        </p:nvSpPr>
        <p:spPr>
          <a:xfrm>
            <a:off x="688320" y="2685600"/>
            <a:ext cx="1861920" cy="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87" name=""/>
          <p:cNvSpPr/>
          <p:nvPr/>
        </p:nvSpPr>
        <p:spPr>
          <a:xfrm>
            <a:off x="1536840" y="76212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7" y="174"/>
                </a:moveTo>
                <a:cubicBezTo>
                  <a:pt x="109" y="174"/>
                  <a:pt x="132" y="165"/>
                  <a:pt x="149" y="149"/>
                </a:cubicBezTo>
                <a:cubicBezTo>
                  <a:pt x="165" y="133"/>
                  <a:pt x="174" y="111"/>
                  <a:pt x="174" y="88"/>
                </a:cubicBezTo>
                <a:cubicBezTo>
                  <a:pt x="174" y="65"/>
                  <a:pt x="165" y="43"/>
                  <a:pt x="149" y="26"/>
                </a:cubicBezTo>
                <a:cubicBezTo>
                  <a:pt x="132" y="10"/>
                  <a:pt x="109" y="0"/>
                  <a:pt x="87" y="0"/>
                </a:cubicBezTo>
                <a:cubicBezTo>
                  <a:pt x="64" y="0"/>
                  <a:pt x="42" y="10"/>
                  <a:pt x="25" y="26"/>
                </a:cubicBezTo>
                <a:cubicBezTo>
                  <a:pt x="9" y="43"/>
                  <a:pt x="0" y="65"/>
                  <a:pt x="0" y="88"/>
                </a:cubicBezTo>
                <a:cubicBezTo>
                  <a:pt x="0" y="111"/>
                  <a:pt x="9" y="133"/>
                  <a:pt x="25" y="149"/>
                </a:cubicBezTo>
                <a:cubicBezTo>
                  <a:pt x="42" y="165"/>
                  <a:pt x="64" y="174"/>
                  <a:pt x="87" y="174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1382040" y="106272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7" y="174"/>
                </a:moveTo>
                <a:cubicBezTo>
                  <a:pt x="110" y="174"/>
                  <a:pt x="132" y="164"/>
                  <a:pt x="148" y="148"/>
                </a:cubicBezTo>
                <a:cubicBezTo>
                  <a:pt x="164" y="132"/>
                  <a:pt x="174" y="110"/>
                  <a:pt x="174" y="87"/>
                </a:cubicBezTo>
                <a:cubicBezTo>
                  <a:pt x="174" y="64"/>
                  <a:pt x="164" y="41"/>
                  <a:pt x="148" y="25"/>
                </a:cubicBezTo>
                <a:cubicBezTo>
                  <a:pt x="132" y="9"/>
                  <a:pt x="110" y="0"/>
                  <a:pt x="87" y="0"/>
                </a:cubicBezTo>
                <a:cubicBezTo>
                  <a:pt x="64" y="0"/>
                  <a:pt x="42" y="9"/>
                  <a:pt x="25" y="25"/>
                </a:cubicBezTo>
                <a:cubicBezTo>
                  <a:pt x="9" y="41"/>
                  <a:pt x="0" y="64"/>
                  <a:pt x="0" y="87"/>
                </a:cubicBezTo>
                <a:cubicBezTo>
                  <a:pt x="0" y="110"/>
                  <a:pt x="9" y="132"/>
                  <a:pt x="25" y="148"/>
                </a:cubicBezTo>
                <a:cubicBezTo>
                  <a:pt x="42" y="164"/>
                  <a:pt x="64" y="174"/>
                  <a:pt x="87" y="174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1789560" y="136296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6" y="174"/>
                </a:moveTo>
                <a:cubicBezTo>
                  <a:pt x="110" y="174"/>
                  <a:pt x="132" y="165"/>
                  <a:pt x="148" y="149"/>
                </a:cubicBezTo>
                <a:cubicBezTo>
                  <a:pt x="165" y="132"/>
                  <a:pt x="174" y="110"/>
                  <a:pt x="174" y="87"/>
                </a:cubicBezTo>
                <a:cubicBezTo>
                  <a:pt x="174" y="64"/>
                  <a:pt x="165" y="42"/>
                  <a:pt x="148" y="25"/>
                </a:cubicBezTo>
                <a:cubicBezTo>
                  <a:pt x="132" y="9"/>
                  <a:pt x="110" y="0"/>
                  <a:pt x="86" y="0"/>
                </a:cubicBezTo>
                <a:cubicBezTo>
                  <a:pt x="63" y="0"/>
                  <a:pt x="41" y="9"/>
                  <a:pt x="25" y="25"/>
                </a:cubicBezTo>
                <a:cubicBezTo>
                  <a:pt x="9" y="42"/>
                  <a:pt x="0" y="64"/>
                  <a:pt x="0" y="87"/>
                </a:cubicBezTo>
                <a:cubicBezTo>
                  <a:pt x="0" y="110"/>
                  <a:pt x="9" y="132"/>
                  <a:pt x="25" y="149"/>
                </a:cubicBezTo>
                <a:cubicBezTo>
                  <a:pt x="41" y="165"/>
                  <a:pt x="63" y="174"/>
                  <a:pt x="86" y="174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1874520" y="166320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8" y="174"/>
                </a:moveTo>
                <a:cubicBezTo>
                  <a:pt x="111" y="174"/>
                  <a:pt x="133" y="165"/>
                  <a:pt x="149" y="149"/>
                </a:cubicBezTo>
                <a:cubicBezTo>
                  <a:pt x="165" y="133"/>
                  <a:pt x="174" y="111"/>
                  <a:pt x="174" y="87"/>
                </a:cubicBezTo>
                <a:cubicBezTo>
                  <a:pt x="174" y="64"/>
                  <a:pt x="165" y="42"/>
                  <a:pt x="149" y="26"/>
                </a:cubicBezTo>
                <a:cubicBezTo>
                  <a:pt x="133" y="9"/>
                  <a:pt x="111" y="0"/>
                  <a:pt x="88" y="0"/>
                </a:cubicBezTo>
                <a:cubicBezTo>
                  <a:pt x="65" y="0"/>
                  <a:pt x="43" y="9"/>
                  <a:pt x="26" y="26"/>
                </a:cubicBezTo>
                <a:cubicBezTo>
                  <a:pt x="10" y="42"/>
                  <a:pt x="0" y="64"/>
                  <a:pt x="0" y="87"/>
                </a:cubicBezTo>
                <a:cubicBezTo>
                  <a:pt x="0" y="111"/>
                  <a:pt x="10" y="133"/>
                  <a:pt x="26" y="149"/>
                </a:cubicBezTo>
                <a:cubicBezTo>
                  <a:pt x="43" y="165"/>
                  <a:pt x="65" y="174"/>
                  <a:pt x="88" y="174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round/>
          </a:ln>
        </p:spPr>
      </p:sp>
      <p:sp>
        <p:nvSpPr>
          <p:cNvPr id="91" name=""/>
          <p:cNvSpPr/>
          <p:nvPr/>
        </p:nvSpPr>
        <p:spPr>
          <a:xfrm>
            <a:off x="1696680" y="1963800"/>
            <a:ext cx="62640" cy="62280"/>
          </a:xfrm>
          <a:custGeom>
            <a:avLst/>
            <a:gdLst/>
            <a:ahLst/>
            <a:rect l="0" t="0" r="r" b="b"/>
            <a:pathLst>
              <a:path w="174" h="173">
                <a:moveTo>
                  <a:pt x="87" y="173"/>
                </a:moveTo>
                <a:cubicBezTo>
                  <a:pt x="110" y="173"/>
                  <a:pt x="132" y="164"/>
                  <a:pt x="148" y="148"/>
                </a:cubicBezTo>
                <a:cubicBezTo>
                  <a:pt x="164" y="131"/>
                  <a:pt x="174" y="109"/>
                  <a:pt x="174" y="86"/>
                </a:cubicBezTo>
                <a:cubicBezTo>
                  <a:pt x="174" y="63"/>
                  <a:pt x="164" y="41"/>
                  <a:pt x="148" y="25"/>
                </a:cubicBezTo>
                <a:cubicBezTo>
                  <a:pt x="132" y="9"/>
                  <a:pt x="110" y="0"/>
                  <a:pt x="87" y="0"/>
                </a:cubicBezTo>
                <a:cubicBezTo>
                  <a:pt x="64" y="0"/>
                  <a:pt x="42" y="9"/>
                  <a:pt x="26" y="25"/>
                </a:cubicBezTo>
                <a:cubicBezTo>
                  <a:pt x="9" y="41"/>
                  <a:pt x="0" y="63"/>
                  <a:pt x="0" y="86"/>
                </a:cubicBezTo>
                <a:cubicBezTo>
                  <a:pt x="0" y="109"/>
                  <a:pt x="9" y="131"/>
                  <a:pt x="26" y="148"/>
                </a:cubicBezTo>
                <a:cubicBezTo>
                  <a:pt x="42" y="164"/>
                  <a:pt x="64" y="173"/>
                  <a:pt x="87" y="173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1445760" y="226404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8" y="174"/>
                </a:moveTo>
                <a:cubicBezTo>
                  <a:pt x="111" y="174"/>
                  <a:pt x="132" y="165"/>
                  <a:pt x="149" y="147"/>
                </a:cubicBezTo>
                <a:cubicBezTo>
                  <a:pt x="165" y="131"/>
                  <a:pt x="174" y="109"/>
                  <a:pt x="174" y="86"/>
                </a:cubicBezTo>
                <a:cubicBezTo>
                  <a:pt x="174" y="63"/>
                  <a:pt x="165" y="41"/>
                  <a:pt x="149" y="25"/>
                </a:cubicBezTo>
                <a:cubicBezTo>
                  <a:pt x="132" y="9"/>
                  <a:pt x="111" y="0"/>
                  <a:pt x="88" y="0"/>
                </a:cubicBezTo>
                <a:cubicBezTo>
                  <a:pt x="65" y="0"/>
                  <a:pt x="43" y="9"/>
                  <a:pt x="25" y="25"/>
                </a:cubicBezTo>
                <a:cubicBezTo>
                  <a:pt x="9" y="41"/>
                  <a:pt x="0" y="63"/>
                  <a:pt x="0" y="86"/>
                </a:cubicBezTo>
                <a:cubicBezTo>
                  <a:pt x="0" y="109"/>
                  <a:pt x="9" y="131"/>
                  <a:pt x="25" y="147"/>
                </a:cubicBezTo>
                <a:cubicBezTo>
                  <a:pt x="43" y="165"/>
                  <a:pt x="65" y="174"/>
                  <a:pt x="88" y="174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1635840" y="256428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7" y="174"/>
                </a:moveTo>
                <a:cubicBezTo>
                  <a:pt x="110" y="174"/>
                  <a:pt x="132" y="165"/>
                  <a:pt x="148" y="149"/>
                </a:cubicBezTo>
                <a:cubicBezTo>
                  <a:pt x="164" y="132"/>
                  <a:pt x="174" y="110"/>
                  <a:pt x="174" y="87"/>
                </a:cubicBezTo>
                <a:cubicBezTo>
                  <a:pt x="174" y="65"/>
                  <a:pt x="164" y="43"/>
                  <a:pt x="148" y="26"/>
                </a:cubicBezTo>
                <a:cubicBezTo>
                  <a:pt x="132" y="9"/>
                  <a:pt x="110" y="0"/>
                  <a:pt x="87" y="0"/>
                </a:cubicBezTo>
                <a:cubicBezTo>
                  <a:pt x="64" y="0"/>
                  <a:pt x="42" y="9"/>
                  <a:pt x="26" y="26"/>
                </a:cubicBezTo>
                <a:cubicBezTo>
                  <a:pt x="9" y="43"/>
                  <a:pt x="0" y="65"/>
                  <a:pt x="0" y="87"/>
                </a:cubicBezTo>
                <a:cubicBezTo>
                  <a:pt x="0" y="110"/>
                  <a:pt x="9" y="132"/>
                  <a:pt x="26" y="149"/>
                </a:cubicBezTo>
                <a:cubicBezTo>
                  <a:pt x="42" y="165"/>
                  <a:pt x="64" y="174"/>
                  <a:pt x="87" y="174"/>
                </a:cubicBezTo>
                <a:close/>
              </a:path>
            </a:pathLst>
          </a:custGeom>
          <a:solidFill>
            <a:srgbClr val="118ab2"/>
          </a:solidFill>
          <a:ln w="7560">
            <a:solidFill>
              <a:srgbClr val="ffffff"/>
            </a:solidFill>
            <a:round/>
          </a:ln>
        </p:spPr>
      </p:sp>
      <p:sp>
        <p:nvSpPr>
          <p:cNvPr id="94" name=""/>
          <p:cNvSpPr txBox="1"/>
          <p:nvPr/>
        </p:nvSpPr>
        <p:spPr>
          <a:xfrm>
            <a:off x="147960" y="2547000"/>
            <a:ext cx="4640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GSE94104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2691720" y="703440"/>
            <a:ext cx="1862280" cy="1982520"/>
          </a:xfrm>
          <a:custGeom>
            <a:avLst/>
            <a:gdLst/>
            <a:ahLst/>
            <a:rect l="0" t="0" r="r" b="b"/>
            <a:pathLst>
              <a:path w="5173" h="5507">
                <a:moveTo>
                  <a:pt x="0" y="5507"/>
                </a:moveTo>
                <a:lnTo>
                  <a:pt x="5173" y="5507"/>
                </a:lnTo>
                <a:lnTo>
                  <a:pt x="5173" y="0"/>
                </a:lnTo>
                <a:lnTo>
                  <a:pt x="0" y="0"/>
                </a:lnTo>
                <a:lnTo>
                  <a:pt x="0" y="550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96" name=""/>
          <p:cNvSpPr/>
          <p:nvPr/>
        </p:nvSpPr>
        <p:spPr>
          <a:xfrm>
            <a:off x="278568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7" name=""/>
          <p:cNvSpPr/>
          <p:nvPr/>
        </p:nvSpPr>
        <p:spPr>
          <a:xfrm>
            <a:off x="278568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 txBox="1"/>
          <p:nvPr/>
        </p:nvSpPr>
        <p:spPr>
          <a:xfrm>
            <a:off x="688320" y="509400"/>
            <a:ext cx="11178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DSB HDR repair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310500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0" name=""/>
          <p:cNvSpPr/>
          <p:nvPr/>
        </p:nvSpPr>
        <p:spPr>
          <a:xfrm>
            <a:off x="310500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1" name=""/>
          <p:cNvSpPr txBox="1"/>
          <p:nvPr/>
        </p:nvSpPr>
        <p:spPr>
          <a:xfrm>
            <a:off x="267804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342432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3" name=""/>
          <p:cNvSpPr/>
          <p:nvPr/>
        </p:nvSpPr>
        <p:spPr>
          <a:xfrm>
            <a:off x="342432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4" name=""/>
          <p:cNvSpPr txBox="1"/>
          <p:nvPr/>
        </p:nvSpPr>
        <p:spPr>
          <a:xfrm>
            <a:off x="299736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374328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6" name=""/>
          <p:cNvSpPr/>
          <p:nvPr/>
        </p:nvSpPr>
        <p:spPr>
          <a:xfrm>
            <a:off x="374328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7" name=""/>
          <p:cNvSpPr txBox="1"/>
          <p:nvPr/>
        </p:nvSpPr>
        <p:spPr>
          <a:xfrm>
            <a:off x="331668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406260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9" name=""/>
          <p:cNvSpPr/>
          <p:nvPr/>
        </p:nvSpPr>
        <p:spPr>
          <a:xfrm>
            <a:off x="406260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0" name=""/>
          <p:cNvSpPr txBox="1"/>
          <p:nvPr/>
        </p:nvSpPr>
        <p:spPr>
          <a:xfrm>
            <a:off x="367308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438192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12" name=""/>
          <p:cNvSpPr/>
          <p:nvPr/>
        </p:nvSpPr>
        <p:spPr>
          <a:xfrm>
            <a:off x="438192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3" name=""/>
          <p:cNvSpPr txBox="1"/>
          <p:nvPr/>
        </p:nvSpPr>
        <p:spPr>
          <a:xfrm>
            <a:off x="399204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431136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2659680" y="79344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 flipH="1">
            <a:off x="2659680" y="79344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/>
          <p:nvPr/>
        </p:nvSpPr>
        <p:spPr>
          <a:xfrm>
            <a:off x="2659680" y="109368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18" name=""/>
          <p:cNvSpPr/>
          <p:nvPr/>
        </p:nvSpPr>
        <p:spPr>
          <a:xfrm flipH="1">
            <a:off x="2659680" y="109368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9" name=""/>
          <p:cNvSpPr/>
          <p:nvPr/>
        </p:nvSpPr>
        <p:spPr>
          <a:xfrm>
            <a:off x="2659680" y="139392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0" name=""/>
          <p:cNvSpPr/>
          <p:nvPr/>
        </p:nvSpPr>
        <p:spPr>
          <a:xfrm flipH="1">
            <a:off x="2659680" y="139392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1" name=""/>
          <p:cNvSpPr/>
          <p:nvPr/>
        </p:nvSpPr>
        <p:spPr>
          <a:xfrm>
            <a:off x="2659680" y="169452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 flipH="1">
            <a:off x="2659680" y="169452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/>
          <p:nvPr/>
        </p:nvSpPr>
        <p:spPr>
          <a:xfrm>
            <a:off x="2659680" y="199476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4" name=""/>
          <p:cNvSpPr/>
          <p:nvPr/>
        </p:nvSpPr>
        <p:spPr>
          <a:xfrm flipH="1">
            <a:off x="2659680" y="199476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5" name=""/>
          <p:cNvSpPr/>
          <p:nvPr/>
        </p:nvSpPr>
        <p:spPr>
          <a:xfrm>
            <a:off x="2659680" y="229500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6" name=""/>
          <p:cNvSpPr/>
          <p:nvPr/>
        </p:nvSpPr>
        <p:spPr>
          <a:xfrm flipH="1">
            <a:off x="2659680" y="229500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7" name=""/>
          <p:cNvSpPr/>
          <p:nvPr/>
        </p:nvSpPr>
        <p:spPr>
          <a:xfrm>
            <a:off x="2659680" y="259524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8" name=""/>
          <p:cNvSpPr/>
          <p:nvPr/>
        </p:nvSpPr>
        <p:spPr>
          <a:xfrm flipH="1">
            <a:off x="2659680" y="259524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>
            <a:off x="3161520" y="793440"/>
            <a:ext cx="1037160" cy="0"/>
          </a:xfrm>
          <a:prstGeom prst="line">
            <a:avLst/>
          </a:prstGeom>
          <a:ln w="1368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0" name=""/>
          <p:cNvSpPr/>
          <p:nvPr/>
        </p:nvSpPr>
        <p:spPr>
          <a:xfrm>
            <a:off x="2776320" y="1093680"/>
            <a:ext cx="1253520" cy="0"/>
          </a:xfrm>
          <a:prstGeom prst="line">
            <a:avLst/>
          </a:prstGeom>
          <a:ln w="1368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1" name=""/>
          <p:cNvSpPr/>
          <p:nvPr/>
        </p:nvSpPr>
        <p:spPr>
          <a:xfrm>
            <a:off x="3365640" y="1393920"/>
            <a:ext cx="1044720" cy="0"/>
          </a:xfrm>
          <a:prstGeom prst="line">
            <a:avLst/>
          </a:prstGeom>
          <a:ln w="1368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>
            <a:off x="3372840" y="1694520"/>
            <a:ext cx="1096200" cy="0"/>
          </a:xfrm>
          <a:prstGeom prst="line">
            <a:avLst/>
          </a:prstGeom>
          <a:ln w="1368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3" name=""/>
          <p:cNvSpPr/>
          <p:nvPr/>
        </p:nvSpPr>
        <p:spPr>
          <a:xfrm>
            <a:off x="3193200" y="1994760"/>
            <a:ext cx="1172160" cy="0"/>
          </a:xfrm>
          <a:prstGeom prst="line">
            <a:avLst/>
          </a:prstGeom>
          <a:ln w="1368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4" name=""/>
          <p:cNvSpPr/>
          <p:nvPr/>
        </p:nvSpPr>
        <p:spPr>
          <a:xfrm>
            <a:off x="2856240" y="2295000"/>
            <a:ext cx="1301400" cy="0"/>
          </a:xfrm>
          <a:prstGeom prst="line">
            <a:avLst/>
          </a:prstGeom>
          <a:ln w="1368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/>
          <p:nvPr/>
        </p:nvSpPr>
        <p:spPr>
          <a:xfrm>
            <a:off x="3171240" y="2595240"/>
            <a:ext cx="1195560" cy="0"/>
          </a:xfrm>
          <a:prstGeom prst="line">
            <a:avLst/>
          </a:prstGeom>
          <a:ln w="13680">
            <a:solidFill>
              <a:srgbClr val="2a9d8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/>
          <p:nvPr/>
        </p:nvSpPr>
        <p:spPr>
          <a:xfrm flipV="1">
            <a:off x="3743280" y="703440"/>
            <a:ext cx="0" cy="1982160"/>
          </a:xfrm>
          <a:prstGeom prst="line">
            <a:avLst/>
          </a:prstGeom>
          <a:ln w="6120">
            <a:solidFill>
              <a:srgbClr val="888888"/>
            </a:solidFill>
            <a:custDash>
              <a:ds d="382353" sp="16470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7" name=""/>
          <p:cNvSpPr/>
          <p:nvPr/>
        </p:nvSpPr>
        <p:spPr>
          <a:xfrm flipV="1">
            <a:off x="2691720" y="703440"/>
            <a:ext cx="0" cy="198216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8" name=""/>
          <p:cNvSpPr/>
          <p:nvPr/>
        </p:nvSpPr>
        <p:spPr>
          <a:xfrm>
            <a:off x="2691720" y="2685600"/>
            <a:ext cx="1861920" cy="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9" name=""/>
          <p:cNvSpPr/>
          <p:nvPr/>
        </p:nvSpPr>
        <p:spPr>
          <a:xfrm>
            <a:off x="3648960" y="76212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6" y="174"/>
                </a:moveTo>
                <a:cubicBezTo>
                  <a:pt x="110" y="174"/>
                  <a:pt x="132" y="165"/>
                  <a:pt x="149" y="149"/>
                </a:cubicBezTo>
                <a:cubicBezTo>
                  <a:pt x="165" y="133"/>
                  <a:pt x="174" y="111"/>
                  <a:pt x="174" y="88"/>
                </a:cubicBezTo>
                <a:cubicBezTo>
                  <a:pt x="174" y="65"/>
                  <a:pt x="165" y="43"/>
                  <a:pt x="149" y="26"/>
                </a:cubicBezTo>
                <a:cubicBezTo>
                  <a:pt x="132" y="10"/>
                  <a:pt x="110" y="0"/>
                  <a:pt x="86" y="0"/>
                </a:cubicBezTo>
                <a:cubicBezTo>
                  <a:pt x="64" y="0"/>
                  <a:pt x="42" y="10"/>
                  <a:pt x="25" y="26"/>
                </a:cubicBezTo>
                <a:cubicBezTo>
                  <a:pt x="9" y="43"/>
                  <a:pt x="0" y="65"/>
                  <a:pt x="0" y="88"/>
                </a:cubicBezTo>
                <a:cubicBezTo>
                  <a:pt x="0" y="111"/>
                  <a:pt x="9" y="133"/>
                  <a:pt x="25" y="149"/>
                </a:cubicBezTo>
                <a:cubicBezTo>
                  <a:pt x="42" y="165"/>
                  <a:pt x="64" y="174"/>
                  <a:pt x="86" y="174"/>
                </a:cubicBezTo>
                <a:close/>
              </a:path>
            </a:pathLst>
          </a:custGeom>
          <a:solidFill>
            <a:srgbClr val="2a9d8f"/>
          </a:solidFill>
          <a:ln w="7560">
            <a:solidFill>
              <a:srgbClr val="ffffff"/>
            </a:solidFill>
            <a:round/>
          </a:ln>
        </p:spPr>
      </p:sp>
      <p:sp>
        <p:nvSpPr>
          <p:cNvPr id="140" name=""/>
          <p:cNvSpPr/>
          <p:nvPr/>
        </p:nvSpPr>
        <p:spPr>
          <a:xfrm>
            <a:off x="3372120" y="1062720"/>
            <a:ext cx="62280" cy="62640"/>
          </a:xfrm>
          <a:custGeom>
            <a:avLst/>
            <a:gdLst/>
            <a:ahLst/>
            <a:rect l="0" t="0" r="r" b="b"/>
            <a:pathLst>
              <a:path w="173" h="174">
                <a:moveTo>
                  <a:pt x="87" y="174"/>
                </a:moveTo>
                <a:cubicBezTo>
                  <a:pt x="110" y="174"/>
                  <a:pt x="132" y="164"/>
                  <a:pt x="148" y="148"/>
                </a:cubicBezTo>
                <a:cubicBezTo>
                  <a:pt x="164" y="132"/>
                  <a:pt x="173" y="110"/>
                  <a:pt x="173" y="87"/>
                </a:cubicBezTo>
                <a:cubicBezTo>
                  <a:pt x="173" y="64"/>
                  <a:pt x="164" y="41"/>
                  <a:pt x="148" y="25"/>
                </a:cubicBezTo>
                <a:cubicBezTo>
                  <a:pt x="132" y="9"/>
                  <a:pt x="110" y="0"/>
                  <a:pt x="87" y="0"/>
                </a:cubicBezTo>
                <a:cubicBezTo>
                  <a:pt x="64" y="0"/>
                  <a:pt x="42" y="9"/>
                  <a:pt x="26" y="25"/>
                </a:cubicBezTo>
                <a:cubicBezTo>
                  <a:pt x="10" y="41"/>
                  <a:pt x="0" y="64"/>
                  <a:pt x="0" y="87"/>
                </a:cubicBezTo>
                <a:cubicBezTo>
                  <a:pt x="0" y="110"/>
                  <a:pt x="10" y="132"/>
                  <a:pt x="26" y="148"/>
                </a:cubicBezTo>
                <a:cubicBezTo>
                  <a:pt x="42" y="164"/>
                  <a:pt x="64" y="174"/>
                  <a:pt x="87" y="174"/>
                </a:cubicBezTo>
                <a:close/>
              </a:path>
            </a:pathLst>
          </a:custGeom>
          <a:solidFill>
            <a:srgbClr val="2a9d8f"/>
          </a:solidFill>
          <a:ln w="7560">
            <a:solidFill>
              <a:srgbClr val="ffffff"/>
            </a:solidFill>
            <a:round/>
          </a:ln>
        </p:spPr>
      </p:sp>
      <p:sp>
        <p:nvSpPr>
          <p:cNvPr id="141" name=""/>
          <p:cNvSpPr/>
          <p:nvPr/>
        </p:nvSpPr>
        <p:spPr>
          <a:xfrm>
            <a:off x="3857040" y="1362960"/>
            <a:ext cx="62280" cy="62640"/>
          </a:xfrm>
          <a:custGeom>
            <a:avLst/>
            <a:gdLst/>
            <a:ahLst/>
            <a:rect l="0" t="0" r="r" b="b"/>
            <a:pathLst>
              <a:path w="173" h="174">
                <a:moveTo>
                  <a:pt x="87" y="174"/>
                </a:moveTo>
                <a:cubicBezTo>
                  <a:pt x="110" y="174"/>
                  <a:pt x="132" y="165"/>
                  <a:pt x="148" y="149"/>
                </a:cubicBezTo>
                <a:cubicBezTo>
                  <a:pt x="164" y="132"/>
                  <a:pt x="173" y="110"/>
                  <a:pt x="173" y="87"/>
                </a:cubicBezTo>
                <a:cubicBezTo>
                  <a:pt x="173" y="64"/>
                  <a:pt x="164" y="42"/>
                  <a:pt x="148" y="25"/>
                </a:cubicBezTo>
                <a:cubicBezTo>
                  <a:pt x="132" y="9"/>
                  <a:pt x="110" y="0"/>
                  <a:pt x="87" y="0"/>
                </a:cubicBezTo>
                <a:cubicBezTo>
                  <a:pt x="64" y="0"/>
                  <a:pt x="42" y="9"/>
                  <a:pt x="25" y="25"/>
                </a:cubicBezTo>
                <a:cubicBezTo>
                  <a:pt x="9" y="42"/>
                  <a:pt x="0" y="64"/>
                  <a:pt x="0" y="87"/>
                </a:cubicBezTo>
                <a:cubicBezTo>
                  <a:pt x="0" y="110"/>
                  <a:pt x="9" y="132"/>
                  <a:pt x="25" y="149"/>
                </a:cubicBezTo>
                <a:cubicBezTo>
                  <a:pt x="42" y="165"/>
                  <a:pt x="64" y="174"/>
                  <a:pt x="87" y="174"/>
                </a:cubicBezTo>
                <a:close/>
              </a:path>
            </a:pathLst>
          </a:custGeom>
          <a:solidFill>
            <a:srgbClr val="2a9d8f"/>
          </a:solidFill>
          <a:ln w="7560">
            <a:solidFill>
              <a:srgbClr val="ffffff"/>
            </a:solidFill>
            <a:round/>
          </a:ln>
        </p:spPr>
      </p:sp>
      <p:sp>
        <p:nvSpPr>
          <p:cNvPr id="142" name=""/>
          <p:cNvSpPr/>
          <p:nvPr/>
        </p:nvSpPr>
        <p:spPr>
          <a:xfrm>
            <a:off x="3889800" y="166320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6" y="174"/>
                </a:moveTo>
                <a:cubicBezTo>
                  <a:pt x="109" y="174"/>
                  <a:pt x="132" y="165"/>
                  <a:pt x="148" y="149"/>
                </a:cubicBezTo>
                <a:cubicBezTo>
                  <a:pt x="165" y="133"/>
                  <a:pt x="174" y="111"/>
                  <a:pt x="174" y="87"/>
                </a:cubicBezTo>
                <a:cubicBezTo>
                  <a:pt x="174" y="64"/>
                  <a:pt x="165" y="42"/>
                  <a:pt x="148" y="26"/>
                </a:cubicBezTo>
                <a:cubicBezTo>
                  <a:pt x="132" y="9"/>
                  <a:pt x="109" y="0"/>
                  <a:pt x="86" y="0"/>
                </a:cubicBezTo>
                <a:cubicBezTo>
                  <a:pt x="63" y="0"/>
                  <a:pt x="41" y="9"/>
                  <a:pt x="25" y="26"/>
                </a:cubicBezTo>
                <a:cubicBezTo>
                  <a:pt x="9" y="42"/>
                  <a:pt x="0" y="64"/>
                  <a:pt x="0" y="87"/>
                </a:cubicBezTo>
                <a:cubicBezTo>
                  <a:pt x="0" y="111"/>
                  <a:pt x="9" y="133"/>
                  <a:pt x="25" y="149"/>
                </a:cubicBezTo>
                <a:cubicBezTo>
                  <a:pt x="41" y="165"/>
                  <a:pt x="63" y="174"/>
                  <a:pt x="86" y="174"/>
                </a:cubicBezTo>
                <a:close/>
              </a:path>
            </a:pathLst>
          </a:custGeom>
          <a:solidFill>
            <a:srgbClr val="2a9d8f"/>
          </a:solidFill>
          <a:ln w="7560">
            <a:solidFill>
              <a:srgbClr val="ffffff"/>
            </a:solidFill>
            <a:round/>
          </a:ln>
        </p:spPr>
      </p:sp>
      <p:sp>
        <p:nvSpPr>
          <p:cNvPr id="143" name=""/>
          <p:cNvSpPr/>
          <p:nvPr/>
        </p:nvSpPr>
        <p:spPr>
          <a:xfrm>
            <a:off x="3747960" y="1963800"/>
            <a:ext cx="62640" cy="62280"/>
          </a:xfrm>
          <a:custGeom>
            <a:avLst/>
            <a:gdLst/>
            <a:ahLst/>
            <a:rect l="0" t="0" r="r" b="b"/>
            <a:pathLst>
              <a:path w="174" h="173">
                <a:moveTo>
                  <a:pt x="87" y="173"/>
                </a:moveTo>
                <a:cubicBezTo>
                  <a:pt x="110" y="173"/>
                  <a:pt x="132" y="164"/>
                  <a:pt x="148" y="148"/>
                </a:cubicBezTo>
                <a:cubicBezTo>
                  <a:pt x="164" y="131"/>
                  <a:pt x="174" y="109"/>
                  <a:pt x="174" y="86"/>
                </a:cubicBezTo>
                <a:cubicBezTo>
                  <a:pt x="174" y="63"/>
                  <a:pt x="164" y="41"/>
                  <a:pt x="148" y="25"/>
                </a:cubicBezTo>
                <a:cubicBezTo>
                  <a:pt x="132" y="9"/>
                  <a:pt x="110" y="0"/>
                  <a:pt x="87" y="0"/>
                </a:cubicBezTo>
                <a:cubicBezTo>
                  <a:pt x="64" y="0"/>
                  <a:pt x="42" y="9"/>
                  <a:pt x="26" y="25"/>
                </a:cubicBezTo>
                <a:cubicBezTo>
                  <a:pt x="10" y="41"/>
                  <a:pt x="0" y="63"/>
                  <a:pt x="0" y="86"/>
                </a:cubicBezTo>
                <a:cubicBezTo>
                  <a:pt x="0" y="109"/>
                  <a:pt x="10" y="131"/>
                  <a:pt x="26" y="148"/>
                </a:cubicBezTo>
                <a:cubicBezTo>
                  <a:pt x="42" y="164"/>
                  <a:pt x="64" y="173"/>
                  <a:pt x="87" y="173"/>
                </a:cubicBezTo>
                <a:close/>
              </a:path>
            </a:pathLst>
          </a:custGeom>
          <a:solidFill>
            <a:srgbClr val="2a9d8f"/>
          </a:solidFill>
          <a:ln w="7560">
            <a:solidFill>
              <a:srgbClr val="ffffff"/>
            </a:solidFill>
            <a:round/>
          </a:ln>
        </p:spPr>
      </p:sp>
      <p:sp>
        <p:nvSpPr>
          <p:cNvPr id="144" name=""/>
          <p:cNvSpPr/>
          <p:nvPr/>
        </p:nvSpPr>
        <p:spPr>
          <a:xfrm>
            <a:off x="3475800" y="226404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8" y="174"/>
                </a:moveTo>
                <a:cubicBezTo>
                  <a:pt x="111" y="174"/>
                  <a:pt x="132" y="165"/>
                  <a:pt x="149" y="147"/>
                </a:cubicBezTo>
                <a:cubicBezTo>
                  <a:pt x="165" y="131"/>
                  <a:pt x="174" y="109"/>
                  <a:pt x="174" y="86"/>
                </a:cubicBezTo>
                <a:cubicBezTo>
                  <a:pt x="174" y="63"/>
                  <a:pt x="165" y="41"/>
                  <a:pt x="149" y="25"/>
                </a:cubicBezTo>
                <a:cubicBezTo>
                  <a:pt x="132" y="9"/>
                  <a:pt x="111" y="0"/>
                  <a:pt x="88" y="0"/>
                </a:cubicBezTo>
                <a:cubicBezTo>
                  <a:pt x="65" y="0"/>
                  <a:pt x="42" y="9"/>
                  <a:pt x="25" y="25"/>
                </a:cubicBezTo>
                <a:cubicBezTo>
                  <a:pt x="9" y="41"/>
                  <a:pt x="0" y="63"/>
                  <a:pt x="0" y="86"/>
                </a:cubicBezTo>
                <a:cubicBezTo>
                  <a:pt x="0" y="109"/>
                  <a:pt x="9" y="131"/>
                  <a:pt x="25" y="147"/>
                </a:cubicBezTo>
                <a:cubicBezTo>
                  <a:pt x="42" y="165"/>
                  <a:pt x="65" y="174"/>
                  <a:pt x="88" y="174"/>
                </a:cubicBezTo>
                <a:close/>
              </a:path>
            </a:pathLst>
          </a:custGeom>
          <a:solidFill>
            <a:srgbClr val="2a9d8f"/>
          </a:solidFill>
          <a:ln w="7560">
            <a:solidFill>
              <a:srgbClr val="ffffff"/>
            </a:solidFill>
            <a:round/>
          </a:ln>
        </p:spPr>
      </p:sp>
      <p:sp>
        <p:nvSpPr>
          <p:cNvPr id="145" name=""/>
          <p:cNvSpPr/>
          <p:nvPr/>
        </p:nvSpPr>
        <p:spPr>
          <a:xfrm>
            <a:off x="3737880" y="256428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8" y="174"/>
                </a:moveTo>
                <a:cubicBezTo>
                  <a:pt x="111" y="174"/>
                  <a:pt x="133" y="165"/>
                  <a:pt x="149" y="149"/>
                </a:cubicBezTo>
                <a:cubicBezTo>
                  <a:pt x="165" y="132"/>
                  <a:pt x="174" y="110"/>
                  <a:pt x="174" y="87"/>
                </a:cubicBezTo>
                <a:cubicBezTo>
                  <a:pt x="174" y="65"/>
                  <a:pt x="165" y="43"/>
                  <a:pt x="149" y="26"/>
                </a:cubicBezTo>
                <a:cubicBezTo>
                  <a:pt x="133" y="9"/>
                  <a:pt x="111" y="0"/>
                  <a:pt x="88" y="0"/>
                </a:cubicBezTo>
                <a:cubicBezTo>
                  <a:pt x="65" y="0"/>
                  <a:pt x="43" y="9"/>
                  <a:pt x="27" y="26"/>
                </a:cubicBezTo>
                <a:cubicBezTo>
                  <a:pt x="9" y="43"/>
                  <a:pt x="0" y="65"/>
                  <a:pt x="0" y="87"/>
                </a:cubicBezTo>
                <a:cubicBezTo>
                  <a:pt x="0" y="110"/>
                  <a:pt x="9" y="132"/>
                  <a:pt x="27" y="149"/>
                </a:cubicBezTo>
                <a:cubicBezTo>
                  <a:pt x="43" y="165"/>
                  <a:pt x="65" y="174"/>
                  <a:pt x="88" y="174"/>
                </a:cubicBezTo>
                <a:close/>
              </a:path>
            </a:pathLst>
          </a:custGeom>
          <a:solidFill>
            <a:srgbClr val="2a9d8f"/>
          </a:solidFill>
          <a:ln w="7560">
            <a:solidFill>
              <a:srgbClr val="ffffff"/>
            </a:solidFill>
            <a:round/>
          </a:ln>
        </p:spPr>
      </p:sp>
      <p:sp>
        <p:nvSpPr>
          <p:cNvPr id="146" name=""/>
          <p:cNvSpPr txBox="1"/>
          <p:nvPr/>
        </p:nvSpPr>
        <p:spPr>
          <a:xfrm>
            <a:off x="3081960" y="2881440"/>
            <a:ext cx="1090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Δ score (good − bad)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4695120" y="703440"/>
            <a:ext cx="1862280" cy="1982520"/>
          </a:xfrm>
          <a:custGeom>
            <a:avLst/>
            <a:gdLst/>
            <a:ahLst/>
            <a:rect l="0" t="0" r="r" b="b"/>
            <a:pathLst>
              <a:path w="5173" h="5507">
                <a:moveTo>
                  <a:pt x="0" y="5507"/>
                </a:moveTo>
                <a:lnTo>
                  <a:pt x="5173" y="5507"/>
                </a:lnTo>
                <a:lnTo>
                  <a:pt x="5173" y="0"/>
                </a:lnTo>
                <a:lnTo>
                  <a:pt x="0" y="0"/>
                </a:lnTo>
                <a:lnTo>
                  <a:pt x="0" y="550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>
            <a:off x="475236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>
            <a:off x="475236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0" name=""/>
          <p:cNvSpPr txBox="1"/>
          <p:nvPr/>
        </p:nvSpPr>
        <p:spPr>
          <a:xfrm>
            <a:off x="2691720" y="509400"/>
            <a:ext cx="1267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E2F MYC cellcycle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507060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>
            <a:off x="507060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3" name=""/>
          <p:cNvSpPr txBox="1"/>
          <p:nvPr/>
        </p:nvSpPr>
        <p:spPr>
          <a:xfrm>
            <a:off x="464472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538848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>
            <a:off x="538848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6" name=""/>
          <p:cNvSpPr txBox="1"/>
          <p:nvPr/>
        </p:nvSpPr>
        <p:spPr>
          <a:xfrm>
            <a:off x="496260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570636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>
            <a:off x="570636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59" name=""/>
          <p:cNvSpPr txBox="1"/>
          <p:nvPr/>
        </p:nvSpPr>
        <p:spPr>
          <a:xfrm>
            <a:off x="528084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602424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>
            <a:off x="602424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2" name=""/>
          <p:cNvSpPr txBox="1"/>
          <p:nvPr/>
        </p:nvSpPr>
        <p:spPr>
          <a:xfrm>
            <a:off x="563580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634212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>
            <a:off x="634212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5" name=""/>
          <p:cNvSpPr txBox="1"/>
          <p:nvPr/>
        </p:nvSpPr>
        <p:spPr>
          <a:xfrm>
            <a:off x="595368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627156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4663440" y="79344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8" name=""/>
          <p:cNvSpPr/>
          <p:nvPr/>
        </p:nvSpPr>
        <p:spPr>
          <a:xfrm flipH="1">
            <a:off x="4663440" y="79344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69" name=""/>
          <p:cNvSpPr/>
          <p:nvPr/>
        </p:nvSpPr>
        <p:spPr>
          <a:xfrm>
            <a:off x="4663440" y="109368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 flipH="1">
            <a:off x="4663440" y="109368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1" name=""/>
          <p:cNvSpPr/>
          <p:nvPr/>
        </p:nvSpPr>
        <p:spPr>
          <a:xfrm>
            <a:off x="4663440" y="139392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2" name=""/>
          <p:cNvSpPr/>
          <p:nvPr/>
        </p:nvSpPr>
        <p:spPr>
          <a:xfrm flipH="1">
            <a:off x="4663440" y="139392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3" name=""/>
          <p:cNvSpPr/>
          <p:nvPr/>
        </p:nvSpPr>
        <p:spPr>
          <a:xfrm>
            <a:off x="4663440" y="169452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4" name=""/>
          <p:cNvSpPr/>
          <p:nvPr/>
        </p:nvSpPr>
        <p:spPr>
          <a:xfrm flipH="1">
            <a:off x="4663440" y="169452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5" name=""/>
          <p:cNvSpPr/>
          <p:nvPr/>
        </p:nvSpPr>
        <p:spPr>
          <a:xfrm>
            <a:off x="4663440" y="199476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6" name=""/>
          <p:cNvSpPr/>
          <p:nvPr/>
        </p:nvSpPr>
        <p:spPr>
          <a:xfrm flipH="1">
            <a:off x="4663440" y="199476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7" name=""/>
          <p:cNvSpPr/>
          <p:nvPr/>
        </p:nvSpPr>
        <p:spPr>
          <a:xfrm>
            <a:off x="4663440" y="229500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8" name=""/>
          <p:cNvSpPr/>
          <p:nvPr/>
        </p:nvSpPr>
        <p:spPr>
          <a:xfrm flipH="1">
            <a:off x="4663440" y="229500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79" name=""/>
          <p:cNvSpPr/>
          <p:nvPr/>
        </p:nvSpPr>
        <p:spPr>
          <a:xfrm>
            <a:off x="4663440" y="259524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0" name=""/>
          <p:cNvSpPr/>
          <p:nvPr/>
        </p:nvSpPr>
        <p:spPr>
          <a:xfrm flipH="1">
            <a:off x="4663440" y="259524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1" name=""/>
          <p:cNvSpPr/>
          <p:nvPr/>
        </p:nvSpPr>
        <p:spPr>
          <a:xfrm>
            <a:off x="5112000" y="793440"/>
            <a:ext cx="1032840" cy="0"/>
          </a:xfrm>
          <a:prstGeom prst="line">
            <a:avLst/>
          </a:prstGeom>
          <a:ln w="13680">
            <a:solidFill>
              <a:srgbClr val="ef476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2" name=""/>
          <p:cNvSpPr/>
          <p:nvPr/>
        </p:nvSpPr>
        <p:spPr>
          <a:xfrm>
            <a:off x="4779720" y="1093680"/>
            <a:ext cx="1248480" cy="0"/>
          </a:xfrm>
          <a:prstGeom prst="line">
            <a:avLst/>
          </a:prstGeom>
          <a:ln w="13680">
            <a:solidFill>
              <a:srgbClr val="ef476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3" name=""/>
          <p:cNvSpPr/>
          <p:nvPr/>
        </p:nvSpPr>
        <p:spPr>
          <a:xfrm>
            <a:off x="5352840" y="1393920"/>
            <a:ext cx="1040040" cy="0"/>
          </a:xfrm>
          <a:prstGeom prst="line">
            <a:avLst/>
          </a:prstGeom>
          <a:ln w="13680">
            <a:solidFill>
              <a:srgbClr val="ef476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4" name=""/>
          <p:cNvSpPr/>
          <p:nvPr/>
        </p:nvSpPr>
        <p:spPr>
          <a:xfrm>
            <a:off x="5380920" y="1694520"/>
            <a:ext cx="1091520" cy="0"/>
          </a:xfrm>
          <a:prstGeom prst="line">
            <a:avLst/>
          </a:prstGeom>
          <a:ln w="13680">
            <a:solidFill>
              <a:srgbClr val="ef476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5" name=""/>
          <p:cNvSpPr/>
          <p:nvPr/>
        </p:nvSpPr>
        <p:spPr>
          <a:xfrm>
            <a:off x="5134320" y="1994760"/>
            <a:ext cx="1167120" cy="0"/>
          </a:xfrm>
          <a:prstGeom prst="line">
            <a:avLst/>
          </a:prstGeom>
          <a:ln w="13680">
            <a:solidFill>
              <a:srgbClr val="ef476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6" name=""/>
          <p:cNvSpPr/>
          <p:nvPr/>
        </p:nvSpPr>
        <p:spPr>
          <a:xfrm>
            <a:off x="4822560" y="2295000"/>
            <a:ext cx="1295640" cy="0"/>
          </a:xfrm>
          <a:prstGeom prst="line">
            <a:avLst/>
          </a:prstGeom>
          <a:ln w="13680">
            <a:solidFill>
              <a:srgbClr val="ef476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7" name=""/>
          <p:cNvSpPr/>
          <p:nvPr/>
        </p:nvSpPr>
        <p:spPr>
          <a:xfrm>
            <a:off x="5076000" y="2595240"/>
            <a:ext cx="1190520" cy="0"/>
          </a:xfrm>
          <a:prstGeom prst="line">
            <a:avLst/>
          </a:prstGeom>
          <a:ln w="13680">
            <a:solidFill>
              <a:srgbClr val="ef476f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8" name=""/>
          <p:cNvSpPr/>
          <p:nvPr/>
        </p:nvSpPr>
        <p:spPr>
          <a:xfrm flipV="1">
            <a:off x="5706360" y="703440"/>
            <a:ext cx="0" cy="1982160"/>
          </a:xfrm>
          <a:prstGeom prst="line">
            <a:avLst/>
          </a:prstGeom>
          <a:ln w="6120">
            <a:solidFill>
              <a:srgbClr val="888888"/>
            </a:solidFill>
            <a:custDash>
              <a:ds d="382353" sp="16470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89" name=""/>
          <p:cNvSpPr/>
          <p:nvPr/>
        </p:nvSpPr>
        <p:spPr>
          <a:xfrm flipV="1">
            <a:off x="4695120" y="703440"/>
            <a:ext cx="0" cy="198216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0" name=""/>
          <p:cNvSpPr/>
          <p:nvPr/>
        </p:nvSpPr>
        <p:spPr>
          <a:xfrm>
            <a:off x="4695120" y="2685600"/>
            <a:ext cx="1861920" cy="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91" name=""/>
          <p:cNvSpPr/>
          <p:nvPr/>
        </p:nvSpPr>
        <p:spPr>
          <a:xfrm>
            <a:off x="5597280" y="76212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7" y="174"/>
                </a:moveTo>
                <a:cubicBezTo>
                  <a:pt x="110" y="174"/>
                  <a:pt x="132" y="165"/>
                  <a:pt x="149" y="149"/>
                </a:cubicBezTo>
                <a:cubicBezTo>
                  <a:pt x="165" y="133"/>
                  <a:pt x="174" y="111"/>
                  <a:pt x="174" y="88"/>
                </a:cubicBezTo>
                <a:cubicBezTo>
                  <a:pt x="174" y="65"/>
                  <a:pt x="165" y="43"/>
                  <a:pt x="149" y="26"/>
                </a:cubicBezTo>
                <a:cubicBezTo>
                  <a:pt x="132" y="10"/>
                  <a:pt x="110" y="0"/>
                  <a:pt x="87" y="0"/>
                </a:cubicBezTo>
                <a:cubicBezTo>
                  <a:pt x="64" y="0"/>
                  <a:pt x="43" y="10"/>
                  <a:pt x="26" y="26"/>
                </a:cubicBezTo>
                <a:cubicBezTo>
                  <a:pt x="9" y="43"/>
                  <a:pt x="0" y="65"/>
                  <a:pt x="0" y="88"/>
                </a:cubicBezTo>
                <a:cubicBezTo>
                  <a:pt x="0" y="111"/>
                  <a:pt x="9" y="133"/>
                  <a:pt x="26" y="149"/>
                </a:cubicBezTo>
                <a:cubicBezTo>
                  <a:pt x="43" y="165"/>
                  <a:pt x="64" y="174"/>
                  <a:pt x="87" y="174"/>
                </a:cubicBezTo>
                <a:close/>
              </a:path>
            </a:pathLst>
          </a:custGeom>
          <a:solidFill>
            <a:srgbClr val="ef476f"/>
          </a:solidFill>
          <a:ln w="7560">
            <a:solidFill>
              <a:srgbClr val="ffffff"/>
            </a:solidFill>
            <a:round/>
          </a:ln>
        </p:spPr>
      </p:sp>
      <p:sp>
        <p:nvSpPr>
          <p:cNvPr id="192" name=""/>
          <p:cNvSpPr/>
          <p:nvPr/>
        </p:nvSpPr>
        <p:spPr>
          <a:xfrm>
            <a:off x="5373000" y="1062720"/>
            <a:ext cx="62280" cy="62640"/>
          </a:xfrm>
          <a:custGeom>
            <a:avLst/>
            <a:gdLst/>
            <a:ahLst/>
            <a:rect l="0" t="0" r="r" b="b"/>
            <a:pathLst>
              <a:path w="173" h="174">
                <a:moveTo>
                  <a:pt x="86" y="174"/>
                </a:moveTo>
                <a:cubicBezTo>
                  <a:pt x="109" y="174"/>
                  <a:pt x="132" y="164"/>
                  <a:pt x="148" y="148"/>
                </a:cubicBezTo>
                <a:cubicBezTo>
                  <a:pt x="164" y="132"/>
                  <a:pt x="173" y="110"/>
                  <a:pt x="173" y="87"/>
                </a:cubicBezTo>
                <a:cubicBezTo>
                  <a:pt x="173" y="64"/>
                  <a:pt x="164" y="41"/>
                  <a:pt x="148" y="25"/>
                </a:cubicBezTo>
                <a:cubicBezTo>
                  <a:pt x="132" y="9"/>
                  <a:pt x="109" y="0"/>
                  <a:pt x="86" y="0"/>
                </a:cubicBezTo>
                <a:cubicBezTo>
                  <a:pt x="63" y="0"/>
                  <a:pt x="41" y="9"/>
                  <a:pt x="25" y="25"/>
                </a:cubicBezTo>
                <a:cubicBezTo>
                  <a:pt x="9" y="41"/>
                  <a:pt x="0" y="64"/>
                  <a:pt x="0" y="87"/>
                </a:cubicBezTo>
                <a:cubicBezTo>
                  <a:pt x="0" y="110"/>
                  <a:pt x="9" y="132"/>
                  <a:pt x="25" y="148"/>
                </a:cubicBezTo>
                <a:cubicBezTo>
                  <a:pt x="41" y="164"/>
                  <a:pt x="63" y="174"/>
                  <a:pt x="86" y="174"/>
                </a:cubicBezTo>
                <a:close/>
              </a:path>
            </a:pathLst>
          </a:custGeom>
          <a:solidFill>
            <a:srgbClr val="ef476f"/>
          </a:solidFill>
          <a:ln w="7560">
            <a:solidFill>
              <a:srgbClr val="ffffff"/>
            </a:solidFill>
            <a:round/>
          </a:ln>
        </p:spPr>
      </p:sp>
      <p:sp>
        <p:nvSpPr>
          <p:cNvPr id="193" name=""/>
          <p:cNvSpPr/>
          <p:nvPr/>
        </p:nvSpPr>
        <p:spPr>
          <a:xfrm>
            <a:off x="5841720" y="136296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8" y="174"/>
                </a:moveTo>
                <a:cubicBezTo>
                  <a:pt x="111" y="174"/>
                  <a:pt x="133" y="165"/>
                  <a:pt x="149" y="149"/>
                </a:cubicBezTo>
                <a:cubicBezTo>
                  <a:pt x="165" y="132"/>
                  <a:pt x="174" y="110"/>
                  <a:pt x="174" y="87"/>
                </a:cubicBezTo>
                <a:cubicBezTo>
                  <a:pt x="174" y="64"/>
                  <a:pt x="165" y="42"/>
                  <a:pt x="149" y="25"/>
                </a:cubicBezTo>
                <a:cubicBezTo>
                  <a:pt x="133" y="9"/>
                  <a:pt x="111" y="0"/>
                  <a:pt x="88" y="0"/>
                </a:cubicBezTo>
                <a:cubicBezTo>
                  <a:pt x="65" y="0"/>
                  <a:pt x="43" y="9"/>
                  <a:pt x="26" y="25"/>
                </a:cubicBezTo>
                <a:cubicBezTo>
                  <a:pt x="9" y="42"/>
                  <a:pt x="0" y="64"/>
                  <a:pt x="0" y="87"/>
                </a:cubicBezTo>
                <a:cubicBezTo>
                  <a:pt x="0" y="110"/>
                  <a:pt x="9" y="132"/>
                  <a:pt x="26" y="149"/>
                </a:cubicBezTo>
                <a:cubicBezTo>
                  <a:pt x="43" y="165"/>
                  <a:pt x="65" y="174"/>
                  <a:pt x="88" y="174"/>
                </a:cubicBezTo>
                <a:close/>
              </a:path>
            </a:pathLst>
          </a:custGeom>
          <a:solidFill>
            <a:srgbClr val="ef476f"/>
          </a:solidFill>
          <a:ln w="7560">
            <a:solidFill>
              <a:srgbClr val="ffffff"/>
            </a:solidFill>
            <a:round/>
          </a:ln>
        </p:spPr>
      </p:sp>
      <p:sp>
        <p:nvSpPr>
          <p:cNvPr id="194" name=""/>
          <p:cNvSpPr/>
          <p:nvPr/>
        </p:nvSpPr>
        <p:spPr>
          <a:xfrm>
            <a:off x="5895360" y="166320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8" y="174"/>
                </a:moveTo>
                <a:cubicBezTo>
                  <a:pt x="111" y="174"/>
                  <a:pt x="133" y="165"/>
                  <a:pt x="149" y="149"/>
                </a:cubicBezTo>
                <a:cubicBezTo>
                  <a:pt x="165" y="133"/>
                  <a:pt x="174" y="111"/>
                  <a:pt x="174" y="87"/>
                </a:cubicBezTo>
                <a:cubicBezTo>
                  <a:pt x="174" y="64"/>
                  <a:pt x="165" y="42"/>
                  <a:pt x="149" y="26"/>
                </a:cubicBezTo>
                <a:cubicBezTo>
                  <a:pt x="133" y="9"/>
                  <a:pt x="111" y="0"/>
                  <a:pt x="88" y="0"/>
                </a:cubicBezTo>
                <a:cubicBezTo>
                  <a:pt x="65" y="0"/>
                  <a:pt x="42" y="9"/>
                  <a:pt x="26" y="26"/>
                </a:cubicBezTo>
                <a:cubicBezTo>
                  <a:pt x="9" y="42"/>
                  <a:pt x="0" y="64"/>
                  <a:pt x="0" y="87"/>
                </a:cubicBezTo>
                <a:cubicBezTo>
                  <a:pt x="0" y="111"/>
                  <a:pt x="9" y="133"/>
                  <a:pt x="26" y="149"/>
                </a:cubicBezTo>
                <a:cubicBezTo>
                  <a:pt x="42" y="165"/>
                  <a:pt x="65" y="174"/>
                  <a:pt x="88" y="174"/>
                </a:cubicBezTo>
                <a:close/>
              </a:path>
            </a:pathLst>
          </a:custGeom>
          <a:solidFill>
            <a:srgbClr val="ef476f"/>
          </a:solidFill>
          <a:ln w="7560">
            <a:solidFill>
              <a:srgbClr val="ffffff"/>
            </a:solidFill>
            <a:round/>
          </a:ln>
        </p:spPr>
      </p:sp>
      <p:sp>
        <p:nvSpPr>
          <p:cNvPr id="195" name=""/>
          <p:cNvSpPr/>
          <p:nvPr/>
        </p:nvSpPr>
        <p:spPr>
          <a:xfrm>
            <a:off x="5686920" y="1963800"/>
            <a:ext cx="62640" cy="62280"/>
          </a:xfrm>
          <a:custGeom>
            <a:avLst/>
            <a:gdLst/>
            <a:ahLst/>
            <a:rect l="0" t="0" r="r" b="b"/>
            <a:pathLst>
              <a:path w="174" h="173">
                <a:moveTo>
                  <a:pt x="86" y="173"/>
                </a:moveTo>
                <a:cubicBezTo>
                  <a:pt x="109" y="173"/>
                  <a:pt x="132" y="164"/>
                  <a:pt x="148" y="148"/>
                </a:cubicBezTo>
                <a:cubicBezTo>
                  <a:pt x="164" y="131"/>
                  <a:pt x="174" y="109"/>
                  <a:pt x="174" y="86"/>
                </a:cubicBezTo>
                <a:cubicBezTo>
                  <a:pt x="174" y="63"/>
                  <a:pt x="164" y="41"/>
                  <a:pt x="148" y="25"/>
                </a:cubicBezTo>
                <a:cubicBezTo>
                  <a:pt x="132" y="9"/>
                  <a:pt x="109" y="0"/>
                  <a:pt x="86" y="0"/>
                </a:cubicBezTo>
                <a:cubicBezTo>
                  <a:pt x="63" y="0"/>
                  <a:pt x="41" y="9"/>
                  <a:pt x="25" y="25"/>
                </a:cubicBezTo>
                <a:cubicBezTo>
                  <a:pt x="9" y="41"/>
                  <a:pt x="0" y="63"/>
                  <a:pt x="0" y="86"/>
                </a:cubicBezTo>
                <a:cubicBezTo>
                  <a:pt x="0" y="109"/>
                  <a:pt x="9" y="131"/>
                  <a:pt x="25" y="148"/>
                </a:cubicBezTo>
                <a:cubicBezTo>
                  <a:pt x="41" y="164"/>
                  <a:pt x="63" y="173"/>
                  <a:pt x="86" y="173"/>
                </a:cubicBezTo>
                <a:close/>
              </a:path>
            </a:pathLst>
          </a:custGeom>
          <a:solidFill>
            <a:srgbClr val="ef476f"/>
          </a:solidFill>
          <a:ln w="7560">
            <a:solidFill>
              <a:srgbClr val="ffffff"/>
            </a:solidFill>
            <a:round/>
          </a:ln>
        </p:spPr>
      </p:sp>
      <p:sp>
        <p:nvSpPr>
          <p:cNvPr id="196" name=""/>
          <p:cNvSpPr/>
          <p:nvPr/>
        </p:nvSpPr>
        <p:spPr>
          <a:xfrm>
            <a:off x="5439240" y="226404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6" y="174"/>
                </a:moveTo>
                <a:cubicBezTo>
                  <a:pt x="109" y="174"/>
                  <a:pt x="132" y="165"/>
                  <a:pt x="149" y="147"/>
                </a:cubicBezTo>
                <a:cubicBezTo>
                  <a:pt x="165" y="131"/>
                  <a:pt x="174" y="109"/>
                  <a:pt x="174" y="86"/>
                </a:cubicBezTo>
                <a:cubicBezTo>
                  <a:pt x="174" y="63"/>
                  <a:pt x="165" y="41"/>
                  <a:pt x="149" y="25"/>
                </a:cubicBezTo>
                <a:cubicBezTo>
                  <a:pt x="132" y="9"/>
                  <a:pt x="109" y="0"/>
                  <a:pt x="86" y="0"/>
                </a:cubicBezTo>
                <a:cubicBezTo>
                  <a:pt x="64" y="0"/>
                  <a:pt x="42" y="9"/>
                  <a:pt x="25" y="25"/>
                </a:cubicBezTo>
                <a:cubicBezTo>
                  <a:pt x="9" y="41"/>
                  <a:pt x="0" y="63"/>
                  <a:pt x="0" y="86"/>
                </a:cubicBezTo>
                <a:cubicBezTo>
                  <a:pt x="0" y="109"/>
                  <a:pt x="9" y="131"/>
                  <a:pt x="25" y="147"/>
                </a:cubicBezTo>
                <a:cubicBezTo>
                  <a:pt x="42" y="165"/>
                  <a:pt x="64" y="174"/>
                  <a:pt x="86" y="174"/>
                </a:cubicBezTo>
                <a:close/>
              </a:path>
            </a:pathLst>
          </a:custGeom>
          <a:solidFill>
            <a:srgbClr val="ef476f"/>
          </a:solidFill>
          <a:ln w="7560">
            <a:solidFill>
              <a:srgbClr val="ffffff"/>
            </a:solidFill>
            <a:round/>
          </a:ln>
        </p:spPr>
      </p:sp>
      <p:sp>
        <p:nvSpPr>
          <p:cNvPr id="197" name=""/>
          <p:cNvSpPr/>
          <p:nvPr/>
        </p:nvSpPr>
        <p:spPr>
          <a:xfrm>
            <a:off x="5640120" y="256428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7" y="174"/>
                </a:moveTo>
                <a:cubicBezTo>
                  <a:pt x="110" y="174"/>
                  <a:pt x="132" y="165"/>
                  <a:pt x="148" y="149"/>
                </a:cubicBezTo>
                <a:cubicBezTo>
                  <a:pt x="165" y="132"/>
                  <a:pt x="174" y="110"/>
                  <a:pt x="174" y="87"/>
                </a:cubicBezTo>
                <a:cubicBezTo>
                  <a:pt x="174" y="65"/>
                  <a:pt x="165" y="43"/>
                  <a:pt x="148" y="26"/>
                </a:cubicBezTo>
                <a:cubicBezTo>
                  <a:pt x="132" y="9"/>
                  <a:pt x="110" y="0"/>
                  <a:pt x="87" y="0"/>
                </a:cubicBezTo>
                <a:cubicBezTo>
                  <a:pt x="63" y="0"/>
                  <a:pt x="41" y="9"/>
                  <a:pt x="25" y="26"/>
                </a:cubicBezTo>
                <a:cubicBezTo>
                  <a:pt x="9" y="43"/>
                  <a:pt x="0" y="65"/>
                  <a:pt x="0" y="87"/>
                </a:cubicBezTo>
                <a:cubicBezTo>
                  <a:pt x="0" y="110"/>
                  <a:pt x="9" y="132"/>
                  <a:pt x="25" y="149"/>
                </a:cubicBezTo>
                <a:cubicBezTo>
                  <a:pt x="41" y="165"/>
                  <a:pt x="63" y="174"/>
                  <a:pt x="87" y="174"/>
                </a:cubicBezTo>
                <a:close/>
              </a:path>
            </a:pathLst>
          </a:custGeom>
          <a:solidFill>
            <a:srgbClr val="ef476f"/>
          </a:solidFill>
          <a:ln w="7560">
            <a:solidFill>
              <a:srgbClr val="ffffff"/>
            </a:solidFill>
            <a:round/>
          </a:ln>
        </p:spPr>
      </p:sp>
      <p:sp>
        <p:nvSpPr>
          <p:cNvPr id="198" name=""/>
          <p:cNvSpPr txBox="1"/>
          <p:nvPr/>
        </p:nvSpPr>
        <p:spPr>
          <a:xfrm>
            <a:off x="5085360" y="2881440"/>
            <a:ext cx="1090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Δ score (good − bad)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6698520" y="703440"/>
            <a:ext cx="1862280" cy="1982520"/>
          </a:xfrm>
          <a:custGeom>
            <a:avLst/>
            <a:gdLst/>
            <a:ahLst/>
            <a:rect l="0" t="0" r="r" b="b"/>
            <a:pathLst>
              <a:path w="5173" h="5507">
                <a:moveTo>
                  <a:pt x="0" y="5507"/>
                </a:moveTo>
                <a:lnTo>
                  <a:pt x="5173" y="5507"/>
                </a:lnTo>
                <a:lnTo>
                  <a:pt x="5173" y="0"/>
                </a:lnTo>
                <a:lnTo>
                  <a:pt x="0" y="0"/>
                </a:lnTo>
                <a:lnTo>
                  <a:pt x="0" y="550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>
            <a:off x="682056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1" name=""/>
          <p:cNvSpPr/>
          <p:nvPr/>
        </p:nvSpPr>
        <p:spPr>
          <a:xfrm>
            <a:off x="682056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2" name=""/>
          <p:cNvSpPr txBox="1"/>
          <p:nvPr/>
        </p:nvSpPr>
        <p:spPr>
          <a:xfrm>
            <a:off x="4695120" y="509400"/>
            <a:ext cx="12243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CD8 proliferation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714960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4" name=""/>
          <p:cNvSpPr/>
          <p:nvPr/>
        </p:nvSpPr>
        <p:spPr>
          <a:xfrm>
            <a:off x="714960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5" name=""/>
          <p:cNvSpPr txBox="1"/>
          <p:nvPr/>
        </p:nvSpPr>
        <p:spPr>
          <a:xfrm>
            <a:off x="671292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747828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7" name=""/>
          <p:cNvSpPr/>
          <p:nvPr/>
        </p:nvSpPr>
        <p:spPr>
          <a:xfrm>
            <a:off x="747828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08" name=""/>
          <p:cNvSpPr txBox="1"/>
          <p:nvPr/>
        </p:nvSpPr>
        <p:spPr>
          <a:xfrm>
            <a:off x="7041960" y="274680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780696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0" name=""/>
          <p:cNvSpPr/>
          <p:nvPr/>
        </p:nvSpPr>
        <p:spPr>
          <a:xfrm>
            <a:off x="780696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1" name=""/>
          <p:cNvSpPr txBox="1"/>
          <p:nvPr/>
        </p:nvSpPr>
        <p:spPr>
          <a:xfrm>
            <a:off x="740772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813600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3" name=""/>
          <p:cNvSpPr/>
          <p:nvPr/>
        </p:nvSpPr>
        <p:spPr>
          <a:xfrm>
            <a:off x="813600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4" name=""/>
          <p:cNvSpPr txBox="1"/>
          <p:nvPr/>
        </p:nvSpPr>
        <p:spPr>
          <a:xfrm>
            <a:off x="773676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8464680" y="268560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16" name=""/>
          <p:cNvSpPr/>
          <p:nvPr/>
        </p:nvSpPr>
        <p:spPr>
          <a:xfrm>
            <a:off x="8464680" y="268560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17" name=""/>
          <p:cNvSpPr txBox="1"/>
          <p:nvPr/>
        </p:nvSpPr>
        <p:spPr>
          <a:xfrm>
            <a:off x="806544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8" name=""/>
          <p:cNvSpPr txBox="1"/>
          <p:nvPr/>
        </p:nvSpPr>
        <p:spPr>
          <a:xfrm>
            <a:off x="8394120" y="274680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1.5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219" name=""/>
          <p:cNvSpPr/>
          <p:nvPr/>
        </p:nvSpPr>
        <p:spPr>
          <a:xfrm>
            <a:off x="6666840" y="79344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0" name=""/>
          <p:cNvSpPr/>
          <p:nvPr/>
        </p:nvSpPr>
        <p:spPr>
          <a:xfrm flipH="1">
            <a:off x="6666840" y="79344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1" name=""/>
          <p:cNvSpPr/>
          <p:nvPr/>
        </p:nvSpPr>
        <p:spPr>
          <a:xfrm>
            <a:off x="6666840" y="109368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2" name=""/>
          <p:cNvSpPr/>
          <p:nvPr/>
        </p:nvSpPr>
        <p:spPr>
          <a:xfrm flipH="1">
            <a:off x="6666840" y="109368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3" name=""/>
          <p:cNvSpPr/>
          <p:nvPr/>
        </p:nvSpPr>
        <p:spPr>
          <a:xfrm>
            <a:off x="6666840" y="139392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4" name=""/>
          <p:cNvSpPr/>
          <p:nvPr/>
        </p:nvSpPr>
        <p:spPr>
          <a:xfrm flipH="1">
            <a:off x="6666840" y="139392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5" name=""/>
          <p:cNvSpPr/>
          <p:nvPr/>
        </p:nvSpPr>
        <p:spPr>
          <a:xfrm>
            <a:off x="6666840" y="169452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6" name=""/>
          <p:cNvSpPr/>
          <p:nvPr/>
        </p:nvSpPr>
        <p:spPr>
          <a:xfrm flipH="1">
            <a:off x="6666840" y="169452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7" name=""/>
          <p:cNvSpPr/>
          <p:nvPr/>
        </p:nvSpPr>
        <p:spPr>
          <a:xfrm>
            <a:off x="6666840" y="199476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28" name=""/>
          <p:cNvSpPr/>
          <p:nvPr/>
        </p:nvSpPr>
        <p:spPr>
          <a:xfrm flipH="1">
            <a:off x="6666840" y="199476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29" name=""/>
          <p:cNvSpPr/>
          <p:nvPr/>
        </p:nvSpPr>
        <p:spPr>
          <a:xfrm>
            <a:off x="6666840" y="229500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0" name=""/>
          <p:cNvSpPr/>
          <p:nvPr/>
        </p:nvSpPr>
        <p:spPr>
          <a:xfrm flipH="1">
            <a:off x="6666840" y="229500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1" name=""/>
          <p:cNvSpPr/>
          <p:nvPr/>
        </p:nvSpPr>
        <p:spPr>
          <a:xfrm>
            <a:off x="6666840" y="259524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32" name=""/>
          <p:cNvSpPr/>
          <p:nvPr/>
        </p:nvSpPr>
        <p:spPr>
          <a:xfrm flipH="1">
            <a:off x="6666840" y="259524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3" name=""/>
          <p:cNvSpPr/>
          <p:nvPr/>
        </p:nvSpPr>
        <p:spPr>
          <a:xfrm>
            <a:off x="7166880" y="793440"/>
            <a:ext cx="1068120" cy="0"/>
          </a:xfrm>
          <a:prstGeom prst="line">
            <a:avLst/>
          </a:prstGeom>
          <a:ln w="13680">
            <a:solidFill>
              <a:srgbClr val="e76f5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4" name=""/>
          <p:cNvSpPr/>
          <p:nvPr/>
        </p:nvSpPr>
        <p:spPr>
          <a:xfrm>
            <a:off x="6842520" y="1093680"/>
            <a:ext cx="1291680" cy="0"/>
          </a:xfrm>
          <a:prstGeom prst="line">
            <a:avLst/>
          </a:prstGeom>
          <a:ln w="13680">
            <a:solidFill>
              <a:srgbClr val="e76f5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5" name=""/>
          <p:cNvSpPr/>
          <p:nvPr/>
        </p:nvSpPr>
        <p:spPr>
          <a:xfrm>
            <a:off x="7038000" y="1393920"/>
            <a:ext cx="1075680" cy="0"/>
          </a:xfrm>
          <a:prstGeom prst="line">
            <a:avLst/>
          </a:prstGeom>
          <a:ln w="13680">
            <a:solidFill>
              <a:srgbClr val="e76f5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6" name=""/>
          <p:cNvSpPr/>
          <p:nvPr/>
        </p:nvSpPr>
        <p:spPr>
          <a:xfrm>
            <a:off x="6945840" y="1694520"/>
            <a:ext cx="1128600" cy="0"/>
          </a:xfrm>
          <a:prstGeom prst="line">
            <a:avLst/>
          </a:prstGeom>
          <a:ln w="13680">
            <a:solidFill>
              <a:srgbClr val="e76f5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7" name=""/>
          <p:cNvSpPr/>
          <p:nvPr/>
        </p:nvSpPr>
        <p:spPr>
          <a:xfrm>
            <a:off x="6783120" y="1994760"/>
            <a:ext cx="1207080" cy="0"/>
          </a:xfrm>
          <a:prstGeom prst="line">
            <a:avLst/>
          </a:prstGeom>
          <a:ln w="13680">
            <a:solidFill>
              <a:srgbClr val="e76f5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8" name=""/>
          <p:cNvSpPr/>
          <p:nvPr/>
        </p:nvSpPr>
        <p:spPr>
          <a:xfrm>
            <a:off x="7135560" y="2295000"/>
            <a:ext cx="1340280" cy="0"/>
          </a:xfrm>
          <a:prstGeom prst="line">
            <a:avLst/>
          </a:prstGeom>
          <a:ln w="13680">
            <a:solidFill>
              <a:srgbClr val="e76f5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39" name=""/>
          <p:cNvSpPr/>
          <p:nvPr/>
        </p:nvSpPr>
        <p:spPr>
          <a:xfrm>
            <a:off x="6817680" y="2595240"/>
            <a:ext cx="1231560" cy="0"/>
          </a:xfrm>
          <a:prstGeom prst="line">
            <a:avLst/>
          </a:prstGeom>
          <a:ln w="13680">
            <a:solidFill>
              <a:srgbClr val="e76f51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0" name=""/>
          <p:cNvSpPr/>
          <p:nvPr/>
        </p:nvSpPr>
        <p:spPr>
          <a:xfrm flipV="1">
            <a:off x="7478280" y="703440"/>
            <a:ext cx="0" cy="1982160"/>
          </a:xfrm>
          <a:prstGeom prst="line">
            <a:avLst/>
          </a:prstGeom>
          <a:ln w="6120">
            <a:solidFill>
              <a:srgbClr val="888888"/>
            </a:solidFill>
            <a:custDash>
              <a:ds d="382353" sp="16470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241" name=""/>
          <p:cNvSpPr/>
          <p:nvPr/>
        </p:nvSpPr>
        <p:spPr>
          <a:xfrm flipV="1">
            <a:off x="6698520" y="703440"/>
            <a:ext cx="0" cy="198216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42" name=""/>
          <p:cNvSpPr/>
          <p:nvPr/>
        </p:nvSpPr>
        <p:spPr>
          <a:xfrm>
            <a:off x="6698520" y="2685600"/>
            <a:ext cx="1861920" cy="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243" name=""/>
          <p:cNvSpPr/>
          <p:nvPr/>
        </p:nvSpPr>
        <p:spPr>
          <a:xfrm>
            <a:off x="7669800" y="76212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6" y="174"/>
                </a:moveTo>
                <a:cubicBezTo>
                  <a:pt x="110" y="174"/>
                  <a:pt x="132" y="165"/>
                  <a:pt x="148" y="149"/>
                </a:cubicBezTo>
                <a:cubicBezTo>
                  <a:pt x="165" y="133"/>
                  <a:pt x="174" y="111"/>
                  <a:pt x="174" y="88"/>
                </a:cubicBezTo>
                <a:cubicBezTo>
                  <a:pt x="174" y="65"/>
                  <a:pt x="165" y="43"/>
                  <a:pt x="148" y="26"/>
                </a:cubicBezTo>
                <a:cubicBezTo>
                  <a:pt x="132" y="10"/>
                  <a:pt x="110" y="0"/>
                  <a:pt x="86" y="0"/>
                </a:cubicBezTo>
                <a:cubicBezTo>
                  <a:pt x="63" y="0"/>
                  <a:pt x="41" y="10"/>
                  <a:pt x="25" y="26"/>
                </a:cubicBezTo>
                <a:cubicBezTo>
                  <a:pt x="9" y="43"/>
                  <a:pt x="0" y="65"/>
                  <a:pt x="0" y="88"/>
                </a:cubicBezTo>
                <a:cubicBezTo>
                  <a:pt x="0" y="111"/>
                  <a:pt x="9" y="133"/>
                  <a:pt x="25" y="149"/>
                </a:cubicBezTo>
                <a:cubicBezTo>
                  <a:pt x="41" y="165"/>
                  <a:pt x="63" y="174"/>
                  <a:pt x="86" y="174"/>
                </a:cubicBezTo>
                <a:close/>
              </a:path>
            </a:pathLst>
          </a:custGeom>
          <a:solidFill>
            <a:srgbClr val="e76f51"/>
          </a:solidFill>
          <a:ln w="7560">
            <a:solidFill>
              <a:srgbClr val="ffffff"/>
            </a:solidFill>
            <a:round/>
          </a:ln>
        </p:spPr>
      </p:sp>
      <p:sp>
        <p:nvSpPr>
          <p:cNvPr id="244" name=""/>
          <p:cNvSpPr/>
          <p:nvPr/>
        </p:nvSpPr>
        <p:spPr>
          <a:xfrm>
            <a:off x="7457400" y="1062720"/>
            <a:ext cx="62280" cy="62640"/>
          </a:xfrm>
          <a:custGeom>
            <a:avLst/>
            <a:gdLst/>
            <a:ahLst/>
            <a:rect l="0" t="0" r="r" b="b"/>
            <a:pathLst>
              <a:path w="173" h="174">
                <a:moveTo>
                  <a:pt x="87" y="174"/>
                </a:moveTo>
                <a:cubicBezTo>
                  <a:pt x="110" y="174"/>
                  <a:pt x="132" y="164"/>
                  <a:pt x="148" y="148"/>
                </a:cubicBezTo>
                <a:cubicBezTo>
                  <a:pt x="164" y="132"/>
                  <a:pt x="173" y="110"/>
                  <a:pt x="173" y="87"/>
                </a:cubicBezTo>
                <a:cubicBezTo>
                  <a:pt x="173" y="64"/>
                  <a:pt x="164" y="41"/>
                  <a:pt x="148" y="25"/>
                </a:cubicBezTo>
                <a:cubicBezTo>
                  <a:pt x="132" y="9"/>
                  <a:pt x="110" y="0"/>
                  <a:pt x="87" y="0"/>
                </a:cubicBezTo>
                <a:cubicBezTo>
                  <a:pt x="64" y="0"/>
                  <a:pt x="42" y="9"/>
                  <a:pt x="26" y="25"/>
                </a:cubicBezTo>
                <a:cubicBezTo>
                  <a:pt x="9" y="41"/>
                  <a:pt x="0" y="64"/>
                  <a:pt x="0" y="87"/>
                </a:cubicBezTo>
                <a:cubicBezTo>
                  <a:pt x="0" y="110"/>
                  <a:pt x="9" y="132"/>
                  <a:pt x="26" y="148"/>
                </a:cubicBezTo>
                <a:cubicBezTo>
                  <a:pt x="42" y="164"/>
                  <a:pt x="64" y="174"/>
                  <a:pt x="87" y="174"/>
                </a:cubicBezTo>
                <a:close/>
              </a:path>
            </a:pathLst>
          </a:custGeom>
          <a:solidFill>
            <a:srgbClr val="e76f51"/>
          </a:solidFill>
          <a:ln w="7560">
            <a:solidFill>
              <a:srgbClr val="ffffff"/>
            </a:solidFill>
            <a:round/>
          </a:ln>
        </p:spPr>
      </p:sp>
      <p:sp>
        <p:nvSpPr>
          <p:cNvPr id="245" name=""/>
          <p:cNvSpPr/>
          <p:nvPr/>
        </p:nvSpPr>
        <p:spPr>
          <a:xfrm>
            <a:off x="7544880" y="1362960"/>
            <a:ext cx="62280" cy="62640"/>
          </a:xfrm>
          <a:custGeom>
            <a:avLst/>
            <a:gdLst/>
            <a:ahLst/>
            <a:rect l="0" t="0" r="r" b="b"/>
            <a:pathLst>
              <a:path w="173" h="174">
                <a:moveTo>
                  <a:pt x="86" y="174"/>
                </a:moveTo>
                <a:cubicBezTo>
                  <a:pt x="109" y="174"/>
                  <a:pt x="132" y="165"/>
                  <a:pt x="148" y="149"/>
                </a:cubicBezTo>
                <a:cubicBezTo>
                  <a:pt x="164" y="132"/>
                  <a:pt x="173" y="110"/>
                  <a:pt x="173" y="87"/>
                </a:cubicBezTo>
                <a:cubicBezTo>
                  <a:pt x="173" y="64"/>
                  <a:pt x="164" y="42"/>
                  <a:pt x="148" y="25"/>
                </a:cubicBezTo>
                <a:cubicBezTo>
                  <a:pt x="132" y="9"/>
                  <a:pt x="109" y="0"/>
                  <a:pt x="86" y="0"/>
                </a:cubicBezTo>
                <a:cubicBezTo>
                  <a:pt x="63" y="0"/>
                  <a:pt x="41" y="9"/>
                  <a:pt x="25" y="25"/>
                </a:cubicBezTo>
                <a:cubicBezTo>
                  <a:pt x="9" y="42"/>
                  <a:pt x="0" y="64"/>
                  <a:pt x="0" y="87"/>
                </a:cubicBezTo>
                <a:cubicBezTo>
                  <a:pt x="0" y="110"/>
                  <a:pt x="9" y="132"/>
                  <a:pt x="25" y="149"/>
                </a:cubicBezTo>
                <a:cubicBezTo>
                  <a:pt x="41" y="165"/>
                  <a:pt x="63" y="174"/>
                  <a:pt x="86" y="174"/>
                </a:cubicBezTo>
                <a:close/>
              </a:path>
            </a:pathLst>
          </a:custGeom>
          <a:solidFill>
            <a:srgbClr val="e76f51"/>
          </a:solidFill>
          <a:ln w="7560">
            <a:solidFill>
              <a:srgbClr val="ffffff"/>
            </a:solidFill>
            <a:round/>
          </a:ln>
        </p:spPr>
      </p:sp>
      <p:sp>
        <p:nvSpPr>
          <p:cNvPr id="246" name=""/>
          <p:cNvSpPr/>
          <p:nvPr/>
        </p:nvSpPr>
        <p:spPr>
          <a:xfrm>
            <a:off x="7479000" y="166320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6" y="174"/>
                </a:moveTo>
                <a:cubicBezTo>
                  <a:pt x="109" y="174"/>
                  <a:pt x="132" y="165"/>
                  <a:pt x="149" y="149"/>
                </a:cubicBezTo>
                <a:cubicBezTo>
                  <a:pt x="165" y="133"/>
                  <a:pt x="174" y="111"/>
                  <a:pt x="174" y="87"/>
                </a:cubicBezTo>
                <a:cubicBezTo>
                  <a:pt x="174" y="64"/>
                  <a:pt x="165" y="42"/>
                  <a:pt x="149" y="26"/>
                </a:cubicBezTo>
                <a:cubicBezTo>
                  <a:pt x="132" y="9"/>
                  <a:pt x="109" y="0"/>
                  <a:pt x="86" y="0"/>
                </a:cubicBezTo>
                <a:cubicBezTo>
                  <a:pt x="64" y="0"/>
                  <a:pt x="42" y="9"/>
                  <a:pt x="25" y="26"/>
                </a:cubicBezTo>
                <a:cubicBezTo>
                  <a:pt x="9" y="42"/>
                  <a:pt x="0" y="64"/>
                  <a:pt x="0" y="87"/>
                </a:cubicBezTo>
                <a:cubicBezTo>
                  <a:pt x="0" y="111"/>
                  <a:pt x="9" y="133"/>
                  <a:pt x="25" y="149"/>
                </a:cubicBezTo>
                <a:cubicBezTo>
                  <a:pt x="42" y="165"/>
                  <a:pt x="64" y="174"/>
                  <a:pt x="86" y="174"/>
                </a:cubicBezTo>
                <a:close/>
              </a:path>
            </a:pathLst>
          </a:custGeom>
          <a:solidFill>
            <a:srgbClr val="e76f51"/>
          </a:solidFill>
          <a:ln w="7560">
            <a:solidFill>
              <a:srgbClr val="ffffff"/>
            </a:solidFill>
            <a:round/>
          </a:ln>
        </p:spPr>
      </p:sp>
      <p:sp>
        <p:nvSpPr>
          <p:cNvPr id="247" name=""/>
          <p:cNvSpPr/>
          <p:nvPr/>
        </p:nvSpPr>
        <p:spPr>
          <a:xfrm>
            <a:off x="7355520" y="1963800"/>
            <a:ext cx="62640" cy="62280"/>
          </a:xfrm>
          <a:custGeom>
            <a:avLst/>
            <a:gdLst/>
            <a:ahLst/>
            <a:rect l="0" t="0" r="r" b="b"/>
            <a:pathLst>
              <a:path w="174" h="173">
                <a:moveTo>
                  <a:pt x="86" y="173"/>
                </a:moveTo>
                <a:cubicBezTo>
                  <a:pt x="109" y="173"/>
                  <a:pt x="132" y="164"/>
                  <a:pt x="149" y="148"/>
                </a:cubicBezTo>
                <a:cubicBezTo>
                  <a:pt x="165" y="131"/>
                  <a:pt x="174" y="109"/>
                  <a:pt x="174" y="86"/>
                </a:cubicBezTo>
                <a:cubicBezTo>
                  <a:pt x="174" y="63"/>
                  <a:pt x="165" y="41"/>
                  <a:pt x="149" y="25"/>
                </a:cubicBezTo>
                <a:cubicBezTo>
                  <a:pt x="132" y="9"/>
                  <a:pt x="109" y="0"/>
                  <a:pt x="86" y="0"/>
                </a:cubicBezTo>
                <a:cubicBezTo>
                  <a:pt x="64" y="0"/>
                  <a:pt x="42" y="9"/>
                  <a:pt x="25" y="25"/>
                </a:cubicBezTo>
                <a:cubicBezTo>
                  <a:pt x="9" y="41"/>
                  <a:pt x="0" y="63"/>
                  <a:pt x="0" y="86"/>
                </a:cubicBezTo>
                <a:cubicBezTo>
                  <a:pt x="0" y="109"/>
                  <a:pt x="9" y="131"/>
                  <a:pt x="25" y="148"/>
                </a:cubicBezTo>
                <a:cubicBezTo>
                  <a:pt x="42" y="164"/>
                  <a:pt x="64" y="173"/>
                  <a:pt x="86" y="173"/>
                </a:cubicBezTo>
                <a:close/>
              </a:path>
            </a:pathLst>
          </a:custGeom>
          <a:solidFill>
            <a:srgbClr val="e76f51"/>
          </a:solidFill>
          <a:ln w="7560">
            <a:solidFill>
              <a:srgbClr val="ffffff"/>
            </a:solidFill>
            <a:round/>
          </a:ln>
        </p:spPr>
      </p:sp>
      <p:sp>
        <p:nvSpPr>
          <p:cNvPr id="248" name=""/>
          <p:cNvSpPr/>
          <p:nvPr/>
        </p:nvSpPr>
        <p:spPr>
          <a:xfrm>
            <a:off x="7774560" y="226404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6" y="174"/>
                </a:moveTo>
                <a:cubicBezTo>
                  <a:pt x="109" y="174"/>
                  <a:pt x="131" y="165"/>
                  <a:pt x="147" y="147"/>
                </a:cubicBezTo>
                <a:cubicBezTo>
                  <a:pt x="165" y="131"/>
                  <a:pt x="174" y="109"/>
                  <a:pt x="174" y="86"/>
                </a:cubicBezTo>
                <a:cubicBezTo>
                  <a:pt x="174" y="63"/>
                  <a:pt x="165" y="41"/>
                  <a:pt x="147" y="25"/>
                </a:cubicBezTo>
                <a:cubicBezTo>
                  <a:pt x="131" y="9"/>
                  <a:pt x="109" y="0"/>
                  <a:pt x="86" y="0"/>
                </a:cubicBezTo>
                <a:cubicBezTo>
                  <a:pt x="63" y="0"/>
                  <a:pt x="41" y="9"/>
                  <a:pt x="25" y="25"/>
                </a:cubicBezTo>
                <a:cubicBezTo>
                  <a:pt x="9" y="41"/>
                  <a:pt x="0" y="63"/>
                  <a:pt x="0" y="86"/>
                </a:cubicBezTo>
                <a:cubicBezTo>
                  <a:pt x="0" y="109"/>
                  <a:pt x="9" y="131"/>
                  <a:pt x="25" y="147"/>
                </a:cubicBezTo>
                <a:cubicBezTo>
                  <a:pt x="41" y="165"/>
                  <a:pt x="63" y="174"/>
                  <a:pt x="86" y="174"/>
                </a:cubicBezTo>
                <a:close/>
              </a:path>
            </a:pathLst>
          </a:custGeom>
          <a:solidFill>
            <a:srgbClr val="e76f51"/>
          </a:solidFill>
          <a:ln w="7560">
            <a:solidFill>
              <a:srgbClr val="ffffff"/>
            </a:solidFill>
            <a:round/>
          </a:ln>
        </p:spPr>
      </p:sp>
      <p:sp>
        <p:nvSpPr>
          <p:cNvPr id="249" name=""/>
          <p:cNvSpPr/>
          <p:nvPr/>
        </p:nvSpPr>
        <p:spPr>
          <a:xfrm>
            <a:off x="7402320" y="2564280"/>
            <a:ext cx="62640" cy="62640"/>
          </a:xfrm>
          <a:custGeom>
            <a:avLst/>
            <a:gdLst/>
            <a:ahLst/>
            <a:rect l="0" t="0" r="r" b="b"/>
            <a:pathLst>
              <a:path w="174" h="174">
                <a:moveTo>
                  <a:pt x="86" y="174"/>
                </a:moveTo>
                <a:cubicBezTo>
                  <a:pt x="109" y="174"/>
                  <a:pt x="131" y="165"/>
                  <a:pt x="147" y="149"/>
                </a:cubicBezTo>
                <a:cubicBezTo>
                  <a:pt x="165" y="132"/>
                  <a:pt x="174" y="110"/>
                  <a:pt x="174" y="87"/>
                </a:cubicBezTo>
                <a:cubicBezTo>
                  <a:pt x="174" y="65"/>
                  <a:pt x="165" y="43"/>
                  <a:pt x="147" y="26"/>
                </a:cubicBezTo>
                <a:cubicBezTo>
                  <a:pt x="131" y="9"/>
                  <a:pt x="109" y="0"/>
                  <a:pt x="86" y="0"/>
                </a:cubicBezTo>
                <a:cubicBezTo>
                  <a:pt x="63" y="0"/>
                  <a:pt x="41" y="9"/>
                  <a:pt x="25" y="26"/>
                </a:cubicBezTo>
                <a:cubicBezTo>
                  <a:pt x="9" y="43"/>
                  <a:pt x="0" y="65"/>
                  <a:pt x="0" y="87"/>
                </a:cubicBezTo>
                <a:cubicBezTo>
                  <a:pt x="0" y="110"/>
                  <a:pt x="9" y="132"/>
                  <a:pt x="25" y="149"/>
                </a:cubicBezTo>
                <a:cubicBezTo>
                  <a:pt x="41" y="165"/>
                  <a:pt x="63" y="174"/>
                  <a:pt x="86" y="174"/>
                </a:cubicBezTo>
                <a:close/>
              </a:path>
            </a:pathLst>
          </a:custGeom>
          <a:solidFill>
            <a:srgbClr val="e76f51"/>
          </a:solidFill>
          <a:ln w="7560">
            <a:solidFill>
              <a:srgbClr val="ffffff"/>
            </a:solidFill>
            <a:round/>
          </a:ln>
        </p:spPr>
      </p:sp>
      <p:sp>
        <p:nvSpPr>
          <p:cNvPr id="250" name=""/>
          <p:cNvSpPr txBox="1"/>
          <p:nvPr/>
        </p:nvSpPr>
        <p:spPr>
          <a:xfrm>
            <a:off x="7088760" y="2881440"/>
            <a:ext cx="10904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Δ score (good − bad)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251" name=""/>
          <p:cNvSpPr txBox="1"/>
          <p:nvPr/>
        </p:nvSpPr>
        <p:spPr>
          <a:xfrm>
            <a:off x="6698520" y="509400"/>
            <a:ext cx="300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EMT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52" name=""/>
          <p:cNvSpPr txBox="1"/>
          <p:nvPr/>
        </p:nvSpPr>
        <p:spPr>
          <a:xfrm>
            <a:off x="157320" y="70560"/>
            <a:ext cx="57704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Supplementary Figure  |  External validation forest plots (7 GEO cohorts, N=290)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253" name="TextBox 252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— External cohort forest (legacy)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3518640" cy="2873880"/>
          </a:xfrm>
          <a:custGeom>
            <a:avLst/>
            <a:gdLst/>
            <a:ahLst/>
            <a:rect l="0" t="0" r="r" b="b"/>
            <a:pathLst>
              <a:path w="9774" h="7983">
                <a:moveTo>
                  <a:pt x="0" y="7983"/>
                </a:moveTo>
                <a:lnTo>
                  <a:pt x="9774" y="7983"/>
                </a:lnTo>
                <a:lnTo>
                  <a:pt x="9774" y="0"/>
                </a:lnTo>
                <a:lnTo>
                  <a:pt x="0" y="0"/>
                </a:lnTo>
                <a:lnTo>
                  <a:pt x="0" y="798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35320" y="264600"/>
            <a:ext cx="2265120" cy="2256480"/>
          </a:xfrm>
          <a:custGeom>
            <a:avLst/>
            <a:gdLst/>
            <a:ahLst/>
            <a:rect l="0" t="0" r="r" b="b"/>
            <a:pathLst>
              <a:path w="6292" h="6268">
                <a:moveTo>
                  <a:pt x="0" y="6268"/>
                </a:moveTo>
                <a:lnTo>
                  <a:pt x="6292" y="6268"/>
                </a:lnTo>
                <a:lnTo>
                  <a:pt x="6292" y="0"/>
                </a:lnTo>
                <a:lnTo>
                  <a:pt x="0" y="0"/>
                </a:lnTo>
                <a:lnTo>
                  <a:pt x="0" y="626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101240" y="252072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39" name=""/>
          <p:cNvSpPr/>
          <p:nvPr/>
        </p:nvSpPr>
        <p:spPr>
          <a:xfrm>
            <a:off x="1101240" y="252072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0" name=""/>
          <p:cNvSpPr txBox="1"/>
          <p:nvPr/>
        </p:nvSpPr>
        <p:spPr>
          <a:xfrm>
            <a:off x="990720" y="2581920"/>
            <a:ext cx="2203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2233800" y="252072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2" name=""/>
          <p:cNvSpPr/>
          <p:nvPr/>
        </p:nvSpPr>
        <p:spPr>
          <a:xfrm>
            <a:off x="2233800" y="252072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3" name=""/>
          <p:cNvSpPr txBox="1"/>
          <p:nvPr/>
        </p:nvSpPr>
        <p:spPr>
          <a:xfrm>
            <a:off x="945000" y="2681280"/>
            <a:ext cx="3146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(n=16)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4" name=""/>
          <p:cNvSpPr txBox="1"/>
          <p:nvPr/>
        </p:nvSpPr>
        <p:spPr>
          <a:xfrm>
            <a:off x="2150640" y="2581920"/>
            <a:ext cx="1684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503280" y="232344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6" name=""/>
          <p:cNvSpPr/>
          <p:nvPr/>
        </p:nvSpPr>
        <p:spPr>
          <a:xfrm flipH="1">
            <a:off x="503280" y="232344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7" name=""/>
          <p:cNvSpPr txBox="1"/>
          <p:nvPr/>
        </p:nvSpPr>
        <p:spPr>
          <a:xfrm>
            <a:off x="2105640" y="2681280"/>
            <a:ext cx="2581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(n=0)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503280" y="198612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9" name=""/>
          <p:cNvSpPr/>
          <p:nvPr/>
        </p:nvSpPr>
        <p:spPr>
          <a:xfrm flipH="1">
            <a:off x="503280" y="198612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0" name=""/>
          <p:cNvSpPr txBox="1"/>
          <p:nvPr/>
        </p:nvSpPr>
        <p:spPr>
          <a:xfrm>
            <a:off x="243360" y="227484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0.8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503280" y="164844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2" name=""/>
          <p:cNvSpPr/>
          <p:nvPr/>
        </p:nvSpPr>
        <p:spPr>
          <a:xfrm flipH="1">
            <a:off x="503280" y="164844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3" name=""/>
          <p:cNvSpPr txBox="1"/>
          <p:nvPr/>
        </p:nvSpPr>
        <p:spPr>
          <a:xfrm>
            <a:off x="243360" y="193752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0.6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503280" y="131076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5" name=""/>
          <p:cNvSpPr/>
          <p:nvPr/>
        </p:nvSpPr>
        <p:spPr>
          <a:xfrm flipH="1">
            <a:off x="503280" y="131076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6" name=""/>
          <p:cNvSpPr txBox="1"/>
          <p:nvPr/>
        </p:nvSpPr>
        <p:spPr>
          <a:xfrm>
            <a:off x="243360" y="159984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503280" y="97344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8" name=""/>
          <p:cNvSpPr/>
          <p:nvPr/>
        </p:nvSpPr>
        <p:spPr>
          <a:xfrm flipH="1">
            <a:off x="503280" y="97344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9" name=""/>
          <p:cNvSpPr txBox="1"/>
          <p:nvPr/>
        </p:nvSpPr>
        <p:spPr>
          <a:xfrm>
            <a:off x="243360" y="1262520"/>
            <a:ext cx="2152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503280" y="63576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 flipH="1">
            <a:off x="503280" y="63576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 txBox="1"/>
          <p:nvPr/>
        </p:nvSpPr>
        <p:spPr>
          <a:xfrm>
            <a:off x="317880" y="92484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503280" y="298440"/>
            <a:ext cx="32040" cy="0"/>
          </a:xfrm>
          <a:custGeom>
            <a:avLst/>
            <a:gdLst/>
            <a:ahLst/>
            <a:rect l="0" t="0" r="r" b="b"/>
            <a:pathLst>
              <a:path w="89" h="0">
                <a:moveTo>
                  <a:pt x="89" y="0"/>
                </a:moveTo>
                <a:lnTo>
                  <a:pt x="0" y="0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4" name=""/>
          <p:cNvSpPr/>
          <p:nvPr/>
        </p:nvSpPr>
        <p:spPr>
          <a:xfrm flipH="1">
            <a:off x="503280" y="298440"/>
            <a:ext cx="3204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 txBox="1"/>
          <p:nvPr/>
        </p:nvSpPr>
        <p:spPr>
          <a:xfrm>
            <a:off x="317880" y="58716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317880" y="249840"/>
            <a:ext cx="140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0.4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874800" y="842400"/>
            <a:ext cx="453600" cy="1180080"/>
          </a:xfrm>
          <a:custGeom>
            <a:avLst/>
            <a:gdLst/>
            <a:ahLst/>
            <a:rect l="0" t="0" r="r" b="b"/>
            <a:pathLst>
              <a:path w="1260" h="3278">
                <a:moveTo>
                  <a:pt x="0" y="3278"/>
                </a:moveTo>
                <a:lnTo>
                  <a:pt x="1260" y="3278"/>
                </a:lnTo>
                <a:lnTo>
                  <a:pt x="1260" y="0"/>
                </a:lnTo>
                <a:lnTo>
                  <a:pt x="0" y="0"/>
                </a:lnTo>
                <a:lnTo>
                  <a:pt x="0" y="3278"/>
                </a:lnTo>
                <a:close/>
              </a:path>
            </a:pathLst>
          </a:custGeom>
          <a:solidFill>
            <a:srgbClr val="2e86ab">
              <a:alpha val="25000"/>
            </a:srgbClr>
          </a:solidFill>
          <a:ln w="12600">
            <a:solidFill>
              <a:srgbClr val="2e86ab">
                <a:alpha val="25000"/>
              </a:srgbClr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1101240" y="2022120"/>
            <a:ext cx="0" cy="396000"/>
          </a:xfrm>
          <a:prstGeom prst="line">
            <a:avLst/>
          </a:prstGeom>
          <a:ln cap="sq"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9" name=""/>
          <p:cNvSpPr/>
          <p:nvPr/>
        </p:nvSpPr>
        <p:spPr>
          <a:xfrm flipV="1">
            <a:off x="1101240" y="367200"/>
            <a:ext cx="0" cy="475200"/>
          </a:xfrm>
          <a:prstGeom prst="line">
            <a:avLst/>
          </a:prstGeom>
          <a:ln cap="sq"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>
            <a:off x="988200" y="2418120"/>
            <a:ext cx="226440" cy="0"/>
          </a:xfrm>
          <a:prstGeom prst="line">
            <a:avLst/>
          </a:prstGeom>
          <a:ln cap="sq"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/>
          <p:nvPr/>
        </p:nvSpPr>
        <p:spPr>
          <a:xfrm>
            <a:off x="988200" y="367200"/>
            <a:ext cx="226440" cy="0"/>
          </a:xfrm>
          <a:prstGeom prst="line">
            <a:avLst/>
          </a:prstGeom>
          <a:ln cap="sq"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>
            <a:off x="874800" y="1489320"/>
            <a:ext cx="453240" cy="0"/>
          </a:xfrm>
          <a:prstGeom prst="line">
            <a:avLst/>
          </a:prstGeom>
          <a:ln w="136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/>
          <p:nvPr/>
        </p:nvSpPr>
        <p:spPr>
          <a:xfrm flipV="1">
            <a:off x="535320" y="264600"/>
            <a:ext cx="0" cy="225612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/>
          <p:nvPr/>
        </p:nvSpPr>
        <p:spPr>
          <a:xfrm>
            <a:off x="535320" y="2520720"/>
            <a:ext cx="2264760" cy="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5" name=""/>
          <p:cNvSpPr/>
          <p:nvPr/>
        </p:nvSpPr>
        <p:spPr>
          <a:xfrm>
            <a:off x="1000800" y="119700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1" y="142"/>
                </a:moveTo>
                <a:cubicBezTo>
                  <a:pt x="90" y="142"/>
                  <a:pt x="108" y="135"/>
                  <a:pt x="122" y="121"/>
                </a:cubicBezTo>
                <a:cubicBezTo>
                  <a:pt x="135" y="107"/>
                  <a:pt x="142" y="90"/>
                  <a:pt x="142" y="71"/>
                </a:cubicBezTo>
                <a:cubicBezTo>
                  <a:pt x="142" y="52"/>
                  <a:pt x="135" y="34"/>
                  <a:pt x="122" y="21"/>
                </a:cubicBezTo>
                <a:cubicBezTo>
                  <a:pt x="108" y="8"/>
                  <a:pt x="90" y="0"/>
                  <a:pt x="71" y="0"/>
                </a:cubicBezTo>
                <a:cubicBezTo>
                  <a:pt x="52" y="0"/>
                  <a:pt x="34" y="8"/>
                  <a:pt x="21" y="21"/>
                </a:cubicBezTo>
                <a:cubicBezTo>
                  <a:pt x="8" y="34"/>
                  <a:pt x="0" y="52"/>
                  <a:pt x="0" y="71"/>
                </a:cubicBezTo>
                <a:cubicBezTo>
                  <a:pt x="0" y="90"/>
                  <a:pt x="8" y="107"/>
                  <a:pt x="21" y="121"/>
                </a:cubicBezTo>
                <a:cubicBezTo>
                  <a:pt x="34" y="135"/>
                  <a:pt x="52" y="142"/>
                  <a:pt x="71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76" name=""/>
          <p:cNvSpPr/>
          <p:nvPr/>
        </p:nvSpPr>
        <p:spPr>
          <a:xfrm>
            <a:off x="1028160" y="389520"/>
            <a:ext cx="51480" cy="51120"/>
          </a:xfrm>
          <a:custGeom>
            <a:avLst/>
            <a:gdLst/>
            <a:ahLst/>
            <a:rect l="0" t="0" r="r" b="b"/>
            <a:pathLst>
              <a:path w="143" h="142">
                <a:moveTo>
                  <a:pt x="72" y="142"/>
                </a:moveTo>
                <a:cubicBezTo>
                  <a:pt x="91" y="142"/>
                  <a:pt x="109" y="134"/>
                  <a:pt x="122" y="121"/>
                </a:cubicBezTo>
                <a:cubicBezTo>
                  <a:pt x="135" y="107"/>
                  <a:pt x="143" y="89"/>
                  <a:pt x="143" y="70"/>
                </a:cubicBezTo>
                <a:cubicBezTo>
                  <a:pt x="143" y="51"/>
                  <a:pt x="135" y="34"/>
                  <a:pt x="122" y="20"/>
                </a:cubicBezTo>
                <a:cubicBezTo>
                  <a:pt x="109" y="7"/>
                  <a:pt x="91" y="0"/>
                  <a:pt x="72" y="0"/>
                </a:cubicBezTo>
                <a:cubicBezTo>
                  <a:pt x="53" y="0"/>
                  <a:pt x="34" y="7"/>
                  <a:pt x="21" y="20"/>
                </a:cubicBezTo>
                <a:cubicBezTo>
                  <a:pt x="8" y="34"/>
                  <a:pt x="0" y="51"/>
                  <a:pt x="0" y="70"/>
                </a:cubicBezTo>
                <a:cubicBezTo>
                  <a:pt x="0" y="89"/>
                  <a:pt x="8" y="107"/>
                  <a:pt x="21" y="121"/>
                </a:cubicBezTo>
                <a:cubicBezTo>
                  <a:pt x="34" y="134"/>
                  <a:pt x="53" y="142"/>
                  <a:pt x="72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1130760" y="50004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1" y="142"/>
                </a:moveTo>
                <a:cubicBezTo>
                  <a:pt x="90" y="142"/>
                  <a:pt x="108" y="135"/>
                  <a:pt x="121" y="122"/>
                </a:cubicBezTo>
                <a:cubicBezTo>
                  <a:pt x="134" y="108"/>
                  <a:pt x="142" y="89"/>
                  <a:pt x="142" y="71"/>
                </a:cubicBezTo>
                <a:cubicBezTo>
                  <a:pt x="142" y="52"/>
                  <a:pt x="134" y="34"/>
                  <a:pt x="121" y="21"/>
                </a:cubicBezTo>
                <a:cubicBezTo>
                  <a:pt x="108" y="8"/>
                  <a:pt x="90" y="0"/>
                  <a:pt x="71" y="0"/>
                </a:cubicBezTo>
                <a:cubicBezTo>
                  <a:pt x="52" y="0"/>
                  <a:pt x="34" y="8"/>
                  <a:pt x="20" y="21"/>
                </a:cubicBezTo>
                <a:cubicBezTo>
                  <a:pt x="7" y="34"/>
                  <a:pt x="0" y="52"/>
                  <a:pt x="0" y="71"/>
                </a:cubicBezTo>
                <a:cubicBezTo>
                  <a:pt x="0" y="89"/>
                  <a:pt x="7" y="108"/>
                  <a:pt x="20" y="122"/>
                </a:cubicBezTo>
                <a:cubicBezTo>
                  <a:pt x="34" y="135"/>
                  <a:pt x="52" y="142"/>
                  <a:pt x="71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1090800" y="156492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2" y="142"/>
                </a:moveTo>
                <a:cubicBezTo>
                  <a:pt x="91" y="142"/>
                  <a:pt x="109" y="135"/>
                  <a:pt x="122" y="122"/>
                </a:cubicBezTo>
                <a:cubicBezTo>
                  <a:pt x="135" y="109"/>
                  <a:pt x="142" y="90"/>
                  <a:pt x="142" y="71"/>
                </a:cubicBezTo>
                <a:cubicBezTo>
                  <a:pt x="142" y="52"/>
                  <a:pt x="135" y="34"/>
                  <a:pt x="122" y="21"/>
                </a:cubicBezTo>
                <a:cubicBezTo>
                  <a:pt x="109" y="8"/>
                  <a:pt x="91" y="0"/>
                  <a:pt x="72" y="0"/>
                </a:cubicBezTo>
                <a:cubicBezTo>
                  <a:pt x="53" y="0"/>
                  <a:pt x="35" y="8"/>
                  <a:pt x="22" y="21"/>
                </a:cubicBezTo>
                <a:cubicBezTo>
                  <a:pt x="9" y="34"/>
                  <a:pt x="0" y="52"/>
                  <a:pt x="0" y="71"/>
                </a:cubicBezTo>
                <a:cubicBezTo>
                  <a:pt x="0" y="90"/>
                  <a:pt x="9" y="109"/>
                  <a:pt x="22" y="122"/>
                </a:cubicBezTo>
                <a:cubicBezTo>
                  <a:pt x="35" y="135"/>
                  <a:pt x="53" y="142"/>
                  <a:pt x="72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79" name=""/>
          <p:cNvSpPr/>
          <p:nvPr/>
        </p:nvSpPr>
        <p:spPr>
          <a:xfrm>
            <a:off x="1002600" y="34164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0" y="142"/>
                </a:moveTo>
                <a:cubicBezTo>
                  <a:pt x="89" y="142"/>
                  <a:pt x="108" y="135"/>
                  <a:pt x="121" y="121"/>
                </a:cubicBezTo>
                <a:cubicBezTo>
                  <a:pt x="134" y="107"/>
                  <a:pt x="142" y="89"/>
                  <a:pt x="142" y="71"/>
                </a:cubicBezTo>
                <a:cubicBezTo>
                  <a:pt x="142" y="52"/>
                  <a:pt x="134" y="34"/>
                  <a:pt x="121" y="21"/>
                </a:cubicBezTo>
                <a:cubicBezTo>
                  <a:pt x="108" y="7"/>
                  <a:pt x="89" y="0"/>
                  <a:pt x="70" y="0"/>
                </a:cubicBezTo>
                <a:cubicBezTo>
                  <a:pt x="51" y="0"/>
                  <a:pt x="34" y="7"/>
                  <a:pt x="20" y="21"/>
                </a:cubicBezTo>
                <a:cubicBezTo>
                  <a:pt x="7" y="34"/>
                  <a:pt x="0" y="52"/>
                  <a:pt x="0" y="71"/>
                </a:cubicBezTo>
                <a:cubicBezTo>
                  <a:pt x="0" y="89"/>
                  <a:pt x="7" y="107"/>
                  <a:pt x="20" y="121"/>
                </a:cubicBezTo>
                <a:cubicBezTo>
                  <a:pt x="34" y="135"/>
                  <a:pt x="51" y="142"/>
                  <a:pt x="70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1063800" y="88488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1" y="142"/>
                </a:moveTo>
                <a:cubicBezTo>
                  <a:pt x="91" y="142"/>
                  <a:pt x="108" y="135"/>
                  <a:pt x="122" y="122"/>
                </a:cubicBezTo>
                <a:cubicBezTo>
                  <a:pt x="135" y="109"/>
                  <a:pt x="142" y="91"/>
                  <a:pt x="142" y="72"/>
                </a:cubicBezTo>
                <a:cubicBezTo>
                  <a:pt x="142" y="53"/>
                  <a:pt x="135" y="35"/>
                  <a:pt x="122" y="22"/>
                </a:cubicBezTo>
                <a:cubicBezTo>
                  <a:pt x="108" y="8"/>
                  <a:pt x="91" y="0"/>
                  <a:pt x="71" y="0"/>
                </a:cubicBezTo>
                <a:cubicBezTo>
                  <a:pt x="52" y="0"/>
                  <a:pt x="34" y="8"/>
                  <a:pt x="21" y="22"/>
                </a:cubicBezTo>
                <a:cubicBezTo>
                  <a:pt x="8" y="35"/>
                  <a:pt x="0" y="53"/>
                  <a:pt x="0" y="72"/>
                </a:cubicBezTo>
                <a:cubicBezTo>
                  <a:pt x="0" y="91"/>
                  <a:pt x="8" y="109"/>
                  <a:pt x="21" y="122"/>
                </a:cubicBezTo>
                <a:cubicBezTo>
                  <a:pt x="34" y="135"/>
                  <a:pt x="52" y="142"/>
                  <a:pt x="71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1072080" y="2105640"/>
            <a:ext cx="51480" cy="51120"/>
          </a:xfrm>
          <a:custGeom>
            <a:avLst/>
            <a:gdLst/>
            <a:ahLst/>
            <a:rect l="0" t="0" r="r" b="b"/>
            <a:pathLst>
              <a:path w="143" h="142">
                <a:moveTo>
                  <a:pt x="72" y="142"/>
                </a:moveTo>
                <a:cubicBezTo>
                  <a:pt x="91" y="142"/>
                  <a:pt x="109" y="135"/>
                  <a:pt x="122" y="121"/>
                </a:cubicBezTo>
                <a:cubicBezTo>
                  <a:pt x="135" y="108"/>
                  <a:pt x="143" y="90"/>
                  <a:pt x="143" y="71"/>
                </a:cubicBezTo>
                <a:cubicBezTo>
                  <a:pt x="143" y="53"/>
                  <a:pt x="135" y="35"/>
                  <a:pt x="122" y="22"/>
                </a:cubicBezTo>
                <a:cubicBezTo>
                  <a:pt x="109" y="8"/>
                  <a:pt x="91" y="0"/>
                  <a:pt x="72" y="0"/>
                </a:cubicBezTo>
                <a:cubicBezTo>
                  <a:pt x="52" y="0"/>
                  <a:pt x="34" y="8"/>
                  <a:pt x="21" y="22"/>
                </a:cubicBezTo>
                <a:cubicBezTo>
                  <a:pt x="8" y="35"/>
                  <a:pt x="0" y="53"/>
                  <a:pt x="0" y="71"/>
                </a:cubicBezTo>
                <a:cubicBezTo>
                  <a:pt x="0" y="90"/>
                  <a:pt x="8" y="108"/>
                  <a:pt x="21" y="121"/>
                </a:cubicBezTo>
                <a:cubicBezTo>
                  <a:pt x="34" y="135"/>
                  <a:pt x="52" y="142"/>
                  <a:pt x="72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2" name=""/>
          <p:cNvSpPr/>
          <p:nvPr/>
        </p:nvSpPr>
        <p:spPr>
          <a:xfrm>
            <a:off x="1014480" y="239256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0" y="142"/>
                </a:moveTo>
                <a:cubicBezTo>
                  <a:pt x="90" y="142"/>
                  <a:pt x="108" y="135"/>
                  <a:pt x="121" y="122"/>
                </a:cubicBezTo>
                <a:cubicBezTo>
                  <a:pt x="134" y="109"/>
                  <a:pt x="142" y="91"/>
                  <a:pt x="142" y="72"/>
                </a:cubicBezTo>
                <a:cubicBezTo>
                  <a:pt x="142" y="53"/>
                  <a:pt x="134" y="34"/>
                  <a:pt x="121" y="21"/>
                </a:cubicBezTo>
                <a:cubicBezTo>
                  <a:pt x="108" y="8"/>
                  <a:pt x="90" y="0"/>
                  <a:pt x="70" y="0"/>
                </a:cubicBezTo>
                <a:cubicBezTo>
                  <a:pt x="52" y="0"/>
                  <a:pt x="34" y="8"/>
                  <a:pt x="20" y="21"/>
                </a:cubicBezTo>
                <a:cubicBezTo>
                  <a:pt x="7" y="34"/>
                  <a:pt x="0" y="53"/>
                  <a:pt x="0" y="72"/>
                </a:cubicBezTo>
                <a:cubicBezTo>
                  <a:pt x="0" y="91"/>
                  <a:pt x="7" y="109"/>
                  <a:pt x="20" y="122"/>
                </a:cubicBezTo>
                <a:cubicBezTo>
                  <a:pt x="34" y="135"/>
                  <a:pt x="52" y="142"/>
                  <a:pt x="70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1118520" y="61308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2" y="142"/>
                </a:moveTo>
                <a:cubicBezTo>
                  <a:pt x="90" y="142"/>
                  <a:pt x="108" y="135"/>
                  <a:pt x="121" y="121"/>
                </a:cubicBezTo>
                <a:cubicBezTo>
                  <a:pt x="135" y="108"/>
                  <a:pt x="142" y="90"/>
                  <a:pt x="142" y="72"/>
                </a:cubicBezTo>
                <a:cubicBezTo>
                  <a:pt x="142" y="52"/>
                  <a:pt x="135" y="34"/>
                  <a:pt x="121" y="21"/>
                </a:cubicBezTo>
                <a:cubicBezTo>
                  <a:pt x="108" y="7"/>
                  <a:pt x="90" y="0"/>
                  <a:pt x="72" y="0"/>
                </a:cubicBezTo>
                <a:cubicBezTo>
                  <a:pt x="52" y="0"/>
                  <a:pt x="34" y="7"/>
                  <a:pt x="21" y="21"/>
                </a:cubicBezTo>
                <a:cubicBezTo>
                  <a:pt x="7" y="34"/>
                  <a:pt x="0" y="52"/>
                  <a:pt x="0" y="72"/>
                </a:cubicBezTo>
                <a:cubicBezTo>
                  <a:pt x="0" y="90"/>
                  <a:pt x="7" y="108"/>
                  <a:pt x="21" y="121"/>
                </a:cubicBezTo>
                <a:cubicBezTo>
                  <a:pt x="34" y="135"/>
                  <a:pt x="52" y="142"/>
                  <a:pt x="72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1005840" y="1674720"/>
            <a:ext cx="51480" cy="51120"/>
          </a:xfrm>
          <a:custGeom>
            <a:avLst/>
            <a:gdLst/>
            <a:ahLst/>
            <a:rect l="0" t="0" r="r" b="b"/>
            <a:pathLst>
              <a:path w="143" h="142">
                <a:moveTo>
                  <a:pt x="71" y="142"/>
                </a:moveTo>
                <a:cubicBezTo>
                  <a:pt x="90" y="142"/>
                  <a:pt x="109" y="135"/>
                  <a:pt x="122" y="122"/>
                </a:cubicBezTo>
                <a:cubicBezTo>
                  <a:pt x="135" y="109"/>
                  <a:pt x="143" y="91"/>
                  <a:pt x="143" y="71"/>
                </a:cubicBezTo>
                <a:cubicBezTo>
                  <a:pt x="143" y="52"/>
                  <a:pt x="135" y="34"/>
                  <a:pt x="122" y="21"/>
                </a:cubicBezTo>
                <a:cubicBezTo>
                  <a:pt x="109" y="8"/>
                  <a:pt x="90" y="0"/>
                  <a:pt x="71" y="0"/>
                </a:cubicBezTo>
                <a:cubicBezTo>
                  <a:pt x="52" y="0"/>
                  <a:pt x="34" y="8"/>
                  <a:pt x="21" y="21"/>
                </a:cubicBezTo>
                <a:cubicBezTo>
                  <a:pt x="8" y="34"/>
                  <a:pt x="0" y="52"/>
                  <a:pt x="0" y="71"/>
                </a:cubicBezTo>
                <a:cubicBezTo>
                  <a:pt x="0" y="91"/>
                  <a:pt x="8" y="109"/>
                  <a:pt x="21" y="122"/>
                </a:cubicBezTo>
                <a:cubicBezTo>
                  <a:pt x="34" y="135"/>
                  <a:pt x="52" y="142"/>
                  <a:pt x="71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5" name=""/>
          <p:cNvSpPr/>
          <p:nvPr/>
        </p:nvSpPr>
        <p:spPr>
          <a:xfrm>
            <a:off x="1056240" y="238860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1" y="142"/>
                </a:moveTo>
                <a:cubicBezTo>
                  <a:pt x="89" y="142"/>
                  <a:pt x="108" y="135"/>
                  <a:pt x="122" y="121"/>
                </a:cubicBezTo>
                <a:cubicBezTo>
                  <a:pt x="135" y="108"/>
                  <a:pt x="142" y="90"/>
                  <a:pt x="142" y="72"/>
                </a:cubicBezTo>
                <a:cubicBezTo>
                  <a:pt x="142" y="52"/>
                  <a:pt x="135" y="34"/>
                  <a:pt x="122" y="21"/>
                </a:cubicBezTo>
                <a:cubicBezTo>
                  <a:pt x="108" y="7"/>
                  <a:pt x="89" y="0"/>
                  <a:pt x="71" y="0"/>
                </a:cubicBezTo>
                <a:cubicBezTo>
                  <a:pt x="52" y="0"/>
                  <a:pt x="34" y="7"/>
                  <a:pt x="21" y="21"/>
                </a:cubicBezTo>
                <a:cubicBezTo>
                  <a:pt x="8" y="34"/>
                  <a:pt x="0" y="52"/>
                  <a:pt x="0" y="72"/>
                </a:cubicBezTo>
                <a:cubicBezTo>
                  <a:pt x="0" y="90"/>
                  <a:pt x="8" y="108"/>
                  <a:pt x="21" y="121"/>
                </a:cubicBezTo>
                <a:cubicBezTo>
                  <a:pt x="34" y="135"/>
                  <a:pt x="52" y="142"/>
                  <a:pt x="71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6" name=""/>
          <p:cNvSpPr/>
          <p:nvPr/>
        </p:nvSpPr>
        <p:spPr>
          <a:xfrm>
            <a:off x="1078920" y="1930320"/>
            <a:ext cx="51120" cy="51480"/>
          </a:xfrm>
          <a:custGeom>
            <a:avLst/>
            <a:gdLst/>
            <a:ahLst/>
            <a:rect l="0" t="0" r="r" b="b"/>
            <a:pathLst>
              <a:path w="142" h="143">
                <a:moveTo>
                  <a:pt x="72" y="143"/>
                </a:moveTo>
                <a:cubicBezTo>
                  <a:pt x="91" y="143"/>
                  <a:pt x="109" y="135"/>
                  <a:pt x="122" y="122"/>
                </a:cubicBezTo>
                <a:cubicBezTo>
                  <a:pt x="135" y="109"/>
                  <a:pt x="142" y="91"/>
                  <a:pt x="142" y="72"/>
                </a:cubicBezTo>
                <a:cubicBezTo>
                  <a:pt x="142" y="52"/>
                  <a:pt x="135" y="34"/>
                  <a:pt x="122" y="21"/>
                </a:cubicBezTo>
                <a:cubicBezTo>
                  <a:pt x="109" y="8"/>
                  <a:pt x="91" y="0"/>
                  <a:pt x="72" y="0"/>
                </a:cubicBezTo>
                <a:cubicBezTo>
                  <a:pt x="53" y="0"/>
                  <a:pt x="34" y="8"/>
                  <a:pt x="21" y="21"/>
                </a:cubicBezTo>
                <a:cubicBezTo>
                  <a:pt x="8" y="34"/>
                  <a:pt x="0" y="52"/>
                  <a:pt x="0" y="72"/>
                </a:cubicBezTo>
                <a:cubicBezTo>
                  <a:pt x="0" y="91"/>
                  <a:pt x="8" y="109"/>
                  <a:pt x="21" y="122"/>
                </a:cubicBezTo>
                <a:cubicBezTo>
                  <a:pt x="34" y="135"/>
                  <a:pt x="53" y="143"/>
                  <a:pt x="72" y="143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1063440" y="136260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1" y="142"/>
                </a:moveTo>
                <a:cubicBezTo>
                  <a:pt x="90" y="142"/>
                  <a:pt x="108" y="135"/>
                  <a:pt x="121" y="122"/>
                </a:cubicBezTo>
                <a:cubicBezTo>
                  <a:pt x="135" y="108"/>
                  <a:pt x="142" y="89"/>
                  <a:pt x="142" y="71"/>
                </a:cubicBezTo>
                <a:cubicBezTo>
                  <a:pt x="142" y="52"/>
                  <a:pt x="135" y="34"/>
                  <a:pt x="121" y="21"/>
                </a:cubicBezTo>
                <a:cubicBezTo>
                  <a:pt x="108" y="8"/>
                  <a:pt x="90" y="0"/>
                  <a:pt x="71" y="0"/>
                </a:cubicBezTo>
                <a:cubicBezTo>
                  <a:pt x="52" y="0"/>
                  <a:pt x="34" y="8"/>
                  <a:pt x="21" y="21"/>
                </a:cubicBezTo>
                <a:cubicBezTo>
                  <a:pt x="7" y="34"/>
                  <a:pt x="0" y="52"/>
                  <a:pt x="0" y="71"/>
                </a:cubicBezTo>
                <a:cubicBezTo>
                  <a:pt x="0" y="89"/>
                  <a:pt x="7" y="108"/>
                  <a:pt x="21" y="122"/>
                </a:cubicBezTo>
                <a:cubicBezTo>
                  <a:pt x="34" y="135"/>
                  <a:pt x="52" y="142"/>
                  <a:pt x="71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1091880" y="218412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0" y="142"/>
                </a:moveTo>
                <a:cubicBezTo>
                  <a:pt x="89" y="142"/>
                  <a:pt x="107" y="134"/>
                  <a:pt x="120" y="121"/>
                </a:cubicBezTo>
                <a:cubicBezTo>
                  <a:pt x="133" y="108"/>
                  <a:pt x="142" y="90"/>
                  <a:pt x="142" y="71"/>
                </a:cubicBezTo>
                <a:cubicBezTo>
                  <a:pt x="142" y="51"/>
                  <a:pt x="133" y="33"/>
                  <a:pt x="120" y="20"/>
                </a:cubicBezTo>
                <a:cubicBezTo>
                  <a:pt x="107" y="7"/>
                  <a:pt x="89" y="0"/>
                  <a:pt x="70" y="0"/>
                </a:cubicBezTo>
                <a:cubicBezTo>
                  <a:pt x="51" y="0"/>
                  <a:pt x="34" y="7"/>
                  <a:pt x="20" y="20"/>
                </a:cubicBezTo>
                <a:cubicBezTo>
                  <a:pt x="7" y="33"/>
                  <a:pt x="0" y="51"/>
                  <a:pt x="0" y="71"/>
                </a:cubicBezTo>
                <a:cubicBezTo>
                  <a:pt x="0" y="90"/>
                  <a:pt x="7" y="108"/>
                  <a:pt x="20" y="121"/>
                </a:cubicBezTo>
                <a:cubicBezTo>
                  <a:pt x="34" y="134"/>
                  <a:pt x="51" y="142"/>
                  <a:pt x="70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1119240" y="196020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1" y="142"/>
                </a:moveTo>
                <a:cubicBezTo>
                  <a:pt x="90" y="142"/>
                  <a:pt x="108" y="135"/>
                  <a:pt x="121" y="121"/>
                </a:cubicBezTo>
                <a:cubicBezTo>
                  <a:pt x="134" y="107"/>
                  <a:pt x="142" y="90"/>
                  <a:pt x="142" y="71"/>
                </a:cubicBezTo>
                <a:cubicBezTo>
                  <a:pt x="142" y="52"/>
                  <a:pt x="134" y="34"/>
                  <a:pt x="121" y="21"/>
                </a:cubicBezTo>
                <a:cubicBezTo>
                  <a:pt x="108" y="8"/>
                  <a:pt x="90" y="0"/>
                  <a:pt x="71" y="0"/>
                </a:cubicBezTo>
                <a:cubicBezTo>
                  <a:pt x="51" y="0"/>
                  <a:pt x="34" y="8"/>
                  <a:pt x="20" y="21"/>
                </a:cubicBezTo>
                <a:cubicBezTo>
                  <a:pt x="7" y="34"/>
                  <a:pt x="0" y="52"/>
                  <a:pt x="0" y="71"/>
                </a:cubicBezTo>
                <a:cubicBezTo>
                  <a:pt x="0" y="90"/>
                  <a:pt x="7" y="107"/>
                  <a:pt x="20" y="121"/>
                </a:cubicBezTo>
                <a:cubicBezTo>
                  <a:pt x="34" y="135"/>
                  <a:pt x="51" y="142"/>
                  <a:pt x="71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1158840" y="947520"/>
            <a:ext cx="51120" cy="51120"/>
          </a:xfrm>
          <a:custGeom>
            <a:avLst/>
            <a:gdLst/>
            <a:ahLst/>
            <a:rect l="0" t="0" r="r" b="b"/>
            <a:pathLst>
              <a:path w="142" h="142">
                <a:moveTo>
                  <a:pt x="70" y="142"/>
                </a:moveTo>
                <a:cubicBezTo>
                  <a:pt x="89" y="142"/>
                  <a:pt x="108" y="134"/>
                  <a:pt x="121" y="121"/>
                </a:cubicBezTo>
                <a:cubicBezTo>
                  <a:pt x="134" y="107"/>
                  <a:pt x="142" y="89"/>
                  <a:pt x="142" y="70"/>
                </a:cubicBezTo>
                <a:cubicBezTo>
                  <a:pt x="142" y="51"/>
                  <a:pt x="134" y="34"/>
                  <a:pt x="121" y="20"/>
                </a:cubicBezTo>
                <a:cubicBezTo>
                  <a:pt x="108" y="7"/>
                  <a:pt x="89" y="0"/>
                  <a:pt x="70" y="0"/>
                </a:cubicBezTo>
                <a:cubicBezTo>
                  <a:pt x="51" y="0"/>
                  <a:pt x="33" y="7"/>
                  <a:pt x="20" y="20"/>
                </a:cubicBezTo>
                <a:cubicBezTo>
                  <a:pt x="7" y="34"/>
                  <a:pt x="0" y="51"/>
                  <a:pt x="0" y="70"/>
                </a:cubicBezTo>
                <a:cubicBezTo>
                  <a:pt x="0" y="89"/>
                  <a:pt x="7" y="107"/>
                  <a:pt x="20" y="121"/>
                </a:cubicBezTo>
                <a:cubicBezTo>
                  <a:pt x="33" y="134"/>
                  <a:pt x="51" y="142"/>
                  <a:pt x="70" y="142"/>
                </a:cubicBezTo>
                <a:close/>
              </a:path>
            </a:pathLst>
          </a:custGeom>
          <a:solidFill>
            <a:srgbClr val="2e86ab"/>
          </a:solidFill>
          <a:ln w="6120">
            <a:solidFill>
              <a:srgbClr val="ffffff"/>
            </a:solidFill>
            <a:round/>
          </a:ln>
        </p:spPr>
      </p:sp>
      <p:sp>
        <p:nvSpPr>
          <p:cNvPr id="91" name=""/>
          <p:cNvSpPr txBox="1"/>
          <p:nvPr/>
        </p:nvSpPr>
        <p:spPr>
          <a:xfrm rot="16200000">
            <a:off x="-291240" y="1326960"/>
            <a:ext cx="8510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DSB_HDR_repair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2" name=""/>
          <p:cNvSpPr txBox="1"/>
          <p:nvPr/>
        </p:nvSpPr>
        <p:spPr>
          <a:xfrm>
            <a:off x="535320" y="70560"/>
            <a:ext cx="28796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000" spc="-1" strike="noStrike">
                <a:solidFill>
                  <a:srgbClr val="000000"/>
                </a:solidFill>
                <a:latin typeface="DejaVuSans"/>
              </a:rPr>
              <a:t>GSE150082  |  DSB/HDR repair signature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— GSE150082 DSB detail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4532400" cy="2703600"/>
          </a:xfrm>
          <a:custGeom>
            <a:avLst/>
            <a:gdLst/>
            <a:ahLst/>
            <a:rect l="0" t="0" r="r" b="b"/>
            <a:pathLst>
              <a:path w="12590" h="7510">
                <a:moveTo>
                  <a:pt x="0" y="7510"/>
                </a:moveTo>
                <a:lnTo>
                  <a:pt x="12590" y="7510"/>
                </a:lnTo>
                <a:lnTo>
                  <a:pt x="12590" y="0"/>
                </a:lnTo>
                <a:lnTo>
                  <a:pt x="0" y="0"/>
                </a:lnTo>
                <a:lnTo>
                  <a:pt x="0" y="751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991800" y="254520"/>
            <a:ext cx="3449160" cy="2046600"/>
          </a:xfrm>
          <a:custGeom>
            <a:avLst/>
            <a:gdLst/>
            <a:ahLst/>
            <a:rect l="0" t="0" r="r" b="b"/>
            <a:pathLst>
              <a:path w="9581" h="5685">
                <a:moveTo>
                  <a:pt x="0" y="5685"/>
                </a:moveTo>
                <a:lnTo>
                  <a:pt x="9581" y="5685"/>
                </a:lnTo>
                <a:lnTo>
                  <a:pt x="9581" y="0"/>
                </a:lnTo>
                <a:lnTo>
                  <a:pt x="0" y="0"/>
                </a:lnTo>
                <a:lnTo>
                  <a:pt x="0" y="568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1362600" y="1815840"/>
            <a:ext cx="1353960" cy="392040"/>
          </a:xfrm>
          <a:custGeom>
            <a:avLst/>
            <a:gdLst/>
            <a:ahLst/>
            <a:rect l="0" t="0" r="r" b="b"/>
            <a:pathLst>
              <a:path w="3761" h="1089">
                <a:moveTo>
                  <a:pt x="3761" y="1089"/>
                </a:moveTo>
                <a:lnTo>
                  <a:pt x="0" y="1089"/>
                </a:lnTo>
                <a:lnTo>
                  <a:pt x="0" y="0"/>
                </a:lnTo>
                <a:lnTo>
                  <a:pt x="3761" y="0"/>
                </a:lnTo>
                <a:lnTo>
                  <a:pt x="3761" y="1089"/>
                </a:lnTo>
                <a:close/>
              </a:path>
            </a:pathLst>
          </a:custGeom>
          <a:solidFill>
            <a:srgbClr val="e76f51">
              <a:alpha val="85000"/>
            </a:srgbClr>
          </a:solidFill>
          <a:ln w="7560">
            <a:solidFill>
              <a:srgbClr val="ffffff">
                <a:alpha val="85000"/>
              </a:srgbClr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2602800" y="1326600"/>
            <a:ext cx="113760" cy="391680"/>
          </a:xfrm>
          <a:custGeom>
            <a:avLst/>
            <a:gdLst/>
            <a:ahLst/>
            <a:rect l="0" t="0" r="r" b="b"/>
            <a:pathLst>
              <a:path w="316" h="1088">
                <a:moveTo>
                  <a:pt x="316" y="1088"/>
                </a:moveTo>
                <a:lnTo>
                  <a:pt x="0" y="1088"/>
                </a:lnTo>
                <a:lnTo>
                  <a:pt x="0" y="0"/>
                </a:lnTo>
                <a:lnTo>
                  <a:pt x="316" y="0"/>
                </a:lnTo>
                <a:lnTo>
                  <a:pt x="316" y="1088"/>
                </a:lnTo>
                <a:close/>
              </a:path>
            </a:pathLst>
          </a:custGeom>
          <a:solidFill>
            <a:srgbClr val="118ab2">
              <a:alpha val="85000"/>
            </a:srgbClr>
          </a:solidFill>
          <a:ln w="7560">
            <a:solidFill>
              <a:srgbClr val="ffffff">
                <a:alpha val="85000"/>
              </a:srgbClr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2716200" y="837000"/>
            <a:ext cx="46080" cy="392040"/>
          </a:xfrm>
          <a:custGeom>
            <a:avLst/>
            <a:gdLst/>
            <a:ahLst/>
            <a:rect l="0" t="0" r="r" b="b"/>
            <a:pathLst>
              <a:path w="128" h="1089">
                <a:moveTo>
                  <a:pt x="0" y="1089"/>
                </a:moveTo>
                <a:lnTo>
                  <a:pt x="128" y="1089"/>
                </a:lnTo>
                <a:lnTo>
                  <a:pt x="128" y="0"/>
                </a:lnTo>
                <a:lnTo>
                  <a:pt x="0" y="0"/>
                </a:lnTo>
                <a:lnTo>
                  <a:pt x="0" y="1089"/>
                </a:lnTo>
                <a:close/>
              </a:path>
            </a:pathLst>
          </a:custGeom>
          <a:solidFill>
            <a:srgbClr val="ef476f">
              <a:alpha val="85000"/>
            </a:srgbClr>
          </a:solidFill>
          <a:ln w="7560">
            <a:solidFill>
              <a:srgbClr val="ffffff">
                <a:alpha val="85000"/>
              </a:srgbClr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2716200" y="347400"/>
            <a:ext cx="140040" cy="392040"/>
          </a:xfrm>
          <a:custGeom>
            <a:avLst/>
            <a:gdLst/>
            <a:ahLst/>
            <a:rect l="0" t="0" r="r" b="b"/>
            <a:pathLst>
              <a:path w="389" h="1089">
                <a:moveTo>
                  <a:pt x="0" y="1089"/>
                </a:moveTo>
                <a:lnTo>
                  <a:pt x="389" y="1089"/>
                </a:lnTo>
                <a:lnTo>
                  <a:pt x="389" y="0"/>
                </a:lnTo>
                <a:lnTo>
                  <a:pt x="0" y="0"/>
                </a:lnTo>
                <a:lnTo>
                  <a:pt x="0" y="1089"/>
                </a:lnTo>
                <a:close/>
              </a:path>
            </a:pathLst>
          </a:custGeom>
          <a:solidFill>
            <a:srgbClr val="2a9d8f">
              <a:alpha val="85000"/>
            </a:srgbClr>
          </a:solidFill>
          <a:ln w="7560">
            <a:solidFill>
              <a:srgbClr val="ffffff">
                <a:alpha val="85000"/>
              </a:srgbClr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1233360" y="230076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3" name=""/>
          <p:cNvSpPr/>
          <p:nvPr/>
        </p:nvSpPr>
        <p:spPr>
          <a:xfrm>
            <a:off x="1233360" y="230076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/>
          <p:nvPr/>
        </p:nvSpPr>
        <p:spPr>
          <a:xfrm>
            <a:off x="1974960" y="230076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1974960" y="230076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 txBox="1"/>
          <p:nvPr/>
        </p:nvSpPr>
        <p:spPr>
          <a:xfrm>
            <a:off x="1168200" y="2361960"/>
            <a:ext cx="131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716200" y="230076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8" name=""/>
          <p:cNvSpPr/>
          <p:nvPr/>
        </p:nvSpPr>
        <p:spPr>
          <a:xfrm>
            <a:off x="2716200" y="230076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 txBox="1"/>
          <p:nvPr/>
        </p:nvSpPr>
        <p:spPr>
          <a:xfrm>
            <a:off x="1909440" y="2361960"/>
            <a:ext cx="1317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−</a:t>
            </a:r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3457440" y="230076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>
            <a:off x="3457440" y="230076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>
            <a:off x="2688120" y="236196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0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4199040" y="2300760"/>
            <a:ext cx="0" cy="31680"/>
          </a:xfrm>
          <a:custGeom>
            <a:avLst/>
            <a:gdLst/>
            <a:ahLst/>
            <a:rect l="0" t="0" r="r" b="b"/>
            <a:pathLst>
              <a:path w="0" h="88">
                <a:moveTo>
                  <a:pt x="0" y="0"/>
                </a:moveTo>
                <a:lnTo>
                  <a:pt x="0" y="8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>
            <a:off x="4199040" y="2300760"/>
            <a:ext cx="0" cy="3168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>
            <a:off x="3429360" y="236196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1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4170960" y="2361960"/>
            <a:ext cx="8856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2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960120" y="201168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8" name=""/>
          <p:cNvSpPr/>
          <p:nvPr/>
        </p:nvSpPr>
        <p:spPr>
          <a:xfrm flipH="1">
            <a:off x="960120" y="201168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9" name=""/>
          <p:cNvSpPr txBox="1"/>
          <p:nvPr/>
        </p:nvSpPr>
        <p:spPr>
          <a:xfrm>
            <a:off x="1963080" y="2496600"/>
            <a:ext cx="15080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Stouffer's Z (meta, 7 cohorts)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960120" y="152208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1" name=""/>
          <p:cNvSpPr/>
          <p:nvPr/>
        </p:nvSpPr>
        <p:spPr>
          <a:xfrm flipH="1">
            <a:off x="960120" y="152208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2" name=""/>
          <p:cNvSpPr txBox="1"/>
          <p:nvPr/>
        </p:nvSpPr>
        <p:spPr>
          <a:xfrm>
            <a:off x="728280" y="1963080"/>
            <a:ext cx="1864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EMT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960120" y="103284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4" name=""/>
          <p:cNvSpPr/>
          <p:nvPr/>
        </p:nvSpPr>
        <p:spPr>
          <a:xfrm flipH="1">
            <a:off x="960120" y="103284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5" name=""/>
          <p:cNvSpPr txBox="1"/>
          <p:nvPr/>
        </p:nvSpPr>
        <p:spPr>
          <a:xfrm>
            <a:off x="182160" y="1473840"/>
            <a:ext cx="73512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DSB_HDR_repair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960120" y="543240"/>
            <a:ext cx="31680" cy="0"/>
          </a:xfrm>
          <a:custGeom>
            <a:avLst/>
            <a:gdLst/>
            <a:ahLst/>
            <a:rect l="0" t="0" r="r" b="b"/>
            <a:pathLst>
              <a:path w="88" h="0">
                <a:moveTo>
                  <a:pt x="88" y="0"/>
                </a:moveTo>
                <a:lnTo>
                  <a:pt x="0" y="0"/>
                </a:lnTo>
                <a:lnTo>
                  <a:pt x="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7" name=""/>
          <p:cNvSpPr/>
          <p:nvPr/>
        </p:nvSpPr>
        <p:spPr>
          <a:xfrm flipH="1">
            <a:off x="960120" y="543240"/>
            <a:ext cx="31680" cy="0"/>
          </a:xfrm>
          <a:prstGeom prst="line">
            <a:avLst/>
          </a:prstGeom>
          <a:ln w="75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8" name=""/>
          <p:cNvSpPr txBox="1"/>
          <p:nvPr/>
        </p:nvSpPr>
        <p:spPr>
          <a:xfrm>
            <a:off x="141120" y="984240"/>
            <a:ext cx="77184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CD8_proliferation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 flipV="1">
            <a:off x="2716200" y="254520"/>
            <a:ext cx="0" cy="2046240"/>
          </a:xfrm>
          <a:prstGeom prst="line">
            <a:avLst/>
          </a:prstGeom>
          <a:ln w="6120">
            <a:solidFill>
              <a:srgbClr val="888888"/>
            </a:solidFill>
            <a:custDash>
              <a:ds d="382353" sp="16470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/>
          <p:nvPr/>
        </p:nvSpPr>
        <p:spPr>
          <a:xfrm flipV="1">
            <a:off x="4169160" y="254520"/>
            <a:ext cx="0" cy="2046240"/>
          </a:xfrm>
          <a:prstGeom prst="line">
            <a:avLst/>
          </a:prstGeom>
          <a:ln w="5040">
            <a:solidFill>
              <a:srgbClr val="aaaaaa"/>
            </a:solidFill>
            <a:custDash>
              <a:ds d="100000" sp="16428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1" name=""/>
          <p:cNvSpPr/>
          <p:nvPr/>
        </p:nvSpPr>
        <p:spPr>
          <a:xfrm flipV="1">
            <a:off x="1263240" y="254520"/>
            <a:ext cx="0" cy="2046240"/>
          </a:xfrm>
          <a:prstGeom prst="line">
            <a:avLst/>
          </a:prstGeom>
          <a:ln w="5040">
            <a:solidFill>
              <a:srgbClr val="aaaaaa"/>
            </a:solidFill>
            <a:custDash>
              <a:ds d="100000" sp="164286"/>
            </a:custDash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2" name=""/>
          <p:cNvSpPr/>
          <p:nvPr/>
        </p:nvSpPr>
        <p:spPr>
          <a:xfrm flipV="1">
            <a:off x="991800" y="254520"/>
            <a:ext cx="0" cy="204624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/>
          <p:nvPr/>
        </p:nvSpPr>
        <p:spPr>
          <a:xfrm>
            <a:off x="991800" y="2300760"/>
            <a:ext cx="3448800" cy="0"/>
          </a:xfrm>
          <a:prstGeom prst="line">
            <a:avLst/>
          </a:prstGeom>
          <a:ln cap="sq" w="7560">
            <a:solidFill>
              <a:srgbClr val="222222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4" name=""/>
          <p:cNvSpPr txBox="1"/>
          <p:nvPr/>
        </p:nvSpPr>
        <p:spPr>
          <a:xfrm>
            <a:off x="91440" y="494640"/>
            <a:ext cx="823680" cy="1040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700" spc="-1" strike="noStrike">
                <a:solidFill>
                  <a:srgbClr val="000000"/>
                </a:solidFill>
                <a:latin typeface="DejaVuSans"/>
              </a:rPr>
              <a:t>E2F_MYC_cellcycle</a:t>
            </a:r>
            <a:endParaRPr b="0" lang="en-US" sz="70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>
            <a:off x="4078440" y="1959840"/>
            <a:ext cx="3009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222222"/>
                </a:solidFill>
                <a:latin typeface="DejaVuSans"/>
              </a:rPr>
              <a:t>P=0.97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>
            <a:off x="4078440" y="1470240"/>
            <a:ext cx="3009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222222"/>
                </a:solidFill>
                <a:latin typeface="DejaVuSans"/>
              </a:rPr>
              <a:t>P=0.56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7" name=""/>
          <p:cNvSpPr txBox="1"/>
          <p:nvPr/>
        </p:nvSpPr>
        <p:spPr>
          <a:xfrm>
            <a:off x="4078440" y="980640"/>
            <a:ext cx="3009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222222"/>
                </a:solidFill>
                <a:latin typeface="DejaVuSans"/>
              </a:rPr>
              <a:t>P=0.48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8" name=""/>
          <p:cNvSpPr txBox="1"/>
          <p:nvPr/>
        </p:nvSpPr>
        <p:spPr>
          <a:xfrm>
            <a:off x="4078440" y="491400"/>
            <a:ext cx="300960" cy="96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650" spc="-1" strike="noStrike">
                <a:solidFill>
                  <a:srgbClr val="222222"/>
                </a:solidFill>
                <a:latin typeface="DejaVuSans"/>
              </a:rPr>
              <a:t>P=0.43</a:t>
            </a:r>
            <a:endParaRPr b="0" lang="en-US" sz="650" spc="-1" strike="noStrike">
              <a:latin typeface="Times New Roman"/>
            </a:endParaRPr>
          </a:p>
        </p:txBody>
      </p:sp>
      <p:sp>
        <p:nvSpPr>
          <p:cNvPr id="79" name=""/>
          <p:cNvSpPr txBox="1"/>
          <p:nvPr/>
        </p:nvSpPr>
        <p:spPr>
          <a:xfrm>
            <a:off x="991800" y="72360"/>
            <a:ext cx="1765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DejaVuSans"/>
              </a:rPr>
              <a:t>Cross-cohort meta-analysis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— External meta Z-score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9936360" cy="11796120"/>
          </a:xfrm>
          <a:custGeom>
            <a:avLst/>
            <a:gdLst/>
            <a:ahLst/>
            <a:rect l="0" t="0" r="r" b="b"/>
            <a:pathLst>
              <a:path w="27601" h="32767">
                <a:moveTo>
                  <a:pt x="0" y="32767"/>
                </a:moveTo>
                <a:lnTo>
                  <a:pt x="27601" y="32767"/>
                </a:lnTo>
                <a:lnTo>
                  <a:pt x="27601" y="0"/>
                </a:lnTo>
                <a:lnTo>
                  <a:pt x="0" y="0"/>
                </a:lnTo>
                <a:lnTo>
                  <a:pt x="0" y="3276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3145680" y="1252440"/>
            <a:ext cx="3644640" cy="516600"/>
          </a:xfrm>
          <a:custGeom>
            <a:avLst/>
            <a:gdLst/>
            <a:ahLst/>
            <a:rect l="0" t="0" r="r" b="b"/>
            <a:pathLst>
              <a:path w="10124" h="1435">
                <a:moveTo>
                  <a:pt x="91" y="1435"/>
                </a:moveTo>
                <a:lnTo>
                  <a:pt x="10034" y="1435"/>
                </a:lnTo>
                <a:cubicBezTo>
                  <a:pt x="10094" y="1435"/>
                  <a:pt x="10124" y="1405"/>
                  <a:pt x="10124" y="1345"/>
                </a:cubicBezTo>
                <a:lnTo>
                  <a:pt x="10124" y="90"/>
                </a:lnTo>
                <a:cubicBezTo>
                  <a:pt x="10124" y="30"/>
                  <a:pt x="10094" y="0"/>
                  <a:pt x="10034" y="0"/>
                </a:cubicBezTo>
                <a:lnTo>
                  <a:pt x="91" y="0"/>
                </a:lnTo>
                <a:cubicBezTo>
                  <a:pt x="30" y="0"/>
                  <a:pt x="0" y="30"/>
                  <a:pt x="0" y="90"/>
                </a:cubicBezTo>
                <a:lnTo>
                  <a:pt x="0" y="1345"/>
                </a:lnTo>
                <a:cubicBezTo>
                  <a:pt x="0" y="1405"/>
                  <a:pt x="30" y="1435"/>
                  <a:pt x="91" y="1435"/>
                </a:cubicBezTo>
                <a:close/>
              </a:path>
            </a:pathLst>
          </a:custGeom>
          <a:solidFill>
            <a:srgbClr val="fff3cd"/>
          </a:solidFill>
          <a:ln w="15120">
            <a:solidFill>
              <a:srgbClr val="b58a00"/>
            </a:solidFill>
            <a:miter/>
          </a:ln>
        </p:spPr>
      </p:sp>
      <p:sp>
        <p:nvSpPr>
          <p:cNvPr id="38" name=""/>
          <p:cNvSpPr/>
          <p:nvPr/>
        </p:nvSpPr>
        <p:spPr>
          <a:xfrm>
            <a:off x="3145680" y="1962360"/>
            <a:ext cx="3644640" cy="516240"/>
          </a:xfrm>
          <a:custGeom>
            <a:avLst/>
            <a:gdLst/>
            <a:ahLst/>
            <a:rect l="0" t="0" r="r" b="b"/>
            <a:pathLst>
              <a:path w="10124" h="1434">
                <a:moveTo>
                  <a:pt x="91" y="1434"/>
                </a:moveTo>
                <a:lnTo>
                  <a:pt x="10034" y="1434"/>
                </a:lnTo>
                <a:cubicBezTo>
                  <a:pt x="10094" y="1434"/>
                  <a:pt x="10124" y="1404"/>
                  <a:pt x="10124" y="1345"/>
                </a:cubicBezTo>
                <a:lnTo>
                  <a:pt x="10124" y="89"/>
                </a:lnTo>
                <a:cubicBezTo>
                  <a:pt x="10124" y="29"/>
                  <a:pt x="10094" y="0"/>
                  <a:pt x="10034" y="0"/>
                </a:cubicBezTo>
                <a:lnTo>
                  <a:pt x="91" y="0"/>
                </a:lnTo>
                <a:cubicBezTo>
                  <a:pt x="30" y="0"/>
                  <a:pt x="0" y="29"/>
                  <a:pt x="0" y="89"/>
                </a:cubicBezTo>
                <a:lnTo>
                  <a:pt x="0" y="1345"/>
                </a:lnTo>
                <a:cubicBezTo>
                  <a:pt x="0" y="1404"/>
                  <a:pt x="30" y="1434"/>
                  <a:pt x="91" y="1434"/>
                </a:cubicBezTo>
                <a:close/>
              </a:path>
            </a:pathLst>
          </a:custGeom>
          <a:solidFill>
            <a:srgbClr val="fff3cd"/>
          </a:solidFill>
          <a:ln w="15120">
            <a:solidFill>
              <a:srgbClr val="b58a00"/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4968000" y="1794240"/>
            <a:ext cx="0" cy="157680"/>
          </a:xfrm>
          <a:custGeom>
            <a:avLst/>
            <a:gdLst/>
            <a:ahLst/>
            <a:rect l="0" t="0" r="r" b="b"/>
            <a:pathLst>
              <a:path fill="none" w="0" h="438">
                <a:moveTo>
                  <a:pt x="0" y="0"/>
                </a:moveTo>
                <a:cubicBezTo>
                  <a:pt x="0" y="162"/>
                  <a:pt x="0" y="308"/>
                  <a:pt x="0" y="438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40" name=""/>
          <p:cNvSpPr/>
          <p:nvPr/>
        </p:nvSpPr>
        <p:spPr>
          <a:xfrm>
            <a:off x="4937400" y="1891080"/>
            <a:ext cx="61200" cy="61200"/>
          </a:xfrm>
          <a:custGeom>
            <a:avLst/>
            <a:gdLst/>
            <a:ahLst/>
            <a:rect l="0" t="0" r="r" b="b"/>
            <a:pathLst>
              <a:path w="170" h="170">
                <a:moveTo>
                  <a:pt x="170" y="0"/>
                </a:moveTo>
                <a:lnTo>
                  <a:pt x="86" y="170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41" name=""/>
          <p:cNvSpPr/>
          <p:nvPr/>
        </p:nvSpPr>
        <p:spPr>
          <a:xfrm>
            <a:off x="1290960" y="2768760"/>
            <a:ext cx="3189240" cy="581040"/>
          </a:xfrm>
          <a:custGeom>
            <a:avLst/>
            <a:gdLst/>
            <a:ahLst/>
            <a:rect l="0" t="0" r="r" b="b"/>
            <a:pathLst>
              <a:path w="8859" h="1614">
                <a:moveTo>
                  <a:pt x="91" y="1614"/>
                </a:moveTo>
                <a:lnTo>
                  <a:pt x="8769" y="1614"/>
                </a:lnTo>
                <a:cubicBezTo>
                  <a:pt x="8829" y="1614"/>
                  <a:pt x="8859" y="1584"/>
                  <a:pt x="8859" y="1524"/>
                </a:cubicBezTo>
                <a:lnTo>
                  <a:pt x="8859" y="89"/>
                </a:lnTo>
                <a:cubicBezTo>
                  <a:pt x="8859" y="30"/>
                  <a:pt x="8829" y="0"/>
                  <a:pt x="8769" y="0"/>
                </a:cubicBezTo>
                <a:lnTo>
                  <a:pt x="91" y="0"/>
                </a:lnTo>
                <a:cubicBezTo>
                  <a:pt x="31" y="0"/>
                  <a:pt x="0" y="30"/>
                  <a:pt x="0" y="89"/>
                </a:cubicBezTo>
                <a:lnTo>
                  <a:pt x="0" y="1524"/>
                </a:lnTo>
                <a:cubicBezTo>
                  <a:pt x="0" y="1584"/>
                  <a:pt x="31" y="1614"/>
                  <a:pt x="91" y="1614"/>
                </a:cubicBezTo>
                <a:close/>
              </a:path>
            </a:pathLst>
          </a:custGeom>
          <a:solidFill>
            <a:srgbClr val="d4edda"/>
          </a:solidFill>
          <a:ln w="15120">
            <a:solidFill>
              <a:srgbClr val="2e7d32"/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5455800" y="2768760"/>
            <a:ext cx="3189240" cy="581040"/>
          </a:xfrm>
          <a:custGeom>
            <a:avLst/>
            <a:gdLst/>
            <a:ahLst/>
            <a:rect l="0" t="0" r="r" b="b"/>
            <a:pathLst>
              <a:path w="8859" h="1614">
                <a:moveTo>
                  <a:pt x="91" y="1614"/>
                </a:moveTo>
                <a:lnTo>
                  <a:pt x="8768" y="1614"/>
                </a:lnTo>
                <a:cubicBezTo>
                  <a:pt x="8829" y="1614"/>
                  <a:pt x="8859" y="1584"/>
                  <a:pt x="8859" y="1524"/>
                </a:cubicBezTo>
                <a:lnTo>
                  <a:pt x="8859" y="89"/>
                </a:lnTo>
                <a:cubicBezTo>
                  <a:pt x="8859" y="30"/>
                  <a:pt x="8829" y="0"/>
                  <a:pt x="8768" y="0"/>
                </a:cubicBezTo>
                <a:lnTo>
                  <a:pt x="91" y="0"/>
                </a:lnTo>
                <a:cubicBezTo>
                  <a:pt x="30" y="0"/>
                  <a:pt x="0" y="30"/>
                  <a:pt x="0" y="89"/>
                </a:cubicBezTo>
                <a:lnTo>
                  <a:pt x="0" y="1524"/>
                </a:lnTo>
                <a:cubicBezTo>
                  <a:pt x="0" y="1584"/>
                  <a:pt x="30" y="1614"/>
                  <a:pt x="91" y="1614"/>
                </a:cubicBezTo>
                <a:close/>
              </a:path>
            </a:pathLst>
          </a:custGeom>
          <a:solidFill>
            <a:srgbClr val="f8d7da"/>
          </a:solidFill>
          <a:ln w="15120">
            <a:solidFill>
              <a:srgbClr val="b71c1c"/>
            </a:solidFill>
            <a:miter/>
          </a:ln>
        </p:spPr>
      </p:sp>
      <p:sp>
        <p:nvSpPr>
          <p:cNvPr id="43" name=""/>
          <p:cNvSpPr/>
          <p:nvPr/>
        </p:nvSpPr>
        <p:spPr>
          <a:xfrm>
            <a:off x="3252600" y="2451240"/>
            <a:ext cx="1690560" cy="341640"/>
          </a:xfrm>
          <a:custGeom>
            <a:avLst/>
            <a:gdLst/>
            <a:ahLst/>
            <a:rect l="0" t="0" r="r" b="b"/>
            <a:pathLst>
              <a:path fill="none" w="4696" h="949">
                <a:moveTo>
                  <a:pt x="4696" y="0"/>
                </a:moveTo>
                <a:cubicBezTo>
                  <a:pt x="3116" y="320"/>
                  <a:pt x="1549" y="636"/>
                  <a:pt x="0" y="949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44" name=""/>
          <p:cNvSpPr/>
          <p:nvPr/>
        </p:nvSpPr>
        <p:spPr>
          <a:xfrm>
            <a:off x="3252600" y="2750760"/>
            <a:ext cx="65880" cy="60120"/>
          </a:xfrm>
          <a:custGeom>
            <a:avLst/>
            <a:gdLst/>
            <a:ahLst/>
            <a:rect l="0" t="0" r="r" b="b"/>
            <a:pathLst>
              <a:path w="183" h="167">
                <a:moveTo>
                  <a:pt x="183" y="167"/>
                </a:moveTo>
                <a:lnTo>
                  <a:pt x="0" y="117"/>
                </a:lnTo>
                <a:lnTo>
                  <a:pt x="149" y="0"/>
                </a:lnTo>
                <a:lnTo>
                  <a:pt x="183" y="167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45" name=""/>
          <p:cNvSpPr/>
          <p:nvPr/>
        </p:nvSpPr>
        <p:spPr>
          <a:xfrm>
            <a:off x="4992840" y="2451240"/>
            <a:ext cx="1690920" cy="341640"/>
          </a:xfrm>
          <a:custGeom>
            <a:avLst/>
            <a:gdLst/>
            <a:ahLst/>
            <a:rect l="0" t="0" r="r" b="b"/>
            <a:pathLst>
              <a:path fill="none" w="4697" h="949">
                <a:moveTo>
                  <a:pt x="0" y="0"/>
                </a:moveTo>
                <a:cubicBezTo>
                  <a:pt x="1581" y="320"/>
                  <a:pt x="3147" y="636"/>
                  <a:pt x="4697" y="949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46" name=""/>
          <p:cNvSpPr/>
          <p:nvPr/>
        </p:nvSpPr>
        <p:spPr>
          <a:xfrm>
            <a:off x="6617520" y="2750760"/>
            <a:ext cx="66240" cy="60120"/>
          </a:xfrm>
          <a:custGeom>
            <a:avLst/>
            <a:gdLst/>
            <a:ahLst/>
            <a:rect l="0" t="0" r="r" b="b"/>
            <a:pathLst>
              <a:path w="184" h="167">
                <a:moveTo>
                  <a:pt x="33" y="0"/>
                </a:moveTo>
                <a:lnTo>
                  <a:pt x="184" y="117"/>
                </a:lnTo>
                <a:lnTo>
                  <a:pt x="0" y="167"/>
                </a:lnTo>
                <a:lnTo>
                  <a:pt x="33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47" name=""/>
          <p:cNvSpPr/>
          <p:nvPr/>
        </p:nvSpPr>
        <p:spPr>
          <a:xfrm>
            <a:off x="1551600" y="3833280"/>
            <a:ext cx="2928600" cy="516240"/>
          </a:xfrm>
          <a:custGeom>
            <a:avLst/>
            <a:gdLst/>
            <a:ahLst/>
            <a:rect l="0" t="0" r="r" b="b"/>
            <a:pathLst>
              <a:path w="8135" h="1434">
                <a:moveTo>
                  <a:pt x="90" y="1434"/>
                </a:moveTo>
                <a:lnTo>
                  <a:pt x="8045" y="1434"/>
                </a:lnTo>
                <a:cubicBezTo>
                  <a:pt x="8105" y="1434"/>
                  <a:pt x="8135" y="1405"/>
                  <a:pt x="8135" y="1345"/>
                </a:cubicBezTo>
                <a:lnTo>
                  <a:pt x="8135" y="89"/>
                </a:lnTo>
                <a:cubicBezTo>
                  <a:pt x="8135" y="30"/>
                  <a:pt x="8105" y="0"/>
                  <a:pt x="8045" y="0"/>
                </a:cubicBezTo>
                <a:lnTo>
                  <a:pt x="90" y="0"/>
                </a:lnTo>
                <a:cubicBezTo>
                  <a:pt x="30" y="0"/>
                  <a:pt x="0" y="30"/>
                  <a:pt x="0" y="89"/>
                </a:cubicBezTo>
                <a:lnTo>
                  <a:pt x="0" y="1345"/>
                </a:lnTo>
                <a:cubicBezTo>
                  <a:pt x="0" y="1405"/>
                  <a:pt x="30" y="1434"/>
                  <a:pt x="90" y="1434"/>
                </a:cubicBezTo>
                <a:close/>
              </a:path>
            </a:pathLst>
          </a:custGeom>
          <a:solidFill>
            <a:srgbClr val="e3f2fd"/>
          </a:solidFill>
          <a:ln w="15120">
            <a:solidFill>
              <a:srgbClr val="1976d2"/>
            </a:solidFill>
            <a:miter/>
          </a:ln>
        </p:spPr>
      </p:sp>
      <p:sp>
        <p:nvSpPr>
          <p:cNvPr id="48" name=""/>
          <p:cNvSpPr/>
          <p:nvPr/>
        </p:nvSpPr>
        <p:spPr>
          <a:xfrm>
            <a:off x="2891160" y="3341880"/>
            <a:ext cx="114840" cy="482760"/>
          </a:xfrm>
          <a:custGeom>
            <a:avLst/>
            <a:gdLst/>
            <a:ahLst/>
            <a:rect l="0" t="0" r="r" b="b"/>
            <a:pathLst>
              <a:path fill="none" w="319" h="1341">
                <a:moveTo>
                  <a:pt x="0" y="0"/>
                </a:moveTo>
                <a:cubicBezTo>
                  <a:pt x="111" y="462"/>
                  <a:pt x="217" y="909"/>
                  <a:pt x="319" y="1341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49" name=""/>
          <p:cNvSpPr/>
          <p:nvPr/>
        </p:nvSpPr>
        <p:spPr>
          <a:xfrm>
            <a:off x="2962080" y="3757680"/>
            <a:ext cx="59760" cy="66960"/>
          </a:xfrm>
          <a:custGeom>
            <a:avLst/>
            <a:gdLst/>
            <a:ahLst/>
            <a:rect l="0" t="0" r="r" b="b"/>
            <a:pathLst>
              <a:path w="166" h="186">
                <a:moveTo>
                  <a:pt x="166" y="0"/>
                </a:moveTo>
                <a:lnTo>
                  <a:pt x="122" y="186"/>
                </a:lnTo>
                <a:lnTo>
                  <a:pt x="0" y="39"/>
                </a:lnTo>
                <a:lnTo>
                  <a:pt x="166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50" name=""/>
          <p:cNvSpPr/>
          <p:nvPr/>
        </p:nvSpPr>
        <p:spPr>
          <a:xfrm>
            <a:off x="3187800" y="3320640"/>
            <a:ext cx="3837600" cy="539280"/>
          </a:xfrm>
          <a:custGeom>
            <a:avLst/>
            <a:gdLst/>
            <a:ahLst/>
            <a:rect l="0" t="0" r="r" b="b"/>
            <a:pathLst>
              <a:path fill="none" w="10660" h="1498">
                <a:moveTo>
                  <a:pt x="10660" y="0"/>
                </a:moveTo>
                <a:cubicBezTo>
                  <a:pt x="7090" y="501"/>
                  <a:pt x="3537" y="1001"/>
                  <a:pt x="0" y="1498"/>
                </a:cubicBezTo>
              </a:path>
            </a:pathLst>
          </a:custGeom>
          <a:ln cap="rnd" w="15120">
            <a:solidFill>
              <a:srgbClr val="808080"/>
            </a:solidFill>
            <a:round/>
          </a:ln>
        </p:spPr>
      </p:sp>
      <p:sp>
        <p:nvSpPr>
          <p:cNvPr id="51" name=""/>
          <p:cNvSpPr/>
          <p:nvPr/>
        </p:nvSpPr>
        <p:spPr>
          <a:xfrm>
            <a:off x="3187800" y="3821040"/>
            <a:ext cx="64800" cy="60480"/>
          </a:xfrm>
          <a:custGeom>
            <a:avLst/>
            <a:gdLst/>
            <a:ahLst/>
            <a:rect l="0" t="0" r="r" b="b"/>
            <a:pathLst>
              <a:path w="180" h="168">
                <a:moveTo>
                  <a:pt x="180" y="168"/>
                </a:moveTo>
                <a:lnTo>
                  <a:pt x="0" y="107"/>
                </a:lnTo>
                <a:lnTo>
                  <a:pt x="157" y="0"/>
                </a:lnTo>
                <a:lnTo>
                  <a:pt x="180" y="168"/>
                </a:lnTo>
                <a:close/>
              </a:path>
            </a:pathLst>
          </a:custGeom>
          <a:solidFill>
            <a:srgbClr val="808080"/>
          </a:solidFill>
          <a:ln cap="rnd" w="15120">
            <a:solidFill>
              <a:srgbClr val="808080"/>
            </a:solidFill>
            <a:round/>
          </a:ln>
        </p:spPr>
      </p:sp>
      <p:sp>
        <p:nvSpPr>
          <p:cNvPr id="52" name=""/>
          <p:cNvSpPr/>
          <p:nvPr/>
        </p:nvSpPr>
        <p:spPr>
          <a:xfrm>
            <a:off x="1551600" y="4607280"/>
            <a:ext cx="2928600" cy="516600"/>
          </a:xfrm>
          <a:custGeom>
            <a:avLst/>
            <a:gdLst/>
            <a:ahLst/>
            <a:rect l="0" t="0" r="r" b="b"/>
            <a:pathLst>
              <a:path w="8135" h="1435">
                <a:moveTo>
                  <a:pt x="90" y="1435"/>
                </a:moveTo>
                <a:lnTo>
                  <a:pt x="8045" y="1435"/>
                </a:lnTo>
                <a:cubicBezTo>
                  <a:pt x="8105" y="1435"/>
                  <a:pt x="8135" y="1405"/>
                  <a:pt x="8135" y="1345"/>
                </a:cubicBezTo>
                <a:lnTo>
                  <a:pt x="8135" y="90"/>
                </a:lnTo>
                <a:cubicBezTo>
                  <a:pt x="8135" y="30"/>
                  <a:pt x="8105" y="0"/>
                  <a:pt x="8045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1345"/>
                </a:lnTo>
                <a:cubicBezTo>
                  <a:pt x="0" y="1405"/>
                  <a:pt x="30" y="1435"/>
                  <a:pt x="90" y="1435"/>
                </a:cubicBezTo>
                <a:close/>
              </a:path>
            </a:pathLst>
          </a:custGeom>
          <a:solidFill>
            <a:srgbClr val="e3f2fd"/>
          </a:solidFill>
          <a:ln w="15120">
            <a:solidFill>
              <a:srgbClr val="1976d2"/>
            </a:solidFill>
            <a:miter/>
          </a:ln>
        </p:spPr>
      </p:sp>
      <p:sp>
        <p:nvSpPr>
          <p:cNvPr id="53" name=""/>
          <p:cNvSpPr/>
          <p:nvPr/>
        </p:nvSpPr>
        <p:spPr>
          <a:xfrm>
            <a:off x="3015720" y="4342320"/>
            <a:ext cx="0" cy="254880"/>
          </a:xfrm>
          <a:custGeom>
            <a:avLst/>
            <a:gdLst/>
            <a:ahLst/>
            <a:rect l="0" t="0" r="r" b="b"/>
            <a:pathLst>
              <a:path fill="none" w="0" h="708">
                <a:moveTo>
                  <a:pt x="0" y="0"/>
                </a:moveTo>
                <a:cubicBezTo>
                  <a:pt x="0" y="252"/>
                  <a:pt x="0" y="488"/>
                  <a:pt x="0" y="708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54" name=""/>
          <p:cNvSpPr/>
          <p:nvPr/>
        </p:nvSpPr>
        <p:spPr>
          <a:xfrm>
            <a:off x="2985120" y="4536360"/>
            <a:ext cx="61200" cy="61200"/>
          </a:xfrm>
          <a:custGeom>
            <a:avLst/>
            <a:gdLst/>
            <a:ahLst/>
            <a:rect l="0" t="0" r="r" b="b"/>
            <a:pathLst>
              <a:path w="170" h="170">
                <a:moveTo>
                  <a:pt x="170" y="0"/>
                </a:moveTo>
                <a:lnTo>
                  <a:pt x="86" y="170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55" name=""/>
          <p:cNvSpPr/>
          <p:nvPr/>
        </p:nvSpPr>
        <p:spPr>
          <a:xfrm>
            <a:off x="1551600" y="5381640"/>
            <a:ext cx="2928600" cy="516600"/>
          </a:xfrm>
          <a:custGeom>
            <a:avLst/>
            <a:gdLst/>
            <a:ahLst/>
            <a:rect l="0" t="0" r="r" b="b"/>
            <a:pathLst>
              <a:path w="8135" h="1435">
                <a:moveTo>
                  <a:pt x="90" y="1435"/>
                </a:moveTo>
                <a:lnTo>
                  <a:pt x="8045" y="1435"/>
                </a:lnTo>
                <a:cubicBezTo>
                  <a:pt x="8105" y="1435"/>
                  <a:pt x="8135" y="1405"/>
                  <a:pt x="8135" y="1345"/>
                </a:cubicBezTo>
                <a:lnTo>
                  <a:pt x="8135" y="89"/>
                </a:lnTo>
                <a:cubicBezTo>
                  <a:pt x="8135" y="30"/>
                  <a:pt x="8105" y="0"/>
                  <a:pt x="8045" y="0"/>
                </a:cubicBezTo>
                <a:lnTo>
                  <a:pt x="90" y="0"/>
                </a:lnTo>
                <a:cubicBezTo>
                  <a:pt x="30" y="0"/>
                  <a:pt x="0" y="30"/>
                  <a:pt x="0" y="89"/>
                </a:cubicBezTo>
                <a:lnTo>
                  <a:pt x="0" y="1345"/>
                </a:lnTo>
                <a:cubicBezTo>
                  <a:pt x="0" y="1405"/>
                  <a:pt x="30" y="1435"/>
                  <a:pt x="90" y="1435"/>
                </a:cubicBezTo>
                <a:close/>
              </a:path>
            </a:pathLst>
          </a:custGeom>
          <a:solidFill>
            <a:srgbClr val="e3f2fd"/>
          </a:solidFill>
          <a:ln w="15120">
            <a:solidFill>
              <a:srgbClr val="1976d2"/>
            </a:solidFill>
            <a:miter/>
          </a:ln>
        </p:spPr>
      </p:sp>
      <p:sp>
        <p:nvSpPr>
          <p:cNvPr id="56" name=""/>
          <p:cNvSpPr/>
          <p:nvPr/>
        </p:nvSpPr>
        <p:spPr>
          <a:xfrm>
            <a:off x="3015720" y="5116680"/>
            <a:ext cx="0" cy="254520"/>
          </a:xfrm>
          <a:custGeom>
            <a:avLst/>
            <a:gdLst/>
            <a:ahLst/>
            <a:rect l="0" t="0" r="r" b="b"/>
            <a:pathLst>
              <a:path fill="none" w="0" h="707">
                <a:moveTo>
                  <a:pt x="0" y="0"/>
                </a:moveTo>
                <a:cubicBezTo>
                  <a:pt x="0" y="252"/>
                  <a:pt x="0" y="487"/>
                  <a:pt x="0" y="707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57" name=""/>
          <p:cNvSpPr/>
          <p:nvPr/>
        </p:nvSpPr>
        <p:spPr>
          <a:xfrm>
            <a:off x="2985120" y="5310360"/>
            <a:ext cx="61200" cy="61200"/>
          </a:xfrm>
          <a:custGeom>
            <a:avLst/>
            <a:gdLst/>
            <a:ahLst/>
            <a:rect l="0" t="0" r="r" b="b"/>
            <a:pathLst>
              <a:path w="170" h="170">
                <a:moveTo>
                  <a:pt x="170" y="0"/>
                </a:moveTo>
                <a:lnTo>
                  <a:pt x="86" y="170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58" name=""/>
          <p:cNvSpPr/>
          <p:nvPr/>
        </p:nvSpPr>
        <p:spPr>
          <a:xfrm>
            <a:off x="1551600" y="6188040"/>
            <a:ext cx="2928600" cy="581040"/>
          </a:xfrm>
          <a:custGeom>
            <a:avLst/>
            <a:gdLst/>
            <a:ahLst/>
            <a:rect l="0" t="0" r="r" b="b"/>
            <a:pathLst>
              <a:path w="8135" h="1614">
                <a:moveTo>
                  <a:pt x="90" y="1614"/>
                </a:moveTo>
                <a:lnTo>
                  <a:pt x="8045" y="1614"/>
                </a:lnTo>
                <a:cubicBezTo>
                  <a:pt x="8105" y="1614"/>
                  <a:pt x="8135" y="1584"/>
                  <a:pt x="8135" y="1524"/>
                </a:cubicBezTo>
                <a:lnTo>
                  <a:pt x="8135" y="90"/>
                </a:lnTo>
                <a:cubicBezTo>
                  <a:pt x="8135" y="30"/>
                  <a:pt x="8105" y="0"/>
                  <a:pt x="8045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1524"/>
                </a:lnTo>
                <a:cubicBezTo>
                  <a:pt x="0" y="1584"/>
                  <a:pt x="30" y="1614"/>
                  <a:pt x="90" y="1614"/>
                </a:cubicBezTo>
                <a:close/>
              </a:path>
            </a:pathLst>
          </a:custGeom>
          <a:solidFill>
            <a:srgbClr val="e3f2fd"/>
          </a:solidFill>
          <a:ln w="15120">
            <a:solidFill>
              <a:srgbClr val="1976d2"/>
            </a:solidFill>
            <a:miter/>
          </a:ln>
        </p:spPr>
      </p:sp>
      <p:sp>
        <p:nvSpPr>
          <p:cNvPr id="59" name=""/>
          <p:cNvSpPr/>
          <p:nvPr/>
        </p:nvSpPr>
        <p:spPr>
          <a:xfrm>
            <a:off x="3015720" y="5891040"/>
            <a:ext cx="0" cy="286920"/>
          </a:xfrm>
          <a:custGeom>
            <a:avLst/>
            <a:gdLst/>
            <a:ahLst/>
            <a:rect l="0" t="0" r="r" b="b"/>
            <a:pathLst>
              <a:path fill="none" w="0" h="797">
                <a:moveTo>
                  <a:pt x="0" y="0"/>
                </a:moveTo>
                <a:cubicBezTo>
                  <a:pt x="0" y="281"/>
                  <a:pt x="0" y="547"/>
                  <a:pt x="0" y="797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60" name=""/>
          <p:cNvSpPr/>
          <p:nvPr/>
        </p:nvSpPr>
        <p:spPr>
          <a:xfrm>
            <a:off x="2985120" y="6116760"/>
            <a:ext cx="61200" cy="61560"/>
          </a:xfrm>
          <a:custGeom>
            <a:avLst/>
            <a:gdLst/>
            <a:ahLst/>
            <a:rect l="0" t="0" r="r" b="b"/>
            <a:pathLst>
              <a:path w="170" h="171">
                <a:moveTo>
                  <a:pt x="170" y="0"/>
                </a:moveTo>
                <a:lnTo>
                  <a:pt x="86" y="171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61" name=""/>
          <p:cNvSpPr/>
          <p:nvPr/>
        </p:nvSpPr>
        <p:spPr>
          <a:xfrm>
            <a:off x="1551600" y="7091280"/>
            <a:ext cx="2928600" cy="581040"/>
          </a:xfrm>
          <a:custGeom>
            <a:avLst/>
            <a:gdLst/>
            <a:ahLst/>
            <a:rect l="0" t="0" r="r" b="b"/>
            <a:pathLst>
              <a:path w="8135" h="1614">
                <a:moveTo>
                  <a:pt x="90" y="1614"/>
                </a:moveTo>
                <a:lnTo>
                  <a:pt x="8045" y="1614"/>
                </a:lnTo>
                <a:cubicBezTo>
                  <a:pt x="8105" y="1614"/>
                  <a:pt x="8135" y="1584"/>
                  <a:pt x="8135" y="1524"/>
                </a:cubicBezTo>
                <a:lnTo>
                  <a:pt x="8135" y="90"/>
                </a:lnTo>
                <a:cubicBezTo>
                  <a:pt x="8135" y="30"/>
                  <a:pt x="8105" y="0"/>
                  <a:pt x="8045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1524"/>
                </a:lnTo>
                <a:cubicBezTo>
                  <a:pt x="0" y="1584"/>
                  <a:pt x="30" y="1614"/>
                  <a:pt x="90" y="1614"/>
                </a:cubicBezTo>
                <a:close/>
              </a:path>
            </a:pathLst>
          </a:custGeom>
          <a:solidFill>
            <a:srgbClr val="e3f2fd"/>
          </a:solidFill>
          <a:ln w="15120">
            <a:solidFill>
              <a:srgbClr val="1976d2"/>
            </a:solidFill>
            <a:miter/>
          </a:ln>
        </p:spPr>
      </p:sp>
      <p:sp>
        <p:nvSpPr>
          <p:cNvPr id="62" name=""/>
          <p:cNvSpPr/>
          <p:nvPr/>
        </p:nvSpPr>
        <p:spPr>
          <a:xfrm>
            <a:off x="3015720" y="6761880"/>
            <a:ext cx="0" cy="319320"/>
          </a:xfrm>
          <a:custGeom>
            <a:avLst/>
            <a:gdLst/>
            <a:ahLst/>
            <a:rect l="0" t="0" r="r" b="b"/>
            <a:pathLst>
              <a:path fill="none" w="0" h="887">
                <a:moveTo>
                  <a:pt x="0" y="0"/>
                </a:moveTo>
                <a:cubicBezTo>
                  <a:pt x="0" y="311"/>
                  <a:pt x="0" y="607"/>
                  <a:pt x="0" y="887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63" name=""/>
          <p:cNvSpPr/>
          <p:nvPr/>
        </p:nvSpPr>
        <p:spPr>
          <a:xfrm>
            <a:off x="2985120" y="7020000"/>
            <a:ext cx="61200" cy="61560"/>
          </a:xfrm>
          <a:custGeom>
            <a:avLst/>
            <a:gdLst/>
            <a:ahLst/>
            <a:rect l="0" t="0" r="r" b="b"/>
            <a:pathLst>
              <a:path w="170" h="171">
                <a:moveTo>
                  <a:pt x="170" y="0"/>
                </a:moveTo>
                <a:lnTo>
                  <a:pt x="86" y="171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64" name=""/>
          <p:cNvSpPr/>
          <p:nvPr/>
        </p:nvSpPr>
        <p:spPr>
          <a:xfrm>
            <a:off x="1551600" y="7994520"/>
            <a:ext cx="2928600" cy="581040"/>
          </a:xfrm>
          <a:custGeom>
            <a:avLst/>
            <a:gdLst/>
            <a:ahLst/>
            <a:rect l="0" t="0" r="r" b="b"/>
            <a:pathLst>
              <a:path w="8135" h="1614">
                <a:moveTo>
                  <a:pt x="90" y="1614"/>
                </a:moveTo>
                <a:lnTo>
                  <a:pt x="8045" y="1614"/>
                </a:lnTo>
                <a:cubicBezTo>
                  <a:pt x="8105" y="1614"/>
                  <a:pt x="8135" y="1584"/>
                  <a:pt x="8135" y="1524"/>
                </a:cubicBezTo>
                <a:lnTo>
                  <a:pt x="8135" y="89"/>
                </a:lnTo>
                <a:cubicBezTo>
                  <a:pt x="8135" y="30"/>
                  <a:pt x="8105" y="0"/>
                  <a:pt x="8045" y="0"/>
                </a:cubicBezTo>
                <a:lnTo>
                  <a:pt x="90" y="0"/>
                </a:lnTo>
                <a:cubicBezTo>
                  <a:pt x="30" y="0"/>
                  <a:pt x="0" y="30"/>
                  <a:pt x="0" y="89"/>
                </a:cubicBezTo>
                <a:lnTo>
                  <a:pt x="0" y="1524"/>
                </a:lnTo>
                <a:cubicBezTo>
                  <a:pt x="0" y="1584"/>
                  <a:pt x="30" y="1614"/>
                  <a:pt x="90" y="1614"/>
                </a:cubicBezTo>
                <a:close/>
              </a:path>
            </a:pathLst>
          </a:custGeom>
          <a:solidFill>
            <a:srgbClr val="e3f2fd"/>
          </a:solidFill>
          <a:ln w="15120">
            <a:solidFill>
              <a:srgbClr val="1976d2"/>
            </a:solidFill>
            <a:miter/>
          </a:ln>
        </p:spPr>
      </p:sp>
      <p:sp>
        <p:nvSpPr>
          <p:cNvPr id="65" name=""/>
          <p:cNvSpPr/>
          <p:nvPr/>
        </p:nvSpPr>
        <p:spPr>
          <a:xfrm>
            <a:off x="3015720" y="7665120"/>
            <a:ext cx="0" cy="319320"/>
          </a:xfrm>
          <a:custGeom>
            <a:avLst/>
            <a:gdLst/>
            <a:ahLst/>
            <a:rect l="0" t="0" r="r" b="b"/>
            <a:pathLst>
              <a:path fill="none" w="0" h="887">
                <a:moveTo>
                  <a:pt x="0" y="0"/>
                </a:moveTo>
                <a:cubicBezTo>
                  <a:pt x="0" y="311"/>
                  <a:pt x="0" y="607"/>
                  <a:pt x="0" y="887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66" name=""/>
          <p:cNvSpPr/>
          <p:nvPr/>
        </p:nvSpPr>
        <p:spPr>
          <a:xfrm>
            <a:off x="2985120" y="7923240"/>
            <a:ext cx="61200" cy="61560"/>
          </a:xfrm>
          <a:custGeom>
            <a:avLst/>
            <a:gdLst/>
            <a:ahLst/>
            <a:rect l="0" t="0" r="r" b="b"/>
            <a:pathLst>
              <a:path w="170" h="171">
                <a:moveTo>
                  <a:pt x="170" y="0"/>
                </a:moveTo>
                <a:lnTo>
                  <a:pt x="86" y="171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67" name=""/>
          <p:cNvSpPr/>
          <p:nvPr/>
        </p:nvSpPr>
        <p:spPr>
          <a:xfrm>
            <a:off x="5455800" y="3833280"/>
            <a:ext cx="2928960" cy="516240"/>
          </a:xfrm>
          <a:custGeom>
            <a:avLst/>
            <a:gdLst/>
            <a:ahLst/>
            <a:rect l="0" t="0" r="r" b="b"/>
            <a:pathLst>
              <a:path w="8136" h="1434">
                <a:moveTo>
                  <a:pt x="91" y="1434"/>
                </a:moveTo>
                <a:lnTo>
                  <a:pt x="8045" y="1434"/>
                </a:lnTo>
                <a:cubicBezTo>
                  <a:pt x="8106" y="1434"/>
                  <a:pt x="8136" y="1405"/>
                  <a:pt x="8136" y="1345"/>
                </a:cubicBezTo>
                <a:lnTo>
                  <a:pt x="8136" y="89"/>
                </a:lnTo>
                <a:cubicBezTo>
                  <a:pt x="8136" y="30"/>
                  <a:pt x="8106" y="0"/>
                  <a:pt x="8045" y="0"/>
                </a:cubicBezTo>
                <a:lnTo>
                  <a:pt x="91" y="0"/>
                </a:lnTo>
                <a:cubicBezTo>
                  <a:pt x="30" y="0"/>
                  <a:pt x="0" y="30"/>
                  <a:pt x="0" y="89"/>
                </a:cubicBezTo>
                <a:lnTo>
                  <a:pt x="0" y="1345"/>
                </a:lnTo>
                <a:cubicBezTo>
                  <a:pt x="0" y="1405"/>
                  <a:pt x="30" y="1434"/>
                  <a:pt x="91" y="1434"/>
                </a:cubicBezTo>
                <a:close/>
              </a:path>
            </a:pathLst>
          </a:custGeom>
          <a:solidFill>
            <a:srgbClr val="fce4ec"/>
          </a:solidFill>
          <a:ln w="15120">
            <a:solidFill>
              <a:srgbClr val="c2185b"/>
            </a:solidFill>
            <a:miter/>
          </a:ln>
        </p:spPr>
      </p:sp>
      <p:sp>
        <p:nvSpPr>
          <p:cNvPr id="68" name=""/>
          <p:cNvSpPr/>
          <p:nvPr/>
        </p:nvSpPr>
        <p:spPr>
          <a:xfrm>
            <a:off x="2910600" y="3320640"/>
            <a:ext cx="3967920" cy="539280"/>
          </a:xfrm>
          <a:custGeom>
            <a:avLst/>
            <a:gdLst/>
            <a:ahLst/>
            <a:rect l="0" t="0" r="r" b="b"/>
            <a:pathLst>
              <a:path fill="none" w="11022" h="1498">
                <a:moveTo>
                  <a:pt x="0" y="0"/>
                </a:moveTo>
                <a:cubicBezTo>
                  <a:pt x="3689" y="501"/>
                  <a:pt x="7363" y="1001"/>
                  <a:pt x="11022" y="1498"/>
                </a:cubicBezTo>
              </a:path>
            </a:pathLst>
          </a:custGeom>
          <a:ln cap="rnd" w="15120">
            <a:solidFill>
              <a:srgbClr val="808080"/>
            </a:solidFill>
            <a:round/>
          </a:ln>
        </p:spPr>
      </p:sp>
      <p:sp>
        <p:nvSpPr>
          <p:cNvPr id="69" name=""/>
          <p:cNvSpPr/>
          <p:nvPr/>
        </p:nvSpPr>
        <p:spPr>
          <a:xfrm>
            <a:off x="6813720" y="3821400"/>
            <a:ext cx="64800" cy="60840"/>
          </a:xfrm>
          <a:custGeom>
            <a:avLst/>
            <a:gdLst/>
            <a:ahLst/>
            <a:rect l="0" t="0" r="r" b="b"/>
            <a:pathLst>
              <a:path w="180" h="169">
                <a:moveTo>
                  <a:pt x="22" y="0"/>
                </a:moveTo>
                <a:lnTo>
                  <a:pt x="180" y="106"/>
                </a:lnTo>
                <a:lnTo>
                  <a:pt x="0" y="169"/>
                </a:lnTo>
                <a:lnTo>
                  <a:pt x="22" y="0"/>
                </a:lnTo>
                <a:close/>
              </a:path>
            </a:pathLst>
          </a:custGeom>
          <a:solidFill>
            <a:srgbClr val="808080"/>
          </a:solidFill>
          <a:ln cap="rnd" w="15120">
            <a:solidFill>
              <a:srgbClr val="808080"/>
            </a:solidFill>
            <a:round/>
          </a:ln>
        </p:spPr>
      </p:sp>
      <p:sp>
        <p:nvSpPr>
          <p:cNvPr id="70" name=""/>
          <p:cNvSpPr/>
          <p:nvPr/>
        </p:nvSpPr>
        <p:spPr>
          <a:xfrm>
            <a:off x="6930000" y="3341880"/>
            <a:ext cx="114840" cy="482760"/>
          </a:xfrm>
          <a:custGeom>
            <a:avLst/>
            <a:gdLst/>
            <a:ahLst/>
            <a:rect l="0" t="0" r="r" b="b"/>
            <a:pathLst>
              <a:path fill="none" w="319" h="1341">
                <a:moveTo>
                  <a:pt x="319" y="0"/>
                </a:moveTo>
                <a:cubicBezTo>
                  <a:pt x="208" y="462"/>
                  <a:pt x="102" y="909"/>
                  <a:pt x="0" y="1341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71" name=""/>
          <p:cNvSpPr/>
          <p:nvPr/>
        </p:nvSpPr>
        <p:spPr>
          <a:xfrm>
            <a:off x="6914160" y="3757680"/>
            <a:ext cx="59760" cy="66960"/>
          </a:xfrm>
          <a:custGeom>
            <a:avLst/>
            <a:gdLst/>
            <a:ahLst/>
            <a:rect l="0" t="0" r="r" b="b"/>
            <a:pathLst>
              <a:path w="166" h="186">
                <a:moveTo>
                  <a:pt x="166" y="39"/>
                </a:moveTo>
                <a:lnTo>
                  <a:pt x="44" y="186"/>
                </a:lnTo>
                <a:lnTo>
                  <a:pt x="0" y="0"/>
                </a:lnTo>
                <a:lnTo>
                  <a:pt x="166" y="39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72" name=""/>
          <p:cNvSpPr/>
          <p:nvPr/>
        </p:nvSpPr>
        <p:spPr>
          <a:xfrm>
            <a:off x="5455800" y="4575240"/>
            <a:ext cx="2928960" cy="581040"/>
          </a:xfrm>
          <a:custGeom>
            <a:avLst/>
            <a:gdLst/>
            <a:ahLst/>
            <a:rect l="0" t="0" r="r" b="b"/>
            <a:pathLst>
              <a:path w="8136" h="1614">
                <a:moveTo>
                  <a:pt x="91" y="1614"/>
                </a:moveTo>
                <a:lnTo>
                  <a:pt x="8045" y="1614"/>
                </a:lnTo>
                <a:cubicBezTo>
                  <a:pt x="8106" y="1614"/>
                  <a:pt x="8136" y="1584"/>
                  <a:pt x="8136" y="1524"/>
                </a:cubicBezTo>
                <a:lnTo>
                  <a:pt x="8136" y="89"/>
                </a:lnTo>
                <a:cubicBezTo>
                  <a:pt x="8136" y="30"/>
                  <a:pt x="8106" y="0"/>
                  <a:pt x="8045" y="0"/>
                </a:cubicBezTo>
                <a:lnTo>
                  <a:pt x="91" y="0"/>
                </a:lnTo>
                <a:cubicBezTo>
                  <a:pt x="30" y="0"/>
                  <a:pt x="0" y="30"/>
                  <a:pt x="0" y="89"/>
                </a:cubicBezTo>
                <a:lnTo>
                  <a:pt x="0" y="1524"/>
                </a:lnTo>
                <a:cubicBezTo>
                  <a:pt x="0" y="1584"/>
                  <a:pt x="30" y="1614"/>
                  <a:pt x="91" y="1614"/>
                </a:cubicBezTo>
                <a:close/>
              </a:path>
            </a:pathLst>
          </a:custGeom>
          <a:solidFill>
            <a:srgbClr val="fce4ec"/>
          </a:solidFill>
          <a:ln w="15120">
            <a:solidFill>
              <a:srgbClr val="c2185b"/>
            </a:solidFill>
            <a:miter/>
          </a:ln>
        </p:spPr>
      </p:sp>
      <p:sp>
        <p:nvSpPr>
          <p:cNvPr id="73" name=""/>
          <p:cNvSpPr/>
          <p:nvPr/>
        </p:nvSpPr>
        <p:spPr>
          <a:xfrm>
            <a:off x="6920280" y="4342320"/>
            <a:ext cx="0" cy="222480"/>
          </a:xfrm>
          <a:custGeom>
            <a:avLst/>
            <a:gdLst/>
            <a:ahLst/>
            <a:rect l="0" t="0" r="r" b="b"/>
            <a:pathLst>
              <a:path fill="none" w="0" h="618">
                <a:moveTo>
                  <a:pt x="0" y="0"/>
                </a:moveTo>
                <a:cubicBezTo>
                  <a:pt x="0" y="222"/>
                  <a:pt x="0" y="428"/>
                  <a:pt x="0" y="618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74" name=""/>
          <p:cNvSpPr/>
          <p:nvPr/>
        </p:nvSpPr>
        <p:spPr>
          <a:xfrm>
            <a:off x="6889680" y="4503960"/>
            <a:ext cx="61200" cy="61200"/>
          </a:xfrm>
          <a:custGeom>
            <a:avLst/>
            <a:gdLst/>
            <a:ahLst/>
            <a:rect l="0" t="0" r="r" b="b"/>
            <a:pathLst>
              <a:path w="170" h="170">
                <a:moveTo>
                  <a:pt x="170" y="0"/>
                </a:moveTo>
                <a:lnTo>
                  <a:pt x="86" y="170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75" name=""/>
          <p:cNvSpPr/>
          <p:nvPr/>
        </p:nvSpPr>
        <p:spPr>
          <a:xfrm>
            <a:off x="5455800" y="5413680"/>
            <a:ext cx="2928960" cy="581040"/>
          </a:xfrm>
          <a:custGeom>
            <a:avLst/>
            <a:gdLst/>
            <a:ahLst/>
            <a:rect l="0" t="0" r="r" b="b"/>
            <a:pathLst>
              <a:path w="8136" h="1614">
                <a:moveTo>
                  <a:pt x="91" y="1614"/>
                </a:moveTo>
                <a:lnTo>
                  <a:pt x="8045" y="1614"/>
                </a:lnTo>
                <a:cubicBezTo>
                  <a:pt x="8106" y="1614"/>
                  <a:pt x="8136" y="1584"/>
                  <a:pt x="8136" y="1525"/>
                </a:cubicBezTo>
                <a:lnTo>
                  <a:pt x="8136" y="90"/>
                </a:lnTo>
                <a:cubicBezTo>
                  <a:pt x="8136" y="30"/>
                  <a:pt x="8106" y="0"/>
                  <a:pt x="8045" y="0"/>
                </a:cubicBezTo>
                <a:lnTo>
                  <a:pt x="91" y="0"/>
                </a:lnTo>
                <a:cubicBezTo>
                  <a:pt x="30" y="0"/>
                  <a:pt x="0" y="30"/>
                  <a:pt x="0" y="90"/>
                </a:cubicBezTo>
                <a:lnTo>
                  <a:pt x="0" y="1525"/>
                </a:lnTo>
                <a:cubicBezTo>
                  <a:pt x="0" y="1584"/>
                  <a:pt x="30" y="1614"/>
                  <a:pt x="91" y="1614"/>
                </a:cubicBezTo>
                <a:close/>
              </a:path>
            </a:pathLst>
          </a:custGeom>
          <a:solidFill>
            <a:srgbClr val="fce4ec"/>
          </a:solidFill>
          <a:ln w="15120">
            <a:solidFill>
              <a:srgbClr val="c2185b"/>
            </a:solidFill>
            <a:miter/>
          </a:ln>
        </p:spPr>
      </p:sp>
      <p:sp>
        <p:nvSpPr>
          <p:cNvPr id="76" name=""/>
          <p:cNvSpPr/>
          <p:nvPr/>
        </p:nvSpPr>
        <p:spPr>
          <a:xfrm>
            <a:off x="6920280" y="5149080"/>
            <a:ext cx="0" cy="254520"/>
          </a:xfrm>
          <a:custGeom>
            <a:avLst/>
            <a:gdLst/>
            <a:ahLst/>
            <a:rect l="0" t="0" r="r" b="b"/>
            <a:pathLst>
              <a:path fill="none" w="0" h="707">
                <a:moveTo>
                  <a:pt x="0" y="0"/>
                </a:moveTo>
                <a:cubicBezTo>
                  <a:pt x="0" y="251"/>
                  <a:pt x="0" y="487"/>
                  <a:pt x="0" y="707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77" name=""/>
          <p:cNvSpPr/>
          <p:nvPr/>
        </p:nvSpPr>
        <p:spPr>
          <a:xfrm>
            <a:off x="6889680" y="5342760"/>
            <a:ext cx="61200" cy="61200"/>
          </a:xfrm>
          <a:custGeom>
            <a:avLst/>
            <a:gdLst/>
            <a:ahLst/>
            <a:rect l="0" t="0" r="r" b="b"/>
            <a:pathLst>
              <a:path w="170" h="170">
                <a:moveTo>
                  <a:pt x="170" y="0"/>
                </a:moveTo>
                <a:lnTo>
                  <a:pt x="86" y="170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78" name=""/>
          <p:cNvSpPr/>
          <p:nvPr/>
        </p:nvSpPr>
        <p:spPr>
          <a:xfrm>
            <a:off x="5455800" y="6252480"/>
            <a:ext cx="2928960" cy="581040"/>
          </a:xfrm>
          <a:custGeom>
            <a:avLst/>
            <a:gdLst/>
            <a:ahLst/>
            <a:rect l="0" t="0" r="r" b="b"/>
            <a:pathLst>
              <a:path w="8136" h="1614">
                <a:moveTo>
                  <a:pt x="91" y="1614"/>
                </a:moveTo>
                <a:lnTo>
                  <a:pt x="8045" y="1614"/>
                </a:lnTo>
                <a:cubicBezTo>
                  <a:pt x="8106" y="1614"/>
                  <a:pt x="8136" y="1584"/>
                  <a:pt x="8136" y="1524"/>
                </a:cubicBezTo>
                <a:lnTo>
                  <a:pt x="8136" y="90"/>
                </a:lnTo>
                <a:cubicBezTo>
                  <a:pt x="8136" y="30"/>
                  <a:pt x="8106" y="0"/>
                  <a:pt x="8045" y="0"/>
                </a:cubicBezTo>
                <a:lnTo>
                  <a:pt x="91" y="0"/>
                </a:lnTo>
                <a:cubicBezTo>
                  <a:pt x="30" y="0"/>
                  <a:pt x="0" y="30"/>
                  <a:pt x="0" y="90"/>
                </a:cubicBezTo>
                <a:lnTo>
                  <a:pt x="0" y="1524"/>
                </a:lnTo>
                <a:cubicBezTo>
                  <a:pt x="0" y="1584"/>
                  <a:pt x="30" y="1614"/>
                  <a:pt x="91" y="1614"/>
                </a:cubicBezTo>
                <a:close/>
              </a:path>
            </a:pathLst>
          </a:custGeom>
          <a:solidFill>
            <a:srgbClr val="fce4ec"/>
          </a:solidFill>
          <a:ln w="15120">
            <a:solidFill>
              <a:srgbClr val="c2185b"/>
            </a:solidFill>
            <a:miter/>
          </a:ln>
        </p:spPr>
      </p:sp>
      <p:sp>
        <p:nvSpPr>
          <p:cNvPr id="79" name=""/>
          <p:cNvSpPr/>
          <p:nvPr/>
        </p:nvSpPr>
        <p:spPr>
          <a:xfrm>
            <a:off x="6920280" y="5987520"/>
            <a:ext cx="0" cy="254880"/>
          </a:xfrm>
          <a:custGeom>
            <a:avLst/>
            <a:gdLst/>
            <a:ahLst/>
            <a:rect l="0" t="0" r="r" b="b"/>
            <a:pathLst>
              <a:path fill="none" w="0" h="708">
                <a:moveTo>
                  <a:pt x="0" y="0"/>
                </a:moveTo>
                <a:cubicBezTo>
                  <a:pt x="0" y="252"/>
                  <a:pt x="0" y="488"/>
                  <a:pt x="0" y="708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80" name=""/>
          <p:cNvSpPr/>
          <p:nvPr/>
        </p:nvSpPr>
        <p:spPr>
          <a:xfrm>
            <a:off x="6889680" y="6181200"/>
            <a:ext cx="61200" cy="61560"/>
          </a:xfrm>
          <a:custGeom>
            <a:avLst/>
            <a:gdLst/>
            <a:ahLst/>
            <a:rect l="0" t="0" r="r" b="b"/>
            <a:pathLst>
              <a:path w="170" h="171">
                <a:moveTo>
                  <a:pt x="170" y="0"/>
                </a:moveTo>
                <a:lnTo>
                  <a:pt x="86" y="171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81" name=""/>
          <p:cNvSpPr/>
          <p:nvPr/>
        </p:nvSpPr>
        <p:spPr>
          <a:xfrm>
            <a:off x="5455800" y="7155720"/>
            <a:ext cx="2928960" cy="581040"/>
          </a:xfrm>
          <a:custGeom>
            <a:avLst/>
            <a:gdLst/>
            <a:ahLst/>
            <a:rect l="0" t="0" r="r" b="b"/>
            <a:pathLst>
              <a:path w="8136" h="1614">
                <a:moveTo>
                  <a:pt x="91" y="1614"/>
                </a:moveTo>
                <a:lnTo>
                  <a:pt x="8045" y="1614"/>
                </a:lnTo>
                <a:cubicBezTo>
                  <a:pt x="8106" y="1614"/>
                  <a:pt x="8136" y="1584"/>
                  <a:pt x="8136" y="1524"/>
                </a:cubicBezTo>
                <a:lnTo>
                  <a:pt x="8136" y="90"/>
                </a:lnTo>
                <a:cubicBezTo>
                  <a:pt x="8136" y="30"/>
                  <a:pt x="8106" y="0"/>
                  <a:pt x="8045" y="0"/>
                </a:cubicBezTo>
                <a:lnTo>
                  <a:pt x="91" y="0"/>
                </a:lnTo>
                <a:cubicBezTo>
                  <a:pt x="30" y="0"/>
                  <a:pt x="0" y="30"/>
                  <a:pt x="0" y="90"/>
                </a:cubicBezTo>
                <a:lnTo>
                  <a:pt x="0" y="1524"/>
                </a:lnTo>
                <a:cubicBezTo>
                  <a:pt x="0" y="1584"/>
                  <a:pt x="30" y="1614"/>
                  <a:pt x="91" y="1614"/>
                </a:cubicBezTo>
                <a:close/>
              </a:path>
            </a:pathLst>
          </a:custGeom>
          <a:solidFill>
            <a:srgbClr val="fce4ec"/>
          </a:solidFill>
          <a:ln w="15120">
            <a:solidFill>
              <a:srgbClr val="c2185b"/>
            </a:solidFill>
            <a:miter/>
          </a:ln>
        </p:spPr>
      </p:sp>
      <p:sp>
        <p:nvSpPr>
          <p:cNvPr id="82" name=""/>
          <p:cNvSpPr/>
          <p:nvPr/>
        </p:nvSpPr>
        <p:spPr>
          <a:xfrm>
            <a:off x="6920280" y="6826320"/>
            <a:ext cx="0" cy="319320"/>
          </a:xfrm>
          <a:custGeom>
            <a:avLst/>
            <a:gdLst/>
            <a:ahLst/>
            <a:rect l="0" t="0" r="r" b="b"/>
            <a:pathLst>
              <a:path fill="none" w="0" h="887">
                <a:moveTo>
                  <a:pt x="0" y="0"/>
                </a:moveTo>
                <a:cubicBezTo>
                  <a:pt x="0" y="311"/>
                  <a:pt x="0" y="607"/>
                  <a:pt x="0" y="887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83" name=""/>
          <p:cNvSpPr/>
          <p:nvPr/>
        </p:nvSpPr>
        <p:spPr>
          <a:xfrm>
            <a:off x="6889680" y="7084800"/>
            <a:ext cx="61200" cy="61200"/>
          </a:xfrm>
          <a:custGeom>
            <a:avLst/>
            <a:gdLst/>
            <a:ahLst/>
            <a:rect l="0" t="0" r="r" b="b"/>
            <a:pathLst>
              <a:path w="170" h="170">
                <a:moveTo>
                  <a:pt x="170" y="0"/>
                </a:moveTo>
                <a:lnTo>
                  <a:pt x="86" y="170"/>
                </a:lnTo>
                <a:lnTo>
                  <a:pt x="0" y="0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84" name=""/>
          <p:cNvSpPr/>
          <p:nvPr/>
        </p:nvSpPr>
        <p:spPr>
          <a:xfrm>
            <a:off x="3048120" y="8155800"/>
            <a:ext cx="3839760" cy="645480"/>
          </a:xfrm>
          <a:custGeom>
            <a:avLst/>
            <a:gdLst/>
            <a:ahLst/>
            <a:rect l="0" t="0" r="r" b="b"/>
            <a:pathLst>
              <a:path w="10666" h="1793">
                <a:moveTo>
                  <a:pt x="90" y="1793"/>
                </a:moveTo>
                <a:lnTo>
                  <a:pt x="10576" y="1793"/>
                </a:lnTo>
                <a:cubicBezTo>
                  <a:pt x="10636" y="1793"/>
                  <a:pt x="10666" y="1763"/>
                  <a:pt x="10666" y="1703"/>
                </a:cubicBezTo>
                <a:lnTo>
                  <a:pt x="10666" y="89"/>
                </a:lnTo>
                <a:cubicBezTo>
                  <a:pt x="10666" y="30"/>
                  <a:pt x="10636" y="0"/>
                  <a:pt x="10576" y="0"/>
                </a:cubicBezTo>
                <a:lnTo>
                  <a:pt x="90" y="0"/>
                </a:lnTo>
                <a:cubicBezTo>
                  <a:pt x="30" y="0"/>
                  <a:pt x="0" y="30"/>
                  <a:pt x="0" y="89"/>
                </a:cubicBezTo>
                <a:lnTo>
                  <a:pt x="0" y="1703"/>
                </a:lnTo>
                <a:cubicBezTo>
                  <a:pt x="0" y="1763"/>
                  <a:pt x="30" y="1793"/>
                  <a:pt x="90" y="1793"/>
                </a:cubicBezTo>
                <a:close/>
              </a:path>
            </a:pathLst>
          </a:custGeom>
          <a:solidFill>
            <a:srgbClr val="fff8e1"/>
          </a:solidFill>
          <a:ln w="0">
            <a:noFill/>
          </a:ln>
        </p:spPr>
      </p:sp>
      <p:sp>
        <p:nvSpPr>
          <p:cNvPr id="85" name=""/>
          <p:cNvSpPr/>
          <p:nvPr/>
        </p:nvSpPr>
        <p:spPr>
          <a:xfrm>
            <a:off x="3048120" y="8155800"/>
            <a:ext cx="3839760" cy="645480"/>
          </a:xfrm>
          <a:custGeom>
            <a:avLst/>
            <a:gdLst/>
            <a:ahLst/>
            <a:rect l="0" t="0" r="r" b="b"/>
            <a:pathLst>
              <a:path w="10666" h="1793">
                <a:moveTo>
                  <a:pt x="90" y="1793"/>
                </a:moveTo>
                <a:lnTo>
                  <a:pt x="10576" y="1793"/>
                </a:lnTo>
                <a:cubicBezTo>
                  <a:pt x="10636" y="1793"/>
                  <a:pt x="10666" y="1763"/>
                  <a:pt x="10666" y="1703"/>
                </a:cubicBezTo>
                <a:lnTo>
                  <a:pt x="10666" y="89"/>
                </a:lnTo>
                <a:cubicBezTo>
                  <a:pt x="10666" y="30"/>
                  <a:pt x="10636" y="0"/>
                  <a:pt x="10576" y="0"/>
                </a:cubicBezTo>
                <a:lnTo>
                  <a:pt x="90" y="0"/>
                </a:lnTo>
                <a:cubicBezTo>
                  <a:pt x="30" y="0"/>
                  <a:pt x="0" y="30"/>
                  <a:pt x="0" y="89"/>
                </a:cubicBezTo>
                <a:lnTo>
                  <a:pt x="0" y="1703"/>
                </a:lnTo>
                <a:cubicBezTo>
                  <a:pt x="0" y="1763"/>
                  <a:pt x="30" y="1793"/>
                  <a:pt x="90" y="1793"/>
                </a:cubicBezTo>
                <a:close/>
              </a:path>
            </a:pathLst>
          </a:custGeom>
          <a:noFill/>
          <a:ln w="15120">
            <a:solidFill>
              <a:srgbClr val="f57c00"/>
            </a:solidFill>
            <a:miter/>
          </a:ln>
        </p:spPr>
      </p:sp>
      <p:sp>
        <p:nvSpPr>
          <p:cNvPr id="86" name=""/>
          <p:cNvSpPr/>
          <p:nvPr/>
        </p:nvSpPr>
        <p:spPr>
          <a:xfrm>
            <a:off x="3040560" y="8291880"/>
            <a:ext cx="1430280" cy="246960"/>
          </a:xfrm>
          <a:custGeom>
            <a:avLst/>
            <a:gdLst/>
            <a:ahLst/>
            <a:rect l="0" t="0" r="r" b="b"/>
            <a:pathLst>
              <a:path fill="none" w="3973" h="686">
                <a:moveTo>
                  <a:pt x="0" y="686"/>
                </a:moveTo>
                <a:cubicBezTo>
                  <a:pt x="1340" y="454"/>
                  <a:pt x="2665" y="226"/>
                  <a:pt x="3973" y="0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87" name=""/>
          <p:cNvSpPr/>
          <p:nvPr/>
        </p:nvSpPr>
        <p:spPr>
          <a:xfrm>
            <a:off x="4405320" y="8272440"/>
            <a:ext cx="65520" cy="60480"/>
          </a:xfrm>
          <a:custGeom>
            <a:avLst/>
            <a:gdLst/>
            <a:ahLst/>
            <a:rect l="0" t="0" r="r" b="b"/>
            <a:pathLst>
              <a:path w="182" h="168">
                <a:moveTo>
                  <a:pt x="0" y="0"/>
                </a:moveTo>
                <a:lnTo>
                  <a:pt x="182" y="55"/>
                </a:lnTo>
                <a:lnTo>
                  <a:pt x="29" y="16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88" name=""/>
          <p:cNvSpPr/>
          <p:nvPr/>
        </p:nvSpPr>
        <p:spPr>
          <a:xfrm>
            <a:off x="5463000" y="7713360"/>
            <a:ext cx="1433880" cy="556560"/>
          </a:xfrm>
          <a:custGeom>
            <a:avLst/>
            <a:gdLst/>
            <a:ahLst/>
            <a:rect l="0" t="0" r="r" b="b"/>
            <a:pathLst>
              <a:path fill="none" w="3983" h="1546">
                <a:moveTo>
                  <a:pt x="3983" y="0"/>
                </a:moveTo>
                <a:cubicBezTo>
                  <a:pt x="2640" y="521"/>
                  <a:pt x="1312" y="1036"/>
                  <a:pt x="0" y="1546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89" name=""/>
          <p:cNvSpPr/>
          <p:nvPr/>
        </p:nvSpPr>
        <p:spPr>
          <a:xfrm>
            <a:off x="5463000" y="8218800"/>
            <a:ext cx="68040" cy="57240"/>
          </a:xfrm>
          <a:custGeom>
            <a:avLst/>
            <a:gdLst/>
            <a:ahLst/>
            <a:rect l="0" t="0" r="r" b="b"/>
            <a:pathLst>
              <a:path w="189" h="159">
                <a:moveTo>
                  <a:pt x="189" y="159"/>
                </a:moveTo>
                <a:lnTo>
                  <a:pt x="0" y="142"/>
                </a:lnTo>
                <a:lnTo>
                  <a:pt x="127" y="0"/>
                </a:lnTo>
                <a:lnTo>
                  <a:pt x="189" y="159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90" name=""/>
          <p:cNvSpPr/>
          <p:nvPr/>
        </p:nvSpPr>
        <p:spPr>
          <a:xfrm>
            <a:off x="1518840" y="9252360"/>
            <a:ext cx="3644640" cy="645840"/>
          </a:xfrm>
          <a:custGeom>
            <a:avLst/>
            <a:gdLst/>
            <a:ahLst/>
            <a:rect l="0" t="0" r="r" b="b"/>
            <a:pathLst>
              <a:path w="10124" h="1794">
                <a:moveTo>
                  <a:pt x="91" y="1794"/>
                </a:moveTo>
                <a:lnTo>
                  <a:pt x="10034" y="1794"/>
                </a:lnTo>
                <a:cubicBezTo>
                  <a:pt x="10094" y="1794"/>
                  <a:pt x="10124" y="1764"/>
                  <a:pt x="10124" y="1704"/>
                </a:cubicBezTo>
                <a:lnTo>
                  <a:pt x="10124" y="90"/>
                </a:lnTo>
                <a:cubicBezTo>
                  <a:pt x="10124" y="30"/>
                  <a:pt x="10094" y="0"/>
                  <a:pt x="10034" y="0"/>
                </a:cubicBezTo>
                <a:lnTo>
                  <a:pt x="91" y="0"/>
                </a:lnTo>
                <a:cubicBezTo>
                  <a:pt x="30" y="0"/>
                  <a:pt x="0" y="30"/>
                  <a:pt x="0" y="90"/>
                </a:cubicBezTo>
                <a:lnTo>
                  <a:pt x="0" y="1704"/>
                </a:lnTo>
                <a:cubicBezTo>
                  <a:pt x="0" y="1764"/>
                  <a:pt x="30" y="1794"/>
                  <a:pt x="91" y="1794"/>
                </a:cubicBezTo>
                <a:close/>
              </a:path>
            </a:pathLst>
          </a:custGeom>
          <a:solidFill>
            <a:srgbClr val="e8eaf6"/>
          </a:solidFill>
          <a:ln w="15120">
            <a:solidFill>
              <a:srgbClr val="303f9f"/>
            </a:solidFill>
            <a:miter/>
          </a:ln>
        </p:spPr>
      </p:sp>
      <p:sp>
        <p:nvSpPr>
          <p:cNvPr id="91" name=""/>
          <p:cNvSpPr/>
          <p:nvPr/>
        </p:nvSpPr>
        <p:spPr>
          <a:xfrm>
            <a:off x="3835800" y="8778240"/>
            <a:ext cx="1108800" cy="458280"/>
          </a:xfrm>
          <a:custGeom>
            <a:avLst/>
            <a:gdLst/>
            <a:ahLst/>
            <a:rect l="0" t="0" r="r" b="b"/>
            <a:pathLst>
              <a:path fill="none" w="3080" h="1273">
                <a:moveTo>
                  <a:pt x="3080" y="0"/>
                </a:moveTo>
                <a:cubicBezTo>
                  <a:pt x="2039" y="431"/>
                  <a:pt x="1013" y="855"/>
                  <a:pt x="0" y="1273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92" name=""/>
          <p:cNvSpPr/>
          <p:nvPr/>
        </p:nvSpPr>
        <p:spPr>
          <a:xfrm>
            <a:off x="3835800" y="9185040"/>
            <a:ext cx="68400" cy="56520"/>
          </a:xfrm>
          <a:custGeom>
            <a:avLst/>
            <a:gdLst/>
            <a:ahLst/>
            <a:rect l="0" t="0" r="r" b="b"/>
            <a:pathLst>
              <a:path w="190" h="157">
                <a:moveTo>
                  <a:pt x="190" y="157"/>
                </a:moveTo>
                <a:lnTo>
                  <a:pt x="0" y="142"/>
                </a:lnTo>
                <a:lnTo>
                  <a:pt x="124" y="0"/>
                </a:lnTo>
                <a:lnTo>
                  <a:pt x="190" y="157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93" name=""/>
          <p:cNvSpPr/>
          <p:nvPr/>
        </p:nvSpPr>
        <p:spPr>
          <a:xfrm>
            <a:off x="4772520" y="9252360"/>
            <a:ext cx="3644640" cy="645840"/>
          </a:xfrm>
          <a:custGeom>
            <a:avLst/>
            <a:gdLst/>
            <a:ahLst/>
            <a:rect l="0" t="0" r="r" b="b"/>
            <a:pathLst>
              <a:path w="10124" h="1794">
                <a:moveTo>
                  <a:pt x="91" y="1794"/>
                </a:moveTo>
                <a:lnTo>
                  <a:pt x="10034" y="1794"/>
                </a:lnTo>
                <a:cubicBezTo>
                  <a:pt x="10094" y="1794"/>
                  <a:pt x="10124" y="1764"/>
                  <a:pt x="10124" y="1704"/>
                </a:cubicBezTo>
                <a:lnTo>
                  <a:pt x="10124" y="90"/>
                </a:lnTo>
                <a:cubicBezTo>
                  <a:pt x="10124" y="30"/>
                  <a:pt x="10094" y="0"/>
                  <a:pt x="10034" y="0"/>
                </a:cubicBezTo>
                <a:lnTo>
                  <a:pt x="91" y="0"/>
                </a:lnTo>
                <a:cubicBezTo>
                  <a:pt x="30" y="0"/>
                  <a:pt x="0" y="30"/>
                  <a:pt x="0" y="90"/>
                </a:cubicBezTo>
                <a:lnTo>
                  <a:pt x="0" y="1704"/>
                </a:lnTo>
                <a:cubicBezTo>
                  <a:pt x="0" y="1764"/>
                  <a:pt x="30" y="1794"/>
                  <a:pt x="91" y="1794"/>
                </a:cubicBezTo>
                <a:close/>
              </a:path>
            </a:pathLst>
          </a:custGeom>
          <a:solidFill>
            <a:srgbClr val="e8eaf6"/>
          </a:solidFill>
          <a:ln w="15120">
            <a:solidFill>
              <a:srgbClr val="303f9f"/>
            </a:solidFill>
            <a:miter/>
          </a:ln>
        </p:spPr>
      </p:sp>
      <p:sp>
        <p:nvSpPr>
          <p:cNvPr id="94" name=""/>
          <p:cNvSpPr/>
          <p:nvPr/>
        </p:nvSpPr>
        <p:spPr>
          <a:xfrm>
            <a:off x="4991400" y="8778240"/>
            <a:ext cx="1108800" cy="458280"/>
          </a:xfrm>
          <a:custGeom>
            <a:avLst/>
            <a:gdLst/>
            <a:ahLst/>
            <a:rect l="0" t="0" r="r" b="b"/>
            <a:pathLst>
              <a:path fill="none" w="3080" h="1273">
                <a:moveTo>
                  <a:pt x="0" y="0"/>
                </a:moveTo>
                <a:cubicBezTo>
                  <a:pt x="1041" y="431"/>
                  <a:pt x="2067" y="855"/>
                  <a:pt x="3080" y="1273"/>
                </a:cubicBezTo>
              </a:path>
            </a:pathLst>
          </a:custGeom>
          <a:ln cap="rnd" w="15120">
            <a:solidFill>
              <a:srgbClr val="000000"/>
            </a:solidFill>
            <a:round/>
          </a:ln>
        </p:spPr>
      </p:sp>
      <p:sp>
        <p:nvSpPr>
          <p:cNvPr id="95" name=""/>
          <p:cNvSpPr/>
          <p:nvPr/>
        </p:nvSpPr>
        <p:spPr>
          <a:xfrm>
            <a:off x="6031800" y="9185040"/>
            <a:ext cx="68400" cy="56520"/>
          </a:xfrm>
          <a:custGeom>
            <a:avLst/>
            <a:gdLst/>
            <a:ahLst/>
            <a:rect l="0" t="0" r="r" b="b"/>
            <a:pathLst>
              <a:path w="190" h="157">
                <a:moveTo>
                  <a:pt x="65" y="0"/>
                </a:moveTo>
                <a:lnTo>
                  <a:pt x="190" y="142"/>
                </a:lnTo>
                <a:lnTo>
                  <a:pt x="0" y="157"/>
                </a:lnTo>
                <a:lnTo>
                  <a:pt x="65" y="0"/>
                </a:lnTo>
                <a:close/>
              </a:path>
            </a:pathLst>
          </a:custGeom>
          <a:solidFill>
            <a:srgbClr val="000000"/>
          </a:solidFill>
          <a:ln cap="rnd" w="15120">
            <a:solidFill>
              <a:srgbClr val="000000"/>
            </a:solidFill>
            <a:round/>
          </a:ln>
        </p:spPr>
      </p:sp>
      <p:sp>
        <p:nvSpPr>
          <p:cNvPr id="96" name=""/>
          <p:cNvSpPr/>
          <p:nvPr/>
        </p:nvSpPr>
        <p:spPr>
          <a:xfrm>
            <a:off x="2169720" y="10316880"/>
            <a:ext cx="5596560" cy="581040"/>
          </a:xfrm>
          <a:custGeom>
            <a:avLst/>
            <a:gdLst/>
            <a:ahLst/>
            <a:rect l="0" t="0" r="r" b="b"/>
            <a:pathLst>
              <a:path w="15546" h="1614">
                <a:moveTo>
                  <a:pt x="90" y="1614"/>
                </a:moveTo>
                <a:lnTo>
                  <a:pt x="15456" y="1614"/>
                </a:lnTo>
                <a:cubicBezTo>
                  <a:pt x="15516" y="1614"/>
                  <a:pt x="15546" y="1584"/>
                  <a:pt x="15546" y="1525"/>
                </a:cubicBezTo>
                <a:lnTo>
                  <a:pt x="15546" y="90"/>
                </a:lnTo>
                <a:cubicBezTo>
                  <a:pt x="15546" y="30"/>
                  <a:pt x="15516" y="0"/>
                  <a:pt x="15456" y="0"/>
                </a:cubicBezTo>
                <a:lnTo>
                  <a:pt x="90" y="0"/>
                </a:lnTo>
                <a:cubicBezTo>
                  <a:pt x="30" y="0"/>
                  <a:pt x="0" y="30"/>
                  <a:pt x="0" y="90"/>
                </a:cubicBezTo>
                <a:lnTo>
                  <a:pt x="0" y="1525"/>
                </a:lnTo>
                <a:cubicBezTo>
                  <a:pt x="0" y="1584"/>
                  <a:pt x="30" y="1614"/>
                  <a:pt x="90" y="1614"/>
                </a:cubicBezTo>
                <a:close/>
              </a:path>
            </a:pathLst>
          </a:custGeom>
          <a:solidFill>
            <a:srgbClr val="fce4ec"/>
          </a:solidFill>
          <a:ln w="15120">
            <a:solidFill>
              <a:srgbClr val="b71c1c"/>
            </a:solidFill>
            <a:miter/>
          </a:ln>
        </p:spPr>
      </p:sp>
      <p:sp>
        <p:nvSpPr>
          <p:cNvPr id="97" name=""/>
          <p:cNvSpPr txBox="1"/>
          <p:nvPr/>
        </p:nvSpPr>
        <p:spPr>
          <a:xfrm>
            <a:off x="2498400" y="389880"/>
            <a:ext cx="1190880" cy="190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DejaVuSans"/>
              </a:rPr>
              <a:t>Sample flow </a:t>
            </a:r>
            <a:endParaRPr b="0" lang="en-US" sz="1300" spc="-1" strike="noStrike"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3705480" y="487080"/>
            <a:ext cx="147600" cy="21240"/>
          </a:xfrm>
          <a:custGeom>
            <a:avLst/>
            <a:gdLst/>
            <a:ahLst/>
            <a:rect l="0" t="0" r="r" b="b"/>
            <a:pathLst>
              <a:path w="410" h="59">
                <a:moveTo>
                  <a:pt x="0" y="0"/>
                </a:moveTo>
                <a:lnTo>
                  <a:pt x="410" y="0"/>
                </a:lnTo>
                <a:lnTo>
                  <a:pt x="410" y="59"/>
                </a:lnTo>
                <a:lnTo>
                  <a:pt x="0" y="5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9" name=""/>
          <p:cNvSpPr txBox="1"/>
          <p:nvPr/>
        </p:nvSpPr>
        <p:spPr>
          <a:xfrm>
            <a:off x="3861720" y="389880"/>
            <a:ext cx="3562200" cy="19080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1" lang="en-US" sz="1300" spc="-1" strike="noStrike">
                <a:solidFill>
                  <a:srgbClr val="000000"/>
                </a:solidFill>
                <a:latin typeface="DejaVuSans"/>
              </a:rPr>
              <a:t>TNT discovery cohort (N=35 patients)</a:t>
            </a:r>
            <a:endParaRPr b="0" lang="en-US" sz="1300" spc="-1" strike="noStrike"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2745360" y="759600"/>
            <a:ext cx="44600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900" spc="-1" strike="noStrike">
                <a:solidFill>
                  <a:srgbClr val="808080"/>
                </a:solidFill>
                <a:latin typeface="DejaVuSans"/>
              </a:rPr>
              <a:t>Reconciles per-analysis n across WES, RNA-seq, paired, and integrated tables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>
            <a:off x="4087080" y="1372320"/>
            <a:ext cx="17730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35 MSS LARC patients enrolled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4108320" y="1571040"/>
            <a:ext cx="46080" cy="8280"/>
          </a:xfrm>
          <a:custGeom>
            <a:avLst/>
            <a:gdLst/>
            <a:ahLst/>
            <a:rect l="0" t="0" r="r" b="b"/>
            <a:pathLst>
              <a:path w="128" h="23">
                <a:moveTo>
                  <a:pt x="0" y="0"/>
                </a:moveTo>
                <a:lnTo>
                  <a:pt x="128" y="0"/>
                </a:lnTo>
                <a:lnTo>
                  <a:pt x="128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3" name=""/>
          <p:cNvSpPr/>
          <p:nvPr/>
        </p:nvSpPr>
        <p:spPr>
          <a:xfrm>
            <a:off x="6040800" y="1571040"/>
            <a:ext cx="46080" cy="8280"/>
          </a:xfrm>
          <a:custGeom>
            <a:avLst/>
            <a:gdLst/>
            <a:ahLst/>
            <a:rect l="0" t="0" r="r" b="b"/>
            <a:pathLst>
              <a:path w="128" h="23">
                <a:moveTo>
                  <a:pt x="0" y="0"/>
                </a:moveTo>
                <a:lnTo>
                  <a:pt x="128" y="0"/>
                </a:lnTo>
                <a:lnTo>
                  <a:pt x="128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4" name=""/>
          <p:cNvSpPr txBox="1"/>
          <p:nvPr/>
        </p:nvSpPr>
        <p:spPr>
          <a:xfrm>
            <a:off x="3700080" y="1500480"/>
            <a:ext cx="25016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Age 34 78 (median 60); M 25 / F 10; cT2 T4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5" name=""/>
          <p:cNvSpPr txBox="1"/>
          <p:nvPr/>
        </p:nvSpPr>
        <p:spPr>
          <a:xfrm>
            <a:off x="2808360" y="2080080"/>
            <a:ext cx="3088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Final TNT response (Dworak TRG, post-consolidation) 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5885640" y="2150640"/>
            <a:ext cx="103320" cy="8280"/>
          </a:xfrm>
          <a:custGeom>
            <a:avLst/>
            <a:gdLst/>
            <a:ahLst/>
            <a:rect l="0" t="0" r="r" b="b"/>
            <a:pathLst>
              <a:path w="287" h="23">
                <a:moveTo>
                  <a:pt x="0" y="0"/>
                </a:moveTo>
                <a:lnTo>
                  <a:pt x="287" y="0"/>
                </a:lnTo>
                <a:lnTo>
                  <a:pt x="287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7" name=""/>
          <p:cNvSpPr txBox="1"/>
          <p:nvPr/>
        </p:nvSpPr>
        <p:spPr>
          <a:xfrm>
            <a:off x="5994360" y="2080080"/>
            <a:ext cx="113940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binary good vs bad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4428000" y="2279160"/>
            <a:ext cx="46080" cy="8280"/>
          </a:xfrm>
          <a:custGeom>
            <a:avLst/>
            <a:gdLst/>
            <a:ahLst/>
            <a:rect l="0" t="0" r="r" b="b"/>
            <a:pathLst>
              <a:path w="128" h="23">
                <a:moveTo>
                  <a:pt x="0" y="0"/>
                </a:moveTo>
                <a:lnTo>
                  <a:pt x="128" y="0"/>
                </a:lnTo>
                <a:lnTo>
                  <a:pt x="128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9" name=""/>
          <p:cNvSpPr/>
          <p:nvPr/>
        </p:nvSpPr>
        <p:spPr>
          <a:xfrm>
            <a:off x="5706360" y="2279160"/>
            <a:ext cx="46440" cy="8280"/>
          </a:xfrm>
          <a:custGeom>
            <a:avLst/>
            <a:gdLst/>
            <a:ahLst/>
            <a:rect l="0" t="0" r="r" b="b"/>
            <a:pathLst>
              <a:path w="129" h="23">
                <a:moveTo>
                  <a:pt x="0" y="0"/>
                </a:moveTo>
                <a:lnTo>
                  <a:pt x="129" y="0"/>
                </a:lnTo>
                <a:lnTo>
                  <a:pt x="1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10" name=""/>
          <p:cNvSpPr txBox="1"/>
          <p:nvPr/>
        </p:nvSpPr>
        <p:spPr>
          <a:xfrm>
            <a:off x="3709800" y="2208600"/>
            <a:ext cx="24832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good (TRG 0 1) n=18 | bad (TRG 2 3) n=17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11" name=""/>
          <p:cNvSpPr txBox="1"/>
          <p:nvPr/>
        </p:nvSpPr>
        <p:spPr>
          <a:xfrm>
            <a:off x="2228040" y="2860920"/>
            <a:ext cx="13266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prepost_set = Y (paired)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2" name=""/>
          <p:cNvSpPr txBox="1"/>
          <p:nvPr/>
        </p:nvSpPr>
        <p:spPr>
          <a:xfrm>
            <a:off x="2500200" y="2991960"/>
            <a:ext cx="775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n=14 patients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3" name=""/>
          <p:cNvSpPr txBox="1"/>
          <p:nvPr/>
        </p:nvSpPr>
        <p:spPr>
          <a:xfrm>
            <a:off x="1576800" y="3120120"/>
            <a:ext cx="26496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3 samples each (normal/pre-CRT/post-CRT) = 42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4" name=""/>
          <p:cNvSpPr txBox="1"/>
          <p:nvPr/>
        </p:nvSpPr>
        <p:spPr>
          <a:xfrm>
            <a:off x="6120000" y="2860920"/>
            <a:ext cx="1873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prepost_set = N (single timepoint)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5" name=""/>
          <p:cNvSpPr txBox="1"/>
          <p:nvPr/>
        </p:nvSpPr>
        <p:spPr>
          <a:xfrm>
            <a:off x="6665040" y="2991960"/>
            <a:ext cx="7750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n=21 patients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6" name=""/>
          <p:cNvSpPr txBox="1"/>
          <p:nvPr/>
        </p:nvSpPr>
        <p:spPr>
          <a:xfrm>
            <a:off x="6006960" y="3120120"/>
            <a:ext cx="2097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30 with normal+pre + 6 pre-only = 36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7" name=""/>
          <p:cNvSpPr txBox="1"/>
          <p:nvPr/>
        </p:nvSpPr>
        <p:spPr>
          <a:xfrm>
            <a:off x="2237040" y="3958920"/>
            <a:ext cx="1566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WES sequenced samples: 77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8" name=""/>
          <p:cNvSpPr txBox="1"/>
          <p:nvPr/>
        </p:nvSpPr>
        <p:spPr>
          <a:xfrm>
            <a:off x="1662840" y="4086720"/>
            <a:ext cx="27226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(14×3 paired + 36 non-paired; subj 13-N missing)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19" name=""/>
          <p:cNvSpPr txBox="1"/>
          <p:nvPr/>
        </p:nvSpPr>
        <p:spPr>
          <a:xfrm>
            <a:off x="2372400" y="4732920"/>
            <a:ext cx="1294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Mutect2 somatic calling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1550160" y="4861080"/>
            <a:ext cx="2966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49 tumors PASS (41 T-N matched + 8 tumor-only/PoN)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1" name=""/>
          <p:cNvSpPr txBox="1"/>
          <p:nvPr/>
        </p:nvSpPr>
        <p:spPr>
          <a:xfrm>
            <a:off x="1837440" y="5443200"/>
            <a:ext cx="1840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MSI (msisensor-pro): 41 matched 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3665520" y="5509800"/>
            <a:ext cx="97920" cy="7920"/>
          </a:xfrm>
          <a:custGeom>
            <a:avLst/>
            <a:gdLst/>
            <a:ahLst/>
            <a:rect l="0" t="0" r="r" b="b"/>
            <a:pathLst>
              <a:path w="272" h="22">
                <a:moveTo>
                  <a:pt x="0" y="0"/>
                </a:moveTo>
                <a:lnTo>
                  <a:pt x="272" y="0"/>
                </a:lnTo>
                <a:lnTo>
                  <a:pt x="272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3" name=""/>
          <p:cNvSpPr txBox="1"/>
          <p:nvPr/>
        </p:nvSpPr>
        <p:spPr>
          <a:xfrm>
            <a:off x="3768480" y="5443200"/>
            <a:ext cx="428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all MSS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4" name=""/>
          <p:cNvSpPr txBox="1"/>
          <p:nvPr/>
        </p:nvSpPr>
        <p:spPr>
          <a:xfrm>
            <a:off x="2438640" y="5571360"/>
            <a:ext cx="11649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SBS refit: 49 samples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5" name=""/>
          <p:cNvSpPr txBox="1"/>
          <p:nvPr/>
        </p:nvSpPr>
        <p:spPr>
          <a:xfrm>
            <a:off x="2243520" y="5699160"/>
            <a:ext cx="1555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CNVkit CNV/CIN: 49 samples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6" name=""/>
          <p:cNvSpPr txBox="1"/>
          <p:nvPr/>
        </p:nvSpPr>
        <p:spPr>
          <a:xfrm>
            <a:off x="2112480" y="6281640"/>
            <a:ext cx="18126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Driver oncoprint, TMB: 49 tumors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7" name=""/>
          <p:cNvSpPr txBox="1"/>
          <p:nvPr/>
        </p:nvSpPr>
        <p:spPr>
          <a:xfrm>
            <a:off x="1727280" y="6409800"/>
            <a:ext cx="2609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(pre-CRT TMB analysis uses 35 pre-CRT tumors)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8" name=""/>
          <p:cNvSpPr txBox="1"/>
          <p:nvPr/>
        </p:nvSpPr>
        <p:spPr>
          <a:xfrm>
            <a:off x="1704240" y="6537960"/>
            <a:ext cx="2655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HLA class I OptiType: 35 subjects (from normals)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29" name=""/>
          <p:cNvSpPr txBox="1"/>
          <p:nvPr/>
        </p:nvSpPr>
        <p:spPr>
          <a:xfrm>
            <a:off x="2158200" y="7184880"/>
            <a:ext cx="558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Paired 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2709000" y="7228080"/>
            <a:ext cx="79200" cy="46440"/>
          </a:xfrm>
          <a:custGeom>
            <a:avLst/>
            <a:gdLst/>
            <a:ahLst/>
            <a:rect l="0" t="0" r="r" b="b"/>
            <a:pathLst>
              <a:path w="220" h="129">
                <a:moveTo>
                  <a:pt x="220" y="58"/>
                </a:moveTo>
                <a:lnTo>
                  <a:pt x="220" y="71"/>
                </a:lnTo>
                <a:lnTo>
                  <a:pt x="163" y="129"/>
                </a:lnTo>
                <a:lnTo>
                  <a:pt x="145" y="112"/>
                </a:lnTo>
                <a:lnTo>
                  <a:pt x="179" y="77"/>
                </a:lnTo>
                <a:lnTo>
                  <a:pt x="0" y="77"/>
                </a:lnTo>
                <a:lnTo>
                  <a:pt x="0" y="52"/>
                </a:lnTo>
                <a:lnTo>
                  <a:pt x="179" y="52"/>
                </a:lnTo>
                <a:lnTo>
                  <a:pt x="145" y="17"/>
                </a:lnTo>
                <a:lnTo>
                  <a:pt x="163" y="0"/>
                </a:lnTo>
                <a:lnTo>
                  <a:pt x="220" y="58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31" name=""/>
          <p:cNvSpPr txBox="1"/>
          <p:nvPr/>
        </p:nvSpPr>
        <p:spPr>
          <a:xfrm>
            <a:off x="2793240" y="7184880"/>
            <a:ext cx="10843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post (WES-derived):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2" name=""/>
          <p:cNvSpPr txBox="1"/>
          <p:nvPr/>
        </p:nvSpPr>
        <p:spPr>
          <a:xfrm>
            <a:off x="1815120" y="7313040"/>
            <a:ext cx="657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14 subjects 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3" name=""/>
          <p:cNvSpPr txBox="1"/>
          <p:nvPr/>
        </p:nvSpPr>
        <p:spPr>
          <a:xfrm>
            <a:off x="2576520" y="7313040"/>
            <a:ext cx="3510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SBS5 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2473560" y="7379640"/>
            <a:ext cx="97560" cy="7920"/>
          </a:xfrm>
          <a:custGeom>
            <a:avLst/>
            <a:gdLst/>
            <a:ahLst/>
            <a:rect l="0" t="0" r="r" b="b"/>
            <a:pathLst>
              <a:path w="271" h="22">
                <a:moveTo>
                  <a:pt x="0" y="0"/>
                </a:moveTo>
                <a:lnTo>
                  <a:pt x="271" y="0"/>
                </a:lnTo>
                <a:lnTo>
                  <a:pt x="271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35" name=""/>
          <p:cNvSpPr/>
          <p:nvPr/>
        </p:nvSpPr>
        <p:spPr>
          <a:xfrm>
            <a:off x="2923560" y="7334280"/>
            <a:ext cx="72720" cy="79200"/>
          </a:xfrm>
          <a:custGeom>
            <a:avLst/>
            <a:gdLst/>
            <a:ahLst/>
            <a:rect l="0" t="0" r="r" b="b"/>
            <a:pathLst>
              <a:path w="202" h="220">
                <a:moveTo>
                  <a:pt x="101" y="30"/>
                </a:moveTo>
                <a:lnTo>
                  <a:pt x="41" y="195"/>
                </a:lnTo>
                <a:lnTo>
                  <a:pt x="161" y="195"/>
                </a:lnTo>
                <a:lnTo>
                  <a:pt x="101" y="30"/>
                </a:lnTo>
                <a:moveTo>
                  <a:pt x="0" y="220"/>
                </a:moveTo>
                <a:lnTo>
                  <a:pt x="84" y="0"/>
                </a:lnTo>
                <a:lnTo>
                  <a:pt x="117" y="0"/>
                </a:lnTo>
                <a:lnTo>
                  <a:pt x="202" y="220"/>
                </a:lnTo>
                <a:lnTo>
                  <a:pt x="0" y="22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36" name=""/>
          <p:cNvSpPr txBox="1"/>
          <p:nvPr/>
        </p:nvSpPr>
        <p:spPr>
          <a:xfrm>
            <a:off x="2997000" y="7313040"/>
            <a:ext cx="1229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, HLA-LOH (28 tumors)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7" name=""/>
          <p:cNvSpPr txBox="1"/>
          <p:nvPr/>
        </p:nvSpPr>
        <p:spPr>
          <a:xfrm>
            <a:off x="1928520" y="7441200"/>
            <a:ext cx="21924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PyClone-VI converged on 12/14 subjects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8" name=""/>
          <p:cNvSpPr txBox="1"/>
          <p:nvPr/>
        </p:nvSpPr>
        <p:spPr>
          <a:xfrm>
            <a:off x="1829160" y="8088120"/>
            <a:ext cx="2393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pVACseq MHCflurry neoantigens: 49 tumors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39" name=""/>
          <p:cNvSpPr txBox="1"/>
          <p:nvPr/>
        </p:nvSpPr>
        <p:spPr>
          <a:xfrm>
            <a:off x="1990080" y="8216280"/>
            <a:ext cx="378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Paired 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0" name=""/>
          <p:cNvSpPr txBox="1"/>
          <p:nvPr/>
        </p:nvSpPr>
        <p:spPr>
          <a:xfrm>
            <a:off x="2431800" y="8216280"/>
            <a:ext cx="4744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binders 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2358720" y="8237520"/>
            <a:ext cx="72360" cy="79200"/>
          </a:xfrm>
          <a:custGeom>
            <a:avLst/>
            <a:gdLst/>
            <a:ahLst/>
            <a:rect l="0" t="0" r="r" b="b"/>
            <a:pathLst>
              <a:path w="201" h="220">
                <a:moveTo>
                  <a:pt x="100" y="29"/>
                </a:moveTo>
                <a:lnTo>
                  <a:pt x="40" y="195"/>
                </a:lnTo>
                <a:lnTo>
                  <a:pt x="161" y="195"/>
                </a:lnTo>
                <a:lnTo>
                  <a:pt x="100" y="29"/>
                </a:lnTo>
                <a:moveTo>
                  <a:pt x="0" y="220"/>
                </a:moveTo>
                <a:lnTo>
                  <a:pt x="83" y="0"/>
                </a:lnTo>
                <a:lnTo>
                  <a:pt x="117" y="0"/>
                </a:lnTo>
                <a:lnTo>
                  <a:pt x="201" y="220"/>
                </a:lnTo>
                <a:lnTo>
                  <a:pt x="0" y="22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2" name=""/>
          <p:cNvSpPr/>
          <p:nvPr/>
        </p:nvSpPr>
        <p:spPr>
          <a:xfrm>
            <a:off x="2908080" y="8282880"/>
            <a:ext cx="97560" cy="7920"/>
          </a:xfrm>
          <a:custGeom>
            <a:avLst/>
            <a:gdLst/>
            <a:ahLst/>
            <a:rect l="0" t="0" r="r" b="b"/>
            <a:pathLst>
              <a:path w="271" h="22">
                <a:moveTo>
                  <a:pt x="0" y="0"/>
                </a:moveTo>
                <a:lnTo>
                  <a:pt x="271" y="0"/>
                </a:lnTo>
                <a:lnTo>
                  <a:pt x="271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3" name=""/>
          <p:cNvSpPr txBox="1"/>
          <p:nvPr/>
        </p:nvSpPr>
        <p:spPr>
          <a:xfrm>
            <a:off x="3010680" y="8216280"/>
            <a:ext cx="10386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11 paired subjects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4" name=""/>
          <p:cNvSpPr txBox="1"/>
          <p:nvPr/>
        </p:nvSpPr>
        <p:spPr>
          <a:xfrm>
            <a:off x="1729800" y="8344440"/>
            <a:ext cx="25992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(subj 3, 11 excluded: post-CRT VCF incomplete)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5" name=""/>
          <p:cNvSpPr txBox="1"/>
          <p:nvPr/>
        </p:nvSpPr>
        <p:spPr>
          <a:xfrm>
            <a:off x="6034320" y="3958920"/>
            <a:ext cx="1783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RNA-seq sequenced samples: 56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6498720" y="4153680"/>
            <a:ext cx="43920" cy="7560"/>
          </a:xfrm>
          <a:custGeom>
            <a:avLst/>
            <a:gdLst/>
            <a:ahLst/>
            <a:rect l="0" t="0" r="r" b="b"/>
            <a:pathLst>
              <a:path w="122" h="21">
                <a:moveTo>
                  <a:pt x="0" y="0"/>
                </a:moveTo>
                <a:lnTo>
                  <a:pt x="122" y="0"/>
                </a:lnTo>
                <a:lnTo>
                  <a:pt x="122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>
            <a:off x="8033400" y="4153680"/>
            <a:ext cx="43920" cy="7560"/>
          </a:xfrm>
          <a:custGeom>
            <a:avLst/>
            <a:gdLst/>
            <a:ahLst/>
            <a:rect l="0" t="0" r="r" b="b"/>
            <a:pathLst>
              <a:path w="122" h="21">
                <a:moveTo>
                  <a:pt x="0" y="0"/>
                </a:moveTo>
                <a:lnTo>
                  <a:pt x="122" y="0"/>
                </a:lnTo>
                <a:lnTo>
                  <a:pt x="122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8" name=""/>
          <p:cNvSpPr txBox="1"/>
          <p:nvPr/>
        </p:nvSpPr>
        <p:spPr>
          <a:xfrm>
            <a:off x="5577840" y="4086720"/>
            <a:ext cx="266328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(27 paired subj 1 14 + 29 non-paired subj 15 35)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49" name=""/>
          <p:cNvSpPr txBox="1"/>
          <p:nvPr/>
        </p:nvSpPr>
        <p:spPr>
          <a:xfrm>
            <a:off x="5700600" y="4732920"/>
            <a:ext cx="24620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DESeq2 DEG / fgsea Hallmark: pre-CRT n=33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5950800" y="4861080"/>
            <a:ext cx="1959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(14 pre-CRT in Y + 19 pre-only in N)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1" name=""/>
          <p:cNvSpPr txBox="1"/>
          <p:nvPr/>
        </p:nvSpPr>
        <p:spPr>
          <a:xfrm>
            <a:off x="5966640" y="5507640"/>
            <a:ext cx="1919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ssGSEA (95 pathways): 56 samples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2" name=""/>
          <p:cNvSpPr txBox="1"/>
          <p:nvPr/>
        </p:nvSpPr>
        <p:spPr>
          <a:xfrm>
            <a:off x="6113160" y="5635800"/>
            <a:ext cx="16315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TRUST4 TCR/BCR: 56 samples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3" name=""/>
          <p:cNvSpPr txBox="1"/>
          <p:nvPr/>
        </p:nvSpPr>
        <p:spPr>
          <a:xfrm>
            <a:off x="5825520" y="5763960"/>
            <a:ext cx="22028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CMScaller / immune 22 sigs: 56 samples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6070320" y="6346440"/>
            <a:ext cx="5583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Paired pre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6621120" y="6389280"/>
            <a:ext cx="79200" cy="46440"/>
          </a:xfrm>
          <a:custGeom>
            <a:avLst/>
            <a:gdLst/>
            <a:ahLst/>
            <a:rect l="0" t="0" r="r" b="b"/>
            <a:pathLst>
              <a:path w="220" h="129">
                <a:moveTo>
                  <a:pt x="220" y="58"/>
                </a:moveTo>
                <a:lnTo>
                  <a:pt x="220" y="71"/>
                </a:lnTo>
                <a:lnTo>
                  <a:pt x="163" y="129"/>
                </a:lnTo>
                <a:lnTo>
                  <a:pt x="146" y="112"/>
                </a:lnTo>
                <a:lnTo>
                  <a:pt x="179" y="77"/>
                </a:lnTo>
                <a:lnTo>
                  <a:pt x="0" y="77"/>
                </a:lnTo>
                <a:lnTo>
                  <a:pt x="0" y="52"/>
                </a:lnTo>
                <a:lnTo>
                  <a:pt x="179" y="52"/>
                </a:lnTo>
                <a:lnTo>
                  <a:pt x="146" y="18"/>
                </a:lnTo>
                <a:lnTo>
                  <a:pt x="163" y="0"/>
                </a:lnTo>
                <a:lnTo>
                  <a:pt x="220" y="58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6" name=""/>
          <p:cNvSpPr txBox="1"/>
          <p:nvPr/>
        </p:nvSpPr>
        <p:spPr>
          <a:xfrm>
            <a:off x="6705720" y="6346440"/>
            <a:ext cx="1070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post (RNA-derived):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5846400" y="6474240"/>
            <a:ext cx="2161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12 paired subjects with both timepoints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8" name=""/>
          <p:cNvSpPr txBox="1"/>
          <p:nvPr/>
        </p:nvSpPr>
        <p:spPr>
          <a:xfrm>
            <a:off x="5905440" y="6602400"/>
            <a:ext cx="20397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(subj 3 pre-only, 11 post-only in RNA)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59" name=""/>
          <p:cNvSpPr txBox="1"/>
          <p:nvPr/>
        </p:nvSpPr>
        <p:spPr>
          <a:xfrm>
            <a:off x="6028560" y="7185600"/>
            <a:ext cx="7459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Paired 22-sig 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6762600" y="7206840"/>
            <a:ext cx="72360" cy="78840"/>
          </a:xfrm>
          <a:custGeom>
            <a:avLst/>
            <a:gdLst/>
            <a:ahLst/>
            <a:rect l="0" t="0" r="r" b="b"/>
            <a:pathLst>
              <a:path w="201" h="219">
                <a:moveTo>
                  <a:pt x="100" y="29"/>
                </a:moveTo>
                <a:lnTo>
                  <a:pt x="40" y="195"/>
                </a:lnTo>
                <a:lnTo>
                  <a:pt x="161" y="195"/>
                </a:lnTo>
                <a:lnTo>
                  <a:pt x="100" y="29"/>
                </a:lnTo>
                <a:moveTo>
                  <a:pt x="0" y="219"/>
                </a:moveTo>
                <a:lnTo>
                  <a:pt x="83" y="0"/>
                </a:lnTo>
                <a:lnTo>
                  <a:pt x="118" y="0"/>
                </a:lnTo>
                <a:lnTo>
                  <a:pt x="201" y="219"/>
                </a:lnTo>
                <a:lnTo>
                  <a:pt x="0" y="219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1" name=""/>
          <p:cNvSpPr txBox="1"/>
          <p:nvPr/>
        </p:nvSpPr>
        <p:spPr>
          <a:xfrm>
            <a:off x="6835680" y="7185600"/>
            <a:ext cx="998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(Treg/MHC-II/etc):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2" name=""/>
          <p:cNvSpPr txBox="1"/>
          <p:nvPr/>
        </p:nvSpPr>
        <p:spPr>
          <a:xfrm>
            <a:off x="5761440" y="7313760"/>
            <a:ext cx="2329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Both timepoints + matched response = 12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3" name=""/>
          <p:cNvSpPr txBox="1"/>
          <p:nvPr/>
        </p:nvSpPr>
        <p:spPr>
          <a:xfrm>
            <a:off x="5803200" y="7441560"/>
            <a:ext cx="12639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For response-stratified 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7054920" y="7463160"/>
            <a:ext cx="72360" cy="78840"/>
          </a:xfrm>
          <a:custGeom>
            <a:avLst/>
            <a:gdLst/>
            <a:ahLst/>
            <a:rect l="0" t="0" r="r" b="b"/>
            <a:pathLst>
              <a:path w="201" h="219">
                <a:moveTo>
                  <a:pt x="100" y="29"/>
                </a:moveTo>
                <a:lnTo>
                  <a:pt x="40" y="195"/>
                </a:lnTo>
                <a:lnTo>
                  <a:pt x="161" y="195"/>
                </a:lnTo>
                <a:lnTo>
                  <a:pt x="100" y="29"/>
                </a:lnTo>
                <a:moveTo>
                  <a:pt x="0" y="219"/>
                </a:moveTo>
                <a:lnTo>
                  <a:pt x="83" y="0"/>
                </a:lnTo>
                <a:lnTo>
                  <a:pt x="118" y="0"/>
                </a:lnTo>
                <a:lnTo>
                  <a:pt x="201" y="219"/>
                </a:lnTo>
                <a:lnTo>
                  <a:pt x="0" y="219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5" name=""/>
          <p:cNvSpPr txBox="1"/>
          <p:nvPr/>
        </p:nvSpPr>
        <p:spPr>
          <a:xfrm>
            <a:off x="7128000" y="7441560"/>
            <a:ext cx="912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: 6 good + 6 bad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6" name=""/>
          <p:cNvSpPr txBox="1"/>
          <p:nvPr/>
        </p:nvSpPr>
        <p:spPr>
          <a:xfrm>
            <a:off x="5754960" y="7569720"/>
            <a:ext cx="2343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(subj 5 post-only, 14 pre-only in 22-sig set)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67" name=""/>
          <p:cNvSpPr txBox="1"/>
          <p:nvPr/>
        </p:nvSpPr>
        <p:spPr>
          <a:xfrm>
            <a:off x="3766320" y="8276040"/>
            <a:ext cx="2428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INTEGRATED PER-SUBJECT MASTER TABLE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8" name=""/>
          <p:cNvSpPr txBox="1"/>
          <p:nvPr/>
        </p:nvSpPr>
        <p:spPr>
          <a:xfrm>
            <a:off x="4229280" y="8403840"/>
            <a:ext cx="148356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35 subjects × 37 features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69" name=""/>
          <p:cNvSpPr txBox="1"/>
          <p:nvPr/>
        </p:nvSpPr>
        <p:spPr>
          <a:xfrm>
            <a:off x="2097720" y="8532000"/>
            <a:ext cx="576144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(WES-derived 17 + RNA-derived 20); imputation only for missing neoantigen on tumor-only subjects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70" name=""/>
          <p:cNvSpPr txBox="1"/>
          <p:nvPr/>
        </p:nvSpPr>
        <p:spPr>
          <a:xfrm>
            <a:off x="2248200" y="9378720"/>
            <a:ext cx="21999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LASSO logistic regression, features = 37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1" name=""/>
          <p:cNvSpPr txBox="1"/>
          <p:nvPr/>
        </p:nvSpPr>
        <p:spPr>
          <a:xfrm>
            <a:off x="2174400" y="9506520"/>
            <a:ext cx="23522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Nested LOOCV (outer 35) + inner 5-fold CV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2" name=""/>
          <p:cNvSpPr txBox="1"/>
          <p:nvPr/>
        </p:nvSpPr>
        <p:spPr>
          <a:xfrm>
            <a:off x="1784880" y="9634680"/>
            <a:ext cx="31327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Outer AUC 0.755 (95% CI via bootstrap, perm P reported)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3" name=""/>
          <p:cNvSpPr txBox="1"/>
          <p:nvPr/>
        </p:nvSpPr>
        <p:spPr>
          <a:xfrm>
            <a:off x="5733360" y="9378720"/>
            <a:ext cx="1745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External validation (nCRT meta)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4" name=""/>
          <p:cNvSpPr txBox="1"/>
          <p:nvPr/>
        </p:nvSpPr>
        <p:spPr>
          <a:xfrm>
            <a:off x="5792760" y="9506520"/>
            <a:ext cx="16131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9 GEO cohorts × 7 signatures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5" name=""/>
          <p:cNvSpPr txBox="1"/>
          <p:nvPr/>
        </p:nvSpPr>
        <p:spPr>
          <a:xfrm>
            <a:off x="5450040" y="9634680"/>
            <a:ext cx="231264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N = 721 patients (long-course CRT, rectal)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6" name=""/>
          <p:cNvSpPr txBox="1"/>
          <p:nvPr/>
        </p:nvSpPr>
        <p:spPr>
          <a:xfrm>
            <a:off x="4188600" y="10410840"/>
            <a:ext cx="157212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DFS / OS analysis DEFERRED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7" name=""/>
          <p:cNvSpPr txBox="1"/>
          <p:nvPr/>
        </p:nvSpPr>
        <p:spPr>
          <a:xfrm>
            <a:off x="3097440" y="10539000"/>
            <a:ext cx="376956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Clinical outcome data not yet mature in this recently-accrued cohort.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8" name=""/>
          <p:cNvSpPr txBox="1"/>
          <p:nvPr/>
        </p:nvSpPr>
        <p:spPr>
          <a:xfrm>
            <a:off x="3038760" y="10667160"/>
            <a:ext cx="3880800" cy="1267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DejaVuSans"/>
              </a:rPr>
              <a:t>TRG-based final TNT response used as endpoint throughout this report.</a:t>
            </a:r>
            <a:endParaRPr b="0" lang="en-US" sz="850" spc="-1" strike="noStrike">
              <a:latin typeface="Times New Roman"/>
            </a:endParaRPr>
          </a:p>
        </p:txBody>
      </p:sp>
      <p:sp>
        <p:nvSpPr>
          <p:cNvPr id="179" name=""/>
          <p:cNvSpPr txBox="1"/>
          <p:nvPr/>
        </p:nvSpPr>
        <p:spPr>
          <a:xfrm>
            <a:off x="91440" y="11189160"/>
            <a:ext cx="98352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00" spc="-1" strike="noStrike">
                <a:solidFill>
                  <a:srgbClr val="696969"/>
                </a:solidFill>
                <a:latin typeface="DejaVuSans"/>
              </a:rPr>
              <a:t>Fig S1. CONSORT-style sample flow diagram reconciling all per-analysis sample counts. WES branch (blue) includes 77 sequenced samples collapsing to 49 PASS tumor somatic VCFs; RNA-seq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0" name=""/>
          <p:cNvSpPr txBox="1"/>
          <p:nvPr/>
        </p:nvSpPr>
        <p:spPr>
          <a:xfrm>
            <a:off x="780840" y="11302920"/>
            <a:ext cx="520524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00" spc="-1" strike="noStrike">
                <a:solidFill>
                  <a:srgbClr val="696969"/>
                </a:solidFill>
                <a:latin typeface="DejaVuSans"/>
              </a:rPr>
              <a:t>branch (pink) includes 56 samples collapsing to 33 pre-CRT for DEG/GSEA and 12 paired pre/post for 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5942160" y="11323080"/>
            <a:ext cx="68040" cy="74160"/>
          </a:xfrm>
          <a:custGeom>
            <a:avLst/>
            <a:gdLst/>
            <a:ahLst/>
            <a:rect l="0" t="0" r="r" b="b"/>
            <a:pathLst>
              <a:path w="189" h="206">
                <a:moveTo>
                  <a:pt x="128" y="28"/>
                </a:moveTo>
                <a:lnTo>
                  <a:pt x="42" y="183"/>
                </a:lnTo>
                <a:lnTo>
                  <a:pt x="156" y="183"/>
                </a:lnTo>
                <a:lnTo>
                  <a:pt x="128" y="28"/>
                </a:lnTo>
                <a:moveTo>
                  <a:pt x="0" y="206"/>
                </a:moveTo>
                <a:lnTo>
                  <a:pt x="118" y="0"/>
                </a:lnTo>
                <a:lnTo>
                  <a:pt x="150" y="0"/>
                </a:lnTo>
                <a:lnTo>
                  <a:pt x="189" y="206"/>
                </a:lnTo>
                <a:lnTo>
                  <a:pt x="0" y="206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</p:sp>
      <p:sp>
        <p:nvSpPr>
          <p:cNvPr id="182" name=""/>
          <p:cNvSpPr txBox="1"/>
          <p:nvPr/>
        </p:nvSpPr>
        <p:spPr>
          <a:xfrm>
            <a:off x="6018120" y="11302920"/>
            <a:ext cx="316008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i="1" lang="en-US" sz="800" spc="-1" strike="noStrike">
                <a:solidFill>
                  <a:srgbClr val="696969"/>
                </a:solidFill>
                <a:latin typeface="DejaVuSans"/>
              </a:rPr>
              <a:t> </a:t>
            </a:r>
            <a:r>
              <a:rPr b="0" i="1" lang="en-US" sz="800" spc="-1" strike="noStrike">
                <a:solidFill>
                  <a:srgbClr val="696969"/>
                </a:solidFill>
                <a:latin typeface="DejaVuSans"/>
              </a:rPr>
              <a:t>analysis; integration produces a 35×37 subject-level master.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(v0.7) — CONSORT sample flow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36" name=""/>
          <p:cNvSpPr/>
          <p:nvPr/>
        </p:nvSpPr>
        <p:spPr>
          <a:xfrm>
            <a:off x="0" y="0"/>
            <a:ext cx="11791440" cy="4012200"/>
          </a:xfrm>
          <a:custGeom>
            <a:avLst/>
            <a:gdLst/>
            <a:ahLst/>
            <a:rect l="0" t="0" r="r" b="b"/>
            <a:pathLst>
              <a:path w="32754" h="11145">
                <a:moveTo>
                  <a:pt x="0" y="11145"/>
                </a:moveTo>
                <a:lnTo>
                  <a:pt x="32754" y="11145"/>
                </a:lnTo>
                <a:lnTo>
                  <a:pt x="32754" y="0"/>
                </a:lnTo>
                <a:lnTo>
                  <a:pt x="0" y="0"/>
                </a:lnTo>
                <a:lnTo>
                  <a:pt x="0" y="1114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7" name=""/>
          <p:cNvSpPr/>
          <p:nvPr/>
        </p:nvSpPr>
        <p:spPr>
          <a:xfrm>
            <a:off x="555840" y="429840"/>
            <a:ext cx="3038400" cy="3278880"/>
          </a:xfrm>
          <a:custGeom>
            <a:avLst/>
            <a:gdLst/>
            <a:ahLst/>
            <a:rect l="0" t="0" r="r" b="b"/>
            <a:pathLst>
              <a:path w="8440" h="9108">
                <a:moveTo>
                  <a:pt x="0" y="9108"/>
                </a:moveTo>
                <a:lnTo>
                  <a:pt x="8440" y="9108"/>
                </a:lnTo>
                <a:lnTo>
                  <a:pt x="8440" y="0"/>
                </a:lnTo>
                <a:lnTo>
                  <a:pt x="0" y="0"/>
                </a:lnTo>
                <a:lnTo>
                  <a:pt x="0" y="910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38" name=""/>
          <p:cNvSpPr/>
          <p:nvPr/>
        </p:nvSpPr>
        <p:spPr>
          <a:xfrm>
            <a:off x="693720" y="586080"/>
            <a:ext cx="569160" cy="3122640"/>
          </a:xfrm>
          <a:custGeom>
            <a:avLst/>
            <a:gdLst/>
            <a:ahLst/>
            <a:rect l="0" t="0" r="r" b="b"/>
            <a:pathLst>
              <a:path w="1581" h="8674">
                <a:moveTo>
                  <a:pt x="0" y="8674"/>
                </a:moveTo>
                <a:lnTo>
                  <a:pt x="1581" y="8674"/>
                </a:lnTo>
                <a:lnTo>
                  <a:pt x="1581" y="0"/>
                </a:lnTo>
                <a:lnTo>
                  <a:pt x="0" y="0"/>
                </a:lnTo>
                <a:lnTo>
                  <a:pt x="0" y="8674"/>
                </a:lnTo>
                <a:close/>
              </a:path>
            </a:pathLst>
          </a:custGeom>
          <a:solidFill>
            <a:srgbClr val="8bb7d4"/>
          </a:solidFill>
          <a:ln w="6120">
            <a:solidFill>
              <a:srgbClr val="000000"/>
            </a:solidFill>
            <a:miter/>
          </a:ln>
        </p:spPr>
      </p:sp>
      <p:sp>
        <p:nvSpPr>
          <p:cNvPr id="39" name=""/>
          <p:cNvSpPr/>
          <p:nvPr/>
        </p:nvSpPr>
        <p:spPr>
          <a:xfrm>
            <a:off x="2318400" y="2147400"/>
            <a:ext cx="569160" cy="1561320"/>
          </a:xfrm>
          <a:custGeom>
            <a:avLst/>
            <a:gdLst/>
            <a:ahLst/>
            <a:rect l="0" t="0" r="r" b="b"/>
            <a:pathLst>
              <a:path w="1581" h="4337">
                <a:moveTo>
                  <a:pt x="0" y="4337"/>
                </a:moveTo>
                <a:lnTo>
                  <a:pt x="1581" y="4337"/>
                </a:lnTo>
                <a:lnTo>
                  <a:pt x="1581" y="0"/>
                </a:lnTo>
                <a:lnTo>
                  <a:pt x="0" y="0"/>
                </a:lnTo>
                <a:lnTo>
                  <a:pt x="0" y="4337"/>
                </a:lnTo>
                <a:close/>
              </a:path>
            </a:pathLst>
          </a:custGeom>
          <a:solidFill>
            <a:srgbClr val="8bb7d4"/>
          </a:solidFill>
          <a:ln w="6120">
            <a:solidFill>
              <a:srgbClr val="000000"/>
            </a:solidFill>
            <a:miter/>
          </a:ln>
        </p:spPr>
      </p:sp>
      <p:sp>
        <p:nvSpPr>
          <p:cNvPr id="40" name=""/>
          <p:cNvSpPr/>
          <p:nvPr/>
        </p:nvSpPr>
        <p:spPr>
          <a:xfrm>
            <a:off x="1262520" y="2147400"/>
            <a:ext cx="568800" cy="1561320"/>
          </a:xfrm>
          <a:custGeom>
            <a:avLst/>
            <a:gdLst/>
            <a:ahLst/>
            <a:rect l="0" t="0" r="r" b="b"/>
            <a:pathLst>
              <a:path w="1580" h="4337">
                <a:moveTo>
                  <a:pt x="0" y="4337"/>
                </a:moveTo>
                <a:lnTo>
                  <a:pt x="1580" y="4337"/>
                </a:lnTo>
                <a:lnTo>
                  <a:pt x="1580" y="0"/>
                </a:lnTo>
                <a:lnTo>
                  <a:pt x="0" y="0"/>
                </a:lnTo>
                <a:lnTo>
                  <a:pt x="0" y="4337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41" name=""/>
          <p:cNvSpPr/>
          <p:nvPr/>
        </p:nvSpPr>
        <p:spPr>
          <a:xfrm>
            <a:off x="2887200" y="3708360"/>
            <a:ext cx="568440" cy="0"/>
          </a:xfrm>
          <a:custGeom>
            <a:avLst/>
            <a:gdLst/>
            <a:ahLst/>
            <a:rect l="0" t="0" r="r" b="b"/>
            <a:pathLst>
              <a:path w="1579" h="0">
                <a:moveTo>
                  <a:pt x="0" y="0"/>
                </a:moveTo>
                <a:lnTo>
                  <a:pt x="1579" y="0"/>
                </a:lnTo>
                <a:lnTo>
                  <a:pt x="0" y="0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42" name=""/>
          <p:cNvSpPr/>
          <p:nvPr/>
        </p:nvSpPr>
        <p:spPr>
          <a:xfrm>
            <a:off x="1262520" y="370836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3" name=""/>
          <p:cNvSpPr/>
          <p:nvPr/>
        </p:nvSpPr>
        <p:spPr>
          <a:xfrm>
            <a:off x="1262520" y="370836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4" name=""/>
          <p:cNvSpPr/>
          <p:nvPr/>
        </p:nvSpPr>
        <p:spPr>
          <a:xfrm>
            <a:off x="2887200" y="370836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5" name=""/>
          <p:cNvSpPr/>
          <p:nvPr/>
        </p:nvSpPr>
        <p:spPr>
          <a:xfrm>
            <a:off x="2887200" y="370836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6" name=""/>
          <p:cNvSpPr txBox="1"/>
          <p:nvPr/>
        </p:nvSpPr>
        <p:spPr>
          <a:xfrm>
            <a:off x="1104480" y="3776040"/>
            <a:ext cx="3178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good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511200" y="370836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48" name=""/>
          <p:cNvSpPr/>
          <p:nvPr/>
        </p:nvSpPr>
        <p:spPr>
          <a:xfrm flipH="1">
            <a:off x="511200" y="370836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49" name=""/>
          <p:cNvSpPr txBox="1"/>
          <p:nvPr/>
        </p:nvSpPr>
        <p:spPr>
          <a:xfrm>
            <a:off x="2767680" y="3776040"/>
            <a:ext cx="24012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bad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511200" y="331812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1" name=""/>
          <p:cNvSpPr/>
          <p:nvPr/>
        </p:nvSpPr>
        <p:spPr>
          <a:xfrm flipH="1">
            <a:off x="511200" y="331812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2" name=""/>
          <p:cNvSpPr txBox="1"/>
          <p:nvPr/>
        </p:nvSpPr>
        <p:spPr>
          <a:xfrm>
            <a:off x="264960" y="36392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511200" y="292788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4" name=""/>
          <p:cNvSpPr/>
          <p:nvPr/>
        </p:nvSpPr>
        <p:spPr>
          <a:xfrm flipH="1">
            <a:off x="511200" y="292788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5" name=""/>
          <p:cNvSpPr txBox="1"/>
          <p:nvPr/>
        </p:nvSpPr>
        <p:spPr>
          <a:xfrm>
            <a:off x="264960" y="32486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511200" y="253764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57" name=""/>
          <p:cNvSpPr/>
          <p:nvPr/>
        </p:nvSpPr>
        <p:spPr>
          <a:xfrm flipH="1">
            <a:off x="511200" y="253764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58" name=""/>
          <p:cNvSpPr txBox="1"/>
          <p:nvPr/>
        </p:nvSpPr>
        <p:spPr>
          <a:xfrm>
            <a:off x="264960" y="285840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511200" y="214740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0" name=""/>
          <p:cNvSpPr/>
          <p:nvPr/>
        </p:nvSpPr>
        <p:spPr>
          <a:xfrm flipH="1">
            <a:off x="511200" y="214740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1" name=""/>
          <p:cNvSpPr txBox="1"/>
          <p:nvPr/>
        </p:nvSpPr>
        <p:spPr>
          <a:xfrm>
            <a:off x="264960" y="24681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511200" y="175716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3" name=""/>
          <p:cNvSpPr/>
          <p:nvPr/>
        </p:nvSpPr>
        <p:spPr>
          <a:xfrm flipH="1">
            <a:off x="511200" y="175716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4" name=""/>
          <p:cNvSpPr txBox="1"/>
          <p:nvPr/>
        </p:nvSpPr>
        <p:spPr>
          <a:xfrm>
            <a:off x="264960" y="20779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511200" y="136656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6" name=""/>
          <p:cNvSpPr/>
          <p:nvPr/>
        </p:nvSpPr>
        <p:spPr>
          <a:xfrm flipH="1">
            <a:off x="511200" y="136656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67" name=""/>
          <p:cNvSpPr txBox="1"/>
          <p:nvPr/>
        </p:nvSpPr>
        <p:spPr>
          <a:xfrm>
            <a:off x="264960" y="16876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511200" y="97632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69" name=""/>
          <p:cNvSpPr/>
          <p:nvPr/>
        </p:nvSpPr>
        <p:spPr>
          <a:xfrm flipH="1">
            <a:off x="511200" y="97632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0" name=""/>
          <p:cNvSpPr txBox="1"/>
          <p:nvPr/>
        </p:nvSpPr>
        <p:spPr>
          <a:xfrm>
            <a:off x="264960" y="12974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3.0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511200" y="586080"/>
            <a:ext cx="44640" cy="0"/>
          </a:xfrm>
          <a:custGeom>
            <a:avLst/>
            <a:gdLst/>
            <a:ahLst/>
            <a:rect l="0" t="0" r="r" b="b"/>
            <a:pathLst>
              <a:path w="124" h="0">
                <a:moveTo>
                  <a:pt x="124" y="0"/>
                </a:moveTo>
                <a:lnTo>
                  <a:pt x="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2" name=""/>
          <p:cNvSpPr/>
          <p:nvPr/>
        </p:nvSpPr>
        <p:spPr>
          <a:xfrm flipH="1">
            <a:off x="511200" y="586080"/>
            <a:ext cx="4464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73" name=""/>
          <p:cNvSpPr txBox="1"/>
          <p:nvPr/>
        </p:nvSpPr>
        <p:spPr>
          <a:xfrm>
            <a:off x="264960" y="9068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3.5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4" name=""/>
          <p:cNvSpPr txBox="1"/>
          <p:nvPr/>
        </p:nvSpPr>
        <p:spPr>
          <a:xfrm>
            <a:off x="264960" y="51660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4.0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 rot="16200000">
            <a:off x="-300600" y="2611440"/>
            <a:ext cx="89064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Subjects with 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113760" y="2146680"/>
            <a:ext cx="74160" cy="79920"/>
          </a:xfrm>
          <a:custGeom>
            <a:avLst/>
            <a:gdLst/>
            <a:ahLst/>
            <a:rect l="0" t="0" r="r" b="b"/>
            <a:pathLst>
              <a:path w="206" h="222">
                <a:moveTo>
                  <a:pt x="30" y="222"/>
                </a:moveTo>
                <a:lnTo>
                  <a:pt x="0" y="222"/>
                </a:lnTo>
                <a:lnTo>
                  <a:pt x="63" y="0"/>
                </a:lnTo>
                <a:lnTo>
                  <a:pt x="93" y="0"/>
                </a:lnTo>
                <a:lnTo>
                  <a:pt x="156" y="222"/>
                </a:lnTo>
                <a:lnTo>
                  <a:pt x="125" y="222"/>
                </a:lnTo>
                <a:lnTo>
                  <a:pt x="78" y="55"/>
                </a:lnTo>
                <a:lnTo>
                  <a:pt x="30" y="222"/>
                </a:lnTo>
                <a:moveTo>
                  <a:pt x="176" y="0"/>
                </a:moveTo>
                <a:lnTo>
                  <a:pt x="206" y="0"/>
                </a:lnTo>
                <a:lnTo>
                  <a:pt x="206" y="222"/>
                </a:lnTo>
                <a:lnTo>
                  <a:pt x="176" y="222"/>
                </a:lnTo>
                <a:lnTo>
                  <a:pt x="1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77" name=""/>
          <p:cNvSpPr/>
          <p:nvPr/>
        </p:nvSpPr>
        <p:spPr>
          <a:xfrm flipV="1">
            <a:off x="555840" y="429840"/>
            <a:ext cx="0" cy="327852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8" name=""/>
          <p:cNvSpPr/>
          <p:nvPr/>
        </p:nvSpPr>
        <p:spPr>
          <a:xfrm>
            <a:off x="555840" y="3708360"/>
            <a:ext cx="3038040" cy="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79" name=""/>
          <p:cNvSpPr txBox="1"/>
          <p:nvPr/>
        </p:nvSpPr>
        <p:spPr>
          <a:xfrm rot="16200000">
            <a:off x="-416520" y="1497960"/>
            <a:ext cx="11224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 </a:t>
            </a:r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 HLA-LOH event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80" name=""/>
          <p:cNvSpPr txBox="1"/>
          <p:nvPr/>
        </p:nvSpPr>
        <p:spPr>
          <a:xfrm>
            <a:off x="849960" y="402120"/>
            <a:ext cx="258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4/16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1" name=""/>
          <p:cNvSpPr txBox="1"/>
          <p:nvPr/>
        </p:nvSpPr>
        <p:spPr>
          <a:xfrm>
            <a:off x="1418400" y="1963440"/>
            <a:ext cx="258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2/16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2" name=""/>
          <p:cNvSpPr txBox="1"/>
          <p:nvPr/>
        </p:nvSpPr>
        <p:spPr>
          <a:xfrm>
            <a:off x="2474640" y="1963440"/>
            <a:ext cx="258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2/12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3" name=""/>
          <p:cNvSpPr txBox="1"/>
          <p:nvPr/>
        </p:nvSpPr>
        <p:spPr>
          <a:xfrm>
            <a:off x="3043080" y="3524400"/>
            <a:ext cx="258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0/12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>
            <a:off x="1109520" y="73800"/>
            <a:ext cx="193932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Pre-CRT HLA-LOH prevalence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1876320" y="527400"/>
            <a:ext cx="203400" cy="71640"/>
          </a:xfrm>
          <a:custGeom>
            <a:avLst/>
            <a:gdLst/>
            <a:ahLst/>
            <a:rect l="0" t="0" r="r" b="b"/>
            <a:pathLst>
              <a:path w="565" h="199">
                <a:moveTo>
                  <a:pt x="0" y="199"/>
                </a:moveTo>
                <a:lnTo>
                  <a:pt x="565" y="199"/>
                </a:lnTo>
                <a:lnTo>
                  <a:pt x="565" y="0"/>
                </a:lnTo>
                <a:lnTo>
                  <a:pt x="0" y="0"/>
                </a:lnTo>
                <a:lnTo>
                  <a:pt x="0" y="199"/>
                </a:lnTo>
                <a:close/>
              </a:path>
            </a:pathLst>
          </a:custGeom>
          <a:solidFill>
            <a:srgbClr val="8bb7d4"/>
          </a:solidFill>
          <a:ln w="6120">
            <a:solidFill>
              <a:srgbClr val="000000"/>
            </a:solidFill>
            <a:miter/>
          </a:ln>
        </p:spPr>
      </p:sp>
      <p:sp>
        <p:nvSpPr>
          <p:cNvPr id="86" name=""/>
          <p:cNvSpPr txBox="1"/>
          <p:nvPr/>
        </p:nvSpPr>
        <p:spPr>
          <a:xfrm>
            <a:off x="1374120" y="230400"/>
            <a:ext cx="139356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(lite vs strict criteria)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1876320" y="676800"/>
            <a:ext cx="203400" cy="71280"/>
          </a:xfrm>
          <a:custGeom>
            <a:avLst/>
            <a:gdLst/>
            <a:ahLst/>
            <a:rect l="0" t="0" r="r" b="b"/>
            <a:pathLst>
              <a:path w="565" h="198">
                <a:moveTo>
                  <a:pt x="0" y="198"/>
                </a:moveTo>
                <a:lnTo>
                  <a:pt x="565" y="198"/>
                </a:lnTo>
                <a:lnTo>
                  <a:pt x="565" y="0"/>
                </a:lnTo>
                <a:lnTo>
                  <a:pt x="0" y="0"/>
                </a:lnTo>
                <a:lnTo>
                  <a:pt x="0" y="198"/>
                </a:lnTo>
                <a:close/>
              </a:path>
            </a:pathLst>
          </a:custGeom>
          <a:solidFill>
            <a:srgbClr val="2e86ab"/>
          </a:solidFill>
          <a:ln w="6120">
            <a:solidFill>
              <a:srgbClr val="000000"/>
            </a:solidFill>
            <a:miter/>
          </a:ln>
        </p:spPr>
      </p:sp>
      <p:sp>
        <p:nvSpPr>
          <p:cNvPr id="88" name=""/>
          <p:cNvSpPr txBox="1"/>
          <p:nvPr/>
        </p:nvSpPr>
        <p:spPr>
          <a:xfrm>
            <a:off x="2161080" y="504360"/>
            <a:ext cx="134352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LOHHLA-lite (uncorrected)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4304880" y="429840"/>
            <a:ext cx="3038400" cy="3278880"/>
          </a:xfrm>
          <a:custGeom>
            <a:avLst/>
            <a:gdLst/>
            <a:ahLst/>
            <a:rect l="0" t="0" r="r" b="b"/>
            <a:pathLst>
              <a:path w="8440" h="9108">
                <a:moveTo>
                  <a:pt x="0" y="9108"/>
                </a:moveTo>
                <a:lnTo>
                  <a:pt x="8440" y="9108"/>
                </a:lnTo>
                <a:lnTo>
                  <a:pt x="8440" y="0"/>
                </a:lnTo>
                <a:lnTo>
                  <a:pt x="0" y="0"/>
                </a:lnTo>
                <a:lnTo>
                  <a:pt x="0" y="910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</p:sp>
      <p:sp>
        <p:nvSpPr>
          <p:cNvPr id="90" name=""/>
          <p:cNvSpPr/>
          <p:nvPr/>
        </p:nvSpPr>
        <p:spPr>
          <a:xfrm>
            <a:off x="4980240" y="370836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1" name=""/>
          <p:cNvSpPr/>
          <p:nvPr/>
        </p:nvSpPr>
        <p:spPr>
          <a:xfrm>
            <a:off x="4980240" y="370836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2" name=""/>
          <p:cNvSpPr txBox="1"/>
          <p:nvPr/>
        </p:nvSpPr>
        <p:spPr>
          <a:xfrm>
            <a:off x="2161080" y="653760"/>
            <a:ext cx="1357200" cy="1191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00" spc="-1" strike="noStrike">
                <a:solidFill>
                  <a:srgbClr val="000000"/>
                </a:solidFill>
                <a:latin typeface="DejaVuSans"/>
              </a:rPr>
              <a:t>Bonferroni-corrected strict</a:t>
            </a:r>
            <a:endParaRPr b="0" lang="en-US" sz="800" spc="-1" strike="noStrike"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6667920" y="3708360"/>
            <a:ext cx="0" cy="44640"/>
          </a:xfrm>
          <a:custGeom>
            <a:avLst/>
            <a:gdLst/>
            <a:ahLst/>
            <a:rect l="0" t="0" r="r" b="b"/>
            <a:pathLst>
              <a:path w="0" h="124">
                <a:moveTo>
                  <a:pt x="0" y="0"/>
                </a:moveTo>
                <a:lnTo>
                  <a:pt x="0" y="12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4" name=""/>
          <p:cNvSpPr/>
          <p:nvPr/>
        </p:nvSpPr>
        <p:spPr>
          <a:xfrm>
            <a:off x="6667920" y="3708360"/>
            <a:ext cx="0" cy="4464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5" name=""/>
          <p:cNvSpPr txBox="1"/>
          <p:nvPr/>
        </p:nvSpPr>
        <p:spPr>
          <a:xfrm>
            <a:off x="4731120" y="3776040"/>
            <a:ext cx="51120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pre-CRT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4260600" y="37083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97" name=""/>
          <p:cNvSpPr/>
          <p:nvPr/>
        </p:nvSpPr>
        <p:spPr>
          <a:xfrm flipH="1">
            <a:off x="4260600" y="37083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98" name=""/>
          <p:cNvSpPr txBox="1"/>
          <p:nvPr/>
        </p:nvSpPr>
        <p:spPr>
          <a:xfrm>
            <a:off x="6385320" y="3776040"/>
            <a:ext cx="5752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post-CRT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3921120" y="3711600"/>
            <a:ext cx="79920" cy="10800"/>
          </a:xfrm>
          <a:custGeom>
            <a:avLst/>
            <a:gdLst/>
            <a:ahLst/>
            <a:rect l="0" t="0" r="r" b="b"/>
            <a:pathLst>
              <a:path w="222" h="30">
                <a:moveTo>
                  <a:pt x="0" y="0"/>
                </a:moveTo>
                <a:lnTo>
                  <a:pt x="222" y="0"/>
                </a:lnTo>
                <a:lnTo>
                  <a:pt x="222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0" name=""/>
          <p:cNvSpPr/>
          <p:nvPr/>
        </p:nvSpPr>
        <p:spPr>
          <a:xfrm>
            <a:off x="4260600" y="334440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1" name=""/>
          <p:cNvSpPr/>
          <p:nvPr/>
        </p:nvSpPr>
        <p:spPr>
          <a:xfrm flipH="1">
            <a:off x="4260600" y="334440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2" name=""/>
          <p:cNvSpPr txBox="1"/>
          <p:nvPr/>
        </p:nvSpPr>
        <p:spPr>
          <a:xfrm>
            <a:off x="4014360" y="36392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4260600" y="29800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4" name=""/>
          <p:cNvSpPr/>
          <p:nvPr/>
        </p:nvSpPr>
        <p:spPr>
          <a:xfrm flipH="1">
            <a:off x="4260600" y="29800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5" name=""/>
          <p:cNvSpPr txBox="1"/>
          <p:nvPr/>
        </p:nvSpPr>
        <p:spPr>
          <a:xfrm>
            <a:off x="4014360" y="32749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4260600" y="26157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07" name=""/>
          <p:cNvSpPr/>
          <p:nvPr/>
        </p:nvSpPr>
        <p:spPr>
          <a:xfrm flipH="1">
            <a:off x="4260600" y="26157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08" name=""/>
          <p:cNvSpPr txBox="1"/>
          <p:nvPr/>
        </p:nvSpPr>
        <p:spPr>
          <a:xfrm>
            <a:off x="4014360" y="291060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0.5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4260600" y="225144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10" name=""/>
          <p:cNvSpPr/>
          <p:nvPr/>
        </p:nvSpPr>
        <p:spPr>
          <a:xfrm flipH="1">
            <a:off x="4260600" y="225144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1" name=""/>
          <p:cNvSpPr txBox="1"/>
          <p:nvPr/>
        </p:nvSpPr>
        <p:spPr>
          <a:xfrm>
            <a:off x="4014360" y="25462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4260600" y="188712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13" name=""/>
          <p:cNvSpPr/>
          <p:nvPr/>
        </p:nvSpPr>
        <p:spPr>
          <a:xfrm flipH="1">
            <a:off x="4260600" y="188712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4" name=""/>
          <p:cNvSpPr txBox="1"/>
          <p:nvPr/>
        </p:nvSpPr>
        <p:spPr>
          <a:xfrm>
            <a:off x="4014360" y="21819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1.5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4260600" y="152280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16" name=""/>
          <p:cNvSpPr/>
          <p:nvPr/>
        </p:nvSpPr>
        <p:spPr>
          <a:xfrm flipH="1">
            <a:off x="4260600" y="152280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17" name=""/>
          <p:cNvSpPr txBox="1"/>
          <p:nvPr/>
        </p:nvSpPr>
        <p:spPr>
          <a:xfrm>
            <a:off x="4014360" y="181764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4260600" y="115848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19" name=""/>
          <p:cNvSpPr/>
          <p:nvPr/>
        </p:nvSpPr>
        <p:spPr>
          <a:xfrm flipH="1">
            <a:off x="4260600" y="115848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0" name=""/>
          <p:cNvSpPr txBox="1"/>
          <p:nvPr/>
        </p:nvSpPr>
        <p:spPr>
          <a:xfrm>
            <a:off x="4014360" y="145332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2.5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4260600" y="79416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2" name=""/>
          <p:cNvSpPr/>
          <p:nvPr/>
        </p:nvSpPr>
        <p:spPr>
          <a:xfrm flipH="1">
            <a:off x="4260600" y="79416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3" name=""/>
          <p:cNvSpPr txBox="1"/>
          <p:nvPr/>
        </p:nvSpPr>
        <p:spPr>
          <a:xfrm>
            <a:off x="4014360" y="108900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3.0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4260600" y="429840"/>
            <a:ext cx="44280" cy="0"/>
          </a:xfrm>
          <a:custGeom>
            <a:avLst/>
            <a:gdLst/>
            <a:ahLst/>
            <a:rect l="0" t="0" r="r" b="b"/>
            <a:pathLst>
              <a:path w="123" h="0">
                <a:moveTo>
                  <a:pt x="123" y="0"/>
                </a:moveTo>
                <a:lnTo>
                  <a:pt x="0" y="0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25" name=""/>
          <p:cNvSpPr/>
          <p:nvPr/>
        </p:nvSpPr>
        <p:spPr>
          <a:xfrm flipH="1">
            <a:off x="4260600" y="429840"/>
            <a:ext cx="44280" cy="0"/>
          </a:xfrm>
          <a:prstGeom prst="line">
            <a:avLst/>
          </a:prstGeom>
          <a:ln w="1008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6" name=""/>
          <p:cNvSpPr txBox="1"/>
          <p:nvPr/>
        </p:nvSpPr>
        <p:spPr>
          <a:xfrm>
            <a:off x="4014360" y="72468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3.5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27" name=""/>
          <p:cNvSpPr txBox="1"/>
          <p:nvPr/>
        </p:nvSpPr>
        <p:spPr>
          <a:xfrm>
            <a:off x="4014360" y="360360"/>
            <a:ext cx="20196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4.0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4980240" y="1887120"/>
            <a:ext cx="1688040" cy="1457640"/>
          </a:xfrm>
          <a:prstGeom prst="line">
            <a:avLst/>
          </a:prstGeom>
          <a:ln cap="sq" w="252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29" name=""/>
          <p:cNvSpPr/>
          <p:nvPr/>
        </p:nvSpPr>
        <p:spPr>
          <a:xfrm>
            <a:off x="4916520" y="1823760"/>
            <a:ext cx="127440" cy="127080"/>
          </a:xfrm>
          <a:custGeom>
            <a:avLst/>
            <a:gdLst/>
            <a:ahLst/>
            <a:rect l="0" t="0" r="r" b="b"/>
            <a:pathLst>
              <a:path w="354" h="353">
                <a:moveTo>
                  <a:pt x="177" y="353"/>
                </a:moveTo>
                <a:cubicBezTo>
                  <a:pt x="223" y="353"/>
                  <a:pt x="269" y="335"/>
                  <a:pt x="302" y="302"/>
                </a:cubicBezTo>
                <a:cubicBezTo>
                  <a:pt x="335" y="269"/>
                  <a:pt x="354" y="224"/>
                  <a:pt x="354" y="177"/>
                </a:cubicBezTo>
                <a:cubicBezTo>
                  <a:pt x="354" y="130"/>
                  <a:pt x="335" y="85"/>
                  <a:pt x="302" y="52"/>
                </a:cubicBezTo>
                <a:cubicBezTo>
                  <a:pt x="269" y="18"/>
                  <a:pt x="223" y="0"/>
                  <a:pt x="177" y="0"/>
                </a:cubicBezTo>
                <a:cubicBezTo>
                  <a:pt x="130" y="0"/>
                  <a:pt x="85" y="18"/>
                  <a:pt x="52" y="52"/>
                </a:cubicBezTo>
                <a:cubicBezTo>
                  <a:pt x="19" y="85"/>
                  <a:pt x="0" y="130"/>
                  <a:pt x="0" y="177"/>
                </a:cubicBezTo>
                <a:cubicBezTo>
                  <a:pt x="0" y="224"/>
                  <a:pt x="19" y="269"/>
                  <a:pt x="52" y="302"/>
                </a:cubicBezTo>
                <a:cubicBezTo>
                  <a:pt x="85" y="335"/>
                  <a:pt x="130" y="353"/>
                  <a:pt x="177" y="353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30" name=""/>
          <p:cNvSpPr/>
          <p:nvPr/>
        </p:nvSpPr>
        <p:spPr>
          <a:xfrm>
            <a:off x="6604560" y="328068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7"/>
                </a:cubicBezTo>
                <a:cubicBezTo>
                  <a:pt x="353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29" y="0"/>
                  <a:pt x="84" y="19"/>
                  <a:pt x="51" y="52"/>
                </a:cubicBezTo>
                <a:cubicBezTo>
                  <a:pt x="18" y="85"/>
                  <a:pt x="0" y="130"/>
                  <a:pt x="0" y="177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29" y="354"/>
                  <a:pt x="177" y="354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31" name=""/>
          <p:cNvSpPr/>
          <p:nvPr/>
        </p:nvSpPr>
        <p:spPr>
          <a:xfrm>
            <a:off x="4980240" y="2615760"/>
            <a:ext cx="1688040" cy="729000"/>
          </a:xfrm>
          <a:prstGeom prst="line">
            <a:avLst/>
          </a:prstGeom>
          <a:ln cap="sq" w="25200">
            <a:solidFill>
              <a:srgbClr val="2e86ab"/>
            </a:solidFill>
            <a:round/>
          </a:ln>
        </p:spPr>
        <p:style>
          <a:lnRef idx="0"/>
          <a:fillRef idx="0"/>
          <a:effectRef idx="0"/>
          <a:fontRef idx="minor"/>
        </p:style>
      </p:sp>
      <p:sp>
        <p:nvSpPr>
          <p:cNvPr id="132" name=""/>
          <p:cNvSpPr/>
          <p:nvPr/>
        </p:nvSpPr>
        <p:spPr>
          <a:xfrm>
            <a:off x="4916520" y="2552040"/>
            <a:ext cx="127440" cy="127440"/>
          </a:xfrm>
          <a:custGeom>
            <a:avLst/>
            <a:gdLst/>
            <a:ahLst/>
            <a:rect l="0" t="0" r="r" b="b"/>
            <a:pathLst>
              <a:path w="354" h="354">
                <a:moveTo>
                  <a:pt x="177" y="354"/>
                </a:moveTo>
                <a:cubicBezTo>
                  <a:pt x="223" y="354"/>
                  <a:pt x="269" y="336"/>
                  <a:pt x="302" y="303"/>
                </a:cubicBezTo>
                <a:cubicBezTo>
                  <a:pt x="335" y="269"/>
                  <a:pt x="354" y="225"/>
                  <a:pt x="354" y="178"/>
                </a:cubicBezTo>
                <a:cubicBezTo>
                  <a:pt x="354" y="131"/>
                  <a:pt x="335" y="85"/>
                  <a:pt x="302" y="52"/>
                </a:cubicBezTo>
                <a:cubicBezTo>
                  <a:pt x="269" y="19"/>
                  <a:pt x="223" y="0"/>
                  <a:pt x="177" y="0"/>
                </a:cubicBezTo>
                <a:cubicBezTo>
                  <a:pt x="130" y="0"/>
                  <a:pt x="85" y="19"/>
                  <a:pt x="52" y="52"/>
                </a:cubicBezTo>
                <a:cubicBezTo>
                  <a:pt x="19" y="85"/>
                  <a:pt x="0" y="131"/>
                  <a:pt x="0" y="178"/>
                </a:cubicBezTo>
                <a:cubicBezTo>
                  <a:pt x="0" y="225"/>
                  <a:pt x="19" y="269"/>
                  <a:pt x="52" y="303"/>
                </a:cubicBezTo>
                <a:cubicBezTo>
                  <a:pt x="85" y="336"/>
                  <a:pt x="130" y="354"/>
                  <a:pt x="177" y="354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33" name=""/>
          <p:cNvSpPr/>
          <p:nvPr/>
        </p:nvSpPr>
        <p:spPr>
          <a:xfrm>
            <a:off x="6604560" y="3280680"/>
            <a:ext cx="127080" cy="127440"/>
          </a:xfrm>
          <a:custGeom>
            <a:avLst/>
            <a:gdLst/>
            <a:ahLst/>
            <a:rect l="0" t="0" r="r" b="b"/>
            <a:pathLst>
              <a:path w="353" h="354">
                <a:moveTo>
                  <a:pt x="177" y="354"/>
                </a:moveTo>
                <a:cubicBezTo>
                  <a:pt x="224" y="354"/>
                  <a:pt x="269" y="335"/>
                  <a:pt x="302" y="302"/>
                </a:cubicBezTo>
                <a:cubicBezTo>
                  <a:pt x="335" y="269"/>
                  <a:pt x="353" y="224"/>
                  <a:pt x="353" y="177"/>
                </a:cubicBezTo>
                <a:cubicBezTo>
                  <a:pt x="353" y="130"/>
                  <a:pt x="335" y="85"/>
                  <a:pt x="302" y="52"/>
                </a:cubicBezTo>
                <a:cubicBezTo>
                  <a:pt x="269" y="19"/>
                  <a:pt x="224" y="0"/>
                  <a:pt x="177" y="0"/>
                </a:cubicBezTo>
                <a:cubicBezTo>
                  <a:pt x="129" y="0"/>
                  <a:pt x="84" y="19"/>
                  <a:pt x="51" y="52"/>
                </a:cubicBezTo>
                <a:cubicBezTo>
                  <a:pt x="18" y="85"/>
                  <a:pt x="0" y="130"/>
                  <a:pt x="0" y="177"/>
                </a:cubicBezTo>
                <a:cubicBezTo>
                  <a:pt x="0" y="224"/>
                  <a:pt x="18" y="269"/>
                  <a:pt x="51" y="302"/>
                </a:cubicBezTo>
                <a:cubicBezTo>
                  <a:pt x="84" y="335"/>
                  <a:pt x="129" y="354"/>
                  <a:pt x="177" y="354"/>
                </a:cubicBezTo>
                <a:close/>
              </a:path>
            </a:pathLst>
          </a:custGeom>
          <a:solidFill>
            <a:srgbClr val="2e86ab"/>
          </a:solidFill>
          <a:ln w="12600">
            <a:solidFill>
              <a:srgbClr val="2e86ab"/>
            </a:solidFill>
            <a:round/>
          </a:ln>
        </p:spPr>
      </p:sp>
      <p:sp>
        <p:nvSpPr>
          <p:cNvPr id="134" name=""/>
          <p:cNvSpPr/>
          <p:nvPr/>
        </p:nvSpPr>
        <p:spPr>
          <a:xfrm flipV="1">
            <a:off x="4304880" y="429840"/>
            <a:ext cx="0" cy="327852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5" name=""/>
          <p:cNvSpPr/>
          <p:nvPr/>
        </p:nvSpPr>
        <p:spPr>
          <a:xfrm>
            <a:off x="4304880" y="3708360"/>
            <a:ext cx="3038040" cy="0"/>
          </a:xfrm>
          <a:prstGeom prst="line">
            <a:avLst/>
          </a:prstGeom>
          <a:ln cap="sq" w="1008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</p:sp>
      <p:sp>
        <p:nvSpPr>
          <p:cNvPr id="136" name=""/>
          <p:cNvSpPr txBox="1"/>
          <p:nvPr/>
        </p:nvSpPr>
        <p:spPr>
          <a:xfrm rot="16200000">
            <a:off x="2580480" y="2002320"/>
            <a:ext cx="2413080" cy="14832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DejaVuSans"/>
              </a:rPr>
              <a:t>Number of HLA class I LOH loci (strict)</a:t>
            </a:r>
            <a:endParaRPr b="0" lang="en-US" sz="1000" spc="-1" strike="noStrike">
              <a:latin typeface="Times New Roman"/>
            </a:endParaRPr>
          </a:p>
        </p:txBody>
      </p:sp>
      <p:sp>
        <p:nvSpPr>
          <p:cNvPr id="137" name=""/>
          <p:cNvSpPr txBox="1"/>
          <p:nvPr/>
        </p:nvSpPr>
        <p:spPr>
          <a:xfrm>
            <a:off x="4466160" y="1812600"/>
            <a:ext cx="348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subj 3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8" name=""/>
          <p:cNvSpPr txBox="1"/>
          <p:nvPr/>
        </p:nvSpPr>
        <p:spPr>
          <a:xfrm>
            <a:off x="6836760" y="3269880"/>
            <a:ext cx="30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808080"/>
                </a:solidFill>
                <a:latin typeface="DejaVuSans"/>
              </a:rPr>
              <a:t>0 loci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39" name=""/>
          <p:cNvSpPr txBox="1"/>
          <p:nvPr/>
        </p:nvSpPr>
        <p:spPr>
          <a:xfrm>
            <a:off x="4466160" y="2541240"/>
            <a:ext cx="34812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DejaVuSans"/>
              </a:rPr>
              <a:t>subj 4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0" name=""/>
          <p:cNvSpPr txBox="1"/>
          <p:nvPr/>
        </p:nvSpPr>
        <p:spPr>
          <a:xfrm>
            <a:off x="6836760" y="3269880"/>
            <a:ext cx="307080" cy="13464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900" spc="-1" strike="noStrike">
                <a:solidFill>
                  <a:srgbClr val="808080"/>
                </a:solidFill>
                <a:latin typeface="DejaVuSans"/>
              </a:rPr>
              <a:t>0 loci</a:t>
            </a:r>
            <a:endParaRPr b="0" lang="en-US" sz="900" spc="-1" strike="noStrike">
              <a:latin typeface="Times New Roman"/>
            </a:endParaRPr>
          </a:p>
        </p:txBody>
      </p:sp>
      <p:sp>
        <p:nvSpPr>
          <p:cNvPr id="141" name=""/>
          <p:cNvSpPr txBox="1"/>
          <p:nvPr/>
        </p:nvSpPr>
        <p:spPr>
          <a:xfrm>
            <a:off x="4982400" y="73800"/>
            <a:ext cx="167724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HLA-LOH clone clearance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42" name=""/>
          <p:cNvSpPr txBox="1"/>
          <p:nvPr/>
        </p:nvSpPr>
        <p:spPr>
          <a:xfrm>
            <a:off x="5068800" y="230400"/>
            <a:ext cx="1501920" cy="1558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DejaVuSans"/>
              </a:rPr>
              <a:t>across radiation phase</a:t>
            </a:r>
            <a:endParaRPr b="0" lang="en-US" sz="1050" spc="-1" strike="noStrike"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805320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4" name=""/>
          <p:cNvSpPr/>
          <p:nvPr/>
        </p:nvSpPr>
        <p:spPr>
          <a:xfrm>
            <a:off x="811620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5" name=""/>
          <p:cNvSpPr/>
          <p:nvPr/>
        </p:nvSpPr>
        <p:spPr>
          <a:xfrm>
            <a:off x="817956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6" name=""/>
          <p:cNvSpPr/>
          <p:nvPr/>
        </p:nvSpPr>
        <p:spPr>
          <a:xfrm>
            <a:off x="824256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7" name=""/>
          <p:cNvSpPr/>
          <p:nvPr/>
        </p:nvSpPr>
        <p:spPr>
          <a:xfrm>
            <a:off x="830556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8" name=""/>
          <p:cNvSpPr/>
          <p:nvPr/>
        </p:nvSpPr>
        <p:spPr>
          <a:xfrm>
            <a:off x="836856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49" name=""/>
          <p:cNvSpPr/>
          <p:nvPr/>
        </p:nvSpPr>
        <p:spPr>
          <a:xfrm>
            <a:off x="843192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0" name=""/>
          <p:cNvSpPr/>
          <p:nvPr/>
        </p:nvSpPr>
        <p:spPr>
          <a:xfrm>
            <a:off x="849492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1" name=""/>
          <p:cNvSpPr/>
          <p:nvPr/>
        </p:nvSpPr>
        <p:spPr>
          <a:xfrm>
            <a:off x="855792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2" name=""/>
          <p:cNvSpPr/>
          <p:nvPr/>
        </p:nvSpPr>
        <p:spPr>
          <a:xfrm>
            <a:off x="862092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3" name=""/>
          <p:cNvSpPr/>
          <p:nvPr/>
        </p:nvSpPr>
        <p:spPr>
          <a:xfrm>
            <a:off x="868392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4" name=""/>
          <p:cNvSpPr/>
          <p:nvPr/>
        </p:nvSpPr>
        <p:spPr>
          <a:xfrm>
            <a:off x="874728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5" name=""/>
          <p:cNvSpPr/>
          <p:nvPr/>
        </p:nvSpPr>
        <p:spPr>
          <a:xfrm>
            <a:off x="881028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6" name=""/>
          <p:cNvSpPr/>
          <p:nvPr/>
        </p:nvSpPr>
        <p:spPr>
          <a:xfrm>
            <a:off x="887328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7" name=""/>
          <p:cNvSpPr/>
          <p:nvPr/>
        </p:nvSpPr>
        <p:spPr>
          <a:xfrm>
            <a:off x="893628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8" name=""/>
          <p:cNvSpPr/>
          <p:nvPr/>
        </p:nvSpPr>
        <p:spPr>
          <a:xfrm>
            <a:off x="899964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59" name=""/>
          <p:cNvSpPr/>
          <p:nvPr/>
        </p:nvSpPr>
        <p:spPr>
          <a:xfrm>
            <a:off x="906264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0" name=""/>
          <p:cNvSpPr/>
          <p:nvPr/>
        </p:nvSpPr>
        <p:spPr>
          <a:xfrm>
            <a:off x="912564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1" name=""/>
          <p:cNvSpPr/>
          <p:nvPr/>
        </p:nvSpPr>
        <p:spPr>
          <a:xfrm>
            <a:off x="918864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2" name=""/>
          <p:cNvSpPr/>
          <p:nvPr/>
        </p:nvSpPr>
        <p:spPr>
          <a:xfrm>
            <a:off x="925164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3" name=""/>
          <p:cNvSpPr/>
          <p:nvPr/>
        </p:nvSpPr>
        <p:spPr>
          <a:xfrm>
            <a:off x="931500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4" name=""/>
          <p:cNvSpPr/>
          <p:nvPr/>
        </p:nvSpPr>
        <p:spPr>
          <a:xfrm>
            <a:off x="937800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5" name=""/>
          <p:cNvSpPr/>
          <p:nvPr/>
        </p:nvSpPr>
        <p:spPr>
          <a:xfrm>
            <a:off x="944100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6" name=""/>
          <p:cNvSpPr/>
          <p:nvPr/>
        </p:nvSpPr>
        <p:spPr>
          <a:xfrm>
            <a:off x="950400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7" name=""/>
          <p:cNvSpPr/>
          <p:nvPr/>
        </p:nvSpPr>
        <p:spPr>
          <a:xfrm>
            <a:off x="956700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8" name=""/>
          <p:cNvSpPr/>
          <p:nvPr/>
        </p:nvSpPr>
        <p:spPr>
          <a:xfrm>
            <a:off x="963036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69" name=""/>
          <p:cNvSpPr/>
          <p:nvPr/>
        </p:nvSpPr>
        <p:spPr>
          <a:xfrm>
            <a:off x="969336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0" name=""/>
          <p:cNvSpPr/>
          <p:nvPr/>
        </p:nvSpPr>
        <p:spPr>
          <a:xfrm>
            <a:off x="975636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1" name=""/>
          <p:cNvSpPr/>
          <p:nvPr/>
        </p:nvSpPr>
        <p:spPr>
          <a:xfrm>
            <a:off x="981936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2" name=""/>
          <p:cNvSpPr/>
          <p:nvPr/>
        </p:nvSpPr>
        <p:spPr>
          <a:xfrm>
            <a:off x="988272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3" name=""/>
          <p:cNvSpPr/>
          <p:nvPr/>
        </p:nvSpPr>
        <p:spPr>
          <a:xfrm>
            <a:off x="9945720" y="647640"/>
            <a:ext cx="64800" cy="9360"/>
          </a:xfrm>
          <a:custGeom>
            <a:avLst/>
            <a:gdLst/>
            <a:ahLst/>
            <a:rect l="0" t="0" r="r" b="b"/>
            <a:pathLst>
              <a:path w="180" h="26">
                <a:moveTo>
                  <a:pt x="0" y="26"/>
                </a:moveTo>
                <a:lnTo>
                  <a:pt x="0" y="0"/>
                </a:lnTo>
                <a:lnTo>
                  <a:pt x="180" y="0"/>
                </a:lnTo>
                <a:lnTo>
                  <a:pt x="18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4" name=""/>
          <p:cNvSpPr/>
          <p:nvPr/>
        </p:nvSpPr>
        <p:spPr>
          <a:xfrm>
            <a:off x="1000872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5" name=""/>
          <p:cNvSpPr/>
          <p:nvPr/>
        </p:nvSpPr>
        <p:spPr>
          <a:xfrm>
            <a:off x="10071720" y="647640"/>
            <a:ext cx="65160" cy="9360"/>
          </a:xfrm>
          <a:custGeom>
            <a:avLst/>
            <a:gdLst/>
            <a:ahLst/>
            <a:rect l="0" t="0" r="r" b="b"/>
            <a:pathLst>
              <a:path w="181" h="26">
                <a:moveTo>
                  <a:pt x="0" y="26"/>
                </a:moveTo>
                <a:lnTo>
                  <a:pt x="0" y="0"/>
                </a:lnTo>
                <a:lnTo>
                  <a:pt x="181" y="0"/>
                </a:lnTo>
                <a:lnTo>
                  <a:pt x="18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6" name=""/>
          <p:cNvSpPr txBox="1"/>
          <p:nvPr/>
        </p:nvSpPr>
        <p:spPr>
          <a:xfrm>
            <a:off x="8054280" y="477000"/>
            <a:ext cx="118800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Criteria comparison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77" name=""/>
          <p:cNvSpPr txBox="1"/>
          <p:nvPr/>
        </p:nvSpPr>
        <p:spPr>
          <a:xfrm>
            <a:off x="8054280" y="705960"/>
            <a:ext cx="156276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LOHHLA-lite (v0.5 draft):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8196480" y="863280"/>
            <a:ext cx="30600" cy="30600"/>
          </a:xfrm>
          <a:custGeom>
            <a:avLst/>
            <a:gdLst/>
            <a:ahLst/>
            <a:rect l="0" t="0" r="r" b="b"/>
            <a:pathLst>
              <a:path w="85" h="85">
                <a:moveTo>
                  <a:pt x="0" y="42"/>
                </a:moveTo>
                <a:cubicBezTo>
                  <a:pt x="0" y="30"/>
                  <a:pt x="4" y="20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0"/>
                  <a:pt x="85" y="30"/>
                  <a:pt x="85" y="42"/>
                </a:cubicBezTo>
                <a:cubicBezTo>
                  <a:pt x="85" y="54"/>
                  <a:pt x="81" y="65"/>
                  <a:pt x="73" y="73"/>
                </a:cubicBezTo>
                <a:cubicBezTo>
                  <a:pt x="65" y="81"/>
                  <a:pt x="55" y="85"/>
                  <a:pt x="43" y="85"/>
                </a:cubicBezTo>
                <a:cubicBezTo>
                  <a:pt x="31" y="85"/>
                  <a:pt x="21" y="81"/>
                  <a:pt x="12" y="73"/>
                </a:cubicBezTo>
                <a:cubicBezTo>
                  <a:pt x="4" y="65"/>
                  <a:pt x="0" y="55"/>
                  <a:pt x="0" y="42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79" name=""/>
          <p:cNvSpPr/>
          <p:nvPr/>
        </p:nvSpPr>
        <p:spPr>
          <a:xfrm>
            <a:off x="8371440" y="841320"/>
            <a:ext cx="59400" cy="75960"/>
          </a:xfrm>
          <a:custGeom>
            <a:avLst/>
            <a:gdLst/>
            <a:ahLst/>
            <a:rect l="0" t="0" r="r" b="b"/>
            <a:pathLst>
              <a:path w="165" h="211">
                <a:moveTo>
                  <a:pt x="127" y="187"/>
                </a:moveTo>
                <a:lnTo>
                  <a:pt x="82" y="25"/>
                </a:lnTo>
                <a:lnTo>
                  <a:pt x="37" y="187"/>
                </a:lnTo>
                <a:lnTo>
                  <a:pt x="127" y="187"/>
                </a:lnTo>
                <a:moveTo>
                  <a:pt x="165" y="211"/>
                </a:moveTo>
                <a:lnTo>
                  <a:pt x="0" y="211"/>
                </a:lnTo>
                <a:lnTo>
                  <a:pt x="65" y="0"/>
                </a:lnTo>
                <a:lnTo>
                  <a:pt x="99" y="0"/>
                </a:lnTo>
                <a:lnTo>
                  <a:pt x="165" y="21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0" name=""/>
          <p:cNvSpPr/>
          <p:nvPr/>
        </p:nvSpPr>
        <p:spPr>
          <a:xfrm>
            <a:off x="8878680" y="861840"/>
            <a:ext cx="54000" cy="55440"/>
          </a:xfrm>
          <a:custGeom>
            <a:avLst/>
            <a:gdLst/>
            <a:ahLst/>
            <a:rect l="0" t="0" r="r" b="b"/>
            <a:pathLst>
              <a:path w="150" h="154">
                <a:moveTo>
                  <a:pt x="0" y="92"/>
                </a:moveTo>
                <a:lnTo>
                  <a:pt x="113" y="59"/>
                </a:lnTo>
                <a:lnTo>
                  <a:pt x="0" y="26"/>
                </a:lnTo>
                <a:lnTo>
                  <a:pt x="0" y="0"/>
                </a:lnTo>
                <a:lnTo>
                  <a:pt x="150" y="47"/>
                </a:lnTo>
                <a:lnTo>
                  <a:pt x="150" y="70"/>
                </a:lnTo>
                <a:lnTo>
                  <a:pt x="0" y="117"/>
                </a:lnTo>
                <a:lnTo>
                  <a:pt x="0" y="92"/>
                </a:lnTo>
                <a:moveTo>
                  <a:pt x="0" y="129"/>
                </a:moveTo>
                <a:lnTo>
                  <a:pt x="150" y="129"/>
                </a:lnTo>
                <a:lnTo>
                  <a:pt x="150" y="154"/>
                </a:lnTo>
                <a:lnTo>
                  <a:pt x="0" y="154"/>
                </a:lnTo>
                <a:lnTo>
                  <a:pt x="0" y="129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1" name=""/>
          <p:cNvSpPr txBox="1"/>
          <p:nvPr/>
        </p:nvSpPr>
        <p:spPr>
          <a:xfrm>
            <a:off x="8054280" y="820800"/>
            <a:ext cx="118800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| ratio|   0.15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8196480" y="980640"/>
            <a:ext cx="30600" cy="30600"/>
          </a:xfrm>
          <a:custGeom>
            <a:avLst/>
            <a:gdLst/>
            <a:ahLst/>
            <a:rect l="0" t="0" r="r" b="b"/>
            <a:pathLst>
              <a:path w="85" h="85">
                <a:moveTo>
                  <a:pt x="0" y="42"/>
                </a:moveTo>
                <a:cubicBezTo>
                  <a:pt x="0" y="30"/>
                  <a:pt x="4" y="20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0"/>
                  <a:pt x="85" y="30"/>
                  <a:pt x="85" y="42"/>
                </a:cubicBezTo>
                <a:cubicBezTo>
                  <a:pt x="85" y="53"/>
                  <a:pt x="81" y="65"/>
                  <a:pt x="73" y="73"/>
                </a:cubicBezTo>
                <a:cubicBezTo>
                  <a:pt x="65" y="81"/>
                  <a:pt x="55" y="85"/>
                  <a:pt x="43" y="85"/>
                </a:cubicBezTo>
                <a:cubicBezTo>
                  <a:pt x="31" y="85"/>
                  <a:pt x="21" y="81"/>
                  <a:pt x="12" y="73"/>
                </a:cubicBezTo>
                <a:cubicBezTo>
                  <a:pt x="4" y="65"/>
                  <a:pt x="0" y="54"/>
                  <a:pt x="0" y="42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3" name=""/>
          <p:cNvSpPr txBox="1"/>
          <p:nvPr/>
        </p:nvSpPr>
        <p:spPr>
          <a:xfrm>
            <a:off x="8054280" y="937800"/>
            <a:ext cx="193752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Fisher P &lt; 0.05 uncorrected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8196480" y="1095120"/>
            <a:ext cx="30600" cy="30600"/>
          </a:xfrm>
          <a:custGeom>
            <a:avLst/>
            <a:gdLst/>
            <a:ahLst/>
            <a:rect l="0" t="0" r="r" b="b"/>
            <a:pathLst>
              <a:path w="85" h="85">
                <a:moveTo>
                  <a:pt x="0" y="42"/>
                </a:moveTo>
                <a:cubicBezTo>
                  <a:pt x="0" y="31"/>
                  <a:pt x="4" y="21"/>
                  <a:pt x="12" y="13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3"/>
                </a:cubicBezTo>
                <a:cubicBezTo>
                  <a:pt x="81" y="21"/>
                  <a:pt x="85" y="31"/>
                  <a:pt x="85" y="42"/>
                </a:cubicBezTo>
                <a:cubicBezTo>
                  <a:pt x="85" y="54"/>
                  <a:pt x="81" y="64"/>
                  <a:pt x="73" y="73"/>
                </a:cubicBezTo>
                <a:cubicBezTo>
                  <a:pt x="65" y="81"/>
                  <a:pt x="55" y="85"/>
                  <a:pt x="43" y="85"/>
                </a:cubicBezTo>
                <a:cubicBezTo>
                  <a:pt x="31" y="85"/>
                  <a:pt x="21" y="81"/>
                  <a:pt x="12" y="73"/>
                </a:cubicBezTo>
                <a:cubicBezTo>
                  <a:pt x="4" y="64"/>
                  <a:pt x="0" y="54"/>
                  <a:pt x="0" y="42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5" name=""/>
          <p:cNvSpPr txBox="1"/>
          <p:nvPr/>
        </p:nvSpPr>
        <p:spPr>
          <a:xfrm>
            <a:off x="8054280" y="1052640"/>
            <a:ext cx="200016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No minimum read-depth filter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86" name=""/>
          <p:cNvSpPr txBox="1"/>
          <p:nvPr/>
        </p:nvSpPr>
        <p:spPr>
          <a:xfrm>
            <a:off x="8054280" y="1281600"/>
            <a:ext cx="181260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Stricter (v0.7 primary call):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8196480" y="1438920"/>
            <a:ext cx="30600" cy="30600"/>
          </a:xfrm>
          <a:custGeom>
            <a:avLst/>
            <a:gdLst/>
            <a:ahLst/>
            <a:rect l="0" t="0" r="r" b="b"/>
            <a:pathLst>
              <a:path w="85" h="85">
                <a:moveTo>
                  <a:pt x="0" y="43"/>
                </a:moveTo>
                <a:cubicBezTo>
                  <a:pt x="0" y="31"/>
                  <a:pt x="4" y="21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1"/>
                  <a:pt x="85" y="31"/>
                  <a:pt x="85" y="43"/>
                </a:cubicBezTo>
                <a:cubicBezTo>
                  <a:pt x="85" y="54"/>
                  <a:pt x="81" y="65"/>
                  <a:pt x="73" y="73"/>
                </a:cubicBezTo>
                <a:cubicBezTo>
                  <a:pt x="65" y="81"/>
                  <a:pt x="55" y="85"/>
                  <a:pt x="43" y="85"/>
                </a:cubicBezTo>
                <a:cubicBezTo>
                  <a:pt x="31" y="85"/>
                  <a:pt x="21" y="81"/>
                  <a:pt x="12" y="73"/>
                </a:cubicBezTo>
                <a:cubicBezTo>
                  <a:pt x="4" y="65"/>
                  <a:pt x="0" y="55"/>
                  <a:pt x="0" y="43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8" name=""/>
          <p:cNvSpPr/>
          <p:nvPr/>
        </p:nvSpPr>
        <p:spPr>
          <a:xfrm>
            <a:off x="8371440" y="1416960"/>
            <a:ext cx="59400" cy="76320"/>
          </a:xfrm>
          <a:custGeom>
            <a:avLst/>
            <a:gdLst/>
            <a:ahLst/>
            <a:rect l="0" t="0" r="r" b="b"/>
            <a:pathLst>
              <a:path w="165" h="212">
                <a:moveTo>
                  <a:pt x="127" y="188"/>
                </a:moveTo>
                <a:lnTo>
                  <a:pt x="82" y="25"/>
                </a:lnTo>
                <a:lnTo>
                  <a:pt x="37" y="188"/>
                </a:lnTo>
                <a:lnTo>
                  <a:pt x="127" y="188"/>
                </a:lnTo>
                <a:moveTo>
                  <a:pt x="165" y="212"/>
                </a:moveTo>
                <a:lnTo>
                  <a:pt x="0" y="212"/>
                </a:lnTo>
                <a:lnTo>
                  <a:pt x="65" y="0"/>
                </a:lnTo>
                <a:lnTo>
                  <a:pt x="99" y="0"/>
                </a:lnTo>
                <a:lnTo>
                  <a:pt x="165" y="212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89" name=""/>
          <p:cNvSpPr/>
          <p:nvPr/>
        </p:nvSpPr>
        <p:spPr>
          <a:xfrm>
            <a:off x="8878680" y="1437480"/>
            <a:ext cx="54000" cy="55800"/>
          </a:xfrm>
          <a:custGeom>
            <a:avLst/>
            <a:gdLst/>
            <a:ahLst/>
            <a:rect l="0" t="0" r="r" b="b"/>
            <a:pathLst>
              <a:path w="150" h="155">
                <a:moveTo>
                  <a:pt x="0" y="93"/>
                </a:moveTo>
                <a:lnTo>
                  <a:pt x="113" y="59"/>
                </a:lnTo>
                <a:lnTo>
                  <a:pt x="0" y="26"/>
                </a:lnTo>
                <a:lnTo>
                  <a:pt x="0" y="0"/>
                </a:lnTo>
                <a:lnTo>
                  <a:pt x="150" y="47"/>
                </a:lnTo>
                <a:lnTo>
                  <a:pt x="150" y="72"/>
                </a:lnTo>
                <a:lnTo>
                  <a:pt x="0" y="118"/>
                </a:lnTo>
                <a:lnTo>
                  <a:pt x="0" y="93"/>
                </a:lnTo>
                <a:moveTo>
                  <a:pt x="0" y="131"/>
                </a:moveTo>
                <a:lnTo>
                  <a:pt x="150" y="131"/>
                </a:lnTo>
                <a:lnTo>
                  <a:pt x="150" y="155"/>
                </a:lnTo>
                <a:lnTo>
                  <a:pt x="0" y="155"/>
                </a:lnTo>
                <a:lnTo>
                  <a:pt x="0" y="13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90" name=""/>
          <p:cNvSpPr txBox="1"/>
          <p:nvPr/>
        </p:nvSpPr>
        <p:spPr>
          <a:xfrm>
            <a:off x="8054280" y="1396440"/>
            <a:ext cx="118800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| ratio|   0.20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8196480" y="1556280"/>
            <a:ext cx="30600" cy="30600"/>
          </a:xfrm>
          <a:custGeom>
            <a:avLst/>
            <a:gdLst/>
            <a:ahLst/>
            <a:rect l="0" t="0" r="r" b="b"/>
            <a:pathLst>
              <a:path w="85" h="85">
                <a:moveTo>
                  <a:pt x="0" y="43"/>
                </a:moveTo>
                <a:cubicBezTo>
                  <a:pt x="0" y="30"/>
                  <a:pt x="4" y="21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1"/>
                  <a:pt x="85" y="30"/>
                  <a:pt x="85" y="43"/>
                </a:cubicBezTo>
                <a:cubicBezTo>
                  <a:pt x="85" y="54"/>
                  <a:pt x="81" y="65"/>
                  <a:pt x="73" y="73"/>
                </a:cubicBezTo>
                <a:cubicBezTo>
                  <a:pt x="65" y="81"/>
                  <a:pt x="55" y="85"/>
                  <a:pt x="43" y="85"/>
                </a:cubicBezTo>
                <a:cubicBezTo>
                  <a:pt x="31" y="85"/>
                  <a:pt x="21" y="81"/>
                  <a:pt x="12" y="73"/>
                </a:cubicBezTo>
                <a:cubicBezTo>
                  <a:pt x="4" y="65"/>
                  <a:pt x="0" y="55"/>
                  <a:pt x="0" y="43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92" name=""/>
          <p:cNvSpPr txBox="1"/>
          <p:nvPr/>
        </p:nvSpPr>
        <p:spPr>
          <a:xfrm>
            <a:off x="8054280" y="1513800"/>
            <a:ext cx="206244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Bonferroni-corrected P &lt; 0.01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8196480" y="1671120"/>
            <a:ext cx="30600" cy="30240"/>
          </a:xfrm>
          <a:custGeom>
            <a:avLst/>
            <a:gdLst/>
            <a:ahLst/>
            <a:rect l="0" t="0" r="r" b="b"/>
            <a:pathLst>
              <a:path w="85" h="84">
                <a:moveTo>
                  <a:pt x="0" y="41"/>
                </a:moveTo>
                <a:cubicBezTo>
                  <a:pt x="0" y="30"/>
                  <a:pt x="4" y="20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0"/>
                  <a:pt x="85" y="30"/>
                  <a:pt x="85" y="41"/>
                </a:cubicBezTo>
                <a:cubicBezTo>
                  <a:pt x="85" y="54"/>
                  <a:pt x="81" y="64"/>
                  <a:pt x="73" y="72"/>
                </a:cubicBezTo>
                <a:cubicBezTo>
                  <a:pt x="65" y="80"/>
                  <a:pt x="55" y="84"/>
                  <a:pt x="43" y="84"/>
                </a:cubicBezTo>
                <a:cubicBezTo>
                  <a:pt x="31" y="84"/>
                  <a:pt x="21" y="80"/>
                  <a:pt x="12" y="72"/>
                </a:cubicBezTo>
                <a:cubicBezTo>
                  <a:pt x="4" y="64"/>
                  <a:pt x="0" y="54"/>
                  <a:pt x="0" y="41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94" name=""/>
          <p:cNvSpPr/>
          <p:nvPr/>
        </p:nvSpPr>
        <p:spPr>
          <a:xfrm>
            <a:off x="9635760" y="1669320"/>
            <a:ext cx="54000" cy="55800"/>
          </a:xfrm>
          <a:custGeom>
            <a:avLst/>
            <a:gdLst/>
            <a:ahLst/>
            <a:rect l="0" t="0" r="r" b="b"/>
            <a:pathLst>
              <a:path w="150" h="155">
                <a:moveTo>
                  <a:pt x="0" y="93"/>
                </a:moveTo>
                <a:lnTo>
                  <a:pt x="113" y="60"/>
                </a:lnTo>
                <a:lnTo>
                  <a:pt x="0" y="26"/>
                </a:lnTo>
                <a:lnTo>
                  <a:pt x="0" y="0"/>
                </a:lnTo>
                <a:lnTo>
                  <a:pt x="150" y="48"/>
                </a:lnTo>
                <a:lnTo>
                  <a:pt x="150" y="72"/>
                </a:lnTo>
                <a:lnTo>
                  <a:pt x="0" y="119"/>
                </a:lnTo>
                <a:lnTo>
                  <a:pt x="0" y="93"/>
                </a:lnTo>
                <a:moveTo>
                  <a:pt x="0" y="131"/>
                </a:moveTo>
                <a:lnTo>
                  <a:pt x="150" y="131"/>
                </a:lnTo>
                <a:lnTo>
                  <a:pt x="150" y="155"/>
                </a:lnTo>
                <a:lnTo>
                  <a:pt x="0" y="155"/>
                </a:lnTo>
                <a:lnTo>
                  <a:pt x="0" y="13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95" name=""/>
          <p:cNvSpPr txBox="1"/>
          <p:nvPr/>
        </p:nvSpPr>
        <p:spPr>
          <a:xfrm>
            <a:off x="8054280" y="1628280"/>
            <a:ext cx="249984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Tumor / normal depth   30 reads each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8196480" y="1785600"/>
            <a:ext cx="30600" cy="30240"/>
          </a:xfrm>
          <a:custGeom>
            <a:avLst/>
            <a:gdLst/>
            <a:ahLst/>
            <a:rect l="0" t="0" r="r" b="b"/>
            <a:pathLst>
              <a:path w="85" h="84">
                <a:moveTo>
                  <a:pt x="0" y="41"/>
                </a:moveTo>
                <a:cubicBezTo>
                  <a:pt x="0" y="30"/>
                  <a:pt x="4" y="20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0"/>
                  <a:pt x="85" y="30"/>
                  <a:pt x="85" y="41"/>
                </a:cubicBezTo>
                <a:cubicBezTo>
                  <a:pt x="85" y="53"/>
                  <a:pt x="81" y="64"/>
                  <a:pt x="73" y="72"/>
                </a:cubicBezTo>
                <a:cubicBezTo>
                  <a:pt x="65" y="80"/>
                  <a:pt x="55" y="84"/>
                  <a:pt x="43" y="84"/>
                </a:cubicBezTo>
                <a:cubicBezTo>
                  <a:pt x="31" y="84"/>
                  <a:pt x="21" y="80"/>
                  <a:pt x="12" y="72"/>
                </a:cubicBezTo>
                <a:cubicBezTo>
                  <a:pt x="4" y="64"/>
                  <a:pt x="0" y="53"/>
                  <a:pt x="0" y="41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197" name=""/>
          <p:cNvSpPr txBox="1"/>
          <p:nvPr/>
        </p:nvSpPr>
        <p:spPr>
          <a:xfrm>
            <a:off x="8054280" y="1742760"/>
            <a:ext cx="212508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Requires normal heterozygosity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98" name=""/>
          <p:cNvSpPr txBox="1"/>
          <p:nvPr/>
        </p:nvSpPr>
        <p:spPr>
          <a:xfrm>
            <a:off x="8054280" y="1972440"/>
            <a:ext cx="175032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Effect of stricter criteria: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8196480" y="2129760"/>
            <a:ext cx="30600" cy="30600"/>
          </a:xfrm>
          <a:custGeom>
            <a:avLst/>
            <a:gdLst/>
            <a:ahLst/>
            <a:rect l="0" t="0" r="r" b="b"/>
            <a:pathLst>
              <a:path w="85" h="85">
                <a:moveTo>
                  <a:pt x="0" y="43"/>
                </a:moveTo>
                <a:cubicBezTo>
                  <a:pt x="0" y="31"/>
                  <a:pt x="4" y="22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2"/>
                  <a:pt x="85" y="31"/>
                  <a:pt x="85" y="43"/>
                </a:cubicBezTo>
                <a:cubicBezTo>
                  <a:pt x="85" y="54"/>
                  <a:pt x="81" y="65"/>
                  <a:pt x="73" y="73"/>
                </a:cubicBezTo>
                <a:cubicBezTo>
                  <a:pt x="65" y="81"/>
                  <a:pt x="55" y="85"/>
                  <a:pt x="43" y="85"/>
                </a:cubicBezTo>
                <a:cubicBezTo>
                  <a:pt x="31" y="85"/>
                  <a:pt x="21" y="81"/>
                  <a:pt x="12" y="73"/>
                </a:cubicBezTo>
                <a:cubicBezTo>
                  <a:pt x="4" y="65"/>
                  <a:pt x="0" y="55"/>
                  <a:pt x="0" y="43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0" name=""/>
          <p:cNvSpPr/>
          <p:nvPr/>
        </p:nvSpPr>
        <p:spPr>
          <a:xfrm>
            <a:off x="9255960" y="2138040"/>
            <a:ext cx="56520" cy="34200"/>
          </a:xfrm>
          <a:custGeom>
            <a:avLst/>
            <a:gdLst/>
            <a:ahLst/>
            <a:rect l="0" t="0" r="r" b="b"/>
            <a:pathLst>
              <a:path w="157" h="95">
                <a:moveTo>
                  <a:pt x="157" y="53"/>
                </a:moveTo>
                <a:lnTo>
                  <a:pt x="116" y="95"/>
                </a:lnTo>
                <a:lnTo>
                  <a:pt x="103" y="82"/>
                </a:lnTo>
                <a:lnTo>
                  <a:pt x="126" y="59"/>
                </a:lnTo>
                <a:lnTo>
                  <a:pt x="0" y="59"/>
                </a:lnTo>
                <a:lnTo>
                  <a:pt x="0" y="36"/>
                </a:lnTo>
                <a:lnTo>
                  <a:pt x="126" y="36"/>
                </a:lnTo>
                <a:lnTo>
                  <a:pt x="103" y="13"/>
                </a:lnTo>
                <a:lnTo>
                  <a:pt x="116" y="0"/>
                </a:lnTo>
                <a:lnTo>
                  <a:pt x="157" y="41"/>
                </a:lnTo>
                <a:lnTo>
                  <a:pt x="157" y="53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1" name=""/>
          <p:cNvSpPr txBox="1"/>
          <p:nvPr/>
        </p:nvSpPr>
        <p:spPr>
          <a:xfrm>
            <a:off x="8054280" y="2087280"/>
            <a:ext cx="225000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10 lite events   2 strict events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8196480" y="2244600"/>
            <a:ext cx="30600" cy="30240"/>
          </a:xfrm>
          <a:custGeom>
            <a:avLst/>
            <a:gdLst/>
            <a:ahLst/>
            <a:rect l="0" t="0" r="r" b="b"/>
            <a:pathLst>
              <a:path w="85" h="84">
                <a:moveTo>
                  <a:pt x="0" y="42"/>
                </a:moveTo>
                <a:cubicBezTo>
                  <a:pt x="0" y="30"/>
                  <a:pt x="4" y="20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0"/>
                  <a:pt x="85" y="30"/>
                  <a:pt x="85" y="42"/>
                </a:cubicBezTo>
                <a:cubicBezTo>
                  <a:pt x="85" y="54"/>
                  <a:pt x="81" y="64"/>
                  <a:pt x="73" y="72"/>
                </a:cubicBezTo>
                <a:cubicBezTo>
                  <a:pt x="65" y="80"/>
                  <a:pt x="55" y="84"/>
                  <a:pt x="43" y="84"/>
                </a:cubicBezTo>
                <a:cubicBezTo>
                  <a:pt x="31" y="84"/>
                  <a:pt x="21" y="80"/>
                  <a:pt x="12" y="72"/>
                </a:cubicBezTo>
                <a:cubicBezTo>
                  <a:pt x="4" y="64"/>
                  <a:pt x="0" y="54"/>
                  <a:pt x="0" y="42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3" name=""/>
          <p:cNvSpPr txBox="1"/>
          <p:nvPr/>
        </p:nvSpPr>
        <p:spPr>
          <a:xfrm>
            <a:off x="8054280" y="2201760"/>
            <a:ext cx="212508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Both strict events in eventual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04" name=""/>
          <p:cNvSpPr txBox="1"/>
          <p:nvPr/>
        </p:nvSpPr>
        <p:spPr>
          <a:xfrm>
            <a:off x="8054280" y="2316240"/>
            <a:ext cx="212508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good responders (subj 3 and 4)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8196480" y="2474280"/>
            <a:ext cx="30600" cy="30240"/>
          </a:xfrm>
          <a:custGeom>
            <a:avLst/>
            <a:gdLst/>
            <a:ahLst/>
            <a:rect l="0" t="0" r="r" b="b"/>
            <a:pathLst>
              <a:path w="85" h="84">
                <a:moveTo>
                  <a:pt x="0" y="41"/>
                </a:moveTo>
                <a:cubicBezTo>
                  <a:pt x="0" y="30"/>
                  <a:pt x="4" y="20"/>
                  <a:pt x="12" y="12"/>
                </a:cubicBezTo>
                <a:cubicBezTo>
                  <a:pt x="22" y="4"/>
                  <a:pt x="31" y="0"/>
                  <a:pt x="43" y="0"/>
                </a:cubicBezTo>
                <a:cubicBezTo>
                  <a:pt x="55" y="0"/>
                  <a:pt x="65" y="4"/>
                  <a:pt x="73" y="12"/>
                </a:cubicBezTo>
                <a:cubicBezTo>
                  <a:pt x="81" y="20"/>
                  <a:pt x="85" y="30"/>
                  <a:pt x="85" y="41"/>
                </a:cubicBezTo>
                <a:cubicBezTo>
                  <a:pt x="85" y="53"/>
                  <a:pt x="81" y="64"/>
                  <a:pt x="73" y="72"/>
                </a:cubicBezTo>
                <a:cubicBezTo>
                  <a:pt x="65" y="80"/>
                  <a:pt x="55" y="84"/>
                  <a:pt x="43" y="84"/>
                </a:cubicBezTo>
                <a:cubicBezTo>
                  <a:pt x="31" y="84"/>
                  <a:pt x="21" y="80"/>
                  <a:pt x="12" y="72"/>
                </a:cubicBezTo>
                <a:cubicBezTo>
                  <a:pt x="4" y="64"/>
                  <a:pt x="0" y="53"/>
                  <a:pt x="0" y="41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6" name=""/>
          <p:cNvSpPr/>
          <p:nvPr/>
        </p:nvSpPr>
        <p:spPr>
          <a:xfrm>
            <a:off x="9697680" y="2482560"/>
            <a:ext cx="56160" cy="34200"/>
          </a:xfrm>
          <a:custGeom>
            <a:avLst/>
            <a:gdLst/>
            <a:ahLst/>
            <a:rect l="0" t="0" r="r" b="b"/>
            <a:pathLst>
              <a:path w="156" h="95">
                <a:moveTo>
                  <a:pt x="156" y="54"/>
                </a:moveTo>
                <a:lnTo>
                  <a:pt x="115" y="95"/>
                </a:lnTo>
                <a:lnTo>
                  <a:pt x="102" y="82"/>
                </a:lnTo>
                <a:lnTo>
                  <a:pt x="125" y="59"/>
                </a:lnTo>
                <a:lnTo>
                  <a:pt x="0" y="59"/>
                </a:lnTo>
                <a:lnTo>
                  <a:pt x="0" y="36"/>
                </a:lnTo>
                <a:lnTo>
                  <a:pt x="125" y="36"/>
                </a:lnTo>
                <a:lnTo>
                  <a:pt x="102" y="13"/>
                </a:lnTo>
                <a:lnTo>
                  <a:pt x="115" y="0"/>
                </a:lnTo>
                <a:lnTo>
                  <a:pt x="156" y="42"/>
                </a:lnTo>
                <a:lnTo>
                  <a:pt x="156" y="54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</p:sp>
      <p:sp>
        <p:nvSpPr>
          <p:cNvPr id="207" name=""/>
          <p:cNvSpPr txBox="1"/>
          <p:nvPr/>
        </p:nvSpPr>
        <p:spPr>
          <a:xfrm>
            <a:off x="8054280" y="2431440"/>
            <a:ext cx="193752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Both show complete pre post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08" name=""/>
          <p:cNvSpPr txBox="1"/>
          <p:nvPr/>
        </p:nvSpPr>
        <p:spPr>
          <a:xfrm>
            <a:off x="8054280" y="2545920"/>
            <a:ext cx="175032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    </a:t>
            </a:r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resolution of LOH clones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09" name=""/>
          <p:cNvSpPr txBox="1"/>
          <p:nvPr/>
        </p:nvSpPr>
        <p:spPr>
          <a:xfrm>
            <a:off x="8054280" y="2775240"/>
            <a:ext cx="212508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Two-subject nature of strict calls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10" name=""/>
          <p:cNvSpPr txBox="1"/>
          <p:nvPr/>
        </p:nvSpPr>
        <p:spPr>
          <a:xfrm>
            <a:off x="8054280" y="2889720"/>
            <a:ext cx="218772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means HLA-LOH clearance is reported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11" name=""/>
          <p:cNvSpPr txBox="1"/>
          <p:nvPr/>
        </p:nvSpPr>
        <p:spPr>
          <a:xfrm>
            <a:off x="8054280" y="3004200"/>
            <a:ext cx="206280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as anecdotal corroboration of the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12" name=""/>
          <p:cNvSpPr txBox="1"/>
          <p:nvPr/>
        </p:nvSpPr>
        <p:spPr>
          <a:xfrm>
            <a:off x="8054280" y="3119040"/>
            <a:ext cx="206280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cascade model (see Results §3.7),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13" name=""/>
          <p:cNvSpPr txBox="1"/>
          <p:nvPr/>
        </p:nvSpPr>
        <p:spPr>
          <a:xfrm>
            <a:off x="8054280" y="3233520"/>
            <a:ext cx="237528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not a between-group statistical claim.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14" name=""/>
          <p:cNvSpPr txBox="1"/>
          <p:nvPr/>
        </p:nvSpPr>
        <p:spPr>
          <a:xfrm>
            <a:off x="8054280" y="3348720"/>
            <a:ext cx="2500200" cy="12096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Autofit/>
          </a:bodyPr>
          <a:p>
            <a:r>
              <a:rPr b="0" lang="en-US" sz="820" spc="-1" strike="noStrike">
                <a:solidFill>
                  <a:srgbClr val="000000"/>
                </a:solidFill>
                <a:latin typeface="DejaVuSansMono"/>
              </a:rPr>
              <a:t>Fisher P (good 2/16 vs bad 0/12) = 0.49.</a:t>
            </a:r>
            <a:endParaRPr b="0" lang="en-US" sz="820" spc="-1" strike="noStrike">
              <a:latin typeface="Times New Roman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200000" y="100000"/>
            <a:ext cx="11788952" cy="40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400" b="1">
                <a:solidFill>
                  <a:srgbClr val="1F3B5C"/>
                </a:solidFill>
                <a:latin typeface="Arial"/>
              </a:rPr>
              <a:t>Supp Fig (v0.7) — HLA-LOH lite vs strict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